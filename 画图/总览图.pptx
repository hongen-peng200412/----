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F_A3FF6BB7.xml" ContentType="application/vnd.ms-powerpoint.comments+xml"/>
  <Override PartName="/ppt/notesSlides/notesSlide2.xml" ContentType="application/vnd.openxmlformats-officedocument.presentationml.notesSlide+xml"/>
  <Override PartName="/ppt/comments/modernComment_110_21794960.xml" ContentType="application/vnd.ms-powerpoint.comments+xml"/>
  <Override PartName="/ppt/notesSlides/notesSlide3.xml" ContentType="application/vnd.openxmlformats-officedocument.presentationml.notesSlide+xml"/>
  <Override PartName="/ppt/comments/modernComment_111_F21098D1.xml" ContentType="application/vnd.ms-powerpoint.comments+xml"/>
  <Override PartName="/ppt/notesSlides/notesSlide4.xml" ContentType="application/vnd.openxmlformats-officedocument.presentationml.notesSlide+xml"/>
  <Override PartName="/ppt/comments/modernComment_112_BBD1A8C6.xml" ContentType="application/vnd.ms-powerpoint.comments+xml"/>
  <Override PartName="/ppt/notesSlides/notesSlide5.xml" ContentType="application/vnd.openxmlformats-officedocument.presentationml.notesSlide+xml"/>
  <Override PartName="/ppt/comments/modernComment_113_AE86058F.xml" ContentType="application/vnd.ms-powerpoint.comments+xml"/>
  <Override PartName="/ppt/notesSlides/notesSlide6.xml" ContentType="application/vnd.openxmlformats-officedocument.presentationml.notesSlide+xml"/>
  <Override PartName="/ppt/comments/modernComment_115_2FF76763.xml" ContentType="application/vnd.ms-powerpoint.comments+xml"/>
  <Override PartName="/ppt/notesSlides/notesSlide7.xml" ContentType="application/vnd.openxmlformats-officedocument.presentationml.notesSlide+xml"/>
  <Override PartName="/ppt/comments/modernComment_116_2AB6F76.xml" ContentType="application/vnd.ms-powerpoint.comments+xml"/>
  <Override PartName="/ppt/notesSlides/notesSlide8.xml" ContentType="application/vnd.openxmlformats-officedocument.presentationml.notesSlide+xml"/>
  <Override PartName="/ppt/comments/modernComment_117_F256198F.xml" ContentType="application/vnd.ms-powerpoint.comments+xml"/>
  <Override PartName="/ppt/notesSlides/notesSlide9.xml" ContentType="application/vnd.openxmlformats-officedocument.presentationml.notesSlide+xml"/>
  <Override PartName="/ppt/comments/modernComment_118_B65CF58E.xml" ContentType="application/vnd.ms-powerpoint.comments+xml"/>
  <Override PartName="/ppt/notesSlides/notesSlide10.xml" ContentType="application/vnd.openxmlformats-officedocument.presentationml.notesSlide+xml"/>
  <Override PartName="/ppt/comments/modernComment_119_D387D623.xml" ContentType="application/vnd.ms-powerpoint.comments+xml"/>
  <Override PartName="/ppt/notesSlides/notesSlide11.xml" ContentType="application/vnd.openxmlformats-officedocument.presentationml.notesSlide+xml"/>
  <Override PartName="/ppt/comments/modernComment_11A_6C7631D3.xml" ContentType="application/vnd.ms-powerpoint.comments+xml"/>
  <Override PartName="/ppt/notesSlides/notesSlide12.xml" ContentType="application/vnd.openxmlformats-officedocument.presentationml.notesSlide+xml"/>
  <Override PartName="/ppt/comments/modernComment_11C_F689049B.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71" r:id="rId2"/>
    <p:sldId id="272" r:id="rId3"/>
    <p:sldId id="273" r:id="rId4"/>
    <p:sldId id="274" r:id="rId5"/>
    <p:sldId id="275" r:id="rId6"/>
    <p:sldId id="277" r:id="rId7"/>
    <p:sldId id="278" r:id="rId8"/>
    <p:sldId id="279" r:id="rId9"/>
    <p:sldId id="280" r:id="rId10"/>
    <p:sldId id="281" r:id="rId11"/>
    <p:sldId id="282" r:id="rId12"/>
    <p:sldId id="284" r:id="rId13"/>
  </p:sldIdLst>
  <p:sldSz cx="11906250" cy="4572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F71A66-0C34-DF1A-5236-FECDBC820DCB}" name="Hongen Peng" initials="HP" userId="965de47efeb7ffa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E98"/>
    <a:srgbClr val="737C84"/>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693" autoAdjust="0"/>
  </p:normalViewPr>
  <p:slideViewPr>
    <p:cSldViewPr snapToGrid="0">
      <p:cViewPr varScale="1">
        <p:scale>
          <a:sx n="85" d="100"/>
          <a:sy n="85" d="100"/>
        </p:scale>
        <p:origin x="84" y="6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modernComment_10F_A3FF6BB7.xml><?xml version="1.0" encoding="utf-8"?>
<p188:cmLst xmlns:a="http://schemas.openxmlformats.org/drawingml/2006/main" xmlns:r="http://schemas.openxmlformats.org/officeDocument/2006/relationships" xmlns:p188="http://schemas.microsoft.com/office/powerpoint/2018/8/main">
  <p188:cm id="{D51F7E94-1B42-487B-B627-C34180C312F8}" authorId="{D3F71A66-0C34-DF1A-5236-FECDBC820DCB}" created="2026-09-29T02:10:04.753">
    <pc:sldMkLst xmlns:pc="http://schemas.microsoft.com/office/powerpoint/2013/main/command">
      <pc:docMk/>
      <pc:sldMk cId="4008996287" sldId="268"/>
    </pc:sldMkLst>
    <p188:txBody>
      <a:bodyPr/>
      <a:lstStyle/>
      <a:p>
        <a:r>
          <a:rPr lang="zh-CN" altLang="en-US"/>
          <a:t>信息来源：图 a 概览。依据用户提供的 关于图a.pptx 第2页手绘流程、第3页密度参考及现代批注。真实背景为 AdaLigand 数据中的 PDB 9hjx 实验密度和受体，来源 /storage/penghongen/AdaLigand/Ori_Data/density/9hjx/ 与 raw/rcsb_mmcif/9hjx.cif。绘图副本高斯平滑 sigma=1.5 voxel，ChimeraX contour=2.6、step=3，使用当前正交视角。B1–B5、三种拓扑及最终构象均为流程示意，不是 9hjx 的模型预测或真实配体身份。两枚绿色候选匹配同一身份，灰色候选拒绝。Build 列表遵循用户手绘稿，仅表示可接的下游工具，不表示本论文实际运行了所有工具。当前论文及源码依据：论文草稿.md Overview；Pocket_Plus/src/inference；Matcher/README.md；PocketXMol/models/density/local_cov.py。ChimeraX 官方命令参考：https://www.cgl.ucsf.edu/chimerax/docs/user/commands/volume.html 和 https://www.cgl.ucsf.edu/chimerax/docs/user/commands/camera.html。
制作使用的代码来源: （..?）</a:t>
        </a:r>
      </a:p>
    </p188:txBody>
  </p188:cm>
  <p188:cm id="{43AFEA80-88CB-4AB4-A679-99B94909931D}" authorId="{D3F71A66-0C34-DF1A-5236-FECDBC820DCB}" created="2026-09-29T02:24:35.379">
    <pc:sldMkLst xmlns:pc="http://schemas.microsoft.com/office/powerpoint/2013/main/command">
      <pc:docMk/>
      <pc:sldMk cId="4008996287" sldId="268"/>
    </pc:sldMkLst>
    <p188:txBody>
      <a:bodyPr/>
      <a:lstStyle/>
      <a:p>
        <a:r>
          <a:rPr lang="zh-CN" altLang="en-US"/>
          <a:t>@@fig-overview_v2</a:t>
        </a:r>
      </a:p>
    </p188:txBody>
  </p188:cm>
  <p188:cm id="{17A3691D-C2B8-425B-A739-7247D99ED54A}" authorId="{D3F71A66-0C34-DF1A-5236-FECDBC820DCB}" created="2026-10-22T15:53:22.981Z">
    <pc:sldMkLst xmlns:pc="http://schemas.microsoft.com/office/powerpoint/2013/main/command">
      <pc:docMk/>
      <pc:sldMk cId="4008996287" sldId="268"/>
    </pc:sldMkLst>
    <p188:txBody>
      <a:bodyPr/>
      <a:lstStyle/>
      <a:p>
        <a:r>
          <a:t>PROVENANCE v1</a:t>
        </a:r>
      </a:p>
      <a:p>
        <a:r>
          <a:t>id: fig-overview_v2</a:t>
        </a:r>
      </a:p>
      <a:p>
        <a:r>
          <a:t>source: 画图/画图代码/e2e/visualization/图表追溯.md</a:t>
        </a:r>
      </a:p>
      <a:p>
        <a:r>
          <a:t/>
        </a:r>
      </a:p>
      <a:p>
        <a:r>
          <a:t>## fig-overview_v2｜Find–Match–Build 总览</a:t>
        </a:r>
      </a:p>
      <a:p>
        <a:r>
          <a:t/>
        </a:r>
      </a:p>
      <a:p>
        <a:r>
          <a:t>历史总览页保留在 `画图/archive/总览图.pptx`，当前正文采用 `@@fig-overview_v3`。原作者几何和生成来源继续保留。</a:t>
        </a:r>
      </a:p>
      <a:p>
        <a:r>
          <a:t/>
        </a:r>
      </a:p>
      <a:p>
        <a:r>
          <a:t>**共享关系与本图选择。** 本图的直接生成逻辑保存在本图长期目录；其冻结来源可能同时被其他实验使用，但当前入口不转发到其他具体图目录。 本次完整入口按稳定图名 `fig-overview_v2` 选择图或所在共享图组。</a:t>
        </a:r>
      </a:p>
      <a:p>
        <a:r>
          <a:t/>
        </a:r>
      </a:p>
      <a:p>
        <a:r>
          <a:t>**清空temp后的完整重建。** 从仓库根执行 `python -X utf8 -B 转换工具/ops/rebuild_figures.py --figure fig-overview_v2`。入口顺序运行必要的数据准备、绘图／原生渲染、场景运输和PPT装配，始终屏蔽所有旧temp读取；同一次运行产生的中间文件可以继续使用。冻结实验输入与作者原生素材只从长期目录读取，图稿、命令日志、现场读取记录、`receipt.json`和含本图的`rebuilt.pptx`统一位于新建的 `temp/figure_rebuild/&lt;运行号&gt;/&lt;图名&gt;/`。正式图形不被覆盖；作者双语备注与本条来源说明写入新候选。</a:t>
        </a:r>
      </a:p>
      <a:p>
        <a:r>
          <a:t/>
        </a:r>
      </a:p>
      <a:p>
        <a:r>
          <a:t/>
        </a:r>
      </a:p>
      <a:p>
        <a:r>
          <a:t>**当前图与含义。** 中英文正文引用 `画图/总览图.pptx` 中 `fig-overview_v2`。真实背景是9HJX（EMD-52228，Thermus thermophillus transhydrogenase）的实验密度与沉积受体；绿色B1/B2共用身份、黄色B3、红色B4及被拒绝灰色B5表达流程关系。五个候选的位置、颜色、简化分子拓扑和最终构象均为示意，不能当作9HJX的真实预测结果或准确率证据。当前PPT在原生可编辑图基础上包含作者修改，保留其布局和备注。</a:t>
        </a:r>
      </a:p>
      <a:p>
        <a:r>
          <a:t/>
        </a:r>
      </a:p>
      <a:p>
        <a:r>
          <a:t>**直接制图链。** `e2e/visualization/fig-overview_v2/build_figure.mjs` 的 `density`、`receptor`、`blob` 等绘制函数和模块主流程从冻结 `geometry.json`、`blobs.json` 生成原生PowerPoint形状；`group_objects.py` 提供组件组合，`finalize.mjs` 验证初始单页。`export_geometry.py` 是ChimeraX内执行的直接几何导出入口，读取实际三角表面、法向和受体CA／核酸P主链；`blob_geometry.py` 的模块主流程独立生成示意候选网格，不运行Find模型。原始单页和当前总览的人工编排沿同一来源记录保留，不虚构一个从头生成作者全部编辑的函数。</a:t>
        </a:r>
      </a:p>
      <a:p>
        <a:r>
          <a:t/>
        </a:r>
      </a:p>
      <a:p>
        <a:r>
          <a:t>**真实资产与服务器来源。** `e2e/output/fig-overview_v2/素材/` 保留从 `/storage/penghongen/AdaLigand/Ori_Data/` 复制的 `density/9hjx/exp.npy`、`exp.npz`，`raw/rcsb_mmcif/9hjx.cif`，`parse/9hjx/receptor_tokens.npz`、`ligand_coords.npz`、`occurrences.jsonl`，以及源压缩包、原ChimeraX会话和 `9hjx_drawing.mrc`。`构建/geometry.json` 保存11318个相机坐标顶点、23216个三角形及法向，六条受体主链点数依次92／440／353／92／430／349；这些是显示几何，单位／二维缩放不用于实验评价。</a:t>
        </a:r>
      </a:p>
      <a:p>
        <a:r>
          <a:t/>
        </a:r>
      </a:p>
      <a:p>
        <a:r>
          <a:t>**平滑、阈值和坐标。** `ops/prepare_density.py::reproduce_density` 补全了原绘图MRC的制备逻辑。以原 `(1,124,126,134)` float32 数组执行 `scipy.ndimage.gaussian_filter(sigma=1.5, mode="reflect", truncate=4.0)`，保持四维单例轴；结果与冻结MRC的全部采样值逐元素完全相等，最大绝对差0。MRC的XYZ间距与原 `voxel_size` 相同，首采样点为原边界 `origin+0.5*voxel_size`，两者实测差0。工具默认只读核对，显式 `--output` 只写新文件，不覆盖冻结来源。核对报告位于 `temp/figure-provenance/overview-density.json`，可随时重生。</a:t>
        </a:r>
      </a:p>
      <a:p>
        <a:r>
          <a:t/>
        </a:r>
      </a:p>
      <a:p>
        <a:r>
          <a:t>`view_density.cxc` 以level2.6、step3、正交相机X旋转−25°再Y旋转35°组织灰色表面；`export_geometry.py` 将密度和受体变换到同一相机坐标，PPT用同一等比投影，并反转相机Y为屏幕Y。平滑和三角网格归并只服务背景显示；候选身份示意不读取真值来声明模型成功。</a:t>
        </a:r>
      </a:p>
    </p188:txBody>
  </p188:cm>
</p188:cmLst>
</file>

<file path=ppt/comments/modernComment_11A_6C7631D3.xml><?xml version="1.0" encoding="utf-8"?>
<p188:cmLst xmlns:a="http://schemas.openxmlformats.org/drawingml/2006/main" xmlns:r="http://schemas.openxmlformats.org/officeDocument/2006/relationships" xmlns:p188="http://schemas.microsoft.com/office/powerpoint/2018/8/main">
  <p188:cm id="{113CEBA9-8646-4EFC-968C-06117B6EA185}" authorId="{D3F71A66-0C34-DF1A-5236-FECDBC820DCB}" created="2026-10-28T10:38:10.798">
    <pc:sldMkLst xmlns:pc="http://schemas.microsoft.com/office/powerpoint/2013/main/command">
      <pc:docMk/>
      <pc:sldMk cId="1605038720" sldId="276"/>
    </pc:sldMkLst>
    <p188:pos x="0" y="0"/>
    <p188:txBody>
      <a:bodyPr/>
      <a:lstStyle/>
      <a:p>
        <a:r>
          <a:rPr lang="zh-CN" altLang="en-US"/>
          <a:t>@@fig-overview-color1</a:t>
        </a:r>
      </a:p>
    </p188:txBody>
  </p188:cm>
  <p188:cm id="{02FDB45C-F1D2-466C-B595-C9CADE76CF44}" authorId="{D3F71A66-0C34-DF1A-5236-FECDBC820DCB}" created="2026-10-28T10:38:10.811">
    <pc:sldMkLst xmlns:pc="http://schemas.microsoft.com/office/powerpoint/2013/main/command">
      <pc:docMk/>
      <pc:sldMk cId="1605038720" sldId="276"/>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09794063-FE47-46B8-A5C6-715C45F83090}" authorId="{D3F71A66-0C34-DF1A-5236-FECDBC820DCB}" created="2026-10-28T10:38:10.821">
    <pc:sldMkLst xmlns:pc="http://schemas.microsoft.com/office/powerpoint/2013/main/command">
      <pc:docMk/>
      <pc:sldMk cId="1605038720" sldId="276"/>
    </pc:sldMkLst>
    <p188:pos x="0" y="0"/>
    <p188:txBody>
      <a:bodyPr/>
      <a:lstStyle/>
      <a:p>
        <a:r>
          <a:t>PROVENANCE v1</a:t>
        </a:r>
      </a:p>
      <a:p>
        <a:r>
          <a:t>id: fig-overview-color1</a:t>
        </a:r>
      </a:p>
      <a:p>
        <a:r>
          <a:t>source: 画图/画图代码/e2e/visualization/图表追溯.md</a:t>
        </a:r>
      </a:p>
      <a:p>
        <a:r>
          <a:t/>
        </a:r>
      </a:p>
      <a:p>
        <a:r>
          <a:t>## fig-overview-color1｜作者当前示意图版本</a:t>
        </a:r>
      </a:p>
      <a:p>
        <a:r>
          <a:t/>
        </a:r>
      </a:p>
      <a:p>
        <a:r>
          <a:t>本页位于 `画图/总览图.pptx`, 由作者编辑原 `fig-overview-v4-preview` 而来; 旧名已退出当前图集, 来源内容转接至本条。当前独立批注为 @@fig-overview-color1, 不恢复作者删除的页面。</a:t>
        </a:r>
      </a:p>
      <a:p>
        <a:r>
          <a:t/>
        </a:r>
      </a:p>
      <a:p>
        <a:r>
          <a:t>本页为 LigandSeek 工作流程示意。原素材使用1STP受体及BTN/DTB/IMI结构, 混合占据为示意组装, 密度由坐标高斯平滑构造, 不表示实验地图或新的模型评价。原素材与场景生成链由 overview-redesign-20261028 的 prepare_scene、PyMOL/ChimeraX渲染和 assemble.py 保存; 当前颜色与排版以作者对象树为准。</a:t>
        </a:r>
      </a:p>
      <a:p>
        <a:r>
          <a:t/>
        </a:r>
      </a:p>
      <a:p>
        <a:r>
          <a:t>作者原件冻结于 `画图/画图代码/e2e/output/overview-redesign-20261028/source/author-colors-20261030.pptx`, 包含当前图集的完整可编辑对象、媒体、备注及图名; 其余原素材仍由本条 inputs 定位, 未改写旧原件。当前图注由正式 PPT 备注维护。</a:t>
        </a:r>
      </a:p>
      <a:p>
        <a:r>
          <a:t/>
        </a:r>
      </a:p>
      <a:p>
        <a:r>
          <a:t>共享目录与用途以本条元信息为准, 关联当前图名为 @@fig-overview-v4-left-a、@@fig-overview-v4-right-a、@@fig-overview-v4-left-b、@@fig-overview-v4-right-b、@@fig-overview-v4-left-c、@@fig-overview-v4-right-d55、@@fig-overview-v4-preview-transparent、@@fig-overview-v4-right-d35、@@fig-overview-v4-right-d70、@@fig-overview-color2。只共享示意素材与原生构造, 不共同计算实验数据。</a:t>
        </a:r>
      </a:p>
      <a:p>
        <a:r>
          <a:t/>
        </a:r>
      </a:p>
      <a:p>
        <a:r>
          <a:t>完整入口为 `python -X utf8 -B 转换工具/ops/rebuild_figures.py --figure fig-overview-color1`。作者版采用 author_native 模式: 从上述冻结 PPT 复制原生对象, 调用 PowerPoint 渲染指定页, 同步当前备注和来源批注; 不用旧 PNG 代替数据图重绘, 不覆盖正式 PPT。原子与密度素材的原生成程序仍由 entries 保留。</a:t>
        </a:r>
      </a:p>
    </p188:txBody>
  </p188:cm>
</p188:cmLst>
</file>

<file path=ppt/comments/modernComment_11C_F689049B.xml><?xml version="1.0" encoding="utf-8"?>
<p188:cmLst xmlns:a="http://schemas.openxmlformats.org/drawingml/2006/main" xmlns:r="http://schemas.openxmlformats.org/officeDocument/2006/relationships" xmlns:p188="http://schemas.microsoft.com/office/powerpoint/2018/8/main">
  <p188:cm id="{D9BF427E-3FB4-4C78-A5A4-51BE2CD8FD95}" authorId="{D3F71A66-0C34-DF1A-5236-FECDBC820DCB}" created="2026-10-28T10:38:10.798">
    <pc:sldMkLst xmlns:pc="http://schemas.microsoft.com/office/powerpoint/2013/main/command">
      <pc:docMk/>
      <pc:sldMk cId="1605038720" sldId="276"/>
    </pc:sldMkLst>
    <p188:pos x="0" y="0"/>
    <p188:txBody>
      <a:bodyPr/>
      <a:lstStyle/>
      <a:p>
        <a:r>
          <a:rPr lang="zh-CN" altLang="en-US"/>
          <a:t>@@fig-overview-color2</a:t>
        </a:r>
      </a:p>
    </p188:txBody>
  </p188:cm>
  <p188:cm id="{4C562A97-EC2D-458C-91C9-85755DB69744}" authorId="{D3F71A66-0C34-DF1A-5236-FECDBC820DCB}" created="2026-10-28T10:38:10.811">
    <pc:sldMkLst xmlns:pc="http://schemas.microsoft.com/office/powerpoint/2013/main/command">
      <pc:docMk/>
      <pc:sldMk cId="1605038720" sldId="276"/>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140C6551-27C6-497C-8BEB-25DBE14F0679}" authorId="{D3F71A66-0C34-DF1A-5236-FECDBC820DCB}" created="2026-10-28T10:38:10.821">
    <pc:sldMkLst xmlns:pc="http://schemas.microsoft.com/office/powerpoint/2013/main/command">
      <pc:docMk/>
      <pc:sldMk cId="1605038720" sldId="276"/>
    </pc:sldMkLst>
    <p188:pos x="0" y="0"/>
    <p188:txBody>
      <a:bodyPr/>
      <a:lstStyle/>
      <a:p>
        <a:r>
          <a:t>PROVENANCE v1</a:t>
        </a:r>
      </a:p>
      <a:p>
        <a:r>
          <a:t>id: fig-overview-color2</a:t>
        </a:r>
      </a:p>
      <a:p>
        <a:r>
          <a:t>source: 画图/画图代码/e2e/visualization/图表追溯.md</a:t>
        </a:r>
      </a:p>
      <a:p>
        <a:r>
          <a:t/>
        </a:r>
      </a:p>
      <a:p>
        <a:r>
          <a:t>## fig-overview-color2｜作者当前示意图版本</a:t>
        </a:r>
      </a:p>
      <a:p>
        <a:r>
          <a:t/>
        </a:r>
      </a:p>
      <a:p>
        <a:r>
          <a:t>本页位于 `画图/总览图.pptx`, 由作者编辑原 `fig-overview-v4-preview` 而来; 旧名已退出当前图集, 来源内容转接至本条。当前独立批注为 @@fig-overview-color2, 不恢复作者删除的页面。</a:t>
        </a:r>
      </a:p>
      <a:p>
        <a:r>
          <a:t/>
        </a:r>
      </a:p>
      <a:p>
        <a:r>
          <a:t>本页为 LigandSeek 工作流程示意。原素材使用1STP受体及BTN/DTB/IMI结构, 混合占据为示意组装, 密度由坐标高斯平滑构造, 不表示实验地图或新的模型评价。原素材与场景生成链由 overview-redesign-20261028 的 prepare_scene、PyMOL/ChimeraX渲染和 assemble.py 保存; 当前颜色与排版以作者对象树为准。</a:t>
        </a:r>
      </a:p>
      <a:p>
        <a:r>
          <a:t/>
        </a:r>
      </a:p>
      <a:p>
        <a:r>
          <a:t>作者原件冻结于 `画图/画图代码/e2e/output/overview-redesign-20261028/source/author-colors-20261030.pptx`, 包含当前图集的完整可编辑对象、媒体、备注及图名; 其余原素材仍由本条 inputs 定位, 未改写旧原件。当前图注由正式 PPT 备注维护。</a:t>
        </a:r>
      </a:p>
      <a:p>
        <a:r>
          <a:t/>
        </a:r>
      </a:p>
      <a:p>
        <a:r>
          <a:t>共享目录与用途以本条元信息为准, 关联当前图名为 @@fig-overview-v4-left-a、@@fig-overview-v4-right-a、@@fig-overview-v4-left-b、@@fig-overview-v4-right-b、@@fig-overview-v4-left-c、@@fig-overview-v4-right-d55、@@fig-overview-v4-preview-transparent、@@fig-overview-v4-right-d35、@@fig-overview-v4-right-d70、@@fig-overview-color1。只共享示意素材与原生构造, 不共同计算实验数据。</a:t>
        </a:r>
      </a:p>
      <a:p>
        <a:r>
          <a:t/>
        </a:r>
      </a:p>
      <a:p>
        <a:r>
          <a:t>完整入口为 `python -X utf8 -B 转换工具/ops/rebuild_figures.py --figure fig-overview-color2`。作者版采用 author_native 模式: 从上述冻结 PPT 复制原生对象, 调用 PowerPoint 渲染指定页, 同步当前备注和来源批注; 不用旧 PNG 代替数据图重绘, 不覆盖正式 PPT。原子与密度素材的原生成程序仍由 entries 保留。</a:t>
        </a:r>
      </a:p>
    </p188:txBody>
  </p188:cm>
</p188:cmLst>
</file>

<file path=ppt/comments/modernComment_110_21794960.xml><?xml version="1.0" encoding="utf-8"?>
<p188:cmLst xmlns:a="http://schemas.openxmlformats.org/drawingml/2006/main" xmlns:r="http://schemas.openxmlformats.org/officeDocument/2006/relationships" xmlns:p188="http://schemas.microsoft.com/office/powerpoint/2018/8/main">
  <p188:cm id="{EE85E97B-CDC2-4EDC-8646-46A2CC19AC2A}" authorId="{D3F71A66-0C34-DF1A-5236-FECDBC820DCB}" created="2026-10-28T10:38:09.432">
    <pc:sldMkLst xmlns:pc="http://schemas.microsoft.com/office/powerpoint/2013/main/command">
      <pc:docMk/>
      <pc:sldMk cId="561596768" sldId="272"/>
    </pc:sldMkLst>
    <p188:pos x="0" y="0"/>
    <p188:txBody>
      <a:bodyPr/>
      <a:lstStyle/>
      <a:p>
        <a:r>
          <a:rPr lang="zh-CN" altLang="en-US"/>
          <a:t>@@fig-overview-v4-left-a</a:t>
        </a:r>
      </a:p>
    </p188:txBody>
  </p188:cm>
  <p188:cm id="{A1CB3972-D7B0-43C7-9200-7247E2887D8A}" authorId="{D3F71A66-0C34-DF1A-5236-FECDBC820DCB}" created="2026-10-28T10:38:09.446">
    <pc:sldMkLst xmlns:pc="http://schemas.microsoft.com/office/powerpoint/2013/main/command">
      <pc:docMk/>
      <pc:sldMk cId="561596768" sldId="272"/>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E6593812-39C1-4B42-9605-CE1061B0B36E}" authorId="{D3F71A66-0C34-DF1A-5236-FECDBC820DCB}" created="2026-10-28T10:38:09.457">
    <pc:sldMkLst xmlns:pc="http://schemas.microsoft.com/office/powerpoint/2013/main/command">
      <pc:docMk/>
      <pc:sldMk cId="561596768" sldId="272"/>
    </pc:sldMkLst>
    <p188:pos x="0" y="0"/>
    <p188:txBody>
      <a:bodyPr/>
      <a:lstStyle/>
      <a:p>
        <a:r>
          <a:t>PROVENANCE v1</a:t>
        </a:r>
      </a:p>
      <a:p>
        <a:r>
          <a:t>id: fig-overview-v4-left-a</a:t>
        </a:r>
      </a:p>
      <a:p>
        <a:r>
          <a:t>source: 画图/画图代码/e2e/visualization/图表追溯.md</a:t>
        </a:r>
      </a:p>
      <a:p>
        <a:r>
          <a:t/>
        </a:r>
      </a:p>
      <a:p>
        <a:r>
          <a:t>## fig-overview-v4-left-a｜总览图备选：左侧 A：分列与共享身份</a:t>
        </a:r>
      </a:p>
      <a:p>
        <a:r>
          <a:t/>
        </a:r>
      </a:p>
      <a:p>
        <a:r>
          <a:t>**本页与共享关系。** 本页为 `画图/总览图.pptx` 第 3 页，稳定图名为 `@@fig-overview-v4-left-a`。作者第 1 页历史图、第 2 页 baseline 保留，本页是独立备选，尚未替换正文引用。它与 `@@fig-overview-v4-right-a`、`@@fig-overview-v4-left-b`、`@@fig-overview-v4-right-b`、`@@fig-overview-v4-preview`、`@@fig-overview-v4-left-c`、`@@fig-overview-v4-right-d55`、`@@fig-overview-v4-preview-transparent`、`@@fig-overview-v4-right-d35`、`@@fig-overview-v4-right-d70` 共用 `画图/画图代码/e2e/visualization/overview-redesign-20261028`。第 3/5/8 页为左侧 A/B/C，第 4/6/9/11/12 页为右侧 A/B/D55/D35/D70，第 7/10 页为两种组合预览；所有组件共用同一原子坐标、相机和尺寸。</a:t>
        </a:r>
      </a:p>
      <a:p>
        <a:r>
          <a:t/>
        </a:r>
      </a:p>
      <a:p>
        <a:r>
          <a:t>**科学对象和边界。** 场景包含 5 个候选、3 种化学身份和 4 个配体结合构象：B1/B2=BTN，B3=拒绝，B4=DTB，B5=IMI。1STP 生物学四聚体的 3604 个蛋白重原子作为受体；两个 BTN 保留沉积坐标，DTB 来自 3RDQ、IMI 来自 2RTL，按供体与目标链的序列对应 CA 作刚体叠合，CA RMSD 约 0.392、0.805 Å。混合占据为示意组装，灰色密度由坐标高斯平滑生成，不是实验 cryo-EM 地图、Find 输出或模型预测，也不表示新的准确率及实验样本分母。</a:t>
        </a:r>
      </a:p>
      <a:p>
        <a:r>
          <a:t/>
        </a:r>
      </a:p>
      <a:p>
        <a:r>
          <a:t>**冻结输入与原子轴。** `画图/画图代码/e2e/output/overview-redesign-20261028/source/author.pptx` 保全作者开始时 4 页和备注；手绘、三个参考截图及后续密度/受体分层反馈同目录保全。`rcsb/` 中冻结 1STP-assembly1、3RDQ、2RTL 和 BTN/DTB/IMI 化学字典，下载地址与原件 SHA-256 见 `downloads.json`。字典的立体 SMILES 先规范化再重新解析，所有元素、CCD 原子名、键和 XYZ 沿规范 SMILES 的同一原子轴；用 CCD 理想坐标约束手性匹配。XYZ 单位 Å，MRC 数组 ZYX，原点和 spacing 为 XYZ；统一 spacing=0.7 Å。B3 为构造的非对称假阳性区域，与最终配体没有连接。</a:t>
        </a:r>
      </a:p>
      <a:p>
        <a:r>
          <a:t/>
        </a:r>
      </a:p>
      <a:p>
        <a:r>
          <a:t>**直接生成链。** `prepare_scene.py::main` 输出 receptor.pdb、4 份 SDF、scene.json 和 6 份 MRC。RDKit 用 ETKDGv3、随机种子 20261028、每种 80 个构象及 MMFF，在距最低能量 4 kcal/mol 内选择不同于结合构象的游离构象；最佳刚体叠合重原子 RMSD 约 BTN 2.198、DTB 2.230、IMI 2.462 Å。`render_native.py::main` 用 PyMOL 输出游离结构；`render_chimerax.py::main` 用 ChimeraX 输出真正同一场景的密度、受体、全局候选、四个 pose 和 blob 缩略图，不拼贴独立口袋。ChimeraX 保存六份内嵌地图的 CXS 以及 slender/taller/open 命名视图。B 版仅隐藏遮住配体的前景 ribbon，受体原子全部保留。 `render_transparent.py` 在同一相机下生成完整受体 35%/55%/70% 透明备选；密度为 step=3、浅灰不透明疏网格，避开 ChimeraX 多透明模型只显示最前层的限制，配体与 blob 保持完全不透明。第 8 页同步使用 55% 受体及同一密度网格。A/B/C 左侧与 A/B/D35/D55/D70 右侧方案的文字、边框、连线及图例由 `assemble.py::main` 用原生 PowerPoint 对象构造；每半幅独立成组。</a:t>
        </a:r>
      </a:p>
      <a:p>
        <a:r>
          <a:t/>
        </a:r>
      </a:p>
      <a:p>
        <a:r>
          <a:t>**几何、图注与可编辑场景。** Candidate 和 Ligand poses 为相同的 1200×1500 正交相机画布，在 PPT 中均为 177.6×222 点；Input 的密度与受体均为 72×90 点。相机矩阵和场宽见 native/manifest.json，所有主图逐项一致。默认自然投影宽高比约 0.808，不拉伸原子坐标。Reject 独立于真正化学身份框，RDKit 箭头仅进入化学身份框。图名保存在独立批注，双语图注以 ENGLISH: 分隔，来源批注与图注分开。同步导出脚本从作者当前世界坐标同时更新示意密度、blob 和四张主图，写入新的 temp，不依赖旧缓存。</a:t>
        </a:r>
      </a:p>
      <a:p>
        <a:r>
          <a:t/>
        </a:r>
      </a:p>
      <a:p>
        <a:r>
          <a:t>**完整重建与验证。** 从仓库根运行 `D:/Anaconda/python.exe -X utf8 -B 转换工具/ops/rebuild_figures.py --figure fig-overview-v4-left-a --generated-captions`。同一链重建所有 10 个备选页和完整编辑包；各稳定图名选取对应页。准备、PyMOL、ChimeraX、PowerPoint 装配和编辑包均写入新的 temp，旧 temp 读取受文件审计屏蔽；正式 PPT 不被重建器覆盖。验收覆盖 6 份会话的独立恢复、4 个 pose 的 SMILES 手性、游离/结合内部构象差异、相机和图片框一致、作者前两页保留、CXS 独立重开、教程移动/透明度/鼠标命令及移动配体后再导出的坐标一致。执行证据见 `talk/overview_redesign_20261028/执行记录.md`；最终选用哪个备选由作者决定。</a:t>
        </a:r>
      </a:p>
      <a:p>
        <a:r>
          <a:t/>
        </a:r>
      </a:p>
      <a:p>
        <a:r>
          <a:t>当前共享图名随作者改名更新为 @@fig-overview-v4-right-a、@@fig-overview-v4-left-b、@@fig-overview-v4-right-b、@@fig-overview-color1、@@fig-overview-color2、@@fig-overview-v4-left-c、@@fig-overview-v4-right-d55、@@fig-overview-v4-preview-transparent、@@fig-overview-v4-right-d35、@@fig-overview-v4-right-d70; 旧页名与页号仅记录生成时状态, 当前以 PPT 的独立图名定位。</a:t>
        </a:r>
      </a:p>
    </p188:txBody>
  </p188:cm>
</p188:cmLst>
</file>

<file path=ppt/comments/modernComment_111_F21098D1.xml><?xml version="1.0" encoding="utf-8"?>
<p188:cmLst xmlns:a="http://schemas.openxmlformats.org/drawingml/2006/main" xmlns:r="http://schemas.openxmlformats.org/officeDocument/2006/relationships" xmlns:p188="http://schemas.microsoft.com/office/powerpoint/2018/8/main">
  <p188:cm id="{6C0B94F6-B4AB-473B-9BA5-DBE33FD3FFB6}" authorId="{D3F71A66-0C34-DF1A-5236-FECDBC820DCB}" created="2026-10-28T10:38:09.877">
    <pc:sldMkLst xmlns:pc="http://schemas.microsoft.com/office/powerpoint/2013/main/command">
      <pc:docMk/>
      <pc:sldMk cId="4061173969" sldId="273"/>
    </pc:sldMkLst>
    <p188:pos x="0" y="0"/>
    <p188:txBody>
      <a:bodyPr/>
      <a:lstStyle/>
      <a:p>
        <a:r>
          <a:rPr lang="zh-CN" altLang="en-US"/>
          <a:t>@@fig-overview-v4-right-a</a:t>
        </a:r>
      </a:p>
    </p188:txBody>
  </p188:cm>
  <p188:cm id="{6C6DF272-D5CB-46E3-84BC-ACA2DB8DDB5E}" authorId="{D3F71A66-0C34-DF1A-5236-FECDBC820DCB}" created="2026-10-28T10:38:09.891">
    <pc:sldMkLst xmlns:pc="http://schemas.microsoft.com/office/powerpoint/2013/main/command">
      <pc:docMk/>
      <pc:sldMk cId="4061173969" sldId="273"/>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304032F2-344B-4B58-835D-084D0E0D5371}" authorId="{D3F71A66-0C34-DF1A-5236-FECDBC820DCB}" created="2026-10-28T10:38:09.903">
    <pc:sldMkLst xmlns:pc="http://schemas.microsoft.com/office/powerpoint/2013/main/command">
      <pc:docMk/>
      <pc:sldMk cId="4061173969" sldId="273"/>
    </pc:sldMkLst>
    <p188:pos x="0" y="0"/>
    <p188:txBody>
      <a:bodyPr/>
      <a:lstStyle/>
      <a:p>
        <a:r>
          <a:t>PROVENANCE v1</a:t>
        </a:r>
      </a:p>
      <a:p>
        <a:r>
          <a:t>id: fig-overview-v4-right-a</a:t>
        </a:r>
      </a:p>
      <a:p>
        <a:r>
          <a:t>source: 画图/画图代码/e2e/visualization/图表追溯.md</a:t>
        </a:r>
      </a:p>
      <a:p>
        <a:r>
          <a:t/>
        </a:r>
      </a:p>
      <a:p>
        <a:r>
          <a:t>## fig-overview-v4-right-a｜总览图备选：右侧 A：完整受体</a:t>
        </a:r>
      </a:p>
      <a:p>
        <a:r>
          <a:t/>
        </a:r>
      </a:p>
      <a:p>
        <a:r>
          <a:t>**本页与共享关系。** 本页为 `画图/总览图.pptx` 第 4 页，稳定图名为 `@@fig-overview-v4-right-a`。作者第 1 页历史图、第 2 页 baseline 保留，本页是独立备选，尚未替换正文引用。它与 `@@fig-overview-v4-left-a`、`@@fig-overview-v4-left-b`、`@@fig-overview-v4-right-b`、`@@fig-overview-v4-preview`、`@@fig-overview-v4-left-c`、`@@fig-overview-v4-right-d55`、`@@fig-overview-v4-preview-transparent`、`@@fig-overview-v4-right-d35`、`@@fig-overview-v4-right-d70` 共用 `画图/画图代码/e2e/visualization/overview-redesign-20261028`。第 3/5/8 页为左侧 A/B/C，第 4/6/9/11/12 页为右侧 A/B/D55/D35/D70，第 7/10 页为两种组合预览；所有组件共用同一原子坐标、相机和尺寸。</a:t>
        </a:r>
      </a:p>
      <a:p>
        <a:r>
          <a:t/>
        </a:r>
      </a:p>
      <a:p>
        <a:r>
          <a:t>**科学对象和边界。** 场景包含 5 个候选、3 种化学身份和 4 个配体结合构象：B1/B2=BTN，B3=拒绝，B4=DTB，B5=IMI。1STP 生物学四聚体的 3604 个蛋白重原子作为受体；两个 BTN 保留沉积坐标，DTB 来自 3RDQ、IMI 来自 2RTL，按供体与目标链的序列对应 CA 作刚体叠合，CA RMSD 约 0.392、0.805 Å。混合占据为示意组装，灰色密度由坐标高斯平滑生成，不是实验 cryo-EM 地图、Find 输出或模型预测，也不表示新的准确率及实验样本分母。</a:t>
        </a:r>
      </a:p>
      <a:p>
        <a:r>
          <a:t/>
        </a:r>
      </a:p>
      <a:p>
        <a:r>
          <a:t>**冻结输入与原子轴。** `画图/画图代码/e2e/output/overview-redesign-20261028/source/author.pptx` 保全作者开始时 4 页和备注；手绘、三个参考截图及后续密度/受体分层反馈同目录保全。`rcsb/` 中冻结 1STP-assembly1、3RDQ、2RTL 和 BTN/DTB/IMI 化学字典，下载地址与原件 SHA-256 见 `downloads.json`。字典的立体 SMILES 先规范化再重新解析，所有元素、CCD 原子名、键和 XYZ 沿规范 SMILES 的同一原子轴；用 CCD 理想坐标约束手性匹配。XYZ 单位 Å，MRC 数组 ZYX，原点和 spacing 为 XYZ；统一 spacing=0.7 Å。B3 为构造的非对称假阳性区域，与最终配体没有连接。</a:t>
        </a:r>
      </a:p>
      <a:p>
        <a:r>
          <a:t/>
        </a:r>
      </a:p>
      <a:p>
        <a:r>
          <a:t>**直接生成链。** `prepare_scene.py::main` 输出 receptor.pdb、4 份 SDF、scene.json 和 6 份 MRC。RDKit 用 ETKDGv3、随机种子 20261028、每种 80 个构象及 MMFF，在距最低能量 4 kcal/mol 内选择不同于结合构象的游离构象；最佳刚体叠合重原子 RMSD 约 BTN 2.198、DTB 2.230、IMI 2.462 Å。`render_native.py::main` 用 PyMOL 输出游离结构；`render_chimerax.py::main` 用 ChimeraX 输出真正同一场景的密度、受体、全局候选、四个 pose 和 blob 缩略图，不拼贴独立口袋。ChimeraX 保存六份内嵌地图的 CXS 以及 slender/taller/open 命名视图。B 版仅隐藏遮住配体的前景 ribbon，受体原子全部保留。 `render_transparent.py` 在同一相机下生成完整受体 35%/55%/70% 透明备选；密度为 step=3、浅灰不透明疏网格，避开 ChimeraX 多透明模型只显示最前层的限制，配体与 blob 保持完全不透明。第 8 页同步使用 55% 受体及同一密度网格。A/B/C 左侧与 A/B/D35/D55/D70 右侧方案的文字、边框、连线及图例由 `assemble.py::main` 用原生 PowerPoint 对象构造；每半幅独立成组。</a:t>
        </a:r>
      </a:p>
      <a:p>
        <a:r>
          <a:t/>
        </a:r>
      </a:p>
      <a:p>
        <a:r>
          <a:t>**几何、图注与可编辑场景。** Candidate 和 Ligand poses 为相同的 1200×1500 正交相机画布，在 PPT 中均为 177.6×222 点；Input 的密度与受体均为 72×90 点。相机矩阵和场宽见 native/manifest.json，所有主图逐项一致。默认自然投影宽高比约 0.808，不拉伸原子坐标。Reject 独立于真正化学身份框，RDKit 箭头仅进入化学身份框。图名保存在独立批注，双语图注以 ENGLISH: 分隔，来源批注与图注分开。同步导出脚本从作者当前世界坐标同时更新示意密度、blob 和四张主图，写入新的 temp，不依赖旧缓存。</a:t>
        </a:r>
      </a:p>
      <a:p>
        <a:r>
          <a:t/>
        </a:r>
      </a:p>
      <a:p>
        <a:r>
          <a:t>**完整重建与验证。** 从仓库根运行 `D:/Anaconda/python.exe -X utf8 -B 转换工具/ops/rebuild_figures.py --figure fig-overview-v4-right-a --generated-captions`。同一链重建所有 10 个备选页和完整编辑包；各稳定图名选取对应页。准备、PyMOL、ChimeraX、PowerPoint 装配和编辑包均写入新的 temp，旧 temp 读取受文件审计屏蔽；正式 PPT 不被重建器覆盖。验收覆盖 6 份会话的独立恢复、4 个 pose 的 SMILES 手性、游离/结合内部构象差异、相机和图片框一致、作者前两页保留、CXS 独立重开、教程移动/透明度/鼠标命令及移动配体后再导出的坐标一致。执行证据见 `talk/overview_redesign_20261028/执行记录.md`；最终选用哪个备选由作者决定。</a:t>
        </a:r>
      </a:p>
      <a:p>
        <a:r>
          <a:t/>
        </a:r>
      </a:p>
      <a:p>
        <a:r>
          <a:t>当前共享图名随作者改名更新为 @@fig-overview-v4-left-a、@@fig-overview-v4-left-b、@@fig-overview-v4-right-b、@@fig-overview-color1、@@fig-overview-color2、@@fig-overview-v4-left-c、@@fig-overview-v4-right-d55、@@fig-overview-v4-preview-transparent、@@fig-overview-v4-right-d35、@@fig-overview-v4-right-d70; 旧页名与页号仅记录生成时状态, 当前以 PPT 的独立图名定位。</a:t>
        </a:r>
      </a:p>
    </p188:txBody>
  </p188:cm>
</p188:cmLst>
</file>

<file path=ppt/comments/modernComment_112_BBD1A8C6.xml><?xml version="1.0" encoding="utf-8"?>
<p188:cmLst xmlns:a="http://schemas.openxmlformats.org/drawingml/2006/main" xmlns:r="http://schemas.openxmlformats.org/officeDocument/2006/relationships" xmlns:p188="http://schemas.microsoft.com/office/powerpoint/2018/8/main">
  <p188:cm id="{AD26701E-6931-427F-8F77-D8B0106949FD}" authorId="{D3F71A66-0C34-DF1A-5236-FECDBC820DCB}" created="2026-10-28T10:38:10.167">
    <pc:sldMkLst xmlns:pc="http://schemas.microsoft.com/office/powerpoint/2013/main/command">
      <pc:docMk/>
      <pc:sldMk cId="3151079622" sldId="274"/>
    </pc:sldMkLst>
    <p188:pos x="0" y="0"/>
    <p188:txBody>
      <a:bodyPr/>
      <a:lstStyle/>
      <a:p>
        <a:r>
          <a:rPr lang="zh-CN" altLang="en-US"/>
          <a:t>@@fig-overview-v4-left-b</a:t>
        </a:r>
      </a:p>
    </p188:txBody>
  </p188:cm>
  <p188:cm id="{2F3BB01E-1FE0-4836-A5F6-A739A02A4D73}" authorId="{D3F71A66-0C34-DF1A-5236-FECDBC820DCB}" created="2026-10-28T10:38:10.180">
    <pc:sldMkLst xmlns:pc="http://schemas.microsoft.com/office/powerpoint/2013/main/command">
      <pc:docMk/>
      <pc:sldMk cId="3151079622" sldId="274"/>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FA39F8CD-AEFB-49B0-A5A8-0BE919E00EB2}" authorId="{D3F71A66-0C34-DF1A-5236-FECDBC820DCB}" created="2026-10-28T10:38:10.197">
    <pc:sldMkLst xmlns:pc="http://schemas.microsoft.com/office/powerpoint/2013/main/command">
      <pc:docMk/>
      <pc:sldMk cId="3151079622" sldId="274"/>
    </pc:sldMkLst>
    <p188:pos x="0" y="0"/>
    <p188:txBody>
      <a:bodyPr/>
      <a:lstStyle/>
      <a:p>
        <a:r>
          <a:t>PROVENANCE v1</a:t>
        </a:r>
      </a:p>
      <a:p>
        <a:r>
          <a:t>id: fig-overview-v4-left-b</a:t>
        </a:r>
      </a:p>
      <a:p>
        <a:r>
          <a:t>source: 画图/画图代码/e2e/visualization/图表追溯.md</a:t>
        </a:r>
      </a:p>
      <a:p>
        <a:r>
          <a:t/>
        </a:r>
      </a:p>
      <a:p>
        <a:r>
          <a:t>## fig-overview-v4-left-b｜总览图备选：左侧 B：数字顺序与横向 SMILES</a:t>
        </a:r>
      </a:p>
      <a:p>
        <a:r>
          <a:t/>
        </a:r>
      </a:p>
      <a:p>
        <a:r>
          <a:t>**本页与共享关系。** 本页为 `画图/总览图.pptx` 第 5 页，稳定图名为 `@@fig-overview-v4-left-b`。作者第 1 页历史图、第 2 页 baseline 保留，本页是独立备选，尚未替换正文引用。它与 `@@fig-overview-v4-left-a`、`@@fig-overview-v4-right-a`、`@@fig-overview-v4-right-b`、`@@fig-overview-v4-preview`、`@@fig-overview-v4-left-c`、`@@fig-overview-v4-right-d55`、`@@fig-overview-v4-preview-transparent`、`@@fig-overview-v4-right-d35`、`@@fig-overview-v4-right-d70` 共用 `画图/画图代码/e2e/visualization/overview-redesign-20261028`。第 3/5/8 页为左侧 A/B/C，第 4/6/9/11/12 页为右侧 A/B/D55/D35/D70，第 7/10 页为两种组合预览；所有组件共用同一原子坐标、相机和尺寸。</a:t>
        </a:r>
      </a:p>
      <a:p>
        <a:r>
          <a:t/>
        </a:r>
      </a:p>
      <a:p>
        <a:r>
          <a:t>**科学对象和边界。** 场景包含 5 个候选、3 种化学身份和 4 个配体结合构象：B1/B2=BTN，B3=拒绝，B4=DTB，B5=IMI。1STP 生物学四聚体的 3604 个蛋白重原子作为受体；两个 BTN 保留沉积坐标，DTB 来自 3RDQ、IMI 来自 2RTL，按供体与目标链的序列对应 CA 作刚体叠合，CA RMSD 约 0.392、0.805 Å。混合占据为示意组装，灰色密度由坐标高斯平滑生成，不是实验 cryo-EM 地图、Find 输出或模型预测，也不表示新的准确率及实验样本分母。</a:t>
        </a:r>
      </a:p>
      <a:p>
        <a:r>
          <a:t/>
        </a:r>
      </a:p>
      <a:p>
        <a:r>
          <a:t>**冻结输入与原子轴。** `画图/画图代码/e2e/output/overview-redesign-20261028/source/author.pptx` 保全作者开始时 4 页和备注；手绘、三个参考截图及后续密度/受体分层反馈同目录保全。`rcsb/` 中冻结 1STP-assembly1、3RDQ、2RTL 和 BTN/DTB/IMI 化学字典，下载地址与原件 SHA-256 见 `downloads.json`。字典的立体 SMILES 先规范化再重新解析，所有元素、CCD 原子名、键和 XYZ 沿规范 SMILES 的同一原子轴；用 CCD 理想坐标约束手性匹配。XYZ 单位 Å，MRC 数组 ZYX，原点和 spacing 为 XYZ；统一 spacing=0.7 Å。B3 为构造的非对称假阳性区域，与最终配体没有连接。</a:t>
        </a:r>
      </a:p>
      <a:p>
        <a:r>
          <a:t/>
        </a:r>
      </a:p>
      <a:p>
        <a:r>
          <a:t>**直接生成链。** `prepare_scene.py::main` 输出 receptor.pdb、4 份 SDF、scene.json 和 6 份 MRC。RDKit 用 ETKDGv3、随机种子 20261028、每种 80 个构象及 MMFF，在距最低能量 4 kcal/mol 内选择不同于结合构象的游离构象；最佳刚体叠合重原子 RMSD 约 BTN 2.198、DTB 2.230、IMI 2.462 Å。`render_native.py::main` 用 PyMOL 输出游离结构；`render_chimerax.py::main` 用 ChimeraX 输出真正同一场景的密度、受体、全局候选、四个 pose 和 blob 缩略图，不拼贴独立口袋。ChimeraX 保存六份内嵌地图的 CXS 以及 slender/taller/open 命名视图。B 版仅隐藏遮住配体的前景 ribbon，受体原子全部保留。 `render_transparent.py` 在同一相机下生成完整受体 35%/55%/70% 透明备选；密度为 step=3、浅灰不透明疏网格，避开 ChimeraX 多透明模型只显示最前层的限制，配体与 blob 保持完全不透明。第 8 页同步使用 55% 受体及同一密度网格。A/B/C 左侧与 A/B/D35/D55/D70 右侧方案的文字、边框、连线及图例由 `assemble.py::main` 用原生 PowerPoint 对象构造；每半幅独立成组。</a:t>
        </a:r>
      </a:p>
      <a:p>
        <a:r>
          <a:t/>
        </a:r>
      </a:p>
      <a:p>
        <a:r>
          <a:t>**几何、图注与可编辑场景。** Candidate 和 Ligand poses 为相同的 1200×1500 正交相机画布，在 PPT 中均为 177.6×222 点；Input 的密度与受体均为 72×90 点。相机矩阵和场宽见 native/manifest.json，所有主图逐项一致。默认自然投影宽高比约 0.808，不拉伸原子坐标。Reject 独立于真正化学身份框，RDKit 箭头仅进入化学身份框。图名保存在独立批注，双语图注以 ENGLISH: 分隔，来源批注与图注分开。同步导出脚本从作者当前世界坐标同时更新示意密度、blob 和四张主图，写入新的 temp，不依赖旧缓存。</a:t>
        </a:r>
      </a:p>
      <a:p>
        <a:r>
          <a:t/>
        </a:r>
      </a:p>
      <a:p>
        <a:r>
          <a:t>**完整重建与验证。** 从仓库根运行 `D:/Anaconda/python.exe -X utf8 -B 转换工具/ops/rebuild_figures.py --figure fig-overview-v4-left-b --generated-captions`。同一链重建所有 10 个备选页和完整编辑包；各稳定图名选取对应页。准备、PyMOL、ChimeraX、PowerPoint 装配和编辑包均写入新的 temp，旧 temp 读取受文件审计屏蔽；正式 PPT 不被重建器覆盖。验收覆盖 6 份会话的独立恢复、4 个 pose 的 SMILES 手性、游离/结合内部构象差异、相机和图片框一致、作者前两页保留、CXS 独立重开、教程移动/透明度/鼠标命令及移动配体后再导出的坐标一致。执行证据见 `talk/overview_redesign_20261028/执行记录.md`；最终选用哪个备选由作者决定。</a:t>
        </a:r>
      </a:p>
      <a:p>
        <a:r>
          <a:t/>
        </a:r>
      </a:p>
      <a:p>
        <a:r>
          <a:t>当前共享图名随作者改名更新为 @@fig-overview-v4-left-a、@@fig-overview-v4-right-a、@@fig-overview-v4-right-b、@@fig-overview-color1、@@fig-overview-color2、@@fig-overview-v4-left-c、@@fig-overview-v4-right-d55、@@fig-overview-v4-preview-transparent、@@fig-overview-v4-right-d35、@@fig-overview-v4-right-d70; 旧页名与页号仅记录生成时状态, 当前以 PPT 的独立图名定位。</a:t>
        </a:r>
      </a:p>
    </p188:txBody>
  </p188:cm>
</p188:cmLst>
</file>

<file path=ppt/comments/modernComment_113_AE86058F.xml><?xml version="1.0" encoding="utf-8"?>
<p188:cmLst xmlns:a="http://schemas.openxmlformats.org/drawingml/2006/main" xmlns:r="http://schemas.openxmlformats.org/officeDocument/2006/relationships" xmlns:p188="http://schemas.microsoft.com/office/powerpoint/2018/8/main">
  <p188:cm id="{ACE70E3A-AE93-4162-9314-E16D1EE59222}" authorId="{D3F71A66-0C34-DF1A-5236-FECDBC820DCB}" created="2026-10-28T10:38:10.459">
    <pc:sldMkLst xmlns:pc="http://schemas.microsoft.com/office/powerpoint/2013/main/command">
      <pc:docMk/>
      <pc:sldMk cId="2928018831" sldId="275"/>
    </pc:sldMkLst>
    <p188:pos x="0" y="0"/>
    <p188:txBody>
      <a:bodyPr/>
      <a:lstStyle/>
      <a:p>
        <a:r>
          <a:rPr lang="zh-CN" altLang="en-US"/>
          <a:t>@@fig-overview-v4-right-b</a:t>
        </a:r>
      </a:p>
    </p188:txBody>
  </p188:cm>
  <p188:cm id="{542FD3F9-80CA-478F-B0AC-44F4D69F1862}" authorId="{D3F71A66-0C34-DF1A-5236-FECDBC820DCB}" created="2026-10-28T10:38:10.476">
    <pc:sldMkLst xmlns:pc="http://schemas.microsoft.com/office/powerpoint/2013/main/command">
      <pc:docMk/>
      <pc:sldMk cId="2928018831" sldId="275"/>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2D740FCD-1FFD-46CA-A814-863F16A4238A}" authorId="{D3F71A66-0C34-DF1A-5236-FECDBC820DCB}" created="2026-10-28T10:38:10.486">
    <pc:sldMkLst xmlns:pc="http://schemas.microsoft.com/office/powerpoint/2013/main/command">
      <pc:docMk/>
      <pc:sldMk cId="2928018831" sldId="275"/>
    </pc:sldMkLst>
    <p188:pos x="0" y="0"/>
    <p188:txBody>
      <a:bodyPr/>
      <a:lstStyle/>
      <a:p>
        <a:r>
          <a:t>PROVENANCE v1</a:t>
        </a:r>
      </a:p>
      <a:p>
        <a:r>
          <a:t>id: fig-overview-v4-right-b</a:t>
        </a:r>
      </a:p>
      <a:p>
        <a:r>
          <a:t>source: 画图/画图代码/e2e/visualization/图表追溯.md</a:t>
        </a:r>
      </a:p>
      <a:p>
        <a:r>
          <a:t/>
        </a:r>
      </a:p>
      <a:p>
        <a:r>
          <a:t>## fig-overview-v4-right-b｜总览图备选：右侧 B：局部 ribbon 剖切</a:t>
        </a:r>
      </a:p>
      <a:p>
        <a:r>
          <a:t/>
        </a:r>
      </a:p>
      <a:p>
        <a:r>
          <a:t>**本页与共享关系。** 本页为 `画图/总览图.pptx` 第 6 页，稳定图名为 `@@fig-overview-v4-right-b`。作者第 1 页历史图、第 2 页 baseline 保留，本页是独立备选，尚未替换正文引用。它与 `@@fig-overview-v4-left-a`、`@@fig-overview-v4-right-a`、`@@fig-overview-v4-left-b`、`@@fig-overview-v4-preview`、`@@fig-overview-v4-left-c`、`@@fig-overview-v4-right-d55`、`@@fig-overview-v4-preview-transparent`、`@@fig-overview-v4-right-d35`、`@@fig-overview-v4-right-d70` 共用 `画图/画图代码/e2e/visualization/overview-redesign-20261028`。第 3/5/8 页为左侧 A/B/C，第 4/6/9/11/12 页为右侧 A/B/D55/D35/D70，第 7/10 页为两种组合预览；所有组件共用同一原子坐标、相机和尺寸。</a:t>
        </a:r>
      </a:p>
      <a:p>
        <a:r>
          <a:t/>
        </a:r>
      </a:p>
      <a:p>
        <a:r>
          <a:t>**科学对象和边界。** 场景包含 5 个候选、3 种化学身份和 4 个配体结合构象：B1/B2=BTN，B3=拒绝，B4=DTB，B5=IMI。1STP 生物学四聚体的 3604 个蛋白重原子作为受体；两个 BTN 保留沉积坐标，DTB 来自 3RDQ、IMI 来自 2RTL，按供体与目标链的序列对应 CA 作刚体叠合，CA RMSD 约 0.392、0.805 Å。混合占据为示意组装，灰色密度由坐标高斯平滑生成，不是实验 cryo-EM 地图、Find 输出或模型预测，也不表示新的准确率及实验样本分母。</a:t>
        </a:r>
      </a:p>
      <a:p>
        <a:r>
          <a:t/>
        </a:r>
      </a:p>
      <a:p>
        <a:r>
          <a:t>**冻结输入与原子轴。** `画图/画图代码/e2e/output/overview-redesign-20261028/source/author.pptx` 保全作者开始时 4 页和备注；手绘、三个参考截图及后续密度/受体分层反馈同目录保全。`rcsb/` 中冻结 1STP-assembly1、3RDQ、2RTL 和 BTN/DTB/IMI 化学字典，下载地址与原件 SHA-256 见 `downloads.json`。字典的立体 SMILES 先规范化再重新解析，所有元素、CCD 原子名、键和 XYZ 沿规范 SMILES 的同一原子轴；用 CCD 理想坐标约束手性匹配。XYZ 单位 Å，MRC 数组 ZYX，原点和 spacing 为 XYZ；统一 spacing=0.7 Å。B3 为构造的非对称假阳性区域，与最终配体没有连接。</a:t>
        </a:r>
      </a:p>
      <a:p>
        <a:r>
          <a:t/>
        </a:r>
      </a:p>
      <a:p>
        <a:r>
          <a:t>**直接生成链。** `prepare_scene.py::main` 输出 receptor.pdb、4 份 SDF、scene.json 和 6 份 MRC。RDKit 用 ETKDGv3、随机种子 20261028、每种 80 个构象及 MMFF，在距最低能量 4 kcal/mol 内选择不同于结合构象的游离构象；最佳刚体叠合重原子 RMSD 约 BTN 2.198、DTB 2.230、IMI 2.462 Å。`render_native.py::main` 用 PyMOL 输出游离结构；`render_chimerax.py::main` 用 ChimeraX 输出真正同一场景的密度、受体、全局候选、四个 pose 和 blob 缩略图，不拼贴独立口袋。ChimeraX 保存六份内嵌地图的 CXS 以及 slender/taller/open 命名视图。B 版仅隐藏遮住配体的前景 ribbon，受体原子全部保留。 `render_transparent.py` 在同一相机下生成完整受体 35%/55%/70% 透明备选；密度为 step=3、浅灰不透明疏网格，避开 ChimeraX 多透明模型只显示最前层的限制，配体与 blob 保持完全不透明。第 8 页同步使用 55% 受体及同一密度网格。A/B/C 左侧与 A/B/D35/D55/D70 右侧方案的文字、边框、连线及图例由 `assemble.py::main` 用原生 PowerPoint 对象构造；每半幅独立成组。</a:t>
        </a:r>
      </a:p>
      <a:p>
        <a:r>
          <a:t/>
        </a:r>
      </a:p>
      <a:p>
        <a:r>
          <a:t>**几何、图注与可编辑场景。** Candidate 和 Ligand poses 为相同的 1200×1500 正交相机画布，在 PPT 中均为 177.6×222 点；Input 的密度与受体均为 72×90 点。相机矩阵和场宽见 native/manifest.json，所有主图逐项一致。默认自然投影宽高比约 0.808，不拉伸原子坐标。Reject 独立于真正化学身份框，RDKit 箭头仅进入化学身份框。图名保存在独立批注，双语图注以 ENGLISH: 分隔，来源批注与图注分开。同步导出脚本从作者当前世界坐标同时更新示意密度、blob 和四张主图，写入新的 temp，不依赖旧缓存。</a:t>
        </a:r>
      </a:p>
      <a:p>
        <a:r>
          <a:t/>
        </a:r>
      </a:p>
      <a:p>
        <a:r>
          <a:t>**完整重建与验证。** 从仓库根运行 `D:/Anaconda/python.exe -X utf8 -B 转换工具/ops/rebuild_figures.py --figure fig-overview-v4-right-b --generated-captions`。同一链重建所有 10 个备选页和完整编辑包；各稳定图名选取对应页。准备、PyMOL、ChimeraX、PowerPoint 装配和编辑包均写入新的 temp，旧 temp 读取受文件审计屏蔽；正式 PPT 不被重建器覆盖。验收覆盖 6 份会话的独立恢复、4 个 pose 的 SMILES 手性、游离/结合内部构象差异、相机和图片框一致、作者前两页保留、CXS 独立重开、教程移动/透明度/鼠标命令及移动配体后再导出的坐标一致。执行证据见 `talk/overview_redesign_20261028/执行记录.md`；最终选用哪个备选由作者决定。</a:t>
        </a:r>
      </a:p>
      <a:p>
        <a:r>
          <a:t/>
        </a:r>
      </a:p>
      <a:p>
        <a:r>
          <a:t>当前共享图名随作者改名更新为 @@fig-overview-v4-left-a、@@fig-overview-v4-right-a、@@fig-overview-v4-left-b、@@fig-overview-color1、@@fig-overview-color2、@@fig-overview-v4-left-c、@@fig-overview-v4-right-d55、@@fig-overview-v4-preview-transparent、@@fig-overview-v4-right-d35、@@fig-overview-v4-right-d70; 旧页名与页号仅记录生成时状态, 当前以 PPT 的独立图名定位。</a:t>
        </a:r>
      </a:p>
    </p188:txBody>
  </p188:cm>
</p188:cmLst>
</file>

<file path=ppt/comments/modernComment_115_2FF76763.xml><?xml version="1.0" encoding="utf-8"?>
<p188:cmLst xmlns:a="http://schemas.openxmlformats.org/drawingml/2006/main" xmlns:r="http://schemas.openxmlformats.org/officeDocument/2006/relationships" xmlns:p188="http://schemas.microsoft.com/office/powerpoint/2018/8/main">
  <p188:cm id="{6CA5F51D-F9F9-45FA-BD3D-7AED138E69B2}" authorId="{D3F71A66-0C34-DF1A-5236-FECDBC820DCB}" created="2026-10-28T10:38:11.055">
    <pc:sldMkLst xmlns:pc="http://schemas.microsoft.com/office/powerpoint/2013/main/command">
      <pc:docMk/>
      <pc:sldMk cId="804743011" sldId="277"/>
    </pc:sldMkLst>
    <p188:pos x="0" y="0"/>
    <p188:txBody>
      <a:bodyPr/>
      <a:lstStyle/>
      <a:p>
        <a:r>
          <a:rPr lang="zh-CN" altLang="en-US"/>
          <a:t>@@fig-overview-v4-left-c</a:t>
        </a:r>
      </a:p>
    </p188:txBody>
  </p188:cm>
  <p188:cm id="{12846DDB-D264-43BA-8E58-968EDF9B18B8}" authorId="{D3F71A66-0C34-DF1A-5236-FECDBC820DCB}" created="2026-10-28T10:38:11.071">
    <pc:sldMkLst xmlns:pc="http://schemas.microsoft.com/office/powerpoint/2013/main/command">
      <pc:docMk/>
      <pc:sldMk cId="804743011" sldId="277"/>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FA016883-E2BA-4C4C-AA02-19372646B715}" authorId="{D3F71A66-0C34-DF1A-5236-FECDBC820DCB}" created="2026-10-28T10:38:11.082">
    <pc:sldMkLst xmlns:pc="http://schemas.microsoft.com/office/powerpoint/2013/main/command">
      <pc:docMk/>
      <pc:sldMk cId="804743011" sldId="277"/>
    </pc:sldMkLst>
    <p188:pos x="0" y="0"/>
    <p188:txBody>
      <a:bodyPr/>
      <a:lstStyle/>
      <a:p>
        <a:r>
          <a:t>PROVENANCE v1</a:t>
        </a:r>
      </a:p>
      <a:p>
        <a:r>
          <a:t>id: fig-overview-v4-left-c</a:t>
        </a:r>
      </a:p>
      <a:p>
        <a:r>
          <a:t>source: 画图/画图代码/e2e/visualization/图表追溯.md</a:t>
        </a:r>
      </a:p>
      <a:p>
        <a:r>
          <a:t/>
        </a:r>
      </a:p>
      <a:p>
        <a:r>
          <a:t>## fig-overview-v4-left-c｜总览图备选：左侧 C：55% 受体透明度与密度网格</a:t>
        </a:r>
      </a:p>
      <a:p>
        <a:r>
          <a:t/>
        </a:r>
      </a:p>
      <a:p>
        <a:r>
          <a:t>**本页与共享关系。** 本页为 `画图/总览图.pptx` 第 8 页，稳定图名为 `@@fig-overview-v4-left-c`。作者第 1 页历史图、第 2 页 baseline 保留，本页是独立备选，尚未替换正文引用。它与 `@@fig-overview-v4-left-a`、`@@fig-overview-v4-right-a`、`@@fig-overview-v4-left-b`、`@@fig-overview-v4-right-b`、`@@fig-overview-v4-preview`、`@@fig-overview-v4-right-d55`、`@@fig-overview-v4-preview-transparent`、`@@fig-overview-v4-right-d35`、`@@fig-overview-v4-right-d70` 共用 `画图/画图代码/e2e/visualization/overview-redesign-20261028`。第 3/5/8 页为左侧 A/B/C，第 4/6/9/11/12 页为右侧 A/B/D55/D35/D70，第 7/10 页为两种组合预览；所有组件共用同一原子坐标、相机和尺寸。</a:t>
        </a:r>
      </a:p>
      <a:p>
        <a:r>
          <a:t/>
        </a:r>
      </a:p>
      <a:p>
        <a:r>
          <a:t>**科学对象和边界。** 场景包含 5 个候选、3 种化学身份和 4 个配体结合构象：B1/B2=BTN，B3=拒绝，B4=DTB，B5=IMI。1STP 生物学四聚体的 3604 个蛋白重原子作为受体；两个 BTN 保留沉积坐标，DTB 来自 3RDQ、IMI 来自 2RTL，按供体与目标链的序列对应 CA 作刚体叠合，CA RMSD 约 0.392、0.805 Å。混合占据为示意组装，灰色密度由坐标高斯平滑生成，不是实验 cryo-EM 地图、Find 输出或模型预测，也不表示新的准确率及实验样本分母。</a:t>
        </a:r>
      </a:p>
      <a:p>
        <a:r>
          <a:t/>
        </a:r>
      </a:p>
      <a:p>
        <a:r>
          <a:t>**冻结输入与原子轴。** `画图/画图代码/e2e/output/overview-redesign-20261028/source/author.pptx` 保全作者开始时 4 页和备注；手绘、三个参考截图及后续密度/受体分层反馈同目录保全。`rcsb/` 中冻结 1STP-assembly1、3RDQ、2RTL 和 BTN/DTB/IMI 化学字典，下载地址与原件 SHA-256 见 `downloads.json`。字典的立体 SMILES 先规范化再重新解析，所有元素、CCD 原子名、键和 XYZ 沿规范 SMILES 的同一原子轴；用 CCD 理想坐标约束手性匹配。XYZ 单位 Å，MRC 数组 ZYX，原点和 spacing 为 XYZ；统一 spacing=0.7 Å。B3 为构造的非对称假阳性区域，与最终配体没有连接。</a:t>
        </a:r>
      </a:p>
      <a:p>
        <a:r>
          <a:t/>
        </a:r>
      </a:p>
      <a:p>
        <a:r>
          <a:t>**直接生成链。** `prepare_scene.py::main` 输出 receptor.pdb、4 份 SDF、scene.json 和 6 份 MRC。RDKit 用 ETKDGv3、随机种子 20261028、每种 80 个构象及 MMFF，在距最低能量 4 kcal/mol 内选择不同于结合构象的游离构象；最佳刚体叠合重原子 RMSD 约 BTN 2.198、DTB 2.230、IMI 2.462 Å。`render_native.py::main` 用 PyMOL 输出游离结构；`render_chimerax.py::main` 用 ChimeraX 输出真正同一场景的密度、受体、全局候选、四个 pose 和 blob 缩略图，不拼贴独立口袋。ChimeraX 保存六份内嵌地图的 CXS 以及 slender/taller/open 命名视图。B 版仅隐藏遮住配体的前景 ribbon，受体原子全部保留。 `render_transparent.py` 在同一相机下生成完整受体 35%/55%/70% 透明备选；密度为 step=3、浅灰不透明疏网格，避开 ChimeraX 多透明模型只显示最前层的限制，配体与 blob 保持完全不透明。第 8 页同步使用 55% 受体及同一密度网格。A/B/C 左侧与 A/B/D35/D55/D70 右侧方案的文字、边框、连线及图例由 `assemble.py::main` 用原生 PowerPoint 对象构造；每半幅独立成组。</a:t>
        </a:r>
      </a:p>
      <a:p>
        <a:r>
          <a:t/>
        </a:r>
      </a:p>
      <a:p>
        <a:r>
          <a:t>**几何、图注与可编辑场景。** Candidate 和 Ligand poses 为相同的 1200×1500 正交相机画布，在 PPT 中均为 177.6×222 点；Input 的密度与受体均为 72×90 点。相机矩阵和场宽见 native/manifest.json，所有主图逐项一致。默认自然投影宽高比约 0.808，不拉伸原子坐标。Reject 独立于真正化学身份框，RDKit 箭头仅进入化学身份框。图名保存在独立批注，双语图注以 ENGLISH: 分隔，来源批注与图注分开。同步导出脚本从作者当前世界坐标同时更新示意密度、blob 和四张主图，写入新的 temp，不依赖旧缓存。</a:t>
        </a:r>
      </a:p>
      <a:p>
        <a:r>
          <a:t/>
        </a:r>
      </a:p>
      <a:p>
        <a:r>
          <a:t>**完整重建与验证。** 从仓库根运行 `D:/Anaconda/python.exe -X utf8 -B 转换工具/ops/rebuild_figures.py --figure fig-overview-v4-left-c --generated-captions`。同一链重建所有 10 个备选页和完整编辑包；各稳定图名选取对应页。准备、PyMOL、ChimeraX、PowerPoint 装配和编辑包均写入新的 temp，旧 temp 读取受文件审计屏蔽；正式 PPT 不被重建器覆盖。验收覆盖 6 份会话的独立恢复、4 个 pose 的 SMILES 手性、游离/结合内部构象差异、相机和图片框一致、作者前两页保留、CXS 独立重开、教程移动/透明度/鼠标命令及移动配体后再导出的坐标一致。执行证据见 `talk/overview_redesign_20261028/执行记录.md`；最终选用哪个备选由作者决定。</a:t>
        </a:r>
      </a:p>
      <a:p>
        <a:r>
          <a:t/>
        </a:r>
      </a:p>
      <a:p>
        <a:r>
          <a:t>当前共享图名随作者改名更新为 @@fig-overview-v4-left-a、@@fig-overview-v4-right-a、@@fig-overview-v4-left-b、@@fig-overview-v4-right-b、@@fig-overview-color1、@@fig-overview-color2、@@fig-overview-v4-right-d55、@@fig-overview-v4-preview-transparent、@@fig-overview-v4-right-d35、@@fig-overview-v4-right-d70; 旧页名与页号仅记录生成时状态, 当前以 PPT 的独立图名定位。</a:t>
        </a:r>
      </a:p>
    </p188:txBody>
  </p188:cm>
</p188:cmLst>
</file>

<file path=ppt/comments/modernComment_116_2AB6F76.xml><?xml version="1.0" encoding="utf-8"?>
<p188:cmLst xmlns:a="http://schemas.openxmlformats.org/drawingml/2006/main" xmlns:r="http://schemas.openxmlformats.org/officeDocument/2006/relationships" xmlns:p188="http://schemas.microsoft.com/office/powerpoint/2018/8/main">
  <p188:cm id="{5AF4571F-27E5-4217-8ECF-DE104FC4E485}" authorId="{D3F71A66-0C34-DF1A-5236-FECDBC820DCB}" created="2026-10-28T10:38:11.467">
    <pc:sldMkLst xmlns:pc="http://schemas.microsoft.com/office/powerpoint/2013/main/command">
      <pc:docMk/>
      <pc:sldMk cId="44789622" sldId="278"/>
    </pc:sldMkLst>
    <p188:pos x="0" y="0"/>
    <p188:txBody>
      <a:bodyPr/>
      <a:lstStyle/>
      <a:p>
        <a:r>
          <a:rPr lang="zh-CN" altLang="en-US"/>
          <a:t>@@fig-overview-v4-right-d55</a:t>
        </a:r>
      </a:p>
    </p188:txBody>
  </p188:cm>
  <p188:cm id="{708AB554-D326-4D07-B9B5-E37227971F13}" authorId="{D3F71A66-0C34-DF1A-5236-FECDBC820DCB}" created="2026-10-28T10:38:11.481">
    <pc:sldMkLst xmlns:pc="http://schemas.microsoft.com/office/powerpoint/2013/main/command">
      <pc:docMk/>
      <pc:sldMk cId="44789622" sldId="278"/>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1AA1DCCE-7A35-41CA-BCF9-1D7751C8AD34}" authorId="{D3F71A66-0C34-DF1A-5236-FECDBC820DCB}" created="2026-10-28T10:38:11.493">
    <pc:sldMkLst xmlns:pc="http://schemas.microsoft.com/office/powerpoint/2013/main/command">
      <pc:docMk/>
      <pc:sldMk cId="44789622" sldId="278"/>
    </pc:sldMkLst>
    <p188:pos x="0" y="0"/>
    <p188:txBody>
      <a:bodyPr/>
      <a:lstStyle/>
      <a:p>
        <a:r>
          <a:t>PROVENANCE v1</a:t>
        </a:r>
      </a:p>
      <a:p>
        <a:r>
          <a:t>id: fig-overview-v4-right-d55</a:t>
        </a:r>
      </a:p>
      <a:p>
        <a:r>
          <a:t>source: 画图/画图代码/e2e/visualization/图表追溯.md</a:t>
        </a:r>
      </a:p>
      <a:p>
        <a:r>
          <a:t/>
        </a:r>
      </a:p>
      <a:p>
        <a:r>
          <a:t>## fig-overview-v4-right-d55｜总览图备选：右侧 D55：完整受体 55% 透明</a:t>
        </a:r>
      </a:p>
      <a:p>
        <a:r>
          <a:t/>
        </a:r>
      </a:p>
      <a:p>
        <a:r>
          <a:t>**本页与共享关系。** 本页为 `画图/总览图.pptx` 第 9 页，稳定图名为 `@@fig-overview-v4-right-d55`。作者第 1 页历史图、第 2 页 baseline 保留，本页是独立备选，尚未替换正文引用。它与 `@@fig-overview-v4-left-a`、`@@fig-overview-v4-right-a`、`@@fig-overview-v4-left-b`、`@@fig-overview-v4-right-b`、`@@fig-overview-v4-preview`、`@@fig-overview-v4-left-c`、`@@fig-overview-v4-preview-transparent`、`@@fig-overview-v4-right-d35`、`@@fig-overview-v4-right-d70` 共用 `画图/画图代码/e2e/visualization/overview-redesign-20261028`。第 3/5/8 页为左侧 A/B/C，第 4/6/9/11/12 页为右侧 A/B/D55/D35/D70，第 7/10 页为两种组合预览；所有组件共用同一原子坐标、相机和尺寸。</a:t>
        </a:r>
      </a:p>
      <a:p>
        <a:r>
          <a:t/>
        </a:r>
      </a:p>
      <a:p>
        <a:r>
          <a:t>**科学对象和边界。** 场景包含 5 个候选、3 种化学身份和 4 个配体结合构象：B1/B2=BTN，B3=拒绝，B4=DTB，B5=IMI。1STP 生物学四聚体的 3604 个蛋白重原子作为受体；两个 BTN 保留沉积坐标，DTB 来自 3RDQ、IMI 来自 2RTL，按供体与目标链的序列对应 CA 作刚体叠合，CA RMSD 约 0.392、0.805 Å。混合占据为示意组装，灰色密度由坐标高斯平滑生成，不是实验 cryo-EM 地图、Find 输出或模型预测，也不表示新的准确率及实验样本分母。</a:t>
        </a:r>
      </a:p>
      <a:p>
        <a:r>
          <a:t/>
        </a:r>
      </a:p>
      <a:p>
        <a:r>
          <a:t>**冻结输入与原子轴。** `画图/画图代码/e2e/output/overview-redesign-20261028/source/author.pptx` 保全作者开始时 4 页和备注；手绘、三个参考截图及后续密度/受体分层反馈同目录保全。`rcsb/` 中冻结 1STP-assembly1、3RDQ、2RTL 和 BTN/DTB/IMI 化学字典，下载地址与原件 SHA-256 见 `downloads.json`。字典的立体 SMILES 先规范化再重新解析，所有元素、CCD 原子名、键和 XYZ 沿规范 SMILES 的同一原子轴；用 CCD 理想坐标约束手性匹配。XYZ 单位 Å，MRC 数组 ZYX，原点和 spacing 为 XYZ；统一 spacing=0.7 Å。B3 为构造的非对称假阳性区域，与最终配体没有连接。</a:t>
        </a:r>
      </a:p>
      <a:p>
        <a:r>
          <a:t/>
        </a:r>
      </a:p>
      <a:p>
        <a:r>
          <a:t>**直接生成链。** `prepare_scene.py::main` 输出 receptor.pdb、4 份 SDF、scene.json 和 6 份 MRC。RDKit 用 ETKDGv3、随机种子 20261028、每种 80 个构象及 MMFF，在距最低能量 4 kcal/mol 内选择不同于结合构象的游离构象；最佳刚体叠合重原子 RMSD 约 BTN 2.198、DTB 2.230、IMI 2.462 Å。`render_native.py::main` 用 PyMOL 输出游离结构；`render_chimerax.py::main` 用 ChimeraX 输出真正同一场景的密度、受体、全局候选、四个 pose 和 blob 缩略图，不拼贴独立口袋。ChimeraX 保存六份内嵌地图的 CXS 以及 slender/taller/open 命名视图。B 版仅隐藏遮住配体的前景 ribbon，受体原子全部保留。 `render_transparent.py` 在同一相机下生成完整受体 35%/55%/70% 透明备选；密度为 step=3、浅灰不透明疏网格，避开 ChimeraX 多透明模型只显示最前层的限制，配体与 blob 保持完全不透明。第 8 页同步使用 55% 受体及同一密度网格。A/B/C 左侧与 A/B/D35/D55/D70 右侧方案的文字、边框、连线及图例由 `assemble.py::main` 用原生 PowerPoint 对象构造；每半幅独立成组。</a:t>
        </a:r>
      </a:p>
      <a:p>
        <a:r>
          <a:t/>
        </a:r>
      </a:p>
      <a:p>
        <a:r>
          <a:t>**几何、图注与可编辑场景。** Candidate 和 Ligand poses 为相同的 1200×1500 正交相机画布，在 PPT 中均为 177.6×222 点；Input 的密度与受体均为 72×90 点。相机矩阵和场宽见 native/manifest.json，所有主图逐项一致。默认自然投影宽高比约 0.808，不拉伸原子坐标。Reject 独立于真正化学身份框，RDKit 箭头仅进入化学身份框。图名保存在独立批注，双语图注以 ENGLISH: 分隔，来源批注与图注分开。同步导出脚本从作者当前世界坐标同时更新示意密度、blob 和四张主图，写入新的 temp，不依赖旧缓存。</a:t>
        </a:r>
      </a:p>
      <a:p>
        <a:r>
          <a:t/>
        </a:r>
      </a:p>
      <a:p>
        <a:r>
          <a:t>**完整重建与验证。** 从仓库根运行 `D:/Anaconda/python.exe -X utf8 -B 转换工具/ops/rebuild_figures.py --figure fig-overview-v4-right-d55 --generated-captions`。同一链重建所有 10 个备选页和完整编辑包；各稳定图名选取对应页。准备、PyMOL、ChimeraX、PowerPoint 装配和编辑包均写入新的 temp，旧 temp 读取受文件审计屏蔽；正式 PPT 不被重建器覆盖。验收覆盖 6 份会话的独立恢复、4 个 pose 的 SMILES 手性、游离/结合内部构象差异、相机和图片框一致、作者前两页保留、CXS 独立重开、教程移动/透明度/鼠标命令及移动配体后再导出的坐标一致。执行证据见 `talk/overview_redesign_20261028/执行记录.md`；最终选用哪个备选由作者决定。</a:t>
        </a:r>
      </a:p>
      <a:p>
        <a:r>
          <a:t/>
        </a:r>
      </a:p>
      <a:p>
        <a:r>
          <a:t>当前共享图名随作者改名更新为 @@fig-overview-v4-left-a、@@fig-overview-v4-right-a、@@fig-overview-v4-left-b、@@fig-overview-v4-right-b、@@fig-overview-color1、@@fig-overview-color2、@@fig-overview-v4-left-c、@@fig-overview-v4-preview-transparent、@@fig-overview-v4-right-d35、@@fig-overview-v4-right-d70; 旧页名与页号仅记录生成时状态, 当前以 PPT 的独立图名定位。</a:t>
        </a:r>
      </a:p>
    </p188:txBody>
  </p188:cm>
</p188:cmLst>
</file>

<file path=ppt/comments/modernComment_117_F256198F.xml><?xml version="1.0" encoding="utf-8"?>
<p188:cmLst xmlns:a="http://schemas.openxmlformats.org/drawingml/2006/main" xmlns:r="http://schemas.openxmlformats.org/officeDocument/2006/relationships" xmlns:p188="http://schemas.microsoft.com/office/powerpoint/2018/8/main">
  <p188:cm id="{90066428-D839-4F64-B6E3-13F8E37588AE}" authorId="{D3F71A66-0C34-DF1A-5236-FECDBC820DCB}" created="2026-10-28T10:38:11.822">
    <pc:sldMkLst xmlns:pc="http://schemas.microsoft.com/office/powerpoint/2013/main/command">
      <pc:docMk/>
      <pc:sldMk cId="4065728911" sldId="279"/>
    </pc:sldMkLst>
    <p188:pos x="0" y="0"/>
    <p188:txBody>
      <a:bodyPr/>
      <a:lstStyle/>
      <a:p>
        <a:r>
          <a:rPr lang="zh-CN" altLang="en-US"/>
          <a:t>@@fig-overview-v4-preview-transparent</a:t>
        </a:r>
      </a:p>
    </p188:txBody>
  </p188:cm>
  <p188:cm id="{79422DFB-348B-44B3-BD66-C32155C8ABDB}" authorId="{D3F71A66-0C34-DF1A-5236-FECDBC820DCB}" created="2026-10-28T10:38:11.835">
    <pc:sldMkLst xmlns:pc="http://schemas.microsoft.com/office/powerpoint/2013/main/command">
      <pc:docMk/>
      <pc:sldMk cId="4065728911" sldId="279"/>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76518D26-51D0-47B1-A2E5-E25356F89229}" authorId="{D3F71A66-0C34-DF1A-5236-FECDBC820DCB}" created="2026-10-28T10:38:11.844">
    <pc:sldMkLst xmlns:pc="http://schemas.microsoft.com/office/powerpoint/2013/main/command">
      <pc:docMk/>
      <pc:sldMk cId="4065728911" sldId="279"/>
    </pc:sldMkLst>
    <p188:pos x="0" y="0"/>
    <p188:txBody>
      <a:bodyPr/>
      <a:lstStyle/>
      <a:p>
        <a:r>
          <a:t>PROVENANCE v1</a:t>
        </a:r>
      </a:p>
      <a:p>
        <a:r>
          <a:t>id: fig-overview-v4-preview-transparent</a:t>
        </a:r>
      </a:p>
      <a:p>
        <a:r>
          <a:t>source: 画图/画图代码/e2e/visualization/图表追溯.md</a:t>
        </a:r>
      </a:p>
      <a:p>
        <a:r>
          <a:t/>
        </a:r>
      </a:p>
      <a:p>
        <a:r>
          <a:t>## fig-overview-v4-preview-transparent｜总览图备选：左 C 与右 D55 组合</a:t>
        </a:r>
      </a:p>
      <a:p>
        <a:r>
          <a:t/>
        </a:r>
      </a:p>
      <a:p>
        <a:r>
          <a:t>**本页与共享关系。** 本页为 `画图/总览图.pptx` 第 10 页，稳定图名为 `@@fig-overview-v4-preview-transparent`。作者第 1 页历史图、第 2 页 baseline 保留，本页是独立备选，尚未替换正文引用。它与 `@@fig-overview-v4-left-a`、`@@fig-overview-v4-right-a`、`@@fig-overview-v4-left-b`、`@@fig-overview-v4-right-b`、`@@fig-overview-v4-preview`、`@@fig-overview-v4-left-c`、`@@fig-overview-v4-right-d55`、`@@fig-overview-v4-right-d35`、`@@fig-overview-v4-right-d70` 共用 `画图/画图代码/e2e/visualization/overview-redesign-20261028`。第 3/5/8 页为左侧 A/B/C，第 4/6/9/11/12 页为右侧 A/B/D55/D35/D70，第 7/10 页为两种组合预览；所有组件共用同一原子坐标、相机和尺寸。</a:t>
        </a:r>
      </a:p>
      <a:p>
        <a:r>
          <a:t/>
        </a:r>
      </a:p>
      <a:p>
        <a:r>
          <a:t>**科学对象和边界。** 场景包含 5 个候选、3 种化学身份和 4 个配体结合构象：B1/B2=BTN，B3=拒绝，B4=DTB，B5=IMI。1STP 生物学四聚体的 3604 个蛋白重原子作为受体；两个 BTN 保留沉积坐标，DTB 来自 3RDQ、IMI 来自 2RTL，按供体与目标链的序列对应 CA 作刚体叠合，CA RMSD 约 0.392、0.805 Å。混合占据为示意组装，灰色密度由坐标高斯平滑生成，不是实验 cryo-EM 地图、Find 输出或模型预测，也不表示新的准确率及实验样本分母。</a:t>
        </a:r>
      </a:p>
      <a:p>
        <a:r>
          <a:t/>
        </a:r>
      </a:p>
      <a:p>
        <a:r>
          <a:t>**冻结输入与原子轴。** `画图/画图代码/e2e/output/overview-redesign-20261028/source/author.pptx` 保全作者开始时 4 页和备注；手绘、三个参考截图及后续密度/受体分层反馈同目录保全。`rcsb/` 中冻结 1STP-assembly1、3RDQ、2RTL 和 BTN/DTB/IMI 化学字典，下载地址与原件 SHA-256 见 `downloads.json`。字典的立体 SMILES 先规范化再重新解析，所有元素、CCD 原子名、键和 XYZ 沿规范 SMILES 的同一原子轴；用 CCD 理想坐标约束手性匹配。XYZ 单位 Å，MRC 数组 ZYX，原点和 spacing 为 XYZ；统一 spacing=0.7 Å。B3 为构造的非对称假阳性区域，与最终配体没有连接。</a:t>
        </a:r>
      </a:p>
      <a:p>
        <a:r>
          <a:t/>
        </a:r>
      </a:p>
      <a:p>
        <a:r>
          <a:t>**直接生成链。** `prepare_scene.py::main` 输出 receptor.pdb、4 份 SDF、scene.json 和 6 份 MRC。RDKit 用 ETKDGv3、随机种子 20261028、每种 80 个构象及 MMFF，在距最低能量 4 kcal/mol 内选择不同于结合构象的游离构象；最佳刚体叠合重原子 RMSD 约 BTN 2.198、DTB 2.230、IMI 2.462 Å。`render_native.py::main` 用 PyMOL 输出游离结构；`render_chimerax.py::main` 用 ChimeraX 输出真正同一场景的密度、受体、全局候选、四个 pose 和 blob 缩略图，不拼贴独立口袋。ChimeraX 保存六份内嵌地图的 CXS 以及 slender/taller/open 命名视图。B 版仅隐藏遮住配体的前景 ribbon，受体原子全部保留。 `render_transparent.py` 在同一相机下生成完整受体 35%/55%/70% 透明备选；密度为 step=3、浅灰不透明疏网格，避开 ChimeraX 多透明模型只显示最前层的限制，配体与 blob 保持完全不透明。第 8 页同步使用 55% 受体及同一密度网格。A/B/C 左侧与 A/B/D35/D55/D70 右侧方案的文字、边框、连线及图例由 `assemble.py::main` 用原生 PowerPoint 对象构造；每半幅独立成组。</a:t>
        </a:r>
      </a:p>
      <a:p>
        <a:r>
          <a:t/>
        </a:r>
      </a:p>
      <a:p>
        <a:r>
          <a:t>**几何、图注与可编辑场景。** Candidate 和 Ligand poses 为相同的 1200×1500 正交相机画布，在 PPT 中均为 177.6×222 点；Input 的密度与受体均为 72×90 点。相机矩阵和场宽见 native/manifest.json，所有主图逐项一致。默认自然投影宽高比约 0.808，不拉伸原子坐标。Reject 独立于真正化学身份框，RDKit 箭头仅进入化学身份框。图名保存在独立批注，双语图注以 ENGLISH: 分隔，来源批注与图注分开。同步导出脚本从作者当前世界坐标同时更新示意密度、blob 和四张主图，写入新的 temp，不依赖旧缓存。</a:t>
        </a:r>
      </a:p>
      <a:p>
        <a:r>
          <a:t/>
        </a:r>
      </a:p>
      <a:p>
        <a:r>
          <a:t>**完整重建与验证。** 从仓库根运行 `D:/Anaconda/python.exe -X utf8 -B 转换工具/ops/rebuild_figures.py --figure fig-overview-v4-preview-transparent --generated-captions`。同一链重建所有 10 个备选页和完整编辑包；各稳定图名选取对应页。准备、PyMOL、ChimeraX、PowerPoint 装配和编辑包均写入新的 temp，旧 temp 读取受文件审计屏蔽；正式 PPT 不被重建器覆盖。验收覆盖 6 份会话的独立恢复、4 个 pose 的 SMILES 手性、游离/结合内部构象差异、相机和图片框一致、作者前两页保留、CXS 独立重开、教程移动/透明度/鼠标命令及移动配体后再导出的坐标一致。执行证据见 `talk/overview_redesign_20261028/执行记录.md`；最终选用哪个备选由作者决定。</a:t>
        </a:r>
      </a:p>
      <a:p>
        <a:r>
          <a:t/>
        </a:r>
      </a:p>
      <a:p>
        <a:r>
          <a:t>当前共享图名随作者改名更新为 @@fig-overview-v4-left-a、@@fig-overview-v4-right-a、@@fig-overview-v4-left-b、@@fig-overview-v4-right-b、@@fig-overview-color1、@@fig-overview-color2、@@fig-overview-v4-left-c、@@fig-overview-v4-right-d55、@@fig-overview-v4-right-d35、@@fig-overview-v4-right-d70; 旧页名与页号仅记录生成时状态, 当前以 PPT 的独立图名定位。</a:t>
        </a:r>
      </a:p>
    </p188:txBody>
  </p188:cm>
</p188:cmLst>
</file>

<file path=ppt/comments/modernComment_118_B65CF58E.xml><?xml version="1.0" encoding="utf-8"?>
<p188:cmLst xmlns:a="http://schemas.openxmlformats.org/drawingml/2006/main" xmlns:r="http://schemas.openxmlformats.org/officeDocument/2006/relationships" xmlns:p188="http://schemas.microsoft.com/office/powerpoint/2018/8/main">
  <p188:cm id="{AC93D2B3-49AE-425A-9163-6A45782BBDAC}" authorId="{D3F71A66-0C34-DF1A-5236-FECDBC820DCB}" created="2026-10-28T10:38:12.111">
    <pc:sldMkLst xmlns:pc="http://schemas.microsoft.com/office/powerpoint/2013/main/command">
      <pc:docMk/>
      <pc:sldMk cId="3059545486" sldId="280"/>
    </pc:sldMkLst>
    <p188:pos x="0" y="0"/>
    <p188:txBody>
      <a:bodyPr/>
      <a:lstStyle/>
      <a:p>
        <a:r>
          <a:rPr lang="zh-CN" altLang="en-US"/>
          <a:t>@@fig-overview-v4-right-d35</a:t>
        </a:r>
      </a:p>
    </p188:txBody>
  </p188:cm>
  <p188:cm id="{8F34FBE4-628B-4BDE-BB0E-86289146DC70}" authorId="{D3F71A66-0C34-DF1A-5236-FECDBC820DCB}" created="2026-10-28T10:38:12.128">
    <pc:sldMkLst xmlns:pc="http://schemas.microsoft.com/office/powerpoint/2013/main/command">
      <pc:docMk/>
      <pc:sldMk cId="3059545486" sldId="280"/>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2558C240-16B1-44D6-A651-370B57DF9A82}" authorId="{D3F71A66-0C34-DF1A-5236-FECDBC820DCB}" created="2026-10-28T10:38:12.137">
    <pc:sldMkLst xmlns:pc="http://schemas.microsoft.com/office/powerpoint/2013/main/command">
      <pc:docMk/>
      <pc:sldMk cId="3059545486" sldId="280"/>
    </pc:sldMkLst>
    <p188:pos x="0" y="0"/>
    <p188:txBody>
      <a:bodyPr/>
      <a:lstStyle/>
      <a:p>
        <a:r>
          <a:t>PROVENANCE v1</a:t>
        </a:r>
      </a:p>
      <a:p>
        <a:r>
          <a:t>id: fig-overview-v4-right-d35</a:t>
        </a:r>
      </a:p>
      <a:p>
        <a:r>
          <a:t>source: 画图/画图代码/e2e/visualization/图表追溯.md</a:t>
        </a:r>
      </a:p>
      <a:p>
        <a:r>
          <a:t/>
        </a:r>
      </a:p>
      <a:p>
        <a:r>
          <a:t>## fig-overview-v4-right-d35｜总览图备选：右侧 D35：完整受体 35% 透明</a:t>
        </a:r>
      </a:p>
      <a:p>
        <a:r>
          <a:t/>
        </a:r>
      </a:p>
      <a:p>
        <a:r>
          <a:t>**本页与共享关系。** 本页为 `画图/总览图.pptx` 第 11 页，稳定图名为 `@@fig-overview-v4-right-d35`。作者第 1 页历史图、第 2 页 baseline 保留，本页是独立备选，尚未替换正文引用。它与 `@@fig-overview-v4-left-a`、`@@fig-overview-v4-right-a`、`@@fig-overview-v4-left-b`、`@@fig-overview-v4-right-b`、`@@fig-overview-v4-preview`、`@@fig-overview-v4-left-c`、`@@fig-overview-v4-right-d55`、`@@fig-overview-v4-preview-transparent`、`@@fig-overview-v4-right-d70` 共用 `画图/画图代码/e2e/visualization/overview-redesign-20261028`。第 3/5/8 页为左侧 A/B/C，第 4/6/9/11/12 页为右侧 A/B/D55/D35/D70，第 7/10 页为两种组合预览；所有组件共用同一原子坐标、相机和尺寸。</a:t>
        </a:r>
      </a:p>
      <a:p>
        <a:r>
          <a:t/>
        </a:r>
      </a:p>
      <a:p>
        <a:r>
          <a:t>**科学对象和边界。** 场景包含 5 个候选、3 种化学身份和 4 个配体结合构象：B1/B2=BTN，B3=拒绝，B4=DTB，B5=IMI。1STP 生物学四聚体的 3604 个蛋白重原子作为受体；两个 BTN 保留沉积坐标，DTB 来自 3RDQ、IMI 来自 2RTL，按供体与目标链的序列对应 CA 作刚体叠合，CA RMSD 约 0.392、0.805 Å。混合占据为示意组装，灰色密度由坐标高斯平滑生成，不是实验 cryo-EM 地图、Find 输出或模型预测，也不表示新的准确率及实验样本分母。</a:t>
        </a:r>
      </a:p>
      <a:p>
        <a:r>
          <a:t/>
        </a:r>
      </a:p>
      <a:p>
        <a:r>
          <a:t>**冻结输入与原子轴。** `画图/画图代码/e2e/output/overview-redesign-20261028/source/author.pptx` 保全作者开始时 4 页和备注；手绘、三个参考截图及后续密度/受体分层反馈同目录保全。`rcsb/` 中冻结 1STP-assembly1、3RDQ、2RTL 和 BTN/DTB/IMI 化学字典，下载地址与原件 SHA-256 见 `downloads.json`。字典的立体 SMILES 先规范化再重新解析，所有元素、CCD 原子名、键和 XYZ 沿规范 SMILES 的同一原子轴；用 CCD 理想坐标约束手性匹配。XYZ 单位 Å，MRC 数组 ZYX，原点和 spacing 为 XYZ；统一 spacing=0.7 Å。B3 为构造的非对称假阳性区域，与最终配体没有连接。</a:t>
        </a:r>
      </a:p>
      <a:p>
        <a:r>
          <a:t/>
        </a:r>
      </a:p>
      <a:p>
        <a:r>
          <a:t>**直接生成链。** `prepare_scene.py::main` 输出 receptor.pdb、4 份 SDF、scene.json 和 6 份 MRC。RDKit 用 ETKDGv3、随机种子 20261028、每种 80 个构象及 MMFF，在距最低能量 4 kcal/mol 内选择不同于结合构象的游离构象；最佳刚体叠合重原子 RMSD 约 BTN 2.198、DTB 2.230、IMI 2.462 Å。`render_native.py::main` 用 PyMOL 输出游离结构；`render_chimerax.py::main` 用 ChimeraX 输出真正同一场景的密度、受体、全局候选、四个 pose 和 blob 缩略图，不拼贴独立口袋。ChimeraX 保存六份内嵌地图的 CXS 以及 slender/taller/open 命名视图。B 版仅隐藏遮住配体的前景 ribbon，受体原子全部保留。 `render_transparent.py` 在同一相机下生成完整受体 35%/55%/70% 透明备选；密度为 step=3、浅灰不透明疏网格，避开 ChimeraX 多透明模型只显示最前层的限制，配体与 blob 保持完全不透明。第 8 页同步使用 55% 受体及同一密度网格。A/B/C 左侧与 A/B/D35/D55/D70 右侧方案的文字、边框、连线及图例由 `assemble.py::main` 用原生 PowerPoint 对象构造；每半幅独立成组。</a:t>
        </a:r>
      </a:p>
      <a:p>
        <a:r>
          <a:t/>
        </a:r>
      </a:p>
      <a:p>
        <a:r>
          <a:t>**几何、图注与可编辑场景。** Candidate 和 Ligand poses 为相同的 1200×1500 正交相机画布，在 PPT 中均为 177.6×222 点；Input 的密度与受体均为 72×90 点。相机矩阵和场宽见 native/manifest.json，所有主图逐项一致。默认自然投影宽高比约 0.808，不拉伸原子坐标。Reject 独立于真正化学身份框，RDKit 箭头仅进入化学身份框。图名保存在独立批注，双语图注以 ENGLISH: 分隔，来源批注与图注分开。同步导出脚本从作者当前世界坐标同时更新示意密度、blob 和四张主图，写入新的 temp，不依赖旧缓存。</a:t>
        </a:r>
      </a:p>
      <a:p>
        <a:r>
          <a:t/>
        </a:r>
      </a:p>
      <a:p>
        <a:r>
          <a:t>**完整重建与验证。** 从仓库根运行 `D:/Anaconda/python.exe -X utf8 -B 转换工具/ops/rebuild_figures.py --figure fig-overview-v4-right-d35 --generated-captions`。同一链重建所有 10 个备选页和完整编辑包；各稳定图名选取对应页。准备、PyMOL、ChimeraX、PowerPoint 装配和编辑包均写入新的 temp，旧 temp 读取受文件审计屏蔽；正式 PPT 不被重建器覆盖。验收覆盖 6 份会话的独立恢复、4 个 pose 的 SMILES 手性、游离/结合内部构象差异、相机和图片框一致、作者前两页保留、CXS 独立重开、教程移动/透明度/鼠标命令及移动配体后再导出的坐标一致。执行证据见 `talk/overview_redesign_20261028/执行记录.md`；最终选用哪个备选由作者决定。</a:t>
        </a:r>
      </a:p>
      <a:p>
        <a:r>
          <a:t/>
        </a:r>
      </a:p>
      <a:p>
        <a:r>
          <a:t>当前共享图名随作者改名更新为 @@fig-overview-v4-left-a、@@fig-overview-v4-right-a、@@fig-overview-v4-left-b、@@fig-overview-v4-right-b、@@fig-overview-color1、@@fig-overview-color2、@@fig-overview-v4-left-c、@@fig-overview-v4-right-d55、@@fig-overview-v4-preview-transparent、@@fig-overview-v4-right-d70; 旧页名与页号仅记录生成时状态, 当前以 PPT 的独立图名定位。</a:t>
        </a:r>
      </a:p>
    </p188:txBody>
  </p188:cm>
</p188:cmLst>
</file>

<file path=ppt/comments/modernComment_119_D387D623.xml><?xml version="1.0" encoding="utf-8"?>
<p188:cmLst xmlns:a="http://schemas.openxmlformats.org/drawingml/2006/main" xmlns:r="http://schemas.openxmlformats.org/officeDocument/2006/relationships" xmlns:p188="http://schemas.microsoft.com/office/powerpoint/2018/8/main">
  <p188:cm id="{DF7CCB82-8946-4D3B-B84E-F10E19647DF4}" authorId="{D3F71A66-0C34-DF1A-5236-FECDBC820DCB}" created="2026-10-28T10:38:12.414">
    <pc:sldMkLst xmlns:pc="http://schemas.microsoft.com/office/powerpoint/2013/main/command">
      <pc:docMk/>
      <pc:sldMk cId="3548894755" sldId="281"/>
    </pc:sldMkLst>
    <p188:pos x="0" y="0"/>
    <p188:txBody>
      <a:bodyPr/>
      <a:lstStyle/>
      <a:p>
        <a:r>
          <a:rPr lang="zh-CN" altLang="en-US"/>
          <a:t>@@fig-overview-v4-right-d70</a:t>
        </a:r>
      </a:p>
    </p188:txBody>
  </p188:cm>
  <p188:cm id="{88873AF9-E2C4-488D-B8D7-F53B884C2767}" authorId="{D3F71A66-0C34-DF1A-5236-FECDBC820DCB}" created="2026-10-28T10:38:12.428">
    <pc:sldMkLst xmlns:pc="http://schemas.microsoft.com/office/powerpoint/2013/main/command">
      <pc:docMk/>
      <pc:sldMk cId="3548894755" sldId="281"/>
    </pc:sldMkLst>
    <p188:pos x="0" y="0"/>
    <p188:txBody>
      <a:bodyPr/>
      <a:lstStyle/>
      <a:p>
        <a:r>
          <a:rPr lang="zh-CN" altLang="en-US"/>
          <a:t>本页为总览图独立备选组件。三维分子为真实坐标的示意混合占据；密度为原子坐标生成的示意密度，不是实验 cryo-EM 结果。完整来源见 e2e/visualization/图表追溯.md 的本页稳定图名。</a:t>
        </a:r>
      </a:p>
    </p188:txBody>
  </p188:cm>
  <p188:cm id="{E6B106A4-625C-4EC4-9687-6838F613881C}" authorId="{D3F71A66-0C34-DF1A-5236-FECDBC820DCB}" created="2026-10-28T10:38:12.444">
    <pc:sldMkLst xmlns:pc="http://schemas.microsoft.com/office/powerpoint/2013/main/command">
      <pc:docMk/>
      <pc:sldMk cId="3548894755" sldId="281"/>
    </pc:sldMkLst>
    <p188:pos x="0" y="0"/>
    <p188:txBody>
      <a:bodyPr/>
      <a:lstStyle/>
      <a:p>
        <a:r>
          <a:t>PROVENANCE v1</a:t>
        </a:r>
      </a:p>
      <a:p>
        <a:r>
          <a:t>id: fig-overview-v4-right-d70</a:t>
        </a:r>
      </a:p>
      <a:p>
        <a:r>
          <a:t>source: 画图/画图代码/e2e/visualization/图表追溯.md</a:t>
        </a:r>
      </a:p>
      <a:p>
        <a:r>
          <a:t/>
        </a:r>
      </a:p>
      <a:p>
        <a:r>
          <a:t>## fig-overview-v4-right-d70｜总览图备选：右侧 D70：完整受体 70% 透明</a:t>
        </a:r>
      </a:p>
      <a:p>
        <a:r>
          <a:t/>
        </a:r>
      </a:p>
      <a:p>
        <a:r>
          <a:t>**本页与共享关系。** 本页为 `画图/总览图.pptx` 第 12 页，稳定图名为 `@@fig-overview-v4-right-d70`。作者第 1 页历史图、第 2 页 baseline 保留，本页是独立备选，尚未替换正文引用。它与 `@@fig-overview-v4-left-a`、`@@fig-overview-v4-right-a`、`@@fig-overview-v4-left-b`、`@@fig-overview-v4-right-b`、`@@fig-overview-v4-preview`、`@@fig-overview-v4-left-c`、`@@fig-overview-v4-right-d55`、`@@fig-overview-v4-preview-transparent`、`@@fig-overview-v4-right-d35` 共用 `画图/画图代码/e2e/visualization/overview-redesign-20261028`。第 3/5/8 页为左侧 A/B/C，第 4/6/9/11/12 页为右侧 A/B/D55/D35/D70，第 7/10 页为两种组合预览；所有组件共用同一原子坐标、相机和尺寸。</a:t>
        </a:r>
      </a:p>
      <a:p>
        <a:r>
          <a:t/>
        </a:r>
      </a:p>
      <a:p>
        <a:r>
          <a:t>**科学对象和边界。** 场景包含 5 个候选、3 种化学身份和 4 个配体结合构象：B1/B2=BTN，B3=拒绝，B4=DTB，B5=IMI。1STP 生物学四聚体的 3604 个蛋白重原子作为受体；两个 BTN 保留沉积坐标，DTB 来自 3RDQ、IMI 来自 2RTL，按供体与目标链的序列对应 CA 作刚体叠合，CA RMSD 约 0.392、0.805 Å。混合占据为示意组装，灰色密度由坐标高斯平滑生成，不是实验 cryo-EM 地图、Find 输出或模型预测，也不表示新的准确率及实验样本分母。</a:t>
        </a:r>
      </a:p>
      <a:p>
        <a:r>
          <a:t/>
        </a:r>
      </a:p>
      <a:p>
        <a:r>
          <a:t>**冻结输入与原子轴。** `画图/画图代码/e2e/output/overview-redesign-20261028/source/author.pptx` 保全作者开始时 4 页和备注；手绘、三个参考截图及后续密度/受体分层反馈同目录保全。`rcsb/` 中冻结 1STP-assembly1、3RDQ、2RTL 和 BTN/DTB/IMI 化学字典，下载地址与原件 SHA-256 见 `downloads.json`。字典的立体 SMILES 先规范化再重新解析，所有元素、CCD 原子名、键和 XYZ 沿规范 SMILES 的同一原子轴；用 CCD 理想坐标约束手性匹配。XYZ 单位 Å，MRC 数组 ZYX，原点和 spacing 为 XYZ；统一 spacing=0.7 Å。B3 为构造的非对称假阳性区域，与最终配体没有连接。</a:t>
        </a:r>
      </a:p>
      <a:p>
        <a:r>
          <a:t/>
        </a:r>
      </a:p>
      <a:p>
        <a:r>
          <a:t>**直接生成链。** `prepare_scene.py::main` 输出 receptor.pdb、4 份 SDF、scene.json 和 6 份 MRC。RDKit 用 ETKDGv3、随机种子 20261028、每种 80 个构象及 MMFF，在距最低能量 4 kcal/mol 内选择不同于结合构象的游离构象；最佳刚体叠合重原子 RMSD 约 BTN 2.198、DTB 2.230、IMI 2.462 Å。`render_native.py::main` 用 PyMOL 输出游离结构；`render_chimerax.py::main` 用 ChimeraX 输出真正同一场景的密度、受体、全局候选、四个 pose 和 blob 缩略图，不拼贴独立口袋。ChimeraX 保存六份内嵌地图的 CXS 以及 slender/taller/open 命名视图。B 版仅隐藏遮住配体的前景 ribbon，受体原子全部保留。 `render_transparent.py` 在同一相机下生成完整受体 35%/55%/70% 透明备选；密度为 step=3、浅灰不透明疏网格，避开 ChimeraX 多透明模型只显示最前层的限制，配体与 blob 保持完全不透明。第 8 页同步使用 55% 受体及同一密度网格。A/B/C 左侧与 A/B/D35/D55/D70 右侧方案的文字、边框、连线及图例由 `assemble.py::main` 用原生 PowerPoint 对象构造；每半幅独立成组。</a:t>
        </a:r>
      </a:p>
      <a:p>
        <a:r>
          <a:t/>
        </a:r>
      </a:p>
      <a:p>
        <a:r>
          <a:t>**几何、图注与可编辑场景。** Candidate 和 Ligand poses 为相同的 1200×1500 正交相机画布，在 PPT 中均为 177.6×222 点；Input 的密度与受体均为 72×90 点。相机矩阵和场宽见 native/manifest.json，所有主图逐项一致。默认自然投影宽高比约 0.808，不拉伸原子坐标。Reject 独立于真正化学身份框，RDKit 箭头仅进入化学身份框。图名保存在独立批注，双语图注以 ENGLISH: 分隔，来源批注与图注分开。同步导出脚本从作者当前世界坐标同时更新示意密度、blob 和四张主图，写入新的 temp，不依赖旧缓存。</a:t>
        </a:r>
      </a:p>
      <a:p>
        <a:r>
          <a:t/>
        </a:r>
      </a:p>
      <a:p>
        <a:r>
          <a:t>**完整重建与验证。** 从仓库根运行 `D:/Anaconda/python.exe -X utf8 -B 转换工具/ops/rebuild_figures.py --figure fig-overview-v4-right-d70 --generated-captions`。同一链重建所有 10 个备选页和完整编辑包；各稳定图名选取对应页。准备、PyMOL、ChimeraX、PowerPoint 装配和编辑包均写入新的 temp，旧 temp 读取受文件审计屏蔽；正式 PPT 不被重建器覆盖。验收覆盖 6 份会话的独立恢复、4 个 pose 的 SMILES 手性、游离/结合内部构象差异、相机和图片框一致、作者前两页保留、CXS 独立重开、教程移动/透明度/鼠标命令及移动配体后再导出的坐标一致。执行证据见 `talk/overview_redesign_20261028/执行记录.md`；最终选用哪个备选由作者决定。</a:t>
        </a:r>
      </a:p>
      <a:p>
        <a:r>
          <a:t/>
        </a:r>
      </a:p>
      <a:p>
        <a:r>
          <a:t>当前共享图名随作者改名更新为 @@fig-overview-v4-left-a、@@fig-overview-v4-right-a、@@fig-overview-v4-left-b、@@fig-overview-v4-right-b、@@fig-overview-color1、@@fig-overview-color2、@@fig-overview-v4-left-c、@@fig-overview-v4-right-d55、@@fig-overview-v4-preview-transparent、@@fig-overview-v4-right-d35; 旧页名与页号仅记录生成时状态, 当前以 PPT 的独立图名定位。</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9DAF8-EBB6-AC04-D679-674FBBA35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0852C-99B9-4795-7DDA-F06867E08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A7195-739A-EF49-E3F2-75CE32C51A1C}"/>
              </a:ext>
            </a:extLst>
          </p:cNvPr>
          <p:cNvSpPr>
            <a:spLocks noGrp="1"/>
          </p:cNvSpPr>
          <p:nvPr>
            <p:ph type="body" idx="1"/>
          </p:nvPr>
        </p:nvSpPr>
        <p:spPr/>
        <p:txBody>
          <a:bodyPr/>
          <a:lstStyle/>
          <a:p>
            <a:r>
              <a:rPr dirty="0" err="1"/>
              <a:t>基于冷冻电镜数据重建配体构象的</a:t>
            </a:r>
            <a:r>
              <a:rPr dirty="0"/>
              <a:t> Find–Match–Build </a:t>
            </a:r>
            <a:r>
              <a:rPr dirty="0" err="1"/>
              <a:t>端到端自动化工作流程。输入包括实验冷冻电镜密度图和受体结构，后者可以是</a:t>
            </a:r>
            <a:r>
              <a:rPr dirty="0"/>
              <a:t> PDB </a:t>
            </a:r>
            <a:r>
              <a:rPr dirty="0" err="1"/>
              <a:t>沉积受体结构，也可以是由</a:t>
            </a:r>
            <a:r>
              <a:rPr dirty="0"/>
              <a:t> CryoAtom2 </a:t>
            </a:r>
            <a:r>
              <a:rPr dirty="0" err="1"/>
              <a:t>自动建模的受体结构。Find</a:t>
            </a:r>
            <a:r>
              <a:rPr dirty="0"/>
              <a:t> </a:t>
            </a:r>
            <a:r>
              <a:rPr dirty="0" err="1"/>
              <a:t>在整张密度图中定位候选配体区域（blobs</a:t>
            </a:r>
            <a:r>
              <a:rPr dirty="0"/>
              <a:t> B1–B5）。Match </a:t>
            </a:r>
            <a:r>
              <a:rPr dirty="0" err="1"/>
              <a:t>过滤假阳性预测，并将有效候选区域指派给同一</a:t>
            </a:r>
            <a:r>
              <a:rPr dirty="0"/>
              <a:t> PDB </a:t>
            </a:r>
            <a:r>
              <a:rPr dirty="0" err="1"/>
              <a:t>条目中的配体身份（用</a:t>
            </a:r>
            <a:r>
              <a:rPr dirty="0"/>
              <a:t> SMILES </a:t>
            </a:r>
            <a:r>
              <a:rPr dirty="0" err="1"/>
              <a:t>表示</a:t>
            </a:r>
            <a:r>
              <a:rPr dirty="0"/>
              <a:t>）；B1 和 B2 示意两个不同位点被指派相同的配体身份，B5 </a:t>
            </a:r>
            <a:r>
              <a:rPr dirty="0" err="1"/>
              <a:t>示意被剔除的候选区域。Build</a:t>
            </a:r>
            <a:r>
              <a:rPr dirty="0"/>
              <a:t> </a:t>
            </a:r>
            <a:r>
              <a:rPr dirty="0" err="1"/>
              <a:t>结合</a:t>
            </a:r>
            <a:r>
              <a:rPr dirty="0"/>
              <a:t> Find </a:t>
            </a:r>
            <a:r>
              <a:rPr dirty="0" err="1"/>
              <a:t>预测的区域和</a:t>
            </a:r>
            <a:r>
              <a:rPr dirty="0"/>
              <a:t> Match </a:t>
            </a:r>
            <a:r>
              <a:rPr dirty="0" err="1"/>
              <a:t>匹配的身份，使用选定的分子对接工具生成三维配体构象</a:t>
            </a:r>
            <a:r>
              <a:rPr dirty="0"/>
              <a:t>。</a:t>
            </a:r>
          </a:p>
          <a:p>
            <a:r>
              <a:rPr dirty="0"/>
              <a:t>ENGLISH：</a:t>
            </a:r>
          </a:p>
          <a:p>
            <a:r>
              <a:rPr lang="zh-CN" altLang="zh-CN" sz="1200" b="0" i="0" kern="1200" dirty="0">
                <a:effectLst/>
              </a:rPr>
              <a:t>Automated end-to-end Find–Match–Build workflow for reconstructing ligand poses from cryo-EM data. The inputs are an experimental cryo-EM density map and either a deposited receptor structure or a receptor structure automatically modelled by CryoAtom2. Find locates candidate ligand regions (blobs B1–B5) across the density map. Match filters false-positive predictions and assigns valid candidate regions to ligand identities (represented by SMILES) within the same PDB entry; B1 and B2 illustrate two distinct sites assigned the same identity, whereas B5 represents a rejected candidate region. Build combines the predicted regions from Find with the matched identities from Match to generate three-dimensional ligand poses using the selected molecular docking tool.</a:t>
            </a:r>
            <a:endParaRPr dirty="0"/>
          </a:p>
        </p:txBody>
      </p:sp>
      <p:sp>
        <p:nvSpPr>
          <p:cNvPr id="4" name="Slide Number Placeholder 3">
            <a:extLst>
              <a:ext uri="{FF2B5EF4-FFF2-40B4-BE49-F238E27FC236}">
                <a16:creationId xmlns:a16="http://schemas.microsoft.com/office/drawing/2014/main" id="{59876DEC-86FB-AA54-2AA9-BA294229871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33651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6471B-C629-4496-3434-791F806C4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4A7C8-1DAB-CF3F-63D0-8746142CA7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CC2F3A-6510-7C7A-EB37-C92148CF14CD}"/>
              </a:ext>
            </a:extLst>
          </p:cNvPr>
          <p:cNvSpPr>
            <a:spLocks noGrp="1"/>
          </p:cNvSpPr>
          <p:nvPr>
            <p:ph type="body" idx="1"/>
          </p:nvPr>
        </p:nvSpPr>
        <p:spPr/>
        <p:txBody>
          <a:bodyPr/>
          <a:lstStyle/>
          <a:p>
            <a:r>
              <a:rPr lang="en-US" altLang="zh-CN"/>
              <a:t>LigandSeek </a:t>
            </a:r>
            <a:r>
              <a:rPr lang="zh-CN" altLang="en-US"/>
              <a:t>总览示意。</a:t>
            </a:r>
            <a:r>
              <a:rPr lang="en-US" altLang="zh-CN"/>
              <a:t>Find </a:t>
            </a:r>
            <a:r>
              <a:rPr lang="zh-CN" altLang="en-US"/>
              <a:t>定位五个候选区域，</a:t>
            </a:r>
            <a:r>
              <a:rPr lang="en-US" altLang="zh-CN"/>
              <a:t>Match </a:t>
            </a:r>
            <a:r>
              <a:rPr lang="zh-CN" altLang="en-US"/>
              <a:t>将 </a:t>
            </a:r>
            <a:r>
              <a:rPr lang="en-US" altLang="zh-CN"/>
              <a:t>B1 </a:t>
            </a:r>
            <a:r>
              <a:rPr lang="zh-CN" altLang="en-US"/>
              <a:t>和 </a:t>
            </a:r>
            <a:r>
              <a:rPr lang="en-US" altLang="zh-CN"/>
              <a:t>B2 </a:t>
            </a:r>
            <a:r>
              <a:rPr lang="zh-CN" altLang="en-US"/>
              <a:t>指派为同一配体身份，将 </a:t>
            </a:r>
            <a:r>
              <a:rPr lang="en-US" altLang="zh-CN"/>
              <a:t>B4 </a:t>
            </a:r>
            <a:r>
              <a:rPr lang="zh-CN" altLang="en-US"/>
              <a:t>和 </a:t>
            </a:r>
            <a:r>
              <a:rPr lang="en-US" altLang="zh-CN"/>
              <a:t>B5 </a:t>
            </a:r>
            <a:r>
              <a:rPr lang="zh-CN" altLang="en-US"/>
              <a:t>指派为另外两种身份，并拒绝 </a:t>
            </a:r>
            <a:r>
              <a:rPr lang="en-US" altLang="zh-CN"/>
              <a:t>B3</a:t>
            </a:r>
            <a:r>
              <a:rPr lang="zh-CN" altLang="en-US"/>
              <a:t>。</a:t>
            </a:r>
            <a:r>
              <a:rPr lang="en-US" altLang="zh-CN"/>
              <a:t>Build </a:t>
            </a:r>
            <a:r>
              <a:rPr lang="zh-CN" altLang="en-US"/>
              <a:t>为四个通过匹配的区域构建配体结合构象。密度、受体和配体分别用浅灰包络、蓝灰 </a:t>
            </a:r>
            <a:r>
              <a:rPr lang="en-US" altLang="zh-CN"/>
              <a:t>cartoon </a:t>
            </a:r>
            <a:r>
              <a:rPr lang="zh-CN" altLang="en-US"/>
              <a:t>和彩色球棍表示。分子场景为示意混合占据，密度由原子坐标生成；不表示一次真实实验或模型预测。</a:t>
            </a:r>
          </a:p>
          <a:p>
            <a:endParaRPr lang="zh-CN" altLang="en-US"/>
          </a:p>
          <a:p>
            <a:r>
              <a:rPr lang="en-US" altLang="zh-CN"/>
              <a:t>ENGLISH:</a:t>
            </a:r>
          </a:p>
          <a:p>
            <a:endParaRPr lang="en-US" altLang="zh-CN"/>
          </a:p>
          <a:p>
            <a:r>
              <a:rPr lang="en-US" altLang="zh-CN"/>
              <a:t>Schematic overview of LigandSeek. Find identifies five candidate regions. Match assigns B1 and B2 to the same ligand identity, assigns B4 and B5 to two other identities, and rejects B3. Build produces four ligand poses. Density, receptor and ligands are shown as a light-grey envelope, blue-grey cartoons and coloured ball-and-stick models, respectively. The molecular scene illustrates mixed occupancy, with density generated from atomic coordinates, and does not represent an experimental map or a model prediction.</a:t>
            </a:r>
            <a:endParaRPr lang="en-US" altLang="zh-CN" dirty="0"/>
          </a:p>
        </p:txBody>
      </p:sp>
      <p:sp>
        <p:nvSpPr>
          <p:cNvPr id="4" name="Slide Number Placeholder 3">
            <a:extLst>
              <a:ext uri="{FF2B5EF4-FFF2-40B4-BE49-F238E27FC236}">
                <a16:creationId xmlns:a16="http://schemas.microsoft.com/office/drawing/2014/main" id="{421AAB87-EC41-907A-9736-8EF746BFD28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43611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65B9-F8F6-B1E7-B17C-CA54CD454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46D35-378E-843D-9CF8-E8CB679E2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4F8FF-4B3E-DD2F-9EE1-CD0FBF64552D}"/>
              </a:ext>
            </a:extLst>
          </p:cNvPr>
          <p:cNvSpPr>
            <a:spLocks noGrp="1"/>
          </p:cNvSpPr>
          <p:nvPr>
            <p:ph type="body" idx="1"/>
          </p:nvPr>
        </p:nvSpPr>
        <p:spPr/>
        <p:txBody>
          <a:bodyPr/>
          <a:lstStyle/>
          <a:p>
            <a:r>
              <a:rPr lang="en-US" altLang="zh-CN"/>
              <a:t>LigandSeek </a:t>
            </a:r>
            <a:r>
              <a:rPr lang="zh-CN" altLang="en-US"/>
              <a:t>总览示意。</a:t>
            </a:r>
            <a:r>
              <a:rPr lang="en-US" altLang="zh-CN"/>
              <a:t>Find </a:t>
            </a:r>
            <a:r>
              <a:rPr lang="zh-CN" altLang="en-US"/>
              <a:t>定位五个候选区域，</a:t>
            </a:r>
            <a:r>
              <a:rPr lang="en-US" altLang="zh-CN"/>
              <a:t>Match </a:t>
            </a:r>
            <a:r>
              <a:rPr lang="zh-CN" altLang="en-US"/>
              <a:t>将 </a:t>
            </a:r>
            <a:r>
              <a:rPr lang="en-US" altLang="zh-CN"/>
              <a:t>B1 </a:t>
            </a:r>
            <a:r>
              <a:rPr lang="zh-CN" altLang="en-US"/>
              <a:t>和 </a:t>
            </a:r>
            <a:r>
              <a:rPr lang="en-US" altLang="zh-CN"/>
              <a:t>B2 </a:t>
            </a:r>
            <a:r>
              <a:rPr lang="zh-CN" altLang="en-US"/>
              <a:t>指派为同一配体身份，将 </a:t>
            </a:r>
            <a:r>
              <a:rPr lang="en-US" altLang="zh-CN"/>
              <a:t>B4 </a:t>
            </a:r>
            <a:r>
              <a:rPr lang="zh-CN" altLang="en-US"/>
              <a:t>和 </a:t>
            </a:r>
            <a:r>
              <a:rPr lang="en-US" altLang="zh-CN"/>
              <a:t>B5 </a:t>
            </a:r>
            <a:r>
              <a:rPr lang="zh-CN" altLang="en-US"/>
              <a:t>指派为另外两种身份，并拒绝 </a:t>
            </a:r>
            <a:r>
              <a:rPr lang="en-US" altLang="zh-CN"/>
              <a:t>B3</a:t>
            </a:r>
            <a:r>
              <a:rPr lang="zh-CN" altLang="en-US"/>
              <a:t>。</a:t>
            </a:r>
            <a:r>
              <a:rPr lang="en-US" altLang="zh-CN"/>
              <a:t>Build </a:t>
            </a:r>
            <a:r>
              <a:rPr lang="zh-CN" altLang="en-US"/>
              <a:t>为四个通过匹配的区域构建配体结合构象。密度、受体和配体分别用浅灰包络、蓝灰 </a:t>
            </a:r>
            <a:r>
              <a:rPr lang="en-US" altLang="zh-CN"/>
              <a:t>cartoon </a:t>
            </a:r>
            <a:r>
              <a:rPr lang="zh-CN" altLang="en-US"/>
              <a:t>和彩色球棍表示。分子场景为示意混合占据，密度由原子坐标生成；不表示一次真实实验或模型预测。</a:t>
            </a:r>
          </a:p>
          <a:p>
            <a:endParaRPr lang="zh-CN" altLang="en-US"/>
          </a:p>
          <a:p>
            <a:r>
              <a:rPr lang="en-US" altLang="zh-CN"/>
              <a:t>ENGLISH:</a:t>
            </a:r>
          </a:p>
          <a:p>
            <a:endParaRPr lang="en-US" altLang="zh-CN"/>
          </a:p>
          <a:p>
            <a:r>
              <a:rPr lang="en-US" altLang="zh-CN"/>
              <a:t>Schematic overview of LigandSeek. Find identifies five candidate regions. Match assigns B1 and B2 to the same ligand identity, assigns B4 and B5 to two other identities, and rejects B3. Build produces four ligand poses. Density, receptor and ligands are shown as a light-grey envelope, blue-grey cartoons and coloured ball-and-stick models, respectively. The molecular scene illustrates mixed occupancy, with density generated from atomic coordinates, and does not represent an experimental map or a model prediction.</a:t>
            </a:r>
            <a:endParaRPr lang="en-US" altLang="zh-CN" dirty="0"/>
          </a:p>
        </p:txBody>
      </p:sp>
      <p:sp>
        <p:nvSpPr>
          <p:cNvPr id="4" name="Slide Number Placeholder 3">
            <a:extLst>
              <a:ext uri="{FF2B5EF4-FFF2-40B4-BE49-F238E27FC236}">
                <a16:creationId xmlns:a16="http://schemas.microsoft.com/office/drawing/2014/main" id="{3BBDD7C4-A5FE-743A-4B70-87205B65975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19991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LigandSeek </a:t>
            </a:r>
            <a:r>
              <a:rPr lang="zh-CN" altLang="en-US"/>
              <a:t>总览示意。</a:t>
            </a:r>
            <a:r>
              <a:rPr lang="en-US" altLang="zh-CN"/>
              <a:t>Find </a:t>
            </a:r>
            <a:r>
              <a:rPr lang="zh-CN" altLang="en-US"/>
              <a:t>定位五个候选区域，</a:t>
            </a:r>
            <a:r>
              <a:rPr lang="en-US" altLang="zh-CN"/>
              <a:t>Match </a:t>
            </a:r>
            <a:r>
              <a:rPr lang="zh-CN" altLang="en-US"/>
              <a:t>将 </a:t>
            </a:r>
            <a:r>
              <a:rPr lang="en-US" altLang="zh-CN"/>
              <a:t>B1 </a:t>
            </a:r>
            <a:r>
              <a:rPr lang="zh-CN" altLang="en-US"/>
              <a:t>和 </a:t>
            </a:r>
            <a:r>
              <a:rPr lang="en-US" altLang="zh-CN"/>
              <a:t>B2 </a:t>
            </a:r>
            <a:r>
              <a:rPr lang="zh-CN" altLang="en-US"/>
              <a:t>指派为同一配体身份，将 </a:t>
            </a:r>
            <a:r>
              <a:rPr lang="en-US" altLang="zh-CN"/>
              <a:t>B4 </a:t>
            </a:r>
            <a:r>
              <a:rPr lang="zh-CN" altLang="en-US"/>
              <a:t>和 </a:t>
            </a:r>
            <a:r>
              <a:rPr lang="en-US" altLang="zh-CN"/>
              <a:t>B5 </a:t>
            </a:r>
            <a:r>
              <a:rPr lang="zh-CN" altLang="en-US"/>
              <a:t>指派为另外两种身份，并拒绝 </a:t>
            </a:r>
            <a:r>
              <a:rPr lang="en-US" altLang="zh-CN"/>
              <a:t>B3</a:t>
            </a:r>
            <a:r>
              <a:rPr lang="zh-CN" altLang="en-US"/>
              <a:t>。</a:t>
            </a:r>
            <a:r>
              <a:rPr lang="en-US" altLang="zh-CN"/>
              <a:t>Build </a:t>
            </a:r>
            <a:r>
              <a:rPr lang="zh-CN" altLang="en-US"/>
              <a:t>为四个通过匹配的区域构建配体结合构象。密度、受体和配体分别用浅灰包络、蓝灰 </a:t>
            </a:r>
            <a:r>
              <a:rPr lang="en-US" altLang="zh-CN"/>
              <a:t>cartoon </a:t>
            </a:r>
            <a:r>
              <a:rPr lang="zh-CN" altLang="en-US"/>
              <a:t>和彩色球棍表示。分子场景为示意混合占据，密度由原子坐标生成；不表示一次真实实验或模型预测。</a:t>
            </a:r>
          </a:p>
          <a:p>
            <a:endParaRPr lang="zh-CN" altLang="en-US"/>
          </a:p>
          <a:p>
            <a:r>
              <a:rPr lang="en-US" altLang="zh-CN"/>
              <a:t>ENGLISH:</a:t>
            </a:r>
          </a:p>
          <a:p>
            <a:endParaRPr lang="en-US" altLang="zh-CN"/>
          </a:p>
          <a:p>
            <a:r>
              <a:rPr lang="en-US" altLang="zh-CN"/>
              <a:t>Schematic overview of LigandSeek. Find identifies five candidate regions. Match assigns B1 and B2 to the same ligand identity, assigns B4 and B5 to two other identities, and rejects B3. Build produces four ligand poses. Density, receptor and ligands are shown as a light-grey envelope, blue-grey cartoons and coloured ball-and-stick models, respectively. The molecular scene illustrates mixed occupancy, with density generated from atomic coordinates, and does not represent an experimental map or a model prediction.</a:t>
            </a:r>
            <a:endParaRPr lang="zh-CN" altLang="en-US"/>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200664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LigandSeek </a:t>
            </a:r>
            <a:r>
              <a:rPr lang="zh-CN" altLang="en-US"/>
              <a:t>总览示意。</a:t>
            </a:r>
            <a:r>
              <a:rPr lang="en-US" altLang="zh-CN"/>
              <a:t>Find </a:t>
            </a:r>
            <a:r>
              <a:rPr lang="zh-CN" altLang="en-US"/>
              <a:t>定位五个候选区域，</a:t>
            </a:r>
            <a:r>
              <a:rPr lang="en-US" altLang="zh-CN"/>
              <a:t>Match </a:t>
            </a:r>
            <a:r>
              <a:rPr lang="zh-CN" altLang="en-US"/>
              <a:t>将 </a:t>
            </a:r>
            <a:r>
              <a:rPr lang="en-US" altLang="zh-CN"/>
              <a:t>B1 </a:t>
            </a:r>
            <a:r>
              <a:rPr lang="zh-CN" altLang="en-US"/>
              <a:t>和 </a:t>
            </a:r>
            <a:r>
              <a:rPr lang="en-US" altLang="zh-CN"/>
              <a:t>B2 </a:t>
            </a:r>
            <a:r>
              <a:rPr lang="zh-CN" altLang="en-US"/>
              <a:t>指派为同一配体身份，将 </a:t>
            </a:r>
            <a:r>
              <a:rPr lang="en-US" altLang="zh-CN"/>
              <a:t>B4 </a:t>
            </a:r>
            <a:r>
              <a:rPr lang="zh-CN" altLang="en-US"/>
              <a:t>和 </a:t>
            </a:r>
            <a:r>
              <a:rPr lang="en-US" altLang="zh-CN"/>
              <a:t>B5 </a:t>
            </a:r>
            <a:r>
              <a:rPr lang="zh-CN" altLang="en-US"/>
              <a:t>指派为另外两种身份，并拒绝 </a:t>
            </a:r>
            <a:r>
              <a:rPr lang="en-US" altLang="zh-CN"/>
              <a:t>B3</a:t>
            </a:r>
            <a:r>
              <a:rPr lang="zh-CN" altLang="en-US"/>
              <a:t>。</a:t>
            </a:r>
            <a:r>
              <a:rPr lang="en-US" altLang="zh-CN"/>
              <a:t>Build </a:t>
            </a:r>
            <a:r>
              <a:rPr lang="zh-CN" altLang="en-US"/>
              <a:t>为四个通过匹配的区域构建配体结合构象。密度、受体和配体分别用浅灰包络、蓝灰 </a:t>
            </a:r>
            <a:r>
              <a:rPr lang="en-US" altLang="zh-CN"/>
              <a:t>cartoon </a:t>
            </a:r>
            <a:r>
              <a:rPr lang="zh-CN" altLang="en-US"/>
              <a:t>和彩色球棍表示。分子场景为示意混合占据，密度由原子坐标生成；不表示一次真实实验或模型预测。</a:t>
            </a:r>
          </a:p>
          <a:p>
            <a:endParaRPr lang="zh-CN" altLang="en-US"/>
          </a:p>
          <a:p>
            <a:r>
              <a:rPr lang="en-US" altLang="zh-CN"/>
              <a:t>ENGLISH:</a:t>
            </a:r>
          </a:p>
          <a:p>
            <a:endParaRPr lang="en-US" altLang="zh-CN"/>
          </a:p>
          <a:p>
            <a:r>
              <a:rPr lang="en-US" altLang="zh-CN"/>
              <a:t>Schematic overview of LigandSeek. Find identifies five candidate regions. Match assigns B1 and B2 to the same ligand identity, assigns B4 and B5 to two other identities, and rejects B3. Build produces four ligand poses. Density, receptor and ligands are shown as a light-grey envelope, blue-grey cartoons and coloured ball-and-stick models, respectively. The molecular scene illustrates mixed occupancy, with density generated from atomic coordinates, and does not represent an experimental map or a model prediction.</a:t>
            </a:r>
            <a:endParaRPr lang="zh-CN" altLang="en-US"/>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754550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LigandSeek </a:t>
            </a:r>
            <a:r>
              <a:rPr lang="zh-CN" altLang="en-US"/>
              <a:t>总览示意。</a:t>
            </a:r>
            <a:r>
              <a:rPr lang="en-US" altLang="zh-CN"/>
              <a:t>Find </a:t>
            </a:r>
            <a:r>
              <a:rPr lang="zh-CN" altLang="en-US"/>
              <a:t>定位五个候选区域，</a:t>
            </a:r>
            <a:r>
              <a:rPr lang="en-US" altLang="zh-CN"/>
              <a:t>Match </a:t>
            </a:r>
            <a:r>
              <a:rPr lang="zh-CN" altLang="en-US"/>
              <a:t>将 </a:t>
            </a:r>
            <a:r>
              <a:rPr lang="en-US" altLang="zh-CN"/>
              <a:t>B1 </a:t>
            </a:r>
            <a:r>
              <a:rPr lang="zh-CN" altLang="en-US"/>
              <a:t>和 </a:t>
            </a:r>
            <a:r>
              <a:rPr lang="en-US" altLang="zh-CN"/>
              <a:t>B2 </a:t>
            </a:r>
            <a:r>
              <a:rPr lang="zh-CN" altLang="en-US"/>
              <a:t>指派为同一配体身份，将 </a:t>
            </a:r>
            <a:r>
              <a:rPr lang="en-US" altLang="zh-CN"/>
              <a:t>B4 </a:t>
            </a:r>
            <a:r>
              <a:rPr lang="zh-CN" altLang="en-US"/>
              <a:t>和 </a:t>
            </a:r>
            <a:r>
              <a:rPr lang="en-US" altLang="zh-CN"/>
              <a:t>B5 </a:t>
            </a:r>
            <a:r>
              <a:rPr lang="zh-CN" altLang="en-US"/>
              <a:t>指派为另外两种身份，并拒绝 </a:t>
            </a:r>
            <a:r>
              <a:rPr lang="en-US" altLang="zh-CN"/>
              <a:t>B3</a:t>
            </a:r>
            <a:r>
              <a:rPr lang="zh-CN" altLang="en-US"/>
              <a:t>。</a:t>
            </a:r>
            <a:r>
              <a:rPr lang="en-US" altLang="zh-CN"/>
              <a:t>Build </a:t>
            </a:r>
            <a:r>
              <a:rPr lang="zh-CN" altLang="en-US"/>
              <a:t>为四个通过匹配的区域构建配体结合构象。密度、受体和配体分别用浅灰网格、蓝灰 </a:t>
            </a:r>
            <a:r>
              <a:rPr lang="en-US" altLang="zh-CN"/>
              <a:t>cartoon </a:t>
            </a:r>
            <a:r>
              <a:rPr lang="zh-CN" altLang="en-US"/>
              <a:t>和彩色球棍表示。分子场景为示意混合占据，密度由原子坐标生成；不表示一次真实实验或模型预测。</a:t>
            </a:r>
          </a:p>
          <a:p>
            <a:endParaRPr lang="zh-CN" altLang="en-US"/>
          </a:p>
          <a:p>
            <a:r>
              <a:rPr lang="en-US" altLang="zh-CN"/>
              <a:t>ENGLISH:</a:t>
            </a:r>
          </a:p>
          <a:p>
            <a:endParaRPr lang="en-US" altLang="zh-CN"/>
          </a:p>
          <a:p>
            <a:r>
              <a:rPr lang="en-US" altLang="zh-CN"/>
              <a:t>Schematic overview of LigandSeek. Find identifies five candidate regions. Match assigns B1 and B2 to the same ligand identity, assigns B4 and B5 to two other identities, and rejects B3. Build produces four ligand poses. Density, receptor and ligands are shown as a light-grey mesh, blue-grey cartoons and coloured ball-and-stick models, respectively. The molecular scene illustrates mixed occupancy, with density generated from atomic coordinates, and does not represent an experimental map or a model prediction.</a:t>
            </a:r>
            <a:endParaRPr lang="zh-CN" altLang="en-US"/>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779363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LigandSeek </a:t>
            </a:r>
            <a:r>
              <a:rPr lang="zh-CN" altLang="en-US"/>
              <a:t>总览示意。</a:t>
            </a:r>
            <a:r>
              <a:rPr lang="en-US" altLang="zh-CN"/>
              <a:t>Find </a:t>
            </a:r>
            <a:r>
              <a:rPr lang="zh-CN" altLang="en-US"/>
              <a:t>定位五个候选区域，</a:t>
            </a:r>
            <a:r>
              <a:rPr lang="en-US" altLang="zh-CN"/>
              <a:t>Match </a:t>
            </a:r>
            <a:r>
              <a:rPr lang="zh-CN" altLang="en-US"/>
              <a:t>将 </a:t>
            </a:r>
            <a:r>
              <a:rPr lang="en-US" altLang="zh-CN"/>
              <a:t>B1 </a:t>
            </a:r>
            <a:r>
              <a:rPr lang="zh-CN" altLang="en-US"/>
              <a:t>和 </a:t>
            </a:r>
            <a:r>
              <a:rPr lang="en-US" altLang="zh-CN"/>
              <a:t>B2 </a:t>
            </a:r>
            <a:r>
              <a:rPr lang="zh-CN" altLang="en-US"/>
              <a:t>指派为同一配体身份，将 </a:t>
            </a:r>
            <a:r>
              <a:rPr lang="en-US" altLang="zh-CN"/>
              <a:t>B4 </a:t>
            </a:r>
            <a:r>
              <a:rPr lang="zh-CN" altLang="en-US"/>
              <a:t>和 </a:t>
            </a:r>
            <a:r>
              <a:rPr lang="en-US" altLang="zh-CN"/>
              <a:t>B5 </a:t>
            </a:r>
            <a:r>
              <a:rPr lang="zh-CN" altLang="en-US"/>
              <a:t>指派为另外两种身份，并拒绝 </a:t>
            </a:r>
            <a:r>
              <a:rPr lang="en-US" altLang="zh-CN"/>
              <a:t>B3</a:t>
            </a:r>
            <a:r>
              <a:rPr lang="zh-CN" altLang="en-US"/>
              <a:t>。</a:t>
            </a:r>
            <a:r>
              <a:rPr lang="en-US" altLang="zh-CN"/>
              <a:t>Build </a:t>
            </a:r>
            <a:r>
              <a:rPr lang="zh-CN" altLang="en-US"/>
              <a:t>为四个通过匹配的区域构建配体结合构象。密度、受体和配体分别用浅灰网格、蓝灰 </a:t>
            </a:r>
            <a:r>
              <a:rPr lang="en-US" altLang="zh-CN"/>
              <a:t>cartoon </a:t>
            </a:r>
            <a:r>
              <a:rPr lang="zh-CN" altLang="en-US"/>
              <a:t>和彩色球棍表示。分子场景为示意混合占据，密度由原子坐标生成；不表示一次真实实验或模型预测。</a:t>
            </a:r>
          </a:p>
          <a:p>
            <a:endParaRPr lang="zh-CN" altLang="en-US"/>
          </a:p>
          <a:p>
            <a:r>
              <a:rPr lang="en-US" altLang="zh-CN"/>
              <a:t>ENGLISH:</a:t>
            </a:r>
          </a:p>
          <a:p>
            <a:endParaRPr lang="en-US" altLang="zh-CN"/>
          </a:p>
          <a:p>
            <a:r>
              <a:rPr lang="en-US" altLang="zh-CN"/>
              <a:t>Schematic overview of LigandSeek. Find identifies five candidate regions. Match assigns B1 and B2 to the same ligand identity, assigns B4 and B5 to two other identities, and rejects B3. Build produces four ligand poses. Density, receptor and ligands are shown as a light-grey mesh, blue-grey cartoons and coloured ball-and-stick models, respectively. The molecular scene illustrates mixed occupancy, with density generated from atomic coordinates, and does not represent an experimental map or a model prediction.</a:t>
            </a:r>
            <a:endParaRPr lang="zh-CN" altLang="en-US"/>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902691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LigandSeek </a:t>
            </a:r>
            <a:r>
              <a:rPr lang="zh-CN" altLang="en-US"/>
              <a:t>总览示意。</a:t>
            </a:r>
            <a:r>
              <a:rPr lang="en-US" altLang="zh-CN"/>
              <a:t>Find </a:t>
            </a:r>
            <a:r>
              <a:rPr lang="zh-CN" altLang="en-US"/>
              <a:t>定位五个候选区域，</a:t>
            </a:r>
            <a:r>
              <a:rPr lang="en-US" altLang="zh-CN"/>
              <a:t>Match </a:t>
            </a:r>
            <a:r>
              <a:rPr lang="zh-CN" altLang="en-US"/>
              <a:t>将 </a:t>
            </a:r>
            <a:r>
              <a:rPr lang="en-US" altLang="zh-CN"/>
              <a:t>B1 </a:t>
            </a:r>
            <a:r>
              <a:rPr lang="zh-CN" altLang="en-US"/>
              <a:t>和 </a:t>
            </a:r>
            <a:r>
              <a:rPr lang="en-US" altLang="zh-CN"/>
              <a:t>B2 </a:t>
            </a:r>
            <a:r>
              <a:rPr lang="zh-CN" altLang="en-US"/>
              <a:t>指派为同一配体身份，将 </a:t>
            </a:r>
            <a:r>
              <a:rPr lang="en-US" altLang="zh-CN"/>
              <a:t>B4 </a:t>
            </a:r>
            <a:r>
              <a:rPr lang="zh-CN" altLang="en-US"/>
              <a:t>和 </a:t>
            </a:r>
            <a:r>
              <a:rPr lang="en-US" altLang="zh-CN"/>
              <a:t>B5 </a:t>
            </a:r>
            <a:r>
              <a:rPr lang="zh-CN" altLang="en-US"/>
              <a:t>指派为另外两种身份，并拒绝 </a:t>
            </a:r>
            <a:r>
              <a:rPr lang="en-US" altLang="zh-CN"/>
              <a:t>B3</a:t>
            </a:r>
            <a:r>
              <a:rPr lang="zh-CN" altLang="en-US"/>
              <a:t>。</a:t>
            </a:r>
            <a:r>
              <a:rPr lang="en-US" altLang="zh-CN"/>
              <a:t>Build </a:t>
            </a:r>
            <a:r>
              <a:rPr lang="zh-CN" altLang="en-US"/>
              <a:t>为四个通过匹配的区域构建配体结合构象。密度、受体和配体分别用浅灰网格、蓝灰 </a:t>
            </a:r>
            <a:r>
              <a:rPr lang="en-US" altLang="zh-CN"/>
              <a:t>cartoon </a:t>
            </a:r>
            <a:r>
              <a:rPr lang="zh-CN" altLang="en-US"/>
              <a:t>和彩色球棍表示。分子场景为示意混合占据，密度由原子坐标生成；不表示一次真实实验或模型预测。</a:t>
            </a:r>
          </a:p>
          <a:p>
            <a:endParaRPr lang="zh-CN" altLang="en-US"/>
          </a:p>
          <a:p>
            <a:r>
              <a:rPr lang="en-US" altLang="zh-CN"/>
              <a:t>ENGLISH:</a:t>
            </a:r>
          </a:p>
          <a:p>
            <a:endParaRPr lang="en-US" altLang="zh-CN"/>
          </a:p>
          <a:p>
            <a:r>
              <a:rPr lang="en-US" altLang="zh-CN"/>
              <a:t>Schematic overview of LigandSeek. Find identifies five candidate regions. Match assigns B1 and B2 to the same ligand identity, assigns B4 and B5 to two other identities, and rejects B3. Build produces four ligand poses. Density, receptor and ligands are shown as a light-grey mesh, blue-grey cartoons and coloured ball-and-stick models, respectively. The molecular scene illustrates mixed occupancy, with density generated from atomic coordinates, and does not represent an experimental map or a model prediction.</a:t>
            </a:r>
            <a:endParaRPr lang="zh-CN" altLang="en-US"/>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518504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LigandSeek </a:t>
            </a:r>
            <a:r>
              <a:rPr lang="zh-CN" altLang="en-US"/>
              <a:t>总览示意。</a:t>
            </a:r>
            <a:r>
              <a:rPr lang="en-US" altLang="zh-CN"/>
              <a:t>Find </a:t>
            </a:r>
            <a:r>
              <a:rPr lang="zh-CN" altLang="en-US"/>
              <a:t>定位五个候选区域，</a:t>
            </a:r>
            <a:r>
              <a:rPr lang="en-US" altLang="zh-CN"/>
              <a:t>Match </a:t>
            </a:r>
            <a:r>
              <a:rPr lang="zh-CN" altLang="en-US"/>
              <a:t>将 </a:t>
            </a:r>
            <a:r>
              <a:rPr lang="en-US" altLang="zh-CN"/>
              <a:t>B1 </a:t>
            </a:r>
            <a:r>
              <a:rPr lang="zh-CN" altLang="en-US"/>
              <a:t>和 </a:t>
            </a:r>
            <a:r>
              <a:rPr lang="en-US" altLang="zh-CN"/>
              <a:t>B2 </a:t>
            </a:r>
            <a:r>
              <a:rPr lang="zh-CN" altLang="en-US"/>
              <a:t>指派为同一配体身份，将 </a:t>
            </a:r>
            <a:r>
              <a:rPr lang="en-US" altLang="zh-CN"/>
              <a:t>B4 </a:t>
            </a:r>
            <a:r>
              <a:rPr lang="zh-CN" altLang="en-US"/>
              <a:t>和 </a:t>
            </a:r>
            <a:r>
              <a:rPr lang="en-US" altLang="zh-CN"/>
              <a:t>B5 </a:t>
            </a:r>
            <a:r>
              <a:rPr lang="zh-CN" altLang="en-US"/>
              <a:t>指派为另外两种身份，并拒绝 </a:t>
            </a:r>
            <a:r>
              <a:rPr lang="en-US" altLang="zh-CN"/>
              <a:t>B3</a:t>
            </a:r>
            <a:r>
              <a:rPr lang="zh-CN" altLang="en-US"/>
              <a:t>。</a:t>
            </a:r>
            <a:r>
              <a:rPr lang="en-US" altLang="zh-CN"/>
              <a:t>Build </a:t>
            </a:r>
            <a:r>
              <a:rPr lang="zh-CN" altLang="en-US"/>
              <a:t>为四个通过匹配的区域构建配体结合构象。密度、受体和配体分别用浅灰网格、蓝灰 </a:t>
            </a:r>
            <a:r>
              <a:rPr lang="en-US" altLang="zh-CN"/>
              <a:t>cartoon </a:t>
            </a:r>
            <a:r>
              <a:rPr lang="zh-CN" altLang="en-US"/>
              <a:t>和彩色球棍表示。分子场景为示意混合占据，密度由原子坐标生成；不表示一次真实实验或模型预测。</a:t>
            </a:r>
          </a:p>
          <a:p>
            <a:endParaRPr lang="zh-CN" altLang="en-US"/>
          </a:p>
          <a:p>
            <a:r>
              <a:rPr lang="en-US" altLang="zh-CN"/>
              <a:t>ENGLISH:</a:t>
            </a:r>
          </a:p>
          <a:p>
            <a:endParaRPr lang="en-US" altLang="zh-CN"/>
          </a:p>
          <a:p>
            <a:r>
              <a:rPr lang="en-US" altLang="zh-CN"/>
              <a:t>Schematic overview of LigandSeek. Find identifies five candidate regions. Match assigns B1 and B2 to the same ligand identity, assigns B4 and B5 to two other identities, and rejects B3. Build produces four ligand poses. Density, receptor and ligands are shown as a light-grey mesh, blue-grey cartoons and coloured ball-and-stick models, respectively. The molecular scene illustrates mixed occupancy, with density generated from atomic coordinates, and does not represent an experimental map or a model prediction.</a:t>
            </a:r>
            <a:endParaRPr lang="zh-CN" altLang="en-US"/>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19932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LigandSeek </a:t>
            </a:r>
            <a:r>
              <a:rPr lang="zh-CN" altLang="en-US"/>
              <a:t>总览示意。</a:t>
            </a:r>
            <a:r>
              <a:rPr lang="en-US" altLang="zh-CN"/>
              <a:t>Find </a:t>
            </a:r>
            <a:r>
              <a:rPr lang="zh-CN" altLang="en-US"/>
              <a:t>定位五个候选区域，</a:t>
            </a:r>
            <a:r>
              <a:rPr lang="en-US" altLang="zh-CN"/>
              <a:t>Match </a:t>
            </a:r>
            <a:r>
              <a:rPr lang="zh-CN" altLang="en-US"/>
              <a:t>将 </a:t>
            </a:r>
            <a:r>
              <a:rPr lang="en-US" altLang="zh-CN"/>
              <a:t>B1 </a:t>
            </a:r>
            <a:r>
              <a:rPr lang="zh-CN" altLang="en-US"/>
              <a:t>和 </a:t>
            </a:r>
            <a:r>
              <a:rPr lang="en-US" altLang="zh-CN"/>
              <a:t>B2 </a:t>
            </a:r>
            <a:r>
              <a:rPr lang="zh-CN" altLang="en-US"/>
              <a:t>指派为同一配体身份，将 </a:t>
            </a:r>
            <a:r>
              <a:rPr lang="en-US" altLang="zh-CN"/>
              <a:t>B4 </a:t>
            </a:r>
            <a:r>
              <a:rPr lang="zh-CN" altLang="en-US"/>
              <a:t>和 </a:t>
            </a:r>
            <a:r>
              <a:rPr lang="en-US" altLang="zh-CN"/>
              <a:t>B5 </a:t>
            </a:r>
            <a:r>
              <a:rPr lang="zh-CN" altLang="en-US"/>
              <a:t>指派为另外两种身份，并拒绝 </a:t>
            </a:r>
            <a:r>
              <a:rPr lang="en-US" altLang="zh-CN"/>
              <a:t>B3</a:t>
            </a:r>
            <a:r>
              <a:rPr lang="zh-CN" altLang="en-US"/>
              <a:t>。</a:t>
            </a:r>
            <a:r>
              <a:rPr lang="en-US" altLang="zh-CN"/>
              <a:t>Build </a:t>
            </a:r>
            <a:r>
              <a:rPr lang="zh-CN" altLang="en-US"/>
              <a:t>为四个通过匹配的区域构建配体结合构象。密度、受体和配体分别用浅灰网格、蓝灰 </a:t>
            </a:r>
            <a:r>
              <a:rPr lang="en-US" altLang="zh-CN"/>
              <a:t>cartoon </a:t>
            </a:r>
            <a:r>
              <a:rPr lang="zh-CN" altLang="en-US"/>
              <a:t>和彩色球棍表示。分子场景为示意混合占据，密度由原子坐标生成；不表示一次真实实验或模型预测。</a:t>
            </a:r>
          </a:p>
          <a:p>
            <a:endParaRPr lang="zh-CN" altLang="en-US"/>
          </a:p>
          <a:p>
            <a:r>
              <a:rPr lang="en-US" altLang="zh-CN"/>
              <a:t>ENGLISH:</a:t>
            </a:r>
          </a:p>
          <a:p>
            <a:endParaRPr lang="en-US" altLang="zh-CN"/>
          </a:p>
          <a:p>
            <a:r>
              <a:rPr lang="en-US" altLang="zh-CN"/>
              <a:t>Schematic overview of LigandSeek. Find identifies five candidate regions. Match assigns B1 and B2 to the same ligand identity, assigns B4 and B5 to two other identities, and rejects B3. Build produces four ligand poses. Density, receptor and ligands are shown as a light-grey mesh, blue-grey cartoons and coloured ball-and-stick models, respectively. The molecular scene illustrates mixed occupancy, with density generated from atomic coordinates, and does not represent an experimental map or a model prediction.</a:t>
            </a:r>
            <a:endParaRPr lang="zh-CN" altLang="en-US"/>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860088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FB6F2-C982-202E-174E-1CBDB965B1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DCA5F4-3FF1-7178-4E16-FB5889678AC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254F26-9A0E-AF4B-7809-3B8A108A7086}"/>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582F454D-2634-C842-D27A-42F8172A63C9}"/>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298012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E6E98-B6BE-6332-69CC-76A88A37A3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0AA4E9-050D-97CA-C411-1DC3967D5A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085C8D-6ABD-5632-E2EC-1E26D42F913E}"/>
              </a:ext>
            </a:extLst>
          </p:cNvPr>
          <p:cNvSpPr>
            <a:spLocks noGrp="1"/>
          </p:cNvSpPr>
          <p:nvPr>
            <p:ph type="body" idx="1"/>
          </p:nvPr>
        </p:nvSpPr>
        <p:spPr/>
        <p:txBody>
          <a:bodyPr/>
          <a:lstStyle/>
          <a:p>
            <a:r>
              <a:rPr lang="zh-CN" altLang="en-US" dirty="0"/>
              <a:t>基于冷冻电镜数据重建配体构象的 </a:t>
            </a:r>
            <a:r>
              <a:rPr lang="en-US" altLang="zh-CN" dirty="0"/>
              <a:t>Find–Match–Build </a:t>
            </a:r>
            <a:r>
              <a:rPr lang="zh-CN" altLang="en-US" dirty="0"/>
              <a:t>端到端自动化工作流程。输入包括实验冷冻电镜密度图和受体结构，后者可以是 </a:t>
            </a:r>
            <a:r>
              <a:rPr lang="en-US" altLang="zh-CN" dirty="0"/>
              <a:t>PDB </a:t>
            </a:r>
            <a:r>
              <a:rPr lang="zh-CN" altLang="en-US" dirty="0"/>
              <a:t>沉积受体结构，也可以是由 </a:t>
            </a:r>
            <a:r>
              <a:rPr lang="en-US" altLang="zh-CN" dirty="0"/>
              <a:t>CryoAtom2 </a:t>
            </a:r>
            <a:r>
              <a:rPr lang="zh-CN" altLang="en-US" dirty="0"/>
              <a:t>自动建模的受体结构。</a:t>
            </a:r>
            <a:r>
              <a:rPr lang="en-US" altLang="zh-CN" dirty="0"/>
              <a:t>Find </a:t>
            </a:r>
            <a:r>
              <a:rPr lang="zh-CN" altLang="en-US" dirty="0"/>
              <a:t>在整张密度图中定位候选配体区域（</a:t>
            </a:r>
            <a:r>
              <a:rPr lang="en-US" altLang="zh-CN" dirty="0"/>
              <a:t>blobs B1–B5</a:t>
            </a:r>
            <a:r>
              <a:rPr lang="zh-CN" altLang="en-US" dirty="0"/>
              <a:t>）。</a:t>
            </a:r>
            <a:r>
              <a:rPr lang="en-US" altLang="zh-CN" dirty="0"/>
              <a:t>Match </a:t>
            </a:r>
            <a:r>
              <a:rPr lang="zh-CN" altLang="en-US" dirty="0"/>
              <a:t>过滤假阳性预测，并将有效候选区域指派给同一 </a:t>
            </a:r>
            <a:r>
              <a:rPr lang="en-US" altLang="zh-CN" dirty="0"/>
              <a:t>PDB </a:t>
            </a:r>
            <a:r>
              <a:rPr lang="zh-CN" altLang="en-US" dirty="0"/>
              <a:t>条目中的配体身份（用 </a:t>
            </a:r>
            <a:r>
              <a:rPr lang="en-US" altLang="zh-CN" dirty="0"/>
              <a:t>SMILES </a:t>
            </a:r>
            <a:r>
              <a:rPr lang="zh-CN" altLang="en-US" dirty="0"/>
              <a:t>表示）；</a:t>
            </a:r>
            <a:r>
              <a:rPr lang="en-US" altLang="zh-CN" dirty="0"/>
              <a:t>B1 </a:t>
            </a:r>
            <a:r>
              <a:rPr lang="zh-CN" altLang="en-US" dirty="0"/>
              <a:t>和 </a:t>
            </a:r>
            <a:r>
              <a:rPr lang="en-US" altLang="zh-CN" dirty="0"/>
              <a:t>B2 </a:t>
            </a:r>
            <a:r>
              <a:rPr lang="zh-CN" altLang="en-US" dirty="0"/>
              <a:t>示意两个不同位点被指派相同的配体身份，</a:t>
            </a:r>
            <a:r>
              <a:rPr lang="en-US" altLang="zh-CN" dirty="0"/>
              <a:t>B4 </a:t>
            </a:r>
            <a:r>
              <a:rPr lang="zh-CN" altLang="en-US" dirty="0"/>
              <a:t>示意被剔除的候选区域。</a:t>
            </a:r>
            <a:r>
              <a:rPr lang="en-US" altLang="zh-CN" dirty="0"/>
              <a:t>Build </a:t>
            </a:r>
            <a:r>
              <a:rPr lang="zh-CN" altLang="en-US" dirty="0"/>
              <a:t>结合 </a:t>
            </a:r>
            <a:r>
              <a:rPr lang="en-US" altLang="zh-CN" dirty="0"/>
              <a:t>Find </a:t>
            </a:r>
            <a:r>
              <a:rPr lang="zh-CN" altLang="en-US" dirty="0"/>
              <a:t>预测的区域和 </a:t>
            </a:r>
            <a:r>
              <a:rPr lang="en-US" altLang="zh-CN" dirty="0"/>
              <a:t>Match </a:t>
            </a:r>
            <a:r>
              <a:rPr lang="zh-CN" altLang="en-US" dirty="0"/>
              <a:t>匹配的身份，使用选定的分子对接工具生成三维配体构象。</a:t>
            </a:r>
            <a:endParaRPr lang="en-US" altLang="zh-CN" dirty="0"/>
          </a:p>
          <a:p>
            <a:endParaRPr lang="zh-CN" altLang="en-US" dirty="0"/>
          </a:p>
          <a:p>
            <a:r>
              <a:rPr lang="en-US" altLang="zh-CN" dirty="0"/>
              <a:t>ENGLISH</a:t>
            </a:r>
            <a:r>
              <a:rPr lang="zh-CN" altLang="en-US" dirty="0"/>
              <a:t>：</a:t>
            </a:r>
          </a:p>
          <a:p>
            <a:r>
              <a:rPr lang="en-US" altLang="zh-CN" sz="1200" b="0" i="0" kern="1200" dirty="0">
                <a:effectLst/>
              </a:rPr>
              <a:t>Automated end-to-end Find–Match–Build workflow for reconstructing ligand poses from cryo-EM data. The inputs are an experimental cryo-EM density map and either a deposited receptor structure or a receptor structure automatically modelled by CryoAtom2. Find locates candidate ligand regions (blobs B1–B5) across the density map. Match filters false-positive predictions and assigns valid candidate regions to ligand identities (represented by SMILES) within the same PDB entry; B1 and B2 illustrate two distinct sites assigned the same identity, whereas B4 represents a rejected candidate region. Build combines the predicted regions from Find with the matched identities from Match to generate three-dimensional ligand poses using the selected molecular docking tool.</a:t>
            </a:r>
            <a:endParaRPr lang="en-US" altLang="zh-CN" dirty="0"/>
          </a:p>
        </p:txBody>
      </p:sp>
      <p:sp>
        <p:nvSpPr>
          <p:cNvPr id="4" name="灯片编号占位符 3">
            <a:extLst>
              <a:ext uri="{FF2B5EF4-FFF2-40B4-BE49-F238E27FC236}">
                <a16:creationId xmlns:a16="http://schemas.microsoft.com/office/drawing/2014/main" id="{75499CCF-7526-3496-7108-5FD3A3CF87B6}"/>
              </a:ext>
            </a:extLst>
          </p:cNvPr>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730161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52166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F_A3FF6BB7.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microsoft.com/office/2018/10/relationships/comments" Target="../comments/modernComment_110_21794960.xm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11_F21098D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microsoft.com/office/2018/10/relationships/comments" Target="../comments/modernComment_112_BBD1A8C6.xm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9.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13_AE86058F.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microsoft.com/office/2018/10/relationships/comments" Target="../comments/modernComment_115_2FF76763.xm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8.png"/><Relationship Id="rId5" Type="http://schemas.openxmlformats.org/officeDocument/2006/relationships/image" Target="../media/image16.png"/><Relationship Id="rId10" Type="http://schemas.openxmlformats.org/officeDocument/2006/relationships/image" Target="../media/image7.png"/><Relationship Id="rId4" Type="http://schemas.openxmlformats.org/officeDocument/2006/relationships/image" Target="../media/image15.png"/><Relationship Id="rId9" Type="http://schemas.openxmlformats.org/officeDocument/2006/relationships/image" Target="../media/image9.png"/><Relationship Id="rId1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16_2AB6F76.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microsoft.com/office/2018/10/relationships/comments" Target="../comments/modernComment_117_F256198F.xm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8.png"/><Relationship Id="rId5" Type="http://schemas.openxmlformats.org/officeDocument/2006/relationships/image" Target="../media/image16.png"/><Relationship Id="rId15" Type="http://schemas.openxmlformats.org/officeDocument/2006/relationships/image" Target="../media/image18.png"/><Relationship Id="rId10" Type="http://schemas.openxmlformats.org/officeDocument/2006/relationships/image" Target="../media/image7.png"/><Relationship Id="rId4" Type="http://schemas.openxmlformats.org/officeDocument/2006/relationships/image" Target="../media/image15.png"/><Relationship Id="rId9" Type="http://schemas.openxmlformats.org/officeDocument/2006/relationships/image" Target="../media/image9.png"/><Relationship Id="rId1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18_B65CF58E.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19_D387D623.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8.png"/><Relationship Id="rId3" Type="http://schemas.microsoft.com/office/2018/10/relationships/comments" Target="../comments/modernComment_11A_6C7631D3.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6.png"/><Relationship Id="rId10" Type="http://schemas.openxmlformats.org/officeDocument/2006/relationships/image" Target="../media/image10.png"/><Relationship Id="rId4" Type="http://schemas.openxmlformats.org/officeDocument/2006/relationships/image" Target="../media/image17.png"/><Relationship Id="rId9" Type="http://schemas.openxmlformats.org/officeDocument/2006/relationships/image" Target="../media/image9.png"/><Relationship Id="rId1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8.png"/><Relationship Id="rId3" Type="http://schemas.microsoft.com/office/2018/10/relationships/comments" Target="../comments/modernComment_11C_F689049B.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3.png"/><Relationship Id="rId10" Type="http://schemas.openxmlformats.org/officeDocument/2006/relationships/image" Target="../media/image10.png"/><Relationship Id="rId4" Type="http://schemas.openxmlformats.org/officeDocument/2006/relationships/image" Target="../media/image17.png"/><Relationship Id="rId9" Type="http://schemas.openxmlformats.org/officeDocument/2006/relationships/image" Target="../media/image9.png"/><Relationship Id="rId1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D68E8-1582-F9D7-8096-3D2A83EB1F3A}"/>
            </a:ext>
          </a:extLst>
        </p:cNvPr>
        <p:cNvGrpSpPr/>
        <p:nvPr/>
      </p:nvGrpSpPr>
      <p:grpSpPr>
        <a:xfrm>
          <a:off x="0" y="0"/>
          <a:ext cx="0" cy="0"/>
          <a:chOff x="0" y="0"/>
          <a:chExt cx="0" cy="0"/>
        </a:xfrm>
      </p:grpSpPr>
      <p:grpSp>
        <p:nvGrpSpPr>
          <p:cNvPr id="6210" name="label">
            <a:extLst>
              <a:ext uri="{FF2B5EF4-FFF2-40B4-BE49-F238E27FC236}">
                <a16:creationId xmlns:a16="http://schemas.microsoft.com/office/drawing/2014/main" id="{FA743C27-12C4-F8D5-249C-4EC83D5D4C67}"/>
              </a:ext>
            </a:extLst>
          </p:cNvPr>
          <p:cNvGrpSpPr/>
          <p:nvPr/>
        </p:nvGrpSpPr>
        <p:grpSpPr>
          <a:xfrm>
            <a:off x="3525281" y="1618013"/>
            <a:ext cx="4477751" cy="98961"/>
            <a:chOff x="160020" y="923925"/>
            <a:chExt cx="15515407" cy="342900"/>
          </a:xfrm>
        </p:grpSpPr>
        <p:sp>
          <p:nvSpPr>
            <p:cNvPr id="3" name="label__2">
              <a:extLst>
                <a:ext uri="{FF2B5EF4-FFF2-40B4-BE49-F238E27FC236}">
                  <a16:creationId xmlns:a16="http://schemas.microsoft.com/office/drawing/2014/main" id="{E8CDBD93-28E4-B4CE-0393-1FF6A3EED108}"/>
                </a:ext>
              </a:extLst>
            </p:cNvPr>
            <p:cNvSpPr>
              <a:spLocks noGrp="1"/>
            </p:cNvSpPr>
            <p:nvPr/>
          </p:nvSpPr>
          <p:spPr>
            <a:xfrm>
              <a:off x="160020" y="923925"/>
              <a:ext cx="2047874" cy="342900"/>
            </a:xfrm>
            <a:prstGeom prst="rect">
              <a:avLst/>
            </a:prstGeom>
            <a:noFill/>
            <a:ln w="0">
              <a:noFill/>
            </a:ln>
          </p:spPr>
          <p:txBody>
            <a:bodyPr wrap="none" lIns="0" tIns="0" rIns="0" bIns="0" anchor="ctr">
              <a:noAutofit/>
            </a:bodyPr>
            <a:lstStyle/>
            <a:p>
              <a:pPr algn="ctr">
                <a:defRPr sz="1725" b="1">
                  <a:solidFill>
                    <a:srgbClr val="263442"/>
                  </a:solidFill>
                  <a:latin typeface="Arial"/>
                  <a:ea typeface="Arial"/>
                  <a:cs typeface="Arial"/>
                </a:defRPr>
              </a:pPr>
              <a:r>
                <a:rPr lang="en-US" sz="623" b="1" dirty="0">
                  <a:solidFill>
                    <a:srgbClr val="263442"/>
                  </a:solidFill>
                  <a:latin typeface="Arial"/>
                  <a:ea typeface="Arial"/>
                  <a:cs typeface="Arial"/>
                </a:rPr>
                <a:t>I</a:t>
              </a:r>
              <a:r>
                <a:rPr lang="en-US" altLang="zh-CN" sz="623" b="1" dirty="0">
                  <a:solidFill>
                    <a:srgbClr val="263442"/>
                  </a:solidFill>
                  <a:latin typeface="Arial"/>
                  <a:ea typeface="Arial"/>
                  <a:cs typeface="Arial"/>
                </a:rPr>
                <a:t>nput</a:t>
              </a:r>
              <a:endParaRPr sz="623" b="1" dirty="0">
                <a:solidFill>
                  <a:srgbClr val="263442"/>
                </a:solidFill>
                <a:latin typeface="Arial"/>
                <a:ea typeface="Arial"/>
                <a:cs typeface="Arial"/>
              </a:endParaRPr>
            </a:p>
          </p:txBody>
        </p:sp>
        <p:sp>
          <p:nvSpPr>
            <p:cNvPr id="4" name="label__3">
              <a:extLst>
                <a:ext uri="{FF2B5EF4-FFF2-40B4-BE49-F238E27FC236}">
                  <a16:creationId xmlns:a16="http://schemas.microsoft.com/office/drawing/2014/main" id="{BFC276B0-76AA-A77C-4AFE-0BA744539D4A}"/>
                </a:ext>
              </a:extLst>
            </p:cNvPr>
            <p:cNvSpPr>
              <a:spLocks noGrp="1"/>
            </p:cNvSpPr>
            <p:nvPr/>
          </p:nvSpPr>
          <p:spPr>
            <a:xfrm>
              <a:off x="2671360" y="923925"/>
              <a:ext cx="3905249" cy="342900"/>
            </a:xfrm>
            <a:prstGeom prst="rect">
              <a:avLst/>
            </a:prstGeom>
            <a:noFill/>
            <a:ln w="0">
              <a:noFill/>
            </a:ln>
          </p:spPr>
          <p:txBody>
            <a:bodyPr wrap="none" lIns="0" tIns="0" rIns="0" bIns="0" anchor="ctr">
              <a:noAutofit/>
            </a:bodyPr>
            <a:lstStyle/>
            <a:p>
              <a:pPr algn="ctr">
                <a:defRPr sz="1725" b="1">
                  <a:solidFill>
                    <a:srgbClr val="263442"/>
                  </a:solidFill>
                  <a:latin typeface="Arial"/>
                  <a:ea typeface="Arial"/>
                  <a:cs typeface="Arial"/>
                </a:defRPr>
              </a:pPr>
              <a:r>
                <a:rPr sz="623" b="1" dirty="0">
                  <a:solidFill>
                    <a:srgbClr val="263442"/>
                  </a:solidFill>
                  <a:latin typeface="Arial"/>
                  <a:ea typeface="Arial"/>
                  <a:cs typeface="Arial"/>
                </a:rPr>
                <a:t>Candidate </a:t>
              </a:r>
              <a:r>
                <a:rPr lang="en-US" sz="623" b="1" dirty="0">
                  <a:solidFill>
                    <a:srgbClr val="263442"/>
                  </a:solidFill>
                  <a:latin typeface="Arial"/>
                  <a:ea typeface="Arial"/>
                  <a:cs typeface="Arial"/>
                </a:rPr>
                <a:t>blob</a:t>
              </a:r>
              <a:endParaRPr sz="623" b="1" dirty="0">
                <a:solidFill>
                  <a:srgbClr val="263442"/>
                </a:solidFill>
                <a:latin typeface="Arial"/>
                <a:ea typeface="Arial"/>
                <a:cs typeface="Arial"/>
              </a:endParaRPr>
            </a:p>
          </p:txBody>
        </p:sp>
        <p:sp>
          <p:nvSpPr>
            <p:cNvPr id="5" name="label__4">
              <a:extLst>
                <a:ext uri="{FF2B5EF4-FFF2-40B4-BE49-F238E27FC236}">
                  <a16:creationId xmlns:a16="http://schemas.microsoft.com/office/drawing/2014/main" id="{90C29469-562A-DEA3-48C8-FA4C526BF8DF}"/>
                </a:ext>
              </a:extLst>
            </p:cNvPr>
            <p:cNvSpPr>
              <a:spLocks noGrp="1"/>
            </p:cNvSpPr>
            <p:nvPr/>
          </p:nvSpPr>
          <p:spPr>
            <a:xfrm>
              <a:off x="7376706" y="923925"/>
              <a:ext cx="3381375" cy="342900"/>
            </a:xfrm>
            <a:prstGeom prst="rect">
              <a:avLst/>
            </a:prstGeom>
            <a:noFill/>
            <a:ln w="0">
              <a:noFill/>
            </a:ln>
          </p:spPr>
          <p:txBody>
            <a:bodyPr wrap="none" lIns="0" tIns="0" rIns="0" bIns="0" anchor="ctr">
              <a:noAutofit/>
            </a:bodyPr>
            <a:lstStyle/>
            <a:p>
              <a:pPr algn="ctr">
                <a:defRPr sz="1725" b="1">
                  <a:solidFill>
                    <a:srgbClr val="263442"/>
                  </a:solidFill>
                  <a:latin typeface="Arial"/>
                  <a:ea typeface="Arial"/>
                  <a:cs typeface="Arial"/>
                </a:defRPr>
              </a:pPr>
              <a:r>
                <a:rPr sz="623" b="1" dirty="0">
                  <a:solidFill>
                    <a:srgbClr val="263442"/>
                  </a:solidFill>
                  <a:latin typeface="Arial"/>
                  <a:ea typeface="Arial"/>
                  <a:cs typeface="Arial"/>
                </a:rPr>
                <a:t>Ligand identity assignment</a:t>
              </a:r>
            </a:p>
          </p:txBody>
        </p:sp>
        <p:sp>
          <p:nvSpPr>
            <p:cNvPr id="7" name="label__6">
              <a:extLst>
                <a:ext uri="{FF2B5EF4-FFF2-40B4-BE49-F238E27FC236}">
                  <a16:creationId xmlns:a16="http://schemas.microsoft.com/office/drawing/2014/main" id="{1624704C-B6CB-1FE0-42C9-16E6B9BCB35C}"/>
                </a:ext>
              </a:extLst>
            </p:cNvPr>
            <p:cNvSpPr>
              <a:spLocks noGrp="1"/>
            </p:cNvSpPr>
            <p:nvPr/>
          </p:nvSpPr>
          <p:spPr>
            <a:xfrm>
              <a:off x="13484678" y="923925"/>
              <a:ext cx="2190749" cy="342900"/>
            </a:xfrm>
            <a:prstGeom prst="rect">
              <a:avLst/>
            </a:prstGeom>
            <a:noFill/>
            <a:ln w="0">
              <a:noFill/>
            </a:ln>
          </p:spPr>
          <p:txBody>
            <a:bodyPr wrap="none" lIns="0" tIns="0" rIns="0" bIns="0" anchor="ctr">
              <a:noAutofit/>
            </a:bodyPr>
            <a:lstStyle/>
            <a:p>
              <a:pPr algn="ctr">
                <a:defRPr sz="1725" b="1">
                  <a:solidFill>
                    <a:srgbClr val="263442"/>
                  </a:solidFill>
                  <a:latin typeface="Arial"/>
                  <a:ea typeface="Arial"/>
                  <a:cs typeface="Arial"/>
                </a:defRPr>
              </a:pPr>
              <a:r>
                <a:rPr sz="623" b="1" dirty="0">
                  <a:solidFill>
                    <a:srgbClr val="263442"/>
                  </a:solidFill>
                  <a:latin typeface="Arial"/>
                  <a:ea typeface="Arial"/>
                  <a:cs typeface="Arial"/>
                </a:rPr>
                <a:t>Ligand poses</a:t>
              </a:r>
            </a:p>
          </p:txBody>
        </p:sp>
      </p:grpSp>
      <p:grpSp>
        <p:nvGrpSpPr>
          <p:cNvPr id="6211" name="输入：实验密度表面">
            <a:extLst>
              <a:ext uri="{FF2B5EF4-FFF2-40B4-BE49-F238E27FC236}">
                <a16:creationId xmlns:a16="http://schemas.microsoft.com/office/drawing/2014/main" id="{8143059A-4228-C29B-75D0-902A65C9598F}"/>
              </a:ext>
            </a:extLst>
          </p:cNvPr>
          <p:cNvGrpSpPr/>
          <p:nvPr/>
        </p:nvGrpSpPr>
        <p:grpSpPr>
          <a:xfrm>
            <a:off x="3622383" y="1780199"/>
            <a:ext cx="439148" cy="522295"/>
            <a:chOff x="496477" y="1485900"/>
            <a:chExt cx="1521646" cy="1809750"/>
          </a:xfrm>
        </p:grpSpPr>
        <p:sp>
          <p:nvSpPr>
            <p:cNvPr id="8" name="Input_density__7">
              <a:extLst>
                <a:ext uri="{FF2B5EF4-FFF2-40B4-BE49-F238E27FC236}">
                  <a16:creationId xmlns:a16="http://schemas.microsoft.com/office/drawing/2014/main" id="{B65A5FCC-90A2-EC4F-43F0-9138284FFE24}"/>
                </a:ext>
              </a:extLst>
            </p:cNvPr>
            <p:cNvSpPr>
              <a:spLocks noGrp="1"/>
            </p:cNvSpPr>
            <p:nvPr/>
          </p:nvSpPr>
          <p:spPr>
            <a:xfrm>
              <a:off x="1220655" y="3062646"/>
              <a:ext cx="46074" cy="24513"/>
            </a:xfrm>
            <a:custGeom>
              <a:avLst/>
              <a:gdLst/>
              <a:ahLst/>
              <a:cxnLst/>
              <a:rect l="0" t="0" r="0" b="0"/>
              <a:pathLst>
                <a:path w="46074" h="24513">
                  <a:moveTo>
                    <a:pt x="0" y="2106"/>
                  </a:moveTo>
                  <a:lnTo>
                    <a:pt x="6305" y="2476"/>
                  </a:lnTo>
                  <a:lnTo>
                    <a:pt x="7043" y="3162"/>
                  </a:lnTo>
                  <a:close/>
                  <a:moveTo>
                    <a:pt x="46074" y="24513"/>
                  </a:moveTo>
                  <a:lnTo>
                    <a:pt x="31930" y="0"/>
                  </a:lnTo>
                  <a:lnTo>
                    <a:pt x="7043" y="3162"/>
                  </a:lnTo>
                  <a:close/>
                </a:path>
              </a:pathLst>
            </a:custGeom>
            <a:solidFill>
              <a:srgbClr val="B5C1C9"/>
            </a:solidFill>
            <a:ln w="1524">
              <a:solidFill>
                <a:srgbClr val="B5C1C9"/>
              </a:solidFill>
            </a:ln>
          </p:spPr>
        </p:sp>
        <p:sp>
          <p:nvSpPr>
            <p:cNvPr id="9" name="Input_density__8">
              <a:extLst>
                <a:ext uri="{FF2B5EF4-FFF2-40B4-BE49-F238E27FC236}">
                  <a16:creationId xmlns:a16="http://schemas.microsoft.com/office/drawing/2014/main" id="{9F3A144E-51DA-9DF2-AD55-0CFADB1050CF}"/>
                </a:ext>
              </a:extLst>
            </p:cNvPr>
            <p:cNvSpPr>
              <a:spLocks noGrp="1"/>
            </p:cNvSpPr>
            <p:nvPr/>
          </p:nvSpPr>
          <p:spPr>
            <a:xfrm>
              <a:off x="1176575" y="3034249"/>
              <a:ext cx="50386" cy="30873"/>
            </a:xfrm>
            <a:custGeom>
              <a:avLst/>
              <a:gdLst/>
              <a:ahLst/>
              <a:cxnLst/>
              <a:rect l="0" t="0" r="0" b="0"/>
              <a:pathLst>
                <a:path w="50386" h="30873">
                  <a:moveTo>
                    <a:pt x="0" y="0"/>
                  </a:moveTo>
                  <a:lnTo>
                    <a:pt x="44081" y="30502"/>
                  </a:lnTo>
                  <a:lnTo>
                    <a:pt x="16434" y="26437"/>
                  </a:lnTo>
                  <a:close/>
                  <a:moveTo>
                    <a:pt x="50386" y="30873"/>
                  </a:moveTo>
                  <a:lnTo>
                    <a:pt x="44081" y="30502"/>
                  </a:lnTo>
                  <a:lnTo>
                    <a:pt x="0" y="0"/>
                  </a:lnTo>
                  <a:close/>
                </a:path>
              </a:pathLst>
            </a:custGeom>
            <a:solidFill>
              <a:srgbClr val="BCC7CF"/>
            </a:solidFill>
            <a:ln w="1524">
              <a:solidFill>
                <a:srgbClr val="BCC7CF"/>
              </a:solidFill>
            </a:ln>
          </p:spPr>
        </p:sp>
        <p:sp>
          <p:nvSpPr>
            <p:cNvPr id="10" name="Input_density__9">
              <a:extLst>
                <a:ext uri="{FF2B5EF4-FFF2-40B4-BE49-F238E27FC236}">
                  <a16:creationId xmlns:a16="http://schemas.microsoft.com/office/drawing/2014/main" id="{045E7A2F-067C-70F9-8289-7895B0C3DB1B}"/>
                </a:ext>
              </a:extLst>
            </p:cNvPr>
            <p:cNvSpPr>
              <a:spLocks noGrp="1"/>
            </p:cNvSpPr>
            <p:nvPr/>
          </p:nvSpPr>
          <p:spPr>
            <a:xfrm>
              <a:off x="1285861" y="2960591"/>
              <a:ext cx="31800" cy="38987"/>
            </a:xfrm>
            <a:custGeom>
              <a:avLst/>
              <a:gdLst/>
              <a:ahLst/>
              <a:cxnLst/>
              <a:rect l="0" t="0" r="0" b="0"/>
              <a:pathLst>
                <a:path w="31800" h="38987">
                  <a:moveTo>
                    <a:pt x="31800" y="0"/>
                  </a:moveTo>
                  <a:lnTo>
                    <a:pt x="0" y="38987"/>
                  </a:lnTo>
                  <a:lnTo>
                    <a:pt x="26860" y="33039"/>
                  </a:lnTo>
                  <a:close/>
                </a:path>
              </a:pathLst>
            </a:custGeom>
            <a:solidFill>
              <a:srgbClr val="C9D2D8"/>
            </a:solidFill>
            <a:ln w="1524">
              <a:solidFill>
                <a:srgbClr val="C9D2D8"/>
              </a:solidFill>
            </a:ln>
          </p:spPr>
        </p:sp>
        <p:sp>
          <p:nvSpPr>
            <p:cNvPr id="11" name="Input_density__10">
              <a:extLst>
                <a:ext uri="{FF2B5EF4-FFF2-40B4-BE49-F238E27FC236}">
                  <a16:creationId xmlns:a16="http://schemas.microsoft.com/office/drawing/2014/main" id="{D4A91E4B-2F76-924E-D438-14AB7209621B}"/>
                </a:ext>
              </a:extLst>
            </p:cNvPr>
            <p:cNvSpPr>
              <a:spLocks noGrp="1"/>
            </p:cNvSpPr>
            <p:nvPr/>
          </p:nvSpPr>
          <p:spPr>
            <a:xfrm>
              <a:off x="1165464" y="2802847"/>
              <a:ext cx="647703" cy="262961"/>
            </a:xfrm>
            <a:custGeom>
              <a:avLst/>
              <a:gdLst/>
              <a:ahLst/>
              <a:cxnLst/>
              <a:rect l="0" t="0" r="0" b="0"/>
              <a:pathLst>
                <a:path w="647703" h="262961">
                  <a:moveTo>
                    <a:pt x="11111" y="231402"/>
                  </a:moveTo>
                  <a:lnTo>
                    <a:pt x="27546" y="257839"/>
                  </a:lnTo>
                  <a:lnTo>
                    <a:pt x="0" y="225150"/>
                  </a:lnTo>
                  <a:close/>
                  <a:moveTo>
                    <a:pt x="75866" y="244721"/>
                  </a:moveTo>
                  <a:lnTo>
                    <a:pt x="55192" y="261905"/>
                  </a:lnTo>
                  <a:lnTo>
                    <a:pt x="62235" y="262961"/>
                  </a:lnTo>
                  <a:close/>
                  <a:moveTo>
                    <a:pt x="55192" y="261905"/>
                  </a:moveTo>
                  <a:lnTo>
                    <a:pt x="75866" y="244721"/>
                  </a:lnTo>
                  <a:lnTo>
                    <a:pt x="27546" y="257839"/>
                  </a:lnTo>
                  <a:close/>
                  <a:moveTo>
                    <a:pt x="647703" y="23298"/>
                  </a:moveTo>
                  <a:lnTo>
                    <a:pt x="608152" y="0"/>
                  </a:lnTo>
                  <a:lnTo>
                    <a:pt x="620178" y="16594"/>
                  </a:lnTo>
                  <a:close/>
                </a:path>
              </a:pathLst>
            </a:custGeom>
            <a:solidFill>
              <a:srgbClr val="BCC7CF"/>
            </a:solidFill>
            <a:ln w="1524">
              <a:solidFill>
                <a:srgbClr val="BCC7CF"/>
              </a:solidFill>
            </a:ln>
          </p:spPr>
        </p:sp>
        <p:sp>
          <p:nvSpPr>
            <p:cNvPr id="12" name="Input_density__11">
              <a:extLst>
                <a:ext uri="{FF2B5EF4-FFF2-40B4-BE49-F238E27FC236}">
                  <a16:creationId xmlns:a16="http://schemas.microsoft.com/office/drawing/2014/main" id="{5F477FA7-3897-BF28-8F3F-7B3C39025F77}"/>
                </a:ext>
              </a:extLst>
            </p:cNvPr>
            <p:cNvSpPr>
              <a:spLocks noGrp="1"/>
            </p:cNvSpPr>
            <p:nvPr/>
          </p:nvSpPr>
          <p:spPr>
            <a:xfrm>
              <a:off x="1158101" y="2765470"/>
              <a:ext cx="627473" cy="318854"/>
            </a:xfrm>
            <a:custGeom>
              <a:avLst/>
              <a:gdLst/>
              <a:ahLst/>
              <a:cxnLst/>
              <a:rect l="0" t="0" r="0" b="0"/>
              <a:pathLst>
                <a:path w="627473" h="318854">
                  <a:moveTo>
                    <a:pt x="12609" y="246459"/>
                  </a:moveTo>
                  <a:lnTo>
                    <a:pt x="25966" y="299282"/>
                  </a:lnTo>
                  <a:lnTo>
                    <a:pt x="0" y="289276"/>
                  </a:lnTo>
                  <a:close/>
                  <a:moveTo>
                    <a:pt x="12609" y="246459"/>
                  </a:moveTo>
                  <a:lnTo>
                    <a:pt x="7363" y="262527"/>
                  </a:lnTo>
                  <a:lnTo>
                    <a:pt x="34908" y="295216"/>
                  </a:lnTo>
                  <a:close/>
                  <a:moveTo>
                    <a:pt x="34908" y="295216"/>
                  </a:moveTo>
                  <a:lnTo>
                    <a:pt x="49674" y="254215"/>
                  </a:lnTo>
                  <a:lnTo>
                    <a:pt x="12609" y="246459"/>
                  </a:lnTo>
                  <a:close/>
                  <a:moveTo>
                    <a:pt x="83229" y="282099"/>
                  </a:moveTo>
                  <a:lnTo>
                    <a:pt x="69598" y="300338"/>
                  </a:lnTo>
                  <a:lnTo>
                    <a:pt x="94484" y="297176"/>
                  </a:lnTo>
                  <a:close/>
                  <a:moveTo>
                    <a:pt x="83229" y="282099"/>
                  </a:moveTo>
                  <a:lnTo>
                    <a:pt x="49674" y="254215"/>
                  </a:lnTo>
                  <a:lnTo>
                    <a:pt x="34908" y="295216"/>
                  </a:lnTo>
                  <a:close/>
                  <a:moveTo>
                    <a:pt x="16407" y="225713"/>
                  </a:moveTo>
                  <a:lnTo>
                    <a:pt x="7363" y="262527"/>
                  </a:lnTo>
                  <a:lnTo>
                    <a:pt x="12609" y="246459"/>
                  </a:lnTo>
                  <a:close/>
                  <a:moveTo>
                    <a:pt x="143154" y="266341"/>
                  </a:moveTo>
                  <a:lnTo>
                    <a:pt x="106559" y="269003"/>
                  </a:lnTo>
                  <a:lnTo>
                    <a:pt x="121640" y="318854"/>
                  </a:lnTo>
                  <a:close/>
                  <a:moveTo>
                    <a:pt x="121640" y="318854"/>
                  </a:moveTo>
                  <a:lnTo>
                    <a:pt x="106559" y="269003"/>
                  </a:lnTo>
                  <a:lnTo>
                    <a:pt x="94484" y="297176"/>
                  </a:lnTo>
                  <a:close/>
                  <a:moveTo>
                    <a:pt x="112506" y="268348"/>
                  </a:moveTo>
                  <a:lnTo>
                    <a:pt x="145623" y="267592"/>
                  </a:lnTo>
                  <a:lnTo>
                    <a:pt x="121640" y="318854"/>
                  </a:lnTo>
                  <a:close/>
                  <a:moveTo>
                    <a:pt x="145623" y="267592"/>
                  </a:moveTo>
                  <a:lnTo>
                    <a:pt x="155775" y="282099"/>
                  </a:lnTo>
                  <a:lnTo>
                    <a:pt x="143154" y="266341"/>
                  </a:lnTo>
                  <a:close/>
                  <a:moveTo>
                    <a:pt x="145623" y="267592"/>
                  </a:moveTo>
                  <a:lnTo>
                    <a:pt x="147811" y="264915"/>
                  </a:lnTo>
                  <a:lnTo>
                    <a:pt x="157969" y="281384"/>
                  </a:lnTo>
                  <a:close/>
                  <a:moveTo>
                    <a:pt x="127760" y="234109"/>
                  </a:moveTo>
                  <a:lnTo>
                    <a:pt x="143154" y="266341"/>
                  </a:lnTo>
                  <a:lnTo>
                    <a:pt x="155469" y="276034"/>
                  </a:lnTo>
                  <a:close/>
                  <a:moveTo>
                    <a:pt x="58256" y="191691"/>
                  </a:moveTo>
                  <a:lnTo>
                    <a:pt x="85582" y="196563"/>
                  </a:lnTo>
                  <a:lnTo>
                    <a:pt x="67528" y="196390"/>
                  </a:lnTo>
                  <a:close/>
                  <a:moveTo>
                    <a:pt x="148099" y="180641"/>
                  </a:moveTo>
                  <a:lnTo>
                    <a:pt x="142839" y="174222"/>
                  </a:lnTo>
                  <a:lnTo>
                    <a:pt x="144021" y="176142"/>
                  </a:lnTo>
                  <a:close/>
                  <a:moveTo>
                    <a:pt x="144021" y="176142"/>
                  </a:moveTo>
                  <a:lnTo>
                    <a:pt x="159560" y="195122"/>
                  </a:lnTo>
                  <a:lnTo>
                    <a:pt x="180739" y="210977"/>
                  </a:lnTo>
                  <a:close/>
                  <a:moveTo>
                    <a:pt x="142839" y="174222"/>
                  </a:moveTo>
                  <a:lnTo>
                    <a:pt x="133210" y="140184"/>
                  </a:lnTo>
                  <a:lnTo>
                    <a:pt x="144021" y="176142"/>
                  </a:lnTo>
                  <a:close/>
                  <a:moveTo>
                    <a:pt x="627473" y="53938"/>
                  </a:moveTo>
                  <a:lnTo>
                    <a:pt x="614434" y="33339"/>
                  </a:lnTo>
                  <a:lnTo>
                    <a:pt x="611394" y="0"/>
                  </a:lnTo>
                  <a:close/>
                </a:path>
              </a:pathLst>
            </a:custGeom>
            <a:solidFill>
              <a:srgbClr val="C2CCD3"/>
            </a:solidFill>
            <a:ln w="1524">
              <a:solidFill>
                <a:srgbClr val="C2CCD3"/>
              </a:solidFill>
            </a:ln>
          </p:spPr>
        </p:sp>
        <p:sp>
          <p:nvSpPr>
            <p:cNvPr id="13" name="Input_density__12">
              <a:extLst>
                <a:ext uri="{FF2B5EF4-FFF2-40B4-BE49-F238E27FC236}">
                  <a16:creationId xmlns:a16="http://schemas.microsoft.com/office/drawing/2014/main" id="{F3AB399F-C950-CD1D-B900-0B88D8EAD355}"/>
                </a:ext>
              </a:extLst>
            </p:cNvPr>
            <p:cNvSpPr>
              <a:spLocks noGrp="1"/>
            </p:cNvSpPr>
            <p:nvPr/>
          </p:nvSpPr>
          <p:spPr>
            <a:xfrm>
              <a:off x="1207775" y="2941611"/>
              <a:ext cx="131066" cy="142712"/>
            </a:xfrm>
            <a:custGeom>
              <a:avLst/>
              <a:gdLst/>
              <a:ahLst/>
              <a:cxnLst/>
              <a:rect l="0" t="0" r="0" b="0"/>
              <a:pathLst>
                <a:path w="131066" h="142712">
                  <a:moveTo>
                    <a:pt x="95949" y="91450"/>
                  </a:moveTo>
                  <a:lnTo>
                    <a:pt x="93480" y="90199"/>
                  </a:lnTo>
                  <a:lnTo>
                    <a:pt x="71966" y="142712"/>
                  </a:lnTo>
                  <a:close/>
                  <a:moveTo>
                    <a:pt x="33555" y="105957"/>
                  </a:moveTo>
                  <a:lnTo>
                    <a:pt x="44810" y="121035"/>
                  </a:lnTo>
                  <a:lnTo>
                    <a:pt x="56885" y="92862"/>
                  </a:lnTo>
                  <a:close/>
                  <a:moveTo>
                    <a:pt x="0" y="78073"/>
                  </a:moveTo>
                  <a:lnTo>
                    <a:pt x="33555" y="105957"/>
                  </a:lnTo>
                  <a:lnTo>
                    <a:pt x="42415" y="52019"/>
                  </a:lnTo>
                  <a:close/>
                  <a:moveTo>
                    <a:pt x="60425" y="83205"/>
                  </a:moveTo>
                  <a:lnTo>
                    <a:pt x="33555" y="105957"/>
                  </a:lnTo>
                  <a:lnTo>
                    <a:pt x="56885" y="92862"/>
                  </a:lnTo>
                  <a:close/>
                  <a:moveTo>
                    <a:pt x="78086" y="57967"/>
                  </a:moveTo>
                  <a:lnTo>
                    <a:pt x="60425" y="83205"/>
                  </a:lnTo>
                  <a:lnTo>
                    <a:pt x="56885" y="92862"/>
                  </a:lnTo>
                  <a:close/>
                  <a:moveTo>
                    <a:pt x="2105" y="65562"/>
                  </a:moveTo>
                  <a:lnTo>
                    <a:pt x="45214" y="26337"/>
                  </a:lnTo>
                  <a:lnTo>
                    <a:pt x="35909" y="20421"/>
                  </a:lnTo>
                  <a:close/>
                  <a:moveTo>
                    <a:pt x="2105" y="65562"/>
                  </a:moveTo>
                  <a:lnTo>
                    <a:pt x="35909" y="20421"/>
                  </a:lnTo>
                  <a:lnTo>
                    <a:pt x="8582" y="15549"/>
                  </a:lnTo>
                  <a:close/>
                  <a:moveTo>
                    <a:pt x="45214" y="26337"/>
                  </a:moveTo>
                  <a:lnTo>
                    <a:pt x="65955" y="52019"/>
                  </a:lnTo>
                  <a:lnTo>
                    <a:pt x="35909" y="20421"/>
                  </a:lnTo>
                  <a:close/>
                  <a:moveTo>
                    <a:pt x="65955" y="52019"/>
                  </a:moveTo>
                  <a:lnTo>
                    <a:pt x="78086" y="57967"/>
                  </a:lnTo>
                  <a:lnTo>
                    <a:pt x="35909" y="20421"/>
                  </a:lnTo>
                  <a:close/>
                  <a:moveTo>
                    <a:pt x="104946" y="52019"/>
                  </a:moveTo>
                  <a:lnTo>
                    <a:pt x="123009" y="71590"/>
                  </a:lnTo>
                  <a:lnTo>
                    <a:pt x="131066" y="34835"/>
                  </a:lnTo>
                  <a:close/>
                  <a:moveTo>
                    <a:pt x="131066" y="34835"/>
                  </a:moveTo>
                  <a:lnTo>
                    <a:pt x="109886" y="18980"/>
                  </a:lnTo>
                  <a:lnTo>
                    <a:pt x="104946" y="52019"/>
                  </a:lnTo>
                  <a:close/>
                  <a:moveTo>
                    <a:pt x="131066" y="34835"/>
                  </a:moveTo>
                  <a:lnTo>
                    <a:pt x="98426" y="4500"/>
                  </a:lnTo>
                  <a:lnTo>
                    <a:pt x="94347" y="0"/>
                  </a:lnTo>
                  <a:close/>
                </a:path>
              </a:pathLst>
            </a:custGeom>
            <a:solidFill>
              <a:srgbClr val="C9D2D8"/>
            </a:solidFill>
            <a:ln w="1524">
              <a:solidFill>
                <a:srgbClr val="C9D2D8"/>
              </a:solidFill>
            </a:ln>
          </p:spPr>
        </p:sp>
        <p:sp>
          <p:nvSpPr>
            <p:cNvPr id="14" name="Input_density__13">
              <a:extLst>
                <a:ext uri="{FF2B5EF4-FFF2-40B4-BE49-F238E27FC236}">
                  <a16:creationId xmlns:a16="http://schemas.microsoft.com/office/drawing/2014/main" id="{339E16CB-2008-11E9-6341-14300C9A96FE}"/>
                </a:ext>
              </a:extLst>
            </p:cNvPr>
            <p:cNvSpPr>
              <a:spLocks noGrp="1"/>
            </p:cNvSpPr>
            <p:nvPr/>
          </p:nvSpPr>
          <p:spPr>
            <a:xfrm>
              <a:off x="1207775" y="2946111"/>
              <a:ext cx="157820" cy="101457"/>
            </a:xfrm>
            <a:custGeom>
              <a:avLst/>
              <a:gdLst/>
              <a:ahLst/>
              <a:cxnLst/>
              <a:rect l="0" t="0" r="0" b="0"/>
              <a:pathLst>
                <a:path w="157820" h="101457">
                  <a:moveTo>
                    <a:pt x="2105" y="61062"/>
                  </a:moveTo>
                  <a:lnTo>
                    <a:pt x="0" y="73573"/>
                  </a:lnTo>
                  <a:lnTo>
                    <a:pt x="42415" y="47519"/>
                  </a:lnTo>
                  <a:close/>
                  <a:moveTo>
                    <a:pt x="42415" y="47519"/>
                  </a:moveTo>
                  <a:lnTo>
                    <a:pt x="33555" y="101457"/>
                  </a:lnTo>
                  <a:lnTo>
                    <a:pt x="60425" y="78705"/>
                  </a:lnTo>
                  <a:close/>
                  <a:moveTo>
                    <a:pt x="65955" y="47519"/>
                  </a:moveTo>
                  <a:lnTo>
                    <a:pt x="60425" y="78705"/>
                  </a:lnTo>
                  <a:lnTo>
                    <a:pt x="78086" y="53467"/>
                  </a:lnTo>
                  <a:close/>
                  <a:moveTo>
                    <a:pt x="78086" y="53467"/>
                  </a:moveTo>
                  <a:lnTo>
                    <a:pt x="56885" y="88362"/>
                  </a:lnTo>
                  <a:lnTo>
                    <a:pt x="93480" y="85700"/>
                  </a:lnTo>
                  <a:close/>
                  <a:moveTo>
                    <a:pt x="42415" y="47519"/>
                  </a:moveTo>
                  <a:lnTo>
                    <a:pt x="45214" y="21837"/>
                  </a:lnTo>
                  <a:lnTo>
                    <a:pt x="2105" y="61062"/>
                  </a:lnTo>
                  <a:close/>
                  <a:moveTo>
                    <a:pt x="95949" y="86951"/>
                  </a:moveTo>
                  <a:lnTo>
                    <a:pt x="117014" y="69498"/>
                  </a:lnTo>
                  <a:lnTo>
                    <a:pt x="98137" y="84274"/>
                  </a:lnTo>
                  <a:close/>
                  <a:moveTo>
                    <a:pt x="104946" y="47519"/>
                  </a:moveTo>
                  <a:lnTo>
                    <a:pt x="98137" y="84274"/>
                  </a:lnTo>
                  <a:lnTo>
                    <a:pt x="123009" y="67091"/>
                  </a:lnTo>
                  <a:close/>
                  <a:moveTo>
                    <a:pt x="45214" y="21837"/>
                  </a:moveTo>
                  <a:lnTo>
                    <a:pt x="83737" y="30336"/>
                  </a:lnTo>
                  <a:lnTo>
                    <a:pt x="65955" y="47519"/>
                  </a:lnTo>
                  <a:close/>
                  <a:moveTo>
                    <a:pt x="131066" y="30336"/>
                  </a:moveTo>
                  <a:lnTo>
                    <a:pt x="157820" y="13152"/>
                  </a:lnTo>
                  <a:lnTo>
                    <a:pt x="98426" y="0"/>
                  </a:lnTo>
                  <a:close/>
                </a:path>
              </a:pathLst>
            </a:custGeom>
            <a:solidFill>
              <a:srgbClr val="CFD7DE"/>
            </a:solidFill>
            <a:ln w="1524">
              <a:solidFill>
                <a:srgbClr val="CFD7DE"/>
              </a:solidFill>
            </a:ln>
          </p:spPr>
        </p:sp>
        <p:sp>
          <p:nvSpPr>
            <p:cNvPr id="15" name="Input_density__14">
              <a:extLst>
                <a:ext uri="{FF2B5EF4-FFF2-40B4-BE49-F238E27FC236}">
                  <a16:creationId xmlns:a16="http://schemas.microsoft.com/office/drawing/2014/main" id="{5E851612-0F68-0FA6-E144-D64AB71D7015}"/>
                </a:ext>
              </a:extLst>
            </p:cNvPr>
            <p:cNvSpPr>
              <a:spLocks noGrp="1"/>
            </p:cNvSpPr>
            <p:nvPr/>
          </p:nvSpPr>
          <p:spPr>
            <a:xfrm>
              <a:off x="1403259" y="3040359"/>
              <a:ext cx="20521" cy="19483"/>
            </a:xfrm>
            <a:custGeom>
              <a:avLst/>
              <a:gdLst/>
              <a:ahLst/>
              <a:cxnLst/>
              <a:rect l="0" t="0" r="0" b="0"/>
              <a:pathLst>
                <a:path w="20521" h="19483">
                  <a:moveTo>
                    <a:pt x="8296" y="9597"/>
                  </a:moveTo>
                  <a:lnTo>
                    <a:pt x="20521" y="0"/>
                  </a:lnTo>
                  <a:lnTo>
                    <a:pt x="0" y="19483"/>
                  </a:lnTo>
                  <a:close/>
                </a:path>
              </a:pathLst>
            </a:custGeom>
            <a:solidFill>
              <a:srgbClr val="AEBAC4"/>
            </a:solidFill>
            <a:ln w="1524">
              <a:solidFill>
                <a:srgbClr val="AEBAC4"/>
              </a:solidFill>
            </a:ln>
          </p:spPr>
        </p:sp>
        <p:sp>
          <p:nvSpPr>
            <p:cNvPr id="16" name="Input_density__15">
              <a:extLst>
                <a:ext uri="{FF2B5EF4-FFF2-40B4-BE49-F238E27FC236}">
                  <a16:creationId xmlns:a16="http://schemas.microsoft.com/office/drawing/2014/main" id="{32225CA6-D301-460F-C25D-3920E1701055}"/>
                </a:ext>
              </a:extLst>
            </p:cNvPr>
            <p:cNvSpPr>
              <a:spLocks noGrp="1"/>
            </p:cNvSpPr>
            <p:nvPr/>
          </p:nvSpPr>
          <p:spPr>
            <a:xfrm>
              <a:off x="1171862" y="2806732"/>
              <a:ext cx="697002" cy="294774"/>
            </a:xfrm>
            <a:custGeom>
              <a:avLst/>
              <a:gdLst/>
              <a:ahLst/>
              <a:cxnLst/>
              <a:rect l="0" t="0" r="0" b="0"/>
              <a:pathLst>
                <a:path w="697002" h="294774">
                  <a:moveTo>
                    <a:pt x="12205" y="258019"/>
                  </a:moveTo>
                  <a:lnTo>
                    <a:pt x="13071" y="240836"/>
                  </a:lnTo>
                  <a:lnTo>
                    <a:pt x="0" y="294774"/>
                  </a:lnTo>
                  <a:close/>
                  <a:moveTo>
                    <a:pt x="220597" y="241101"/>
                  </a:moveTo>
                  <a:lnTo>
                    <a:pt x="202799" y="270766"/>
                  </a:lnTo>
                  <a:lnTo>
                    <a:pt x="251917" y="233627"/>
                  </a:lnTo>
                  <a:close/>
                  <a:moveTo>
                    <a:pt x="239692" y="243224"/>
                  </a:moveTo>
                  <a:lnTo>
                    <a:pt x="256646" y="226041"/>
                  </a:lnTo>
                  <a:lnTo>
                    <a:pt x="251917" y="233627"/>
                  </a:lnTo>
                  <a:close/>
                  <a:moveTo>
                    <a:pt x="280095" y="172102"/>
                  </a:moveTo>
                  <a:lnTo>
                    <a:pt x="264494" y="184443"/>
                  </a:lnTo>
                  <a:lnTo>
                    <a:pt x="256646" y="226041"/>
                  </a:lnTo>
                  <a:close/>
                  <a:moveTo>
                    <a:pt x="264494" y="184443"/>
                  </a:moveTo>
                  <a:lnTo>
                    <a:pt x="280095" y="172102"/>
                  </a:lnTo>
                  <a:lnTo>
                    <a:pt x="319565" y="169557"/>
                  </a:lnTo>
                  <a:close/>
                  <a:moveTo>
                    <a:pt x="333600" y="125823"/>
                  </a:moveTo>
                  <a:lnTo>
                    <a:pt x="328627" y="154919"/>
                  </a:lnTo>
                  <a:lnTo>
                    <a:pt x="341177" y="125786"/>
                  </a:lnTo>
                  <a:close/>
                  <a:moveTo>
                    <a:pt x="671920" y="9302"/>
                  </a:moveTo>
                  <a:lnTo>
                    <a:pt x="697002" y="15064"/>
                  </a:lnTo>
                  <a:lnTo>
                    <a:pt x="661844" y="0"/>
                  </a:lnTo>
                  <a:close/>
                </a:path>
              </a:pathLst>
            </a:custGeom>
            <a:solidFill>
              <a:srgbClr val="AEBAC4"/>
            </a:solidFill>
            <a:ln w="1524">
              <a:solidFill>
                <a:srgbClr val="AEBAC4"/>
              </a:solidFill>
            </a:ln>
          </p:spPr>
        </p:sp>
        <p:sp>
          <p:nvSpPr>
            <p:cNvPr id="17" name="Input_density__16">
              <a:extLst>
                <a:ext uri="{FF2B5EF4-FFF2-40B4-BE49-F238E27FC236}">
                  <a16:creationId xmlns:a16="http://schemas.microsoft.com/office/drawing/2014/main" id="{E1BBD017-ED7A-3C93-826C-935AD9F45387}"/>
                </a:ext>
              </a:extLst>
            </p:cNvPr>
            <p:cNvSpPr>
              <a:spLocks noGrp="1"/>
            </p:cNvSpPr>
            <p:nvPr/>
          </p:nvSpPr>
          <p:spPr>
            <a:xfrm>
              <a:off x="1117103" y="2657593"/>
              <a:ext cx="716604" cy="397153"/>
            </a:xfrm>
            <a:custGeom>
              <a:avLst/>
              <a:gdLst/>
              <a:ahLst/>
              <a:cxnLst/>
              <a:rect l="0" t="0" r="0" b="0"/>
              <a:pathLst>
                <a:path w="716604" h="397153">
                  <a:moveTo>
                    <a:pt x="50607" y="353220"/>
                  </a:moveTo>
                  <a:lnTo>
                    <a:pt x="53607" y="354336"/>
                  </a:lnTo>
                  <a:lnTo>
                    <a:pt x="24095" y="362325"/>
                  </a:lnTo>
                  <a:close/>
                  <a:moveTo>
                    <a:pt x="53607" y="354336"/>
                  </a:moveTo>
                  <a:lnTo>
                    <a:pt x="40998" y="397153"/>
                  </a:lnTo>
                  <a:lnTo>
                    <a:pt x="24095" y="362325"/>
                  </a:lnTo>
                  <a:close/>
                  <a:moveTo>
                    <a:pt x="7981" y="319594"/>
                  </a:moveTo>
                  <a:lnTo>
                    <a:pt x="50607" y="353220"/>
                  </a:lnTo>
                  <a:lnTo>
                    <a:pt x="17403" y="337305"/>
                  </a:lnTo>
                  <a:close/>
                  <a:moveTo>
                    <a:pt x="53607" y="354336"/>
                  </a:moveTo>
                  <a:lnTo>
                    <a:pt x="50607" y="353220"/>
                  </a:lnTo>
                  <a:lnTo>
                    <a:pt x="7981" y="319594"/>
                  </a:lnTo>
                  <a:close/>
                  <a:moveTo>
                    <a:pt x="50607" y="353220"/>
                  </a:moveTo>
                  <a:lnTo>
                    <a:pt x="55369" y="352903"/>
                  </a:lnTo>
                  <a:lnTo>
                    <a:pt x="17403" y="337305"/>
                  </a:lnTo>
                  <a:close/>
                  <a:moveTo>
                    <a:pt x="17403" y="337305"/>
                  </a:moveTo>
                  <a:lnTo>
                    <a:pt x="55369" y="352903"/>
                  </a:lnTo>
                  <a:lnTo>
                    <a:pt x="68273" y="306713"/>
                  </a:lnTo>
                  <a:close/>
                  <a:moveTo>
                    <a:pt x="17403" y="337305"/>
                  </a:moveTo>
                  <a:lnTo>
                    <a:pt x="68273" y="306713"/>
                  </a:lnTo>
                  <a:lnTo>
                    <a:pt x="34469" y="304901"/>
                  </a:lnTo>
                  <a:close/>
                  <a:moveTo>
                    <a:pt x="97563" y="299282"/>
                  </a:moveTo>
                  <a:lnTo>
                    <a:pt x="68273" y="306713"/>
                  </a:lnTo>
                  <a:lnTo>
                    <a:pt x="99254" y="299567"/>
                  </a:lnTo>
                  <a:close/>
                  <a:moveTo>
                    <a:pt x="99254" y="299567"/>
                  </a:moveTo>
                  <a:lnTo>
                    <a:pt x="68273" y="306713"/>
                  </a:lnTo>
                  <a:lnTo>
                    <a:pt x="55369" y="352903"/>
                  </a:lnTo>
                  <a:close/>
                  <a:moveTo>
                    <a:pt x="99254" y="299567"/>
                  </a:moveTo>
                  <a:lnTo>
                    <a:pt x="55369" y="352903"/>
                  </a:lnTo>
                  <a:lnTo>
                    <a:pt x="92777" y="349580"/>
                  </a:lnTo>
                  <a:close/>
                  <a:moveTo>
                    <a:pt x="28707" y="299282"/>
                  </a:moveTo>
                  <a:lnTo>
                    <a:pt x="0" y="316465"/>
                  </a:lnTo>
                  <a:lnTo>
                    <a:pt x="17403" y="337305"/>
                  </a:lnTo>
                  <a:close/>
                  <a:moveTo>
                    <a:pt x="153949" y="371684"/>
                  </a:moveTo>
                  <a:lnTo>
                    <a:pt x="153504" y="376225"/>
                  </a:lnTo>
                  <a:lnTo>
                    <a:pt x="149112" y="388173"/>
                  </a:lnTo>
                  <a:close/>
                  <a:moveTo>
                    <a:pt x="133087" y="336037"/>
                  </a:moveTo>
                  <a:lnTo>
                    <a:pt x="151096" y="367223"/>
                  </a:lnTo>
                  <a:lnTo>
                    <a:pt x="143304" y="355608"/>
                  </a:lnTo>
                  <a:close/>
                  <a:moveTo>
                    <a:pt x="156430" y="318853"/>
                  </a:moveTo>
                  <a:lnTo>
                    <a:pt x="133087" y="336037"/>
                  </a:lnTo>
                  <a:lnTo>
                    <a:pt x="143304" y="355608"/>
                  </a:lnTo>
                  <a:close/>
                  <a:moveTo>
                    <a:pt x="204672" y="355608"/>
                  </a:moveTo>
                  <a:lnTo>
                    <a:pt x="153949" y="371684"/>
                  </a:lnTo>
                  <a:lnTo>
                    <a:pt x="156627" y="336037"/>
                  </a:lnTo>
                  <a:close/>
                  <a:moveTo>
                    <a:pt x="174409" y="318853"/>
                  </a:moveTo>
                  <a:lnTo>
                    <a:pt x="204672" y="355608"/>
                  </a:lnTo>
                  <a:lnTo>
                    <a:pt x="156627" y="336037"/>
                  </a:lnTo>
                  <a:close/>
                  <a:moveTo>
                    <a:pt x="161867" y="311283"/>
                  </a:moveTo>
                  <a:lnTo>
                    <a:pt x="174409" y="318853"/>
                  </a:lnTo>
                  <a:lnTo>
                    <a:pt x="135886" y="310355"/>
                  </a:lnTo>
                  <a:close/>
                  <a:moveTo>
                    <a:pt x="70473" y="295877"/>
                  </a:moveTo>
                  <a:lnTo>
                    <a:pt x="68273" y="306713"/>
                  </a:lnTo>
                  <a:lnTo>
                    <a:pt x="97563" y="299282"/>
                  </a:lnTo>
                  <a:close/>
                  <a:moveTo>
                    <a:pt x="221738" y="318853"/>
                  </a:moveTo>
                  <a:lnTo>
                    <a:pt x="213681" y="355608"/>
                  </a:lnTo>
                  <a:lnTo>
                    <a:pt x="232139" y="338425"/>
                  </a:lnTo>
                  <a:close/>
                  <a:moveTo>
                    <a:pt x="221738" y="318853"/>
                  </a:moveTo>
                  <a:lnTo>
                    <a:pt x="232139" y="338425"/>
                  </a:lnTo>
                  <a:lnTo>
                    <a:pt x="248492" y="301670"/>
                  </a:lnTo>
                  <a:close/>
                  <a:moveTo>
                    <a:pt x="183837" y="282098"/>
                  </a:moveTo>
                  <a:lnTo>
                    <a:pt x="189097" y="288518"/>
                  </a:lnTo>
                  <a:lnTo>
                    <a:pt x="212078" y="278231"/>
                  </a:lnTo>
                  <a:close/>
                  <a:moveTo>
                    <a:pt x="183837" y="282098"/>
                  </a:moveTo>
                  <a:lnTo>
                    <a:pt x="212078" y="278231"/>
                  </a:lnTo>
                  <a:lnTo>
                    <a:pt x="192169" y="264915"/>
                  </a:lnTo>
                  <a:close/>
                  <a:moveTo>
                    <a:pt x="248492" y="301670"/>
                  </a:moveTo>
                  <a:lnTo>
                    <a:pt x="212078" y="278231"/>
                  </a:lnTo>
                  <a:lnTo>
                    <a:pt x="189097" y="288518"/>
                  </a:lnTo>
                  <a:close/>
                  <a:moveTo>
                    <a:pt x="174147" y="245343"/>
                  </a:moveTo>
                  <a:lnTo>
                    <a:pt x="183837" y="282098"/>
                  </a:lnTo>
                  <a:lnTo>
                    <a:pt x="192169" y="264915"/>
                  </a:lnTo>
                  <a:close/>
                  <a:moveTo>
                    <a:pt x="174147" y="245343"/>
                  </a:moveTo>
                  <a:lnTo>
                    <a:pt x="192169" y="264915"/>
                  </a:lnTo>
                  <a:lnTo>
                    <a:pt x="168455" y="228160"/>
                  </a:lnTo>
                  <a:close/>
                  <a:moveTo>
                    <a:pt x="306912" y="287438"/>
                  </a:moveTo>
                  <a:lnTo>
                    <a:pt x="316961" y="301670"/>
                  </a:lnTo>
                  <a:lnTo>
                    <a:pt x="305717" y="284816"/>
                  </a:lnTo>
                  <a:close/>
                  <a:moveTo>
                    <a:pt x="192169" y="264915"/>
                  </a:moveTo>
                  <a:lnTo>
                    <a:pt x="212078" y="278231"/>
                  </a:lnTo>
                  <a:lnTo>
                    <a:pt x="218332" y="256935"/>
                  </a:lnTo>
                  <a:close/>
                  <a:moveTo>
                    <a:pt x="218332" y="256935"/>
                  </a:moveTo>
                  <a:lnTo>
                    <a:pt x="212078" y="278231"/>
                  </a:lnTo>
                  <a:lnTo>
                    <a:pt x="255107" y="298873"/>
                  </a:lnTo>
                  <a:close/>
                  <a:moveTo>
                    <a:pt x="192169" y="264915"/>
                  </a:moveTo>
                  <a:lnTo>
                    <a:pt x="218332" y="256935"/>
                  </a:lnTo>
                  <a:lnTo>
                    <a:pt x="168455" y="228160"/>
                  </a:lnTo>
                  <a:close/>
                  <a:moveTo>
                    <a:pt x="247531" y="215538"/>
                  </a:moveTo>
                  <a:lnTo>
                    <a:pt x="218332" y="256935"/>
                  </a:lnTo>
                  <a:lnTo>
                    <a:pt x="258762" y="251155"/>
                  </a:lnTo>
                  <a:close/>
                  <a:moveTo>
                    <a:pt x="357804" y="314306"/>
                  </a:moveTo>
                  <a:lnTo>
                    <a:pt x="306912" y="287438"/>
                  </a:lnTo>
                  <a:lnTo>
                    <a:pt x="307436" y="283419"/>
                  </a:lnTo>
                  <a:close/>
                  <a:moveTo>
                    <a:pt x="307436" y="283419"/>
                  </a:moveTo>
                  <a:lnTo>
                    <a:pt x="320044" y="284487"/>
                  </a:lnTo>
                  <a:lnTo>
                    <a:pt x="357804" y="314306"/>
                  </a:lnTo>
                  <a:close/>
                  <a:moveTo>
                    <a:pt x="716604" y="149139"/>
                  </a:moveTo>
                  <a:lnTo>
                    <a:pt x="687746" y="127448"/>
                  </a:lnTo>
                  <a:lnTo>
                    <a:pt x="656513" y="145254"/>
                  </a:lnTo>
                  <a:close/>
                  <a:moveTo>
                    <a:pt x="652267" y="58453"/>
                  </a:moveTo>
                  <a:lnTo>
                    <a:pt x="674110" y="86472"/>
                  </a:lnTo>
                  <a:lnTo>
                    <a:pt x="672189" y="90693"/>
                  </a:lnTo>
                  <a:close/>
                  <a:moveTo>
                    <a:pt x="672189" y="90693"/>
                  </a:moveTo>
                  <a:lnTo>
                    <a:pt x="674110" y="86472"/>
                  </a:lnTo>
                  <a:lnTo>
                    <a:pt x="652392" y="107877"/>
                  </a:lnTo>
                  <a:close/>
                  <a:moveTo>
                    <a:pt x="652451" y="33861"/>
                  </a:moveTo>
                  <a:lnTo>
                    <a:pt x="652267" y="58453"/>
                  </a:lnTo>
                  <a:lnTo>
                    <a:pt x="651579" y="53938"/>
                  </a:lnTo>
                  <a:close/>
                  <a:moveTo>
                    <a:pt x="656520" y="0"/>
                  </a:moveTo>
                  <a:lnTo>
                    <a:pt x="653098" y="13031"/>
                  </a:lnTo>
                  <a:lnTo>
                    <a:pt x="651579" y="53938"/>
                  </a:lnTo>
                  <a:close/>
                </a:path>
              </a:pathLst>
            </a:custGeom>
            <a:solidFill>
              <a:srgbClr val="C9D2D8"/>
            </a:solidFill>
            <a:ln w="1524">
              <a:solidFill>
                <a:srgbClr val="C9D2D8"/>
              </a:solidFill>
            </a:ln>
          </p:spPr>
        </p:sp>
        <p:sp>
          <p:nvSpPr>
            <p:cNvPr id="18" name="Input_density__17">
              <a:extLst>
                <a:ext uri="{FF2B5EF4-FFF2-40B4-BE49-F238E27FC236}">
                  <a16:creationId xmlns:a16="http://schemas.microsoft.com/office/drawing/2014/main" id="{B0AAE471-2B3E-3693-376E-4593A5870774}"/>
                </a:ext>
              </a:extLst>
            </p:cNvPr>
            <p:cNvSpPr>
              <a:spLocks noGrp="1"/>
            </p:cNvSpPr>
            <p:nvPr/>
          </p:nvSpPr>
          <p:spPr>
            <a:xfrm>
              <a:off x="1163090" y="2804613"/>
              <a:ext cx="711047" cy="260139"/>
            </a:xfrm>
            <a:custGeom>
              <a:avLst/>
              <a:gdLst/>
              <a:ahLst/>
              <a:cxnLst/>
              <a:rect l="0" t="0" r="0" b="0"/>
              <a:pathLst>
                <a:path w="711047" h="260139">
                  <a:moveTo>
                    <a:pt x="21843" y="242955"/>
                  </a:moveTo>
                  <a:lnTo>
                    <a:pt x="20977" y="260139"/>
                  </a:lnTo>
                  <a:lnTo>
                    <a:pt x="7620" y="207316"/>
                  </a:lnTo>
                  <a:close/>
                  <a:moveTo>
                    <a:pt x="21085" y="241116"/>
                  </a:moveTo>
                  <a:lnTo>
                    <a:pt x="4620" y="206200"/>
                  </a:lnTo>
                  <a:lnTo>
                    <a:pt x="0" y="200948"/>
                  </a:lnTo>
                  <a:close/>
                  <a:moveTo>
                    <a:pt x="21085" y="241116"/>
                  </a:moveTo>
                  <a:lnTo>
                    <a:pt x="21843" y="242955"/>
                  </a:lnTo>
                  <a:lnTo>
                    <a:pt x="46790" y="202560"/>
                  </a:lnTo>
                  <a:close/>
                  <a:moveTo>
                    <a:pt x="14032" y="112609"/>
                  </a:moveTo>
                  <a:lnTo>
                    <a:pt x="51575" y="152262"/>
                  </a:lnTo>
                  <a:lnTo>
                    <a:pt x="16398" y="115507"/>
                  </a:lnTo>
                  <a:close/>
                  <a:moveTo>
                    <a:pt x="260924" y="140418"/>
                  </a:moveTo>
                  <a:lnTo>
                    <a:pt x="288867" y="174222"/>
                  </a:lnTo>
                  <a:lnTo>
                    <a:pt x="270973" y="154650"/>
                  </a:lnTo>
                  <a:close/>
                  <a:moveTo>
                    <a:pt x="199721" y="63957"/>
                  </a:moveTo>
                  <a:lnTo>
                    <a:pt x="178812" y="82567"/>
                  </a:lnTo>
                  <a:lnTo>
                    <a:pt x="201544" y="68518"/>
                  </a:lnTo>
                  <a:close/>
                  <a:moveTo>
                    <a:pt x="184537" y="10509"/>
                  </a:moveTo>
                  <a:lnTo>
                    <a:pt x="182866" y="56615"/>
                  </a:lnTo>
                  <a:lnTo>
                    <a:pt x="199721" y="63957"/>
                  </a:lnTo>
                  <a:close/>
                  <a:moveTo>
                    <a:pt x="705774" y="17183"/>
                  </a:moveTo>
                  <a:lnTo>
                    <a:pt x="711047" y="0"/>
                  </a:lnTo>
                  <a:lnTo>
                    <a:pt x="670616" y="2119"/>
                  </a:lnTo>
                  <a:close/>
                </a:path>
              </a:pathLst>
            </a:custGeom>
            <a:solidFill>
              <a:srgbClr val="BCC7CF"/>
            </a:solidFill>
            <a:ln w="1524">
              <a:solidFill>
                <a:srgbClr val="BCC7CF"/>
              </a:solidFill>
            </a:ln>
          </p:spPr>
        </p:sp>
        <p:sp>
          <p:nvSpPr>
            <p:cNvPr id="19" name="Input_density__18">
              <a:extLst>
                <a:ext uri="{FF2B5EF4-FFF2-40B4-BE49-F238E27FC236}">
                  <a16:creationId xmlns:a16="http://schemas.microsoft.com/office/drawing/2014/main" id="{2D0917E2-D466-23F5-C243-4CA13C882CD6}"/>
                </a:ext>
              </a:extLst>
            </p:cNvPr>
            <p:cNvSpPr>
              <a:spLocks noGrp="1"/>
            </p:cNvSpPr>
            <p:nvPr/>
          </p:nvSpPr>
          <p:spPr>
            <a:xfrm>
              <a:off x="1089553" y="2798808"/>
              <a:ext cx="744154" cy="248760"/>
            </a:xfrm>
            <a:custGeom>
              <a:avLst/>
              <a:gdLst/>
              <a:ahLst/>
              <a:cxnLst/>
              <a:rect l="0" t="0" r="0" b="0"/>
              <a:pathLst>
                <a:path w="744154" h="248760">
                  <a:moveTo>
                    <a:pt x="118222" y="220876"/>
                  </a:moveTo>
                  <a:lnTo>
                    <a:pt x="95380" y="248760"/>
                  </a:lnTo>
                  <a:lnTo>
                    <a:pt x="81157" y="213121"/>
                  </a:lnTo>
                  <a:close/>
                  <a:moveTo>
                    <a:pt x="55099" y="189558"/>
                  </a:moveTo>
                  <a:lnTo>
                    <a:pt x="81157" y="213121"/>
                  </a:lnTo>
                  <a:lnTo>
                    <a:pt x="35531" y="178379"/>
                  </a:lnTo>
                  <a:close/>
                  <a:moveTo>
                    <a:pt x="27550" y="175250"/>
                  </a:moveTo>
                  <a:lnTo>
                    <a:pt x="35531" y="178379"/>
                  </a:lnTo>
                  <a:lnTo>
                    <a:pt x="44953" y="196089"/>
                  </a:lnTo>
                  <a:close/>
                  <a:moveTo>
                    <a:pt x="82920" y="211688"/>
                  </a:moveTo>
                  <a:lnTo>
                    <a:pt x="78157" y="212005"/>
                  </a:lnTo>
                  <a:lnTo>
                    <a:pt x="94623" y="246921"/>
                  </a:lnTo>
                  <a:close/>
                  <a:moveTo>
                    <a:pt x="120327" y="208365"/>
                  </a:moveTo>
                  <a:lnTo>
                    <a:pt x="95380" y="248760"/>
                  </a:lnTo>
                  <a:lnTo>
                    <a:pt x="118222" y="220876"/>
                  </a:lnTo>
                  <a:close/>
                  <a:moveTo>
                    <a:pt x="82920" y="211688"/>
                  </a:moveTo>
                  <a:lnTo>
                    <a:pt x="94623" y="246921"/>
                  </a:lnTo>
                  <a:lnTo>
                    <a:pt x="120327" y="208365"/>
                  </a:lnTo>
                  <a:close/>
                  <a:moveTo>
                    <a:pt x="56257" y="158067"/>
                  </a:moveTo>
                  <a:lnTo>
                    <a:pt x="0" y="135429"/>
                  </a:lnTo>
                  <a:lnTo>
                    <a:pt x="5778" y="138495"/>
                  </a:lnTo>
                  <a:close/>
                  <a:moveTo>
                    <a:pt x="56257" y="158067"/>
                  </a:moveTo>
                  <a:lnTo>
                    <a:pt x="5778" y="138495"/>
                  </a:lnTo>
                  <a:lnTo>
                    <a:pt x="27550" y="175250"/>
                  </a:lnTo>
                  <a:close/>
                  <a:moveTo>
                    <a:pt x="125113" y="158067"/>
                  </a:moveTo>
                  <a:lnTo>
                    <a:pt x="126804" y="158352"/>
                  </a:lnTo>
                  <a:lnTo>
                    <a:pt x="89936" y="121311"/>
                  </a:lnTo>
                  <a:close/>
                  <a:moveTo>
                    <a:pt x="61997" y="156863"/>
                  </a:moveTo>
                  <a:lnTo>
                    <a:pt x="98023" y="154662"/>
                  </a:lnTo>
                  <a:lnTo>
                    <a:pt x="87569" y="118414"/>
                  </a:lnTo>
                  <a:close/>
                  <a:moveTo>
                    <a:pt x="87569" y="118414"/>
                  </a:moveTo>
                  <a:lnTo>
                    <a:pt x="98023" y="154662"/>
                  </a:lnTo>
                  <a:lnTo>
                    <a:pt x="125113" y="158067"/>
                  </a:lnTo>
                  <a:close/>
                  <a:moveTo>
                    <a:pt x="275081" y="74323"/>
                  </a:moveTo>
                  <a:lnTo>
                    <a:pt x="252350" y="88372"/>
                  </a:lnTo>
                  <a:lnTo>
                    <a:pt x="245882" y="115720"/>
                  </a:lnTo>
                  <a:close/>
                  <a:moveTo>
                    <a:pt x="286312" y="109939"/>
                  </a:moveTo>
                  <a:lnTo>
                    <a:pt x="320295" y="109400"/>
                  </a:lnTo>
                  <a:lnTo>
                    <a:pt x="275081" y="74323"/>
                  </a:lnTo>
                  <a:close/>
                  <a:moveTo>
                    <a:pt x="196005" y="86945"/>
                  </a:moveTo>
                  <a:lnTo>
                    <a:pt x="196798" y="83789"/>
                  </a:lnTo>
                  <a:lnTo>
                    <a:pt x="192111" y="42852"/>
                  </a:lnTo>
                  <a:close/>
                  <a:moveTo>
                    <a:pt x="252350" y="88372"/>
                  </a:moveTo>
                  <a:lnTo>
                    <a:pt x="273258" y="69761"/>
                  </a:lnTo>
                  <a:lnTo>
                    <a:pt x="256403" y="62419"/>
                  </a:lnTo>
                  <a:close/>
                  <a:moveTo>
                    <a:pt x="684063" y="4039"/>
                  </a:moveTo>
                  <a:lnTo>
                    <a:pt x="683397" y="3822"/>
                  </a:lnTo>
                  <a:lnTo>
                    <a:pt x="696089" y="20632"/>
                  </a:lnTo>
                  <a:close/>
                  <a:moveTo>
                    <a:pt x="683397" y="3822"/>
                  </a:moveTo>
                  <a:lnTo>
                    <a:pt x="682982" y="0"/>
                  </a:lnTo>
                  <a:lnTo>
                    <a:pt x="696021" y="20600"/>
                  </a:lnTo>
                  <a:close/>
                  <a:moveTo>
                    <a:pt x="723614" y="27337"/>
                  </a:moveTo>
                  <a:lnTo>
                    <a:pt x="744154" y="7924"/>
                  </a:lnTo>
                  <a:lnTo>
                    <a:pt x="684063" y="4039"/>
                  </a:lnTo>
                  <a:close/>
                </a:path>
              </a:pathLst>
            </a:custGeom>
            <a:solidFill>
              <a:srgbClr val="C2CCD3"/>
            </a:solidFill>
            <a:ln w="1524">
              <a:solidFill>
                <a:srgbClr val="C2CCD3"/>
              </a:solidFill>
            </a:ln>
          </p:spPr>
        </p:sp>
        <p:sp>
          <p:nvSpPr>
            <p:cNvPr id="20" name="Input_density__19">
              <a:extLst>
                <a:ext uri="{FF2B5EF4-FFF2-40B4-BE49-F238E27FC236}">
                  <a16:creationId xmlns:a16="http://schemas.microsoft.com/office/drawing/2014/main" id="{42F3A83B-0A93-5CB1-C0A7-7829B832BB09}"/>
                </a:ext>
              </a:extLst>
            </p:cNvPr>
            <p:cNvSpPr>
              <a:spLocks noGrp="1"/>
            </p:cNvSpPr>
            <p:nvPr/>
          </p:nvSpPr>
          <p:spPr>
            <a:xfrm>
              <a:off x="1250190" y="2694348"/>
              <a:ext cx="554660" cy="334929"/>
            </a:xfrm>
            <a:custGeom>
              <a:avLst/>
              <a:gdLst/>
              <a:ahLst/>
              <a:cxnLst/>
              <a:rect l="0" t="0" r="0" b="0"/>
              <a:pathLst>
                <a:path w="554660" h="334929">
                  <a:moveTo>
                    <a:pt x="28780" y="274528"/>
                  </a:moveTo>
                  <a:lnTo>
                    <a:pt x="0" y="299282"/>
                  </a:lnTo>
                  <a:lnTo>
                    <a:pt x="23344" y="282098"/>
                  </a:lnTo>
                  <a:close/>
                  <a:moveTo>
                    <a:pt x="28780" y="274528"/>
                  </a:moveTo>
                  <a:lnTo>
                    <a:pt x="2800" y="273600"/>
                  </a:lnTo>
                  <a:lnTo>
                    <a:pt x="0" y="299282"/>
                  </a:lnTo>
                  <a:close/>
                  <a:moveTo>
                    <a:pt x="23540" y="299282"/>
                  </a:moveTo>
                  <a:lnTo>
                    <a:pt x="20862" y="334929"/>
                  </a:lnTo>
                  <a:lnTo>
                    <a:pt x="18010" y="330468"/>
                  </a:lnTo>
                  <a:close/>
                  <a:moveTo>
                    <a:pt x="122020" y="262119"/>
                  </a:moveTo>
                  <a:lnTo>
                    <a:pt x="78991" y="241476"/>
                  </a:lnTo>
                  <a:lnTo>
                    <a:pt x="115405" y="264915"/>
                  </a:lnTo>
                  <a:close/>
                  <a:moveTo>
                    <a:pt x="125675" y="214400"/>
                  </a:moveTo>
                  <a:lnTo>
                    <a:pt x="85246" y="220180"/>
                  </a:lnTo>
                  <a:lnTo>
                    <a:pt x="122020" y="262119"/>
                  </a:lnTo>
                  <a:close/>
                  <a:moveTo>
                    <a:pt x="122020" y="262119"/>
                  </a:moveTo>
                  <a:lnTo>
                    <a:pt x="172631" y="248062"/>
                  </a:lnTo>
                  <a:lnTo>
                    <a:pt x="159658" y="213861"/>
                  </a:lnTo>
                  <a:close/>
                  <a:moveTo>
                    <a:pt x="122020" y="262119"/>
                  </a:moveTo>
                  <a:lnTo>
                    <a:pt x="159658" y="213861"/>
                  </a:lnTo>
                  <a:lnTo>
                    <a:pt x="125675" y="214400"/>
                  </a:lnTo>
                  <a:close/>
                  <a:moveTo>
                    <a:pt x="173825" y="250683"/>
                  </a:moveTo>
                  <a:lnTo>
                    <a:pt x="176990" y="230548"/>
                  </a:lnTo>
                  <a:lnTo>
                    <a:pt x="174350" y="246664"/>
                  </a:lnTo>
                  <a:close/>
                  <a:moveTo>
                    <a:pt x="186958" y="247732"/>
                  </a:moveTo>
                  <a:lnTo>
                    <a:pt x="174350" y="246664"/>
                  </a:lnTo>
                  <a:lnTo>
                    <a:pt x="165195" y="209359"/>
                  </a:lnTo>
                  <a:close/>
                  <a:moveTo>
                    <a:pt x="165195" y="209359"/>
                  </a:moveTo>
                  <a:lnTo>
                    <a:pt x="174350" y="246664"/>
                  </a:lnTo>
                  <a:lnTo>
                    <a:pt x="145283" y="198459"/>
                  </a:lnTo>
                  <a:close/>
                  <a:moveTo>
                    <a:pt x="357638" y="151000"/>
                  </a:moveTo>
                  <a:lnTo>
                    <a:pt x="336381" y="159427"/>
                  </a:lnTo>
                  <a:lnTo>
                    <a:pt x="365350" y="154990"/>
                  </a:lnTo>
                  <a:close/>
                  <a:moveTo>
                    <a:pt x="523426" y="108499"/>
                  </a:moveTo>
                  <a:lnTo>
                    <a:pt x="522218" y="107877"/>
                  </a:lnTo>
                  <a:lnTo>
                    <a:pt x="522760" y="108282"/>
                  </a:lnTo>
                  <a:close/>
                  <a:moveTo>
                    <a:pt x="522346" y="104460"/>
                  </a:moveTo>
                  <a:lnTo>
                    <a:pt x="522760" y="108282"/>
                  </a:lnTo>
                  <a:lnTo>
                    <a:pt x="522218" y="107877"/>
                  </a:lnTo>
                  <a:close/>
                  <a:moveTo>
                    <a:pt x="522218" y="107877"/>
                  </a:moveTo>
                  <a:lnTo>
                    <a:pt x="523426" y="108499"/>
                  </a:lnTo>
                  <a:lnTo>
                    <a:pt x="523718" y="107504"/>
                  </a:lnTo>
                  <a:close/>
                  <a:moveTo>
                    <a:pt x="522346" y="104460"/>
                  </a:moveTo>
                  <a:lnTo>
                    <a:pt x="522218" y="107877"/>
                  </a:lnTo>
                  <a:lnTo>
                    <a:pt x="523718" y="107504"/>
                  </a:lnTo>
                  <a:close/>
                  <a:moveTo>
                    <a:pt x="523426" y="108499"/>
                  </a:moveTo>
                  <a:lnTo>
                    <a:pt x="554660" y="90693"/>
                  </a:lnTo>
                  <a:lnTo>
                    <a:pt x="523718" y="107504"/>
                  </a:lnTo>
                  <a:close/>
                  <a:moveTo>
                    <a:pt x="522346" y="104460"/>
                  </a:moveTo>
                  <a:lnTo>
                    <a:pt x="523718" y="107504"/>
                  </a:lnTo>
                  <a:lnTo>
                    <a:pt x="519306" y="71122"/>
                  </a:lnTo>
                  <a:close/>
                  <a:moveTo>
                    <a:pt x="519306" y="71122"/>
                  </a:moveTo>
                  <a:lnTo>
                    <a:pt x="523718" y="107504"/>
                  </a:lnTo>
                  <a:lnTo>
                    <a:pt x="554660" y="90693"/>
                  </a:lnTo>
                  <a:close/>
                  <a:moveTo>
                    <a:pt x="519306" y="71122"/>
                  </a:moveTo>
                  <a:lnTo>
                    <a:pt x="554660" y="90693"/>
                  </a:lnTo>
                  <a:lnTo>
                    <a:pt x="539102" y="53938"/>
                  </a:lnTo>
                  <a:close/>
                  <a:moveTo>
                    <a:pt x="539102" y="53938"/>
                  </a:moveTo>
                  <a:lnTo>
                    <a:pt x="529364" y="34494"/>
                  </a:lnTo>
                  <a:lnTo>
                    <a:pt x="519181" y="21698"/>
                  </a:lnTo>
                  <a:close/>
                  <a:moveTo>
                    <a:pt x="518493" y="17183"/>
                  </a:moveTo>
                  <a:lnTo>
                    <a:pt x="519181" y="21698"/>
                  </a:lnTo>
                  <a:lnTo>
                    <a:pt x="529364" y="34494"/>
                  </a:lnTo>
                  <a:close/>
                  <a:moveTo>
                    <a:pt x="538954" y="0"/>
                  </a:moveTo>
                  <a:lnTo>
                    <a:pt x="518493" y="17183"/>
                  </a:lnTo>
                  <a:lnTo>
                    <a:pt x="529364" y="34494"/>
                  </a:lnTo>
                  <a:close/>
                </a:path>
              </a:pathLst>
            </a:custGeom>
            <a:solidFill>
              <a:srgbClr val="CFD7DE"/>
            </a:solidFill>
            <a:ln w="1524">
              <a:solidFill>
                <a:srgbClr val="CFD7DE"/>
              </a:solidFill>
            </a:ln>
          </p:spPr>
        </p:sp>
        <p:sp>
          <p:nvSpPr>
            <p:cNvPr id="21" name="Input_density__20">
              <a:extLst>
                <a:ext uri="{FF2B5EF4-FFF2-40B4-BE49-F238E27FC236}">
                  <a16:creationId xmlns:a16="http://schemas.microsoft.com/office/drawing/2014/main" id="{A8183AB7-1875-8492-D8F4-0BC2F1178B9B}"/>
                </a:ext>
              </a:extLst>
            </p:cNvPr>
            <p:cNvSpPr>
              <a:spLocks noGrp="1"/>
            </p:cNvSpPr>
            <p:nvPr/>
          </p:nvSpPr>
          <p:spPr>
            <a:xfrm>
              <a:off x="1188362" y="2587834"/>
              <a:ext cx="685776" cy="459999"/>
            </a:xfrm>
            <a:custGeom>
              <a:avLst/>
              <a:gdLst/>
              <a:ahLst/>
              <a:cxnLst/>
              <a:rect l="0" t="0" r="0" b="0"/>
              <a:pathLst>
                <a:path w="685776" h="459999">
                  <a:moveTo>
                    <a:pt x="238870" y="440483"/>
                  </a:moveTo>
                  <a:lnTo>
                    <a:pt x="204097" y="459999"/>
                  </a:lnTo>
                  <a:lnTo>
                    <a:pt x="235418" y="452525"/>
                  </a:lnTo>
                  <a:close/>
                  <a:moveTo>
                    <a:pt x="238870" y="440483"/>
                  </a:moveTo>
                  <a:lnTo>
                    <a:pt x="208855" y="437796"/>
                  </a:lnTo>
                  <a:lnTo>
                    <a:pt x="204097" y="459999"/>
                  </a:lnTo>
                  <a:close/>
                  <a:moveTo>
                    <a:pt x="238870" y="440483"/>
                  </a:moveTo>
                  <a:lnTo>
                    <a:pt x="235418" y="452525"/>
                  </a:lnTo>
                  <a:lnTo>
                    <a:pt x="240146" y="444938"/>
                  </a:lnTo>
                  <a:close/>
                  <a:moveTo>
                    <a:pt x="240146" y="444938"/>
                  </a:moveTo>
                  <a:lnTo>
                    <a:pt x="247995" y="403341"/>
                  </a:lnTo>
                  <a:lnTo>
                    <a:pt x="238870" y="440483"/>
                  </a:lnTo>
                  <a:close/>
                  <a:moveTo>
                    <a:pt x="263596" y="391000"/>
                  </a:moveTo>
                  <a:lnTo>
                    <a:pt x="235653" y="357196"/>
                  </a:lnTo>
                  <a:lnTo>
                    <a:pt x="286545" y="384065"/>
                  </a:lnTo>
                  <a:close/>
                  <a:moveTo>
                    <a:pt x="14057" y="96960"/>
                  </a:moveTo>
                  <a:lnTo>
                    <a:pt x="11918" y="86825"/>
                  </a:lnTo>
                  <a:lnTo>
                    <a:pt x="0" y="99010"/>
                  </a:lnTo>
                  <a:close/>
                  <a:moveTo>
                    <a:pt x="655420" y="228200"/>
                  </a:moveTo>
                  <a:lnTo>
                    <a:pt x="645345" y="218898"/>
                  </a:lnTo>
                  <a:lnTo>
                    <a:pt x="624805" y="238310"/>
                  </a:lnTo>
                  <a:close/>
                  <a:moveTo>
                    <a:pt x="685776" y="216778"/>
                  </a:moveTo>
                  <a:lnTo>
                    <a:pt x="680503" y="233962"/>
                  </a:lnTo>
                  <a:lnTo>
                    <a:pt x="683075" y="235388"/>
                  </a:lnTo>
                  <a:close/>
                  <a:moveTo>
                    <a:pt x="665054" y="106513"/>
                  </a:moveTo>
                  <a:lnTo>
                    <a:pt x="670841" y="89330"/>
                  </a:lnTo>
                  <a:lnTo>
                    <a:pt x="675837" y="143268"/>
                  </a:lnTo>
                  <a:close/>
                  <a:moveTo>
                    <a:pt x="661953" y="0"/>
                  </a:moveTo>
                  <a:lnTo>
                    <a:pt x="671281" y="52575"/>
                  </a:lnTo>
                  <a:lnTo>
                    <a:pt x="662424" y="15820"/>
                  </a:lnTo>
                  <a:close/>
                </a:path>
              </a:pathLst>
            </a:custGeom>
            <a:solidFill>
              <a:srgbClr val="B5C1C9"/>
            </a:solidFill>
            <a:ln w="1524">
              <a:solidFill>
                <a:srgbClr val="B5C1C9"/>
              </a:solidFill>
            </a:ln>
          </p:spPr>
        </p:sp>
        <p:sp>
          <p:nvSpPr>
            <p:cNvPr id="22" name="Input_density__21">
              <a:extLst>
                <a:ext uri="{FF2B5EF4-FFF2-40B4-BE49-F238E27FC236}">
                  <a16:creationId xmlns:a16="http://schemas.microsoft.com/office/drawing/2014/main" id="{FB3FDF59-BDA0-B2B9-5E8F-271326877E98}"/>
                </a:ext>
              </a:extLst>
            </p:cNvPr>
            <p:cNvSpPr>
              <a:spLocks noGrp="1"/>
            </p:cNvSpPr>
            <p:nvPr/>
          </p:nvSpPr>
          <p:spPr>
            <a:xfrm>
              <a:off x="1365595" y="2942410"/>
              <a:ext cx="58420" cy="16854"/>
            </a:xfrm>
            <a:custGeom>
              <a:avLst/>
              <a:gdLst/>
              <a:ahLst/>
              <a:cxnLst/>
              <a:rect l="0" t="0" r="0" b="0"/>
              <a:pathLst>
                <a:path w="58420" h="16854">
                  <a:moveTo>
                    <a:pt x="0" y="16854"/>
                  </a:moveTo>
                  <a:lnTo>
                    <a:pt x="28598" y="15700"/>
                  </a:lnTo>
                  <a:lnTo>
                    <a:pt x="6615" y="14057"/>
                  </a:lnTo>
                  <a:close/>
                  <a:moveTo>
                    <a:pt x="57226" y="0"/>
                  </a:moveTo>
                  <a:lnTo>
                    <a:pt x="6615" y="14057"/>
                  </a:lnTo>
                  <a:lnTo>
                    <a:pt x="58420" y="2621"/>
                  </a:lnTo>
                  <a:close/>
                  <a:moveTo>
                    <a:pt x="6615" y="14057"/>
                  </a:moveTo>
                  <a:lnTo>
                    <a:pt x="28598" y="15700"/>
                  </a:lnTo>
                  <a:lnTo>
                    <a:pt x="58420" y="2621"/>
                  </a:lnTo>
                  <a:close/>
                </a:path>
              </a:pathLst>
            </a:custGeom>
            <a:solidFill>
              <a:srgbClr val="D7DEE3"/>
            </a:solidFill>
            <a:ln w="1524">
              <a:solidFill>
                <a:srgbClr val="D7DEE3"/>
              </a:solidFill>
            </a:ln>
          </p:spPr>
        </p:sp>
        <p:sp>
          <p:nvSpPr>
            <p:cNvPr id="23" name="Input_density__22">
              <a:extLst>
                <a:ext uri="{FF2B5EF4-FFF2-40B4-BE49-F238E27FC236}">
                  <a16:creationId xmlns:a16="http://schemas.microsoft.com/office/drawing/2014/main" id="{3248A7FF-F917-CDE8-2C23-490BB32D9353}"/>
                </a:ext>
              </a:extLst>
            </p:cNvPr>
            <p:cNvSpPr>
              <a:spLocks noGrp="1"/>
            </p:cNvSpPr>
            <p:nvPr/>
          </p:nvSpPr>
          <p:spPr>
            <a:xfrm>
              <a:off x="1049471" y="2456998"/>
              <a:ext cx="847717" cy="750326"/>
            </a:xfrm>
            <a:custGeom>
              <a:avLst/>
              <a:gdLst/>
              <a:ahLst/>
              <a:cxnLst/>
              <a:rect l="0" t="0" r="0" b="0"/>
              <a:pathLst>
                <a:path w="847717" h="750326">
                  <a:moveTo>
                    <a:pt x="146956" y="737590"/>
                  </a:moveTo>
                  <a:lnTo>
                    <a:pt x="146164" y="738080"/>
                  </a:lnTo>
                  <a:lnTo>
                    <a:pt x="156099" y="750326"/>
                  </a:lnTo>
                  <a:close/>
                  <a:moveTo>
                    <a:pt x="0" y="437990"/>
                  </a:moveTo>
                  <a:lnTo>
                    <a:pt x="31692" y="463122"/>
                  </a:lnTo>
                  <a:lnTo>
                    <a:pt x="22596" y="457394"/>
                  </a:lnTo>
                  <a:close/>
                  <a:moveTo>
                    <a:pt x="247790" y="720407"/>
                  </a:moveTo>
                  <a:lnTo>
                    <a:pt x="256274" y="678315"/>
                  </a:lnTo>
                  <a:lnTo>
                    <a:pt x="241179" y="666468"/>
                  </a:lnTo>
                  <a:close/>
                  <a:moveTo>
                    <a:pt x="256274" y="678315"/>
                  </a:moveTo>
                  <a:lnTo>
                    <a:pt x="278858" y="683651"/>
                  </a:lnTo>
                  <a:lnTo>
                    <a:pt x="264585" y="643062"/>
                  </a:lnTo>
                  <a:close/>
                  <a:moveTo>
                    <a:pt x="109213" y="448125"/>
                  </a:moveTo>
                  <a:lnTo>
                    <a:pt x="101564" y="445938"/>
                  </a:lnTo>
                  <a:lnTo>
                    <a:pt x="82485" y="460524"/>
                  </a:lnTo>
                  <a:close/>
                  <a:moveTo>
                    <a:pt x="102078" y="498673"/>
                  </a:moveTo>
                  <a:lnTo>
                    <a:pt x="127651" y="460224"/>
                  </a:lnTo>
                  <a:lnTo>
                    <a:pt x="109213" y="448125"/>
                  </a:lnTo>
                  <a:close/>
                  <a:moveTo>
                    <a:pt x="109213" y="448125"/>
                  </a:moveTo>
                  <a:lnTo>
                    <a:pt x="82863" y="433571"/>
                  </a:lnTo>
                  <a:lnTo>
                    <a:pt x="101564" y="445938"/>
                  </a:lnTo>
                  <a:close/>
                  <a:moveTo>
                    <a:pt x="324147" y="629713"/>
                  </a:moveTo>
                  <a:lnTo>
                    <a:pt x="325123" y="612530"/>
                  </a:lnTo>
                  <a:lnTo>
                    <a:pt x="317191" y="618962"/>
                  </a:lnTo>
                  <a:close/>
                  <a:moveTo>
                    <a:pt x="347745" y="568633"/>
                  </a:moveTo>
                  <a:lnTo>
                    <a:pt x="325123" y="612530"/>
                  </a:lnTo>
                  <a:lnTo>
                    <a:pt x="342988" y="590835"/>
                  </a:lnTo>
                  <a:close/>
                  <a:moveTo>
                    <a:pt x="347745" y="568633"/>
                  </a:moveTo>
                  <a:lnTo>
                    <a:pt x="377760" y="571319"/>
                  </a:lnTo>
                  <a:lnTo>
                    <a:pt x="357069" y="547275"/>
                  </a:lnTo>
                  <a:close/>
                  <a:moveTo>
                    <a:pt x="377760" y="571319"/>
                  </a:moveTo>
                  <a:lnTo>
                    <a:pt x="386885" y="534177"/>
                  </a:lnTo>
                  <a:lnTo>
                    <a:pt x="357069" y="547275"/>
                  </a:lnTo>
                  <a:close/>
                  <a:moveTo>
                    <a:pt x="386885" y="534177"/>
                  </a:moveTo>
                  <a:lnTo>
                    <a:pt x="410574" y="526536"/>
                  </a:lnTo>
                  <a:lnTo>
                    <a:pt x="357069" y="547275"/>
                  </a:lnTo>
                  <a:close/>
                  <a:moveTo>
                    <a:pt x="298156" y="358123"/>
                  </a:moveTo>
                  <a:lnTo>
                    <a:pt x="269244" y="371858"/>
                  </a:lnTo>
                  <a:lnTo>
                    <a:pt x="260166" y="406668"/>
                  </a:lnTo>
                  <a:close/>
                  <a:moveTo>
                    <a:pt x="298156" y="358123"/>
                  </a:moveTo>
                  <a:lnTo>
                    <a:pt x="260166" y="406668"/>
                  </a:lnTo>
                  <a:lnTo>
                    <a:pt x="296485" y="404230"/>
                  </a:lnTo>
                  <a:close/>
                  <a:moveTo>
                    <a:pt x="226030" y="374816"/>
                  </a:moveTo>
                  <a:lnTo>
                    <a:pt x="226350" y="362324"/>
                  </a:lnTo>
                  <a:lnTo>
                    <a:pt x="206343" y="333842"/>
                  </a:lnTo>
                  <a:close/>
                  <a:moveTo>
                    <a:pt x="132295" y="227797"/>
                  </a:moveTo>
                  <a:lnTo>
                    <a:pt x="138890" y="229846"/>
                  </a:lnTo>
                  <a:lnTo>
                    <a:pt x="150809" y="217661"/>
                  </a:lnTo>
                  <a:close/>
                  <a:moveTo>
                    <a:pt x="137311" y="223940"/>
                  </a:moveTo>
                  <a:lnTo>
                    <a:pt x="132295" y="227797"/>
                  </a:lnTo>
                  <a:lnTo>
                    <a:pt x="150809" y="217661"/>
                  </a:lnTo>
                  <a:close/>
                  <a:moveTo>
                    <a:pt x="418118" y="493761"/>
                  </a:moveTo>
                  <a:lnTo>
                    <a:pt x="410574" y="526536"/>
                  </a:lnTo>
                  <a:lnTo>
                    <a:pt x="449908" y="495006"/>
                  </a:lnTo>
                  <a:close/>
                  <a:moveTo>
                    <a:pt x="449908" y="495006"/>
                  </a:moveTo>
                  <a:lnTo>
                    <a:pt x="455991" y="475557"/>
                  </a:lnTo>
                  <a:lnTo>
                    <a:pt x="423235" y="477667"/>
                  </a:lnTo>
                  <a:close/>
                  <a:moveTo>
                    <a:pt x="842172" y="330431"/>
                  </a:moveTo>
                  <a:lnTo>
                    <a:pt x="824666" y="347615"/>
                  </a:lnTo>
                  <a:lnTo>
                    <a:pt x="847717" y="366297"/>
                  </a:lnTo>
                  <a:close/>
                  <a:moveTo>
                    <a:pt x="800843" y="130836"/>
                  </a:moveTo>
                  <a:lnTo>
                    <a:pt x="805805" y="171549"/>
                  </a:lnTo>
                  <a:lnTo>
                    <a:pt x="810171" y="183411"/>
                  </a:lnTo>
                  <a:close/>
                  <a:moveTo>
                    <a:pt x="805868" y="82004"/>
                  </a:moveTo>
                  <a:lnTo>
                    <a:pt x="805036" y="42674"/>
                  </a:lnTo>
                  <a:lnTo>
                    <a:pt x="775681" y="57496"/>
                  </a:lnTo>
                  <a:close/>
                  <a:moveTo>
                    <a:pt x="805282" y="37733"/>
                  </a:moveTo>
                  <a:lnTo>
                    <a:pt x="775681" y="57496"/>
                  </a:lnTo>
                  <a:lnTo>
                    <a:pt x="805036" y="42674"/>
                  </a:lnTo>
                  <a:close/>
                  <a:moveTo>
                    <a:pt x="778130" y="32719"/>
                  </a:moveTo>
                  <a:lnTo>
                    <a:pt x="805282" y="37733"/>
                  </a:lnTo>
                  <a:lnTo>
                    <a:pt x="796654" y="0"/>
                  </a:lnTo>
                  <a:close/>
                </a:path>
              </a:pathLst>
            </a:custGeom>
            <a:solidFill>
              <a:srgbClr val="BCC7CF"/>
            </a:solidFill>
            <a:ln w="1524">
              <a:solidFill>
                <a:srgbClr val="BCC7CF"/>
              </a:solidFill>
            </a:ln>
          </p:spPr>
        </p:sp>
        <p:sp>
          <p:nvSpPr>
            <p:cNvPr id="24" name="Input_density__23">
              <a:extLst>
                <a:ext uri="{FF2B5EF4-FFF2-40B4-BE49-F238E27FC236}">
                  <a16:creationId xmlns:a16="http://schemas.microsoft.com/office/drawing/2014/main" id="{74B2E9F3-6109-F028-E228-BFDFC7DC2FD1}"/>
                </a:ext>
              </a:extLst>
            </p:cNvPr>
            <p:cNvSpPr>
              <a:spLocks noGrp="1"/>
            </p:cNvSpPr>
            <p:nvPr/>
          </p:nvSpPr>
          <p:spPr>
            <a:xfrm>
              <a:off x="1081163" y="2470666"/>
              <a:ext cx="795662" cy="724412"/>
            </a:xfrm>
            <a:custGeom>
              <a:avLst/>
              <a:gdLst/>
              <a:ahLst/>
              <a:cxnLst/>
              <a:rect l="0" t="0" r="0" b="0"/>
              <a:pathLst>
                <a:path w="795662" h="724412">
                  <a:moveTo>
                    <a:pt x="101645" y="704350"/>
                  </a:moveTo>
                  <a:lnTo>
                    <a:pt x="114472" y="724412"/>
                  </a:lnTo>
                  <a:lnTo>
                    <a:pt x="115265" y="723922"/>
                  </a:lnTo>
                  <a:close/>
                  <a:moveTo>
                    <a:pt x="78161" y="657673"/>
                  </a:moveTo>
                  <a:lnTo>
                    <a:pt x="100455" y="672005"/>
                  </a:lnTo>
                  <a:lnTo>
                    <a:pt x="98992" y="687167"/>
                  </a:lnTo>
                  <a:close/>
                  <a:moveTo>
                    <a:pt x="76848" y="650412"/>
                  </a:moveTo>
                  <a:lnTo>
                    <a:pt x="71173" y="618606"/>
                  </a:lnTo>
                  <a:lnTo>
                    <a:pt x="78161" y="657673"/>
                  </a:lnTo>
                  <a:close/>
                  <a:moveTo>
                    <a:pt x="81928" y="534895"/>
                  </a:moveTo>
                  <a:lnTo>
                    <a:pt x="86547" y="540147"/>
                  </a:lnTo>
                  <a:lnTo>
                    <a:pt x="60036" y="549252"/>
                  </a:lnTo>
                  <a:close/>
                  <a:moveTo>
                    <a:pt x="31829" y="472160"/>
                  </a:moveTo>
                  <a:lnTo>
                    <a:pt x="8390" y="463572"/>
                  </a:lnTo>
                  <a:lnTo>
                    <a:pt x="64647" y="486209"/>
                  </a:lnTo>
                  <a:close/>
                  <a:moveTo>
                    <a:pt x="0" y="449454"/>
                  </a:moveTo>
                  <a:lnTo>
                    <a:pt x="8390" y="463572"/>
                  </a:lnTo>
                  <a:lnTo>
                    <a:pt x="31829" y="472160"/>
                  </a:lnTo>
                  <a:close/>
                  <a:moveTo>
                    <a:pt x="177573" y="643343"/>
                  </a:moveTo>
                  <a:lnTo>
                    <a:pt x="166675" y="633229"/>
                  </a:lnTo>
                  <a:lnTo>
                    <a:pt x="204804" y="648947"/>
                  </a:lnTo>
                  <a:close/>
                  <a:moveTo>
                    <a:pt x="177573" y="643343"/>
                  </a:moveTo>
                  <a:lnTo>
                    <a:pt x="204804" y="648947"/>
                  </a:lnTo>
                  <a:lnTo>
                    <a:pt x="224582" y="664647"/>
                  </a:lnTo>
                  <a:close/>
                  <a:moveTo>
                    <a:pt x="224582" y="664647"/>
                  </a:moveTo>
                  <a:lnTo>
                    <a:pt x="232894" y="629394"/>
                  </a:lnTo>
                  <a:lnTo>
                    <a:pt x="217606" y="616045"/>
                  </a:lnTo>
                  <a:close/>
                  <a:moveTo>
                    <a:pt x="31829" y="472160"/>
                  </a:moveTo>
                  <a:lnTo>
                    <a:pt x="64647" y="486209"/>
                  </a:lnTo>
                  <a:lnTo>
                    <a:pt x="50793" y="446856"/>
                  </a:lnTo>
                  <a:close/>
                  <a:moveTo>
                    <a:pt x="50793" y="446856"/>
                  </a:moveTo>
                  <a:lnTo>
                    <a:pt x="64647" y="486209"/>
                  </a:lnTo>
                  <a:lnTo>
                    <a:pt x="77521" y="434457"/>
                  </a:lnTo>
                  <a:close/>
                  <a:moveTo>
                    <a:pt x="77521" y="434457"/>
                  </a:moveTo>
                  <a:lnTo>
                    <a:pt x="64647" y="486209"/>
                  </a:lnTo>
                  <a:lnTo>
                    <a:pt x="70387" y="485005"/>
                  </a:lnTo>
                  <a:close/>
                  <a:moveTo>
                    <a:pt x="106413" y="482804"/>
                  </a:moveTo>
                  <a:lnTo>
                    <a:pt x="70409" y="491828"/>
                  </a:lnTo>
                  <a:lnTo>
                    <a:pt x="104213" y="493640"/>
                  </a:lnTo>
                  <a:close/>
                  <a:moveTo>
                    <a:pt x="285499" y="605294"/>
                  </a:moveTo>
                  <a:lnTo>
                    <a:pt x="271475" y="598862"/>
                  </a:lnTo>
                  <a:lnTo>
                    <a:pt x="232894" y="629394"/>
                  </a:lnTo>
                  <a:close/>
                  <a:moveTo>
                    <a:pt x="270420" y="645121"/>
                  </a:moveTo>
                  <a:lnTo>
                    <a:pt x="285499" y="605294"/>
                  </a:lnTo>
                  <a:lnTo>
                    <a:pt x="232894" y="629394"/>
                  </a:lnTo>
                  <a:close/>
                  <a:moveTo>
                    <a:pt x="207404" y="562107"/>
                  </a:moveTo>
                  <a:lnTo>
                    <a:pt x="177441" y="541642"/>
                  </a:lnTo>
                  <a:lnTo>
                    <a:pt x="179245" y="542535"/>
                  </a:lnTo>
                  <a:close/>
                  <a:moveTo>
                    <a:pt x="286618" y="596553"/>
                  </a:moveTo>
                  <a:lnTo>
                    <a:pt x="285499" y="605294"/>
                  </a:lnTo>
                  <a:lnTo>
                    <a:pt x="293432" y="598862"/>
                  </a:lnTo>
                  <a:close/>
                  <a:moveTo>
                    <a:pt x="286618" y="596553"/>
                  </a:moveTo>
                  <a:lnTo>
                    <a:pt x="293432" y="598862"/>
                  </a:lnTo>
                  <a:lnTo>
                    <a:pt x="316053" y="554965"/>
                  </a:lnTo>
                  <a:close/>
                  <a:moveTo>
                    <a:pt x="285720" y="552537"/>
                  </a:moveTo>
                  <a:lnTo>
                    <a:pt x="286618" y="596553"/>
                  </a:lnTo>
                  <a:lnTo>
                    <a:pt x="316053" y="554965"/>
                  </a:lnTo>
                  <a:close/>
                  <a:moveTo>
                    <a:pt x="285720" y="552537"/>
                  </a:moveTo>
                  <a:lnTo>
                    <a:pt x="265260" y="529622"/>
                  </a:lnTo>
                  <a:lnTo>
                    <a:pt x="255553" y="549974"/>
                  </a:lnTo>
                  <a:close/>
                  <a:moveTo>
                    <a:pt x="316053" y="554965"/>
                  </a:moveTo>
                  <a:lnTo>
                    <a:pt x="325378" y="533607"/>
                  </a:lnTo>
                  <a:lnTo>
                    <a:pt x="285720" y="552537"/>
                  </a:lnTo>
                  <a:close/>
                  <a:moveTo>
                    <a:pt x="285720" y="552537"/>
                  </a:moveTo>
                  <a:lnTo>
                    <a:pt x="325378" y="533607"/>
                  </a:lnTo>
                  <a:lnTo>
                    <a:pt x="268079" y="525352"/>
                  </a:lnTo>
                  <a:close/>
                  <a:moveTo>
                    <a:pt x="268079" y="525352"/>
                  </a:moveTo>
                  <a:lnTo>
                    <a:pt x="265260" y="529622"/>
                  </a:lnTo>
                  <a:lnTo>
                    <a:pt x="285720" y="552537"/>
                  </a:lnTo>
                  <a:close/>
                  <a:moveTo>
                    <a:pt x="214234" y="397903"/>
                  </a:moveTo>
                  <a:lnTo>
                    <a:pt x="194338" y="361149"/>
                  </a:lnTo>
                  <a:lnTo>
                    <a:pt x="200501" y="370994"/>
                  </a:lnTo>
                  <a:close/>
                  <a:moveTo>
                    <a:pt x="378882" y="512868"/>
                  </a:moveTo>
                  <a:lnTo>
                    <a:pt x="349939" y="490985"/>
                  </a:lnTo>
                  <a:lnTo>
                    <a:pt x="325378" y="533607"/>
                  </a:lnTo>
                  <a:close/>
                  <a:moveTo>
                    <a:pt x="194338" y="361149"/>
                  </a:moveTo>
                  <a:lnTo>
                    <a:pt x="228474" y="393000"/>
                  </a:lnTo>
                  <a:lnTo>
                    <a:pt x="201440" y="347746"/>
                  </a:lnTo>
                  <a:close/>
                  <a:moveTo>
                    <a:pt x="386427" y="480093"/>
                  </a:moveTo>
                  <a:lnTo>
                    <a:pt x="418216" y="481338"/>
                  </a:lnTo>
                  <a:lnTo>
                    <a:pt x="391544" y="463999"/>
                  </a:lnTo>
                  <a:close/>
                  <a:moveTo>
                    <a:pt x="346016" y="454230"/>
                  </a:moveTo>
                  <a:lnTo>
                    <a:pt x="364916" y="437047"/>
                  </a:lnTo>
                  <a:lnTo>
                    <a:pt x="322345" y="426061"/>
                  </a:lnTo>
                  <a:close/>
                  <a:moveTo>
                    <a:pt x="348455" y="427475"/>
                  </a:moveTo>
                  <a:lnTo>
                    <a:pt x="311087" y="417475"/>
                  </a:lnTo>
                  <a:lnTo>
                    <a:pt x="322345" y="426061"/>
                  </a:lnTo>
                  <a:close/>
                  <a:moveTo>
                    <a:pt x="792975" y="333947"/>
                  </a:moveTo>
                  <a:lnTo>
                    <a:pt x="771611" y="311147"/>
                  </a:lnTo>
                  <a:lnTo>
                    <a:pt x="752544" y="336066"/>
                  </a:lnTo>
                  <a:close/>
                  <a:moveTo>
                    <a:pt x="783036" y="260437"/>
                  </a:moveTo>
                  <a:lnTo>
                    <a:pt x="777947" y="244259"/>
                  </a:lnTo>
                  <a:lnTo>
                    <a:pt x="795662" y="276496"/>
                  </a:lnTo>
                  <a:close/>
                  <a:moveTo>
                    <a:pt x="778040" y="206498"/>
                  </a:moveTo>
                  <a:lnTo>
                    <a:pt x="777283" y="236148"/>
                  </a:lnTo>
                  <a:lnTo>
                    <a:pt x="783036" y="260437"/>
                  </a:lnTo>
                  <a:close/>
                  <a:moveTo>
                    <a:pt x="728390" y="167965"/>
                  </a:moveTo>
                  <a:lnTo>
                    <a:pt x="785007" y="168818"/>
                  </a:lnTo>
                  <a:lnTo>
                    <a:pt x="774113" y="157881"/>
                  </a:lnTo>
                  <a:close/>
                  <a:moveTo>
                    <a:pt x="728390" y="167965"/>
                  </a:moveTo>
                  <a:lnTo>
                    <a:pt x="774113" y="157881"/>
                  </a:lnTo>
                  <a:lnTo>
                    <a:pt x="769151" y="117168"/>
                  </a:lnTo>
                  <a:close/>
                  <a:moveTo>
                    <a:pt x="769151" y="117168"/>
                  </a:moveTo>
                  <a:lnTo>
                    <a:pt x="769398" y="110457"/>
                  </a:lnTo>
                  <a:lnTo>
                    <a:pt x="735636" y="108805"/>
                  </a:lnTo>
                  <a:close/>
                  <a:moveTo>
                    <a:pt x="683990" y="59478"/>
                  </a:moveTo>
                  <a:lnTo>
                    <a:pt x="689383" y="96233"/>
                  </a:lnTo>
                  <a:lnTo>
                    <a:pt x="708883" y="79050"/>
                  </a:lnTo>
                  <a:close/>
                  <a:moveTo>
                    <a:pt x="673216" y="0"/>
                  </a:moveTo>
                  <a:lnTo>
                    <a:pt x="691920" y="18627"/>
                  </a:lnTo>
                  <a:lnTo>
                    <a:pt x="673451" y="6553"/>
                  </a:lnTo>
                  <a:close/>
                  <a:moveTo>
                    <a:pt x="774176" y="68336"/>
                  </a:moveTo>
                  <a:lnTo>
                    <a:pt x="735636" y="108805"/>
                  </a:lnTo>
                  <a:lnTo>
                    <a:pt x="769398" y="110457"/>
                  </a:lnTo>
                  <a:close/>
                </a:path>
              </a:pathLst>
            </a:custGeom>
            <a:solidFill>
              <a:srgbClr val="C2CCD3"/>
            </a:solidFill>
            <a:ln w="1524">
              <a:solidFill>
                <a:srgbClr val="C2CCD3"/>
              </a:solidFill>
            </a:ln>
          </p:spPr>
        </p:sp>
        <p:sp>
          <p:nvSpPr>
            <p:cNvPr id="25" name="Input_density__24">
              <a:extLst>
                <a:ext uri="{FF2B5EF4-FFF2-40B4-BE49-F238E27FC236}">
                  <a16:creationId xmlns:a16="http://schemas.microsoft.com/office/drawing/2014/main" id="{46FD2868-D411-B607-9FB1-84A47128300E}"/>
                </a:ext>
              </a:extLst>
            </p:cNvPr>
            <p:cNvSpPr>
              <a:spLocks noGrp="1"/>
            </p:cNvSpPr>
            <p:nvPr/>
          </p:nvSpPr>
          <p:spPr>
            <a:xfrm>
              <a:off x="1086043" y="2392514"/>
              <a:ext cx="805601" cy="802074"/>
            </a:xfrm>
            <a:custGeom>
              <a:avLst/>
              <a:gdLst/>
              <a:ahLst/>
              <a:cxnLst/>
              <a:rect l="0" t="0" r="0" b="0"/>
              <a:pathLst>
                <a:path w="805601" h="802074">
                  <a:moveTo>
                    <a:pt x="94112" y="765319"/>
                  </a:moveTo>
                  <a:lnTo>
                    <a:pt x="96765" y="782502"/>
                  </a:lnTo>
                  <a:lnTo>
                    <a:pt x="110385" y="802074"/>
                  </a:lnTo>
                  <a:close/>
                  <a:moveTo>
                    <a:pt x="71968" y="728564"/>
                  </a:moveTo>
                  <a:lnTo>
                    <a:pt x="73281" y="735825"/>
                  </a:lnTo>
                  <a:lnTo>
                    <a:pt x="90196" y="758414"/>
                  </a:lnTo>
                  <a:close/>
                  <a:moveTo>
                    <a:pt x="51350" y="655054"/>
                  </a:moveTo>
                  <a:lnTo>
                    <a:pt x="67312" y="691809"/>
                  </a:lnTo>
                  <a:lnTo>
                    <a:pt x="69155" y="674626"/>
                  </a:lnTo>
                  <a:close/>
                  <a:moveTo>
                    <a:pt x="59767" y="564361"/>
                  </a:moveTo>
                  <a:lnTo>
                    <a:pt x="48464" y="602384"/>
                  </a:lnTo>
                  <a:lnTo>
                    <a:pt x="65529" y="569980"/>
                  </a:lnTo>
                  <a:close/>
                  <a:moveTo>
                    <a:pt x="186874" y="711381"/>
                  </a:moveTo>
                  <a:lnTo>
                    <a:pt x="172693" y="721495"/>
                  </a:lnTo>
                  <a:lnTo>
                    <a:pt x="219702" y="742799"/>
                  </a:lnTo>
                  <a:close/>
                  <a:moveTo>
                    <a:pt x="212726" y="694197"/>
                  </a:moveTo>
                  <a:lnTo>
                    <a:pt x="186874" y="711381"/>
                  </a:lnTo>
                  <a:lnTo>
                    <a:pt x="219702" y="742799"/>
                  </a:lnTo>
                  <a:close/>
                  <a:moveTo>
                    <a:pt x="180210" y="657442"/>
                  </a:moveTo>
                  <a:lnTo>
                    <a:pt x="180948" y="657722"/>
                  </a:lnTo>
                  <a:lnTo>
                    <a:pt x="181504" y="658232"/>
                  </a:lnTo>
                  <a:close/>
                  <a:moveTo>
                    <a:pt x="181504" y="658232"/>
                  </a:moveTo>
                  <a:lnTo>
                    <a:pt x="180948" y="657722"/>
                  </a:lnTo>
                  <a:lnTo>
                    <a:pt x="212726" y="694197"/>
                  </a:lnTo>
                  <a:close/>
                  <a:moveTo>
                    <a:pt x="212726" y="694197"/>
                  </a:moveTo>
                  <a:lnTo>
                    <a:pt x="180948" y="657722"/>
                  </a:lnTo>
                  <a:lnTo>
                    <a:pt x="177663" y="674626"/>
                  </a:lnTo>
                  <a:close/>
                  <a:moveTo>
                    <a:pt x="212726" y="694197"/>
                  </a:moveTo>
                  <a:lnTo>
                    <a:pt x="177663" y="674626"/>
                  </a:lnTo>
                  <a:lnTo>
                    <a:pt x="186874" y="711381"/>
                  </a:lnTo>
                  <a:close/>
                  <a:moveTo>
                    <a:pt x="180172" y="653252"/>
                  </a:moveTo>
                  <a:lnTo>
                    <a:pt x="180948" y="657722"/>
                  </a:lnTo>
                  <a:lnTo>
                    <a:pt x="180210" y="657442"/>
                  </a:lnTo>
                  <a:close/>
                  <a:moveTo>
                    <a:pt x="180172" y="653252"/>
                  </a:moveTo>
                  <a:lnTo>
                    <a:pt x="184564" y="641303"/>
                  </a:lnTo>
                  <a:lnTo>
                    <a:pt x="180948" y="657722"/>
                  </a:lnTo>
                  <a:close/>
                  <a:moveTo>
                    <a:pt x="180948" y="657722"/>
                  </a:moveTo>
                  <a:lnTo>
                    <a:pt x="184564" y="641303"/>
                  </a:lnTo>
                  <a:lnTo>
                    <a:pt x="177663" y="674626"/>
                  </a:lnTo>
                  <a:close/>
                  <a:moveTo>
                    <a:pt x="65529" y="569980"/>
                  </a:moveTo>
                  <a:lnTo>
                    <a:pt x="65507" y="563157"/>
                  </a:lnTo>
                  <a:lnTo>
                    <a:pt x="59767" y="564361"/>
                  </a:lnTo>
                  <a:close/>
                  <a:moveTo>
                    <a:pt x="65507" y="563157"/>
                  </a:moveTo>
                  <a:lnTo>
                    <a:pt x="65529" y="569980"/>
                  </a:lnTo>
                  <a:lnTo>
                    <a:pt x="101533" y="560956"/>
                  </a:lnTo>
                  <a:close/>
                  <a:moveTo>
                    <a:pt x="212726" y="694197"/>
                  </a:moveTo>
                  <a:lnTo>
                    <a:pt x="228014" y="707546"/>
                  </a:lnTo>
                  <a:lnTo>
                    <a:pt x="236330" y="684534"/>
                  </a:lnTo>
                  <a:close/>
                  <a:moveTo>
                    <a:pt x="263199" y="603504"/>
                  </a:moveTo>
                  <a:lnTo>
                    <a:pt x="320498" y="611759"/>
                  </a:lnTo>
                  <a:lnTo>
                    <a:pt x="295051" y="586321"/>
                  </a:lnTo>
                  <a:close/>
                  <a:moveTo>
                    <a:pt x="220218" y="485982"/>
                  </a:moveTo>
                  <a:lnTo>
                    <a:pt x="249392" y="522014"/>
                  </a:lnTo>
                  <a:lnTo>
                    <a:pt x="255860" y="494666"/>
                  </a:lnTo>
                  <a:close/>
                  <a:moveTo>
                    <a:pt x="199515" y="493239"/>
                  </a:moveTo>
                  <a:lnTo>
                    <a:pt x="249392" y="522014"/>
                  </a:lnTo>
                  <a:lnTo>
                    <a:pt x="220218" y="485982"/>
                  </a:lnTo>
                  <a:close/>
                  <a:moveTo>
                    <a:pt x="200308" y="490083"/>
                  </a:moveTo>
                  <a:lnTo>
                    <a:pt x="199515" y="493239"/>
                  </a:lnTo>
                  <a:lnTo>
                    <a:pt x="220218" y="485982"/>
                  </a:lnTo>
                  <a:close/>
                  <a:moveTo>
                    <a:pt x="18806" y="327450"/>
                  </a:moveTo>
                  <a:lnTo>
                    <a:pt x="0" y="346219"/>
                  </a:lnTo>
                  <a:lnTo>
                    <a:pt x="28464" y="342448"/>
                  </a:lnTo>
                  <a:close/>
                  <a:moveTo>
                    <a:pt x="28464" y="342448"/>
                  </a:moveTo>
                  <a:lnTo>
                    <a:pt x="32332" y="346219"/>
                  </a:lnTo>
                  <a:lnTo>
                    <a:pt x="18806" y="327450"/>
                  </a:lnTo>
                  <a:close/>
                  <a:moveTo>
                    <a:pt x="209354" y="476055"/>
                  </a:moveTo>
                  <a:lnTo>
                    <a:pt x="200308" y="490083"/>
                  </a:lnTo>
                  <a:lnTo>
                    <a:pt x="220218" y="485982"/>
                  </a:lnTo>
                  <a:close/>
                  <a:moveTo>
                    <a:pt x="209354" y="476055"/>
                  </a:moveTo>
                  <a:lnTo>
                    <a:pt x="195621" y="449146"/>
                  </a:lnTo>
                  <a:lnTo>
                    <a:pt x="200308" y="490083"/>
                  </a:lnTo>
                  <a:close/>
                  <a:moveTo>
                    <a:pt x="209354" y="476055"/>
                  </a:moveTo>
                  <a:lnTo>
                    <a:pt x="220218" y="485982"/>
                  </a:lnTo>
                  <a:lnTo>
                    <a:pt x="223594" y="471152"/>
                  </a:lnTo>
                  <a:close/>
                  <a:moveTo>
                    <a:pt x="209354" y="476055"/>
                  </a:moveTo>
                  <a:lnTo>
                    <a:pt x="223594" y="471152"/>
                  </a:lnTo>
                  <a:lnTo>
                    <a:pt x="189458" y="439300"/>
                  </a:lnTo>
                  <a:close/>
                  <a:moveTo>
                    <a:pt x="259913" y="468714"/>
                  </a:moveTo>
                  <a:lnTo>
                    <a:pt x="220218" y="485982"/>
                  </a:lnTo>
                  <a:lnTo>
                    <a:pt x="255860" y="494666"/>
                  </a:lnTo>
                  <a:close/>
                  <a:moveTo>
                    <a:pt x="259913" y="468714"/>
                  </a:moveTo>
                  <a:lnTo>
                    <a:pt x="223594" y="471152"/>
                  </a:lnTo>
                  <a:lnTo>
                    <a:pt x="220218" y="485982"/>
                  </a:lnTo>
                  <a:close/>
                  <a:moveTo>
                    <a:pt x="313467" y="489266"/>
                  </a:moveTo>
                  <a:lnTo>
                    <a:pt x="309430" y="500293"/>
                  </a:lnTo>
                  <a:lnTo>
                    <a:pt x="306207" y="495627"/>
                  </a:lnTo>
                  <a:close/>
                  <a:moveTo>
                    <a:pt x="309430" y="500293"/>
                  </a:moveTo>
                  <a:lnTo>
                    <a:pt x="341136" y="532382"/>
                  </a:lnTo>
                  <a:lnTo>
                    <a:pt x="317465" y="504213"/>
                  </a:lnTo>
                  <a:close/>
                  <a:moveTo>
                    <a:pt x="306207" y="495627"/>
                  </a:moveTo>
                  <a:lnTo>
                    <a:pt x="309430" y="500293"/>
                  </a:lnTo>
                  <a:lnTo>
                    <a:pt x="317465" y="504213"/>
                  </a:lnTo>
                  <a:close/>
                  <a:moveTo>
                    <a:pt x="374002" y="591020"/>
                  </a:moveTo>
                  <a:lnTo>
                    <a:pt x="381547" y="558245"/>
                  </a:lnTo>
                  <a:lnTo>
                    <a:pt x="345059" y="569137"/>
                  </a:lnTo>
                  <a:close/>
                  <a:moveTo>
                    <a:pt x="341136" y="532382"/>
                  </a:moveTo>
                  <a:lnTo>
                    <a:pt x="345059" y="569137"/>
                  </a:lnTo>
                  <a:lnTo>
                    <a:pt x="360036" y="515199"/>
                  </a:lnTo>
                  <a:close/>
                  <a:moveTo>
                    <a:pt x="143372" y="311852"/>
                  </a:moveTo>
                  <a:lnTo>
                    <a:pt x="161801" y="257914"/>
                  </a:lnTo>
                  <a:lnTo>
                    <a:pt x="128099" y="275097"/>
                  </a:lnTo>
                  <a:close/>
                  <a:moveTo>
                    <a:pt x="156774" y="221159"/>
                  </a:moveTo>
                  <a:lnTo>
                    <a:pt x="159369" y="227795"/>
                  </a:lnTo>
                  <a:lnTo>
                    <a:pt x="128099" y="275097"/>
                  </a:lnTo>
                  <a:close/>
                  <a:moveTo>
                    <a:pt x="518978" y="470707"/>
                  </a:moveTo>
                  <a:lnTo>
                    <a:pt x="532422" y="472104"/>
                  </a:lnTo>
                  <a:lnTo>
                    <a:pt x="574460" y="457360"/>
                  </a:lnTo>
                  <a:close/>
                  <a:moveTo>
                    <a:pt x="755474" y="375344"/>
                  </a:moveTo>
                  <a:lnTo>
                    <a:pt x="747664" y="414218"/>
                  </a:lnTo>
                  <a:lnTo>
                    <a:pt x="766731" y="389299"/>
                  </a:lnTo>
                  <a:close/>
                  <a:moveTo>
                    <a:pt x="755474" y="375344"/>
                  </a:moveTo>
                  <a:lnTo>
                    <a:pt x="718806" y="392527"/>
                  </a:lnTo>
                  <a:lnTo>
                    <a:pt x="747664" y="414218"/>
                  </a:lnTo>
                  <a:close/>
                  <a:moveTo>
                    <a:pt x="788095" y="412099"/>
                  </a:moveTo>
                  <a:lnTo>
                    <a:pt x="805601" y="394915"/>
                  </a:lnTo>
                  <a:lnTo>
                    <a:pt x="766731" y="389299"/>
                  </a:lnTo>
                  <a:close/>
                  <a:moveTo>
                    <a:pt x="790782" y="354648"/>
                  </a:moveTo>
                  <a:lnTo>
                    <a:pt x="773067" y="322411"/>
                  </a:lnTo>
                  <a:lnTo>
                    <a:pt x="776299" y="328864"/>
                  </a:lnTo>
                  <a:close/>
                  <a:moveTo>
                    <a:pt x="713647" y="315406"/>
                  </a:moveTo>
                  <a:lnTo>
                    <a:pt x="733296" y="338589"/>
                  </a:lnTo>
                  <a:lnTo>
                    <a:pt x="756942" y="284650"/>
                  </a:lnTo>
                  <a:close/>
                  <a:moveTo>
                    <a:pt x="756942" y="284650"/>
                  </a:moveTo>
                  <a:lnTo>
                    <a:pt x="733296" y="338589"/>
                  </a:lnTo>
                  <a:lnTo>
                    <a:pt x="772403" y="314299"/>
                  </a:lnTo>
                  <a:close/>
                  <a:moveTo>
                    <a:pt x="778156" y="338589"/>
                  </a:moveTo>
                  <a:lnTo>
                    <a:pt x="772403" y="314299"/>
                  </a:lnTo>
                  <a:lnTo>
                    <a:pt x="773067" y="322411"/>
                  </a:lnTo>
                  <a:close/>
                  <a:moveTo>
                    <a:pt x="695706" y="211140"/>
                  </a:moveTo>
                  <a:lnTo>
                    <a:pt x="684503" y="174385"/>
                  </a:lnTo>
                  <a:lnTo>
                    <a:pt x="679248" y="228324"/>
                  </a:lnTo>
                  <a:close/>
                  <a:moveTo>
                    <a:pt x="756942" y="284650"/>
                  </a:moveTo>
                  <a:lnTo>
                    <a:pt x="780128" y="246970"/>
                  </a:lnTo>
                  <a:lnTo>
                    <a:pt x="723510" y="246117"/>
                  </a:lnTo>
                  <a:close/>
                  <a:moveTo>
                    <a:pt x="756942" y="284650"/>
                  </a:moveTo>
                  <a:lnTo>
                    <a:pt x="723510" y="246117"/>
                  </a:lnTo>
                  <a:lnTo>
                    <a:pt x="721984" y="250368"/>
                  </a:lnTo>
                  <a:close/>
                  <a:moveTo>
                    <a:pt x="775402" y="320513"/>
                  </a:moveTo>
                  <a:lnTo>
                    <a:pt x="772403" y="314299"/>
                  </a:lnTo>
                  <a:lnTo>
                    <a:pt x="773160" y="284650"/>
                  </a:lnTo>
                  <a:close/>
                  <a:moveTo>
                    <a:pt x="723510" y="246117"/>
                  </a:moveTo>
                  <a:lnTo>
                    <a:pt x="764271" y="195320"/>
                  </a:lnTo>
                  <a:lnTo>
                    <a:pt x="728074" y="197660"/>
                  </a:lnTo>
                  <a:close/>
                  <a:moveTo>
                    <a:pt x="728074" y="197660"/>
                  </a:moveTo>
                  <a:lnTo>
                    <a:pt x="764271" y="195320"/>
                  </a:lnTo>
                  <a:lnTo>
                    <a:pt x="730756" y="186957"/>
                  </a:lnTo>
                  <a:close/>
                  <a:moveTo>
                    <a:pt x="679110" y="137630"/>
                  </a:moveTo>
                  <a:lnTo>
                    <a:pt x="704003" y="157202"/>
                  </a:lnTo>
                  <a:lnTo>
                    <a:pt x="693668" y="120447"/>
                  </a:lnTo>
                  <a:close/>
                  <a:moveTo>
                    <a:pt x="668571" y="84705"/>
                  </a:moveTo>
                  <a:lnTo>
                    <a:pt x="687881" y="122860"/>
                  </a:lnTo>
                  <a:lnTo>
                    <a:pt x="693668" y="120447"/>
                  </a:lnTo>
                  <a:close/>
                  <a:moveTo>
                    <a:pt x="693428" y="47394"/>
                  </a:moveTo>
                  <a:lnTo>
                    <a:pt x="668336" y="78152"/>
                  </a:lnTo>
                  <a:lnTo>
                    <a:pt x="699490" y="66509"/>
                  </a:lnTo>
                  <a:close/>
                  <a:moveTo>
                    <a:pt x="674918" y="34798"/>
                  </a:moveTo>
                  <a:lnTo>
                    <a:pt x="693540" y="46747"/>
                  </a:lnTo>
                  <a:lnTo>
                    <a:pt x="699490" y="66509"/>
                  </a:lnTo>
                  <a:close/>
                  <a:moveTo>
                    <a:pt x="677406" y="15857"/>
                  </a:moveTo>
                  <a:lnTo>
                    <a:pt x="693540" y="46747"/>
                  </a:lnTo>
                  <a:lnTo>
                    <a:pt x="674918" y="34798"/>
                  </a:lnTo>
                  <a:close/>
                  <a:moveTo>
                    <a:pt x="677406" y="15857"/>
                  </a:moveTo>
                  <a:lnTo>
                    <a:pt x="688612" y="23665"/>
                  </a:lnTo>
                  <a:lnTo>
                    <a:pt x="706484" y="0"/>
                  </a:lnTo>
                  <a:close/>
                </a:path>
              </a:pathLst>
            </a:custGeom>
            <a:solidFill>
              <a:srgbClr val="C9D2D8"/>
            </a:solidFill>
            <a:ln w="1524">
              <a:solidFill>
                <a:srgbClr val="C9D2D8"/>
              </a:solidFill>
            </a:ln>
          </p:spPr>
        </p:sp>
        <p:sp>
          <p:nvSpPr>
            <p:cNvPr id="26" name="Input_density__25">
              <a:extLst>
                <a:ext uri="{FF2B5EF4-FFF2-40B4-BE49-F238E27FC236}">
                  <a16:creationId xmlns:a16="http://schemas.microsoft.com/office/drawing/2014/main" id="{C9CC8190-5D8E-C09B-C286-D24000CEC44E}"/>
                </a:ext>
              </a:extLst>
            </p:cNvPr>
            <p:cNvSpPr>
              <a:spLocks noGrp="1"/>
            </p:cNvSpPr>
            <p:nvPr/>
          </p:nvSpPr>
          <p:spPr>
            <a:xfrm>
              <a:off x="1024881" y="2494732"/>
              <a:ext cx="895868" cy="718137"/>
            </a:xfrm>
            <a:custGeom>
              <a:avLst/>
              <a:gdLst/>
              <a:ahLst/>
              <a:cxnLst/>
              <a:rect l="0" t="0" r="0" b="0"/>
              <a:pathLst>
                <a:path w="895868" h="718137">
                  <a:moveTo>
                    <a:pt x="234564" y="718137"/>
                  </a:moveTo>
                  <a:lnTo>
                    <a:pt x="200940" y="716998"/>
                  </a:lnTo>
                  <a:lnTo>
                    <a:pt x="180690" y="712592"/>
                  </a:lnTo>
                  <a:close/>
                  <a:moveTo>
                    <a:pt x="47187" y="419661"/>
                  </a:moveTo>
                  <a:lnTo>
                    <a:pt x="0" y="393160"/>
                  </a:lnTo>
                  <a:lnTo>
                    <a:pt x="24591" y="400257"/>
                  </a:lnTo>
                  <a:close/>
                  <a:moveTo>
                    <a:pt x="279954" y="667059"/>
                  </a:moveTo>
                  <a:lnTo>
                    <a:pt x="280864" y="640582"/>
                  </a:lnTo>
                  <a:lnTo>
                    <a:pt x="272381" y="682673"/>
                  </a:lnTo>
                  <a:close/>
                  <a:moveTo>
                    <a:pt x="289176" y="605328"/>
                  </a:moveTo>
                  <a:lnTo>
                    <a:pt x="303449" y="645918"/>
                  </a:lnTo>
                  <a:lnTo>
                    <a:pt x="307261" y="644579"/>
                  </a:lnTo>
                  <a:close/>
                  <a:moveTo>
                    <a:pt x="289176" y="605328"/>
                  </a:moveTo>
                  <a:lnTo>
                    <a:pt x="307261" y="644579"/>
                  </a:lnTo>
                  <a:lnTo>
                    <a:pt x="326702" y="621055"/>
                  </a:lnTo>
                  <a:close/>
                  <a:moveTo>
                    <a:pt x="348738" y="591980"/>
                  </a:moveTo>
                  <a:lnTo>
                    <a:pt x="341782" y="581229"/>
                  </a:lnTo>
                  <a:lnTo>
                    <a:pt x="326702" y="621055"/>
                  </a:lnTo>
                  <a:close/>
                  <a:moveTo>
                    <a:pt x="349714" y="574797"/>
                  </a:moveTo>
                  <a:lnTo>
                    <a:pt x="348738" y="591980"/>
                  </a:lnTo>
                  <a:lnTo>
                    <a:pt x="367578" y="553102"/>
                  </a:lnTo>
                  <a:close/>
                  <a:moveTo>
                    <a:pt x="435165" y="488803"/>
                  </a:moveTo>
                  <a:lnTo>
                    <a:pt x="411476" y="496443"/>
                  </a:lnTo>
                  <a:lnTo>
                    <a:pt x="466546" y="481558"/>
                  </a:lnTo>
                  <a:close/>
                  <a:moveTo>
                    <a:pt x="323051" y="319900"/>
                  </a:moveTo>
                  <a:lnTo>
                    <a:pt x="293835" y="334124"/>
                  </a:lnTo>
                  <a:lnTo>
                    <a:pt x="322747" y="320390"/>
                  </a:lnTo>
                  <a:close/>
                  <a:moveTo>
                    <a:pt x="293835" y="334124"/>
                  </a:moveTo>
                  <a:lnTo>
                    <a:pt x="323051" y="319900"/>
                  </a:lnTo>
                  <a:lnTo>
                    <a:pt x="302644" y="309645"/>
                  </a:lnTo>
                  <a:close/>
                  <a:moveTo>
                    <a:pt x="592778" y="415739"/>
                  </a:moveTo>
                  <a:lnTo>
                    <a:pt x="627600" y="421355"/>
                  </a:lnTo>
                  <a:lnTo>
                    <a:pt x="649624" y="407493"/>
                  </a:lnTo>
                  <a:close/>
                  <a:moveTo>
                    <a:pt x="649624" y="407493"/>
                  </a:moveTo>
                  <a:lnTo>
                    <a:pt x="627600" y="421355"/>
                  </a:lnTo>
                  <a:lnTo>
                    <a:pt x="686605" y="421183"/>
                  </a:lnTo>
                  <a:close/>
                  <a:moveTo>
                    <a:pt x="849257" y="309881"/>
                  </a:moveTo>
                  <a:lnTo>
                    <a:pt x="846556" y="328491"/>
                  </a:lnTo>
                  <a:lnTo>
                    <a:pt x="872308" y="328564"/>
                  </a:lnTo>
                  <a:close/>
                  <a:moveTo>
                    <a:pt x="866763" y="292698"/>
                  </a:moveTo>
                  <a:lnTo>
                    <a:pt x="872308" y="328564"/>
                  </a:lnTo>
                  <a:lnTo>
                    <a:pt x="895868" y="320446"/>
                  </a:lnTo>
                  <a:close/>
                  <a:moveTo>
                    <a:pt x="825905" y="108923"/>
                  </a:moveTo>
                  <a:lnTo>
                    <a:pt x="825680" y="86392"/>
                  </a:lnTo>
                  <a:lnTo>
                    <a:pt x="825434" y="93103"/>
                  </a:lnTo>
                  <a:close/>
                  <a:moveTo>
                    <a:pt x="830458" y="44271"/>
                  </a:moveTo>
                  <a:lnTo>
                    <a:pt x="825680" y="86392"/>
                  </a:lnTo>
                  <a:lnTo>
                    <a:pt x="828991" y="54985"/>
                  </a:lnTo>
                  <a:close/>
                  <a:moveTo>
                    <a:pt x="828991" y="54985"/>
                  </a:moveTo>
                  <a:lnTo>
                    <a:pt x="829627" y="4940"/>
                  </a:lnTo>
                  <a:lnTo>
                    <a:pt x="830458" y="44271"/>
                  </a:lnTo>
                  <a:close/>
                  <a:moveTo>
                    <a:pt x="829801" y="1046"/>
                  </a:moveTo>
                  <a:lnTo>
                    <a:pt x="829627" y="4940"/>
                  </a:lnTo>
                  <a:lnTo>
                    <a:pt x="828991" y="54985"/>
                  </a:lnTo>
                  <a:close/>
                  <a:moveTo>
                    <a:pt x="829873" y="0"/>
                  </a:moveTo>
                  <a:lnTo>
                    <a:pt x="829627" y="4940"/>
                  </a:lnTo>
                  <a:lnTo>
                    <a:pt x="829801" y="1046"/>
                  </a:lnTo>
                  <a:close/>
                </a:path>
              </a:pathLst>
            </a:custGeom>
            <a:solidFill>
              <a:srgbClr val="B5C1C9"/>
            </a:solidFill>
            <a:ln w="1524">
              <a:solidFill>
                <a:srgbClr val="B5C1C9"/>
              </a:solidFill>
            </a:ln>
          </p:spPr>
        </p:sp>
        <p:sp>
          <p:nvSpPr>
            <p:cNvPr id="27" name="Input_density__26">
              <a:extLst>
                <a:ext uri="{FF2B5EF4-FFF2-40B4-BE49-F238E27FC236}">
                  <a16:creationId xmlns:a16="http://schemas.microsoft.com/office/drawing/2014/main" id="{98F132B2-AADD-0355-7083-DA02886ADCE1}"/>
                </a:ext>
              </a:extLst>
            </p:cNvPr>
            <p:cNvSpPr>
              <a:spLocks noGrp="1"/>
            </p:cNvSpPr>
            <p:nvPr/>
          </p:nvSpPr>
          <p:spPr>
            <a:xfrm>
              <a:off x="1259445" y="2633245"/>
              <a:ext cx="302322" cy="579624"/>
            </a:xfrm>
            <a:custGeom>
              <a:avLst/>
              <a:gdLst/>
              <a:ahLst/>
              <a:cxnLst/>
              <a:rect l="0" t="0" r="0" b="0"/>
              <a:pathLst>
                <a:path w="302322" h="579624">
                  <a:moveTo>
                    <a:pt x="19646" y="556869"/>
                  </a:moveTo>
                  <a:lnTo>
                    <a:pt x="36590" y="554710"/>
                  </a:lnTo>
                  <a:lnTo>
                    <a:pt x="37817" y="544160"/>
                  </a:lnTo>
                  <a:close/>
                  <a:moveTo>
                    <a:pt x="0" y="579624"/>
                  </a:moveTo>
                  <a:lnTo>
                    <a:pt x="29305" y="564615"/>
                  </a:lnTo>
                  <a:lnTo>
                    <a:pt x="19646" y="556869"/>
                  </a:lnTo>
                  <a:close/>
                  <a:moveTo>
                    <a:pt x="37817" y="544160"/>
                  </a:moveTo>
                  <a:lnTo>
                    <a:pt x="36590" y="554710"/>
                  </a:lnTo>
                  <a:lnTo>
                    <a:pt x="45390" y="528546"/>
                  </a:lnTo>
                  <a:close/>
                  <a:moveTo>
                    <a:pt x="46300" y="502068"/>
                  </a:moveTo>
                  <a:lnTo>
                    <a:pt x="45390" y="528546"/>
                  </a:lnTo>
                  <a:lnTo>
                    <a:pt x="68885" y="507405"/>
                  </a:lnTo>
                  <a:close/>
                  <a:moveTo>
                    <a:pt x="239934" y="318759"/>
                  </a:moveTo>
                  <a:lnTo>
                    <a:pt x="200601" y="350289"/>
                  </a:lnTo>
                  <a:lnTo>
                    <a:pt x="231982" y="343045"/>
                  </a:lnTo>
                  <a:close/>
                  <a:moveTo>
                    <a:pt x="239934" y="318759"/>
                  </a:moveTo>
                  <a:lnTo>
                    <a:pt x="231982" y="343045"/>
                  </a:lnTo>
                  <a:lnTo>
                    <a:pt x="241045" y="328407"/>
                  </a:lnTo>
                  <a:close/>
                  <a:moveTo>
                    <a:pt x="239934" y="318759"/>
                  </a:moveTo>
                  <a:lnTo>
                    <a:pt x="241045" y="328407"/>
                  </a:lnTo>
                  <a:lnTo>
                    <a:pt x="246017" y="299311"/>
                  </a:lnTo>
                  <a:close/>
                  <a:moveTo>
                    <a:pt x="246017" y="299311"/>
                  </a:moveTo>
                  <a:lnTo>
                    <a:pt x="276215" y="287637"/>
                  </a:lnTo>
                  <a:lnTo>
                    <a:pt x="302322" y="289038"/>
                  </a:lnTo>
                  <a:close/>
                  <a:moveTo>
                    <a:pt x="269155" y="289611"/>
                  </a:moveTo>
                  <a:lnTo>
                    <a:pt x="246017" y="299311"/>
                  </a:lnTo>
                  <a:lnTo>
                    <a:pt x="302322" y="289038"/>
                  </a:lnTo>
                  <a:close/>
                  <a:moveTo>
                    <a:pt x="69906" y="0"/>
                  </a:moveTo>
                  <a:lnTo>
                    <a:pt x="61549" y="11713"/>
                  </a:lnTo>
                  <a:lnTo>
                    <a:pt x="57416" y="53938"/>
                  </a:lnTo>
                  <a:close/>
                </a:path>
              </a:pathLst>
            </a:custGeom>
            <a:solidFill>
              <a:srgbClr val="AEBAC4"/>
            </a:solidFill>
            <a:ln w="1524">
              <a:solidFill>
                <a:srgbClr val="AEBAC4"/>
              </a:solidFill>
            </a:ln>
          </p:spPr>
        </p:sp>
        <p:sp>
          <p:nvSpPr>
            <p:cNvPr id="28" name="Input_density__27">
              <a:extLst>
                <a:ext uri="{FF2B5EF4-FFF2-40B4-BE49-F238E27FC236}">
                  <a16:creationId xmlns:a16="http://schemas.microsoft.com/office/drawing/2014/main" id="{B610A84B-7824-40B7-1B72-A3094102E05D}"/>
                </a:ext>
              </a:extLst>
            </p:cNvPr>
            <p:cNvSpPr>
              <a:spLocks noGrp="1"/>
            </p:cNvSpPr>
            <p:nvPr/>
          </p:nvSpPr>
          <p:spPr>
            <a:xfrm>
              <a:off x="1073738" y="2408371"/>
              <a:ext cx="792433" cy="595902"/>
            </a:xfrm>
            <a:custGeom>
              <a:avLst/>
              <a:gdLst/>
              <a:ahLst/>
              <a:cxnLst/>
              <a:rect l="0" t="0" r="0" b="0"/>
              <a:pathLst>
                <a:path w="792433" h="595902">
                  <a:moveTo>
                    <a:pt x="5136" y="339052"/>
                  </a:moveTo>
                  <a:lnTo>
                    <a:pt x="12305" y="330362"/>
                  </a:lnTo>
                  <a:lnTo>
                    <a:pt x="0" y="347545"/>
                  </a:lnTo>
                  <a:close/>
                  <a:moveTo>
                    <a:pt x="275505" y="587647"/>
                  </a:moveTo>
                  <a:lnTo>
                    <a:pt x="307356" y="570464"/>
                  </a:lnTo>
                  <a:lnTo>
                    <a:pt x="291857" y="550892"/>
                  </a:lnTo>
                  <a:close/>
                  <a:moveTo>
                    <a:pt x="307356" y="570464"/>
                  </a:moveTo>
                  <a:lnTo>
                    <a:pt x="332803" y="595902"/>
                  </a:lnTo>
                  <a:lnTo>
                    <a:pt x="343574" y="556176"/>
                  </a:lnTo>
                  <a:close/>
                  <a:moveTo>
                    <a:pt x="332803" y="595902"/>
                  </a:moveTo>
                  <a:lnTo>
                    <a:pt x="357364" y="553280"/>
                  </a:lnTo>
                  <a:lnTo>
                    <a:pt x="343574" y="556176"/>
                  </a:lnTo>
                  <a:close/>
                  <a:moveTo>
                    <a:pt x="350277" y="536659"/>
                  </a:moveTo>
                  <a:lnTo>
                    <a:pt x="343574" y="556176"/>
                  </a:lnTo>
                  <a:lnTo>
                    <a:pt x="353442" y="516525"/>
                  </a:lnTo>
                  <a:close/>
                  <a:moveTo>
                    <a:pt x="353442" y="516525"/>
                  </a:moveTo>
                  <a:lnTo>
                    <a:pt x="343574" y="556176"/>
                  </a:lnTo>
                  <a:lnTo>
                    <a:pt x="357364" y="553280"/>
                  </a:lnTo>
                  <a:close/>
                  <a:moveTo>
                    <a:pt x="350802" y="532641"/>
                  </a:moveTo>
                  <a:lnTo>
                    <a:pt x="353442" y="516525"/>
                  </a:lnTo>
                  <a:lnTo>
                    <a:pt x="321735" y="484436"/>
                  </a:lnTo>
                  <a:close/>
                  <a:moveTo>
                    <a:pt x="174106" y="242057"/>
                  </a:moveTo>
                  <a:lnTo>
                    <a:pt x="169079" y="205302"/>
                  </a:lnTo>
                  <a:lnTo>
                    <a:pt x="140404" y="259240"/>
                  </a:lnTo>
                  <a:close/>
                  <a:moveTo>
                    <a:pt x="531283" y="454850"/>
                  </a:moveTo>
                  <a:lnTo>
                    <a:pt x="560564" y="439750"/>
                  </a:lnTo>
                  <a:lnTo>
                    <a:pt x="504478" y="450836"/>
                  </a:lnTo>
                  <a:close/>
                  <a:moveTo>
                    <a:pt x="586765" y="441503"/>
                  </a:moveTo>
                  <a:lnTo>
                    <a:pt x="544728" y="456247"/>
                  </a:lnTo>
                  <a:lnTo>
                    <a:pt x="577029" y="447792"/>
                  </a:lnTo>
                  <a:close/>
                  <a:moveTo>
                    <a:pt x="560564" y="439750"/>
                  </a:moveTo>
                  <a:lnTo>
                    <a:pt x="531283" y="454850"/>
                  </a:lnTo>
                  <a:lnTo>
                    <a:pt x="586765" y="441503"/>
                  </a:lnTo>
                  <a:close/>
                  <a:moveTo>
                    <a:pt x="614087" y="419080"/>
                  </a:moveTo>
                  <a:lnTo>
                    <a:pt x="560564" y="439750"/>
                  </a:lnTo>
                  <a:lnTo>
                    <a:pt x="586765" y="441503"/>
                  </a:lnTo>
                  <a:close/>
                  <a:moveTo>
                    <a:pt x="604217" y="410545"/>
                  </a:moveTo>
                  <a:lnTo>
                    <a:pt x="614087" y="419080"/>
                  </a:lnTo>
                  <a:lnTo>
                    <a:pt x="586765" y="441503"/>
                  </a:lnTo>
                  <a:close/>
                  <a:moveTo>
                    <a:pt x="715554" y="339915"/>
                  </a:moveTo>
                  <a:lnTo>
                    <a:pt x="731111" y="376670"/>
                  </a:lnTo>
                  <a:lnTo>
                    <a:pt x="767779" y="359487"/>
                  </a:lnTo>
                  <a:close/>
                  <a:moveTo>
                    <a:pt x="715554" y="339915"/>
                  </a:moveTo>
                  <a:lnTo>
                    <a:pt x="767779" y="359487"/>
                  </a:lnTo>
                  <a:lnTo>
                    <a:pt x="745601" y="322732"/>
                  </a:lnTo>
                  <a:close/>
                  <a:moveTo>
                    <a:pt x="715554" y="339915"/>
                  </a:moveTo>
                  <a:lnTo>
                    <a:pt x="745601" y="322732"/>
                  </a:lnTo>
                  <a:lnTo>
                    <a:pt x="705816" y="320471"/>
                  </a:lnTo>
                  <a:close/>
                  <a:moveTo>
                    <a:pt x="745601" y="322732"/>
                  </a:moveTo>
                  <a:lnTo>
                    <a:pt x="725953" y="299549"/>
                  </a:lnTo>
                  <a:lnTo>
                    <a:pt x="705816" y="320471"/>
                  </a:lnTo>
                  <a:close/>
                  <a:moveTo>
                    <a:pt x="715406" y="285977"/>
                  </a:moveTo>
                  <a:lnTo>
                    <a:pt x="705816" y="320471"/>
                  </a:lnTo>
                  <a:lnTo>
                    <a:pt x="725953" y="299549"/>
                  </a:lnTo>
                  <a:close/>
                  <a:moveTo>
                    <a:pt x="715406" y="285977"/>
                  </a:moveTo>
                  <a:lnTo>
                    <a:pt x="699885" y="249222"/>
                  </a:lnTo>
                  <a:lnTo>
                    <a:pt x="694945" y="303160"/>
                  </a:lnTo>
                  <a:close/>
                  <a:moveTo>
                    <a:pt x="792433" y="342303"/>
                  </a:moveTo>
                  <a:lnTo>
                    <a:pt x="767779" y="359487"/>
                  </a:lnTo>
                  <a:lnTo>
                    <a:pt x="779036" y="373442"/>
                  </a:lnTo>
                  <a:close/>
                  <a:moveTo>
                    <a:pt x="745601" y="322732"/>
                  </a:moveTo>
                  <a:lnTo>
                    <a:pt x="788604" y="313007"/>
                  </a:lnTo>
                  <a:lnTo>
                    <a:pt x="785372" y="306554"/>
                  </a:lnTo>
                  <a:close/>
                  <a:moveTo>
                    <a:pt x="792433" y="342303"/>
                  </a:moveTo>
                  <a:lnTo>
                    <a:pt x="788604" y="313007"/>
                  </a:lnTo>
                  <a:lnTo>
                    <a:pt x="745601" y="322732"/>
                  </a:lnTo>
                  <a:close/>
                  <a:moveTo>
                    <a:pt x="767779" y="359487"/>
                  </a:moveTo>
                  <a:lnTo>
                    <a:pt x="792433" y="342303"/>
                  </a:lnTo>
                  <a:lnTo>
                    <a:pt x="745601" y="322732"/>
                  </a:lnTo>
                  <a:close/>
                  <a:moveTo>
                    <a:pt x="728843" y="280676"/>
                  </a:moveTo>
                  <a:lnTo>
                    <a:pt x="725953" y="299549"/>
                  </a:lnTo>
                  <a:lnTo>
                    <a:pt x="769247" y="268793"/>
                  </a:lnTo>
                  <a:close/>
                  <a:moveTo>
                    <a:pt x="784709" y="298443"/>
                  </a:moveTo>
                  <a:lnTo>
                    <a:pt x="745601" y="322732"/>
                  </a:lnTo>
                  <a:lnTo>
                    <a:pt x="785372" y="306554"/>
                  </a:lnTo>
                  <a:close/>
                  <a:moveTo>
                    <a:pt x="715406" y="285977"/>
                  </a:moveTo>
                  <a:lnTo>
                    <a:pt x="725953" y="299549"/>
                  </a:lnTo>
                  <a:lnTo>
                    <a:pt x="728843" y="280676"/>
                  </a:lnTo>
                  <a:close/>
                  <a:moveTo>
                    <a:pt x="732375" y="232038"/>
                  </a:moveTo>
                  <a:lnTo>
                    <a:pt x="728843" y="280676"/>
                  </a:lnTo>
                  <a:lnTo>
                    <a:pt x="734289" y="234511"/>
                  </a:lnTo>
                  <a:close/>
                  <a:moveTo>
                    <a:pt x="715406" y="285977"/>
                  </a:moveTo>
                  <a:lnTo>
                    <a:pt x="728843" y="280676"/>
                  </a:lnTo>
                  <a:lnTo>
                    <a:pt x="732375" y="232038"/>
                  </a:lnTo>
                  <a:close/>
                  <a:moveTo>
                    <a:pt x="699885" y="249222"/>
                  </a:moveTo>
                  <a:lnTo>
                    <a:pt x="715406" y="285977"/>
                  </a:lnTo>
                  <a:lnTo>
                    <a:pt x="732375" y="232038"/>
                  </a:lnTo>
                  <a:close/>
                  <a:moveTo>
                    <a:pt x="728843" y="280676"/>
                  </a:moveTo>
                  <a:lnTo>
                    <a:pt x="769247" y="268793"/>
                  </a:lnTo>
                  <a:lnTo>
                    <a:pt x="734289" y="234511"/>
                  </a:lnTo>
                  <a:close/>
                  <a:moveTo>
                    <a:pt x="691553" y="212467"/>
                  </a:moveTo>
                  <a:lnTo>
                    <a:pt x="699885" y="249222"/>
                  </a:lnTo>
                  <a:lnTo>
                    <a:pt x="732375" y="232038"/>
                  </a:lnTo>
                  <a:close/>
                  <a:moveTo>
                    <a:pt x="691553" y="212467"/>
                  </a:moveTo>
                  <a:lnTo>
                    <a:pt x="732375" y="232038"/>
                  </a:lnTo>
                  <a:lnTo>
                    <a:pt x="708011" y="195283"/>
                  </a:lnTo>
                  <a:close/>
                  <a:moveTo>
                    <a:pt x="732375" y="232038"/>
                  </a:moveTo>
                  <a:lnTo>
                    <a:pt x="734289" y="234511"/>
                  </a:lnTo>
                  <a:lnTo>
                    <a:pt x="735815" y="230261"/>
                  </a:lnTo>
                  <a:close/>
                  <a:moveTo>
                    <a:pt x="708011" y="195283"/>
                  </a:moveTo>
                  <a:lnTo>
                    <a:pt x="735815" y="230261"/>
                  </a:lnTo>
                  <a:lnTo>
                    <a:pt x="740379" y="181803"/>
                  </a:lnTo>
                  <a:close/>
                  <a:moveTo>
                    <a:pt x="708011" y="195283"/>
                  </a:moveTo>
                  <a:lnTo>
                    <a:pt x="732375" y="232038"/>
                  </a:lnTo>
                  <a:lnTo>
                    <a:pt x="735815" y="230261"/>
                  </a:lnTo>
                  <a:close/>
                  <a:moveTo>
                    <a:pt x="708011" y="195283"/>
                  </a:moveTo>
                  <a:lnTo>
                    <a:pt x="740379" y="181803"/>
                  </a:lnTo>
                  <a:lnTo>
                    <a:pt x="716308" y="141345"/>
                  </a:lnTo>
                  <a:close/>
                  <a:moveTo>
                    <a:pt x="696808" y="158528"/>
                  </a:moveTo>
                  <a:lnTo>
                    <a:pt x="708011" y="195283"/>
                  </a:lnTo>
                  <a:lnTo>
                    <a:pt x="716308" y="141345"/>
                  </a:lnTo>
                  <a:close/>
                  <a:moveTo>
                    <a:pt x="705973" y="104590"/>
                  </a:moveTo>
                  <a:lnTo>
                    <a:pt x="682535" y="69378"/>
                  </a:lnTo>
                  <a:lnTo>
                    <a:pt x="680876" y="68848"/>
                  </a:lnTo>
                  <a:close/>
                  <a:moveTo>
                    <a:pt x="681144" y="67835"/>
                  </a:moveTo>
                  <a:lnTo>
                    <a:pt x="680876" y="68848"/>
                  </a:lnTo>
                  <a:lnTo>
                    <a:pt x="682535" y="69378"/>
                  </a:lnTo>
                  <a:close/>
                  <a:moveTo>
                    <a:pt x="680641" y="62295"/>
                  </a:moveTo>
                  <a:lnTo>
                    <a:pt x="680876" y="68848"/>
                  </a:lnTo>
                  <a:lnTo>
                    <a:pt x="681144" y="67835"/>
                  </a:lnTo>
                  <a:close/>
                  <a:moveTo>
                    <a:pt x="683747" y="66514"/>
                  </a:moveTo>
                  <a:lnTo>
                    <a:pt x="682535" y="69378"/>
                  </a:lnTo>
                  <a:lnTo>
                    <a:pt x="711795" y="50652"/>
                  </a:lnTo>
                  <a:close/>
                  <a:moveTo>
                    <a:pt x="711795" y="50652"/>
                  </a:moveTo>
                  <a:lnTo>
                    <a:pt x="682535" y="69378"/>
                  </a:lnTo>
                  <a:lnTo>
                    <a:pt x="705973" y="104590"/>
                  </a:lnTo>
                  <a:close/>
                  <a:moveTo>
                    <a:pt x="681144" y="67835"/>
                  </a:moveTo>
                  <a:lnTo>
                    <a:pt x="682535" y="69378"/>
                  </a:lnTo>
                  <a:lnTo>
                    <a:pt x="683747" y="66514"/>
                  </a:lnTo>
                  <a:close/>
                  <a:moveTo>
                    <a:pt x="681144" y="67835"/>
                  </a:moveTo>
                  <a:lnTo>
                    <a:pt x="683747" y="66514"/>
                  </a:lnTo>
                  <a:lnTo>
                    <a:pt x="680641" y="62295"/>
                  </a:lnTo>
                  <a:close/>
                  <a:moveTo>
                    <a:pt x="711795" y="50652"/>
                  </a:moveTo>
                  <a:lnTo>
                    <a:pt x="680641" y="62295"/>
                  </a:lnTo>
                  <a:lnTo>
                    <a:pt x="683747" y="66514"/>
                  </a:lnTo>
                  <a:close/>
                  <a:moveTo>
                    <a:pt x="689711" y="0"/>
                  </a:moveTo>
                  <a:lnTo>
                    <a:pt x="687223" y="18941"/>
                  </a:lnTo>
                  <a:lnTo>
                    <a:pt x="691622" y="13897"/>
                  </a:lnTo>
                  <a:close/>
                </a:path>
              </a:pathLst>
            </a:custGeom>
            <a:solidFill>
              <a:srgbClr val="CFD7DE"/>
            </a:solidFill>
            <a:ln w="1524">
              <a:solidFill>
                <a:srgbClr val="CFD7DE"/>
              </a:solidFill>
            </a:ln>
          </p:spPr>
        </p:sp>
        <p:sp>
          <p:nvSpPr>
            <p:cNvPr id="29" name="Input_density__28">
              <a:extLst>
                <a:ext uri="{FF2B5EF4-FFF2-40B4-BE49-F238E27FC236}">
                  <a16:creationId xmlns:a16="http://schemas.microsoft.com/office/drawing/2014/main" id="{C4DF25C6-E190-D03D-86D1-52F063AE9C4B}"/>
                </a:ext>
              </a:extLst>
            </p:cNvPr>
            <p:cNvSpPr>
              <a:spLocks noGrp="1"/>
            </p:cNvSpPr>
            <p:nvPr/>
          </p:nvSpPr>
          <p:spPr>
            <a:xfrm>
              <a:off x="1365595" y="2945031"/>
              <a:ext cx="58420" cy="33804"/>
            </a:xfrm>
            <a:custGeom>
              <a:avLst/>
              <a:gdLst/>
              <a:ahLst/>
              <a:cxnLst/>
              <a:rect l="0" t="0" r="0" b="0"/>
              <a:pathLst>
                <a:path w="58420" h="33804">
                  <a:moveTo>
                    <a:pt x="15499" y="33804"/>
                  </a:moveTo>
                  <a:lnTo>
                    <a:pt x="28598" y="13078"/>
                  </a:lnTo>
                  <a:lnTo>
                    <a:pt x="0" y="14233"/>
                  </a:lnTo>
                  <a:close/>
                  <a:moveTo>
                    <a:pt x="28598" y="13078"/>
                  </a:moveTo>
                  <a:lnTo>
                    <a:pt x="15499" y="33804"/>
                  </a:lnTo>
                  <a:lnTo>
                    <a:pt x="51717" y="19516"/>
                  </a:lnTo>
                  <a:close/>
                  <a:moveTo>
                    <a:pt x="28598" y="13078"/>
                  </a:moveTo>
                  <a:lnTo>
                    <a:pt x="51717" y="19516"/>
                  </a:lnTo>
                  <a:lnTo>
                    <a:pt x="58420" y="0"/>
                  </a:lnTo>
                  <a:close/>
                </a:path>
              </a:pathLst>
            </a:custGeom>
            <a:solidFill>
              <a:srgbClr val="D7DEE3"/>
            </a:solidFill>
            <a:ln w="1524">
              <a:solidFill>
                <a:srgbClr val="D7DEE3"/>
              </a:solidFill>
            </a:ln>
          </p:spPr>
        </p:sp>
        <p:sp>
          <p:nvSpPr>
            <p:cNvPr id="30" name="Input_density__29">
              <a:extLst>
                <a:ext uri="{FF2B5EF4-FFF2-40B4-BE49-F238E27FC236}">
                  <a16:creationId xmlns:a16="http://schemas.microsoft.com/office/drawing/2014/main" id="{B5B1C3DF-4275-F0AD-C88D-FCDC44F6F6F0}"/>
                </a:ext>
              </a:extLst>
            </p:cNvPr>
            <p:cNvSpPr>
              <a:spLocks noGrp="1"/>
            </p:cNvSpPr>
            <p:nvPr/>
          </p:nvSpPr>
          <p:spPr>
            <a:xfrm>
              <a:off x="1086043" y="2357222"/>
              <a:ext cx="823813" cy="837366"/>
            </a:xfrm>
            <a:custGeom>
              <a:avLst/>
              <a:gdLst/>
              <a:ahLst/>
              <a:cxnLst/>
              <a:rect l="0" t="0" r="0" b="0"/>
              <a:pathLst>
                <a:path w="823813" h="837366">
                  <a:moveTo>
                    <a:pt x="94112" y="800611"/>
                  </a:moveTo>
                  <a:lnTo>
                    <a:pt x="90196" y="793706"/>
                  </a:lnTo>
                  <a:lnTo>
                    <a:pt x="73281" y="771117"/>
                  </a:lnTo>
                  <a:close/>
                  <a:moveTo>
                    <a:pt x="114398" y="783427"/>
                  </a:moveTo>
                  <a:lnTo>
                    <a:pt x="151791" y="823872"/>
                  </a:lnTo>
                  <a:lnTo>
                    <a:pt x="154766" y="814337"/>
                  </a:lnTo>
                  <a:close/>
                  <a:moveTo>
                    <a:pt x="110385" y="837366"/>
                  </a:moveTo>
                  <a:lnTo>
                    <a:pt x="151791" y="823872"/>
                  </a:lnTo>
                  <a:lnTo>
                    <a:pt x="114398" y="783427"/>
                  </a:lnTo>
                  <a:close/>
                  <a:moveTo>
                    <a:pt x="94112" y="800611"/>
                  </a:moveTo>
                  <a:lnTo>
                    <a:pt x="110385" y="837366"/>
                  </a:lnTo>
                  <a:lnTo>
                    <a:pt x="114398" y="783427"/>
                  </a:lnTo>
                  <a:close/>
                  <a:moveTo>
                    <a:pt x="151791" y="823872"/>
                  </a:moveTo>
                  <a:lnTo>
                    <a:pt x="164986" y="820182"/>
                  </a:lnTo>
                  <a:lnTo>
                    <a:pt x="154766" y="814337"/>
                  </a:lnTo>
                  <a:close/>
                  <a:moveTo>
                    <a:pt x="94112" y="800611"/>
                  </a:moveTo>
                  <a:lnTo>
                    <a:pt x="114398" y="783427"/>
                  </a:lnTo>
                  <a:lnTo>
                    <a:pt x="90196" y="793706"/>
                  </a:lnTo>
                  <a:close/>
                  <a:moveTo>
                    <a:pt x="114398" y="783427"/>
                  </a:moveTo>
                  <a:lnTo>
                    <a:pt x="112832" y="782131"/>
                  </a:lnTo>
                  <a:lnTo>
                    <a:pt x="90196" y="793706"/>
                  </a:lnTo>
                  <a:close/>
                  <a:moveTo>
                    <a:pt x="67312" y="727101"/>
                  </a:moveTo>
                  <a:lnTo>
                    <a:pt x="71968" y="763856"/>
                  </a:lnTo>
                  <a:lnTo>
                    <a:pt x="88753" y="746672"/>
                  </a:lnTo>
                  <a:close/>
                  <a:moveTo>
                    <a:pt x="67312" y="727101"/>
                  </a:moveTo>
                  <a:lnTo>
                    <a:pt x="88753" y="746672"/>
                  </a:lnTo>
                  <a:lnTo>
                    <a:pt x="69155" y="709917"/>
                  </a:lnTo>
                  <a:close/>
                  <a:moveTo>
                    <a:pt x="51350" y="690346"/>
                  </a:moveTo>
                  <a:lnTo>
                    <a:pt x="69155" y="709917"/>
                  </a:lnTo>
                  <a:lnTo>
                    <a:pt x="65639" y="673162"/>
                  </a:lnTo>
                  <a:close/>
                  <a:moveTo>
                    <a:pt x="189140" y="766244"/>
                  </a:moveTo>
                  <a:lnTo>
                    <a:pt x="164986" y="820182"/>
                  </a:lnTo>
                  <a:lnTo>
                    <a:pt x="208068" y="802999"/>
                  </a:lnTo>
                  <a:close/>
                  <a:moveTo>
                    <a:pt x="114398" y="783427"/>
                  </a:moveTo>
                  <a:lnTo>
                    <a:pt x="154766" y="814337"/>
                  </a:lnTo>
                  <a:lnTo>
                    <a:pt x="164146" y="769080"/>
                  </a:lnTo>
                  <a:close/>
                  <a:moveTo>
                    <a:pt x="164146" y="769080"/>
                  </a:moveTo>
                  <a:lnTo>
                    <a:pt x="189140" y="766244"/>
                  </a:lnTo>
                  <a:lnTo>
                    <a:pt x="199924" y="762391"/>
                  </a:lnTo>
                  <a:close/>
                  <a:moveTo>
                    <a:pt x="136829" y="701794"/>
                  </a:moveTo>
                  <a:lnTo>
                    <a:pt x="120000" y="712723"/>
                  </a:lnTo>
                  <a:lnTo>
                    <a:pt x="119573" y="733482"/>
                  </a:lnTo>
                  <a:close/>
                  <a:moveTo>
                    <a:pt x="106306" y="692734"/>
                  </a:moveTo>
                  <a:lnTo>
                    <a:pt x="68881" y="658111"/>
                  </a:lnTo>
                  <a:lnTo>
                    <a:pt x="65639" y="673162"/>
                  </a:lnTo>
                  <a:close/>
                  <a:moveTo>
                    <a:pt x="106306" y="692734"/>
                  </a:moveTo>
                  <a:lnTo>
                    <a:pt x="65639" y="673162"/>
                  </a:lnTo>
                  <a:lnTo>
                    <a:pt x="69155" y="709917"/>
                  </a:lnTo>
                  <a:close/>
                  <a:moveTo>
                    <a:pt x="69337" y="655979"/>
                  </a:moveTo>
                  <a:lnTo>
                    <a:pt x="51370" y="619224"/>
                  </a:lnTo>
                  <a:lnTo>
                    <a:pt x="47755" y="630539"/>
                  </a:lnTo>
                  <a:close/>
                  <a:moveTo>
                    <a:pt x="199924" y="762391"/>
                  </a:moveTo>
                  <a:lnTo>
                    <a:pt x="189140" y="766244"/>
                  </a:lnTo>
                  <a:lnTo>
                    <a:pt x="219617" y="739813"/>
                  </a:lnTo>
                  <a:close/>
                  <a:moveTo>
                    <a:pt x="196727" y="680186"/>
                  </a:moveTo>
                  <a:lnTo>
                    <a:pt x="181504" y="693523"/>
                  </a:lnTo>
                  <a:lnTo>
                    <a:pt x="202524" y="675551"/>
                  </a:lnTo>
                  <a:close/>
                  <a:moveTo>
                    <a:pt x="181504" y="693523"/>
                  </a:moveTo>
                  <a:lnTo>
                    <a:pt x="212726" y="729489"/>
                  </a:lnTo>
                  <a:lnTo>
                    <a:pt x="202524" y="675551"/>
                  </a:lnTo>
                  <a:close/>
                  <a:moveTo>
                    <a:pt x="202524" y="675551"/>
                  </a:moveTo>
                  <a:lnTo>
                    <a:pt x="212726" y="729489"/>
                  </a:lnTo>
                  <a:lnTo>
                    <a:pt x="244316" y="707582"/>
                  </a:lnTo>
                  <a:close/>
                  <a:moveTo>
                    <a:pt x="244316" y="707582"/>
                  </a:moveTo>
                  <a:lnTo>
                    <a:pt x="212726" y="729489"/>
                  </a:lnTo>
                  <a:lnTo>
                    <a:pt x="236330" y="719825"/>
                  </a:lnTo>
                  <a:close/>
                  <a:moveTo>
                    <a:pt x="236330" y="719825"/>
                  </a:moveTo>
                  <a:lnTo>
                    <a:pt x="266595" y="712306"/>
                  </a:lnTo>
                  <a:lnTo>
                    <a:pt x="244316" y="707582"/>
                  </a:lnTo>
                  <a:close/>
                  <a:moveTo>
                    <a:pt x="180210" y="692734"/>
                  </a:moveTo>
                  <a:lnTo>
                    <a:pt x="181504" y="693523"/>
                  </a:lnTo>
                  <a:lnTo>
                    <a:pt x="196727" y="680186"/>
                  </a:lnTo>
                  <a:close/>
                  <a:moveTo>
                    <a:pt x="180210" y="692734"/>
                  </a:moveTo>
                  <a:lnTo>
                    <a:pt x="196727" y="680186"/>
                  </a:lnTo>
                  <a:lnTo>
                    <a:pt x="180172" y="688544"/>
                  </a:lnTo>
                  <a:close/>
                  <a:moveTo>
                    <a:pt x="172561" y="655086"/>
                  </a:moveTo>
                  <a:lnTo>
                    <a:pt x="202404" y="675455"/>
                  </a:lnTo>
                  <a:lnTo>
                    <a:pt x="162359" y="638796"/>
                  </a:lnTo>
                  <a:close/>
                  <a:moveTo>
                    <a:pt x="202404" y="675455"/>
                  </a:moveTo>
                  <a:lnTo>
                    <a:pt x="172561" y="655086"/>
                  </a:lnTo>
                  <a:lnTo>
                    <a:pt x="202524" y="675551"/>
                  </a:lnTo>
                  <a:close/>
                  <a:moveTo>
                    <a:pt x="180172" y="688544"/>
                  </a:moveTo>
                  <a:lnTo>
                    <a:pt x="196727" y="680186"/>
                  </a:lnTo>
                  <a:lnTo>
                    <a:pt x="202524" y="675551"/>
                  </a:lnTo>
                  <a:close/>
                  <a:moveTo>
                    <a:pt x="174365" y="655979"/>
                  </a:moveTo>
                  <a:lnTo>
                    <a:pt x="180172" y="688544"/>
                  </a:lnTo>
                  <a:lnTo>
                    <a:pt x="202524" y="675551"/>
                  </a:lnTo>
                  <a:close/>
                  <a:moveTo>
                    <a:pt x="281738" y="709997"/>
                  </a:moveTo>
                  <a:lnTo>
                    <a:pt x="244316" y="707582"/>
                  </a:lnTo>
                  <a:lnTo>
                    <a:pt x="266595" y="712306"/>
                  </a:lnTo>
                  <a:close/>
                  <a:moveTo>
                    <a:pt x="250673" y="663418"/>
                  </a:moveTo>
                  <a:lnTo>
                    <a:pt x="244316" y="707582"/>
                  </a:lnTo>
                  <a:lnTo>
                    <a:pt x="281738" y="709997"/>
                  </a:lnTo>
                  <a:close/>
                  <a:moveTo>
                    <a:pt x="280840" y="665981"/>
                  </a:moveTo>
                  <a:lnTo>
                    <a:pt x="250673" y="663418"/>
                  </a:lnTo>
                  <a:lnTo>
                    <a:pt x="281738" y="709997"/>
                  </a:lnTo>
                  <a:close/>
                  <a:moveTo>
                    <a:pt x="202524" y="675551"/>
                  </a:moveTo>
                  <a:lnTo>
                    <a:pt x="244316" y="707582"/>
                  </a:lnTo>
                  <a:lnTo>
                    <a:pt x="250673" y="663418"/>
                  </a:lnTo>
                  <a:close/>
                  <a:moveTo>
                    <a:pt x="202524" y="675551"/>
                  </a:moveTo>
                  <a:lnTo>
                    <a:pt x="250673" y="663418"/>
                  </a:lnTo>
                  <a:lnTo>
                    <a:pt x="202404" y="675455"/>
                  </a:lnTo>
                  <a:close/>
                  <a:moveTo>
                    <a:pt x="202404" y="675455"/>
                  </a:moveTo>
                  <a:lnTo>
                    <a:pt x="250673" y="663418"/>
                  </a:lnTo>
                  <a:lnTo>
                    <a:pt x="248030" y="625260"/>
                  </a:lnTo>
                  <a:close/>
                  <a:moveTo>
                    <a:pt x="196480" y="621612"/>
                  </a:moveTo>
                  <a:lnTo>
                    <a:pt x="162359" y="638796"/>
                  </a:lnTo>
                  <a:lnTo>
                    <a:pt x="202404" y="675455"/>
                  </a:lnTo>
                  <a:close/>
                  <a:moveTo>
                    <a:pt x="196480" y="621612"/>
                  </a:moveTo>
                  <a:lnTo>
                    <a:pt x="159612" y="602041"/>
                  </a:lnTo>
                  <a:lnTo>
                    <a:pt x="162359" y="638796"/>
                  </a:lnTo>
                  <a:close/>
                  <a:moveTo>
                    <a:pt x="28464" y="377740"/>
                  </a:moveTo>
                  <a:lnTo>
                    <a:pt x="0" y="381511"/>
                  </a:lnTo>
                  <a:lnTo>
                    <a:pt x="52394" y="392116"/>
                  </a:lnTo>
                  <a:close/>
                  <a:moveTo>
                    <a:pt x="345059" y="604429"/>
                  </a:moveTo>
                  <a:lnTo>
                    <a:pt x="381547" y="593537"/>
                  </a:lnTo>
                  <a:lnTo>
                    <a:pt x="360036" y="550491"/>
                  </a:lnTo>
                  <a:close/>
                  <a:moveTo>
                    <a:pt x="343575" y="540918"/>
                  </a:moveTo>
                  <a:lnTo>
                    <a:pt x="358104" y="499031"/>
                  </a:lnTo>
                  <a:lnTo>
                    <a:pt x="312462" y="506031"/>
                  </a:lnTo>
                  <a:close/>
                  <a:moveTo>
                    <a:pt x="312462" y="506031"/>
                  </a:moveTo>
                  <a:lnTo>
                    <a:pt x="358104" y="499031"/>
                  </a:lnTo>
                  <a:lnTo>
                    <a:pt x="354937" y="496552"/>
                  </a:lnTo>
                  <a:close/>
                  <a:moveTo>
                    <a:pt x="398592" y="533307"/>
                  </a:moveTo>
                  <a:lnTo>
                    <a:pt x="360036" y="550491"/>
                  </a:lnTo>
                  <a:lnTo>
                    <a:pt x="386664" y="577443"/>
                  </a:lnTo>
                  <a:close/>
                  <a:moveTo>
                    <a:pt x="399373" y="489550"/>
                  </a:moveTo>
                  <a:lnTo>
                    <a:pt x="383916" y="470960"/>
                  </a:lnTo>
                  <a:lnTo>
                    <a:pt x="383464" y="479369"/>
                  </a:lnTo>
                  <a:close/>
                  <a:moveTo>
                    <a:pt x="383916" y="470960"/>
                  </a:moveTo>
                  <a:lnTo>
                    <a:pt x="399373" y="489550"/>
                  </a:lnTo>
                  <a:lnTo>
                    <a:pt x="442575" y="469494"/>
                  </a:lnTo>
                  <a:close/>
                  <a:moveTo>
                    <a:pt x="239108" y="270096"/>
                  </a:moveTo>
                  <a:lnTo>
                    <a:pt x="215891" y="222084"/>
                  </a:lnTo>
                  <a:lnTo>
                    <a:pt x="206386" y="224863"/>
                  </a:lnTo>
                  <a:close/>
                  <a:moveTo>
                    <a:pt x="255363" y="204900"/>
                  </a:moveTo>
                  <a:lnTo>
                    <a:pt x="247234" y="237449"/>
                  </a:lnTo>
                  <a:lnTo>
                    <a:pt x="266546" y="213446"/>
                  </a:lnTo>
                  <a:close/>
                  <a:moveTo>
                    <a:pt x="255363" y="204900"/>
                  </a:moveTo>
                  <a:lnTo>
                    <a:pt x="215891" y="222084"/>
                  </a:lnTo>
                  <a:lnTo>
                    <a:pt x="247234" y="237449"/>
                  </a:lnTo>
                  <a:close/>
                  <a:moveTo>
                    <a:pt x="594890" y="528446"/>
                  </a:moveTo>
                  <a:lnTo>
                    <a:pt x="605116" y="511060"/>
                  </a:lnTo>
                  <a:lnTo>
                    <a:pt x="563767" y="526660"/>
                  </a:lnTo>
                  <a:close/>
                  <a:moveTo>
                    <a:pt x="563767" y="526660"/>
                  </a:moveTo>
                  <a:lnTo>
                    <a:pt x="605116" y="511060"/>
                  </a:lnTo>
                  <a:lnTo>
                    <a:pt x="564724" y="498940"/>
                  </a:lnTo>
                  <a:close/>
                  <a:moveTo>
                    <a:pt x="611527" y="518512"/>
                  </a:moveTo>
                  <a:lnTo>
                    <a:pt x="594890" y="528446"/>
                  </a:lnTo>
                  <a:lnTo>
                    <a:pt x="588462" y="545002"/>
                  </a:lnTo>
                  <a:close/>
                  <a:moveTo>
                    <a:pt x="611527" y="518512"/>
                  </a:moveTo>
                  <a:lnTo>
                    <a:pt x="655570" y="501329"/>
                  </a:lnTo>
                  <a:lnTo>
                    <a:pt x="605116" y="511060"/>
                  </a:lnTo>
                  <a:close/>
                  <a:moveTo>
                    <a:pt x="604811" y="413711"/>
                  </a:moveTo>
                  <a:lnTo>
                    <a:pt x="597727" y="436645"/>
                  </a:lnTo>
                  <a:lnTo>
                    <a:pt x="598491" y="427819"/>
                  </a:lnTo>
                  <a:close/>
                  <a:moveTo>
                    <a:pt x="805601" y="430207"/>
                  </a:moveTo>
                  <a:lnTo>
                    <a:pt x="787222" y="404994"/>
                  </a:lnTo>
                  <a:lnTo>
                    <a:pt x="766731" y="424591"/>
                  </a:lnTo>
                  <a:close/>
                  <a:moveTo>
                    <a:pt x="805601" y="430207"/>
                  </a:moveTo>
                  <a:lnTo>
                    <a:pt x="823813" y="413024"/>
                  </a:lnTo>
                  <a:lnTo>
                    <a:pt x="787222" y="404994"/>
                  </a:lnTo>
                  <a:close/>
                  <a:moveTo>
                    <a:pt x="775402" y="355804"/>
                  </a:moveTo>
                  <a:lnTo>
                    <a:pt x="776299" y="364156"/>
                  </a:lnTo>
                  <a:lnTo>
                    <a:pt x="757520" y="343254"/>
                  </a:lnTo>
                  <a:close/>
                  <a:moveTo>
                    <a:pt x="757520" y="343254"/>
                  </a:moveTo>
                  <a:lnTo>
                    <a:pt x="776299" y="364156"/>
                  </a:lnTo>
                  <a:lnTo>
                    <a:pt x="792237" y="376269"/>
                  </a:lnTo>
                  <a:close/>
                  <a:moveTo>
                    <a:pt x="756942" y="319942"/>
                  </a:moveTo>
                  <a:lnTo>
                    <a:pt x="772403" y="349591"/>
                  </a:lnTo>
                  <a:lnTo>
                    <a:pt x="758724" y="302759"/>
                  </a:lnTo>
                  <a:close/>
                  <a:moveTo>
                    <a:pt x="758724" y="302759"/>
                  </a:moveTo>
                  <a:lnTo>
                    <a:pt x="772403" y="349591"/>
                  </a:lnTo>
                  <a:lnTo>
                    <a:pt x="757520" y="343254"/>
                  </a:lnTo>
                  <a:close/>
                  <a:moveTo>
                    <a:pt x="757520" y="343254"/>
                  </a:moveTo>
                  <a:lnTo>
                    <a:pt x="772403" y="349591"/>
                  </a:lnTo>
                  <a:lnTo>
                    <a:pt x="775402" y="355804"/>
                  </a:lnTo>
                  <a:close/>
                  <a:moveTo>
                    <a:pt x="725624" y="138555"/>
                  </a:moveTo>
                  <a:lnTo>
                    <a:pt x="739290" y="179086"/>
                  </a:lnTo>
                  <a:lnTo>
                    <a:pt x="739110" y="157271"/>
                  </a:lnTo>
                  <a:close/>
                  <a:moveTo>
                    <a:pt x="699490" y="101800"/>
                  </a:moveTo>
                  <a:lnTo>
                    <a:pt x="741558" y="132495"/>
                  </a:lnTo>
                  <a:lnTo>
                    <a:pt x="740512" y="88598"/>
                  </a:lnTo>
                  <a:close/>
                  <a:moveTo>
                    <a:pt x="742951" y="75424"/>
                  </a:moveTo>
                  <a:lnTo>
                    <a:pt x="699490" y="101800"/>
                  </a:lnTo>
                  <a:lnTo>
                    <a:pt x="740512" y="88598"/>
                  </a:lnTo>
                  <a:close/>
                  <a:moveTo>
                    <a:pt x="729527" y="30679"/>
                  </a:moveTo>
                  <a:lnTo>
                    <a:pt x="706230" y="47862"/>
                  </a:lnTo>
                  <a:lnTo>
                    <a:pt x="742951" y="75424"/>
                  </a:lnTo>
                  <a:close/>
                  <a:moveTo>
                    <a:pt x="729527" y="30679"/>
                  </a:moveTo>
                  <a:lnTo>
                    <a:pt x="706090" y="0"/>
                  </a:lnTo>
                  <a:lnTo>
                    <a:pt x="705942" y="11107"/>
                  </a:lnTo>
                  <a:close/>
                  <a:moveTo>
                    <a:pt x="729527" y="30679"/>
                  </a:moveTo>
                  <a:lnTo>
                    <a:pt x="705942" y="11107"/>
                  </a:lnTo>
                  <a:lnTo>
                    <a:pt x="706230" y="47862"/>
                  </a:lnTo>
                  <a:close/>
                </a:path>
              </a:pathLst>
            </a:custGeom>
            <a:solidFill>
              <a:srgbClr val="C9D2D8"/>
            </a:solidFill>
            <a:ln w="1524">
              <a:solidFill>
                <a:srgbClr val="C9D2D8"/>
              </a:solidFill>
            </a:ln>
          </p:spPr>
        </p:sp>
        <p:sp>
          <p:nvSpPr>
            <p:cNvPr id="31" name="Input_density__30">
              <a:extLst>
                <a:ext uri="{FF2B5EF4-FFF2-40B4-BE49-F238E27FC236}">
                  <a16:creationId xmlns:a16="http://schemas.microsoft.com/office/drawing/2014/main" id="{7FD50B3F-3AB3-3198-576F-39B4D7CB13EB}"/>
                </a:ext>
              </a:extLst>
            </p:cNvPr>
            <p:cNvSpPr>
              <a:spLocks noGrp="1"/>
            </p:cNvSpPr>
            <p:nvPr/>
          </p:nvSpPr>
          <p:spPr>
            <a:xfrm>
              <a:off x="967511" y="2403832"/>
              <a:ext cx="1014011" cy="807898"/>
            </a:xfrm>
            <a:custGeom>
              <a:avLst/>
              <a:gdLst/>
              <a:ahLst/>
              <a:cxnLst/>
              <a:rect l="0" t="0" r="0" b="0"/>
              <a:pathLst>
                <a:path w="1014011" h="807898">
                  <a:moveTo>
                    <a:pt x="228917" y="790756"/>
                  </a:moveTo>
                  <a:lnTo>
                    <a:pt x="238060" y="803492"/>
                  </a:lnTo>
                  <a:lnTo>
                    <a:pt x="258310" y="807898"/>
                  </a:lnTo>
                  <a:close/>
                  <a:moveTo>
                    <a:pt x="311580" y="786281"/>
                  </a:moveTo>
                  <a:lnTo>
                    <a:pt x="283518" y="773573"/>
                  </a:lnTo>
                  <a:lnTo>
                    <a:pt x="258310" y="807898"/>
                  </a:lnTo>
                  <a:close/>
                  <a:moveTo>
                    <a:pt x="0" y="458865"/>
                  </a:moveTo>
                  <a:lnTo>
                    <a:pt x="44828" y="479533"/>
                  </a:lnTo>
                  <a:lnTo>
                    <a:pt x="26953" y="469566"/>
                  </a:lnTo>
                  <a:close/>
                  <a:moveTo>
                    <a:pt x="0" y="458865"/>
                  </a:moveTo>
                  <a:lnTo>
                    <a:pt x="57370" y="484060"/>
                  </a:lnTo>
                  <a:lnTo>
                    <a:pt x="44828" y="479533"/>
                  </a:lnTo>
                  <a:close/>
                  <a:moveTo>
                    <a:pt x="44828" y="479533"/>
                  </a:moveTo>
                  <a:lnTo>
                    <a:pt x="57370" y="484060"/>
                  </a:lnTo>
                  <a:lnTo>
                    <a:pt x="65959" y="490828"/>
                  </a:lnTo>
                  <a:close/>
                  <a:moveTo>
                    <a:pt x="104557" y="510560"/>
                  </a:moveTo>
                  <a:lnTo>
                    <a:pt x="65959" y="490828"/>
                  </a:lnTo>
                  <a:lnTo>
                    <a:pt x="57370" y="484060"/>
                  </a:lnTo>
                  <a:close/>
                  <a:moveTo>
                    <a:pt x="283518" y="773573"/>
                  </a:moveTo>
                  <a:lnTo>
                    <a:pt x="311580" y="786281"/>
                  </a:lnTo>
                  <a:lnTo>
                    <a:pt x="325188" y="793144"/>
                  </a:lnTo>
                  <a:close/>
                  <a:moveTo>
                    <a:pt x="113652" y="516288"/>
                  </a:moveTo>
                  <a:lnTo>
                    <a:pt x="150737" y="499104"/>
                  </a:lnTo>
                  <a:lnTo>
                    <a:pt x="104557" y="510560"/>
                  </a:lnTo>
                  <a:close/>
                  <a:moveTo>
                    <a:pt x="150737" y="499104"/>
                  </a:moveTo>
                  <a:lnTo>
                    <a:pt x="122850" y="482749"/>
                  </a:lnTo>
                  <a:lnTo>
                    <a:pt x="104557" y="510560"/>
                  </a:lnTo>
                  <a:close/>
                  <a:moveTo>
                    <a:pt x="65959" y="490828"/>
                  </a:moveTo>
                  <a:lnTo>
                    <a:pt x="44377" y="467535"/>
                  </a:lnTo>
                  <a:lnTo>
                    <a:pt x="44828" y="479533"/>
                  </a:lnTo>
                  <a:close/>
                  <a:moveTo>
                    <a:pt x="26953" y="469566"/>
                  </a:moveTo>
                  <a:lnTo>
                    <a:pt x="44828" y="479533"/>
                  </a:lnTo>
                  <a:lnTo>
                    <a:pt x="44377" y="467535"/>
                  </a:lnTo>
                  <a:close/>
                  <a:moveTo>
                    <a:pt x="65959" y="490828"/>
                  </a:moveTo>
                  <a:lnTo>
                    <a:pt x="104557" y="510560"/>
                  </a:lnTo>
                  <a:lnTo>
                    <a:pt x="122850" y="482749"/>
                  </a:lnTo>
                  <a:close/>
                  <a:moveTo>
                    <a:pt x="89063" y="480999"/>
                  </a:moveTo>
                  <a:lnTo>
                    <a:pt x="65959" y="490828"/>
                  </a:lnTo>
                  <a:lnTo>
                    <a:pt x="122850" y="482749"/>
                  </a:lnTo>
                  <a:close/>
                  <a:moveTo>
                    <a:pt x="245492" y="609370"/>
                  </a:moveTo>
                  <a:lnTo>
                    <a:pt x="235624" y="559032"/>
                  </a:lnTo>
                  <a:lnTo>
                    <a:pt x="239588" y="596173"/>
                  </a:lnTo>
                  <a:close/>
                  <a:moveTo>
                    <a:pt x="150737" y="499104"/>
                  </a:moveTo>
                  <a:lnTo>
                    <a:pt x="159588" y="481921"/>
                  </a:lnTo>
                  <a:lnTo>
                    <a:pt x="122850" y="482749"/>
                  </a:lnTo>
                  <a:close/>
                  <a:moveTo>
                    <a:pt x="177751" y="529863"/>
                  </a:moveTo>
                  <a:lnTo>
                    <a:pt x="164445" y="513690"/>
                  </a:lnTo>
                  <a:lnTo>
                    <a:pt x="183525" y="499104"/>
                  </a:lnTo>
                  <a:close/>
                  <a:moveTo>
                    <a:pt x="369301" y="575003"/>
                  </a:moveTo>
                  <a:lnTo>
                    <a:pt x="345419" y="546652"/>
                  </a:lnTo>
                  <a:lnTo>
                    <a:pt x="363192" y="566050"/>
                  </a:lnTo>
                  <a:close/>
                  <a:moveTo>
                    <a:pt x="367620" y="573350"/>
                  </a:moveTo>
                  <a:lnTo>
                    <a:pt x="363192" y="566050"/>
                  </a:lnTo>
                  <a:lnTo>
                    <a:pt x="339440" y="524424"/>
                  </a:lnTo>
                  <a:close/>
                  <a:moveTo>
                    <a:pt x="367620" y="573350"/>
                  </a:moveTo>
                  <a:lnTo>
                    <a:pt x="366563" y="578650"/>
                  </a:lnTo>
                  <a:lnTo>
                    <a:pt x="369301" y="575003"/>
                  </a:lnTo>
                  <a:close/>
                  <a:moveTo>
                    <a:pt x="367620" y="573350"/>
                  </a:moveTo>
                  <a:lnTo>
                    <a:pt x="369301" y="575003"/>
                  </a:lnTo>
                  <a:lnTo>
                    <a:pt x="363192" y="566050"/>
                  </a:lnTo>
                  <a:close/>
                  <a:moveTo>
                    <a:pt x="308310" y="415491"/>
                  </a:moveTo>
                  <a:lnTo>
                    <a:pt x="307990" y="427983"/>
                  </a:lnTo>
                  <a:lnTo>
                    <a:pt x="315092" y="414580"/>
                  </a:lnTo>
                  <a:close/>
                  <a:moveTo>
                    <a:pt x="303663" y="410800"/>
                  </a:moveTo>
                  <a:lnTo>
                    <a:pt x="308310" y="415491"/>
                  </a:lnTo>
                  <a:lnTo>
                    <a:pt x="315092" y="414580"/>
                  </a:lnTo>
                  <a:close/>
                  <a:moveTo>
                    <a:pt x="303663" y="410800"/>
                  </a:moveTo>
                  <a:lnTo>
                    <a:pt x="288304" y="387009"/>
                  </a:lnTo>
                  <a:lnTo>
                    <a:pt x="308310" y="415491"/>
                  </a:lnTo>
                  <a:close/>
                  <a:moveTo>
                    <a:pt x="303663" y="410800"/>
                  </a:moveTo>
                  <a:lnTo>
                    <a:pt x="315092" y="414580"/>
                  </a:lnTo>
                  <a:lnTo>
                    <a:pt x="319655" y="406268"/>
                  </a:lnTo>
                  <a:close/>
                  <a:moveTo>
                    <a:pt x="360014" y="400545"/>
                  </a:moveTo>
                  <a:lnTo>
                    <a:pt x="315092" y="414580"/>
                  </a:lnTo>
                  <a:lnTo>
                    <a:pt x="351205" y="425024"/>
                  </a:lnTo>
                  <a:close/>
                  <a:moveTo>
                    <a:pt x="360014" y="400545"/>
                  </a:moveTo>
                  <a:lnTo>
                    <a:pt x="319655" y="406268"/>
                  </a:lnTo>
                  <a:lnTo>
                    <a:pt x="315092" y="414580"/>
                  </a:lnTo>
                  <a:close/>
                  <a:moveTo>
                    <a:pt x="505196" y="530833"/>
                  </a:moveTo>
                  <a:lnTo>
                    <a:pt x="537952" y="528724"/>
                  </a:lnTo>
                  <a:lnTo>
                    <a:pt x="561089" y="519024"/>
                  </a:lnTo>
                  <a:close/>
                  <a:moveTo>
                    <a:pt x="501997" y="432759"/>
                  </a:moveTo>
                  <a:lnTo>
                    <a:pt x="502448" y="424350"/>
                  </a:lnTo>
                  <a:lnTo>
                    <a:pt x="497133" y="413188"/>
                  </a:lnTo>
                  <a:close/>
                  <a:moveTo>
                    <a:pt x="501997" y="432759"/>
                  </a:moveTo>
                  <a:lnTo>
                    <a:pt x="497133" y="413188"/>
                  </a:lnTo>
                  <a:lnTo>
                    <a:pt x="507534" y="396004"/>
                  </a:lnTo>
                  <a:close/>
                  <a:moveTo>
                    <a:pt x="713422" y="481836"/>
                  </a:moveTo>
                  <a:lnTo>
                    <a:pt x="679637" y="520686"/>
                  </a:lnTo>
                  <a:lnTo>
                    <a:pt x="706994" y="498393"/>
                  </a:lnTo>
                  <a:close/>
                  <a:moveTo>
                    <a:pt x="713422" y="481836"/>
                  </a:moveTo>
                  <a:lnTo>
                    <a:pt x="682300" y="480050"/>
                  </a:lnTo>
                  <a:lnTo>
                    <a:pt x="679637" y="520686"/>
                  </a:lnTo>
                  <a:close/>
                  <a:moveTo>
                    <a:pt x="759423" y="508657"/>
                  </a:moveTo>
                  <a:lnTo>
                    <a:pt x="760307" y="515555"/>
                  </a:lnTo>
                  <a:lnTo>
                    <a:pt x="770901" y="516544"/>
                  </a:lnTo>
                  <a:close/>
                  <a:moveTo>
                    <a:pt x="801826" y="400781"/>
                  </a:moveTo>
                  <a:lnTo>
                    <a:pt x="793143" y="381209"/>
                  </a:lnTo>
                  <a:lnTo>
                    <a:pt x="805236" y="364026"/>
                  </a:lnTo>
                  <a:close/>
                  <a:moveTo>
                    <a:pt x="942345" y="366414"/>
                  </a:moveTo>
                  <a:lnTo>
                    <a:pt x="953238" y="411345"/>
                  </a:lnTo>
                  <a:lnTo>
                    <a:pt x="974754" y="395579"/>
                  </a:lnTo>
                  <a:close/>
                  <a:moveTo>
                    <a:pt x="1014011" y="355245"/>
                  </a:moveTo>
                  <a:lnTo>
                    <a:pt x="983958" y="352590"/>
                  </a:lnTo>
                  <a:lnTo>
                    <a:pt x="974754" y="395579"/>
                  </a:lnTo>
                  <a:close/>
                  <a:moveTo>
                    <a:pt x="1005046" y="317787"/>
                  </a:moveTo>
                  <a:lnTo>
                    <a:pt x="986404" y="342928"/>
                  </a:lnTo>
                  <a:lnTo>
                    <a:pt x="983958" y="352590"/>
                  </a:lnTo>
                  <a:close/>
                  <a:moveTo>
                    <a:pt x="861483" y="28815"/>
                  </a:moveTo>
                  <a:lnTo>
                    <a:pt x="859045" y="41989"/>
                  </a:lnTo>
                  <a:lnTo>
                    <a:pt x="875638" y="1252"/>
                  </a:lnTo>
                  <a:close/>
                  <a:moveTo>
                    <a:pt x="875638" y="1252"/>
                  </a:moveTo>
                  <a:lnTo>
                    <a:pt x="879508" y="0"/>
                  </a:lnTo>
                  <a:lnTo>
                    <a:pt x="861483" y="28815"/>
                  </a:lnTo>
                  <a:close/>
                </a:path>
              </a:pathLst>
            </a:custGeom>
            <a:solidFill>
              <a:srgbClr val="BCC7CF"/>
            </a:solidFill>
            <a:ln w="1524">
              <a:solidFill>
                <a:srgbClr val="BCC7CF"/>
              </a:solidFill>
            </a:ln>
          </p:spPr>
        </p:sp>
        <p:sp>
          <p:nvSpPr>
            <p:cNvPr id="32" name="Input_density__31">
              <a:extLst>
                <a:ext uri="{FF2B5EF4-FFF2-40B4-BE49-F238E27FC236}">
                  <a16:creationId xmlns:a16="http://schemas.microsoft.com/office/drawing/2014/main" id="{4D2FB551-B6DB-04E3-152B-B3E354EA46C5}"/>
                </a:ext>
              </a:extLst>
            </p:cNvPr>
            <p:cNvSpPr>
              <a:spLocks noGrp="1"/>
            </p:cNvSpPr>
            <p:nvPr/>
          </p:nvSpPr>
          <p:spPr>
            <a:xfrm>
              <a:off x="1081163" y="2445821"/>
              <a:ext cx="839586" cy="765909"/>
            </a:xfrm>
            <a:custGeom>
              <a:avLst/>
              <a:gdLst/>
              <a:ahLst/>
              <a:cxnLst/>
              <a:rect l="0" t="0" r="0" b="0"/>
              <a:pathLst>
                <a:path w="839586" h="765909">
                  <a:moveTo>
                    <a:pt x="115265" y="748767"/>
                  </a:moveTo>
                  <a:lnTo>
                    <a:pt x="144658" y="765909"/>
                  </a:lnTo>
                  <a:lnTo>
                    <a:pt x="156670" y="735274"/>
                  </a:lnTo>
                  <a:close/>
                  <a:moveTo>
                    <a:pt x="144658" y="765909"/>
                  </a:moveTo>
                  <a:lnTo>
                    <a:pt x="169866" y="731584"/>
                  </a:lnTo>
                  <a:lnTo>
                    <a:pt x="156670" y="735274"/>
                  </a:lnTo>
                  <a:close/>
                  <a:moveTo>
                    <a:pt x="204804" y="673793"/>
                  </a:moveTo>
                  <a:lnTo>
                    <a:pt x="166675" y="658074"/>
                  </a:lnTo>
                  <a:lnTo>
                    <a:pt x="169026" y="680482"/>
                  </a:lnTo>
                  <a:close/>
                  <a:moveTo>
                    <a:pt x="169026" y="680482"/>
                  </a:moveTo>
                  <a:lnTo>
                    <a:pt x="166675" y="658074"/>
                  </a:lnTo>
                  <a:lnTo>
                    <a:pt x="160663" y="642534"/>
                  </a:lnTo>
                  <a:close/>
                  <a:moveTo>
                    <a:pt x="224582" y="689492"/>
                  </a:moveTo>
                  <a:lnTo>
                    <a:pt x="204804" y="673793"/>
                  </a:lnTo>
                  <a:lnTo>
                    <a:pt x="209487" y="677646"/>
                  </a:lnTo>
                  <a:close/>
                  <a:moveTo>
                    <a:pt x="132272" y="604136"/>
                  </a:moveTo>
                  <a:lnTo>
                    <a:pt x="124880" y="624125"/>
                  </a:lnTo>
                  <a:lnTo>
                    <a:pt x="141709" y="613196"/>
                  </a:lnTo>
                  <a:close/>
                  <a:moveTo>
                    <a:pt x="141709" y="613196"/>
                  </a:moveTo>
                  <a:lnTo>
                    <a:pt x="124453" y="644884"/>
                  </a:lnTo>
                  <a:lnTo>
                    <a:pt x="160663" y="642534"/>
                  </a:lnTo>
                  <a:close/>
                  <a:moveTo>
                    <a:pt x="166675" y="658074"/>
                  </a:moveTo>
                  <a:lnTo>
                    <a:pt x="141709" y="613196"/>
                  </a:lnTo>
                  <a:lnTo>
                    <a:pt x="160663" y="642534"/>
                  </a:lnTo>
                  <a:close/>
                  <a:moveTo>
                    <a:pt x="141709" y="613196"/>
                  </a:moveTo>
                  <a:lnTo>
                    <a:pt x="128469" y="609174"/>
                  </a:lnTo>
                  <a:lnTo>
                    <a:pt x="132272" y="604136"/>
                  </a:lnTo>
                  <a:close/>
                  <a:moveTo>
                    <a:pt x="37085" y="457116"/>
                  </a:moveTo>
                  <a:lnTo>
                    <a:pt x="31829" y="497006"/>
                  </a:lnTo>
                  <a:lnTo>
                    <a:pt x="50793" y="471701"/>
                  </a:lnTo>
                  <a:close/>
                  <a:moveTo>
                    <a:pt x="37085" y="457116"/>
                  </a:moveTo>
                  <a:lnTo>
                    <a:pt x="0" y="474299"/>
                  </a:lnTo>
                  <a:lnTo>
                    <a:pt x="31829" y="497006"/>
                  </a:lnTo>
                  <a:close/>
                  <a:moveTo>
                    <a:pt x="232894" y="654239"/>
                  </a:moveTo>
                  <a:lnTo>
                    <a:pt x="271475" y="623707"/>
                  </a:lnTo>
                  <a:lnTo>
                    <a:pt x="241210" y="631227"/>
                  </a:lnTo>
                  <a:close/>
                  <a:moveTo>
                    <a:pt x="125936" y="554184"/>
                  </a:moveTo>
                  <a:lnTo>
                    <a:pt x="132272" y="604136"/>
                  </a:lnTo>
                  <a:lnTo>
                    <a:pt x="131840" y="567381"/>
                  </a:lnTo>
                  <a:close/>
                  <a:moveTo>
                    <a:pt x="37085" y="457116"/>
                  </a:moveTo>
                  <a:lnTo>
                    <a:pt x="50793" y="471701"/>
                  </a:lnTo>
                  <a:lnTo>
                    <a:pt x="56925" y="476687"/>
                  </a:lnTo>
                  <a:close/>
                  <a:moveTo>
                    <a:pt x="271475" y="623707"/>
                  </a:moveTo>
                  <a:lnTo>
                    <a:pt x="285499" y="630139"/>
                  </a:lnTo>
                  <a:lnTo>
                    <a:pt x="286618" y="621399"/>
                  </a:lnTo>
                  <a:close/>
                  <a:moveTo>
                    <a:pt x="207284" y="586857"/>
                  </a:moveTo>
                  <a:lnTo>
                    <a:pt x="252910" y="536661"/>
                  </a:lnTo>
                  <a:lnTo>
                    <a:pt x="222463" y="547401"/>
                  </a:lnTo>
                  <a:close/>
                  <a:moveTo>
                    <a:pt x="255553" y="574820"/>
                  </a:moveTo>
                  <a:lnTo>
                    <a:pt x="265260" y="554468"/>
                  </a:lnTo>
                  <a:lnTo>
                    <a:pt x="255648" y="533014"/>
                  </a:lnTo>
                  <a:close/>
                  <a:moveTo>
                    <a:pt x="252910" y="536661"/>
                  </a:moveTo>
                  <a:lnTo>
                    <a:pt x="255553" y="574820"/>
                  </a:lnTo>
                  <a:lnTo>
                    <a:pt x="255648" y="533014"/>
                  </a:lnTo>
                  <a:close/>
                  <a:moveTo>
                    <a:pt x="253968" y="531361"/>
                  </a:moveTo>
                  <a:lnTo>
                    <a:pt x="222463" y="547401"/>
                  </a:lnTo>
                  <a:lnTo>
                    <a:pt x="252910" y="536661"/>
                  </a:lnTo>
                  <a:close/>
                  <a:moveTo>
                    <a:pt x="201440" y="372592"/>
                  </a:moveTo>
                  <a:lnTo>
                    <a:pt x="228474" y="417845"/>
                  </a:lnTo>
                  <a:lnTo>
                    <a:pt x="237553" y="383035"/>
                  </a:lnTo>
                  <a:close/>
                  <a:moveTo>
                    <a:pt x="190011" y="368811"/>
                  </a:moveTo>
                  <a:lnTo>
                    <a:pt x="167030" y="332056"/>
                  </a:lnTo>
                  <a:lnTo>
                    <a:pt x="174651" y="345020"/>
                  </a:lnTo>
                  <a:close/>
                  <a:moveTo>
                    <a:pt x="364916" y="461892"/>
                  </a:moveTo>
                  <a:lnTo>
                    <a:pt x="386427" y="504939"/>
                  </a:lnTo>
                  <a:lnTo>
                    <a:pt x="391544" y="488844"/>
                  </a:lnTo>
                  <a:close/>
                  <a:moveTo>
                    <a:pt x="364916" y="461892"/>
                  </a:moveTo>
                  <a:lnTo>
                    <a:pt x="348455" y="452320"/>
                  </a:lnTo>
                  <a:lnTo>
                    <a:pt x="322345" y="450906"/>
                  </a:lnTo>
                  <a:close/>
                  <a:moveTo>
                    <a:pt x="167030" y="332056"/>
                  </a:moveTo>
                  <a:lnTo>
                    <a:pt x="206002" y="364280"/>
                  </a:lnTo>
                  <a:lnTo>
                    <a:pt x="180489" y="322629"/>
                  </a:lnTo>
                  <a:close/>
                  <a:moveTo>
                    <a:pt x="190011" y="368811"/>
                  </a:moveTo>
                  <a:lnTo>
                    <a:pt x="206002" y="364280"/>
                  </a:lnTo>
                  <a:lnTo>
                    <a:pt x="167030" y="332056"/>
                  </a:lnTo>
                  <a:close/>
                  <a:moveTo>
                    <a:pt x="167030" y="332056"/>
                  </a:moveTo>
                  <a:lnTo>
                    <a:pt x="169597" y="322041"/>
                  </a:lnTo>
                  <a:lnTo>
                    <a:pt x="153242" y="290590"/>
                  </a:lnTo>
                  <a:close/>
                  <a:moveTo>
                    <a:pt x="340680" y="461892"/>
                  </a:moveTo>
                  <a:lnTo>
                    <a:pt x="348455" y="452320"/>
                  </a:lnTo>
                  <a:lnTo>
                    <a:pt x="317342" y="417433"/>
                  </a:lnTo>
                  <a:close/>
                  <a:moveTo>
                    <a:pt x="364916" y="461892"/>
                  </a:moveTo>
                  <a:lnTo>
                    <a:pt x="403472" y="444709"/>
                  </a:lnTo>
                  <a:lnTo>
                    <a:pt x="348455" y="452320"/>
                  </a:lnTo>
                  <a:close/>
                  <a:moveTo>
                    <a:pt x="403472" y="444709"/>
                  </a:moveTo>
                  <a:lnTo>
                    <a:pt x="362984" y="410433"/>
                  </a:lnTo>
                  <a:lnTo>
                    <a:pt x="348455" y="452320"/>
                  </a:lnTo>
                  <a:close/>
                  <a:moveTo>
                    <a:pt x="406731" y="449419"/>
                  </a:moveTo>
                  <a:lnTo>
                    <a:pt x="391544" y="488844"/>
                  </a:lnTo>
                  <a:lnTo>
                    <a:pt x="447437" y="477035"/>
                  </a:lnTo>
                  <a:close/>
                  <a:moveTo>
                    <a:pt x="447437" y="477035"/>
                  </a:moveTo>
                  <a:lnTo>
                    <a:pt x="431335" y="445199"/>
                  </a:lnTo>
                  <a:lnTo>
                    <a:pt x="406731" y="449419"/>
                  </a:lnTo>
                  <a:close/>
                  <a:moveTo>
                    <a:pt x="252114" y="148851"/>
                  </a:moveTo>
                  <a:lnTo>
                    <a:pt x="220771" y="133486"/>
                  </a:lnTo>
                  <a:lnTo>
                    <a:pt x="243988" y="181498"/>
                  </a:lnTo>
                  <a:close/>
                  <a:moveTo>
                    <a:pt x="243988" y="181498"/>
                  </a:moveTo>
                  <a:lnTo>
                    <a:pt x="211266" y="136265"/>
                  </a:lnTo>
                  <a:lnTo>
                    <a:pt x="222588" y="171807"/>
                  </a:lnTo>
                  <a:close/>
                  <a:moveTo>
                    <a:pt x="523858" y="417401"/>
                  </a:moveTo>
                  <a:lnTo>
                    <a:pt x="542531" y="410342"/>
                  </a:lnTo>
                  <a:lnTo>
                    <a:pt x="537302" y="418797"/>
                  </a:lnTo>
                  <a:close/>
                  <a:moveTo>
                    <a:pt x="537302" y="418797"/>
                  </a:moveTo>
                  <a:lnTo>
                    <a:pt x="552407" y="427934"/>
                  </a:lnTo>
                  <a:lnTo>
                    <a:pt x="569604" y="410342"/>
                  </a:lnTo>
                  <a:close/>
                  <a:moveTo>
                    <a:pt x="616407" y="429914"/>
                  </a:moveTo>
                  <a:lnTo>
                    <a:pt x="646654" y="473567"/>
                  </a:lnTo>
                  <a:lnTo>
                    <a:pt x="645771" y="466669"/>
                  </a:lnTo>
                  <a:close/>
                  <a:moveTo>
                    <a:pt x="593342" y="456404"/>
                  </a:moveTo>
                  <a:lnTo>
                    <a:pt x="646654" y="473567"/>
                  </a:lnTo>
                  <a:lnTo>
                    <a:pt x="616407" y="429914"/>
                  </a:lnTo>
                  <a:close/>
                  <a:moveTo>
                    <a:pt x="616407" y="429914"/>
                  </a:moveTo>
                  <a:lnTo>
                    <a:pt x="645771" y="466669"/>
                  </a:lnTo>
                  <a:lnTo>
                    <a:pt x="660450" y="412731"/>
                  </a:lnTo>
                  <a:close/>
                  <a:moveTo>
                    <a:pt x="828693" y="324425"/>
                  </a:moveTo>
                  <a:lnTo>
                    <a:pt x="810481" y="341609"/>
                  </a:lnTo>
                  <a:lnTo>
                    <a:pt x="839586" y="369357"/>
                  </a:lnTo>
                  <a:close/>
                  <a:moveTo>
                    <a:pt x="763604" y="214160"/>
                  </a:moveTo>
                  <a:lnTo>
                    <a:pt x="762400" y="254656"/>
                  </a:lnTo>
                  <a:lnTo>
                    <a:pt x="759796" y="223980"/>
                  </a:lnTo>
                  <a:close/>
                  <a:moveTo>
                    <a:pt x="763604" y="214160"/>
                  </a:moveTo>
                  <a:lnTo>
                    <a:pt x="785007" y="193664"/>
                  </a:lnTo>
                  <a:lnTo>
                    <a:pt x="761822" y="231344"/>
                  </a:lnTo>
                  <a:close/>
                  <a:moveTo>
                    <a:pt x="774176" y="93182"/>
                  </a:moveTo>
                  <a:lnTo>
                    <a:pt x="744170" y="90488"/>
                  </a:lnTo>
                  <a:lnTo>
                    <a:pt x="735636" y="133650"/>
                  </a:lnTo>
                  <a:close/>
                  <a:moveTo>
                    <a:pt x="744170" y="90488"/>
                  </a:moveTo>
                  <a:lnTo>
                    <a:pt x="774176" y="93182"/>
                  </a:lnTo>
                  <a:lnTo>
                    <a:pt x="743990" y="68673"/>
                  </a:lnTo>
                  <a:close/>
                  <a:moveTo>
                    <a:pt x="773590" y="48911"/>
                  </a:moveTo>
                  <a:lnTo>
                    <a:pt x="746438" y="43897"/>
                  </a:lnTo>
                  <a:lnTo>
                    <a:pt x="743990" y="68673"/>
                  </a:lnTo>
                  <a:close/>
                  <a:moveTo>
                    <a:pt x="746438" y="43897"/>
                  </a:moveTo>
                  <a:lnTo>
                    <a:pt x="764963" y="11178"/>
                  </a:lnTo>
                  <a:lnTo>
                    <a:pt x="745392" y="0"/>
                  </a:lnTo>
                  <a:close/>
                </a:path>
              </a:pathLst>
            </a:custGeom>
            <a:solidFill>
              <a:srgbClr val="C2CCD3"/>
            </a:solidFill>
            <a:ln w="1524">
              <a:solidFill>
                <a:srgbClr val="C2CCD3"/>
              </a:solidFill>
            </a:ln>
          </p:spPr>
        </p:sp>
        <p:sp>
          <p:nvSpPr>
            <p:cNvPr id="33" name="Input_density__32">
              <a:extLst>
                <a:ext uri="{FF2B5EF4-FFF2-40B4-BE49-F238E27FC236}">
                  <a16:creationId xmlns:a16="http://schemas.microsoft.com/office/drawing/2014/main" id="{7D2E9B1B-428A-8738-C130-3199DEF68A36}"/>
                </a:ext>
              </a:extLst>
            </p:cNvPr>
            <p:cNvSpPr>
              <a:spLocks noGrp="1"/>
            </p:cNvSpPr>
            <p:nvPr/>
          </p:nvSpPr>
          <p:spPr>
            <a:xfrm>
              <a:off x="1203135" y="2594672"/>
              <a:ext cx="778387" cy="618197"/>
            </a:xfrm>
            <a:custGeom>
              <a:avLst/>
              <a:gdLst/>
              <a:ahLst/>
              <a:cxnLst/>
              <a:rect l="0" t="0" r="0" b="0"/>
              <a:pathLst>
                <a:path w="778387" h="618197">
                  <a:moveTo>
                    <a:pt x="56310" y="618197"/>
                  </a:moveTo>
                  <a:lnTo>
                    <a:pt x="75956" y="595442"/>
                  </a:lnTo>
                  <a:lnTo>
                    <a:pt x="22686" y="617058"/>
                  </a:lnTo>
                  <a:close/>
                  <a:moveTo>
                    <a:pt x="2241" y="364592"/>
                  </a:moveTo>
                  <a:lnTo>
                    <a:pt x="0" y="368192"/>
                  </a:lnTo>
                  <a:lnTo>
                    <a:pt x="9868" y="418530"/>
                  </a:lnTo>
                  <a:close/>
                  <a:moveTo>
                    <a:pt x="226483" y="303469"/>
                  </a:moveTo>
                  <a:lnTo>
                    <a:pt x="218708" y="313041"/>
                  </a:lnTo>
                  <a:lnTo>
                    <a:pt x="181641" y="324491"/>
                  </a:lnTo>
                  <a:close/>
                  <a:moveTo>
                    <a:pt x="118563" y="169695"/>
                  </a:moveTo>
                  <a:lnTo>
                    <a:pt x="94983" y="185541"/>
                  </a:lnTo>
                  <a:lnTo>
                    <a:pt x="84030" y="215429"/>
                  </a:lnTo>
                  <a:close/>
                  <a:moveTo>
                    <a:pt x="118563" y="169695"/>
                  </a:moveTo>
                  <a:lnTo>
                    <a:pt x="84030" y="215429"/>
                  </a:lnTo>
                  <a:lnTo>
                    <a:pt x="124390" y="209705"/>
                  </a:lnTo>
                  <a:close/>
                  <a:moveTo>
                    <a:pt x="126216" y="38573"/>
                  </a:moveTo>
                  <a:lnTo>
                    <a:pt x="130142" y="0"/>
                  </a:lnTo>
                  <a:lnTo>
                    <a:pt x="122016" y="32647"/>
                  </a:lnTo>
                  <a:close/>
                  <a:moveTo>
                    <a:pt x="508351" y="321243"/>
                  </a:moveTo>
                  <a:lnTo>
                    <a:pt x="524682" y="324716"/>
                  </a:lnTo>
                  <a:lnTo>
                    <a:pt x="471370" y="307553"/>
                  </a:lnTo>
                  <a:close/>
                  <a:moveTo>
                    <a:pt x="568975" y="327121"/>
                  </a:moveTo>
                  <a:lnTo>
                    <a:pt x="535276" y="325704"/>
                  </a:lnTo>
                  <a:lnTo>
                    <a:pt x="524682" y="324716"/>
                  </a:lnTo>
                  <a:close/>
                  <a:moveTo>
                    <a:pt x="772713" y="121636"/>
                  </a:moveTo>
                  <a:lnTo>
                    <a:pt x="750779" y="152088"/>
                  </a:lnTo>
                  <a:lnTo>
                    <a:pt x="769421" y="126947"/>
                  </a:lnTo>
                  <a:close/>
                  <a:moveTo>
                    <a:pt x="769421" y="126947"/>
                  </a:moveTo>
                  <a:lnTo>
                    <a:pt x="748334" y="161750"/>
                  </a:lnTo>
                  <a:lnTo>
                    <a:pt x="778387" y="164406"/>
                  </a:lnTo>
                  <a:close/>
                </a:path>
              </a:pathLst>
            </a:custGeom>
            <a:solidFill>
              <a:srgbClr val="B5C1C9"/>
            </a:solidFill>
            <a:ln w="1524">
              <a:solidFill>
                <a:srgbClr val="B5C1C9"/>
              </a:solidFill>
            </a:ln>
          </p:spPr>
        </p:sp>
        <p:sp>
          <p:nvSpPr>
            <p:cNvPr id="34" name="Input_density__33">
              <a:extLst>
                <a:ext uri="{FF2B5EF4-FFF2-40B4-BE49-F238E27FC236}">
                  <a16:creationId xmlns:a16="http://schemas.microsoft.com/office/drawing/2014/main" id="{A2F3DA3B-8674-3AB3-EF9B-C79595B3E79A}"/>
                </a:ext>
              </a:extLst>
            </p:cNvPr>
            <p:cNvSpPr>
              <a:spLocks noGrp="1"/>
            </p:cNvSpPr>
            <p:nvPr/>
          </p:nvSpPr>
          <p:spPr>
            <a:xfrm>
              <a:off x="1078873" y="2368330"/>
              <a:ext cx="830982" cy="809075"/>
            </a:xfrm>
            <a:custGeom>
              <a:avLst/>
              <a:gdLst/>
              <a:ahLst/>
              <a:cxnLst/>
              <a:rect l="0" t="0" r="0" b="0"/>
              <a:pathLst>
                <a:path w="830982" h="809075">
                  <a:moveTo>
                    <a:pt x="95923" y="735565"/>
                  </a:moveTo>
                  <a:lnTo>
                    <a:pt x="97366" y="782599"/>
                  </a:lnTo>
                  <a:lnTo>
                    <a:pt x="120002" y="771024"/>
                  </a:lnTo>
                  <a:close/>
                  <a:moveTo>
                    <a:pt x="95923" y="735565"/>
                  </a:moveTo>
                  <a:lnTo>
                    <a:pt x="79137" y="752749"/>
                  </a:lnTo>
                  <a:lnTo>
                    <a:pt x="97366" y="782599"/>
                  </a:lnTo>
                  <a:close/>
                  <a:moveTo>
                    <a:pt x="171316" y="757973"/>
                  </a:moveTo>
                  <a:lnTo>
                    <a:pt x="161935" y="803230"/>
                  </a:lnTo>
                  <a:lnTo>
                    <a:pt x="196309" y="755137"/>
                  </a:lnTo>
                  <a:close/>
                  <a:moveTo>
                    <a:pt x="196309" y="755137"/>
                  </a:moveTo>
                  <a:lnTo>
                    <a:pt x="161935" y="803230"/>
                  </a:lnTo>
                  <a:lnTo>
                    <a:pt x="172155" y="809075"/>
                  </a:lnTo>
                  <a:close/>
                  <a:moveTo>
                    <a:pt x="76324" y="698810"/>
                  </a:moveTo>
                  <a:lnTo>
                    <a:pt x="95923" y="735565"/>
                  </a:lnTo>
                  <a:lnTo>
                    <a:pt x="113475" y="681627"/>
                  </a:lnTo>
                  <a:close/>
                  <a:moveTo>
                    <a:pt x="59564" y="381009"/>
                  </a:moveTo>
                  <a:lnTo>
                    <a:pt x="7169" y="370404"/>
                  </a:lnTo>
                  <a:lnTo>
                    <a:pt x="0" y="379094"/>
                  </a:lnTo>
                  <a:close/>
                  <a:moveTo>
                    <a:pt x="295399" y="514624"/>
                  </a:moveTo>
                  <a:lnTo>
                    <a:pt x="283994" y="529394"/>
                  </a:lnTo>
                  <a:lnTo>
                    <a:pt x="298560" y="502628"/>
                  </a:lnTo>
                  <a:close/>
                  <a:moveTo>
                    <a:pt x="298560" y="502628"/>
                  </a:moveTo>
                  <a:lnTo>
                    <a:pt x="292230" y="472453"/>
                  </a:lnTo>
                  <a:lnTo>
                    <a:pt x="295399" y="514624"/>
                  </a:lnTo>
                  <a:close/>
                  <a:moveTo>
                    <a:pt x="298560" y="502628"/>
                  </a:moveTo>
                  <a:lnTo>
                    <a:pt x="290373" y="465873"/>
                  </a:lnTo>
                  <a:lnTo>
                    <a:pt x="292230" y="472453"/>
                  </a:lnTo>
                  <a:close/>
                  <a:moveTo>
                    <a:pt x="405761" y="522200"/>
                  </a:moveTo>
                  <a:lnTo>
                    <a:pt x="393833" y="566336"/>
                  </a:lnTo>
                  <a:lnTo>
                    <a:pt x="409020" y="526910"/>
                  </a:lnTo>
                  <a:close/>
                  <a:moveTo>
                    <a:pt x="298560" y="502628"/>
                  </a:moveTo>
                  <a:lnTo>
                    <a:pt x="319631" y="494924"/>
                  </a:lnTo>
                  <a:lnTo>
                    <a:pt x="290373" y="465873"/>
                  </a:lnTo>
                  <a:close/>
                  <a:moveTo>
                    <a:pt x="161862" y="225707"/>
                  </a:moveTo>
                  <a:lnTo>
                    <a:pt x="163944" y="245343"/>
                  </a:lnTo>
                  <a:lnTo>
                    <a:pt x="159344" y="230741"/>
                  </a:lnTo>
                  <a:close/>
                  <a:moveTo>
                    <a:pt x="161862" y="225707"/>
                  </a:moveTo>
                  <a:lnTo>
                    <a:pt x="159344" y="230741"/>
                  </a:lnTo>
                  <a:lnTo>
                    <a:pt x="159299" y="228160"/>
                  </a:lnTo>
                  <a:close/>
                  <a:moveTo>
                    <a:pt x="422312" y="505017"/>
                  </a:moveTo>
                  <a:lnTo>
                    <a:pt x="405761" y="522200"/>
                  </a:lnTo>
                  <a:lnTo>
                    <a:pt x="409020" y="526910"/>
                  </a:lnTo>
                  <a:close/>
                  <a:moveTo>
                    <a:pt x="405761" y="522200"/>
                  </a:moveTo>
                  <a:lnTo>
                    <a:pt x="422312" y="505017"/>
                  </a:lnTo>
                  <a:lnTo>
                    <a:pt x="406542" y="478443"/>
                  </a:lnTo>
                  <a:close/>
                  <a:moveTo>
                    <a:pt x="365273" y="487924"/>
                  </a:moveTo>
                  <a:lnTo>
                    <a:pt x="405761" y="522200"/>
                  </a:lnTo>
                  <a:lnTo>
                    <a:pt x="406542" y="478443"/>
                  </a:lnTo>
                  <a:close/>
                  <a:moveTo>
                    <a:pt x="449745" y="458387"/>
                  </a:moveTo>
                  <a:lnTo>
                    <a:pt x="406542" y="478443"/>
                  </a:lnTo>
                  <a:lnTo>
                    <a:pt x="434900" y="468262"/>
                  </a:lnTo>
                  <a:close/>
                  <a:moveTo>
                    <a:pt x="406542" y="478443"/>
                  </a:moveTo>
                  <a:lnTo>
                    <a:pt x="426274" y="495212"/>
                  </a:lnTo>
                  <a:lnTo>
                    <a:pt x="434900" y="468262"/>
                  </a:lnTo>
                  <a:close/>
                  <a:moveTo>
                    <a:pt x="165384" y="225830"/>
                  </a:moveTo>
                  <a:lnTo>
                    <a:pt x="224878" y="249298"/>
                  </a:lnTo>
                  <a:lnTo>
                    <a:pt x="213555" y="213756"/>
                  </a:lnTo>
                  <a:close/>
                  <a:moveTo>
                    <a:pt x="161862" y="225707"/>
                  </a:moveTo>
                  <a:lnTo>
                    <a:pt x="159299" y="228160"/>
                  </a:lnTo>
                  <a:lnTo>
                    <a:pt x="165384" y="225830"/>
                  </a:lnTo>
                  <a:close/>
                  <a:moveTo>
                    <a:pt x="165384" y="225830"/>
                  </a:moveTo>
                  <a:lnTo>
                    <a:pt x="191465" y="211812"/>
                  </a:lnTo>
                  <a:lnTo>
                    <a:pt x="161862" y="225707"/>
                  </a:lnTo>
                  <a:close/>
                  <a:moveTo>
                    <a:pt x="165384" y="225830"/>
                  </a:moveTo>
                  <a:lnTo>
                    <a:pt x="213555" y="213756"/>
                  </a:lnTo>
                  <a:lnTo>
                    <a:pt x="191465" y="211812"/>
                  </a:lnTo>
                  <a:close/>
                  <a:moveTo>
                    <a:pt x="247216" y="199473"/>
                  </a:moveTo>
                  <a:lnTo>
                    <a:pt x="213555" y="213756"/>
                  </a:lnTo>
                  <a:lnTo>
                    <a:pt x="223060" y="210977"/>
                  </a:lnTo>
                  <a:close/>
                  <a:moveTo>
                    <a:pt x="191465" y="211812"/>
                  </a:moveTo>
                  <a:lnTo>
                    <a:pt x="213555" y="213756"/>
                  </a:lnTo>
                  <a:lnTo>
                    <a:pt x="247216" y="199473"/>
                  </a:lnTo>
                  <a:close/>
                  <a:moveTo>
                    <a:pt x="270640" y="190842"/>
                  </a:moveTo>
                  <a:lnTo>
                    <a:pt x="247216" y="199473"/>
                  </a:lnTo>
                  <a:lnTo>
                    <a:pt x="223060" y="210977"/>
                  </a:lnTo>
                  <a:close/>
                  <a:moveTo>
                    <a:pt x="571893" y="487833"/>
                  </a:moveTo>
                  <a:lnTo>
                    <a:pt x="612285" y="499953"/>
                  </a:lnTo>
                  <a:lnTo>
                    <a:pt x="593024" y="470650"/>
                  </a:lnTo>
                  <a:close/>
                  <a:moveTo>
                    <a:pt x="602059" y="517339"/>
                  </a:moveTo>
                  <a:lnTo>
                    <a:pt x="618696" y="507405"/>
                  </a:lnTo>
                  <a:lnTo>
                    <a:pt x="612285" y="499953"/>
                  </a:lnTo>
                  <a:close/>
                  <a:moveTo>
                    <a:pt x="599082" y="450587"/>
                  </a:moveTo>
                  <a:lnTo>
                    <a:pt x="581629" y="481544"/>
                  </a:lnTo>
                  <a:lnTo>
                    <a:pt x="571893" y="487833"/>
                  </a:lnTo>
                  <a:close/>
                  <a:moveTo>
                    <a:pt x="593024" y="470650"/>
                  </a:moveTo>
                  <a:lnTo>
                    <a:pt x="604897" y="425538"/>
                  </a:lnTo>
                  <a:lnTo>
                    <a:pt x="599082" y="450587"/>
                  </a:lnTo>
                  <a:close/>
                  <a:moveTo>
                    <a:pt x="605660" y="416712"/>
                  </a:moveTo>
                  <a:lnTo>
                    <a:pt x="604897" y="425538"/>
                  </a:lnTo>
                  <a:lnTo>
                    <a:pt x="593024" y="470650"/>
                  </a:lnTo>
                  <a:close/>
                  <a:moveTo>
                    <a:pt x="787298" y="382345"/>
                  </a:moveTo>
                  <a:lnTo>
                    <a:pt x="773900" y="413484"/>
                  </a:lnTo>
                  <a:lnTo>
                    <a:pt x="794391" y="393887"/>
                  </a:lnTo>
                  <a:close/>
                  <a:moveTo>
                    <a:pt x="830982" y="401916"/>
                  </a:moveTo>
                  <a:lnTo>
                    <a:pt x="819630" y="392044"/>
                  </a:lnTo>
                  <a:lnTo>
                    <a:pt x="794391" y="393887"/>
                  </a:lnTo>
                  <a:close/>
                  <a:moveTo>
                    <a:pt x="799407" y="365162"/>
                  </a:moveTo>
                  <a:lnTo>
                    <a:pt x="794391" y="393887"/>
                  </a:lnTo>
                  <a:lnTo>
                    <a:pt x="819630" y="392044"/>
                  </a:lnTo>
                  <a:close/>
                  <a:moveTo>
                    <a:pt x="799407" y="365162"/>
                  </a:moveTo>
                  <a:lnTo>
                    <a:pt x="787298" y="382345"/>
                  </a:lnTo>
                  <a:lnTo>
                    <a:pt x="794391" y="393887"/>
                  </a:lnTo>
                  <a:close/>
                  <a:moveTo>
                    <a:pt x="799407" y="365162"/>
                  </a:moveTo>
                  <a:lnTo>
                    <a:pt x="783468" y="353048"/>
                  </a:lnTo>
                  <a:lnTo>
                    <a:pt x="787298" y="382345"/>
                  </a:lnTo>
                  <a:close/>
                  <a:moveTo>
                    <a:pt x="711172" y="181387"/>
                  </a:moveTo>
                  <a:lnTo>
                    <a:pt x="735243" y="221844"/>
                  </a:lnTo>
                  <a:lnTo>
                    <a:pt x="737926" y="211141"/>
                  </a:lnTo>
                  <a:close/>
                  <a:moveTo>
                    <a:pt x="711172" y="181387"/>
                  </a:moveTo>
                  <a:lnTo>
                    <a:pt x="737926" y="211141"/>
                  </a:lnTo>
                  <a:lnTo>
                    <a:pt x="746460" y="167979"/>
                  </a:lnTo>
                  <a:close/>
                  <a:moveTo>
                    <a:pt x="711172" y="181387"/>
                  </a:moveTo>
                  <a:lnTo>
                    <a:pt x="746460" y="167979"/>
                  </a:lnTo>
                  <a:lnTo>
                    <a:pt x="732793" y="127448"/>
                  </a:lnTo>
                  <a:close/>
                  <a:moveTo>
                    <a:pt x="700837" y="144632"/>
                  </a:moveTo>
                  <a:lnTo>
                    <a:pt x="711172" y="181387"/>
                  </a:lnTo>
                  <a:lnTo>
                    <a:pt x="732793" y="127448"/>
                  </a:lnTo>
                  <a:close/>
                  <a:moveTo>
                    <a:pt x="706660" y="90693"/>
                  </a:moveTo>
                  <a:lnTo>
                    <a:pt x="700837" y="144632"/>
                  </a:lnTo>
                  <a:lnTo>
                    <a:pt x="732793" y="127448"/>
                  </a:lnTo>
                  <a:close/>
                  <a:moveTo>
                    <a:pt x="682088" y="58983"/>
                  </a:moveTo>
                  <a:lnTo>
                    <a:pt x="689896" y="59934"/>
                  </a:lnTo>
                  <a:lnTo>
                    <a:pt x="686486" y="53938"/>
                  </a:lnTo>
                  <a:close/>
                  <a:moveTo>
                    <a:pt x="706660" y="90693"/>
                  </a:moveTo>
                  <a:lnTo>
                    <a:pt x="689896" y="59934"/>
                  </a:lnTo>
                  <a:lnTo>
                    <a:pt x="682088" y="58983"/>
                  </a:lnTo>
                  <a:close/>
                  <a:moveTo>
                    <a:pt x="732793" y="127448"/>
                  </a:moveTo>
                  <a:lnTo>
                    <a:pt x="746279" y="146164"/>
                  </a:lnTo>
                  <a:lnTo>
                    <a:pt x="748728" y="121388"/>
                  </a:lnTo>
                  <a:close/>
                  <a:moveTo>
                    <a:pt x="706660" y="90693"/>
                  </a:moveTo>
                  <a:lnTo>
                    <a:pt x="732793" y="127448"/>
                  </a:lnTo>
                  <a:lnTo>
                    <a:pt x="748728" y="121388"/>
                  </a:lnTo>
                  <a:close/>
                  <a:moveTo>
                    <a:pt x="695782" y="47849"/>
                  </a:moveTo>
                  <a:lnTo>
                    <a:pt x="689896" y="59934"/>
                  </a:lnTo>
                  <a:lnTo>
                    <a:pt x="713399" y="36755"/>
                  </a:lnTo>
                  <a:close/>
                  <a:moveTo>
                    <a:pt x="689896" y="59934"/>
                  </a:moveTo>
                  <a:lnTo>
                    <a:pt x="706660" y="90693"/>
                  </a:lnTo>
                  <a:lnTo>
                    <a:pt x="713399" y="36755"/>
                  </a:lnTo>
                  <a:close/>
                  <a:moveTo>
                    <a:pt x="713399" y="36755"/>
                  </a:moveTo>
                  <a:lnTo>
                    <a:pt x="706660" y="90693"/>
                  </a:lnTo>
                  <a:lnTo>
                    <a:pt x="750120" y="64317"/>
                  </a:lnTo>
                  <a:close/>
                  <a:moveTo>
                    <a:pt x="686486" y="53938"/>
                  </a:moveTo>
                  <a:lnTo>
                    <a:pt x="689896" y="59934"/>
                  </a:lnTo>
                  <a:lnTo>
                    <a:pt x="695782" y="47849"/>
                  </a:lnTo>
                  <a:close/>
                  <a:moveTo>
                    <a:pt x="684575" y="40042"/>
                  </a:moveTo>
                  <a:lnTo>
                    <a:pt x="686486" y="53938"/>
                  </a:lnTo>
                  <a:lnTo>
                    <a:pt x="695782" y="47849"/>
                  </a:lnTo>
                  <a:close/>
                  <a:moveTo>
                    <a:pt x="713112" y="0"/>
                  </a:moveTo>
                  <a:lnTo>
                    <a:pt x="695782" y="47849"/>
                  </a:lnTo>
                  <a:lnTo>
                    <a:pt x="713399" y="36755"/>
                  </a:lnTo>
                  <a:close/>
                </a:path>
              </a:pathLst>
            </a:custGeom>
            <a:solidFill>
              <a:srgbClr val="CFD7DE"/>
            </a:solidFill>
            <a:ln w="1524">
              <a:solidFill>
                <a:srgbClr val="CFD7DE"/>
              </a:solidFill>
            </a:ln>
          </p:spPr>
        </p:sp>
        <p:sp>
          <p:nvSpPr>
            <p:cNvPr id="35" name="Input_density__34">
              <a:extLst>
                <a:ext uri="{FF2B5EF4-FFF2-40B4-BE49-F238E27FC236}">
                  <a16:creationId xmlns:a16="http://schemas.microsoft.com/office/drawing/2014/main" id="{94744716-3A6F-4685-B8FF-DC32F7CE4086}"/>
                </a:ext>
              </a:extLst>
            </p:cNvPr>
            <p:cNvSpPr>
              <a:spLocks noGrp="1"/>
            </p:cNvSpPr>
            <p:nvPr/>
          </p:nvSpPr>
          <p:spPr>
            <a:xfrm>
              <a:off x="1279091" y="2484377"/>
              <a:ext cx="702431" cy="717302"/>
            </a:xfrm>
            <a:custGeom>
              <a:avLst/>
              <a:gdLst/>
              <a:ahLst/>
              <a:cxnLst/>
              <a:rect l="0" t="0" r="0" b="0"/>
              <a:pathLst>
                <a:path w="702431" h="717302">
                  <a:moveTo>
                    <a:pt x="18171" y="693028"/>
                  </a:moveTo>
                  <a:lnTo>
                    <a:pt x="21784" y="717302"/>
                  </a:lnTo>
                  <a:lnTo>
                    <a:pt x="0" y="705737"/>
                  </a:lnTo>
                  <a:close/>
                  <a:moveTo>
                    <a:pt x="46061" y="142941"/>
                  </a:moveTo>
                  <a:lnTo>
                    <a:pt x="41903" y="160581"/>
                  </a:lnTo>
                  <a:lnTo>
                    <a:pt x="50260" y="148868"/>
                  </a:lnTo>
                  <a:close/>
                  <a:moveTo>
                    <a:pt x="368057" y="440141"/>
                  </a:moveTo>
                  <a:lnTo>
                    <a:pt x="338568" y="426094"/>
                  </a:lnTo>
                  <a:lnTo>
                    <a:pt x="395414" y="417848"/>
                  </a:lnTo>
                  <a:close/>
                  <a:moveTo>
                    <a:pt x="320718" y="2890"/>
                  </a:moveTo>
                  <a:lnTo>
                    <a:pt x="297851" y="13604"/>
                  </a:lnTo>
                  <a:lnTo>
                    <a:pt x="353264" y="0"/>
                  </a:lnTo>
                  <a:close/>
                  <a:moveTo>
                    <a:pt x="663174" y="315034"/>
                  </a:moveTo>
                  <a:lnTo>
                    <a:pt x="641658" y="330800"/>
                  </a:lnTo>
                  <a:lnTo>
                    <a:pt x="693537" y="303980"/>
                  </a:lnTo>
                  <a:close/>
                  <a:moveTo>
                    <a:pt x="702431" y="274700"/>
                  </a:moveTo>
                  <a:lnTo>
                    <a:pt x="663174" y="315034"/>
                  </a:lnTo>
                  <a:lnTo>
                    <a:pt x="693537" y="303980"/>
                  </a:lnTo>
                  <a:close/>
                </a:path>
              </a:pathLst>
            </a:custGeom>
            <a:solidFill>
              <a:srgbClr val="AEBAC4"/>
            </a:solidFill>
            <a:ln w="1524">
              <a:solidFill>
                <a:srgbClr val="AEBAC4"/>
              </a:solidFill>
            </a:ln>
          </p:spPr>
        </p:sp>
        <p:sp>
          <p:nvSpPr>
            <p:cNvPr id="36" name="Input_density__35">
              <a:extLst>
                <a:ext uri="{FF2B5EF4-FFF2-40B4-BE49-F238E27FC236}">
                  <a16:creationId xmlns:a16="http://schemas.microsoft.com/office/drawing/2014/main" id="{59EC6867-F8F9-6878-B9BF-89E80E2B32D8}"/>
                </a:ext>
              </a:extLst>
            </p:cNvPr>
            <p:cNvSpPr>
              <a:spLocks noGrp="1"/>
            </p:cNvSpPr>
            <p:nvPr/>
          </p:nvSpPr>
          <p:spPr>
            <a:xfrm>
              <a:off x="1650767" y="2818916"/>
              <a:ext cx="27188" cy="37246"/>
            </a:xfrm>
            <a:custGeom>
              <a:avLst/>
              <a:gdLst/>
              <a:ahLst/>
              <a:cxnLst/>
              <a:rect l="0" t="0" r="0" b="0"/>
              <a:pathLst>
                <a:path w="27188" h="37246">
                  <a:moveTo>
                    <a:pt x="27188" y="0"/>
                  </a:moveTo>
                  <a:lnTo>
                    <a:pt x="0" y="37246"/>
                  </a:lnTo>
                  <a:lnTo>
                    <a:pt x="21131" y="20063"/>
                  </a:lnTo>
                  <a:close/>
                </a:path>
              </a:pathLst>
            </a:custGeom>
            <a:solidFill>
              <a:srgbClr val="D7DEE3"/>
            </a:solidFill>
            <a:ln w="1524">
              <a:solidFill>
                <a:srgbClr val="D7DEE3"/>
              </a:solidFill>
            </a:ln>
          </p:spPr>
        </p:sp>
        <p:sp>
          <p:nvSpPr>
            <p:cNvPr id="37" name="Input_density__36">
              <a:extLst>
                <a:ext uri="{FF2B5EF4-FFF2-40B4-BE49-F238E27FC236}">
                  <a16:creationId xmlns:a16="http://schemas.microsoft.com/office/drawing/2014/main" id="{2F192A1C-F68F-2099-C91F-BE0AB68FCBC2}"/>
                </a:ext>
              </a:extLst>
            </p:cNvPr>
            <p:cNvSpPr>
              <a:spLocks noGrp="1"/>
            </p:cNvSpPr>
            <p:nvPr/>
          </p:nvSpPr>
          <p:spPr>
            <a:xfrm>
              <a:off x="932894" y="2331365"/>
              <a:ext cx="1042953" cy="865612"/>
            </a:xfrm>
            <a:custGeom>
              <a:avLst/>
              <a:gdLst/>
              <a:ahLst/>
              <a:cxnLst/>
              <a:rect l="0" t="0" r="0" b="0"/>
              <a:pathLst>
                <a:path w="1042953" h="865612">
                  <a:moveTo>
                    <a:pt x="361216" y="828857"/>
                  </a:moveTo>
                  <a:lnTo>
                    <a:pt x="318134" y="846040"/>
                  </a:lnTo>
                  <a:lnTo>
                    <a:pt x="359804" y="865612"/>
                  </a:lnTo>
                  <a:close/>
                  <a:moveTo>
                    <a:pt x="87132" y="541402"/>
                  </a:moveTo>
                  <a:lnTo>
                    <a:pt x="78993" y="540002"/>
                  </a:lnTo>
                  <a:lnTo>
                    <a:pt x="100575" y="563295"/>
                  </a:lnTo>
                  <a:close/>
                  <a:moveTo>
                    <a:pt x="24747" y="512268"/>
                  </a:moveTo>
                  <a:lnTo>
                    <a:pt x="77407" y="534817"/>
                  </a:lnTo>
                  <a:lnTo>
                    <a:pt x="47724" y="518638"/>
                  </a:lnTo>
                  <a:close/>
                  <a:moveTo>
                    <a:pt x="24747" y="512268"/>
                  </a:moveTo>
                  <a:lnTo>
                    <a:pt x="78993" y="540002"/>
                  </a:lnTo>
                  <a:lnTo>
                    <a:pt x="77407" y="534817"/>
                  </a:lnTo>
                  <a:close/>
                  <a:moveTo>
                    <a:pt x="25086" y="515245"/>
                  </a:moveTo>
                  <a:lnTo>
                    <a:pt x="78993" y="540002"/>
                  </a:lnTo>
                  <a:lnTo>
                    <a:pt x="24747" y="512268"/>
                  </a:lnTo>
                  <a:close/>
                  <a:moveTo>
                    <a:pt x="77407" y="534817"/>
                  </a:moveTo>
                  <a:lnTo>
                    <a:pt x="78993" y="540002"/>
                  </a:lnTo>
                  <a:lnTo>
                    <a:pt x="87132" y="541402"/>
                  </a:lnTo>
                  <a:close/>
                  <a:moveTo>
                    <a:pt x="47724" y="518638"/>
                  </a:moveTo>
                  <a:lnTo>
                    <a:pt x="0" y="505299"/>
                  </a:lnTo>
                  <a:lnTo>
                    <a:pt x="24747" y="512268"/>
                  </a:lnTo>
                  <a:close/>
                  <a:moveTo>
                    <a:pt x="359804" y="865612"/>
                  </a:moveTo>
                  <a:lnTo>
                    <a:pt x="351899" y="856300"/>
                  </a:lnTo>
                  <a:lnTo>
                    <a:pt x="341326" y="820148"/>
                  </a:lnTo>
                  <a:close/>
                  <a:moveTo>
                    <a:pt x="361216" y="828857"/>
                  </a:moveTo>
                  <a:lnTo>
                    <a:pt x="341326" y="820148"/>
                  </a:lnTo>
                  <a:lnTo>
                    <a:pt x="322905" y="790377"/>
                  </a:lnTo>
                  <a:close/>
                  <a:moveTo>
                    <a:pt x="322851" y="745674"/>
                  </a:moveTo>
                  <a:lnTo>
                    <a:pt x="342289" y="792102"/>
                  </a:lnTo>
                  <a:lnTo>
                    <a:pt x="322905" y="790377"/>
                  </a:lnTo>
                  <a:close/>
                  <a:moveTo>
                    <a:pt x="211140" y="627898"/>
                  </a:moveTo>
                  <a:lnTo>
                    <a:pt x="228524" y="678689"/>
                  </a:lnTo>
                  <a:lnTo>
                    <a:pt x="242166" y="651107"/>
                  </a:lnTo>
                  <a:close/>
                  <a:moveTo>
                    <a:pt x="274204" y="668640"/>
                  </a:moveTo>
                  <a:lnTo>
                    <a:pt x="270240" y="631499"/>
                  </a:lnTo>
                  <a:lnTo>
                    <a:pt x="242166" y="651107"/>
                  </a:lnTo>
                  <a:close/>
                  <a:moveTo>
                    <a:pt x="194205" y="554388"/>
                  </a:moveTo>
                  <a:lnTo>
                    <a:pt x="185353" y="571572"/>
                  </a:lnTo>
                  <a:lnTo>
                    <a:pt x="205193" y="591143"/>
                  </a:lnTo>
                  <a:close/>
                  <a:moveTo>
                    <a:pt x="194205" y="554388"/>
                  </a:moveTo>
                  <a:lnTo>
                    <a:pt x="174762" y="523673"/>
                  </a:lnTo>
                  <a:lnTo>
                    <a:pt x="157466" y="555216"/>
                  </a:lnTo>
                  <a:close/>
                  <a:moveTo>
                    <a:pt x="77407" y="534817"/>
                  </a:moveTo>
                  <a:lnTo>
                    <a:pt x="87132" y="541402"/>
                  </a:lnTo>
                  <a:lnTo>
                    <a:pt x="88118" y="532583"/>
                  </a:lnTo>
                  <a:close/>
                  <a:moveTo>
                    <a:pt x="77407" y="534817"/>
                  </a:moveTo>
                  <a:lnTo>
                    <a:pt x="88118" y="532583"/>
                  </a:lnTo>
                  <a:lnTo>
                    <a:pt x="47724" y="518638"/>
                  </a:lnTo>
                  <a:close/>
                  <a:moveTo>
                    <a:pt x="133675" y="522635"/>
                  </a:moveTo>
                  <a:lnTo>
                    <a:pt x="87132" y="541402"/>
                  </a:lnTo>
                  <a:lnTo>
                    <a:pt x="123679" y="553466"/>
                  </a:lnTo>
                  <a:close/>
                  <a:moveTo>
                    <a:pt x="133675" y="522635"/>
                  </a:moveTo>
                  <a:lnTo>
                    <a:pt x="88118" y="532583"/>
                  </a:lnTo>
                  <a:lnTo>
                    <a:pt x="87132" y="541402"/>
                  </a:lnTo>
                  <a:close/>
                  <a:moveTo>
                    <a:pt x="88118" y="532583"/>
                  </a:moveTo>
                  <a:lnTo>
                    <a:pt x="133675" y="522635"/>
                  </a:lnTo>
                  <a:lnTo>
                    <a:pt x="101928" y="500513"/>
                  </a:lnTo>
                  <a:close/>
                  <a:moveTo>
                    <a:pt x="133675" y="522635"/>
                  </a:moveTo>
                  <a:lnTo>
                    <a:pt x="136789" y="506277"/>
                  </a:lnTo>
                  <a:lnTo>
                    <a:pt x="101928" y="500513"/>
                  </a:lnTo>
                  <a:close/>
                  <a:moveTo>
                    <a:pt x="123679" y="553466"/>
                  </a:moveTo>
                  <a:lnTo>
                    <a:pt x="164611" y="517634"/>
                  </a:lnTo>
                  <a:lnTo>
                    <a:pt x="133675" y="522635"/>
                  </a:lnTo>
                  <a:close/>
                  <a:moveTo>
                    <a:pt x="174762" y="523673"/>
                  </a:moveTo>
                  <a:lnTo>
                    <a:pt x="164611" y="517634"/>
                  </a:lnTo>
                  <a:lnTo>
                    <a:pt x="123679" y="553466"/>
                  </a:lnTo>
                  <a:close/>
                  <a:moveTo>
                    <a:pt x="133675" y="522635"/>
                  </a:moveTo>
                  <a:lnTo>
                    <a:pt x="164611" y="517634"/>
                  </a:lnTo>
                  <a:lnTo>
                    <a:pt x="136789" y="506277"/>
                  </a:lnTo>
                  <a:close/>
                  <a:moveTo>
                    <a:pt x="339106" y="811673"/>
                  </a:moveTo>
                  <a:lnTo>
                    <a:pt x="322905" y="790377"/>
                  </a:lnTo>
                  <a:lnTo>
                    <a:pt x="341326" y="820148"/>
                  </a:lnTo>
                  <a:close/>
                  <a:moveTo>
                    <a:pt x="322905" y="790377"/>
                  </a:moveTo>
                  <a:lnTo>
                    <a:pt x="320119" y="774919"/>
                  </a:lnTo>
                  <a:lnTo>
                    <a:pt x="284634" y="749655"/>
                  </a:lnTo>
                  <a:close/>
                  <a:moveTo>
                    <a:pt x="322851" y="745674"/>
                  </a:moveTo>
                  <a:lnTo>
                    <a:pt x="322905" y="790377"/>
                  </a:lnTo>
                  <a:lnTo>
                    <a:pt x="284634" y="749655"/>
                  </a:lnTo>
                  <a:close/>
                  <a:moveTo>
                    <a:pt x="330336" y="635403"/>
                  </a:moveTo>
                  <a:lnTo>
                    <a:pt x="306942" y="624366"/>
                  </a:lnTo>
                  <a:lnTo>
                    <a:pt x="349629" y="647470"/>
                  </a:lnTo>
                  <a:close/>
                  <a:moveTo>
                    <a:pt x="243445" y="621812"/>
                  </a:moveTo>
                  <a:lnTo>
                    <a:pt x="242166" y="651107"/>
                  </a:lnTo>
                  <a:lnTo>
                    <a:pt x="270726" y="626721"/>
                  </a:lnTo>
                  <a:close/>
                  <a:moveTo>
                    <a:pt x="299487" y="610715"/>
                  </a:moveTo>
                  <a:lnTo>
                    <a:pt x="306942" y="624366"/>
                  </a:lnTo>
                  <a:lnTo>
                    <a:pt x="330336" y="635403"/>
                  </a:lnTo>
                  <a:close/>
                  <a:moveTo>
                    <a:pt x="220677" y="573960"/>
                  </a:moveTo>
                  <a:lnTo>
                    <a:pt x="194205" y="554388"/>
                  </a:lnTo>
                  <a:lnTo>
                    <a:pt x="205193" y="591143"/>
                  </a:lnTo>
                  <a:close/>
                  <a:moveTo>
                    <a:pt x="174762" y="523673"/>
                  </a:moveTo>
                  <a:lnTo>
                    <a:pt x="194205" y="554388"/>
                  </a:lnTo>
                  <a:lnTo>
                    <a:pt x="199830" y="540687"/>
                  </a:lnTo>
                  <a:close/>
                  <a:moveTo>
                    <a:pt x="330336" y="635403"/>
                  </a:moveTo>
                  <a:lnTo>
                    <a:pt x="349629" y="647470"/>
                  </a:lnTo>
                  <a:lnTo>
                    <a:pt x="350154" y="613290"/>
                  </a:lnTo>
                  <a:close/>
                  <a:moveTo>
                    <a:pt x="374056" y="596892"/>
                  </a:moveTo>
                  <a:lnTo>
                    <a:pt x="349629" y="647470"/>
                  </a:lnTo>
                  <a:lnTo>
                    <a:pt x="375493" y="640470"/>
                  </a:lnTo>
                  <a:close/>
                  <a:moveTo>
                    <a:pt x="402236" y="645817"/>
                  </a:moveTo>
                  <a:lnTo>
                    <a:pt x="375493" y="640470"/>
                  </a:lnTo>
                  <a:lnTo>
                    <a:pt x="370731" y="661857"/>
                  </a:lnTo>
                  <a:close/>
                  <a:moveTo>
                    <a:pt x="312325" y="593532"/>
                  </a:moveTo>
                  <a:lnTo>
                    <a:pt x="292880" y="573960"/>
                  </a:lnTo>
                  <a:lnTo>
                    <a:pt x="299487" y="610715"/>
                  </a:lnTo>
                  <a:close/>
                  <a:moveTo>
                    <a:pt x="317866" y="436497"/>
                  </a:moveTo>
                  <a:lnTo>
                    <a:pt x="315299" y="446512"/>
                  </a:lnTo>
                  <a:lnTo>
                    <a:pt x="328758" y="437085"/>
                  </a:lnTo>
                  <a:close/>
                  <a:moveTo>
                    <a:pt x="317866" y="436497"/>
                  </a:moveTo>
                  <a:lnTo>
                    <a:pt x="328758" y="437085"/>
                  </a:lnTo>
                  <a:lnTo>
                    <a:pt x="314141" y="429328"/>
                  </a:lnTo>
                  <a:close/>
                  <a:moveTo>
                    <a:pt x="314141" y="429328"/>
                  </a:moveTo>
                  <a:lnTo>
                    <a:pt x="301511" y="405046"/>
                  </a:lnTo>
                  <a:lnTo>
                    <a:pt x="317866" y="436497"/>
                  </a:lnTo>
                  <a:close/>
                  <a:moveTo>
                    <a:pt x="314141" y="429328"/>
                  </a:moveTo>
                  <a:lnTo>
                    <a:pt x="284128" y="392574"/>
                  </a:lnTo>
                  <a:lnTo>
                    <a:pt x="301511" y="405046"/>
                  </a:lnTo>
                  <a:close/>
                  <a:moveTo>
                    <a:pt x="493558" y="559165"/>
                  </a:moveTo>
                  <a:lnTo>
                    <a:pt x="488948" y="576348"/>
                  </a:lnTo>
                  <a:lnTo>
                    <a:pt x="465610" y="531889"/>
                  </a:lnTo>
                  <a:close/>
                  <a:moveTo>
                    <a:pt x="433664" y="486026"/>
                  </a:moveTo>
                  <a:lnTo>
                    <a:pt x="436352" y="502838"/>
                  </a:lnTo>
                  <a:lnTo>
                    <a:pt x="434395" y="486682"/>
                  </a:lnTo>
                  <a:close/>
                  <a:moveTo>
                    <a:pt x="314141" y="429328"/>
                  </a:moveTo>
                  <a:lnTo>
                    <a:pt x="328758" y="437085"/>
                  </a:lnTo>
                  <a:lnTo>
                    <a:pt x="340140" y="418388"/>
                  </a:lnTo>
                  <a:close/>
                  <a:moveTo>
                    <a:pt x="314141" y="429328"/>
                  </a:moveTo>
                  <a:lnTo>
                    <a:pt x="340140" y="418388"/>
                  </a:lnTo>
                  <a:lnTo>
                    <a:pt x="284128" y="392574"/>
                  </a:lnTo>
                  <a:close/>
                  <a:moveTo>
                    <a:pt x="284024" y="392175"/>
                  </a:moveTo>
                  <a:lnTo>
                    <a:pt x="284128" y="392574"/>
                  </a:lnTo>
                  <a:lnTo>
                    <a:pt x="308508" y="389742"/>
                  </a:lnTo>
                  <a:close/>
                  <a:moveTo>
                    <a:pt x="368009" y="412145"/>
                  </a:moveTo>
                  <a:lnTo>
                    <a:pt x="389717" y="449918"/>
                  </a:lnTo>
                  <a:lnTo>
                    <a:pt x="389871" y="448900"/>
                  </a:lnTo>
                  <a:close/>
                  <a:moveTo>
                    <a:pt x="328758" y="437085"/>
                  </a:moveTo>
                  <a:lnTo>
                    <a:pt x="389717" y="449918"/>
                  </a:lnTo>
                  <a:lnTo>
                    <a:pt x="368009" y="412145"/>
                  </a:lnTo>
                  <a:close/>
                  <a:moveTo>
                    <a:pt x="368009" y="412145"/>
                  </a:moveTo>
                  <a:lnTo>
                    <a:pt x="340140" y="418388"/>
                  </a:lnTo>
                  <a:lnTo>
                    <a:pt x="328758" y="437085"/>
                  </a:lnTo>
                  <a:close/>
                  <a:moveTo>
                    <a:pt x="340140" y="418388"/>
                  </a:moveTo>
                  <a:lnTo>
                    <a:pt x="368009" y="412145"/>
                  </a:lnTo>
                  <a:lnTo>
                    <a:pt x="346688" y="407913"/>
                  </a:lnTo>
                  <a:close/>
                  <a:moveTo>
                    <a:pt x="284128" y="392574"/>
                  </a:moveTo>
                  <a:lnTo>
                    <a:pt x="284024" y="392175"/>
                  </a:lnTo>
                  <a:lnTo>
                    <a:pt x="275531" y="354331"/>
                  </a:lnTo>
                  <a:close/>
                  <a:moveTo>
                    <a:pt x="432458" y="485655"/>
                  </a:moveTo>
                  <a:lnTo>
                    <a:pt x="433664" y="486026"/>
                  </a:lnTo>
                  <a:lnTo>
                    <a:pt x="434395" y="486682"/>
                  </a:lnTo>
                  <a:close/>
                  <a:moveTo>
                    <a:pt x="389717" y="449918"/>
                  </a:moveTo>
                  <a:lnTo>
                    <a:pt x="432458" y="485655"/>
                  </a:lnTo>
                  <a:lnTo>
                    <a:pt x="391670" y="451519"/>
                  </a:lnTo>
                  <a:close/>
                  <a:moveTo>
                    <a:pt x="433664" y="486026"/>
                  </a:moveTo>
                  <a:lnTo>
                    <a:pt x="432458" y="485655"/>
                  </a:lnTo>
                  <a:lnTo>
                    <a:pt x="389717" y="449918"/>
                  </a:lnTo>
                  <a:close/>
                  <a:moveTo>
                    <a:pt x="275646" y="375390"/>
                  </a:moveTo>
                  <a:lnTo>
                    <a:pt x="275531" y="354331"/>
                  </a:lnTo>
                  <a:lnTo>
                    <a:pt x="284024" y="392175"/>
                  </a:lnTo>
                  <a:close/>
                  <a:moveTo>
                    <a:pt x="530019" y="505227"/>
                  </a:moveTo>
                  <a:lnTo>
                    <a:pt x="511252" y="524889"/>
                  </a:lnTo>
                  <a:lnTo>
                    <a:pt x="532750" y="509058"/>
                  </a:lnTo>
                  <a:close/>
                  <a:moveTo>
                    <a:pt x="508085" y="522410"/>
                  </a:moveTo>
                  <a:lnTo>
                    <a:pt x="511252" y="524889"/>
                  </a:lnTo>
                  <a:lnTo>
                    <a:pt x="530019" y="505227"/>
                  </a:lnTo>
                  <a:close/>
                  <a:moveTo>
                    <a:pt x="496996" y="468472"/>
                  </a:moveTo>
                  <a:lnTo>
                    <a:pt x="508085" y="522410"/>
                  </a:lnTo>
                  <a:lnTo>
                    <a:pt x="530019" y="505227"/>
                  </a:lnTo>
                  <a:close/>
                  <a:moveTo>
                    <a:pt x="432458" y="485655"/>
                  </a:moveTo>
                  <a:lnTo>
                    <a:pt x="434395" y="486682"/>
                  </a:lnTo>
                  <a:lnTo>
                    <a:pt x="436492" y="483727"/>
                  </a:lnTo>
                  <a:close/>
                  <a:moveTo>
                    <a:pt x="432458" y="485655"/>
                  </a:moveTo>
                  <a:lnTo>
                    <a:pt x="436492" y="483727"/>
                  </a:lnTo>
                  <a:lnTo>
                    <a:pt x="391670" y="451519"/>
                  </a:lnTo>
                  <a:close/>
                  <a:moveTo>
                    <a:pt x="484431" y="471841"/>
                  </a:moveTo>
                  <a:lnTo>
                    <a:pt x="436492" y="483727"/>
                  </a:lnTo>
                  <a:lnTo>
                    <a:pt x="434395" y="486682"/>
                  </a:lnTo>
                  <a:close/>
                  <a:moveTo>
                    <a:pt x="436492" y="483727"/>
                  </a:moveTo>
                  <a:lnTo>
                    <a:pt x="484431" y="471841"/>
                  </a:lnTo>
                  <a:lnTo>
                    <a:pt x="454246" y="464696"/>
                  </a:lnTo>
                  <a:close/>
                  <a:moveTo>
                    <a:pt x="495917" y="444845"/>
                  </a:moveTo>
                  <a:lnTo>
                    <a:pt x="485750" y="457905"/>
                  </a:lnTo>
                  <a:lnTo>
                    <a:pt x="484431" y="471841"/>
                  </a:lnTo>
                  <a:close/>
                  <a:moveTo>
                    <a:pt x="496996" y="468472"/>
                  </a:moveTo>
                  <a:lnTo>
                    <a:pt x="516243" y="447341"/>
                  </a:lnTo>
                  <a:lnTo>
                    <a:pt x="495917" y="444845"/>
                  </a:lnTo>
                  <a:close/>
                  <a:moveTo>
                    <a:pt x="484431" y="471841"/>
                  </a:moveTo>
                  <a:lnTo>
                    <a:pt x="496996" y="468472"/>
                  </a:lnTo>
                  <a:lnTo>
                    <a:pt x="495917" y="444845"/>
                  </a:lnTo>
                  <a:close/>
                  <a:moveTo>
                    <a:pt x="579603" y="559655"/>
                  </a:moveTo>
                  <a:lnTo>
                    <a:pt x="590450" y="578737"/>
                  </a:lnTo>
                  <a:lnTo>
                    <a:pt x="587591" y="576392"/>
                  </a:lnTo>
                  <a:close/>
                  <a:moveTo>
                    <a:pt x="532750" y="509058"/>
                  </a:moveTo>
                  <a:lnTo>
                    <a:pt x="536613" y="505227"/>
                  </a:lnTo>
                  <a:lnTo>
                    <a:pt x="556717" y="529656"/>
                  </a:lnTo>
                  <a:close/>
                  <a:moveTo>
                    <a:pt x="556717" y="529656"/>
                  </a:moveTo>
                  <a:lnTo>
                    <a:pt x="536613" y="505227"/>
                  </a:lnTo>
                  <a:lnTo>
                    <a:pt x="573127" y="498656"/>
                  </a:lnTo>
                  <a:close/>
                  <a:moveTo>
                    <a:pt x="536694" y="456440"/>
                  </a:moveTo>
                  <a:lnTo>
                    <a:pt x="542151" y="468472"/>
                  </a:lnTo>
                  <a:lnTo>
                    <a:pt x="516243" y="447341"/>
                  </a:lnTo>
                  <a:close/>
                  <a:moveTo>
                    <a:pt x="794039" y="581125"/>
                  </a:moveTo>
                  <a:lnTo>
                    <a:pt x="805517" y="589011"/>
                  </a:lnTo>
                  <a:lnTo>
                    <a:pt x="822810" y="565351"/>
                  </a:lnTo>
                  <a:close/>
                  <a:moveTo>
                    <a:pt x="794039" y="581125"/>
                  </a:moveTo>
                  <a:lnTo>
                    <a:pt x="822810" y="565351"/>
                  </a:lnTo>
                  <a:lnTo>
                    <a:pt x="808718" y="527187"/>
                  </a:lnTo>
                  <a:close/>
                  <a:moveTo>
                    <a:pt x="863582" y="585322"/>
                  </a:moveTo>
                  <a:lnTo>
                    <a:pt x="829922" y="559569"/>
                  </a:lnTo>
                  <a:lnTo>
                    <a:pt x="825530" y="563942"/>
                  </a:lnTo>
                  <a:close/>
                  <a:moveTo>
                    <a:pt x="846442" y="549607"/>
                  </a:moveTo>
                  <a:lnTo>
                    <a:pt x="829922" y="559569"/>
                  </a:lnTo>
                  <a:lnTo>
                    <a:pt x="863582" y="585322"/>
                  </a:lnTo>
                  <a:close/>
                  <a:moveTo>
                    <a:pt x="812441" y="510003"/>
                  </a:moveTo>
                  <a:lnTo>
                    <a:pt x="808718" y="527187"/>
                  </a:lnTo>
                  <a:lnTo>
                    <a:pt x="842734" y="546758"/>
                  </a:lnTo>
                  <a:close/>
                  <a:moveTo>
                    <a:pt x="814637" y="473248"/>
                  </a:moveTo>
                  <a:lnTo>
                    <a:pt x="808718" y="527187"/>
                  </a:lnTo>
                  <a:lnTo>
                    <a:pt x="812441" y="510003"/>
                  </a:lnTo>
                  <a:close/>
                  <a:moveTo>
                    <a:pt x="789676" y="461944"/>
                  </a:moveTo>
                  <a:lnTo>
                    <a:pt x="814637" y="473248"/>
                  </a:lnTo>
                  <a:lnTo>
                    <a:pt x="824928" y="419310"/>
                  </a:lnTo>
                  <a:close/>
                  <a:moveTo>
                    <a:pt x="824928" y="419310"/>
                  </a:moveTo>
                  <a:lnTo>
                    <a:pt x="814637" y="473248"/>
                  </a:lnTo>
                  <a:lnTo>
                    <a:pt x="838547" y="423881"/>
                  </a:lnTo>
                  <a:close/>
                  <a:moveTo>
                    <a:pt x="838547" y="423881"/>
                  </a:moveTo>
                  <a:lnTo>
                    <a:pt x="814637" y="473248"/>
                  </a:lnTo>
                  <a:lnTo>
                    <a:pt x="831861" y="468498"/>
                  </a:lnTo>
                  <a:close/>
                  <a:moveTo>
                    <a:pt x="836443" y="473248"/>
                  </a:moveTo>
                  <a:lnTo>
                    <a:pt x="838547" y="423881"/>
                  </a:lnTo>
                  <a:lnTo>
                    <a:pt x="831861" y="468498"/>
                  </a:lnTo>
                  <a:close/>
                  <a:moveTo>
                    <a:pt x="909291" y="365371"/>
                  </a:moveTo>
                  <a:lnTo>
                    <a:pt x="910668" y="369112"/>
                  </a:lnTo>
                  <a:lnTo>
                    <a:pt x="916824" y="371184"/>
                  </a:lnTo>
                  <a:close/>
                  <a:moveTo>
                    <a:pt x="908065" y="338436"/>
                  </a:moveTo>
                  <a:lnTo>
                    <a:pt x="910668" y="369112"/>
                  </a:lnTo>
                  <a:lnTo>
                    <a:pt x="909291" y="365371"/>
                  </a:lnTo>
                  <a:close/>
                  <a:moveTo>
                    <a:pt x="976961" y="438881"/>
                  </a:moveTo>
                  <a:lnTo>
                    <a:pt x="1009370" y="468046"/>
                  </a:lnTo>
                  <a:lnTo>
                    <a:pt x="1018574" y="425057"/>
                  </a:lnTo>
                  <a:close/>
                  <a:moveTo>
                    <a:pt x="909291" y="365371"/>
                  </a:moveTo>
                  <a:lnTo>
                    <a:pt x="907904" y="326612"/>
                  </a:lnTo>
                  <a:lnTo>
                    <a:pt x="908065" y="338436"/>
                  </a:lnTo>
                  <a:close/>
                  <a:moveTo>
                    <a:pt x="1013670" y="331005"/>
                  </a:moveTo>
                  <a:lnTo>
                    <a:pt x="998208" y="358474"/>
                  </a:lnTo>
                  <a:lnTo>
                    <a:pt x="1020244" y="334205"/>
                  </a:lnTo>
                  <a:close/>
                  <a:moveTo>
                    <a:pt x="1020244" y="334205"/>
                  </a:moveTo>
                  <a:lnTo>
                    <a:pt x="998208" y="358474"/>
                  </a:lnTo>
                  <a:lnTo>
                    <a:pt x="993617" y="373511"/>
                  </a:lnTo>
                  <a:close/>
                  <a:moveTo>
                    <a:pt x="1028342" y="367760"/>
                  </a:moveTo>
                  <a:lnTo>
                    <a:pt x="1032726" y="362955"/>
                  </a:lnTo>
                  <a:lnTo>
                    <a:pt x="1020244" y="334205"/>
                  </a:lnTo>
                  <a:close/>
                  <a:moveTo>
                    <a:pt x="993617" y="373511"/>
                  </a:moveTo>
                  <a:lnTo>
                    <a:pt x="1028342" y="367760"/>
                  </a:lnTo>
                  <a:lnTo>
                    <a:pt x="1020244" y="334205"/>
                  </a:lnTo>
                  <a:close/>
                  <a:moveTo>
                    <a:pt x="1042953" y="384943"/>
                  </a:moveTo>
                  <a:lnTo>
                    <a:pt x="1035691" y="374042"/>
                  </a:lnTo>
                  <a:lnTo>
                    <a:pt x="1021020" y="415395"/>
                  </a:lnTo>
                  <a:close/>
                  <a:moveTo>
                    <a:pt x="1042953" y="384943"/>
                  </a:moveTo>
                  <a:lnTo>
                    <a:pt x="1036179" y="367760"/>
                  </a:lnTo>
                  <a:lnTo>
                    <a:pt x="1035691" y="374042"/>
                  </a:lnTo>
                  <a:close/>
                  <a:moveTo>
                    <a:pt x="1036179" y="367760"/>
                  </a:moveTo>
                  <a:lnTo>
                    <a:pt x="1020244" y="334205"/>
                  </a:lnTo>
                  <a:lnTo>
                    <a:pt x="1032726" y="362955"/>
                  </a:lnTo>
                  <a:close/>
                  <a:moveTo>
                    <a:pt x="926310" y="294250"/>
                  </a:moveTo>
                  <a:lnTo>
                    <a:pt x="906070" y="274678"/>
                  </a:lnTo>
                  <a:lnTo>
                    <a:pt x="914866" y="311433"/>
                  </a:lnTo>
                  <a:close/>
                  <a:moveTo>
                    <a:pt x="997001" y="281266"/>
                  </a:moveTo>
                  <a:lnTo>
                    <a:pt x="1013670" y="331005"/>
                  </a:lnTo>
                  <a:lnTo>
                    <a:pt x="1002290" y="294250"/>
                  </a:lnTo>
                  <a:close/>
                  <a:moveTo>
                    <a:pt x="882675" y="56536"/>
                  </a:moveTo>
                  <a:lnTo>
                    <a:pt x="896099" y="101282"/>
                  </a:lnTo>
                  <a:lnTo>
                    <a:pt x="914125" y="72467"/>
                  </a:lnTo>
                  <a:close/>
                  <a:moveTo>
                    <a:pt x="913710" y="39353"/>
                  </a:moveTo>
                  <a:lnTo>
                    <a:pt x="914125" y="72467"/>
                  </a:lnTo>
                  <a:lnTo>
                    <a:pt x="936990" y="61750"/>
                  </a:lnTo>
                  <a:close/>
                  <a:moveTo>
                    <a:pt x="913710" y="39353"/>
                  </a:moveTo>
                  <a:lnTo>
                    <a:pt x="882675" y="56536"/>
                  </a:lnTo>
                  <a:lnTo>
                    <a:pt x="914125" y="72467"/>
                  </a:lnTo>
                  <a:close/>
                  <a:moveTo>
                    <a:pt x="955486" y="22170"/>
                  </a:moveTo>
                  <a:lnTo>
                    <a:pt x="966232" y="37798"/>
                  </a:lnTo>
                  <a:lnTo>
                    <a:pt x="924365" y="0"/>
                  </a:lnTo>
                  <a:close/>
                </a:path>
              </a:pathLst>
            </a:custGeom>
            <a:solidFill>
              <a:srgbClr val="C2CCD3"/>
            </a:solidFill>
            <a:ln w="1524">
              <a:solidFill>
                <a:srgbClr val="C2CCD3"/>
              </a:solidFill>
            </a:ln>
          </p:spPr>
        </p:sp>
        <p:sp>
          <p:nvSpPr>
            <p:cNvPr id="38" name="Input_density__37">
              <a:extLst>
                <a:ext uri="{FF2B5EF4-FFF2-40B4-BE49-F238E27FC236}">
                  <a16:creationId xmlns:a16="http://schemas.microsoft.com/office/drawing/2014/main" id="{6501393F-DF5E-8C1B-3174-9CDFE455B6BC}"/>
                </a:ext>
              </a:extLst>
            </p:cNvPr>
            <p:cNvSpPr>
              <a:spLocks noGrp="1"/>
            </p:cNvSpPr>
            <p:nvPr/>
          </p:nvSpPr>
          <p:spPr>
            <a:xfrm>
              <a:off x="1069684" y="2330936"/>
              <a:ext cx="899389" cy="829285"/>
            </a:xfrm>
            <a:custGeom>
              <a:avLst/>
              <a:gdLst/>
              <a:ahLst/>
              <a:cxnLst/>
              <a:rect l="0" t="0" r="0" b="0"/>
              <a:pathLst>
                <a:path w="899389" h="829285">
                  <a:moveTo>
                    <a:pt x="180505" y="795366"/>
                  </a:moveTo>
                  <a:lnTo>
                    <a:pt x="129191" y="808417"/>
                  </a:lnTo>
                  <a:lnTo>
                    <a:pt x="130757" y="809713"/>
                  </a:lnTo>
                  <a:close/>
                  <a:moveTo>
                    <a:pt x="135933" y="759768"/>
                  </a:moveTo>
                  <a:lnTo>
                    <a:pt x="129191" y="808417"/>
                  </a:lnTo>
                  <a:lnTo>
                    <a:pt x="180505" y="795366"/>
                  </a:lnTo>
                  <a:close/>
                  <a:moveTo>
                    <a:pt x="172142" y="757418"/>
                  </a:moveTo>
                  <a:lnTo>
                    <a:pt x="135933" y="759768"/>
                  </a:lnTo>
                  <a:lnTo>
                    <a:pt x="180505" y="795366"/>
                  </a:lnTo>
                  <a:close/>
                  <a:moveTo>
                    <a:pt x="122665" y="719020"/>
                  </a:moveTo>
                  <a:lnTo>
                    <a:pt x="135933" y="759768"/>
                  </a:lnTo>
                  <a:lnTo>
                    <a:pt x="136360" y="739009"/>
                  </a:lnTo>
                  <a:close/>
                  <a:moveTo>
                    <a:pt x="105113" y="772958"/>
                  </a:moveTo>
                  <a:lnTo>
                    <a:pt x="135933" y="759768"/>
                  </a:lnTo>
                  <a:lnTo>
                    <a:pt x="122665" y="719020"/>
                  </a:lnTo>
                  <a:close/>
                  <a:moveTo>
                    <a:pt x="88879" y="686065"/>
                  </a:moveTo>
                  <a:lnTo>
                    <a:pt x="85240" y="684398"/>
                  </a:lnTo>
                  <a:lnTo>
                    <a:pt x="122665" y="719020"/>
                  </a:lnTo>
                  <a:close/>
                  <a:moveTo>
                    <a:pt x="85696" y="682265"/>
                  </a:moveTo>
                  <a:lnTo>
                    <a:pt x="85240" y="684398"/>
                  </a:lnTo>
                  <a:lnTo>
                    <a:pt x="88879" y="686065"/>
                  </a:lnTo>
                  <a:close/>
                  <a:moveTo>
                    <a:pt x="85696" y="682265"/>
                  </a:moveTo>
                  <a:lnTo>
                    <a:pt x="64115" y="656825"/>
                  </a:lnTo>
                  <a:lnTo>
                    <a:pt x="85240" y="684398"/>
                  </a:lnTo>
                  <a:close/>
                  <a:moveTo>
                    <a:pt x="205499" y="792530"/>
                  </a:moveTo>
                  <a:lnTo>
                    <a:pt x="224427" y="829285"/>
                  </a:lnTo>
                  <a:lnTo>
                    <a:pt x="186116" y="790805"/>
                  </a:lnTo>
                  <a:close/>
                  <a:moveTo>
                    <a:pt x="122665" y="719020"/>
                  </a:moveTo>
                  <a:lnTo>
                    <a:pt x="136360" y="739009"/>
                  </a:lnTo>
                  <a:lnTo>
                    <a:pt x="139182" y="712379"/>
                  </a:lnTo>
                  <a:close/>
                  <a:moveTo>
                    <a:pt x="139182" y="712379"/>
                  </a:moveTo>
                  <a:lnTo>
                    <a:pt x="88879" y="686065"/>
                  </a:lnTo>
                  <a:lnTo>
                    <a:pt x="122665" y="719020"/>
                  </a:lnTo>
                  <a:close/>
                  <a:moveTo>
                    <a:pt x="91735" y="679118"/>
                  </a:moveTo>
                  <a:lnTo>
                    <a:pt x="88879" y="686065"/>
                  </a:lnTo>
                  <a:lnTo>
                    <a:pt x="139182" y="712379"/>
                  </a:lnTo>
                  <a:close/>
                  <a:moveTo>
                    <a:pt x="137415" y="669068"/>
                  </a:moveTo>
                  <a:lnTo>
                    <a:pt x="91735" y="679118"/>
                  </a:lnTo>
                  <a:lnTo>
                    <a:pt x="139182" y="712379"/>
                  </a:lnTo>
                  <a:close/>
                  <a:moveTo>
                    <a:pt x="139182" y="712379"/>
                  </a:moveTo>
                  <a:lnTo>
                    <a:pt x="136360" y="739009"/>
                  </a:lnTo>
                  <a:lnTo>
                    <a:pt x="143751" y="719020"/>
                  </a:lnTo>
                  <a:close/>
                  <a:moveTo>
                    <a:pt x="137415" y="669068"/>
                  </a:moveTo>
                  <a:lnTo>
                    <a:pt x="139182" y="712379"/>
                  </a:lnTo>
                  <a:lnTo>
                    <a:pt x="143751" y="719020"/>
                  </a:lnTo>
                  <a:close/>
                  <a:moveTo>
                    <a:pt x="85696" y="682265"/>
                  </a:moveTo>
                  <a:lnTo>
                    <a:pt x="88879" y="686065"/>
                  </a:lnTo>
                  <a:lnTo>
                    <a:pt x="91735" y="679118"/>
                  </a:lnTo>
                  <a:close/>
                  <a:moveTo>
                    <a:pt x="85696" y="682265"/>
                  </a:moveTo>
                  <a:lnTo>
                    <a:pt x="91735" y="679118"/>
                  </a:lnTo>
                  <a:lnTo>
                    <a:pt x="74351" y="628327"/>
                  </a:lnTo>
                  <a:close/>
                  <a:moveTo>
                    <a:pt x="67729" y="645510"/>
                  </a:moveTo>
                  <a:lnTo>
                    <a:pt x="85696" y="682265"/>
                  </a:lnTo>
                  <a:lnTo>
                    <a:pt x="74351" y="628327"/>
                  </a:lnTo>
                  <a:close/>
                  <a:moveTo>
                    <a:pt x="91735" y="679118"/>
                  </a:moveTo>
                  <a:lnTo>
                    <a:pt x="137415" y="669068"/>
                  </a:lnTo>
                  <a:lnTo>
                    <a:pt x="105376" y="651536"/>
                  </a:lnTo>
                  <a:close/>
                  <a:moveTo>
                    <a:pt x="74351" y="628327"/>
                  </a:moveTo>
                  <a:lnTo>
                    <a:pt x="68404" y="591572"/>
                  </a:lnTo>
                  <a:lnTo>
                    <a:pt x="67729" y="645510"/>
                  </a:lnTo>
                  <a:close/>
                  <a:moveTo>
                    <a:pt x="212840" y="647898"/>
                  </a:moveTo>
                  <a:lnTo>
                    <a:pt x="218763" y="701741"/>
                  </a:lnTo>
                  <a:lnTo>
                    <a:pt x="233942" y="662285"/>
                  </a:lnTo>
                  <a:close/>
                  <a:moveTo>
                    <a:pt x="27821" y="518062"/>
                  </a:moveTo>
                  <a:lnTo>
                    <a:pt x="37973" y="524101"/>
                  </a:lnTo>
                  <a:lnTo>
                    <a:pt x="31937" y="500878"/>
                  </a:lnTo>
                  <a:close/>
                  <a:moveTo>
                    <a:pt x="27821" y="518062"/>
                  </a:moveTo>
                  <a:lnTo>
                    <a:pt x="31937" y="500878"/>
                  </a:lnTo>
                  <a:lnTo>
                    <a:pt x="0" y="506705"/>
                  </a:lnTo>
                  <a:close/>
                  <a:moveTo>
                    <a:pt x="212840" y="647898"/>
                  </a:moveTo>
                  <a:lnTo>
                    <a:pt x="233942" y="662285"/>
                  </a:lnTo>
                  <a:lnTo>
                    <a:pt x="238704" y="640899"/>
                  </a:lnTo>
                  <a:close/>
                  <a:moveTo>
                    <a:pt x="175535" y="593960"/>
                  </a:moveTo>
                  <a:lnTo>
                    <a:pt x="162698" y="611143"/>
                  </a:lnTo>
                  <a:lnTo>
                    <a:pt x="193547" y="635831"/>
                  </a:lnTo>
                  <a:close/>
                  <a:moveTo>
                    <a:pt x="348221" y="551776"/>
                  </a:moveTo>
                  <a:lnTo>
                    <a:pt x="307750" y="540021"/>
                  </a:lnTo>
                  <a:lnTo>
                    <a:pt x="293184" y="566787"/>
                  </a:lnTo>
                  <a:close/>
                  <a:moveTo>
                    <a:pt x="328821" y="532317"/>
                  </a:moveTo>
                  <a:lnTo>
                    <a:pt x="348221" y="551776"/>
                  </a:lnTo>
                  <a:lnTo>
                    <a:pt x="356769" y="559593"/>
                  </a:lnTo>
                  <a:close/>
                  <a:moveTo>
                    <a:pt x="297605" y="487111"/>
                  </a:moveTo>
                  <a:lnTo>
                    <a:pt x="328821" y="532317"/>
                  </a:lnTo>
                  <a:lnTo>
                    <a:pt x="336642" y="508487"/>
                  </a:lnTo>
                  <a:close/>
                  <a:moveTo>
                    <a:pt x="299563" y="503267"/>
                  </a:moveTo>
                  <a:lnTo>
                    <a:pt x="328821" y="532317"/>
                  </a:lnTo>
                  <a:lnTo>
                    <a:pt x="297605" y="487111"/>
                  </a:lnTo>
                  <a:close/>
                  <a:moveTo>
                    <a:pt x="431502" y="542410"/>
                  </a:moveTo>
                  <a:lnTo>
                    <a:pt x="418210" y="564303"/>
                  </a:lnTo>
                  <a:lnTo>
                    <a:pt x="442814" y="560083"/>
                  </a:lnTo>
                  <a:close/>
                  <a:moveTo>
                    <a:pt x="415732" y="515837"/>
                  </a:moveTo>
                  <a:lnTo>
                    <a:pt x="399823" y="505655"/>
                  </a:lnTo>
                  <a:lnTo>
                    <a:pt x="395961" y="509486"/>
                  </a:lnTo>
                  <a:close/>
                  <a:moveTo>
                    <a:pt x="395961" y="509486"/>
                  </a:moveTo>
                  <a:lnTo>
                    <a:pt x="374463" y="525317"/>
                  </a:lnTo>
                  <a:lnTo>
                    <a:pt x="415732" y="515837"/>
                  </a:lnTo>
                  <a:close/>
                  <a:moveTo>
                    <a:pt x="347641" y="472270"/>
                  </a:moveTo>
                  <a:lnTo>
                    <a:pt x="336642" y="508487"/>
                  </a:lnTo>
                  <a:lnTo>
                    <a:pt x="360207" y="468900"/>
                  </a:lnTo>
                  <a:close/>
                  <a:moveTo>
                    <a:pt x="360207" y="468900"/>
                  </a:moveTo>
                  <a:lnTo>
                    <a:pt x="336642" y="508487"/>
                  </a:lnTo>
                  <a:lnTo>
                    <a:pt x="371296" y="522838"/>
                  </a:lnTo>
                  <a:close/>
                  <a:moveTo>
                    <a:pt x="347641" y="472270"/>
                  </a:moveTo>
                  <a:lnTo>
                    <a:pt x="297605" y="487111"/>
                  </a:lnTo>
                  <a:lnTo>
                    <a:pt x="336642" y="508487"/>
                  </a:lnTo>
                  <a:close/>
                  <a:moveTo>
                    <a:pt x="347641" y="472270"/>
                  </a:moveTo>
                  <a:lnTo>
                    <a:pt x="348960" y="458333"/>
                  </a:lnTo>
                  <a:lnTo>
                    <a:pt x="317457" y="465124"/>
                  </a:lnTo>
                  <a:close/>
                  <a:moveTo>
                    <a:pt x="431502" y="542410"/>
                  </a:moveTo>
                  <a:lnTo>
                    <a:pt x="450802" y="576820"/>
                  </a:lnTo>
                  <a:lnTo>
                    <a:pt x="419928" y="530084"/>
                  </a:lnTo>
                  <a:close/>
                  <a:moveTo>
                    <a:pt x="442814" y="560083"/>
                  </a:moveTo>
                  <a:lnTo>
                    <a:pt x="450802" y="576820"/>
                  </a:lnTo>
                  <a:lnTo>
                    <a:pt x="431502" y="542410"/>
                  </a:lnTo>
                  <a:close/>
                  <a:moveTo>
                    <a:pt x="435464" y="532605"/>
                  </a:moveTo>
                  <a:lnTo>
                    <a:pt x="431502" y="542410"/>
                  </a:lnTo>
                  <a:lnTo>
                    <a:pt x="419928" y="530084"/>
                  </a:lnTo>
                  <a:close/>
                  <a:moveTo>
                    <a:pt x="393229" y="505655"/>
                  </a:moveTo>
                  <a:lnTo>
                    <a:pt x="407354" y="488471"/>
                  </a:lnTo>
                  <a:lnTo>
                    <a:pt x="360207" y="468900"/>
                  </a:lnTo>
                  <a:close/>
                  <a:moveTo>
                    <a:pt x="410697" y="468373"/>
                  </a:moveTo>
                  <a:lnTo>
                    <a:pt x="405361" y="468900"/>
                  </a:lnTo>
                  <a:lnTo>
                    <a:pt x="399905" y="456869"/>
                  </a:lnTo>
                  <a:close/>
                  <a:moveTo>
                    <a:pt x="399905" y="456869"/>
                  </a:moveTo>
                  <a:lnTo>
                    <a:pt x="379454" y="447769"/>
                  </a:lnTo>
                  <a:lnTo>
                    <a:pt x="360207" y="468900"/>
                  </a:lnTo>
                  <a:close/>
                  <a:moveTo>
                    <a:pt x="279830" y="228235"/>
                  </a:moveTo>
                  <a:lnTo>
                    <a:pt x="271722" y="231186"/>
                  </a:lnTo>
                  <a:lnTo>
                    <a:pt x="297227" y="217685"/>
                  </a:lnTo>
                  <a:close/>
                  <a:moveTo>
                    <a:pt x="671929" y="527615"/>
                  </a:moveTo>
                  <a:lnTo>
                    <a:pt x="686021" y="565779"/>
                  </a:lnTo>
                  <a:lnTo>
                    <a:pt x="686435" y="559439"/>
                  </a:lnTo>
                  <a:close/>
                  <a:moveTo>
                    <a:pt x="668727" y="589439"/>
                  </a:moveTo>
                  <a:lnTo>
                    <a:pt x="688741" y="564370"/>
                  </a:lnTo>
                  <a:lnTo>
                    <a:pt x="686021" y="565779"/>
                  </a:lnTo>
                  <a:close/>
                  <a:moveTo>
                    <a:pt x="671929" y="527615"/>
                  </a:moveTo>
                  <a:lnTo>
                    <a:pt x="635698" y="494318"/>
                  </a:lnTo>
                  <a:lnTo>
                    <a:pt x="621475" y="537347"/>
                  </a:lnTo>
                  <a:close/>
                  <a:moveTo>
                    <a:pt x="705944" y="547186"/>
                  </a:moveTo>
                  <a:lnTo>
                    <a:pt x="686435" y="559439"/>
                  </a:lnTo>
                  <a:lnTo>
                    <a:pt x="693133" y="559997"/>
                  </a:lnTo>
                  <a:close/>
                  <a:moveTo>
                    <a:pt x="671929" y="527615"/>
                  </a:moveTo>
                  <a:lnTo>
                    <a:pt x="686435" y="559439"/>
                  </a:lnTo>
                  <a:lnTo>
                    <a:pt x="705944" y="547186"/>
                  </a:lnTo>
                  <a:close/>
                  <a:moveTo>
                    <a:pt x="677848" y="473676"/>
                  </a:moveTo>
                  <a:lnTo>
                    <a:pt x="635698" y="494318"/>
                  </a:lnTo>
                  <a:lnTo>
                    <a:pt x="671929" y="527615"/>
                  </a:lnTo>
                  <a:close/>
                  <a:moveTo>
                    <a:pt x="625100" y="436922"/>
                  </a:moveTo>
                  <a:lnTo>
                    <a:pt x="632494" y="490860"/>
                  </a:lnTo>
                  <a:lnTo>
                    <a:pt x="652886" y="462372"/>
                  </a:lnTo>
                  <a:close/>
                  <a:moveTo>
                    <a:pt x="637284" y="488819"/>
                  </a:moveTo>
                  <a:lnTo>
                    <a:pt x="677848" y="473676"/>
                  </a:lnTo>
                  <a:lnTo>
                    <a:pt x="652886" y="462372"/>
                  </a:lnTo>
                  <a:close/>
                  <a:moveTo>
                    <a:pt x="625100" y="436922"/>
                  </a:moveTo>
                  <a:lnTo>
                    <a:pt x="618231" y="400166"/>
                  </a:lnTo>
                  <a:lnTo>
                    <a:pt x="614850" y="454105"/>
                  </a:lnTo>
                  <a:close/>
                  <a:moveTo>
                    <a:pt x="746884" y="468452"/>
                  </a:moveTo>
                  <a:lnTo>
                    <a:pt x="699653" y="473676"/>
                  </a:lnTo>
                  <a:lnTo>
                    <a:pt x="718415" y="494696"/>
                  </a:lnTo>
                  <a:close/>
                  <a:moveTo>
                    <a:pt x="808597" y="402555"/>
                  </a:moveTo>
                  <a:lnTo>
                    <a:pt x="780034" y="371612"/>
                  </a:lnTo>
                  <a:lnTo>
                    <a:pt x="773879" y="369540"/>
                  </a:lnTo>
                  <a:close/>
                  <a:moveTo>
                    <a:pt x="840172" y="439310"/>
                  </a:moveTo>
                  <a:lnTo>
                    <a:pt x="881785" y="425485"/>
                  </a:lnTo>
                  <a:lnTo>
                    <a:pt x="828820" y="429438"/>
                  </a:lnTo>
                  <a:close/>
                  <a:moveTo>
                    <a:pt x="828820" y="429438"/>
                  </a:moveTo>
                  <a:lnTo>
                    <a:pt x="881785" y="425485"/>
                  </a:lnTo>
                  <a:lnTo>
                    <a:pt x="884231" y="415823"/>
                  </a:lnTo>
                  <a:close/>
                  <a:moveTo>
                    <a:pt x="828820" y="429438"/>
                  </a:moveTo>
                  <a:lnTo>
                    <a:pt x="884231" y="415823"/>
                  </a:lnTo>
                  <a:lnTo>
                    <a:pt x="845453" y="395418"/>
                  </a:lnTo>
                  <a:close/>
                  <a:moveTo>
                    <a:pt x="835004" y="385371"/>
                  </a:moveTo>
                  <a:lnTo>
                    <a:pt x="828820" y="429438"/>
                  </a:lnTo>
                  <a:lnTo>
                    <a:pt x="845453" y="395418"/>
                  </a:lnTo>
                  <a:close/>
                  <a:moveTo>
                    <a:pt x="835004" y="385371"/>
                  </a:moveTo>
                  <a:lnTo>
                    <a:pt x="808597" y="402555"/>
                  </a:lnTo>
                  <a:lnTo>
                    <a:pt x="828820" y="429438"/>
                  </a:lnTo>
                  <a:close/>
                  <a:moveTo>
                    <a:pt x="808597" y="402555"/>
                  </a:moveTo>
                  <a:lnTo>
                    <a:pt x="835004" y="385371"/>
                  </a:lnTo>
                  <a:lnTo>
                    <a:pt x="780034" y="371612"/>
                  </a:lnTo>
                  <a:close/>
                  <a:moveTo>
                    <a:pt x="835004" y="385371"/>
                  </a:moveTo>
                  <a:lnTo>
                    <a:pt x="801441" y="355440"/>
                  </a:lnTo>
                  <a:lnTo>
                    <a:pt x="780034" y="371612"/>
                  </a:lnTo>
                  <a:close/>
                  <a:moveTo>
                    <a:pt x="790919" y="348616"/>
                  </a:moveTo>
                  <a:lnTo>
                    <a:pt x="780034" y="371612"/>
                  </a:lnTo>
                  <a:lnTo>
                    <a:pt x="801441" y="355440"/>
                  </a:lnTo>
                  <a:close/>
                  <a:moveTo>
                    <a:pt x="790919" y="348616"/>
                  </a:moveTo>
                  <a:lnTo>
                    <a:pt x="772502" y="365800"/>
                  </a:lnTo>
                  <a:lnTo>
                    <a:pt x="780034" y="371612"/>
                  </a:lnTo>
                  <a:close/>
                  <a:moveTo>
                    <a:pt x="778077" y="311861"/>
                  </a:moveTo>
                  <a:lnTo>
                    <a:pt x="771114" y="327040"/>
                  </a:lnTo>
                  <a:lnTo>
                    <a:pt x="772502" y="365800"/>
                  </a:lnTo>
                  <a:close/>
                  <a:moveTo>
                    <a:pt x="790919" y="348616"/>
                  </a:moveTo>
                  <a:lnTo>
                    <a:pt x="778077" y="311861"/>
                  </a:lnTo>
                  <a:lnTo>
                    <a:pt x="772502" y="365800"/>
                  </a:lnTo>
                  <a:close/>
                  <a:moveTo>
                    <a:pt x="778077" y="311861"/>
                  </a:moveTo>
                  <a:lnTo>
                    <a:pt x="769921" y="283264"/>
                  </a:lnTo>
                  <a:lnTo>
                    <a:pt x="771114" y="327040"/>
                  </a:lnTo>
                  <a:close/>
                  <a:moveTo>
                    <a:pt x="835004" y="385371"/>
                  </a:moveTo>
                  <a:lnTo>
                    <a:pt x="845453" y="395418"/>
                  </a:lnTo>
                  <a:lnTo>
                    <a:pt x="856828" y="373939"/>
                  </a:lnTo>
                  <a:close/>
                  <a:moveTo>
                    <a:pt x="835004" y="385371"/>
                  </a:moveTo>
                  <a:lnTo>
                    <a:pt x="856828" y="373939"/>
                  </a:lnTo>
                  <a:lnTo>
                    <a:pt x="801441" y="355440"/>
                  </a:lnTo>
                  <a:close/>
                  <a:moveTo>
                    <a:pt x="845453" y="395418"/>
                  </a:moveTo>
                  <a:lnTo>
                    <a:pt x="891553" y="368188"/>
                  </a:lnTo>
                  <a:lnTo>
                    <a:pt x="856828" y="373939"/>
                  </a:lnTo>
                  <a:close/>
                  <a:moveTo>
                    <a:pt x="898902" y="374470"/>
                  </a:moveTo>
                  <a:lnTo>
                    <a:pt x="891553" y="368188"/>
                  </a:lnTo>
                  <a:lnTo>
                    <a:pt x="845453" y="395418"/>
                  </a:lnTo>
                  <a:close/>
                  <a:moveTo>
                    <a:pt x="884231" y="415823"/>
                  </a:moveTo>
                  <a:lnTo>
                    <a:pt x="898902" y="374470"/>
                  </a:lnTo>
                  <a:lnTo>
                    <a:pt x="845453" y="395418"/>
                  </a:lnTo>
                  <a:close/>
                  <a:moveTo>
                    <a:pt x="891553" y="368188"/>
                  </a:moveTo>
                  <a:lnTo>
                    <a:pt x="898902" y="374470"/>
                  </a:lnTo>
                  <a:lnTo>
                    <a:pt x="899002" y="366740"/>
                  </a:lnTo>
                  <a:close/>
                  <a:moveTo>
                    <a:pt x="899002" y="366740"/>
                  </a:moveTo>
                  <a:lnTo>
                    <a:pt x="895937" y="363383"/>
                  </a:lnTo>
                  <a:lnTo>
                    <a:pt x="891553" y="368188"/>
                  </a:lnTo>
                  <a:close/>
                  <a:moveTo>
                    <a:pt x="899002" y="366740"/>
                  </a:moveTo>
                  <a:lnTo>
                    <a:pt x="898902" y="374470"/>
                  </a:lnTo>
                  <a:lnTo>
                    <a:pt x="899389" y="368188"/>
                  </a:lnTo>
                  <a:close/>
                  <a:moveTo>
                    <a:pt x="899002" y="366740"/>
                  </a:moveTo>
                  <a:lnTo>
                    <a:pt x="899389" y="368188"/>
                  </a:lnTo>
                  <a:lnTo>
                    <a:pt x="895937" y="363383"/>
                  </a:lnTo>
                  <a:close/>
                  <a:moveTo>
                    <a:pt x="745886" y="56965"/>
                  </a:moveTo>
                  <a:lnTo>
                    <a:pt x="776920" y="39781"/>
                  </a:lnTo>
                  <a:lnTo>
                    <a:pt x="733643" y="34114"/>
                  </a:lnTo>
                  <a:close/>
                  <a:moveTo>
                    <a:pt x="754782" y="0"/>
                  </a:moveTo>
                  <a:lnTo>
                    <a:pt x="814436" y="19192"/>
                  </a:lnTo>
                  <a:lnTo>
                    <a:pt x="787575" y="428"/>
                  </a:lnTo>
                  <a:close/>
                  <a:moveTo>
                    <a:pt x="754782" y="0"/>
                  </a:moveTo>
                  <a:lnTo>
                    <a:pt x="783735" y="614"/>
                  </a:lnTo>
                  <a:lnTo>
                    <a:pt x="750434" y="687"/>
                  </a:lnTo>
                  <a:close/>
                  <a:moveTo>
                    <a:pt x="754782" y="0"/>
                  </a:moveTo>
                  <a:lnTo>
                    <a:pt x="787575" y="428"/>
                  </a:lnTo>
                  <a:lnTo>
                    <a:pt x="783735" y="614"/>
                  </a:lnTo>
                  <a:close/>
                </a:path>
              </a:pathLst>
            </a:custGeom>
            <a:solidFill>
              <a:srgbClr val="C9D2D8"/>
            </a:solidFill>
            <a:ln w="1524">
              <a:solidFill>
                <a:srgbClr val="C9D2D8"/>
              </a:solidFill>
            </a:ln>
          </p:spPr>
        </p:sp>
        <p:sp>
          <p:nvSpPr>
            <p:cNvPr id="39" name="Input_density__38">
              <a:extLst>
                <a:ext uri="{FF2B5EF4-FFF2-40B4-BE49-F238E27FC236}">
                  <a16:creationId xmlns:a16="http://schemas.microsoft.com/office/drawing/2014/main" id="{67654AEB-432A-A879-F3E2-8464DC0201C0}"/>
                </a:ext>
              </a:extLst>
            </p:cNvPr>
            <p:cNvSpPr>
              <a:spLocks noGrp="1"/>
            </p:cNvSpPr>
            <p:nvPr/>
          </p:nvSpPr>
          <p:spPr>
            <a:xfrm>
              <a:off x="1174796" y="2331551"/>
              <a:ext cx="678622" cy="807802"/>
            </a:xfrm>
            <a:custGeom>
              <a:avLst/>
              <a:gdLst/>
              <a:ahLst/>
              <a:cxnLst/>
              <a:rect l="0" t="0" r="0" b="0"/>
              <a:pathLst>
                <a:path w="678622" h="807802">
                  <a:moveTo>
                    <a:pt x="0" y="772344"/>
                  </a:moveTo>
                  <a:lnTo>
                    <a:pt x="24079" y="807802"/>
                  </a:lnTo>
                  <a:lnTo>
                    <a:pt x="30820" y="759153"/>
                  </a:lnTo>
                  <a:close/>
                  <a:moveTo>
                    <a:pt x="223708" y="531703"/>
                  </a:moveTo>
                  <a:lnTo>
                    <a:pt x="202637" y="539407"/>
                  </a:lnTo>
                  <a:lnTo>
                    <a:pt x="243108" y="551161"/>
                  </a:lnTo>
                  <a:close/>
                  <a:moveTo>
                    <a:pt x="223708" y="531703"/>
                  </a:moveTo>
                  <a:lnTo>
                    <a:pt x="266183" y="522224"/>
                  </a:lnTo>
                  <a:lnTo>
                    <a:pt x="231530" y="507873"/>
                  </a:lnTo>
                  <a:close/>
                  <a:moveTo>
                    <a:pt x="345928" y="590229"/>
                  </a:moveTo>
                  <a:lnTo>
                    <a:pt x="326010" y="611966"/>
                  </a:lnTo>
                  <a:lnTo>
                    <a:pt x="317483" y="608455"/>
                  </a:lnTo>
                  <a:close/>
                  <a:moveTo>
                    <a:pt x="310620" y="515222"/>
                  </a:moveTo>
                  <a:lnTo>
                    <a:pt x="326389" y="541795"/>
                  </a:lnTo>
                  <a:lnTo>
                    <a:pt x="330352" y="531990"/>
                  </a:lnTo>
                  <a:close/>
                  <a:moveTo>
                    <a:pt x="255094" y="468285"/>
                  </a:moveTo>
                  <a:lnTo>
                    <a:pt x="305584" y="467758"/>
                  </a:lnTo>
                  <a:lnTo>
                    <a:pt x="294792" y="456254"/>
                  </a:lnTo>
                  <a:close/>
                  <a:moveTo>
                    <a:pt x="174717" y="227620"/>
                  </a:moveTo>
                  <a:lnTo>
                    <a:pt x="127138" y="247755"/>
                  </a:lnTo>
                  <a:lnTo>
                    <a:pt x="166609" y="230572"/>
                  </a:lnTo>
                  <a:close/>
                  <a:moveTo>
                    <a:pt x="580908" y="565164"/>
                  </a:moveTo>
                  <a:lnTo>
                    <a:pt x="583628" y="563755"/>
                  </a:lnTo>
                  <a:lnTo>
                    <a:pt x="581323" y="558825"/>
                  </a:lnTo>
                  <a:close/>
                  <a:moveTo>
                    <a:pt x="527381" y="490245"/>
                  </a:moveTo>
                  <a:lnTo>
                    <a:pt x="516363" y="536732"/>
                  </a:lnTo>
                  <a:lnTo>
                    <a:pt x="530586" y="493703"/>
                  </a:lnTo>
                  <a:close/>
                  <a:moveTo>
                    <a:pt x="527381" y="490245"/>
                  </a:moveTo>
                  <a:lnTo>
                    <a:pt x="497101" y="507429"/>
                  </a:lnTo>
                  <a:lnTo>
                    <a:pt x="516363" y="536732"/>
                  </a:lnTo>
                  <a:close/>
                  <a:moveTo>
                    <a:pt x="527381" y="490245"/>
                  </a:moveTo>
                  <a:lnTo>
                    <a:pt x="509737" y="453490"/>
                  </a:lnTo>
                  <a:lnTo>
                    <a:pt x="497101" y="507429"/>
                  </a:lnTo>
                  <a:close/>
                  <a:moveTo>
                    <a:pt x="581323" y="558825"/>
                  </a:moveTo>
                  <a:lnTo>
                    <a:pt x="583628" y="563755"/>
                  </a:lnTo>
                  <a:lnTo>
                    <a:pt x="588020" y="559383"/>
                  </a:lnTo>
                  <a:close/>
                  <a:moveTo>
                    <a:pt x="532172" y="488204"/>
                  </a:moveTo>
                  <a:lnTo>
                    <a:pt x="530586" y="493703"/>
                  </a:lnTo>
                  <a:lnTo>
                    <a:pt x="572735" y="473062"/>
                  </a:lnTo>
                  <a:close/>
                  <a:moveTo>
                    <a:pt x="532172" y="488204"/>
                  </a:moveTo>
                  <a:lnTo>
                    <a:pt x="527381" y="490245"/>
                  </a:lnTo>
                  <a:lnTo>
                    <a:pt x="530586" y="493703"/>
                  </a:lnTo>
                  <a:close/>
                  <a:moveTo>
                    <a:pt x="527381" y="490245"/>
                  </a:moveTo>
                  <a:lnTo>
                    <a:pt x="532172" y="488204"/>
                  </a:lnTo>
                  <a:lnTo>
                    <a:pt x="547774" y="461758"/>
                  </a:lnTo>
                  <a:close/>
                  <a:moveTo>
                    <a:pt x="509737" y="453490"/>
                  </a:moveTo>
                  <a:lnTo>
                    <a:pt x="527381" y="490245"/>
                  </a:lnTo>
                  <a:lnTo>
                    <a:pt x="519988" y="436307"/>
                  </a:lnTo>
                  <a:close/>
                  <a:moveTo>
                    <a:pt x="572735" y="473062"/>
                  </a:moveTo>
                  <a:lnTo>
                    <a:pt x="613303" y="494081"/>
                  </a:lnTo>
                  <a:lnTo>
                    <a:pt x="589959" y="468312"/>
                  </a:lnTo>
                  <a:close/>
                  <a:moveTo>
                    <a:pt x="613303" y="494081"/>
                  </a:moveTo>
                  <a:lnTo>
                    <a:pt x="594541" y="473062"/>
                  </a:lnTo>
                  <a:lnTo>
                    <a:pt x="589959" y="468312"/>
                  </a:lnTo>
                  <a:close/>
                  <a:moveTo>
                    <a:pt x="628530" y="33500"/>
                  </a:moveTo>
                  <a:lnTo>
                    <a:pt x="617337" y="25672"/>
                  </a:lnTo>
                  <a:lnTo>
                    <a:pt x="640773" y="56350"/>
                  </a:lnTo>
                  <a:close/>
                  <a:moveTo>
                    <a:pt x="620847" y="19595"/>
                  </a:moveTo>
                  <a:lnTo>
                    <a:pt x="617337" y="25672"/>
                  </a:lnTo>
                  <a:lnTo>
                    <a:pt x="628530" y="33500"/>
                  </a:lnTo>
                  <a:close/>
                  <a:moveTo>
                    <a:pt x="624177" y="17226"/>
                  </a:moveTo>
                  <a:lnTo>
                    <a:pt x="617337" y="25672"/>
                  </a:lnTo>
                  <a:lnTo>
                    <a:pt x="620847" y="19595"/>
                  </a:lnTo>
                  <a:close/>
                  <a:moveTo>
                    <a:pt x="671808" y="39167"/>
                  </a:moveTo>
                  <a:lnTo>
                    <a:pt x="647995" y="10068"/>
                  </a:lnTo>
                  <a:lnTo>
                    <a:pt x="628530" y="33500"/>
                  </a:lnTo>
                  <a:close/>
                  <a:moveTo>
                    <a:pt x="647995" y="10068"/>
                  </a:moveTo>
                  <a:lnTo>
                    <a:pt x="620847" y="19595"/>
                  </a:lnTo>
                  <a:lnTo>
                    <a:pt x="628530" y="33500"/>
                  </a:lnTo>
                  <a:close/>
                  <a:moveTo>
                    <a:pt x="678622" y="0"/>
                  </a:moveTo>
                  <a:lnTo>
                    <a:pt x="624177" y="17226"/>
                  </a:lnTo>
                  <a:lnTo>
                    <a:pt x="645322" y="72"/>
                  </a:lnTo>
                  <a:close/>
                </a:path>
              </a:pathLst>
            </a:custGeom>
            <a:solidFill>
              <a:srgbClr val="CFD7DE"/>
            </a:solidFill>
            <a:ln w="1524">
              <a:solidFill>
                <a:srgbClr val="CFD7DE"/>
              </a:solidFill>
            </a:ln>
          </p:spPr>
        </p:sp>
        <p:sp>
          <p:nvSpPr>
            <p:cNvPr id="40" name="Input_density__39">
              <a:extLst>
                <a:ext uri="{FF2B5EF4-FFF2-40B4-BE49-F238E27FC236}">
                  <a16:creationId xmlns:a16="http://schemas.microsoft.com/office/drawing/2014/main" id="{F26116DA-4C31-DD5F-4128-7DA75AC025BC}"/>
                </a:ext>
              </a:extLst>
            </p:cNvPr>
            <p:cNvSpPr>
              <a:spLocks noGrp="1"/>
            </p:cNvSpPr>
            <p:nvPr/>
          </p:nvSpPr>
          <p:spPr>
            <a:xfrm>
              <a:off x="957980" y="2357082"/>
              <a:ext cx="1011093" cy="625390"/>
            </a:xfrm>
            <a:custGeom>
              <a:avLst/>
              <a:gdLst/>
              <a:ahLst/>
              <a:cxnLst/>
              <a:rect l="0" t="0" r="0" b="0"/>
              <a:pathLst>
                <a:path w="1011093" h="625390">
                  <a:moveTo>
                    <a:pt x="98593" y="527749"/>
                  </a:moveTo>
                  <a:lnTo>
                    <a:pt x="62046" y="515684"/>
                  </a:lnTo>
                  <a:lnTo>
                    <a:pt x="75490" y="537578"/>
                  </a:lnTo>
                  <a:close/>
                  <a:moveTo>
                    <a:pt x="36483" y="516316"/>
                  </a:moveTo>
                  <a:lnTo>
                    <a:pt x="53907" y="514284"/>
                  </a:lnTo>
                  <a:lnTo>
                    <a:pt x="0" y="489528"/>
                  </a:lnTo>
                  <a:close/>
                  <a:moveTo>
                    <a:pt x="132381" y="529498"/>
                  </a:moveTo>
                  <a:lnTo>
                    <a:pt x="149676" y="497956"/>
                  </a:lnTo>
                  <a:lnTo>
                    <a:pt x="98593" y="527749"/>
                  </a:lnTo>
                  <a:close/>
                  <a:moveTo>
                    <a:pt x="245640" y="601004"/>
                  </a:moveTo>
                  <a:lnTo>
                    <a:pt x="217080" y="625390"/>
                  </a:lnTo>
                  <a:lnTo>
                    <a:pt x="245155" y="605782"/>
                  </a:lnTo>
                  <a:close/>
                  <a:moveTo>
                    <a:pt x="245155" y="605782"/>
                  </a:moveTo>
                  <a:lnTo>
                    <a:pt x="247395" y="602181"/>
                  </a:lnTo>
                  <a:lnTo>
                    <a:pt x="245640" y="601004"/>
                  </a:lnTo>
                  <a:close/>
                  <a:moveTo>
                    <a:pt x="325068" y="587572"/>
                  </a:moveTo>
                  <a:lnTo>
                    <a:pt x="324543" y="621753"/>
                  </a:lnTo>
                  <a:lnTo>
                    <a:pt x="348970" y="571174"/>
                  </a:lnTo>
                  <a:close/>
                  <a:moveTo>
                    <a:pt x="348970" y="571174"/>
                  </a:moveTo>
                  <a:lnTo>
                    <a:pt x="345372" y="567814"/>
                  </a:lnTo>
                  <a:lnTo>
                    <a:pt x="325068" y="587572"/>
                  </a:lnTo>
                  <a:close/>
                  <a:moveTo>
                    <a:pt x="350408" y="614753"/>
                  </a:moveTo>
                  <a:lnTo>
                    <a:pt x="377150" y="620100"/>
                  </a:lnTo>
                  <a:lnTo>
                    <a:pt x="348970" y="571174"/>
                  </a:lnTo>
                  <a:close/>
                  <a:moveTo>
                    <a:pt x="303672" y="411367"/>
                  </a:moveTo>
                  <a:lnTo>
                    <a:pt x="329185" y="453018"/>
                  </a:lnTo>
                  <a:lnTo>
                    <a:pt x="340138" y="423131"/>
                  </a:lnTo>
                  <a:close/>
                  <a:moveTo>
                    <a:pt x="340138" y="423131"/>
                  </a:moveTo>
                  <a:lnTo>
                    <a:pt x="364631" y="424201"/>
                  </a:lnTo>
                  <a:lnTo>
                    <a:pt x="303672" y="411367"/>
                  </a:lnTo>
                  <a:close/>
                  <a:moveTo>
                    <a:pt x="385426" y="434383"/>
                  </a:moveTo>
                  <a:lnTo>
                    <a:pt x="408578" y="460308"/>
                  </a:lnTo>
                  <a:lnTo>
                    <a:pt x="364631" y="424201"/>
                  </a:lnTo>
                  <a:close/>
                  <a:moveTo>
                    <a:pt x="471362" y="405999"/>
                  </a:moveTo>
                  <a:lnTo>
                    <a:pt x="460664" y="432188"/>
                  </a:lnTo>
                  <a:lnTo>
                    <a:pt x="470831" y="419127"/>
                  </a:lnTo>
                  <a:close/>
                  <a:moveTo>
                    <a:pt x="460664" y="432188"/>
                  </a:moveTo>
                  <a:lnTo>
                    <a:pt x="471362" y="405999"/>
                  </a:lnTo>
                  <a:lnTo>
                    <a:pt x="465918" y="396033"/>
                  </a:lnTo>
                  <a:close/>
                  <a:moveTo>
                    <a:pt x="838496" y="559604"/>
                  </a:moveTo>
                  <a:lnTo>
                    <a:pt x="800444" y="538224"/>
                  </a:lnTo>
                  <a:lnTo>
                    <a:pt x="780431" y="563294"/>
                  </a:lnTo>
                  <a:close/>
                  <a:moveTo>
                    <a:pt x="814662" y="393592"/>
                  </a:moveTo>
                  <a:lnTo>
                    <a:pt x="813461" y="398164"/>
                  </a:lnTo>
                  <a:lnTo>
                    <a:pt x="811357" y="447531"/>
                  </a:lnTo>
                  <a:close/>
                  <a:moveTo>
                    <a:pt x="814767" y="410776"/>
                  </a:moveTo>
                  <a:lnTo>
                    <a:pt x="814662" y="393592"/>
                  </a:lnTo>
                  <a:lnTo>
                    <a:pt x="811357" y="447531"/>
                  </a:lnTo>
                  <a:close/>
                  <a:moveTo>
                    <a:pt x="814567" y="391699"/>
                  </a:moveTo>
                  <a:lnTo>
                    <a:pt x="813461" y="398164"/>
                  </a:lnTo>
                  <a:lnTo>
                    <a:pt x="814662" y="393592"/>
                  </a:lnTo>
                  <a:close/>
                  <a:moveTo>
                    <a:pt x="1002135" y="322471"/>
                  </a:moveTo>
                  <a:lnTo>
                    <a:pt x="995159" y="308487"/>
                  </a:lnTo>
                  <a:lnTo>
                    <a:pt x="1011093" y="342042"/>
                  </a:lnTo>
                  <a:close/>
                  <a:moveTo>
                    <a:pt x="995159" y="308487"/>
                  </a:moveTo>
                  <a:lnTo>
                    <a:pt x="976738" y="278716"/>
                  </a:lnTo>
                  <a:lnTo>
                    <a:pt x="988584" y="305287"/>
                  </a:lnTo>
                  <a:close/>
                  <a:moveTo>
                    <a:pt x="976738" y="278716"/>
                  </a:moveTo>
                  <a:lnTo>
                    <a:pt x="977205" y="268532"/>
                  </a:lnTo>
                  <a:lnTo>
                    <a:pt x="988584" y="305287"/>
                  </a:lnTo>
                  <a:close/>
                  <a:moveTo>
                    <a:pt x="949928" y="228676"/>
                  </a:moveTo>
                  <a:lnTo>
                    <a:pt x="971915" y="255549"/>
                  </a:lnTo>
                  <a:lnTo>
                    <a:pt x="977205" y="268532"/>
                  </a:lnTo>
                  <a:close/>
                  <a:moveTo>
                    <a:pt x="911904" y="36032"/>
                  </a:moveTo>
                  <a:lnTo>
                    <a:pt x="889039" y="46750"/>
                  </a:lnTo>
                  <a:lnTo>
                    <a:pt x="941974" y="23883"/>
                  </a:lnTo>
                  <a:close/>
                  <a:moveTo>
                    <a:pt x="911904" y="36032"/>
                  </a:moveTo>
                  <a:lnTo>
                    <a:pt x="941974" y="23883"/>
                  </a:lnTo>
                  <a:lnTo>
                    <a:pt x="927999" y="0"/>
                  </a:lnTo>
                  <a:close/>
                </a:path>
              </a:pathLst>
            </a:custGeom>
            <a:solidFill>
              <a:srgbClr val="BCC7CF"/>
            </a:solidFill>
            <a:ln w="1524">
              <a:solidFill>
                <a:srgbClr val="BCC7CF"/>
              </a:solidFill>
            </a:ln>
          </p:spPr>
        </p:sp>
        <p:sp>
          <p:nvSpPr>
            <p:cNvPr id="41" name="Input_density__40">
              <a:extLst>
                <a:ext uri="{FF2B5EF4-FFF2-40B4-BE49-F238E27FC236}">
                  <a16:creationId xmlns:a16="http://schemas.microsoft.com/office/drawing/2014/main" id="{95A34490-EFFC-DC38-107A-AC02B1A815C4}"/>
                </a:ext>
              </a:extLst>
            </p:cNvPr>
            <p:cNvSpPr>
              <a:spLocks noGrp="1"/>
            </p:cNvSpPr>
            <p:nvPr/>
          </p:nvSpPr>
          <p:spPr>
            <a:xfrm>
              <a:off x="1176339" y="2357082"/>
              <a:ext cx="723615" cy="601004"/>
            </a:xfrm>
            <a:custGeom>
              <a:avLst/>
              <a:gdLst/>
              <a:ahLst/>
              <a:cxnLst/>
              <a:rect l="0" t="0" r="0" b="0"/>
              <a:pathLst>
                <a:path w="723615" h="601004">
                  <a:moveTo>
                    <a:pt x="22288" y="560316"/>
                  </a:moveTo>
                  <a:lnTo>
                    <a:pt x="7961" y="563729"/>
                  </a:lnTo>
                  <a:lnTo>
                    <a:pt x="0" y="596094"/>
                  </a:lnTo>
                  <a:close/>
                  <a:moveTo>
                    <a:pt x="22288" y="560316"/>
                  </a:moveTo>
                  <a:lnTo>
                    <a:pt x="0" y="596094"/>
                  </a:lnTo>
                  <a:lnTo>
                    <a:pt x="27281" y="601004"/>
                  </a:lnTo>
                  <a:close/>
                  <a:moveTo>
                    <a:pt x="250113" y="533448"/>
                  </a:moveTo>
                  <a:lnTo>
                    <a:pt x="274864" y="570202"/>
                  </a:lnTo>
                  <a:lnTo>
                    <a:pt x="245504" y="550631"/>
                  </a:lnTo>
                  <a:close/>
                  <a:moveTo>
                    <a:pt x="121779" y="423131"/>
                  </a:moveTo>
                  <a:lnTo>
                    <a:pt x="143005" y="403611"/>
                  </a:lnTo>
                  <a:lnTo>
                    <a:pt x="146272" y="424201"/>
                  </a:lnTo>
                  <a:close/>
                  <a:moveTo>
                    <a:pt x="215671" y="224612"/>
                  </a:moveTo>
                  <a:lnTo>
                    <a:pt x="196117" y="231778"/>
                  </a:lnTo>
                  <a:lnTo>
                    <a:pt x="196118" y="191663"/>
                  </a:lnTo>
                  <a:close/>
                  <a:moveTo>
                    <a:pt x="644631" y="554978"/>
                  </a:moveTo>
                  <a:lnTo>
                    <a:pt x="602997" y="523889"/>
                  </a:lnTo>
                  <a:lnTo>
                    <a:pt x="620137" y="559604"/>
                  </a:lnTo>
                  <a:close/>
                  <a:moveTo>
                    <a:pt x="669062" y="521745"/>
                  </a:moveTo>
                  <a:lnTo>
                    <a:pt x="664416" y="532742"/>
                  </a:lnTo>
                  <a:lnTo>
                    <a:pt x="644631" y="554978"/>
                  </a:lnTo>
                  <a:close/>
                  <a:moveTo>
                    <a:pt x="608312" y="356837"/>
                  </a:moveTo>
                  <a:lnTo>
                    <a:pt x="610818" y="339654"/>
                  </a:lnTo>
                  <a:lnTo>
                    <a:pt x="596302" y="393592"/>
                  </a:lnTo>
                  <a:close/>
                  <a:moveTo>
                    <a:pt x="423469" y="130185"/>
                  </a:moveTo>
                  <a:lnTo>
                    <a:pt x="441599" y="119124"/>
                  </a:lnTo>
                  <a:lnTo>
                    <a:pt x="412769" y="118549"/>
                  </a:lnTo>
                  <a:close/>
                  <a:moveTo>
                    <a:pt x="423469" y="130185"/>
                  </a:moveTo>
                  <a:lnTo>
                    <a:pt x="412769" y="118549"/>
                  </a:lnTo>
                  <a:lnTo>
                    <a:pt x="390602" y="131878"/>
                  </a:lnTo>
                  <a:close/>
                  <a:moveTo>
                    <a:pt x="723615" y="23883"/>
                  </a:moveTo>
                  <a:lnTo>
                    <a:pt x="722787" y="12081"/>
                  </a:lnTo>
                  <a:lnTo>
                    <a:pt x="709640" y="0"/>
                  </a:lnTo>
                  <a:close/>
                </a:path>
              </a:pathLst>
            </a:custGeom>
            <a:solidFill>
              <a:srgbClr val="B5C1C9"/>
            </a:solidFill>
            <a:ln w="1524">
              <a:solidFill>
                <a:srgbClr val="B5C1C9"/>
              </a:solidFill>
            </a:ln>
          </p:spPr>
        </p:sp>
        <p:sp>
          <p:nvSpPr>
            <p:cNvPr id="42" name="Input_density__41">
              <a:extLst>
                <a:ext uri="{FF2B5EF4-FFF2-40B4-BE49-F238E27FC236}">
                  <a16:creationId xmlns:a16="http://schemas.microsoft.com/office/drawing/2014/main" id="{83F49643-5C3B-8CD8-DD14-BF854207C71D}"/>
                </a:ext>
              </a:extLst>
            </p:cNvPr>
            <p:cNvSpPr>
              <a:spLocks noGrp="1"/>
            </p:cNvSpPr>
            <p:nvPr/>
          </p:nvSpPr>
          <p:spPr>
            <a:xfrm>
              <a:off x="1543126" y="2470283"/>
              <a:ext cx="136923" cy="25844"/>
            </a:xfrm>
            <a:custGeom>
              <a:avLst/>
              <a:gdLst/>
              <a:ahLst/>
              <a:cxnLst/>
              <a:rect l="0" t="0" r="0" b="0"/>
              <a:pathLst>
                <a:path w="136923" h="25844">
                  <a:moveTo>
                    <a:pt x="23815" y="18678"/>
                  </a:moveTo>
                  <a:lnTo>
                    <a:pt x="0" y="25844"/>
                  </a:lnTo>
                  <a:lnTo>
                    <a:pt x="56682" y="16984"/>
                  </a:lnTo>
                  <a:close/>
                  <a:moveTo>
                    <a:pt x="78632" y="6593"/>
                  </a:moveTo>
                  <a:lnTo>
                    <a:pt x="74812" y="5923"/>
                  </a:lnTo>
                  <a:lnTo>
                    <a:pt x="56682" y="16984"/>
                  </a:lnTo>
                  <a:close/>
                  <a:moveTo>
                    <a:pt x="80601" y="5923"/>
                  </a:moveTo>
                  <a:lnTo>
                    <a:pt x="78632" y="6593"/>
                  </a:lnTo>
                  <a:lnTo>
                    <a:pt x="111562" y="1389"/>
                  </a:lnTo>
                  <a:close/>
                  <a:moveTo>
                    <a:pt x="111562" y="1389"/>
                  </a:moveTo>
                  <a:lnTo>
                    <a:pt x="78632" y="6593"/>
                  </a:lnTo>
                  <a:lnTo>
                    <a:pt x="56682" y="16984"/>
                  </a:lnTo>
                  <a:close/>
                  <a:moveTo>
                    <a:pt x="111562" y="1389"/>
                  </a:moveTo>
                  <a:lnTo>
                    <a:pt x="56682" y="16984"/>
                  </a:lnTo>
                  <a:lnTo>
                    <a:pt x="89228" y="14094"/>
                  </a:lnTo>
                  <a:close/>
                  <a:moveTo>
                    <a:pt x="74812" y="5923"/>
                  </a:moveTo>
                  <a:lnTo>
                    <a:pt x="78632" y="6593"/>
                  </a:lnTo>
                  <a:lnTo>
                    <a:pt x="79490" y="6053"/>
                  </a:lnTo>
                  <a:close/>
                  <a:moveTo>
                    <a:pt x="80601" y="5923"/>
                  </a:moveTo>
                  <a:lnTo>
                    <a:pt x="79490" y="6053"/>
                  </a:lnTo>
                  <a:lnTo>
                    <a:pt x="78632" y="6593"/>
                  </a:lnTo>
                  <a:close/>
                  <a:moveTo>
                    <a:pt x="136923" y="0"/>
                  </a:moveTo>
                  <a:lnTo>
                    <a:pt x="80601" y="5923"/>
                  </a:lnTo>
                  <a:lnTo>
                    <a:pt x="116386" y="2988"/>
                  </a:lnTo>
                  <a:close/>
                  <a:moveTo>
                    <a:pt x="116386" y="2988"/>
                  </a:moveTo>
                  <a:lnTo>
                    <a:pt x="80601" y="5923"/>
                  </a:lnTo>
                  <a:lnTo>
                    <a:pt x="111562" y="1389"/>
                  </a:lnTo>
                  <a:close/>
                </a:path>
              </a:pathLst>
            </a:custGeom>
            <a:solidFill>
              <a:srgbClr val="AEBAC4"/>
            </a:solidFill>
            <a:ln w="1524">
              <a:solidFill>
                <a:srgbClr val="AEBAC4"/>
              </a:solidFill>
            </a:ln>
          </p:spPr>
        </p:sp>
        <p:sp>
          <p:nvSpPr>
            <p:cNvPr id="43" name="Input_density__42">
              <a:extLst>
                <a:ext uri="{FF2B5EF4-FFF2-40B4-BE49-F238E27FC236}">
                  <a16:creationId xmlns:a16="http://schemas.microsoft.com/office/drawing/2014/main" id="{AD6411A6-7B52-F06E-657E-F12FF06135C1}"/>
                </a:ext>
              </a:extLst>
            </p:cNvPr>
            <p:cNvSpPr>
              <a:spLocks noGrp="1"/>
            </p:cNvSpPr>
            <p:nvPr/>
          </p:nvSpPr>
          <p:spPr>
            <a:xfrm>
              <a:off x="932894" y="2316780"/>
              <a:ext cx="1008373" cy="870885"/>
            </a:xfrm>
            <a:custGeom>
              <a:avLst/>
              <a:gdLst/>
              <a:ahLst/>
              <a:cxnLst/>
              <a:rect l="0" t="0" r="0" b="0"/>
              <a:pathLst>
                <a:path w="1008373" h="870885">
                  <a:moveTo>
                    <a:pt x="2554" y="512647"/>
                  </a:moveTo>
                  <a:lnTo>
                    <a:pt x="0" y="519884"/>
                  </a:lnTo>
                  <a:lnTo>
                    <a:pt x="12871" y="527488"/>
                  </a:lnTo>
                  <a:close/>
                  <a:moveTo>
                    <a:pt x="2516" y="488773"/>
                  </a:moveTo>
                  <a:lnTo>
                    <a:pt x="0" y="519884"/>
                  </a:lnTo>
                  <a:lnTo>
                    <a:pt x="2554" y="512647"/>
                  </a:lnTo>
                  <a:close/>
                  <a:moveTo>
                    <a:pt x="17397" y="495463"/>
                  </a:moveTo>
                  <a:lnTo>
                    <a:pt x="2554" y="512647"/>
                  </a:lnTo>
                  <a:lnTo>
                    <a:pt x="12871" y="527488"/>
                  </a:lnTo>
                  <a:close/>
                  <a:moveTo>
                    <a:pt x="2554" y="512647"/>
                  </a:moveTo>
                  <a:lnTo>
                    <a:pt x="1402" y="473997"/>
                  </a:lnTo>
                  <a:lnTo>
                    <a:pt x="2516" y="488773"/>
                  </a:lnTo>
                  <a:close/>
                  <a:moveTo>
                    <a:pt x="1753" y="475892"/>
                  </a:moveTo>
                  <a:lnTo>
                    <a:pt x="2516" y="488773"/>
                  </a:lnTo>
                  <a:lnTo>
                    <a:pt x="1402" y="473997"/>
                  </a:lnTo>
                  <a:close/>
                  <a:moveTo>
                    <a:pt x="355194" y="863013"/>
                  </a:moveTo>
                  <a:lnTo>
                    <a:pt x="341326" y="834733"/>
                  </a:lnTo>
                  <a:lnTo>
                    <a:pt x="351899" y="870885"/>
                  </a:lnTo>
                  <a:close/>
                  <a:moveTo>
                    <a:pt x="355194" y="863013"/>
                  </a:moveTo>
                  <a:lnTo>
                    <a:pt x="339106" y="826258"/>
                  </a:lnTo>
                  <a:lnTo>
                    <a:pt x="341326" y="834733"/>
                  </a:lnTo>
                  <a:close/>
                  <a:moveTo>
                    <a:pt x="339106" y="826258"/>
                  </a:moveTo>
                  <a:lnTo>
                    <a:pt x="355194" y="863013"/>
                  </a:lnTo>
                  <a:lnTo>
                    <a:pt x="380760" y="845830"/>
                  </a:lnTo>
                  <a:close/>
                  <a:moveTo>
                    <a:pt x="354779" y="809075"/>
                  </a:moveTo>
                  <a:lnTo>
                    <a:pt x="323022" y="777779"/>
                  </a:lnTo>
                  <a:lnTo>
                    <a:pt x="320119" y="789504"/>
                  </a:lnTo>
                  <a:close/>
                  <a:moveTo>
                    <a:pt x="354779" y="809075"/>
                  </a:moveTo>
                  <a:lnTo>
                    <a:pt x="320119" y="789504"/>
                  </a:lnTo>
                  <a:lnTo>
                    <a:pt x="339106" y="826258"/>
                  </a:lnTo>
                  <a:close/>
                  <a:moveTo>
                    <a:pt x="168727" y="515035"/>
                  </a:moveTo>
                  <a:lnTo>
                    <a:pt x="160832" y="559889"/>
                  </a:lnTo>
                  <a:lnTo>
                    <a:pt x="163933" y="526139"/>
                  </a:lnTo>
                  <a:close/>
                  <a:moveTo>
                    <a:pt x="101928" y="515098"/>
                  </a:moveTo>
                  <a:lnTo>
                    <a:pt x="140960" y="478280"/>
                  </a:lnTo>
                  <a:lnTo>
                    <a:pt x="104969" y="488722"/>
                  </a:lnTo>
                  <a:close/>
                  <a:moveTo>
                    <a:pt x="136789" y="520862"/>
                  </a:moveTo>
                  <a:lnTo>
                    <a:pt x="156841" y="499622"/>
                  </a:lnTo>
                  <a:lnTo>
                    <a:pt x="101928" y="515098"/>
                  </a:lnTo>
                  <a:close/>
                  <a:moveTo>
                    <a:pt x="422520" y="795812"/>
                  </a:moveTo>
                  <a:lnTo>
                    <a:pt x="396962" y="774512"/>
                  </a:lnTo>
                  <a:lnTo>
                    <a:pt x="383074" y="756046"/>
                  </a:lnTo>
                  <a:close/>
                  <a:moveTo>
                    <a:pt x="396962" y="774512"/>
                  </a:moveTo>
                  <a:lnTo>
                    <a:pt x="422520" y="795812"/>
                  </a:lnTo>
                  <a:lnTo>
                    <a:pt x="459796" y="788654"/>
                  </a:lnTo>
                  <a:close/>
                  <a:moveTo>
                    <a:pt x="207432" y="549092"/>
                  </a:moveTo>
                  <a:lnTo>
                    <a:pt x="207599" y="564823"/>
                  </a:lnTo>
                  <a:lnTo>
                    <a:pt x="241355" y="534607"/>
                  </a:lnTo>
                  <a:close/>
                  <a:moveTo>
                    <a:pt x="183400" y="541541"/>
                  </a:moveTo>
                  <a:lnTo>
                    <a:pt x="220531" y="516966"/>
                  </a:lnTo>
                  <a:lnTo>
                    <a:pt x="168727" y="515035"/>
                  </a:lnTo>
                  <a:close/>
                  <a:moveTo>
                    <a:pt x="168727" y="515035"/>
                  </a:moveTo>
                  <a:lnTo>
                    <a:pt x="220531" y="516966"/>
                  </a:lnTo>
                  <a:lnTo>
                    <a:pt x="201695" y="497852"/>
                  </a:lnTo>
                  <a:close/>
                  <a:moveTo>
                    <a:pt x="207432" y="549092"/>
                  </a:moveTo>
                  <a:lnTo>
                    <a:pt x="241355" y="534607"/>
                  </a:lnTo>
                  <a:lnTo>
                    <a:pt x="220531" y="516966"/>
                  </a:lnTo>
                  <a:close/>
                  <a:moveTo>
                    <a:pt x="201695" y="497852"/>
                  </a:moveTo>
                  <a:lnTo>
                    <a:pt x="177873" y="482051"/>
                  </a:lnTo>
                  <a:lnTo>
                    <a:pt x="156841" y="499622"/>
                  </a:lnTo>
                  <a:close/>
                  <a:moveTo>
                    <a:pt x="150587" y="461097"/>
                  </a:moveTo>
                  <a:lnTo>
                    <a:pt x="156841" y="499622"/>
                  </a:lnTo>
                  <a:lnTo>
                    <a:pt x="177873" y="482051"/>
                  </a:lnTo>
                  <a:close/>
                  <a:moveTo>
                    <a:pt x="312325" y="608117"/>
                  </a:moveTo>
                  <a:lnTo>
                    <a:pt x="357125" y="598153"/>
                  </a:lnTo>
                  <a:lnTo>
                    <a:pt x="311240" y="606958"/>
                  </a:lnTo>
                  <a:close/>
                  <a:moveTo>
                    <a:pt x="546763" y="672242"/>
                  </a:moveTo>
                  <a:lnTo>
                    <a:pt x="543262" y="684015"/>
                  </a:lnTo>
                  <a:lnTo>
                    <a:pt x="554033" y="630077"/>
                  </a:lnTo>
                  <a:close/>
                  <a:moveTo>
                    <a:pt x="554033" y="630077"/>
                  </a:moveTo>
                  <a:lnTo>
                    <a:pt x="543262" y="684015"/>
                  </a:lnTo>
                  <a:lnTo>
                    <a:pt x="551810" y="666832"/>
                  </a:lnTo>
                  <a:close/>
                  <a:moveTo>
                    <a:pt x="587591" y="590977"/>
                  </a:moveTo>
                  <a:lnTo>
                    <a:pt x="613932" y="606383"/>
                  </a:lnTo>
                  <a:lnTo>
                    <a:pt x="588731" y="576138"/>
                  </a:lnTo>
                  <a:close/>
                  <a:moveTo>
                    <a:pt x="556717" y="544241"/>
                  </a:moveTo>
                  <a:lnTo>
                    <a:pt x="588731" y="576138"/>
                  </a:lnTo>
                  <a:lnTo>
                    <a:pt x="564641" y="546671"/>
                  </a:lnTo>
                  <a:close/>
                  <a:moveTo>
                    <a:pt x="556717" y="544241"/>
                  </a:moveTo>
                  <a:lnTo>
                    <a:pt x="587591" y="590977"/>
                  </a:lnTo>
                  <a:lnTo>
                    <a:pt x="588731" y="576138"/>
                  </a:lnTo>
                  <a:close/>
                  <a:moveTo>
                    <a:pt x="544143" y="502628"/>
                  </a:moveTo>
                  <a:lnTo>
                    <a:pt x="547486" y="482530"/>
                  </a:lnTo>
                  <a:lnTo>
                    <a:pt x="496996" y="483057"/>
                  </a:lnTo>
                  <a:close/>
                  <a:moveTo>
                    <a:pt x="557801" y="539383"/>
                  </a:moveTo>
                  <a:lnTo>
                    <a:pt x="556717" y="544241"/>
                  </a:lnTo>
                  <a:lnTo>
                    <a:pt x="564641" y="546671"/>
                  </a:lnTo>
                  <a:close/>
                  <a:moveTo>
                    <a:pt x="588731" y="576138"/>
                  </a:moveTo>
                  <a:lnTo>
                    <a:pt x="622359" y="558955"/>
                  </a:lnTo>
                  <a:lnTo>
                    <a:pt x="564641" y="546671"/>
                  </a:lnTo>
                  <a:close/>
                  <a:moveTo>
                    <a:pt x="542832" y="485445"/>
                  </a:moveTo>
                  <a:lnTo>
                    <a:pt x="547486" y="482530"/>
                  </a:lnTo>
                  <a:lnTo>
                    <a:pt x="544143" y="502628"/>
                  </a:lnTo>
                  <a:close/>
                  <a:moveTo>
                    <a:pt x="630977" y="555705"/>
                  </a:moveTo>
                  <a:lnTo>
                    <a:pt x="666984" y="553520"/>
                  </a:lnTo>
                  <a:lnTo>
                    <a:pt x="659357" y="514974"/>
                  </a:lnTo>
                  <a:close/>
                  <a:moveTo>
                    <a:pt x="842734" y="561343"/>
                  </a:moveTo>
                  <a:lnTo>
                    <a:pt x="829922" y="574154"/>
                  </a:lnTo>
                  <a:lnTo>
                    <a:pt x="846442" y="564192"/>
                  </a:lnTo>
                  <a:close/>
                  <a:moveTo>
                    <a:pt x="842734" y="561343"/>
                  </a:moveTo>
                  <a:lnTo>
                    <a:pt x="846442" y="564192"/>
                  </a:lnTo>
                  <a:lnTo>
                    <a:pt x="850429" y="557482"/>
                  </a:lnTo>
                  <a:close/>
                  <a:moveTo>
                    <a:pt x="812441" y="524588"/>
                  </a:moveTo>
                  <a:lnTo>
                    <a:pt x="850429" y="557482"/>
                  </a:lnTo>
                  <a:lnTo>
                    <a:pt x="855205" y="508853"/>
                  </a:lnTo>
                  <a:close/>
                  <a:moveTo>
                    <a:pt x="846442" y="564192"/>
                  </a:moveTo>
                  <a:lnTo>
                    <a:pt x="874479" y="544160"/>
                  </a:lnTo>
                  <a:lnTo>
                    <a:pt x="850429" y="557482"/>
                  </a:lnTo>
                  <a:close/>
                  <a:moveTo>
                    <a:pt x="907861" y="573044"/>
                  </a:moveTo>
                  <a:lnTo>
                    <a:pt x="874479" y="544160"/>
                  </a:lnTo>
                  <a:lnTo>
                    <a:pt x="846442" y="564192"/>
                  </a:lnTo>
                  <a:close/>
                  <a:moveTo>
                    <a:pt x="814637" y="487833"/>
                  </a:moveTo>
                  <a:lnTo>
                    <a:pt x="812441" y="524588"/>
                  </a:lnTo>
                  <a:lnTo>
                    <a:pt x="855205" y="508853"/>
                  </a:lnTo>
                  <a:close/>
                  <a:moveTo>
                    <a:pt x="761890" y="451078"/>
                  </a:moveTo>
                  <a:lnTo>
                    <a:pt x="789676" y="476529"/>
                  </a:lnTo>
                  <a:lnTo>
                    <a:pt x="801334" y="436066"/>
                  </a:lnTo>
                  <a:close/>
                  <a:moveTo>
                    <a:pt x="761021" y="397140"/>
                  </a:moveTo>
                  <a:lnTo>
                    <a:pt x="761890" y="451078"/>
                  </a:lnTo>
                  <a:lnTo>
                    <a:pt x="802650" y="428830"/>
                  </a:lnTo>
                  <a:close/>
                  <a:moveTo>
                    <a:pt x="755020" y="414323"/>
                  </a:moveTo>
                  <a:lnTo>
                    <a:pt x="761890" y="451078"/>
                  </a:lnTo>
                  <a:lnTo>
                    <a:pt x="761021" y="397140"/>
                  </a:lnTo>
                  <a:close/>
                  <a:moveTo>
                    <a:pt x="538584" y="139855"/>
                  </a:moveTo>
                  <a:lnTo>
                    <a:pt x="546769" y="149605"/>
                  </a:lnTo>
                  <a:lnTo>
                    <a:pt x="563988" y="159395"/>
                  </a:lnTo>
                  <a:close/>
                  <a:moveTo>
                    <a:pt x="761021" y="397140"/>
                  </a:moveTo>
                  <a:lnTo>
                    <a:pt x="802650" y="428830"/>
                  </a:lnTo>
                  <a:lnTo>
                    <a:pt x="802083" y="379956"/>
                  </a:lnTo>
                  <a:close/>
                  <a:moveTo>
                    <a:pt x="777097" y="360385"/>
                  </a:moveTo>
                  <a:lnTo>
                    <a:pt x="761021" y="397140"/>
                  </a:lnTo>
                  <a:lnTo>
                    <a:pt x="802083" y="379956"/>
                  </a:lnTo>
                  <a:close/>
                  <a:moveTo>
                    <a:pt x="553880" y="121602"/>
                  </a:moveTo>
                  <a:lnTo>
                    <a:pt x="569067" y="131477"/>
                  </a:lnTo>
                  <a:lnTo>
                    <a:pt x="586942" y="120637"/>
                  </a:lnTo>
                  <a:close/>
                  <a:moveTo>
                    <a:pt x="602729" y="85917"/>
                  </a:moveTo>
                  <a:lnTo>
                    <a:pt x="569067" y="131477"/>
                  </a:lnTo>
                  <a:lnTo>
                    <a:pt x="586945" y="122672"/>
                  </a:lnTo>
                  <a:close/>
                  <a:moveTo>
                    <a:pt x="867786" y="490222"/>
                  </a:moveTo>
                  <a:lnTo>
                    <a:pt x="856771" y="462832"/>
                  </a:lnTo>
                  <a:lnTo>
                    <a:pt x="859601" y="505278"/>
                  </a:lnTo>
                  <a:close/>
                  <a:moveTo>
                    <a:pt x="938230" y="369597"/>
                  </a:moveTo>
                  <a:lnTo>
                    <a:pt x="998208" y="373059"/>
                  </a:lnTo>
                  <a:lnTo>
                    <a:pt x="958078" y="347597"/>
                  </a:lnTo>
                  <a:close/>
                  <a:moveTo>
                    <a:pt x="956842" y="345590"/>
                  </a:moveTo>
                  <a:lnTo>
                    <a:pt x="938230" y="369597"/>
                  </a:lnTo>
                  <a:lnTo>
                    <a:pt x="958078" y="347597"/>
                  </a:lnTo>
                  <a:close/>
                  <a:moveTo>
                    <a:pt x="956842" y="345590"/>
                  </a:moveTo>
                  <a:lnTo>
                    <a:pt x="927708" y="362773"/>
                  </a:lnTo>
                  <a:lnTo>
                    <a:pt x="938230" y="369597"/>
                  </a:lnTo>
                  <a:close/>
                  <a:moveTo>
                    <a:pt x="914866" y="326018"/>
                  </a:moveTo>
                  <a:lnTo>
                    <a:pt x="956842" y="345590"/>
                  </a:lnTo>
                  <a:lnTo>
                    <a:pt x="926310" y="308835"/>
                  </a:lnTo>
                  <a:close/>
                  <a:moveTo>
                    <a:pt x="926310" y="308835"/>
                  </a:moveTo>
                  <a:lnTo>
                    <a:pt x="958692" y="344655"/>
                  </a:lnTo>
                  <a:lnTo>
                    <a:pt x="962205" y="297051"/>
                  </a:lnTo>
                  <a:close/>
                  <a:moveTo>
                    <a:pt x="926310" y="308835"/>
                  </a:moveTo>
                  <a:lnTo>
                    <a:pt x="956842" y="345590"/>
                  </a:lnTo>
                  <a:lnTo>
                    <a:pt x="958692" y="344655"/>
                  </a:lnTo>
                  <a:close/>
                  <a:moveTo>
                    <a:pt x="1008373" y="331353"/>
                  </a:moveTo>
                  <a:lnTo>
                    <a:pt x="958078" y="347597"/>
                  </a:lnTo>
                  <a:lnTo>
                    <a:pt x="998208" y="373059"/>
                  </a:lnTo>
                  <a:close/>
                  <a:moveTo>
                    <a:pt x="958692" y="344655"/>
                  </a:moveTo>
                  <a:lnTo>
                    <a:pt x="1008373" y="331353"/>
                  </a:lnTo>
                  <a:lnTo>
                    <a:pt x="997001" y="295851"/>
                  </a:lnTo>
                  <a:close/>
                  <a:moveTo>
                    <a:pt x="958692" y="344655"/>
                  </a:moveTo>
                  <a:lnTo>
                    <a:pt x="997001" y="295851"/>
                  </a:lnTo>
                  <a:lnTo>
                    <a:pt x="962205" y="297051"/>
                  </a:lnTo>
                  <a:close/>
                  <a:moveTo>
                    <a:pt x="922916" y="257157"/>
                  </a:moveTo>
                  <a:lnTo>
                    <a:pt x="910491" y="294254"/>
                  </a:lnTo>
                  <a:lnTo>
                    <a:pt x="962205" y="297051"/>
                  </a:lnTo>
                  <a:close/>
                  <a:moveTo>
                    <a:pt x="956097" y="257270"/>
                  </a:moveTo>
                  <a:lnTo>
                    <a:pt x="922916" y="257157"/>
                  </a:lnTo>
                  <a:lnTo>
                    <a:pt x="962205" y="297051"/>
                  </a:lnTo>
                  <a:close/>
                  <a:moveTo>
                    <a:pt x="862463" y="235325"/>
                  </a:moveTo>
                  <a:lnTo>
                    <a:pt x="889957" y="218141"/>
                  </a:lnTo>
                  <a:lnTo>
                    <a:pt x="860365" y="231417"/>
                  </a:lnTo>
                  <a:close/>
                  <a:moveTo>
                    <a:pt x="854010" y="181386"/>
                  </a:moveTo>
                  <a:lnTo>
                    <a:pt x="841016" y="198570"/>
                  </a:lnTo>
                  <a:lnTo>
                    <a:pt x="860365" y="231417"/>
                  </a:lnTo>
                  <a:close/>
                  <a:moveTo>
                    <a:pt x="948573" y="36755"/>
                  </a:moveTo>
                  <a:lnTo>
                    <a:pt x="936990" y="76335"/>
                  </a:lnTo>
                  <a:lnTo>
                    <a:pt x="953085" y="40303"/>
                  </a:lnTo>
                  <a:close/>
                  <a:moveTo>
                    <a:pt x="948573" y="36755"/>
                  </a:moveTo>
                  <a:lnTo>
                    <a:pt x="951225" y="33349"/>
                  </a:lnTo>
                  <a:lnTo>
                    <a:pt x="913710" y="53938"/>
                  </a:lnTo>
                  <a:close/>
                  <a:moveTo>
                    <a:pt x="913710" y="53938"/>
                  </a:moveTo>
                  <a:lnTo>
                    <a:pt x="951225" y="33349"/>
                  </a:lnTo>
                  <a:lnTo>
                    <a:pt x="891572" y="14157"/>
                  </a:lnTo>
                  <a:close/>
                  <a:moveTo>
                    <a:pt x="913710" y="53938"/>
                  </a:moveTo>
                  <a:lnTo>
                    <a:pt x="891572" y="14157"/>
                  </a:lnTo>
                  <a:lnTo>
                    <a:pt x="889897" y="24840"/>
                  </a:lnTo>
                  <a:close/>
                  <a:moveTo>
                    <a:pt x="951225" y="33349"/>
                  </a:moveTo>
                  <a:lnTo>
                    <a:pt x="955486" y="36755"/>
                  </a:lnTo>
                  <a:lnTo>
                    <a:pt x="924365" y="14585"/>
                  </a:lnTo>
                  <a:close/>
                  <a:moveTo>
                    <a:pt x="887224" y="14844"/>
                  </a:moveTo>
                  <a:lnTo>
                    <a:pt x="881525" y="0"/>
                  </a:lnTo>
                  <a:lnTo>
                    <a:pt x="891572" y="14157"/>
                  </a:lnTo>
                  <a:close/>
                  <a:moveTo>
                    <a:pt x="948573" y="36755"/>
                  </a:moveTo>
                  <a:lnTo>
                    <a:pt x="953085" y="40303"/>
                  </a:lnTo>
                  <a:lnTo>
                    <a:pt x="955480" y="34036"/>
                  </a:lnTo>
                  <a:close/>
                  <a:moveTo>
                    <a:pt x="951225" y="33349"/>
                  </a:moveTo>
                  <a:lnTo>
                    <a:pt x="948573" y="36755"/>
                  </a:lnTo>
                  <a:lnTo>
                    <a:pt x="955480" y="34036"/>
                  </a:lnTo>
                  <a:close/>
                  <a:moveTo>
                    <a:pt x="955480" y="34036"/>
                  </a:moveTo>
                  <a:lnTo>
                    <a:pt x="953085" y="40303"/>
                  </a:lnTo>
                  <a:lnTo>
                    <a:pt x="955486" y="36755"/>
                  </a:lnTo>
                  <a:close/>
                  <a:moveTo>
                    <a:pt x="955480" y="34036"/>
                  </a:moveTo>
                  <a:lnTo>
                    <a:pt x="955486" y="36755"/>
                  </a:lnTo>
                  <a:lnTo>
                    <a:pt x="951225" y="33349"/>
                  </a:lnTo>
                  <a:close/>
                </a:path>
              </a:pathLst>
            </a:custGeom>
            <a:solidFill>
              <a:srgbClr val="C9D2D8"/>
            </a:solidFill>
            <a:ln w="1524">
              <a:solidFill>
                <a:srgbClr val="C9D2D8"/>
              </a:solidFill>
            </a:ln>
          </p:spPr>
        </p:sp>
        <p:sp>
          <p:nvSpPr>
            <p:cNvPr id="44" name="Input_density__43">
              <a:extLst>
                <a:ext uri="{FF2B5EF4-FFF2-40B4-BE49-F238E27FC236}">
                  <a16:creationId xmlns:a16="http://schemas.microsoft.com/office/drawing/2014/main" id="{0E40DD67-86BA-7305-A483-A76F774423A3}"/>
                </a:ext>
              </a:extLst>
            </p:cNvPr>
            <p:cNvSpPr>
              <a:spLocks noGrp="1"/>
            </p:cNvSpPr>
            <p:nvPr/>
          </p:nvSpPr>
          <p:spPr>
            <a:xfrm>
              <a:off x="932894" y="2353534"/>
              <a:ext cx="1013670" cy="860475"/>
            </a:xfrm>
            <a:custGeom>
              <a:avLst/>
              <a:gdLst/>
              <a:ahLst/>
              <a:cxnLst/>
              <a:rect l="0" t="0" r="0" b="0"/>
              <a:pathLst>
                <a:path w="1013670" h="860475">
                  <a:moveTo>
                    <a:pt x="47724" y="496468"/>
                  </a:moveTo>
                  <a:lnTo>
                    <a:pt x="12871" y="490734"/>
                  </a:lnTo>
                  <a:lnTo>
                    <a:pt x="0" y="483129"/>
                  </a:lnTo>
                  <a:close/>
                  <a:moveTo>
                    <a:pt x="365576" y="841196"/>
                  </a:moveTo>
                  <a:lnTo>
                    <a:pt x="351899" y="834130"/>
                  </a:lnTo>
                  <a:lnTo>
                    <a:pt x="376776" y="854703"/>
                  </a:lnTo>
                  <a:close/>
                  <a:moveTo>
                    <a:pt x="293695" y="697023"/>
                  </a:moveTo>
                  <a:lnTo>
                    <a:pt x="284634" y="727485"/>
                  </a:lnTo>
                  <a:lnTo>
                    <a:pt x="289455" y="715994"/>
                  </a:lnTo>
                  <a:close/>
                  <a:moveTo>
                    <a:pt x="47724" y="496468"/>
                  </a:moveTo>
                  <a:lnTo>
                    <a:pt x="88118" y="510414"/>
                  </a:lnTo>
                  <a:lnTo>
                    <a:pt x="101928" y="478344"/>
                  </a:lnTo>
                  <a:close/>
                  <a:moveTo>
                    <a:pt x="12871" y="490734"/>
                  </a:moveTo>
                  <a:lnTo>
                    <a:pt x="47724" y="496468"/>
                  </a:lnTo>
                  <a:lnTo>
                    <a:pt x="69482" y="481611"/>
                  </a:lnTo>
                  <a:close/>
                  <a:moveTo>
                    <a:pt x="33847" y="472950"/>
                  </a:moveTo>
                  <a:lnTo>
                    <a:pt x="12871" y="490734"/>
                  </a:lnTo>
                  <a:lnTo>
                    <a:pt x="69482" y="481611"/>
                  </a:lnTo>
                  <a:close/>
                  <a:moveTo>
                    <a:pt x="339106" y="789504"/>
                  </a:moveTo>
                  <a:lnTo>
                    <a:pt x="320119" y="752749"/>
                  </a:lnTo>
                  <a:lnTo>
                    <a:pt x="322905" y="768207"/>
                  </a:lnTo>
                  <a:close/>
                  <a:moveTo>
                    <a:pt x="284634" y="727485"/>
                  </a:moveTo>
                  <a:lnTo>
                    <a:pt x="320119" y="752749"/>
                  </a:lnTo>
                  <a:lnTo>
                    <a:pt x="302741" y="730844"/>
                  </a:lnTo>
                  <a:close/>
                  <a:moveTo>
                    <a:pt x="289455" y="715994"/>
                  </a:moveTo>
                  <a:lnTo>
                    <a:pt x="284634" y="727485"/>
                  </a:lnTo>
                  <a:lnTo>
                    <a:pt x="302741" y="730844"/>
                  </a:lnTo>
                  <a:close/>
                  <a:moveTo>
                    <a:pt x="365576" y="841196"/>
                  </a:moveTo>
                  <a:lnTo>
                    <a:pt x="404052" y="860475"/>
                  </a:lnTo>
                  <a:lnTo>
                    <a:pt x="421410" y="829166"/>
                  </a:lnTo>
                  <a:close/>
                  <a:moveTo>
                    <a:pt x="302741" y="730844"/>
                  </a:moveTo>
                  <a:lnTo>
                    <a:pt x="320119" y="752749"/>
                  </a:lnTo>
                  <a:lnTo>
                    <a:pt x="323022" y="741024"/>
                  </a:lnTo>
                  <a:close/>
                  <a:moveTo>
                    <a:pt x="289455" y="715994"/>
                  </a:moveTo>
                  <a:lnTo>
                    <a:pt x="323022" y="741024"/>
                  </a:lnTo>
                  <a:lnTo>
                    <a:pt x="285049" y="700060"/>
                  </a:lnTo>
                  <a:close/>
                  <a:moveTo>
                    <a:pt x="302741" y="730844"/>
                  </a:moveTo>
                  <a:lnTo>
                    <a:pt x="323022" y="741024"/>
                  </a:lnTo>
                  <a:lnTo>
                    <a:pt x="289455" y="715994"/>
                  </a:lnTo>
                  <a:close/>
                  <a:moveTo>
                    <a:pt x="242166" y="628938"/>
                  </a:moveTo>
                  <a:lnTo>
                    <a:pt x="243445" y="599642"/>
                  </a:lnTo>
                  <a:lnTo>
                    <a:pt x="211140" y="605729"/>
                  </a:lnTo>
                  <a:close/>
                  <a:moveTo>
                    <a:pt x="205193" y="568974"/>
                  </a:moveTo>
                  <a:lnTo>
                    <a:pt x="211140" y="605729"/>
                  </a:lnTo>
                  <a:lnTo>
                    <a:pt x="220677" y="551790"/>
                  </a:lnTo>
                  <a:close/>
                  <a:moveTo>
                    <a:pt x="207599" y="528068"/>
                  </a:moveTo>
                  <a:lnTo>
                    <a:pt x="199830" y="518518"/>
                  </a:lnTo>
                  <a:lnTo>
                    <a:pt x="220677" y="551790"/>
                  </a:lnTo>
                  <a:close/>
                  <a:moveTo>
                    <a:pt x="220677" y="551790"/>
                  </a:moveTo>
                  <a:lnTo>
                    <a:pt x="199830" y="518518"/>
                  </a:lnTo>
                  <a:lnTo>
                    <a:pt x="194205" y="532219"/>
                  </a:lnTo>
                  <a:close/>
                  <a:moveTo>
                    <a:pt x="168727" y="478280"/>
                  </a:moveTo>
                  <a:lnTo>
                    <a:pt x="174762" y="501504"/>
                  </a:lnTo>
                  <a:lnTo>
                    <a:pt x="160832" y="523134"/>
                  </a:lnTo>
                  <a:close/>
                  <a:moveTo>
                    <a:pt x="160832" y="523134"/>
                  </a:moveTo>
                  <a:lnTo>
                    <a:pt x="174762" y="501504"/>
                  </a:lnTo>
                  <a:lnTo>
                    <a:pt x="199830" y="518518"/>
                  </a:lnTo>
                  <a:close/>
                  <a:moveTo>
                    <a:pt x="104969" y="451967"/>
                  </a:moveTo>
                  <a:lnTo>
                    <a:pt x="69482" y="481611"/>
                  </a:lnTo>
                  <a:lnTo>
                    <a:pt x="101928" y="478344"/>
                  </a:lnTo>
                  <a:close/>
                  <a:moveTo>
                    <a:pt x="140960" y="441526"/>
                  </a:moveTo>
                  <a:lnTo>
                    <a:pt x="124099" y="404771"/>
                  </a:lnTo>
                  <a:lnTo>
                    <a:pt x="104969" y="451967"/>
                  </a:lnTo>
                  <a:close/>
                  <a:moveTo>
                    <a:pt x="124099" y="404771"/>
                  </a:moveTo>
                  <a:lnTo>
                    <a:pt x="105908" y="406457"/>
                  </a:lnTo>
                  <a:lnTo>
                    <a:pt x="104969" y="451967"/>
                  </a:lnTo>
                  <a:close/>
                  <a:moveTo>
                    <a:pt x="77688" y="387712"/>
                  </a:moveTo>
                  <a:lnTo>
                    <a:pt x="100616" y="404771"/>
                  </a:lnTo>
                  <a:lnTo>
                    <a:pt x="105908" y="406457"/>
                  </a:lnTo>
                  <a:close/>
                  <a:moveTo>
                    <a:pt x="69173" y="384246"/>
                  </a:moveTo>
                  <a:lnTo>
                    <a:pt x="100616" y="404771"/>
                  </a:lnTo>
                  <a:lnTo>
                    <a:pt x="77688" y="387712"/>
                  </a:lnTo>
                  <a:close/>
                  <a:moveTo>
                    <a:pt x="383074" y="719291"/>
                  </a:moveTo>
                  <a:lnTo>
                    <a:pt x="396962" y="737758"/>
                  </a:lnTo>
                  <a:lnTo>
                    <a:pt x="394445" y="735565"/>
                  </a:lnTo>
                  <a:close/>
                  <a:moveTo>
                    <a:pt x="367306" y="687363"/>
                  </a:moveTo>
                  <a:lnTo>
                    <a:pt x="383074" y="719291"/>
                  </a:lnTo>
                  <a:lnTo>
                    <a:pt x="394445" y="735565"/>
                  </a:lnTo>
                  <a:close/>
                  <a:moveTo>
                    <a:pt x="312325" y="571362"/>
                  </a:moveTo>
                  <a:lnTo>
                    <a:pt x="330336" y="613233"/>
                  </a:lnTo>
                  <a:lnTo>
                    <a:pt x="350154" y="591120"/>
                  </a:lnTo>
                  <a:close/>
                  <a:moveTo>
                    <a:pt x="183400" y="504786"/>
                  </a:moveTo>
                  <a:lnTo>
                    <a:pt x="207599" y="528068"/>
                  </a:lnTo>
                  <a:lnTo>
                    <a:pt x="207432" y="512338"/>
                  </a:lnTo>
                  <a:close/>
                  <a:moveTo>
                    <a:pt x="241355" y="497852"/>
                  </a:moveTo>
                  <a:lnTo>
                    <a:pt x="207599" y="528068"/>
                  </a:lnTo>
                  <a:lnTo>
                    <a:pt x="220677" y="551790"/>
                  </a:lnTo>
                  <a:close/>
                  <a:moveTo>
                    <a:pt x="207432" y="512338"/>
                  </a:moveTo>
                  <a:lnTo>
                    <a:pt x="220531" y="480211"/>
                  </a:lnTo>
                  <a:lnTo>
                    <a:pt x="183400" y="504786"/>
                  </a:lnTo>
                  <a:close/>
                  <a:moveTo>
                    <a:pt x="150587" y="424342"/>
                  </a:moveTo>
                  <a:lnTo>
                    <a:pt x="124099" y="404771"/>
                  </a:lnTo>
                  <a:lnTo>
                    <a:pt x="140960" y="441526"/>
                  </a:lnTo>
                  <a:close/>
                  <a:moveTo>
                    <a:pt x="130143" y="391416"/>
                  </a:moveTo>
                  <a:lnTo>
                    <a:pt x="100616" y="404771"/>
                  </a:lnTo>
                  <a:lnTo>
                    <a:pt x="120089" y="394928"/>
                  </a:lnTo>
                  <a:close/>
                  <a:moveTo>
                    <a:pt x="120089" y="394928"/>
                  </a:moveTo>
                  <a:lnTo>
                    <a:pt x="100616" y="404771"/>
                  </a:lnTo>
                  <a:lnTo>
                    <a:pt x="104202" y="363097"/>
                  </a:lnTo>
                  <a:close/>
                  <a:moveTo>
                    <a:pt x="312325" y="571362"/>
                  </a:moveTo>
                  <a:lnTo>
                    <a:pt x="350154" y="591120"/>
                  </a:lnTo>
                  <a:lnTo>
                    <a:pt x="357125" y="561398"/>
                  </a:lnTo>
                  <a:close/>
                  <a:moveTo>
                    <a:pt x="311240" y="570203"/>
                  </a:moveTo>
                  <a:lnTo>
                    <a:pt x="357125" y="561398"/>
                  </a:lnTo>
                  <a:lnTo>
                    <a:pt x="357809" y="523532"/>
                  </a:lnTo>
                  <a:close/>
                  <a:moveTo>
                    <a:pt x="247009" y="407159"/>
                  </a:moveTo>
                  <a:lnTo>
                    <a:pt x="235599" y="440339"/>
                  </a:lnTo>
                  <a:lnTo>
                    <a:pt x="251916" y="413767"/>
                  </a:lnTo>
                  <a:close/>
                  <a:moveTo>
                    <a:pt x="239801" y="443914"/>
                  </a:moveTo>
                  <a:lnTo>
                    <a:pt x="263894" y="421554"/>
                  </a:lnTo>
                  <a:lnTo>
                    <a:pt x="251916" y="413767"/>
                  </a:lnTo>
                  <a:close/>
                  <a:moveTo>
                    <a:pt x="308508" y="367572"/>
                  </a:moveTo>
                  <a:lnTo>
                    <a:pt x="340140" y="396219"/>
                  </a:lnTo>
                  <a:lnTo>
                    <a:pt x="346688" y="385744"/>
                  </a:lnTo>
                  <a:close/>
                  <a:moveTo>
                    <a:pt x="284128" y="370404"/>
                  </a:moveTo>
                  <a:lnTo>
                    <a:pt x="340140" y="396219"/>
                  </a:lnTo>
                  <a:lnTo>
                    <a:pt x="308508" y="367572"/>
                  </a:lnTo>
                  <a:close/>
                  <a:moveTo>
                    <a:pt x="275646" y="353220"/>
                  </a:moveTo>
                  <a:lnTo>
                    <a:pt x="284024" y="370005"/>
                  </a:lnTo>
                  <a:lnTo>
                    <a:pt x="308508" y="367572"/>
                  </a:lnTo>
                  <a:close/>
                  <a:moveTo>
                    <a:pt x="275646" y="353220"/>
                  </a:moveTo>
                  <a:lnTo>
                    <a:pt x="267803" y="316465"/>
                  </a:lnTo>
                  <a:lnTo>
                    <a:pt x="275531" y="332162"/>
                  </a:lnTo>
                  <a:close/>
                  <a:moveTo>
                    <a:pt x="513711" y="604856"/>
                  </a:moveTo>
                  <a:lnTo>
                    <a:pt x="512252" y="631031"/>
                  </a:lnTo>
                  <a:lnTo>
                    <a:pt x="530253" y="610505"/>
                  </a:lnTo>
                  <a:close/>
                  <a:moveTo>
                    <a:pt x="509391" y="563621"/>
                  </a:moveTo>
                  <a:lnTo>
                    <a:pt x="530253" y="610505"/>
                  </a:lnTo>
                  <a:lnTo>
                    <a:pt x="518309" y="573750"/>
                  </a:lnTo>
                  <a:close/>
                  <a:moveTo>
                    <a:pt x="513711" y="604856"/>
                  </a:moveTo>
                  <a:lnTo>
                    <a:pt x="530253" y="610505"/>
                  </a:lnTo>
                  <a:lnTo>
                    <a:pt x="509391" y="563621"/>
                  </a:lnTo>
                  <a:close/>
                  <a:moveTo>
                    <a:pt x="513711" y="604856"/>
                  </a:moveTo>
                  <a:lnTo>
                    <a:pt x="509391" y="563621"/>
                  </a:lnTo>
                  <a:lnTo>
                    <a:pt x="508004" y="593322"/>
                  </a:lnTo>
                  <a:close/>
                  <a:moveTo>
                    <a:pt x="473776" y="520739"/>
                  </a:moveTo>
                  <a:lnTo>
                    <a:pt x="509391" y="563621"/>
                  </a:lnTo>
                  <a:lnTo>
                    <a:pt x="490366" y="534341"/>
                  </a:lnTo>
                  <a:close/>
                  <a:moveTo>
                    <a:pt x="473776" y="520739"/>
                  </a:moveTo>
                  <a:lnTo>
                    <a:pt x="490366" y="534341"/>
                  </a:lnTo>
                  <a:lnTo>
                    <a:pt x="485010" y="529178"/>
                  </a:lnTo>
                  <a:close/>
                  <a:moveTo>
                    <a:pt x="391670" y="429350"/>
                  </a:moveTo>
                  <a:lnTo>
                    <a:pt x="436492" y="461557"/>
                  </a:lnTo>
                  <a:lnTo>
                    <a:pt x="454246" y="442526"/>
                  </a:lnTo>
                  <a:close/>
                  <a:moveTo>
                    <a:pt x="391670" y="429350"/>
                  </a:moveTo>
                  <a:lnTo>
                    <a:pt x="454246" y="442526"/>
                  </a:lnTo>
                  <a:lnTo>
                    <a:pt x="418024" y="431674"/>
                  </a:lnTo>
                  <a:close/>
                  <a:moveTo>
                    <a:pt x="388693" y="409547"/>
                  </a:moveTo>
                  <a:lnTo>
                    <a:pt x="391670" y="429350"/>
                  </a:lnTo>
                  <a:lnTo>
                    <a:pt x="418024" y="431674"/>
                  </a:lnTo>
                  <a:close/>
                  <a:moveTo>
                    <a:pt x="388693" y="409547"/>
                  </a:moveTo>
                  <a:lnTo>
                    <a:pt x="389871" y="426730"/>
                  </a:lnTo>
                  <a:lnTo>
                    <a:pt x="391670" y="429350"/>
                  </a:lnTo>
                  <a:close/>
                  <a:moveTo>
                    <a:pt x="368009" y="389975"/>
                  </a:moveTo>
                  <a:lnTo>
                    <a:pt x="389871" y="426730"/>
                  </a:lnTo>
                  <a:lnTo>
                    <a:pt x="388693" y="409547"/>
                  </a:lnTo>
                  <a:close/>
                  <a:moveTo>
                    <a:pt x="368009" y="389975"/>
                  </a:moveTo>
                  <a:lnTo>
                    <a:pt x="388693" y="409547"/>
                  </a:lnTo>
                  <a:lnTo>
                    <a:pt x="372468" y="372792"/>
                  </a:lnTo>
                  <a:close/>
                  <a:moveTo>
                    <a:pt x="368009" y="389975"/>
                  </a:moveTo>
                  <a:lnTo>
                    <a:pt x="372468" y="372792"/>
                  </a:lnTo>
                  <a:lnTo>
                    <a:pt x="346688" y="385744"/>
                  </a:lnTo>
                  <a:close/>
                  <a:moveTo>
                    <a:pt x="372468" y="372792"/>
                  </a:moveTo>
                  <a:lnTo>
                    <a:pt x="364991" y="357967"/>
                  </a:lnTo>
                  <a:lnTo>
                    <a:pt x="346688" y="385744"/>
                  </a:lnTo>
                  <a:close/>
                  <a:moveTo>
                    <a:pt x="312100" y="336037"/>
                  </a:moveTo>
                  <a:lnTo>
                    <a:pt x="275646" y="353220"/>
                  </a:lnTo>
                  <a:lnTo>
                    <a:pt x="308508" y="367572"/>
                  </a:lnTo>
                  <a:close/>
                  <a:moveTo>
                    <a:pt x="312100" y="336037"/>
                  </a:moveTo>
                  <a:lnTo>
                    <a:pt x="267803" y="316465"/>
                  </a:lnTo>
                  <a:lnTo>
                    <a:pt x="275646" y="353220"/>
                  </a:lnTo>
                  <a:close/>
                  <a:moveTo>
                    <a:pt x="308508" y="367572"/>
                  </a:moveTo>
                  <a:lnTo>
                    <a:pt x="346688" y="385744"/>
                  </a:lnTo>
                  <a:lnTo>
                    <a:pt x="364991" y="357967"/>
                  </a:lnTo>
                  <a:close/>
                  <a:moveTo>
                    <a:pt x="619972" y="592209"/>
                  </a:moveTo>
                  <a:lnTo>
                    <a:pt x="623337" y="593322"/>
                  </a:lnTo>
                  <a:lnTo>
                    <a:pt x="607471" y="582807"/>
                  </a:lnTo>
                  <a:close/>
                  <a:moveTo>
                    <a:pt x="619972" y="592209"/>
                  </a:moveTo>
                  <a:lnTo>
                    <a:pt x="622900" y="576139"/>
                  </a:lnTo>
                  <a:lnTo>
                    <a:pt x="629213" y="592220"/>
                  </a:lnTo>
                  <a:close/>
                  <a:moveTo>
                    <a:pt x="613932" y="569629"/>
                  </a:moveTo>
                  <a:lnTo>
                    <a:pt x="629213" y="592220"/>
                  </a:lnTo>
                  <a:lnTo>
                    <a:pt x="622900" y="576139"/>
                  </a:lnTo>
                  <a:close/>
                  <a:moveTo>
                    <a:pt x="587591" y="554222"/>
                  </a:moveTo>
                  <a:lnTo>
                    <a:pt x="629213" y="592220"/>
                  </a:lnTo>
                  <a:lnTo>
                    <a:pt x="613932" y="569629"/>
                  </a:lnTo>
                  <a:close/>
                  <a:moveTo>
                    <a:pt x="607471" y="582807"/>
                  </a:moveTo>
                  <a:lnTo>
                    <a:pt x="623337" y="593322"/>
                  </a:lnTo>
                  <a:lnTo>
                    <a:pt x="587830" y="568245"/>
                  </a:lnTo>
                  <a:close/>
                  <a:moveTo>
                    <a:pt x="557801" y="502629"/>
                  </a:moveTo>
                  <a:lnTo>
                    <a:pt x="532750" y="486888"/>
                  </a:lnTo>
                  <a:lnTo>
                    <a:pt x="556717" y="507486"/>
                  </a:lnTo>
                  <a:close/>
                  <a:moveTo>
                    <a:pt x="530019" y="483057"/>
                  </a:moveTo>
                  <a:lnTo>
                    <a:pt x="532750" y="486888"/>
                  </a:lnTo>
                  <a:lnTo>
                    <a:pt x="557801" y="502629"/>
                  </a:lnTo>
                  <a:close/>
                  <a:moveTo>
                    <a:pt x="544143" y="465874"/>
                  </a:moveTo>
                  <a:lnTo>
                    <a:pt x="530019" y="483057"/>
                  </a:lnTo>
                  <a:lnTo>
                    <a:pt x="557801" y="502629"/>
                  </a:lnTo>
                  <a:close/>
                  <a:moveTo>
                    <a:pt x="454246" y="442526"/>
                  </a:moveTo>
                  <a:lnTo>
                    <a:pt x="485750" y="435735"/>
                  </a:lnTo>
                  <a:lnTo>
                    <a:pt x="467258" y="394966"/>
                  </a:lnTo>
                  <a:close/>
                  <a:moveTo>
                    <a:pt x="364991" y="357967"/>
                  </a:moveTo>
                  <a:lnTo>
                    <a:pt x="372468" y="372792"/>
                  </a:lnTo>
                  <a:lnTo>
                    <a:pt x="370522" y="371519"/>
                  </a:lnTo>
                  <a:close/>
                  <a:moveTo>
                    <a:pt x="402249" y="283319"/>
                  </a:moveTo>
                  <a:lnTo>
                    <a:pt x="372996" y="263324"/>
                  </a:lnTo>
                  <a:lnTo>
                    <a:pt x="399125" y="282099"/>
                  </a:lnTo>
                  <a:close/>
                  <a:moveTo>
                    <a:pt x="405076" y="287055"/>
                  </a:moveTo>
                  <a:lnTo>
                    <a:pt x="402249" y="283319"/>
                  </a:lnTo>
                  <a:lnTo>
                    <a:pt x="399125" y="282099"/>
                  </a:lnTo>
                  <a:close/>
                  <a:moveTo>
                    <a:pt x="666984" y="516766"/>
                  </a:moveTo>
                  <a:lnTo>
                    <a:pt x="712469" y="506875"/>
                  </a:lnTo>
                  <a:lnTo>
                    <a:pt x="659357" y="478219"/>
                  </a:lnTo>
                  <a:close/>
                  <a:moveTo>
                    <a:pt x="712469" y="506875"/>
                  </a:moveTo>
                  <a:lnTo>
                    <a:pt x="718242" y="522200"/>
                  </a:lnTo>
                  <a:lnTo>
                    <a:pt x="688850" y="504375"/>
                  </a:lnTo>
                  <a:close/>
                  <a:moveTo>
                    <a:pt x="812441" y="487833"/>
                  </a:moveTo>
                  <a:lnTo>
                    <a:pt x="842734" y="524589"/>
                  </a:lnTo>
                  <a:lnTo>
                    <a:pt x="850429" y="520727"/>
                  </a:lnTo>
                  <a:close/>
                  <a:moveTo>
                    <a:pt x="888076" y="558526"/>
                  </a:moveTo>
                  <a:lnTo>
                    <a:pt x="907861" y="536290"/>
                  </a:lnTo>
                  <a:lnTo>
                    <a:pt x="846442" y="527437"/>
                  </a:lnTo>
                  <a:close/>
                  <a:moveTo>
                    <a:pt x="801334" y="399311"/>
                  </a:moveTo>
                  <a:lnTo>
                    <a:pt x="789676" y="439774"/>
                  </a:lnTo>
                  <a:lnTo>
                    <a:pt x="824928" y="397140"/>
                  </a:lnTo>
                  <a:close/>
                  <a:moveTo>
                    <a:pt x="761890" y="414324"/>
                  </a:moveTo>
                  <a:lnTo>
                    <a:pt x="801334" y="399311"/>
                  </a:lnTo>
                  <a:lnTo>
                    <a:pt x="802650" y="392075"/>
                  </a:lnTo>
                  <a:close/>
                  <a:moveTo>
                    <a:pt x="802083" y="343202"/>
                  </a:moveTo>
                  <a:lnTo>
                    <a:pt x="802650" y="392075"/>
                  </a:lnTo>
                  <a:lnTo>
                    <a:pt x="818360" y="354603"/>
                  </a:lnTo>
                  <a:close/>
                  <a:moveTo>
                    <a:pt x="797768" y="397140"/>
                  </a:moveTo>
                  <a:lnTo>
                    <a:pt x="760925" y="360649"/>
                  </a:lnTo>
                  <a:lnTo>
                    <a:pt x="785442" y="385143"/>
                  </a:lnTo>
                  <a:close/>
                  <a:moveTo>
                    <a:pt x="777097" y="323630"/>
                  </a:moveTo>
                  <a:lnTo>
                    <a:pt x="802083" y="343202"/>
                  </a:lnTo>
                  <a:lnTo>
                    <a:pt x="776922" y="306447"/>
                  </a:lnTo>
                  <a:close/>
                  <a:moveTo>
                    <a:pt x="596721" y="120445"/>
                  </a:moveTo>
                  <a:lnTo>
                    <a:pt x="620367" y="112647"/>
                  </a:lnTo>
                  <a:lnTo>
                    <a:pt x="563988" y="122640"/>
                  </a:lnTo>
                  <a:close/>
                  <a:moveTo>
                    <a:pt x="822242" y="337567"/>
                  </a:moveTo>
                  <a:lnTo>
                    <a:pt x="818360" y="354603"/>
                  </a:lnTo>
                  <a:lnTo>
                    <a:pt x="853933" y="338890"/>
                  </a:lnTo>
                  <a:close/>
                  <a:moveTo>
                    <a:pt x="683565" y="105489"/>
                  </a:moveTo>
                  <a:lnTo>
                    <a:pt x="676406" y="101383"/>
                  </a:lnTo>
                  <a:lnTo>
                    <a:pt x="656214" y="122097"/>
                  </a:lnTo>
                  <a:close/>
                  <a:moveTo>
                    <a:pt x="620367" y="112647"/>
                  </a:moveTo>
                  <a:lnTo>
                    <a:pt x="656214" y="122097"/>
                  </a:lnTo>
                  <a:lnTo>
                    <a:pt x="676406" y="101383"/>
                  </a:lnTo>
                  <a:close/>
                  <a:moveTo>
                    <a:pt x="938230" y="332842"/>
                  </a:moveTo>
                  <a:lnTo>
                    <a:pt x="993617" y="351341"/>
                  </a:lnTo>
                  <a:lnTo>
                    <a:pt x="998208" y="336304"/>
                  </a:lnTo>
                  <a:close/>
                  <a:moveTo>
                    <a:pt x="926310" y="272080"/>
                  </a:moveTo>
                  <a:lnTo>
                    <a:pt x="894133" y="243803"/>
                  </a:lnTo>
                  <a:lnTo>
                    <a:pt x="906070" y="252509"/>
                  </a:lnTo>
                  <a:close/>
                  <a:moveTo>
                    <a:pt x="841718" y="169832"/>
                  </a:moveTo>
                  <a:lnTo>
                    <a:pt x="862463" y="198570"/>
                  </a:lnTo>
                  <a:lnTo>
                    <a:pt x="860365" y="194663"/>
                  </a:lnTo>
                  <a:close/>
                  <a:moveTo>
                    <a:pt x="841016" y="161815"/>
                  </a:moveTo>
                  <a:lnTo>
                    <a:pt x="841718" y="169832"/>
                  </a:lnTo>
                  <a:lnTo>
                    <a:pt x="860365" y="194663"/>
                  </a:lnTo>
                  <a:close/>
                  <a:moveTo>
                    <a:pt x="998208" y="336304"/>
                  </a:moveTo>
                  <a:lnTo>
                    <a:pt x="1013670" y="308835"/>
                  </a:lnTo>
                  <a:lnTo>
                    <a:pt x="1008373" y="294598"/>
                  </a:lnTo>
                  <a:close/>
                  <a:moveTo>
                    <a:pt x="997001" y="259096"/>
                  </a:moveTo>
                  <a:lnTo>
                    <a:pt x="1008373" y="294598"/>
                  </a:lnTo>
                  <a:lnTo>
                    <a:pt x="1013670" y="308835"/>
                  </a:lnTo>
                  <a:close/>
                  <a:moveTo>
                    <a:pt x="962205" y="260297"/>
                  </a:moveTo>
                  <a:lnTo>
                    <a:pt x="910491" y="257500"/>
                  </a:lnTo>
                  <a:lnTo>
                    <a:pt x="926310" y="272080"/>
                  </a:lnTo>
                  <a:close/>
                  <a:moveTo>
                    <a:pt x="962205" y="260297"/>
                  </a:moveTo>
                  <a:lnTo>
                    <a:pt x="997001" y="259096"/>
                  </a:lnTo>
                  <a:lnTo>
                    <a:pt x="975014" y="232224"/>
                  </a:lnTo>
                  <a:close/>
                  <a:moveTo>
                    <a:pt x="962205" y="260297"/>
                  </a:moveTo>
                  <a:lnTo>
                    <a:pt x="975014" y="232224"/>
                  </a:lnTo>
                  <a:lnTo>
                    <a:pt x="956097" y="220515"/>
                  </a:lnTo>
                  <a:close/>
                  <a:moveTo>
                    <a:pt x="943967" y="185629"/>
                  </a:moveTo>
                  <a:lnTo>
                    <a:pt x="924309" y="212953"/>
                  </a:lnTo>
                  <a:lnTo>
                    <a:pt x="922916" y="220402"/>
                  </a:lnTo>
                  <a:close/>
                  <a:moveTo>
                    <a:pt x="854010" y="144632"/>
                  </a:moveTo>
                  <a:lnTo>
                    <a:pt x="811474" y="122586"/>
                  </a:lnTo>
                  <a:lnTo>
                    <a:pt x="818339" y="125060"/>
                  </a:lnTo>
                  <a:close/>
                  <a:moveTo>
                    <a:pt x="854010" y="144632"/>
                  </a:moveTo>
                  <a:lnTo>
                    <a:pt x="818339" y="125060"/>
                  </a:lnTo>
                  <a:lnTo>
                    <a:pt x="841016" y="161815"/>
                  </a:lnTo>
                  <a:close/>
                  <a:moveTo>
                    <a:pt x="948573" y="0"/>
                  </a:moveTo>
                  <a:lnTo>
                    <a:pt x="913710" y="17183"/>
                  </a:lnTo>
                  <a:lnTo>
                    <a:pt x="936990" y="39580"/>
                  </a:lnTo>
                  <a:close/>
                  <a:moveTo>
                    <a:pt x="953085" y="3548"/>
                  </a:moveTo>
                  <a:lnTo>
                    <a:pt x="966232" y="15629"/>
                  </a:lnTo>
                  <a:lnTo>
                    <a:pt x="955486" y="0"/>
                  </a:lnTo>
                  <a:close/>
                </a:path>
              </a:pathLst>
            </a:custGeom>
            <a:solidFill>
              <a:srgbClr val="C2CCD3"/>
            </a:solidFill>
            <a:ln w="1524">
              <a:solidFill>
                <a:srgbClr val="C2CCD3"/>
              </a:solidFill>
            </a:ln>
          </p:spPr>
        </p:sp>
        <p:sp>
          <p:nvSpPr>
            <p:cNvPr id="45" name="Input_density__44">
              <a:extLst>
                <a:ext uri="{FF2B5EF4-FFF2-40B4-BE49-F238E27FC236}">
                  <a16:creationId xmlns:a16="http://schemas.microsoft.com/office/drawing/2014/main" id="{41C6E046-5A7C-ECDF-3D90-08AC43AB29BA}"/>
                </a:ext>
              </a:extLst>
            </p:cNvPr>
            <p:cNvSpPr>
              <a:spLocks noGrp="1"/>
            </p:cNvSpPr>
            <p:nvPr/>
          </p:nvSpPr>
          <p:spPr>
            <a:xfrm>
              <a:off x="980619" y="2459023"/>
              <a:ext cx="927290" cy="754986"/>
            </a:xfrm>
            <a:custGeom>
              <a:avLst/>
              <a:gdLst/>
              <a:ahLst/>
              <a:cxnLst/>
              <a:rect l="0" t="0" r="0" b="0"/>
              <a:pathLst>
                <a:path w="927290" h="754986">
                  <a:moveTo>
                    <a:pt x="356328" y="754986"/>
                  </a:moveTo>
                  <a:lnTo>
                    <a:pt x="317852" y="735708"/>
                  </a:lnTo>
                  <a:lnTo>
                    <a:pt x="329052" y="749214"/>
                  </a:lnTo>
                  <a:close/>
                  <a:moveTo>
                    <a:pt x="0" y="390980"/>
                  </a:moveTo>
                  <a:lnTo>
                    <a:pt x="54204" y="372855"/>
                  </a:lnTo>
                  <a:lnTo>
                    <a:pt x="21758" y="376123"/>
                  </a:lnTo>
                  <a:close/>
                  <a:moveTo>
                    <a:pt x="373686" y="723677"/>
                  </a:moveTo>
                  <a:lnTo>
                    <a:pt x="356328" y="754986"/>
                  </a:lnTo>
                  <a:lnTo>
                    <a:pt x="409310" y="732293"/>
                  </a:lnTo>
                  <a:close/>
                  <a:moveTo>
                    <a:pt x="163416" y="500240"/>
                  </a:moveTo>
                  <a:lnTo>
                    <a:pt x="195721" y="494154"/>
                  </a:lnTo>
                  <a:lnTo>
                    <a:pt x="203682" y="461789"/>
                  </a:lnTo>
                  <a:close/>
                  <a:moveTo>
                    <a:pt x="172953" y="446302"/>
                  </a:moveTo>
                  <a:lnTo>
                    <a:pt x="163416" y="500240"/>
                  </a:lnTo>
                  <a:lnTo>
                    <a:pt x="203682" y="461789"/>
                  </a:lnTo>
                  <a:close/>
                  <a:moveTo>
                    <a:pt x="30640" y="341020"/>
                  </a:moveTo>
                  <a:lnTo>
                    <a:pt x="21758" y="376123"/>
                  </a:lnTo>
                  <a:lnTo>
                    <a:pt x="57245" y="346479"/>
                  </a:lnTo>
                  <a:close/>
                  <a:moveTo>
                    <a:pt x="52892" y="299282"/>
                  </a:moveTo>
                  <a:lnTo>
                    <a:pt x="33376" y="323349"/>
                  </a:lnTo>
                  <a:lnTo>
                    <a:pt x="58183" y="300969"/>
                  </a:lnTo>
                  <a:close/>
                  <a:moveTo>
                    <a:pt x="58183" y="300969"/>
                  </a:moveTo>
                  <a:lnTo>
                    <a:pt x="30640" y="341020"/>
                  </a:lnTo>
                  <a:lnTo>
                    <a:pt x="57245" y="346479"/>
                  </a:lnTo>
                  <a:close/>
                  <a:moveTo>
                    <a:pt x="152106" y="413029"/>
                  </a:moveTo>
                  <a:lnTo>
                    <a:pt x="159875" y="422579"/>
                  </a:lnTo>
                  <a:lnTo>
                    <a:pt x="125181" y="452578"/>
                  </a:lnTo>
                  <a:close/>
                  <a:moveTo>
                    <a:pt x="409310" y="732293"/>
                  </a:moveTo>
                  <a:lnTo>
                    <a:pt x="430306" y="714587"/>
                  </a:lnTo>
                  <a:lnTo>
                    <a:pt x="373686" y="723677"/>
                  </a:lnTo>
                  <a:close/>
                  <a:moveTo>
                    <a:pt x="172953" y="446302"/>
                  </a:moveTo>
                  <a:lnTo>
                    <a:pt x="203682" y="461789"/>
                  </a:lnTo>
                  <a:lnTo>
                    <a:pt x="225221" y="446114"/>
                  </a:lnTo>
                  <a:close/>
                  <a:moveTo>
                    <a:pt x="263516" y="464715"/>
                  </a:moveTo>
                  <a:lnTo>
                    <a:pt x="236672" y="443202"/>
                  </a:lnTo>
                  <a:lnTo>
                    <a:pt x="264600" y="465874"/>
                  </a:lnTo>
                  <a:close/>
                  <a:moveTo>
                    <a:pt x="225221" y="446114"/>
                  </a:moveTo>
                  <a:lnTo>
                    <a:pt x="203682" y="461789"/>
                  </a:lnTo>
                  <a:lnTo>
                    <a:pt x="263516" y="464715"/>
                  </a:lnTo>
                  <a:close/>
                  <a:moveTo>
                    <a:pt x="102863" y="318854"/>
                  </a:moveTo>
                  <a:lnTo>
                    <a:pt x="72365" y="289439"/>
                  </a:lnTo>
                  <a:lnTo>
                    <a:pt x="76375" y="299282"/>
                  </a:lnTo>
                  <a:close/>
                  <a:moveTo>
                    <a:pt x="263516" y="464715"/>
                  </a:moveTo>
                  <a:lnTo>
                    <a:pt x="310085" y="418043"/>
                  </a:lnTo>
                  <a:lnTo>
                    <a:pt x="282757" y="440447"/>
                  </a:lnTo>
                  <a:close/>
                  <a:moveTo>
                    <a:pt x="302430" y="485632"/>
                  </a:moveTo>
                  <a:lnTo>
                    <a:pt x="322734" y="465874"/>
                  </a:lnTo>
                  <a:lnTo>
                    <a:pt x="309401" y="455910"/>
                  </a:lnTo>
                  <a:close/>
                  <a:moveTo>
                    <a:pt x="322734" y="465874"/>
                  </a:moveTo>
                  <a:lnTo>
                    <a:pt x="310085" y="418043"/>
                  </a:lnTo>
                  <a:lnTo>
                    <a:pt x="309401" y="455910"/>
                  </a:lnTo>
                  <a:close/>
                  <a:moveTo>
                    <a:pt x="282757" y="440447"/>
                  </a:moveTo>
                  <a:lnTo>
                    <a:pt x="225221" y="446114"/>
                  </a:lnTo>
                  <a:lnTo>
                    <a:pt x="263516" y="464715"/>
                  </a:lnTo>
                  <a:close/>
                  <a:moveTo>
                    <a:pt x="182771" y="253858"/>
                  </a:moveTo>
                  <a:lnTo>
                    <a:pt x="199285" y="301670"/>
                  </a:lnTo>
                  <a:lnTo>
                    <a:pt x="188574" y="264915"/>
                  </a:lnTo>
                  <a:close/>
                  <a:moveTo>
                    <a:pt x="464527" y="525542"/>
                  </a:moveTo>
                  <a:lnTo>
                    <a:pt x="465987" y="499367"/>
                  </a:lnTo>
                  <a:lnTo>
                    <a:pt x="463457" y="541772"/>
                  </a:lnTo>
                  <a:close/>
                  <a:moveTo>
                    <a:pt x="442641" y="428853"/>
                  </a:moveTo>
                  <a:lnTo>
                    <a:pt x="461667" y="458132"/>
                  </a:lnTo>
                  <a:lnTo>
                    <a:pt x="470585" y="468262"/>
                  </a:lnTo>
                  <a:close/>
                  <a:moveTo>
                    <a:pt x="264375" y="230548"/>
                  </a:moveTo>
                  <a:lnTo>
                    <a:pt x="221353" y="204833"/>
                  </a:lnTo>
                  <a:lnTo>
                    <a:pt x="220079" y="210977"/>
                  </a:lnTo>
                  <a:close/>
                  <a:moveTo>
                    <a:pt x="280436" y="239352"/>
                  </a:moveTo>
                  <a:lnTo>
                    <a:pt x="260784" y="262084"/>
                  </a:lnTo>
                  <a:lnTo>
                    <a:pt x="317267" y="252479"/>
                  </a:lnTo>
                  <a:close/>
                  <a:moveTo>
                    <a:pt x="370300" y="326186"/>
                  </a:moveTo>
                  <a:lnTo>
                    <a:pt x="406522" y="337037"/>
                  </a:lnTo>
                  <a:lnTo>
                    <a:pt x="419533" y="289478"/>
                  </a:lnTo>
                  <a:close/>
                  <a:moveTo>
                    <a:pt x="438026" y="330247"/>
                  </a:moveTo>
                  <a:lnTo>
                    <a:pt x="443279" y="294093"/>
                  </a:lnTo>
                  <a:lnTo>
                    <a:pt x="419533" y="289478"/>
                  </a:lnTo>
                  <a:close/>
                  <a:moveTo>
                    <a:pt x="354525" y="177830"/>
                  </a:moveTo>
                  <a:lnTo>
                    <a:pt x="357351" y="181566"/>
                  </a:lnTo>
                  <a:lnTo>
                    <a:pt x="377408" y="213365"/>
                  </a:lnTo>
                  <a:close/>
                  <a:moveTo>
                    <a:pt x="391686" y="237113"/>
                  </a:moveTo>
                  <a:lnTo>
                    <a:pt x="415441" y="274177"/>
                  </a:lnTo>
                  <a:lnTo>
                    <a:pt x="404558" y="250120"/>
                  </a:lnTo>
                  <a:close/>
                  <a:moveTo>
                    <a:pt x="366551" y="196182"/>
                  </a:moveTo>
                  <a:lnTo>
                    <a:pt x="357351" y="181566"/>
                  </a:lnTo>
                  <a:lnTo>
                    <a:pt x="351401" y="176610"/>
                  </a:lnTo>
                  <a:close/>
                  <a:moveTo>
                    <a:pt x="391838" y="89722"/>
                  </a:moveTo>
                  <a:lnTo>
                    <a:pt x="391838" y="129837"/>
                  </a:lnTo>
                  <a:lnTo>
                    <a:pt x="388703" y="122672"/>
                  </a:lnTo>
                  <a:close/>
                  <a:moveTo>
                    <a:pt x="664745" y="401387"/>
                  </a:moveTo>
                  <a:lnTo>
                    <a:pt x="685150" y="453467"/>
                  </a:lnTo>
                  <a:lnTo>
                    <a:pt x="670518" y="416712"/>
                  </a:lnTo>
                  <a:close/>
                  <a:moveTo>
                    <a:pt x="619259" y="411277"/>
                  </a:moveTo>
                  <a:lnTo>
                    <a:pt x="667833" y="443622"/>
                  </a:lnTo>
                  <a:lnTo>
                    <a:pt x="664745" y="401387"/>
                  </a:lnTo>
                  <a:close/>
                  <a:moveTo>
                    <a:pt x="611633" y="372730"/>
                  </a:moveTo>
                  <a:lnTo>
                    <a:pt x="641126" y="398886"/>
                  </a:lnTo>
                  <a:lnTo>
                    <a:pt x="619346" y="379957"/>
                  </a:lnTo>
                  <a:close/>
                  <a:moveTo>
                    <a:pt x="664745" y="401387"/>
                  </a:moveTo>
                  <a:lnTo>
                    <a:pt x="641126" y="398886"/>
                  </a:lnTo>
                  <a:lnTo>
                    <a:pt x="611633" y="372730"/>
                  </a:lnTo>
                  <a:close/>
                  <a:moveTo>
                    <a:pt x="589277" y="363816"/>
                  </a:moveTo>
                  <a:lnTo>
                    <a:pt x="598100" y="362595"/>
                  </a:lnTo>
                  <a:lnTo>
                    <a:pt x="591781" y="326018"/>
                  </a:lnTo>
                  <a:close/>
                  <a:moveTo>
                    <a:pt x="611633" y="372730"/>
                  </a:moveTo>
                  <a:lnTo>
                    <a:pt x="598100" y="362595"/>
                  </a:lnTo>
                  <a:lnTo>
                    <a:pt x="589277" y="363816"/>
                  </a:lnTo>
                  <a:close/>
                  <a:moveTo>
                    <a:pt x="391838" y="89722"/>
                  </a:moveTo>
                  <a:lnTo>
                    <a:pt x="388703" y="122672"/>
                  </a:lnTo>
                  <a:lnTo>
                    <a:pt x="408684" y="116141"/>
                  </a:lnTo>
                  <a:close/>
                  <a:moveTo>
                    <a:pt x="753610" y="293823"/>
                  </a:moveTo>
                  <a:lnTo>
                    <a:pt x="777204" y="291652"/>
                  </a:lnTo>
                  <a:lnTo>
                    <a:pt x="754926" y="286586"/>
                  </a:lnTo>
                  <a:close/>
                  <a:moveTo>
                    <a:pt x="516264" y="17152"/>
                  </a:moveTo>
                  <a:lnTo>
                    <a:pt x="499045" y="7362"/>
                  </a:lnTo>
                  <a:lnTo>
                    <a:pt x="528979" y="36322"/>
                  </a:lnTo>
                  <a:close/>
                  <a:moveTo>
                    <a:pt x="548997" y="14957"/>
                  </a:moveTo>
                  <a:lnTo>
                    <a:pt x="516264" y="17152"/>
                  </a:lnTo>
                  <a:lnTo>
                    <a:pt x="528979" y="36322"/>
                  </a:lnTo>
                  <a:close/>
                  <a:moveTo>
                    <a:pt x="876879" y="438672"/>
                  </a:moveTo>
                  <a:lnTo>
                    <a:pt x="888917" y="421488"/>
                  </a:lnTo>
                  <a:lnTo>
                    <a:pt x="860137" y="430801"/>
                  </a:lnTo>
                  <a:close/>
                  <a:moveTo>
                    <a:pt x="777204" y="291652"/>
                  </a:moveTo>
                  <a:lnTo>
                    <a:pt x="790823" y="296223"/>
                  </a:lnTo>
                  <a:lnTo>
                    <a:pt x="791929" y="289758"/>
                  </a:lnTo>
                  <a:close/>
                  <a:moveTo>
                    <a:pt x="777204" y="291652"/>
                  </a:moveTo>
                  <a:lnTo>
                    <a:pt x="791929" y="289758"/>
                  </a:lnTo>
                  <a:lnTo>
                    <a:pt x="754926" y="286586"/>
                  </a:lnTo>
                  <a:close/>
                  <a:moveTo>
                    <a:pt x="754926" y="286586"/>
                  </a:moveTo>
                  <a:lnTo>
                    <a:pt x="791929" y="289758"/>
                  </a:lnTo>
                  <a:lnTo>
                    <a:pt x="803032" y="245661"/>
                  </a:lnTo>
                  <a:close/>
                  <a:moveTo>
                    <a:pt x="754926" y="286586"/>
                  </a:moveTo>
                  <a:lnTo>
                    <a:pt x="803032" y="245661"/>
                  </a:lnTo>
                  <a:lnTo>
                    <a:pt x="770636" y="249114"/>
                  </a:lnTo>
                  <a:close/>
                  <a:moveTo>
                    <a:pt x="792023" y="291652"/>
                  </a:moveTo>
                  <a:lnTo>
                    <a:pt x="803032" y="245661"/>
                  </a:lnTo>
                  <a:lnTo>
                    <a:pt x="791929" y="289758"/>
                  </a:lnTo>
                  <a:close/>
                  <a:moveTo>
                    <a:pt x="806539" y="237713"/>
                  </a:moveTo>
                  <a:lnTo>
                    <a:pt x="803032" y="245661"/>
                  </a:lnTo>
                  <a:lnTo>
                    <a:pt x="792023" y="291652"/>
                  </a:lnTo>
                  <a:close/>
                  <a:moveTo>
                    <a:pt x="572643" y="7159"/>
                  </a:moveTo>
                  <a:lnTo>
                    <a:pt x="548997" y="14957"/>
                  </a:lnTo>
                  <a:lnTo>
                    <a:pt x="608490" y="16608"/>
                  </a:lnTo>
                  <a:close/>
                  <a:moveTo>
                    <a:pt x="806209" y="233402"/>
                  </a:moveTo>
                  <a:lnTo>
                    <a:pt x="770636" y="249114"/>
                  </a:lnTo>
                  <a:lnTo>
                    <a:pt x="803032" y="245661"/>
                  </a:lnTo>
                  <a:close/>
                  <a:moveTo>
                    <a:pt x="810205" y="183775"/>
                  </a:moveTo>
                  <a:lnTo>
                    <a:pt x="784796" y="205851"/>
                  </a:lnTo>
                  <a:lnTo>
                    <a:pt x="810166" y="185438"/>
                  </a:lnTo>
                  <a:close/>
                  <a:moveTo>
                    <a:pt x="810166" y="185438"/>
                  </a:moveTo>
                  <a:lnTo>
                    <a:pt x="774518" y="232078"/>
                  </a:lnTo>
                  <a:lnTo>
                    <a:pt x="806209" y="233402"/>
                  </a:lnTo>
                  <a:close/>
                  <a:moveTo>
                    <a:pt x="806209" y="233402"/>
                  </a:moveTo>
                  <a:lnTo>
                    <a:pt x="803032" y="245661"/>
                  </a:lnTo>
                  <a:lnTo>
                    <a:pt x="806539" y="237713"/>
                  </a:lnTo>
                  <a:close/>
                  <a:moveTo>
                    <a:pt x="635841" y="0"/>
                  </a:moveTo>
                  <a:lnTo>
                    <a:pt x="641998" y="17313"/>
                  </a:lnTo>
                  <a:lnTo>
                    <a:pt x="666993" y="14558"/>
                  </a:lnTo>
                  <a:close/>
                  <a:moveTo>
                    <a:pt x="637320" y="17183"/>
                  </a:moveTo>
                  <a:lnTo>
                    <a:pt x="635841" y="0"/>
                  </a:lnTo>
                  <a:lnTo>
                    <a:pt x="608490" y="16608"/>
                  </a:lnTo>
                  <a:close/>
                  <a:moveTo>
                    <a:pt x="862767" y="152011"/>
                  </a:moveTo>
                  <a:lnTo>
                    <a:pt x="846409" y="138314"/>
                  </a:lnTo>
                  <a:lnTo>
                    <a:pt x="878586" y="166592"/>
                  </a:lnTo>
                  <a:close/>
                  <a:moveTo>
                    <a:pt x="827539" y="129837"/>
                  </a:moveTo>
                  <a:lnTo>
                    <a:pt x="862767" y="152011"/>
                  </a:lnTo>
                  <a:lnTo>
                    <a:pt x="875192" y="114914"/>
                  </a:lnTo>
                  <a:close/>
                  <a:moveTo>
                    <a:pt x="894871" y="75898"/>
                  </a:moveTo>
                  <a:lnTo>
                    <a:pt x="876585" y="107464"/>
                  </a:lnTo>
                  <a:lnTo>
                    <a:pt x="896243" y="80141"/>
                  </a:lnTo>
                  <a:close/>
                  <a:moveTo>
                    <a:pt x="896243" y="80141"/>
                  </a:moveTo>
                  <a:lnTo>
                    <a:pt x="875192" y="114914"/>
                  </a:lnTo>
                  <a:lnTo>
                    <a:pt x="908373" y="115027"/>
                  </a:lnTo>
                  <a:close/>
                  <a:moveTo>
                    <a:pt x="908373" y="115027"/>
                  </a:moveTo>
                  <a:lnTo>
                    <a:pt x="927290" y="126736"/>
                  </a:lnTo>
                  <a:lnTo>
                    <a:pt x="896243" y="80141"/>
                  </a:lnTo>
                  <a:close/>
                </a:path>
              </a:pathLst>
            </a:custGeom>
            <a:solidFill>
              <a:srgbClr val="BCC7CF"/>
            </a:solidFill>
            <a:ln w="1524">
              <a:solidFill>
                <a:srgbClr val="BCC7CF"/>
              </a:solidFill>
            </a:ln>
          </p:spPr>
        </p:sp>
        <p:sp>
          <p:nvSpPr>
            <p:cNvPr id="46" name="Input_density__45">
              <a:extLst>
                <a:ext uri="{FF2B5EF4-FFF2-40B4-BE49-F238E27FC236}">
                  <a16:creationId xmlns:a16="http://schemas.microsoft.com/office/drawing/2014/main" id="{02B32962-98EA-084C-02B3-E415C4DA24D4}"/>
                </a:ext>
              </a:extLst>
            </p:cNvPr>
            <p:cNvSpPr>
              <a:spLocks noGrp="1"/>
            </p:cNvSpPr>
            <p:nvPr/>
          </p:nvSpPr>
          <p:spPr>
            <a:xfrm>
              <a:off x="934296" y="2438382"/>
              <a:ext cx="1006971" cy="756349"/>
            </a:xfrm>
            <a:custGeom>
              <a:avLst/>
              <a:gdLst/>
              <a:ahLst/>
              <a:cxnLst/>
              <a:rect l="0" t="0" r="0" b="0"/>
              <a:pathLst>
                <a:path w="1006971" h="756349">
                  <a:moveTo>
                    <a:pt x="5475" y="337107"/>
                  </a:moveTo>
                  <a:lnTo>
                    <a:pt x="0" y="352395"/>
                  </a:lnTo>
                  <a:lnTo>
                    <a:pt x="1152" y="391045"/>
                  </a:lnTo>
                  <a:close/>
                  <a:moveTo>
                    <a:pt x="350497" y="749283"/>
                  </a:moveTo>
                  <a:lnTo>
                    <a:pt x="364174" y="756349"/>
                  </a:lnTo>
                  <a:lnTo>
                    <a:pt x="353792" y="741411"/>
                  </a:lnTo>
                  <a:close/>
                  <a:moveTo>
                    <a:pt x="14335" y="320394"/>
                  </a:moveTo>
                  <a:lnTo>
                    <a:pt x="0" y="352395"/>
                  </a:lnTo>
                  <a:lnTo>
                    <a:pt x="5475" y="337107"/>
                  </a:lnTo>
                  <a:close/>
                  <a:moveTo>
                    <a:pt x="353792" y="741411"/>
                  </a:moveTo>
                  <a:lnTo>
                    <a:pt x="364174" y="756349"/>
                  </a:lnTo>
                  <a:lnTo>
                    <a:pt x="382291" y="727877"/>
                  </a:lnTo>
                  <a:close/>
                  <a:moveTo>
                    <a:pt x="167325" y="393433"/>
                  </a:moveTo>
                  <a:lnTo>
                    <a:pt x="155439" y="378020"/>
                  </a:lnTo>
                  <a:lnTo>
                    <a:pt x="135387" y="399260"/>
                  </a:lnTo>
                  <a:close/>
                  <a:moveTo>
                    <a:pt x="155439" y="378020"/>
                  </a:moveTo>
                  <a:lnTo>
                    <a:pt x="139558" y="356678"/>
                  </a:lnTo>
                  <a:lnTo>
                    <a:pt x="100526" y="393496"/>
                  </a:lnTo>
                  <a:close/>
                  <a:moveTo>
                    <a:pt x="458394" y="667052"/>
                  </a:moveTo>
                  <a:lnTo>
                    <a:pt x="421118" y="674210"/>
                  </a:lnTo>
                  <a:lnTo>
                    <a:pt x="454771" y="670290"/>
                  </a:lnTo>
                  <a:close/>
                  <a:moveTo>
                    <a:pt x="167325" y="393433"/>
                  </a:moveTo>
                  <a:lnTo>
                    <a:pt x="162531" y="404536"/>
                  </a:lnTo>
                  <a:lnTo>
                    <a:pt x="181999" y="419939"/>
                  </a:lnTo>
                  <a:close/>
                  <a:moveTo>
                    <a:pt x="167325" y="393433"/>
                  </a:moveTo>
                  <a:lnTo>
                    <a:pt x="200293" y="376250"/>
                  </a:lnTo>
                  <a:lnTo>
                    <a:pt x="155439" y="378020"/>
                  </a:lnTo>
                  <a:close/>
                  <a:moveTo>
                    <a:pt x="149185" y="339495"/>
                  </a:moveTo>
                  <a:lnTo>
                    <a:pt x="139558" y="356678"/>
                  </a:lnTo>
                  <a:lnTo>
                    <a:pt x="155439" y="378020"/>
                  </a:lnTo>
                  <a:close/>
                  <a:moveTo>
                    <a:pt x="545361" y="550640"/>
                  </a:moveTo>
                  <a:lnTo>
                    <a:pt x="552632" y="508475"/>
                  </a:lnTo>
                  <a:lnTo>
                    <a:pt x="547707" y="518319"/>
                  </a:lnTo>
                  <a:close/>
                  <a:moveTo>
                    <a:pt x="547707" y="518319"/>
                  </a:moveTo>
                  <a:lnTo>
                    <a:pt x="552632" y="508475"/>
                  </a:lnTo>
                  <a:lnTo>
                    <a:pt x="557983" y="501624"/>
                  </a:lnTo>
                  <a:close/>
                  <a:moveTo>
                    <a:pt x="557983" y="501624"/>
                  </a:moveTo>
                  <a:lnTo>
                    <a:pt x="552632" y="508475"/>
                  </a:lnTo>
                  <a:lnTo>
                    <a:pt x="565901" y="503527"/>
                  </a:lnTo>
                  <a:close/>
                  <a:moveTo>
                    <a:pt x="565901" y="503527"/>
                  </a:moveTo>
                  <a:lnTo>
                    <a:pt x="586428" y="483398"/>
                  </a:lnTo>
                  <a:lnTo>
                    <a:pt x="557983" y="501624"/>
                  </a:lnTo>
                  <a:close/>
                  <a:moveTo>
                    <a:pt x="606069" y="497960"/>
                  </a:moveTo>
                  <a:lnTo>
                    <a:pt x="586428" y="483398"/>
                  </a:lnTo>
                  <a:lnTo>
                    <a:pt x="565901" y="503527"/>
                  </a:lnTo>
                  <a:close/>
                  <a:moveTo>
                    <a:pt x="620957" y="437353"/>
                  </a:moveTo>
                  <a:lnTo>
                    <a:pt x="587329" y="454536"/>
                  </a:lnTo>
                  <a:lnTo>
                    <a:pt x="612530" y="484781"/>
                  </a:lnTo>
                  <a:close/>
                  <a:moveTo>
                    <a:pt x="873077" y="422558"/>
                  </a:moveTo>
                  <a:lnTo>
                    <a:pt x="857848" y="385803"/>
                  </a:lnTo>
                  <a:lnTo>
                    <a:pt x="849027" y="435880"/>
                  </a:lnTo>
                  <a:close/>
                  <a:moveTo>
                    <a:pt x="857848" y="385803"/>
                  </a:moveTo>
                  <a:lnTo>
                    <a:pt x="853803" y="387251"/>
                  </a:lnTo>
                  <a:lnTo>
                    <a:pt x="849027" y="435880"/>
                  </a:lnTo>
                  <a:close/>
                  <a:moveTo>
                    <a:pt x="853803" y="387251"/>
                  </a:moveTo>
                  <a:lnTo>
                    <a:pt x="857848" y="385803"/>
                  </a:lnTo>
                  <a:lnTo>
                    <a:pt x="882271" y="361007"/>
                  </a:lnTo>
                  <a:close/>
                  <a:moveTo>
                    <a:pt x="891680" y="405374"/>
                  </a:moveTo>
                  <a:lnTo>
                    <a:pt x="857848" y="385803"/>
                  </a:lnTo>
                  <a:lnTo>
                    <a:pt x="873077" y="422558"/>
                  </a:lnTo>
                  <a:close/>
                  <a:moveTo>
                    <a:pt x="893053" y="337682"/>
                  </a:moveTo>
                  <a:lnTo>
                    <a:pt x="857848" y="385803"/>
                  </a:lnTo>
                  <a:lnTo>
                    <a:pt x="858199" y="383676"/>
                  </a:lnTo>
                  <a:close/>
                  <a:moveTo>
                    <a:pt x="537182" y="18253"/>
                  </a:moveTo>
                  <a:lnTo>
                    <a:pt x="562586" y="37793"/>
                  </a:lnTo>
                  <a:lnTo>
                    <a:pt x="567665" y="9875"/>
                  </a:lnTo>
                  <a:close/>
                  <a:moveTo>
                    <a:pt x="552478" y="0"/>
                  </a:moveTo>
                  <a:lnTo>
                    <a:pt x="537182" y="18253"/>
                  </a:lnTo>
                  <a:lnTo>
                    <a:pt x="567665" y="9875"/>
                  </a:lnTo>
                  <a:close/>
                  <a:moveTo>
                    <a:pt x="562586" y="37793"/>
                  </a:moveTo>
                  <a:lnTo>
                    <a:pt x="585544" y="1070"/>
                  </a:lnTo>
                  <a:lnTo>
                    <a:pt x="567665" y="9875"/>
                  </a:lnTo>
                  <a:close/>
                  <a:moveTo>
                    <a:pt x="913464" y="204416"/>
                  </a:moveTo>
                  <a:lnTo>
                    <a:pt x="926307" y="241171"/>
                  </a:lnTo>
                  <a:lnTo>
                    <a:pt x="955440" y="223988"/>
                  </a:lnTo>
                  <a:close/>
                  <a:moveTo>
                    <a:pt x="955440" y="223988"/>
                  </a:moveTo>
                  <a:lnTo>
                    <a:pt x="956676" y="225995"/>
                  </a:lnTo>
                  <a:lnTo>
                    <a:pt x="957290" y="223053"/>
                  </a:lnTo>
                  <a:close/>
                  <a:moveTo>
                    <a:pt x="1006971" y="209751"/>
                  </a:moveTo>
                  <a:lnTo>
                    <a:pt x="957290" y="223053"/>
                  </a:lnTo>
                  <a:lnTo>
                    <a:pt x="956676" y="225995"/>
                  </a:lnTo>
                  <a:close/>
                </a:path>
              </a:pathLst>
            </a:custGeom>
            <a:solidFill>
              <a:srgbClr val="CFD7DE"/>
            </a:solidFill>
            <a:ln w="1524">
              <a:solidFill>
                <a:srgbClr val="CFD7DE"/>
              </a:solidFill>
            </a:ln>
          </p:spPr>
        </p:sp>
        <p:sp>
          <p:nvSpPr>
            <p:cNvPr id="47" name="Input_density__46">
              <a:extLst>
                <a:ext uri="{FF2B5EF4-FFF2-40B4-BE49-F238E27FC236}">
                  <a16:creationId xmlns:a16="http://schemas.microsoft.com/office/drawing/2014/main" id="{38D63721-A528-A7E1-C0A0-235BD58E6D4B}"/>
                </a:ext>
              </a:extLst>
            </p:cNvPr>
            <p:cNvSpPr>
              <a:spLocks noGrp="1"/>
            </p:cNvSpPr>
            <p:nvPr/>
          </p:nvSpPr>
          <p:spPr>
            <a:xfrm>
              <a:off x="1336946" y="2447536"/>
              <a:ext cx="565784" cy="766473"/>
            </a:xfrm>
            <a:custGeom>
              <a:avLst/>
              <a:gdLst/>
              <a:ahLst/>
              <a:cxnLst/>
              <a:rect l="0" t="0" r="0" b="0"/>
              <a:pathLst>
                <a:path w="565784" h="766473">
                  <a:moveTo>
                    <a:pt x="0" y="766473"/>
                  </a:moveTo>
                  <a:lnTo>
                    <a:pt x="31465" y="759537"/>
                  </a:lnTo>
                  <a:lnTo>
                    <a:pt x="52982" y="743780"/>
                  </a:lnTo>
                  <a:close/>
                  <a:moveTo>
                    <a:pt x="60828" y="612959"/>
                  </a:moveTo>
                  <a:lnTo>
                    <a:pt x="96913" y="591037"/>
                  </a:lnTo>
                  <a:lnTo>
                    <a:pt x="79299" y="607197"/>
                  </a:lnTo>
                  <a:close/>
                  <a:moveTo>
                    <a:pt x="79299" y="607197"/>
                  </a:moveTo>
                  <a:lnTo>
                    <a:pt x="96913" y="591037"/>
                  </a:lnTo>
                  <a:lnTo>
                    <a:pt x="82886" y="595026"/>
                  </a:lnTo>
                  <a:close/>
                  <a:moveTo>
                    <a:pt x="108200" y="537028"/>
                  </a:moveTo>
                  <a:lnTo>
                    <a:pt x="106922" y="557826"/>
                  </a:lnTo>
                  <a:lnTo>
                    <a:pt x="120706" y="570442"/>
                  </a:lnTo>
                  <a:close/>
                  <a:moveTo>
                    <a:pt x="55064" y="134158"/>
                  </a:moveTo>
                  <a:lnTo>
                    <a:pt x="46887" y="143740"/>
                  </a:lnTo>
                  <a:lnTo>
                    <a:pt x="35510" y="141324"/>
                  </a:lnTo>
                  <a:close/>
                  <a:moveTo>
                    <a:pt x="52356" y="127628"/>
                  </a:moveTo>
                  <a:lnTo>
                    <a:pt x="46887" y="143740"/>
                  </a:lnTo>
                  <a:lnTo>
                    <a:pt x="55064" y="134158"/>
                  </a:lnTo>
                  <a:close/>
                  <a:moveTo>
                    <a:pt x="565784" y="453216"/>
                  </a:moveTo>
                  <a:lnTo>
                    <a:pt x="532590" y="432975"/>
                  </a:lnTo>
                  <a:lnTo>
                    <a:pt x="540960" y="456611"/>
                  </a:lnTo>
                  <a:close/>
                  <a:moveTo>
                    <a:pt x="285670" y="28799"/>
                  </a:moveTo>
                  <a:lnTo>
                    <a:pt x="286781" y="28670"/>
                  </a:lnTo>
                  <a:lnTo>
                    <a:pt x="343103" y="22746"/>
                  </a:lnTo>
                  <a:close/>
                  <a:moveTo>
                    <a:pt x="352760" y="11486"/>
                  </a:moveTo>
                  <a:lnTo>
                    <a:pt x="362751" y="0"/>
                  </a:lnTo>
                  <a:lnTo>
                    <a:pt x="343103" y="22746"/>
                  </a:lnTo>
                  <a:close/>
                </a:path>
              </a:pathLst>
            </a:custGeom>
            <a:solidFill>
              <a:srgbClr val="AEBAC4"/>
            </a:solidFill>
            <a:ln w="1524">
              <a:solidFill>
                <a:srgbClr val="AEBAC4"/>
              </a:solidFill>
            </a:ln>
          </p:spPr>
        </p:sp>
        <p:sp>
          <p:nvSpPr>
            <p:cNvPr id="48" name="Input_density__47">
              <a:extLst>
                <a:ext uri="{FF2B5EF4-FFF2-40B4-BE49-F238E27FC236}">
                  <a16:creationId xmlns:a16="http://schemas.microsoft.com/office/drawing/2014/main" id="{32711522-46F1-46D6-1AEF-DFEA124A10EC}"/>
                </a:ext>
              </a:extLst>
            </p:cNvPr>
            <p:cNvSpPr>
              <a:spLocks noGrp="1"/>
            </p:cNvSpPr>
            <p:nvPr/>
          </p:nvSpPr>
          <p:spPr>
            <a:xfrm>
              <a:off x="1011259" y="2447536"/>
              <a:ext cx="866647" cy="743780"/>
            </a:xfrm>
            <a:custGeom>
              <a:avLst/>
              <a:gdLst/>
              <a:ahLst/>
              <a:cxnLst/>
              <a:rect l="0" t="0" r="0" b="0"/>
              <a:pathLst>
                <a:path w="866647" h="743780">
                  <a:moveTo>
                    <a:pt x="27543" y="312455"/>
                  </a:moveTo>
                  <a:lnTo>
                    <a:pt x="2735" y="334836"/>
                  </a:lnTo>
                  <a:lnTo>
                    <a:pt x="0" y="352506"/>
                  </a:lnTo>
                  <a:close/>
                  <a:moveTo>
                    <a:pt x="410019" y="736415"/>
                  </a:moveTo>
                  <a:lnTo>
                    <a:pt x="399666" y="726074"/>
                  </a:lnTo>
                  <a:lnTo>
                    <a:pt x="378669" y="743780"/>
                  </a:lnTo>
                  <a:close/>
                  <a:moveTo>
                    <a:pt x="173041" y="473275"/>
                  </a:moveTo>
                  <a:lnTo>
                    <a:pt x="195061" y="457788"/>
                  </a:lnTo>
                  <a:lnTo>
                    <a:pt x="232875" y="476201"/>
                  </a:lnTo>
                  <a:close/>
                  <a:moveTo>
                    <a:pt x="282202" y="423421"/>
                  </a:moveTo>
                  <a:lnTo>
                    <a:pt x="279444" y="429530"/>
                  </a:lnTo>
                  <a:lnTo>
                    <a:pt x="292094" y="477360"/>
                  </a:lnTo>
                  <a:close/>
                  <a:moveTo>
                    <a:pt x="413929" y="586985"/>
                  </a:moveTo>
                  <a:lnTo>
                    <a:pt x="422600" y="591037"/>
                  </a:lnTo>
                  <a:lnTo>
                    <a:pt x="432609" y="557826"/>
                  </a:lnTo>
                  <a:close/>
                  <a:moveTo>
                    <a:pt x="433887" y="537028"/>
                  </a:moveTo>
                  <a:lnTo>
                    <a:pt x="446234" y="554825"/>
                  </a:lnTo>
                  <a:lnTo>
                    <a:pt x="451889" y="516503"/>
                  </a:lnTo>
                  <a:close/>
                  <a:moveTo>
                    <a:pt x="432817" y="553258"/>
                  </a:moveTo>
                  <a:lnTo>
                    <a:pt x="432609" y="557826"/>
                  </a:lnTo>
                  <a:lnTo>
                    <a:pt x="433887" y="537028"/>
                  </a:lnTo>
                  <a:close/>
                  <a:moveTo>
                    <a:pt x="282076" y="419954"/>
                  </a:moveTo>
                  <a:lnTo>
                    <a:pt x="276395" y="418127"/>
                  </a:lnTo>
                  <a:lnTo>
                    <a:pt x="280047" y="406238"/>
                  </a:lnTo>
                  <a:close/>
                  <a:moveTo>
                    <a:pt x="146085" y="225512"/>
                  </a:moveTo>
                  <a:lnTo>
                    <a:pt x="152131" y="265344"/>
                  </a:lnTo>
                  <a:lnTo>
                    <a:pt x="157934" y="276402"/>
                  </a:lnTo>
                  <a:close/>
                  <a:moveTo>
                    <a:pt x="554110" y="536075"/>
                  </a:moveTo>
                  <a:lnTo>
                    <a:pt x="544972" y="499320"/>
                  </a:lnTo>
                  <a:lnTo>
                    <a:pt x="541607" y="498207"/>
                  </a:lnTo>
                  <a:close/>
                  <a:moveTo>
                    <a:pt x="576888" y="521795"/>
                  </a:moveTo>
                  <a:lnTo>
                    <a:pt x="554110" y="536075"/>
                  </a:lnTo>
                  <a:lnTo>
                    <a:pt x="541607" y="498207"/>
                  </a:lnTo>
                  <a:close/>
                  <a:moveTo>
                    <a:pt x="550848" y="498218"/>
                  </a:moveTo>
                  <a:lnTo>
                    <a:pt x="576888" y="521795"/>
                  </a:lnTo>
                  <a:lnTo>
                    <a:pt x="541607" y="498207"/>
                  </a:lnTo>
                  <a:close/>
                  <a:moveTo>
                    <a:pt x="388893" y="300964"/>
                  </a:moveTo>
                  <a:lnTo>
                    <a:pt x="412639" y="305579"/>
                  </a:lnTo>
                  <a:lnTo>
                    <a:pt x="394177" y="298362"/>
                  </a:lnTo>
                  <a:close/>
                  <a:moveTo>
                    <a:pt x="384801" y="285663"/>
                  </a:moveTo>
                  <a:lnTo>
                    <a:pt x="394177" y="298362"/>
                  </a:lnTo>
                  <a:lnTo>
                    <a:pt x="373979" y="265173"/>
                  </a:lnTo>
                  <a:close/>
                  <a:moveTo>
                    <a:pt x="394177" y="298362"/>
                  </a:moveTo>
                  <a:lnTo>
                    <a:pt x="412639" y="305579"/>
                  </a:lnTo>
                  <a:lnTo>
                    <a:pt x="373979" y="265173"/>
                  </a:lnTo>
                  <a:close/>
                  <a:moveTo>
                    <a:pt x="388893" y="300964"/>
                  </a:moveTo>
                  <a:lnTo>
                    <a:pt x="394177" y="298362"/>
                  </a:lnTo>
                  <a:lnTo>
                    <a:pt x="396078" y="291955"/>
                  </a:lnTo>
                  <a:close/>
                  <a:moveTo>
                    <a:pt x="396078" y="291955"/>
                  </a:moveTo>
                  <a:lnTo>
                    <a:pt x="394177" y="298362"/>
                  </a:lnTo>
                  <a:lnTo>
                    <a:pt x="384801" y="285663"/>
                  </a:lnTo>
                  <a:close/>
                  <a:moveTo>
                    <a:pt x="358063" y="134158"/>
                  </a:moveTo>
                  <a:lnTo>
                    <a:pt x="361197" y="141324"/>
                  </a:lnTo>
                  <a:lnTo>
                    <a:pt x="372574" y="143740"/>
                  </a:lnTo>
                  <a:close/>
                  <a:moveTo>
                    <a:pt x="358063" y="134158"/>
                  </a:moveTo>
                  <a:lnTo>
                    <a:pt x="372574" y="143740"/>
                  </a:lnTo>
                  <a:lnTo>
                    <a:pt x="378044" y="127628"/>
                  </a:lnTo>
                  <a:close/>
                  <a:moveTo>
                    <a:pt x="378044" y="127628"/>
                  </a:moveTo>
                  <a:lnTo>
                    <a:pt x="380751" y="134158"/>
                  </a:lnTo>
                  <a:lnTo>
                    <a:pt x="361198" y="101208"/>
                  </a:lnTo>
                  <a:close/>
                  <a:moveTo>
                    <a:pt x="834143" y="431291"/>
                  </a:moveTo>
                  <a:lnTo>
                    <a:pt x="846238" y="450158"/>
                  </a:lnTo>
                  <a:lnTo>
                    <a:pt x="829497" y="442288"/>
                  </a:lnTo>
                  <a:close/>
                  <a:moveTo>
                    <a:pt x="866647" y="456611"/>
                  </a:moveTo>
                  <a:lnTo>
                    <a:pt x="858277" y="432975"/>
                  </a:lnTo>
                  <a:lnTo>
                    <a:pt x="846238" y="450158"/>
                  </a:lnTo>
                  <a:close/>
                  <a:moveTo>
                    <a:pt x="518356" y="26443"/>
                  </a:moveTo>
                  <a:lnTo>
                    <a:pt x="555683" y="41424"/>
                  </a:lnTo>
                  <a:lnTo>
                    <a:pt x="577850" y="28095"/>
                  </a:lnTo>
                  <a:close/>
                  <a:moveTo>
                    <a:pt x="779526" y="196924"/>
                  </a:moveTo>
                  <a:lnTo>
                    <a:pt x="775569" y="244888"/>
                  </a:lnTo>
                  <a:lnTo>
                    <a:pt x="775898" y="249200"/>
                  </a:lnTo>
                  <a:close/>
                  <a:moveTo>
                    <a:pt x="605200" y="11486"/>
                  </a:moveTo>
                  <a:lnTo>
                    <a:pt x="606679" y="28670"/>
                  </a:lnTo>
                  <a:lnTo>
                    <a:pt x="611358" y="28799"/>
                  </a:lnTo>
                  <a:close/>
                  <a:moveTo>
                    <a:pt x="636353" y="26045"/>
                  </a:moveTo>
                  <a:lnTo>
                    <a:pt x="611358" y="28799"/>
                  </a:lnTo>
                  <a:lnTo>
                    <a:pt x="668790" y="22746"/>
                  </a:lnTo>
                  <a:close/>
                  <a:moveTo>
                    <a:pt x="668790" y="22746"/>
                  </a:moveTo>
                  <a:lnTo>
                    <a:pt x="688439" y="0"/>
                  </a:lnTo>
                  <a:lnTo>
                    <a:pt x="636353" y="26045"/>
                  </a:lnTo>
                  <a:close/>
                  <a:moveTo>
                    <a:pt x="796899" y="141323"/>
                  </a:moveTo>
                  <a:lnTo>
                    <a:pt x="815769" y="149801"/>
                  </a:lnTo>
                  <a:lnTo>
                    <a:pt x="832127" y="163497"/>
                  </a:lnTo>
                  <a:close/>
                </a:path>
              </a:pathLst>
            </a:custGeom>
            <a:solidFill>
              <a:srgbClr val="B5C1C9"/>
            </a:solidFill>
            <a:ln w="1524">
              <a:solidFill>
                <a:srgbClr val="B5C1C9"/>
              </a:solidFill>
            </a:ln>
          </p:spPr>
        </p:sp>
        <p:sp>
          <p:nvSpPr>
            <p:cNvPr id="49" name="Input_density__48">
              <a:extLst>
                <a:ext uri="{FF2B5EF4-FFF2-40B4-BE49-F238E27FC236}">
                  <a16:creationId xmlns:a16="http://schemas.microsoft.com/office/drawing/2014/main" id="{53E5F31B-6114-AEF8-FA88-D1D9BD76A11A}"/>
                </a:ext>
              </a:extLst>
            </p:cNvPr>
            <p:cNvSpPr>
              <a:spLocks noGrp="1"/>
            </p:cNvSpPr>
            <p:nvPr/>
          </p:nvSpPr>
          <p:spPr>
            <a:xfrm>
              <a:off x="1500198" y="2822058"/>
              <a:ext cx="325778" cy="123685"/>
            </a:xfrm>
            <a:custGeom>
              <a:avLst/>
              <a:gdLst/>
              <a:ahLst/>
              <a:cxnLst/>
              <a:rect l="0" t="0" r="0" b="0"/>
              <a:pathLst>
                <a:path w="325778" h="123685">
                  <a:moveTo>
                    <a:pt x="40167" y="114284"/>
                  </a:moveTo>
                  <a:lnTo>
                    <a:pt x="0" y="119851"/>
                  </a:lnTo>
                  <a:lnTo>
                    <a:pt x="52669" y="123685"/>
                  </a:lnTo>
                  <a:close/>
                  <a:moveTo>
                    <a:pt x="325778" y="21698"/>
                  </a:moveTo>
                  <a:lnTo>
                    <a:pt x="292298" y="0"/>
                  </a:lnTo>
                  <a:lnTo>
                    <a:pt x="291947" y="2127"/>
                  </a:lnTo>
                  <a:close/>
                </a:path>
              </a:pathLst>
            </a:custGeom>
            <a:solidFill>
              <a:srgbClr val="D7DEE3"/>
            </a:solidFill>
            <a:ln w="1524">
              <a:solidFill>
                <a:srgbClr val="D7DEE3"/>
              </a:solidFill>
            </a:ln>
          </p:spPr>
        </p:sp>
        <p:sp>
          <p:nvSpPr>
            <p:cNvPr id="50" name="Input_density__49">
              <a:extLst>
                <a:ext uri="{FF2B5EF4-FFF2-40B4-BE49-F238E27FC236}">
                  <a16:creationId xmlns:a16="http://schemas.microsoft.com/office/drawing/2014/main" id="{1DF6CBF8-293C-B984-92FA-97EE839D3A7A}"/>
                </a:ext>
              </a:extLst>
            </p:cNvPr>
            <p:cNvSpPr>
              <a:spLocks noGrp="1"/>
            </p:cNvSpPr>
            <p:nvPr/>
          </p:nvSpPr>
          <p:spPr>
            <a:xfrm>
              <a:off x="939772" y="2353778"/>
              <a:ext cx="985520" cy="840952"/>
            </a:xfrm>
            <a:custGeom>
              <a:avLst/>
              <a:gdLst/>
              <a:ahLst/>
              <a:cxnLst/>
              <a:rect l="0" t="0" r="0" b="0"/>
              <a:pathLst>
                <a:path w="985520" h="840952">
                  <a:moveTo>
                    <a:pt x="10520" y="458465"/>
                  </a:moveTo>
                  <a:lnTo>
                    <a:pt x="5994" y="490490"/>
                  </a:lnTo>
                  <a:lnTo>
                    <a:pt x="26969" y="472706"/>
                  </a:lnTo>
                  <a:close/>
                  <a:moveTo>
                    <a:pt x="332229" y="789260"/>
                  </a:moveTo>
                  <a:lnTo>
                    <a:pt x="373883" y="808831"/>
                  </a:lnTo>
                  <a:lnTo>
                    <a:pt x="347902" y="772077"/>
                  </a:lnTo>
                  <a:close/>
                  <a:moveTo>
                    <a:pt x="376816" y="812481"/>
                  </a:moveTo>
                  <a:lnTo>
                    <a:pt x="358699" y="840952"/>
                  </a:lnTo>
                  <a:lnTo>
                    <a:pt x="414533" y="828922"/>
                  </a:lnTo>
                  <a:close/>
                  <a:moveTo>
                    <a:pt x="325593" y="745543"/>
                  </a:moveTo>
                  <a:lnTo>
                    <a:pt x="316144" y="740780"/>
                  </a:lnTo>
                  <a:lnTo>
                    <a:pt x="347902" y="772077"/>
                  </a:lnTo>
                  <a:close/>
                  <a:moveTo>
                    <a:pt x="278172" y="699816"/>
                  </a:moveTo>
                  <a:lnTo>
                    <a:pt x="315124" y="735322"/>
                  </a:lnTo>
                  <a:lnTo>
                    <a:pt x="280512" y="701570"/>
                  </a:lnTo>
                  <a:close/>
                  <a:moveTo>
                    <a:pt x="278172" y="699816"/>
                  </a:moveTo>
                  <a:lnTo>
                    <a:pt x="316144" y="740780"/>
                  </a:lnTo>
                  <a:lnTo>
                    <a:pt x="315124" y="735322"/>
                  </a:lnTo>
                  <a:close/>
                  <a:moveTo>
                    <a:pt x="0" y="421710"/>
                  </a:moveTo>
                  <a:lnTo>
                    <a:pt x="10520" y="458465"/>
                  </a:lnTo>
                  <a:lnTo>
                    <a:pt x="21579" y="441282"/>
                  </a:lnTo>
                  <a:close/>
                  <a:moveTo>
                    <a:pt x="315124" y="735322"/>
                  </a:moveTo>
                  <a:lnTo>
                    <a:pt x="316144" y="740780"/>
                  </a:lnTo>
                  <a:lnTo>
                    <a:pt x="325593" y="745543"/>
                  </a:lnTo>
                  <a:close/>
                  <a:moveTo>
                    <a:pt x="277692" y="698567"/>
                  </a:moveTo>
                  <a:lnTo>
                    <a:pt x="278172" y="699816"/>
                  </a:lnTo>
                  <a:lnTo>
                    <a:pt x="280512" y="701570"/>
                  </a:lnTo>
                  <a:close/>
                  <a:moveTo>
                    <a:pt x="471153" y="819832"/>
                  </a:moveTo>
                  <a:lnTo>
                    <a:pt x="440580" y="791648"/>
                  </a:lnTo>
                  <a:lnTo>
                    <a:pt x="414533" y="828922"/>
                  </a:lnTo>
                  <a:close/>
                  <a:moveTo>
                    <a:pt x="376337" y="763680"/>
                  </a:moveTo>
                  <a:lnTo>
                    <a:pt x="325593" y="745543"/>
                  </a:lnTo>
                  <a:lnTo>
                    <a:pt x="347902" y="772077"/>
                  </a:lnTo>
                  <a:close/>
                  <a:moveTo>
                    <a:pt x="328613" y="730644"/>
                  </a:moveTo>
                  <a:lnTo>
                    <a:pt x="325593" y="745543"/>
                  </a:lnTo>
                  <a:lnTo>
                    <a:pt x="376337" y="763680"/>
                  </a:lnTo>
                  <a:close/>
                  <a:moveTo>
                    <a:pt x="376197" y="719047"/>
                  </a:moveTo>
                  <a:lnTo>
                    <a:pt x="328613" y="730644"/>
                  </a:lnTo>
                  <a:lnTo>
                    <a:pt x="376337" y="763680"/>
                  </a:lnTo>
                  <a:close/>
                  <a:moveTo>
                    <a:pt x="315124" y="735322"/>
                  </a:moveTo>
                  <a:lnTo>
                    <a:pt x="325593" y="745543"/>
                  </a:lnTo>
                  <a:lnTo>
                    <a:pt x="328613" y="730644"/>
                  </a:lnTo>
                  <a:close/>
                  <a:moveTo>
                    <a:pt x="282124" y="696603"/>
                  </a:moveTo>
                  <a:lnTo>
                    <a:pt x="280512" y="701570"/>
                  </a:lnTo>
                  <a:lnTo>
                    <a:pt x="332510" y="681383"/>
                  </a:lnTo>
                  <a:close/>
                  <a:moveTo>
                    <a:pt x="280512" y="701570"/>
                  </a:moveTo>
                  <a:lnTo>
                    <a:pt x="315124" y="735322"/>
                  </a:lnTo>
                  <a:lnTo>
                    <a:pt x="332510" y="681383"/>
                  </a:lnTo>
                  <a:close/>
                  <a:moveTo>
                    <a:pt x="332510" y="681383"/>
                  </a:moveTo>
                  <a:lnTo>
                    <a:pt x="315124" y="735322"/>
                  </a:lnTo>
                  <a:lnTo>
                    <a:pt x="334584" y="682952"/>
                  </a:lnTo>
                  <a:close/>
                  <a:moveTo>
                    <a:pt x="334584" y="682952"/>
                  </a:moveTo>
                  <a:lnTo>
                    <a:pt x="315124" y="735322"/>
                  </a:lnTo>
                  <a:lnTo>
                    <a:pt x="328613" y="730644"/>
                  </a:lnTo>
                  <a:close/>
                  <a:moveTo>
                    <a:pt x="277692" y="698567"/>
                  </a:moveTo>
                  <a:lnTo>
                    <a:pt x="280512" y="701570"/>
                  </a:lnTo>
                  <a:lnTo>
                    <a:pt x="282124" y="696603"/>
                  </a:lnTo>
                  <a:close/>
                  <a:moveTo>
                    <a:pt x="286443" y="644628"/>
                  </a:moveTo>
                  <a:lnTo>
                    <a:pt x="282124" y="696603"/>
                  </a:lnTo>
                  <a:lnTo>
                    <a:pt x="291481" y="646375"/>
                  </a:lnTo>
                  <a:close/>
                  <a:moveTo>
                    <a:pt x="277692" y="698567"/>
                  </a:moveTo>
                  <a:lnTo>
                    <a:pt x="282124" y="696603"/>
                  </a:lnTo>
                  <a:lnTo>
                    <a:pt x="286443" y="644628"/>
                  </a:lnTo>
                  <a:close/>
                  <a:moveTo>
                    <a:pt x="157056" y="489140"/>
                  </a:moveTo>
                  <a:lnTo>
                    <a:pt x="178102" y="497608"/>
                  </a:lnTo>
                  <a:lnTo>
                    <a:pt x="176523" y="504543"/>
                  </a:lnTo>
                  <a:close/>
                  <a:moveTo>
                    <a:pt x="440580" y="791648"/>
                  </a:moveTo>
                  <a:lnTo>
                    <a:pt x="482313" y="821194"/>
                  </a:lnTo>
                  <a:lnTo>
                    <a:pt x="436466" y="786631"/>
                  </a:lnTo>
                  <a:close/>
                  <a:moveTo>
                    <a:pt x="332510" y="681383"/>
                  </a:moveTo>
                  <a:lnTo>
                    <a:pt x="334584" y="682952"/>
                  </a:lnTo>
                  <a:lnTo>
                    <a:pt x="334685" y="680960"/>
                  </a:lnTo>
                  <a:close/>
                  <a:moveTo>
                    <a:pt x="334685" y="680960"/>
                  </a:moveTo>
                  <a:lnTo>
                    <a:pt x="328575" y="660486"/>
                  </a:lnTo>
                  <a:lnTo>
                    <a:pt x="332510" y="681383"/>
                  </a:lnTo>
                  <a:close/>
                  <a:moveTo>
                    <a:pt x="291481" y="646375"/>
                  </a:moveTo>
                  <a:lnTo>
                    <a:pt x="309583" y="644628"/>
                  </a:lnTo>
                  <a:lnTo>
                    <a:pt x="291417" y="644300"/>
                  </a:lnTo>
                  <a:close/>
                  <a:moveTo>
                    <a:pt x="334685" y="680960"/>
                  </a:moveTo>
                  <a:lnTo>
                    <a:pt x="334584" y="682952"/>
                  </a:lnTo>
                  <a:lnTo>
                    <a:pt x="336070" y="681383"/>
                  </a:lnTo>
                  <a:close/>
                  <a:moveTo>
                    <a:pt x="334685" y="680960"/>
                  </a:moveTo>
                  <a:lnTo>
                    <a:pt x="336070" y="681383"/>
                  </a:lnTo>
                  <a:lnTo>
                    <a:pt x="328575" y="660486"/>
                  </a:lnTo>
                  <a:close/>
                  <a:moveTo>
                    <a:pt x="286443" y="644628"/>
                  </a:moveTo>
                  <a:lnTo>
                    <a:pt x="291481" y="646375"/>
                  </a:lnTo>
                  <a:lnTo>
                    <a:pt x="291417" y="644300"/>
                  </a:lnTo>
                  <a:close/>
                  <a:moveTo>
                    <a:pt x="228286" y="489549"/>
                  </a:moveTo>
                  <a:lnTo>
                    <a:pt x="231172" y="449255"/>
                  </a:lnTo>
                  <a:lnTo>
                    <a:pt x="234477" y="497608"/>
                  </a:lnTo>
                  <a:close/>
                  <a:moveTo>
                    <a:pt x="234477" y="497608"/>
                  </a:moveTo>
                  <a:lnTo>
                    <a:pt x="231172" y="449255"/>
                  </a:lnTo>
                  <a:lnTo>
                    <a:pt x="232924" y="443670"/>
                  </a:lnTo>
                  <a:close/>
                  <a:moveTo>
                    <a:pt x="226345" y="446380"/>
                  </a:moveTo>
                  <a:lnTo>
                    <a:pt x="213654" y="479967"/>
                  </a:lnTo>
                  <a:lnTo>
                    <a:pt x="234477" y="497608"/>
                  </a:lnTo>
                  <a:close/>
                  <a:moveTo>
                    <a:pt x="232924" y="443670"/>
                  </a:moveTo>
                  <a:lnTo>
                    <a:pt x="226345" y="446380"/>
                  </a:lnTo>
                  <a:lnTo>
                    <a:pt x="234477" y="497608"/>
                  </a:lnTo>
                  <a:close/>
                  <a:moveTo>
                    <a:pt x="194817" y="460853"/>
                  </a:moveTo>
                  <a:lnTo>
                    <a:pt x="213654" y="479967"/>
                  </a:lnTo>
                  <a:lnTo>
                    <a:pt x="226345" y="446380"/>
                  </a:lnTo>
                  <a:close/>
                  <a:moveTo>
                    <a:pt x="231172" y="449255"/>
                  </a:moveTo>
                  <a:lnTo>
                    <a:pt x="228286" y="489549"/>
                  </a:lnTo>
                  <a:lnTo>
                    <a:pt x="224508" y="480425"/>
                  </a:lnTo>
                  <a:close/>
                  <a:moveTo>
                    <a:pt x="194817" y="460853"/>
                  </a:moveTo>
                  <a:lnTo>
                    <a:pt x="226345" y="446380"/>
                  </a:lnTo>
                  <a:lnTo>
                    <a:pt x="170996" y="445053"/>
                  </a:lnTo>
                  <a:close/>
                  <a:moveTo>
                    <a:pt x="170996" y="445053"/>
                  </a:moveTo>
                  <a:lnTo>
                    <a:pt x="226345" y="446380"/>
                  </a:lnTo>
                  <a:lnTo>
                    <a:pt x="228722" y="440096"/>
                  </a:lnTo>
                  <a:close/>
                  <a:moveTo>
                    <a:pt x="226345" y="446380"/>
                  </a:moveTo>
                  <a:lnTo>
                    <a:pt x="232924" y="443670"/>
                  </a:lnTo>
                  <a:lnTo>
                    <a:pt x="245039" y="413523"/>
                  </a:lnTo>
                  <a:close/>
                  <a:moveTo>
                    <a:pt x="231172" y="449255"/>
                  </a:moveTo>
                  <a:lnTo>
                    <a:pt x="224508" y="480425"/>
                  </a:lnTo>
                  <a:lnTo>
                    <a:pt x="231206" y="442428"/>
                  </a:lnTo>
                  <a:close/>
                  <a:moveTo>
                    <a:pt x="232924" y="443670"/>
                  </a:moveTo>
                  <a:lnTo>
                    <a:pt x="231172" y="449255"/>
                  </a:lnTo>
                  <a:lnTo>
                    <a:pt x="231206" y="442428"/>
                  </a:lnTo>
                  <a:close/>
                  <a:moveTo>
                    <a:pt x="257017" y="421310"/>
                  </a:moveTo>
                  <a:lnTo>
                    <a:pt x="232924" y="443670"/>
                  </a:lnTo>
                  <a:lnTo>
                    <a:pt x="231206" y="442428"/>
                  </a:lnTo>
                  <a:close/>
                  <a:moveTo>
                    <a:pt x="544932" y="629833"/>
                  </a:moveTo>
                  <a:lnTo>
                    <a:pt x="554816" y="612650"/>
                  </a:lnTo>
                  <a:lnTo>
                    <a:pt x="547156" y="593078"/>
                  </a:lnTo>
                  <a:close/>
                  <a:moveTo>
                    <a:pt x="270639" y="281855"/>
                  </a:moveTo>
                  <a:lnTo>
                    <a:pt x="238051" y="257874"/>
                  </a:lnTo>
                  <a:lnTo>
                    <a:pt x="234357" y="262283"/>
                  </a:lnTo>
                  <a:close/>
                  <a:moveTo>
                    <a:pt x="270639" y="281855"/>
                  </a:moveTo>
                  <a:lnTo>
                    <a:pt x="234357" y="262283"/>
                  </a:lnTo>
                  <a:lnTo>
                    <a:pt x="245915" y="299038"/>
                  </a:lnTo>
                  <a:close/>
                  <a:moveTo>
                    <a:pt x="615482" y="521956"/>
                  </a:moveTo>
                  <a:lnTo>
                    <a:pt x="580983" y="500275"/>
                  </a:lnTo>
                  <a:lnTo>
                    <a:pt x="557764" y="509672"/>
                  </a:lnTo>
                  <a:close/>
                  <a:moveTo>
                    <a:pt x="563640" y="485201"/>
                  </a:moveTo>
                  <a:lnTo>
                    <a:pt x="557764" y="509672"/>
                  </a:lnTo>
                  <a:lnTo>
                    <a:pt x="580983" y="500275"/>
                  </a:lnTo>
                  <a:close/>
                  <a:moveTo>
                    <a:pt x="563640" y="485201"/>
                  </a:moveTo>
                  <a:lnTo>
                    <a:pt x="550923" y="502385"/>
                  </a:lnTo>
                  <a:lnTo>
                    <a:pt x="557764" y="509672"/>
                  </a:lnTo>
                  <a:close/>
                  <a:moveTo>
                    <a:pt x="537266" y="465630"/>
                  </a:moveTo>
                  <a:lnTo>
                    <a:pt x="550923" y="502385"/>
                  </a:lnTo>
                  <a:lnTo>
                    <a:pt x="563640" y="485201"/>
                  </a:lnTo>
                  <a:close/>
                  <a:moveTo>
                    <a:pt x="537266" y="465630"/>
                  </a:moveTo>
                  <a:lnTo>
                    <a:pt x="563640" y="485201"/>
                  </a:lnTo>
                  <a:lnTo>
                    <a:pt x="535954" y="448446"/>
                  </a:lnTo>
                  <a:close/>
                  <a:moveTo>
                    <a:pt x="682432" y="534216"/>
                  </a:moveTo>
                  <a:lnTo>
                    <a:pt x="694562" y="541528"/>
                  </a:lnTo>
                  <a:lnTo>
                    <a:pt x="660106" y="516522"/>
                  </a:lnTo>
                  <a:close/>
                  <a:moveTo>
                    <a:pt x="630124" y="469061"/>
                  </a:moveTo>
                  <a:lnTo>
                    <a:pt x="615482" y="521956"/>
                  </a:lnTo>
                  <a:lnTo>
                    <a:pt x="624100" y="518706"/>
                  </a:lnTo>
                  <a:close/>
                  <a:moveTo>
                    <a:pt x="585269" y="468018"/>
                  </a:moveTo>
                  <a:lnTo>
                    <a:pt x="563640" y="485201"/>
                  </a:lnTo>
                  <a:lnTo>
                    <a:pt x="580983" y="500275"/>
                  </a:lnTo>
                  <a:close/>
                  <a:moveTo>
                    <a:pt x="585269" y="468018"/>
                  </a:moveTo>
                  <a:lnTo>
                    <a:pt x="535954" y="448446"/>
                  </a:lnTo>
                  <a:lnTo>
                    <a:pt x="563640" y="485201"/>
                  </a:lnTo>
                  <a:close/>
                  <a:moveTo>
                    <a:pt x="691140" y="487590"/>
                  </a:moveTo>
                  <a:lnTo>
                    <a:pt x="685070" y="450835"/>
                  </a:lnTo>
                  <a:lnTo>
                    <a:pt x="685332" y="451266"/>
                  </a:lnTo>
                  <a:close/>
                  <a:moveTo>
                    <a:pt x="886204" y="489978"/>
                  </a:moveTo>
                  <a:lnTo>
                    <a:pt x="900984" y="536046"/>
                  </a:lnTo>
                  <a:lnTo>
                    <a:pt x="923213" y="522949"/>
                  </a:lnTo>
                  <a:close/>
                  <a:moveTo>
                    <a:pt x="886204" y="489978"/>
                  </a:moveTo>
                  <a:lnTo>
                    <a:pt x="867601" y="507161"/>
                  </a:lnTo>
                  <a:lnTo>
                    <a:pt x="900984" y="536046"/>
                  </a:lnTo>
                  <a:close/>
                  <a:moveTo>
                    <a:pt x="778746" y="379713"/>
                  </a:moveTo>
                  <a:lnTo>
                    <a:pt x="754048" y="360405"/>
                  </a:lnTo>
                  <a:lnTo>
                    <a:pt x="753173" y="360141"/>
                  </a:lnTo>
                  <a:close/>
                  <a:moveTo>
                    <a:pt x="613490" y="112404"/>
                  </a:moveTo>
                  <a:lnTo>
                    <a:pt x="580068" y="85673"/>
                  </a:lnTo>
                  <a:lnTo>
                    <a:pt x="557111" y="122397"/>
                  </a:lnTo>
                  <a:close/>
                  <a:moveTo>
                    <a:pt x="929764" y="526733"/>
                  </a:moveTo>
                  <a:lnTo>
                    <a:pt x="959293" y="509550"/>
                  </a:lnTo>
                  <a:lnTo>
                    <a:pt x="923213" y="522949"/>
                  </a:lnTo>
                  <a:close/>
                  <a:moveTo>
                    <a:pt x="923213" y="522949"/>
                  </a:moveTo>
                  <a:lnTo>
                    <a:pt x="918157" y="472795"/>
                  </a:lnTo>
                  <a:lnTo>
                    <a:pt x="886204" y="489978"/>
                  </a:lnTo>
                  <a:close/>
                  <a:moveTo>
                    <a:pt x="878773" y="481371"/>
                  </a:moveTo>
                  <a:lnTo>
                    <a:pt x="853874" y="440256"/>
                  </a:lnTo>
                  <a:lnTo>
                    <a:pt x="860909" y="453223"/>
                  </a:lnTo>
                  <a:close/>
                  <a:moveTo>
                    <a:pt x="797875" y="289020"/>
                  </a:moveTo>
                  <a:lnTo>
                    <a:pt x="815365" y="337323"/>
                  </a:lnTo>
                  <a:lnTo>
                    <a:pt x="825643" y="311095"/>
                  </a:lnTo>
                  <a:close/>
                  <a:moveTo>
                    <a:pt x="795206" y="342958"/>
                  </a:moveTo>
                  <a:lnTo>
                    <a:pt x="815365" y="337323"/>
                  </a:lnTo>
                  <a:lnTo>
                    <a:pt x="797875" y="289020"/>
                  </a:lnTo>
                  <a:close/>
                  <a:moveTo>
                    <a:pt x="614798" y="68490"/>
                  </a:moveTo>
                  <a:lnTo>
                    <a:pt x="613490" y="112404"/>
                  </a:lnTo>
                  <a:lnTo>
                    <a:pt x="627904" y="70087"/>
                  </a:lnTo>
                  <a:close/>
                  <a:moveTo>
                    <a:pt x="614798" y="68490"/>
                  </a:moveTo>
                  <a:lnTo>
                    <a:pt x="580068" y="85673"/>
                  </a:lnTo>
                  <a:lnTo>
                    <a:pt x="613490" y="112404"/>
                  </a:lnTo>
                  <a:close/>
                  <a:moveTo>
                    <a:pt x="614798" y="68490"/>
                  </a:moveTo>
                  <a:lnTo>
                    <a:pt x="595851" y="48918"/>
                  </a:lnTo>
                  <a:lnTo>
                    <a:pt x="580068" y="85673"/>
                  </a:lnTo>
                  <a:close/>
                  <a:moveTo>
                    <a:pt x="627904" y="70087"/>
                  </a:moveTo>
                  <a:lnTo>
                    <a:pt x="613490" y="112404"/>
                  </a:lnTo>
                  <a:lnTo>
                    <a:pt x="669529" y="101139"/>
                  </a:lnTo>
                  <a:close/>
                  <a:moveTo>
                    <a:pt x="985520" y="438911"/>
                  </a:moveTo>
                  <a:lnTo>
                    <a:pt x="951097" y="436040"/>
                  </a:lnTo>
                  <a:lnTo>
                    <a:pt x="952261" y="459193"/>
                  </a:lnTo>
                  <a:close/>
                  <a:moveTo>
                    <a:pt x="825388" y="271836"/>
                  </a:moveTo>
                  <a:lnTo>
                    <a:pt x="797875" y="289020"/>
                  </a:lnTo>
                  <a:lnTo>
                    <a:pt x="825643" y="311095"/>
                  </a:lnTo>
                  <a:close/>
                  <a:moveTo>
                    <a:pt x="676687" y="105245"/>
                  </a:moveTo>
                  <a:lnTo>
                    <a:pt x="722680" y="90014"/>
                  </a:lnTo>
                  <a:lnTo>
                    <a:pt x="669529" y="101139"/>
                  </a:lnTo>
                  <a:close/>
                  <a:moveTo>
                    <a:pt x="669529" y="101139"/>
                  </a:moveTo>
                  <a:lnTo>
                    <a:pt x="722680" y="90014"/>
                  </a:lnTo>
                  <a:lnTo>
                    <a:pt x="724505" y="85902"/>
                  </a:lnTo>
                  <a:close/>
                  <a:moveTo>
                    <a:pt x="669529" y="101139"/>
                  </a:moveTo>
                  <a:lnTo>
                    <a:pt x="724505" y="85902"/>
                  </a:lnTo>
                  <a:lnTo>
                    <a:pt x="683478" y="57085"/>
                  </a:lnTo>
                  <a:close/>
                  <a:moveTo>
                    <a:pt x="629291" y="67015"/>
                  </a:moveTo>
                  <a:lnTo>
                    <a:pt x="614798" y="68490"/>
                  </a:lnTo>
                  <a:lnTo>
                    <a:pt x="627904" y="70087"/>
                  </a:lnTo>
                  <a:close/>
                  <a:moveTo>
                    <a:pt x="627904" y="70087"/>
                  </a:moveTo>
                  <a:lnTo>
                    <a:pt x="674016" y="51306"/>
                  </a:lnTo>
                  <a:lnTo>
                    <a:pt x="629291" y="67015"/>
                  </a:lnTo>
                  <a:close/>
                  <a:moveTo>
                    <a:pt x="669529" y="101139"/>
                  </a:moveTo>
                  <a:lnTo>
                    <a:pt x="683478" y="57085"/>
                  </a:lnTo>
                  <a:lnTo>
                    <a:pt x="627904" y="70087"/>
                  </a:lnTo>
                  <a:close/>
                  <a:moveTo>
                    <a:pt x="883080" y="181143"/>
                  </a:moveTo>
                  <a:lnTo>
                    <a:pt x="916039" y="220158"/>
                  </a:lnTo>
                  <a:lnTo>
                    <a:pt x="917432" y="212709"/>
                  </a:lnTo>
                  <a:close/>
                  <a:moveTo>
                    <a:pt x="883080" y="181143"/>
                  </a:moveTo>
                  <a:lnTo>
                    <a:pt x="873916" y="174588"/>
                  </a:lnTo>
                  <a:lnTo>
                    <a:pt x="853488" y="194419"/>
                  </a:lnTo>
                  <a:close/>
                  <a:moveTo>
                    <a:pt x="847132" y="144388"/>
                  </a:moveTo>
                  <a:lnTo>
                    <a:pt x="853488" y="194419"/>
                  </a:lnTo>
                  <a:lnTo>
                    <a:pt x="873916" y="174588"/>
                  </a:lnTo>
                  <a:close/>
                  <a:moveTo>
                    <a:pt x="826161" y="120617"/>
                  </a:moveTo>
                  <a:lnTo>
                    <a:pt x="804596" y="122342"/>
                  </a:lnTo>
                  <a:lnTo>
                    <a:pt x="847132" y="144388"/>
                  </a:lnTo>
                  <a:close/>
                  <a:moveTo>
                    <a:pt x="760248" y="34123"/>
                  </a:moveTo>
                  <a:lnTo>
                    <a:pt x="724505" y="85902"/>
                  </a:lnTo>
                  <a:lnTo>
                    <a:pt x="736809" y="88061"/>
                  </a:lnTo>
                  <a:close/>
                  <a:moveTo>
                    <a:pt x="760248" y="34123"/>
                  </a:moveTo>
                  <a:lnTo>
                    <a:pt x="736809" y="88061"/>
                  </a:lnTo>
                  <a:lnTo>
                    <a:pt x="763246" y="70878"/>
                  </a:lnTo>
                  <a:close/>
                  <a:moveTo>
                    <a:pt x="686950" y="47227"/>
                  </a:moveTo>
                  <a:lnTo>
                    <a:pt x="644505" y="35947"/>
                  </a:lnTo>
                  <a:lnTo>
                    <a:pt x="674016" y="51306"/>
                  </a:lnTo>
                  <a:close/>
                  <a:moveTo>
                    <a:pt x="686950" y="47227"/>
                  </a:moveTo>
                  <a:lnTo>
                    <a:pt x="713559" y="7936"/>
                  </a:lnTo>
                  <a:lnTo>
                    <a:pt x="685877" y="3352"/>
                  </a:lnTo>
                  <a:close/>
                  <a:moveTo>
                    <a:pt x="685877" y="3352"/>
                  </a:moveTo>
                  <a:lnTo>
                    <a:pt x="701529" y="0"/>
                  </a:lnTo>
                  <a:lnTo>
                    <a:pt x="669229" y="3809"/>
                  </a:lnTo>
                  <a:close/>
                  <a:moveTo>
                    <a:pt x="685877" y="3352"/>
                  </a:moveTo>
                  <a:lnTo>
                    <a:pt x="713559" y="7936"/>
                  </a:lnTo>
                  <a:lnTo>
                    <a:pt x="701529" y="0"/>
                  </a:lnTo>
                  <a:close/>
                  <a:moveTo>
                    <a:pt x="883080" y="181143"/>
                  </a:moveTo>
                  <a:lnTo>
                    <a:pt x="917432" y="212709"/>
                  </a:lnTo>
                  <a:lnTo>
                    <a:pt x="929491" y="164475"/>
                  </a:lnTo>
                  <a:close/>
                  <a:moveTo>
                    <a:pt x="885121" y="128711"/>
                  </a:moveTo>
                  <a:lnTo>
                    <a:pt x="873916" y="174588"/>
                  </a:lnTo>
                  <a:lnTo>
                    <a:pt x="908547" y="127205"/>
                  </a:lnTo>
                  <a:close/>
                  <a:moveTo>
                    <a:pt x="873916" y="174588"/>
                  </a:moveTo>
                  <a:lnTo>
                    <a:pt x="883080" y="181143"/>
                  </a:lnTo>
                  <a:lnTo>
                    <a:pt x="908547" y="127205"/>
                  </a:lnTo>
                  <a:close/>
                  <a:moveTo>
                    <a:pt x="908547" y="127205"/>
                  </a:moveTo>
                  <a:lnTo>
                    <a:pt x="883080" y="181143"/>
                  </a:lnTo>
                  <a:lnTo>
                    <a:pt x="927081" y="152581"/>
                  </a:lnTo>
                  <a:close/>
                  <a:moveTo>
                    <a:pt x="847132" y="144388"/>
                  </a:moveTo>
                  <a:lnTo>
                    <a:pt x="873916" y="174588"/>
                  </a:lnTo>
                  <a:lnTo>
                    <a:pt x="885121" y="128711"/>
                  </a:lnTo>
                  <a:close/>
                  <a:moveTo>
                    <a:pt x="841481" y="92355"/>
                  </a:moveTo>
                  <a:lnTo>
                    <a:pt x="826161" y="120617"/>
                  </a:lnTo>
                  <a:lnTo>
                    <a:pt x="850694" y="90450"/>
                  </a:lnTo>
                  <a:close/>
                  <a:moveTo>
                    <a:pt x="826161" y="120617"/>
                  </a:moveTo>
                  <a:lnTo>
                    <a:pt x="847132" y="144388"/>
                  </a:lnTo>
                  <a:lnTo>
                    <a:pt x="850694" y="90450"/>
                  </a:lnTo>
                  <a:close/>
                  <a:moveTo>
                    <a:pt x="850694" y="90450"/>
                  </a:moveTo>
                  <a:lnTo>
                    <a:pt x="847132" y="144388"/>
                  </a:lnTo>
                  <a:lnTo>
                    <a:pt x="883836" y="115467"/>
                  </a:lnTo>
                  <a:close/>
                  <a:moveTo>
                    <a:pt x="883836" y="115467"/>
                  </a:moveTo>
                  <a:lnTo>
                    <a:pt x="847132" y="144388"/>
                  </a:lnTo>
                  <a:lnTo>
                    <a:pt x="885121" y="128711"/>
                  </a:lnTo>
                  <a:close/>
                  <a:moveTo>
                    <a:pt x="811241" y="107633"/>
                  </a:moveTo>
                  <a:lnTo>
                    <a:pt x="826161" y="120617"/>
                  </a:lnTo>
                  <a:lnTo>
                    <a:pt x="841481" y="92355"/>
                  </a:lnTo>
                  <a:close/>
                  <a:moveTo>
                    <a:pt x="811241" y="107633"/>
                  </a:moveTo>
                  <a:lnTo>
                    <a:pt x="841481" y="92355"/>
                  </a:lnTo>
                  <a:lnTo>
                    <a:pt x="783510" y="85729"/>
                  </a:lnTo>
                  <a:close/>
                  <a:moveTo>
                    <a:pt x="783510" y="85729"/>
                  </a:moveTo>
                  <a:lnTo>
                    <a:pt x="841481" y="92355"/>
                  </a:lnTo>
                  <a:lnTo>
                    <a:pt x="843349" y="88669"/>
                  </a:lnTo>
                  <a:close/>
                </a:path>
              </a:pathLst>
            </a:custGeom>
            <a:solidFill>
              <a:srgbClr val="C9D2D8"/>
            </a:solidFill>
            <a:ln w="1524">
              <a:solidFill>
                <a:srgbClr val="C9D2D8"/>
              </a:solidFill>
            </a:ln>
          </p:spPr>
        </p:sp>
        <p:sp>
          <p:nvSpPr>
            <p:cNvPr id="51" name="Input_density__50">
              <a:extLst>
                <a:ext uri="{FF2B5EF4-FFF2-40B4-BE49-F238E27FC236}">
                  <a16:creationId xmlns:a16="http://schemas.microsoft.com/office/drawing/2014/main" id="{05169599-A020-E05F-FC8C-68965EB6C855}"/>
                </a:ext>
              </a:extLst>
            </p:cNvPr>
            <p:cNvSpPr>
              <a:spLocks noGrp="1"/>
            </p:cNvSpPr>
            <p:nvPr/>
          </p:nvSpPr>
          <p:spPr>
            <a:xfrm>
              <a:off x="935448" y="2354192"/>
              <a:ext cx="963616" cy="828508"/>
            </a:xfrm>
            <a:custGeom>
              <a:avLst/>
              <a:gdLst/>
              <a:ahLst/>
              <a:cxnLst/>
              <a:rect l="0" t="0" r="0" b="0"/>
              <a:pathLst>
                <a:path w="963616" h="828508">
                  <a:moveTo>
                    <a:pt x="14844" y="458051"/>
                  </a:moveTo>
                  <a:lnTo>
                    <a:pt x="4324" y="421296"/>
                  </a:lnTo>
                  <a:lnTo>
                    <a:pt x="0" y="475235"/>
                  </a:lnTo>
                  <a:close/>
                  <a:moveTo>
                    <a:pt x="352640" y="825601"/>
                  </a:moveTo>
                  <a:lnTo>
                    <a:pt x="381139" y="812067"/>
                  </a:lnTo>
                  <a:lnTo>
                    <a:pt x="378206" y="808418"/>
                  </a:lnTo>
                  <a:close/>
                  <a:moveTo>
                    <a:pt x="4324" y="421296"/>
                  </a:moveTo>
                  <a:lnTo>
                    <a:pt x="25903" y="440868"/>
                  </a:lnTo>
                  <a:lnTo>
                    <a:pt x="17258" y="404113"/>
                  </a:lnTo>
                  <a:close/>
                  <a:moveTo>
                    <a:pt x="31572" y="377126"/>
                  </a:moveTo>
                  <a:lnTo>
                    <a:pt x="4324" y="421296"/>
                  </a:lnTo>
                  <a:lnTo>
                    <a:pt x="17258" y="404113"/>
                  </a:lnTo>
                  <a:close/>
                  <a:moveTo>
                    <a:pt x="31572" y="377126"/>
                  </a:moveTo>
                  <a:lnTo>
                    <a:pt x="13183" y="404584"/>
                  </a:lnTo>
                  <a:lnTo>
                    <a:pt x="4324" y="421296"/>
                  </a:lnTo>
                  <a:close/>
                  <a:moveTo>
                    <a:pt x="378206" y="808418"/>
                  </a:moveTo>
                  <a:lnTo>
                    <a:pt x="381139" y="812067"/>
                  </a:lnTo>
                  <a:lnTo>
                    <a:pt x="381602" y="807248"/>
                  </a:lnTo>
                  <a:close/>
                  <a:moveTo>
                    <a:pt x="352225" y="771663"/>
                  </a:moveTo>
                  <a:lnTo>
                    <a:pt x="381602" y="807248"/>
                  </a:lnTo>
                  <a:lnTo>
                    <a:pt x="380661" y="763266"/>
                  </a:lnTo>
                  <a:close/>
                  <a:moveTo>
                    <a:pt x="352225" y="771663"/>
                  </a:moveTo>
                  <a:lnTo>
                    <a:pt x="378206" y="808418"/>
                  </a:lnTo>
                  <a:lnTo>
                    <a:pt x="381602" y="807248"/>
                  </a:lnTo>
                  <a:close/>
                  <a:moveTo>
                    <a:pt x="428495" y="796213"/>
                  </a:moveTo>
                  <a:lnTo>
                    <a:pt x="381139" y="812067"/>
                  </a:lnTo>
                  <a:lnTo>
                    <a:pt x="418856" y="828508"/>
                  </a:lnTo>
                  <a:close/>
                  <a:moveTo>
                    <a:pt x="428495" y="796213"/>
                  </a:moveTo>
                  <a:lnTo>
                    <a:pt x="381602" y="807248"/>
                  </a:lnTo>
                  <a:lnTo>
                    <a:pt x="381139" y="812067"/>
                  </a:lnTo>
                  <a:close/>
                  <a:moveTo>
                    <a:pt x="381602" y="807248"/>
                  </a:moveTo>
                  <a:lnTo>
                    <a:pt x="428495" y="796213"/>
                  </a:lnTo>
                  <a:lnTo>
                    <a:pt x="419966" y="758400"/>
                  </a:lnTo>
                  <a:close/>
                  <a:moveTo>
                    <a:pt x="381602" y="807248"/>
                  </a:moveTo>
                  <a:lnTo>
                    <a:pt x="419966" y="758400"/>
                  </a:lnTo>
                  <a:lnTo>
                    <a:pt x="380661" y="763266"/>
                  </a:lnTo>
                  <a:close/>
                  <a:moveTo>
                    <a:pt x="418856" y="828508"/>
                  </a:moveTo>
                  <a:lnTo>
                    <a:pt x="444904" y="791234"/>
                  </a:lnTo>
                  <a:lnTo>
                    <a:pt x="428495" y="796213"/>
                  </a:lnTo>
                  <a:close/>
                  <a:moveTo>
                    <a:pt x="444904" y="791234"/>
                  </a:moveTo>
                  <a:lnTo>
                    <a:pt x="453619" y="754479"/>
                  </a:lnTo>
                  <a:lnTo>
                    <a:pt x="428495" y="796213"/>
                  </a:lnTo>
                  <a:close/>
                  <a:moveTo>
                    <a:pt x="453619" y="754479"/>
                  </a:moveTo>
                  <a:lnTo>
                    <a:pt x="419966" y="758400"/>
                  </a:lnTo>
                  <a:lnTo>
                    <a:pt x="428495" y="796213"/>
                  </a:lnTo>
                  <a:close/>
                  <a:moveTo>
                    <a:pt x="380661" y="763266"/>
                  </a:moveTo>
                  <a:lnTo>
                    <a:pt x="419966" y="758400"/>
                  </a:lnTo>
                  <a:lnTo>
                    <a:pt x="380520" y="718633"/>
                  </a:lnTo>
                  <a:close/>
                  <a:moveTo>
                    <a:pt x="49989" y="349778"/>
                  </a:moveTo>
                  <a:lnTo>
                    <a:pt x="49242" y="350868"/>
                  </a:lnTo>
                  <a:lnTo>
                    <a:pt x="49731" y="350174"/>
                  </a:lnTo>
                  <a:close/>
                  <a:moveTo>
                    <a:pt x="49989" y="349778"/>
                  </a:moveTo>
                  <a:lnTo>
                    <a:pt x="52642" y="350174"/>
                  </a:lnTo>
                  <a:lnTo>
                    <a:pt x="49242" y="350868"/>
                  </a:lnTo>
                  <a:close/>
                  <a:moveTo>
                    <a:pt x="444904" y="791234"/>
                  </a:moveTo>
                  <a:lnTo>
                    <a:pt x="440789" y="786218"/>
                  </a:lnTo>
                  <a:lnTo>
                    <a:pt x="453619" y="754479"/>
                  </a:lnTo>
                  <a:close/>
                  <a:moveTo>
                    <a:pt x="93574" y="332991"/>
                  </a:moveTo>
                  <a:lnTo>
                    <a:pt x="92823" y="342525"/>
                  </a:lnTo>
                  <a:lnTo>
                    <a:pt x="87170" y="364216"/>
                  </a:lnTo>
                  <a:close/>
                  <a:moveTo>
                    <a:pt x="50763" y="349632"/>
                  </a:moveTo>
                  <a:lnTo>
                    <a:pt x="52642" y="350174"/>
                  </a:lnTo>
                  <a:lnTo>
                    <a:pt x="49989" y="349778"/>
                  </a:lnTo>
                  <a:close/>
                  <a:moveTo>
                    <a:pt x="551480" y="592664"/>
                  </a:moveTo>
                  <a:lnTo>
                    <a:pt x="583334" y="588692"/>
                  </a:lnTo>
                  <a:lnTo>
                    <a:pt x="564749" y="587717"/>
                  </a:lnTo>
                  <a:close/>
                  <a:moveTo>
                    <a:pt x="564749" y="587717"/>
                  </a:moveTo>
                  <a:lnTo>
                    <a:pt x="583334" y="588692"/>
                  </a:lnTo>
                  <a:lnTo>
                    <a:pt x="617418" y="591551"/>
                  </a:lnTo>
                  <a:close/>
                  <a:moveTo>
                    <a:pt x="638136" y="572804"/>
                  </a:moveTo>
                  <a:lnTo>
                    <a:pt x="617418" y="591551"/>
                  </a:lnTo>
                  <a:lnTo>
                    <a:pt x="583334" y="588692"/>
                  </a:lnTo>
                  <a:close/>
                  <a:moveTo>
                    <a:pt x="617418" y="591551"/>
                  </a:moveTo>
                  <a:lnTo>
                    <a:pt x="638136" y="572804"/>
                  </a:lnTo>
                  <a:lnTo>
                    <a:pt x="620346" y="575481"/>
                  </a:lnTo>
                  <a:close/>
                  <a:moveTo>
                    <a:pt x="638136" y="572804"/>
                  </a:moveTo>
                  <a:lnTo>
                    <a:pt x="639287" y="558298"/>
                  </a:lnTo>
                  <a:lnTo>
                    <a:pt x="620346" y="575481"/>
                  </a:lnTo>
                  <a:close/>
                  <a:moveTo>
                    <a:pt x="620346" y="575481"/>
                  </a:moveTo>
                  <a:lnTo>
                    <a:pt x="639287" y="558298"/>
                  </a:lnTo>
                  <a:lnTo>
                    <a:pt x="611378" y="568971"/>
                  </a:lnTo>
                  <a:close/>
                  <a:moveTo>
                    <a:pt x="639287" y="558298"/>
                  </a:moveTo>
                  <a:lnTo>
                    <a:pt x="629190" y="539355"/>
                  </a:lnTo>
                  <a:lnTo>
                    <a:pt x="611378" y="568971"/>
                  </a:lnTo>
                  <a:close/>
                  <a:moveTo>
                    <a:pt x="619805" y="521543"/>
                  </a:moveTo>
                  <a:lnTo>
                    <a:pt x="611378" y="568971"/>
                  </a:lnTo>
                  <a:lnTo>
                    <a:pt x="629190" y="539355"/>
                  </a:lnTo>
                  <a:close/>
                  <a:moveTo>
                    <a:pt x="638136" y="572804"/>
                  </a:moveTo>
                  <a:lnTo>
                    <a:pt x="658883" y="583023"/>
                  </a:lnTo>
                  <a:lnTo>
                    <a:pt x="639287" y="558298"/>
                  </a:lnTo>
                  <a:close/>
                  <a:moveTo>
                    <a:pt x="639287" y="558298"/>
                  </a:moveTo>
                  <a:lnTo>
                    <a:pt x="689414" y="577869"/>
                  </a:lnTo>
                  <a:lnTo>
                    <a:pt x="671145" y="541114"/>
                  </a:lnTo>
                  <a:close/>
                  <a:moveTo>
                    <a:pt x="671145" y="541114"/>
                  </a:moveTo>
                  <a:lnTo>
                    <a:pt x="686756" y="533802"/>
                  </a:lnTo>
                  <a:lnTo>
                    <a:pt x="639287" y="558298"/>
                  </a:lnTo>
                  <a:close/>
                  <a:moveTo>
                    <a:pt x="639287" y="558298"/>
                  </a:moveTo>
                  <a:lnTo>
                    <a:pt x="686756" y="533802"/>
                  </a:lnTo>
                  <a:lnTo>
                    <a:pt x="628423" y="518292"/>
                  </a:lnTo>
                  <a:close/>
                  <a:moveTo>
                    <a:pt x="628423" y="518292"/>
                  </a:moveTo>
                  <a:lnTo>
                    <a:pt x="686756" y="533802"/>
                  </a:lnTo>
                  <a:lnTo>
                    <a:pt x="664430" y="516108"/>
                  </a:lnTo>
                  <a:close/>
                  <a:moveTo>
                    <a:pt x="639287" y="558298"/>
                  </a:moveTo>
                  <a:lnTo>
                    <a:pt x="628423" y="518292"/>
                  </a:lnTo>
                  <a:lnTo>
                    <a:pt x="629190" y="539355"/>
                  </a:lnTo>
                  <a:close/>
                  <a:moveTo>
                    <a:pt x="619805" y="521543"/>
                  </a:moveTo>
                  <a:lnTo>
                    <a:pt x="629190" y="539355"/>
                  </a:lnTo>
                  <a:lnTo>
                    <a:pt x="628423" y="518292"/>
                  </a:lnTo>
                  <a:close/>
                  <a:moveTo>
                    <a:pt x="689900" y="449349"/>
                  </a:moveTo>
                  <a:lnTo>
                    <a:pt x="689656" y="450853"/>
                  </a:lnTo>
                  <a:lnTo>
                    <a:pt x="689394" y="450421"/>
                  </a:lnTo>
                  <a:close/>
                  <a:moveTo>
                    <a:pt x="883096" y="480957"/>
                  </a:moveTo>
                  <a:lnTo>
                    <a:pt x="857047" y="467866"/>
                  </a:lnTo>
                  <a:lnTo>
                    <a:pt x="890528" y="489564"/>
                  </a:lnTo>
                  <a:close/>
                  <a:moveTo>
                    <a:pt x="865232" y="452809"/>
                  </a:moveTo>
                  <a:lnTo>
                    <a:pt x="857047" y="467866"/>
                  </a:lnTo>
                  <a:lnTo>
                    <a:pt x="883096" y="480957"/>
                  </a:lnTo>
                  <a:close/>
                  <a:moveTo>
                    <a:pt x="963616" y="509136"/>
                  </a:moveTo>
                  <a:lnTo>
                    <a:pt x="946111" y="495773"/>
                  </a:lnTo>
                  <a:lnTo>
                    <a:pt x="927537" y="522535"/>
                  </a:lnTo>
                  <a:close/>
                  <a:moveTo>
                    <a:pt x="946111" y="495773"/>
                  </a:moveTo>
                  <a:lnTo>
                    <a:pt x="922480" y="472381"/>
                  </a:lnTo>
                  <a:lnTo>
                    <a:pt x="927537" y="522535"/>
                  </a:lnTo>
                  <a:close/>
                  <a:moveTo>
                    <a:pt x="890528" y="489564"/>
                  </a:moveTo>
                  <a:lnTo>
                    <a:pt x="922480" y="472381"/>
                  </a:lnTo>
                  <a:lnTo>
                    <a:pt x="883096" y="480957"/>
                  </a:lnTo>
                  <a:close/>
                  <a:moveTo>
                    <a:pt x="687802" y="56672"/>
                  </a:moveTo>
                  <a:lnTo>
                    <a:pt x="678340" y="50893"/>
                  </a:lnTo>
                  <a:lnTo>
                    <a:pt x="632228" y="69673"/>
                  </a:lnTo>
                  <a:close/>
                  <a:moveTo>
                    <a:pt x="736820" y="36874"/>
                  </a:moveTo>
                  <a:lnTo>
                    <a:pt x="728829" y="85488"/>
                  </a:lnTo>
                  <a:lnTo>
                    <a:pt x="764571" y="33709"/>
                  </a:lnTo>
                  <a:close/>
                  <a:moveTo>
                    <a:pt x="678340" y="50893"/>
                  </a:moveTo>
                  <a:lnTo>
                    <a:pt x="687802" y="56672"/>
                  </a:lnTo>
                  <a:lnTo>
                    <a:pt x="691274" y="46813"/>
                  </a:lnTo>
                  <a:close/>
                  <a:moveTo>
                    <a:pt x="736820" y="36874"/>
                  </a:moveTo>
                  <a:lnTo>
                    <a:pt x="687802" y="56672"/>
                  </a:lnTo>
                  <a:lnTo>
                    <a:pt x="728829" y="85488"/>
                  </a:lnTo>
                  <a:close/>
                  <a:moveTo>
                    <a:pt x="736820" y="36874"/>
                  </a:moveTo>
                  <a:lnTo>
                    <a:pt x="691274" y="46813"/>
                  </a:lnTo>
                  <a:lnTo>
                    <a:pt x="687802" y="56672"/>
                  </a:lnTo>
                  <a:close/>
                  <a:moveTo>
                    <a:pt x="691274" y="46813"/>
                  </a:moveTo>
                  <a:lnTo>
                    <a:pt x="736820" y="36874"/>
                  </a:lnTo>
                  <a:lnTo>
                    <a:pt x="717883" y="7522"/>
                  </a:lnTo>
                  <a:close/>
                  <a:moveTo>
                    <a:pt x="736820" y="36874"/>
                  </a:moveTo>
                  <a:lnTo>
                    <a:pt x="769750" y="17702"/>
                  </a:lnTo>
                  <a:lnTo>
                    <a:pt x="753826" y="5389"/>
                  </a:lnTo>
                  <a:close/>
                  <a:moveTo>
                    <a:pt x="736820" y="36874"/>
                  </a:moveTo>
                  <a:lnTo>
                    <a:pt x="753826" y="5389"/>
                  </a:lnTo>
                  <a:lnTo>
                    <a:pt x="717883" y="7522"/>
                  </a:lnTo>
                  <a:close/>
                  <a:moveTo>
                    <a:pt x="769750" y="17702"/>
                  </a:moveTo>
                  <a:lnTo>
                    <a:pt x="764571" y="33709"/>
                  </a:lnTo>
                  <a:lnTo>
                    <a:pt x="757428" y="0"/>
                  </a:lnTo>
                  <a:close/>
                </a:path>
              </a:pathLst>
            </a:custGeom>
            <a:solidFill>
              <a:srgbClr val="CFD7DE"/>
            </a:solidFill>
            <a:ln w="1524">
              <a:solidFill>
                <a:srgbClr val="CFD7DE"/>
              </a:solidFill>
            </a:ln>
          </p:spPr>
        </p:sp>
        <p:sp>
          <p:nvSpPr>
            <p:cNvPr id="52" name="Input_density__51">
              <a:extLst>
                <a:ext uri="{FF2B5EF4-FFF2-40B4-BE49-F238E27FC236}">
                  <a16:creationId xmlns:a16="http://schemas.microsoft.com/office/drawing/2014/main" id="{BFB15DB7-E4BC-EE8E-8FF1-1FCEE0E07B7D}"/>
                </a:ext>
              </a:extLst>
            </p:cNvPr>
            <p:cNvSpPr>
              <a:spLocks noGrp="1"/>
            </p:cNvSpPr>
            <p:nvPr/>
          </p:nvSpPr>
          <p:spPr>
            <a:xfrm>
              <a:off x="961351" y="2301475"/>
              <a:ext cx="894460" cy="753258"/>
            </a:xfrm>
            <a:custGeom>
              <a:avLst/>
              <a:gdLst/>
              <a:ahLst/>
              <a:cxnLst/>
              <a:rect l="0" t="0" r="0" b="0"/>
              <a:pathLst>
                <a:path w="894460" h="753258">
                  <a:moveTo>
                    <a:pt x="0" y="493585"/>
                  </a:moveTo>
                  <a:lnTo>
                    <a:pt x="5390" y="525010"/>
                  </a:lnTo>
                  <a:lnTo>
                    <a:pt x="28617" y="515643"/>
                  </a:lnTo>
                  <a:close/>
                  <a:moveTo>
                    <a:pt x="264864" y="696932"/>
                  </a:moveTo>
                  <a:lnTo>
                    <a:pt x="208692" y="674480"/>
                  </a:lnTo>
                  <a:lnTo>
                    <a:pt x="226567" y="677360"/>
                  </a:lnTo>
                  <a:close/>
                  <a:moveTo>
                    <a:pt x="264864" y="696932"/>
                  </a:moveTo>
                  <a:lnTo>
                    <a:pt x="226567" y="677360"/>
                  </a:lnTo>
                  <a:lnTo>
                    <a:pt x="224048" y="714115"/>
                  </a:lnTo>
                  <a:close/>
                  <a:moveTo>
                    <a:pt x="208692" y="674480"/>
                  </a:moveTo>
                  <a:lnTo>
                    <a:pt x="208501" y="660177"/>
                  </a:lnTo>
                  <a:lnTo>
                    <a:pt x="203398" y="670815"/>
                  </a:lnTo>
                  <a:close/>
                  <a:moveTo>
                    <a:pt x="101686" y="443476"/>
                  </a:moveTo>
                  <a:lnTo>
                    <a:pt x="52643" y="480897"/>
                  </a:lnTo>
                  <a:lnTo>
                    <a:pt x="72159" y="456830"/>
                  </a:lnTo>
                  <a:close/>
                  <a:moveTo>
                    <a:pt x="139664" y="459218"/>
                  </a:moveTo>
                  <a:lnTo>
                    <a:pt x="149417" y="497356"/>
                  </a:lnTo>
                  <a:lnTo>
                    <a:pt x="169593" y="476583"/>
                  </a:lnTo>
                  <a:close/>
                  <a:moveTo>
                    <a:pt x="122131" y="476402"/>
                  </a:moveTo>
                  <a:lnTo>
                    <a:pt x="139664" y="459218"/>
                  </a:lnTo>
                  <a:lnTo>
                    <a:pt x="101686" y="443476"/>
                  </a:lnTo>
                  <a:close/>
                  <a:moveTo>
                    <a:pt x="139664" y="459218"/>
                  </a:moveTo>
                  <a:lnTo>
                    <a:pt x="129722" y="452089"/>
                  </a:lnTo>
                  <a:lnTo>
                    <a:pt x="101686" y="443476"/>
                  </a:lnTo>
                  <a:close/>
                  <a:moveTo>
                    <a:pt x="432772" y="753258"/>
                  </a:moveTo>
                  <a:lnTo>
                    <a:pt x="458481" y="741088"/>
                  </a:lnTo>
                  <a:lnTo>
                    <a:pt x="403955" y="729942"/>
                  </a:lnTo>
                  <a:close/>
                  <a:moveTo>
                    <a:pt x="403955" y="729942"/>
                  </a:moveTo>
                  <a:lnTo>
                    <a:pt x="458481" y="741088"/>
                  </a:lnTo>
                  <a:lnTo>
                    <a:pt x="463837" y="733047"/>
                  </a:lnTo>
                  <a:close/>
                  <a:moveTo>
                    <a:pt x="403955" y="729942"/>
                  </a:moveTo>
                  <a:lnTo>
                    <a:pt x="463837" y="733047"/>
                  </a:lnTo>
                  <a:lnTo>
                    <a:pt x="429975" y="731018"/>
                  </a:lnTo>
                  <a:close/>
                  <a:moveTo>
                    <a:pt x="429975" y="731018"/>
                  </a:moveTo>
                  <a:lnTo>
                    <a:pt x="372547" y="716503"/>
                  </a:lnTo>
                  <a:lnTo>
                    <a:pt x="403955" y="729942"/>
                  </a:lnTo>
                  <a:close/>
                  <a:moveTo>
                    <a:pt x="202039" y="411406"/>
                  </a:moveTo>
                  <a:lnTo>
                    <a:pt x="195993" y="371574"/>
                  </a:lnTo>
                  <a:lnTo>
                    <a:pt x="187042" y="405280"/>
                  </a:lnTo>
                  <a:close/>
                  <a:moveTo>
                    <a:pt x="482725" y="699320"/>
                  </a:moveTo>
                  <a:lnTo>
                    <a:pt x="476943" y="685839"/>
                  </a:lnTo>
                  <a:lnTo>
                    <a:pt x="463837" y="733047"/>
                  </a:lnTo>
                  <a:close/>
                  <a:moveTo>
                    <a:pt x="482725" y="699320"/>
                  </a:moveTo>
                  <a:lnTo>
                    <a:pt x="480217" y="682137"/>
                  </a:lnTo>
                  <a:lnTo>
                    <a:pt x="476943" y="685839"/>
                  </a:lnTo>
                  <a:close/>
                  <a:moveTo>
                    <a:pt x="482725" y="699320"/>
                  </a:moveTo>
                  <a:lnTo>
                    <a:pt x="485255" y="656915"/>
                  </a:lnTo>
                  <a:lnTo>
                    <a:pt x="479548" y="645382"/>
                  </a:lnTo>
                  <a:close/>
                  <a:moveTo>
                    <a:pt x="482725" y="699320"/>
                  </a:moveTo>
                  <a:lnTo>
                    <a:pt x="479548" y="645382"/>
                  </a:lnTo>
                  <a:lnTo>
                    <a:pt x="480217" y="682137"/>
                  </a:lnTo>
                  <a:close/>
                  <a:moveTo>
                    <a:pt x="334342" y="537011"/>
                  </a:moveTo>
                  <a:lnTo>
                    <a:pt x="319215" y="566056"/>
                  </a:lnTo>
                  <a:lnTo>
                    <a:pt x="329956" y="552300"/>
                  </a:lnTo>
                  <a:close/>
                  <a:moveTo>
                    <a:pt x="319177" y="504592"/>
                  </a:moveTo>
                  <a:lnTo>
                    <a:pt x="329956" y="552300"/>
                  </a:lnTo>
                  <a:lnTo>
                    <a:pt x="328708" y="515545"/>
                  </a:lnTo>
                  <a:close/>
                  <a:moveTo>
                    <a:pt x="319177" y="504592"/>
                  </a:moveTo>
                  <a:lnTo>
                    <a:pt x="334342" y="537011"/>
                  </a:lnTo>
                  <a:lnTo>
                    <a:pt x="329956" y="552300"/>
                  </a:lnTo>
                  <a:close/>
                  <a:moveTo>
                    <a:pt x="283643" y="388097"/>
                  </a:moveTo>
                  <a:lnTo>
                    <a:pt x="280052" y="419632"/>
                  </a:lnTo>
                  <a:lnTo>
                    <a:pt x="299704" y="396900"/>
                  </a:lnTo>
                  <a:close/>
                  <a:moveTo>
                    <a:pt x="259939" y="372802"/>
                  </a:moveTo>
                  <a:lnTo>
                    <a:pt x="240621" y="362381"/>
                  </a:lnTo>
                  <a:lnTo>
                    <a:pt x="283643" y="388097"/>
                  </a:lnTo>
                  <a:close/>
                  <a:moveTo>
                    <a:pt x="224336" y="351342"/>
                  </a:moveTo>
                  <a:lnTo>
                    <a:pt x="240621" y="362381"/>
                  </a:lnTo>
                  <a:lnTo>
                    <a:pt x="259939" y="372802"/>
                  </a:lnTo>
                  <a:close/>
                  <a:moveTo>
                    <a:pt x="224336" y="351342"/>
                  </a:moveTo>
                  <a:lnTo>
                    <a:pt x="224532" y="330714"/>
                  </a:lnTo>
                  <a:lnTo>
                    <a:pt x="240621" y="362381"/>
                  </a:lnTo>
                  <a:close/>
                  <a:moveTo>
                    <a:pt x="461786" y="604160"/>
                  </a:moveTo>
                  <a:lnTo>
                    <a:pt x="448535" y="579628"/>
                  </a:lnTo>
                  <a:lnTo>
                    <a:pt x="427389" y="560288"/>
                  </a:lnTo>
                  <a:close/>
                  <a:moveTo>
                    <a:pt x="409612" y="462470"/>
                  </a:moveTo>
                  <a:lnTo>
                    <a:pt x="389568" y="483734"/>
                  </a:lnTo>
                  <a:lnTo>
                    <a:pt x="438801" y="447026"/>
                  </a:lnTo>
                  <a:close/>
                  <a:moveTo>
                    <a:pt x="283643" y="388097"/>
                  </a:moveTo>
                  <a:lnTo>
                    <a:pt x="316706" y="417107"/>
                  </a:lnTo>
                  <a:lnTo>
                    <a:pt x="270328" y="382976"/>
                  </a:lnTo>
                  <a:close/>
                  <a:moveTo>
                    <a:pt x="299704" y="396900"/>
                  </a:moveTo>
                  <a:lnTo>
                    <a:pt x="316706" y="417107"/>
                  </a:lnTo>
                  <a:lnTo>
                    <a:pt x="283643" y="388097"/>
                  </a:lnTo>
                  <a:close/>
                  <a:moveTo>
                    <a:pt x="259939" y="372802"/>
                  </a:moveTo>
                  <a:lnTo>
                    <a:pt x="283643" y="388097"/>
                  </a:lnTo>
                  <a:lnTo>
                    <a:pt x="270328" y="382976"/>
                  </a:lnTo>
                  <a:close/>
                  <a:moveTo>
                    <a:pt x="299704" y="396900"/>
                  </a:moveTo>
                  <a:lnTo>
                    <a:pt x="336535" y="410027"/>
                  </a:lnTo>
                  <a:lnTo>
                    <a:pt x="316706" y="417107"/>
                  </a:lnTo>
                  <a:close/>
                  <a:moveTo>
                    <a:pt x="336535" y="410027"/>
                  </a:moveTo>
                  <a:lnTo>
                    <a:pt x="342065" y="423579"/>
                  </a:lnTo>
                  <a:lnTo>
                    <a:pt x="316706" y="417107"/>
                  </a:lnTo>
                  <a:close/>
                  <a:moveTo>
                    <a:pt x="370019" y="439014"/>
                  </a:moveTo>
                  <a:lnTo>
                    <a:pt x="316706" y="417107"/>
                  </a:lnTo>
                  <a:lnTo>
                    <a:pt x="342065" y="423579"/>
                  </a:lnTo>
                  <a:close/>
                  <a:moveTo>
                    <a:pt x="445986" y="438016"/>
                  </a:moveTo>
                  <a:lnTo>
                    <a:pt x="420949" y="431282"/>
                  </a:lnTo>
                  <a:lnTo>
                    <a:pt x="409612" y="462470"/>
                  </a:lnTo>
                  <a:close/>
                  <a:moveTo>
                    <a:pt x="420949" y="431282"/>
                  </a:moveTo>
                  <a:lnTo>
                    <a:pt x="445986" y="438016"/>
                  </a:lnTo>
                  <a:lnTo>
                    <a:pt x="410954" y="394661"/>
                  </a:lnTo>
                  <a:close/>
                  <a:moveTo>
                    <a:pt x="410954" y="394661"/>
                  </a:moveTo>
                  <a:lnTo>
                    <a:pt x="393601" y="364022"/>
                  </a:lnTo>
                  <a:lnTo>
                    <a:pt x="399497" y="390485"/>
                  </a:lnTo>
                  <a:close/>
                  <a:moveTo>
                    <a:pt x="674639" y="638060"/>
                  </a:moveTo>
                  <a:lnTo>
                    <a:pt x="690481" y="643170"/>
                  </a:lnTo>
                  <a:lnTo>
                    <a:pt x="677033" y="630587"/>
                  </a:lnTo>
                  <a:close/>
                  <a:moveTo>
                    <a:pt x="687101" y="601171"/>
                  </a:moveTo>
                  <a:lnTo>
                    <a:pt x="672983" y="593832"/>
                  </a:lnTo>
                  <a:lnTo>
                    <a:pt x="677033" y="630587"/>
                  </a:lnTo>
                  <a:close/>
                  <a:moveTo>
                    <a:pt x="608545" y="521365"/>
                  </a:moveTo>
                  <a:lnTo>
                    <a:pt x="606177" y="520322"/>
                  </a:lnTo>
                  <a:lnTo>
                    <a:pt x="581530" y="539097"/>
                  </a:lnTo>
                  <a:close/>
                  <a:moveTo>
                    <a:pt x="607650" y="512180"/>
                  </a:moveTo>
                  <a:lnTo>
                    <a:pt x="608545" y="521365"/>
                  </a:lnTo>
                  <a:lnTo>
                    <a:pt x="611049" y="483567"/>
                  </a:lnTo>
                  <a:close/>
                  <a:moveTo>
                    <a:pt x="606177" y="520322"/>
                  </a:moveTo>
                  <a:lnTo>
                    <a:pt x="608545" y="521365"/>
                  </a:lnTo>
                  <a:lnTo>
                    <a:pt x="607650" y="512180"/>
                  </a:lnTo>
                  <a:close/>
                  <a:moveTo>
                    <a:pt x="672983" y="593832"/>
                  </a:moveTo>
                  <a:lnTo>
                    <a:pt x="660853" y="586520"/>
                  </a:lnTo>
                  <a:lnTo>
                    <a:pt x="703289" y="588010"/>
                  </a:lnTo>
                  <a:close/>
                  <a:moveTo>
                    <a:pt x="606019" y="478671"/>
                  </a:moveTo>
                  <a:lnTo>
                    <a:pt x="606177" y="520322"/>
                  </a:lnTo>
                  <a:lnTo>
                    <a:pt x="607650" y="512180"/>
                  </a:lnTo>
                  <a:close/>
                  <a:moveTo>
                    <a:pt x="585664" y="512878"/>
                  </a:moveTo>
                  <a:lnTo>
                    <a:pt x="606177" y="520322"/>
                  </a:lnTo>
                  <a:lnTo>
                    <a:pt x="606019" y="478671"/>
                  </a:lnTo>
                  <a:close/>
                  <a:moveTo>
                    <a:pt x="767492" y="518156"/>
                  </a:moveTo>
                  <a:lnTo>
                    <a:pt x="786474" y="559465"/>
                  </a:lnTo>
                  <a:lnTo>
                    <a:pt x="774659" y="522710"/>
                  </a:lnTo>
                  <a:close/>
                  <a:moveTo>
                    <a:pt x="772245" y="469544"/>
                  </a:moveTo>
                  <a:lnTo>
                    <a:pt x="774659" y="522710"/>
                  </a:lnTo>
                  <a:lnTo>
                    <a:pt x="771319" y="485955"/>
                  </a:lnTo>
                  <a:close/>
                  <a:moveTo>
                    <a:pt x="829473" y="341323"/>
                  </a:moveTo>
                  <a:lnTo>
                    <a:pt x="826071" y="349471"/>
                  </a:lnTo>
                  <a:lnTo>
                    <a:pt x="804064" y="363399"/>
                  </a:lnTo>
                  <a:close/>
                  <a:moveTo>
                    <a:pt x="738347" y="146062"/>
                  </a:moveTo>
                  <a:lnTo>
                    <a:pt x="715230" y="140365"/>
                  </a:lnTo>
                  <a:lnTo>
                    <a:pt x="686261" y="172106"/>
                  </a:lnTo>
                  <a:close/>
                  <a:moveTo>
                    <a:pt x="846807" y="287385"/>
                  </a:moveTo>
                  <a:lnTo>
                    <a:pt x="894460" y="272462"/>
                  </a:lnTo>
                  <a:lnTo>
                    <a:pt x="861501" y="233446"/>
                  </a:lnTo>
                  <a:close/>
                  <a:moveTo>
                    <a:pt x="761931" y="138032"/>
                  </a:moveTo>
                  <a:lnTo>
                    <a:pt x="757750" y="140365"/>
                  </a:lnTo>
                  <a:lnTo>
                    <a:pt x="783017" y="174645"/>
                  </a:lnTo>
                  <a:close/>
                  <a:moveTo>
                    <a:pt x="858512" y="95610"/>
                  </a:moveTo>
                  <a:lnTo>
                    <a:pt x="866885" y="133551"/>
                  </a:lnTo>
                  <a:lnTo>
                    <a:pt x="864797" y="142753"/>
                  </a:lnTo>
                  <a:close/>
                  <a:moveTo>
                    <a:pt x="848827" y="13990"/>
                  </a:moveTo>
                  <a:lnTo>
                    <a:pt x="871577" y="52060"/>
                  </a:lnTo>
                  <a:lnTo>
                    <a:pt x="853069" y="15305"/>
                  </a:lnTo>
                  <a:close/>
                  <a:moveTo>
                    <a:pt x="848827" y="13990"/>
                  </a:moveTo>
                  <a:lnTo>
                    <a:pt x="865462" y="45213"/>
                  </a:lnTo>
                  <a:lnTo>
                    <a:pt x="871577" y="52060"/>
                  </a:lnTo>
                  <a:close/>
                  <a:moveTo>
                    <a:pt x="832716" y="0"/>
                  </a:moveTo>
                  <a:lnTo>
                    <a:pt x="865462" y="45213"/>
                  </a:lnTo>
                  <a:lnTo>
                    <a:pt x="848827" y="13990"/>
                  </a:lnTo>
                  <a:close/>
                </a:path>
              </a:pathLst>
            </a:custGeom>
            <a:solidFill>
              <a:srgbClr val="BCC7CF"/>
            </a:solidFill>
            <a:ln w="1524">
              <a:solidFill>
                <a:srgbClr val="BCC7CF"/>
              </a:solidFill>
            </a:ln>
          </p:spPr>
        </p:sp>
        <p:sp>
          <p:nvSpPr>
            <p:cNvPr id="53" name="Input_density__52">
              <a:extLst>
                <a:ext uri="{FF2B5EF4-FFF2-40B4-BE49-F238E27FC236}">
                  <a16:creationId xmlns:a16="http://schemas.microsoft.com/office/drawing/2014/main" id="{0AF4A31A-AC1E-38E2-985B-07E26C68CEFD}"/>
                </a:ext>
              </a:extLst>
            </p:cNvPr>
            <p:cNvSpPr>
              <a:spLocks noGrp="1"/>
            </p:cNvSpPr>
            <p:nvPr/>
          </p:nvSpPr>
          <p:spPr>
            <a:xfrm>
              <a:off x="950292" y="2352517"/>
              <a:ext cx="941741" cy="822455"/>
            </a:xfrm>
            <a:custGeom>
              <a:avLst/>
              <a:gdLst/>
              <a:ahLst/>
              <a:cxnLst/>
              <a:rect l="0" t="0" r="0" b="0"/>
              <a:pathLst>
                <a:path w="941741" h="822455">
                  <a:moveTo>
                    <a:pt x="11059" y="442543"/>
                  </a:moveTo>
                  <a:lnTo>
                    <a:pt x="0" y="459727"/>
                  </a:lnTo>
                  <a:lnTo>
                    <a:pt x="16449" y="473968"/>
                  </a:lnTo>
                  <a:close/>
                  <a:moveTo>
                    <a:pt x="267171" y="699828"/>
                  </a:moveTo>
                  <a:lnTo>
                    <a:pt x="247633" y="672606"/>
                  </a:lnTo>
                  <a:lnTo>
                    <a:pt x="267652" y="701078"/>
                  </a:lnTo>
                  <a:close/>
                  <a:moveTo>
                    <a:pt x="267171" y="699828"/>
                  </a:moveTo>
                  <a:lnTo>
                    <a:pt x="235107" y="663073"/>
                  </a:lnTo>
                  <a:lnTo>
                    <a:pt x="247633" y="672606"/>
                  </a:lnTo>
                  <a:close/>
                  <a:moveTo>
                    <a:pt x="325550" y="682645"/>
                  </a:moveTo>
                  <a:lnTo>
                    <a:pt x="324064" y="684214"/>
                  </a:lnTo>
                  <a:lnTo>
                    <a:pt x="349909" y="688381"/>
                  </a:lnTo>
                  <a:close/>
                  <a:moveTo>
                    <a:pt x="349909" y="688381"/>
                  </a:moveTo>
                  <a:lnTo>
                    <a:pt x="324064" y="684214"/>
                  </a:lnTo>
                  <a:lnTo>
                    <a:pt x="318093" y="731905"/>
                  </a:lnTo>
                  <a:close/>
                  <a:moveTo>
                    <a:pt x="349909" y="688381"/>
                  </a:moveTo>
                  <a:lnTo>
                    <a:pt x="318093" y="731905"/>
                  </a:lnTo>
                  <a:lnTo>
                    <a:pt x="365676" y="720309"/>
                  </a:lnTo>
                  <a:close/>
                  <a:moveTo>
                    <a:pt x="235107" y="663073"/>
                  </a:moveTo>
                  <a:lnTo>
                    <a:pt x="267171" y="699828"/>
                  </a:lnTo>
                  <a:lnTo>
                    <a:pt x="275923" y="645890"/>
                  </a:lnTo>
                  <a:close/>
                  <a:moveTo>
                    <a:pt x="299062" y="645890"/>
                  </a:moveTo>
                  <a:lnTo>
                    <a:pt x="280961" y="647637"/>
                  </a:lnTo>
                  <a:lnTo>
                    <a:pt x="312715" y="646783"/>
                  </a:lnTo>
                  <a:close/>
                  <a:moveTo>
                    <a:pt x="312715" y="646783"/>
                  </a:moveTo>
                  <a:lnTo>
                    <a:pt x="280961" y="647637"/>
                  </a:lnTo>
                  <a:lnTo>
                    <a:pt x="271604" y="697865"/>
                  </a:lnTo>
                  <a:close/>
                  <a:moveTo>
                    <a:pt x="321990" y="682645"/>
                  </a:moveTo>
                  <a:lnTo>
                    <a:pt x="318055" y="661747"/>
                  </a:lnTo>
                  <a:lnTo>
                    <a:pt x="312715" y="646783"/>
                  </a:lnTo>
                  <a:close/>
                  <a:moveTo>
                    <a:pt x="271604" y="697865"/>
                  </a:moveTo>
                  <a:lnTo>
                    <a:pt x="321990" y="682645"/>
                  </a:lnTo>
                  <a:lnTo>
                    <a:pt x="312715" y="646783"/>
                  </a:lnTo>
                  <a:close/>
                  <a:moveTo>
                    <a:pt x="318055" y="661747"/>
                  </a:moveTo>
                  <a:lnTo>
                    <a:pt x="325550" y="682645"/>
                  </a:lnTo>
                  <a:lnTo>
                    <a:pt x="312715" y="646783"/>
                  </a:lnTo>
                  <a:close/>
                  <a:moveTo>
                    <a:pt x="325550" y="682645"/>
                  </a:moveTo>
                  <a:lnTo>
                    <a:pt x="349909" y="688381"/>
                  </a:lnTo>
                  <a:lnTo>
                    <a:pt x="312715" y="646783"/>
                  </a:lnTo>
                  <a:close/>
                  <a:moveTo>
                    <a:pt x="244086" y="634343"/>
                  </a:moveTo>
                  <a:lnTo>
                    <a:pt x="219751" y="623438"/>
                  </a:lnTo>
                  <a:lnTo>
                    <a:pt x="275923" y="645890"/>
                  </a:lnTo>
                  <a:close/>
                  <a:moveTo>
                    <a:pt x="112745" y="392434"/>
                  </a:moveTo>
                  <a:lnTo>
                    <a:pt x="102692" y="395946"/>
                  </a:lnTo>
                  <a:lnTo>
                    <a:pt x="133190" y="425360"/>
                  </a:lnTo>
                  <a:close/>
                  <a:moveTo>
                    <a:pt x="425946" y="787893"/>
                  </a:moveTo>
                  <a:lnTo>
                    <a:pt x="471793" y="822455"/>
                  </a:lnTo>
                  <a:lnTo>
                    <a:pt x="461709" y="812481"/>
                  </a:lnTo>
                  <a:close/>
                  <a:moveTo>
                    <a:pt x="460633" y="821093"/>
                  </a:moveTo>
                  <a:lnTo>
                    <a:pt x="471793" y="822455"/>
                  </a:lnTo>
                  <a:lnTo>
                    <a:pt x="430060" y="792910"/>
                  </a:lnTo>
                  <a:close/>
                  <a:moveTo>
                    <a:pt x="276487" y="604400"/>
                  </a:moveTo>
                  <a:lnTo>
                    <a:pt x="280897" y="645562"/>
                  </a:lnTo>
                  <a:lnTo>
                    <a:pt x="299062" y="645890"/>
                  </a:lnTo>
                  <a:close/>
                  <a:moveTo>
                    <a:pt x="160476" y="446315"/>
                  </a:moveTo>
                  <a:lnTo>
                    <a:pt x="218202" y="441357"/>
                  </a:lnTo>
                  <a:lnTo>
                    <a:pt x="180652" y="425542"/>
                  </a:lnTo>
                  <a:close/>
                  <a:moveTo>
                    <a:pt x="234519" y="414784"/>
                  </a:moveTo>
                  <a:lnTo>
                    <a:pt x="218202" y="441357"/>
                  </a:lnTo>
                  <a:lnTo>
                    <a:pt x="215825" y="447641"/>
                  </a:lnTo>
                  <a:close/>
                  <a:moveTo>
                    <a:pt x="150723" y="408176"/>
                  </a:moveTo>
                  <a:lnTo>
                    <a:pt x="133190" y="425360"/>
                  </a:lnTo>
                  <a:lnTo>
                    <a:pt x="160476" y="446315"/>
                  </a:lnTo>
                  <a:close/>
                  <a:moveTo>
                    <a:pt x="218202" y="441357"/>
                  </a:moveTo>
                  <a:lnTo>
                    <a:pt x="229611" y="408176"/>
                  </a:lnTo>
                  <a:lnTo>
                    <a:pt x="228002" y="392994"/>
                  </a:lnTo>
                  <a:close/>
                  <a:moveTo>
                    <a:pt x="231319" y="394192"/>
                  </a:moveTo>
                  <a:lnTo>
                    <a:pt x="246497" y="422572"/>
                  </a:lnTo>
                  <a:lnTo>
                    <a:pt x="220686" y="443689"/>
                  </a:lnTo>
                  <a:close/>
                  <a:moveTo>
                    <a:pt x="180652" y="425542"/>
                  </a:moveTo>
                  <a:lnTo>
                    <a:pt x="218202" y="441357"/>
                  </a:lnTo>
                  <a:lnTo>
                    <a:pt x="215023" y="390993"/>
                  </a:lnTo>
                  <a:close/>
                  <a:moveTo>
                    <a:pt x="215023" y="390993"/>
                  </a:moveTo>
                  <a:lnTo>
                    <a:pt x="218202" y="441357"/>
                  </a:lnTo>
                  <a:lnTo>
                    <a:pt x="228002" y="392994"/>
                  </a:lnTo>
                  <a:close/>
                  <a:moveTo>
                    <a:pt x="213098" y="360364"/>
                  </a:moveTo>
                  <a:lnTo>
                    <a:pt x="228002" y="392994"/>
                  </a:lnTo>
                  <a:lnTo>
                    <a:pt x="229611" y="408176"/>
                  </a:lnTo>
                  <a:close/>
                  <a:moveTo>
                    <a:pt x="228002" y="392994"/>
                  </a:moveTo>
                  <a:lnTo>
                    <a:pt x="213098" y="360364"/>
                  </a:lnTo>
                  <a:lnTo>
                    <a:pt x="215023" y="390993"/>
                  </a:lnTo>
                  <a:close/>
                  <a:moveTo>
                    <a:pt x="213098" y="360364"/>
                  </a:moveTo>
                  <a:lnTo>
                    <a:pt x="198101" y="354238"/>
                  </a:lnTo>
                  <a:lnTo>
                    <a:pt x="215023" y="390993"/>
                  </a:lnTo>
                  <a:close/>
                  <a:moveTo>
                    <a:pt x="534412" y="631095"/>
                  </a:moveTo>
                  <a:lnTo>
                    <a:pt x="525865" y="648278"/>
                  </a:lnTo>
                  <a:lnTo>
                    <a:pt x="551825" y="667850"/>
                  </a:lnTo>
                  <a:close/>
                  <a:moveTo>
                    <a:pt x="491994" y="564638"/>
                  </a:moveTo>
                  <a:lnTo>
                    <a:pt x="475320" y="557585"/>
                  </a:lnTo>
                  <a:lnTo>
                    <a:pt x="490607" y="594340"/>
                  </a:lnTo>
                  <a:close/>
                  <a:moveTo>
                    <a:pt x="459594" y="528586"/>
                  </a:moveTo>
                  <a:lnTo>
                    <a:pt x="475320" y="557585"/>
                  </a:lnTo>
                  <a:lnTo>
                    <a:pt x="456379" y="521757"/>
                  </a:lnTo>
                  <a:close/>
                  <a:moveTo>
                    <a:pt x="456379" y="521757"/>
                  </a:moveTo>
                  <a:lnTo>
                    <a:pt x="475320" y="557585"/>
                  </a:lnTo>
                  <a:lnTo>
                    <a:pt x="491994" y="564638"/>
                  </a:lnTo>
                  <a:close/>
                  <a:moveTo>
                    <a:pt x="459594" y="528586"/>
                  </a:moveTo>
                  <a:lnTo>
                    <a:pt x="456379" y="521757"/>
                  </a:lnTo>
                  <a:lnTo>
                    <a:pt x="455694" y="520830"/>
                  </a:lnTo>
                  <a:close/>
                  <a:moveTo>
                    <a:pt x="217449" y="263545"/>
                  </a:moveTo>
                  <a:lnTo>
                    <a:pt x="217846" y="300300"/>
                  </a:lnTo>
                  <a:lnTo>
                    <a:pt x="195969" y="280728"/>
                  </a:lnTo>
                  <a:close/>
                  <a:moveTo>
                    <a:pt x="235395" y="300300"/>
                  </a:moveTo>
                  <a:lnTo>
                    <a:pt x="223836" y="263545"/>
                  </a:lnTo>
                  <a:lnTo>
                    <a:pt x="235590" y="279672"/>
                  </a:lnTo>
                  <a:close/>
                  <a:moveTo>
                    <a:pt x="489685" y="584174"/>
                  </a:moveTo>
                  <a:lnTo>
                    <a:pt x="491276" y="631095"/>
                  </a:lnTo>
                  <a:lnTo>
                    <a:pt x="490607" y="594340"/>
                  </a:lnTo>
                  <a:close/>
                  <a:moveTo>
                    <a:pt x="472845" y="553118"/>
                  </a:moveTo>
                  <a:lnTo>
                    <a:pt x="490607" y="594340"/>
                  </a:lnTo>
                  <a:lnTo>
                    <a:pt x="475320" y="557585"/>
                  </a:lnTo>
                  <a:close/>
                  <a:moveTo>
                    <a:pt x="472845" y="553118"/>
                  </a:moveTo>
                  <a:lnTo>
                    <a:pt x="489685" y="584174"/>
                  </a:lnTo>
                  <a:lnTo>
                    <a:pt x="490607" y="594340"/>
                  </a:lnTo>
                  <a:close/>
                  <a:moveTo>
                    <a:pt x="472845" y="553118"/>
                  </a:moveTo>
                  <a:lnTo>
                    <a:pt x="475320" y="557585"/>
                  </a:lnTo>
                  <a:lnTo>
                    <a:pt x="459594" y="528586"/>
                  </a:lnTo>
                  <a:close/>
                  <a:moveTo>
                    <a:pt x="388775" y="393381"/>
                  </a:moveTo>
                  <a:lnTo>
                    <a:pt x="400627" y="432692"/>
                  </a:lnTo>
                  <a:lnTo>
                    <a:pt x="420671" y="411428"/>
                  </a:lnTo>
                  <a:close/>
                  <a:moveTo>
                    <a:pt x="388775" y="393381"/>
                  </a:moveTo>
                  <a:lnTo>
                    <a:pt x="371295" y="410565"/>
                  </a:lnTo>
                  <a:lnTo>
                    <a:pt x="400627" y="432692"/>
                  </a:lnTo>
                  <a:close/>
                  <a:moveTo>
                    <a:pt x="381078" y="387972"/>
                  </a:moveTo>
                  <a:lnTo>
                    <a:pt x="353124" y="372537"/>
                  </a:lnTo>
                  <a:lnTo>
                    <a:pt x="388775" y="393381"/>
                  </a:lnTo>
                  <a:close/>
                  <a:moveTo>
                    <a:pt x="388775" y="393381"/>
                  </a:moveTo>
                  <a:lnTo>
                    <a:pt x="353124" y="372537"/>
                  </a:lnTo>
                  <a:lnTo>
                    <a:pt x="355071" y="373810"/>
                  </a:lnTo>
                  <a:close/>
                  <a:moveTo>
                    <a:pt x="388775" y="393381"/>
                  </a:moveTo>
                  <a:lnTo>
                    <a:pt x="355071" y="373810"/>
                  </a:lnTo>
                  <a:lnTo>
                    <a:pt x="371295" y="410565"/>
                  </a:lnTo>
                  <a:close/>
                  <a:moveTo>
                    <a:pt x="388775" y="393381"/>
                  </a:moveTo>
                  <a:lnTo>
                    <a:pt x="420671" y="411428"/>
                  </a:lnTo>
                  <a:lnTo>
                    <a:pt x="432008" y="380241"/>
                  </a:lnTo>
                  <a:close/>
                  <a:moveTo>
                    <a:pt x="422013" y="343620"/>
                  </a:moveTo>
                  <a:lnTo>
                    <a:pt x="388775" y="393381"/>
                  </a:lnTo>
                  <a:lnTo>
                    <a:pt x="432008" y="380241"/>
                  </a:lnTo>
                  <a:close/>
                  <a:moveTo>
                    <a:pt x="649586" y="517783"/>
                  </a:moveTo>
                  <a:lnTo>
                    <a:pt x="684042" y="542790"/>
                  </a:lnTo>
                  <a:lnTo>
                    <a:pt x="698160" y="550129"/>
                  </a:lnTo>
                  <a:close/>
                  <a:moveTo>
                    <a:pt x="570463" y="501537"/>
                  </a:moveTo>
                  <a:lnTo>
                    <a:pt x="604962" y="523218"/>
                  </a:lnTo>
                  <a:lnTo>
                    <a:pt x="592589" y="488055"/>
                  </a:lnTo>
                  <a:close/>
                  <a:moveTo>
                    <a:pt x="592589" y="488055"/>
                  </a:moveTo>
                  <a:lnTo>
                    <a:pt x="604962" y="523218"/>
                  </a:lnTo>
                  <a:lnTo>
                    <a:pt x="619604" y="470323"/>
                  </a:lnTo>
                  <a:close/>
                  <a:moveTo>
                    <a:pt x="613580" y="519968"/>
                  </a:moveTo>
                  <a:lnTo>
                    <a:pt x="641959" y="479237"/>
                  </a:lnTo>
                  <a:lnTo>
                    <a:pt x="619604" y="470323"/>
                  </a:lnTo>
                  <a:close/>
                  <a:moveTo>
                    <a:pt x="574748" y="469280"/>
                  </a:moveTo>
                  <a:lnTo>
                    <a:pt x="525438" y="447955"/>
                  </a:lnTo>
                  <a:lnTo>
                    <a:pt x="525434" y="449708"/>
                  </a:lnTo>
                  <a:close/>
                  <a:moveTo>
                    <a:pt x="513802" y="414266"/>
                  </a:moveTo>
                  <a:lnTo>
                    <a:pt x="525434" y="449708"/>
                  </a:lnTo>
                  <a:lnTo>
                    <a:pt x="525438" y="447955"/>
                  </a:lnTo>
                  <a:close/>
                  <a:moveTo>
                    <a:pt x="527427" y="432525"/>
                  </a:moveTo>
                  <a:lnTo>
                    <a:pt x="513802" y="414266"/>
                  </a:lnTo>
                  <a:lnTo>
                    <a:pt x="525438" y="447955"/>
                  </a:lnTo>
                  <a:close/>
                  <a:moveTo>
                    <a:pt x="684042" y="542790"/>
                  </a:moveTo>
                  <a:lnTo>
                    <a:pt x="685908" y="577748"/>
                  </a:lnTo>
                  <a:lnTo>
                    <a:pt x="688092" y="579545"/>
                  </a:lnTo>
                  <a:close/>
                  <a:moveTo>
                    <a:pt x="735402" y="552072"/>
                  </a:moveTo>
                  <a:lnTo>
                    <a:pt x="685908" y="577748"/>
                  </a:lnTo>
                  <a:lnTo>
                    <a:pt x="684042" y="542790"/>
                  </a:lnTo>
                  <a:close/>
                  <a:moveTo>
                    <a:pt x="919244" y="527994"/>
                  </a:moveTo>
                  <a:lnTo>
                    <a:pt x="912693" y="524210"/>
                  </a:lnTo>
                  <a:lnTo>
                    <a:pt x="890464" y="537308"/>
                  </a:lnTo>
                  <a:close/>
                  <a:moveTo>
                    <a:pt x="783304" y="418502"/>
                  </a:moveTo>
                  <a:lnTo>
                    <a:pt x="778551" y="467114"/>
                  </a:lnTo>
                  <a:lnTo>
                    <a:pt x="785718" y="471668"/>
                  </a:lnTo>
                  <a:close/>
                  <a:moveTo>
                    <a:pt x="768226" y="380975"/>
                  </a:moveTo>
                  <a:lnTo>
                    <a:pt x="742653" y="361403"/>
                  </a:lnTo>
                  <a:lnTo>
                    <a:pt x="755915" y="344219"/>
                  </a:lnTo>
                  <a:close/>
                  <a:moveTo>
                    <a:pt x="850389" y="454485"/>
                  </a:moveTo>
                  <a:lnTo>
                    <a:pt x="843354" y="441518"/>
                  </a:lnTo>
                  <a:lnTo>
                    <a:pt x="823939" y="412555"/>
                  </a:lnTo>
                  <a:close/>
                  <a:moveTo>
                    <a:pt x="784686" y="344219"/>
                  </a:moveTo>
                  <a:lnTo>
                    <a:pt x="800962" y="355621"/>
                  </a:lnTo>
                  <a:lnTo>
                    <a:pt x="804845" y="338584"/>
                  </a:lnTo>
                  <a:close/>
                  <a:moveTo>
                    <a:pt x="759525" y="307464"/>
                  </a:moveTo>
                  <a:lnTo>
                    <a:pt x="784686" y="344219"/>
                  </a:lnTo>
                  <a:lnTo>
                    <a:pt x="787355" y="290281"/>
                  </a:lnTo>
                  <a:close/>
                  <a:moveTo>
                    <a:pt x="840493" y="291944"/>
                  </a:moveTo>
                  <a:lnTo>
                    <a:pt x="815123" y="312357"/>
                  </a:lnTo>
                  <a:lnTo>
                    <a:pt x="804845" y="338584"/>
                  </a:lnTo>
                  <a:close/>
                  <a:moveTo>
                    <a:pt x="801247" y="260477"/>
                  </a:moveTo>
                  <a:lnTo>
                    <a:pt x="759525" y="307464"/>
                  </a:lnTo>
                  <a:lnTo>
                    <a:pt x="787355" y="290281"/>
                  </a:lnTo>
                  <a:close/>
                  <a:moveTo>
                    <a:pt x="941741" y="460455"/>
                  </a:moveTo>
                  <a:lnTo>
                    <a:pt x="940577" y="437301"/>
                  </a:lnTo>
                  <a:lnTo>
                    <a:pt x="929712" y="425487"/>
                  </a:lnTo>
                  <a:close/>
                  <a:moveTo>
                    <a:pt x="789864" y="236343"/>
                  </a:moveTo>
                  <a:lnTo>
                    <a:pt x="803969" y="249802"/>
                  </a:lnTo>
                  <a:lnTo>
                    <a:pt x="787355" y="290281"/>
                  </a:lnTo>
                  <a:close/>
                  <a:moveTo>
                    <a:pt x="666167" y="106506"/>
                  </a:moveTo>
                  <a:lnTo>
                    <a:pt x="697320" y="121064"/>
                  </a:lnTo>
                  <a:lnTo>
                    <a:pt x="712160" y="91276"/>
                  </a:lnTo>
                  <a:close/>
                  <a:moveTo>
                    <a:pt x="697320" y="121064"/>
                  </a:moveTo>
                  <a:lnTo>
                    <a:pt x="726289" y="89323"/>
                  </a:lnTo>
                  <a:lnTo>
                    <a:pt x="712160" y="91276"/>
                  </a:lnTo>
                  <a:close/>
                  <a:moveTo>
                    <a:pt x="712160" y="91276"/>
                  </a:moveTo>
                  <a:lnTo>
                    <a:pt x="726289" y="89323"/>
                  </a:lnTo>
                  <a:lnTo>
                    <a:pt x="713985" y="87164"/>
                  </a:lnTo>
                  <a:close/>
                  <a:moveTo>
                    <a:pt x="604278" y="69751"/>
                  </a:moveTo>
                  <a:lnTo>
                    <a:pt x="618771" y="68276"/>
                  </a:lnTo>
                  <a:lnTo>
                    <a:pt x="633985" y="37209"/>
                  </a:lnTo>
                  <a:close/>
                  <a:moveTo>
                    <a:pt x="618771" y="68276"/>
                  </a:moveTo>
                  <a:lnTo>
                    <a:pt x="663496" y="52568"/>
                  </a:lnTo>
                  <a:lnTo>
                    <a:pt x="633985" y="37209"/>
                  </a:lnTo>
                  <a:close/>
                  <a:moveTo>
                    <a:pt x="845065" y="199588"/>
                  </a:moveTo>
                  <a:lnTo>
                    <a:pt x="857866" y="236343"/>
                  </a:lnTo>
                  <a:lnTo>
                    <a:pt x="872560" y="182405"/>
                  </a:lnTo>
                  <a:close/>
                  <a:moveTo>
                    <a:pt x="752725" y="72139"/>
                  </a:moveTo>
                  <a:lnTo>
                    <a:pt x="749406" y="95020"/>
                  </a:lnTo>
                  <a:lnTo>
                    <a:pt x="772990" y="86990"/>
                  </a:lnTo>
                  <a:close/>
                  <a:moveTo>
                    <a:pt x="752725" y="72139"/>
                  </a:moveTo>
                  <a:lnTo>
                    <a:pt x="726289" y="89323"/>
                  </a:lnTo>
                  <a:lnTo>
                    <a:pt x="749406" y="95020"/>
                  </a:lnTo>
                  <a:close/>
                  <a:moveTo>
                    <a:pt x="800720" y="108894"/>
                  </a:moveTo>
                  <a:lnTo>
                    <a:pt x="772990" y="86990"/>
                  </a:lnTo>
                  <a:lnTo>
                    <a:pt x="794076" y="123603"/>
                  </a:lnTo>
                  <a:close/>
                  <a:moveTo>
                    <a:pt x="647713" y="0"/>
                  </a:moveTo>
                  <a:lnTo>
                    <a:pt x="675357" y="4614"/>
                  </a:lnTo>
                  <a:lnTo>
                    <a:pt x="658709" y="5071"/>
                  </a:lnTo>
                  <a:close/>
                  <a:moveTo>
                    <a:pt x="800720" y="108894"/>
                  </a:moveTo>
                  <a:lnTo>
                    <a:pt x="794076" y="123603"/>
                  </a:lnTo>
                  <a:lnTo>
                    <a:pt x="815641" y="121878"/>
                  </a:lnTo>
                  <a:close/>
                  <a:moveTo>
                    <a:pt x="916561" y="153842"/>
                  </a:moveTo>
                  <a:lnTo>
                    <a:pt x="872560" y="182405"/>
                  </a:lnTo>
                  <a:lnTo>
                    <a:pt x="918971" y="165737"/>
                  </a:lnTo>
                  <a:close/>
                  <a:moveTo>
                    <a:pt x="918971" y="165737"/>
                  </a:moveTo>
                  <a:lnTo>
                    <a:pt x="906912" y="213970"/>
                  </a:lnTo>
                  <a:lnTo>
                    <a:pt x="925198" y="182405"/>
                  </a:lnTo>
                  <a:close/>
                  <a:moveTo>
                    <a:pt x="925198" y="182405"/>
                  </a:moveTo>
                  <a:lnTo>
                    <a:pt x="916561" y="153842"/>
                  </a:lnTo>
                  <a:lnTo>
                    <a:pt x="918971" y="165737"/>
                  </a:lnTo>
                  <a:close/>
                  <a:moveTo>
                    <a:pt x="911664" y="128466"/>
                  </a:moveTo>
                  <a:lnTo>
                    <a:pt x="916561" y="153842"/>
                  </a:lnTo>
                  <a:lnTo>
                    <a:pt x="925198" y="182405"/>
                  </a:lnTo>
                  <a:close/>
                  <a:moveTo>
                    <a:pt x="875855" y="91711"/>
                  </a:moveTo>
                  <a:lnTo>
                    <a:pt x="873315" y="116729"/>
                  </a:lnTo>
                  <a:lnTo>
                    <a:pt x="884229" y="104486"/>
                  </a:lnTo>
                  <a:close/>
                  <a:moveTo>
                    <a:pt x="884229" y="104486"/>
                  </a:moveTo>
                  <a:lnTo>
                    <a:pt x="873315" y="116729"/>
                  </a:lnTo>
                  <a:lnTo>
                    <a:pt x="874601" y="129973"/>
                  </a:lnTo>
                  <a:close/>
                  <a:moveTo>
                    <a:pt x="898027" y="128466"/>
                  </a:moveTo>
                  <a:lnTo>
                    <a:pt x="908898" y="125188"/>
                  </a:lnTo>
                  <a:lnTo>
                    <a:pt x="884229" y="104486"/>
                  </a:lnTo>
                  <a:close/>
                  <a:moveTo>
                    <a:pt x="874601" y="129973"/>
                  </a:moveTo>
                  <a:lnTo>
                    <a:pt x="898027" y="128466"/>
                  </a:lnTo>
                  <a:lnTo>
                    <a:pt x="884229" y="104486"/>
                  </a:lnTo>
                  <a:close/>
                  <a:moveTo>
                    <a:pt x="898027" y="128466"/>
                  </a:moveTo>
                  <a:lnTo>
                    <a:pt x="916561" y="153842"/>
                  </a:lnTo>
                  <a:lnTo>
                    <a:pt x="911385" y="127157"/>
                  </a:lnTo>
                  <a:close/>
                  <a:moveTo>
                    <a:pt x="911385" y="127157"/>
                  </a:moveTo>
                  <a:lnTo>
                    <a:pt x="908898" y="125188"/>
                  </a:lnTo>
                  <a:lnTo>
                    <a:pt x="898027" y="128466"/>
                  </a:lnTo>
                  <a:close/>
                  <a:moveTo>
                    <a:pt x="873315" y="116729"/>
                  </a:moveTo>
                  <a:lnTo>
                    <a:pt x="875855" y="91711"/>
                  </a:lnTo>
                  <a:lnTo>
                    <a:pt x="877944" y="82509"/>
                  </a:lnTo>
                  <a:close/>
                  <a:moveTo>
                    <a:pt x="911385" y="127157"/>
                  </a:moveTo>
                  <a:lnTo>
                    <a:pt x="916561" y="153842"/>
                  </a:lnTo>
                  <a:lnTo>
                    <a:pt x="911664" y="128466"/>
                  </a:lnTo>
                  <a:close/>
                  <a:moveTo>
                    <a:pt x="911385" y="127157"/>
                  </a:moveTo>
                  <a:lnTo>
                    <a:pt x="911664" y="128466"/>
                  </a:lnTo>
                  <a:lnTo>
                    <a:pt x="908898" y="125188"/>
                  </a:lnTo>
                  <a:close/>
                  <a:moveTo>
                    <a:pt x="840174" y="91711"/>
                  </a:moveTo>
                  <a:lnTo>
                    <a:pt x="873315" y="116729"/>
                  </a:lnTo>
                  <a:lnTo>
                    <a:pt x="877944" y="82509"/>
                  </a:lnTo>
                  <a:close/>
                </a:path>
              </a:pathLst>
            </a:custGeom>
            <a:solidFill>
              <a:srgbClr val="C2CCD3"/>
            </a:solidFill>
            <a:ln w="1524">
              <a:solidFill>
                <a:srgbClr val="C2CCD3"/>
              </a:solidFill>
            </a:ln>
          </p:spPr>
        </p:sp>
        <p:sp>
          <p:nvSpPr>
            <p:cNvPr id="54" name="Input_density__53">
              <a:extLst>
                <a:ext uri="{FF2B5EF4-FFF2-40B4-BE49-F238E27FC236}">
                  <a16:creationId xmlns:a16="http://schemas.microsoft.com/office/drawing/2014/main" id="{8E1EE796-8EC8-DAB5-0088-7C45928AED44}"/>
                </a:ext>
              </a:extLst>
            </p:cNvPr>
            <p:cNvSpPr>
              <a:spLocks noGrp="1"/>
            </p:cNvSpPr>
            <p:nvPr/>
          </p:nvSpPr>
          <p:spPr>
            <a:xfrm>
              <a:off x="1002377" y="2353534"/>
              <a:ext cx="830551" cy="566909"/>
            </a:xfrm>
            <a:custGeom>
              <a:avLst/>
              <a:gdLst/>
              <a:ahLst/>
              <a:cxnLst/>
              <a:rect l="0" t="0" r="0" b="0"/>
              <a:pathLst>
                <a:path w="830551" h="566909">
                  <a:moveTo>
                    <a:pt x="0" y="481611"/>
                  </a:moveTo>
                  <a:lnTo>
                    <a:pt x="8882" y="446508"/>
                  </a:lnTo>
                  <a:lnTo>
                    <a:pt x="2178" y="441526"/>
                  </a:lnTo>
                  <a:close/>
                  <a:moveTo>
                    <a:pt x="233289" y="566909"/>
                  </a:moveTo>
                  <a:lnTo>
                    <a:pt x="220868" y="561508"/>
                  </a:lnTo>
                  <a:lnTo>
                    <a:pt x="243973" y="554179"/>
                  </a:lnTo>
                  <a:close/>
                  <a:moveTo>
                    <a:pt x="243973" y="554179"/>
                  </a:moveTo>
                  <a:lnTo>
                    <a:pt x="220868" y="561508"/>
                  </a:lnTo>
                  <a:lnTo>
                    <a:pt x="260999" y="545935"/>
                  </a:lnTo>
                  <a:close/>
                  <a:moveTo>
                    <a:pt x="154967" y="319514"/>
                  </a:moveTo>
                  <a:lnTo>
                    <a:pt x="156840" y="316465"/>
                  </a:lnTo>
                  <a:lnTo>
                    <a:pt x="146016" y="353220"/>
                  </a:lnTo>
                  <a:close/>
                  <a:moveTo>
                    <a:pt x="727044" y="524589"/>
                  </a:moveTo>
                  <a:lnTo>
                    <a:pt x="745448" y="507405"/>
                  </a:lnTo>
                  <a:lnTo>
                    <a:pt x="735471" y="525263"/>
                  </a:lnTo>
                  <a:close/>
                  <a:moveTo>
                    <a:pt x="820521" y="53938"/>
                  </a:moveTo>
                  <a:lnTo>
                    <a:pt x="819304" y="12300"/>
                  </a:lnTo>
                  <a:lnTo>
                    <a:pt x="817486" y="43551"/>
                  </a:lnTo>
                  <a:close/>
                  <a:moveTo>
                    <a:pt x="830551" y="0"/>
                  </a:moveTo>
                  <a:lnTo>
                    <a:pt x="819304" y="12300"/>
                  </a:lnTo>
                  <a:lnTo>
                    <a:pt x="820521" y="53938"/>
                  </a:lnTo>
                  <a:close/>
                </a:path>
              </a:pathLst>
            </a:custGeom>
            <a:solidFill>
              <a:srgbClr val="AEBAC4"/>
            </a:solidFill>
            <a:ln w="1524">
              <a:solidFill>
                <a:srgbClr val="AEBAC4"/>
              </a:solidFill>
            </a:ln>
          </p:spPr>
        </p:sp>
        <p:sp>
          <p:nvSpPr>
            <p:cNvPr id="55" name="Input_density__54">
              <a:extLst>
                <a:ext uri="{FF2B5EF4-FFF2-40B4-BE49-F238E27FC236}">
                  <a16:creationId xmlns:a16="http://schemas.microsoft.com/office/drawing/2014/main" id="{0883B306-A38F-94AC-1DA0-2DD2EC1CCE75}"/>
                </a:ext>
              </a:extLst>
            </p:cNvPr>
            <p:cNvSpPr>
              <a:spLocks noGrp="1"/>
            </p:cNvSpPr>
            <p:nvPr/>
          </p:nvSpPr>
          <p:spPr>
            <a:xfrm>
              <a:off x="966741" y="2346687"/>
              <a:ext cx="866186" cy="835494"/>
            </a:xfrm>
            <a:custGeom>
              <a:avLst/>
              <a:gdLst/>
              <a:ahLst/>
              <a:cxnLst/>
              <a:rect l="0" t="0" r="0" b="0"/>
              <a:pathLst>
                <a:path w="866186" h="835494">
                  <a:moveTo>
                    <a:pt x="0" y="479797"/>
                  </a:moveTo>
                  <a:lnTo>
                    <a:pt x="35636" y="488458"/>
                  </a:lnTo>
                  <a:lnTo>
                    <a:pt x="23227" y="470430"/>
                  </a:lnTo>
                  <a:close/>
                  <a:moveTo>
                    <a:pt x="198008" y="625602"/>
                  </a:moveTo>
                  <a:lnTo>
                    <a:pt x="185308" y="606488"/>
                  </a:lnTo>
                  <a:lnTo>
                    <a:pt x="158286" y="601665"/>
                  </a:lnTo>
                  <a:close/>
                  <a:moveTo>
                    <a:pt x="444184" y="826923"/>
                  </a:moveTo>
                  <a:lnTo>
                    <a:pt x="473232" y="835494"/>
                  </a:lnTo>
                  <a:lnTo>
                    <a:pt x="455344" y="828285"/>
                  </a:lnTo>
                  <a:close/>
                  <a:moveTo>
                    <a:pt x="260038" y="610229"/>
                  </a:moveTo>
                  <a:lnTo>
                    <a:pt x="282613" y="651719"/>
                  </a:lnTo>
                  <a:lnTo>
                    <a:pt x="262218" y="614964"/>
                  </a:lnTo>
                  <a:close/>
                  <a:moveTo>
                    <a:pt x="458447" y="687834"/>
                  </a:moveTo>
                  <a:lnTo>
                    <a:pt x="477127" y="658675"/>
                  </a:lnTo>
                  <a:lnTo>
                    <a:pt x="477334" y="654107"/>
                  </a:lnTo>
                  <a:close/>
                  <a:moveTo>
                    <a:pt x="453091" y="695875"/>
                  </a:moveTo>
                  <a:lnTo>
                    <a:pt x="467118" y="691886"/>
                  </a:lnTo>
                  <a:lnTo>
                    <a:pt x="458447" y="687834"/>
                  </a:lnTo>
                  <a:close/>
                  <a:moveTo>
                    <a:pt x="281666" y="525186"/>
                  </a:moveTo>
                  <a:lnTo>
                    <a:pt x="279609" y="561026"/>
                  </a:lnTo>
                  <a:lnTo>
                    <a:pt x="296635" y="552782"/>
                  </a:lnTo>
                  <a:close/>
                  <a:moveTo>
                    <a:pt x="281666" y="525186"/>
                  </a:moveTo>
                  <a:lnTo>
                    <a:pt x="296635" y="552782"/>
                  </a:lnTo>
                  <a:lnTo>
                    <a:pt x="313824" y="520844"/>
                  </a:lnTo>
                  <a:close/>
                  <a:moveTo>
                    <a:pt x="313824" y="520844"/>
                  </a:moveTo>
                  <a:lnTo>
                    <a:pt x="326594" y="520803"/>
                  </a:lnTo>
                  <a:lnTo>
                    <a:pt x="324565" y="507087"/>
                  </a:lnTo>
                  <a:close/>
                  <a:moveTo>
                    <a:pt x="323962" y="530379"/>
                  </a:moveTo>
                  <a:lnTo>
                    <a:pt x="326594" y="520803"/>
                  </a:lnTo>
                  <a:lnTo>
                    <a:pt x="313824" y="520844"/>
                  </a:lnTo>
                  <a:close/>
                  <a:moveTo>
                    <a:pt x="296635" y="552782"/>
                  </a:moveTo>
                  <a:lnTo>
                    <a:pt x="323962" y="530379"/>
                  </a:lnTo>
                  <a:lnTo>
                    <a:pt x="313824" y="520844"/>
                  </a:lnTo>
                  <a:close/>
                  <a:moveTo>
                    <a:pt x="201397" y="306129"/>
                  </a:moveTo>
                  <a:lnTo>
                    <a:pt x="192476" y="323312"/>
                  </a:lnTo>
                  <a:lnTo>
                    <a:pt x="179519" y="286557"/>
                  </a:lnTo>
                  <a:close/>
                  <a:moveTo>
                    <a:pt x="440596" y="392804"/>
                  </a:moveTo>
                  <a:lnTo>
                    <a:pt x="404222" y="417258"/>
                  </a:lnTo>
                  <a:lnTo>
                    <a:pt x="433411" y="401813"/>
                  </a:lnTo>
                  <a:close/>
                  <a:moveTo>
                    <a:pt x="440596" y="392804"/>
                  </a:moveTo>
                  <a:lnTo>
                    <a:pt x="429319" y="386512"/>
                  </a:lnTo>
                  <a:lnTo>
                    <a:pt x="405564" y="349449"/>
                  </a:lnTo>
                  <a:close/>
                  <a:moveTo>
                    <a:pt x="669249" y="592848"/>
                  </a:moveTo>
                  <a:lnTo>
                    <a:pt x="681098" y="608784"/>
                  </a:lnTo>
                  <a:lnTo>
                    <a:pt x="685091" y="597957"/>
                  </a:lnTo>
                  <a:close/>
                  <a:moveTo>
                    <a:pt x="667812" y="629663"/>
                  </a:moveTo>
                  <a:lnTo>
                    <a:pt x="681098" y="608784"/>
                  </a:lnTo>
                  <a:lnTo>
                    <a:pt x="669249" y="592848"/>
                  </a:lnTo>
                  <a:close/>
                  <a:moveTo>
                    <a:pt x="685091" y="597957"/>
                  </a:moveTo>
                  <a:lnTo>
                    <a:pt x="681711" y="555958"/>
                  </a:lnTo>
                  <a:lnTo>
                    <a:pt x="671643" y="585374"/>
                  </a:lnTo>
                  <a:close/>
                  <a:moveTo>
                    <a:pt x="577791" y="424937"/>
                  </a:moveTo>
                  <a:lnTo>
                    <a:pt x="600629" y="433458"/>
                  </a:lnTo>
                  <a:lnTo>
                    <a:pt x="588767" y="398355"/>
                  </a:lnTo>
                  <a:close/>
                  <a:moveTo>
                    <a:pt x="602260" y="466967"/>
                  </a:moveTo>
                  <a:lnTo>
                    <a:pt x="605658" y="438354"/>
                  </a:lnTo>
                  <a:lnTo>
                    <a:pt x="600629" y="433458"/>
                  </a:lnTo>
                  <a:close/>
                  <a:moveTo>
                    <a:pt x="769269" y="477497"/>
                  </a:moveTo>
                  <a:lnTo>
                    <a:pt x="781084" y="514252"/>
                  </a:lnTo>
                  <a:lnTo>
                    <a:pt x="762546" y="494680"/>
                  </a:lnTo>
                  <a:close/>
                  <a:moveTo>
                    <a:pt x="751596" y="391990"/>
                  </a:moveTo>
                  <a:lnTo>
                    <a:pt x="766855" y="424331"/>
                  </a:lnTo>
                  <a:lnTo>
                    <a:pt x="765929" y="440742"/>
                  </a:lnTo>
                  <a:close/>
                  <a:moveTo>
                    <a:pt x="564419" y="65229"/>
                  </a:moveTo>
                  <a:lnTo>
                    <a:pt x="587829" y="75580"/>
                  </a:lnTo>
                  <a:lnTo>
                    <a:pt x="617536" y="43038"/>
                  </a:lnTo>
                  <a:close/>
                  <a:moveTo>
                    <a:pt x="732957" y="100849"/>
                  </a:moveTo>
                  <a:lnTo>
                    <a:pt x="752359" y="95152"/>
                  </a:lnTo>
                  <a:lnTo>
                    <a:pt x="756541" y="92820"/>
                  </a:lnTo>
                  <a:close/>
                  <a:moveTo>
                    <a:pt x="853122" y="50398"/>
                  </a:moveTo>
                  <a:lnTo>
                    <a:pt x="859406" y="97540"/>
                  </a:lnTo>
                  <a:lnTo>
                    <a:pt x="856157" y="60785"/>
                  </a:lnTo>
                  <a:close/>
                  <a:moveTo>
                    <a:pt x="853122" y="50398"/>
                  </a:moveTo>
                  <a:lnTo>
                    <a:pt x="854940" y="19147"/>
                  </a:lnTo>
                  <a:lnTo>
                    <a:pt x="826789" y="38472"/>
                  </a:lnTo>
                  <a:close/>
                  <a:moveTo>
                    <a:pt x="860072" y="0"/>
                  </a:moveTo>
                  <a:lnTo>
                    <a:pt x="854940" y="19147"/>
                  </a:lnTo>
                  <a:lnTo>
                    <a:pt x="866186" y="6847"/>
                  </a:lnTo>
                  <a:close/>
                </a:path>
              </a:pathLst>
            </a:custGeom>
            <a:solidFill>
              <a:srgbClr val="B5C1C9"/>
            </a:solidFill>
            <a:ln w="1524">
              <a:solidFill>
                <a:srgbClr val="B5C1C9"/>
              </a:solidFill>
            </a:ln>
          </p:spPr>
        </p:sp>
        <p:sp>
          <p:nvSpPr>
            <p:cNvPr id="56" name="Input_density__55">
              <a:extLst>
                <a:ext uri="{FF2B5EF4-FFF2-40B4-BE49-F238E27FC236}">
                  <a16:creationId xmlns:a16="http://schemas.microsoft.com/office/drawing/2014/main" id="{534497A4-FF9E-A9CF-4BAC-59C7B9598148}"/>
                </a:ext>
              </a:extLst>
            </p:cNvPr>
            <p:cNvSpPr>
              <a:spLocks noGrp="1"/>
            </p:cNvSpPr>
            <p:nvPr/>
          </p:nvSpPr>
          <p:spPr>
            <a:xfrm>
              <a:off x="1672268" y="2371894"/>
              <a:ext cx="32930" cy="19172"/>
            </a:xfrm>
            <a:custGeom>
              <a:avLst/>
              <a:gdLst/>
              <a:ahLst/>
              <a:cxnLst/>
              <a:rect l="0" t="0" r="0" b="0"/>
              <a:pathLst>
                <a:path w="32930" h="19172">
                  <a:moveTo>
                    <a:pt x="27752" y="16007"/>
                  </a:moveTo>
                  <a:lnTo>
                    <a:pt x="32930" y="0"/>
                  </a:lnTo>
                  <a:lnTo>
                    <a:pt x="0" y="19172"/>
                  </a:lnTo>
                  <a:close/>
                </a:path>
              </a:pathLst>
            </a:custGeom>
            <a:solidFill>
              <a:srgbClr val="D7DEE3"/>
            </a:solidFill>
            <a:ln w="1524">
              <a:solidFill>
                <a:srgbClr val="D7DEE3"/>
              </a:solidFill>
            </a:ln>
          </p:spPr>
        </p:sp>
        <p:sp>
          <p:nvSpPr>
            <p:cNvPr id="57" name="Input_density__56">
              <a:extLst>
                <a:ext uri="{FF2B5EF4-FFF2-40B4-BE49-F238E27FC236}">
                  <a16:creationId xmlns:a16="http://schemas.microsoft.com/office/drawing/2014/main" id="{09D91678-D671-5EEA-B76E-46314B253E54}"/>
                </a:ext>
              </a:extLst>
            </p:cNvPr>
            <p:cNvSpPr>
              <a:spLocks noGrp="1"/>
            </p:cNvSpPr>
            <p:nvPr/>
          </p:nvSpPr>
          <p:spPr>
            <a:xfrm>
              <a:off x="958451" y="2163620"/>
              <a:ext cx="933581" cy="1121382"/>
            </a:xfrm>
            <a:custGeom>
              <a:avLst/>
              <a:gdLst/>
              <a:ahLst/>
              <a:cxnLst/>
              <a:rect l="0" t="0" r="0" b="0"/>
              <a:pathLst>
                <a:path w="933581" h="1121382">
                  <a:moveTo>
                    <a:pt x="271792" y="1121382"/>
                  </a:moveTo>
                  <a:lnTo>
                    <a:pt x="250122" y="1094238"/>
                  </a:lnTo>
                  <a:lnTo>
                    <a:pt x="254658" y="1106866"/>
                  </a:lnTo>
                  <a:close/>
                  <a:moveTo>
                    <a:pt x="258334" y="1099431"/>
                  </a:moveTo>
                  <a:lnTo>
                    <a:pt x="250122" y="1094238"/>
                  </a:lnTo>
                  <a:lnTo>
                    <a:pt x="271792" y="1121382"/>
                  </a:lnTo>
                  <a:close/>
                  <a:moveTo>
                    <a:pt x="254658" y="1106866"/>
                  </a:moveTo>
                  <a:lnTo>
                    <a:pt x="250122" y="1094238"/>
                  </a:lnTo>
                  <a:lnTo>
                    <a:pt x="229683" y="1066108"/>
                  </a:lnTo>
                  <a:close/>
                  <a:moveTo>
                    <a:pt x="248900" y="1089683"/>
                  </a:moveTo>
                  <a:lnTo>
                    <a:pt x="229683" y="1066108"/>
                  </a:lnTo>
                  <a:lnTo>
                    <a:pt x="250122" y="1094238"/>
                  </a:lnTo>
                  <a:close/>
                  <a:moveTo>
                    <a:pt x="248900" y="1089683"/>
                  </a:moveTo>
                  <a:lnTo>
                    <a:pt x="218188" y="1052928"/>
                  </a:lnTo>
                  <a:lnTo>
                    <a:pt x="229683" y="1066108"/>
                  </a:lnTo>
                  <a:close/>
                  <a:moveTo>
                    <a:pt x="235927" y="823240"/>
                  </a:moveTo>
                  <a:lnTo>
                    <a:pt x="211401" y="798031"/>
                  </a:lnTo>
                  <a:lnTo>
                    <a:pt x="211592" y="812334"/>
                  </a:lnTo>
                  <a:close/>
                  <a:moveTo>
                    <a:pt x="156005" y="761276"/>
                  </a:moveTo>
                  <a:lnTo>
                    <a:pt x="151996" y="758590"/>
                  </a:lnTo>
                  <a:lnTo>
                    <a:pt x="127474" y="763112"/>
                  </a:lnTo>
                  <a:close/>
                  <a:moveTo>
                    <a:pt x="2899" y="631439"/>
                  </a:moveTo>
                  <a:lnTo>
                    <a:pt x="38675" y="665571"/>
                  </a:lnTo>
                  <a:lnTo>
                    <a:pt x="0" y="625177"/>
                  </a:lnTo>
                  <a:close/>
                  <a:moveTo>
                    <a:pt x="417786" y="976789"/>
                  </a:moveTo>
                  <a:lnTo>
                    <a:pt x="453550" y="1001378"/>
                  </a:lnTo>
                  <a:lnTo>
                    <a:pt x="441008" y="995492"/>
                  </a:lnTo>
                  <a:close/>
                  <a:moveTo>
                    <a:pt x="211401" y="798031"/>
                  </a:moveTo>
                  <a:lnTo>
                    <a:pt x="235927" y="823240"/>
                  </a:lnTo>
                  <a:lnTo>
                    <a:pt x="237533" y="791244"/>
                  </a:lnTo>
                  <a:close/>
                  <a:moveTo>
                    <a:pt x="237533" y="791244"/>
                  </a:moveTo>
                  <a:lnTo>
                    <a:pt x="235927" y="823240"/>
                  </a:lnTo>
                  <a:lnTo>
                    <a:pt x="272738" y="834458"/>
                  </a:lnTo>
                  <a:close/>
                  <a:moveTo>
                    <a:pt x="156005" y="761276"/>
                  </a:moveTo>
                  <a:lnTo>
                    <a:pt x="193598" y="789555"/>
                  </a:lnTo>
                  <a:lnTo>
                    <a:pt x="185745" y="744093"/>
                  </a:lnTo>
                  <a:close/>
                  <a:moveTo>
                    <a:pt x="211401" y="798031"/>
                  </a:moveTo>
                  <a:lnTo>
                    <a:pt x="237533" y="791244"/>
                  </a:lnTo>
                  <a:lnTo>
                    <a:pt x="193598" y="789555"/>
                  </a:lnTo>
                  <a:close/>
                  <a:moveTo>
                    <a:pt x="409505" y="964622"/>
                  </a:moveTo>
                  <a:lnTo>
                    <a:pt x="417786" y="976789"/>
                  </a:lnTo>
                  <a:lnTo>
                    <a:pt x="441008" y="995492"/>
                  </a:lnTo>
                  <a:close/>
                  <a:moveTo>
                    <a:pt x="441008" y="995492"/>
                  </a:moveTo>
                  <a:lnTo>
                    <a:pt x="453550" y="1001378"/>
                  </a:lnTo>
                  <a:lnTo>
                    <a:pt x="452129" y="993616"/>
                  </a:lnTo>
                  <a:close/>
                  <a:moveTo>
                    <a:pt x="441008" y="995492"/>
                  </a:moveTo>
                  <a:lnTo>
                    <a:pt x="452129" y="993616"/>
                  </a:lnTo>
                  <a:lnTo>
                    <a:pt x="409505" y="964622"/>
                  </a:lnTo>
                  <a:close/>
                  <a:moveTo>
                    <a:pt x="166845" y="660294"/>
                  </a:moveTo>
                  <a:lnTo>
                    <a:pt x="169397" y="670582"/>
                  </a:lnTo>
                  <a:lnTo>
                    <a:pt x="150018" y="654985"/>
                  </a:lnTo>
                  <a:close/>
                  <a:moveTo>
                    <a:pt x="212526" y="632585"/>
                  </a:moveTo>
                  <a:lnTo>
                    <a:pt x="205829" y="670582"/>
                  </a:lnTo>
                  <a:lnTo>
                    <a:pt x="206136" y="655439"/>
                  </a:lnTo>
                  <a:close/>
                  <a:moveTo>
                    <a:pt x="212526" y="632585"/>
                  </a:moveTo>
                  <a:lnTo>
                    <a:pt x="206136" y="655439"/>
                  </a:lnTo>
                  <a:lnTo>
                    <a:pt x="185385" y="627562"/>
                  </a:lnTo>
                  <a:close/>
                  <a:moveTo>
                    <a:pt x="132621" y="589943"/>
                  </a:moveTo>
                  <a:lnTo>
                    <a:pt x="140506" y="579889"/>
                  </a:lnTo>
                  <a:lnTo>
                    <a:pt x="115913" y="555841"/>
                  </a:lnTo>
                  <a:close/>
                  <a:moveTo>
                    <a:pt x="371192" y="853340"/>
                  </a:moveTo>
                  <a:lnTo>
                    <a:pt x="359121" y="842272"/>
                  </a:lnTo>
                  <a:lnTo>
                    <a:pt x="359931" y="837174"/>
                  </a:lnTo>
                  <a:close/>
                  <a:moveTo>
                    <a:pt x="332933" y="812609"/>
                  </a:moveTo>
                  <a:lnTo>
                    <a:pt x="359931" y="837174"/>
                  </a:lnTo>
                  <a:lnTo>
                    <a:pt x="357156" y="834926"/>
                  </a:lnTo>
                  <a:close/>
                  <a:moveTo>
                    <a:pt x="460559" y="897269"/>
                  </a:moveTo>
                  <a:lnTo>
                    <a:pt x="482644" y="906402"/>
                  </a:lnTo>
                  <a:lnTo>
                    <a:pt x="471809" y="889867"/>
                  </a:lnTo>
                  <a:close/>
                  <a:moveTo>
                    <a:pt x="414032" y="826793"/>
                  </a:moveTo>
                  <a:lnTo>
                    <a:pt x="432874" y="868873"/>
                  </a:lnTo>
                  <a:lnTo>
                    <a:pt x="443421" y="821708"/>
                  </a:lnTo>
                  <a:close/>
                  <a:moveTo>
                    <a:pt x="432874" y="868873"/>
                  </a:moveTo>
                  <a:lnTo>
                    <a:pt x="464755" y="819991"/>
                  </a:lnTo>
                  <a:lnTo>
                    <a:pt x="443421" y="821708"/>
                  </a:lnTo>
                  <a:close/>
                  <a:moveTo>
                    <a:pt x="297266" y="680276"/>
                  </a:moveTo>
                  <a:lnTo>
                    <a:pt x="260628" y="723179"/>
                  </a:lnTo>
                  <a:lnTo>
                    <a:pt x="289956" y="708253"/>
                  </a:lnTo>
                  <a:close/>
                  <a:moveTo>
                    <a:pt x="289956" y="708253"/>
                  </a:moveTo>
                  <a:lnTo>
                    <a:pt x="337241" y="674865"/>
                  </a:lnTo>
                  <a:lnTo>
                    <a:pt x="297266" y="680276"/>
                  </a:lnTo>
                  <a:close/>
                  <a:moveTo>
                    <a:pt x="297266" y="680276"/>
                  </a:moveTo>
                  <a:lnTo>
                    <a:pt x="337241" y="674865"/>
                  </a:lnTo>
                  <a:lnTo>
                    <a:pt x="322076" y="642446"/>
                  </a:lnTo>
                  <a:close/>
                  <a:moveTo>
                    <a:pt x="295332" y="637101"/>
                  </a:moveTo>
                  <a:lnTo>
                    <a:pt x="322076" y="642446"/>
                  </a:lnTo>
                  <a:lnTo>
                    <a:pt x="266572" y="615736"/>
                  </a:lnTo>
                  <a:close/>
                  <a:moveTo>
                    <a:pt x="295332" y="637101"/>
                  </a:moveTo>
                  <a:lnTo>
                    <a:pt x="266572" y="615736"/>
                  </a:lnTo>
                  <a:lnTo>
                    <a:pt x="285789" y="636216"/>
                  </a:lnTo>
                  <a:close/>
                  <a:moveTo>
                    <a:pt x="464755" y="819991"/>
                  </a:moveTo>
                  <a:lnTo>
                    <a:pt x="479842" y="823693"/>
                  </a:lnTo>
                  <a:lnTo>
                    <a:pt x="481426" y="817898"/>
                  </a:lnTo>
                  <a:close/>
                  <a:moveTo>
                    <a:pt x="479842" y="823693"/>
                  </a:moveTo>
                  <a:lnTo>
                    <a:pt x="483116" y="819991"/>
                  </a:lnTo>
                  <a:lnTo>
                    <a:pt x="481426" y="817898"/>
                  </a:lnTo>
                  <a:close/>
                  <a:moveTo>
                    <a:pt x="481526" y="773070"/>
                  </a:moveTo>
                  <a:lnTo>
                    <a:pt x="481426" y="817898"/>
                  </a:lnTo>
                  <a:lnTo>
                    <a:pt x="483116" y="819991"/>
                  </a:lnTo>
                  <a:close/>
                  <a:moveTo>
                    <a:pt x="414876" y="733739"/>
                  </a:moveTo>
                  <a:lnTo>
                    <a:pt x="430912" y="765330"/>
                  </a:lnTo>
                  <a:lnTo>
                    <a:pt x="431102" y="742228"/>
                  </a:lnTo>
                  <a:close/>
                  <a:moveTo>
                    <a:pt x="402740" y="782945"/>
                  </a:moveTo>
                  <a:lnTo>
                    <a:pt x="430912" y="765330"/>
                  </a:lnTo>
                  <a:lnTo>
                    <a:pt x="414876" y="733739"/>
                  </a:lnTo>
                  <a:close/>
                  <a:moveTo>
                    <a:pt x="431102" y="742228"/>
                  </a:moveTo>
                  <a:lnTo>
                    <a:pt x="430912" y="765330"/>
                  </a:lnTo>
                  <a:lnTo>
                    <a:pt x="481526" y="773070"/>
                  </a:lnTo>
                  <a:close/>
                  <a:moveTo>
                    <a:pt x="464685" y="742014"/>
                  </a:moveTo>
                  <a:lnTo>
                    <a:pt x="431102" y="742228"/>
                  </a:lnTo>
                  <a:lnTo>
                    <a:pt x="481526" y="773070"/>
                  </a:lnTo>
                  <a:close/>
                  <a:moveTo>
                    <a:pt x="181722" y="489196"/>
                  </a:moveTo>
                  <a:lnTo>
                    <a:pt x="221172" y="508974"/>
                  </a:lnTo>
                  <a:lnTo>
                    <a:pt x="194284" y="486086"/>
                  </a:lnTo>
                  <a:close/>
                  <a:moveTo>
                    <a:pt x="194284" y="486086"/>
                  </a:moveTo>
                  <a:lnTo>
                    <a:pt x="202484" y="525951"/>
                  </a:lnTo>
                  <a:lnTo>
                    <a:pt x="209686" y="489196"/>
                  </a:lnTo>
                  <a:close/>
                  <a:moveTo>
                    <a:pt x="227236" y="489196"/>
                  </a:moveTo>
                  <a:lnTo>
                    <a:pt x="262838" y="510656"/>
                  </a:lnTo>
                  <a:lnTo>
                    <a:pt x="271784" y="508768"/>
                  </a:lnTo>
                  <a:close/>
                  <a:moveTo>
                    <a:pt x="251959" y="472012"/>
                  </a:moveTo>
                  <a:lnTo>
                    <a:pt x="227236" y="489196"/>
                  </a:lnTo>
                  <a:lnTo>
                    <a:pt x="271784" y="508768"/>
                  </a:lnTo>
                  <a:close/>
                  <a:moveTo>
                    <a:pt x="239107" y="450296"/>
                  </a:moveTo>
                  <a:lnTo>
                    <a:pt x="219371" y="448032"/>
                  </a:lnTo>
                  <a:lnTo>
                    <a:pt x="251959" y="472012"/>
                  </a:lnTo>
                  <a:close/>
                  <a:moveTo>
                    <a:pt x="199012" y="437495"/>
                  </a:moveTo>
                  <a:lnTo>
                    <a:pt x="209290" y="452441"/>
                  </a:lnTo>
                  <a:lnTo>
                    <a:pt x="180615" y="407705"/>
                  </a:lnTo>
                  <a:close/>
                  <a:moveTo>
                    <a:pt x="156153" y="400504"/>
                  </a:moveTo>
                  <a:lnTo>
                    <a:pt x="199012" y="437495"/>
                  </a:lnTo>
                  <a:lnTo>
                    <a:pt x="180615" y="407705"/>
                  </a:lnTo>
                  <a:close/>
                  <a:moveTo>
                    <a:pt x="271784" y="508768"/>
                  </a:moveTo>
                  <a:lnTo>
                    <a:pt x="273228" y="520830"/>
                  </a:lnTo>
                  <a:lnTo>
                    <a:pt x="294561" y="533053"/>
                  </a:lnTo>
                  <a:close/>
                  <a:moveTo>
                    <a:pt x="534074" y="802185"/>
                  </a:moveTo>
                  <a:lnTo>
                    <a:pt x="542692" y="837892"/>
                  </a:lnTo>
                  <a:lnTo>
                    <a:pt x="515981" y="789806"/>
                  </a:lnTo>
                  <a:close/>
                  <a:moveTo>
                    <a:pt x="328216" y="528339"/>
                  </a:moveTo>
                  <a:lnTo>
                    <a:pt x="308194" y="545522"/>
                  </a:lnTo>
                  <a:lnTo>
                    <a:pt x="340932" y="581852"/>
                  </a:lnTo>
                  <a:close/>
                  <a:moveTo>
                    <a:pt x="308194" y="545522"/>
                  </a:moveTo>
                  <a:lnTo>
                    <a:pt x="328216" y="528339"/>
                  </a:lnTo>
                  <a:lnTo>
                    <a:pt x="294561" y="533053"/>
                  </a:lnTo>
                  <a:close/>
                  <a:moveTo>
                    <a:pt x="251959" y="472012"/>
                  </a:moveTo>
                  <a:lnTo>
                    <a:pt x="271784" y="508768"/>
                  </a:lnTo>
                  <a:lnTo>
                    <a:pt x="251075" y="467005"/>
                  </a:lnTo>
                  <a:close/>
                  <a:moveTo>
                    <a:pt x="239107" y="450296"/>
                  </a:moveTo>
                  <a:lnTo>
                    <a:pt x="251959" y="472012"/>
                  </a:lnTo>
                  <a:lnTo>
                    <a:pt x="251075" y="467005"/>
                  </a:lnTo>
                  <a:close/>
                  <a:moveTo>
                    <a:pt x="566589" y="658176"/>
                  </a:moveTo>
                  <a:lnTo>
                    <a:pt x="562303" y="690433"/>
                  </a:lnTo>
                  <a:lnTo>
                    <a:pt x="584430" y="676952"/>
                  </a:lnTo>
                  <a:close/>
                  <a:moveTo>
                    <a:pt x="540209" y="636193"/>
                  </a:moveTo>
                  <a:lnTo>
                    <a:pt x="517278" y="636851"/>
                  </a:lnTo>
                  <a:lnTo>
                    <a:pt x="566589" y="658176"/>
                  </a:lnTo>
                  <a:close/>
                  <a:moveTo>
                    <a:pt x="496855" y="584666"/>
                  </a:moveTo>
                  <a:lnTo>
                    <a:pt x="505195" y="601849"/>
                  </a:lnTo>
                  <a:lnTo>
                    <a:pt x="519267" y="621421"/>
                  </a:lnTo>
                  <a:close/>
                  <a:moveTo>
                    <a:pt x="406048" y="474401"/>
                  </a:moveTo>
                  <a:lnTo>
                    <a:pt x="400266" y="486700"/>
                  </a:lnTo>
                  <a:lnTo>
                    <a:pt x="402397" y="528339"/>
                  </a:lnTo>
                  <a:close/>
                  <a:moveTo>
                    <a:pt x="406048" y="474401"/>
                  </a:moveTo>
                  <a:lnTo>
                    <a:pt x="372446" y="449596"/>
                  </a:lnTo>
                  <a:lnTo>
                    <a:pt x="394299" y="464389"/>
                  </a:lnTo>
                  <a:close/>
                  <a:moveTo>
                    <a:pt x="352168" y="438994"/>
                  </a:moveTo>
                  <a:lnTo>
                    <a:pt x="361177" y="465129"/>
                  </a:lnTo>
                  <a:lnTo>
                    <a:pt x="394299" y="464389"/>
                  </a:lnTo>
                  <a:close/>
                  <a:moveTo>
                    <a:pt x="304232" y="376796"/>
                  </a:moveTo>
                  <a:lnTo>
                    <a:pt x="331189" y="400891"/>
                  </a:lnTo>
                  <a:lnTo>
                    <a:pt x="292264" y="371113"/>
                  </a:lnTo>
                  <a:close/>
                  <a:moveTo>
                    <a:pt x="519267" y="621421"/>
                  </a:moveTo>
                  <a:lnTo>
                    <a:pt x="517278" y="636851"/>
                  </a:lnTo>
                  <a:lnTo>
                    <a:pt x="540209" y="636193"/>
                  </a:lnTo>
                  <a:close/>
                  <a:moveTo>
                    <a:pt x="540209" y="636193"/>
                  </a:moveTo>
                  <a:lnTo>
                    <a:pt x="566589" y="658176"/>
                  </a:lnTo>
                  <a:lnTo>
                    <a:pt x="559398" y="611728"/>
                  </a:lnTo>
                  <a:close/>
                  <a:moveTo>
                    <a:pt x="559398" y="611728"/>
                  </a:moveTo>
                  <a:lnTo>
                    <a:pt x="566589" y="658176"/>
                  </a:lnTo>
                  <a:lnTo>
                    <a:pt x="586080" y="608004"/>
                  </a:lnTo>
                  <a:close/>
                  <a:moveTo>
                    <a:pt x="586080" y="608004"/>
                  </a:moveTo>
                  <a:lnTo>
                    <a:pt x="566589" y="658176"/>
                  </a:lnTo>
                  <a:lnTo>
                    <a:pt x="588563" y="650733"/>
                  </a:lnTo>
                  <a:close/>
                  <a:moveTo>
                    <a:pt x="588563" y="650733"/>
                  </a:moveTo>
                  <a:lnTo>
                    <a:pt x="584430" y="676952"/>
                  </a:lnTo>
                  <a:lnTo>
                    <a:pt x="609077" y="658176"/>
                  </a:lnTo>
                  <a:close/>
                  <a:moveTo>
                    <a:pt x="548684" y="604237"/>
                  </a:moveTo>
                  <a:lnTo>
                    <a:pt x="519267" y="621421"/>
                  </a:lnTo>
                  <a:lnTo>
                    <a:pt x="540209" y="636193"/>
                  </a:lnTo>
                  <a:close/>
                  <a:moveTo>
                    <a:pt x="548684" y="604237"/>
                  </a:moveTo>
                  <a:lnTo>
                    <a:pt x="496855" y="584666"/>
                  </a:lnTo>
                  <a:lnTo>
                    <a:pt x="519267" y="621421"/>
                  </a:lnTo>
                  <a:close/>
                  <a:moveTo>
                    <a:pt x="400719" y="471359"/>
                  </a:moveTo>
                  <a:lnTo>
                    <a:pt x="400266" y="486700"/>
                  </a:lnTo>
                  <a:lnTo>
                    <a:pt x="406048" y="474401"/>
                  </a:lnTo>
                  <a:close/>
                  <a:moveTo>
                    <a:pt x="400719" y="471359"/>
                  </a:moveTo>
                  <a:lnTo>
                    <a:pt x="406048" y="474401"/>
                  </a:lnTo>
                  <a:lnTo>
                    <a:pt x="394299" y="464389"/>
                  </a:lnTo>
                  <a:close/>
                  <a:moveTo>
                    <a:pt x="738112" y="655164"/>
                  </a:moveTo>
                  <a:lnTo>
                    <a:pt x="770391" y="656010"/>
                  </a:lnTo>
                  <a:lnTo>
                    <a:pt x="775145" y="607398"/>
                  </a:lnTo>
                  <a:close/>
                  <a:moveTo>
                    <a:pt x="738112" y="655164"/>
                  </a:moveTo>
                  <a:lnTo>
                    <a:pt x="775145" y="607398"/>
                  </a:lnTo>
                  <a:lnTo>
                    <a:pt x="736367" y="611836"/>
                  </a:lnTo>
                  <a:close/>
                  <a:moveTo>
                    <a:pt x="701890" y="612777"/>
                  </a:moveTo>
                  <a:lnTo>
                    <a:pt x="738112" y="655164"/>
                  </a:lnTo>
                  <a:lnTo>
                    <a:pt x="736367" y="611836"/>
                  </a:lnTo>
                  <a:close/>
                  <a:moveTo>
                    <a:pt x="694956" y="573667"/>
                  </a:moveTo>
                  <a:lnTo>
                    <a:pt x="707050" y="597632"/>
                  </a:lnTo>
                  <a:lnTo>
                    <a:pt x="651821" y="587054"/>
                  </a:lnTo>
                  <a:close/>
                  <a:moveTo>
                    <a:pt x="739729" y="595234"/>
                  </a:moveTo>
                  <a:lnTo>
                    <a:pt x="707050" y="597632"/>
                  </a:lnTo>
                  <a:lnTo>
                    <a:pt x="687370" y="587054"/>
                  </a:lnTo>
                  <a:close/>
                  <a:moveTo>
                    <a:pt x="701890" y="612777"/>
                  </a:moveTo>
                  <a:lnTo>
                    <a:pt x="736367" y="611836"/>
                  </a:lnTo>
                  <a:lnTo>
                    <a:pt x="687370" y="587054"/>
                  </a:lnTo>
                  <a:close/>
                  <a:moveTo>
                    <a:pt x="759885" y="575057"/>
                  </a:moveTo>
                  <a:lnTo>
                    <a:pt x="736367" y="611836"/>
                  </a:lnTo>
                  <a:lnTo>
                    <a:pt x="775145" y="607398"/>
                  </a:lnTo>
                  <a:close/>
                  <a:moveTo>
                    <a:pt x="750223" y="555823"/>
                  </a:moveTo>
                  <a:lnTo>
                    <a:pt x="707050" y="597632"/>
                  </a:lnTo>
                  <a:lnTo>
                    <a:pt x="739729" y="595234"/>
                  </a:lnTo>
                  <a:close/>
                  <a:moveTo>
                    <a:pt x="750223" y="555823"/>
                  </a:moveTo>
                  <a:lnTo>
                    <a:pt x="739729" y="595234"/>
                  </a:lnTo>
                  <a:lnTo>
                    <a:pt x="760067" y="569871"/>
                  </a:lnTo>
                  <a:close/>
                  <a:moveTo>
                    <a:pt x="832802" y="626197"/>
                  </a:moveTo>
                  <a:lnTo>
                    <a:pt x="815780" y="601451"/>
                  </a:lnTo>
                  <a:lnTo>
                    <a:pt x="835195" y="630414"/>
                  </a:lnTo>
                  <a:close/>
                  <a:moveTo>
                    <a:pt x="921552" y="614383"/>
                  </a:moveTo>
                  <a:lnTo>
                    <a:pt x="892540" y="610882"/>
                  </a:lnTo>
                  <a:lnTo>
                    <a:pt x="933581" y="649351"/>
                  </a:lnTo>
                  <a:close/>
                  <a:moveTo>
                    <a:pt x="892540" y="610882"/>
                  </a:moveTo>
                  <a:lnTo>
                    <a:pt x="844257" y="640688"/>
                  </a:lnTo>
                  <a:lnTo>
                    <a:pt x="879420" y="647581"/>
                  </a:lnTo>
                  <a:close/>
                  <a:moveTo>
                    <a:pt x="892540" y="610882"/>
                  </a:moveTo>
                  <a:lnTo>
                    <a:pt x="848340" y="619727"/>
                  </a:lnTo>
                  <a:lnTo>
                    <a:pt x="844257" y="640688"/>
                  </a:lnTo>
                  <a:close/>
                  <a:moveTo>
                    <a:pt x="848340" y="619727"/>
                  </a:moveTo>
                  <a:lnTo>
                    <a:pt x="892540" y="610882"/>
                  </a:lnTo>
                  <a:lnTo>
                    <a:pt x="858089" y="596196"/>
                  </a:lnTo>
                  <a:close/>
                  <a:moveTo>
                    <a:pt x="892540" y="610882"/>
                  </a:moveTo>
                  <a:lnTo>
                    <a:pt x="893164" y="602758"/>
                  </a:lnTo>
                  <a:lnTo>
                    <a:pt x="858089" y="596196"/>
                  </a:lnTo>
                  <a:close/>
                  <a:moveTo>
                    <a:pt x="825007" y="572259"/>
                  </a:moveTo>
                  <a:lnTo>
                    <a:pt x="800765" y="541822"/>
                  </a:lnTo>
                  <a:lnTo>
                    <a:pt x="809342" y="552687"/>
                  </a:lnTo>
                  <a:close/>
                  <a:moveTo>
                    <a:pt x="825007" y="572259"/>
                  </a:moveTo>
                  <a:lnTo>
                    <a:pt x="809342" y="552687"/>
                  </a:lnTo>
                  <a:lnTo>
                    <a:pt x="814353" y="589442"/>
                  </a:lnTo>
                  <a:close/>
                  <a:moveTo>
                    <a:pt x="806708" y="461994"/>
                  </a:moveTo>
                  <a:lnTo>
                    <a:pt x="806963" y="501253"/>
                  </a:lnTo>
                  <a:lnTo>
                    <a:pt x="828971" y="487326"/>
                  </a:lnTo>
                  <a:close/>
                  <a:moveTo>
                    <a:pt x="486178" y="94444"/>
                  </a:moveTo>
                  <a:lnTo>
                    <a:pt x="472784" y="64223"/>
                  </a:lnTo>
                  <a:lnTo>
                    <a:pt x="487350" y="97129"/>
                  </a:lnTo>
                  <a:close/>
                  <a:moveTo>
                    <a:pt x="893164" y="602758"/>
                  </a:moveTo>
                  <a:lnTo>
                    <a:pt x="890724" y="567611"/>
                  </a:lnTo>
                  <a:lnTo>
                    <a:pt x="858089" y="596196"/>
                  </a:lnTo>
                  <a:close/>
                  <a:moveTo>
                    <a:pt x="806708" y="461994"/>
                  </a:moveTo>
                  <a:lnTo>
                    <a:pt x="828971" y="487326"/>
                  </a:lnTo>
                  <a:lnTo>
                    <a:pt x="818863" y="444811"/>
                  </a:lnTo>
                  <a:close/>
                  <a:moveTo>
                    <a:pt x="639553" y="188896"/>
                  </a:moveTo>
                  <a:lnTo>
                    <a:pt x="625825" y="226105"/>
                  </a:lnTo>
                  <a:lnTo>
                    <a:pt x="668271" y="237385"/>
                  </a:lnTo>
                  <a:close/>
                  <a:moveTo>
                    <a:pt x="600658" y="160378"/>
                  </a:moveTo>
                  <a:lnTo>
                    <a:pt x="638026" y="187526"/>
                  </a:lnTo>
                  <a:lnTo>
                    <a:pt x="587879" y="159070"/>
                  </a:lnTo>
                  <a:close/>
                  <a:moveTo>
                    <a:pt x="638026" y="187526"/>
                  </a:moveTo>
                  <a:lnTo>
                    <a:pt x="639553" y="188896"/>
                  </a:lnTo>
                  <a:lnTo>
                    <a:pt x="587879" y="159070"/>
                  </a:lnTo>
                  <a:close/>
                  <a:moveTo>
                    <a:pt x="600658" y="160378"/>
                  </a:moveTo>
                  <a:lnTo>
                    <a:pt x="587879" y="159070"/>
                  </a:lnTo>
                  <a:lnTo>
                    <a:pt x="584934" y="150770"/>
                  </a:lnTo>
                  <a:close/>
                  <a:moveTo>
                    <a:pt x="491646" y="77261"/>
                  </a:moveTo>
                  <a:lnTo>
                    <a:pt x="468196" y="57689"/>
                  </a:lnTo>
                  <a:lnTo>
                    <a:pt x="486178" y="94444"/>
                  </a:lnTo>
                  <a:close/>
                  <a:moveTo>
                    <a:pt x="754827" y="243852"/>
                  </a:moveTo>
                  <a:lnTo>
                    <a:pt x="744566" y="261035"/>
                  </a:lnTo>
                  <a:lnTo>
                    <a:pt x="764831" y="275887"/>
                  </a:lnTo>
                  <a:close/>
                  <a:moveTo>
                    <a:pt x="606171" y="23322"/>
                  </a:moveTo>
                  <a:lnTo>
                    <a:pt x="563380" y="0"/>
                  </a:lnTo>
                  <a:lnTo>
                    <a:pt x="586824" y="12446"/>
                  </a:lnTo>
                  <a:close/>
                  <a:moveTo>
                    <a:pt x="869784" y="271405"/>
                  </a:moveTo>
                  <a:lnTo>
                    <a:pt x="824669" y="278827"/>
                  </a:lnTo>
                  <a:lnTo>
                    <a:pt x="832015" y="280607"/>
                  </a:lnTo>
                  <a:close/>
                  <a:moveTo>
                    <a:pt x="835518" y="227427"/>
                  </a:moveTo>
                  <a:lnTo>
                    <a:pt x="824669" y="278827"/>
                  </a:lnTo>
                  <a:lnTo>
                    <a:pt x="869784" y="271405"/>
                  </a:lnTo>
                  <a:close/>
                  <a:moveTo>
                    <a:pt x="824669" y="278827"/>
                  </a:moveTo>
                  <a:lnTo>
                    <a:pt x="835518" y="227427"/>
                  </a:lnTo>
                  <a:lnTo>
                    <a:pt x="804590" y="232123"/>
                  </a:lnTo>
                  <a:close/>
                  <a:moveTo>
                    <a:pt x="785604" y="257347"/>
                  </a:moveTo>
                  <a:lnTo>
                    <a:pt x="824669" y="278827"/>
                  </a:lnTo>
                  <a:lnTo>
                    <a:pt x="804590" y="232123"/>
                  </a:lnTo>
                  <a:close/>
                  <a:moveTo>
                    <a:pt x="825529" y="226669"/>
                  </a:moveTo>
                  <a:lnTo>
                    <a:pt x="835518" y="227427"/>
                  </a:lnTo>
                  <a:lnTo>
                    <a:pt x="835079" y="221539"/>
                  </a:lnTo>
                  <a:close/>
                  <a:moveTo>
                    <a:pt x="596963" y="17445"/>
                  </a:moveTo>
                  <a:lnTo>
                    <a:pt x="607645" y="60077"/>
                  </a:lnTo>
                  <a:lnTo>
                    <a:pt x="606171" y="23322"/>
                  </a:lnTo>
                  <a:close/>
                  <a:moveTo>
                    <a:pt x="596963" y="17445"/>
                  </a:moveTo>
                  <a:lnTo>
                    <a:pt x="602957" y="57319"/>
                  </a:lnTo>
                  <a:lnTo>
                    <a:pt x="607645" y="60077"/>
                  </a:lnTo>
                  <a:close/>
                  <a:moveTo>
                    <a:pt x="562645" y="18256"/>
                  </a:moveTo>
                  <a:lnTo>
                    <a:pt x="586824" y="12446"/>
                  </a:lnTo>
                  <a:lnTo>
                    <a:pt x="554198" y="15041"/>
                  </a:lnTo>
                  <a:close/>
                  <a:moveTo>
                    <a:pt x="562645" y="18256"/>
                  </a:moveTo>
                  <a:lnTo>
                    <a:pt x="596963" y="17445"/>
                  </a:lnTo>
                  <a:lnTo>
                    <a:pt x="586824" y="12446"/>
                  </a:lnTo>
                  <a:close/>
                </a:path>
              </a:pathLst>
            </a:custGeom>
            <a:solidFill>
              <a:srgbClr val="C2CCD3"/>
            </a:solidFill>
            <a:ln w="1524">
              <a:solidFill>
                <a:srgbClr val="C2CCD3"/>
              </a:solidFill>
            </a:ln>
          </p:spPr>
        </p:sp>
        <p:sp>
          <p:nvSpPr>
            <p:cNvPr id="58" name="Input_density__57">
              <a:extLst>
                <a:ext uri="{FF2B5EF4-FFF2-40B4-BE49-F238E27FC236}">
                  <a16:creationId xmlns:a16="http://schemas.microsoft.com/office/drawing/2014/main" id="{33D356AA-808D-0F77-42FD-270C8507D0A8}"/>
                </a:ext>
              </a:extLst>
            </p:cNvPr>
            <p:cNvSpPr>
              <a:spLocks noGrp="1"/>
            </p:cNvSpPr>
            <p:nvPr/>
          </p:nvSpPr>
          <p:spPr>
            <a:xfrm>
              <a:off x="1076464" y="1764811"/>
              <a:ext cx="941659" cy="1522340"/>
            </a:xfrm>
            <a:custGeom>
              <a:avLst/>
              <a:gdLst/>
              <a:ahLst/>
              <a:cxnLst/>
              <a:rect l="0" t="0" r="0" b="0"/>
              <a:pathLst>
                <a:path w="941659" h="1522340">
                  <a:moveTo>
                    <a:pt x="179988" y="1521971"/>
                  </a:moveTo>
                  <a:lnTo>
                    <a:pt x="140321" y="1498241"/>
                  </a:lnTo>
                  <a:lnTo>
                    <a:pt x="153780" y="1520192"/>
                  </a:lnTo>
                  <a:close/>
                  <a:moveTo>
                    <a:pt x="213406" y="1522340"/>
                  </a:moveTo>
                  <a:lnTo>
                    <a:pt x="227772" y="1508063"/>
                  </a:lnTo>
                  <a:lnTo>
                    <a:pt x="197099" y="1489738"/>
                  </a:lnTo>
                  <a:close/>
                  <a:moveTo>
                    <a:pt x="213406" y="1522340"/>
                  </a:moveTo>
                  <a:lnTo>
                    <a:pt x="197099" y="1489738"/>
                  </a:lnTo>
                  <a:lnTo>
                    <a:pt x="179988" y="1521971"/>
                  </a:lnTo>
                  <a:close/>
                  <a:moveTo>
                    <a:pt x="227772" y="1508063"/>
                  </a:moveTo>
                  <a:lnTo>
                    <a:pt x="220071" y="1520460"/>
                  </a:lnTo>
                  <a:lnTo>
                    <a:pt x="237353" y="1515665"/>
                  </a:lnTo>
                  <a:close/>
                  <a:moveTo>
                    <a:pt x="48563" y="1183541"/>
                  </a:moveTo>
                  <a:lnTo>
                    <a:pt x="37993" y="1160085"/>
                  </a:lnTo>
                  <a:lnTo>
                    <a:pt x="40479" y="1177269"/>
                  </a:lnTo>
                  <a:close/>
                  <a:moveTo>
                    <a:pt x="75585" y="1188365"/>
                  </a:moveTo>
                  <a:lnTo>
                    <a:pt x="37993" y="1160085"/>
                  </a:lnTo>
                  <a:lnTo>
                    <a:pt x="48563" y="1183541"/>
                  </a:lnTo>
                  <a:close/>
                  <a:moveTo>
                    <a:pt x="40479" y="1177269"/>
                  </a:moveTo>
                  <a:lnTo>
                    <a:pt x="37993" y="1160085"/>
                  </a:lnTo>
                  <a:lnTo>
                    <a:pt x="9461" y="1161922"/>
                  </a:lnTo>
                  <a:close/>
                  <a:moveTo>
                    <a:pt x="88285" y="1207479"/>
                  </a:moveTo>
                  <a:lnTo>
                    <a:pt x="93388" y="1196840"/>
                  </a:lnTo>
                  <a:lnTo>
                    <a:pt x="75585" y="1188365"/>
                  </a:lnTo>
                  <a:close/>
                  <a:moveTo>
                    <a:pt x="150315" y="1192105"/>
                  </a:moveTo>
                  <a:lnTo>
                    <a:pt x="119520" y="1190053"/>
                  </a:lnTo>
                  <a:lnTo>
                    <a:pt x="154725" y="1233267"/>
                  </a:lnTo>
                  <a:close/>
                  <a:moveTo>
                    <a:pt x="75585" y="1188365"/>
                  </a:moveTo>
                  <a:lnTo>
                    <a:pt x="119520" y="1190053"/>
                  </a:lnTo>
                  <a:lnTo>
                    <a:pt x="126083" y="1156382"/>
                  </a:lnTo>
                  <a:close/>
                  <a:moveTo>
                    <a:pt x="75585" y="1188365"/>
                  </a:moveTo>
                  <a:lnTo>
                    <a:pt x="126083" y="1156382"/>
                  </a:lnTo>
                  <a:lnTo>
                    <a:pt x="93752" y="1160078"/>
                  </a:lnTo>
                  <a:close/>
                  <a:moveTo>
                    <a:pt x="335537" y="1400187"/>
                  </a:moveTo>
                  <a:lnTo>
                    <a:pt x="345621" y="1410161"/>
                  </a:lnTo>
                  <a:lnTo>
                    <a:pt x="361170" y="1412450"/>
                  </a:lnTo>
                  <a:close/>
                  <a:moveTo>
                    <a:pt x="291493" y="1363432"/>
                  </a:moveTo>
                  <a:lnTo>
                    <a:pt x="334116" y="1392426"/>
                  </a:lnTo>
                  <a:lnTo>
                    <a:pt x="287624" y="1358388"/>
                  </a:lnTo>
                  <a:close/>
                  <a:moveTo>
                    <a:pt x="166224" y="1134425"/>
                  </a:moveTo>
                  <a:lnTo>
                    <a:pt x="171943" y="1107062"/>
                  </a:lnTo>
                  <a:lnTo>
                    <a:pt x="142616" y="1121988"/>
                  </a:lnTo>
                  <a:close/>
                  <a:moveTo>
                    <a:pt x="67372" y="1026372"/>
                  </a:moveTo>
                  <a:lnTo>
                    <a:pt x="84196" y="1052208"/>
                  </a:lnTo>
                  <a:lnTo>
                    <a:pt x="59399" y="1015454"/>
                  </a:lnTo>
                  <a:close/>
                  <a:moveTo>
                    <a:pt x="88123" y="1054249"/>
                  </a:moveTo>
                  <a:lnTo>
                    <a:pt x="84196" y="1052208"/>
                  </a:lnTo>
                  <a:lnTo>
                    <a:pt x="67372" y="1026372"/>
                  </a:lnTo>
                  <a:close/>
                  <a:moveTo>
                    <a:pt x="8072" y="995882"/>
                  </a:moveTo>
                  <a:lnTo>
                    <a:pt x="0" y="982221"/>
                  </a:lnTo>
                  <a:lnTo>
                    <a:pt x="6120" y="1032637"/>
                  </a:lnTo>
                  <a:close/>
                  <a:moveTo>
                    <a:pt x="0" y="982221"/>
                  </a:moveTo>
                  <a:lnTo>
                    <a:pt x="8072" y="995882"/>
                  </a:lnTo>
                  <a:lnTo>
                    <a:pt x="14609" y="988752"/>
                  </a:lnTo>
                  <a:close/>
                  <a:moveTo>
                    <a:pt x="54480" y="1013247"/>
                  </a:moveTo>
                  <a:lnTo>
                    <a:pt x="67372" y="1026372"/>
                  </a:lnTo>
                  <a:lnTo>
                    <a:pt x="24551" y="995882"/>
                  </a:lnTo>
                  <a:close/>
                  <a:moveTo>
                    <a:pt x="342547" y="1296078"/>
                  </a:moveTo>
                  <a:lnTo>
                    <a:pt x="353797" y="1288676"/>
                  </a:lnTo>
                  <a:lnTo>
                    <a:pt x="318071" y="1279680"/>
                  </a:lnTo>
                  <a:close/>
                  <a:moveTo>
                    <a:pt x="285026" y="1271006"/>
                  </a:moveTo>
                  <a:lnTo>
                    <a:pt x="314862" y="1267682"/>
                  </a:lnTo>
                  <a:lnTo>
                    <a:pt x="296020" y="1225602"/>
                  </a:lnTo>
                  <a:close/>
                  <a:moveTo>
                    <a:pt x="361830" y="1222502"/>
                  </a:moveTo>
                  <a:lnTo>
                    <a:pt x="346742" y="1218800"/>
                  </a:lnTo>
                  <a:lnTo>
                    <a:pt x="314862" y="1267682"/>
                  </a:lnTo>
                  <a:close/>
                  <a:moveTo>
                    <a:pt x="348724" y="1269710"/>
                  </a:moveTo>
                  <a:lnTo>
                    <a:pt x="361830" y="1222502"/>
                  </a:lnTo>
                  <a:lnTo>
                    <a:pt x="314862" y="1267682"/>
                  </a:lnTo>
                  <a:close/>
                  <a:moveTo>
                    <a:pt x="204101" y="1102720"/>
                  </a:moveTo>
                  <a:lnTo>
                    <a:pt x="219229" y="1073674"/>
                  </a:lnTo>
                  <a:lnTo>
                    <a:pt x="171943" y="1107062"/>
                  </a:lnTo>
                  <a:close/>
                  <a:moveTo>
                    <a:pt x="148559" y="1014545"/>
                  </a:moveTo>
                  <a:lnTo>
                    <a:pt x="146827" y="998270"/>
                  </a:lnTo>
                  <a:lnTo>
                    <a:pt x="167776" y="1035025"/>
                  </a:lnTo>
                  <a:close/>
                  <a:moveTo>
                    <a:pt x="91674" y="888005"/>
                  </a:moveTo>
                  <a:lnTo>
                    <a:pt x="84472" y="924760"/>
                  </a:lnTo>
                  <a:lnTo>
                    <a:pt x="82753" y="905189"/>
                  </a:lnTo>
                  <a:close/>
                  <a:moveTo>
                    <a:pt x="296863" y="1132548"/>
                  </a:moveTo>
                  <a:lnTo>
                    <a:pt x="313090" y="1141038"/>
                  </a:lnTo>
                  <a:lnTo>
                    <a:pt x="301253" y="1128107"/>
                  </a:lnTo>
                  <a:close/>
                  <a:moveTo>
                    <a:pt x="313090" y="1141038"/>
                  </a:moveTo>
                  <a:lnTo>
                    <a:pt x="346673" y="1140823"/>
                  </a:lnTo>
                  <a:lnTo>
                    <a:pt x="312276" y="1096952"/>
                  </a:lnTo>
                  <a:close/>
                  <a:moveTo>
                    <a:pt x="155215" y="919640"/>
                  </a:moveTo>
                  <a:lnTo>
                    <a:pt x="190181" y="944332"/>
                  </a:lnTo>
                  <a:lnTo>
                    <a:pt x="176548" y="931863"/>
                  </a:lnTo>
                  <a:close/>
                  <a:moveTo>
                    <a:pt x="155215" y="919640"/>
                  </a:moveTo>
                  <a:lnTo>
                    <a:pt x="201593" y="953770"/>
                  </a:lnTo>
                  <a:lnTo>
                    <a:pt x="190181" y="944332"/>
                  </a:lnTo>
                  <a:close/>
                  <a:moveTo>
                    <a:pt x="153772" y="907577"/>
                  </a:moveTo>
                  <a:lnTo>
                    <a:pt x="144826" y="909466"/>
                  </a:lnTo>
                  <a:lnTo>
                    <a:pt x="155215" y="919640"/>
                  </a:lnTo>
                  <a:close/>
                  <a:moveTo>
                    <a:pt x="190181" y="944332"/>
                  </a:moveTo>
                  <a:lnTo>
                    <a:pt x="201593" y="953770"/>
                  </a:lnTo>
                  <a:lnTo>
                    <a:pt x="222919" y="980661"/>
                  </a:lnTo>
                  <a:close/>
                  <a:moveTo>
                    <a:pt x="254906" y="975677"/>
                  </a:moveTo>
                  <a:lnTo>
                    <a:pt x="222919" y="980661"/>
                  </a:lnTo>
                  <a:lnTo>
                    <a:pt x="201593" y="953770"/>
                  </a:lnTo>
                  <a:close/>
                  <a:moveTo>
                    <a:pt x="254906" y="975677"/>
                  </a:moveTo>
                  <a:lnTo>
                    <a:pt x="262603" y="981087"/>
                  </a:lnTo>
                  <a:lnTo>
                    <a:pt x="270723" y="938604"/>
                  </a:lnTo>
                  <a:close/>
                  <a:moveTo>
                    <a:pt x="270723" y="938604"/>
                  </a:moveTo>
                  <a:lnTo>
                    <a:pt x="262603" y="981087"/>
                  </a:lnTo>
                  <a:lnTo>
                    <a:pt x="295841" y="931325"/>
                  </a:lnTo>
                  <a:close/>
                  <a:moveTo>
                    <a:pt x="295841" y="931325"/>
                  </a:moveTo>
                  <a:lnTo>
                    <a:pt x="284384" y="927148"/>
                  </a:lnTo>
                  <a:lnTo>
                    <a:pt x="270723" y="938604"/>
                  </a:lnTo>
                  <a:close/>
                  <a:moveTo>
                    <a:pt x="222919" y="980661"/>
                  </a:moveTo>
                  <a:lnTo>
                    <a:pt x="254906" y="975677"/>
                  </a:lnTo>
                  <a:lnTo>
                    <a:pt x="270723" y="938604"/>
                  </a:lnTo>
                  <a:close/>
                  <a:moveTo>
                    <a:pt x="239913" y="947988"/>
                  </a:moveTo>
                  <a:lnTo>
                    <a:pt x="222919" y="980661"/>
                  </a:lnTo>
                  <a:lnTo>
                    <a:pt x="270723" y="938604"/>
                  </a:lnTo>
                  <a:close/>
                  <a:moveTo>
                    <a:pt x="559526" y="1174724"/>
                  </a:moveTo>
                  <a:lnTo>
                    <a:pt x="548398" y="1167250"/>
                  </a:lnTo>
                  <a:lnTo>
                    <a:pt x="558089" y="1211540"/>
                  </a:lnTo>
                  <a:close/>
                  <a:moveTo>
                    <a:pt x="558089" y="1211540"/>
                  </a:moveTo>
                  <a:lnTo>
                    <a:pt x="548398" y="1167250"/>
                  </a:lnTo>
                  <a:lnTo>
                    <a:pt x="517867" y="1172404"/>
                  </a:lnTo>
                  <a:close/>
                  <a:moveTo>
                    <a:pt x="517867" y="1172404"/>
                  </a:moveTo>
                  <a:lnTo>
                    <a:pt x="516886" y="1167250"/>
                  </a:lnTo>
                  <a:lnTo>
                    <a:pt x="533559" y="1204005"/>
                  </a:lnTo>
                  <a:close/>
                  <a:moveTo>
                    <a:pt x="281394" y="915982"/>
                  </a:moveTo>
                  <a:lnTo>
                    <a:pt x="239913" y="947988"/>
                  </a:lnTo>
                  <a:lnTo>
                    <a:pt x="270723" y="938604"/>
                  </a:lnTo>
                  <a:close/>
                  <a:moveTo>
                    <a:pt x="281394" y="915982"/>
                  </a:moveTo>
                  <a:lnTo>
                    <a:pt x="270723" y="938604"/>
                  </a:lnTo>
                  <a:lnTo>
                    <a:pt x="284384" y="927148"/>
                  </a:lnTo>
                  <a:close/>
                  <a:moveTo>
                    <a:pt x="284384" y="927148"/>
                  </a:moveTo>
                  <a:lnTo>
                    <a:pt x="282254" y="885509"/>
                  </a:lnTo>
                  <a:lnTo>
                    <a:pt x="281394" y="915982"/>
                  </a:lnTo>
                  <a:close/>
                  <a:moveTo>
                    <a:pt x="270706" y="890393"/>
                  </a:moveTo>
                  <a:lnTo>
                    <a:pt x="288036" y="873210"/>
                  </a:lnTo>
                  <a:lnTo>
                    <a:pt x="284384" y="927148"/>
                  </a:lnTo>
                  <a:close/>
                  <a:moveTo>
                    <a:pt x="256707" y="853638"/>
                  </a:moveTo>
                  <a:lnTo>
                    <a:pt x="254434" y="848406"/>
                  </a:lnTo>
                  <a:lnTo>
                    <a:pt x="288036" y="873210"/>
                  </a:lnTo>
                  <a:close/>
                  <a:moveTo>
                    <a:pt x="254434" y="848406"/>
                  </a:moveTo>
                  <a:lnTo>
                    <a:pt x="234156" y="837803"/>
                  </a:lnTo>
                  <a:lnTo>
                    <a:pt x="276287" y="863198"/>
                  </a:lnTo>
                  <a:close/>
                  <a:moveTo>
                    <a:pt x="538483" y="1124416"/>
                  </a:moveTo>
                  <a:lnTo>
                    <a:pt x="559736" y="1165454"/>
                  </a:lnTo>
                  <a:lnTo>
                    <a:pt x="572276" y="1126188"/>
                  </a:lnTo>
                  <a:close/>
                  <a:moveTo>
                    <a:pt x="572276" y="1126188"/>
                  </a:moveTo>
                  <a:lnTo>
                    <a:pt x="559736" y="1165454"/>
                  </a:lnTo>
                  <a:lnTo>
                    <a:pt x="609230" y="1139777"/>
                  </a:lnTo>
                  <a:close/>
                  <a:moveTo>
                    <a:pt x="468068" y="1006813"/>
                  </a:moveTo>
                  <a:lnTo>
                    <a:pt x="455025" y="1003047"/>
                  </a:lnTo>
                  <a:lnTo>
                    <a:pt x="441385" y="1010537"/>
                  </a:lnTo>
                  <a:close/>
                  <a:moveTo>
                    <a:pt x="468068" y="1006813"/>
                  </a:moveTo>
                  <a:lnTo>
                    <a:pt x="470551" y="1049542"/>
                  </a:lnTo>
                  <a:lnTo>
                    <a:pt x="490906" y="1015334"/>
                  </a:lnTo>
                  <a:close/>
                  <a:moveTo>
                    <a:pt x="430672" y="1003047"/>
                  </a:moveTo>
                  <a:lnTo>
                    <a:pt x="378899" y="980383"/>
                  </a:lnTo>
                  <a:lnTo>
                    <a:pt x="378843" y="983475"/>
                  </a:lnTo>
                  <a:close/>
                  <a:moveTo>
                    <a:pt x="468068" y="1006813"/>
                  </a:moveTo>
                  <a:lnTo>
                    <a:pt x="456920" y="971129"/>
                  </a:lnTo>
                  <a:lnTo>
                    <a:pt x="455025" y="1003047"/>
                  </a:lnTo>
                  <a:close/>
                  <a:moveTo>
                    <a:pt x="445623" y="997972"/>
                  </a:moveTo>
                  <a:lnTo>
                    <a:pt x="455025" y="1003047"/>
                  </a:lnTo>
                  <a:lnTo>
                    <a:pt x="455550" y="966292"/>
                  </a:lnTo>
                  <a:close/>
                  <a:moveTo>
                    <a:pt x="446474" y="952533"/>
                  </a:moveTo>
                  <a:lnTo>
                    <a:pt x="455550" y="966292"/>
                  </a:lnTo>
                  <a:lnTo>
                    <a:pt x="429008" y="921986"/>
                  </a:lnTo>
                  <a:close/>
                  <a:moveTo>
                    <a:pt x="633841" y="1087549"/>
                  </a:moveTo>
                  <a:lnTo>
                    <a:pt x="663350" y="1090647"/>
                  </a:lnTo>
                  <a:lnTo>
                    <a:pt x="652379" y="1054819"/>
                  </a:lnTo>
                  <a:close/>
                  <a:moveTo>
                    <a:pt x="633841" y="1087549"/>
                  </a:moveTo>
                  <a:lnTo>
                    <a:pt x="652379" y="1054819"/>
                  </a:lnTo>
                  <a:lnTo>
                    <a:pt x="620099" y="1053973"/>
                  </a:lnTo>
                  <a:close/>
                  <a:moveTo>
                    <a:pt x="652379" y="1054819"/>
                  </a:moveTo>
                  <a:lnTo>
                    <a:pt x="663350" y="1090647"/>
                  </a:lnTo>
                  <a:lnTo>
                    <a:pt x="671361" y="1096128"/>
                  </a:lnTo>
                  <a:close/>
                  <a:moveTo>
                    <a:pt x="583877" y="1011587"/>
                  </a:moveTo>
                  <a:lnTo>
                    <a:pt x="617317" y="1042190"/>
                  </a:lnTo>
                  <a:lnTo>
                    <a:pt x="620099" y="1053973"/>
                  </a:lnTo>
                  <a:close/>
                  <a:moveTo>
                    <a:pt x="642054" y="968680"/>
                  </a:moveTo>
                  <a:lnTo>
                    <a:pt x="621716" y="994043"/>
                  </a:lnTo>
                  <a:lnTo>
                    <a:pt x="641873" y="973866"/>
                  </a:lnTo>
                  <a:close/>
                  <a:moveTo>
                    <a:pt x="641873" y="973866"/>
                  </a:moveTo>
                  <a:lnTo>
                    <a:pt x="621716" y="994043"/>
                  </a:lnTo>
                  <a:lnTo>
                    <a:pt x="618355" y="1010645"/>
                  </a:lnTo>
                  <a:close/>
                  <a:moveTo>
                    <a:pt x="642054" y="968680"/>
                  </a:moveTo>
                  <a:lnTo>
                    <a:pt x="629247" y="925992"/>
                  </a:lnTo>
                  <a:lnTo>
                    <a:pt x="632211" y="954633"/>
                  </a:lnTo>
                  <a:close/>
                  <a:moveTo>
                    <a:pt x="628817" y="914742"/>
                  </a:moveTo>
                  <a:lnTo>
                    <a:pt x="629247" y="925992"/>
                  </a:lnTo>
                  <a:lnTo>
                    <a:pt x="642054" y="968680"/>
                  </a:lnTo>
                  <a:close/>
                  <a:moveTo>
                    <a:pt x="776663" y="971068"/>
                  </a:moveTo>
                  <a:lnTo>
                    <a:pt x="775152" y="1001567"/>
                  </a:lnTo>
                  <a:lnTo>
                    <a:pt x="781735" y="986172"/>
                  </a:lnTo>
                  <a:close/>
                  <a:moveTo>
                    <a:pt x="781735" y="986172"/>
                  </a:moveTo>
                  <a:lnTo>
                    <a:pt x="775152" y="1001567"/>
                  </a:lnTo>
                  <a:lnTo>
                    <a:pt x="774527" y="1009691"/>
                  </a:lnTo>
                  <a:close/>
                  <a:moveTo>
                    <a:pt x="781735" y="986172"/>
                  </a:moveTo>
                  <a:lnTo>
                    <a:pt x="774527" y="1009691"/>
                  </a:lnTo>
                  <a:lnTo>
                    <a:pt x="803540" y="1013193"/>
                  </a:lnTo>
                  <a:close/>
                  <a:moveTo>
                    <a:pt x="629247" y="925992"/>
                  </a:moveTo>
                  <a:lnTo>
                    <a:pt x="628817" y="914742"/>
                  </a:lnTo>
                  <a:lnTo>
                    <a:pt x="633735" y="908647"/>
                  </a:lnTo>
                  <a:close/>
                  <a:moveTo>
                    <a:pt x="742061" y="919503"/>
                  </a:moveTo>
                  <a:lnTo>
                    <a:pt x="760909" y="948319"/>
                  </a:lnTo>
                  <a:lnTo>
                    <a:pt x="750253" y="934313"/>
                  </a:lnTo>
                  <a:close/>
                  <a:moveTo>
                    <a:pt x="772711" y="966420"/>
                  </a:moveTo>
                  <a:lnTo>
                    <a:pt x="760909" y="948319"/>
                  </a:lnTo>
                  <a:lnTo>
                    <a:pt x="742061" y="919503"/>
                  </a:lnTo>
                  <a:close/>
                  <a:moveTo>
                    <a:pt x="772711" y="966420"/>
                  </a:moveTo>
                  <a:lnTo>
                    <a:pt x="775152" y="1001567"/>
                  </a:lnTo>
                  <a:lnTo>
                    <a:pt x="776663" y="971068"/>
                  </a:lnTo>
                  <a:close/>
                  <a:moveTo>
                    <a:pt x="772711" y="966420"/>
                  </a:moveTo>
                  <a:lnTo>
                    <a:pt x="776663" y="971068"/>
                  </a:lnTo>
                  <a:lnTo>
                    <a:pt x="760909" y="948319"/>
                  </a:lnTo>
                  <a:close/>
                  <a:moveTo>
                    <a:pt x="643882" y="788293"/>
                  </a:moveTo>
                  <a:lnTo>
                    <a:pt x="635144" y="787293"/>
                  </a:lnTo>
                  <a:lnTo>
                    <a:pt x="666632" y="819496"/>
                  </a:lnTo>
                  <a:close/>
                  <a:moveTo>
                    <a:pt x="492803" y="640273"/>
                  </a:moveTo>
                  <a:lnTo>
                    <a:pt x="521541" y="587705"/>
                  </a:lnTo>
                  <a:lnTo>
                    <a:pt x="520014" y="586335"/>
                  </a:lnTo>
                  <a:close/>
                  <a:moveTo>
                    <a:pt x="30595" y="0"/>
                  </a:moveTo>
                  <a:lnTo>
                    <a:pt x="39842" y="37229"/>
                  </a:lnTo>
                  <a:lnTo>
                    <a:pt x="51569" y="10037"/>
                  </a:lnTo>
                  <a:close/>
                  <a:moveTo>
                    <a:pt x="925547" y="1012926"/>
                  </a:moveTo>
                  <a:lnTo>
                    <a:pt x="937250" y="1048159"/>
                  </a:lnTo>
                  <a:lnTo>
                    <a:pt x="941659" y="1064150"/>
                  </a:lnTo>
                  <a:close/>
                  <a:moveTo>
                    <a:pt x="636815" y="642662"/>
                  </a:moveTo>
                  <a:lnTo>
                    <a:pt x="646818" y="674696"/>
                  </a:lnTo>
                  <a:lnTo>
                    <a:pt x="667592" y="656157"/>
                  </a:lnTo>
                  <a:close/>
                  <a:moveTo>
                    <a:pt x="628643" y="635109"/>
                  </a:moveTo>
                  <a:lnTo>
                    <a:pt x="608478" y="615951"/>
                  </a:lnTo>
                  <a:lnTo>
                    <a:pt x="636815" y="642662"/>
                  </a:lnTo>
                  <a:close/>
                  <a:moveTo>
                    <a:pt x="743399" y="632274"/>
                  </a:moveTo>
                  <a:lnTo>
                    <a:pt x="717505" y="626237"/>
                  </a:lnTo>
                  <a:lnTo>
                    <a:pt x="751772" y="670214"/>
                  </a:lnTo>
                  <a:close/>
                  <a:moveTo>
                    <a:pt x="686577" y="630933"/>
                  </a:moveTo>
                  <a:lnTo>
                    <a:pt x="717505" y="626237"/>
                  </a:lnTo>
                  <a:lnTo>
                    <a:pt x="707517" y="625478"/>
                  </a:lnTo>
                  <a:close/>
                  <a:moveTo>
                    <a:pt x="717505" y="626237"/>
                  </a:moveTo>
                  <a:lnTo>
                    <a:pt x="743399" y="632274"/>
                  </a:lnTo>
                  <a:lnTo>
                    <a:pt x="717066" y="620348"/>
                  </a:lnTo>
                  <a:close/>
                  <a:moveTo>
                    <a:pt x="484944" y="456128"/>
                  </a:moveTo>
                  <a:lnTo>
                    <a:pt x="482733" y="463308"/>
                  </a:lnTo>
                  <a:lnTo>
                    <a:pt x="489632" y="458887"/>
                  </a:lnTo>
                  <a:close/>
                </a:path>
              </a:pathLst>
            </a:custGeom>
            <a:solidFill>
              <a:srgbClr val="BCC7CF"/>
            </a:solidFill>
            <a:ln w="1524">
              <a:solidFill>
                <a:srgbClr val="BCC7CF"/>
              </a:solidFill>
            </a:ln>
          </p:spPr>
        </p:sp>
        <p:sp>
          <p:nvSpPr>
            <p:cNvPr id="59" name="Input_density__58">
              <a:extLst>
                <a:ext uri="{FF2B5EF4-FFF2-40B4-BE49-F238E27FC236}">
                  <a16:creationId xmlns:a16="http://schemas.microsoft.com/office/drawing/2014/main" id="{FAD0C73C-B5A0-6793-67B8-A89470AFFADF}"/>
                </a:ext>
              </a:extLst>
            </p:cNvPr>
            <p:cNvSpPr>
              <a:spLocks noGrp="1"/>
            </p:cNvSpPr>
            <p:nvPr/>
          </p:nvSpPr>
          <p:spPr>
            <a:xfrm>
              <a:off x="1091073" y="1890515"/>
              <a:ext cx="927050" cy="1396636"/>
            </a:xfrm>
            <a:custGeom>
              <a:avLst/>
              <a:gdLst/>
              <a:ahLst/>
              <a:cxnLst/>
              <a:rect l="0" t="0" r="0" b="0"/>
              <a:pathLst>
                <a:path w="927050" h="1396636">
                  <a:moveTo>
                    <a:pt x="165379" y="1396267"/>
                  </a:moveTo>
                  <a:lnTo>
                    <a:pt x="139171" y="1394488"/>
                  </a:lnTo>
                  <a:lnTo>
                    <a:pt x="198797" y="1396636"/>
                  </a:lnTo>
                  <a:close/>
                  <a:moveTo>
                    <a:pt x="205462" y="1394757"/>
                  </a:moveTo>
                  <a:lnTo>
                    <a:pt x="213164" y="1382360"/>
                  </a:lnTo>
                  <a:lnTo>
                    <a:pt x="198797" y="1396636"/>
                  </a:lnTo>
                  <a:close/>
                  <a:moveTo>
                    <a:pt x="257699" y="1396077"/>
                  </a:moveTo>
                  <a:lnTo>
                    <a:pt x="222744" y="1389962"/>
                  </a:lnTo>
                  <a:lnTo>
                    <a:pt x="205462" y="1394757"/>
                  </a:lnTo>
                  <a:close/>
                  <a:moveTo>
                    <a:pt x="67713" y="1087849"/>
                  </a:moveTo>
                  <a:lnTo>
                    <a:pt x="96258" y="1107892"/>
                  </a:lnTo>
                  <a:lnTo>
                    <a:pt x="49313" y="1115261"/>
                  </a:lnTo>
                  <a:close/>
                  <a:moveTo>
                    <a:pt x="111474" y="1030678"/>
                  </a:moveTo>
                  <a:lnTo>
                    <a:pt x="104911" y="1064350"/>
                  </a:lnTo>
                  <a:lnTo>
                    <a:pt x="98750" y="1034382"/>
                  </a:lnTo>
                  <a:close/>
                  <a:moveTo>
                    <a:pt x="373811" y="1292424"/>
                  </a:moveTo>
                  <a:lnTo>
                    <a:pt x="320928" y="1274483"/>
                  </a:lnTo>
                  <a:lnTo>
                    <a:pt x="346561" y="1286746"/>
                  </a:lnTo>
                  <a:close/>
                  <a:moveTo>
                    <a:pt x="111474" y="1030678"/>
                  </a:moveTo>
                  <a:lnTo>
                    <a:pt x="151615" y="1008722"/>
                  </a:lnTo>
                  <a:lnTo>
                    <a:pt x="127865" y="1000942"/>
                  </a:lnTo>
                  <a:close/>
                  <a:moveTo>
                    <a:pt x="151615" y="1008722"/>
                  </a:moveTo>
                  <a:lnTo>
                    <a:pt x="155277" y="1017198"/>
                  </a:lnTo>
                  <a:lnTo>
                    <a:pt x="157334" y="981359"/>
                  </a:lnTo>
                  <a:close/>
                  <a:moveTo>
                    <a:pt x="14842" y="859662"/>
                  </a:moveTo>
                  <a:lnTo>
                    <a:pt x="7885" y="852995"/>
                  </a:lnTo>
                  <a:lnTo>
                    <a:pt x="0" y="863049"/>
                  </a:lnTo>
                  <a:close/>
                  <a:moveTo>
                    <a:pt x="9942" y="870178"/>
                  </a:moveTo>
                  <a:lnTo>
                    <a:pt x="52763" y="900668"/>
                  </a:lnTo>
                  <a:lnTo>
                    <a:pt x="14842" y="859662"/>
                  </a:lnTo>
                  <a:close/>
                  <a:moveTo>
                    <a:pt x="0" y="863049"/>
                  </a:moveTo>
                  <a:lnTo>
                    <a:pt x="9942" y="870178"/>
                  </a:lnTo>
                  <a:lnTo>
                    <a:pt x="14842" y="859662"/>
                  </a:lnTo>
                  <a:close/>
                  <a:moveTo>
                    <a:pt x="298481" y="1015334"/>
                  </a:moveTo>
                  <a:lnTo>
                    <a:pt x="297667" y="971248"/>
                  </a:lnTo>
                  <a:lnTo>
                    <a:pt x="286644" y="1002403"/>
                  </a:lnTo>
                  <a:close/>
                  <a:moveTo>
                    <a:pt x="543480" y="1085836"/>
                  </a:moveTo>
                  <a:lnTo>
                    <a:pt x="503258" y="1046701"/>
                  </a:lnTo>
                  <a:lnTo>
                    <a:pt x="518553" y="1079013"/>
                  </a:lnTo>
                  <a:close/>
                  <a:moveTo>
                    <a:pt x="256097" y="764690"/>
                  </a:moveTo>
                  <a:lnTo>
                    <a:pt x="242098" y="727935"/>
                  </a:lnTo>
                  <a:lnTo>
                    <a:pt x="273427" y="747507"/>
                  </a:lnTo>
                  <a:close/>
                  <a:moveTo>
                    <a:pt x="442311" y="845425"/>
                  </a:moveTo>
                  <a:lnTo>
                    <a:pt x="440941" y="840588"/>
                  </a:lnTo>
                  <a:lnTo>
                    <a:pt x="440416" y="877343"/>
                  </a:lnTo>
                  <a:close/>
                  <a:moveTo>
                    <a:pt x="557667" y="1000485"/>
                  </a:moveTo>
                  <a:lnTo>
                    <a:pt x="594621" y="1014074"/>
                  </a:lnTo>
                  <a:lnTo>
                    <a:pt x="616350" y="999105"/>
                  </a:lnTo>
                  <a:close/>
                  <a:moveTo>
                    <a:pt x="616350" y="999105"/>
                  </a:moveTo>
                  <a:lnTo>
                    <a:pt x="594621" y="1014074"/>
                  </a:lnTo>
                  <a:lnTo>
                    <a:pt x="646775" y="988283"/>
                  </a:lnTo>
                  <a:close/>
                  <a:moveTo>
                    <a:pt x="648741" y="964943"/>
                  </a:moveTo>
                  <a:lnTo>
                    <a:pt x="616350" y="999105"/>
                  </a:lnTo>
                  <a:lnTo>
                    <a:pt x="646775" y="988283"/>
                  </a:lnTo>
                  <a:close/>
                  <a:moveTo>
                    <a:pt x="648741" y="964943"/>
                  </a:moveTo>
                  <a:lnTo>
                    <a:pt x="619232" y="961845"/>
                  </a:lnTo>
                  <a:lnTo>
                    <a:pt x="616350" y="999105"/>
                  </a:lnTo>
                  <a:close/>
                  <a:moveTo>
                    <a:pt x="648741" y="964943"/>
                  </a:moveTo>
                  <a:lnTo>
                    <a:pt x="646775" y="988283"/>
                  </a:lnTo>
                  <a:lnTo>
                    <a:pt x="656752" y="970425"/>
                  </a:lnTo>
                  <a:close/>
                  <a:moveTo>
                    <a:pt x="615134" y="806221"/>
                  </a:moveTo>
                  <a:lnTo>
                    <a:pt x="614208" y="789038"/>
                  </a:lnTo>
                  <a:lnTo>
                    <a:pt x="627445" y="842976"/>
                  </a:lnTo>
                  <a:close/>
                  <a:moveTo>
                    <a:pt x="617320" y="752283"/>
                  </a:moveTo>
                  <a:lnTo>
                    <a:pt x="614208" y="789038"/>
                  </a:lnTo>
                  <a:lnTo>
                    <a:pt x="607491" y="769466"/>
                  </a:lnTo>
                  <a:close/>
                  <a:moveTo>
                    <a:pt x="617209" y="739754"/>
                  </a:moveTo>
                  <a:lnTo>
                    <a:pt x="614208" y="789038"/>
                  </a:lnTo>
                  <a:lnTo>
                    <a:pt x="617320" y="752283"/>
                  </a:lnTo>
                  <a:close/>
                  <a:moveTo>
                    <a:pt x="617209" y="739754"/>
                  </a:moveTo>
                  <a:lnTo>
                    <a:pt x="619126" y="782943"/>
                  </a:lnTo>
                  <a:lnTo>
                    <a:pt x="614208" y="789038"/>
                  </a:lnTo>
                  <a:close/>
                  <a:moveTo>
                    <a:pt x="609572" y="701216"/>
                  </a:moveTo>
                  <a:lnTo>
                    <a:pt x="617209" y="739754"/>
                  </a:lnTo>
                  <a:lnTo>
                    <a:pt x="617320" y="752283"/>
                  </a:lnTo>
                  <a:close/>
                  <a:moveTo>
                    <a:pt x="609227" y="698345"/>
                  </a:moveTo>
                  <a:lnTo>
                    <a:pt x="609572" y="701216"/>
                  </a:lnTo>
                  <a:lnTo>
                    <a:pt x="611004" y="690493"/>
                  </a:lnTo>
                  <a:close/>
                  <a:moveTo>
                    <a:pt x="28833" y="53938"/>
                  </a:moveTo>
                  <a:lnTo>
                    <a:pt x="45254" y="0"/>
                  </a:lnTo>
                  <a:lnTo>
                    <a:pt x="48264" y="36755"/>
                  </a:lnTo>
                  <a:close/>
                  <a:moveTo>
                    <a:pt x="493204" y="499211"/>
                  </a:moveTo>
                  <a:lnTo>
                    <a:pt x="506932" y="462002"/>
                  </a:lnTo>
                  <a:lnTo>
                    <a:pt x="478194" y="514570"/>
                  </a:lnTo>
                  <a:close/>
                  <a:moveTo>
                    <a:pt x="478194" y="514570"/>
                  </a:moveTo>
                  <a:lnTo>
                    <a:pt x="505405" y="460631"/>
                  </a:lnTo>
                  <a:lnTo>
                    <a:pt x="492170" y="497386"/>
                  </a:lnTo>
                  <a:close/>
                  <a:moveTo>
                    <a:pt x="922641" y="922455"/>
                  </a:moveTo>
                  <a:lnTo>
                    <a:pt x="919563" y="975201"/>
                  </a:lnTo>
                  <a:lnTo>
                    <a:pt x="927050" y="938446"/>
                  </a:lnTo>
                  <a:close/>
                  <a:moveTo>
                    <a:pt x="731422" y="717916"/>
                  </a:moveTo>
                  <a:lnTo>
                    <a:pt x="738753" y="700733"/>
                  </a:lnTo>
                  <a:lnTo>
                    <a:pt x="721832" y="754671"/>
                  </a:lnTo>
                  <a:close/>
                  <a:moveTo>
                    <a:pt x="738753" y="700733"/>
                  </a:moveTo>
                  <a:lnTo>
                    <a:pt x="731422" y="717916"/>
                  </a:lnTo>
                  <a:lnTo>
                    <a:pt x="722057" y="681161"/>
                  </a:lnTo>
                  <a:close/>
                  <a:moveTo>
                    <a:pt x="436100" y="342444"/>
                  </a:moveTo>
                  <a:lnTo>
                    <a:pt x="446239" y="387121"/>
                  </a:lnTo>
                  <a:lnTo>
                    <a:pt x="454679" y="383541"/>
                  </a:lnTo>
                  <a:close/>
                  <a:moveTo>
                    <a:pt x="471498" y="350366"/>
                  </a:moveTo>
                  <a:lnTo>
                    <a:pt x="475023" y="333183"/>
                  </a:lnTo>
                  <a:lnTo>
                    <a:pt x="468124" y="337604"/>
                  </a:lnTo>
                  <a:close/>
                  <a:moveTo>
                    <a:pt x="473549" y="296428"/>
                  </a:moveTo>
                  <a:lnTo>
                    <a:pt x="475023" y="333183"/>
                  </a:lnTo>
                  <a:lnTo>
                    <a:pt x="466128" y="313611"/>
                  </a:lnTo>
                  <a:close/>
                  <a:moveTo>
                    <a:pt x="652983" y="530453"/>
                  </a:moveTo>
                  <a:lnTo>
                    <a:pt x="634444" y="502007"/>
                  </a:lnTo>
                  <a:lnTo>
                    <a:pt x="622206" y="516958"/>
                  </a:lnTo>
                  <a:close/>
                  <a:moveTo>
                    <a:pt x="702457" y="494644"/>
                  </a:moveTo>
                  <a:lnTo>
                    <a:pt x="730608" y="475320"/>
                  </a:lnTo>
                  <a:lnTo>
                    <a:pt x="721459" y="469482"/>
                  </a:lnTo>
                  <a:close/>
                </a:path>
              </a:pathLst>
            </a:custGeom>
            <a:solidFill>
              <a:srgbClr val="B5C1C9"/>
            </a:solidFill>
            <a:ln w="1524">
              <a:solidFill>
                <a:srgbClr val="B5C1C9"/>
              </a:solidFill>
            </a:ln>
          </p:spPr>
        </p:sp>
        <p:sp>
          <p:nvSpPr>
            <p:cNvPr id="60" name="Input_density__59">
              <a:extLst>
                <a:ext uri="{FF2B5EF4-FFF2-40B4-BE49-F238E27FC236}">
                  <a16:creationId xmlns:a16="http://schemas.microsoft.com/office/drawing/2014/main" id="{ACADA955-0D4D-8F20-1072-8BD0B26BAC25}"/>
                </a:ext>
              </a:extLst>
            </p:cNvPr>
            <p:cNvSpPr>
              <a:spLocks noGrp="1"/>
            </p:cNvSpPr>
            <p:nvPr/>
          </p:nvSpPr>
          <p:spPr>
            <a:xfrm>
              <a:off x="958451" y="1753363"/>
              <a:ext cx="966840" cy="1320491"/>
            </a:xfrm>
            <a:custGeom>
              <a:avLst/>
              <a:gdLst/>
              <a:ahLst/>
              <a:cxnLst/>
              <a:rect l="0" t="0" r="0" b="0"/>
              <a:pathLst>
                <a:path w="966840" h="1320491">
                  <a:moveTo>
                    <a:pt x="0" y="1035435"/>
                  </a:moveTo>
                  <a:lnTo>
                    <a:pt x="38675" y="1075829"/>
                  </a:lnTo>
                  <a:lnTo>
                    <a:pt x="26108" y="1061269"/>
                  </a:lnTo>
                  <a:close/>
                  <a:moveTo>
                    <a:pt x="272738" y="1244716"/>
                  </a:moveTo>
                  <a:lnTo>
                    <a:pt x="235927" y="1233497"/>
                  </a:lnTo>
                  <a:lnTo>
                    <a:pt x="267764" y="1245044"/>
                  </a:lnTo>
                  <a:close/>
                  <a:moveTo>
                    <a:pt x="193458" y="1103081"/>
                  </a:moveTo>
                  <a:lnTo>
                    <a:pt x="205829" y="1080840"/>
                  </a:lnTo>
                  <a:lnTo>
                    <a:pt x="209606" y="1089964"/>
                  </a:lnTo>
                  <a:close/>
                  <a:moveTo>
                    <a:pt x="208610" y="1108433"/>
                  </a:moveTo>
                  <a:lnTo>
                    <a:pt x="193458" y="1103081"/>
                  </a:lnTo>
                  <a:lnTo>
                    <a:pt x="169397" y="1080840"/>
                  </a:lnTo>
                  <a:close/>
                  <a:moveTo>
                    <a:pt x="242372" y="1100412"/>
                  </a:moveTo>
                  <a:lnTo>
                    <a:pt x="206136" y="1065697"/>
                  </a:lnTo>
                  <a:lnTo>
                    <a:pt x="205829" y="1080840"/>
                  </a:lnTo>
                  <a:close/>
                  <a:moveTo>
                    <a:pt x="205829" y="1080840"/>
                  </a:moveTo>
                  <a:lnTo>
                    <a:pt x="193458" y="1103081"/>
                  </a:lnTo>
                  <a:lnTo>
                    <a:pt x="242372" y="1100412"/>
                  </a:lnTo>
                  <a:close/>
                  <a:moveTo>
                    <a:pt x="482644" y="1316660"/>
                  </a:moveTo>
                  <a:lnTo>
                    <a:pt x="460559" y="1307526"/>
                  </a:lnTo>
                  <a:lnTo>
                    <a:pt x="502989" y="1320491"/>
                  </a:lnTo>
                  <a:close/>
                  <a:moveTo>
                    <a:pt x="464755" y="1230249"/>
                  </a:moveTo>
                  <a:lnTo>
                    <a:pt x="449109" y="1193494"/>
                  </a:lnTo>
                  <a:lnTo>
                    <a:pt x="443421" y="1231965"/>
                  </a:lnTo>
                  <a:close/>
                  <a:moveTo>
                    <a:pt x="449109" y="1193494"/>
                  </a:moveTo>
                  <a:lnTo>
                    <a:pt x="428891" y="1199031"/>
                  </a:lnTo>
                  <a:lnTo>
                    <a:pt x="443421" y="1231965"/>
                  </a:lnTo>
                  <a:close/>
                  <a:moveTo>
                    <a:pt x="443421" y="1231965"/>
                  </a:moveTo>
                  <a:lnTo>
                    <a:pt x="428891" y="1199031"/>
                  </a:lnTo>
                  <a:lnTo>
                    <a:pt x="426323" y="1230249"/>
                  </a:lnTo>
                  <a:close/>
                  <a:moveTo>
                    <a:pt x="428891" y="1199031"/>
                  </a:moveTo>
                  <a:lnTo>
                    <a:pt x="404866" y="1193494"/>
                  </a:lnTo>
                  <a:lnTo>
                    <a:pt x="426323" y="1230249"/>
                  </a:lnTo>
                  <a:close/>
                  <a:moveTo>
                    <a:pt x="428891" y="1199031"/>
                  </a:moveTo>
                  <a:lnTo>
                    <a:pt x="449109" y="1193494"/>
                  </a:lnTo>
                  <a:lnTo>
                    <a:pt x="430912" y="1175587"/>
                  </a:lnTo>
                  <a:close/>
                  <a:moveTo>
                    <a:pt x="404866" y="1193494"/>
                  </a:moveTo>
                  <a:lnTo>
                    <a:pt x="428891" y="1199031"/>
                  </a:lnTo>
                  <a:lnTo>
                    <a:pt x="430912" y="1175587"/>
                  </a:lnTo>
                  <a:close/>
                  <a:moveTo>
                    <a:pt x="295332" y="1047359"/>
                  </a:moveTo>
                  <a:lnTo>
                    <a:pt x="255089" y="1097735"/>
                  </a:lnTo>
                  <a:lnTo>
                    <a:pt x="297266" y="1090534"/>
                  </a:lnTo>
                  <a:close/>
                  <a:moveTo>
                    <a:pt x="297266" y="1090534"/>
                  </a:moveTo>
                  <a:lnTo>
                    <a:pt x="322076" y="1052704"/>
                  </a:lnTo>
                  <a:lnTo>
                    <a:pt x="295332" y="1047359"/>
                  </a:lnTo>
                  <a:close/>
                  <a:moveTo>
                    <a:pt x="533304" y="1309257"/>
                  </a:moveTo>
                  <a:lnTo>
                    <a:pt x="550306" y="1286575"/>
                  </a:lnTo>
                  <a:lnTo>
                    <a:pt x="543395" y="1294358"/>
                  </a:lnTo>
                  <a:close/>
                  <a:moveTo>
                    <a:pt x="449109" y="1193494"/>
                  </a:moveTo>
                  <a:lnTo>
                    <a:pt x="481426" y="1228156"/>
                  </a:lnTo>
                  <a:lnTo>
                    <a:pt x="481526" y="1183328"/>
                  </a:lnTo>
                  <a:close/>
                  <a:moveTo>
                    <a:pt x="449109" y="1193494"/>
                  </a:moveTo>
                  <a:lnTo>
                    <a:pt x="464755" y="1230249"/>
                  </a:lnTo>
                  <a:lnTo>
                    <a:pt x="481426" y="1228156"/>
                  </a:lnTo>
                  <a:close/>
                  <a:moveTo>
                    <a:pt x="542692" y="1248150"/>
                  </a:moveTo>
                  <a:lnTo>
                    <a:pt x="542992" y="1249939"/>
                  </a:lnTo>
                  <a:lnTo>
                    <a:pt x="542958" y="1249820"/>
                  </a:lnTo>
                  <a:close/>
                  <a:moveTo>
                    <a:pt x="404866" y="1193494"/>
                  </a:moveTo>
                  <a:lnTo>
                    <a:pt x="430912" y="1175587"/>
                  </a:lnTo>
                  <a:lnTo>
                    <a:pt x="402740" y="1193203"/>
                  </a:lnTo>
                  <a:close/>
                  <a:moveTo>
                    <a:pt x="481526" y="1183328"/>
                  </a:moveTo>
                  <a:lnTo>
                    <a:pt x="430912" y="1175587"/>
                  </a:lnTo>
                  <a:lnTo>
                    <a:pt x="449109" y="1193494"/>
                  </a:lnTo>
                  <a:close/>
                  <a:moveTo>
                    <a:pt x="199012" y="847753"/>
                  </a:moveTo>
                  <a:lnTo>
                    <a:pt x="181722" y="899454"/>
                  </a:lnTo>
                  <a:lnTo>
                    <a:pt x="194284" y="896344"/>
                  </a:lnTo>
                  <a:close/>
                  <a:moveTo>
                    <a:pt x="209686" y="899454"/>
                  </a:moveTo>
                  <a:lnTo>
                    <a:pt x="199012" y="847753"/>
                  </a:lnTo>
                  <a:lnTo>
                    <a:pt x="194284" y="896344"/>
                  </a:lnTo>
                  <a:close/>
                  <a:moveTo>
                    <a:pt x="209290" y="862699"/>
                  </a:moveTo>
                  <a:lnTo>
                    <a:pt x="199012" y="847753"/>
                  </a:lnTo>
                  <a:lnTo>
                    <a:pt x="209686" y="899454"/>
                  </a:lnTo>
                  <a:close/>
                  <a:moveTo>
                    <a:pt x="209802" y="845515"/>
                  </a:moveTo>
                  <a:lnTo>
                    <a:pt x="219371" y="858290"/>
                  </a:lnTo>
                  <a:lnTo>
                    <a:pt x="239107" y="860554"/>
                  </a:lnTo>
                  <a:close/>
                  <a:moveTo>
                    <a:pt x="219371" y="858290"/>
                  </a:moveTo>
                  <a:lnTo>
                    <a:pt x="209802" y="845515"/>
                  </a:lnTo>
                  <a:lnTo>
                    <a:pt x="230056" y="826714"/>
                  </a:lnTo>
                  <a:close/>
                  <a:moveTo>
                    <a:pt x="156153" y="810762"/>
                  </a:moveTo>
                  <a:lnTo>
                    <a:pt x="195696" y="845515"/>
                  </a:lnTo>
                  <a:lnTo>
                    <a:pt x="199012" y="847753"/>
                  </a:lnTo>
                  <a:close/>
                  <a:moveTo>
                    <a:pt x="550306" y="1286575"/>
                  </a:moveTo>
                  <a:lnTo>
                    <a:pt x="542992" y="1249939"/>
                  </a:lnTo>
                  <a:lnTo>
                    <a:pt x="543395" y="1294358"/>
                  </a:lnTo>
                  <a:close/>
                  <a:moveTo>
                    <a:pt x="550306" y="1286575"/>
                  </a:moveTo>
                  <a:lnTo>
                    <a:pt x="542958" y="1249820"/>
                  </a:lnTo>
                  <a:lnTo>
                    <a:pt x="542992" y="1249939"/>
                  </a:lnTo>
                  <a:close/>
                  <a:moveTo>
                    <a:pt x="209802" y="845515"/>
                  </a:moveTo>
                  <a:lnTo>
                    <a:pt x="239711" y="797007"/>
                  </a:lnTo>
                  <a:lnTo>
                    <a:pt x="230056" y="826714"/>
                  </a:lnTo>
                  <a:close/>
                  <a:moveTo>
                    <a:pt x="615133" y="1173634"/>
                  </a:moveTo>
                  <a:lnTo>
                    <a:pt x="634899" y="1178699"/>
                  </a:lnTo>
                  <a:lnTo>
                    <a:pt x="635880" y="1183853"/>
                  </a:lnTo>
                  <a:close/>
                  <a:moveTo>
                    <a:pt x="604638" y="1162766"/>
                  </a:moveTo>
                  <a:lnTo>
                    <a:pt x="634899" y="1178699"/>
                  </a:lnTo>
                  <a:lnTo>
                    <a:pt x="615133" y="1173634"/>
                  </a:lnTo>
                  <a:close/>
                  <a:moveTo>
                    <a:pt x="616284" y="1159127"/>
                  </a:moveTo>
                  <a:lnTo>
                    <a:pt x="635880" y="1183853"/>
                  </a:lnTo>
                  <a:lnTo>
                    <a:pt x="666411" y="1178699"/>
                  </a:lnTo>
                  <a:close/>
                  <a:moveTo>
                    <a:pt x="292264" y="781371"/>
                  </a:moveTo>
                  <a:lnTo>
                    <a:pt x="249595" y="788971"/>
                  </a:lnTo>
                  <a:lnTo>
                    <a:pt x="304232" y="787054"/>
                  </a:lnTo>
                  <a:close/>
                  <a:moveTo>
                    <a:pt x="666411" y="1178699"/>
                  </a:moveTo>
                  <a:lnTo>
                    <a:pt x="677538" y="1186172"/>
                  </a:lnTo>
                  <a:lnTo>
                    <a:pt x="677749" y="1176902"/>
                  </a:lnTo>
                  <a:close/>
                  <a:moveTo>
                    <a:pt x="648142" y="1141944"/>
                  </a:moveTo>
                  <a:lnTo>
                    <a:pt x="677749" y="1176902"/>
                  </a:lnTo>
                  <a:lnTo>
                    <a:pt x="656495" y="1135865"/>
                  </a:lnTo>
                  <a:close/>
                  <a:moveTo>
                    <a:pt x="666411" y="1178699"/>
                  </a:moveTo>
                  <a:lnTo>
                    <a:pt x="677749" y="1176902"/>
                  </a:lnTo>
                  <a:lnTo>
                    <a:pt x="648142" y="1141944"/>
                  </a:lnTo>
                  <a:close/>
                  <a:moveTo>
                    <a:pt x="677749" y="1176902"/>
                  </a:moveTo>
                  <a:lnTo>
                    <a:pt x="677538" y="1186172"/>
                  </a:lnTo>
                  <a:lnTo>
                    <a:pt x="679932" y="1178699"/>
                  </a:lnTo>
                  <a:close/>
                  <a:moveTo>
                    <a:pt x="640843" y="1135070"/>
                  </a:moveTo>
                  <a:lnTo>
                    <a:pt x="663753" y="1134632"/>
                  </a:lnTo>
                  <a:lnTo>
                    <a:pt x="648142" y="1141944"/>
                  </a:lnTo>
                  <a:close/>
                  <a:moveTo>
                    <a:pt x="566589" y="1068434"/>
                  </a:moveTo>
                  <a:lnTo>
                    <a:pt x="584430" y="1087209"/>
                  </a:lnTo>
                  <a:lnTo>
                    <a:pt x="588563" y="1060990"/>
                  </a:lnTo>
                  <a:close/>
                  <a:moveTo>
                    <a:pt x="364105" y="884294"/>
                  </a:moveTo>
                  <a:lnTo>
                    <a:pt x="400719" y="881617"/>
                  </a:lnTo>
                  <a:lnTo>
                    <a:pt x="394299" y="874647"/>
                  </a:lnTo>
                  <a:close/>
                  <a:moveTo>
                    <a:pt x="666897" y="1050178"/>
                  </a:moveTo>
                  <a:lnTo>
                    <a:pt x="666390" y="1051250"/>
                  </a:lnTo>
                  <a:lnTo>
                    <a:pt x="686929" y="1028868"/>
                  </a:lnTo>
                  <a:close/>
                  <a:moveTo>
                    <a:pt x="687370" y="997312"/>
                  </a:moveTo>
                  <a:lnTo>
                    <a:pt x="707050" y="1007890"/>
                  </a:lnTo>
                  <a:lnTo>
                    <a:pt x="694956" y="983925"/>
                  </a:lnTo>
                  <a:close/>
                  <a:moveTo>
                    <a:pt x="736367" y="1022093"/>
                  </a:moveTo>
                  <a:lnTo>
                    <a:pt x="739729" y="1005492"/>
                  </a:lnTo>
                  <a:lnTo>
                    <a:pt x="687370" y="997312"/>
                  </a:lnTo>
                  <a:close/>
                  <a:moveTo>
                    <a:pt x="687370" y="997312"/>
                  </a:moveTo>
                  <a:lnTo>
                    <a:pt x="694956" y="983925"/>
                  </a:lnTo>
                  <a:lnTo>
                    <a:pt x="680616" y="950836"/>
                  </a:lnTo>
                  <a:close/>
                  <a:moveTo>
                    <a:pt x="844257" y="1050946"/>
                  </a:moveTo>
                  <a:lnTo>
                    <a:pt x="835195" y="1040672"/>
                  </a:lnTo>
                  <a:lnTo>
                    <a:pt x="860093" y="1081786"/>
                  </a:lnTo>
                  <a:close/>
                  <a:moveTo>
                    <a:pt x="879420" y="1057839"/>
                  </a:moveTo>
                  <a:lnTo>
                    <a:pt x="844257" y="1050946"/>
                  </a:lnTo>
                  <a:lnTo>
                    <a:pt x="860093" y="1081786"/>
                  </a:lnTo>
                  <a:close/>
                  <a:moveTo>
                    <a:pt x="832802" y="1036455"/>
                  </a:moveTo>
                  <a:lnTo>
                    <a:pt x="835195" y="1040672"/>
                  </a:lnTo>
                  <a:lnTo>
                    <a:pt x="844257" y="1050946"/>
                  </a:lnTo>
                  <a:close/>
                  <a:moveTo>
                    <a:pt x="832802" y="1036455"/>
                  </a:moveTo>
                  <a:lnTo>
                    <a:pt x="814353" y="999700"/>
                  </a:lnTo>
                  <a:lnTo>
                    <a:pt x="815780" y="1011709"/>
                  </a:lnTo>
                  <a:close/>
                  <a:moveTo>
                    <a:pt x="952991" y="1112122"/>
                  </a:moveTo>
                  <a:lnTo>
                    <a:pt x="928912" y="1118303"/>
                  </a:lnTo>
                  <a:lnTo>
                    <a:pt x="935678" y="1092782"/>
                  </a:lnTo>
                  <a:close/>
                  <a:moveTo>
                    <a:pt x="928912" y="1118303"/>
                  </a:moveTo>
                  <a:lnTo>
                    <a:pt x="952991" y="1112122"/>
                  </a:lnTo>
                  <a:lnTo>
                    <a:pt x="940613" y="1109965"/>
                  </a:lnTo>
                  <a:close/>
                  <a:moveTo>
                    <a:pt x="952991" y="1112122"/>
                  </a:moveTo>
                  <a:lnTo>
                    <a:pt x="954611" y="1092782"/>
                  </a:lnTo>
                  <a:lnTo>
                    <a:pt x="940613" y="1109965"/>
                  </a:lnTo>
                  <a:close/>
                  <a:moveTo>
                    <a:pt x="892540" y="1021140"/>
                  </a:moveTo>
                  <a:lnTo>
                    <a:pt x="879420" y="1057839"/>
                  </a:lnTo>
                  <a:lnTo>
                    <a:pt x="933581" y="1059609"/>
                  </a:lnTo>
                  <a:close/>
                  <a:moveTo>
                    <a:pt x="933581" y="1059609"/>
                  </a:moveTo>
                  <a:lnTo>
                    <a:pt x="944068" y="1056027"/>
                  </a:lnTo>
                  <a:lnTo>
                    <a:pt x="966840" y="1039327"/>
                  </a:lnTo>
                  <a:close/>
                  <a:moveTo>
                    <a:pt x="832802" y="1036455"/>
                  </a:moveTo>
                  <a:lnTo>
                    <a:pt x="844257" y="1050946"/>
                  </a:lnTo>
                  <a:lnTo>
                    <a:pt x="848340" y="1029985"/>
                  </a:lnTo>
                  <a:close/>
                  <a:moveTo>
                    <a:pt x="814353" y="999700"/>
                  </a:moveTo>
                  <a:lnTo>
                    <a:pt x="832802" y="1036455"/>
                  </a:lnTo>
                  <a:lnTo>
                    <a:pt x="825007" y="982517"/>
                  </a:lnTo>
                  <a:close/>
                  <a:moveTo>
                    <a:pt x="806708" y="872252"/>
                  </a:moveTo>
                  <a:lnTo>
                    <a:pt x="781704" y="835497"/>
                  </a:lnTo>
                  <a:lnTo>
                    <a:pt x="779195" y="889435"/>
                  </a:lnTo>
                  <a:close/>
                  <a:moveTo>
                    <a:pt x="529412" y="649620"/>
                  </a:moveTo>
                  <a:lnTo>
                    <a:pt x="534991" y="629985"/>
                  </a:lnTo>
                  <a:lnTo>
                    <a:pt x="533453" y="636361"/>
                  </a:lnTo>
                  <a:close/>
                  <a:moveTo>
                    <a:pt x="497397" y="541457"/>
                  </a:moveTo>
                  <a:lnTo>
                    <a:pt x="487350" y="507386"/>
                  </a:lnTo>
                  <a:lnTo>
                    <a:pt x="498209" y="543305"/>
                  </a:lnTo>
                  <a:close/>
                  <a:moveTo>
                    <a:pt x="497397" y="541457"/>
                  </a:moveTo>
                  <a:lnTo>
                    <a:pt x="486178" y="504702"/>
                  </a:lnTo>
                  <a:lnTo>
                    <a:pt x="487350" y="507386"/>
                  </a:lnTo>
                  <a:close/>
                  <a:moveTo>
                    <a:pt x="936883" y="1012177"/>
                  </a:moveTo>
                  <a:lnTo>
                    <a:pt x="944068" y="1056027"/>
                  </a:lnTo>
                  <a:lnTo>
                    <a:pt x="940741" y="1053788"/>
                  </a:lnTo>
                  <a:close/>
                  <a:moveTo>
                    <a:pt x="803532" y="830842"/>
                  </a:moveTo>
                  <a:lnTo>
                    <a:pt x="784644" y="830944"/>
                  </a:lnTo>
                  <a:lnTo>
                    <a:pt x="818863" y="855068"/>
                  </a:lnTo>
                  <a:close/>
                  <a:moveTo>
                    <a:pt x="818863" y="855068"/>
                  </a:moveTo>
                  <a:lnTo>
                    <a:pt x="784644" y="830944"/>
                  </a:lnTo>
                  <a:lnTo>
                    <a:pt x="781704" y="835497"/>
                  </a:lnTo>
                  <a:close/>
                  <a:moveTo>
                    <a:pt x="818863" y="855068"/>
                  </a:moveTo>
                  <a:lnTo>
                    <a:pt x="781704" y="835497"/>
                  </a:lnTo>
                  <a:lnTo>
                    <a:pt x="806708" y="872252"/>
                  </a:lnTo>
                  <a:close/>
                  <a:moveTo>
                    <a:pt x="667198" y="603768"/>
                  </a:moveTo>
                  <a:lnTo>
                    <a:pt x="639553" y="599154"/>
                  </a:lnTo>
                  <a:lnTo>
                    <a:pt x="668271" y="647642"/>
                  </a:lnTo>
                  <a:close/>
                  <a:moveTo>
                    <a:pt x="468196" y="467947"/>
                  </a:moveTo>
                  <a:lnTo>
                    <a:pt x="466142" y="441432"/>
                  </a:lnTo>
                  <a:lnTo>
                    <a:pt x="480136" y="414008"/>
                  </a:lnTo>
                  <a:close/>
                  <a:moveTo>
                    <a:pt x="468196" y="467947"/>
                  </a:moveTo>
                  <a:lnTo>
                    <a:pt x="480136" y="414008"/>
                  </a:lnTo>
                  <a:lnTo>
                    <a:pt x="464880" y="431192"/>
                  </a:lnTo>
                  <a:close/>
                  <a:moveTo>
                    <a:pt x="112846" y="13433"/>
                  </a:moveTo>
                  <a:lnTo>
                    <a:pt x="148607" y="11448"/>
                  </a:lnTo>
                  <a:lnTo>
                    <a:pt x="122426" y="0"/>
                  </a:lnTo>
                  <a:close/>
                  <a:moveTo>
                    <a:pt x="789605" y="818313"/>
                  </a:moveTo>
                  <a:lnTo>
                    <a:pt x="784644" y="830944"/>
                  </a:lnTo>
                  <a:lnTo>
                    <a:pt x="803532" y="830842"/>
                  </a:lnTo>
                  <a:close/>
                  <a:moveTo>
                    <a:pt x="764831" y="686144"/>
                  </a:moveTo>
                  <a:lnTo>
                    <a:pt x="824669" y="689085"/>
                  </a:lnTo>
                  <a:lnTo>
                    <a:pt x="785604" y="667605"/>
                  </a:lnTo>
                  <a:close/>
                  <a:moveTo>
                    <a:pt x="822801" y="692771"/>
                  </a:moveTo>
                  <a:lnTo>
                    <a:pt x="832015" y="690865"/>
                  </a:lnTo>
                  <a:lnTo>
                    <a:pt x="824669" y="689085"/>
                  </a:lnTo>
                  <a:close/>
                  <a:moveTo>
                    <a:pt x="754827" y="654110"/>
                  </a:moveTo>
                  <a:lnTo>
                    <a:pt x="726490" y="627399"/>
                  </a:lnTo>
                  <a:lnTo>
                    <a:pt x="741568" y="634538"/>
                  </a:lnTo>
                  <a:close/>
                  <a:moveTo>
                    <a:pt x="754827" y="654110"/>
                  </a:moveTo>
                  <a:lnTo>
                    <a:pt x="741568" y="634538"/>
                  </a:lnTo>
                  <a:lnTo>
                    <a:pt x="744566" y="671293"/>
                  </a:lnTo>
                  <a:close/>
                  <a:moveTo>
                    <a:pt x="536789" y="404788"/>
                  </a:moveTo>
                  <a:lnTo>
                    <a:pt x="502868" y="405277"/>
                  </a:lnTo>
                  <a:lnTo>
                    <a:pt x="554198" y="425299"/>
                  </a:lnTo>
                  <a:close/>
                  <a:moveTo>
                    <a:pt x="563380" y="410258"/>
                  </a:moveTo>
                  <a:lnTo>
                    <a:pt x="536789" y="404788"/>
                  </a:lnTo>
                  <a:lnTo>
                    <a:pt x="586824" y="422704"/>
                  </a:lnTo>
                  <a:close/>
                  <a:moveTo>
                    <a:pt x="536789" y="404788"/>
                  </a:moveTo>
                  <a:lnTo>
                    <a:pt x="554198" y="425299"/>
                  </a:lnTo>
                  <a:lnTo>
                    <a:pt x="586824" y="422704"/>
                  </a:lnTo>
                  <a:close/>
                  <a:moveTo>
                    <a:pt x="701853" y="603624"/>
                  </a:moveTo>
                  <a:lnTo>
                    <a:pt x="726490" y="627399"/>
                  </a:lnTo>
                  <a:lnTo>
                    <a:pt x="696710" y="624522"/>
                  </a:lnTo>
                  <a:close/>
                  <a:moveTo>
                    <a:pt x="596963" y="427702"/>
                  </a:moveTo>
                  <a:lnTo>
                    <a:pt x="606171" y="433580"/>
                  </a:lnTo>
                  <a:lnTo>
                    <a:pt x="586824" y="422704"/>
                  </a:lnTo>
                  <a:close/>
                  <a:moveTo>
                    <a:pt x="821644" y="609934"/>
                  </a:moveTo>
                  <a:lnTo>
                    <a:pt x="825529" y="636927"/>
                  </a:lnTo>
                  <a:lnTo>
                    <a:pt x="835079" y="631796"/>
                  </a:lnTo>
                  <a:close/>
                  <a:moveTo>
                    <a:pt x="801608" y="548671"/>
                  </a:moveTo>
                  <a:lnTo>
                    <a:pt x="835615" y="548112"/>
                  </a:lnTo>
                  <a:lnTo>
                    <a:pt x="812933" y="548997"/>
                  </a:lnTo>
                  <a:close/>
                  <a:moveTo>
                    <a:pt x="835615" y="548112"/>
                  </a:moveTo>
                  <a:lnTo>
                    <a:pt x="801608" y="548671"/>
                  </a:lnTo>
                  <a:lnTo>
                    <a:pt x="840579" y="556152"/>
                  </a:lnTo>
                  <a:close/>
                </a:path>
              </a:pathLst>
            </a:custGeom>
            <a:solidFill>
              <a:srgbClr val="C9D2D8"/>
            </a:solidFill>
            <a:ln w="1524">
              <a:solidFill>
                <a:srgbClr val="C9D2D8"/>
              </a:solidFill>
            </a:ln>
          </p:spPr>
        </p:sp>
        <p:sp>
          <p:nvSpPr>
            <p:cNvPr id="61" name="Input_density__60">
              <a:extLst>
                <a:ext uri="{FF2B5EF4-FFF2-40B4-BE49-F238E27FC236}">
                  <a16:creationId xmlns:a16="http://schemas.microsoft.com/office/drawing/2014/main" id="{B987812F-1948-BA07-3214-918D5686DF70}"/>
                </a:ext>
              </a:extLst>
            </p:cNvPr>
            <p:cNvSpPr>
              <a:spLocks noGrp="1"/>
            </p:cNvSpPr>
            <p:nvPr/>
          </p:nvSpPr>
          <p:spPr>
            <a:xfrm>
              <a:off x="952706" y="2153856"/>
              <a:ext cx="975866" cy="709472"/>
            </a:xfrm>
            <a:custGeom>
              <a:avLst/>
              <a:gdLst/>
              <a:ahLst/>
              <a:cxnLst/>
              <a:rect l="0" t="0" r="0" b="0"/>
              <a:pathLst>
                <a:path w="975866" h="709472">
                  <a:moveTo>
                    <a:pt x="0" y="604449"/>
                  </a:moveTo>
                  <a:lnTo>
                    <a:pt x="8645" y="641204"/>
                  </a:lnTo>
                  <a:lnTo>
                    <a:pt x="8654" y="587830"/>
                  </a:lnTo>
                  <a:close/>
                  <a:moveTo>
                    <a:pt x="8645" y="641204"/>
                  </a:moveTo>
                  <a:lnTo>
                    <a:pt x="5745" y="634942"/>
                  </a:lnTo>
                  <a:lnTo>
                    <a:pt x="8654" y="587830"/>
                  </a:lnTo>
                  <a:close/>
                  <a:moveTo>
                    <a:pt x="32474" y="550511"/>
                  </a:moveTo>
                  <a:lnTo>
                    <a:pt x="31984" y="551204"/>
                  </a:lnTo>
                  <a:lnTo>
                    <a:pt x="9218" y="586777"/>
                  </a:lnTo>
                  <a:close/>
                  <a:moveTo>
                    <a:pt x="31984" y="551204"/>
                  </a:moveTo>
                  <a:lnTo>
                    <a:pt x="14314" y="577462"/>
                  </a:lnTo>
                  <a:lnTo>
                    <a:pt x="9218" y="586777"/>
                  </a:lnTo>
                  <a:close/>
                  <a:moveTo>
                    <a:pt x="9218" y="586777"/>
                  </a:moveTo>
                  <a:lnTo>
                    <a:pt x="14314" y="577462"/>
                  </a:lnTo>
                  <a:lnTo>
                    <a:pt x="8654" y="587830"/>
                  </a:lnTo>
                  <a:close/>
                  <a:moveTo>
                    <a:pt x="8654" y="587830"/>
                  </a:moveTo>
                  <a:lnTo>
                    <a:pt x="14314" y="577462"/>
                  </a:lnTo>
                  <a:lnTo>
                    <a:pt x="0" y="604449"/>
                  </a:lnTo>
                  <a:close/>
                  <a:moveTo>
                    <a:pt x="69912" y="564552"/>
                  </a:moveTo>
                  <a:lnTo>
                    <a:pt x="33505" y="549968"/>
                  </a:lnTo>
                  <a:lnTo>
                    <a:pt x="60722" y="558559"/>
                  </a:lnTo>
                  <a:close/>
                  <a:moveTo>
                    <a:pt x="60722" y="558559"/>
                  </a:moveTo>
                  <a:lnTo>
                    <a:pt x="76316" y="533327"/>
                  </a:lnTo>
                  <a:lnTo>
                    <a:pt x="69912" y="564552"/>
                  </a:lnTo>
                  <a:close/>
                  <a:moveTo>
                    <a:pt x="32731" y="550114"/>
                  </a:moveTo>
                  <a:lnTo>
                    <a:pt x="32474" y="550511"/>
                  </a:lnTo>
                  <a:lnTo>
                    <a:pt x="33505" y="549968"/>
                  </a:lnTo>
                  <a:close/>
                  <a:moveTo>
                    <a:pt x="199203" y="702588"/>
                  </a:moveTo>
                  <a:lnTo>
                    <a:pt x="214355" y="707940"/>
                  </a:lnTo>
                  <a:lnTo>
                    <a:pt x="248117" y="699919"/>
                  </a:lnTo>
                  <a:close/>
                  <a:moveTo>
                    <a:pt x="82655" y="515987"/>
                  </a:moveTo>
                  <a:lnTo>
                    <a:pt x="98052" y="524581"/>
                  </a:lnTo>
                  <a:lnTo>
                    <a:pt x="94167" y="496572"/>
                  </a:lnTo>
                  <a:close/>
                  <a:moveTo>
                    <a:pt x="94167" y="496572"/>
                  </a:moveTo>
                  <a:lnTo>
                    <a:pt x="98052" y="524581"/>
                  </a:lnTo>
                  <a:lnTo>
                    <a:pt x="115070" y="516144"/>
                  </a:lnTo>
                  <a:close/>
                  <a:moveTo>
                    <a:pt x="94167" y="496572"/>
                  </a:moveTo>
                  <a:lnTo>
                    <a:pt x="115070" y="516144"/>
                  </a:lnTo>
                  <a:lnTo>
                    <a:pt x="99462" y="479389"/>
                  </a:lnTo>
                  <a:close/>
                  <a:moveTo>
                    <a:pt x="187467" y="498960"/>
                  </a:moveTo>
                  <a:lnTo>
                    <a:pt x="156702" y="503987"/>
                  </a:lnTo>
                  <a:lnTo>
                    <a:pt x="171413" y="536775"/>
                  </a:lnTo>
                  <a:close/>
                  <a:moveTo>
                    <a:pt x="156702" y="503987"/>
                  </a:moveTo>
                  <a:lnTo>
                    <a:pt x="187467" y="498960"/>
                  </a:lnTo>
                  <a:lnTo>
                    <a:pt x="160839" y="491309"/>
                  </a:lnTo>
                  <a:close/>
                  <a:moveTo>
                    <a:pt x="115395" y="442634"/>
                  </a:moveTo>
                  <a:lnTo>
                    <a:pt x="99462" y="479389"/>
                  </a:lnTo>
                  <a:lnTo>
                    <a:pt x="127366" y="462206"/>
                  </a:lnTo>
                  <a:close/>
                  <a:moveTo>
                    <a:pt x="115395" y="442634"/>
                  </a:moveTo>
                  <a:lnTo>
                    <a:pt x="127366" y="462206"/>
                  </a:lnTo>
                  <a:lnTo>
                    <a:pt x="122867" y="425451"/>
                  </a:lnTo>
                  <a:close/>
                  <a:moveTo>
                    <a:pt x="136296" y="399549"/>
                  </a:moveTo>
                  <a:lnTo>
                    <a:pt x="122867" y="425451"/>
                  </a:lnTo>
                  <a:lnTo>
                    <a:pt x="161898" y="410269"/>
                  </a:lnTo>
                  <a:close/>
                  <a:moveTo>
                    <a:pt x="244690" y="391084"/>
                  </a:moveTo>
                  <a:lnTo>
                    <a:pt x="245457" y="396514"/>
                  </a:lnTo>
                  <a:lnTo>
                    <a:pt x="215548" y="445022"/>
                  </a:lnTo>
                  <a:close/>
                  <a:moveTo>
                    <a:pt x="905223" y="672717"/>
                  </a:moveTo>
                  <a:lnTo>
                    <a:pt x="885166" y="657346"/>
                  </a:lnTo>
                  <a:lnTo>
                    <a:pt x="865839" y="681293"/>
                  </a:lnTo>
                  <a:close/>
                  <a:moveTo>
                    <a:pt x="905223" y="672717"/>
                  </a:moveTo>
                  <a:lnTo>
                    <a:pt x="928853" y="696109"/>
                  </a:lnTo>
                  <a:lnTo>
                    <a:pt x="939327" y="659115"/>
                  </a:lnTo>
                  <a:close/>
                  <a:moveTo>
                    <a:pt x="939327" y="659115"/>
                  </a:moveTo>
                  <a:lnTo>
                    <a:pt x="928853" y="696109"/>
                  </a:lnTo>
                  <a:lnTo>
                    <a:pt x="949814" y="655534"/>
                  </a:lnTo>
                  <a:close/>
                  <a:moveTo>
                    <a:pt x="949814" y="655534"/>
                  </a:moveTo>
                  <a:lnTo>
                    <a:pt x="928853" y="696109"/>
                  </a:lnTo>
                  <a:lnTo>
                    <a:pt x="946359" y="709472"/>
                  </a:lnTo>
                  <a:close/>
                  <a:moveTo>
                    <a:pt x="949814" y="655534"/>
                  </a:moveTo>
                  <a:lnTo>
                    <a:pt x="946359" y="709472"/>
                  </a:lnTo>
                  <a:lnTo>
                    <a:pt x="960356" y="692288"/>
                  </a:lnTo>
                  <a:close/>
                  <a:moveTo>
                    <a:pt x="939327" y="659115"/>
                  </a:moveTo>
                  <a:lnTo>
                    <a:pt x="885166" y="657346"/>
                  </a:lnTo>
                  <a:lnTo>
                    <a:pt x="905223" y="672717"/>
                  </a:lnTo>
                  <a:close/>
                  <a:moveTo>
                    <a:pt x="975866" y="675105"/>
                  </a:moveTo>
                  <a:lnTo>
                    <a:pt x="946487" y="653295"/>
                  </a:lnTo>
                  <a:lnTo>
                    <a:pt x="949814" y="655534"/>
                  </a:lnTo>
                  <a:close/>
                  <a:moveTo>
                    <a:pt x="494669" y="1540"/>
                  </a:moveTo>
                  <a:lnTo>
                    <a:pt x="470625" y="30699"/>
                  </a:lnTo>
                  <a:lnTo>
                    <a:pt x="485882" y="13515"/>
                  </a:lnTo>
                  <a:close/>
                  <a:moveTo>
                    <a:pt x="740170" y="200336"/>
                  </a:moveTo>
                  <a:lnTo>
                    <a:pt x="747314" y="234045"/>
                  </a:lnTo>
                  <a:lnTo>
                    <a:pt x="732236" y="226906"/>
                  </a:lnTo>
                  <a:close/>
                  <a:moveTo>
                    <a:pt x="508613" y="4784"/>
                  </a:moveTo>
                  <a:lnTo>
                    <a:pt x="527577" y="0"/>
                  </a:lnTo>
                  <a:lnTo>
                    <a:pt x="494669" y="1540"/>
                  </a:lnTo>
                  <a:close/>
                  <a:moveTo>
                    <a:pt x="508613" y="4784"/>
                  </a:moveTo>
                  <a:lnTo>
                    <a:pt x="542534" y="4295"/>
                  </a:lnTo>
                  <a:lnTo>
                    <a:pt x="527577" y="0"/>
                  </a:lnTo>
                  <a:close/>
                  <a:moveTo>
                    <a:pt x="707598" y="203131"/>
                  </a:moveTo>
                  <a:lnTo>
                    <a:pt x="740170" y="200336"/>
                  </a:lnTo>
                  <a:lnTo>
                    <a:pt x="732236" y="226906"/>
                  </a:lnTo>
                  <a:close/>
                  <a:moveTo>
                    <a:pt x="782402" y="162924"/>
                  </a:moveTo>
                  <a:lnTo>
                    <a:pt x="780528" y="169986"/>
                  </a:lnTo>
                  <a:lnTo>
                    <a:pt x="759781" y="177449"/>
                  </a:lnTo>
                  <a:close/>
                  <a:moveTo>
                    <a:pt x="759781" y="177449"/>
                  </a:moveTo>
                  <a:lnTo>
                    <a:pt x="780528" y="169986"/>
                  </a:lnTo>
                  <a:lnTo>
                    <a:pt x="769698" y="186162"/>
                  </a:lnTo>
                  <a:close/>
                  <a:moveTo>
                    <a:pt x="788112" y="158797"/>
                  </a:moveTo>
                  <a:lnTo>
                    <a:pt x="780528" y="169986"/>
                  </a:lnTo>
                  <a:lnTo>
                    <a:pt x="782402" y="162924"/>
                  </a:lnTo>
                  <a:close/>
                  <a:moveTo>
                    <a:pt x="788112" y="158797"/>
                  </a:moveTo>
                  <a:lnTo>
                    <a:pt x="782402" y="162924"/>
                  </a:lnTo>
                  <a:lnTo>
                    <a:pt x="807353" y="148178"/>
                  </a:lnTo>
                  <a:close/>
                  <a:moveTo>
                    <a:pt x="807353" y="148178"/>
                  </a:moveTo>
                  <a:lnTo>
                    <a:pt x="818678" y="148503"/>
                  </a:lnTo>
                  <a:lnTo>
                    <a:pt x="788112" y="158797"/>
                  </a:lnTo>
                  <a:close/>
                  <a:moveTo>
                    <a:pt x="807353" y="148178"/>
                  </a:moveTo>
                  <a:lnTo>
                    <a:pt x="810834" y="147544"/>
                  </a:lnTo>
                  <a:lnTo>
                    <a:pt x="846324" y="155659"/>
                  </a:lnTo>
                  <a:close/>
                </a:path>
              </a:pathLst>
            </a:custGeom>
            <a:solidFill>
              <a:srgbClr val="CFD7DE"/>
            </a:solidFill>
            <a:ln w="1524">
              <a:solidFill>
                <a:srgbClr val="CFD7DE"/>
              </a:solidFill>
            </a:ln>
          </p:spPr>
        </p:sp>
        <p:sp>
          <p:nvSpPr>
            <p:cNvPr id="62" name="Input_density__61">
              <a:extLst>
                <a:ext uri="{FF2B5EF4-FFF2-40B4-BE49-F238E27FC236}">
                  <a16:creationId xmlns:a16="http://schemas.microsoft.com/office/drawing/2014/main" id="{06D6F696-C8C1-A998-C1D8-DC2C21738675}"/>
                </a:ext>
              </a:extLst>
            </p:cNvPr>
            <p:cNvSpPr>
              <a:spLocks noGrp="1"/>
            </p:cNvSpPr>
            <p:nvPr/>
          </p:nvSpPr>
          <p:spPr>
            <a:xfrm>
              <a:off x="961360" y="2155395"/>
              <a:ext cx="802180" cy="586290"/>
            </a:xfrm>
            <a:custGeom>
              <a:avLst/>
              <a:gdLst/>
              <a:ahLst/>
              <a:cxnLst/>
              <a:rect l="0" t="0" r="0" b="0"/>
              <a:pathLst>
                <a:path w="802180" h="586290">
                  <a:moveTo>
                    <a:pt x="564" y="585238"/>
                  </a:moveTo>
                  <a:lnTo>
                    <a:pt x="0" y="586290"/>
                  </a:lnTo>
                  <a:lnTo>
                    <a:pt x="358" y="585726"/>
                  </a:lnTo>
                  <a:close/>
                  <a:moveTo>
                    <a:pt x="564" y="585238"/>
                  </a:moveTo>
                  <a:lnTo>
                    <a:pt x="358" y="585726"/>
                  </a:lnTo>
                  <a:lnTo>
                    <a:pt x="1241" y="585281"/>
                  </a:lnTo>
                  <a:close/>
                  <a:moveTo>
                    <a:pt x="24851" y="548428"/>
                  </a:moveTo>
                  <a:lnTo>
                    <a:pt x="23820" y="548971"/>
                  </a:lnTo>
                  <a:lnTo>
                    <a:pt x="52068" y="557019"/>
                  </a:lnTo>
                  <a:close/>
                  <a:moveTo>
                    <a:pt x="23820" y="548971"/>
                  </a:moveTo>
                  <a:lnTo>
                    <a:pt x="564" y="585238"/>
                  </a:lnTo>
                  <a:lnTo>
                    <a:pt x="52068" y="557019"/>
                  </a:lnTo>
                  <a:close/>
                  <a:moveTo>
                    <a:pt x="74001" y="514447"/>
                  </a:moveTo>
                  <a:lnTo>
                    <a:pt x="66912" y="541322"/>
                  </a:lnTo>
                  <a:lnTo>
                    <a:pt x="67662" y="531788"/>
                  </a:lnTo>
                  <a:close/>
                  <a:moveTo>
                    <a:pt x="89398" y="523041"/>
                  </a:moveTo>
                  <a:lnTo>
                    <a:pt x="67662" y="531788"/>
                  </a:lnTo>
                  <a:lnTo>
                    <a:pt x="106122" y="538332"/>
                  </a:lnTo>
                  <a:close/>
                  <a:moveTo>
                    <a:pt x="67662" y="531788"/>
                  </a:moveTo>
                  <a:lnTo>
                    <a:pt x="52068" y="557019"/>
                  </a:lnTo>
                  <a:lnTo>
                    <a:pt x="106122" y="538332"/>
                  </a:lnTo>
                  <a:close/>
                  <a:moveTo>
                    <a:pt x="74001" y="514447"/>
                  </a:moveTo>
                  <a:lnTo>
                    <a:pt x="67662" y="531788"/>
                  </a:lnTo>
                  <a:lnTo>
                    <a:pt x="89398" y="523041"/>
                  </a:lnTo>
                  <a:close/>
                  <a:moveTo>
                    <a:pt x="89398" y="523041"/>
                  </a:moveTo>
                  <a:lnTo>
                    <a:pt x="106122" y="538332"/>
                  </a:lnTo>
                  <a:lnTo>
                    <a:pt x="106416" y="514604"/>
                  </a:lnTo>
                  <a:close/>
                  <a:moveTo>
                    <a:pt x="106416" y="514604"/>
                  </a:moveTo>
                  <a:lnTo>
                    <a:pt x="148048" y="502448"/>
                  </a:lnTo>
                  <a:lnTo>
                    <a:pt x="118712" y="460666"/>
                  </a:lnTo>
                  <a:close/>
                  <a:moveTo>
                    <a:pt x="90808" y="477849"/>
                  </a:moveTo>
                  <a:lnTo>
                    <a:pt x="106416" y="514604"/>
                  </a:lnTo>
                  <a:lnTo>
                    <a:pt x="118712" y="460666"/>
                  </a:lnTo>
                  <a:close/>
                  <a:moveTo>
                    <a:pt x="486015" y="0"/>
                  </a:moveTo>
                  <a:lnTo>
                    <a:pt x="477228" y="11976"/>
                  </a:lnTo>
                  <a:lnTo>
                    <a:pt x="499959" y="3244"/>
                  </a:lnTo>
                  <a:close/>
                  <a:moveTo>
                    <a:pt x="798699" y="146638"/>
                  </a:moveTo>
                  <a:lnTo>
                    <a:pt x="773748" y="161384"/>
                  </a:lnTo>
                  <a:lnTo>
                    <a:pt x="802180" y="146005"/>
                  </a:lnTo>
                  <a:close/>
                  <a:moveTo>
                    <a:pt x="773748" y="161384"/>
                  </a:moveTo>
                  <a:lnTo>
                    <a:pt x="751127" y="175910"/>
                  </a:lnTo>
                  <a:lnTo>
                    <a:pt x="802180" y="146005"/>
                  </a:lnTo>
                  <a:close/>
                </a:path>
              </a:pathLst>
            </a:custGeom>
            <a:solidFill>
              <a:srgbClr val="D7DEE3"/>
            </a:solidFill>
            <a:ln w="1524">
              <a:solidFill>
                <a:srgbClr val="D7DEE3"/>
              </a:solidFill>
            </a:ln>
          </p:spPr>
        </p:sp>
        <p:sp>
          <p:nvSpPr>
            <p:cNvPr id="63" name="Input_density__62">
              <a:extLst>
                <a:ext uri="{FF2B5EF4-FFF2-40B4-BE49-F238E27FC236}">
                  <a16:creationId xmlns:a16="http://schemas.microsoft.com/office/drawing/2014/main" id="{18EF40B8-C8BD-18EC-5AE8-3482B097D02F}"/>
                </a:ext>
              </a:extLst>
            </p:cNvPr>
            <p:cNvSpPr>
              <a:spLocks noGrp="1"/>
            </p:cNvSpPr>
            <p:nvPr/>
          </p:nvSpPr>
          <p:spPr>
            <a:xfrm>
              <a:off x="1202547" y="2228119"/>
              <a:ext cx="811479" cy="954820"/>
            </a:xfrm>
            <a:custGeom>
              <a:avLst/>
              <a:gdLst/>
              <a:ahLst/>
              <a:cxnLst/>
              <a:rect l="0" t="0" r="0" b="0"/>
              <a:pathLst>
                <a:path w="811479" h="954820">
                  <a:moveTo>
                    <a:pt x="262337" y="954820"/>
                  </a:moveTo>
                  <a:lnTo>
                    <a:pt x="235087" y="949142"/>
                  </a:lnTo>
                  <a:lnTo>
                    <a:pt x="293676" y="947415"/>
                  </a:lnTo>
                  <a:close/>
                  <a:moveTo>
                    <a:pt x="33119" y="692325"/>
                  </a:moveTo>
                  <a:lnTo>
                    <a:pt x="40141" y="671118"/>
                  </a:lnTo>
                  <a:lnTo>
                    <a:pt x="0" y="693074"/>
                  </a:lnTo>
                  <a:close/>
                  <a:moveTo>
                    <a:pt x="40141" y="671118"/>
                  </a:moveTo>
                  <a:lnTo>
                    <a:pt x="33119" y="692325"/>
                  </a:lnTo>
                  <a:lnTo>
                    <a:pt x="43803" y="679594"/>
                  </a:lnTo>
                  <a:close/>
                  <a:moveTo>
                    <a:pt x="313991" y="927159"/>
                  </a:moveTo>
                  <a:lnTo>
                    <a:pt x="262337" y="954820"/>
                  </a:lnTo>
                  <a:lnTo>
                    <a:pt x="293676" y="947415"/>
                  </a:lnTo>
                  <a:close/>
                  <a:moveTo>
                    <a:pt x="483147" y="676469"/>
                  </a:moveTo>
                  <a:lnTo>
                    <a:pt x="515281" y="672036"/>
                  </a:lnTo>
                  <a:lnTo>
                    <a:pt x="535301" y="650679"/>
                  </a:lnTo>
                  <a:close/>
                  <a:moveTo>
                    <a:pt x="753392" y="679155"/>
                  </a:moveTo>
                  <a:lnTo>
                    <a:pt x="784614" y="671312"/>
                  </a:lnTo>
                  <a:lnTo>
                    <a:pt x="803514" y="645769"/>
                  </a:lnTo>
                  <a:close/>
                  <a:moveTo>
                    <a:pt x="792939" y="654781"/>
                  </a:moveTo>
                  <a:lnTo>
                    <a:pt x="808089" y="637597"/>
                  </a:lnTo>
                  <a:lnTo>
                    <a:pt x="803514" y="645769"/>
                  </a:lnTo>
                  <a:close/>
                  <a:moveTo>
                    <a:pt x="610359" y="417067"/>
                  </a:moveTo>
                  <a:lnTo>
                    <a:pt x="606745" y="418955"/>
                  </a:lnTo>
                  <a:lnTo>
                    <a:pt x="607519" y="397496"/>
                  </a:lnTo>
                  <a:close/>
                  <a:moveTo>
                    <a:pt x="619948" y="380312"/>
                  </a:moveTo>
                  <a:lnTo>
                    <a:pt x="610359" y="417067"/>
                  </a:lnTo>
                  <a:lnTo>
                    <a:pt x="607519" y="397496"/>
                  </a:lnTo>
                  <a:close/>
                  <a:moveTo>
                    <a:pt x="811479" y="629345"/>
                  </a:moveTo>
                  <a:lnTo>
                    <a:pt x="803514" y="645769"/>
                  </a:lnTo>
                  <a:lnTo>
                    <a:pt x="808089" y="637597"/>
                  </a:lnTo>
                  <a:close/>
                  <a:moveTo>
                    <a:pt x="360025" y="12762"/>
                  </a:moveTo>
                  <a:lnTo>
                    <a:pt x="356651" y="0"/>
                  </a:lnTo>
                  <a:lnTo>
                    <a:pt x="343205" y="45937"/>
                  </a:lnTo>
                  <a:close/>
                </a:path>
              </a:pathLst>
            </a:custGeom>
            <a:solidFill>
              <a:srgbClr val="AEBAC4"/>
            </a:solidFill>
            <a:ln w="1524">
              <a:solidFill>
                <a:srgbClr val="AEBAC4"/>
              </a:solidFill>
            </a:ln>
          </p:spPr>
        </p:sp>
        <p:sp>
          <p:nvSpPr>
            <p:cNvPr id="64" name="Input_density__63">
              <a:extLst>
                <a:ext uri="{FF2B5EF4-FFF2-40B4-BE49-F238E27FC236}">
                  <a16:creationId xmlns:a16="http://schemas.microsoft.com/office/drawing/2014/main" id="{0EBC753C-AD96-D5ED-E42A-EF1E812D2E51}"/>
                </a:ext>
              </a:extLst>
            </p:cNvPr>
            <p:cNvSpPr>
              <a:spLocks noGrp="1"/>
            </p:cNvSpPr>
            <p:nvPr/>
          </p:nvSpPr>
          <p:spPr>
            <a:xfrm>
              <a:off x="1080915" y="1795217"/>
              <a:ext cx="932799" cy="1491565"/>
            </a:xfrm>
            <a:custGeom>
              <a:avLst/>
              <a:gdLst/>
              <a:ahLst/>
              <a:cxnLst/>
              <a:rect l="0" t="0" r="0" b="0"/>
              <a:pathLst>
                <a:path w="932799" h="1491565">
                  <a:moveTo>
                    <a:pt x="126436" y="1458086"/>
                  </a:moveTo>
                  <a:lnTo>
                    <a:pt x="127659" y="1462642"/>
                  </a:lnTo>
                  <a:lnTo>
                    <a:pt x="135870" y="1467835"/>
                  </a:lnTo>
                  <a:close/>
                  <a:moveTo>
                    <a:pt x="141171" y="1440903"/>
                  </a:moveTo>
                  <a:lnTo>
                    <a:pt x="135870" y="1467835"/>
                  </a:lnTo>
                  <a:lnTo>
                    <a:pt x="157033" y="1450752"/>
                  </a:lnTo>
                  <a:close/>
                  <a:moveTo>
                    <a:pt x="141171" y="1440903"/>
                  </a:moveTo>
                  <a:lnTo>
                    <a:pt x="126436" y="1458086"/>
                  </a:lnTo>
                  <a:lnTo>
                    <a:pt x="135870" y="1467835"/>
                  </a:lnTo>
                  <a:close/>
                  <a:moveTo>
                    <a:pt x="116736" y="1424664"/>
                  </a:moveTo>
                  <a:lnTo>
                    <a:pt x="94914" y="1417427"/>
                  </a:lnTo>
                  <a:lnTo>
                    <a:pt x="141171" y="1440903"/>
                  </a:lnTo>
                  <a:close/>
                  <a:moveTo>
                    <a:pt x="141171" y="1440903"/>
                  </a:moveTo>
                  <a:lnTo>
                    <a:pt x="94914" y="1417427"/>
                  </a:lnTo>
                  <a:lnTo>
                    <a:pt x="95725" y="1421331"/>
                  </a:lnTo>
                  <a:close/>
                  <a:moveTo>
                    <a:pt x="141171" y="1440903"/>
                  </a:moveTo>
                  <a:lnTo>
                    <a:pt x="95725" y="1421331"/>
                  </a:lnTo>
                  <a:lnTo>
                    <a:pt x="126436" y="1458086"/>
                  </a:lnTo>
                  <a:close/>
                  <a:moveTo>
                    <a:pt x="135870" y="1467835"/>
                  </a:moveTo>
                  <a:lnTo>
                    <a:pt x="175537" y="1491565"/>
                  </a:lnTo>
                  <a:lnTo>
                    <a:pt x="192648" y="1459332"/>
                  </a:lnTo>
                  <a:close/>
                  <a:moveTo>
                    <a:pt x="157033" y="1450752"/>
                  </a:moveTo>
                  <a:lnTo>
                    <a:pt x="135870" y="1467835"/>
                  </a:lnTo>
                  <a:lnTo>
                    <a:pt x="192648" y="1459332"/>
                  </a:lnTo>
                  <a:close/>
                  <a:moveTo>
                    <a:pt x="84177" y="1399138"/>
                  </a:moveTo>
                  <a:lnTo>
                    <a:pt x="95725" y="1421331"/>
                  </a:lnTo>
                  <a:lnTo>
                    <a:pt x="94914" y="1417427"/>
                  </a:lnTo>
                  <a:close/>
                  <a:moveTo>
                    <a:pt x="61012" y="1373154"/>
                  </a:moveTo>
                  <a:lnTo>
                    <a:pt x="94914" y="1417427"/>
                  </a:lnTo>
                  <a:lnTo>
                    <a:pt x="93196" y="1404148"/>
                  </a:lnTo>
                  <a:close/>
                  <a:moveTo>
                    <a:pt x="74313" y="1384576"/>
                  </a:moveTo>
                  <a:lnTo>
                    <a:pt x="94914" y="1417427"/>
                  </a:lnTo>
                  <a:lnTo>
                    <a:pt x="61012" y="1373154"/>
                  </a:lnTo>
                  <a:close/>
                  <a:moveTo>
                    <a:pt x="239974" y="1460474"/>
                  </a:moveTo>
                  <a:lnTo>
                    <a:pt x="232902" y="1485259"/>
                  </a:lnTo>
                  <a:lnTo>
                    <a:pt x="256775" y="1478311"/>
                  </a:lnTo>
                  <a:close/>
                  <a:moveTo>
                    <a:pt x="239974" y="1460474"/>
                  </a:moveTo>
                  <a:lnTo>
                    <a:pt x="223322" y="1477658"/>
                  </a:lnTo>
                  <a:lnTo>
                    <a:pt x="232902" y="1485259"/>
                  </a:lnTo>
                  <a:close/>
                  <a:moveTo>
                    <a:pt x="207382" y="1424916"/>
                  </a:moveTo>
                  <a:lnTo>
                    <a:pt x="192648" y="1459332"/>
                  </a:lnTo>
                  <a:lnTo>
                    <a:pt x="211792" y="1423719"/>
                  </a:lnTo>
                  <a:close/>
                  <a:moveTo>
                    <a:pt x="211792" y="1423719"/>
                  </a:moveTo>
                  <a:lnTo>
                    <a:pt x="192648" y="1459332"/>
                  </a:lnTo>
                  <a:lnTo>
                    <a:pt x="223322" y="1477658"/>
                  </a:lnTo>
                  <a:close/>
                  <a:moveTo>
                    <a:pt x="211792" y="1423719"/>
                  </a:moveTo>
                  <a:lnTo>
                    <a:pt x="223322" y="1477658"/>
                  </a:lnTo>
                  <a:lnTo>
                    <a:pt x="239974" y="1460474"/>
                  </a:lnTo>
                  <a:close/>
                  <a:moveTo>
                    <a:pt x="192648" y="1459332"/>
                  </a:moveTo>
                  <a:lnTo>
                    <a:pt x="207382" y="1424916"/>
                  </a:lnTo>
                  <a:lnTo>
                    <a:pt x="175903" y="1425096"/>
                  </a:lnTo>
                  <a:close/>
                  <a:moveTo>
                    <a:pt x="157033" y="1450752"/>
                  </a:moveTo>
                  <a:lnTo>
                    <a:pt x="192648" y="1459332"/>
                  </a:lnTo>
                  <a:lnTo>
                    <a:pt x="175903" y="1425096"/>
                  </a:lnTo>
                  <a:close/>
                  <a:moveTo>
                    <a:pt x="211792" y="1423719"/>
                  </a:moveTo>
                  <a:lnTo>
                    <a:pt x="238689" y="1410690"/>
                  </a:lnTo>
                  <a:lnTo>
                    <a:pt x="207382" y="1424916"/>
                  </a:lnTo>
                  <a:close/>
                  <a:moveTo>
                    <a:pt x="207382" y="1424916"/>
                  </a:moveTo>
                  <a:lnTo>
                    <a:pt x="196338" y="1389148"/>
                  </a:lnTo>
                  <a:lnTo>
                    <a:pt x="191105" y="1423719"/>
                  </a:lnTo>
                  <a:close/>
                  <a:moveTo>
                    <a:pt x="196338" y="1389148"/>
                  </a:moveTo>
                  <a:lnTo>
                    <a:pt x="190486" y="1386964"/>
                  </a:lnTo>
                  <a:lnTo>
                    <a:pt x="191105" y="1423719"/>
                  </a:lnTo>
                  <a:close/>
                  <a:moveTo>
                    <a:pt x="156357" y="1352016"/>
                  </a:moveTo>
                  <a:lnTo>
                    <a:pt x="190486" y="1386964"/>
                  </a:lnTo>
                  <a:lnTo>
                    <a:pt x="155504" y="1350510"/>
                  </a:lnTo>
                  <a:close/>
                  <a:moveTo>
                    <a:pt x="190486" y="1386964"/>
                  </a:moveTo>
                  <a:lnTo>
                    <a:pt x="196338" y="1389148"/>
                  </a:lnTo>
                  <a:lnTo>
                    <a:pt x="155504" y="1350510"/>
                  </a:lnTo>
                  <a:close/>
                  <a:moveTo>
                    <a:pt x="156357" y="1352016"/>
                  </a:moveTo>
                  <a:lnTo>
                    <a:pt x="155504" y="1350510"/>
                  </a:lnTo>
                  <a:lnTo>
                    <a:pt x="154998" y="1350209"/>
                  </a:lnTo>
                  <a:close/>
                  <a:moveTo>
                    <a:pt x="211792" y="1423719"/>
                  </a:moveTo>
                  <a:lnTo>
                    <a:pt x="239974" y="1460474"/>
                  </a:lnTo>
                  <a:lnTo>
                    <a:pt x="209915" y="1422857"/>
                  </a:lnTo>
                  <a:close/>
                  <a:moveTo>
                    <a:pt x="77871" y="1183147"/>
                  </a:moveTo>
                  <a:lnTo>
                    <a:pt x="69440" y="1179991"/>
                  </a:lnTo>
                  <a:lnTo>
                    <a:pt x="103509" y="1182795"/>
                  </a:lnTo>
                  <a:close/>
                  <a:moveTo>
                    <a:pt x="63282" y="1112496"/>
                  </a:moveTo>
                  <a:lnTo>
                    <a:pt x="71134" y="1157959"/>
                  </a:lnTo>
                  <a:lnTo>
                    <a:pt x="89301" y="1129672"/>
                  </a:lnTo>
                  <a:close/>
                  <a:moveTo>
                    <a:pt x="283174" y="1327982"/>
                  </a:moveTo>
                  <a:lnTo>
                    <a:pt x="334605" y="1352598"/>
                  </a:lnTo>
                  <a:lnTo>
                    <a:pt x="303306" y="1335289"/>
                  </a:lnTo>
                  <a:close/>
                  <a:moveTo>
                    <a:pt x="283174" y="1327982"/>
                  </a:moveTo>
                  <a:lnTo>
                    <a:pt x="329665" y="1362020"/>
                  </a:lnTo>
                  <a:lnTo>
                    <a:pt x="334605" y="1352598"/>
                  </a:lnTo>
                  <a:close/>
                  <a:moveTo>
                    <a:pt x="222499" y="1282316"/>
                  </a:moveTo>
                  <a:lnTo>
                    <a:pt x="212654" y="1286389"/>
                  </a:lnTo>
                  <a:lnTo>
                    <a:pt x="237934" y="1311658"/>
                  </a:lnTo>
                  <a:close/>
                  <a:moveTo>
                    <a:pt x="263176" y="1309827"/>
                  </a:moveTo>
                  <a:lnTo>
                    <a:pt x="222499" y="1282316"/>
                  </a:lnTo>
                  <a:lnTo>
                    <a:pt x="237934" y="1311658"/>
                  </a:lnTo>
                  <a:close/>
                  <a:moveTo>
                    <a:pt x="272826" y="1317535"/>
                  </a:moveTo>
                  <a:lnTo>
                    <a:pt x="273013" y="1315843"/>
                  </a:lnTo>
                  <a:lnTo>
                    <a:pt x="263176" y="1309827"/>
                  </a:lnTo>
                  <a:close/>
                  <a:moveTo>
                    <a:pt x="138165" y="1091582"/>
                  </a:moveTo>
                  <a:lnTo>
                    <a:pt x="119908" y="1058558"/>
                  </a:lnTo>
                  <a:lnTo>
                    <a:pt x="138023" y="1096240"/>
                  </a:lnTo>
                  <a:close/>
                  <a:moveTo>
                    <a:pt x="101355" y="1078534"/>
                  </a:moveTo>
                  <a:lnTo>
                    <a:pt x="137484" y="1095313"/>
                  </a:lnTo>
                  <a:lnTo>
                    <a:pt x="138023" y="1096240"/>
                  </a:lnTo>
                  <a:close/>
                  <a:moveTo>
                    <a:pt x="83672" y="1023843"/>
                  </a:moveTo>
                  <a:lnTo>
                    <a:pt x="88058" y="1028816"/>
                  </a:lnTo>
                  <a:lnTo>
                    <a:pt x="79745" y="1021803"/>
                  </a:lnTo>
                  <a:close/>
                  <a:moveTo>
                    <a:pt x="88058" y="1028816"/>
                  </a:moveTo>
                  <a:lnTo>
                    <a:pt x="83672" y="1023843"/>
                  </a:lnTo>
                  <a:lnTo>
                    <a:pt x="119908" y="1058558"/>
                  </a:lnTo>
                  <a:close/>
                  <a:moveTo>
                    <a:pt x="44381" y="1028698"/>
                  </a:moveTo>
                  <a:lnTo>
                    <a:pt x="27554" y="1023388"/>
                  </a:lnTo>
                  <a:lnTo>
                    <a:pt x="0" y="992943"/>
                  </a:lnTo>
                  <a:close/>
                  <a:moveTo>
                    <a:pt x="10184" y="1029411"/>
                  </a:moveTo>
                  <a:lnTo>
                    <a:pt x="44381" y="1028698"/>
                  </a:lnTo>
                  <a:lnTo>
                    <a:pt x="0" y="992943"/>
                  </a:lnTo>
                  <a:close/>
                  <a:moveTo>
                    <a:pt x="273013" y="1315843"/>
                  </a:moveTo>
                  <a:lnTo>
                    <a:pt x="283174" y="1327982"/>
                  </a:lnTo>
                  <a:lnTo>
                    <a:pt x="303306" y="1335289"/>
                  </a:lnTo>
                  <a:close/>
                  <a:moveTo>
                    <a:pt x="272371" y="1264928"/>
                  </a:moveTo>
                  <a:lnTo>
                    <a:pt x="308778" y="1262418"/>
                  </a:lnTo>
                  <a:lnTo>
                    <a:pt x="280575" y="1240600"/>
                  </a:lnTo>
                  <a:close/>
                  <a:moveTo>
                    <a:pt x="272371" y="1264928"/>
                  </a:moveTo>
                  <a:lnTo>
                    <a:pt x="280575" y="1240600"/>
                  </a:lnTo>
                  <a:lnTo>
                    <a:pt x="256576" y="1233022"/>
                  </a:lnTo>
                  <a:close/>
                  <a:moveTo>
                    <a:pt x="308778" y="1262418"/>
                  </a:moveTo>
                  <a:lnTo>
                    <a:pt x="338096" y="1265672"/>
                  </a:lnTo>
                  <a:lnTo>
                    <a:pt x="280575" y="1240600"/>
                  </a:lnTo>
                  <a:close/>
                  <a:moveTo>
                    <a:pt x="237468" y="1205578"/>
                  </a:moveTo>
                  <a:lnTo>
                    <a:pt x="236657" y="1210675"/>
                  </a:lnTo>
                  <a:lnTo>
                    <a:pt x="256576" y="1233022"/>
                  </a:lnTo>
                  <a:close/>
                  <a:moveTo>
                    <a:pt x="256576" y="1233022"/>
                  </a:moveTo>
                  <a:lnTo>
                    <a:pt x="280575" y="1240600"/>
                  </a:lnTo>
                  <a:lnTo>
                    <a:pt x="237468" y="1205578"/>
                  </a:lnTo>
                  <a:close/>
                  <a:moveTo>
                    <a:pt x="234692" y="1203330"/>
                  </a:moveTo>
                  <a:lnTo>
                    <a:pt x="237468" y="1205578"/>
                  </a:lnTo>
                  <a:lnTo>
                    <a:pt x="240728" y="1201160"/>
                  </a:lnTo>
                  <a:close/>
                  <a:moveTo>
                    <a:pt x="240728" y="1201160"/>
                  </a:moveTo>
                  <a:lnTo>
                    <a:pt x="248050" y="1188394"/>
                  </a:lnTo>
                  <a:lnTo>
                    <a:pt x="234692" y="1203330"/>
                  </a:lnTo>
                  <a:close/>
                  <a:moveTo>
                    <a:pt x="234692" y="1203330"/>
                  </a:moveTo>
                  <a:lnTo>
                    <a:pt x="248050" y="1188394"/>
                  </a:lnTo>
                  <a:lnTo>
                    <a:pt x="218073" y="1169560"/>
                  </a:lnTo>
                  <a:close/>
                  <a:moveTo>
                    <a:pt x="88058" y="1028816"/>
                  </a:moveTo>
                  <a:lnTo>
                    <a:pt x="132625" y="1055881"/>
                  </a:lnTo>
                  <a:lnTo>
                    <a:pt x="142223" y="1010547"/>
                  </a:lnTo>
                  <a:close/>
                  <a:moveTo>
                    <a:pt x="132625" y="1055881"/>
                  </a:moveTo>
                  <a:lnTo>
                    <a:pt x="138165" y="1091582"/>
                  </a:lnTo>
                  <a:lnTo>
                    <a:pt x="174802" y="1048680"/>
                  </a:lnTo>
                  <a:close/>
                  <a:moveTo>
                    <a:pt x="163325" y="1004619"/>
                  </a:moveTo>
                  <a:lnTo>
                    <a:pt x="142223" y="1010547"/>
                  </a:lnTo>
                  <a:lnTo>
                    <a:pt x="172869" y="1005505"/>
                  </a:lnTo>
                  <a:close/>
                  <a:moveTo>
                    <a:pt x="54948" y="985048"/>
                  </a:moveTo>
                  <a:lnTo>
                    <a:pt x="79745" y="1021803"/>
                  </a:lnTo>
                  <a:lnTo>
                    <a:pt x="52977" y="976963"/>
                  </a:lnTo>
                  <a:close/>
                  <a:moveTo>
                    <a:pt x="223669" y="1143193"/>
                  </a:moveTo>
                  <a:lnTo>
                    <a:pt x="254135" y="1145513"/>
                  </a:lnTo>
                  <a:lnTo>
                    <a:pt x="241208" y="1111275"/>
                  </a:lnTo>
                  <a:close/>
                  <a:moveTo>
                    <a:pt x="280276" y="1151348"/>
                  </a:moveTo>
                  <a:lnTo>
                    <a:pt x="282912" y="1097701"/>
                  </a:lnTo>
                  <a:lnTo>
                    <a:pt x="241208" y="1111275"/>
                  </a:lnTo>
                  <a:close/>
                  <a:moveTo>
                    <a:pt x="280276" y="1151348"/>
                  </a:moveTo>
                  <a:lnTo>
                    <a:pt x="241208" y="1111275"/>
                  </a:lnTo>
                  <a:lnTo>
                    <a:pt x="254135" y="1145513"/>
                  </a:lnTo>
                  <a:close/>
                  <a:moveTo>
                    <a:pt x="241208" y="1111275"/>
                  </a:moveTo>
                  <a:lnTo>
                    <a:pt x="254514" y="1085024"/>
                  </a:lnTo>
                  <a:lnTo>
                    <a:pt x="214780" y="1078129"/>
                  </a:lnTo>
                  <a:close/>
                  <a:moveTo>
                    <a:pt x="220753" y="1100816"/>
                  </a:moveTo>
                  <a:lnTo>
                    <a:pt x="241208" y="1111275"/>
                  </a:lnTo>
                  <a:lnTo>
                    <a:pt x="214780" y="1078129"/>
                  </a:lnTo>
                  <a:close/>
                  <a:moveTo>
                    <a:pt x="241208" y="1111275"/>
                  </a:moveTo>
                  <a:lnTo>
                    <a:pt x="282912" y="1097701"/>
                  </a:lnTo>
                  <a:lnTo>
                    <a:pt x="254514" y="1085024"/>
                  </a:lnTo>
                  <a:close/>
                  <a:moveTo>
                    <a:pt x="143075" y="1002637"/>
                  </a:moveTo>
                  <a:lnTo>
                    <a:pt x="142223" y="1010547"/>
                  </a:lnTo>
                  <a:lnTo>
                    <a:pt x="163325" y="1004619"/>
                  </a:lnTo>
                  <a:close/>
                  <a:moveTo>
                    <a:pt x="163325" y="1004619"/>
                  </a:moveTo>
                  <a:lnTo>
                    <a:pt x="152587" y="953088"/>
                  </a:lnTo>
                  <a:lnTo>
                    <a:pt x="143075" y="1002637"/>
                  </a:lnTo>
                  <a:close/>
                  <a:moveTo>
                    <a:pt x="56125" y="894354"/>
                  </a:moveTo>
                  <a:lnTo>
                    <a:pt x="98708" y="877378"/>
                  </a:lnTo>
                  <a:lnTo>
                    <a:pt x="59259" y="857599"/>
                  </a:lnTo>
                  <a:close/>
                  <a:moveTo>
                    <a:pt x="254514" y="1085024"/>
                  </a:moveTo>
                  <a:lnTo>
                    <a:pt x="282912" y="1097701"/>
                  </a:lnTo>
                  <a:lnTo>
                    <a:pt x="285019" y="1043763"/>
                  </a:lnTo>
                  <a:close/>
                  <a:moveTo>
                    <a:pt x="285019" y="1043763"/>
                  </a:moveTo>
                  <a:lnTo>
                    <a:pt x="282912" y="1097701"/>
                  </a:lnTo>
                  <a:lnTo>
                    <a:pt x="305792" y="1055957"/>
                  </a:lnTo>
                  <a:close/>
                  <a:moveTo>
                    <a:pt x="305792" y="1055957"/>
                  </a:moveTo>
                  <a:lnTo>
                    <a:pt x="282912" y="1097701"/>
                  </a:lnTo>
                  <a:lnTo>
                    <a:pt x="295882" y="1093915"/>
                  </a:lnTo>
                  <a:close/>
                  <a:moveTo>
                    <a:pt x="341737" y="1117272"/>
                  </a:moveTo>
                  <a:lnTo>
                    <a:pt x="338676" y="1086212"/>
                  </a:lnTo>
                  <a:lnTo>
                    <a:pt x="345533" y="1125385"/>
                  </a:lnTo>
                  <a:close/>
                  <a:moveTo>
                    <a:pt x="331998" y="1080518"/>
                  </a:moveTo>
                  <a:lnTo>
                    <a:pt x="338676" y="1086212"/>
                  </a:lnTo>
                  <a:lnTo>
                    <a:pt x="341737" y="1117272"/>
                  </a:lnTo>
                  <a:close/>
                  <a:moveTo>
                    <a:pt x="305792" y="1055957"/>
                  </a:moveTo>
                  <a:lnTo>
                    <a:pt x="338676" y="1086212"/>
                  </a:lnTo>
                  <a:lnTo>
                    <a:pt x="331998" y="1080518"/>
                  </a:lnTo>
                  <a:close/>
                  <a:moveTo>
                    <a:pt x="205753" y="896743"/>
                  </a:moveTo>
                  <a:lnTo>
                    <a:pt x="194467" y="888884"/>
                  </a:lnTo>
                  <a:lnTo>
                    <a:pt x="172097" y="901457"/>
                  </a:lnTo>
                  <a:close/>
                  <a:moveTo>
                    <a:pt x="42262" y="761938"/>
                  </a:moveTo>
                  <a:lnTo>
                    <a:pt x="59394" y="757599"/>
                  </a:lnTo>
                  <a:lnTo>
                    <a:pt x="47015" y="749722"/>
                  </a:lnTo>
                  <a:close/>
                  <a:moveTo>
                    <a:pt x="59394" y="757599"/>
                  </a:moveTo>
                  <a:lnTo>
                    <a:pt x="42262" y="761938"/>
                  </a:lnTo>
                  <a:lnTo>
                    <a:pt x="69390" y="749722"/>
                  </a:lnTo>
                  <a:close/>
                  <a:moveTo>
                    <a:pt x="392074" y="1154028"/>
                  </a:moveTo>
                  <a:lnTo>
                    <a:pt x="393518" y="1158209"/>
                  </a:lnTo>
                  <a:lnTo>
                    <a:pt x="400815" y="1162081"/>
                  </a:lnTo>
                  <a:close/>
                  <a:moveTo>
                    <a:pt x="345533" y="1125385"/>
                  </a:moveTo>
                  <a:lnTo>
                    <a:pt x="392074" y="1154028"/>
                  </a:lnTo>
                  <a:lnTo>
                    <a:pt x="359796" y="1133293"/>
                  </a:lnTo>
                  <a:close/>
                  <a:moveTo>
                    <a:pt x="393518" y="1158209"/>
                  </a:moveTo>
                  <a:lnTo>
                    <a:pt x="392074" y="1154028"/>
                  </a:lnTo>
                  <a:lnTo>
                    <a:pt x="345533" y="1125385"/>
                  </a:lnTo>
                  <a:close/>
                  <a:moveTo>
                    <a:pt x="341737" y="1117272"/>
                  </a:moveTo>
                  <a:lnTo>
                    <a:pt x="345533" y="1125385"/>
                  </a:lnTo>
                  <a:lnTo>
                    <a:pt x="359796" y="1133293"/>
                  </a:lnTo>
                  <a:close/>
                  <a:moveTo>
                    <a:pt x="235462" y="917582"/>
                  </a:moveTo>
                  <a:lnTo>
                    <a:pt x="244825" y="884599"/>
                  </a:lnTo>
                  <a:lnTo>
                    <a:pt x="205753" y="896743"/>
                  </a:lnTo>
                  <a:close/>
                  <a:moveTo>
                    <a:pt x="194467" y="888884"/>
                  </a:moveTo>
                  <a:lnTo>
                    <a:pt x="241602" y="844332"/>
                  </a:lnTo>
                  <a:lnTo>
                    <a:pt x="212286" y="859298"/>
                  </a:lnTo>
                  <a:close/>
                  <a:moveTo>
                    <a:pt x="244825" y="884599"/>
                  </a:moveTo>
                  <a:lnTo>
                    <a:pt x="235462" y="917582"/>
                  </a:lnTo>
                  <a:lnTo>
                    <a:pt x="276944" y="885576"/>
                  </a:lnTo>
                  <a:close/>
                  <a:moveTo>
                    <a:pt x="276944" y="885576"/>
                  </a:moveTo>
                  <a:lnTo>
                    <a:pt x="277803" y="855104"/>
                  </a:lnTo>
                  <a:lnTo>
                    <a:pt x="241602" y="844332"/>
                  </a:lnTo>
                  <a:close/>
                  <a:moveTo>
                    <a:pt x="476115" y="1082906"/>
                  </a:moveTo>
                  <a:lnTo>
                    <a:pt x="482175" y="1120912"/>
                  </a:lnTo>
                  <a:lnTo>
                    <a:pt x="467621" y="1100089"/>
                  </a:lnTo>
                  <a:close/>
                  <a:moveTo>
                    <a:pt x="467830" y="1124883"/>
                  </a:moveTo>
                  <a:lnTo>
                    <a:pt x="482175" y="1120912"/>
                  </a:lnTo>
                  <a:lnTo>
                    <a:pt x="476115" y="1082906"/>
                  </a:lnTo>
                  <a:close/>
                  <a:moveTo>
                    <a:pt x="495059" y="1129834"/>
                  </a:moveTo>
                  <a:lnTo>
                    <a:pt x="482175" y="1120912"/>
                  </a:lnTo>
                  <a:lnTo>
                    <a:pt x="467830" y="1124883"/>
                  </a:lnTo>
                  <a:close/>
                  <a:moveTo>
                    <a:pt x="495059" y="1129834"/>
                  </a:moveTo>
                  <a:lnTo>
                    <a:pt x="512435" y="1136844"/>
                  </a:lnTo>
                  <a:lnTo>
                    <a:pt x="482175" y="1120912"/>
                  </a:lnTo>
                  <a:close/>
                  <a:moveTo>
                    <a:pt x="435695" y="1071707"/>
                  </a:moveTo>
                  <a:lnTo>
                    <a:pt x="422156" y="1063334"/>
                  </a:lnTo>
                  <a:lnTo>
                    <a:pt x="463142" y="1078119"/>
                  </a:lnTo>
                  <a:close/>
                  <a:moveTo>
                    <a:pt x="426221" y="972641"/>
                  </a:moveTo>
                  <a:lnTo>
                    <a:pt x="417746" y="1004597"/>
                  </a:lnTo>
                  <a:lnTo>
                    <a:pt x="436934" y="980132"/>
                  </a:lnTo>
                  <a:close/>
                  <a:moveTo>
                    <a:pt x="396125" y="952131"/>
                  </a:moveTo>
                  <a:lnTo>
                    <a:pt x="374448" y="949977"/>
                  </a:lnTo>
                  <a:lnTo>
                    <a:pt x="426221" y="972641"/>
                  </a:lnTo>
                  <a:close/>
                  <a:moveTo>
                    <a:pt x="349304" y="899131"/>
                  </a:moveTo>
                  <a:lnTo>
                    <a:pt x="369010" y="946959"/>
                  </a:lnTo>
                  <a:lnTo>
                    <a:pt x="357639" y="936554"/>
                  </a:lnTo>
                  <a:close/>
                  <a:moveTo>
                    <a:pt x="357639" y="936554"/>
                  </a:moveTo>
                  <a:lnTo>
                    <a:pt x="369010" y="946959"/>
                  </a:lnTo>
                  <a:lnTo>
                    <a:pt x="374448" y="949977"/>
                  </a:lnTo>
                  <a:close/>
                  <a:moveTo>
                    <a:pt x="241642" y="842440"/>
                  </a:moveTo>
                  <a:lnTo>
                    <a:pt x="212286" y="859298"/>
                  </a:lnTo>
                  <a:lnTo>
                    <a:pt x="241602" y="844332"/>
                  </a:lnTo>
                  <a:close/>
                  <a:moveTo>
                    <a:pt x="241642" y="842440"/>
                  </a:moveTo>
                  <a:lnTo>
                    <a:pt x="223034" y="830479"/>
                  </a:lnTo>
                  <a:lnTo>
                    <a:pt x="212286" y="859298"/>
                  </a:lnTo>
                  <a:close/>
                  <a:moveTo>
                    <a:pt x="223034" y="830479"/>
                  </a:moveTo>
                  <a:lnTo>
                    <a:pt x="238714" y="833533"/>
                  </a:lnTo>
                  <a:lnTo>
                    <a:pt x="236509" y="788866"/>
                  </a:lnTo>
                  <a:close/>
                  <a:moveTo>
                    <a:pt x="241642" y="842440"/>
                  </a:moveTo>
                  <a:lnTo>
                    <a:pt x="238714" y="833533"/>
                  </a:lnTo>
                  <a:lnTo>
                    <a:pt x="223034" y="830479"/>
                  </a:lnTo>
                  <a:close/>
                  <a:moveTo>
                    <a:pt x="208725" y="769294"/>
                  </a:moveTo>
                  <a:lnTo>
                    <a:pt x="204861" y="755759"/>
                  </a:lnTo>
                  <a:lnTo>
                    <a:pt x="236509" y="788866"/>
                  </a:lnTo>
                  <a:close/>
                  <a:moveTo>
                    <a:pt x="396125" y="952131"/>
                  </a:moveTo>
                  <a:lnTo>
                    <a:pt x="357639" y="936554"/>
                  </a:lnTo>
                  <a:lnTo>
                    <a:pt x="374448" y="949977"/>
                  </a:lnTo>
                  <a:close/>
                  <a:moveTo>
                    <a:pt x="535446" y="1065722"/>
                  </a:moveTo>
                  <a:lnTo>
                    <a:pt x="534032" y="1094011"/>
                  </a:lnTo>
                  <a:lnTo>
                    <a:pt x="558857" y="1090620"/>
                  </a:lnTo>
                  <a:close/>
                  <a:moveTo>
                    <a:pt x="535446" y="1065722"/>
                  </a:moveTo>
                  <a:lnTo>
                    <a:pt x="518481" y="1082906"/>
                  </a:lnTo>
                  <a:lnTo>
                    <a:pt x="534032" y="1094011"/>
                  </a:lnTo>
                  <a:close/>
                  <a:moveTo>
                    <a:pt x="426221" y="972641"/>
                  </a:moveTo>
                  <a:lnTo>
                    <a:pt x="436934" y="980132"/>
                  </a:lnTo>
                  <a:lnTo>
                    <a:pt x="441172" y="967566"/>
                  </a:lnTo>
                  <a:close/>
                  <a:moveTo>
                    <a:pt x="396125" y="952131"/>
                  </a:moveTo>
                  <a:lnTo>
                    <a:pt x="426221" y="972641"/>
                  </a:lnTo>
                  <a:lnTo>
                    <a:pt x="414145" y="923294"/>
                  </a:lnTo>
                  <a:close/>
                  <a:moveTo>
                    <a:pt x="414145" y="923294"/>
                  </a:moveTo>
                  <a:lnTo>
                    <a:pt x="426221" y="972641"/>
                  </a:lnTo>
                  <a:lnTo>
                    <a:pt x="442023" y="922128"/>
                  </a:lnTo>
                  <a:close/>
                  <a:moveTo>
                    <a:pt x="442023" y="922128"/>
                  </a:moveTo>
                  <a:lnTo>
                    <a:pt x="426221" y="972641"/>
                  </a:lnTo>
                  <a:lnTo>
                    <a:pt x="441172" y="967566"/>
                  </a:lnTo>
                  <a:close/>
                  <a:moveTo>
                    <a:pt x="442023" y="922128"/>
                  </a:moveTo>
                  <a:lnTo>
                    <a:pt x="425874" y="918702"/>
                  </a:lnTo>
                  <a:lnTo>
                    <a:pt x="414145" y="923294"/>
                  </a:lnTo>
                  <a:close/>
                  <a:moveTo>
                    <a:pt x="489056" y="955458"/>
                  </a:moveTo>
                  <a:lnTo>
                    <a:pt x="488948" y="955814"/>
                  </a:lnTo>
                  <a:lnTo>
                    <a:pt x="490937" y="992212"/>
                  </a:lnTo>
                  <a:close/>
                  <a:moveTo>
                    <a:pt x="450574" y="972641"/>
                  </a:moveTo>
                  <a:lnTo>
                    <a:pt x="441172" y="967566"/>
                  </a:lnTo>
                  <a:lnTo>
                    <a:pt x="436934" y="980132"/>
                  </a:lnTo>
                  <a:close/>
                  <a:moveTo>
                    <a:pt x="441172" y="967566"/>
                  </a:moveTo>
                  <a:lnTo>
                    <a:pt x="451099" y="935886"/>
                  </a:lnTo>
                  <a:lnTo>
                    <a:pt x="442023" y="922128"/>
                  </a:lnTo>
                  <a:close/>
                  <a:moveTo>
                    <a:pt x="396125" y="952131"/>
                  </a:moveTo>
                  <a:lnTo>
                    <a:pt x="414145" y="923294"/>
                  </a:lnTo>
                  <a:lnTo>
                    <a:pt x="358999" y="937898"/>
                  </a:lnTo>
                  <a:close/>
                  <a:moveTo>
                    <a:pt x="393386" y="918702"/>
                  </a:moveTo>
                  <a:lnTo>
                    <a:pt x="349066" y="898777"/>
                  </a:lnTo>
                  <a:lnTo>
                    <a:pt x="349304" y="899131"/>
                  </a:lnTo>
                  <a:close/>
                  <a:moveTo>
                    <a:pt x="349304" y="899131"/>
                  </a:moveTo>
                  <a:lnTo>
                    <a:pt x="354404" y="920718"/>
                  </a:lnTo>
                  <a:lnTo>
                    <a:pt x="393386" y="918702"/>
                  </a:lnTo>
                  <a:close/>
                  <a:moveTo>
                    <a:pt x="442023" y="922128"/>
                  </a:moveTo>
                  <a:lnTo>
                    <a:pt x="424557" y="891580"/>
                  </a:lnTo>
                  <a:lnTo>
                    <a:pt x="425874" y="918702"/>
                  </a:lnTo>
                  <a:close/>
                  <a:moveTo>
                    <a:pt x="463899" y="918702"/>
                  </a:moveTo>
                  <a:lnTo>
                    <a:pt x="489056" y="955458"/>
                  </a:lnTo>
                  <a:lnTo>
                    <a:pt x="489908" y="938274"/>
                  </a:lnTo>
                  <a:close/>
                  <a:moveTo>
                    <a:pt x="565415" y="965483"/>
                  </a:moveTo>
                  <a:lnTo>
                    <a:pt x="587476" y="976838"/>
                  </a:lnTo>
                  <a:lnTo>
                    <a:pt x="585512" y="975029"/>
                  </a:lnTo>
                  <a:close/>
                  <a:moveTo>
                    <a:pt x="579270" y="936560"/>
                  </a:moveTo>
                  <a:lnTo>
                    <a:pt x="585512" y="975029"/>
                  </a:lnTo>
                  <a:lnTo>
                    <a:pt x="584587" y="966035"/>
                  </a:lnTo>
                  <a:close/>
                  <a:moveTo>
                    <a:pt x="565415" y="965483"/>
                  </a:moveTo>
                  <a:lnTo>
                    <a:pt x="585512" y="975029"/>
                  </a:lnTo>
                  <a:lnTo>
                    <a:pt x="579270" y="936560"/>
                  </a:lnTo>
                  <a:close/>
                  <a:moveTo>
                    <a:pt x="588595" y="884813"/>
                  </a:moveTo>
                  <a:lnTo>
                    <a:pt x="587024" y="884336"/>
                  </a:lnTo>
                  <a:lnTo>
                    <a:pt x="579270" y="936560"/>
                  </a:lnTo>
                  <a:close/>
                  <a:moveTo>
                    <a:pt x="627760" y="924227"/>
                  </a:moveTo>
                  <a:lnTo>
                    <a:pt x="579270" y="936560"/>
                  </a:lnTo>
                  <a:lnTo>
                    <a:pt x="584587" y="966035"/>
                  </a:lnTo>
                  <a:close/>
                  <a:moveTo>
                    <a:pt x="579270" y="936560"/>
                  </a:moveTo>
                  <a:lnTo>
                    <a:pt x="627760" y="924227"/>
                  </a:lnTo>
                  <a:lnTo>
                    <a:pt x="588595" y="884813"/>
                  </a:lnTo>
                  <a:close/>
                  <a:moveTo>
                    <a:pt x="627760" y="924227"/>
                  </a:moveTo>
                  <a:lnTo>
                    <a:pt x="624796" y="895587"/>
                  </a:lnTo>
                  <a:lnTo>
                    <a:pt x="588595" y="884813"/>
                  </a:lnTo>
                  <a:close/>
                  <a:moveTo>
                    <a:pt x="546031" y="891748"/>
                  </a:moveTo>
                  <a:lnTo>
                    <a:pt x="587024" y="884336"/>
                  </a:lnTo>
                  <a:lnTo>
                    <a:pt x="546723" y="852837"/>
                  </a:lnTo>
                  <a:close/>
                  <a:moveTo>
                    <a:pt x="542132" y="884336"/>
                  </a:moveTo>
                  <a:lnTo>
                    <a:pt x="546031" y="891748"/>
                  </a:lnTo>
                  <a:lnTo>
                    <a:pt x="546723" y="852837"/>
                  </a:lnTo>
                  <a:close/>
                  <a:moveTo>
                    <a:pt x="444443" y="815789"/>
                  </a:moveTo>
                  <a:lnTo>
                    <a:pt x="450715" y="828009"/>
                  </a:lnTo>
                  <a:lnTo>
                    <a:pt x="452986" y="823721"/>
                  </a:lnTo>
                  <a:close/>
                  <a:moveTo>
                    <a:pt x="459297" y="810826"/>
                  </a:moveTo>
                  <a:lnTo>
                    <a:pt x="444443" y="815789"/>
                  </a:lnTo>
                  <a:lnTo>
                    <a:pt x="452986" y="823721"/>
                  </a:lnTo>
                  <a:close/>
                  <a:moveTo>
                    <a:pt x="428287" y="791254"/>
                  </a:moveTo>
                  <a:lnTo>
                    <a:pt x="444443" y="815789"/>
                  </a:lnTo>
                  <a:lnTo>
                    <a:pt x="459297" y="810826"/>
                  </a:lnTo>
                  <a:close/>
                  <a:moveTo>
                    <a:pt x="424071" y="754499"/>
                  </a:moveTo>
                  <a:lnTo>
                    <a:pt x="428287" y="791254"/>
                  </a:lnTo>
                  <a:lnTo>
                    <a:pt x="443613" y="774071"/>
                  </a:lnTo>
                  <a:close/>
                  <a:moveTo>
                    <a:pt x="587024" y="884336"/>
                  </a:moveTo>
                  <a:lnTo>
                    <a:pt x="588595" y="884813"/>
                  </a:lnTo>
                  <a:lnTo>
                    <a:pt x="589164" y="883769"/>
                  </a:lnTo>
                  <a:close/>
                  <a:moveTo>
                    <a:pt x="546723" y="852837"/>
                  </a:moveTo>
                  <a:lnTo>
                    <a:pt x="587024" y="884336"/>
                  </a:lnTo>
                  <a:lnTo>
                    <a:pt x="596088" y="830397"/>
                  </a:lnTo>
                  <a:close/>
                  <a:moveTo>
                    <a:pt x="596088" y="830397"/>
                  </a:moveTo>
                  <a:lnTo>
                    <a:pt x="587024" y="884336"/>
                  </a:lnTo>
                  <a:lnTo>
                    <a:pt x="601843" y="838135"/>
                  </a:lnTo>
                  <a:close/>
                  <a:moveTo>
                    <a:pt x="601843" y="838135"/>
                  </a:moveTo>
                  <a:lnTo>
                    <a:pt x="587024" y="884336"/>
                  </a:lnTo>
                  <a:lnTo>
                    <a:pt x="589164" y="883769"/>
                  </a:lnTo>
                  <a:close/>
                  <a:moveTo>
                    <a:pt x="383716" y="539718"/>
                  </a:moveTo>
                  <a:lnTo>
                    <a:pt x="408942" y="573113"/>
                  </a:lnTo>
                  <a:lnTo>
                    <a:pt x="392023" y="551960"/>
                  </a:lnTo>
                  <a:close/>
                  <a:moveTo>
                    <a:pt x="841227" y="1082770"/>
                  </a:moveTo>
                  <a:lnTo>
                    <a:pt x="894962" y="1090393"/>
                  </a:lnTo>
                  <a:lnTo>
                    <a:pt x="878568" y="1070499"/>
                  </a:lnTo>
                  <a:close/>
                  <a:moveTo>
                    <a:pt x="773387" y="1039000"/>
                  </a:moveTo>
                  <a:lnTo>
                    <a:pt x="800715" y="1043870"/>
                  </a:lnTo>
                  <a:lnTo>
                    <a:pt x="788491" y="1037678"/>
                  </a:lnTo>
                  <a:close/>
                  <a:moveTo>
                    <a:pt x="691240" y="923225"/>
                  </a:moveTo>
                  <a:lnTo>
                    <a:pt x="702544" y="940662"/>
                  </a:lnTo>
                  <a:lnTo>
                    <a:pt x="709983" y="897094"/>
                  </a:lnTo>
                  <a:close/>
                  <a:moveTo>
                    <a:pt x="709983" y="897094"/>
                  </a:moveTo>
                  <a:lnTo>
                    <a:pt x="702544" y="940662"/>
                  </a:lnTo>
                  <a:lnTo>
                    <a:pt x="737610" y="889097"/>
                  </a:lnTo>
                  <a:close/>
                  <a:moveTo>
                    <a:pt x="737610" y="889097"/>
                  </a:moveTo>
                  <a:lnTo>
                    <a:pt x="702544" y="940662"/>
                  </a:lnTo>
                  <a:lnTo>
                    <a:pt x="743831" y="928787"/>
                  </a:lnTo>
                  <a:close/>
                  <a:moveTo>
                    <a:pt x="735626" y="964599"/>
                  </a:moveTo>
                  <a:lnTo>
                    <a:pt x="768261" y="936014"/>
                  </a:lnTo>
                  <a:lnTo>
                    <a:pt x="743831" y="928787"/>
                  </a:lnTo>
                  <a:close/>
                  <a:moveTo>
                    <a:pt x="743831" y="928787"/>
                  </a:moveTo>
                  <a:lnTo>
                    <a:pt x="768261" y="936014"/>
                  </a:lnTo>
                  <a:lnTo>
                    <a:pt x="737610" y="889097"/>
                  </a:lnTo>
                  <a:close/>
                  <a:moveTo>
                    <a:pt x="691813" y="886724"/>
                  </a:moveTo>
                  <a:lnTo>
                    <a:pt x="691240" y="923225"/>
                  </a:lnTo>
                  <a:lnTo>
                    <a:pt x="709983" y="897094"/>
                  </a:lnTo>
                  <a:close/>
                  <a:moveTo>
                    <a:pt x="691813" y="886724"/>
                  </a:moveTo>
                  <a:lnTo>
                    <a:pt x="678684" y="903907"/>
                  </a:lnTo>
                  <a:lnTo>
                    <a:pt x="691240" y="923225"/>
                  </a:lnTo>
                  <a:close/>
                  <a:moveTo>
                    <a:pt x="691813" y="886724"/>
                  </a:moveTo>
                  <a:lnTo>
                    <a:pt x="682920" y="892118"/>
                  </a:lnTo>
                  <a:lnTo>
                    <a:pt x="678684" y="903907"/>
                  </a:lnTo>
                  <a:close/>
                  <a:moveTo>
                    <a:pt x="667142" y="776459"/>
                  </a:moveTo>
                  <a:lnTo>
                    <a:pt x="639431" y="757887"/>
                  </a:lnTo>
                  <a:lnTo>
                    <a:pt x="662181" y="789090"/>
                  </a:lnTo>
                  <a:close/>
                  <a:moveTo>
                    <a:pt x="349924" y="422928"/>
                  </a:moveTo>
                  <a:lnTo>
                    <a:pt x="340888" y="413207"/>
                  </a:lnTo>
                  <a:lnTo>
                    <a:pt x="369182" y="445664"/>
                  </a:lnTo>
                  <a:close/>
                  <a:moveTo>
                    <a:pt x="369182" y="445664"/>
                  </a:moveTo>
                  <a:lnTo>
                    <a:pt x="340888" y="413207"/>
                  </a:lnTo>
                  <a:lnTo>
                    <a:pt x="345733" y="426092"/>
                  </a:lnTo>
                  <a:close/>
                  <a:moveTo>
                    <a:pt x="33419" y="132053"/>
                  </a:moveTo>
                  <a:lnTo>
                    <a:pt x="65953" y="160965"/>
                  </a:lnTo>
                  <a:lnTo>
                    <a:pt x="53393" y="126429"/>
                  </a:lnTo>
                  <a:close/>
                  <a:moveTo>
                    <a:pt x="12584" y="95298"/>
                  </a:moveTo>
                  <a:lnTo>
                    <a:pt x="53393" y="126429"/>
                  </a:lnTo>
                  <a:lnTo>
                    <a:pt x="42833" y="90268"/>
                  </a:lnTo>
                  <a:close/>
                  <a:moveTo>
                    <a:pt x="42833" y="90268"/>
                  </a:moveTo>
                  <a:lnTo>
                    <a:pt x="58422" y="132053"/>
                  </a:lnTo>
                  <a:lnTo>
                    <a:pt x="55412" y="95298"/>
                  </a:lnTo>
                  <a:close/>
                  <a:moveTo>
                    <a:pt x="878568" y="1070499"/>
                  </a:moveTo>
                  <a:lnTo>
                    <a:pt x="894962" y="1090393"/>
                  </a:lnTo>
                  <a:lnTo>
                    <a:pt x="903542" y="1059197"/>
                  </a:lnTo>
                  <a:close/>
                  <a:moveTo>
                    <a:pt x="928002" y="1016561"/>
                  </a:moveTo>
                  <a:lnTo>
                    <a:pt x="907341" y="1040469"/>
                  </a:lnTo>
                  <a:lnTo>
                    <a:pt x="932799" y="1017753"/>
                  </a:lnTo>
                  <a:close/>
                  <a:moveTo>
                    <a:pt x="932799" y="1017753"/>
                  </a:moveTo>
                  <a:lnTo>
                    <a:pt x="907341" y="1040469"/>
                  </a:lnTo>
                  <a:lnTo>
                    <a:pt x="903542" y="1059197"/>
                  </a:lnTo>
                  <a:close/>
                  <a:moveTo>
                    <a:pt x="932799" y="1017753"/>
                  </a:moveTo>
                  <a:lnTo>
                    <a:pt x="921096" y="982521"/>
                  </a:lnTo>
                  <a:lnTo>
                    <a:pt x="928002" y="1016561"/>
                  </a:lnTo>
                  <a:close/>
                  <a:moveTo>
                    <a:pt x="921096" y="982521"/>
                  </a:moveTo>
                  <a:lnTo>
                    <a:pt x="915457" y="979806"/>
                  </a:lnTo>
                  <a:lnTo>
                    <a:pt x="928002" y="1016561"/>
                  </a:lnTo>
                  <a:close/>
                  <a:moveTo>
                    <a:pt x="846073" y="1032181"/>
                  </a:moveTo>
                  <a:lnTo>
                    <a:pt x="805283" y="995410"/>
                  </a:lnTo>
                  <a:lnTo>
                    <a:pt x="806096" y="996989"/>
                  </a:lnTo>
                  <a:close/>
                  <a:moveTo>
                    <a:pt x="921096" y="982521"/>
                  </a:moveTo>
                  <a:lnTo>
                    <a:pt x="884450" y="954882"/>
                  </a:lnTo>
                  <a:lnTo>
                    <a:pt x="915457" y="979806"/>
                  </a:lnTo>
                  <a:close/>
                  <a:moveTo>
                    <a:pt x="701314" y="846770"/>
                  </a:moveTo>
                  <a:lnTo>
                    <a:pt x="745812" y="810266"/>
                  </a:lnTo>
                  <a:lnTo>
                    <a:pt x="696399" y="813214"/>
                  </a:lnTo>
                  <a:close/>
                  <a:moveTo>
                    <a:pt x="696399" y="813214"/>
                  </a:moveTo>
                  <a:lnTo>
                    <a:pt x="745812" y="810266"/>
                  </a:lnTo>
                  <a:lnTo>
                    <a:pt x="733552" y="796031"/>
                  </a:lnTo>
                  <a:close/>
                  <a:moveTo>
                    <a:pt x="733552" y="796031"/>
                  </a:moveTo>
                  <a:lnTo>
                    <a:pt x="703507" y="776674"/>
                  </a:lnTo>
                  <a:lnTo>
                    <a:pt x="681069" y="788988"/>
                  </a:lnTo>
                  <a:close/>
                  <a:moveTo>
                    <a:pt x="641854" y="733780"/>
                  </a:moveTo>
                  <a:lnTo>
                    <a:pt x="629021" y="776459"/>
                  </a:lnTo>
                  <a:lnTo>
                    <a:pt x="639431" y="757887"/>
                  </a:lnTo>
                  <a:close/>
                  <a:moveTo>
                    <a:pt x="641854" y="733780"/>
                  </a:moveTo>
                  <a:lnTo>
                    <a:pt x="627393" y="712880"/>
                  </a:lnTo>
                  <a:lnTo>
                    <a:pt x="618541" y="725645"/>
                  </a:lnTo>
                  <a:close/>
                  <a:moveTo>
                    <a:pt x="627393" y="712880"/>
                  </a:moveTo>
                  <a:lnTo>
                    <a:pt x="641854" y="733780"/>
                  </a:lnTo>
                  <a:lnTo>
                    <a:pt x="685937" y="710982"/>
                  </a:lnTo>
                  <a:close/>
                  <a:moveTo>
                    <a:pt x="513730" y="622437"/>
                  </a:moveTo>
                  <a:lnTo>
                    <a:pt x="502328" y="592684"/>
                  </a:lnTo>
                  <a:lnTo>
                    <a:pt x="499900" y="588933"/>
                  </a:lnTo>
                  <a:close/>
                  <a:moveTo>
                    <a:pt x="495150" y="548047"/>
                  </a:moveTo>
                  <a:lnTo>
                    <a:pt x="502328" y="592684"/>
                  </a:lnTo>
                  <a:lnTo>
                    <a:pt x="515563" y="555929"/>
                  </a:lnTo>
                  <a:close/>
                  <a:moveTo>
                    <a:pt x="495150" y="548047"/>
                  </a:moveTo>
                  <a:lnTo>
                    <a:pt x="499900" y="588933"/>
                  </a:lnTo>
                  <a:lnTo>
                    <a:pt x="502328" y="592684"/>
                  </a:lnTo>
                  <a:close/>
                  <a:moveTo>
                    <a:pt x="495150" y="548047"/>
                  </a:moveTo>
                  <a:lnTo>
                    <a:pt x="478195" y="528782"/>
                  </a:lnTo>
                  <a:lnTo>
                    <a:pt x="451388" y="511790"/>
                  </a:lnTo>
                  <a:close/>
                  <a:moveTo>
                    <a:pt x="439643" y="476592"/>
                  </a:moveTo>
                  <a:lnTo>
                    <a:pt x="415226" y="482419"/>
                  </a:lnTo>
                  <a:lnTo>
                    <a:pt x="422724" y="508005"/>
                  </a:lnTo>
                  <a:close/>
                  <a:moveTo>
                    <a:pt x="395738" y="469640"/>
                  </a:moveTo>
                  <a:lnTo>
                    <a:pt x="446258" y="437742"/>
                  </a:lnTo>
                  <a:lnTo>
                    <a:pt x="414132" y="442207"/>
                  </a:lnTo>
                  <a:close/>
                  <a:moveTo>
                    <a:pt x="349924" y="422928"/>
                  </a:moveTo>
                  <a:lnTo>
                    <a:pt x="369182" y="445664"/>
                  </a:lnTo>
                  <a:lnTo>
                    <a:pt x="369080" y="435035"/>
                  </a:lnTo>
                  <a:close/>
                  <a:moveTo>
                    <a:pt x="10464" y="0"/>
                  </a:moveTo>
                  <a:lnTo>
                    <a:pt x="29617" y="41359"/>
                  </a:lnTo>
                  <a:lnTo>
                    <a:pt x="25911" y="4604"/>
                  </a:lnTo>
                  <a:close/>
                  <a:moveTo>
                    <a:pt x="905249" y="968315"/>
                  </a:moveTo>
                  <a:lnTo>
                    <a:pt x="928002" y="1016561"/>
                  </a:lnTo>
                  <a:lnTo>
                    <a:pt x="915457" y="979806"/>
                  </a:lnTo>
                  <a:close/>
                  <a:moveTo>
                    <a:pt x="850296" y="941157"/>
                  </a:moveTo>
                  <a:lnTo>
                    <a:pt x="884450" y="954882"/>
                  </a:lnTo>
                  <a:lnTo>
                    <a:pt x="858694" y="943051"/>
                  </a:lnTo>
                  <a:close/>
                  <a:moveTo>
                    <a:pt x="905249" y="968315"/>
                  </a:moveTo>
                  <a:lnTo>
                    <a:pt x="884450" y="954882"/>
                  </a:lnTo>
                  <a:lnTo>
                    <a:pt x="850296" y="941157"/>
                  </a:lnTo>
                  <a:close/>
                  <a:moveTo>
                    <a:pt x="905249" y="968315"/>
                  </a:moveTo>
                  <a:lnTo>
                    <a:pt x="915457" y="979806"/>
                  </a:lnTo>
                  <a:lnTo>
                    <a:pt x="884450" y="954882"/>
                  </a:lnTo>
                  <a:close/>
                  <a:moveTo>
                    <a:pt x="850296" y="941157"/>
                  </a:moveTo>
                  <a:lnTo>
                    <a:pt x="858694" y="943051"/>
                  </a:lnTo>
                  <a:lnTo>
                    <a:pt x="846994" y="939419"/>
                  </a:lnTo>
                  <a:close/>
                  <a:moveTo>
                    <a:pt x="733552" y="796031"/>
                  </a:moveTo>
                  <a:lnTo>
                    <a:pt x="745812" y="810266"/>
                  </a:lnTo>
                  <a:lnTo>
                    <a:pt x="749731" y="789749"/>
                  </a:lnTo>
                  <a:close/>
                  <a:moveTo>
                    <a:pt x="733552" y="796031"/>
                  </a:moveTo>
                  <a:lnTo>
                    <a:pt x="749731" y="789749"/>
                  </a:lnTo>
                  <a:lnTo>
                    <a:pt x="703507" y="776674"/>
                  </a:lnTo>
                  <a:close/>
                  <a:moveTo>
                    <a:pt x="703507" y="776674"/>
                  </a:moveTo>
                  <a:lnTo>
                    <a:pt x="749731" y="789749"/>
                  </a:lnTo>
                  <a:lnTo>
                    <a:pt x="759720" y="766058"/>
                  </a:lnTo>
                  <a:close/>
                  <a:moveTo>
                    <a:pt x="749731" y="789749"/>
                  </a:moveTo>
                  <a:lnTo>
                    <a:pt x="745812" y="810266"/>
                  </a:lnTo>
                  <a:lnTo>
                    <a:pt x="748911" y="796031"/>
                  </a:lnTo>
                  <a:close/>
                  <a:moveTo>
                    <a:pt x="480494" y="425722"/>
                  </a:moveTo>
                  <a:lnTo>
                    <a:pt x="446258" y="437742"/>
                  </a:lnTo>
                  <a:lnTo>
                    <a:pt x="478283" y="432902"/>
                  </a:lnTo>
                  <a:close/>
                  <a:moveTo>
                    <a:pt x="690110" y="587395"/>
                  </a:moveTo>
                  <a:lnTo>
                    <a:pt x="682126" y="600527"/>
                  </a:lnTo>
                  <a:lnTo>
                    <a:pt x="703066" y="595072"/>
                  </a:lnTo>
                  <a:close/>
                  <a:moveTo>
                    <a:pt x="699180" y="568080"/>
                  </a:moveTo>
                  <a:lnTo>
                    <a:pt x="712615" y="589942"/>
                  </a:lnTo>
                  <a:lnTo>
                    <a:pt x="731617" y="564779"/>
                  </a:lnTo>
                  <a:close/>
                </a:path>
              </a:pathLst>
            </a:custGeom>
            <a:solidFill>
              <a:srgbClr val="C2CCD3"/>
            </a:solidFill>
            <a:ln w="1524">
              <a:solidFill>
                <a:srgbClr val="C2CCD3"/>
              </a:solidFill>
            </a:ln>
          </p:spPr>
        </p:sp>
        <p:sp>
          <p:nvSpPr>
            <p:cNvPr id="65" name="Input_density__64">
              <a:extLst>
                <a:ext uri="{FF2B5EF4-FFF2-40B4-BE49-F238E27FC236}">
                  <a16:creationId xmlns:a16="http://schemas.microsoft.com/office/drawing/2014/main" id="{15440290-2F8C-759D-5506-E0E50CF93603}"/>
                </a:ext>
              </a:extLst>
            </p:cNvPr>
            <p:cNvSpPr>
              <a:spLocks noGrp="1"/>
            </p:cNvSpPr>
            <p:nvPr/>
          </p:nvSpPr>
          <p:spPr>
            <a:xfrm>
              <a:off x="1080438" y="1802040"/>
              <a:ext cx="933588" cy="1493610"/>
            </a:xfrm>
            <a:custGeom>
              <a:avLst/>
              <a:gdLst/>
              <a:ahLst/>
              <a:cxnLst/>
              <a:rect l="0" t="0" r="0" b="0"/>
              <a:pathLst>
                <a:path w="933588" h="1493610">
                  <a:moveTo>
                    <a:pt x="268334" y="1484551"/>
                  </a:moveTo>
                  <a:lnTo>
                    <a:pt x="257252" y="1471487"/>
                  </a:lnTo>
                  <a:lnTo>
                    <a:pt x="233379" y="1478436"/>
                  </a:lnTo>
                  <a:close/>
                  <a:moveTo>
                    <a:pt x="59524" y="1230519"/>
                  </a:moveTo>
                  <a:lnTo>
                    <a:pt x="24109" y="1222686"/>
                  </a:lnTo>
                  <a:lnTo>
                    <a:pt x="0" y="1210243"/>
                  </a:lnTo>
                  <a:close/>
                  <a:moveTo>
                    <a:pt x="292169" y="1473222"/>
                  </a:moveTo>
                  <a:lnTo>
                    <a:pt x="287862" y="1490406"/>
                  </a:lnTo>
                  <a:lnTo>
                    <a:pt x="296489" y="1493610"/>
                  </a:lnTo>
                  <a:close/>
                  <a:moveTo>
                    <a:pt x="89778" y="1122849"/>
                  </a:moveTo>
                  <a:lnTo>
                    <a:pt x="122109" y="1119152"/>
                  </a:lnTo>
                  <a:lnTo>
                    <a:pt x="137961" y="1088489"/>
                  </a:lnTo>
                  <a:close/>
                  <a:moveTo>
                    <a:pt x="397620" y="1372174"/>
                  </a:moveTo>
                  <a:lnTo>
                    <a:pt x="407316" y="1370196"/>
                  </a:lnTo>
                  <a:lnTo>
                    <a:pt x="397242" y="1365346"/>
                  </a:lnTo>
                  <a:close/>
                  <a:moveTo>
                    <a:pt x="410974" y="1361317"/>
                  </a:moveTo>
                  <a:lnTo>
                    <a:pt x="407316" y="1370196"/>
                  </a:lnTo>
                  <a:lnTo>
                    <a:pt x="410244" y="1365346"/>
                  </a:lnTo>
                  <a:close/>
                  <a:moveTo>
                    <a:pt x="143552" y="995814"/>
                  </a:moveTo>
                  <a:lnTo>
                    <a:pt x="119802" y="988034"/>
                  </a:lnTo>
                  <a:lnTo>
                    <a:pt x="112095" y="1013871"/>
                  </a:lnTo>
                  <a:close/>
                  <a:moveTo>
                    <a:pt x="126819" y="944347"/>
                  </a:moveTo>
                  <a:lnTo>
                    <a:pt x="150386" y="936250"/>
                  </a:lnTo>
                  <a:lnTo>
                    <a:pt x="154805" y="943857"/>
                  </a:lnTo>
                  <a:close/>
                  <a:moveTo>
                    <a:pt x="154127" y="942470"/>
                  </a:moveTo>
                  <a:lnTo>
                    <a:pt x="150386" y="936250"/>
                  </a:lnTo>
                  <a:lnTo>
                    <a:pt x="126113" y="938157"/>
                  </a:lnTo>
                  <a:close/>
                  <a:moveTo>
                    <a:pt x="154127" y="942470"/>
                  </a:moveTo>
                  <a:lnTo>
                    <a:pt x="153064" y="946264"/>
                  </a:lnTo>
                  <a:lnTo>
                    <a:pt x="154805" y="943857"/>
                  </a:lnTo>
                  <a:close/>
                  <a:moveTo>
                    <a:pt x="154127" y="942470"/>
                  </a:moveTo>
                  <a:lnTo>
                    <a:pt x="154805" y="943857"/>
                  </a:lnTo>
                  <a:lnTo>
                    <a:pt x="150386" y="936250"/>
                  </a:lnTo>
                  <a:close/>
                  <a:moveTo>
                    <a:pt x="534509" y="1087187"/>
                  </a:moveTo>
                  <a:lnTo>
                    <a:pt x="568302" y="1088959"/>
                  </a:lnTo>
                  <a:lnTo>
                    <a:pt x="594687" y="1091400"/>
                  </a:lnTo>
                  <a:close/>
                  <a:moveTo>
                    <a:pt x="594687" y="1091400"/>
                  </a:moveTo>
                  <a:lnTo>
                    <a:pt x="568302" y="1088959"/>
                  </a:lnTo>
                  <a:lnTo>
                    <a:pt x="626985" y="1087579"/>
                  </a:lnTo>
                  <a:close/>
                  <a:moveTo>
                    <a:pt x="614727" y="1070118"/>
                  </a:moveTo>
                  <a:lnTo>
                    <a:pt x="559334" y="1083797"/>
                  </a:lnTo>
                  <a:lnTo>
                    <a:pt x="594687" y="1091400"/>
                  </a:lnTo>
                  <a:close/>
                  <a:moveTo>
                    <a:pt x="614727" y="1070118"/>
                  </a:moveTo>
                  <a:lnTo>
                    <a:pt x="629867" y="1050319"/>
                  </a:lnTo>
                  <a:lnTo>
                    <a:pt x="615279" y="1041716"/>
                  </a:lnTo>
                  <a:close/>
                  <a:moveTo>
                    <a:pt x="626985" y="1087579"/>
                  </a:moveTo>
                  <a:lnTo>
                    <a:pt x="629867" y="1050319"/>
                  </a:lnTo>
                  <a:lnTo>
                    <a:pt x="614727" y="1070118"/>
                  </a:lnTo>
                  <a:close/>
                  <a:moveTo>
                    <a:pt x="594687" y="1091400"/>
                  </a:moveTo>
                  <a:lnTo>
                    <a:pt x="626985" y="1087579"/>
                  </a:lnTo>
                  <a:lnTo>
                    <a:pt x="614727" y="1070118"/>
                  </a:lnTo>
                  <a:close/>
                  <a:moveTo>
                    <a:pt x="409141" y="825842"/>
                  </a:moveTo>
                  <a:lnTo>
                    <a:pt x="419940" y="861810"/>
                  </a:lnTo>
                  <a:lnTo>
                    <a:pt x="424541" y="875124"/>
                  </a:lnTo>
                  <a:close/>
                  <a:moveTo>
                    <a:pt x="579747" y="929736"/>
                  </a:moveTo>
                  <a:lnTo>
                    <a:pt x="546508" y="884924"/>
                  </a:lnTo>
                  <a:lnTo>
                    <a:pt x="557772" y="920514"/>
                  </a:lnTo>
                  <a:close/>
                  <a:moveTo>
                    <a:pt x="627844" y="828229"/>
                  </a:moveTo>
                  <a:lnTo>
                    <a:pt x="589641" y="876946"/>
                  </a:lnTo>
                  <a:lnTo>
                    <a:pt x="629761" y="871417"/>
                  </a:lnTo>
                  <a:close/>
                  <a:moveTo>
                    <a:pt x="627844" y="828229"/>
                  </a:moveTo>
                  <a:lnTo>
                    <a:pt x="620207" y="789690"/>
                  </a:lnTo>
                  <a:lnTo>
                    <a:pt x="613855" y="823574"/>
                  </a:lnTo>
                  <a:close/>
                  <a:moveTo>
                    <a:pt x="620207" y="789690"/>
                  </a:moveTo>
                  <a:lnTo>
                    <a:pt x="619862" y="786819"/>
                  </a:lnTo>
                  <a:lnTo>
                    <a:pt x="613855" y="823574"/>
                  </a:lnTo>
                  <a:close/>
                  <a:moveTo>
                    <a:pt x="837140" y="1117614"/>
                  </a:moveTo>
                  <a:lnTo>
                    <a:pt x="840042" y="1097237"/>
                  </a:lnTo>
                  <a:lnTo>
                    <a:pt x="841704" y="1075947"/>
                  </a:lnTo>
                  <a:close/>
                  <a:moveTo>
                    <a:pt x="895439" y="1083570"/>
                  </a:moveTo>
                  <a:lnTo>
                    <a:pt x="840042" y="1097237"/>
                  </a:lnTo>
                  <a:lnTo>
                    <a:pt x="875501" y="1105233"/>
                  </a:lnTo>
                  <a:close/>
                  <a:moveTo>
                    <a:pt x="895439" y="1083570"/>
                  </a:moveTo>
                  <a:lnTo>
                    <a:pt x="875501" y="1105233"/>
                  </a:lnTo>
                  <a:lnTo>
                    <a:pt x="925623" y="1071848"/>
                  </a:lnTo>
                  <a:close/>
                  <a:moveTo>
                    <a:pt x="649734" y="855180"/>
                  </a:moveTo>
                  <a:lnTo>
                    <a:pt x="683397" y="885294"/>
                  </a:lnTo>
                  <a:lnTo>
                    <a:pt x="692289" y="879900"/>
                  </a:lnTo>
                  <a:close/>
                  <a:moveTo>
                    <a:pt x="646500" y="806391"/>
                  </a:moveTo>
                  <a:lnTo>
                    <a:pt x="613855" y="823574"/>
                  </a:lnTo>
                  <a:lnTo>
                    <a:pt x="619862" y="786819"/>
                  </a:lnTo>
                  <a:close/>
                  <a:moveTo>
                    <a:pt x="629498" y="769636"/>
                  </a:moveTo>
                  <a:lnTo>
                    <a:pt x="646500" y="806391"/>
                  </a:lnTo>
                  <a:lnTo>
                    <a:pt x="619862" y="786819"/>
                  </a:lnTo>
                  <a:close/>
                  <a:moveTo>
                    <a:pt x="619862" y="786819"/>
                  </a:moveTo>
                  <a:lnTo>
                    <a:pt x="621639" y="778968"/>
                  </a:lnTo>
                  <a:lnTo>
                    <a:pt x="639908" y="751063"/>
                  </a:lnTo>
                  <a:close/>
                  <a:moveTo>
                    <a:pt x="3039" y="85620"/>
                  </a:moveTo>
                  <a:lnTo>
                    <a:pt x="13060" y="88474"/>
                  </a:lnTo>
                  <a:lnTo>
                    <a:pt x="16899" y="41229"/>
                  </a:lnTo>
                  <a:close/>
                  <a:moveTo>
                    <a:pt x="37941" y="43062"/>
                  </a:moveTo>
                  <a:lnTo>
                    <a:pt x="35868" y="0"/>
                  </a:lnTo>
                  <a:lnTo>
                    <a:pt x="30094" y="34536"/>
                  </a:lnTo>
                  <a:close/>
                  <a:moveTo>
                    <a:pt x="933588" y="1055424"/>
                  </a:moveTo>
                  <a:lnTo>
                    <a:pt x="895439" y="1083570"/>
                  </a:lnTo>
                  <a:lnTo>
                    <a:pt x="925623" y="1071848"/>
                  </a:lnTo>
                  <a:close/>
                  <a:moveTo>
                    <a:pt x="933276" y="1010930"/>
                  </a:moveTo>
                  <a:lnTo>
                    <a:pt x="933588" y="1055424"/>
                  </a:lnTo>
                  <a:lnTo>
                    <a:pt x="930198" y="1063675"/>
                  </a:lnTo>
                  <a:close/>
                  <a:moveTo>
                    <a:pt x="733285" y="841431"/>
                  </a:moveTo>
                  <a:lnTo>
                    <a:pt x="726113" y="879900"/>
                  </a:lnTo>
                  <a:lnTo>
                    <a:pt x="733276" y="851000"/>
                  </a:lnTo>
                  <a:close/>
                  <a:moveTo>
                    <a:pt x="717202" y="872164"/>
                  </a:moveTo>
                  <a:lnTo>
                    <a:pt x="726113" y="879900"/>
                  </a:lnTo>
                  <a:lnTo>
                    <a:pt x="733285" y="841431"/>
                  </a:lnTo>
                  <a:close/>
                  <a:moveTo>
                    <a:pt x="749388" y="789207"/>
                  </a:moveTo>
                  <a:lnTo>
                    <a:pt x="746289" y="803443"/>
                  </a:lnTo>
                  <a:lnTo>
                    <a:pt x="732467" y="843146"/>
                  </a:lnTo>
                  <a:close/>
                  <a:moveTo>
                    <a:pt x="758800" y="752452"/>
                  </a:moveTo>
                  <a:lnTo>
                    <a:pt x="770350" y="735269"/>
                  </a:lnTo>
                  <a:lnTo>
                    <a:pt x="749388" y="789207"/>
                  </a:lnTo>
                  <a:close/>
                  <a:moveTo>
                    <a:pt x="648179" y="589573"/>
                  </a:moveTo>
                  <a:lnTo>
                    <a:pt x="645079" y="590481"/>
                  </a:lnTo>
                  <a:lnTo>
                    <a:pt x="663618" y="618927"/>
                  </a:lnTo>
                  <a:close/>
                  <a:moveTo>
                    <a:pt x="454197" y="413577"/>
                  </a:moveTo>
                  <a:lnTo>
                    <a:pt x="460387" y="404474"/>
                  </a:lnTo>
                  <a:lnTo>
                    <a:pt x="446735" y="430918"/>
                  </a:lnTo>
                  <a:close/>
                </a:path>
              </a:pathLst>
            </a:custGeom>
            <a:solidFill>
              <a:srgbClr val="B5C1C9"/>
            </a:solidFill>
            <a:ln w="1524">
              <a:solidFill>
                <a:srgbClr val="B5C1C9"/>
              </a:solidFill>
            </a:ln>
          </p:spPr>
        </p:sp>
        <p:sp>
          <p:nvSpPr>
            <p:cNvPr id="66" name="Input_density__65">
              <a:extLst>
                <a:ext uri="{FF2B5EF4-FFF2-40B4-BE49-F238E27FC236}">
                  <a16:creationId xmlns:a16="http://schemas.microsoft.com/office/drawing/2014/main" id="{E3779811-6E08-B38A-172E-1FEA1B5C72D0}"/>
                </a:ext>
              </a:extLst>
            </p:cNvPr>
            <p:cNvSpPr>
              <a:spLocks noGrp="1"/>
            </p:cNvSpPr>
            <p:nvPr/>
          </p:nvSpPr>
          <p:spPr>
            <a:xfrm>
              <a:off x="1041870" y="1799821"/>
              <a:ext cx="972155" cy="1420312"/>
            </a:xfrm>
            <a:custGeom>
              <a:avLst/>
              <a:gdLst/>
              <a:ahLst/>
              <a:cxnLst/>
              <a:rect l="0" t="0" r="0" b="0"/>
              <a:pathLst>
                <a:path w="972155" h="1420312">
                  <a:moveTo>
                    <a:pt x="246427" y="1420312"/>
                  </a:moveTo>
                  <a:lnTo>
                    <a:pt x="251487" y="1398539"/>
                  </a:lnTo>
                  <a:lnTo>
                    <a:pt x="235383" y="1384544"/>
                  </a:lnTo>
                  <a:close/>
                  <a:moveTo>
                    <a:pt x="128070" y="1218157"/>
                  </a:moveTo>
                  <a:lnTo>
                    <a:pt x="104517" y="1235340"/>
                  </a:lnTo>
                  <a:lnTo>
                    <a:pt x="134729" y="1245144"/>
                  </a:lnTo>
                  <a:close/>
                  <a:moveTo>
                    <a:pt x="145460" y="1198585"/>
                  </a:moveTo>
                  <a:lnTo>
                    <a:pt x="116916" y="1178543"/>
                  </a:lnTo>
                  <a:lnTo>
                    <a:pt x="145776" y="1181402"/>
                  </a:lnTo>
                  <a:close/>
                  <a:moveTo>
                    <a:pt x="116916" y="1178543"/>
                  </a:moveTo>
                  <a:lnTo>
                    <a:pt x="84833" y="1157191"/>
                  </a:lnTo>
                  <a:lnTo>
                    <a:pt x="108484" y="1175387"/>
                  </a:lnTo>
                  <a:close/>
                  <a:moveTo>
                    <a:pt x="0" y="1082488"/>
                  </a:moveTo>
                  <a:lnTo>
                    <a:pt x="29166" y="1125075"/>
                  </a:lnTo>
                  <a:lnTo>
                    <a:pt x="49975" y="1081207"/>
                  </a:lnTo>
                  <a:close/>
                  <a:moveTo>
                    <a:pt x="32711" y="1112868"/>
                  </a:moveTo>
                  <a:lnTo>
                    <a:pt x="68577" y="1122389"/>
                  </a:lnTo>
                  <a:lnTo>
                    <a:pt x="86016" y="1091383"/>
                  </a:lnTo>
                  <a:close/>
                  <a:moveTo>
                    <a:pt x="49975" y="1081207"/>
                  </a:moveTo>
                  <a:lnTo>
                    <a:pt x="32711" y="1112868"/>
                  </a:lnTo>
                  <a:lnTo>
                    <a:pt x="86016" y="1091383"/>
                  </a:lnTo>
                  <a:close/>
                  <a:moveTo>
                    <a:pt x="172089" y="1254912"/>
                  </a:moveTo>
                  <a:lnTo>
                    <a:pt x="183002" y="1265798"/>
                  </a:lnTo>
                  <a:lnTo>
                    <a:pt x="202517" y="1277807"/>
                  </a:lnTo>
                  <a:close/>
                  <a:moveTo>
                    <a:pt x="276979" y="1307054"/>
                  </a:moveTo>
                  <a:lnTo>
                    <a:pt x="251698" y="1281785"/>
                  </a:lnTo>
                  <a:lnTo>
                    <a:pt x="247310" y="1291667"/>
                  </a:lnTo>
                  <a:close/>
                  <a:moveTo>
                    <a:pt x="322218" y="1323378"/>
                  </a:moveTo>
                  <a:lnTo>
                    <a:pt x="312057" y="1311238"/>
                  </a:lnTo>
                  <a:lnTo>
                    <a:pt x="311870" y="1312931"/>
                  </a:lnTo>
                  <a:close/>
                  <a:moveTo>
                    <a:pt x="311870" y="1312931"/>
                  </a:moveTo>
                  <a:lnTo>
                    <a:pt x="302221" y="1305222"/>
                  </a:lnTo>
                  <a:lnTo>
                    <a:pt x="276979" y="1307054"/>
                  </a:lnTo>
                  <a:close/>
                  <a:moveTo>
                    <a:pt x="102327" y="1107892"/>
                  </a:moveTo>
                  <a:lnTo>
                    <a:pt x="128345" y="1125068"/>
                  </a:lnTo>
                  <a:lnTo>
                    <a:pt x="122110" y="1090709"/>
                  </a:lnTo>
                  <a:close/>
                  <a:moveTo>
                    <a:pt x="40713" y="997627"/>
                  </a:moveTo>
                  <a:lnTo>
                    <a:pt x="34594" y="947211"/>
                  </a:lnTo>
                  <a:lnTo>
                    <a:pt x="39045" y="988339"/>
                  </a:lnTo>
                  <a:close/>
                  <a:moveTo>
                    <a:pt x="435810" y="1367565"/>
                  </a:moveTo>
                  <a:lnTo>
                    <a:pt x="408716" y="1330810"/>
                  </a:lnTo>
                  <a:lnTo>
                    <a:pt x="423014" y="1383117"/>
                  </a:lnTo>
                  <a:close/>
                  <a:moveTo>
                    <a:pt x="319620" y="1235996"/>
                  </a:moveTo>
                  <a:lnTo>
                    <a:pt x="330614" y="1190592"/>
                  </a:lnTo>
                  <a:lnTo>
                    <a:pt x="276512" y="1200974"/>
                  </a:lnTo>
                  <a:close/>
                  <a:moveTo>
                    <a:pt x="273737" y="1198725"/>
                  </a:moveTo>
                  <a:lnTo>
                    <a:pt x="257117" y="1164956"/>
                  </a:lnTo>
                  <a:lnTo>
                    <a:pt x="235141" y="1178998"/>
                  </a:lnTo>
                  <a:close/>
                  <a:moveTo>
                    <a:pt x="127102" y="1024212"/>
                  </a:moveTo>
                  <a:lnTo>
                    <a:pt x="181268" y="1005943"/>
                  </a:lnTo>
                  <a:lnTo>
                    <a:pt x="150662" y="1016090"/>
                  </a:lnTo>
                  <a:close/>
                  <a:moveTo>
                    <a:pt x="150662" y="1016090"/>
                  </a:moveTo>
                  <a:lnTo>
                    <a:pt x="118790" y="1017198"/>
                  </a:lnTo>
                  <a:lnTo>
                    <a:pt x="127102" y="1024212"/>
                  </a:lnTo>
                  <a:close/>
                  <a:moveTo>
                    <a:pt x="116555" y="1041907"/>
                  </a:moveTo>
                  <a:lnTo>
                    <a:pt x="118790" y="1017198"/>
                  </a:lnTo>
                  <a:lnTo>
                    <a:pt x="150662" y="1016090"/>
                  </a:lnTo>
                  <a:close/>
                  <a:moveTo>
                    <a:pt x="75229" y="963260"/>
                  </a:moveTo>
                  <a:lnTo>
                    <a:pt x="73787" y="949452"/>
                  </a:lnTo>
                  <a:lnTo>
                    <a:pt x="92021" y="972358"/>
                  </a:lnTo>
                  <a:close/>
                  <a:moveTo>
                    <a:pt x="57088" y="943689"/>
                  </a:moveTo>
                  <a:lnTo>
                    <a:pt x="73787" y="949452"/>
                  </a:lnTo>
                  <a:lnTo>
                    <a:pt x="75229" y="963260"/>
                  </a:lnTo>
                  <a:close/>
                  <a:moveTo>
                    <a:pt x="331457" y="1097538"/>
                  </a:moveTo>
                  <a:lnTo>
                    <a:pt x="321957" y="1093097"/>
                  </a:lnTo>
                  <a:lnTo>
                    <a:pt x="319321" y="1146744"/>
                  </a:lnTo>
                  <a:close/>
                  <a:moveTo>
                    <a:pt x="293559" y="1080420"/>
                  </a:moveTo>
                  <a:lnTo>
                    <a:pt x="262236" y="1087886"/>
                  </a:lnTo>
                  <a:lnTo>
                    <a:pt x="253824" y="1073525"/>
                  </a:lnTo>
                  <a:close/>
                  <a:moveTo>
                    <a:pt x="182120" y="998033"/>
                  </a:moveTo>
                  <a:lnTo>
                    <a:pt x="150662" y="1016090"/>
                  </a:lnTo>
                  <a:lnTo>
                    <a:pt x="181268" y="1005943"/>
                  </a:lnTo>
                  <a:close/>
                  <a:moveTo>
                    <a:pt x="182120" y="998033"/>
                  </a:moveTo>
                  <a:lnTo>
                    <a:pt x="191631" y="948483"/>
                  </a:lnTo>
                  <a:lnTo>
                    <a:pt x="163073" y="966284"/>
                  </a:lnTo>
                  <a:close/>
                  <a:moveTo>
                    <a:pt x="193372" y="946077"/>
                  </a:moveTo>
                  <a:lnTo>
                    <a:pt x="191631" y="948483"/>
                  </a:lnTo>
                  <a:lnTo>
                    <a:pt x="202370" y="1000015"/>
                  </a:lnTo>
                  <a:close/>
                  <a:moveTo>
                    <a:pt x="181421" y="963260"/>
                  </a:moveTo>
                  <a:lnTo>
                    <a:pt x="193372" y="946077"/>
                  </a:lnTo>
                  <a:lnTo>
                    <a:pt x="202370" y="1000015"/>
                  </a:lnTo>
                  <a:close/>
                  <a:moveTo>
                    <a:pt x="321957" y="1093097"/>
                  </a:moveTo>
                  <a:lnTo>
                    <a:pt x="331457" y="1097538"/>
                  </a:lnTo>
                  <a:lnTo>
                    <a:pt x="334926" y="1089310"/>
                  </a:lnTo>
                  <a:close/>
                  <a:moveTo>
                    <a:pt x="335846" y="1093097"/>
                  </a:moveTo>
                  <a:lnTo>
                    <a:pt x="334926" y="1089310"/>
                  </a:lnTo>
                  <a:lnTo>
                    <a:pt x="331457" y="1097538"/>
                  </a:lnTo>
                  <a:close/>
                  <a:moveTo>
                    <a:pt x="344836" y="1051352"/>
                  </a:moveTo>
                  <a:lnTo>
                    <a:pt x="334926" y="1089310"/>
                  </a:lnTo>
                  <a:lnTo>
                    <a:pt x="335846" y="1093097"/>
                  </a:lnTo>
                  <a:close/>
                  <a:moveTo>
                    <a:pt x="335846" y="1093097"/>
                  </a:moveTo>
                  <a:lnTo>
                    <a:pt x="341076" y="1056342"/>
                  </a:lnTo>
                  <a:lnTo>
                    <a:pt x="344836" y="1051352"/>
                  </a:lnTo>
                  <a:close/>
                  <a:moveTo>
                    <a:pt x="324063" y="1039158"/>
                  </a:moveTo>
                  <a:lnTo>
                    <a:pt x="336749" y="1021115"/>
                  </a:lnTo>
                  <a:lnTo>
                    <a:pt x="303664" y="1042891"/>
                  </a:lnTo>
                  <a:close/>
                  <a:moveTo>
                    <a:pt x="244797" y="892138"/>
                  </a:moveTo>
                  <a:lnTo>
                    <a:pt x="257513" y="945651"/>
                  </a:lnTo>
                  <a:lnTo>
                    <a:pt x="274506" y="912978"/>
                  </a:lnTo>
                  <a:close/>
                  <a:moveTo>
                    <a:pt x="211142" y="896852"/>
                  </a:moveTo>
                  <a:lnTo>
                    <a:pt x="192293" y="855521"/>
                  </a:lnTo>
                  <a:lnTo>
                    <a:pt x="188365" y="872567"/>
                  </a:lnTo>
                  <a:close/>
                  <a:moveTo>
                    <a:pt x="192571" y="855787"/>
                  </a:moveTo>
                  <a:lnTo>
                    <a:pt x="192293" y="855521"/>
                  </a:lnTo>
                  <a:lnTo>
                    <a:pt x="211142" y="896852"/>
                  </a:lnTo>
                  <a:close/>
                  <a:moveTo>
                    <a:pt x="233511" y="884280"/>
                  </a:moveTo>
                  <a:lnTo>
                    <a:pt x="192571" y="855787"/>
                  </a:lnTo>
                  <a:lnTo>
                    <a:pt x="211142" y="896852"/>
                  </a:lnTo>
                  <a:close/>
                  <a:moveTo>
                    <a:pt x="188365" y="872567"/>
                  </a:moveTo>
                  <a:lnTo>
                    <a:pt x="192293" y="855521"/>
                  </a:lnTo>
                  <a:lnTo>
                    <a:pt x="167656" y="830804"/>
                  </a:lnTo>
                  <a:close/>
                  <a:moveTo>
                    <a:pt x="411000" y="1126387"/>
                  </a:moveTo>
                  <a:lnTo>
                    <a:pt x="432562" y="1153605"/>
                  </a:lnTo>
                  <a:lnTo>
                    <a:pt x="384577" y="1120780"/>
                  </a:lnTo>
                  <a:close/>
                  <a:moveTo>
                    <a:pt x="192571" y="855787"/>
                  </a:moveTo>
                  <a:lnTo>
                    <a:pt x="233511" y="884280"/>
                  </a:lnTo>
                  <a:lnTo>
                    <a:pt x="251330" y="854694"/>
                  </a:lnTo>
                  <a:close/>
                  <a:moveTo>
                    <a:pt x="277758" y="828929"/>
                  </a:moveTo>
                  <a:lnTo>
                    <a:pt x="268749" y="802793"/>
                  </a:lnTo>
                  <a:lnTo>
                    <a:pt x="269082" y="801445"/>
                  </a:lnTo>
                  <a:close/>
                  <a:moveTo>
                    <a:pt x="275553" y="784262"/>
                  </a:moveTo>
                  <a:lnTo>
                    <a:pt x="277758" y="828929"/>
                  </a:lnTo>
                  <a:lnTo>
                    <a:pt x="269082" y="801445"/>
                  </a:lnTo>
                  <a:close/>
                  <a:moveTo>
                    <a:pt x="269082" y="801445"/>
                  </a:moveTo>
                  <a:lnTo>
                    <a:pt x="247770" y="764690"/>
                  </a:lnTo>
                  <a:lnTo>
                    <a:pt x="275553" y="784262"/>
                  </a:lnTo>
                  <a:close/>
                  <a:moveTo>
                    <a:pt x="597901" y="1086016"/>
                  </a:moveTo>
                  <a:lnTo>
                    <a:pt x="573076" y="1089406"/>
                  </a:lnTo>
                  <a:lnTo>
                    <a:pt x="633255" y="1093619"/>
                  </a:lnTo>
                  <a:close/>
                  <a:moveTo>
                    <a:pt x="463602" y="886976"/>
                  </a:moveTo>
                  <a:lnTo>
                    <a:pt x="463109" y="877343"/>
                  </a:lnTo>
                  <a:lnTo>
                    <a:pt x="464919" y="914098"/>
                  </a:lnTo>
                  <a:close/>
                  <a:moveTo>
                    <a:pt x="668435" y="1052539"/>
                  </a:moveTo>
                  <a:lnTo>
                    <a:pt x="654693" y="1018963"/>
                  </a:lnTo>
                  <a:lnTo>
                    <a:pt x="653847" y="1043935"/>
                  </a:lnTo>
                  <a:close/>
                  <a:moveTo>
                    <a:pt x="654693" y="1018963"/>
                  </a:moveTo>
                  <a:lnTo>
                    <a:pt x="651910" y="1007180"/>
                  </a:lnTo>
                  <a:lnTo>
                    <a:pt x="653847" y="1043935"/>
                  </a:lnTo>
                  <a:close/>
                  <a:moveTo>
                    <a:pt x="626521" y="972234"/>
                  </a:moveTo>
                  <a:lnTo>
                    <a:pt x="618471" y="976576"/>
                  </a:lnTo>
                  <a:lnTo>
                    <a:pt x="624556" y="970425"/>
                  </a:lnTo>
                  <a:close/>
                  <a:moveTo>
                    <a:pt x="458508" y="864029"/>
                  </a:moveTo>
                  <a:lnTo>
                    <a:pt x="464919" y="914098"/>
                  </a:lnTo>
                  <a:lnTo>
                    <a:pt x="463109" y="877343"/>
                  </a:lnTo>
                  <a:close/>
                  <a:moveTo>
                    <a:pt x="596339" y="922733"/>
                  </a:moveTo>
                  <a:lnTo>
                    <a:pt x="604460" y="960879"/>
                  </a:lnTo>
                  <a:lnTo>
                    <a:pt x="618315" y="931956"/>
                  </a:lnTo>
                  <a:close/>
                  <a:moveTo>
                    <a:pt x="618315" y="931956"/>
                  </a:moveTo>
                  <a:lnTo>
                    <a:pt x="626069" y="879732"/>
                  </a:lnTo>
                  <a:lnTo>
                    <a:pt x="585075" y="887144"/>
                  </a:lnTo>
                  <a:close/>
                  <a:moveTo>
                    <a:pt x="668328" y="873637"/>
                  </a:moveTo>
                  <a:lnTo>
                    <a:pt x="627640" y="880209"/>
                  </a:lnTo>
                  <a:lnTo>
                    <a:pt x="663841" y="890982"/>
                  </a:lnTo>
                  <a:close/>
                  <a:moveTo>
                    <a:pt x="668328" y="873637"/>
                  </a:moveTo>
                  <a:lnTo>
                    <a:pt x="628209" y="879165"/>
                  </a:lnTo>
                  <a:lnTo>
                    <a:pt x="627640" y="880209"/>
                  </a:lnTo>
                  <a:close/>
                  <a:moveTo>
                    <a:pt x="652423" y="825793"/>
                  </a:moveTo>
                  <a:lnTo>
                    <a:pt x="640887" y="833531"/>
                  </a:lnTo>
                  <a:lnTo>
                    <a:pt x="666412" y="830448"/>
                  </a:lnTo>
                  <a:close/>
                  <a:moveTo>
                    <a:pt x="666412" y="830448"/>
                  </a:moveTo>
                  <a:lnTo>
                    <a:pt x="640887" y="833531"/>
                  </a:lnTo>
                  <a:lnTo>
                    <a:pt x="628209" y="879165"/>
                  </a:lnTo>
                  <a:close/>
                  <a:moveTo>
                    <a:pt x="72464" y="127448"/>
                  </a:moveTo>
                  <a:lnTo>
                    <a:pt x="51071" y="144632"/>
                  </a:lnTo>
                  <a:lnTo>
                    <a:pt x="77167" y="164204"/>
                  </a:lnTo>
                  <a:close/>
                  <a:moveTo>
                    <a:pt x="28246" y="107877"/>
                  </a:moveTo>
                  <a:lnTo>
                    <a:pt x="51071" y="144632"/>
                  </a:lnTo>
                  <a:lnTo>
                    <a:pt x="72464" y="127448"/>
                  </a:lnTo>
                  <a:close/>
                  <a:moveTo>
                    <a:pt x="28246" y="107877"/>
                  </a:moveTo>
                  <a:lnTo>
                    <a:pt x="72464" y="127448"/>
                  </a:lnTo>
                  <a:lnTo>
                    <a:pt x="51628" y="90693"/>
                  </a:lnTo>
                  <a:close/>
                  <a:moveTo>
                    <a:pt x="880272" y="1078166"/>
                  </a:moveTo>
                  <a:lnTo>
                    <a:pt x="855573" y="1071157"/>
                  </a:lnTo>
                  <a:lnTo>
                    <a:pt x="875707" y="1119833"/>
                  </a:lnTo>
                  <a:close/>
                  <a:moveTo>
                    <a:pt x="880272" y="1078166"/>
                  </a:moveTo>
                  <a:lnTo>
                    <a:pt x="878610" y="1099456"/>
                  </a:lnTo>
                  <a:lnTo>
                    <a:pt x="934007" y="1085789"/>
                  </a:lnTo>
                  <a:close/>
                  <a:moveTo>
                    <a:pt x="776654" y="884493"/>
                  </a:moveTo>
                  <a:lnTo>
                    <a:pt x="764681" y="882120"/>
                  </a:lnTo>
                  <a:lnTo>
                    <a:pt x="749028" y="892490"/>
                  </a:lnTo>
                  <a:close/>
                  <a:moveTo>
                    <a:pt x="660471" y="852937"/>
                  </a:moveTo>
                  <a:lnTo>
                    <a:pt x="640887" y="833531"/>
                  </a:lnTo>
                  <a:lnTo>
                    <a:pt x="652423" y="825793"/>
                  </a:lnTo>
                  <a:close/>
                  <a:moveTo>
                    <a:pt x="668066" y="771855"/>
                  </a:moveTo>
                  <a:lnTo>
                    <a:pt x="658430" y="789038"/>
                  </a:lnTo>
                  <a:lnTo>
                    <a:pt x="678475" y="753283"/>
                  </a:lnTo>
                  <a:close/>
                  <a:moveTo>
                    <a:pt x="92438" y="121825"/>
                  </a:moveTo>
                  <a:lnTo>
                    <a:pt x="101136" y="164204"/>
                  </a:lnTo>
                  <a:lnTo>
                    <a:pt x="97466" y="127448"/>
                  </a:lnTo>
                  <a:close/>
                  <a:moveTo>
                    <a:pt x="76508" y="45281"/>
                  </a:moveTo>
                  <a:lnTo>
                    <a:pt x="51628" y="90693"/>
                  </a:lnTo>
                  <a:lnTo>
                    <a:pt x="81877" y="85663"/>
                  </a:lnTo>
                  <a:close/>
                  <a:moveTo>
                    <a:pt x="76508" y="45281"/>
                  </a:moveTo>
                  <a:lnTo>
                    <a:pt x="81877" y="85663"/>
                  </a:lnTo>
                  <a:lnTo>
                    <a:pt x="94457" y="90693"/>
                  </a:lnTo>
                  <a:close/>
                  <a:moveTo>
                    <a:pt x="74435" y="2219"/>
                  </a:moveTo>
                  <a:lnTo>
                    <a:pt x="64956" y="0"/>
                  </a:lnTo>
                  <a:lnTo>
                    <a:pt x="68661" y="36755"/>
                  </a:lnTo>
                  <a:close/>
                  <a:moveTo>
                    <a:pt x="972155" y="1057643"/>
                  </a:moveTo>
                  <a:lnTo>
                    <a:pt x="942587" y="1054593"/>
                  </a:lnTo>
                  <a:lnTo>
                    <a:pt x="934007" y="1085789"/>
                  </a:lnTo>
                  <a:close/>
                  <a:moveTo>
                    <a:pt x="971844" y="1013149"/>
                  </a:moveTo>
                  <a:lnTo>
                    <a:pt x="942587" y="1054593"/>
                  </a:lnTo>
                  <a:lnTo>
                    <a:pt x="972155" y="1057643"/>
                  </a:lnTo>
                  <a:close/>
                  <a:moveTo>
                    <a:pt x="658608" y="681162"/>
                  </a:moveTo>
                  <a:lnTo>
                    <a:pt x="666438" y="708276"/>
                  </a:lnTo>
                  <a:lnTo>
                    <a:pt x="659804" y="698345"/>
                  </a:lnTo>
                  <a:close/>
                  <a:moveTo>
                    <a:pt x="657586" y="721041"/>
                  </a:moveTo>
                  <a:lnTo>
                    <a:pt x="666438" y="708276"/>
                  </a:lnTo>
                  <a:lnTo>
                    <a:pt x="658608" y="681162"/>
                  </a:lnTo>
                  <a:close/>
                  <a:moveTo>
                    <a:pt x="490432" y="507186"/>
                  </a:moveTo>
                  <a:lnTo>
                    <a:pt x="517239" y="524178"/>
                  </a:lnTo>
                  <a:lnTo>
                    <a:pt x="501515" y="514570"/>
                  </a:lnTo>
                  <a:close/>
                  <a:moveTo>
                    <a:pt x="490432" y="507186"/>
                  </a:moveTo>
                  <a:lnTo>
                    <a:pt x="478688" y="471988"/>
                  </a:lnTo>
                  <a:lnTo>
                    <a:pt x="461769" y="503401"/>
                  </a:lnTo>
                  <a:close/>
                  <a:moveTo>
                    <a:pt x="478688" y="471988"/>
                  </a:moveTo>
                  <a:lnTo>
                    <a:pt x="501515" y="514570"/>
                  </a:lnTo>
                  <a:lnTo>
                    <a:pt x="495441" y="477815"/>
                  </a:lnTo>
                  <a:close/>
                  <a:moveTo>
                    <a:pt x="478688" y="471988"/>
                  </a:moveTo>
                  <a:lnTo>
                    <a:pt x="490432" y="507186"/>
                  </a:lnTo>
                  <a:lnTo>
                    <a:pt x="501515" y="514570"/>
                  </a:lnTo>
                  <a:close/>
                  <a:moveTo>
                    <a:pt x="478688" y="471988"/>
                  </a:moveTo>
                  <a:lnTo>
                    <a:pt x="495441" y="477815"/>
                  </a:lnTo>
                  <a:lnTo>
                    <a:pt x="485302" y="433137"/>
                  </a:lnTo>
                  <a:close/>
                  <a:moveTo>
                    <a:pt x="485302" y="433137"/>
                  </a:moveTo>
                  <a:lnTo>
                    <a:pt x="503881" y="474234"/>
                  </a:lnTo>
                  <a:lnTo>
                    <a:pt x="517327" y="428298"/>
                  </a:lnTo>
                  <a:close/>
                  <a:moveTo>
                    <a:pt x="787956" y="791427"/>
                  </a:moveTo>
                  <a:lnTo>
                    <a:pt x="798764" y="761453"/>
                  </a:lnTo>
                  <a:lnTo>
                    <a:pt x="788775" y="785145"/>
                  </a:lnTo>
                  <a:close/>
                  <a:moveTo>
                    <a:pt x="808917" y="737488"/>
                  </a:moveTo>
                  <a:lnTo>
                    <a:pt x="798764" y="761453"/>
                  </a:lnTo>
                  <a:lnTo>
                    <a:pt x="787956" y="791427"/>
                  </a:lnTo>
                  <a:close/>
                  <a:moveTo>
                    <a:pt x="721171" y="595922"/>
                  </a:moveTo>
                  <a:lnTo>
                    <a:pt x="686747" y="591792"/>
                  </a:lnTo>
                  <a:lnTo>
                    <a:pt x="702185" y="621147"/>
                  </a:lnTo>
                  <a:close/>
                  <a:moveTo>
                    <a:pt x="519538" y="421118"/>
                  </a:moveTo>
                  <a:lnTo>
                    <a:pt x="492764" y="415796"/>
                  </a:lnTo>
                  <a:lnTo>
                    <a:pt x="485302" y="433137"/>
                  </a:lnTo>
                  <a:close/>
                  <a:moveTo>
                    <a:pt x="492764" y="415796"/>
                  </a:moveTo>
                  <a:lnTo>
                    <a:pt x="519538" y="421118"/>
                  </a:lnTo>
                  <a:lnTo>
                    <a:pt x="513544" y="381244"/>
                  </a:lnTo>
                  <a:close/>
                  <a:moveTo>
                    <a:pt x="492764" y="415796"/>
                  </a:moveTo>
                  <a:lnTo>
                    <a:pt x="513544" y="381244"/>
                  </a:lnTo>
                  <a:lnTo>
                    <a:pt x="479226" y="382055"/>
                  </a:lnTo>
                  <a:close/>
                  <a:moveTo>
                    <a:pt x="721171" y="595922"/>
                  </a:moveTo>
                  <a:lnTo>
                    <a:pt x="729155" y="582791"/>
                  </a:lnTo>
                  <a:lnTo>
                    <a:pt x="686747" y="591792"/>
                  </a:lnTo>
                  <a:close/>
                  <a:moveTo>
                    <a:pt x="686747" y="591792"/>
                  </a:moveTo>
                  <a:lnTo>
                    <a:pt x="729155" y="582791"/>
                  </a:lnTo>
                  <a:lnTo>
                    <a:pt x="687046" y="589937"/>
                  </a:lnTo>
                  <a:close/>
                </a:path>
              </a:pathLst>
            </a:custGeom>
            <a:solidFill>
              <a:srgbClr val="BCC7CF"/>
            </a:solidFill>
            <a:ln w="1524">
              <a:solidFill>
                <a:srgbClr val="BCC7CF"/>
              </a:solidFill>
            </a:ln>
          </p:spPr>
        </p:sp>
        <p:sp>
          <p:nvSpPr>
            <p:cNvPr id="67" name="Input_density__66">
              <a:extLst>
                <a:ext uri="{FF2B5EF4-FFF2-40B4-BE49-F238E27FC236}">
                  <a16:creationId xmlns:a16="http://schemas.microsoft.com/office/drawing/2014/main" id="{3805AF72-58C6-1611-324B-4472FBAC0C43}"/>
                </a:ext>
              </a:extLst>
            </p:cNvPr>
            <p:cNvSpPr>
              <a:spLocks noGrp="1"/>
            </p:cNvSpPr>
            <p:nvPr/>
          </p:nvSpPr>
          <p:spPr>
            <a:xfrm>
              <a:off x="937945" y="1761016"/>
              <a:ext cx="896838" cy="1386799"/>
            </a:xfrm>
            <a:custGeom>
              <a:avLst/>
              <a:gdLst/>
              <a:ahLst/>
              <a:cxnLst/>
              <a:rect l="0" t="0" r="0" b="0"/>
              <a:pathLst>
                <a:path w="896838" h="1386799">
                  <a:moveTo>
                    <a:pt x="0" y="1110748"/>
                  </a:moveTo>
                  <a:lnTo>
                    <a:pt x="24590" y="1106477"/>
                  </a:lnTo>
                  <a:lnTo>
                    <a:pt x="20653" y="1107554"/>
                  </a:lnTo>
                  <a:close/>
                  <a:moveTo>
                    <a:pt x="46461" y="1063675"/>
                  </a:moveTo>
                  <a:lnTo>
                    <a:pt x="20653" y="1107554"/>
                  </a:lnTo>
                  <a:lnTo>
                    <a:pt x="38393" y="1090371"/>
                  </a:lnTo>
                  <a:close/>
                  <a:moveTo>
                    <a:pt x="20507" y="1027782"/>
                  </a:moveTo>
                  <a:lnTo>
                    <a:pt x="46614" y="1053616"/>
                  </a:lnTo>
                  <a:lnTo>
                    <a:pt x="40844" y="1042674"/>
                  </a:lnTo>
                  <a:close/>
                  <a:moveTo>
                    <a:pt x="27353" y="1016861"/>
                  </a:moveTo>
                  <a:lnTo>
                    <a:pt x="20507" y="1027782"/>
                  </a:lnTo>
                  <a:lnTo>
                    <a:pt x="40844" y="1042674"/>
                  </a:lnTo>
                  <a:close/>
                  <a:moveTo>
                    <a:pt x="206252" y="1146697"/>
                  </a:moveTo>
                  <a:lnTo>
                    <a:pt x="244326" y="1112735"/>
                  </a:lnTo>
                  <a:lnTo>
                    <a:pt x="195217" y="1101252"/>
                  </a:lnTo>
                  <a:close/>
                  <a:moveTo>
                    <a:pt x="195217" y="1101252"/>
                  </a:moveTo>
                  <a:lnTo>
                    <a:pt x="244326" y="1112735"/>
                  </a:lnTo>
                  <a:lnTo>
                    <a:pt x="229117" y="1100780"/>
                  </a:lnTo>
                  <a:close/>
                  <a:moveTo>
                    <a:pt x="195217" y="1101252"/>
                  </a:moveTo>
                  <a:lnTo>
                    <a:pt x="229117" y="1100780"/>
                  </a:lnTo>
                  <a:lnTo>
                    <a:pt x="187352" y="1062899"/>
                  </a:lnTo>
                  <a:close/>
                  <a:moveTo>
                    <a:pt x="115284" y="1022565"/>
                  </a:moveTo>
                  <a:lnTo>
                    <a:pt x="138519" y="986016"/>
                  </a:lnTo>
                  <a:lnTo>
                    <a:pt x="100429" y="989895"/>
                  </a:lnTo>
                  <a:close/>
                  <a:moveTo>
                    <a:pt x="454943" y="1338770"/>
                  </a:moveTo>
                  <a:lnTo>
                    <a:pt x="446277" y="1369490"/>
                  </a:lnTo>
                  <a:lnTo>
                    <a:pt x="494049" y="1332860"/>
                  </a:lnTo>
                  <a:close/>
                  <a:moveTo>
                    <a:pt x="494049" y="1332860"/>
                  </a:moveTo>
                  <a:lnTo>
                    <a:pt x="477575" y="1386799"/>
                  </a:lnTo>
                  <a:lnTo>
                    <a:pt x="496420" y="1336185"/>
                  </a:lnTo>
                  <a:close/>
                  <a:moveTo>
                    <a:pt x="496420" y="1336185"/>
                  </a:moveTo>
                  <a:lnTo>
                    <a:pt x="477575" y="1386799"/>
                  </a:lnTo>
                  <a:lnTo>
                    <a:pt x="494262" y="1378639"/>
                  </a:lnTo>
                  <a:close/>
                  <a:moveTo>
                    <a:pt x="494262" y="1378639"/>
                  </a:moveTo>
                  <a:lnTo>
                    <a:pt x="512642" y="1369615"/>
                  </a:lnTo>
                  <a:lnTo>
                    <a:pt x="496420" y="1336185"/>
                  </a:lnTo>
                  <a:close/>
                  <a:moveTo>
                    <a:pt x="494049" y="1332860"/>
                  </a:moveTo>
                  <a:lnTo>
                    <a:pt x="494883" y="1330439"/>
                  </a:lnTo>
                  <a:lnTo>
                    <a:pt x="454943" y="1338770"/>
                  </a:lnTo>
                  <a:close/>
                  <a:moveTo>
                    <a:pt x="454943" y="1338770"/>
                  </a:moveTo>
                  <a:lnTo>
                    <a:pt x="494883" y="1330439"/>
                  </a:lnTo>
                  <a:lnTo>
                    <a:pt x="481066" y="1299873"/>
                  </a:lnTo>
                  <a:close/>
                  <a:moveTo>
                    <a:pt x="481066" y="1299873"/>
                  </a:moveTo>
                  <a:lnTo>
                    <a:pt x="494883" y="1330439"/>
                  </a:lnTo>
                  <a:lnTo>
                    <a:pt x="523495" y="1312838"/>
                  </a:lnTo>
                  <a:close/>
                  <a:moveTo>
                    <a:pt x="161013" y="982494"/>
                  </a:moveTo>
                  <a:lnTo>
                    <a:pt x="135186" y="943979"/>
                  </a:lnTo>
                  <a:lnTo>
                    <a:pt x="136420" y="958446"/>
                  </a:lnTo>
                  <a:close/>
                  <a:moveTo>
                    <a:pt x="199095" y="928556"/>
                  </a:moveTo>
                  <a:lnTo>
                    <a:pt x="202229" y="891800"/>
                  </a:lnTo>
                  <a:lnTo>
                    <a:pt x="186174" y="929615"/>
                  </a:lnTo>
                  <a:close/>
                  <a:moveTo>
                    <a:pt x="186174" y="929615"/>
                  </a:moveTo>
                  <a:lnTo>
                    <a:pt x="187744" y="929555"/>
                  </a:lnTo>
                  <a:lnTo>
                    <a:pt x="199095" y="928556"/>
                  </a:lnTo>
                  <a:close/>
                  <a:moveTo>
                    <a:pt x="142127" y="855046"/>
                  </a:moveTo>
                  <a:lnTo>
                    <a:pt x="171463" y="896828"/>
                  </a:lnTo>
                  <a:lnTo>
                    <a:pt x="175600" y="884149"/>
                  </a:lnTo>
                  <a:close/>
                  <a:moveTo>
                    <a:pt x="523495" y="1312838"/>
                  </a:moveTo>
                  <a:lnTo>
                    <a:pt x="541025" y="1322963"/>
                  </a:lnTo>
                  <a:lnTo>
                    <a:pt x="553810" y="1301604"/>
                  </a:lnTo>
                  <a:close/>
                  <a:moveTo>
                    <a:pt x="553810" y="1301604"/>
                  </a:moveTo>
                  <a:lnTo>
                    <a:pt x="541025" y="1322963"/>
                  </a:lnTo>
                  <a:lnTo>
                    <a:pt x="570813" y="1278922"/>
                  </a:lnTo>
                  <a:close/>
                  <a:moveTo>
                    <a:pt x="175600" y="884149"/>
                  </a:moveTo>
                  <a:lnTo>
                    <a:pt x="202229" y="891800"/>
                  </a:lnTo>
                  <a:lnTo>
                    <a:pt x="195289" y="861557"/>
                  </a:lnTo>
                  <a:close/>
                  <a:moveTo>
                    <a:pt x="195289" y="861557"/>
                  </a:moveTo>
                  <a:lnTo>
                    <a:pt x="202229" y="891800"/>
                  </a:lnTo>
                  <a:lnTo>
                    <a:pt x="219519" y="840100"/>
                  </a:lnTo>
                  <a:close/>
                  <a:moveTo>
                    <a:pt x="178281" y="837862"/>
                  </a:moveTo>
                  <a:lnTo>
                    <a:pt x="175600" y="884149"/>
                  </a:lnTo>
                  <a:lnTo>
                    <a:pt x="195289" y="861557"/>
                  </a:lnTo>
                  <a:close/>
                  <a:moveTo>
                    <a:pt x="178281" y="837862"/>
                  </a:moveTo>
                  <a:lnTo>
                    <a:pt x="142127" y="855046"/>
                  </a:lnTo>
                  <a:lnTo>
                    <a:pt x="175600" y="884149"/>
                  </a:lnTo>
                  <a:close/>
                  <a:moveTo>
                    <a:pt x="137629" y="818291"/>
                  </a:moveTo>
                  <a:lnTo>
                    <a:pt x="181083" y="808440"/>
                  </a:lnTo>
                  <a:lnTo>
                    <a:pt x="176660" y="803109"/>
                  </a:lnTo>
                  <a:close/>
                  <a:moveTo>
                    <a:pt x="181083" y="808440"/>
                  </a:moveTo>
                  <a:lnTo>
                    <a:pt x="216203" y="837862"/>
                  </a:lnTo>
                  <a:lnTo>
                    <a:pt x="176660" y="803109"/>
                  </a:lnTo>
                  <a:close/>
                  <a:moveTo>
                    <a:pt x="570813" y="1278922"/>
                  </a:moveTo>
                  <a:lnTo>
                    <a:pt x="572464" y="1315677"/>
                  </a:lnTo>
                  <a:lnTo>
                    <a:pt x="599886" y="1298494"/>
                  </a:lnTo>
                  <a:close/>
                  <a:moveTo>
                    <a:pt x="570813" y="1278922"/>
                  </a:moveTo>
                  <a:lnTo>
                    <a:pt x="599886" y="1298494"/>
                  </a:lnTo>
                  <a:lnTo>
                    <a:pt x="579890" y="1261739"/>
                  </a:lnTo>
                  <a:close/>
                  <a:moveTo>
                    <a:pt x="195462" y="832570"/>
                  </a:moveTo>
                  <a:lnTo>
                    <a:pt x="195289" y="861557"/>
                  </a:lnTo>
                  <a:lnTo>
                    <a:pt x="216203" y="837862"/>
                  </a:lnTo>
                  <a:close/>
                  <a:moveTo>
                    <a:pt x="216203" y="837862"/>
                  </a:moveTo>
                  <a:lnTo>
                    <a:pt x="181083" y="808440"/>
                  </a:lnTo>
                  <a:lnTo>
                    <a:pt x="195462" y="832570"/>
                  </a:lnTo>
                  <a:close/>
                  <a:moveTo>
                    <a:pt x="243571" y="820679"/>
                  </a:moveTo>
                  <a:lnTo>
                    <a:pt x="230309" y="837862"/>
                  </a:lnTo>
                  <a:lnTo>
                    <a:pt x="253353" y="857434"/>
                  </a:lnTo>
                  <a:close/>
                  <a:moveTo>
                    <a:pt x="243571" y="820679"/>
                  </a:moveTo>
                  <a:lnTo>
                    <a:pt x="259452" y="783924"/>
                  </a:lnTo>
                  <a:lnTo>
                    <a:pt x="230309" y="837862"/>
                  </a:lnTo>
                  <a:close/>
                  <a:moveTo>
                    <a:pt x="259452" y="783924"/>
                  </a:moveTo>
                  <a:lnTo>
                    <a:pt x="291846" y="780996"/>
                  </a:lnTo>
                  <a:lnTo>
                    <a:pt x="270102" y="781318"/>
                  </a:lnTo>
                  <a:close/>
                  <a:moveTo>
                    <a:pt x="270102" y="781318"/>
                  </a:moveTo>
                  <a:lnTo>
                    <a:pt x="291846" y="780996"/>
                  </a:lnTo>
                  <a:lnTo>
                    <a:pt x="324739" y="779401"/>
                  </a:lnTo>
                  <a:close/>
                  <a:moveTo>
                    <a:pt x="312893" y="791277"/>
                  </a:moveTo>
                  <a:lnTo>
                    <a:pt x="324739" y="779401"/>
                  </a:lnTo>
                  <a:lnTo>
                    <a:pt x="291846" y="780996"/>
                  </a:lnTo>
                  <a:close/>
                  <a:moveTo>
                    <a:pt x="312893" y="791277"/>
                  </a:moveTo>
                  <a:lnTo>
                    <a:pt x="347832" y="789960"/>
                  </a:lnTo>
                  <a:lnTo>
                    <a:pt x="324739" y="779401"/>
                  </a:lnTo>
                  <a:close/>
                  <a:moveTo>
                    <a:pt x="802208" y="1154769"/>
                  </a:moveTo>
                  <a:lnTo>
                    <a:pt x="803191" y="1155773"/>
                  </a:lnTo>
                  <a:lnTo>
                    <a:pt x="835615" y="1155095"/>
                  </a:lnTo>
                  <a:close/>
                  <a:moveTo>
                    <a:pt x="550432" y="740095"/>
                  </a:moveTo>
                  <a:lnTo>
                    <a:pt x="545808" y="737362"/>
                  </a:lnTo>
                  <a:lnTo>
                    <a:pt x="568074" y="771517"/>
                  </a:lnTo>
                  <a:close/>
                  <a:moveTo>
                    <a:pt x="546243" y="734762"/>
                  </a:moveTo>
                  <a:lnTo>
                    <a:pt x="545808" y="737362"/>
                  </a:lnTo>
                  <a:lnTo>
                    <a:pt x="550432" y="740095"/>
                  </a:lnTo>
                  <a:close/>
                  <a:moveTo>
                    <a:pt x="545543" y="721814"/>
                  </a:moveTo>
                  <a:lnTo>
                    <a:pt x="545808" y="737362"/>
                  </a:lnTo>
                  <a:lnTo>
                    <a:pt x="546243" y="734762"/>
                  </a:lnTo>
                  <a:close/>
                  <a:moveTo>
                    <a:pt x="520579" y="668379"/>
                  </a:moveTo>
                  <a:lnTo>
                    <a:pt x="546203" y="698007"/>
                  </a:lnTo>
                  <a:lnTo>
                    <a:pt x="535821" y="685463"/>
                  </a:lnTo>
                  <a:close/>
                  <a:moveTo>
                    <a:pt x="521204" y="661252"/>
                  </a:moveTo>
                  <a:lnTo>
                    <a:pt x="520579" y="668379"/>
                  </a:lnTo>
                  <a:lnTo>
                    <a:pt x="535821" y="685463"/>
                  </a:lnTo>
                  <a:close/>
                  <a:moveTo>
                    <a:pt x="525661" y="647480"/>
                  </a:moveTo>
                  <a:lnTo>
                    <a:pt x="520579" y="668379"/>
                  </a:lnTo>
                  <a:lnTo>
                    <a:pt x="521204" y="661252"/>
                  </a:lnTo>
                  <a:close/>
                  <a:moveTo>
                    <a:pt x="825890" y="926319"/>
                  </a:moveTo>
                  <a:lnTo>
                    <a:pt x="821272" y="944427"/>
                  </a:lnTo>
                  <a:lnTo>
                    <a:pt x="821654" y="938109"/>
                  </a:lnTo>
                  <a:close/>
                  <a:moveTo>
                    <a:pt x="702377" y="838251"/>
                  </a:moveTo>
                  <a:lnTo>
                    <a:pt x="684939" y="827844"/>
                  </a:lnTo>
                  <a:lnTo>
                    <a:pt x="689457" y="880831"/>
                  </a:lnTo>
                  <a:close/>
                  <a:moveTo>
                    <a:pt x="545543" y="721814"/>
                  </a:moveTo>
                  <a:lnTo>
                    <a:pt x="546243" y="734762"/>
                  </a:lnTo>
                  <a:lnTo>
                    <a:pt x="556222" y="728896"/>
                  </a:lnTo>
                  <a:close/>
                  <a:moveTo>
                    <a:pt x="545543" y="721814"/>
                  </a:moveTo>
                  <a:lnTo>
                    <a:pt x="556222" y="728896"/>
                  </a:lnTo>
                  <a:lnTo>
                    <a:pt x="546203" y="698007"/>
                  </a:lnTo>
                  <a:close/>
                  <a:moveTo>
                    <a:pt x="549919" y="641967"/>
                  </a:moveTo>
                  <a:lnTo>
                    <a:pt x="525661" y="647480"/>
                  </a:lnTo>
                  <a:lnTo>
                    <a:pt x="521204" y="661252"/>
                  </a:lnTo>
                  <a:close/>
                  <a:moveTo>
                    <a:pt x="551913" y="607314"/>
                  </a:moveTo>
                  <a:lnTo>
                    <a:pt x="555498" y="622332"/>
                  </a:lnTo>
                  <a:lnTo>
                    <a:pt x="549919" y="641967"/>
                  </a:lnTo>
                  <a:close/>
                  <a:moveTo>
                    <a:pt x="549919" y="641967"/>
                  </a:moveTo>
                  <a:lnTo>
                    <a:pt x="553960" y="628708"/>
                  </a:lnTo>
                  <a:lnTo>
                    <a:pt x="525661" y="647480"/>
                  </a:lnTo>
                  <a:close/>
                  <a:moveTo>
                    <a:pt x="78797" y="19234"/>
                  </a:moveTo>
                  <a:lnTo>
                    <a:pt x="74940" y="26181"/>
                  </a:lnTo>
                  <a:lnTo>
                    <a:pt x="56088" y="41380"/>
                  </a:lnTo>
                  <a:close/>
                  <a:moveTo>
                    <a:pt x="821654" y="938109"/>
                  </a:moveTo>
                  <a:lnTo>
                    <a:pt x="821272" y="944427"/>
                  </a:lnTo>
                  <a:lnTo>
                    <a:pt x="834210" y="957426"/>
                  </a:lnTo>
                  <a:close/>
                  <a:moveTo>
                    <a:pt x="82375" y="15084"/>
                  </a:moveTo>
                  <a:lnTo>
                    <a:pt x="74940" y="26181"/>
                  </a:lnTo>
                  <a:lnTo>
                    <a:pt x="78797" y="19234"/>
                  </a:lnTo>
                  <a:close/>
                  <a:moveTo>
                    <a:pt x="551913" y="607314"/>
                  </a:moveTo>
                  <a:lnTo>
                    <a:pt x="588626" y="590130"/>
                  </a:lnTo>
                  <a:lnTo>
                    <a:pt x="534993" y="586161"/>
                  </a:lnTo>
                  <a:close/>
                  <a:moveTo>
                    <a:pt x="517904" y="533804"/>
                  </a:moveTo>
                  <a:lnTo>
                    <a:pt x="509213" y="561037"/>
                  </a:lnTo>
                  <a:lnTo>
                    <a:pt x="544473" y="525397"/>
                  </a:lnTo>
                  <a:close/>
                  <a:moveTo>
                    <a:pt x="544473" y="525397"/>
                  </a:moveTo>
                  <a:lnTo>
                    <a:pt x="527321" y="528656"/>
                  </a:lnTo>
                  <a:lnTo>
                    <a:pt x="517904" y="533804"/>
                  </a:lnTo>
                  <a:close/>
                  <a:moveTo>
                    <a:pt x="512153" y="479865"/>
                  </a:moveTo>
                  <a:lnTo>
                    <a:pt x="527321" y="528656"/>
                  </a:lnTo>
                  <a:lnTo>
                    <a:pt x="538708" y="503841"/>
                  </a:lnTo>
                  <a:close/>
                  <a:moveTo>
                    <a:pt x="87933" y="15618"/>
                  </a:moveTo>
                  <a:lnTo>
                    <a:pt x="78797" y="19234"/>
                  </a:lnTo>
                  <a:lnTo>
                    <a:pt x="111208" y="26676"/>
                  </a:lnTo>
                  <a:close/>
                  <a:moveTo>
                    <a:pt x="111208" y="26676"/>
                  </a:moveTo>
                  <a:lnTo>
                    <a:pt x="78797" y="19234"/>
                  </a:lnTo>
                  <a:lnTo>
                    <a:pt x="56088" y="41380"/>
                  </a:lnTo>
                  <a:close/>
                  <a:moveTo>
                    <a:pt x="142931" y="20708"/>
                  </a:moveTo>
                  <a:lnTo>
                    <a:pt x="168881" y="38805"/>
                  </a:lnTo>
                  <a:lnTo>
                    <a:pt x="133353" y="5780"/>
                  </a:lnTo>
                  <a:close/>
                  <a:moveTo>
                    <a:pt x="82375" y="15084"/>
                  </a:moveTo>
                  <a:lnTo>
                    <a:pt x="78797" y="19234"/>
                  </a:lnTo>
                  <a:lnTo>
                    <a:pt x="87933" y="15618"/>
                  </a:lnTo>
                  <a:close/>
                  <a:moveTo>
                    <a:pt x="87933" y="15618"/>
                  </a:moveTo>
                  <a:lnTo>
                    <a:pt x="111660" y="0"/>
                  </a:lnTo>
                  <a:lnTo>
                    <a:pt x="82375" y="15084"/>
                  </a:lnTo>
                  <a:close/>
                  <a:moveTo>
                    <a:pt x="87933" y="15618"/>
                  </a:moveTo>
                  <a:lnTo>
                    <a:pt x="133353" y="5780"/>
                  </a:lnTo>
                  <a:lnTo>
                    <a:pt x="111660" y="0"/>
                  </a:lnTo>
                  <a:close/>
                  <a:moveTo>
                    <a:pt x="133353" y="5780"/>
                  </a:moveTo>
                  <a:lnTo>
                    <a:pt x="87933" y="15618"/>
                  </a:lnTo>
                  <a:lnTo>
                    <a:pt x="142931" y="20708"/>
                  </a:lnTo>
                  <a:close/>
                  <a:moveTo>
                    <a:pt x="87933" y="15618"/>
                  </a:moveTo>
                  <a:lnTo>
                    <a:pt x="111208" y="26676"/>
                  </a:lnTo>
                  <a:lnTo>
                    <a:pt x="142931" y="20708"/>
                  </a:lnTo>
                  <a:close/>
                  <a:moveTo>
                    <a:pt x="819706" y="756722"/>
                  </a:moveTo>
                  <a:lnTo>
                    <a:pt x="810112" y="810660"/>
                  </a:lnTo>
                  <a:lnTo>
                    <a:pt x="825356" y="793477"/>
                  </a:lnTo>
                  <a:close/>
                  <a:moveTo>
                    <a:pt x="608374" y="624091"/>
                  </a:moveTo>
                  <a:lnTo>
                    <a:pt x="638121" y="582249"/>
                  </a:lnTo>
                  <a:lnTo>
                    <a:pt x="597282" y="588362"/>
                  </a:lnTo>
                  <a:close/>
                  <a:moveTo>
                    <a:pt x="558196" y="516620"/>
                  </a:moveTo>
                  <a:lnTo>
                    <a:pt x="582613" y="510793"/>
                  </a:lnTo>
                  <a:lnTo>
                    <a:pt x="538708" y="503841"/>
                  </a:lnTo>
                  <a:close/>
                  <a:moveTo>
                    <a:pt x="523374" y="397624"/>
                  </a:moveTo>
                  <a:lnTo>
                    <a:pt x="500643" y="406355"/>
                  </a:lnTo>
                  <a:lnTo>
                    <a:pt x="536174" y="398161"/>
                  </a:lnTo>
                  <a:close/>
                  <a:moveTo>
                    <a:pt x="536174" y="398161"/>
                  </a:moveTo>
                  <a:lnTo>
                    <a:pt x="500643" y="406355"/>
                  </a:lnTo>
                  <a:lnTo>
                    <a:pt x="486649" y="433779"/>
                  </a:lnTo>
                  <a:close/>
                  <a:moveTo>
                    <a:pt x="536174" y="398161"/>
                  </a:moveTo>
                  <a:lnTo>
                    <a:pt x="486649" y="433779"/>
                  </a:lnTo>
                  <a:lnTo>
                    <a:pt x="506557" y="412005"/>
                  </a:lnTo>
                  <a:close/>
                  <a:moveTo>
                    <a:pt x="743535" y="578934"/>
                  </a:moveTo>
                  <a:lnTo>
                    <a:pt x="722360" y="595971"/>
                  </a:lnTo>
                  <a:lnTo>
                    <a:pt x="702868" y="609702"/>
                  </a:lnTo>
                  <a:close/>
                  <a:moveTo>
                    <a:pt x="774542" y="570290"/>
                  </a:moveTo>
                  <a:lnTo>
                    <a:pt x="722360" y="595971"/>
                  </a:lnTo>
                  <a:lnTo>
                    <a:pt x="743535" y="578934"/>
                  </a:lnTo>
                  <a:close/>
                  <a:moveTo>
                    <a:pt x="886286" y="546513"/>
                  </a:moveTo>
                  <a:lnTo>
                    <a:pt x="858513" y="558152"/>
                  </a:lnTo>
                  <a:lnTo>
                    <a:pt x="896838" y="552105"/>
                  </a:lnTo>
                  <a:close/>
                </a:path>
              </a:pathLst>
            </a:custGeom>
            <a:solidFill>
              <a:srgbClr val="CFD7DE"/>
            </a:solidFill>
            <a:ln w="1524">
              <a:solidFill>
                <a:srgbClr val="CFD7DE"/>
              </a:solidFill>
            </a:ln>
          </p:spPr>
        </p:sp>
        <p:sp>
          <p:nvSpPr>
            <p:cNvPr id="68" name="Input_density__67">
              <a:extLst>
                <a:ext uri="{FF2B5EF4-FFF2-40B4-BE49-F238E27FC236}">
                  <a16:creationId xmlns:a16="http://schemas.microsoft.com/office/drawing/2014/main" id="{D9CD6A1B-2CE0-1A8A-FBFD-1D2C751BE9FD}"/>
                </a:ext>
              </a:extLst>
            </p:cNvPr>
            <p:cNvSpPr>
              <a:spLocks noGrp="1"/>
            </p:cNvSpPr>
            <p:nvPr/>
          </p:nvSpPr>
          <p:spPr>
            <a:xfrm>
              <a:off x="984406" y="1764811"/>
              <a:ext cx="1024511" cy="1418127"/>
            </a:xfrm>
            <a:custGeom>
              <a:avLst/>
              <a:gdLst/>
              <a:ahLst/>
              <a:cxnLst/>
              <a:rect l="0" t="0" r="0" b="0"/>
              <a:pathLst>
                <a:path w="1024511" h="1418127">
                  <a:moveTo>
                    <a:pt x="0" y="1059880"/>
                  </a:moveTo>
                  <a:lnTo>
                    <a:pt x="153" y="1049820"/>
                  </a:lnTo>
                  <a:lnTo>
                    <a:pt x="12720" y="1064380"/>
                  </a:lnTo>
                  <a:close/>
                  <a:moveTo>
                    <a:pt x="130051" y="1160085"/>
                  </a:moveTo>
                  <a:lnTo>
                    <a:pt x="159791" y="1142902"/>
                  </a:lnTo>
                  <a:lnTo>
                    <a:pt x="126042" y="1157399"/>
                  </a:lnTo>
                  <a:close/>
                  <a:moveTo>
                    <a:pt x="159791" y="1142902"/>
                  </a:moveTo>
                  <a:lnTo>
                    <a:pt x="143481" y="1126393"/>
                  </a:lnTo>
                  <a:lnTo>
                    <a:pt x="126042" y="1157399"/>
                  </a:lnTo>
                  <a:close/>
                  <a:moveTo>
                    <a:pt x="412188" y="1411953"/>
                  </a:moveTo>
                  <a:lnTo>
                    <a:pt x="431114" y="1383003"/>
                  </a:lnTo>
                  <a:lnTo>
                    <a:pt x="426174" y="1392426"/>
                  </a:lnTo>
                  <a:close/>
                  <a:moveTo>
                    <a:pt x="179574" y="1125719"/>
                  </a:moveTo>
                  <a:lnTo>
                    <a:pt x="197864" y="1108940"/>
                  </a:lnTo>
                  <a:lnTo>
                    <a:pt x="159791" y="1142902"/>
                  </a:lnTo>
                  <a:close/>
                  <a:moveTo>
                    <a:pt x="159791" y="1142902"/>
                  </a:moveTo>
                  <a:lnTo>
                    <a:pt x="148756" y="1097456"/>
                  </a:lnTo>
                  <a:lnTo>
                    <a:pt x="143481" y="1126393"/>
                  </a:lnTo>
                  <a:close/>
                  <a:moveTo>
                    <a:pt x="234532" y="1126645"/>
                  </a:moveTo>
                  <a:lnTo>
                    <a:pt x="216417" y="1088964"/>
                  </a:lnTo>
                  <a:lnTo>
                    <a:pt x="182655" y="1096985"/>
                  </a:lnTo>
                  <a:close/>
                  <a:moveTo>
                    <a:pt x="182655" y="1096985"/>
                  </a:moveTo>
                  <a:lnTo>
                    <a:pt x="197864" y="1108940"/>
                  </a:lnTo>
                  <a:lnTo>
                    <a:pt x="234532" y="1126645"/>
                  </a:lnTo>
                  <a:close/>
                  <a:moveTo>
                    <a:pt x="148756" y="1097456"/>
                  </a:moveTo>
                  <a:lnTo>
                    <a:pt x="130070" y="1088964"/>
                  </a:lnTo>
                  <a:lnTo>
                    <a:pt x="143481" y="1126393"/>
                  </a:lnTo>
                  <a:close/>
                  <a:moveTo>
                    <a:pt x="140890" y="1059103"/>
                  </a:moveTo>
                  <a:lnTo>
                    <a:pt x="182655" y="1096985"/>
                  </a:lnTo>
                  <a:lnTo>
                    <a:pt x="143443" y="1069392"/>
                  </a:lnTo>
                  <a:close/>
                  <a:moveTo>
                    <a:pt x="106693" y="1059817"/>
                  </a:moveTo>
                  <a:lnTo>
                    <a:pt x="148756" y="1097456"/>
                  </a:lnTo>
                  <a:lnTo>
                    <a:pt x="140890" y="1059103"/>
                  </a:lnTo>
                  <a:close/>
                  <a:moveTo>
                    <a:pt x="68823" y="1018770"/>
                  </a:moveTo>
                  <a:lnTo>
                    <a:pt x="96509" y="1023349"/>
                  </a:lnTo>
                  <a:lnTo>
                    <a:pt x="92058" y="982221"/>
                  </a:lnTo>
                  <a:close/>
                  <a:moveTo>
                    <a:pt x="89959" y="954650"/>
                  </a:moveTo>
                  <a:lnTo>
                    <a:pt x="92058" y="982221"/>
                  </a:lnTo>
                  <a:lnTo>
                    <a:pt x="106667" y="988752"/>
                  </a:lnTo>
                  <a:close/>
                  <a:moveTo>
                    <a:pt x="447801" y="1374844"/>
                  </a:moveTo>
                  <a:lnTo>
                    <a:pt x="431114" y="1383003"/>
                  </a:lnTo>
                  <a:lnTo>
                    <a:pt x="422573" y="1413013"/>
                  </a:lnTo>
                  <a:close/>
                  <a:moveTo>
                    <a:pt x="466181" y="1365820"/>
                  </a:moveTo>
                  <a:lnTo>
                    <a:pt x="447801" y="1374844"/>
                  </a:lnTo>
                  <a:lnTo>
                    <a:pt x="480478" y="1418127"/>
                  </a:lnTo>
                  <a:close/>
                  <a:moveTo>
                    <a:pt x="399815" y="1365695"/>
                  </a:moveTo>
                  <a:lnTo>
                    <a:pt x="431114" y="1383003"/>
                  </a:lnTo>
                  <a:lnTo>
                    <a:pt x="447587" y="1329065"/>
                  </a:lnTo>
                  <a:close/>
                  <a:moveTo>
                    <a:pt x="369521" y="1346249"/>
                  </a:moveTo>
                  <a:lnTo>
                    <a:pt x="399815" y="1365695"/>
                  </a:lnTo>
                  <a:lnTo>
                    <a:pt x="408482" y="1334974"/>
                  </a:lnTo>
                  <a:close/>
                  <a:moveTo>
                    <a:pt x="408482" y="1334974"/>
                  </a:moveTo>
                  <a:lnTo>
                    <a:pt x="434604" y="1296078"/>
                  </a:lnTo>
                  <a:lnTo>
                    <a:pt x="405287" y="1292824"/>
                  </a:lnTo>
                  <a:close/>
                  <a:moveTo>
                    <a:pt x="318506" y="1264453"/>
                  </a:moveTo>
                  <a:lnTo>
                    <a:pt x="333166" y="1241081"/>
                  </a:lnTo>
                  <a:lnTo>
                    <a:pt x="302206" y="1249903"/>
                  </a:lnTo>
                  <a:close/>
                  <a:moveTo>
                    <a:pt x="353085" y="1263428"/>
                  </a:moveTo>
                  <a:lnTo>
                    <a:pt x="333166" y="1241081"/>
                  </a:lnTo>
                  <a:lnTo>
                    <a:pt x="318506" y="1264453"/>
                  </a:lnTo>
                  <a:close/>
                  <a:moveTo>
                    <a:pt x="337237" y="1231566"/>
                  </a:moveTo>
                  <a:lnTo>
                    <a:pt x="356428" y="1231846"/>
                  </a:lnTo>
                  <a:lnTo>
                    <a:pt x="344559" y="1218800"/>
                  </a:lnTo>
                  <a:close/>
                  <a:moveTo>
                    <a:pt x="388078" y="1225602"/>
                  </a:moveTo>
                  <a:lnTo>
                    <a:pt x="356428" y="1231846"/>
                  </a:lnTo>
                  <a:lnTo>
                    <a:pt x="333977" y="1235984"/>
                  </a:lnTo>
                  <a:close/>
                  <a:moveTo>
                    <a:pt x="333977" y="1235984"/>
                  </a:moveTo>
                  <a:lnTo>
                    <a:pt x="356428" y="1231846"/>
                  </a:lnTo>
                  <a:lnTo>
                    <a:pt x="337237" y="1231566"/>
                  </a:lnTo>
                  <a:close/>
                  <a:moveTo>
                    <a:pt x="388078" y="1225602"/>
                  </a:moveTo>
                  <a:lnTo>
                    <a:pt x="417466" y="1220517"/>
                  </a:lnTo>
                  <a:lnTo>
                    <a:pt x="400369" y="1218800"/>
                  </a:lnTo>
                  <a:close/>
                  <a:moveTo>
                    <a:pt x="234674" y="1121988"/>
                  </a:moveTo>
                  <a:lnTo>
                    <a:pt x="229134" y="1086287"/>
                  </a:lnTo>
                  <a:lnTo>
                    <a:pt x="216417" y="1088964"/>
                  </a:lnTo>
                  <a:close/>
                  <a:moveTo>
                    <a:pt x="216417" y="1088964"/>
                  </a:moveTo>
                  <a:lnTo>
                    <a:pt x="229134" y="1086287"/>
                  </a:lnTo>
                  <a:lnTo>
                    <a:pt x="184567" y="1059222"/>
                  </a:lnTo>
                  <a:close/>
                  <a:moveTo>
                    <a:pt x="269377" y="1035910"/>
                  </a:moveTo>
                  <a:lnTo>
                    <a:pt x="238732" y="1040953"/>
                  </a:lnTo>
                  <a:lnTo>
                    <a:pt x="229134" y="1086287"/>
                  </a:lnTo>
                  <a:close/>
                  <a:moveTo>
                    <a:pt x="176254" y="1052208"/>
                  </a:moveTo>
                  <a:lnTo>
                    <a:pt x="161774" y="1042125"/>
                  </a:lnTo>
                  <a:lnTo>
                    <a:pt x="149486" y="1007368"/>
                  </a:lnTo>
                  <a:close/>
                  <a:moveTo>
                    <a:pt x="120003" y="961515"/>
                  </a:moveTo>
                  <a:lnTo>
                    <a:pt x="141283" y="925760"/>
                  </a:lnTo>
                  <a:lnTo>
                    <a:pt x="114552" y="978699"/>
                  </a:lnTo>
                  <a:close/>
                  <a:moveTo>
                    <a:pt x="114552" y="978699"/>
                  </a:moveTo>
                  <a:lnTo>
                    <a:pt x="141283" y="925760"/>
                  </a:lnTo>
                  <a:lnTo>
                    <a:pt x="88724" y="940184"/>
                  </a:lnTo>
                  <a:close/>
                  <a:moveTo>
                    <a:pt x="387879" y="1217483"/>
                  </a:moveTo>
                  <a:lnTo>
                    <a:pt x="356428" y="1231846"/>
                  </a:lnTo>
                  <a:lnTo>
                    <a:pt x="388078" y="1225602"/>
                  </a:lnTo>
                  <a:close/>
                  <a:moveTo>
                    <a:pt x="387879" y="1217483"/>
                  </a:moveTo>
                  <a:lnTo>
                    <a:pt x="356373" y="1216008"/>
                  </a:lnTo>
                  <a:lnTo>
                    <a:pt x="356428" y="1231846"/>
                  </a:lnTo>
                  <a:close/>
                  <a:moveTo>
                    <a:pt x="356373" y="1216008"/>
                  </a:moveTo>
                  <a:lnTo>
                    <a:pt x="387879" y="1217483"/>
                  </a:lnTo>
                  <a:lnTo>
                    <a:pt x="376785" y="1181754"/>
                  </a:lnTo>
                  <a:close/>
                  <a:moveTo>
                    <a:pt x="356373" y="1216008"/>
                  </a:moveTo>
                  <a:lnTo>
                    <a:pt x="376785" y="1181754"/>
                  </a:lnTo>
                  <a:lnTo>
                    <a:pt x="350644" y="1175919"/>
                  </a:lnTo>
                  <a:close/>
                  <a:moveTo>
                    <a:pt x="387879" y="1217483"/>
                  </a:moveTo>
                  <a:lnTo>
                    <a:pt x="388078" y="1225602"/>
                  </a:lnTo>
                  <a:lnTo>
                    <a:pt x="400369" y="1218800"/>
                  </a:lnTo>
                  <a:close/>
                  <a:moveTo>
                    <a:pt x="376785" y="1181754"/>
                  </a:moveTo>
                  <a:lnTo>
                    <a:pt x="400369" y="1218800"/>
                  </a:lnTo>
                  <a:lnTo>
                    <a:pt x="378912" y="1182045"/>
                  </a:lnTo>
                  <a:close/>
                  <a:moveTo>
                    <a:pt x="376785" y="1181754"/>
                  </a:moveTo>
                  <a:lnTo>
                    <a:pt x="387879" y="1217483"/>
                  </a:lnTo>
                  <a:lnTo>
                    <a:pt x="400369" y="1218800"/>
                  </a:lnTo>
                  <a:close/>
                  <a:moveTo>
                    <a:pt x="173058" y="836304"/>
                  </a:moveTo>
                  <a:lnTo>
                    <a:pt x="169741" y="834067"/>
                  </a:lnTo>
                  <a:lnTo>
                    <a:pt x="148828" y="857762"/>
                  </a:lnTo>
                  <a:close/>
                  <a:moveTo>
                    <a:pt x="517003" y="1238372"/>
                  </a:moveTo>
                  <a:lnTo>
                    <a:pt x="524351" y="1275127"/>
                  </a:lnTo>
                  <a:lnTo>
                    <a:pt x="533428" y="1257943"/>
                  </a:lnTo>
                  <a:close/>
                  <a:moveTo>
                    <a:pt x="517003" y="1238372"/>
                  </a:moveTo>
                  <a:lnTo>
                    <a:pt x="533428" y="1257943"/>
                  </a:lnTo>
                  <a:lnTo>
                    <a:pt x="521384" y="1221188"/>
                  </a:lnTo>
                  <a:close/>
                  <a:moveTo>
                    <a:pt x="490027" y="1188615"/>
                  </a:moveTo>
                  <a:lnTo>
                    <a:pt x="516737" y="1236701"/>
                  </a:lnTo>
                  <a:lnTo>
                    <a:pt x="521384" y="1221188"/>
                  </a:lnTo>
                  <a:close/>
                  <a:moveTo>
                    <a:pt x="521384" y="1221188"/>
                  </a:moveTo>
                  <a:lnTo>
                    <a:pt x="516737" y="1236701"/>
                  </a:lnTo>
                  <a:lnTo>
                    <a:pt x="517003" y="1238372"/>
                  </a:lnTo>
                  <a:close/>
                  <a:moveTo>
                    <a:pt x="521384" y="1221188"/>
                  </a:moveTo>
                  <a:lnTo>
                    <a:pt x="497324" y="1192487"/>
                  </a:lnTo>
                  <a:lnTo>
                    <a:pt x="490027" y="1188615"/>
                  </a:lnTo>
                  <a:close/>
                  <a:moveTo>
                    <a:pt x="346840" y="1044770"/>
                  </a:moveTo>
                  <a:lnTo>
                    <a:pt x="308913" y="1054597"/>
                  </a:lnTo>
                  <a:lnTo>
                    <a:pt x="361128" y="1077901"/>
                  </a:lnTo>
                  <a:close/>
                  <a:moveTo>
                    <a:pt x="206891" y="853638"/>
                  </a:moveTo>
                  <a:lnTo>
                    <a:pt x="213152" y="849105"/>
                  </a:lnTo>
                  <a:lnTo>
                    <a:pt x="225120" y="865814"/>
                  </a:lnTo>
                  <a:close/>
                  <a:moveTo>
                    <a:pt x="183848" y="834067"/>
                  </a:moveTo>
                  <a:lnTo>
                    <a:pt x="213152" y="849105"/>
                  </a:lnTo>
                  <a:lnTo>
                    <a:pt x="206891" y="853638"/>
                  </a:lnTo>
                  <a:close/>
                  <a:moveTo>
                    <a:pt x="225120" y="865814"/>
                  </a:moveTo>
                  <a:lnTo>
                    <a:pt x="206813" y="853775"/>
                  </a:lnTo>
                  <a:lnTo>
                    <a:pt x="206891" y="853638"/>
                  </a:lnTo>
                  <a:close/>
                  <a:moveTo>
                    <a:pt x="521384" y="1221188"/>
                  </a:moveTo>
                  <a:lnTo>
                    <a:pt x="552057" y="1204005"/>
                  </a:lnTo>
                  <a:lnTo>
                    <a:pt x="497324" y="1192487"/>
                  </a:lnTo>
                  <a:close/>
                  <a:moveTo>
                    <a:pt x="302262" y="927148"/>
                  </a:moveTo>
                  <a:lnTo>
                    <a:pt x="341334" y="915005"/>
                  </a:lnTo>
                  <a:lnTo>
                    <a:pt x="290976" y="919290"/>
                  </a:lnTo>
                  <a:close/>
                  <a:moveTo>
                    <a:pt x="290976" y="919290"/>
                  </a:moveTo>
                  <a:lnTo>
                    <a:pt x="341334" y="915005"/>
                  </a:lnTo>
                  <a:lnTo>
                    <a:pt x="338111" y="874738"/>
                  </a:lnTo>
                  <a:close/>
                  <a:moveTo>
                    <a:pt x="341334" y="915005"/>
                  </a:moveTo>
                  <a:lnTo>
                    <a:pt x="373452" y="915982"/>
                  </a:lnTo>
                  <a:lnTo>
                    <a:pt x="338111" y="874738"/>
                  </a:lnTo>
                  <a:close/>
                  <a:moveTo>
                    <a:pt x="532204" y="1102113"/>
                  </a:moveTo>
                  <a:lnTo>
                    <a:pt x="559651" y="1108525"/>
                  </a:lnTo>
                  <a:lnTo>
                    <a:pt x="572624" y="1113312"/>
                  </a:lnTo>
                  <a:close/>
                  <a:moveTo>
                    <a:pt x="445813" y="929537"/>
                  </a:moveTo>
                  <a:lnTo>
                    <a:pt x="454148" y="966960"/>
                  </a:lnTo>
                  <a:lnTo>
                    <a:pt x="450913" y="951124"/>
                  </a:lnTo>
                  <a:close/>
                  <a:moveTo>
                    <a:pt x="374764" y="870168"/>
                  </a:moveTo>
                  <a:lnTo>
                    <a:pt x="338111" y="874738"/>
                  </a:lnTo>
                  <a:lnTo>
                    <a:pt x="374312" y="885509"/>
                  </a:lnTo>
                  <a:close/>
                  <a:moveTo>
                    <a:pt x="374764" y="870168"/>
                  </a:moveTo>
                  <a:lnTo>
                    <a:pt x="338151" y="872846"/>
                  </a:lnTo>
                  <a:lnTo>
                    <a:pt x="338111" y="874738"/>
                  </a:lnTo>
                  <a:close/>
                  <a:moveTo>
                    <a:pt x="338151" y="872846"/>
                  </a:moveTo>
                  <a:lnTo>
                    <a:pt x="368345" y="863198"/>
                  </a:lnTo>
                  <a:lnTo>
                    <a:pt x="335223" y="863939"/>
                  </a:lnTo>
                  <a:close/>
                  <a:moveTo>
                    <a:pt x="333017" y="819272"/>
                  </a:moveTo>
                  <a:lnTo>
                    <a:pt x="301370" y="786165"/>
                  </a:lnTo>
                  <a:lnTo>
                    <a:pt x="309049" y="794447"/>
                  </a:lnTo>
                  <a:close/>
                  <a:moveTo>
                    <a:pt x="301370" y="786165"/>
                  </a:moveTo>
                  <a:lnTo>
                    <a:pt x="305234" y="799700"/>
                  </a:lnTo>
                  <a:lnTo>
                    <a:pt x="278277" y="775606"/>
                  </a:lnTo>
                  <a:close/>
                  <a:moveTo>
                    <a:pt x="450913" y="951124"/>
                  </a:moveTo>
                  <a:lnTo>
                    <a:pt x="454148" y="966960"/>
                  </a:lnTo>
                  <a:lnTo>
                    <a:pt x="453779" y="966292"/>
                  </a:lnTo>
                  <a:close/>
                  <a:moveTo>
                    <a:pt x="492634" y="982537"/>
                  </a:moveTo>
                  <a:lnTo>
                    <a:pt x="455508" y="968304"/>
                  </a:lnTo>
                  <a:lnTo>
                    <a:pt x="454148" y="966960"/>
                  </a:lnTo>
                  <a:close/>
                  <a:moveTo>
                    <a:pt x="631955" y="1096128"/>
                  </a:moveTo>
                  <a:lnTo>
                    <a:pt x="618043" y="1059373"/>
                  </a:lnTo>
                  <a:lnTo>
                    <a:pt x="614990" y="1113312"/>
                  </a:lnTo>
                  <a:close/>
                  <a:moveTo>
                    <a:pt x="587446" y="1022618"/>
                  </a:moveTo>
                  <a:lnTo>
                    <a:pt x="585457" y="986219"/>
                  </a:lnTo>
                  <a:lnTo>
                    <a:pt x="588231" y="1028712"/>
                  </a:lnTo>
                  <a:close/>
                  <a:moveTo>
                    <a:pt x="457112" y="964550"/>
                  </a:moveTo>
                  <a:lnTo>
                    <a:pt x="450913" y="951124"/>
                  </a:lnTo>
                  <a:lnTo>
                    <a:pt x="453779" y="966292"/>
                  </a:lnTo>
                  <a:close/>
                  <a:moveTo>
                    <a:pt x="588231" y="1028712"/>
                  </a:moveTo>
                  <a:lnTo>
                    <a:pt x="618043" y="1059373"/>
                  </a:lnTo>
                  <a:lnTo>
                    <a:pt x="599827" y="1037953"/>
                  </a:lnTo>
                  <a:close/>
                  <a:moveTo>
                    <a:pt x="620567" y="1074258"/>
                  </a:moveTo>
                  <a:lnTo>
                    <a:pt x="618043" y="1059373"/>
                  </a:lnTo>
                  <a:lnTo>
                    <a:pt x="588231" y="1028712"/>
                  </a:lnTo>
                  <a:close/>
                  <a:moveTo>
                    <a:pt x="587446" y="1022618"/>
                  </a:moveTo>
                  <a:lnTo>
                    <a:pt x="588231" y="1028712"/>
                  </a:lnTo>
                  <a:lnTo>
                    <a:pt x="599827" y="1037953"/>
                  </a:lnTo>
                  <a:close/>
                  <a:moveTo>
                    <a:pt x="585565" y="985863"/>
                  </a:moveTo>
                  <a:lnTo>
                    <a:pt x="587446" y="1022618"/>
                  </a:lnTo>
                  <a:lnTo>
                    <a:pt x="612648" y="1005435"/>
                  </a:lnTo>
                  <a:close/>
                  <a:moveTo>
                    <a:pt x="564766" y="931925"/>
                  </a:moveTo>
                  <a:lnTo>
                    <a:pt x="567238" y="895170"/>
                  </a:lnTo>
                  <a:lnTo>
                    <a:pt x="560408" y="949108"/>
                  </a:lnTo>
                  <a:close/>
                  <a:moveTo>
                    <a:pt x="593758" y="877987"/>
                  </a:moveTo>
                  <a:lnTo>
                    <a:pt x="549495" y="854127"/>
                  </a:lnTo>
                  <a:lnTo>
                    <a:pt x="547224" y="858415"/>
                  </a:lnTo>
                  <a:close/>
                  <a:moveTo>
                    <a:pt x="593758" y="877987"/>
                  </a:moveTo>
                  <a:lnTo>
                    <a:pt x="547224" y="858415"/>
                  </a:lnTo>
                  <a:lnTo>
                    <a:pt x="567238" y="895170"/>
                  </a:lnTo>
                  <a:close/>
                  <a:moveTo>
                    <a:pt x="520580" y="784905"/>
                  </a:moveTo>
                  <a:lnTo>
                    <a:pt x="540122" y="804477"/>
                  </a:lnTo>
                  <a:lnTo>
                    <a:pt x="521613" y="767722"/>
                  </a:lnTo>
                  <a:close/>
                  <a:moveTo>
                    <a:pt x="521613" y="767722"/>
                  </a:moveTo>
                  <a:lnTo>
                    <a:pt x="499347" y="733567"/>
                  </a:lnTo>
                  <a:lnTo>
                    <a:pt x="507102" y="748150"/>
                  </a:lnTo>
                  <a:close/>
                  <a:moveTo>
                    <a:pt x="499742" y="694212"/>
                  </a:moveTo>
                  <a:lnTo>
                    <a:pt x="514117" y="703900"/>
                  </a:lnTo>
                  <a:lnTo>
                    <a:pt x="499082" y="718018"/>
                  </a:lnTo>
                  <a:close/>
                  <a:moveTo>
                    <a:pt x="499082" y="718018"/>
                  </a:moveTo>
                  <a:lnTo>
                    <a:pt x="512386" y="739391"/>
                  </a:lnTo>
                  <a:lnTo>
                    <a:pt x="499347" y="733567"/>
                  </a:lnTo>
                  <a:close/>
                  <a:moveTo>
                    <a:pt x="799053" y="971068"/>
                  </a:moveTo>
                  <a:lnTo>
                    <a:pt x="822385" y="1018537"/>
                  </a:lnTo>
                  <a:lnTo>
                    <a:pt x="832135" y="995005"/>
                  </a:lnTo>
                  <a:close/>
                  <a:moveTo>
                    <a:pt x="806848" y="1025007"/>
                  </a:moveTo>
                  <a:lnTo>
                    <a:pt x="822385" y="1018537"/>
                  </a:lnTo>
                  <a:lnTo>
                    <a:pt x="799053" y="971068"/>
                  </a:lnTo>
                  <a:close/>
                  <a:moveTo>
                    <a:pt x="787749" y="953630"/>
                  </a:moveTo>
                  <a:lnTo>
                    <a:pt x="774810" y="940631"/>
                  </a:lnTo>
                  <a:lnTo>
                    <a:pt x="799053" y="971068"/>
                  </a:lnTo>
                  <a:close/>
                  <a:moveTo>
                    <a:pt x="642996" y="877036"/>
                  </a:moveTo>
                  <a:lnTo>
                    <a:pt x="638641" y="914742"/>
                  </a:lnTo>
                  <a:lnTo>
                    <a:pt x="643232" y="883243"/>
                  </a:lnTo>
                  <a:close/>
                  <a:moveTo>
                    <a:pt x="642996" y="877036"/>
                  </a:moveTo>
                  <a:lnTo>
                    <a:pt x="643232" y="883243"/>
                  </a:lnTo>
                  <a:lnTo>
                    <a:pt x="692597" y="860803"/>
                  </a:lnTo>
                  <a:close/>
                  <a:moveTo>
                    <a:pt x="642996" y="877036"/>
                  </a:moveTo>
                  <a:lnTo>
                    <a:pt x="692597" y="860803"/>
                  </a:lnTo>
                  <a:lnTo>
                    <a:pt x="655915" y="834456"/>
                  </a:lnTo>
                  <a:close/>
                  <a:moveTo>
                    <a:pt x="473939" y="566763"/>
                  </a:moveTo>
                  <a:lnTo>
                    <a:pt x="471443" y="530008"/>
                  </a:lnTo>
                  <a:lnTo>
                    <a:pt x="472254" y="531857"/>
                  </a:lnTo>
                  <a:close/>
                  <a:moveTo>
                    <a:pt x="897224" y="1074276"/>
                  </a:moveTo>
                  <a:lnTo>
                    <a:pt x="927036" y="1100673"/>
                  </a:lnTo>
                  <a:lnTo>
                    <a:pt x="909724" y="1081333"/>
                  </a:lnTo>
                  <a:close/>
                  <a:moveTo>
                    <a:pt x="937736" y="1113176"/>
                  </a:moveTo>
                  <a:lnTo>
                    <a:pt x="927036" y="1100673"/>
                  </a:lnTo>
                  <a:lnTo>
                    <a:pt x="897224" y="1074276"/>
                  </a:lnTo>
                  <a:close/>
                  <a:moveTo>
                    <a:pt x="913038" y="1106167"/>
                  </a:moveTo>
                  <a:lnTo>
                    <a:pt x="937736" y="1113176"/>
                  </a:lnTo>
                  <a:lnTo>
                    <a:pt x="897224" y="1074276"/>
                  </a:lnTo>
                  <a:close/>
                  <a:moveTo>
                    <a:pt x="927036" y="1100673"/>
                  </a:moveTo>
                  <a:lnTo>
                    <a:pt x="937736" y="1113176"/>
                  </a:lnTo>
                  <a:lnTo>
                    <a:pt x="928656" y="1081333"/>
                  </a:lnTo>
                  <a:close/>
                  <a:moveTo>
                    <a:pt x="928656" y="1081333"/>
                  </a:moveTo>
                  <a:lnTo>
                    <a:pt x="937736" y="1113176"/>
                  </a:lnTo>
                  <a:lnTo>
                    <a:pt x="975076" y="1100905"/>
                  </a:lnTo>
                  <a:close/>
                  <a:moveTo>
                    <a:pt x="928656" y="1081333"/>
                  </a:moveTo>
                  <a:lnTo>
                    <a:pt x="975076" y="1100905"/>
                  </a:lnTo>
                  <a:lnTo>
                    <a:pt x="944166" y="1064150"/>
                  </a:lnTo>
                  <a:close/>
                  <a:moveTo>
                    <a:pt x="914787" y="1042340"/>
                  </a:moveTo>
                  <a:lnTo>
                    <a:pt x="942582" y="1062587"/>
                  </a:lnTo>
                  <a:lnTo>
                    <a:pt x="902605" y="1027395"/>
                  </a:lnTo>
                  <a:close/>
                  <a:moveTo>
                    <a:pt x="942582" y="1062587"/>
                  </a:moveTo>
                  <a:lnTo>
                    <a:pt x="914787" y="1042340"/>
                  </a:lnTo>
                  <a:lnTo>
                    <a:pt x="944166" y="1064150"/>
                  </a:lnTo>
                  <a:close/>
                  <a:moveTo>
                    <a:pt x="944166" y="1064150"/>
                  </a:moveTo>
                  <a:lnTo>
                    <a:pt x="918114" y="1044578"/>
                  </a:lnTo>
                  <a:lnTo>
                    <a:pt x="928656" y="1081333"/>
                  </a:lnTo>
                  <a:close/>
                  <a:moveTo>
                    <a:pt x="799053" y="971068"/>
                  </a:moveTo>
                  <a:lnTo>
                    <a:pt x="832135" y="995005"/>
                  </a:lnTo>
                  <a:lnTo>
                    <a:pt x="840340" y="959193"/>
                  </a:lnTo>
                  <a:close/>
                  <a:moveTo>
                    <a:pt x="542164" y="586335"/>
                  </a:moveTo>
                  <a:lnTo>
                    <a:pt x="511717" y="572843"/>
                  </a:lnTo>
                  <a:lnTo>
                    <a:pt x="488532" y="582366"/>
                  </a:lnTo>
                  <a:close/>
                  <a:moveTo>
                    <a:pt x="471443" y="530008"/>
                  </a:moveTo>
                  <a:lnTo>
                    <a:pt x="480860" y="524861"/>
                  </a:lnTo>
                  <a:lnTo>
                    <a:pt x="465691" y="476070"/>
                  </a:lnTo>
                  <a:close/>
                  <a:moveTo>
                    <a:pt x="460223" y="493253"/>
                  </a:moveTo>
                  <a:lnTo>
                    <a:pt x="471443" y="530008"/>
                  </a:lnTo>
                  <a:lnTo>
                    <a:pt x="465691" y="476070"/>
                  </a:lnTo>
                  <a:close/>
                  <a:moveTo>
                    <a:pt x="437397" y="443613"/>
                  </a:moveTo>
                  <a:lnTo>
                    <a:pt x="440187" y="429983"/>
                  </a:lnTo>
                  <a:lnTo>
                    <a:pt x="442242" y="456498"/>
                  </a:lnTo>
                  <a:close/>
                  <a:moveTo>
                    <a:pt x="109092" y="125704"/>
                  </a:moveTo>
                  <a:lnTo>
                    <a:pt x="129928" y="162458"/>
                  </a:lnTo>
                  <a:lnTo>
                    <a:pt x="149902" y="156835"/>
                  </a:lnTo>
                  <a:close/>
                  <a:moveTo>
                    <a:pt x="139342" y="120673"/>
                  </a:moveTo>
                  <a:lnTo>
                    <a:pt x="149902" y="156835"/>
                  </a:lnTo>
                  <a:lnTo>
                    <a:pt x="154931" y="162458"/>
                  </a:lnTo>
                  <a:close/>
                  <a:moveTo>
                    <a:pt x="86891" y="1985"/>
                  </a:moveTo>
                  <a:lnTo>
                    <a:pt x="122420" y="35010"/>
                  </a:lnTo>
                  <a:lnTo>
                    <a:pt x="131900" y="37229"/>
                  </a:lnTo>
                  <a:close/>
                  <a:moveTo>
                    <a:pt x="86891" y="1985"/>
                  </a:moveTo>
                  <a:lnTo>
                    <a:pt x="131900" y="37229"/>
                  </a:lnTo>
                  <a:lnTo>
                    <a:pt x="122653" y="0"/>
                  </a:lnTo>
                  <a:close/>
                  <a:moveTo>
                    <a:pt x="914787" y="1042340"/>
                  </a:moveTo>
                  <a:lnTo>
                    <a:pt x="902605" y="1027395"/>
                  </a:lnTo>
                  <a:lnTo>
                    <a:pt x="883581" y="995874"/>
                  </a:lnTo>
                  <a:close/>
                  <a:moveTo>
                    <a:pt x="434299" y="439315"/>
                  </a:moveTo>
                  <a:lnTo>
                    <a:pt x="437397" y="443613"/>
                  </a:lnTo>
                  <a:lnTo>
                    <a:pt x="446433" y="453334"/>
                  </a:lnTo>
                  <a:close/>
                  <a:moveTo>
                    <a:pt x="440187" y="429983"/>
                  </a:moveTo>
                  <a:lnTo>
                    <a:pt x="437397" y="443613"/>
                  </a:lnTo>
                  <a:lnTo>
                    <a:pt x="434299" y="439315"/>
                  </a:lnTo>
                  <a:close/>
                  <a:moveTo>
                    <a:pt x="975076" y="1100905"/>
                  </a:moveTo>
                  <a:lnTo>
                    <a:pt x="1000051" y="1089603"/>
                  </a:lnTo>
                  <a:lnTo>
                    <a:pt x="982839" y="1046967"/>
                  </a:lnTo>
                  <a:close/>
                  <a:moveTo>
                    <a:pt x="944166" y="1064150"/>
                  </a:moveTo>
                  <a:lnTo>
                    <a:pt x="975076" y="1100905"/>
                  </a:lnTo>
                  <a:lnTo>
                    <a:pt x="982839" y="1046967"/>
                  </a:lnTo>
                  <a:close/>
                  <a:moveTo>
                    <a:pt x="944166" y="1064150"/>
                  </a:moveTo>
                  <a:lnTo>
                    <a:pt x="982839" y="1046967"/>
                  </a:lnTo>
                  <a:lnTo>
                    <a:pt x="942582" y="1062587"/>
                  </a:lnTo>
                  <a:close/>
                  <a:moveTo>
                    <a:pt x="792908" y="843620"/>
                  </a:moveTo>
                  <a:lnTo>
                    <a:pt x="830061" y="826437"/>
                  </a:lnTo>
                  <a:lnTo>
                    <a:pt x="777578" y="819394"/>
                  </a:lnTo>
                  <a:close/>
                  <a:moveTo>
                    <a:pt x="777578" y="819394"/>
                  </a:moveTo>
                  <a:lnTo>
                    <a:pt x="778895" y="789682"/>
                  </a:lnTo>
                  <a:lnTo>
                    <a:pt x="763651" y="806865"/>
                  </a:lnTo>
                  <a:close/>
                  <a:moveTo>
                    <a:pt x="800016" y="807080"/>
                  </a:moveTo>
                  <a:lnTo>
                    <a:pt x="778895" y="789682"/>
                  </a:lnTo>
                  <a:lnTo>
                    <a:pt x="777578" y="819394"/>
                  </a:lnTo>
                  <a:close/>
                  <a:moveTo>
                    <a:pt x="738363" y="764186"/>
                  </a:moveTo>
                  <a:lnTo>
                    <a:pt x="735940" y="788293"/>
                  </a:lnTo>
                  <a:lnTo>
                    <a:pt x="773244" y="752927"/>
                  </a:lnTo>
                  <a:close/>
                  <a:moveTo>
                    <a:pt x="773244" y="752927"/>
                  </a:moveTo>
                  <a:lnTo>
                    <a:pt x="735940" y="788293"/>
                  </a:lnTo>
                  <a:lnTo>
                    <a:pt x="763651" y="806865"/>
                  </a:lnTo>
                  <a:close/>
                  <a:moveTo>
                    <a:pt x="782446" y="741387"/>
                  </a:moveTo>
                  <a:lnTo>
                    <a:pt x="738363" y="764186"/>
                  </a:lnTo>
                  <a:lnTo>
                    <a:pt x="773244" y="752927"/>
                  </a:lnTo>
                  <a:close/>
                  <a:moveTo>
                    <a:pt x="649726" y="618899"/>
                  </a:moveTo>
                  <a:lnTo>
                    <a:pt x="598837" y="623090"/>
                  </a:lnTo>
                  <a:lnTo>
                    <a:pt x="610239" y="652843"/>
                  </a:lnTo>
                  <a:close/>
                  <a:moveTo>
                    <a:pt x="561913" y="620296"/>
                  </a:moveTo>
                  <a:lnTo>
                    <a:pt x="596409" y="619339"/>
                  </a:lnTo>
                  <a:lnTo>
                    <a:pt x="591659" y="578453"/>
                  </a:lnTo>
                  <a:close/>
                  <a:moveTo>
                    <a:pt x="550821" y="584566"/>
                  </a:moveTo>
                  <a:lnTo>
                    <a:pt x="591659" y="578453"/>
                  </a:lnTo>
                  <a:lnTo>
                    <a:pt x="547897" y="542196"/>
                  </a:lnTo>
                  <a:close/>
                  <a:moveTo>
                    <a:pt x="591659" y="578453"/>
                  </a:moveTo>
                  <a:lnTo>
                    <a:pt x="612072" y="586335"/>
                  </a:lnTo>
                  <a:lnTo>
                    <a:pt x="574704" y="559188"/>
                  </a:lnTo>
                  <a:close/>
                  <a:moveTo>
                    <a:pt x="519233" y="538411"/>
                  </a:moveTo>
                  <a:lnTo>
                    <a:pt x="511735" y="512825"/>
                  </a:lnTo>
                  <a:lnTo>
                    <a:pt x="498012" y="521601"/>
                  </a:lnTo>
                  <a:close/>
                  <a:moveTo>
                    <a:pt x="492246" y="500046"/>
                  </a:moveTo>
                  <a:lnTo>
                    <a:pt x="536152" y="506998"/>
                  </a:lnTo>
                  <a:lnTo>
                    <a:pt x="542767" y="468148"/>
                  </a:lnTo>
                  <a:close/>
                  <a:moveTo>
                    <a:pt x="492246" y="500046"/>
                  </a:moveTo>
                  <a:lnTo>
                    <a:pt x="465589" y="465440"/>
                  </a:lnTo>
                  <a:lnTo>
                    <a:pt x="465691" y="476070"/>
                  </a:lnTo>
                  <a:close/>
                  <a:moveTo>
                    <a:pt x="460096" y="408210"/>
                  </a:moveTo>
                  <a:lnTo>
                    <a:pt x="440187" y="429983"/>
                  </a:lnTo>
                  <a:lnTo>
                    <a:pt x="434299" y="439315"/>
                  </a:lnTo>
                  <a:close/>
                  <a:moveTo>
                    <a:pt x="476913" y="393828"/>
                  </a:moveTo>
                  <a:lnTo>
                    <a:pt x="489713" y="394365"/>
                  </a:lnTo>
                  <a:lnTo>
                    <a:pt x="528244" y="413850"/>
                  </a:lnTo>
                  <a:close/>
                  <a:moveTo>
                    <a:pt x="106973" y="30406"/>
                  </a:moveTo>
                  <a:lnTo>
                    <a:pt x="122420" y="35010"/>
                  </a:lnTo>
                  <a:lnTo>
                    <a:pt x="96469" y="16913"/>
                  </a:lnTo>
                  <a:close/>
                  <a:moveTo>
                    <a:pt x="1012922" y="1034393"/>
                  </a:moveTo>
                  <a:lnTo>
                    <a:pt x="1003850" y="1070875"/>
                  </a:lnTo>
                  <a:lnTo>
                    <a:pt x="1024511" y="1046967"/>
                  </a:lnTo>
                  <a:close/>
                  <a:moveTo>
                    <a:pt x="1001758" y="998721"/>
                  </a:moveTo>
                  <a:lnTo>
                    <a:pt x="1012922" y="1034393"/>
                  </a:lnTo>
                  <a:lnTo>
                    <a:pt x="1024511" y="1046967"/>
                  </a:lnTo>
                  <a:close/>
                  <a:moveTo>
                    <a:pt x="786619" y="617801"/>
                  </a:moveTo>
                  <a:lnTo>
                    <a:pt x="748043" y="577328"/>
                  </a:lnTo>
                  <a:lnTo>
                    <a:pt x="744510" y="624947"/>
                  </a:lnTo>
                  <a:close/>
                  <a:moveTo>
                    <a:pt x="786619" y="617801"/>
                  </a:moveTo>
                  <a:lnTo>
                    <a:pt x="799575" y="625478"/>
                  </a:lnTo>
                  <a:lnTo>
                    <a:pt x="795689" y="598486"/>
                  </a:lnTo>
                  <a:close/>
                  <a:moveTo>
                    <a:pt x="833766" y="606560"/>
                  </a:moveTo>
                  <a:lnTo>
                    <a:pt x="809738" y="599006"/>
                  </a:lnTo>
                  <a:lnTo>
                    <a:pt x="812051" y="554356"/>
                  </a:lnTo>
                  <a:close/>
                  <a:moveTo>
                    <a:pt x="795689" y="598486"/>
                  </a:moveTo>
                  <a:lnTo>
                    <a:pt x="828126" y="595185"/>
                  </a:lnTo>
                  <a:lnTo>
                    <a:pt x="812051" y="554356"/>
                  </a:lnTo>
                  <a:close/>
                  <a:moveTo>
                    <a:pt x="814624" y="544703"/>
                  </a:moveTo>
                  <a:lnTo>
                    <a:pt x="779134" y="536589"/>
                  </a:lnTo>
                  <a:lnTo>
                    <a:pt x="839825" y="542717"/>
                  </a:lnTo>
                  <a:close/>
                  <a:moveTo>
                    <a:pt x="850376" y="548309"/>
                  </a:moveTo>
                  <a:lnTo>
                    <a:pt x="862960" y="554356"/>
                  </a:lnTo>
                  <a:lnTo>
                    <a:pt x="839825" y="542717"/>
                  </a:lnTo>
                  <a:close/>
                </a:path>
              </a:pathLst>
            </a:custGeom>
            <a:solidFill>
              <a:srgbClr val="C9D2D8"/>
            </a:solidFill>
            <a:ln w="1524">
              <a:solidFill>
                <a:srgbClr val="C9D2D8"/>
              </a:solidFill>
            </a:ln>
          </p:spPr>
        </p:sp>
        <p:sp>
          <p:nvSpPr>
            <p:cNvPr id="69" name="Input_density__68">
              <a:extLst>
                <a:ext uri="{FF2B5EF4-FFF2-40B4-BE49-F238E27FC236}">
                  <a16:creationId xmlns:a16="http://schemas.microsoft.com/office/drawing/2014/main" id="{CC32A38B-41E0-3E0B-17A9-D43C1497259E}"/>
                </a:ext>
              </a:extLst>
            </p:cNvPr>
            <p:cNvSpPr>
              <a:spLocks noGrp="1"/>
            </p:cNvSpPr>
            <p:nvPr/>
          </p:nvSpPr>
          <p:spPr>
            <a:xfrm>
              <a:off x="1033905" y="1836576"/>
              <a:ext cx="922034" cy="1459074"/>
            </a:xfrm>
            <a:custGeom>
              <a:avLst/>
              <a:gdLst/>
              <a:ahLst/>
              <a:cxnLst/>
              <a:rect l="0" t="0" r="0" b="0"/>
              <a:pathLst>
                <a:path w="922034" h="1459074">
                  <a:moveTo>
                    <a:pt x="334395" y="1455870"/>
                  </a:moveTo>
                  <a:lnTo>
                    <a:pt x="339175" y="1458301"/>
                  </a:lnTo>
                  <a:lnTo>
                    <a:pt x="343022" y="1459074"/>
                  </a:lnTo>
                  <a:close/>
                  <a:moveTo>
                    <a:pt x="347028" y="1455870"/>
                  </a:moveTo>
                  <a:lnTo>
                    <a:pt x="365784" y="1447968"/>
                  </a:lnTo>
                  <a:lnTo>
                    <a:pt x="343022" y="1459074"/>
                  </a:lnTo>
                  <a:close/>
                  <a:moveTo>
                    <a:pt x="347028" y="1455870"/>
                  </a:moveTo>
                  <a:lnTo>
                    <a:pt x="384796" y="1438687"/>
                  </a:lnTo>
                  <a:lnTo>
                    <a:pt x="365784" y="1447968"/>
                  </a:lnTo>
                  <a:close/>
                  <a:moveTo>
                    <a:pt x="430979" y="1346362"/>
                  </a:moveTo>
                  <a:lnTo>
                    <a:pt x="444153" y="1337638"/>
                  </a:lnTo>
                  <a:lnTo>
                    <a:pt x="443775" y="1330810"/>
                  </a:lnTo>
                  <a:close/>
                  <a:moveTo>
                    <a:pt x="456777" y="1330810"/>
                  </a:moveTo>
                  <a:lnTo>
                    <a:pt x="444153" y="1337638"/>
                  </a:lnTo>
                  <a:lnTo>
                    <a:pt x="482633" y="1318701"/>
                  </a:lnTo>
                  <a:close/>
                  <a:moveTo>
                    <a:pt x="482633" y="1318701"/>
                  </a:moveTo>
                  <a:lnTo>
                    <a:pt x="444153" y="1337638"/>
                  </a:lnTo>
                  <a:lnTo>
                    <a:pt x="430979" y="1346362"/>
                  </a:lnTo>
                  <a:close/>
                  <a:moveTo>
                    <a:pt x="456777" y="1330810"/>
                  </a:moveTo>
                  <a:lnTo>
                    <a:pt x="453849" y="1335660"/>
                  </a:lnTo>
                  <a:lnTo>
                    <a:pt x="444153" y="1337638"/>
                  </a:lnTo>
                  <a:close/>
                  <a:moveTo>
                    <a:pt x="503517" y="1300576"/>
                  </a:moveTo>
                  <a:lnTo>
                    <a:pt x="456777" y="1330810"/>
                  </a:lnTo>
                  <a:lnTo>
                    <a:pt x="482633" y="1318701"/>
                  </a:lnTo>
                  <a:close/>
                  <a:moveTo>
                    <a:pt x="870342" y="1100261"/>
                  </a:moveTo>
                  <a:lnTo>
                    <a:pt x="870786" y="1099875"/>
                  </a:lnTo>
                  <a:lnTo>
                    <a:pt x="886576" y="1062701"/>
                  </a:lnTo>
                  <a:close/>
                  <a:moveTo>
                    <a:pt x="886576" y="1062701"/>
                  </a:moveTo>
                  <a:lnTo>
                    <a:pt x="870786" y="1099875"/>
                  </a:lnTo>
                  <a:lnTo>
                    <a:pt x="922034" y="1070697"/>
                  </a:lnTo>
                  <a:close/>
                  <a:moveTo>
                    <a:pt x="48034" y="53938"/>
                  </a:moveTo>
                  <a:lnTo>
                    <a:pt x="0" y="67773"/>
                  </a:lnTo>
                  <a:lnTo>
                    <a:pt x="49572" y="51084"/>
                  </a:lnTo>
                  <a:close/>
                  <a:moveTo>
                    <a:pt x="772646" y="845365"/>
                  </a:moveTo>
                  <a:lnTo>
                    <a:pt x="775387" y="810498"/>
                  </a:lnTo>
                  <a:lnTo>
                    <a:pt x="779810" y="816464"/>
                  </a:lnTo>
                  <a:close/>
                  <a:moveTo>
                    <a:pt x="48034" y="53938"/>
                  </a:moveTo>
                  <a:lnTo>
                    <a:pt x="49572" y="51084"/>
                  </a:lnTo>
                  <a:lnTo>
                    <a:pt x="63432" y="6693"/>
                  </a:lnTo>
                  <a:close/>
                  <a:moveTo>
                    <a:pt x="63432" y="6693"/>
                  </a:moveTo>
                  <a:lnTo>
                    <a:pt x="59594" y="53938"/>
                  </a:lnTo>
                  <a:lnTo>
                    <a:pt x="84474" y="8526"/>
                  </a:lnTo>
                  <a:close/>
                  <a:moveTo>
                    <a:pt x="84474" y="8526"/>
                  </a:moveTo>
                  <a:lnTo>
                    <a:pt x="76627" y="0"/>
                  </a:lnTo>
                  <a:lnTo>
                    <a:pt x="63432" y="6693"/>
                  </a:lnTo>
                  <a:close/>
                  <a:moveTo>
                    <a:pt x="779818" y="806895"/>
                  </a:moveTo>
                  <a:lnTo>
                    <a:pt x="779810" y="816464"/>
                  </a:lnTo>
                  <a:lnTo>
                    <a:pt x="779001" y="808610"/>
                  </a:lnTo>
                  <a:close/>
                  <a:moveTo>
                    <a:pt x="779001" y="808610"/>
                  </a:moveTo>
                  <a:lnTo>
                    <a:pt x="792822" y="768907"/>
                  </a:lnTo>
                  <a:lnTo>
                    <a:pt x="779818" y="806895"/>
                  </a:lnTo>
                  <a:close/>
                  <a:moveTo>
                    <a:pt x="668409" y="607651"/>
                  </a:moveTo>
                  <a:lnTo>
                    <a:pt x="684648" y="590468"/>
                  </a:lnTo>
                  <a:lnTo>
                    <a:pt x="666574" y="644406"/>
                  </a:lnTo>
                  <a:close/>
                  <a:moveTo>
                    <a:pt x="691612" y="555945"/>
                  </a:moveTo>
                  <a:lnTo>
                    <a:pt x="694712" y="555037"/>
                  </a:lnTo>
                  <a:lnTo>
                    <a:pt x="669219" y="570896"/>
                  </a:lnTo>
                  <a:close/>
                  <a:moveTo>
                    <a:pt x="669219" y="570896"/>
                  </a:moveTo>
                  <a:lnTo>
                    <a:pt x="694712" y="555037"/>
                  </a:lnTo>
                  <a:lnTo>
                    <a:pt x="684648" y="590468"/>
                  </a:lnTo>
                  <a:close/>
                  <a:moveTo>
                    <a:pt x="671202" y="563344"/>
                  </a:moveTo>
                  <a:lnTo>
                    <a:pt x="679374" y="570896"/>
                  </a:lnTo>
                  <a:lnTo>
                    <a:pt x="691612" y="555945"/>
                  </a:lnTo>
                  <a:close/>
                  <a:moveTo>
                    <a:pt x="815540" y="663978"/>
                  </a:moveTo>
                  <a:lnTo>
                    <a:pt x="814014" y="646795"/>
                  </a:lnTo>
                  <a:lnTo>
                    <a:pt x="816883" y="700733"/>
                  </a:lnTo>
                  <a:close/>
                </a:path>
              </a:pathLst>
            </a:custGeom>
            <a:solidFill>
              <a:srgbClr val="AEBAC4"/>
            </a:solidFill>
            <a:ln w="1524">
              <a:solidFill>
                <a:srgbClr val="AEBAC4"/>
              </a:solidFill>
            </a:ln>
          </p:spPr>
        </p:sp>
        <p:sp>
          <p:nvSpPr>
            <p:cNvPr id="70" name="Input_density__69">
              <a:extLst>
                <a:ext uri="{FF2B5EF4-FFF2-40B4-BE49-F238E27FC236}">
                  <a16:creationId xmlns:a16="http://schemas.microsoft.com/office/drawing/2014/main" id="{A3EE2714-E82B-C20D-BFEA-2304D104CA81}"/>
                </a:ext>
              </a:extLst>
            </p:cNvPr>
            <p:cNvSpPr>
              <a:spLocks noGrp="1"/>
            </p:cNvSpPr>
            <p:nvPr/>
          </p:nvSpPr>
          <p:spPr>
            <a:xfrm>
              <a:off x="958451" y="2264857"/>
              <a:ext cx="865780" cy="850473"/>
            </a:xfrm>
            <a:custGeom>
              <a:avLst/>
              <a:gdLst/>
              <a:ahLst/>
              <a:cxnLst/>
              <a:rect l="0" t="0" r="0" b="0"/>
              <a:pathLst>
                <a:path w="865780" h="850473">
                  <a:moveTo>
                    <a:pt x="6847" y="513019"/>
                  </a:moveTo>
                  <a:lnTo>
                    <a:pt x="2908" y="476829"/>
                  </a:lnTo>
                  <a:lnTo>
                    <a:pt x="0" y="523940"/>
                  </a:lnTo>
                  <a:close/>
                  <a:moveTo>
                    <a:pt x="6847" y="513019"/>
                  </a:moveTo>
                  <a:lnTo>
                    <a:pt x="3266" y="476264"/>
                  </a:lnTo>
                  <a:lnTo>
                    <a:pt x="2908" y="476829"/>
                  </a:lnTo>
                  <a:close/>
                  <a:moveTo>
                    <a:pt x="25955" y="559834"/>
                  </a:moveTo>
                  <a:lnTo>
                    <a:pt x="46673" y="575490"/>
                  </a:lnTo>
                  <a:lnTo>
                    <a:pt x="26108" y="549774"/>
                  </a:lnTo>
                  <a:close/>
                  <a:moveTo>
                    <a:pt x="22806" y="505400"/>
                  </a:moveTo>
                  <a:lnTo>
                    <a:pt x="20337" y="538832"/>
                  </a:lnTo>
                  <a:lnTo>
                    <a:pt x="44531" y="495836"/>
                  </a:lnTo>
                  <a:close/>
                  <a:moveTo>
                    <a:pt x="44531" y="495836"/>
                  </a:moveTo>
                  <a:lnTo>
                    <a:pt x="20337" y="538832"/>
                  </a:lnTo>
                  <a:lnTo>
                    <a:pt x="26108" y="549774"/>
                  </a:lnTo>
                  <a:close/>
                  <a:moveTo>
                    <a:pt x="44531" y="495836"/>
                  </a:moveTo>
                  <a:lnTo>
                    <a:pt x="26108" y="549774"/>
                  </a:lnTo>
                  <a:lnTo>
                    <a:pt x="51038" y="532591"/>
                  </a:lnTo>
                  <a:close/>
                  <a:moveTo>
                    <a:pt x="6847" y="513019"/>
                  </a:moveTo>
                  <a:lnTo>
                    <a:pt x="20337" y="538832"/>
                  </a:lnTo>
                  <a:lnTo>
                    <a:pt x="22806" y="505400"/>
                  </a:lnTo>
                  <a:close/>
                  <a:moveTo>
                    <a:pt x="3266" y="476264"/>
                  </a:moveTo>
                  <a:lnTo>
                    <a:pt x="22806" y="505400"/>
                  </a:lnTo>
                  <a:lnTo>
                    <a:pt x="4150" y="475820"/>
                  </a:lnTo>
                  <a:close/>
                  <a:moveTo>
                    <a:pt x="3266" y="476264"/>
                  </a:moveTo>
                  <a:lnTo>
                    <a:pt x="6847" y="513019"/>
                  </a:lnTo>
                  <a:lnTo>
                    <a:pt x="22806" y="505400"/>
                  </a:lnTo>
                  <a:close/>
                  <a:moveTo>
                    <a:pt x="44531" y="495836"/>
                  </a:moveTo>
                  <a:lnTo>
                    <a:pt x="50280" y="459081"/>
                  </a:lnTo>
                  <a:lnTo>
                    <a:pt x="22806" y="505400"/>
                  </a:lnTo>
                  <a:close/>
                  <a:moveTo>
                    <a:pt x="50280" y="459081"/>
                  </a:moveTo>
                  <a:lnTo>
                    <a:pt x="4150" y="475820"/>
                  </a:lnTo>
                  <a:lnTo>
                    <a:pt x="22806" y="505400"/>
                  </a:lnTo>
                  <a:close/>
                  <a:moveTo>
                    <a:pt x="54977" y="447558"/>
                  </a:moveTo>
                  <a:lnTo>
                    <a:pt x="3472" y="475776"/>
                  </a:lnTo>
                  <a:lnTo>
                    <a:pt x="50280" y="459081"/>
                  </a:lnTo>
                  <a:close/>
                  <a:moveTo>
                    <a:pt x="50280" y="459081"/>
                  </a:moveTo>
                  <a:lnTo>
                    <a:pt x="3472" y="475776"/>
                  </a:lnTo>
                  <a:lnTo>
                    <a:pt x="4150" y="475820"/>
                  </a:lnTo>
                  <a:close/>
                  <a:moveTo>
                    <a:pt x="50280" y="459081"/>
                  </a:moveTo>
                  <a:lnTo>
                    <a:pt x="79923" y="486053"/>
                  </a:lnTo>
                  <a:lnTo>
                    <a:pt x="61979" y="455894"/>
                  </a:lnTo>
                  <a:close/>
                  <a:moveTo>
                    <a:pt x="50280" y="459081"/>
                  </a:moveTo>
                  <a:lnTo>
                    <a:pt x="44531" y="495836"/>
                  </a:lnTo>
                  <a:lnTo>
                    <a:pt x="79923" y="486053"/>
                  </a:lnTo>
                  <a:close/>
                  <a:moveTo>
                    <a:pt x="115913" y="454604"/>
                  </a:moveTo>
                  <a:lnTo>
                    <a:pt x="108688" y="441898"/>
                  </a:lnTo>
                  <a:lnTo>
                    <a:pt x="118013" y="482175"/>
                  </a:lnTo>
                  <a:close/>
                  <a:moveTo>
                    <a:pt x="118013" y="482175"/>
                  </a:moveTo>
                  <a:lnTo>
                    <a:pt x="108688" y="441898"/>
                  </a:lnTo>
                  <a:lnTo>
                    <a:pt x="61979" y="455894"/>
                  </a:lnTo>
                  <a:close/>
                  <a:moveTo>
                    <a:pt x="118013" y="482175"/>
                  </a:moveTo>
                  <a:lnTo>
                    <a:pt x="61979" y="455894"/>
                  </a:lnTo>
                  <a:lnTo>
                    <a:pt x="79923" y="486053"/>
                  </a:lnTo>
                  <a:close/>
                  <a:moveTo>
                    <a:pt x="54977" y="447558"/>
                  </a:moveTo>
                  <a:lnTo>
                    <a:pt x="50280" y="459081"/>
                  </a:lnTo>
                  <a:lnTo>
                    <a:pt x="61979" y="455894"/>
                  </a:lnTo>
                  <a:close/>
                  <a:moveTo>
                    <a:pt x="109030" y="428870"/>
                  </a:moveTo>
                  <a:lnTo>
                    <a:pt x="54977" y="447558"/>
                  </a:lnTo>
                  <a:lnTo>
                    <a:pt x="108688" y="441898"/>
                  </a:lnTo>
                  <a:close/>
                  <a:moveTo>
                    <a:pt x="108688" y="441898"/>
                  </a:moveTo>
                  <a:lnTo>
                    <a:pt x="54977" y="447558"/>
                  </a:lnTo>
                  <a:lnTo>
                    <a:pt x="61979" y="455894"/>
                  </a:lnTo>
                  <a:close/>
                  <a:moveTo>
                    <a:pt x="114679" y="440138"/>
                  </a:moveTo>
                  <a:lnTo>
                    <a:pt x="167238" y="425714"/>
                  </a:lnTo>
                  <a:lnTo>
                    <a:pt x="165667" y="425774"/>
                  </a:lnTo>
                  <a:close/>
                  <a:moveTo>
                    <a:pt x="108688" y="441898"/>
                  </a:moveTo>
                  <a:lnTo>
                    <a:pt x="115913" y="454604"/>
                  </a:lnTo>
                  <a:lnTo>
                    <a:pt x="114679" y="440138"/>
                  </a:lnTo>
                  <a:close/>
                  <a:moveTo>
                    <a:pt x="109030" y="428870"/>
                  </a:moveTo>
                  <a:lnTo>
                    <a:pt x="108688" y="441898"/>
                  </a:lnTo>
                  <a:lnTo>
                    <a:pt x="114679" y="440138"/>
                  </a:lnTo>
                  <a:close/>
                  <a:moveTo>
                    <a:pt x="114679" y="440138"/>
                  </a:moveTo>
                  <a:lnTo>
                    <a:pt x="109324" y="405143"/>
                  </a:lnTo>
                  <a:lnTo>
                    <a:pt x="109030" y="428870"/>
                  </a:lnTo>
                  <a:close/>
                  <a:moveTo>
                    <a:pt x="150956" y="392986"/>
                  </a:moveTo>
                  <a:lnTo>
                    <a:pt x="109324" y="405143"/>
                  </a:lnTo>
                  <a:lnTo>
                    <a:pt x="114679" y="440138"/>
                  </a:lnTo>
                  <a:close/>
                  <a:moveTo>
                    <a:pt x="165667" y="425774"/>
                  </a:moveTo>
                  <a:lnTo>
                    <a:pt x="150956" y="392986"/>
                  </a:lnTo>
                  <a:lnTo>
                    <a:pt x="114679" y="440138"/>
                  </a:lnTo>
                  <a:close/>
                  <a:moveTo>
                    <a:pt x="475477" y="828650"/>
                  </a:moveTo>
                  <a:lnTo>
                    <a:pt x="475913" y="832343"/>
                  </a:lnTo>
                  <a:lnTo>
                    <a:pt x="536996" y="850473"/>
                  </a:lnTo>
                  <a:close/>
                  <a:moveTo>
                    <a:pt x="520518" y="819121"/>
                  </a:moveTo>
                  <a:lnTo>
                    <a:pt x="475477" y="828650"/>
                  </a:lnTo>
                  <a:lnTo>
                    <a:pt x="536996" y="850473"/>
                  </a:lnTo>
                  <a:close/>
                  <a:moveTo>
                    <a:pt x="547986" y="848591"/>
                  </a:moveTo>
                  <a:lnTo>
                    <a:pt x="551957" y="811836"/>
                  </a:lnTo>
                  <a:lnTo>
                    <a:pt x="536996" y="850473"/>
                  </a:lnTo>
                  <a:close/>
                  <a:moveTo>
                    <a:pt x="551957" y="811836"/>
                  </a:moveTo>
                  <a:lnTo>
                    <a:pt x="520518" y="819121"/>
                  </a:lnTo>
                  <a:lnTo>
                    <a:pt x="536996" y="850473"/>
                  </a:lnTo>
                  <a:close/>
                  <a:moveTo>
                    <a:pt x="473542" y="829019"/>
                  </a:moveTo>
                  <a:lnTo>
                    <a:pt x="475913" y="832343"/>
                  </a:lnTo>
                  <a:lnTo>
                    <a:pt x="475477" y="828650"/>
                  </a:lnTo>
                  <a:close/>
                  <a:moveTo>
                    <a:pt x="474377" y="826597"/>
                  </a:moveTo>
                  <a:lnTo>
                    <a:pt x="473542" y="829019"/>
                  </a:lnTo>
                  <a:lnTo>
                    <a:pt x="475477" y="828650"/>
                  </a:lnTo>
                  <a:close/>
                  <a:moveTo>
                    <a:pt x="475477" y="828650"/>
                  </a:moveTo>
                  <a:lnTo>
                    <a:pt x="502989" y="808997"/>
                  </a:lnTo>
                  <a:lnTo>
                    <a:pt x="474377" y="826597"/>
                  </a:lnTo>
                  <a:close/>
                  <a:moveTo>
                    <a:pt x="475477" y="828650"/>
                  </a:moveTo>
                  <a:lnTo>
                    <a:pt x="520518" y="819121"/>
                  </a:lnTo>
                  <a:lnTo>
                    <a:pt x="502989" y="808997"/>
                  </a:lnTo>
                  <a:close/>
                  <a:moveTo>
                    <a:pt x="550306" y="775081"/>
                  </a:moveTo>
                  <a:lnTo>
                    <a:pt x="520518" y="819121"/>
                  </a:lnTo>
                  <a:lnTo>
                    <a:pt x="551957" y="811836"/>
                  </a:lnTo>
                  <a:close/>
                  <a:moveTo>
                    <a:pt x="157774" y="334021"/>
                  </a:moveTo>
                  <a:lnTo>
                    <a:pt x="160576" y="304598"/>
                  </a:lnTo>
                  <a:lnTo>
                    <a:pt x="117122" y="314449"/>
                  </a:lnTo>
                  <a:close/>
                  <a:moveTo>
                    <a:pt x="121621" y="351204"/>
                  </a:moveTo>
                  <a:lnTo>
                    <a:pt x="157774" y="334021"/>
                  </a:lnTo>
                  <a:lnTo>
                    <a:pt x="117122" y="314449"/>
                  </a:lnTo>
                  <a:close/>
                  <a:moveTo>
                    <a:pt x="157774" y="334021"/>
                  </a:moveTo>
                  <a:lnTo>
                    <a:pt x="174783" y="357716"/>
                  </a:lnTo>
                  <a:lnTo>
                    <a:pt x="174955" y="328728"/>
                  </a:lnTo>
                  <a:close/>
                  <a:moveTo>
                    <a:pt x="157774" y="334021"/>
                  </a:moveTo>
                  <a:lnTo>
                    <a:pt x="174955" y="328728"/>
                  </a:lnTo>
                  <a:lnTo>
                    <a:pt x="160576" y="304598"/>
                  </a:lnTo>
                  <a:close/>
                  <a:moveTo>
                    <a:pt x="255904" y="299654"/>
                  </a:moveTo>
                  <a:lnTo>
                    <a:pt x="271339" y="277155"/>
                  </a:lnTo>
                  <a:lnTo>
                    <a:pt x="238945" y="280082"/>
                  </a:lnTo>
                  <a:close/>
                  <a:moveTo>
                    <a:pt x="223064" y="316837"/>
                  </a:moveTo>
                  <a:lnTo>
                    <a:pt x="255904" y="299654"/>
                  </a:lnTo>
                  <a:lnTo>
                    <a:pt x="238945" y="280082"/>
                  </a:lnTo>
                  <a:close/>
                  <a:moveTo>
                    <a:pt x="525696" y="194166"/>
                  </a:moveTo>
                  <a:lnTo>
                    <a:pt x="549197" y="176982"/>
                  </a:lnTo>
                  <a:lnTo>
                    <a:pt x="515314" y="181622"/>
                  </a:lnTo>
                  <a:close/>
                  <a:moveTo>
                    <a:pt x="549197" y="176982"/>
                  </a:moveTo>
                  <a:lnTo>
                    <a:pt x="530299" y="141442"/>
                  </a:lnTo>
                  <a:lnTo>
                    <a:pt x="515314" y="181622"/>
                  </a:lnTo>
                  <a:close/>
                  <a:moveTo>
                    <a:pt x="529461" y="140227"/>
                  </a:moveTo>
                  <a:lnTo>
                    <a:pt x="515314" y="181622"/>
                  </a:lnTo>
                  <a:lnTo>
                    <a:pt x="530299" y="141442"/>
                  </a:lnTo>
                  <a:close/>
                  <a:moveTo>
                    <a:pt x="529461" y="140227"/>
                  </a:moveTo>
                  <a:lnTo>
                    <a:pt x="500697" y="157411"/>
                  </a:lnTo>
                  <a:lnTo>
                    <a:pt x="515314" y="181622"/>
                  </a:lnTo>
                  <a:close/>
                  <a:moveTo>
                    <a:pt x="529412" y="138125"/>
                  </a:moveTo>
                  <a:lnTo>
                    <a:pt x="500697" y="157411"/>
                  </a:lnTo>
                  <a:lnTo>
                    <a:pt x="529461" y="140227"/>
                  </a:lnTo>
                  <a:close/>
                  <a:moveTo>
                    <a:pt x="529461" y="140227"/>
                  </a:moveTo>
                  <a:lnTo>
                    <a:pt x="530299" y="141442"/>
                  </a:lnTo>
                  <a:lnTo>
                    <a:pt x="530408" y="139875"/>
                  </a:lnTo>
                  <a:close/>
                  <a:moveTo>
                    <a:pt x="529412" y="138125"/>
                  </a:moveTo>
                  <a:lnTo>
                    <a:pt x="529461" y="140227"/>
                  </a:lnTo>
                  <a:lnTo>
                    <a:pt x="530408" y="139875"/>
                  </a:lnTo>
                  <a:close/>
                  <a:moveTo>
                    <a:pt x="529412" y="138125"/>
                  </a:moveTo>
                  <a:lnTo>
                    <a:pt x="530408" y="139875"/>
                  </a:lnTo>
                  <a:lnTo>
                    <a:pt x="531406" y="103472"/>
                  </a:lnTo>
                  <a:close/>
                  <a:moveTo>
                    <a:pt x="531406" y="103472"/>
                  </a:moveTo>
                  <a:lnTo>
                    <a:pt x="530408" y="139875"/>
                  </a:lnTo>
                  <a:lnTo>
                    <a:pt x="579418" y="123044"/>
                  </a:lnTo>
                  <a:close/>
                  <a:moveTo>
                    <a:pt x="531406" y="103472"/>
                  </a:moveTo>
                  <a:lnTo>
                    <a:pt x="579418" y="123044"/>
                  </a:lnTo>
                  <a:lnTo>
                    <a:pt x="568119" y="86289"/>
                  </a:lnTo>
                  <a:close/>
                  <a:moveTo>
                    <a:pt x="506814" y="24815"/>
                  </a:moveTo>
                  <a:lnTo>
                    <a:pt x="537689" y="12779"/>
                  </a:lnTo>
                  <a:lnTo>
                    <a:pt x="518201" y="0"/>
                  </a:lnTo>
                  <a:close/>
                  <a:moveTo>
                    <a:pt x="506814" y="24815"/>
                  </a:moveTo>
                  <a:lnTo>
                    <a:pt x="523966" y="21555"/>
                  </a:lnTo>
                  <a:lnTo>
                    <a:pt x="537689" y="12779"/>
                  </a:lnTo>
                  <a:close/>
                  <a:moveTo>
                    <a:pt x="723028" y="75092"/>
                  </a:moveTo>
                  <a:lnTo>
                    <a:pt x="682361" y="105861"/>
                  </a:lnTo>
                  <a:lnTo>
                    <a:pt x="711857" y="88677"/>
                  </a:lnTo>
                  <a:close/>
                  <a:moveTo>
                    <a:pt x="821644" y="98440"/>
                  </a:moveTo>
                  <a:lnTo>
                    <a:pt x="797298" y="71494"/>
                  </a:lnTo>
                  <a:lnTo>
                    <a:pt x="812574" y="117755"/>
                  </a:lnTo>
                  <a:close/>
                  <a:moveTo>
                    <a:pt x="812574" y="117755"/>
                  </a:moveTo>
                  <a:lnTo>
                    <a:pt x="797298" y="71494"/>
                  </a:lnTo>
                  <a:lnTo>
                    <a:pt x="773998" y="77282"/>
                  </a:lnTo>
                  <a:close/>
                  <a:moveTo>
                    <a:pt x="736268" y="80867"/>
                  </a:moveTo>
                  <a:lnTo>
                    <a:pt x="754035" y="66448"/>
                  </a:lnTo>
                  <a:lnTo>
                    <a:pt x="723028" y="75092"/>
                  </a:lnTo>
                  <a:close/>
                  <a:moveTo>
                    <a:pt x="736268" y="80867"/>
                  </a:moveTo>
                  <a:lnTo>
                    <a:pt x="773998" y="77282"/>
                  </a:lnTo>
                  <a:lnTo>
                    <a:pt x="754035" y="66448"/>
                  </a:lnTo>
                  <a:close/>
                  <a:moveTo>
                    <a:pt x="805089" y="36543"/>
                  </a:moveTo>
                  <a:lnTo>
                    <a:pt x="754035" y="66448"/>
                  </a:lnTo>
                  <a:lnTo>
                    <a:pt x="797298" y="71494"/>
                  </a:lnTo>
                  <a:close/>
                  <a:moveTo>
                    <a:pt x="797298" y="71494"/>
                  </a:moveTo>
                  <a:lnTo>
                    <a:pt x="754035" y="66448"/>
                  </a:lnTo>
                  <a:lnTo>
                    <a:pt x="773998" y="77282"/>
                  </a:lnTo>
                  <a:close/>
                  <a:moveTo>
                    <a:pt x="797298" y="71494"/>
                  </a:moveTo>
                  <a:lnTo>
                    <a:pt x="821644" y="98440"/>
                  </a:lnTo>
                  <a:lnTo>
                    <a:pt x="834116" y="55495"/>
                  </a:lnTo>
                  <a:close/>
                  <a:moveTo>
                    <a:pt x="805089" y="36543"/>
                  </a:moveTo>
                  <a:lnTo>
                    <a:pt x="797298" y="71494"/>
                  </a:lnTo>
                  <a:lnTo>
                    <a:pt x="834116" y="55495"/>
                  </a:lnTo>
                  <a:close/>
                  <a:moveTo>
                    <a:pt x="865780" y="42671"/>
                  </a:moveTo>
                  <a:lnTo>
                    <a:pt x="834116" y="55495"/>
                  </a:lnTo>
                  <a:lnTo>
                    <a:pt x="838006" y="54310"/>
                  </a:lnTo>
                  <a:close/>
                  <a:moveTo>
                    <a:pt x="805089" y="36543"/>
                  </a:moveTo>
                  <a:lnTo>
                    <a:pt x="834116" y="55495"/>
                  </a:lnTo>
                  <a:lnTo>
                    <a:pt x="865780" y="42671"/>
                  </a:lnTo>
                  <a:close/>
                </a:path>
              </a:pathLst>
            </a:custGeom>
            <a:solidFill>
              <a:srgbClr val="D7DEE3"/>
            </a:solidFill>
            <a:ln w="1524">
              <a:solidFill>
                <a:srgbClr val="D7DEE3"/>
              </a:solidFill>
            </a:ln>
          </p:spPr>
        </p:sp>
        <p:sp>
          <p:nvSpPr>
            <p:cNvPr id="71" name="Input_density__70">
              <a:extLst>
                <a:ext uri="{FF2B5EF4-FFF2-40B4-BE49-F238E27FC236}">
                  <a16:creationId xmlns:a16="http://schemas.microsoft.com/office/drawing/2014/main" id="{39E1912B-4DAE-3110-714A-62156AC267A5}"/>
                </a:ext>
              </a:extLst>
            </p:cNvPr>
            <p:cNvSpPr>
              <a:spLocks noGrp="1"/>
            </p:cNvSpPr>
            <p:nvPr/>
          </p:nvSpPr>
          <p:spPr>
            <a:xfrm>
              <a:off x="1516538" y="2645186"/>
              <a:ext cx="297177" cy="510092"/>
            </a:xfrm>
            <a:custGeom>
              <a:avLst/>
              <a:gdLst/>
              <a:ahLst/>
              <a:cxnLst/>
              <a:rect l="0" t="0" r="0" b="0"/>
              <a:pathLst>
                <a:path w="297177" h="510092">
                  <a:moveTo>
                    <a:pt x="20884" y="491966"/>
                  </a:moveTo>
                  <a:lnTo>
                    <a:pt x="0" y="510092"/>
                  </a:lnTo>
                  <a:lnTo>
                    <a:pt x="48127" y="469249"/>
                  </a:lnTo>
                  <a:close/>
                  <a:moveTo>
                    <a:pt x="297177" y="7855"/>
                  </a:moveTo>
                  <a:lnTo>
                    <a:pt x="292754" y="1888"/>
                  </a:lnTo>
                  <a:lnTo>
                    <a:pt x="296368" y="0"/>
                  </a:lnTo>
                  <a:close/>
                </a:path>
              </a:pathLst>
            </a:custGeom>
            <a:solidFill>
              <a:srgbClr val="A8B5BF"/>
            </a:solidFill>
            <a:ln w="1524">
              <a:solidFill>
                <a:srgbClr val="A8B5BF"/>
              </a:solidFill>
            </a:ln>
          </p:spPr>
        </p:sp>
        <p:sp>
          <p:nvSpPr>
            <p:cNvPr id="72" name="Input_density__71">
              <a:extLst>
                <a:ext uri="{FF2B5EF4-FFF2-40B4-BE49-F238E27FC236}">
                  <a16:creationId xmlns:a16="http://schemas.microsoft.com/office/drawing/2014/main" id="{BA592E67-1786-68AB-7A3B-ACA67D1F697C}"/>
                </a:ext>
              </a:extLst>
            </p:cNvPr>
            <p:cNvSpPr>
              <a:spLocks noGrp="1"/>
            </p:cNvSpPr>
            <p:nvPr/>
          </p:nvSpPr>
          <p:spPr>
            <a:xfrm>
              <a:off x="900356" y="1781724"/>
              <a:ext cx="1096972" cy="1421775"/>
            </a:xfrm>
            <a:custGeom>
              <a:avLst/>
              <a:gdLst/>
              <a:ahLst/>
              <a:cxnLst/>
              <a:rect l="0" t="0" r="0" b="0"/>
              <a:pathLst>
                <a:path w="1096972" h="1421775">
                  <a:moveTo>
                    <a:pt x="151" y="1177539"/>
                  </a:moveTo>
                  <a:lnTo>
                    <a:pt x="0" y="1179116"/>
                  </a:lnTo>
                  <a:lnTo>
                    <a:pt x="4588" y="1187439"/>
                  </a:lnTo>
                  <a:close/>
                  <a:moveTo>
                    <a:pt x="545" y="1172325"/>
                  </a:moveTo>
                  <a:lnTo>
                    <a:pt x="0" y="1179116"/>
                  </a:lnTo>
                  <a:lnTo>
                    <a:pt x="151" y="1177539"/>
                  </a:lnTo>
                  <a:close/>
                  <a:moveTo>
                    <a:pt x="241571" y="1386647"/>
                  </a:moveTo>
                  <a:lnTo>
                    <a:pt x="273755" y="1417641"/>
                  </a:lnTo>
                  <a:lnTo>
                    <a:pt x="252050" y="1393572"/>
                  </a:lnTo>
                  <a:close/>
                  <a:moveTo>
                    <a:pt x="151" y="1177539"/>
                  </a:moveTo>
                  <a:lnTo>
                    <a:pt x="4588" y="1187439"/>
                  </a:lnTo>
                  <a:lnTo>
                    <a:pt x="16029" y="1197111"/>
                  </a:lnTo>
                  <a:close/>
                  <a:moveTo>
                    <a:pt x="239543" y="1380886"/>
                  </a:moveTo>
                  <a:lnTo>
                    <a:pt x="241571" y="1386647"/>
                  </a:lnTo>
                  <a:lnTo>
                    <a:pt x="252050" y="1393572"/>
                  </a:lnTo>
                  <a:close/>
                  <a:moveTo>
                    <a:pt x="341764" y="1383274"/>
                  </a:moveTo>
                  <a:lnTo>
                    <a:pt x="357186" y="1391577"/>
                  </a:lnTo>
                  <a:lnTo>
                    <a:pt x="315399" y="1353714"/>
                  </a:lnTo>
                  <a:close/>
                  <a:moveTo>
                    <a:pt x="315399" y="1353714"/>
                  </a:moveTo>
                  <a:lnTo>
                    <a:pt x="357186" y="1391577"/>
                  </a:lnTo>
                  <a:lnTo>
                    <a:pt x="335556" y="1363703"/>
                  </a:lnTo>
                  <a:close/>
                  <a:moveTo>
                    <a:pt x="269584" y="1236254"/>
                  </a:moveTo>
                  <a:lnTo>
                    <a:pt x="253833" y="1207819"/>
                  </a:lnTo>
                  <a:lnTo>
                    <a:pt x="239606" y="1250836"/>
                  </a:lnTo>
                  <a:close/>
                  <a:moveTo>
                    <a:pt x="218936" y="1201922"/>
                  </a:moveTo>
                  <a:lnTo>
                    <a:pt x="204191" y="1243003"/>
                  </a:lnTo>
                  <a:lnTo>
                    <a:pt x="253833" y="1207819"/>
                  </a:lnTo>
                  <a:close/>
                  <a:moveTo>
                    <a:pt x="115374" y="1063874"/>
                  </a:moveTo>
                  <a:lnTo>
                    <a:pt x="136959" y="1089234"/>
                  </a:lnTo>
                  <a:lnTo>
                    <a:pt x="141514" y="1100585"/>
                  </a:lnTo>
                  <a:close/>
                  <a:moveTo>
                    <a:pt x="344640" y="1255826"/>
                  </a:moveTo>
                  <a:lnTo>
                    <a:pt x="344031" y="1295905"/>
                  </a:lnTo>
                  <a:lnTo>
                    <a:pt x="363853" y="1273806"/>
                  </a:lnTo>
                  <a:close/>
                  <a:moveTo>
                    <a:pt x="336018" y="1219071"/>
                  </a:moveTo>
                  <a:lnTo>
                    <a:pt x="300814" y="1258897"/>
                  </a:lnTo>
                  <a:lnTo>
                    <a:pt x="313603" y="1273009"/>
                  </a:lnTo>
                  <a:close/>
                  <a:moveTo>
                    <a:pt x="213670" y="1199499"/>
                  </a:moveTo>
                  <a:lnTo>
                    <a:pt x="218936" y="1201922"/>
                  </a:lnTo>
                  <a:lnTo>
                    <a:pt x="219741" y="1198317"/>
                  </a:lnTo>
                  <a:close/>
                  <a:moveTo>
                    <a:pt x="288514" y="1196583"/>
                  </a:moveTo>
                  <a:lnTo>
                    <a:pt x="257125" y="1195014"/>
                  </a:lnTo>
                  <a:lnTo>
                    <a:pt x="304389" y="1228425"/>
                  </a:lnTo>
                  <a:close/>
                  <a:moveTo>
                    <a:pt x="187117" y="1162744"/>
                  </a:moveTo>
                  <a:lnTo>
                    <a:pt x="213670" y="1199499"/>
                  </a:lnTo>
                  <a:lnTo>
                    <a:pt x="219741" y="1198317"/>
                  </a:lnTo>
                  <a:close/>
                  <a:moveTo>
                    <a:pt x="257125" y="1195014"/>
                  </a:moveTo>
                  <a:lnTo>
                    <a:pt x="218936" y="1201922"/>
                  </a:lnTo>
                  <a:lnTo>
                    <a:pt x="253833" y="1207819"/>
                  </a:lnTo>
                  <a:close/>
                  <a:moveTo>
                    <a:pt x="257125" y="1195014"/>
                  </a:moveTo>
                  <a:lnTo>
                    <a:pt x="219741" y="1198317"/>
                  </a:lnTo>
                  <a:lnTo>
                    <a:pt x="218936" y="1201922"/>
                  </a:lnTo>
                  <a:close/>
                  <a:moveTo>
                    <a:pt x="257125" y="1195014"/>
                  </a:moveTo>
                  <a:lnTo>
                    <a:pt x="249999" y="1193484"/>
                  </a:lnTo>
                  <a:lnTo>
                    <a:pt x="222937" y="1162744"/>
                  </a:lnTo>
                  <a:close/>
                  <a:moveTo>
                    <a:pt x="215906" y="1156688"/>
                  </a:moveTo>
                  <a:lnTo>
                    <a:pt x="257125" y="1195014"/>
                  </a:lnTo>
                  <a:lnTo>
                    <a:pt x="222937" y="1162744"/>
                  </a:lnTo>
                  <a:close/>
                  <a:moveTo>
                    <a:pt x="215906" y="1156688"/>
                  </a:moveTo>
                  <a:lnTo>
                    <a:pt x="222937" y="1162744"/>
                  </a:lnTo>
                  <a:lnTo>
                    <a:pt x="205408" y="1151345"/>
                  </a:lnTo>
                  <a:close/>
                  <a:moveTo>
                    <a:pt x="179382" y="1089234"/>
                  </a:moveTo>
                  <a:lnTo>
                    <a:pt x="208654" y="1067274"/>
                  </a:lnTo>
                  <a:lnTo>
                    <a:pt x="155913" y="1044132"/>
                  </a:lnTo>
                  <a:close/>
                  <a:moveTo>
                    <a:pt x="155913" y="1044132"/>
                  </a:moveTo>
                  <a:lnTo>
                    <a:pt x="208654" y="1067274"/>
                  </a:lnTo>
                  <a:lnTo>
                    <a:pt x="190743" y="1042904"/>
                  </a:lnTo>
                  <a:close/>
                  <a:moveTo>
                    <a:pt x="179382" y="1089234"/>
                  </a:moveTo>
                  <a:lnTo>
                    <a:pt x="155913" y="1044132"/>
                  </a:lnTo>
                  <a:lnTo>
                    <a:pt x="150793" y="1071723"/>
                  </a:lnTo>
                  <a:close/>
                  <a:moveTo>
                    <a:pt x="208654" y="1067274"/>
                  </a:moveTo>
                  <a:lnTo>
                    <a:pt x="214120" y="1072051"/>
                  </a:lnTo>
                  <a:lnTo>
                    <a:pt x="190743" y="1042904"/>
                  </a:lnTo>
                  <a:close/>
                  <a:moveTo>
                    <a:pt x="190743" y="1042904"/>
                  </a:moveTo>
                  <a:lnTo>
                    <a:pt x="214120" y="1072051"/>
                  </a:lnTo>
                  <a:lnTo>
                    <a:pt x="232806" y="1080543"/>
                  </a:lnTo>
                  <a:close/>
                  <a:moveTo>
                    <a:pt x="155913" y="1044132"/>
                  </a:moveTo>
                  <a:lnTo>
                    <a:pt x="180559" y="1006437"/>
                  </a:lnTo>
                  <a:lnTo>
                    <a:pt x="152872" y="1001857"/>
                  </a:lnTo>
                  <a:close/>
                  <a:moveTo>
                    <a:pt x="397547" y="1292581"/>
                  </a:moveTo>
                  <a:lnTo>
                    <a:pt x="393213" y="1299883"/>
                  </a:lnTo>
                  <a:lnTo>
                    <a:pt x="403058" y="1295809"/>
                  </a:lnTo>
                  <a:close/>
                  <a:moveTo>
                    <a:pt x="477565" y="1392635"/>
                  </a:moveTo>
                  <a:lnTo>
                    <a:pt x="496237" y="1395040"/>
                  </a:lnTo>
                  <a:lnTo>
                    <a:pt x="461527" y="1389842"/>
                  </a:lnTo>
                  <a:close/>
                  <a:moveTo>
                    <a:pt x="477565" y="1392635"/>
                  </a:moveTo>
                  <a:lnTo>
                    <a:pt x="506623" y="1396100"/>
                  </a:lnTo>
                  <a:lnTo>
                    <a:pt x="496237" y="1395040"/>
                  </a:lnTo>
                  <a:close/>
                  <a:moveTo>
                    <a:pt x="506623" y="1396100"/>
                  </a:moveTo>
                  <a:lnTo>
                    <a:pt x="515164" y="1366091"/>
                  </a:lnTo>
                  <a:lnTo>
                    <a:pt x="496237" y="1395040"/>
                  </a:lnTo>
                  <a:close/>
                  <a:moveTo>
                    <a:pt x="506623" y="1396100"/>
                  </a:moveTo>
                  <a:lnTo>
                    <a:pt x="528564" y="1419694"/>
                  </a:lnTo>
                  <a:lnTo>
                    <a:pt x="562439" y="1421775"/>
                  </a:lnTo>
                  <a:close/>
                  <a:moveTo>
                    <a:pt x="492532" y="1318062"/>
                  </a:moveTo>
                  <a:lnTo>
                    <a:pt x="443735" y="1323320"/>
                  </a:lnTo>
                  <a:lnTo>
                    <a:pt x="453571" y="1329336"/>
                  </a:lnTo>
                  <a:close/>
                  <a:moveTo>
                    <a:pt x="397547" y="1292581"/>
                  </a:moveTo>
                  <a:lnTo>
                    <a:pt x="403058" y="1295809"/>
                  </a:lnTo>
                  <a:lnTo>
                    <a:pt x="404496" y="1290710"/>
                  </a:lnTo>
                  <a:close/>
                  <a:moveTo>
                    <a:pt x="404496" y="1290710"/>
                  </a:moveTo>
                  <a:lnTo>
                    <a:pt x="363853" y="1273806"/>
                  </a:lnTo>
                  <a:lnTo>
                    <a:pt x="397547" y="1292581"/>
                  </a:lnTo>
                  <a:close/>
                  <a:moveTo>
                    <a:pt x="452930" y="1278421"/>
                  </a:moveTo>
                  <a:lnTo>
                    <a:pt x="403058" y="1295809"/>
                  </a:lnTo>
                  <a:lnTo>
                    <a:pt x="443735" y="1323320"/>
                  </a:lnTo>
                  <a:close/>
                  <a:moveTo>
                    <a:pt x="359284" y="1210884"/>
                  </a:moveTo>
                  <a:lnTo>
                    <a:pt x="386256" y="1232990"/>
                  </a:lnTo>
                  <a:lnTo>
                    <a:pt x="365546" y="1219071"/>
                  </a:lnTo>
                  <a:close/>
                  <a:moveTo>
                    <a:pt x="402556" y="1247540"/>
                  </a:moveTo>
                  <a:lnTo>
                    <a:pt x="386256" y="1232990"/>
                  </a:lnTo>
                  <a:lnTo>
                    <a:pt x="359284" y="1210884"/>
                  </a:lnTo>
                  <a:close/>
                  <a:moveTo>
                    <a:pt x="359284" y="1210884"/>
                  </a:moveTo>
                  <a:lnTo>
                    <a:pt x="341986" y="1192048"/>
                  </a:lnTo>
                  <a:lnTo>
                    <a:pt x="336018" y="1219071"/>
                  </a:lnTo>
                  <a:close/>
                  <a:moveTo>
                    <a:pt x="245824" y="1025212"/>
                  </a:moveTo>
                  <a:lnTo>
                    <a:pt x="214120" y="1072051"/>
                  </a:lnTo>
                  <a:lnTo>
                    <a:pt x="230875" y="1054147"/>
                  </a:lnTo>
                  <a:close/>
                  <a:moveTo>
                    <a:pt x="230875" y="1054147"/>
                  </a:moveTo>
                  <a:lnTo>
                    <a:pt x="244567" y="1018113"/>
                  </a:lnTo>
                  <a:lnTo>
                    <a:pt x="245824" y="1025212"/>
                  </a:lnTo>
                  <a:close/>
                  <a:moveTo>
                    <a:pt x="244567" y="1018113"/>
                  </a:moveTo>
                  <a:lnTo>
                    <a:pt x="233536" y="990456"/>
                  </a:lnTo>
                  <a:lnTo>
                    <a:pt x="245824" y="1025212"/>
                  </a:lnTo>
                  <a:close/>
                  <a:moveTo>
                    <a:pt x="244567" y="1018113"/>
                  </a:moveTo>
                  <a:lnTo>
                    <a:pt x="216743" y="981358"/>
                  </a:lnTo>
                  <a:lnTo>
                    <a:pt x="233536" y="990456"/>
                  </a:lnTo>
                  <a:close/>
                  <a:moveTo>
                    <a:pt x="550230" y="1348907"/>
                  </a:moveTo>
                  <a:lnTo>
                    <a:pt x="591055" y="1381634"/>
                  </a:lnTo>
                  <a:lnTo>
                    <a:pt x="595091" y="1333606"/>
                  </a:lnTo>
                  <a:close/>
                  <a:moveTo>
                    <a:pt x="595091" y="1333606"/>
                  </a:moveTo>
                  <a:lnTo>
                    <a:pt x="637066" y="1355429"/>
                  </a:lnTo>
                  <a:lnTo>
                    <a:pt x="606082" y="1331724"/>
                  </a:lnTo>
                  <a:close/>
                  <a:moveTo>
                    <a:pt x="428609" y="1201887"/>
                  </a:moveTo>
                  <a:lnTo>
                    <a:pt x="440478" y="1214934"/>
                  </a:lnTo>
                  <a:lnTo>
                    <a:pt x="440423" y="1199096"/>
                  </a:lnTo>
                  <a:close/>
                  <a:moveTo>
                    <a:pt x="440423" y="1199096"/>
                  </a:moveTo>
                  <a:lnTo>
                    <a:pt x="398632" y="1183053"/>
                  </a:lnTo>
                  <a:lnTo>
                    <a:pt x="428609" y="1201887"/>
                  </a:lnTo>
                  <a:close/>
                  <a:moveTo>
                    <a:pt x="404228" y="1156686"/>
                  </a:moveTo>
                  <a:lnTo>
                    <a:pt x="398632" y="1183053"/>
                  </a:lnTo>
                  <a:lnTo>
                    <a:pt x="440423" y="1199096"/>
                  </a:lnTo>
                  <a:close/>
                  <a:moveTo>
                    <a:pt x="434694" y="1159006"/>
                  </a:moveTo>
                  <a:lnTo>
                    <a:pt x="404228" y="1156686"/>
                  </a:lnTo>
                  <a:lnTo>
                    <a:pt x="440423" y="1199096"/>
                  </a:lnTo>
                  <a:close/>
                  <a:moveTo>
                    <a:pt x="262835" y="1011383"/>
                  </a:moveTo>
                  <a:lnTo>
                    <a:pt x="244567" y="1018113"/>
                  </a:lnTo>
                  <a:lnTo>
                    <a:pt x="230875" y="1054147"/>
                  </a:lnTo>
                  <a:close/>
                  <a:moveTo>
                    <a:pt x="216743" y="981358"/>
                  </a:moveTo>
                  <a:lnTo>
                    <a:pt x="219007" y="975179"/>
                  </a:lnTo>
                  <a:lnTo>
                    <a:pt x="219071" y="930380"/>
                  </a:lnTo>
                  <a:close/>
                  <a:moveTo>
                    <a:pt x="645585" y="1314541"/>
                  </a:moveTo>
                  <a:lnTo>
                    <a:pt x="606082" y="1331724"/>
                  </a:lnTo>
                  <a:lnTo>
                    <a:pt x="637066" y="1355429"/>
                  </a:lnTo>
                  <a:close/>
                  <a:moveTo>
                    <a:pt x="230490" y="890664"/>
                  </a:moveTo>
                  <a:lnTo>
                    <a:pt x="222210" y="925539"/>
                  </a:lnTo>
                  <a:lnTo>
                    <a:pt x="220973" y="884087"/>
                  </a:lnTo>
                  <a:close/>
                  <a:moveTo>
                    <a:pt x="694776" y="1306740"/>
                  </a:moveTo>
                  <a:lnTo>
                    <a:pt x="667564" y="1260602"/>
                  </a:lnTo>
                  <a:lnTo>
                    <a:pt x="656766" y="1265807"/>
                  </a:lnTo>
                  <a:close/>
                  <a:moveTo>
                    <a:pt x="656766" y="1265807"/>
                  </a:moveTo>
                  <a:lnTo>
                    <a:pt x="665707" y="1270099"/>
                  </a:lnTo>
                  <a:lnTo>
                    <a:pt x="694776" y="1306740"/>
                  </a:lnTo>
                  <a:close/>
                  <a:moveTo>
                    <a:pt x="636107" y="1187092"/>
                  </a:moveTo>
                  <a:lnTo>
                    <a:pt x="605663" y="1170179"/>
                  </a:lnTo>
                  <a:lnTo>
                    <a:pt x="581374" y="1175574"/>
                  </a:lnTo>
                  <a:close/>
                  <a:moveTo>
                    <a:pt x="585826" y="1150338"/>
                  </a:moveTo>
                  <a:lnTo>
                    <a:pt x="581374" y="1175574"/>
                  </a:lnTo>
                  <a:lnTo>
                    <a:pt x="605663" y="1170179"/>
                  </a:lnTo>
                  <a:close/>
                  <a:moveTo>
                    <a:pt x="540930" y="1113582"/>
                  </a:moveTo>
                  <a:lnTo>
                    <a:pt x="540355" y="1146786"/>
                  </a:lnTo>
                  <a:lnTo>
                    <a:pt x="562220" y="1132330"/>
                  </a:lnTo>
                  <a:close/>
                  <a:moveTo>
                    <a:pt x="540930" y="1113582"/>
                  </a:moveTo>
                  <a:lnTo>
                    <a:pt x="522296" y="1130766"/>
                  </a:lnTo>
                  <a:lnTo>
                    <a:pt x="540355" y="1146786"/>
                  </a:lnTo>
                  <a:close/>
                  <a:moveTo>
                    <a:pt x="514789" y="1079571"/>
                  </a:moveTo>
                  <a:lnTo>
                    <a:pt x="511569" y="1078849"/>
                  </a:lnTo>
                  <a:lnTo>
                    <a:pt x="540930" y="1113582"/>
                  </a:lnTo>
                  <a:close/>
                  <a:moveTo>
                    <a:pt x="540930" y="1113582"/>
                  </a:moveTo>
                  <a:lnTo>
                    <a:pt x="511569" y="1078849"/>
                  </a:lnTo>
                  <a:lnTo>
                    <a:pt x="512557" y="1094011"/>
                  </a:lnTo>
                  <a:close/>
                  <a:moveTo>
                    <a:pt x="540930" y="1113582"/>
                  </a:moveTo>
                  <a:lnTo>
                    <a:pt x="512557" y="1094011"/>
                  </a:lnTo>
                  <a:lnTo>
                    <a:pt x="522296" y="1130766"/>
                  </a:lnTo>
                  <a:close/>
                  <a:moveTo>
                    <a:pt x="511322" y="1076828"/>
                  </a:moveTo>
                  <a:lnTo>
                    <a:pt x="486351" y="1069450"/>
                  </a:lnTo>
                  <a:lnTo>
                    <a:pt x="511569" y="1078849"/>
                  </a:lnTo>
                  <a:close/>
                  <a:moveTo>
                    <a:pt x="465577" y="1057256"/>
                  </a:moveTo>
                  <a:lnTo>
                    <a:pt x="486351" y="1069450"/>
                  </a:lnTo>
                  <a:lnTo>
                    <a:pt x="511322" y="1076828"/>
                  </a:lnTo>
                  <a:close/>
                  <a:moveTo>
                    <a:pt x="511322" y="1076828"/>
                  </a:moveTo>
                  <a:lnTo>
                    <a:pt x="511569" y="1078849"/>
                  </a:lnTo>
                  <a:lnTo>
                    <a:pt x="514789" y="1079571"/>
                  </a:lnTo>
                  <a:close/>
                  <a:moveTo>
                    <a:pt x="648388" y="1138376"/>
                  </a:moveTo>
                  <a:lnTo>
                    <a:pt x="613842" y="1139373"/>
                  </a:lnTo>
                  <a:lnTo>
                    <a:pt x="654307" y="1178312"/>
                  </a:lnTo>
                  <a:close/>
                  <a:moveTo>
                    <a:pt x="654307" y="1178312"/>
                  </a:moveTo>
                  <a:lnTo>
                    <a:pt x="675618" y="1143327"/>
                  </a:lnTo>
                  <a:lnTo>
                    <a:pt x="648388" y="1138376"/>
                  </a:lnTo>
                  <a:close/>
                  <a:moveTo>
                    <a:pt x="585826" y="1150338"/>
                  </a:moveTo>
                  <a:lnTo>
                    <a:pt x="605663" y="1170179"/>
                  </a:lnTo>
                  <a:lnTo>
                    <a:pt x="613842" y="1139373"/>
                  </a:lnTo>
                  <a:close/>
                  <a:moveTo>
                    <a:pt x="613842" y="1139373"/>
                  </a:moveTo>
                  <a:lnTo>
                    <a:pt x="562220" y="1132330"/>
                  </a:lnTo>
                  <a:lnTo>
                    <a:pt x="585826" y="1150338"/>
                  </a:lnTo>
                  <a:close/>
                  <a:moveTo>
                    <a:pt x="575169" y="1098978"/>
                  </a:moveTo>
                  <a:lnTo>
                    <a:pt x="562220" y="1132330"/>
                  </a:lnTo>
                  <a:lnTo>
                    <a:pt x="613842" y="1139373"/>
                  </a:lnTo>
                  <a:close/>
                  <a:moveTo>
                    <a:pt x="648432" y="1109299"/>
                  </a:moveTo>
                  <a:lnTo>
                    <a:pt x="637191" y="1096399"/>
                  </a:lnTo>
                  <a:lnTo>
                    <a:pt x="648388" y="1138376"/>
                  </a:lnTo>
                  <a:close/>
                  <a:moveTo>
                    <a:pt x="648388" y="1138376"/>
                  </a:moveTo>
                  <a:lnTo>
                    <a:pt x="637191" y="1096399"/>
                  </a:lnTo>
                  <a:lnTo>
                    <a:pt x="605109" y="1101726"/>
                  </a:lnTo>
                  <a:close/>
                  <a:moveTo>
                    <a:pt x="648388" y="1138376"/>
                  </a:moveTo>
                  <a:lnTo>
                    <a:pt x="605109" y="1101726"/>
                  </a:lnTo>
                  <a:lnTo>
                    <a:pt x="613842" y="1139373"/>
                  </a:lnTo>
                  <a:close/>
                  <a:moveTo>
                    <a:pt x="648432" y="1109299"/>
                  </a:moveTo>
                  <a:lnTo>
                    <a:pt x="648388" y="1138376"/>
                  </a:lnTo>
                  <a:lnTo>
                    <a:pt x="656674" y="1096399"/>
                  </a:lnTo>
                  <a:close/>
                  <a:moveTo>
                    <a:pt x="593685" y="1066267"/>
                  </a:moveTo>
                  <a:lnTo>
                    <a:pt x="575169" y="1098978"/>
                  </a:lnTo>
                  <a:lnTo>
                    <a:pt x="605109" y="1101726"/>
                  </a:lnTo>
                  <a:close/>
                  <a:moveTo>
                    <a:pt x="643701" y="1091612"/>
                  </a:moveTo>
                  <a:lnTo>
                    <a:pt x="602715" y="1076828"/>
                  </a:lnTo>
                  <a:lnTo>
                    <a:pt x="605109" y="1101726"/>
                  </a:lnTo>
                  <a:close/>
                  <a:moveTo>
                    <a:pt x="511322" y="1076828"/>
                  </a:moveTo>
                  <a:lnTo>
                    <a:pt x="514789" y="1079571"/>
                  </a:lnTo>
                  <a:lnTo>
                    <a:pt x="519834" y="1072130"/>
                  </a:lnTo>
                  <a:close/>
                  <a:moveTo>
                    <a:pt x="405339" y="823299"/>
                  </a:moveTo>
                  <a:lnTo>
                    <a:pt x="381495" y="802359"/>
                  </a:lnTo>
                  <a:lnTo>
                    <a:pt x="403593" y="843973"/>
                  </a:lnTo>
                  <a:close/>
                  <a:moveTo>
                    <a:pt x="539558" y="951392"/>
                  </a:moveTo>
                  <a:lnTo>
                    <a:pt x="573945" y="932196"/>
                  </a:lnTo>
                  <a:lnTo>
                    <a:pt x="541162" y="947637"/>
                  </a:lnTo>
                  <a:close/>
                  <a:moveTo>
                    <a:pt x="534963" y="934212"/>
                  </a:moveTo>
                  <a:lnTo>
                    <a:pt x="541162" y="947637"/>
                  </a:lnTo>
                  <a:lnTo>
                    <a:pt x="573945" y="932196"/>
                  </a:lnTo>
                  <a:close/>
                  <a:moveTo>
                    <a:pt x="496522" y="867347"/>
                  </a:moveTo>
                  <a:lnTo>
                    <a:pt x="495071" y="895441"/>
                  </a:lnTo>
                  <a:lnTo>
                    <a:pt x="494997" y="858686"/>
                  </a:lnTo>
                  <a:close/>
                  <a:moveTo>
                    <a:pt x="505716" y="904619"/>
                  </a:moveTo>
                  <a:lnTo>
                    <a:pt x="495071" y="895441"/>
                  </a:lnTo>
                  <a:lnTo>
                    <a:pt x="496522" y="867347"/>
                  </a:lnTo>
                  <a:close/>
                  <a:moveTo>
                    <a:pt x="381495" y="802359"/>
                  </a:moveTo>
                  <a:lnTo>
                    <a:pt x="405339" y="823299"/>
                  </a:lnTo>
                  <a:lnTo>
                    <a:pt x="409163" y="794697"/>
                  </a:lnTo>
                  <a:close/>
                  <a:moveTo>
                    <a:pt x="409163" y="794697"/>
                  </a:moveTo>
                  <a:lnTo>
                    <a:pt x="405339" y="823299"/>
                  </a:lnTo>
                  <a:lnTo>
                    <a:pt x="417067" y="802359"/>
                  </a:lnTo>
                  <a:close/>
                  <a:moveTo>
                    <a:pt x="409163" y="794697"/>
                  </a:moveTo>
                  <a:lnTo>
                    <a:pt x="417067" y="802359"/>
                  </a:lnTo>
                  <a:lnTo>
                    <a:pt x="393099" y="777535"/>
                  </a:lnTo>
                  <a:close/>
                  <a:moveTo>
                    <a:pt x="739416" y="1104113"/>
                  </a:moveTo>
                  <a:lnTo>
                    <a:pt x="752794" y="1062925"/>
                  </a:lnTo>
                  <a:lnTo>
                    <a:pt x="716005" y="1079216"/>
                  </a:lnTo>
                  <a:close/>
                  <a:moveTo>
                    <a:pt x="752794" y="1062925"/>
                  </a:moveTo>
                  <a:lnTo>
                    <a:pt x="794809" y="1090434"/>
                  </a:lnTo>
                  <a:lnTo>
                    <a:pt x="760514" y="1062032"/>
                  </a:lnTo>
                  <a:close/>
                  <a:moveTo>
                    <a:pt x="696697" y="988522"/>
                  </a:moveTo>
                  <a:lnTo>
                    <a:pt x="671496" y="1005706"/>
                  </a:lnTo>
                  <a:lnTo>
                    <a:pt x="683877" y="1021040"/>
                  </a:lnTo>
                  <a:close/>
                  <a:moveTo>
                    <a:pt x="669615" y="968951"/>
                  </a:moveTo>
                  <a:lnTo>
                    <a:pt x="696697" y="988522"/>
                  </a:lnTo>
                  <a:lnTo>
                    <a:pt x="670467" y="951767"/>
                  </a:lnTo>
                  <a:close/>
                  <a:moveTo>
                    <a:pt x="644458" y="932196"/>
                  </a:moveTo>
                  <a:lnTo>
                    <a:pt x="670467" y="951767"/>
                  </a:lnTo>
                  <a:lnTo>
                    <a:pt x="648816" y="915012"/>
                  </a:lnTo>
                  <a:close/>
                  <a:moveTo>
                    <a:pt x="873203" y="1134387"/>
                  </a:moveTo>
                  <a:lnTo>
                    <a:pt x="840780" y="1135065"/>
                  </a:lnTo>
                  <a:lnTo>
                    <a:pt x="860522" y="1081604"/>
                  </a:lnTo>
                  <a:close/>
                  <a:moveTo>
                    <a:pt x="670467" y="951767"/>
                  </a:moveTo>
                  <a:lnTo>
                    <a:pt x="705540" y="984760"/>
                  </a:lnTo>
                  <a:lnTo>
                    <a:pt x="705026" y="940431"/>
                  </a:lnTo>
                  <a:close/>
                  <a:moveTo>
                    <a:pt x="692059" y="897829"/>
                  </a:moveTo>
                  <a:lnTo>
                    <a:pt x="705026" y="940431"/>
                  </a:lnTo>
                  <a:lnTo>
                    <a:pt x="707876" y="918353"/>
                  </a:lnTo>
                  <a:close/>
                  <a:moveTo>
                    <a:pt x="670467" y="951767"/>
                  </a:moveTo>
                  <a:lnTo>
                    <a:pt x="705026" y="940431"/>
                  </a:lnTo>
                  <a:lnTo>
                    <a:pt x="692059" y="897829"/>
                  </a:lnTo>
                  <a:close/>
                  <a:moveTo>
                    <a:pt x="651760" y="833119"/>
                  </a:moveTo>
                  <a:lnTo>
                    <a:pt x="633545" y="837214"/>
                  </a:lnTo>
                  <a:lnTo>
                    <a:pt x="677808" y="861074"/>
                  </a:lnTo>
                  <a:close/>
                  <a:moveTo>
                    <a:pt x="624172" y="787564"/>
                  </a:moveTo>
                  <a:lnTo>
                    <a:pt x="608846" y="804747"/>
                  </a:lnTo>
                  <a:lnTo>
                    <a:pt x="639855" y="824319"/>
                  </a:lnTo>
                  <a:close/>
                  <a:moveTo>
                    <a:pt x="639855" y="824319"/>
                  </a:moveTo>
                  <a:lnTo>
                    <a:pt x="633545" y="837214"/>
                  </a:lnTo>
                  <a:lnTo>
                    <a:pt x="651760" y="833119"/>
                  </a:lnTo>
                  <a:close/>
                  <a:moveTo>
                    <a:pt x="913143" y="1101176"/>
                  </a:moveTo>
                  <a:lnTo>
                    <a:pt x="860522" y="1081604"/>
                  </a:lnTo>
                  <a:lnTo>
                    <a:pt x="887849" y="1118359"/>
                  </a:lnTo>
                  <a:close/>
                  <a:moveTo>
                    <a:pt x="692059" y="897829"/>
                  </a:moveTo>
                  <a:lnTo>
                    <a:pt x="707876" y="918353"/>
                  </a:lnTo>
                  <a:lnTo>
                    <a:pt x="718750" y="884526"/>
                  </a:lnTo>
                  <a:close/>
                  <a:moveTo>
                    <a:pt x="718750" y="884526"/>
                  </a:moveTo>
                  <a:lnTo>
                    <a:pt x="707876" y="918353"/>
                  </a:lnTo>
                  <a:lnTo>
                    <a:pt x="722691" y="897829"/>
                  </a:lnTo>
                  <a:close/>
                  <a:moveTo>
                    <a:pt x="718750" y="884526"/>
                  </a:moveTo>
                  <a:lnTo>
                    <a:pt x="722691" y="897829"/>
                  </a:lnTo>
                  <a:lnTo>
                    <a:pt x="727046" y="860123"/>
                  </a:lnTo>
                  <a:close/>
                  <a:moveTo>
                    <a:pt x="701297" y="853968"/>
                  </a:moveTo>
                  <a:lnTo>
                    <a:pt x="718750" y="884526"/>
                  </a:lnTo>
                  <a:lnTo>
                    <a:pt x="727046" y="860123"/>
                  </a:lnTo>
                  <a:close/>
                  <a:moveTo>
                    <a:pt x="657541" y="770381"/>
                  </a:moveTo>
                  <a:lnTo>
                    <a:pt x="653425" y="821052"/>
                  </a:lnTo>
                  <a:lnTo>
                    <a:pt x="661768" y="774331"/>
                  </a:lnTo>
                  <a:close/>
                  <a:moveTo>
                    <a:pt x="639855" y="824319"/>
                  </a:moveTo>
                  <a:lnTo>
                    <a:pt x="653425" y="821052"/>
                  </a:lnTo>
                  <a:lnTo>
                    <a:pt x="657541" y="770381"/>
                  </a:lnTo>
                  <a:close/>
                  <a:moveTo>
                    <a:pt x="681271" y="770381"/>
                  </a:moveTo>
                  <a:lnTo>
                    <a:pt x="661768" y="774331"/>
                  </a:lnTo>
                  <a:lnTo>
                    <a:pt x="693095" y="771142"/>
                  </a:lnTo>
                  <a:close/>
                  <a:moveTo>
                    <a:pt x="693095" y="771142"/>
                  </a:moveTo>
                  <a:lnTo>
                    <a:pt x="661768" y="774331"/>
                  </a:lnTo>
                  <a:lnTo>
                    <a:pt x="653425" y="821052"/>
                  </a:lnTo>
                  <a:close/>
                  <a:moveTo>
                    <a:pt x="693095" y="771142"/>
                  </a:moveTo>
                  <a:lnTo>
                    <a:pt x="653425" y="821052"/>
                  </a:lnTo>
                  <a:lnTo>
                    <a:pt x="697618" y="812212"/>
                  </a:lnTo>
                  <a:close/>
                  <a:moveTo>
                    <a:pt x="701238" y="770381"/>
                  </a:moveTo>
                  <a:lnTo>
                    <a:pt x="693095" y="771142"/>
                  </a:lnTo>
                  <a:lnTo>
                    <a:pt x="697618" y="812212"/>
                  </a:lnTo>
                  <a:close/>
                  <a:moveTo>
                    <a:pt x="693410" y="768058"/>
                  </a:moveTo>
                  <a:lnTo>
                    <a:pt x="693095" y="771142"/>
                  </a:lnTo>
                  <a:lnTo>
                    <a:pt x="701238" y="770381"/>
                  </a:lnTo>
                  <a:close/>
                  <a:moveTo>
                    <a:pt x="681271" y="770381"/>
                  </a:moveTo>
                  <a:lnTo>
                    <a:pt x="693095" y="771142"/>
                  </a:lnTo>
                  <a:lnTo>
                    <a:pt x="693410" y="768058"/>
                  </a:lnTo>
                  <a:close/>
                  <a:moveTo>
                    <a:pt x="978294" y="1122192"/>
                  </a:moveTo>
                  <a:lnTo>
                    <a:pt x="1007437" y="1098487"/>
                  </a:lnTo>
                  <a:lnTo>
                    <a:pt x="997088" y="1089255"/>
                  </a:lnTo>
                  <a:close/>
                  <a:moveTo>
                    <a:pt x="978294" y="1122192"/>
                  </a:moveTo>
                  <a:lnTo>
                    <a:pt x="997088" y="1089255"/>
                  </a:lnTo>
                  <a:lnTo>
                    <a:pt x="966958" y="1086661"/>
                  </a:lnTo>
                  <a:close/>
                  <a:moveTo>
                    <a:pt x="923232" y="1095121"/>
                  </a:moveTo>
                  <a:lnTo>
                    <a:pt x="966958" y="1086661"/>
                  </a:lnTo>
                  <a:lnTo>
                    <a:pt x="953946" y="1052493"/>
                  </a:lnTo>
                  <a:close/>
                  <a:moveTo>
                    <a:pt x="966958" y="1086661"/>
                  </a:moveTo>
                  <a:lnTo>
                    <a:pt x="997088" y="1089255"/>
                  </a:lnTo>
                  <a:lnTo>
                    <a:pt x="981274" y="1057364"/>
                  </a:lnTo>
                  <a:close/>
                  <a:moveTo>
                    <a:pt x="966958" y="1086661"/>
                  </a:moveTo>
                  <a:lnTo>
                    <a:pt x="981274" y="1057364"/>
                  </a:lnTo>
                  <a:lnTo>
                    <a:pt x="953946" y="1052493"/>
                  </a:lnTo>
                  <a:close/>
                  <a:moveTo>
                    <a:pt x="769916" y="789952"/>
                  </a:moveTo>
                  <a:lnTo>
                    <a:pt x="739965" y="817543"/>
                  </a:lnTo>
                  <a:lnTo>
                    <a:pt x="776647" y="843891"/>
                  </a:lnTo>
                  <a:close/>
                  <a:moveTo>
                    <a:pt x="769916" y="789952"/>
                  </a:moveTo>
                  <a:lnTo>
                    <a:pt x="776647" y="843891"/>
                  </a:lnTo>
                  <a:lnTo>
                    <a:pt x="777256" y="826707"/>
                  </a:lnTo>
                  <a:close/>
                  <a:moveTo>
                    <a:pt x="657541" y="770381"/>
                  </a:moveTo>
                  <a:lnTo>
                    <a:pt x="661768" y="774331"/>
                  </a:lnTo>
                  <a:lnTo>
                    <a:pt x="663816" y="767857"/>
                  </a:lnTo>
                  <a:close/>
                  <a:moveTo>
                    <a:pt x="663816" y="767857"/>
                  </a:moveTo>
                  <a:lnTo>
                    <a:pt x="661768" y="774331"/>
                  </a:lnTo>
                  <a:lnTo>
                    <a:pt x="681271" y="770381"/>
                  </a:lnTo>
                  <a:close/>
                  <a:moveTo>
                    <a:pt x="696744" y="723428"/>
                  </a:moveTo>
                  <a:lnTo>
                    <a:pt x="681271" y="770381"/>
                  </a:lnTo>
                  <a:lnTo>
                    <a:pt x="693410" y="768058"/>
                  </a:lnTo>
                  <a:close/>
                  <a:moveTo>
                    <a:pt x="663816" y="767857"/>
                  </a:moveTo>
                  <a:lnTo>
                    <a:pt x="681271" y="770381"/>
                  </a:lnTo>
                  <a:lnTo>
                    <a:pt x="696744" y="723428"/>
                  </a:lnTo>
                  <a:close/>
                  <a:moveTo>
                    <a:pt x="722468" y="716442"/>
                  </a:moveTo>
                  <a:lnTo>
                    <a:pt x="693410" y="768058"/>
                  </a:lnTo>
                  <a:lnTo>
                    <a:pt x="701238" y="770381"/>
                  </a:lnTo>
                  <a:close/>
                  <a:moveTo>
                    <a:pt x="582061" y="504689"/>
                  </a:moveTo>
                  <a:lnTo>
                    <a:pt x="546802" y="540329"/>
                  </a:lnTo>
                  <a:lnTo>
                    <a:pt x="553193" y="521330"/>
                  </a:lnTo>
                  <a:close/>
                  <a:moveTo>
                    <a:pt x="1066889" y="1030054"/>
                  </a:moveTo>
                  <a:lnTo>
                    <a:pt x="1084101" y="1072691"/>
                  </a:lnTo>
                  <a:lnTo>
                    <a:pt x="1087900" y="1053963"/>
                  </a:lnTo>
                  <a:close/>
                  <a:moveTo>
                    <a:pt x="1066889" y="1030054"/>
                  </a:moveTo>
                  <a:lnTo>
                    <a:pt x="1044977" y="1018056"/>
                  </a:lnTo>
                  <a:lnTo>
                    <a:pt x="1026632" y="1045674"/>
                  </a:lnTo>
                  <a:close/>
                  <a:moveTo>
                    <a:pt x="769916" y="789952"/>
                  </a:moveTo>
                  <a:lnTo>
                    <a:pt x="813918" y="777049"/>
                  </a:lnTo>
                  <a:lnTo>
                    <a:pt x="807621" y="776958"/>
                  </a:lnTo>
                  <a:close/>
                  <a:moveTo>
                    <a:pt x="799100" y="739138"/>
                  </a:moveTo>
                  <a:lnTo>
                    <a:pt x="761076" y="742963"/>
                  </a:lnTo>
                  <a:lnTo>
                    <a:pt x="807621" y="776958"/>
                  </a:lnTo>
                  <a:close/>
                  <a:moveTo>
                    <a:pt x="799100" y="739138"/>
                  </a:moveTo>
                  <a:lnTo>
                    <a:pt x="807621" y="776958"/>
                  </a:lnTo>
                  <a:lnTo>
                    <a:pt x="822413" y="747273"/>
                  </a:lnTo>
                  <a:close/>
                  <a:moveTo>
                    <a:pt x="757235" y="699259"/>
                  </a:moveTo>
                  <a:lnTo>
                    <a:pt x="761076" y="742963"/>
                  </a:lnTo>
                  <a:lnTo>
                    <a:pt x="760767" y="702900"/>
                  </a:lnTo>
                  <a:close/>
                  <a:moveTo>
                    <a:pt x="761076" y="742963"/>
                  </a:moveTo>
                  <a:lnTo>
                    <a:pt x="799100" y="739138"/>
                  </a:lnTo>
                  <a:lnTo>
                    <a:pt x="760767" y="702900"/>
                  </a:lnTo>
                  <a:close/>
                  <a:moveTo>
                    <a:pt x="722468" y="716442"/>
                  </a:moveTo>
                  <a:lnTo>
                    <a:pt x="757235" y="699259"/>
                  </a:lnTo>
                  <a:lnTo>
                    <a:pt x="697909" y="688671"/>
                  </a:lnTo>
                  <a:close/>
                  <a:moveTo>
                    <a:pt x="757235" y="699259"/>
                  </a:moveTo>
                  <a:lnTo>
                    <a:pt x="717877" y="667120"/>
                  </a:lnTo>
                  <a:lnTo>
                    <a:pt x="697909" y="688671"/>
                  </a:lnTo>
                  <a:close/>
                  <a:moveTo>
                    <a:pt x="169468" y="3929"/>
                  </a:moveTo>
                  <a:lnTo>
                    <a:pt x="180519" y="0"/>
                  </a:lnTo>
                  <a:lnTo>
                    <a:pt x="148796" y="5968"/>
                  </a:lnTo>
                  <a:close/>
                  <a:moveTo>
                    <a:pt x="169468" y="3929"/>
                  </a:moveTo>
                  <a:lnTo>
                    <a:pt x="191023" y="13493"/>
                  </a:lnTo>
                  <a:lnTo>
                    <a:pt x="180519" y="0"/>
                  </a:lnTo>
                  <a:close/>
                  <a:moveTo>
                    <a:pt x="1087900" y="1053963"/>
                  </a:moveTo>
                  <a:lnTo>
                    <a:pt x="1096972" y="1017480"/>
                  </a:lnTo>
                  <a:lnTo>
                    <a:pt x="1066889" y="1030054"/>
                  </a:lnTo>
                  <a:close/>
                  <a:moveTo>
                    <a:pt x="1066889" y="1030054"/>
                  </a:moveTo>
                  <a:lnTo>
                    <a:pt x="1096972" y="1017480"/>
                  </a:lnTo>
                  <a:lnTo>
                    <a:pt x="1053649" y="980865"/>
                  </a:lnTo>
                  <a:close/>
                  <a:moveTo>
                    <a:pt x="1053649" y="980865"/>
                  </a:moveTo>
                  <a:lnTo>
                    <a:pt x="1096972" y="1017480"/>
                  </a:lnTo>
                  <a:lnTo>
                    <a:pt x="1085808" y="981809"/>
                  </a:lnTo>
                  <a:close/>
                  <a:moveTo>
                    <a:pt x="1066889" y="1030054"/>
                  </a:moveTo>
                  <a:lnTo>
                    <a:pt x="1053649" y="980865"/>
                  </a:lnTo>
                  <a:lnTo>
                    <a:pt x="1044977" y="1018056"/>
                  </a:lnTo>
                  <a:close/>
                  <a:moveTo>
                    <a:pt x="1042014" y="976116"/>
                  </a:moveTo>
                  <a:lnTo>
                    <a:pt x="1044977" y="1018056"/>
                  </a:lnTo>
                  <a:lnTo>
                    <a:pt x="1053649" y="980865"/>
                  </a:lnTo>
                  <a:close/>
                  <a:moveTo>
                    <a:pt x="1053649" y="980865"/>
                  </a:moveTo>
                  <a:lnTo>
                    <a:pt x="1085808" y="981809"/>
                  </a:lnTo>
                  <a:lnTo>
                    <a:pt x="1030854" y="954650"/>
                  </a:lnTo>
                  <a:close/>
                  <a:moveTo>
                    <a:pt x="1010138" y="944403"/>
                  </a:moveTo>
                  <a:lnTo>
                    <a:pt x="1042014" y="976116"/>
                  </a:lnTo>
                  <a:lnTo>
                    <a:pt x="1053649" y="980865"/>
                  </a:lnTo>
                  <a:close/>
                  <a:moveTo>
                    <a:pt x="862945" y="772769"/>
                  </a:moveTo>
                  <a:lnTo>
                    <a:pt x="884066" y="790167"/>
                  </a:lnTo>
                  <a:lnTo>
                    <a:pt x="903285" y="765817"/>
                  </a:lnTo>
                  <a:close/>
                  <a:moveTo>
                    <a:pt x="862945" y="772769"/>
                  </a:moveTo>
                  <a:lnTo>
                    <a:pt x="903285" y="765817"/>
                  </a:lnTo>
                  <a:lnTo>
                    <a:pt x="885939" y="755586"/>
                  </a:lnTo>
                  <a:close/>
                  <a:moveTo>
                    <a:pt x="760552" y="698642"/>
                  </a:moveTo>
                  <a:lnTo>
                    <a:pt x="757235" y="699259"/>
                  </a:lnTo>
                  <a:lnTo>
                    <a:pt x="760767" y="702900"/>
                  </a:lnTo>
                  <a:close/>
                  <a:moveTo>
                    <a:pt x="757235" y="699259"/>
                  </a:moveTo>
                  <a:lnTo>
                    <a:pt x="760552" y="698642"/>
                  </a:lnTo>
                  <a:lnTo>
                    <a:pt x="772238" y="649581"/>
                  </a:lnTo>
                  <a:close/>
                  <a:moveTo>
                    <a:pt x="885939" y="755586"/>
                  </a:moveTo>
                  <a:lnTo>
                    <a:pt x="912204" y="746110"/>
                  </a:lnTo>
                  <a:lnTo>
                    <a:pt x="870148" y="718831"/>
                  </a:lnTo>
                  <a:close/>
                  <a:moveTo>
                    <a:pt x="807235" y="598283"/>
                  </a:moveTo>
                  <a:lnTo>
                    <a:pt x="828560" y="608034"/>
                  </a:lnTo>
                  <a:lnTo>
                    <a:pt x="832093" y="560415"/>
                  </a:lnTo>
                  <a:close/>
                  <a:moveTo>
                    <a:pt x="961588" y="554062"/>
                  </a:moveTo>
                  <a:lnTo>
                    <a:pt x="991977" y="593771"/>
                  </a:lnTo>
                  <a:lnTo>
                    <a:pt x="968952" y="557016"/>
                  </a:lnTo>
                  <a:close/>
                </a:path>
              </a:pathLst>
            </a:custGeom>
            <a:solidFill>
              <a:srgbClr val="C9D2D8"/>
            </a:solidFill>
            <a:ln w="1524">
              <a:solidFill>
                <a:srgbClr val="C9D2D8"/>
              </a:solidFill>
            </a:ln>
          </p:spPr>
        </p:sp>
        <p:sp>
          <p:nvSpPr>
            <p:cNvPr id="73" name="Input_density__72">
              <a:extLst>
                <a:ext uri="{FF2B5EF4-FFF2-40B4-BE49-F238E27FC236}">
                  <a16:creationId xmlns:a16="http://schemas.microsoft.com/office/drawing/2014/main" id="{741F1A27-1526-31BE-4C91-124AE3413BE9}"/>
                </a:ext>
              </a:extLst>
            </p:cNvPr>
            <p:cNvSpPr>
              <a:spLocks noGrp="1"/>
            </p:cNvSpPr>
            <p:nvPr/>
          </p:nvSpPr>
          <p:spPr>
            <a:xfrm>
              <a:off x="904944" y="2303222"/>
              <a:ext cx="1049061" cy="970305"/>
            </a:xfrm>
            <a:custGeom>
              <a:avLst/>
              <a:gdLst/>
              <a:ahLst/>
              <a:cxnLst/>
              <a:rect l="0" t="0" r="0" b="0"/>
              <a:pathLst>
                <a:path w="1049061" h="970305">
                  <a:moveTo>
                    <a:pt x="11441" y="675613"/>
                  </a:moveTo>
                  <a:lnTo>
                    <a:pt x="0" y="665941"/>
                  </a:lnTo>
                  <a:lnTo>
                    <a:pt x="12374" y="688575"/>
                  </a:lnTo>
                  <a:close/>
                  <a:moveTo>
                    <a:pt x="269168" y="896142"/>
                  </a:moveTo>
                  <a:lnTo>
                    <a:pt x="270886" y="909422"/>
                  </a:lnTo>
                  <a:lnTo>
                    <a:pt x="292707" y="916659"/>
                  </a:lnTo>
                  <a:close/>
                  <a:moveTo>
                    <a:pt x="349890" y="915714"/>
                  </a:moveTo>
                  <a:lnTo>
                    <a:pt x="317142" y="932897"/>
                  </a:lnTo>
                  <a:lnTo>
                    <a:pt x="333005" y="942747"/>
                  </a:lnTo>
                  <a:close/>
                  <a:moveTo>
                    <a:pt x="317142" y="932897"/>
                  </a:moveTo>
                  <a:lnTo>
                    <a:pt x="349890" y="915714"/>
                  </a:lnTo>
                  <a:lnTo>
                    <a:pt x="292707" y="916659"/>
                  </a:lnTo>
                  <a:close/>
                  <a:moveTo>
                    <a:pt x="349890" y="915714"/>
                  </a:moveTo>
                  <a:lnTo>
                    <a:pt x="310962" y="888700"/>
                  </a:lnTo>
                  <a:lnTo>
                    <a:pt x="292707" y="916659"/>
                  </a:lnTo>
                  <a:close/>
                  <a:moveTo>
                    <a:pt x="290191" y="878959"/>
                  </a:moveTo>
                  <a:lnTo>
                    <a:pt x="292707" y="916659"/>
                  </a:lnTo>
                  <a:lnTo>
                    <a:pt x="310962" y="888700"/>
                  </a:lnTo>
                  <a:close/>
                  <a:moveTo>
                    <a:pt x="290191" y="878959"/>
                  </a:moveTo>
                  <a:lnTo>
                    <a:pt x="269168" y="896142"/>
                  </a:lnTo>
                  <a:lnTo>
                    <a:pt x="292707" y="916659"/>
                  </a:lnTo>
                  <a:close/>
                  <a:moveTo>
                    <a:pt x="269168" y="896142"/>
                  </a:moveTo>
                  <a:lnTo>
                    <a:pt x="290191" y="878959"/>
                  </a:lnTo>
                  <a:lnTo>
                    <a:pt x="247463" y="872074"/>
                  </a:lnTo>
                  <a:close/>
                  <a:moveTo>
                    <a:pt x="290191" y="878959"/>
                  </a:moveTo>
                  <a:lnTo>
                    <a:pt x="272334" y="868854"/>
                  </a:lnTo>
                  <a:lnTo>
                    <a:pt x="247463" y="872074"/>
                  </a:lnTo>
                  <a:close/>
                  <a:moveTo>
                    <a:pt x="247463" y="872074"/>
                  </a:moveTo>
                  <a:lnTo>
                    <a:pt x="230020" y="843721"/>
                  </a:lnTo>
                  <a:lnTo>
                    <a:pt x="234955" y="859387"/>
                  </a:lnTo>
                  <a:close/>
                  <a:moveTo>
                    <a:pt x="234955" y="859387"/>
                  </a:moveTo>
                  <a:lnTo>
                    <a:pt x="230020" y="843721"/>
                  </a:lnTo>
                  <a:lnTo>
                    <a:pt x="206609" y="818007"/>
                  </a:lnTo>
                  <a:close/>
                  <a:moveTo>
                    <a:pt x="432747" y="970305"/>
                  </a:moveTo>
                  <a:lnTo>
                    <a:pt x="408423" y="941278"/>
                  </a:lnTo>
                  <a:lnTo>
                    <a:pt x="415946" y="952469"/>
                  </a:lnTo>
                  <a:close/>
                  <a:moveTo>
                    <a:pt x="419394" y="948750"/>
                  </a:moveTo>
                  <a:lnTo>
                    <a:pt x="408423" y="941278"/>
                  </a:lnTo>
                  <a:lnTo>
                    <a:pt x="432747" y="970305"/>
                  </a:lnTo>
                  <a:close/>
                  <a:moveTo>
                    <a:pt x="458103" y="968900"/>
                  </a:moveTo>
                  <a:lnTo>
                    <a:pt x="419394" y="948750"/>
                  </a:lnTo>
                  <a:lnTo>
                    <a:pt x="432747" y="970305"/>
                  </a:lnTo>
                  <a:close/>
                  <a:moveTo>
                    <a:pt x="415946" y="952469"/>
                  </a:moveTo>
                  <a:lnTo>
                    <a:pt x="408423" y="941278"/>
                  </a:lnTo>
                  <a:lnTo>
                    <a:pt x="385887" y="914852"/>
                  </a:lnTo>
                  <a:close/>
                  <a:moveTo>
                    <a:pt x="408423" y="941278"/>
                  </a:moveTo>
                  <a:lnTo>
                    <a:pt x="367077" y="915714"/>
                  </a:lnTo>
                  <a:lnTo>
                    <a:pt x="385887" y="914852"/>
                  </a:lnTo>
                  <a:close/>
                  <a:moveTo>
                    <a:pt x="366542" y="875723"/>
                  </a:moveTo>
                  <a:lnTo>
                    <a:pt x="385887" y="914852"/>
                  </a:lnTo>
                  <a:lnTo>
                    <a:pt x="366457" y="878959"/>
                  </a:lnTo>
                  <a:close/>
                  <a:moveTo>
                    <a:pt x="366457" y="878959"/>
                  </a:moveTo>
                  <a:lnTo>
                    <a:pt x="385887" y="914852"/>
                  </a:lnTo>
                  <a:lnTo>
                    <a:pt x="367077" y="915714"/>
                  </a:lnTo>
                  <a:close/>
                  <a:moveTo>
                    <a:pt x="366542" y="875723"/>
                  </a:moveTo>
                  <a:lnTo>
                    <a:pt x="366457" y="878959"/>
                  </a:lnTo>
                  <a:lnTo>
                    <a:pt x="352599" y="870079"/>
                  </a:lnTo>
                  <a:close/>
                  <a:moveTo>
                    <a:pt x="400311" y="877401"/>
                  </a:moveTo>
                  <a:lnTo>
                    <a:pt x="387763" y="915714"/>
                  </a:lnTo>
                  <a:lnTo>
                    <a:pt x="385887" y="914852"/>
                  </a:lnTo>
                  <a:close/>
                  <a:moveTo>
                    <a:pt x="352599" y="870079"/>
                  </a:moveTo>
                  <a:lnTo>
                    <a:pt x="366457" y="878959"/>
                  </a:lnTo>
                  <a:lnTo>
                    <a:pt x="332328" y="844011"/>
                  </a:lnTo>
                  <a:close/>
                  <a:moveTo>
                    <a:pt x="330969" y="842204"/>
                  </a:moveTo>
                  <a:lnTo>
                    <a:pt x="352599" y="870079"/>
                  </a:lnTo>
                  <a:lnTo>
                    <a:pt x="332328" y="844011"/>
                  </a:lnTo>
                  <a:close/>
                  <a:moveTo>
                    <a:pt x="310812" y="832215"/>
                  </a:moveTo>
                  <a:lnTo>
                    <a:pt x="291545" y="816105"/>
                  </a:lnTo>
                  <a:lnTo>
                    <a:pt x="273405" y="790791"/>
                  </a:lnTo>
                  <a:close/>
                  <a:moveTo>
                    <a:pt x="310812" y="832215"/>
                  </a:moveTo>
                  <a:lnTo>
                    <a:pt x="330969" y="842204"/>
                  </a:lnTo>
                  <a:lnTo>
                    <a:pt x="291545" y="816105"/>
                  </a:lnTo>
                  <a:close/>
                  <a:moveTo>
                    <a:pt x="264997" y="714756"/>
                  </a:moveTo>
                  <a:lnTo>
                    <a:pt x="271656" y="741743"/>
                  </a:lnTo>
                  <a:lnTo>
                    <a:pt x="296226" y="737399"/>
                  </a:lnTo>
                  <a:close/>
                  <a:moveTo>
                    <a:pt x="241444" y="731939"/>
                  </a:moveTo>
                  <a:lnTo>
                    <a:pt x="264997" y="714756"/>
                  </a:lnTo>
                  <a:lnTo>
                    <a:pt x="235018" y="729337"/>
                  </a:lnTo>
                  <a:close/>
                  <a:moveTo>
                    <a:pt x="214348" y="680424"/>
                  </a:moveTo>
                  <a:lnTo>
                    <a:pt x="165299" y="717821"/>
                  </a:lnTo>
                  <a:lnTo>
                    <a:pt x="199604" y="721505"/>
                  </a:lnTo>
                  <a:close/>
                  <a:moveTo>
                    <a:pt x="199604" y="721505"/>
                  </a:moveTo>
                  <a:lnTo>
                    <a:pt x="235018" y="729337"/>
                  </a:lnTo>
                  <a:lnTo>
                    <a:pt x="249245" y="686321"/>
                  </a:lnTo>
                  <a:close/>
                  <a:moveTo>
                    <a:pt x="200821" y="629847"/>
                  </a:moveTo>
                  <a:lnTo>
                    <a:pt x="166093" y="621674"/>
                  </a:lnTo>
                  <a:lnTo>
                    <a:pt x="168685" y="642762"/>
                  </a:lnTo>
                  <a:close/>
                  <a:moveTo>
                    <a:pt x="168685" y="642762"/>
                  </a:moveTo>
                  <a:lnTo>
                    <a:pt x="166093" y="621674"/>
                  </a:lnTo>
                  <a:lnTo>
                    <a:pt x="156027" y="608306"/>
                  </a:lnTo>
                  <a:close/>
                  <a:moveTo>
                    <a:pt x="136927" y="579087"/>
                  </a:moveTo>
                  <a:lnTo>
                    <a:pt x="186902" y="577806"/>
                  </a:lnTo>
                  <a:lnTo>
                    <a:pt x="174794" y="567736"/>
                  </a:lnTo>
                  <a:close/>
                  <a:moveTo>
                    <a:pt x="136927" y="579087"/>
                  </a:moveTo>
                  <a:lnTo>
                    <a:pt x="132372" y="567736"/>
                  </a:lnTo>
                  <a:lnTo>
                    <a:pt x="139213" y="604491"/>
                  </a:lnTo>
                  <a:close/>
                  <a:moveTo>
                    <a:pt x="136927" y="579087"/>
                  </a:moveTo>
                  <a:lnTo>
                    <a:pt x="174794" y="567736"/>
                  </a:lnTo>
                  <a:lnTo>
                    <a:pt x="146205" y="550224"/>
                  </a:lnTo>
                  <a:close/>
                  <a:moveTo>
                    <a:pt x="146205" y="550224"/>
                  </a:moveTo>
                  <a:lnTo>
                    <a:pt x="115947" y="530981"/>
                  </a:lnTo>
                  <a:lnTo>
                    <a:pt x="136927" y="579087"/>
                  </a:lnTo>
                  <a:close/>
                  <a:moveTo>
                    <a:pt x="340053" y="734327"/>
                  </a:moveTo>
                  <a:lnTo>
                    <a:pt x="309015" y="751511"/>
                  </a:lnTo>
                  <a:lnTo>
                    <a:pt x="339444" y="774406"/>
                  </a:lnTo>
                  <a:close/>
                  <a:moveTo>
                    <a:pt x="388625" y="778384"/>
                  </a:moveTo>
                  <a:lnTo>
                    <a:pt x="392959" y="771082"/>
                  </a:lnTo>
                  <a:lnTo>
                    <a:pt x="373981" y="778959"/>
                  </a:lnTo>
                  <a:close/>
                  <a:moveTo>
                    <a:pt x="373981" y="778959"/>
                  </a:moveTo>
                  <a:lnTo>
                    <a:pt x="392959" y="771082"/>
                  </a:lnTo>
                  <a:lnTo>
                    <a:pt x="359266" y="752308"/>
                  </a:lnTo>
                  <a:close/>
                  <a:moveTo>
                    <a:pt x="337398" y="670549"/>
                  </a:moveTo>
                  <a:lnTo>
                    <a:pt x="282703" y="678001"/>
                  </a:lnTo>
                  <a:lnTo>
                    <a:pt x="299801" y="706926"/>
                  </a:lnTo>
                  <a:close/>
                  <a:moveTo>
                    <a:pt x="299801" y="706926"/>
                  </a:moveTo>
                  <a:lnTo>
                    <a:pt x="282703" y="678001"/>
                  </a:lnTo>
                  <a:lnTo>
                    <a:pt x="283926" y="675085"/>
                  </a:lnTo>
                  <a:close/>
                  <a:moveTo>
                    <a:pt x="252537" y="673515"/>
                  </a:moveTo>
                  <a:lnTo>
                    <a:pt x="283926" y="675085"/>
                  </a:lnTo>
                  <a:lnTo>
                    <a:pt x="279481" y="674790"/>
                  </a:lnTo>
                  <a:close/>
                  <a:moveTo>
                    <a:pt x="245411" y="671986"/>
                  </a:moveTo>
                  <a:lnTo>
                    <a:pt x="252537" y="673515"/>
                  </a:lnTo>
                  <a:lnTo>
                    <a:pt x="279481" y="674790"/>
                  </a:lnTo>
                  <a:close/>
                  <a:moveTo>
                    <a:pt x="174794" y="567736"/>
                  </a:moveTo>
                  <a:lnTo>
                    <a:pt x="186902" y="577806"/>
                  </a:lnTo>
                  <a:lnTo>
                    <a:pt x="190138" y="587308"/>
                  </a:lnTo>
                  <a:close/>
                  <a:moveTo>
                    <a:pt x="198633" y="550552"/>
                  </a:moveTo>
                  <a:lnTo>
                    <a:pt x="204067" y="545775"/>
                  </a:lnTo>
                  <a:lnTo>
                    <a:pt x="174794" y="567736"/>
                  </a:lnTo>
                  <a:close/>
                  <a:moveTo>
                    <a:pt x="222943" y="587982"/>
                  </a:moveTo>
                  <a:lnTo>
                    <a:pt x="202569" y="597556"/>
                  </a:lnTo>
                  <a:lnTo>
                    <a:pt x="186902" y="577806"/>
                  </a:lnTo>
                  <a:close/>
                  <a:moveTo>
                    <a:pt x="151326" y="522634"/>
                  </a:moveTo>
                  <a:lnTo>
                    <a:pt x="186156" y="521406"/>
                  </a:lnTo>
                  <a:lnTo>
                    <a:pt x="175971" y="484938"/>
                  </a:lnTo>
                  <a:close/>
                  <a:moveTo>
                    <a:pt x="354696" y="689385"/>
                  </a:moveTo>
                  <a:lnTo>
                    <a:pt x="360959" y="697572"/>
                  </a:lnTo>
                  <a:lnTo>
                    <a:pt x="337398" y="670549"/>
                  </a:lnTo>
                  <a:close/>
                  <a:moveTo>
                    <a:pt x="241237" y="503714"/>
                  </a:moveTo>
                  <a:lnTo>
                    <a:pt x="255717" y="513797"/>
                  </a:lnTo>
                  <a:lnTo>
                    <a:pt x="253482" y="538506"/>
                  </a:lnTo>
                  <a:close/>
                  <a:moveTo>
                    <a:pt x="199466" y="423104"/>
                  </a:moveTo>
                  <a:lnTo>
                    <a:pt x="194014" y="440287"/>
                  </a:lnTo>
                  <a:lnTo>
                    <a:pt x="212156" y="459859"/>
                  </a:lnTo>
                  <a:close/>
                  <a:moveTo>
                    <a:pt x="545643" y="827409"/>
                  </a:moveTo>
                  <a:lnTo>
                    <a:pt x="572736" y="864164"/>
                  </a:lnTo>
                  <a:lnTo>
                    <a:pt x="586468" y="860136"/>
                  </a:lnTo>
                  <a:close/>
                  <a:moveTo>
                    <a:pt x="586468" y="860136"/>
                  </a:moveTo>
                  <a:lnTo>
                    <a:pt x="585739" y="864164"/>
                  </a:lnTo>
                  <a:lnTo>
                    <a:pt x="590503" y="812108"/>
                  </a:lnTo>
                  <a:close/>
                  <a:moveTo>
                    <a:pt x="399640" y="635188"/>
                  </a:moveTo>
                  <a:lnTo>
                    <a:pt x="360892" y="662179"/>
                  </a:lnTo>
                  <a:lnTo>
                    <a:pt x="394044" y="661555"/>
                  </a:lnTo>
                  <a:close/>
                  <a:moveTo>
                    <a:pt x="399640" y="635188"/>
                  </a:moveTo>
                  <a:lnTo>
                    <a:pt x="364330" y="636806"/>
                  </a:lnTo>
                  <a:lnTo>
                    <a:pt x="360892" y="662179"/>
                  </a:lnTo>
                  <a:close/>
                  <a:moveTo>
                    <a:pt x="376516" y="589696"/>
                  </a:moveTo>
                  <a:lnTo>
                    <a:pt x="368090" y="592884"/>
                  </a:lnTo>
                  <a:lnTo>
                    <a:pt x="396725" y="592811"/>
                  </a:lnTo>
                  <a:close/>
                  <a:moveTo>
                    <a:pt x="396725" y="592811"/>
                  </a:moveTo>
                  <a:lnTo>
                    <a:pt x="368090" y="592884"/>
                  </a:lnTo>
                  <a:lnTo>
                    <a:pt x="364330" y="636806"/>
                  </a:lnTo>
                  <a:close/>
                  <a:moveTo>
                    <a:pt x="399640" y="635188"/>
                  </a:moveTo>
                  <a:lnTo>
                    <a:pt x="417179" y="603270"/>
                  </a:lnTo>
                  <a:lnTo>
                    <a:pt x="396725" y="592811"/>
                  </a:lnTo>
                  <a:close/>
                  <a:moveTo>
                    <a:pt x="212156" y="459859"/>
                  </a:moveTo>
                  <a:lnTo>
                    <a:pt x="239979" y="496614"/>
                  </a:lnTo>
                  <a:lnTo>
                    <a:pt x="268157" y="468404"/>
                  </a:lnTo>
                  <a:close/>
                  <a:moveTo>
                    <a:pt x="268157" y="468404"/>
                  </a:moveTo>
                  <a:lnTo>
                    <a:pt x="239979" y="496614"/>
                  </a:lnTo>
                  <a:lnTo>
                    <a:pt x="258247" y="489885"/>
                  </a:lnTo>
                  <a:close/>
                  <a:moveTo>
                    <a:pt x="214419" y="453680"/>
                  </a:moveTo>
                  <a:lnTo>
                    <a:pt x="212156" y="459859"/>
                  </a:lnTo>
                  <a:lnTo>
                    <a:pt x="268157" y="468404"/>
                  </a:lnTo>
                  <a:close/>
                  <a:moveTo>
                    <a:pt x="440590" y="539490"/>
                  </a:moveTo>
                  <a:lnTo>
                    <a:pt x="430485" y="577019"/>
                  </a:lnTo>
                  <a:lnTo>
                    <a:pt x="460990" y="535757"/>
                  </a:lnTo>
                  <a:close/>
                  <a:moveTo>
                    <a:pt x="440590" y="539490"/>
                  </a:moveTo>
                  <a:lnTo>
                    <a:pt x="388376" y="516186"/>
                  </a:lnTo>
                  <a:lnTo>
                    <a:pt x="403843" y="505774"/>
                  </a:lnTo>
                  <a:close/>
                  <a:moveTo>
                    <a:pt x="581238" y="628839"/>
                  </a:moveTo>
                  <a:lnTo>
                    <a:pt x="568045" y="646022"/>
                  </a:lnTo>
                  <a:lnTo>
                    <a:pt x="576786" y="654076"/>
                  </a:lnTo>
                  <a:close/>
                  <a:moveTo>
                    <a:pt x="568045" y="646022"/>
                  </a:moveTo>
                  <a:lnTo>
                    <a:pt x="581238" y="628839"/>
                  </a:lnTo>
                  <a:lnTo>
                    <a:pt x="535767" y="625288"/>
                  </a:lnTo>
                  <a:close/>
                  <a:moveTo>
                    <a:pt x="581238" y="628839"/>
                  </a:moveTo>
                  <a:lnTo>
                    <a:pt x="557633" y="610832"/>
                  </a:lnTo>
                  <a:lnTo>
                    <a:pt x="535767" y="625288"/>
                  </a:lnTo>
                  <a:close/>
                  <a:moveTo>
                    <a:pt x="481763" y="547951"/>
                  </a:moveTo>
                  <a:lnTo>
                    <a:pt x="507969" y="572512"/>
                  </a:lnTo>
                  <a:lnTo>
                    <a:pt x="506981" y="557351"/>
                  </a:lnTo>
                  <a:close/>
                  <a:moveTo>
                    <a:pt x="440986" y="494421"/>
                  </a:moveTo>
                  <a:lnTo>
                    <a:pt x="465913" y="517061"/>
                  </a:lnTo>
                  <a:lnTo>
                    <a:pt x="423941" y="481819"/>
                  </a:lnTo>
                  <a:close/>
                  <a:moveTo>
                    <a:pt x="467469" y="518574"/>
                  </a:moveTo>
                  <a:lnTo>
                    <a:pt x="460990" y="535757"/>
                  </a:lnTo>
                  <a:lnTo>
                    <a:pt x="506735" y="555329"/>
                  </a:lnTo>
                  <a:close/>
                  <a:moveTo>
                    <a:pt x="467469" y="518574"/>
                  </a:moveTo>
                  <a:lnTo>
                    <a:pt x="473676" y="517714"/>
                  </a:lnTo>
                  <a:lnTo>
                    <a:pt x="460990" y="535757"/>
                  </a:lnTo>
                  <a:close/>
                  <a:moveTo>
                    <a:pt x="467469" y="518574"/>
                  </a:moveTo>
                  <a:lnTo>
                    <a:pt x="465913" y="517061"/>
                  </a:lnTo>
                  <a:lnTo>
                    <a:pt x="440986" y="494421"/>
                  </a:lnTo>
                  <a:close/>
                  <a:moveTo>
                    <a:pt x="662977" y="739104"/>
                  </a:moveTo>
                  <a:lnTo>
                    <a:pt x="699517" y="767587"/>
                  </a:lnTo>
                  <a:lnTo>
                    <a:pt x="694893" y="721921"/>
                  </a:lnTo>
                  <a:close/>
                  <a:moveTo>
                    <a:pt x="580163" y="538146"/>
                  </a:moveTo>
                  <a:lnTo>
                    <a:pt x="571369" y="565982"/>
                  </a:lnTo>
                  <a:lnTo>
                    <a:pt x="589097" y="544768"/>
                  </a:lnTo>
                  <a:close/>
                  <a:moveTo>
                    <a:pt x="589097" y="544768"/>
                  </a:moveTo>
                  <a:lnTo>
                    <a:pt x="571369" y="565982"/>
                  </a:lnTo>
                  <a:lnTo>
                    <a:pt x="570582" y="577480"/>
                  </a:lnTo>
                  <a:close/>
                  <a:moveTo>
                    <a:pt x="600522" y="580227"/>
                  </a:moveTo>
                  <a:lnTo>
                    <a:pt x="598127" y="555329"/>
                  </a:lnTo>
                  <a:lnTo>
                    <a:pt x="589097" y="544768"/>
                  </a:lnTo>
                  <a:close/>
                  <a:moveTo>
                    <a:pt x="540247" y="538146"/>
                  </a:moveTo>
                  <a:lnTo>
                    <a:pt x="556969" y="512144"/>
                  </a:lnTo>
                  <a:lnTo>
                    <a:pt x="550666" y="504177"/>
                  </a:lnTo>
                  <a:close/>
                  <a:moveTo>
                    <a:pt x="556969" y="512144"/>
                  </a:moveTo>
                  <a:lnTo>
                    <a:pt x="580163" y="538146"/>
                  </a:lnTo>
                  <a:lnTo>
                    <a:pt x="550666" y="504177"/>
                  </a:lnTo>
                  <a:close/>
                  <a:moveTo>
                    <a:pt x="399005" y="322474"/>
                  </a:moveTo>
                  <a:lnTo>
                    <a:pt x="358070" y="283919"/>
                  </a:lnTo>
                  <a:lnTo>
                    <a:pt x="354146" y="331856"/>
                  </a:lnTo>
                  <a:close/>
                  <a:moveTo>
                    <a:pt x="400752" y="301801"/>
                  </a:moveTo>
                  <a:lnTo>
                    <a:pt x="399005" y="322474"/>
                  </a:lnTo>
                  <a:lnTo>
                    <a:pt x="412480" y="280861"/>
                  </a:lnTo>
                  <a:close/>
                  <a:moveTo>
                    <a:pt x="571561" y="531937"/>
                  </a:moveTo>
                  <a:lnTo>
                    <a:pt x="580163" y="538146"/>
                  </a:lnTo>
                  <a:lnTo>
                    <a:pt x="556969" y="512144"/>
                  </a:lnTo>
                  <a:close/>
                  <a:moveTo>
                    <a:pt x="590116" y="415289"/>
                  </a:moveTo>
                  <a:lnTo>
                    <a:pt x="569357" y="410697"/>
                  </a:lnTo>
                  <a:lnTo>
                    <a:pt x="534970" y="429893"/>
                  </a:lnTo>
                  <a:close/>
                  <a:moveTo>
                    <a:pt x="554428" y="406435"/>
                  </a:moveTo>
                  <a:lnTo>
                    <a:pt x="525037" y="390771"/>
                  </a:lnTo>
                  <a:lnTo>
                    <a:pt x="569357" y="410697"/>
                  </a:lnTo>
                  <a:close/>
                  <a:moveTo>
                    <a:pt x="748207" y="541427"/>
                  </a:moveTo>
                  <a:lnTo>
                    <a:pt x="734828" y="582615"/>
                  </a:lnTo>
                  <a:lnTo>
                    <a:pt x="790221" y="568936"/>
                  </a:lnTo>
                  <a:close/>
                  <a:moveTo>
                    <a:pt x="569357" y="410697"/>
                  </a:moveTo>
                  <a:lnTo>
                    <a:pt x="590116" y="415289"/>
                  </a:lnTo>
                  <a:lnTo>
                    <a:pt x="591975" y="408187"/>
                  </a:lnTo>
                  <a:close/>
                  <a:moveTo>
                    <a:pt x="591975" y="408187"/>
                  </a:moveTo>
                  <a:lnTo>
                    <a:pt x="590116" y="415289"/>
                  </a:lnTo>
                  <a:lnTo>
                    <a:pt x="601845" y="410697"/>
                  </a:lnTo>
                  <a:close/>
                  <a:moveTo>
                    <a:pt x="582032" y="320004"/>
                  </a:moveTo>
                  <a:lnTo>
                    <a:pt x="584636" y="324660"/>
                  </a:lnTo>
                  <a:lnTo>
                    <a:pt x="526175" y="300801"/>
                  </a:lnTo>
                  <a:close/>
                  <a:moveTo>
                    <a:pt x="769222" y="569089"/>
                  </a:moveTo>
                  <a:lnTo>
                    <a:pt x="790069" y="577289"/>
                  </a:lnTo>
                  <a:lnTo>
                    <a:pt x="749906" y="542779"/>
                  </a:lnTo>
                  <a:close/>
                  <a:moveTo>
                    <a:pt x="755927" y="540534"/>
                  </a:moveTo>
                  <a:lnTo>
                    <a:pt x="790221" y="568936"/>
                  </a:lnTo>
                  <a:lnTo>
                    <a:pt x="789018" y="535336"/>
                  </a:lnTo>
                  <a:close/>
                  <a:moveTo>
                    <a:pt x="789031" y="490579"/>
                  </a:moveTo>
                  <a:lnTo>
                    <a:pt x="754476" y="491583"/>
                  </a:lnTo>
                  <a:lnTo>
                    <a:pt x="789018" y="535336"/>
                  </a:lnTo>
                  <a:close/>
                  <a:moveTo>
                    <a:pt x="754476" y="491583"/>
                  </a:moveTo>
                  <a:lnTo>
                    <a:pt x="789031" y="490579"/>
                  </a:lnTo>
                  <a:lnTo>
                    <a:pt x="741386" y="457478"/>
                  </a:lnTo>
                  <a:close/>
                  <a:moveTo>
                    <a:pt x="700952" y="463262"/>
                  </a:moveTo>
                  <a:lnTo>
                    <a:pt x="741386" y="457478"/>
                  </a:lnTo>
                  <a:lnTo>
                    <a:pt x="733266" y="419332"/>
                  </a:lnTo>
                  <a:close/>
                  <a:moveTo>
                    <a:pt x="718103" y="376331"/>
                  </a:moveTo>
                  <a:lnTo>
                    <a:pt x="703289" y="396854"/>
                  </a:lnTo>
                  <a:lnTo>
                    <a:pt x="722002" y="383743"/>
                  </a:lnTo>
                  <a:close/>
                  <a:moveTo>
                    <a:pt x="908556" y="579677"/>
                  </a:moveTo>
                  <a:lnTo>
                    <a:pt x="854458" y="553970"/>
                  </a:lnTo>
                  <a:lnTo>
                    <a:pt x="855934" y="560105"/>
                  </a:lnTo>
                  <a:close/>
                  <a:moveTo>
                    <a:pt x="829737" y="523351"/>
                  </a:moveTo>
                  <a:lnTo>
                    <a:pt x="854458" y="553970"/>
                  </a:lnTo>
                  <a:lnTo>
                    <a:pt x="813884" y="515121"/>
                  </a:lnTo>
                  <a:close/>
                  <a:moveTo>
                    <a:pt x="796843" y="484227"/>
                  </a:moveTo>
                  <a:lnTo>
                    <a:pt x="813884" y="515121"/>
                  </a:lnTo>
                  <a:lnTo>
                    <a:pt x="772738" y="476736"/>
                  </a:lnTo>
                  <a:close/>
                  <a:moveTo>
                    <a:pt x="992500" y="567756"/>
                  </a:moveTo>
                  <a:lnTo>
                    <a:pt x="1002850" y="576988"/>
                  </a:lnTo>
                  <a:lnTo>
                    <a:pt x="1012634" y="616432"/>
                  </a:lnTo>
                  <a:close/>
                  <a:moveTo>
                    <a:pt x="920119" y="527677"/>
                  </a:moveTo>
                  <a:lnTo>
                    <a:pt x="949358" y="530995"/>
                  </a:lnTo>
                  <a:lnTo>
                    <a:pt x="907550" y="493148"/>
                  </a:lnTo>
                  <a:close/>
                  <a:moveTo>
                    <a:pt x="772059" y="322392"/>
                  </a:moveTo>
                  <a:lnTo>
                    <a:pt x="777814" y="330130"/>
                  </a:lnTo>
                  <a:lnTo>
                    <a:pt x="772668" y="305209"/>
                  </a:lnTo>
                  <a:close/>
                  <a:moveTo>
                    <a:pt x="591179" y="34432"/>
                  </a:moveTo>
                  <a:lnTo>
                    <a:pt x="555500" y="25611"/>
                  </a:lnTo>
                  <a:lnTo>
                    <a:pt x="567994" y="43955"/>
                  </a:lnTo>
                  <a:close/>
                  <a:moveTo>
                    <a:pt x="1005138" y="489337"/>
                  </a:moveTo>
                  <a:lnTo>
                    <a:pt x="981254" y="487404"/>
                  </a:lnTo>
                  <a:lnTo>
                    <a:pt x="1022044" y="524176"/>
                  </a:lnTo>
                  <a:close/>
                  <a:moveTo>
                    <a:pt x="1040389" y="496558"/>
                  </a:moveTo>
                  <a:lnTo>
                    <a:pt x="1005138" y="489337"/>
                  </a:lnTo>
                  <a:lnTo>
                    <a:pt x="1022044" y="524176"/>
                  </a:lnTo>
                  <a:close/>
                  <a:moveTo>
                    <a:pt x="972439" y="463288"/>
                  </a:moveTo>
                  <a:lnTo>
                    <a:pt x="981254" y="487404"/>
                  </a:lnTo>
                  <a:lnTo>
                    <a:pt x="963738" y="474557"/>
                  </a:lnTo>
                  <a:close/>
                  <a:moveTo>
                    <a:pt x="803033" y="255459"/>
                  </a:moveTo>
                  <a:lnTo>
                    <a:pt x="804992" y="268454"/>
                  </a:lnTo>
                  <a:lnTo>
                    <a:pt x="817825" y="225775"/>
                  </a:lnTo>
                  <a:close/>
                  <a:moveTo>
                    <a:pt x="794512" y="217640"/>
                  </a:moveTo>
                  <a:lnTo>
                    <a:pt x="794268" y="199232"/>
                  </a:lnTo>
                  <a:lnTo>
                    <a:pt x="756179" y="181402"/>
                  </a:lnTo>
                  <a:close/>
                  <a:moveTo>
                    <a:pt x="794268" y="199232"/>
                  </a:moveTo>
                  <a:lnTo>
                    <a:pt x="794512" y="217640"/>
                  </a:lnTo>
                  <a:lnTo>
                    <a:pt x="795535" y="177761"/>
                  </a:lnTo>
                  <a:close/>
                  <a:moveTo>
                    <a:pt x="598695" y="0"/>
                  </a:moveTo>
                  <a:lnTo>
                    <a:pt x="591179" y="34432"/>
                  </a:lnTo>
                  <a:lnTo>
                    <a:pt x="630283" y="46155"/>
                  </a:lnTo>
                  <a:close/>
                  <a:moveTo>
                    <a:pt x="1005138" y="489337"/>
                  </a:moveTo>
                  <a:lnTo>
                    <a:pt x="1040389" y="496558"/>
                  </a:lnTo>
                  <a:lnTo>
                    <a:pt x="1037426" y="454617"/>
                  </a:lnTo>
                  <a:close/>
                  <a:moveTo>
                    <a:pt x="1005551" y="422905"/>
                  </a:moveTo>
                  <a:lnTo>
                    <a:pt x="1049061" y="459367"/>
                  </a:lnTo>
                  <a:lnTo>
                    <a:pt x="1026267" y="433151"/>
                  </a:lnTo>
                  <a:close/>
                  <a:moveTo>
                    <a:pt x="977047" y="418990"/>
                  </a:moveTo>
                  <a:lnTo>
                    <a:pt x="1005551" y="422905"/>
                  </a:lnTo>
                  <a:lnTo>
                    <a:pt x="985579" y="416210"/>
                  </a:lnTo>
                  <a:close/>
                  <a:moveTo>
                    <a:pt x="1005551" y="422905"/>
                  </a:moveTo>
                  <a:lnTo>
                    <a:pt x="1026267" y="433151"/>
                  </a:lnTo>
                  <a:lnTo>
                    <a:pt x="1022965" y="431413"/>
                  </a:lnTo>
                  <a:close/>
                  <a:moveTo>
                    <a:pt x="879478" y="268669"/>
                  </a:moveTo>
                  <a:lnTo>
                    <a:pt x="935691" y="258052"/>
                  </a:lnTo>
                  <a:lnTo>
                    <a:pt x="898698" y="244318"/>
                  </a:lnTo>
                  <a:close/>
                  <a:moveTo>
                    <a:pt x="793857" y="173426"/>
                  </a:moveTo>
                  <a:lnTo>
                    <a:pt x="756179" y="181402"/>
                  </a:lnTo>
                  <a:lnTo>
                    <a:pt x="794268" y="199232"/>
                  </a:lnTo>
                  <a:close/>
                  <a:moveTo>
                    <a:pt x="793857" y="173426"/>
                  </a:moveTo>
                  <a:lnTo>
                    <a:pt x="755964" y="177144"/>
                  </a:lnTo>
                  <a:lnTo>
                    <a:pt x="756179" y="181402"/>
                  </a:lnTo>
                  <a:close/>
                  <a:moveTo>
                    <a:pt x="755964" y="177144"/>
                  </a:moveTo>
                  <a:lnTo>
                    <a:pt x="793857" y="173426"/>
                  </a:lnTo>
                  <a:lnTo>
                    <a:pt x="767650" y="128082"/>
                  </a:lnTo>
                  <a:close/>
                  <a:moveTo>
                    <a:pt x="793857" y="173426"/>
                  </a:moveTo>
                  <a:lnTo>
                    <a:pt x="802600" y="134177"/>
                  </a:lnTo>
                  <a:lnTo>
                    <a:pt x="767650" y="128082"/>
                  </a:lnTo>
                  <a:close/>
                  <a:moveTo>
                    <a:pt x="881351" y="234087"/>
                  </a:moveTo>
                  <a:lnTo>
                    <a:pt x="898698" y="244318"/>
                  </a:lnTo>
                  <a:lnTo>
                    <a:pt x="907616" y="224612"/>
                  </a:lnTo>
                  <a:close/>
                  <a:moveTo>
                    <a:pt x="865561" y="197332"/>
                  </a:moveTo>
                  <a:lnTo>
                    <a:pt x="867559" y="185342"/>
                  </a:lnTo>
                  <a:lnTo>
                    <a:pt x="849709" y="155107"/>
                  </a:lnTo>
                  <a:close/>
                  <a:moveTo>
                    <a:pt x="802600" y="134177"/>
                  </a:moveTo>
                  <a:lnTo>
                    <a:pt x="812136" y="113818"/>
                  </a:lnTo>
                  <a:lnTo>
                    <a:pt x="767650" y="128082"/>
                  </a:lnTo>
                  <a:close/>
                  <a:moveTo>
                    <a:pt x="802648" y="76785"/>
                  </a:moveTo>
                  <a:lnTo>
                    <a:pt x="812136" y="113818"/>
                  </a:lnTo>
                  <a:lnTo>
                    <a:pt x="823973" y="86536"/>
                  </a:lnTo>
                  <a:close/>
                  <a:moveTo>
                    <a:pt x="964365" y="35517"/>
                  </a:moveTo>
                  <a:lnTo>
                    <a:pt x="974175" y="45689"/>
                  </a:lnTo>
                  <a:lnTo>
                    <a:pt x="929839" y="9898"/>
                  </a:lnTo>
                  <a:close/>
                </a:path>
              </a:pathLst>
            </a:custGeom>
            <a:solidFill>
              <a:srgbClr val="C2CCD3"/>
            </a:solidFill>
            <a:ln w="1524">
              <a:solidFill>
                <a:srgbClr val="C2CCD3"/>
              </a:solidFill>
            </a:ln>
          </p:spPr>
        </p:sp>
        <p:sp>
          <p:nvSpPr>
            <p:cNvPr id="74" name="Input_density__73">
              <a:extLst>
                <a:ext uri="{FF2B5EF4-FFF2-40B4-BE49-F238E27FC236}">
                  <a16:creationId xmlns:a16="http://schemas.microsoft.com/office/drawing/2014/main" id="{9FF0773A-7525-C8ED-60CC-09F9D968ADDC}"/>
                </a:ext>
              </a:extLst>
            </p:cNvPr>
            <p:cNvSpPr>
              <a:spLocks noGrp="1"/>
            </p:cNvSpPr>
            <p:nvPr/>
          </p:nvSpPr>
          <p:spPr>
            <a:xfrm>
              <a:off x="900507" y="1787692"/>
              <a:ext cx="968801" cy="1317351"/>
            </a:xfrm>
            <a:custGeom>
              <a:avLst/>
              <a:gdLst/>
              <a:ahLst/>
              <a:cxnLst/>
              <a:rect l="0" t="0" r="0" b="0"/>
              <a:pathLst>
                <a:path w="968801" h="1317351">
                  <a:moveTo>
                    <a:pt x="19172" y="1140357"/>
                  </a:moveTo>
                  <a:lnTo>
                    <a:pt x="0" y="1171571"/>
                  </a:lnTo>
                  <a:lnTo>
                    <a:pt x="13270" y="1154387"/>
                  </a:lnTo>
                  <a:close/>
                  <a:moveTo>
                    <a:pt x="19172" y="1140357"/>
                  </a:moveTo>
                  <a:lnTo>
                    <a:pt x="394" y="1166357"/>
                  </a:lnTo>
                  <a:lnTo>
                    <a:pt x="0" y="1171571"/>
                  </a:lnTo>
                  <a:close/>
                  <a:moveTo>
                    <a:pt x="394" y="1166357"/>
                  </a:moveTo>
                  <a:lnTo>
                    <a:pt x="19172" y="1140357"/>
                  </a:lnTo>
                  <a:lnTo>
                    <a:pt x="8259" y="1134816"/>
                  </a:lnTo>
                  <a:close/>
                  <a:moveTo>
                    <a:pt x="37437" y="1084072"/>
                  </a:moveTo>
                  <a:lnTo>
                    <a:pt x="8259" y="1134816"/>
                  </a:lnTo>
                  <a:lnTo>
                    <a:pt x="21714" y="1117633"/>
                  </a:lnTo>
                  <a:close/>
                  <a:moveTo>
                    <a:pt x="62027" y="1079801"/>
                  </a:moveTo>
                  <a:lnTo>
                    <a:pt x="75830" y="1063694"/>
                  </a:lnTo>
                  <a:lnTo>
                    <a:pt x="58090" y="1080877"/>
                  </a:lnTo>
                  <a:close/>
                  <a:moveTo>
                    <a:pt x="173122" y="1158292"/>
                  </a:moveTo>
                  <a:lnTo>
                    <a:pt x="186965" y="1156776"/>
                  </a:lnTo>
                  <a:lnTo>
                    <a:pt x="205257" y="1145377"/>
                  </a:lnTo>
                  <a:close/>
                  <a:moveTo>
                    <a:pt x="141363" y="1094617"/>
                  </a:moveTo>
                  <a:lnTo>
                    <a:pt x="120383" y="1046511"/>
                  </a:lnTo>
                  <a:lnTo>
                    <a:pt x="104617" y="1052655"/>
                  </a:lnTo>
                  <a:close/>
                  <a:moveTo>
                    <a:pt x="104617" y="1052655"/>
                  </a:moveTo>
                  <a:lnTo>
                    <a:pt x="115223" y="1057906"/>
                  </a:lnTo>
                  <a:lnTo>
                    <a:pt x="141363" y="1094617"/>
                  </a:lnTo>
                  <a:close/>
                  <a:moveTo>
                    <a:pt x="304237" y="1222456"/>
                  </a:moveTo>
                  <a:lnTo>
                    <a:pt x="300662" y="1252929"/>
                  </a:lnTo>
                  <a:lnTo>
                    <a:pt x="335867" y="1213102"/>
                  </a:lnTo>
                  <a:close/>
                  <a:moveTo>
                    <a:pt x="335867" y="1213102"/>
                  </a:moveTo>
                  <a:lnTo>
                    <a:pt x="313452" y="1267041"/>
                  </a:lnTo>
                  <a:lnTo>
                    <a:pt x="344489" y="1249857"/>
                  </a:lnTo>
                  <a:close/>
                  <a:moveTo>
                    <a:pt x="269433" y="1230286"/>
                  </a:moveTo>
                  <a:lnTo>
                    <a:pt x="300662" y="1252929"/>
                  </a:lnTo>
                  <a:lnTo>
                    <a:pt x="304237" y="1222456"/>
                  </a:lnTo>
                  <a:close/>
                  <a:moveTo>
                    <a:pt x="256973" y="1189045"/>
                  </a:moveTo>
                  <a:lnTo>
                    <a:pt x="253681" y="1201851"/>
                  </a:lnTo>
                  <a:lnTo>
                    <a:pt x="304237" y="1222456"/>
                  </a:lnTo>
                  <a:close/>
                  <a:moveTo>
                    <a:pt x="304237" y="1222456"/>
                  </a:moveTo>
                  <a:lnTo>
                    <a:pt x="335867" y="1213102"/>
                  </a:lnTo>
                  <a:lnTo>
                    <a:pt x="341834" y="1186079"/>
                  </a:lnTo>
                  <a:close/>
                  <a:moveTo>
                    <a:pt x="186965" y="1156776"/>
                  </a:moveTo>
                  <a:lnTo>
                    <a:pt x="219590" y="1192349"/>
                  </a:lnTo>
                  <a:lnTo>
                    <a:pt x="215755" y="1150720"/>
                  </a:lnTo>
                  <a:close/>
                  <a:moveTo>
                    <a:pt x="219590" y="1192349"/>
                  </a:moveTo>
                  <a:lnTo>
                    <a:pt x="256973" y="1189045"/>
                  </a:lnTo>
                  <a:lnTo>
                    <a:pt x="215755" y="1150720"/>
                  </a:lnTo>
                  <a:close/>
                  <a:moveTo>
                    <a:pt x="186965" y="1156776"/>
                  </a:moveTo>
                  <a:lnTo>
                    <a:pt x="215755" y="1150720"/>
                  </a:lnTo>
                  <a:lnTo>
                    <a:pt x="205257" y="1145377"/>
                  </a:lnTo>
                  <a:close/>
                  <a:moveTo>
                    <a:pt x="120383" y="1046511"/>
                  </a:moveTo>
                  <a:lnTo>
                    <a:pt x="150641" y="1065754"/>
                  </a:lnTo>
                  <a:lnTo>
                    <a:pt x="155762" y="1038164"/>
                  </a:lnTo>
                  <a:close/>
                  <a:moveTo>
                    <a:pt x="108982" y="1009756"/>
                  </a:moveTo>
                  <a:lnTo>
                    <a:pt x="155762" y="1038164"/>
                  </a:lnTo>
                  <a:lnTo>
                    <a:pt x="152721" y="995889"/>
                  </a:lnTo>
                  <a:close/>
                  <a:moveTo>
                    <a:pt x="452779" y="1272453"/>
                  </a:moveTo>
                  <a:lnTo>
                    <a:pt x="443584" y="1317351"/>
                  </a:lnTo>
                  <a:lnTo>
                    <a:pt x="492380" y="1312093"/>
                  </a:lnTo>
                  <a:close/>
                  <a:moveTo>
                    <a:pt x="489186" y="1269943"/>
                  </a:moveTo>
                  <a:lnTo>
                    <a:pt x="452779" y="1272453"/>
                  </a:lnTo>
                  <a:lnTo>
                    <a:pt x="492380" y="1312093"/>
                  </a:lnTo>
                  <a:close/>
                  <a:moveTo>
                    <a:pt x="366927" y="1243326"/>
                  </a:moveTo>
                  <a:lnTo>
                    <a:pt x="363702" y="1267838"/>
                  </a:lnTo>
                  <a:lnTo>
                    <a:pt x="404345" y="1284741"/>
                  </a:lnTo>
                  <a:close/>
                  <a:moveTo>
                    <a:pt x="402404" y="1241571"/>
                  </a:moveTo>
                  <a:lnTo>
                    <a:pt x="366927" y="1243326"/>
                  </a:lnTo>
                  <a:lnTo>
                    <a:pt x="404345" y="1284741"/>
                  </a:lnTo>
                  <a:close/>
                  <a:moveTo>
                    <a:pt x="452779" y="1272453"/>
                  </a:moveTo>
                  <a:lnTo>
                    <a:pt x="404345" y="1284741"/>
                  </a:lnTo>
                  <a:lnTo>
                    <a:pt x="402906" y="1289841"/>
                  </a:lnTo>
                  <a:close/>
                  <a:moveTo>
                    <a:pt x="404345" y="1284741"/>
                  </a:moveTo>
                  <a:lnTo>
                    <a:pt x="452779" y="1272453"/>
                  </a:lnTo>
                  <a:lnTo>
                    <a:pt x="436984" y="1240547"/>
                  </a:lnTo>
                  <a:close/>
                  <a:moveTo>
                    <a:pt x="404345" y="1284741"/>
                  </a:moveTo>
                  <a:lnTo>
                    <a:pt x="436984" y="1240547"/>
                  </a:lnTo>
                  <a:lnTo>
                    <a:pt x="402404" y="1241571"/>
                  </a:lnTo>
                  <a:close/>
                  <a:moveTo>
                    <a:pt x="344489" y="1249857"/>
                  </a:moveTo>
                  <a:lnTo>
                    <a:pt x="363702" y="1267838"/>
                  </a:lnTo>
                  <a:lnTo>
                    <a:pt x="366927" y="1243326"/>
                  </a:lnTo>
                  <a:close/>
                  <a:moveTo>
                    <a:pt x="335867" y="1213102"/>
                  </a:moveTo>
                  <a:lnTo>
                    <a:pt x="366927" y="1243326"/>
                  </a:lnTo>
                  <a:lnTo>
                    <a:pt x="359133" y="1204915"/>
                  </a:lnTo>
                  <a:close/>
                  <a:moveTo>
                    <a:pt x="366927" y="1243326"/>
                  </a:moveTo>
                  <a:lnTo>
                    <a:pt x="402404" y="1241571"/>
                  </a:lnTo>
                  <a:lnTo>
                    <a:pt x="359133" y="1204915"/>
                  </a:lnTo>
                  <a:close/>
                  <a:moveTo>
                    <a:pt x="203902" y="938634"/>
                  </a:moveTo>
                  <a:lnTo>
                    <a:pt x="216592" y="975389"/>
                  </a:lnTo>
                  <a:lnTo>
                    <a:pt x="218919" y="924412"/>
                  </a:lnTo>
                  <a:close/>
                  <a:moveTo>
                    <a:pt x="226854" y="900302"/>
                  </a:moveTo>
                  <a:lnTo>
                    <a:pt x="225182" y="902879"/>
                  </a:lnTo>
                  <a:lnTo>
                    <a:pt x="222058" y="919570"/>
                  </a:lnTo>
                  <a:close/>
                  <a:moveTo>
                    <a:pt x="222058" y="919570"/>
                  </a:moveTo>
                  <a:lnTo>
                    <a:pt x="225182" y="902879"/>
                  </a:lnTo>
                  <a:lnTo>
                    <a:pt x="218919" y="924412"/>
                  </a:lnTo>
                  <a:close/>
                  <a:moveTo>
                    <a:pt x="218919" y="924412"/>
                  </a:moveTo>
                  <a:lnTo>
                    <a:pt x="225182" y="902879"/>
                  </a:lnTo>
                  <a:lnTo>
                    <a:pt x="203902" y="938634"/>
                  </a:lnTo>
                  <a:close/>
                  <a:moveTo>
                    <a:pt x="617327" y="1235062"/>
                  </a:moveTo>
                  <a:lnTo>
                    <a:pt x="637323" y="1271817"/>
                  </a:lnTo>
                  <a:lnTo>
                    <a:pt x="647950" y="1217879"/>
                  </a:lnTo>
                  <a:close/>
                  <a:moveTo>
                    <a:pt x="605283" y="1198307"/>
                  </a:moveTo>
                  <a:lnTo>
                    <a:pt x="617327" y="1235062"/>
                  </a:lnTo>
                  <a:lnTo>
                    <a:pt x="647950" y="1217879"/>
                  </a:lnTo>
                  <a:close/>
                  <a:moveTo>
                    <a:pt x="605283" y="1198307"/>
                  </a:moveTo>
                  <a:lnTo>
                    <a:pt x="647950" y="1217879"/>
                  </a:lnTo>
                  <a:lnTo>
                    <a:pt x="635956" y="1181124"/>
                  </a:lnTo>
                  <a:close/>
                  <a:moveTo>
                    <a:pt x="314983" y="825432"/>
                  </a:moveTo>
                  <a:lnTo>
                    <a:pt x="290712" y="830894"/>
                  </a:lnTo>
                  <a:lnTo>
                    <a:pt x="258188" y="833868"/>
                  </a:lnTo>
                  <a:close/>
                  <a:moveTo>
                    <a:pt x="314983" y="825432"/>
                  </a:moveTo>
                  <a:lnTo>
                    <a:pt x="258188" y="833868"/>
                  </a:lnTo>
                  <a:lnTo>
                    <a:pt x="282047" y="826864"/>
                  </a:lnTo>
                  <a:close/>
                  <a:moveTo>
                    <a:pt x="654156" y="1172343"/>
                  </a:moveTo>
                  <a:lnTo>
                    <a:pt x="605511" y="1164210"/>
                  </a:lnTo>
                  <a:lnTo>
                    <a:pt x="635956" y="1181124"/>
                  </a:lnTo>
                  <a:close/>
                  <a:moveTo>
                    <a:pt x="613691" y="1133405"/>
                  </a:moveTo>
                  <a:lnTo>
                    <a:pt x="605511" y="1164210"/>
                  </a:lnTo>
                  <a:lnTo>
                    <a:pt x="654156" y="1172343"/>
                  </a:lnTo>
                  <a:close/>
                  <a:moveTo>
                    <a:pt x="670860" y="1163941"/>
                  </a:moveTo>
                  <a:lnTo>
                    <a:pt x="692638" y="1144602"/>
                  </a:lnTo>
                  <a:lnTo>
                    <a:pt x="654156" y="1172343"/>
                  </a:lnTo>
                  <a:close/>
                  <a:moveTo>
                    <a:pt x="654156" y="1172343"/>
                  </a:moveTo>
                  <a:lnTo>
                    <a:pt x="692638" y="1144602"/>
                  </a:lnTo>
                  <a:lnTo>
                    <a:pt x="675467" y="1137359"/>
                  </a:lnTo>
                  <a:close/>
                  <a:moveTo>
                    <a:pt x="604958" y="1095757"/>
                  </a:moveTo>
                  <a:lnTo>
                    <a:pt x="575018" y="1093010"/>
                  </a:lnTo>
                  <a:lnTo>
                    <a:pt x="613691" y="1133405"/>
                  </a:lnTo>
                  <a:close/>
                  <a:moveTo>
                    <a:pt x="604958" y="1095757"/>
                  </a:moveTo>
                  <a:lnTo>
                    <a:pt x="637040" y="1090431"/>
                  </a:lnTo>
                  <a:lnTo>
                    <a:pt x="643550" y="1085644"/>
                  </a:lnTo>
                  <a:close/>
                  <a:moveTo>
                    <a:pt x="539406" y="945423"/>
                  </a:moveTo>
                  <a:lnTo>
                    <a:pt x="537678" y="943411"/>
                  </a:lnTo>
                  <a:lnTo>
                    <a:pt x="538046" y="944079"/>
                  </a:lnTo>
                  <a:close/>
                  <a:moveTo>
                    <a:pt x="403442" y="838004"/>
                  </a:moveTo>
                  <a:lnTo>
                    <a:pt x="381344" y="796391"/>
                  </a:lnTo>
                  <a:lnTo>
                    <a:pt x="362506" y="799449"/>
                  </a:lnTo>
                  <a:close/>
                  <a:moveTo>
                    <a:pt x="362506" y="799449"/>
                  </a:moveTo>
                  <a:lnTo>
                    <a:pt x="392948" y="771566"/>
                  </a:lnTo>
                  <a:lnTo>
                    <a:pt x="385269" y="763284"/>
                  </a:lnTo>
                  <a:close/>
                  <a:moveTo>
                    <a:pt x="637040" y="1090431"/>
                  </a:moveTo>
                  <a:lnTo>
                    <a:pt x="648280" y="1103331"/>
                  </a:lnTo>
                  <a:lnTo>
                    <a:pt x="648646" y="1087328"/>
                  </a:lnTo>
                  <a:close/>
                  <a:moveTo>
                    <a:pt x="643550" y="1085644"/>
                  </a:moveTo>
                  <a:lnTo>
                    <a:pt x="637040" y="1090431"/>
                  </a:lnTo>
                  <a:lnTo>
                    <a:pt x="648646" y="1087328"/>
                  </a:lnTo>
                  <a:close/>
                  <a:moveTo>
                    <a:pt x="648646" y="1087328"/>
                  </a:moveTo>
                  <a:lnTo>
                    <a:pt x="648280" y="1103331"/>
                  </a:lnTo>
                  <a:lnTo>
                    <a:pt x="656523" y="1090431"/>
                  </a:lnTo>
                  <a:close/>
                  <a:moveTo>
                    <a:pt x="648646" y="1087328"/>
                  </a:moveTo>
                  <a:lnTo>
                    <a:pt x="656523" y="1090431"/>
                  </a:lnTo>
                  <a:lnTo>
                    <a:pt x="643550" y="1085644"/>
                  </a:lnTo>
                  <a:close/>
                  <a:moveTo>
                    <a:pt x="537678" y="943411"/>
                  </a:moveTo>
                  <a:lnTo>
                    <a:pt x="539406" y="945423"/>
                  </a:lnTo>
                  <a:lnTo>
                    <a:pt x="541011" y="941669"/>
                  </a:lnTo>
                  <a:close/>
                  <a:moveTo>
                    <a:pt x="392948" y="771566"/>
                  </a:moveTo>
                  <a:lnTo>
                    <a:pt x="381344" y="796391"/>
                  </a:lnTo>
                  <a:lnTo>
                    <a:pt x="409012" y="788729"/>
                  </a:lnTo>
                  <a:close/>
                  <a:moveTo>
                    <a:pt x="715853" y="1073247"/>
                  </a:moveTo>
                  <a:lnTo>
                    <a:pt x="752643" y="1056957"/>
                  </a:lnTo>
                  <a:lnTo>
                    <a:pt x="727701" y="1019309"/>
                  </a:lnTo>
                  <a:close/>
                  <a:moveTo>
                    <a:pt x="701942" y="1036492"/>
                  </a:moveTo>
                  <a:lnTo>
                    <a:pt x="715853" y="1073247"/>
                  </a:lnTo>
                  <a:lnTo>
                    <a:pt x="727701" y="1019309"/>
                  </a:lnTo>
                  <a:close/>
                  <a:moveTo>
                    <a:pt x="701942" y="1036492"/>
                  </a:moveTo>
                  <a:lnTo>
                    <a:pt x="727701" y="1019309"/>
                  </a:lnTo>
                  <a:lnTo>
                    <a:pt x="683726" y="1015071"/>
                  </a:lnTo>
                  <a:close/>
                  <a:moveTo>
                    <a:pt x="727701" y="1019309"/>
                  </a:moveTo>
                  <a:lnTo>
                    <a:pt x="702517" y="989122"/>
                  </a:lnTo>
                  <a:lnTo>
                    <a:pt x="683726" y="1015071"/>
                  </a:lnTo>
                  <a:close/>
                  <a:moveTo>
                    <a:pt x="696546" y="982554"/>
                  </a:moveTo>
                  <a:lnTo>
                    <a:pt x="683726" y="1015071"/>
                  </a:lnTo>
                  <a:lnTo>
                    <a:pt x="702517" y="989122"/>
                  </a:lnTo>
                  <a:close/>
                  <a:moveTo>
                    <a:pt x="840629" y="1129097"/>
                  </a:moveTo>
                  <a:lnTo>
                    <a:pt x="837508" y="1129574"/>
                  </a:lnTo>
                  <a:lnTo>
                    <a:pt x="870896" y="1148726"/>
                  </a:lnTo>
                  <a:close/>
                  <a:moveTo>
                    <a:pt x="839646" y="1128092"/>
                  </a:moveTo>
                  <a:lnTo>
                    <a:pt x="837508" y="1129574"/>
                  </a:lnTo>
                  <a:lnTo>
                    <a:pt x="840629" y="1129097"/>
                  </a:lnTo>
                  <a:close/>
                  <a:moveTo>
                    <a:pt x="860370" y="1075635"/>
                  </a:moveTo>
                  <a:lnTo>
                    <a:pt x="840629" y="1129097"/>
                  </a:lnTo>
                  <a:lnTo>
                    <a:pt x="887697" y="1112390"/>
                  </a:lnTo>
                  <a:close/>
                  <a:moveTo>
                    <a:pt x="840629" y="1129097"/>
                  </a:moveTo>
                  <a:lnTo>
                    <a:pt x="870896" y="1148726"/>
                  </a:lnTo>
                  <a:lnTo>
                    <a:pt x="887697" y="1112390"/>
                  </a:lnTo>
                  <a:close/>
                  <a:moveTo>
                    <a:pt x="793455" y="1050866"/>
                  </a:moveTo>
                  <a:lnTo>
                    <a:pt x="753273" y="1054312"/>
                  </a:lnTo>
                  <a:lnTo>
                    <a:pt x="760363" y="1056064"/>
                  </a:lnTo>
                  <a:close/>
                  <a:moveTo>
                    <a:pt x="758912" y="1007113"/>
                  </a:moveTo>
                  <a:lnTo>
                    <a:pt x="753273" y="1054312"/>
                  </a:lnTo>
                  <a:lnTo>
                    <a:pt x="793455" y="1050866"/>
                  </a:lnTo>
                  <a:close/>
                  <a:moveTo>
                    <a:pt x="727701" y="1019309"/>
                  </a:moveTo>
                  <a:lnTo>
                    <a:pt x="753273" y="1054312"/>
                  </a:lnTo>
                  <a:lnTo>
                    <a:pt x="758912" y="1007113"/>
                  </a:lnTo>
                  <a:close/>
                  <a:moveTo>
                    <a:pt x="758912" y="1007113"/>
                  </a:moveTo>
                  <a:lnTo>
                    <a:pt x="702517" y="989122"/>
                  </a:lnTo>
                  <a:lnTo>
                    <a:pt x="727701" y="1019309"/>
                  </a:lnTo>
                  <a:close/>
                  <a:moveTo>
                    <a:pt x="705388" y="978792"/>
                  </a:moveTo>
                  <a:lnTo>
                    <a:pt x="702517" y="989122"/>
                  </a:lnTo>
                  <a:lnTo>
                    <a:pt x="758912" y="1007113"/>
                  </a:lnTo>
                  <a:close/>
                  <a:moveTo>
                    <a:pt x="745823" y="973008"/>
                  </a:moveTo>
                  <a:lnTo>
                    <a:pt x="705388" y="978792"/>
                  </a:lnTo>
                  <a:lnTo>
                    <a:pt x="758912" y="1007113"/>
                  </a:lnTo>
                  <a:close/>
                  <a:moveTo>
                    <a:pt x="696546" y="982554"/>
                  </a:moveTo>
                  <a:lnTo>
                    <a:pt x="702517" y="989122"/>
                  </a:lnTo>
                  <a:lnTo>
                    <a:pt x="705388" y="978792"/>
                  </a:lnTo>
                  <a:close/>
                  <a:moveTo>
                    <a:pt x="670316" y="945799"/>
                  </a:moveTo>
                  <a:lnTo>
                    <a:pt x="696546" y="982554"/>
                  </a:lnTo>
                  <a:lnTo>
                    <a:pt x="705388" y="978792"/>
                  </a:lnTo>
                  <a:close/>
                  <a:moveTo>
                    <a:pt x="648664" y="909044"/>
                  </a:moveTo>
                  <a:lnTo>
                    <a:pt x="670316" y="945799"/>
                  </a:lnTo>
                  <a:lnTo>
                    <a:pt x="691908" y="891861"/>
                  </a:lnTo>
                  <a:close/>
                  <a:moveTo>
                    <a:pt x="651137" y="872289"/>
                  </a:moveTo>
                  <a:lnTo>
                    <a:pt x="648664" y="909044"/>
                  </a:lnTo>
                  <a:lnTo>
                    <a:pt x="691908" y="891861"/>
                  </a:lnTo>
                  <a:close/>
                  <a:moveTo>
                    <a:pt x="651137" y="872289"/>
                  </a:moveTo>
                  <a:lnTo>
                    <a:pt x="691908" y="891861"/>
                  </a:lnTo>
                  <a:lnTo>
                    <a:pt x="677656" y="855106"/>
                  </a:lnTo>
                  <a:close/>
                  <a:moveTo>
                    <a:pt x="887697" y="1112390"/>
                  </a:moveTo>
                  <a:lnTo>
                    <a:pt x="870896" y="1148726"/>
                  </a:lnTo>
                  <a:lnTo>
                    <a:pt x="920641" y="1135883"/>
                  </a:lnTo>
                  <a:close/>
                  <a:moveTo>
                    <a:pt x="912992" y="1095207"/>
                  </a:moveTo>
                  <a:lnTo>
                    <a:pt x="887697" y="1112390"/>
                  </a:lnTo>
                  <a:lnTo>
                    <a:pt x="920641" y="1135883"/>
                  </a:lnTo>
                  <a:close/>
                  <a:moveTo>
                    <a:pt x="677656" y="855106"/>
                  </a:moveTo>
                  <a:lnTo>
                    <a:pt x="718598" y="878558"/>
                  </a:lnTo>
                  <a:lnTo>
                    <a:pt x="701145" y="848000"/>
                  </a:lnTo>
                  <a:close/>
                  <a:moveTo>
                    <a:pt x="677656" y="855106"/>
                  </a:moveTo>
                  <a:lnTo>
                    <a:pt x="691908" y="891861"/>
                  </a:lnTo>
                  <a:lnTo>
                    <a:pt x="718598" y="878558"/>
                  </a:lnTo>
                  <a:close/>
                  <a:moveTo>
                    <a:pt x="701145" y="848000"/>
                  </a:moveTo>
                  <a:lnTo>
                    <a:pt x="651608" y="827150"/>
                  </a:lnTo>
                  <a:lnTo>
                    <a:pt x="677656" y="855106"/>
                  </a:lnTo>
                  <a:close/>
                  <a:moveTo>
                    <a:pt x="653274" y="815083"/>
                  </a:moveTo>
                  <a:lnTo>
                    <a:pt x="651608" y="827150"/>
                  </a:lnTo>
                  <a:lnTo>
                    <a:pt x="701145" y="848000"/>
                  </a:lnTo>
                  <a:close/>
                  <a:moveTo>
                    <a:pt x="697467" y="806243"/>
                  </a:moveTo>
                  <a:lnTo>
                    <a:pt x="653274" y="815083"/>
                  </a:lnTo>
                  <a:lnTo>
                    <a:pt x="701145" y="848000"/>
                  </a:lnTo>
                  <a:close/>
                  <a:moveTo>
                    <a:pt x="726895" y="854154"/>
                  </a:moveTo>
                  <a:lnTo>
                    <a:pt x="722376" y="801167"/>
                  </a:lnTo>
                  <a:lnTo>
                    <a:pt x="697467" y="806243"/>
                  </a:lnTo>
                  <a:close/>
                  <a:moveTo>
                    <a:pt x="726895" y="854154"/>
                  </a:moveTo>
                  <a:lnTo>
                    <a:pt x="697467" y="806243"/>
                  </a:lnTo>
                  <a:lnTo>
                    <a:pt x="701145" y="848000"/>
                  </a:lnTo>
                  <a:close/>
                  <a:moveTo>
                    <a:pt x="639704" y="818351"/>
                  </a:moveTo>
                  <a:lnTo>
                    <a:pt x="651608" y="827150"/>
                  </a:lnTo>
                  <a:lnTo>
                    <a:pt x="653274" y="815083"/>
                  </a:lnTo>
                  <a:close/>
                  <a:moveTo>
                    <a:pt x="624021" y="781596"/>
                  </a:moveTo>
                  <a:lnTo>
                    <a:pt x="639704" y="818351"/>
                  </a:lnTo>
                  <a:lnTo>
                    <a:pt x="657390" y="764412"/>
                  </a:lnTo>
                  <a:close/>
                  <a:moveTo>
                    <a:pt x="722376" y="801167"/>
                  </a:moveTo>
                  <a:lnTo>
                    <a:pt x="701086" y="764412"/>
                  </a:lnTo>
                  <a:lnTo>
                    <a:pt x="697467" y="806243"/>
                  </a:lnTo>
                  <a:close/>
                  <a:moveTo>
                    <a:pt x="605512" y="744840"/>
                  </a:moveTo>
                  <a:lnTo>
                    <a:pt x="624021" y="781596"/>
                  </a:lnTo>
                  <a:lnTo>
                    <a:pt x="657390" y="764412"/>
                  </a:lnTo>
                  <a:close/>
                  <a:moveTo>
                    <a:pt x="605512" y="744840"/>
                  </a:moveTo>
                  <a:lnTo>
                    <a:pt x="657390" y="764412"/>
                  </a:lnTo>
                  <a:lnTo>
                    <a:pt x="638574" y="727657"/>
                  </a:lnTo>
                  <a:close/>
                  <a:moveTo>
                    <a:pt x="593659" y="702219"/>
                  </a:moveTo>
                  <a:lnTo>
                    <a:pt x="587870" y="713419"/>
                  </a:lnTo>
                  <a:lnTo>
                    <a:pt x="611798" y="690902"/>
                  </a:lnTo>
                  <a:close/>
                  <a:moveTo>
                    <a:pt x="611798" y="690902"/>
                  </a:moveTo>
                  <a:lnTo>
                    <a:pt x="587870" y="713419"/>
                  </a:lnTo>
                  <a:lnTo>
                    <a:pt x="605512" y="744840"/>
                  </a:lnTo>
                  <a:close/>
                  <a:moveTo>
                    <a:pt x="611798" y="690902"/>
                  </a:moveTo>
                  <a:lnTo>
                    <a:pt x="605512" y="744840"/>
                  </a:lnTo>
                  <a:lnTo>
                    <a:pt x="638574" y="727657"/>
                  </a:lnTo>
                  <a:close/>
                  <a:moveTo>
                    <a:pt x="583680" y="708086"/>
                  </a:moveTo>
                  <a:lnTo>
                    <a:pt x="587870" y="713419"/>
                  </a:lnTo>
                  <a:lnTo>
                    <a:pt x="593659" y="702219"/>
                  </a:lnTo>
                  <a:close/>
                  <a:moveTo>
                    <a:pt x="583640" y="671331"/>
                  </a:moveTo>
                  <a:lnTo>
                    <a:pt x="593659" y="702219"/>
                  </a:lnTo>
                  <a:lnTo>
                    <a:pt x="611798" y="690902"/>
                  </a:lnTo>
                  <a:close/>
                  <a:moveTo>
                    <a:pt x="749246" y="791236"/>
                  </a:moveTo>
                  <a:lnTo>
                    <a:pt x="739814" y="811575"/>
                  </a:lnTo>
                  <a:lnTo>
                    <a:pt x="769765" y="783984"/>
                  </a:lnTo>
                  <a:close/>
                  <a:moveTo>
                    <a:pt x="722376" y="801167"/>
                  </a:moveTo>
                  <a:lnTo>
                    <a:pt x="739814" y="811575"/>
                  </a:lnTo>
                  <a:lnTo>
                    <a:pt x="749246" y="791236"/>
                  </a:lnTo>
                  <a:close/>
                  <a:moveTo>
                    <a:pt x="737721" y="747229"/>
                  </a:moveTo>
                  <a:lnTo>
                    <a:pt x="749246" y="791236"/>
                  </a:lnTo>
                  <a:lnTo>
                    <a:pt x="754462" y="770133"/>
                  </a:lnTo>
                  <a:close/>
                  <a:moveTo>
                    <a:pt x="722376" y="801167"/>
                  </a:moveTo>
                  <a:lnTo>
                    <a:pt x="749246" y="791236"/>
                  </a:lnTo>
                  <a:lnTo>
                    <a:pt x="737721" y="747229"/>
                  </a:lnTo>
                  <a:close/>
                  <a:moveTo>
                    <a:pt x="701086" y="764412"/>
                  </a:moveTo>
                  <a:lnTo>
                    <a:pt x="722376" y="801167"/>
                  </a:lnTo>
                  <a:lnTo>
                    <a:pt x="737721" y="747229"/>
                  </a:lnTo>
                  <a:close/>
                  <a:moveTo>
                    <a:pt x="749246" y="791236"/>
                  </a:moveTo>
                  <a:lnTo>
                    <a:pt x="769765" y="783984"/>
                  </a:lnTo>
                  <a:lnTo>
                    <a:pt x="754462" y="770133"/>
                  </a:lnTo>
                  <a:close/>
                  <a:moveTo>
                    <a:pt x="638574" y="727657"/>
                  </a:moveTo>
                  <a:lnTo>
                    <a:pt x="663665" y="761888"/>
                  </a:lnTo>
                  <a:lnTo>
                    <a:pt x="660002" y="720119"/>
                  </a:lnTo>
                  <a:close/>
                  <a:moveTo>
                    <a:pt x="638574" y="727657"/>
                  </a:moveTo>
                  <a:lnTo>
                    <a:pt x="657390" y="764412"/>
                  </a:lnTo>
                  <a:lnTo>
                    <a:pt x="663665" y="761888"/>
                  </a:lnTo>
                  <a:close/>
                  <a:moveTo>
                    <a:pt x="660002" y="720119"/>
                  </a:moveTo>
                  <a:lnTo>
                    <a:pt x="663665" y="761888"/>
                  </a:lnTo>
                  <a:lnTo>
                    <a:pt x="696592" y="717460"/>
                  </a:lnTo>
                  <a:close/>
                  <a:moveTo>
                    <a:pt x="696592" y="717460"/>
                  </a:moveTo>
                  <a:lnTo>
                    <a:pt x="693259" y="762090"/>
                  </a:lnTo>
                  <a:lnTo>
                    <a:pt x="722317" y="710474"/>
                  </a:lnTo>
                  <a:close/>
                  <a:moveTo>
                    <a:pt x="722317" y="710474"/>
                  </a:moveTo>
                  <a:lnTo>
                    <a:pt x="701086" y="764412"/>
                  </a:lnTo>
                  <a:lnTo>
                    <a:pt x="737721" y="747229"/>
                  </a:lnTo>
                  <a:close/>
                  <a:moveTo>
                    <a:pt x="658874" y="673719"/>
                  </a:moveTo>
                  <a:lnTo>
                    <a:pt x="660002" y="720119"/>
                  </a:lnTo>
                  <a:lnTo>
                    <a:pt x="663359" y="678666"/>
                  </a:lnTo>
                  <a:close/>
                  <a:moveTo>
                    <a:pt x="638574" y="727657"/>
                  </a:moveTo>
                  <a:lnTo>
                    <a:pt x="660002" y="720119"/>
                  </a:lnTo>
                  <a:lnTo>
                    <a:pt x="658874" y="673719"/>
                  </a:lnTo>
                  <a:close/>
                  <a:moveTo>
                    <a:pt x="660002" y="720119"/>
                  </a:moveTo>
                  <a:lnTo>
                    <a:pt x="696592" y="717460"/>
                  </a:lnTo>
                  <a:lnTo>
                    <a:pt x="663359" y="678666"/>
                  </a:lnTo>
                  <a:close/>
                  <a:moveTo>
                    <a:pt x="696592" y="717460"/>
                  </a:moveTo>
                  <a:lnTo>
                    <a:pt x="697758" y="682702"/>
                  </a:lnTo>
                  <a:lnTo>
                    <a:pt x="663359" y="678666"/>
                  </a:lnTo>
                  <a:close/>
                  <a:moveTo>
                    <a:pt x="697758" y="682702"/>
                  </a:moveTo>
                  <a:lnTo>
                    <a:pt x="696592" y="717460"/>
                  </a:lnTo>
                  <a:lnTo>
                    <a:pt x="722317" y="710474"/>
                  </a:lnTo>
                  <a:close/>
                  <a:moveTo>
                    <a:pt x="148645" y="0"/>
                  </a:moveTo>
                  <a:lnTo>
                    <a:pt x="93525" y="14703"/>
                  </a:lnTo>
                  <a:lnTo>
                    <a:pt x="117163" y="6871"/>
                  </a:lnTo>
                  <a:close/>
                  <a:moveTo>
                    <a:pt x="807470" y="770989"/>
                  </a:moveTo>
                  <a:lnTo>
                    <a:pt x="754462" y="770133"/>
                  </a:lnTo>
                  <a:lnTo>
                    <a:pt x="769765" y="783984"/>
                  </a:lnTo>
                  <a:close/>
                  <a:moveTo>
                    <a:pt x="760925" y="736994"/>
                  </a:moveTo>
                  <a:lnTo>
                    <a:pt x="754462" y="770133"/>
                  </a:lnTo>
                  <a:lnTo>
                    <a:pt x="807470" y="770989"/>
                  </a:lnTo>
                  <a:close/>
                  <a:moveTo>
                    <a:pt x="737721" y="747229"/>
                  </a:moveTo>
                  <a:lnTo>
                    <a:pt x="754462" y="770133"/>
                  </a:lnTo>
                  <a:lnTo>
                    <a:pt x="760925" y="736994"/>
                  </a:lnTo>
                  <a:close/>
                  <a:moveTo>
                    <a:pt x="737721" y="747229"/>
                  </a:moveTo>
                  <a:lnTo>
                    <a:pt x="760925" y="736994"/>
                  </a:lnTo>
                  <a:lnTo>
                    <a:pt x="757084" y="693290"/>
                  </a:lnTo>
                  <a:close/>
                  <a:moveTo>
                    <a:pt x="722317" y="710474"/>
                  </a:moveTo>
                  <a:lnTo>
                    <a:pt x="737721" y="747229"/>
                  </a:lnTo>
                  <a:lnTo>
                    <a:pt x="757084" y="693290"/>
                  </a:lnTo>
                  <a:close/>
                  <a:moveTo>
                    <a:pt x="717726" y="661152"/>
                  </a:moveTo>
                  <a:lnTo>
                    <a:pt x="663359" y="678666"/>
                  </a:lnTo>
                  <a:lnTo>
                    <a:pt x="697758" y="682702"/>
                  </a:lnTo>
                  <a:close/>
                  <a:moveTo>
                    <a:pt x="680307" y="596458"/>
                  </a:moveTo>
                  <a:lnTo>
                    <a:pt x="645811" y="597415"/>
                  </a:lnTo>
                  <a:lnTo>
                    <a:pt x="694137" y="629962"/>
                  </a:lnTo>
                  <a:close/>
                  <a:moveTo>
                    <a:pt x="634719" y="561685"/>
                  </a:moveTo>
                  <a:lnTo>
                    <a:pt x="595616" y="549962"/>
                  </a:lnTo>
                  <a:lnTo>
                    <a:pt x="626063" y="563454"/>
                  </a:lnTo>
                  <a:close/>
                  <a:moveTo>
                    <a:pt x="543995" y="385329"/>
                  </a:moveTo>
                  <a:lnTo>
                    <a:pt x="518198" y="416434"/>
                  </a:lnTo>
                  <a:lnTo>
                    <a:pt x="530368" y="399251"/>
                  </a:lnTo>
                  <a:close/>
                  <a:moveTo>
                    <a:pt x="857143" y="730046"/>
                  </a:moveTo>
                  <a:lnTo>
                    <a:pt x="862793" y="766801"/>
                  </a:lnTo>
                  <a:lnTo>
                    <a:pt x="885787" y="749617"/>
                  </a:lnTo>
                  <a:close/>
                  <a:moveTo>
                    <a:pt x="857143" y="730046"/>
                  </a:moveTo>
                  <a:lnTo>
                    <a:pt x="885787" y="749617"/>
                  </a:lnTo>
                  <a:lnTo>
                    <a:pt x="869997" y="712862"/>
                  </a:lnTo>
                  <a:close/>
                  <a:moveTo>
                    <a:pt x="563604" y="362436"/>
                  </a:moveTo>
                  <a:lnTo>
                    <a:pt x="530368" y="399251"/>
                  </a:lnTo>
                  <a:lnTo>
                    <a:pt x="545085" y="382067"/>
                  </a:lnTo>
                  <a:close/>
                  <a:moveTo>
                    <a:pt x="563604" y="362436"/>
                  </a:moveTo>
                  <a:lnTo>
                    <a:pt x="543995" y="385329"/>
                  </a:lnTo>
                  <a:lnTo>
                    <a:pt x="530368" y="399251"/>
                  </a:lnTo>
                  <a:close/>
                  <a:moveTo>
                    <a:pt x="807084" y="592315"/>
                  </a:moveTo>
                  <a:lnTo>
                    <a:pt x="765373" y="602597"/>
                  </a:lnTo>
                  <a:lnTo>
                    <a:pt x="776005" y="635240"/>
                  </a:lnTo>
                  <a:close/>
                  <a:moveTo>
                    <a:pt x="877741" y="597069"/>
                  </a:moveTo>
                  <a:lnTo>
                    <a:pt x="893636" y="576125"/>
                  </a:lnTo>
                  <a:lnTo>
                    <a:pt x="883350" y="589671"/>
                  </a:lnTo>
                  <a:close/>
                  <a:moveTo>
                    <a:pt x="877741" y="597069"/>
                  </a:moveTo>
                  <a:lnTo>
                    <a:pt x="883350" y="589671"/>
                  </a:lnTo>
                  <a:lnTo>
                    <a:pt x="855833" y="611366"/>
                  </a:lnTo>
                  <a:close/>
                  <a:moveTo>
                    <a:pt x="934275" y="525428"/>
                  </a:moveTo>
                  <a:lnTo>
                    <a:pt x="895950" y="531475"/>
                  </a:lnTo>
                  <a:lnTo>
                    <a:pt x="955676" y="543092"/>
                  </a:lnTo>
                  <a:close/>
                  <a:moveTo>
                    <a:pt x="955676" y="543092"/>
                  </a:moveTo>
                  <a:lnTo>
                    <a:pt x="968801" y="551047"/>
                  </a:lnTo>
                  <a:lnTo>
                    <a:pt x="934275" y="525428"/>
                  </a:lnTo>
                  <a:close/>
                  <a:moveTo>
                    <a:pt x="955676" y="543092"/>
                  </a:moveTo>
                  <a:lnTo>
                    <a:pt x="945668" y="551047"/>
                  </a:lnTo>
                  <a:lnTo>
                    <a:pt x="961436" y="548094"/>
                  </a:lnTo>
                  <a:close/>
                  <a:moveTo>
                    <a:pt x="961436" y="548094"/>
                  </a:moveTo>
                  <a:lnTo>
                    <a:pt x="968801" y="551047"/>
                  </a:lnTo>
                  <a:lnTo>
                    <a:pt x="955676" y="543092"/>
                  </a:lnTo>
                  <a:close/>
                </a:path>
              </a:pathLst>
            </a:custGeom>
            <a:solidFill>
              <a:srgbClr val="CFD7DE"/>
            </a:solidFill>
            <a:ln w="1524">
              <a:solidFill>
                <a:srgbClr val="CFD7DE"/>
              </a:solidFill>
            </a:ln>
          </p:spPr>
        </p:sp>
        <p:sp>
          <p:nvSpPr>
            <p:cNvPr id="75" name="Input_density__74">
              <a:extLst>
                <a:ext uri="{FF2B5EF4-FFF2-40B4-BE49-F238E27FC236}">
                  <a16:creationId xmlns:a16="http://schemas.microsoft.com/office/drawing/2014/main" id="{1E855100-F588-79B6-B2C7-C6D6B7E14F42}"/>
                </a:ext>
              </a:extLst>
            </p:cNvPr>
            <p:cNvSpPr>
              <a:spLocks noGrp="1"/>
            </p:cNvSpPr>
            <p:nvPr/>
          </p:nvSpPr>
          <p:spPr>
            <a:xfrm>
              <a:off x="908766" y="2319168"/>
              <a:ext cx="947417" cy="811463"/>
            </a:xfrm>
            <a:custGeom>
              <a:avLst/>
              <a:gdLst/>
              <a:ahLst/>
              <a:cxnLst/>
              <a:rect l="0" t="0" r="0" b="0"/>
              <a:pathLst>
                <a:path w="947417" h="811463">
                  <a:moveTo>
                    <a:pt x="10913" y="608881"/>
                  </a:moveTo>
                  <a:lnTo>
                    <a:pt x="13455" y="586157"/>
                  </a:lnTo>
                  <a:lnTo>
                    <a:pt x="0" y="603340"/>
                  </a:lnTo>
                  <a:close/>
                  <a:moveTo>
                    <a:pt x="53768" y="548325"/>
                  </a:moveTo>
                  <a:lnTo>
                    <a:pt x="13455" y="586157"/>
                  </a:lnTo>
                  <a:lnTo>
                    <a:pt x="45767" y="568974"/>
                  </a:lnTo>
                  <a:close/>
                  <a:moveTo>
                    <a:pt x="53768" y="548325"/>
                  </a:moveTo>
                  <a:lnTo>
                    <a:pt x="29178" y="552597"/>
                  </a:lnTo>
                  <a:lnTo>
                    <a:pt x="13455" y="586157"/>
                  </a:lnTo>
                  <a:close/>
                  <a:moveTo>
                    <a:pt x="96358" y="521180"/>
                  </a:moveTo>
                  <a:lnTo>
                    <a:pt x="67571" y="532219"/>
                  </a:lnTo>
                  <a:lnTo>
                    <a:pt x="106963" y="526430"/>
                  </a:lnTo>
                  <a:close/>
                  <a:moveTo>
                    <a:pt x="67571" y="532219"/>
                  </a:moveTo>
                  <a:lnTo>
                    <a:pt x="53768" y="548325"/>
                  </a:lnTo>
                  <a:lnTo>
                    <a:pt x="106963" y="526430"/>
                  </a:lnTo>
                  <a:close/>
                  <a:moveTo>
                    <a:pt x="106963" y="526430"/>
                  </a:moveTo>
                  <a:lnTo>
                    <a:pt x="53768" y="548325"/>
                  </a:lnTo>
                  <a:lnTo>
                    <a:pt x="99683" y="551790"/>
                  </a:lnTo>
                  <a:close/>
                  <a:moveTo>
                    <a:pt x="75639" y="505523"/>
                  </a:moveTo>
                  <a:lnTo>
                    <a:pt x="67571" y="532219"/>
                  </a:lnTo>
                  <a:lnTo>
                    <a:pt x="96358" y="521180"/>
                  </a:lnTo>
                  <a:close/>
                  <a:moveTo>
                    <a:pt x="75793" y="495464"/>
                  </a:moveTo>
                  <a:lnTo>
                    <a:pt x="96358" y="521180"/>
                  </a:lnTo>
                  <a:lnTo>
                    <a:pt x="112124" y="515035"/>
                  </a:lnTo>
                  <a:close/>
                  <a:moveTo>
                    <a:pt x="75793" y="495464"/>
                  </a:moveTo>
                  <a:lnTo>
                    <a:pt x="112124" y="515035"/>
                  </a:lnTo>
                  <a:lnTo>
                    <a:pt x="100723" y="478280"/>
                  </a:lnTo>
                  <a:close/>
                  <a:moveTo>
                    <a:pt x="295978" y="690981"/>
                  </a:moveTo>
                  <a:lnTo>
                    <a:pt x="245422" y="670375"/>
                  </a:lnTo>
                  <a:lnTo>
                    <a:pt x="261174" y="698810"/>
                  </a:lnTo>
                  <a:close/>
                  <a:moveTo>
                    <a:pt x="100723" y="478280"/>
                  </a:moveTo>
                  <a:lnTo>
                    <a:pt x="112124" y="515035"/>
                  </a:lnTo>
                  <a:lnTo>
                    <a:pt x="147503" y="506688"/>
                  </a:lnTo>
                  <a:close/>
                  <a:moveTo>
                    <a:pt x="94216" y="441525"/>
                  </a:moveTo>
                  <a:lnTo>
                    <a:pt x="144462" y="464413"/>
                  </a:lnTo>
                  <a:lnTo>
                    <a:pt x="129608" y="431743"/>
                  </a:lnTo>
                  <a:close/>
                  <a:moveTo>
                    <a:pt x="94216" y="441525"/>
                  </a:moveTo>
                  <a:lnTo>
                    <a:pt x="100723" y="478280"/>
                  </a:lnTo>
                  <a:lnTo>
                    <a:pt x="144462" y="464413"/>
                  </a:lnTo>
                  <a:close/>
                  <a:moveTo>
                    <a:pt x="327607" y="681627"/>
                  </a:moveTo>
                  <a:lnTo>
                    <a:pt x="336230" y="718382"/>
                  </a:lnTo>
                  <a:lnTo>
                    <a:pt x="358668" y="711851"/>
                  </a:lnTo>
                  <a:close/>
                  <a:moveTo>
                    <a:pt x="586681" y="796162"/>
                  </a:moveTo>
                  <a:lnTo>
                    <a:pt x="525598" y="778033"/>
                  </a:lnTo>
                  <a:lnTo>
                    <a:pt x="541820" y="811463"/>
                  </a:lnTo>
                  <a:close/>
                  <a:moveTo>
                    <a:pt x="601642" y="757525"/>
                  </a:moveTo>
                  <a:lnTo>
                    <a:pt x="597671" y="794280"/>
                  </a:lnTo>
                  <a:lnTo>
                    <a:pt x="637174" y="777097"/>
                  </a:lnTo>
                  <a:close/>
                  <a:moveTo>
                    <a:pt x="601642" y="757525"/>
                  </a:moveTo>
                  <a:lnTo>
                    <a:pt x="637174" y="777097"/>
                  </a:lnTo>
                  <a:lnTo>
                    <a:pt x="629064" y="740342"/>
                  </a:lnTo>
                  <a:close/>
                  <a:moveTo>
                    <a:pt x="629064" y="740342"/>
                  </a:moveTo>
                  <a:lnTo>
                    <a:pt x="657297" y="732655"/>
                  </a:lnTo>
                  <a:lnTo>
                    <a:pt x="648355" y="728363"/>
                  </a:lnTo>
                  <a:close/>
                  <a:moveTo>
                    <a:pt x="650993" y="759914"/>
                  </a:moveTo>
                  <a:lnTo>
                    <a:pt x="657297" y="732655"/>
                  </a:lnTo>
                  <a:lnTo>
                    <a:pt x="629064" y="740342"/>
                  </a:lnTo>
                  <a:close/>
                  <a:moveTo>
                    <a:pt x="637174" y="777097"/>
                  </a:moveTo>
                  <a:lnTo>
                    <a:pt x="650993" y="759914"/>
                  </a:lnTo>
                  <a:lnTo>
                    <a:pt x="629064" y="740342"/>
                  </a:lnTo>
                  <a:close/>
                  <a:moveTo>
                    <a:pt x="639691" y="686404"/>
                  </a:moveTo>
                  <a:lnTo>
                    <a:pt x="648355" y="728363"/>
                  </a:lnTo>
                  <a:lnTo>
                    <a:pt x="652707" y="715495"/>
                  </a:lnTo>
                  <a:close/>
                  <a:moveTo>
                    <a:pt x="629064" y="740342"/>
                  </a:moveTo>
                  <a:lnTo>
                    <a:pt x="648355" y="728363"/>
                  </a:lnTo>
                  <a:lnTo>
                    <a:pt x="639691" y="686404"/>
                  </a:lnTo>
                  <a:close/>
                  <a:moveTo>
                    <a:pt x="648355" y="728363"/>
                  </a:moveTo>
                  <a:lnTo>
                    <a:pt x="659154" y="723159"/>
                  </a:lnTo>
                  <a:lnTo>
                    <a:pt x="652707" y="715495"/>
                  </a:lnTo>
                  <a:close/>
                  <a:moveTo>
                    <a:pt x="282453" y="299419"/>
                  </a:moveTo>
                  <a:lnTo>
                    <a:pt x="306724" y="293956"/>
                  </a:lnTo>
                  <a:lnTo>
                    <a:pt x="282531" y="299282"/>
                  </a:lnTo>
                  <a:close/>
                  <a:moveTo>
                    <a:pt x="306724" y="293956"/>
                  </a:moveTo>
                  <a:lnTo>
                    <a:pt x="308818" y="282099"/>
                  </a:lnTo>
                  <a:lnTo>
                    <a:pt x="282531" y="299282"/>
                  </a:lnTo>
                  <a:close/>
                  <a:moveTo>
                    <a:pt x="272749" y="262527"/>
                  </a:moveTo>
                  <a:lnTo>
                    <a:pt x="282531" y="299282"/>
                  </a:lnTo>
                  <a:lnTo>
                    <a:pt x="308818" y="282099"/>
                  </a:lnTo>
                  <a:close/>
                  <a:moveTo>
                    <a:pt x="272749" y="262527"/>
                  </a:moveTo>
                  <a:lnTo>
                    <a:pt x="308818" y="282099"/>
                  </a:lnTo>
                  <a:lnTo>
                    <a:pt x="305589" y="245344"/>
                  </a:lnTo>
                  <a:close/>
                  <a:moveTo>
                    <a:pt x="655589" y="677735"/>
                  </a:moveTo>
                  <a:lnTo>
                    <a:pt x="652707" y="715495"/>
                  </a:lnTo>
                  <a:lnTo>
                    <a:pt x="670941" y="669220"/>
                  </a:lnTo>
                  <a:close/>
                  <a:moveTo>
                    <a:pt x="670941" y="669220"/>
                  </a:moveTo>
                  <a:lnTo>
                    <a:pt x="652707" y="715495"/>
                  </a:lnTo>
                  <a:lnTo>
                    <a:pt x="659154" y="723159"/>
                  </a:lnTo>
                  <a:close/>
                  <a:moveTo>
                    <a:pt x="639691" y="686404"/>
                  </a:moveTo>
                  <a:lnTo>
                    <a:pt x="652707" y="715495"/>
                  </a:lnTo>
                  <a:lnTo>
                    <a:pt x="655589" y="677735"/>
                  </a:lnTo>
                  <a:close/>
                  <a:moveTo>
                    <a:pt x="627697" y="649649"/>
                  </a:moveTo>
                  <a:lnTo>
                    <a:pt x="655589" y="677735"/>
                  </a:lnTo>
                  <a:lnTo>
                    <a:pt x="645897" y="640868"/>
                  </a:lnTo>
                  <a:close/>
                  <a:moveTo>
                    <a:pt x="627697" y="649649"/>
                  </a:moveTo>
                  <a:lnTo>
                    <a:pt x="639691" y="686404"/>
                  </a:lnTo>
                  <a:lnTo>
                    <a:pt x="655589" y="677735"/>
                  </a:lnTo>
                  <a:close/>
                  <a:moveTo>
                    <a:pt x="670941" y="669220"/>
                  </a:moveTo>
                  <a:lnTo>
                    <a:pt x="662600" y="632465"/>
                  </a:lnTo>
                  <a:lnTo>
                    <a:pt x="655589" y="677735"/>
                  </a:lnTo>
                  <a:close/>
                  <a:moveTo>
                    <a:pt x="662600" y="632465"/>
                  </a:moveTo>
                  <a:lnTo>
                    <a:pt x="645897" y="640868"/>
                  </a:lnTo>
                  <a:lnTo>
                    <a:pt x="655589" y="677735"/>
                  </a:lnTo>
                  <a:close/>
                  <a:moveTo>
                    <a:pt x="305589" y="245344"/>
                  </a:moveTo>
                  <a:lnTo>
                    <a:pt x="354247" y="267973"/>
                  </a:lnTo>
                  <a:lnTo>
                    <a:pt x="342072" y="233125"/>
                  </a:lnTo>
                  <a:close/>
                  <a:moveTo>
                    <a:pt x="305589" y="245344"/>
                  </a:moveTo>
                  <a:lnTo>
                    <a:pt x="308818" y="282099"/>
                  </a:lnTo>
                  <a:lnTo>
                    <a:pt x="354247" y="267973"/>
                  </a:lnTo>
                  <a:close/>
                  <a:moveTo>
                    <a:pt x="373085" y="264915"/>
                  </a:moveTo>
                  <a:lnTo>
                    <a:pt x="384689" y="240091"/>
                  </a:lnTo>
                  <a:lnTo>
                    <a:pt x="354247" y="267973"/>
                  </a:lnTo>
                  <a:close/>
                  <a:moveTo>
                    <a:pt x="354247" y="267973"/>
                  </a:moveTo>
                  <a:lnTo>
                    <a:pt x="377010" y="231809"/>
                  </a:lnTo>
                  <a:lnTo>
                    <a:pt x="342072" y="233125"/>
                  </a:lnTo>
                  <a:close/>
                  <a:moveTo>
                    <a:pt x="321024" y="222844"/>
                  </a:moveTo>
                  <a:lnTo>
                    <a:pt x="305589" y="245344"/>
                  </a:lnTo>
                  <a:lnTo>
                    <a:pt x="342072" y="233125"/>
                  </a:lnTo>
                  <a:close/>
                  <a:moveTo>
                    <a:pt x="719442" y="487833"/>
                  </a:moveTo>
                  <a:lnTo>
                    <a:pt x="744384" y="525481"/>
                  </a:lnTo>
                  <a:lnTo>
                    <a:pt x="745014" y="522836"/>
                  </a:lnTo>
                  <a:close/>
                  <a:moveTo>
                    <a:pt x="744384" y="525481"/>
                  </a:moveTo>
                  <a:lnTo>
                    <a:pt x="752104" y="524588"/>
                  </a:lnTo>
                  <a:lnTo>
                    <a:pt x="745014" y="522836"/>
                  </a:lnTo>
                  <a:close/>
                  <a:moveTo>
                    <a:pt x="575381" y="139855"/>
                  </a:moveTo>
                  <a:lnTo>
                    <a:pt x="603539" y="159427"/>
                  </a:lnTo>
                  <a:lnTo>
                    <a:pt x="598882" y="122672"/>
                  </a:lnTo>
                  <a:close/>
                  <a:moveTo>
                    <a:pt x="603539" y="159427"/>
                  </a:moveTo>
                  <a:lnTo>
                    <a:pt x="630315" y="196182"/>
                  </a:lnTo>
                  <a:lnTo>
                    <a:pt x="650615" y="142243"/>
                  </a:lnTo>
                  <a:close/>
                  <a:moveTo>
                    <a:pt x="598882" y="122672"/>
                  </a:moveTo>
                  <a:lnTo>
                    <a:pt x="648930" y="124123"/>
                  </a:lnTo>
                  <a:lnTo>
                    <a:pt x="642367" y="106772"/>
                  </a:lnTo>
                  <a:close/>
                  <a:moveTo>
                    <a:pt x="650615" y="142243"/>
                  </a:moveTo>
                  <a:lnTo>
                    <a:pt x="648930" y="124123"/>
                  </a:lnTo>
                  <a:lnTo>
                    <a:pt x="598882" y="122672"/>
                  </a:lnTo>
                  <a:close/>
                  <a:moveTo>
                    <a:pt x="603539" y="159427"/>
                  </a:moveTo>
                  <a:lnTo>
                    <a:pt x="650615" y="142243"/>
                  </a:lnTo>
                  <a:lnTo>
                    <a:pt x="598882" y="122672"/>
                  </a:lnTo>
                  <a:close/>
                  <a:moveTo>
                    <a:pt x="580093" y="85565"/>
                  </a:moveTo>
                  <a:lnTo>
                    <a:pt x="579984" y="87131"/>
                  </a:lnTo>
                  <a:lnTo>
                    <a:pt x="629103" y="68733"/>
                  </a:lnTo>
                  <a:close/>
                  <a:moveTo>
                    <a:pt x="579984" y="87131"/>
                  </a:moveTo>
                  <a:lnTo>
                    <a:pt x="598882" y="122672"/>
                  </a:lnTo>
                  <a:lnTo>
                    <a:pt x="629103" y="68733"/>
                  </a:lnTo>
                  <a:close/>
                  <a:moveTo>
                    <a:pt x="629103" y="68733"/>
                  </a:moveTo>
                  <a:lnTo>
                    <a:pt x="598882" y="122672"/>
                  </a:lnTo>
                  <a:lnTo>
                    <a:pt x="639858" y="90206"/>
                  </a:lnTo>
                  <a:close/>
                  <a:moveTo>
                    <a:pt x="639858" y="90206"/>
                  </a:moveTo>
                  <a:lnTo>
                    <a:pt x="598882" y="122672"/>
                  </a:lnTo>
                  <a:lnTo>
                    <a:pt x="642367" y="106772"/>
                  </a:lnTo>
                  <a:close/>
                  <a:moveTo>
                    <a:pt x="642367" y="106772"/>
                  </a:moveTo>
                  <a:lnTo>
                    <a:pt x="652321" y="105488"/>
                  </a:lnTo>
                  <a:lnTo>
                    <a:pt x="639858" y="90206"/>
                  </a:lnTo>
                  <a:close/>
                  <a:moveTo>
                    <a:pt x="642367" y="106772"/>
                  </a:moveTo>
                  <a:lnTo>
                    <a:pt x="648930" y="124123"/>
                  </a:lnTo>
                  <a:lnTo>
                    <a:pt x="652321" y="105488"/>
                  </a:lnTo>
                  <a:close/>
                  <a:moveTo>
                    <a:pt x="655100" y="147190"/>
                  </a:moveTo>
                  <a:lnTo>
                    <a:pt x="660766" y="136561"/>
                  </a:lnTo>
                  <a:lnTo>
                    <a:pt x="650615" y="142243"/>
                  </a:lnTo>
                  <a:close/>
                  <a:moveTo>
                    <a:pt x="648930" y="124123"/>
                  </a:moveTo>
                  <a:lnTo>
                    <a:pt x="650615" y="142243"/>
                  </a:lnTo>
                  <a:lnTo>
                    <a:pt x="660766" y="136561"/>
                  </a:lnTo>
                  <a:close/>
                  <a:moveTo>
                    <a:pt x="685878" y="98486"/>
                  </a:moveTo>
                  <a:lnTo>
                    <a:pt x="652321" y="105488"/>
                  </a:lnTo>
                  <a:lnTo>
                    <a:pt x="707112" y="120871"/>
                  </a:lnTo>
                  <a:close/>
                  <a:moveTo>
                    <a:pt x="652321" y="105488"/>
                  </a:moveTo>
                  <a:lnTo>
                    <a:pt x="648930" y="124123"/>
                  </a:lnTo>
                  <a:lnTo>
                    <a:pt x="707112" y="120871"/>
                  </a:lnTo>
                  <a:close/>
                  <a:moveTo>
                    <a:pt x="707112" y="120871"/>
                  </a:moveTo>
                  <a:lnTo>
                    <a:pt x="648930" y="124123"/>
                  </a:lnTo>
                  <a:lnTo>
                    <a:pt x="700881" y="125060"/>
                  </a:lnTo>
                  <a:close/>
                  <a:moveTo>
                    <a:pt x="700881" y="125060"/>
                  </a:moveTo>
                  <a:lnTo>
                    <a:pt x="648930" y="124123"/>
                  </a:lnTo>
                  <a:lnTo>
                    <a:pt x="660766" y="136561"/>
                  </a:lnTo>
                  <a:close/>
                  <a:moveTo>
                    <a:pt x="685878" y="98486"/>
                  </a:moveTo>
                  <a:lnTo>
                    <a:pt x="639858" y="90206"/>
                  </a:lnTo>
                  <a:lnTo>
                    <a:pt x="652321" y="105488"/>
                  </a:lnTo>
                  <a:close/>
                  <a:moveTo>
                    <a:pt x="637552" y="65939"/>
                  </a:moveTo>
                  <a:lnTo>
                    <a:pt x="639858" y="90206"/>
                  </a:lnTo>
                  <a:lnTo>
                    <a:pt x="685878" y="98486"/>
                  </a:lnTo>
                  <a:close/>
                  <a:moveTo>
                    <a:pt x="685878" y="98486"/>
                  </a:moveTo>
                  <a:lnTo>
                    <a:pt x="718277" y="88305"/>
                  </a:lnTo>
                  <a:lnTo>
                    <a:pt x="725366" y="64543"/>
                  </a:lnTo>
                  <a:close/>
                  <a:moveTo>
                    <a:pt x="685878" y="98486"/>
                  </a:moveTo>
                  <a:lnTo>
                    <a:pt x="707112" y="120871"/>
                  </a:lnTo>
                  <a:lnTo>
                    <a:pt x="718277" y="88305"/>
                  </a:lnTo>
                  <a:close/>
                  <a:moveTo>
                    <a:pt x="629103" y="68733"/>
                  </a:moveTo>
                  <a:lnTo>
                    <a:pt x="639858" y="90206"/>
                  </a:lnTo>
                  <a:lnTo>
                    <a:pt x="637552" y="65939"/>
                  </a:lnTo>
                  <a:close/>
                  <a:moveTo>
                    <a:pt x="617804" y="31978"/>
                  </a:moveTo>
                  <a:lnTo>
                    <a:pt x="637552" y="65939"/>
                  </a:lnTo>
                  <a:lnTo>
                    <a:pt x="626460" y="30210"/>
                  </a:lnTo>
                  <a:close/>
                  <a:moveTo>
                    <a:pt x="617804" y="31978"/>
                  </a:moveTo>
                  <a:lnTo>
                    <a:pt x="629103" y="68733"/>
                  </a:lnTo>
                  <a:lnTo>
                    <a:pt x="637552" y="65939"/>
                  </a:lnTo>
                  <a:close/>
                  <a:moveTo>
                    <a:pt x="747950" y="75112"/>
                  </a:moveTo>
                  <a:lnTo>
                    <a:pt x="718277" y="88305"/>
                  </a:lnTo>
                  <a:lnTo>
                    <a:pt x="757166" y="87230"/>
                  </a:lnTo>
                  <a:close/>
                  <a:moveTo>
                    <a:pt x="757166" y="87230"/>
                  </a:moveTo>
                  <a:lnTo>
                    <a:pt x="718277" y="88305"/>
                  </a:lnTo>
                  <a:lnTo>
                    <a:pt x="707112" y="120871"/>
                  </a:lnTo>
                  <a:close/>
                  <a:moveTo>
                    <a:pt x="725366" y="64543"/>
                  </a:moveTo>
                  <a:lnTo>
                    <a:pt x="718277" y="88305"/>
                  </a:lnTo>
                  <a:lnTo>
                    <a:pt x="747950" y="75112"/>
                  </a:lnTo>
                  <a:close/>
                  <a:moveTo>
                    <a:pt x="725366" y="64543"/>
                  </a:moveTo>
                  <a:lnTo>
                    <a:pt x="747950" y="75112"/>
                  </a:lnTo>
                  <a:lnTo>
                    <a:pt x="732046" y="51550"/>
                  </a:lnTo>
                  <a:close/>
                  <a:moveTo>
                    <a:pt x="732046" y="51550"/>
                  </a:moveTo>
                  <a:lnTo>
                    <a:pt x="747950" y="75112"/>
                  </a:lnTo>
                  <a:lnTo>
                    <a:pt x="757113" y="71122"/>
                  </a:lnTo>
                  <a:close/>
                  <a:moveTo>
                    <a:pt x="732046" y="51550"/>
                  </a:moveTo>
                  <a:lnTo>
                    <a:pt x="757113" y="71122"/>
                  </a:lnTo>
                  <a:lnTo>
                    <a:pt x="761542" y="34367"/>
                  </a:lnTo>
                  <a:close/>
                  <a:moveTo>
                    <a:pt x="747950" y="75112"/>
                  </a:moveTo>
                  <a:lnTo>
                    <a:pt x="757166" y="87230"/>
                  </a:lnTo>
                  <a:lnTo>
                    <a:pt x="757113" y="71122"/>
                  </a:lnTo>
                  <a:close/>
                  <a:moveTo>
                    <a:pt x="761542" y="34367"/>
                  </a:moveTo>
                  <a:lnTo>
                    <a:pt x="798825" y="60839"/>
                  </a:lnTo>
                  <a:lnTo>
                    <a:pt x="785953" y="26557"/>
                  </a:lnTo>
                  <a:close/>
                  <a:moveTo>
                    <a:pt x="761542" y="34367"/>
                  </a:moveTo>
                  <a:lnTo>
                    <a:pt x="757113" y="71122"/>
                  </a:lnTo>
                  <a:lnTo>
                    <a:pt x="798825" y="60839"/>
                  </a:lnTo>
                  <a:close/>
                  <a:moveTo>
                    <a:pt x="798825" y="60839"/>
                  </a:moveTo>
                  <a:lnTo>
                    <a:pt x="823683" y="22971"/>
                  </a:lnTo>
                  <a:lnTo>
                    <a:pt x="785953" y="26557"/>
                  </a:lnTo>
                  <a:close/>
                  <a:moveTo>
                    <a:pt x="772713" y="20782"/>
                  </a:moveTo>
                  <a:lnTo>
                    <a:pt x="761542" y="34367"/>
                  </a:lnTo>
                  <a:lnTo>
                    <a:pt x="785953" y="26557"/>
                  </a:lnTo>
                  <a:close/>
                  <a:moveTo>
                    <a:pt x="892115" y="36755"/>
                  </a:moveTo>
                  <a:lnTo>
                    <a:pt x="885377" y="44650"/>
                  </a:lnTo>
                  <a:lnTo>
                    <a:pt x="869482" y="65593"/>
                  </a:lnTo>
                  <a:close/>
                  <a:moveTo>
                    <a:pt x="887156" y="7097"/>
                  </a:moveTo>
                  <a:lnTo>
                    <a:pt x="885377" y="44650"/>
                  </a:lnTo>
                  <a:lnTo>
                    <a:pt x="892115" y="36755"/>
                  </a:lnTo>
                  <a:close/>
                  <a:moveTo>
                    <a:pt x="887691" y="0"/>
                  </a:moveTo>
                  <a:lnTo>
                    <a:pt x="885377" y="44650"/>
                  </a:lnTo>
                  <a:lnTo>
                    <a:pt x="887156" y="7097"/>
                  </a:lnTo>
                  <a:close/>
                  <a:moveTo>
                    <a:pt x="887691" y="0"/>
                  </a:moveTo>
                  <a:lnTo>
                    <a:pt x="883801" y="1185"/>
                  </a:lnTo>
                  <a:lnTo>
                    <a:pt x="871329" y="44129"/>
                  </a:lnTo>
                  <a:close/>
                  <a:moveTo>
                    <a:pt x="900804" y="32108"/>
                  </a:moveTo>
                  <a:lnTo>
                    <a:pt x="892115" y="36755"/>
                  </a:lnTo>
                  <a:lnTo>
                    <a:pt x="922505" y="43055"/>
                  </a:lnTo>
                  <a:close/>
                  <a:moveTo>
                    <a:pt x="887156" y="7097"/>
                  </a:moveTo>
                  <a:lnTo>
                    <a:pt x="892115" y="36755"/>
                  </a:lnTo>
                  <a:lnTo>
                    <a:pt x="900804" y="32108"/>
                  </a:lnTo>
                  <a:close/>
                  <a:moveTo>
                    <a:pt x="887691" y="0"/>
                  </a:moveTo>
                  <a:lnTo>
                    <a:pt x="887156" y="7097"/>
                  </a:lnTo>
                  <a:lnTo>
                    <a:pt x="947417" y="11616"/>
                  </a:lnTo>
                  <a:close/>
                  <a:moveTo>
                    <a:pt x="947417" y="11616"/>
                  </a:moveTo>
                  <a:lnTo>
                    <a:pt x="887156" y="7097"/>
                  </a:lnTo>
                  <a:lnTo>
                    <a:pt x="937409" y="19572"/>
                  </a:lnTo>
                  <a:close/>
                  <a:moveTo>
                    <a:pt x="937409" y="19572"/>
                  </a:moveTo>
                  <a:lnTo>
                    <a:pt x="887156" y="7097"/>
                  </a:lnTo>
                  <a:lnTo>
                    <a:pt x="900804" y="32108"/>
                  </a:lnTo>
                  <a:close/>
                </a:path>
              </a:pathLst>
            </a:custGeom>
            <a:solidFill>
              <a:srgbClr val="D7DEE3"/>
            </a:solidFill>
            <a:ln w="1524">
              <a:solidFill>
                <a:srgbClr val="D7DEE3"/>
              </a:solidFill>
            </a:ln>
          </p:spPr>
        </p:sp>
        <p:sp>
          <p:nvSpPr>
            <p:cNvPr id="76" name="Input_density__75">
              <a:extLst>
                <a:ext uri="{FF2B5EF4-FFF2-40B4-BE49-F238E27FC236}">
                  <a16:creationId xmlns:a16="http://schemas.microsoft.com/office/drawing/2014/main" id="{0CFB34B9-AD6F-63F8-4C25-F0B885D84620}"/>
                </a:ext>
              </a:extLst>
            </p:cNvPr>
            <p:cNvSpPr>
              <a:spLocks noGrp="1"/>
            </p:cNvSpPr>
            <p:nvPr/>
          </p:nvSpPr>
          <p:spPr>
            <a:xfrm>
              <a:off x="1036040" y="1785653"/>
              <a:ext cx="874042" cy="1506794"/>
            </a:xfrm>
            <a:custGeom>
              <a:avLst/>
              <a:gdLst/>
              <a:ahLst/>
              <a:cxnLst/>
              <a:rect l="0" t="0" r="0" b="0"/>
              <a:pathLst>
                <a:path w="874042" h="1506794">
                  <a:moveTo>
                    <a:pt x="218793" y="1433284"/>
                  </a:moveTo>
                  <a:lnTo>
                    <a:pt x="201908" y="1460316"/>
                  </a:lnTo>
                  <a:lnTo>
                    <a:pt x="220778" y="1434660"/>
                  </a:lnTo>
                  <a:close/>
                  <a:moveTo>
                    <a:pt x="220778" y="1434660"/>
                  </a:moveTo>
                  <a:lnTo>
                    <a:pt x="252257" y="1434481"/>
                  </a:lnTo>
                  <a:lnTo>
                    <a:pt x="235980" y="1433284"/>
                  </a:lnTo>
                  <a:close/>
                  <a:moveTo>
                    <a:pt x="0" y="1212754"/>
                  </a:moveTo>
                  <a:lnTo>
                    <a:pt x="16564" y="1222171"/>
                  </a:lnTo>
                  <a:lnTo>
                    <a:pt x="34202" y="1235390"/>
                  </a:lnTo>
                  <a:close/>
                  <a:moveTo>
                    <a:pt x="68507" y="1239074"/>
                  </a:moveTo>
                  <a:lnTo>
                    <a:pt x="34202" y="1235390"/>
                  </a:lnTo>
                  <a:lnTo>
                    <a:pt x="16564" y="1222171"/>
                  </a:lnTo>
                  <a:close/>
                  <a:moveTo>
                    <a:pt x="332260" y="1506794"/>
                  </a:moveTo>
                  <a:lnTo>
                    <a:pt x="336567" y="1489610"/>
                  </a:lnTo>
                  <a:lnTo>
                    <a:pt x="301650" y="1487875"/>
                  </a:lnTo>
                  <a:close/>
                  <a:moveTo>
                    <a:pt x="336567" y="1489610"/>
                  </a:moveTo>
                  <a:lnTo>
                    <a:pt x="327006" y="1486470"/>
                  </a:lnTo>
                  <a:lnTo>
                    <a:pt x="301650" y="1487875"/>
                  </a:lnTo>
                  <a:close/>
                  <a:moveTo>
                    <a:pt x="220778" y="1434660"/>
                  </a:moveTo>
                  <a:lnTo>
                    <a:pt x="204518" y="1419115"/>
                  </a:lnTo>
                  <a:lnTo>
                    <a:pt x="218793" y="1433284"/>
                  </a:lnTo>
                  <a:close/>
                  <a:moveTo>
                    <a:pt x="249214" y="1444770"/>
                  </a:moveTo>
                  <a:lnTo>
                    <a:pt x="235980" y="1433284"/>
                  </a:lnTo>
                  <a:lnTo>
                    <a:pt x="277326" y="1458847"/>
                  </a:lnTo>
                  <a:close/>
                  <a:moveTo>
                    <a:pt x="220778" y="1434660"/>
                  </a:moveTo>
                  <a:lnTo>
                    <a:pt x="235980" y="1433284"/>
                  </a:lnTo>
                  <a:lnTo>
                    <a:pt x="249214" y="1444770"/>
                  </a:lnTo>
                  <a:close/>
                  <a:moveTo>
                    <a:pt x="177919" y="1269080"/>
                  </a:moveTo>
                  <a:lnTo>
                    <a:pt x="165129" y="1254969"/>
                  </a:lnTo>
                  <a:lnTo>
                    <a:pt x="188833" y="1279967"/>
                  </a:lnTo>
                  <a:close/>
                  <a:moveTo>
                    <a:pt x="24930" y="1125876"/>
                  </a:moveTo>
                  <a:lnTo>
                    <a:pt x="5830" y="1096657"/>
                  </a:lnTo>
                  <a:lnTo>
                    <a:pt x="8116" y="1122060"/>
                  </a:lnTo>
                  <a:close/>
                  <a:moveTo>
                    <a:pt x="360781" y="1472427"/>
                  </a:moveTo>
                  <a:lnTo>
                    <a:pt x="336567" y="1489610"/>
                  </a:lnTo>
                  <a:lnTo>
                    <a:pt x="363649" y="1498892"/>
                  </a:lnTo>
                  <a:close/>
                  <a:moveTo>
                    <a:pt x="336567" y="1489610"/>
                  </a:moveTo>
                  <a:lnTo>
                    <a:pt x="360781" y="1472427"/>
                  </a:lnTo>
                  <a:lnTo>
                    <a:pt x="327006" y="1486470"/>
                  </a:lnTo>
                  <a:close/>
                  <a:moveTo>
                    <a:pt x="242885" y="1296529"/>
                  </a:moveTo>
                  <a:lnTo>
                    <a:pt x="228169" y="1269877"/>
                  </a:lnTo>
                  <a:lnTo>
                    <a:pt x="208347" y="1291976"/>
                  </a:lnTo>
                  <a:close/>
                  <a:moveTo>
                    <a:pt x="67537" y="1068122"/>
                  </a:moveTo>
                  <a:lnTo>
                    <a:pt x="43698" y="1085305"/>
                  </a:lnTo>
                  <a:lnTo>
                    <a:pt x="59042" y="1104877"/>
                  </a:lnTo>
                  <a:close/>
                  <a:moveTo>
                    <a:pt x="78435" y="1068122"/>
                  </a:moveTo>
                  <a:lnTo>
                    <a:pt x="71473" y="1115125"/>
                  </a:lnTo>
                  <a:lnTo>
                    <a:pt x="91847" y="1105552"/>
                  </a:lnTo>
                  <a:close/>
                  <a:moveTo>
                    <a:pt x="208844" y="1174204"/>
                  </a:moveTo>
                  <a:lnTo>
                    <a:pt x="229795" y="1179749"/>
                  </a:lnTo>
                  <a:lnTo>
                    <a:pt x="181999" y="1168940"/>
                  </a:lnTo>
                  <a:close/>
                  <a:moveTo>
                    <a:pt x="215022" y="1178387"/>
                  </a:moveTo>
                  <a:lnTo>
                    <a:pt x="240971" y="1193167"/>
                  </a:lnTo>
                  <a:lnTo>
                    <a:pt x="229795" y="1179749"/>
                  </a:lnTo>
                  <a:close/>
                  <a:moveTo>
                    <a:pt x="229795" y="1179749"/>
                  </a:moveTo>
                  <a:lnTo>
                    <a:pt x="240971" y="1193167"/>
                  </a:lnTo>
                  <a:lnTo>
                    <a:pt x="262947" y="1179124"/>
                  </a:lnTo>
                  <a:close/>
                  <a:moveTo>
                    <a:pt x="215022" y="1178387"/>
                  </a:moveTo>
                  <a:lnTo>
                    <a:pt x="229795" y="1179749"/>
                  </a:lnTo>
                  <a:lnTo>
                    <a:pt x="208844" y="1174204"/>
                  </a:lnTo>
                  <a:close/>
                  <a:moveTo>
                    <a:pt x="427477" y="1418041"/>
                  </a:moveTo>
                  <a:lnTo>
                    <a:pt x="427171" y="1419400"/>
                  </a:lnTo>
                  <a:lnTo>
                    <a:pt x="427177" y="1418489"/>
                  </a:lnTo>
                  <a:close/>
                  <a:moveTo>
                    <a:pt x="427477" y="1418041"/>
                  </a:moveTo>
                  <a:lnTo>
                    <a:pt x="427177" y="1418489"/>
                  </a:lnTo>
                  <a:lnTo>
                    <a:pt x="426755" y="1417846"/>
                  </a:lnTo>
                  <a:close/>
                  <a:moveTo>
                    <a:pt x="459407" y="1329677"/>
                  </a:moveTo>
                  <a:lnTo>
                    <a:pt x="454642" y="1381734"/>
                  </a:lnTo>
                  <a:lnTo>
                    <a:pt x="501382" y="1351500"/>
                  </a:lnTo>
                  <a:close/>
                  <a:moveTo>
                    <a:pt x="265628" y="1110380"/>
                  </a:moveTo>
                  <a:lnTo>
                    <a:pt x="233234" y="1154376"/>
                  </a:lnTo>
                  <a:lnTo>
                    <a:pt x="268544" y="1152758"/>
                  </a:lnTo>
                  <a:close/>
                  <a:moveTo>
                    <a:pt x="205200" y="1087694"/>
                  </a:moveTo>
                  <a:lnTo>
                    <a:pt x="268066" y="1102055"/>
                  </a:lnTo>
                  <a:lnTo>
                    <a:pt x="245419" y="1107265"/>
                  </a:lnTo>
                  <a:close/>
                  <a:moveTo>
                    <a:pt x="245419" y="1107265"/>
                  </a:moveTo>
                  <a:lnTo>
                    <a:pt x="265628" y="1110380"/>
                  </a:lnTo>
                  <a:lnTo>
                    <a:pt x="205200" y="1087694"/>
                  </a:lnTo>
                  <a:close/>
                  <a:moveTo>
                    <a:pt x="127151" y="1007454"/>
                  </a:moveTo>
                  <a:lnTo>
                    <a:pt x="144063" y="1038452"/>
                  </a:lnTo>
                  <a:lnTo>
                    <a:pt x="164200" y="1004422"/>
                  </a:lnTo>
                  <a:close/>
                  <a:moveTo>
                    <a:pt x="127151" y="1007454"/>
                  </a:moveTo>
                  <a:lnTo>
                    <a:pt x="164200" y="1004422"/>
                  </a:lnTo>
                  <a:lnTo>
                    <a:pt x="137060" y="985974"/>
                  </a:lnTo>
                  <a:close/>
                  <a:moveTo>
                    <a:pt x="164200" y="1004422"/>
                  </a:moveTo>
                  <a:lnTo>
                    <a:pt x="187950" y="1012202"/>
                  </a:lnTo>
                  <a:lnTo>
                    <a:pt x="168903" y="980453"/>
                  </a:lnTo>
                  <a:close/>
                  <a:moveTo>
                    <a:pt x="509900" y="1310612"/>
                  </a:moveTo>
                  <a:lnTo>
                    <a:pt x="501382" y="1351500"/>
                  </a:lnTo>
                  <a:lnTo>
                    <a:pt x="522854" y="1335573"/>
                  </a:lnTo>
                  <a:close/>
                  <a:moveTo>
                    <a:pt x="286021" y="1072977"/>
                  </a:moveTo>
                  <a:lnTo>
                    <a:pt x="309494" y="1057060"/>
                  </a:lnTo>
                  <a:lnTo>
                    <a:pt x="304340" y="1053327"/>
                  </a:lnTo>
                  <a:close/>
                  <a:moveTo>
                    <a:pt x="299389" y="1094588"/>
                  </a:moveTo>
                  <a:lnTo>
                    <a:pt x="309494" y="1057060"/>
                  </a:lnTo>
                  <a:lnTo>
                    <a:pt x="286021" y="1072977"/>
                  </a:lnTo>
                  <a:close/>
                  <a:moveTo>
                    <a:pt x="268066" y="1102055"/>
                  </a:moveTo>
                  <a:lnTo>
                    <a:pt x="299389" y="1094588"/>
                  </a:lnTo>
                  <a:lnTo>
                    <a:pt x="286021" y="1072977"/>
                  </a:lnTo>
                  <a:close/>
                  <a:moveTo>
                    <a:pt x="309494" y="1057060"/>
                  </a:moveTo>
                  <a:lnTo>
                    <a:pt x="272746" y="1023344"/>
                  </a:lnTo>
                  <a:lnTo>
                    <a:pt x="304340" y="1053327"/>
                  </a:lnTo>
                  <a:close/>
                  <a:moveTo>
                    <a:pt x="198525" y="958858"/>
                  </a:moveTo>
                  <a:lnTo>
                    <a:pt x="170510" y="954545"/>
                  </a:lnTo>
                  <a:lnTo>
                    <a:pt x="168903" y="980453"/>
                  </a:lnTo>
                  <a:close/>
                  <a:moveTo>
                    <a:pt x="568421" y="1285156"/>
                  </a:moveTo>
                  <a:lnTo>
                    <a:pt x="531880" y="1256674"/>
                  </a:lnTo>
                  <a:lnTo>
                    <a:pt x="559092" y="1302811"/>
                  </a:lnTo>
                  <a:close/>
                  <a:moveTo>
                    <a:pt x="530023" y="1266170"/>
                  </a:moveTo>
                  <a:lnTo>
                    <a:pt x="557319" y="1293429"/>
                  </a:lnTo>
                  <a:lnTo>
                    <a:pt x="559092" y="1302811"/>
                  </a:lnTo>
                  <a:close/>
                  <a:moveTo>
                    <a:pt x="296054" y="1040898"/>
                  </a:moveTo>
                  <a:lnTo>
                    <a:pt x="304340" y="1053327"/>
                  </a:lnTo>
                  <a:lnTo>
                    <a:pt x="272746" y="1023344"/>
                  </a:lnTo>
                  <a:close/>
                  <a:moveTo>
                    <a:pt x="220655" y="856953"/>
                  </a:moveTo>
                  <a:lnTo>
                    <a:pt x="198401" y="869956"/>
                  </a:lnTo>
                  <a:lnTo>
                    <a:pt x="257160" y="868863"/>
                  </a:lnTo>
                  <a:close/>
                  <a:moveTo>
                    <a:pt x="104268" y="767163"/>
                  </a:moveTo>
                  <a:lnTo>
                    <a:pt x="78869" y="751135"/>
                  </a:lnTo>
                  <a:lnTo>
                    <a:pt x="91890" y="759287"/>
                  </a:lnTo>
                  <a:close/>
                  <a:moveTo>
                    <a:pt x="418103" y="1018960"/>
                  </a:moveTo>
                  <a:lnTo>
                    <a:pt x="398082" y="1050387"/>
                  </a:lnTo>
                  <a:lnTo>
                    <a:pt x="419569" y="1021747"/>
                  </a:lnTo>
                  <a:close/>
                  <a:moveTo>
                    <a:pt x="449067" y="1055715"/>
                  </a:moveTo>
                  <a:lnTo>
                    <a:pt x="458001" y="1062338"/>
                  </a:lnTo>
                  <a:lnTo>
                    <a:pt x="419569" y="1021747"/>
                  </a:lnTo>
                  <a:close/>
                  <a:moveTo>
                    <a:pt x="267909" y="840044"/>
                  </a:moveTo>
                  <a:lnTo>
                    <a:pt x="220655" y="856953"/>
                  </a:lnTo>
                  <a:lnTo>
                    <a:pt x="257160" y="868863"/>
                  </a:lnTo>
                  <a:close/>
                  <a:moveTo>
                    <a:pt x="223049" y="849426"/>
                  </a:moveTo>
                  <a:lnTo>
                    <a:pt x="220655" y="856953"/>
                  </a:lnTo>
                  <a:lnTo>
                    <a:pt x="267909" y="840044"/>
                  </a:lnTo>
                  <a:close/>
                  <a:moveTo>
                    <a:pt x="370032" y="900690"/>
                  </a:moveTo>
                  <a:lnTo>
                    <a:pt x="423331" y="924004"/>
                  </a:lnTo>
                  <a:lnTo>
                    <a:pt x="384612" y="903813"/>
                  </a:lnTo>
                  <a:close/>
                  <a:moveTo>
                    <a:pt x="393941" y="908341"/>
                  </a:moveTo>
                  <a:lnTo>
                    <a:pt x="423331" y="924004"/>
                  </a:lnTo>
                  <a:lnTo>
                    <a:pt x="370032" y="900690"/>
                  </a:lnTo>
                  <a:close/>
                  <a:moveTo>
                    <a:pt x="163137" y="634227"/>
                  </a:moveTo>
                  <a:lnTo>
                    <a:pt x="145347" y="651411"/>
                  </a:lnTo>
                  <a:lnTo>
                    <a:pt x="176559" y="670982"/>
                  </a:lnTo>
                  <a:close/>
                  <a:moveTo>
                    <a:pt x="423331" y="924004"/>
                  </a:moveTo>
                  <a:lnTo>
                    <a:pt x="438261" y="928267"/>
                  </a:lnTo>
                  <a:lnTo>
                    <a:pt x="443450" y="903014"/>
                  </a:lnTo>
                  <a:close/>
                  <a:moveTo>
                    <a:pt x="464338" y="878197"/>
                  </a:moveTo>
                  <a:lnTo>
                    <a:pt x="438261" y="928267"/>
                  </a:lnTo>
                  <a:lnTo>
                    <a:pt x="460879" y="925757"/>
                  </a:lnTo>
                  <a:close/>
                  <a:moveTo>
                    <a:pt x="464338" y="878197"/>
                  </a:moveTo>
                  <a:lnTo>
                    <a:pt x="460879" y="925757"/>
                  </a:lnTo>
                  <a:lnTo>
                    <a:pt x="470749" y="928267"/>
                  </a:lnTo>
                  <a:close/>
                  <a:moveTo>
                    <a:pt x="464338" y="878197"/>
                  </a:moveTo>
                  <a:lnTo>
                    <a:pt x="453539" y="842230"/>
                  </a:lnTo>
                  <a:lnTo>
                    <a:pt x="461880" y="874328"/>
                  </a:lnTo>
                  <a:close/>
                  <a:moveTo>
                    <a:pt x="453539" y="842230"/>
                  </a:moveTo>
                  <a:lnTo>
                    <a:pt x="450936" y="837574"/>
                  </a:lnTo>
                  <a:lnTo>
                    <a:pt x="461880" y="874328"/>
                  </a:lnTo>
                  <a:close/>
                  <a:moveTo>
                    <a:pt x="659125" y="1086505"/>
                  </a:moveTo>
                  <a:lnTo>
                    <a:pt x="659677" y="1058103"/>
                  </a:lnTo>
                  <a:lnTo>
                    <a:pt x="657922" y="1052906"/>
                  </a:lnTo>
                  <a:close/>
                  <a:moveTo>
                    <a:pt x="657922" y="1052906"/>
                  </a:moveTo>
                  <a:lnTo>
                    <a:pt x="659677" y="1058103"/>
                  </a:lnTo>
                  <a:lnTo>
                    <a:pt x="657934" y="1008148"/>
                  </a:lnTo>
                  <a:close/>
                  <a:moveTo>
                    <a:pt x="569855" y="980831"/>
                  </a:moveTo>
                  <a:lnTo>
                    <a:pt x="602169" y="936902"/>
                  </a:lnTo>
                  <a:lnTo>
                    <a:pt x="569342" y="936502"/>
                  </a:lnTo>
                  <a:close/>
                  <a:moveTo>
                    <a:pt x="590905" y="901312"/>
                  </a:moveTo>
                  <a:lnTo>
                    <a:pt x="572192" y="914424"/>
                  </a:lnTo>
                  <a:lnTo>
                    <a:pt x="569342" y="936502"/>
                  </a:lnTo>
                  <a:close/>
                  <a:moveTo>
                    <a:pt x="450936" y="837574"/>
                  </a:moveTo>
                  <a:lnTo>
                    <a:pt x="468157" y="820390"/>
                  </a:lnTo>
                  <a:lnTo>
                    <a:pt x="461880" y="874328"/>
                  </a:lnTo>
                  <a:close/>
                  <a:moveTo>
                    <a:pt x="736687" y="896288"/>
                  </a:moveTo>
                  <a:lnTo>
                    <a:pt x="754858" y="906658"/>
                  </a:lnTo>
                  <a:lnTo>
                    <a:pt x="761600" y="888552"/>
                  </a:lnTo>
                  <a:close/>
                  <a:moveTo>
                    <a:pt x="761600" y="888552"/>
                  </a:moveTo>
                  <a:lnTo>
                    <a:pt x="754858" y="906658"/>
                  </a:lnTo>
                  <a:lnTo>
                    <a:pt x="770511" y="896288"/>
                  </a:lnTo>
                  <a:close/>
                  <a:moveTo>
                    <a:pt x="496262" y="521355"/>
                  </a:moveTo>
                  <a:lnTo>
                    <a:pt x="467599" y="517570"/>
                  </a:lnTo>
                  <a:lnTo>
                    <a:pt x="499186" y="563725"/>
                  </a:lnTo>
                  <a:close/>
                  <a:moveTo>
                    <a:pt x="446377" y="500760"/>
                  </a:moveTo>
                  <a:lnTo>
                    <a:pt x="462371" y="511555"/>
                  </a:lnTo>
                  <a:lnTo>
                    <a:pt x="467599" y="517570"/>
                  </a:lnTo>
                  <a:close/>
                  <a:moveTo>
                    <a:pt x="428492" y="462257"/>
                  </a:moveTo>
                  <a:lnTo>
                    <a:pt x="413955" y="444599"/>
                  </a:lnTo>
                  <a:lnTo>
                    <a:pt x="440612" y="479205"/>
                  </a:lnTo>
                  <a:close/>
                  <a:moveTo>
                    <a:pt x="459007" y="451771"/>
                  </a:moveTo>
                  <a:lnTo>
                    <a:pt x="428492" y="462257"/>
                  </a:lnTo>
                  <a:lnTo>
                    <a:pt x="440612" y="479205"/>
                  </a:lnTo>
                  <a:close/>
                  <a:moveTo>
                    <a:pt x="55339" y="9564"/>
                  </a:moveTo>
                  <a:lnTo>
                    <a:pt x="72337" y="40492"/>
                  </a:lnTo>
                  <a:lnTo>
                    <a:pt x="74491" y="50924"/>
                  </a:lnTo>
                  <a:close/>
                  <a:moveTo>
                    <a:pt x="33784" y="0"/>
                  </a:moveTo>
                  <a:lnTo>
                    <a:pt x="72337" y="40492"/>
                  </a:lnTo>
                  <a:lnTo>
                    <a:pt x="55339" y="9564"/>
                  </a:lnTo>
                  <a:close/>
                  <a:moveTo>
                    <a:pt x="874042" y="1006906"/>
                  </a:moveTo>
                  <a:lnTo>
                    <a:pt x="832642" y="992126"/>
                  </a:lnTo>
                  <a:lnTo>
                    <a:pt x="850158" y="1004974"/>
                  </a:lnTo>
                  <a:close/>
                  <a:moveTo>
                    <a:pt x="662760" y="690995"/>
                  </a:moveTo>
                  <a:lnTo>
                    <a:pt x="663171" y="716801"/>
                  </a:lnTo>
                  <a:lnTo>
                    <a:pt x="664438" y="695330"/>
                  </a:lnTo>
                  <a:close/>
                  <a:moveTo>
                    <a:pt x="664438" y="695330"/>
                  </a:moveTo>
                  <a:lnTo>
                    <a:pt x="671503" y="651747"/>
                  </a:lnTo>
                  <a:lnTo>
                    <a:pt x="662760" y="690995"/>
                  </a:lnTo>
                  <a:close/>
                  <a:moveTo>
                    <a:pt x="811784" y="740601"/>
                  </a:moveTo>
                  <a:lnTo>
                    <a:pt x="767601" y="761888"/>
                  </a:lnTo>
                  <a:lnTo>
                    <a:pt x="804594" y="775622"/>
                  </a:lnTo>
                  <a:close/>
                  <a:moveTo>
                    <a:pt x="811784" y="740601"/>
                  </a:moveTo>
                  <a:lnTo>
                    <a:pt x="776520" y="742181"/>
                  </a:lnTo>
                  <a:lnTo>
                    <a:pt x="767601" y="761888"/>
                  </a:lnTo>
                  <a:close/>
                  <a:moveTo>
                    <a:pt x="776520" y="742181"/>
                  </a:moveTo>
                  <a:lnTo>
                    <a:pt x="811784" y="740601"/>
                  </a:lnTo>
                  <a:lnTo>
                    <a:pt x="783777" y="726159"/>
                  </a:lnTo>
                  <a:close/>
                  <a:moveTo>
                    <a:pt x="671503" y="651747"/>
                  </a:moveTo>
                  <a:lnTo>
                    <a:pt x="682512" y="641392"/>
                  </a:lnTo>
                  <a:lnTo>
                    <a:pt x="681039" y="631388"/>
                  </a:lnTo>
                  <a:close/>
                  <a:moveTo>
                    <a:pt x="681039" y="631388"/>
                  </a:moveTo>
                  <a:lnTo>
                    <a:pt x="682512" y="641392"/>
                  </a:lnTo>
                  <a:lnTo>
                    <a:pt x="692577" y="605961"/>
                  </a:lnTo>
                  <a:close/>
                  <a:moveTo>
                    <a:pt x="692876" y="604105"/>
                  </a:moveTo>
                  <a:lnTo>
                    <a:pt x="681039" y="631388"/>
                  </a:lnTo>
                  <a:lnTo>
                    <a:pt x="692577" y="605961"/>
                  </a:lnTo>
                  <a:close/>
                  <a:moveTo>
                    <a:pt x="844203" y="607025"/>
                  </a:moveTo>
                  <a:lnTo>
                    <a:pt x="833268" y="553087"/>
                  </a:lnTo>
                  <a:lnTo>
                    <a:pt x="856292" y="589842"/>
                  </a:lnTo>
                  <a:close/>
                </a:path>
              </a:pathLst>
            </a:custGeom>
            <a:solidFill>
              <a:srgbClr val="BCC7CF"/>
            </a:solidFill>
            <a:ln w="1524">
              <a:solidFill>
                <a:srgbClr val="BCC7CF"/>
              </a:solidFill>
            </a:ln>
          </p:spPr>
        </p:sp>
        <p:sp>
          <p:nvSpPr>
            <p:cNvPr id="77" name="Input_density__76">
              <a:extLst>
                <a:ext uri="{FF2B5EF4-FFF2-40B4-BE49-F238E27FC236}">
                  <a16:creationId xmlns:a16="http://schemas.microsoft.com/office/drawing/2014/main" id="{13A606B7-63AF-2EA1-1D22-00DDFAE92161}"/>
                </a:ext>
              </a:extLst>
            </p:cNvPr>
            <p:cNvSpPr>
              <a:spLocks noGrp="1"/>
            </p:cNvSpPr>
            <p:nvPr/>
          </p:nvSpPr>
          <p:spPr>
            <a:xfrm>
              <a:off x="1001307" y="1785653"/>
              <a:ext cx="849480" cy="1509997"/>
            </a:xfrm>
            <a:custGeom>
              <a:avLst/>
              <a:gdLst/>
              <a:ahLst/>
              <a:cxnLst/>
              <a:rect l="0" t="0" r="0" b="0"/>
              <a:pathLst>
                <a:path w="849480" h="1509997">
                  <a:moveTo>
                    <a:pt x="0" y="1192039"/>
                  </a:moveTo>
                  <a:lnTo>
                    <a:pt x="34733" y="1212754"/>
                  </a:lnTo>
                  <a:lnTo>
                    <a:pt x="28481" y="1208717"/>
                  </a:lnTo>
                  <a:close/>
                  <a:moveTo>
                    <a:pt x="0" y="1192039"/>
                  </a:moveTo>
                  <a:lnTo>
                    <a:pt x="51297" y="1222171"/>
                  </a:lnTo>
                  <a:lnTo>
                    <a:pt x="34733" y="1212754"/>
                  </a:lnTo>
                  <a:close/>
                  <a:moveTo>
                    <a:pt x="103240" y="1239074"/>
                  </a:moveTo>
                  <a:lnTo>
                    <a:pt x="51297" y="1222171"/>
                  </a:lnTo>
                  <a:lnTo>
                    <a:pt x="79131" y="1226631"/>
                  </a:lnTo>
                  <a:close/>
                  <a:moveTo>
                    <a:pt x="371300" y="1489610"/>
                  </a:moveTo>
                  <a:lnTo>
                    <a:pt x="375619" y="1509997"/>
                  </a:lnTo>
                  <a:lnTo>
                    <a:pt x="398381" y="1498892"/>
                  </a:lnTo>
                  <a:close/>
                  <a:moveTo>
                    <a:pt x="395514" y="1472427"/>
                  </a:moveTo>
                  <a:lnTo>
                    <a:pt x="398381" y="1498892"/>
                  </a:lnTo>
                  <a:lnTo>
                    <a:pt x="420410" y="1485046"/>
                  </a:lnTo>
                  <a:close/>
                  <a:moveTo>
                    <a:pt x="454220" y="1455243"/>
                  </a:moveTo>
                  <a:lnTo>
                    <a:pt x="439389" y="1472427"/>
                  </a:lnTo>
                  <a:lnTo>
                    <a:pt x="461904" y="1419400"/>
                  </a:lnTo>
                  <a:close/>
                  <a:moveTo>
                    <a:pt x="216732" y="1168940"/>
                  </a:moveTo>
                  <a:lnTo>
                    <a:pt x="199346" y="1161204"/>
                  </a:lnTo>
                  <a:lnTo>
                    <a:pt x="195839" y="1143717"/>
                  </a:lnTo>
                  <a:close/>
                  <a:moveTo>
                    <a:pt x="236950" y="1172846"/>
                  </a:moveTo>
                  <a:lnTo>
                    <a:pt x="243577" y="1174204"/>
                  </a:lnTo>
                  <a:lnTo>
                    <a:pt x="216732" y="1168940"/>
                  </a:lnTo>
                  <a:close/>
                  <a:moveTo>
                    <a:pt x="476373" y="1381734"/>
                  </a:moveTo>
                  <a:lnTo>
                    <a:pt x="486446" y="1386583"/>
                  </a:lnTo>
                  <a:lnTo>
                    <a:pt x="490104" y="1377705"/>
                  </a:lnTo>
                  <a:close/>
                  <a:moveTo>
                    <a:pt x="198933" y="1004422"/>
                  </a:moveTo>
                  <a:lnTo>
                    <a:pt x="171951" y="1050939"/>
                  </a:lnTo>
                  <a:lnTo>
                    <a:pt x="191225" y="1030258"/>
                  </a:lnTo>
                  <a:close/>
                  <a:moveTo>
                    <a:pt x="198933" y="1004422"/>
                  </a:moveTo>
                  <a:lnTo>
                    <a:pt x="203636" y="980453"/>
                  </a:lnTo>
                  <a:lnTo>
                    <a:pt x="171793" y="985974"/>
                  </a:lnTo>
                  <a:close/>
                  <a:moveTo>
                    <a:pt x="203636" y="980453"/>
                  </a:moveTo>
                  <a:lnTo>
                    <a:pt x="205243" y="954545"/>
                  </a:lnTo>
                  <a:lnTo>
                    <a:pt x="194370" y="974178"/>
                  </a:lnTo>
                  <a:close/>
                  <a:moveTo>
                    <a:pt x="233258" y="958858"/>
                  </a:moveTo>
                  <a:lnTo>
                    <a:pt x="203636" y="980453"/>
                  </a:lnTo>
                  <a:lnTo>
                    <a:pt x="232194" y="962652"/>
                  </a:lnTo>
                  <a:close/>
                  <a:moveTo>
                    <a:pt x="205243" y="954545"/>
                  </a:moveTo>
                  <a:lnTo>
                    <a:pt x="229516" y="952638"/>
                  </a:lnTo>
                  <a:lnTo>
                    <a:pt x="209849" y="906307"/>
                  </a:lnTo>
                  <a:close/>
                  <a:moveTo>
                    <a:pt x="200955" y="943062"/>
                  </a:moveTo>
                  <a:lnTo>
                    <a:pt x="205243" y="954545"/>
                  </a:lnTo>
                  <a:lnTo>
                    <a:pt x="209607" y="906571"/>
                  </a:lnTo>
                  <a:close/>
                  <a:moveTo>
                    <a:pt x="129109" y="758546"/>
                  </a:moveTo>
                  <a:lnTo>
                    <a:pt x="113602" y="751135"/>
                  </a:lnTo>
                  <a:lnTo>
                    <a:pt x="139001" y="767163"/>
                  </a:lnTo>
                  <a:close/>
                  <a:moveTo>
                    <a:pt x="161120" y="753652"/>
                  </a:moveTo>
                  <a:lnTo>
                    <a:pt x="129109" y="758546"/>
                  </a:lnTo>
                  <a:lnTo>
                    <a:pt x="139001" y="767163"/>
                  </a:lnTo>
                  <a:close/>
                  <a:moveTo>
                    <a:pt x="148998" y="759287"/>
                  </a:moveTo>
                  <a:lnTo>
                    <a:pt x="161120" y="753652"/>
                  </a:lnTo>
                  <a:lnTo>
                    <a:pt x="139001" y="767163"/>
                  </a:lnTo>
                  <a:close/>
                  <a:moveTo>
                    <a:pt x="693706" y="1094858"/>
                  </a:moveTo>
                  <a:lnTo>
                    <a:pt x="649269" y="1105837"/>
                  </a:lnTo>
                  <a:lnTo>
                    <a:pt x="653542" y="1060348"/>
                  </a:lnTo>
                  <a:close/>
                  <a:moveTo>
                    <a:pt x="478182" y="903014"/>
                  </a:moveTo>
                  <a:lnTo>
                    <a:pt x="472994" y="928267"/>
                  </a:lnTo>
                  <a:lnTo>
                    <a:pt x="499071" y="878197"/>
                  </a:lnTo>
                  <a:close/>
                  <a:moveTo>
                    <a:pt x="499071" y="878197"/>
                  </a:moveTo>
                  <a:lnTo>
                    <a:pt x="496613" y="874328"/>
                  </a:lnTo>
                  <a:lnTo>
                    <a:pt x="478182" y="903014"/>
                  </a:lnTo>
                  <a:close/>
                  <a:moveTo>
                    <a:pt x="625638" y="901312"/>
                  </a:moveTo>
                  <a:lnTo>
                    <a:pt x="604075" y="936502"/>
                  </a:lnTo>
                  <a:lnTo>
                    <a:pt x="636902" y="936902"/>
                  </a:lnTo>
                  <a:close/>
                  <a:moveTo>
                    <a:pt x="750504" y="885097"/>
                  </a:moveTo>
                  <a:lnTo>
                    <a:pt x="771420" y="896288"/>
                  </a:lnTo>
                  <a:lnTo>
                    <a:pt x="772582" y="871435"/>
                  </a:lnTo>
                  <a:close/>
                  <a:moveTo>
                    <a:pt x="494816" y="552001"/>
                  </a:moveTo>
                  <a:lnTo>
                    <a:pt x="502332" y="517570"/>
                  </a:lnTo>
                  <a:lnTo>
                    <a:pt x="483598" y="538432"/>
                  </a:lnTo>
                  <a:close/>
                  <a:moveTo>
                    <a:pt x="459137" y="543181"/>
                  </a:moveTo>
                  <a:lnTo>
                    <a:pt x="494816" y="552001"/>
                  </a:lnTo>
                  <a:lnTo>
                    <a:pt x="483598" y="538432"/>
                  </a:lnTo>
                  <a:close/>
                  <a:moveTo>
                    <a:pt x="83961" y="40863"/>
                  </a:moveTo>
                  <a:lnTo>
                    <a:pt x="96029" y="57617"/>
                  </a:lnTo>
                  <a:lnTo>
                    <a:pt x="107070" y="40492"/>
                  </a:lnTo>
                  <a:close/>
                  <a:moveTo>
                    <a:pt x="79314" y="87679"/>
                  </a:moveTo>
                  <a:lnTo>
                    <a:pt x="96029" y="57617"/>
                  </a:lnTo>
                  <a:lnTo>
                    <a:pt x="78953" y="81010"/>
                  </a:lnTo>
                  <a:close/>
                  <a:moveTo>
                    <a:pt x="107070" y="40492"/>
                  </a:moveTo>
                  <a:lnTo>
                    <a:pt x="96029" y="57617"/>
                  </a:lnTo>
                  <a:lnTo>
                    <a:pt x="109224" y="50924"/>
                  </a:lnTo>
                  <a:close/>
                  <a:moveTo>
                    <a:pt x="68517" y="0"/>
                  </a:moveTo>
                  <a:lnTo>
                    <a:pt x="97927" y="33740"/>
                  </a:lnTo>
                  <a:lnTo>
                    <a:pt x="107070" y="40492"/>
                  </a:lnTo>
                  <a:close/>
                  <a:moveTo>
                    <a:pt x="717245" y="641392"/>
                  </a:moveTo>
                  <a:lnTo>
                    <a:pt x="706236" y="651747"/>
                  </a:lnTo>
                  <a:lnTo>
                    <a:pt x="699171" y="695330"/>
                  </a:lnTo>
                  <a:close/>
                  <a:moveTo>
                    <a:pt x="846517" y="740601"/>
                  </a:moveTo>
                  <a:lnTo>
                    <a:pt x="845192" y="701343"/>
                  </a:lnTo>
                  <a:lnTo>
                    <a:pt x="818510" y="726159"/>
                  </a:lnTo>
                  <a:close/>
                  <a:moveTo>
                    <a:pt x="846517" y="740601"/>
                  </a:moveTo>
                  <a:lnTo>
                    <a:pt x="839327" y="775622"/>
                  </a:lnTo>
                  <a:lnTo>
                    <a:pt x="849480" y="751657"/>
                  </a:lnTo>
                  <a:close/>
                  <a:moveTo>
                    <a:pt x="849480" y="751657"/>
                  </a:moveTo>
                  <a:lnTo>
                    <a:pt x="845192" y="701343"/>
                  </a:lnTo>
                  <a:lnTo>
                    <a:pt x="846517" y="740601"/>
                  </a:lnTo>
                  <a:close/>
                  <a:moveTo>
                    <a:pt x="846611" y="697719"/>
                  </a:moveTo>
                  <a:lnTo>
                    <a:pt x="845192" y="701343"/>
                  </a:lnTo>
                  <a:lnTo>
                    <a:pt x="849480" y="751657"/>
                  </a:lnTo>
                  <a:close/>
                  <a:moveTo>
                    <a:pt x="846244" y="696075"/>
                  </a:moveTo>
                  <a:lnTo>
                    <a:pt x="847813" y="680535"/>
                  </a:lnTo>
                  <a:lnTo>
                    <a:pt x="845192" y="701343"/>
                  </a:lnTo>
                  <a:close/>
                  <a:moveTo>
                    <a:pt x="846244" y="696075"/>
                  </a:moveTo>
                  <a:lnTo>
                    <a:pt x="845192" y="701343"/>
                  </a:lnTo>
                  <a:lnTo>
                    <a:pt x="846611" y="697719"/>
                  </a:lnTo>
                  <a:close/>
                </a:path>
              </a:pathLst>
            </a:custGeom>
            <a:solidFill>
              <a:srgbClr val="B5C1C9"/>
            </a:solidFill>
            <a:ln w="1524">
              <a:solidFill>
                <a:srgbClr val="B5C1C9"/>
              </a:solidFill>
            </a:ln>
          </p:spPr>
        </p:sp>
        <p:sp>
          <p:nvSpPr>
            <p:cNvPr id="78" name="Input_density__77">
              <a:extLst>
                <a:ext uri="{FF2B5EF4-FFF2-40B4-BE49-F238E27FC236}">
                  <a16:creationId xmlns:a16="http://schemas.microsoft.com/office/drawing/2014/main" id="{8386B8B7-2381-8DA1-5F50-2E7020F5EFBD}"/>
                </a:ext>
              </a:extLst>
            </p:cNvPr>
            <p:cNvSpPr>
              <a:spLocks noGrp="1"/>
            </p:cNvSpPr>
            <p:nvPr/>
          </p:nvSpPr>
          <p:spPr>
            <a:xfrm>
              <a:off x="1076346" y="1843270"/>
              <a:ext cx="784159" cy="1441275"/>
            </a:xfrm>
            <a:custGeom>
              <a:avLst/>
              <a:gdLst/>
              <a:ahLst/>
              <a:cxnLst/>
              <a:rect l="0" t="0" r="0" b="0"/>
              <a:pathLst>
                <a:path w="784159" h="1441275">
                  <a:moveTo>
                    <a:pt x="342355" y="1431993"/>
                  </a:moveTo>
                  <a:lnTo>
                    <a:pt x="345372" y="1427429"/>
                  </a:lnTo>
                  <a:lnTo>
                    <a:pt x="323343" y="1441275"/>
                  </a:lnTo>
                  <a:close/>
                  <a:moveTo>
                    <a:pt x="342355" y="1431993"/>
                  </a:moveTo>
                  <a:lnTo>
                    <a:pt x="364350" y="1414810"/>
                  </a:lnTo>
                  <a:lnTo>
                    <a:pt x="345372" y="1427429"/>
                  </a:lnTo>
                  <a:close/>
                  <a:moveTo>
                    <a:pt x="364350" y="1414810"/>
                  </a:moveTo>
                  <a:lnTo>
                    <a:pt x="371735" y="1401421"/>
                  </a:lnTo>
                  <a:lnTo>
                    <a:pt x="386865" y="1361783"/>
                  </a:lnTo>
                  <a:close/>
                  <a:moveTo>
                    <a:pt x="482548" y="1277955"/>
                  </a:moveTo>
                  <a:lnTo>
                    <a:pt x="461076" y="1293883"/>
                  </a:lnTo>
                  <a:lnTo>
                    <a:pt x="510820" y="1259082"/>
                  </a:lnTo>
                  <a:close/>
                  <a:moveTo>
                    <a:pt x="510820" y="1259082"/>
                  </a:moveTo>
                  <a:lnTo>
                    <a:pt x="494337" y="1282730"/>
                  </a:lnTo>
                  <a:lnTo>
                    <a:pt x="482548" y="1277955"/>
                  </a:lnTo>
                  <a:close/>
                  <a:moveTo>
                    <a:pt x="134810" y="848690"/>
                  </a:moveTo>
                  <a:lnTo>
                    <a:pt x="158095" y="812339"/>
                  </a:lnTo>
                  <a:lnTo>
                    <a:pt x="180350" y="799336"/>
                  </a:lnTo>
                  <a:close/>
                  <a:moveTo>
                    <a:pt x="178213" y="831507"/>
                  </a:moveTo>
                  <a:lnTo>
                    <a:pt x="180350" y="799336"/>
                  </a:lnTo>
                  <a:lnTo>
                    <a:pt x="182744" y="791809"/>
                  </a:lnTo>
                  <a:close/>
                  <a:moveTo>
                    <a:pt x="728467" y="1189693"/>
                  </a:moveTo>
                  <a:lnTo>
                    <a:pt x="700174" y="1178994"/>
                  </a:lnTo>
                  <a:lnTo>
                    <a:pt x="706632" y="1184261"/>
                  </a:lnTo>
                  <a:close/>
                  <a:moveTo>
                    <a:pt x="734438" y="1184261"/>
                  </a:moveTo>
                  <a:lnTo>
                    <a:pt x="750889" y="1177316"/>
                  </a:lnTo>
                  <a:lnTo>
                    <a:pt x="728467" y="1189693"/>
                  </a:lnTo>
                  <a:close/>
                  <a:moveTo>
                    <a:pt x="734438" y="1184261"/>
                  </a:moveTo>
                  <a:lnTo>
                    <a:pt x="762332" y="1167078"/>
                  </a:lnTo>
                  <a:lnTo>
                    <a:pt x="750889" y="1177316"/>
                  </a:lnTo>
                  <a:close/>
                  <a:moveTo>
                    <a:pt x="5593" y="47245"/>
                  </a:moveTo>
                  <a:lnTo>
                    <a:pt x="4275" y="30062"/>
                  </a:lnTo>
                  <a:lnTo>
                    <a:pt x="0" y="46094"/>
                  </a:lnTo>
                  <a:close/>
                  <a:moveTo>
                    <a:pt x="4275" y="30062"/>
                  </a:moveTo>
                  <a:lnTo>
                    <a:pt x="5593" y="47245"/>
                  </a:lnTo>
                  <a:lnTo>
                    <a:pt x="20991" y="0"/>
                  </a:lnTo>
                  <a:close/>
                  <a:moveTo>
                    <a:pt x="450827" y="389689"/>
                  </a:moveTo>
                  <a:lnTo>
                    <a:pt x="440702" y="404305"/>
                  </a:lnTo>
                  <a:lnTo>
                    <a:pt x="418701" y="394154"/>
                  </a:lnTo>
                  <a:close/>
                  <a:moveTo>
                    <a:pt x="771573" y="640102"/>
                  </a:moveTo>
                  <a:lnTo>
                    <a:pt x="784159" y="599880"/>
                  </a:lnTo>
                  <a:lnTo>
                    <a:pt x="771206" y="638458"/>
                  </a:lnTo>
                  <a:close/>
                  <a:moveTo>
                    <a:pt x="772775" y="622918"/>
                  </a:moveTo>
                  <a:lnTo>
                    <a:pt x="771206" y="638458"/>
                  </a:lnTo>
                  <a:lnTo>
                    <a:pt x="784159" y="599880"/>
                  </a:lnTo>
                  <a:close/>
                </a:path>
              </a:pathLst>
            </a:custGeom>
            <a:solidFill>
              <a:srgbClr val="AEBAC4"/>
            </a:solidFill>
            <a:ln w="1524">
              <a:solidFill>
                <a:srgbClr val="AEBAC4"/>
              </a:solidFill>
            </a:ln>
          </p:spPr>
        </p:sp>
        <p:sp>
          <p:nvSpPr>
            <p:cNvPr id="79" name="Input_density__78">
              <a:extLst>
                <a:ext uri="{FF2B5EF4-FFF2-40B4-BE49-F238E27FC236}">
                  <a16:creationId xmlns:a16="http://schemas.microsoft.com/office/drawing/2014/main" id="{F06F868A-CFE9-BAF8-FF7A-B0A08A5C1277}"/>
                </a:ext>
              </a:extLst>
            </p:cNvPr>
            <p:cNvSpPr>
              <a:spLocks noGrp="1"/>
            </p:cNvSpPr>
            <p:nvPr/>
          </p:nvSpPr>
          <p:spPr>
            <a:xfrm>
              <a:off x="900507" y="2126919"/>
              <a:ext cx="1048031" cy="1122003"/>
            </a:xfrm>
            <a:custGeom>
              <a:avLst/>
              <a:gdLst/>
              <a:ahLst/>
              <a:cxnLst/>
              <a:rect l="0" t="0" r="0" b="0"/>
              <a:pathLst>
                <a:path w="1048031" h="1122003">
                  <a:moveTo>
                    <a:pt x="13270" y="815161"/>
                  </a:moveTo>
                  <a:lnTo>
                    <a:pt x="0" y="832345"/>
                  </a:lnTo>
                  <a:lnTo>
                    <a:pt x="15878" y="851916"/>
                  </a:lnTo>
                  <a:close/>
                  <a:moveTo>
                    <a:pt x="15878" y="851916"/>
                  </a:moveTo>
                  <a:lnTo>
                    <a:pt x="42358" y="797978"/>
                  </a:lnTo>
                  <a:lnTo>
                    <a:pt x="13270" y="815161"/>
                  </a:lnTo>
                  <a:close/>
                  <a:moveTo>
                    <a:pt x="175672" y="861739"/>
                  </a:moveTo>
                  <a:lnTo>
                    <a:pt x="218785" y="856728"/>
                  </a:lnTo>
                  <a:lnTo>
                    <a:pt x="213519" y="854304"/>
                  </a:lnTo>
                  <a:close/>
                  <a:moveTo>
                    <a:pt x="213519" y="854304"/>
                  </a:moveTo>
                  <a:lnTo>
                    <a:pt x="186965" y="817550"/>
                  </a:lnTo>
                  <a:lnTo>
                    <a:pt x="175672" y="861739"/>
                  </a:lnTo>
                  <a:close/>
                  <a:moveTo>
                    <a:pt x="186965" y="817550"/>
                  </a:moveTo>
                  <a:lnTo>
                    <a:pt x="173122" y="819065"/>
                  </a:lnTo>
                  <a:lnTo>
                    <a:pt x="175672" y="861739"/>
                  </a:lnTo>
                  <a:close/>
                  <a:moveTo>
                    <a:pt x="138274" y="820307"/>
                  </a:moveTo>
                  <a:lnTo>
                    <a:pt x="113210" y="780794"/>
                  </a:lnTo>
                  <a:lnTo>
                    <a:pt x="95709" y="783077"/>
                  </a:lnTo>
                  <a:close/>
                  <a:moveTo>
                    <a:pt x="95709" y="783077"/>
                  </a:moveTo>
                  <a:lnTo>
                    <a:pt x="100898" y="789698"/>
                  </a:lnTo>
                  <a:lnTo>
                    <a:pt x="138274" y="820307"/>
                  </a:lnTo>
                  <a:close/>
                  <a:moveTo>
                    <a:pt x="135547" y="733031"/>
                  </a:moveTo>
                  <a:lnTo>
                    <a:pt x="136808" y="744039"/>
                  </a:lnTo>
                  <a:lnTo>
                    <a:pt x="115223" y="718679"/>
                  </a:lnTo>
                  <a:close/>
                  <a:moveTo>
                    <a:pt x="490738" y="1081355"/>
                  </a:moveTo>
                  <a:lnTo>
                    <a:pt x="482066" y="1122003"/>
                  </a:lnTo>
                  <a:lnTo>
                    <a:pt x="524004" y="1077223"/>
                  </a:lnTo>
                  <a:close/>
                  <a:moveTo>
                    <a:pt x="447447" y="1089461"/>
                  </a:moveTo>
                  <a:lnTo>
                    <a:pt x="490738" y="1081355"/>
                  </a:lnTo>
                  <a:lnTo>
                    <a:pt x="477413" y="1047440"/>
                  </a:lnTo>
                  <a:close/>
                  <a:moveTo>
                    <a:pt x="490738" y="1081355"/>
                  </a:moveTo>
                  <a:lnTo>
                    <a:pt x="528412" y="1074500"/>
                  </a:lnTo>
                  <a:lnTo>
                    <a:pt x="506471" y="1050905"/>
                  </a:lnTo>
                  <a:close/>
                  <a:moveTo>
                    <a:pt x="490738" y="1081355"/>
                  </a:moveTo>
                  <a:lnTo>
                    <a:pt x="506471" y="1050905"/>
                  </a:lnTo>
                  <a:lnTo>
                    <a:pt x="477413" y="1047440"/>
                  </a:lnTo>
                  <a:close/>
                  <a:moveTo>
                    <a:pt x="524004" y="1077223"/>
                  </a:moveTo>
                  <a:lnTo>
                    <a:pt x="549492" y="1105425"/>
                  </a:lnTo>
                  <a:lnTo>
                    <a:pt x="531859" y="1075013"/>
                  </a:lnTo>
                  <a:close/>
                  <a:moveTo>
                    <a:pt x="528412" y="1074500"/>
                  </a:moveTo>
                  <a:lnTo>
                    <a:pt x="524004" y="1077223"/>
                  </a:lnTo>
                  <a:lnTo>
                    <a:pt x="531859" y="1075013"/>
                  </a:lnTo>
                  <a:close/>
                  <a:moveTo>
                    <a:pt x="222161" y="618979"/>
                  </a:moveTo>
                  <a:lnTo>
                    <a:pt x="221769" y="582224"/>
                  </a:lnTo>
                  <a:lnTo>
                    <a:pt x="218919" y="585185"/>
                  </a:lnTo>
                  <a:close/>
                  <a:moveTo>
                    <a:pt x="222058" y="580344"/>
                  </a:moveTo>
                  <a:lnTo>
                    <a:pt x="218919" y="585185"/>
                  </a:lnTo>
                  <a:lnTo>
                    <a:pt x="221769" y="582224"/>
                  </a:lnTo>
                  <a:close/>
                  <a:moveTo>
                    <a:pt x="221769" y="582224"/>
                  </a:moveTo>
                  <a:lnTo>
                    <a:pt x="222161" y="618979"/>
                  </a:lnTo>
                  <a:lnTo>
                    <a:pt x="225222" y="601796"/>
                  </a:lnTo>
                  <a:close/>
                  <a:moveTo>
                    <a:pt x="221769" y="582224"/>
                  </a:moveTo>
                  <a:lnTo>
                    <a:pt x="225222" y="601796"/>
                  </a:lnTo>
                  <a:lnTo>
                    <a:pt x="231029" y="565041"/>
                  </a:lnTo>
                  <a:close/>
                  <a:moveTo>
                    <a:pt x="221769" y="582224"/>
                  </a:moveTo>
                  <a:lnTo>
                    <a:pt x="220821" y="538892"/>
                  </a:lnTo>
                  <a:lnTo>
                    <a:pt x="222058" y="580344"/>
                  </a:lnTo>
                  <a:close/>
                  <a:moveTo>
                    <a:pt x="221131" y="528286"/>
                  </a:moveTo>
                  <a:lnTo>
                    <a:pt x="220821" y="538892"/>
                  </a:lnTo>
                  <a:lnTo>
                    <a:pt x="221769" y="582224"/>
                  </a:lnTo>
                  <a:close/>
                  <a:moveTo>
                    <a:pt x="231029" y="565041"/>
                  </a:moveTo>
                  <a:lnTo>
                    <a:pt x="221131" y="528286"/>
                  </a:lnTo>
                  <a:lnTo>
                    <a:pt x="221769" y="582224"/>
                  </a:lnTo>
                  <a:close/>
                  <a:moveTo>
                    <a:pt x="227472" y="504376"/>
                  </a:moveTo>
                  <a:lnTo>
                    <a:pt x="220821" y="538892"/>
                  </a:lnTo>
                  <a:lnTo>
                    <a:pt x="221131" y="528286"/>
                  </a:lnTo>
                  <a:close/>
                  <a:moveTo>
                    <a:pt x="659252" y="952163"/>
                  </a:moveTo>
                  <a:lnTo>
                    <a:pt x="645433" y="969346"/>
                  </a:lnTo>
                  <a:lnTo>
                    <a:pt x="665306" y="988917"/>
                  </a:lnTo>
                  <a:close/>
                  <a:moveTo>
                    <a:pt x="282047" y="487637"/>
                  </a:moveTo>
                  <a:lnTo>
                    <a:pt x="258188" y="494642"/>
                  </a:lnTo>
                  <a:lnTo>
                    <a:pt x="227472" y="504376"/>
                  </a:lnTo>
                  <a:close/>
                  <a:moveTo>
                    <a:pt x="282047" y="487637"/>
                  </a:moveTo>
                  <a:lnTo>
                    <a:pt x="227472" y="504376"/>
                  </a:lnTo>
                  <a:lnTo>
                    <a:pt x="251464" y="497870"/>
                  </a:lnTo>
                  <a:close/>
                  <a:moveTo>
                    <a:pt x="309254" y="494086"/>
                  </a:moveTo>
                  <a:lnTo>
                    <a:pt x="314983" y="486205"/>
                  </a:lnTo>
                  <a:lnTo>
                    <a:pt x="282047" y="487637"/>
                  </a:lnTo>
                  <a:close/>
                  <a:moveTo>
                    <a:pt x="309254" y="494086"/>
                  </a:moveTo>
                  <a:lnTo>
                    <a:pt x="338681" y="497250"/>
                  </a:lnTo>
                  <a:lnTo>
                    <a:pt x="314983" y="486205"/>
                  </a:lnTo>
                  <a:close/>
                  <a:moveTo>
                    <a:pt x="362506" y="460222"/>
                  </a:moveTo>
                  <a:lnTo>
                    <a:pt x="317077" y="474348"/>
                  </a:lnTo>
                  <a:lnTo>
                    <a:pt x="338681" y="497250"/>
                  </a:lnTo>
                  <a:close/>
                  <a:moveTo>
                    <a:pt x="210797" y="400838"/>
                  </a:moveTo>
                  <a:lnTo>
                    <a:pt x="209047" y="367649"/>
                  </a:lnTo>
                  <a:lnTo>
                    <a:pt x="212369" y="346899"/>
                  </a:lnTo>
                  <a:close/>
                  <a:moveTo>
                    <a:pt x="212369" y="346899"/>
                  </a:moveTo>
                  <a:lnTo>
                    <a:pt x="228031" y="314049"/>
                  </a:lnTo>
                  <a:lnTo>
                    <a:pt x="187700" y="364083"/>
                  </a:lnTo>
                  <a:close/>
                  <a:moveTo>
                    <a:pt x="720542" y="881041"/>
                  </a:moveTo>
                  <a:lnTo>
                    <a:pt x="699329" y="898224"/>
                  </a:lnTo>
                  <a:lnTo>
                    <a:pt x="744837" y="917796"/>
                  </a:lnTo>
                  <a:close/>
                  <a:moveTo>
                    <a:pt x="679200" y="861469"/>
                  </a:moveTo>
                  <a:lnTo>
                    <a:pt x="699329" y="898224"/>
                  </a:lnTo>
                  <a:lnTo>
                    <a:pt x="720542" y="881041"/>
                  </a:lnTo>
                  <a:close/>
                  <a:moveTo>
                    <a:pt x="679200" y="861469"/>
                  </a:moveTo>
                  <a:lnTo>
                    <a:pt x="720542" y="881041"/>
                  </a:lnTo>
                  <a:lnTo>
                    <a:pt x="702775" y="844286"/>
                  </a:lnTo>
                  <a:close/>
                  <a:moveTo>
                    <a:pt x="670860" y="824714"/>
                  </a:moveTo>
                  <a:lnTo>
                    <a:pt x="702775" y="844286"/>
                  </a:lnTo>
                  <a:lnTo>
                    <a:pt x="685722" y="807531"/>
                  </a:lnTo>
                  <a:close/>
                  <a:moveTo>
                    <a:pt x="256367" y="331005"/>
                  </a:moveTo>
                  <a:lnTo>
                    <a:pt x="262123" y="316937"/>
                  </a:lnTo>
                  <a:lnTo>
                    <a:pt x="228031" y="314049"/>
                  </a:lnTo>
                  <a:close/>
                  <a:moveTo>
                    <a:pt x="256367" y="331005"/>
                  </a:moveTo>
                  <a:lnTo>
                    <a:pt x="286460" y="333629"/>
                  </a:lnTo>
                  <a:lnTo>
                    <a:pt x="262123" y="316937"/>
                  </a:lnTo>
                  <a:close/>
                  <a:moveTo>
                    <a:pt x="286460" y="333629"/>
                  </a:moveTo>
                  <a:lnTo>
                    <a:pt x="256367" y="331005"/>
                  </a:lnTo>
                  <a:lnTo>
                    <a:pt x="295835" y="346775"/>
                  </a:lnTo>
                  <a:close/>
                  <a:moveTo>
                    <a:pt x="513210" y="533062"/>
                  </a:moveTo>
                  <a:lnTo>
                    <a:pt x="494846" y="513491"/>
                  </a:lnTo>
                  <a:lnTo>
                    <a:pt x="494920" y="550246"/>
                  </a:lnTo>
                  <a:close/>
                  <a:moveTo>
                    <a:pt x="343146" y="312533"/>
                  </a:moveTo>
                  <a:lnTo>
                    <a:pt x="351681" y="307693"/>
                  </a:lnTo>
                  <a:lnTo>
                    <a:pt x="340739" y="293878"/>
                  </a:lnTo>
                  <a:close/>
                  <a:moveTo>
                    <a:pt x="920641" y="796657"/>
                  </a:moveTo>
                  <a:lnTo>
                    <a:pt x="931480" y="792736"/>
                  </a:lnTo>
                  <a:lnTo>
                    <a:pt x="918158" y="765417"/>
                  </a:lnTo>
                  <a:close/>
                  <a:moveTo>
                    <a:pt x="978143" y="776997"/>
                  </a:moveTo>
                  <a:lnTo>
                    <a:pt x="931480" y="792736"/>
                  </a:lnTo>
                  <a:lnTo>
                    <a:pt x="980618" y="778160"/>
                  </a:lnTo>
                  <a:close/>
                  <a:moveTo>
                    <a:pt x="980618" y="778160"/>
                  </a:moveTo>
                  <a:lnTo>
                    <a:pt x="929324" y="807168"/>
                  </a:lnTo>
                  <a:lnTo>
                    <a:pt x="969678" y="812307"/>
                  </a:lnTo>
                  <a:close/>
                  <a:moveTo>
                    <a:pt x="978143" y="776997"/>
                  </a:moveTo>
                  <a:lnTo>
                    <a:pt x="918158" y="765417"/>
                  </a:lnTo>
                  <a:lnTo>
                    <a:pt x="931480" y="792736"/>
                  </a:lnTo>
                  <a:close/>
                  <a:moveTo>
                    <a:pt x="981831" y="775552"/>
                  </a:moveTo>
                  <a:lnTo>
                    <a:pt x="1007286" y="753292"/>
                  </a:lnTo>
                  <a:lnTo>
                    <a:pt x="978143" y="776997"/>
                  </a:lnTo>
                  <a:close/>
                  <a:moveTo>
                    <a:pt x="978143" y="776997"/>
                  </a:moveTo>
                  <a:lnTo>
                    <a:pt x="980618" y="778160"/>
                  </a:lnTo>
                  <a:lnTo>
                    <a:pt x="981831" y="775552"/>
                  </a:lnTo>
                  <a:close/>
                  <a:moveTo>
                    <a:pt x="834225" y="700760"/>
                  </a:moveTo>
                  <a:lnTo>
                    <a:pt x="893578" y="702077"/>
                  </a:lnTo>
                  <a:lnTo>
                    <a:pt x="893593" y="701943"/>
                  </a:lnTo>
                  <a:close/>
                  <a:moveTo>
                    <a:pt x="834225" y="700760"/>
                  </a:moveTo>
                  <a:lnTo>
                    <a:pt x="893593" y="701943"/>
                  </a:lnTo>
                  <a:lnTo>
                    <a:pt x="850662" y="666005"/>
                  </a:lnTo>
                  <a:close/>
                  <a:moveTo>
                    <a:pt x="850078" y="665287"/>
                  </a:moveTo>
                  <a:lnTo>
                    <a:pt x="821634" y="682471"/>
                  </a:lnTo>
                  <a:lnTo>
                    <a:pt x="834225" y="700760"/>
                  </a:lnTo>
                  <a:close/>
                  <a:moveTo>
                    <a:pt x="792451" y="476733"/>
                  </a:moveTo>
                  <a:lnTo>
                    <a:pt x="791830" y="464329"/>
                  </a:lnTo>
                  <a:lnTo>
                    <a:pt x="777105" y="481513"/>
                  </a:lnTo>
                  <a:close/>
                  <a:moveTo>
                    <a:pt x="765425" y="279479"/>
                  </a:moveTo>
                  <a:lnTo>
                    <a:pt x="715371" y="313120"/>
                  </a:lnTo>
                  <a:lnTo>
                    <a:pt x="736210" y="294826"/>
                  </a:lnTo>
                  <a:close/>
                  <a:moveTo>
                    <a:pt x="1011704" y="630921"/>
                  </a:moveTo>
                  <a:lnTo>
                    <a:pt x="1048031" y="657774"/>
                  </a:lnTo>
                  <a:lnTo>
                    <a:pt x="1033124" y="625146"/>
                  </a:lnTo>
                  <a:close/>
                  <a:moveTo>
                    <a:pt x="1021793" y="615116"/>
                  </a:moveTo>
                  <a:lnTo>
                    <a:pt x="1011704" y="630921"/>
                  </a:lnTo>
                  <a:lnTo>
                    <a:pt x="1033124" y="625146"/>
                  </a:lnTo>
                  <a:close/>
                  <a:moveTo>
                    <a:pt x="1033124" y="625146"/>
                  </a:moveTo>
                  <a:lnTo>
                    <a:pt x="1041862" y="630921"/>
                  </a:lnTo>
                  <a:lnTo>
                    <a:pt x="1021793" y="615116"/>
                  </a:lnTo>
                  <a:close/>
                  <a:moveTo>
                    <a:pt x="776005" y="296014"/>
                  </a:moveTo>
                  <a:lnTo>
                    <a:pt x="765373" y="263371"/>
                  </a:lnTo>
                  <a:lnTo>
                    <a:pt x="765425" y="279479"/>
                  </a:lnTo>
                  <a:close/>
                  <a:moveTo>
                    <a:pt x="842370" y="282942"/>
                  </a:moveTo>
                  <a:lnTo>
                    <a:pt x="832121" y="322228"/>
                  </a:lnTo>
                  <a:lnTo>
                    <a:pt x="831496" y="305723"/>
                  </a:lnTo>
                  <a:close/>
                  <a:moveTo>
                    <a:pt x="583128" y="0"/>
                  </a:moveTo>
                  <a:lnTo>
                    <a:pt x="545085" y="42841"/>
                  </a:lnTo>
                  <a:lnTo>
                    <a:pt x="568972" y="25657"/>
                  </a:lnTo>
                  <a:close/>
                  <a:moveTo>
                    <a:pt x="852334" y="287426"/>
                  </a:moveTo>
                  <a:lnTo>
                    <a:pt x="831496" y="305723"/>
                  </a:lnTo>
                  <a:lnTo>
                    <a:pt x="829060" y="319697"/>
                  </a:lnTo>
                  <a:close/>
                  <a:moveTo>
                    <a:pt x="877741" y="257842"/>
                  </a:moveTo>
                  <a:lnTo>
                    <a:pt x="855833" y="272139"/>
                  </a:lnTo>
                  <a:lnTo>
                    <a:pt x="842370" y="282942"/>
                  </a:lnTo>
                  <a:close/>
                  <a:moveTo>
                    <a:pt x="980106" y="238436"/>
                  </a:moveTo>
                  <a:lnTo>
                    <a:pt x="961436" y="208867"/>
                  </a:lnTo>
                  <a:lnTo>
                    <a:pt x="939493" y="244365"/>
                  </a:lnTo>
                  <a:close/>
                </a:path>
              </a:pathLst>
            </a:custGeom>
            <a:solidFill>
              <a:srgbClr val="CFD7DE"/>
            </a:solidFill>
            <a:ln w="1524">
              <a:solidFill>
                <a:srgbClr val="CFD7DE"/>
              </a:solidFill>
            </a:ln>
          </p:spPr>
        </p:sp>
        <p:sp>
          <p:nvSpPr>
            <p:cNvPr id="80" name="Input_density__79">
              <a:extLst>
                <a:ext uri="{FF2B5EF4-FFF2-40B4-BE49-F238E27FC236}">
                  <a16:creationId xmlns:a16="http://schemas.microsoft.com/office/drawing/2014/main" id="{93C1CD80-A559-A683-FA9A-9622C0DC8D2B}"/>
                </a:ext>
              </a:extLst>
            </p:cNvPr>
            <p:cNvSpPr>
              <a:spLocks noGrp="1"/>
            </p:cNvSpPr>
            <p:nvPr/>
          </p:nvSpPr>
          <p:spPr>
            <a:xfrm>
              <a:off x="916385" y="1785653"/>
              <a:ext cx="1053304" cy="1485046"/>
            </a:xfrm>
            <a:custGeom>
              <a:avLst/>
              <a:gdLst/>
              <a:ahLst/>
              <a:cxnLst/>
              <a:rect l="0" t="0" r="0" b="0"/>
              <a:pathLst>
                <a:path w="1053304" h="1485046">
                  <a:moveTo>
                    <a:pt x="0" y="1193182"/>
                  </a:moveTo>
                  <a:lnTo>
                    <a:pt x="933" y="1206145"/>
                  </a:lnTo>
                  <a:lnTo>
                    <a:pt x="23529" y="1218052"/>
                  </a:lnTo>
                  <a:close/>
                  <a:moveTo>
                    <a:pt x="23529" y="1218052"/>
                  </a:moveTo>
                  <a:lnTo>
                    <a:pt x="44052" y="1215837"/>
                  </a:lnTo>
                  <a:lnTo>
                    <a:pt x="0" y="1193182"/>
                  </a:lnTo>
                  <a:close/>
                  <a:moveTo>
                    <a:pt x="217048" y="1359774"/>
                  </a:moveTo>
                  <a:lnTo>
                    <a:pt x="218579" y="1361291"/>
                  </a:lnTo>
                  <a:lnTo>
                    <a:pt x="221092" y="1362193"/>
                  </a:lnTo>
                  <a:close/>
                  <a:moveTo>
                    <a:pt x="217048" y="1359774"/>
                  </a:moveTo>
                  <a:lnTo>
                    <a:pt x="195168" y="1335576"/>
                  </a:lnTo>
                  <a:lnTo>
                    <a:pt x="218579" y="1361291"/>
                  </a:lnTo>
                  <a:close/>
                  <a:moveTo>
                    <a:pt x="329716" y="1422959"/>
                  </a:moveTo>
                  <a:lnTo>
                    <a:pt x="324173" y="1419115"/>
                  </a:lnTo>
                  <a:lnTo>
                    <a:pt x="340433" y="1434660"/>
                  </a:lnTo>
                  <a:close/>
                  <a:moveTo>
                    <a:pt x="368869" y="1444770"/>
                  </a:moveTo>
                  <a:lnTo>
                    <a:pt x="329716" y="1422959"/>
                  </a:lnTo>
                  <a:lnTo>
                    <a:pt x="340433" y="1434660"/>
                  </a:lnTo>
                  <a:close/>
                  <a:moveTo>
                    <a:pt x="299520" y="1406270"/>
                  </a:moveTo>
                  <a:lnTo>
                    <a:pt x="338448" y="1433284"/>
                  </a:lnTo>
                  <a:lnTo>
                    <a:pt x="324173" y="1419115"/>
                  </a:lnTo>
                  <a:close/>
                  <a:moveTo>
                    <a:pt x="383864" y="1452855"/>
                  </a:moveTo>
                  <a:lnTo>
                    <a:pt x="368869" y="1444770"/>
                  </a:lnTo>
                  <a:lnTo>
                    <a:pt x="396981" y="1458847"/>
                  </a:lnTo>
                  <a:close/>
                  <a:moveTo>
                    <a:pt x="309246" y="1416100"/>
                  </a:moveTo>
                  <a:lnTo>
                    <a:pt x="299520" y="1406270"/>
                  </a:lnTo>
                  <a:lnTo>
                    <a:pt x="324173" y="1419115"/>
                  </a:lnTo>
                  <a:close/>
                  <a:moveTo>
                    <a:pt x="278749" y="1396529"/>
                  </a:moveTo>
                  <a:lnTo>
                    <a:pt x="299520" y="1406270"/>
                  </a:lnTo>
                  <a:lnTo>
                    <a:pt x="309246" y="1416100"/>
                  </a:lnTo>
                  <a:close/>
                  <a:moveTo>
                    <a:pt x="217048" y="1359774"/>
                  </a:moveTo>
                  <a:lnTo>
                    <a:pt x="221092" y="1362193"/>
                  </a:lnTo>
                  <a:lnTo>
                    <a:pt x="230040" y="1351973"/>
                  </a:lnTo>
                  <a:close/>
                  <a:moveTo>
                    <a:pt x="217048" y="1359774"/>
                  </a:moveTo>
                  <a:lnTo>
                    <a:pt x="230040" y="1351973"/>
                  </a:lnTo>
                  <a:lnTo>
                    <a:pt x="182317" y="1323019"/>
                  </a:lnTo>
                  <a:close/>
                  <a:moveTo>
                    <a:pt x="259203" y="1305835"/>
                  </a:moveTo>
                  <a:lnTo>
                    <a:pt x="240560" y="1338772"/>
                  </a:lnTo>
                  <a:lnTo>
                    <a:pt x="261964" y="1308361"/>
                  </a:lnTo>
                  <a:close/>
                  <a:moveTo>
                    <a:pt x="261964" y="1308361"/>
                  </a:moveTo>
                  <a:lnTo>
                    <a:pt x="240560" y="1338772"/>
                  </a:lnTo>
                  <a:lnTo>
                    <a:pt x="230040" y="1351973"/>
                  </a:lnTo>
                  <a:close/>
                  <a:moveTo>
                    <a:pt x="261964" y="1308361"/>
                  </a:moveTo>
                  <a:lnTo>
                    <a:pt x="230040" y="1351973"/>
                  </a:lnTo>
                  <a:lnTo>
                    <a:pt x="265601" y="1350151"/>
                  </a:lnTo>
                  <a:close/>
                  <a:moveTo>
                    <a:pt x="122397" y="1161573"/>
                  </a:moveTo>
                  <a:lnTo>
                    <a:pt x="117322" y="1158816"/>
                  </a:lnTo>
                  <a:lnTo>
                    <a:pt x="113403" y="1208717"/>
                  </a:lnTo>
                  <a:close/>
                  <a:moveTo>
                    <a:pt x="383864" y="1452855"/>
                  </a:moveTo>
                  <a:lnTo>
                    <a:pt x="396981" y="1458847"/>
                  </a:lnTo>
                  <a:lnTo>
                    <a:pt x="407952" y="1466319"/>
                  </a:lnTo>
                  <a:close/>
                  <a:moveTo>
                    <a:pt x="407952" y="1466319"/>
                  </a:moveTo>
                  <a:lnTo>
                    <a:pt x="382655" y="1443406"/>
                  </a:lnTo>
                  <a:lnTo>
                    <a:pt x="383864" y="1452855"/>
                  </a:lnTo>
                  <a:close/>
                  <a:moveTo>
                    <a:pt x="393801" y="1441778"/>
                  </a:moveTo>
                  <a:lnTo>
                    <a:pt x="382655" y="1443406"/>
                  </a:lnTo>
                  <a:lnTo>
                    <a:pt x="407952" y="1466319"/>
                  </a:lnTo>
                  <a:close/>
                  <a:moveTo>
                    <a:pt x="427797" y="1444307"/>
                  </a:moveTo>
                  <a:lnTo>
                    <a:pt x="393801" y="1441778"/>
                  </a:lnTo>
                  <a:lnTo>
                    <a:pt x="407952" y="1466319"/>
                  </a:lnTo>
                  <a:close/>
                  <a:moveTo>
                    <a:pt x="368869" y="1444770"/>
                  </a:moveTo>
                  <a:lnTo>
                    <a:pt x="383864" y="1452855"/>
                  </a:lnTo>
                  <a:lnTo>
                    <a:pt x="382655" y="1443406"/>
                  </a:lnTo>
                  <a:close/>
                  <a:moveTo>
                    <a:pt x="255834" y="1288652"/>
                  </a:moveTo>
                  <a:lnTo>
                    <a:pt x="259203" y="1305835"/>
                  </a:lnTo>
                  <a:lnTo>
                    <a:pt x="241631" y="1269080"/>
                  </a:lnTo>
                  <a:close/>
                  <a:moveTo>
                    <a:pt x="97332" y="1122060"/>
                  </a:moveTo>
                  <a:lnTo>
                    <a:pt x="121299" y="1142028"/>
                  </a:lnTo>
                  <a:lnTo>
                    <a:pt x="138631" y="1110622"/>
                  </a:lnTo>
                  <a:close/>
                  <a:moveTo>
                    <a:pt x="127771" y="1122060"/>
                  </a:moveTo>
                  <a:lnTo>
                    <a:pt x="138631" y="1110622"/>
                  </a:lnTo>
                  <a:lnTo>
                    <a:pt x="121299" y="1142028"/>
                  </a:lnTo>
                  <a:close/>
                  <a:moveTo>
                    <a:pt x="504324" y="1455243"/>
                  </a:moveTo>
                  <a:lnTo>
                    <a:pt x="505332" y="1485046"/>
                  </a:lnTo>
                  <a:lnTo>
                    <a:pt x="524433" y="1460251"/>
                  </a:lnTo>
                  <a:close/>
                  <a:moveTo>
                    <a:pt x="504324" y="1455243"/>
                  </a:moveTo>
                  <a:lnTo>
                    <a:pt x="480436" y="1472427"/>
                  </a:lnTo>
                  <a:lnTo>
                    <a:pt x="505332" y="1485046"/>
                  </a:lnTo>
                  <a:close/>
                  <a:moveTo>
                    <a:pt x="301655" y="1168940"/>
                  </a:moveTo>
                  <a:lnTo>
                    <a:pt x="349450" y="1179749"/>
                  </a:lnTo>
                  <a:lnTo>
                    <a:pt x="317150" y="1183563"/>
                  </a:lnTo>
                  <a:close/>
                  <a:moveTo>
                    <a:pt x="254736" y="1170989"/>
                  </a:moveTo>
                  <a:lnTo>
                    <a:pt x="228377" y="1129589"/>
                  </a:lnTo>
                  <a:lnTo>
                    <a:pt x="226598" y="1141632"/>
                  </a:lnTo>
                  <a:close/>
                  <a:moveTo>
                    <a:pt x="236113" y="1129731"/>
                  </a:moveTo>
                  <a:lnTo>
                    <a:pt x="228377" y="1129589"/>
                  </a:lnTo>
                  <a:lnTo>
                    <a:pt x="254736" y="1170989"/>
                  </a:lnTo>
                  <a:close/>
                  <a:moveTo>
                    <a:pt x="277287" y="1159097"/>
                  </a:moveTo>
                  <a:lnTo>
                    <a:pt x="236113" y="1129731"/>
                  </a:lnTo>
                  <a:lnTo>
                    <a:pt x="254736" y="1170989"/>
                  </a:lnTo>
                  <a:close/>
                  <a:moveTo>
                    <a:pt x="210039" y="1128453"/>
                  </a:moveTo>
                  <a:lnTo>
                    <a:pt x="229853" y="1104877"/>
                  </a:lnTo>
                  <a:lnTo>
                    <a:pt x="228377" y="1129589"/>
                  </a:lnTo>
                  <a:close/>
                  <a:moveTo>
                    <a:pt x="239419" y="1113721"/>
                  </a:moveTo>
                  <a:lnTo>
                    <a:pt x="226598" y="1141632"/>
                  </a:lnTo>
                  <a:lnTo>
                    <a:pt x="228377" y="1129589"/>
                  </a:lnTo>
                  <a:close/>
                  <a:moveTo>
                    <a:pt x="280761" y="1143717"/>
                  </a:moveTo>
                  <a:lnTo>
                    <a:pt x="284268" y="1161204"/>
                  </a:lnTo>
                  <a:lnTo>
                    <a:pt x="277287" y="1159097"/>
                  </a:lnTo>
                  <a:close/>
                  <a:moveTo>
                    <a:pt x="173404" y="1102447"/>
                  </a:moveTo>
                  <a:lnTo>
                    <a:pt x="228377" y="1129589"/>
                  </a:lnTo>
                  <a:lnTo>
                    <a:pt x="213491" y="1124449"/>
                  </a:lnTo>
                  <a:close/>
                  <a:moveTo>
                    <a:pt x="178697" y="1104877"/>
                  </a:moveTo>
                  <a:lnTo>
                    <a:pt x="228377" y="1129589"/>
                  </a:lnTo>
                  <a:lnTo>
                    <a:pt x="173404" y="1102447"/>
                  </a:lnTo>
                  <a:close/>
                  <a:moveTo>
                    <a:pt x="210039" y="1128453"/>
                  </a:moveTo>
                  <a:lnTo>
                    <a:pt x="228377" y="1129589"/>
                  </a:lnTo>
                  <a:lnTo>
                    <a:pt x="178697" y="1104877"/>
                  </a:lnTo>
                  <a:close/>
                  <a:moveTo>
                    <a:pt x="284268" y="1161204"/>
                  </a:moveTo>
                  <a:lnTo>
                    <a:pt x="301655" y="1168940"/>
                  </a:lnTo>
                  <a:lnTo>
                    <a:pt x="317150" y="1183563"/>
                  </a:lnTo>
                  <a:close/>
                  <a:moveTo>
                    <a:pt x="533614" y="1446691"/>
                  </a:moveTo>
                  <a:lnTo>
                    <a:pt x="524433" y="1460251"/>
                  </a:lnTo>
                  <a:lnTo>
                    <a:pt x="539143" y="1455243"/>
                  </a:lnTo>
                  <a:close/>
                  <a:moveTo>
                    <a:pt x="533614" y="1446691"/>
                  </a:moveTo>
                  <a:lnTo>
                    <a:pt x="539143" y="1455243"/>
                  </a:lnTo>
                  <a:lnTo>
                    <a:pt x="547132" y="1418041"/>
                  </a:lnTo>
                  <a:close/>
                  <a:moveTo>
                    <a:pt x="284268" y="1161204"/>
                  </a:moveTo>
                  <a:lnTo>
                    <a:pt x="317150" y="1183563"/>
                  </a:lnTo>
                  <a:lnTo>
                    <a:pt x="322253" y="1152194"/>
                  </a:lnTo>
                  <a:close/>
                  <a:moveTo>
                    <a:pt x="352889" y="1154376"/>
                  </a:moveTo>
                  <a:lnTo>
                    <a:pt x="317150" y="1183563"/>
                  </a:lnTo>
                  <a:lnTo>
                    <a:pt x="349450" y="1179749"/>
                  </a:lnTo>
                  <a:close/>
                  <a:moveTo>
                    <a:pt x="352889" y="1154376"/>
                  </a:moveTo>
                  <a:lnTo>
                    <a:pt x="322253" y="1152194"/>
                  </a:lnTo>
                  <a:lnTo>
                    <a:pt x="317150" y="1183563"/>
                  </a:lnTo>
                  <a:close/>
                  <a:moveTo>
                    <a:pt x="317799" y="1111068"/>
                  </a:moveTo>
                  <a:lnTo>
                    <a:pt x="310245" y="1072461"/>
                  </a:lnTo>
                  <a:lnTo>
                    <a:pt x="310074" y="1107265"/>
                  </a:lnTo>
                  <a:close/>
                  <a:moveTo>
                    <a:pt x="340432" y="1078192"/>
                  </a:moveTo>
                  <a:lnTo>
                    <a:pt x="358224" y="1105291"/>
                  </a:lnTo>
                  <a:lnTo>
                    <a:pt x="373972" y="1079016"/>
                  </a:lnTo>
                  <a:close/>
                  <a:moveTo>
                    <a:pt x="320769" y="1070510"/>
                  </a:moveTo>
                  <a:lnTo>
                    <a:pt x="358224" y="1105291"/>
                  </a:lnTo>
                  <a:lnTo>
                    <a:pt x="340432" y="1078192"/>
                  </a:lnTo>
                  <a:close/>
                  <a:moveTo>
                    <a:pt x="373972" y="1079016"/>
                  </a:moveTo>
                  <a:lnTo>
                    <a:pt x="365074" y="1107265"/>
                  </a:lnTo>
                  <a:lnTo>
                    <a:pt x="387721" y="1102055"/>
                  </a:lnTo>
                  <a:close/>
                  <a:moveTo>
                    <a:pt x="390424" y="1044319"/>
                  </a:moveTo>
                  <a:lnTo>
                    <a:pt x="415709" y="1040898"/>
                  </a:lnTo>
                  <a:lnTo>
                    <a:pt x="401193" y="1036144"/>
                  </a:lnTo>
                  <a:close/>
                  <a:moveTo>
                    <a:pt x="151715" y="672608"/>
                  </a:moveTo>
                  <a:lnTo>
                    <a:pt x="171822" y="705349"/>
                  </a:lnTo>
                  <a:lnTo>
                    <a:pt x="161876" y="688123"/>
                  </a:lnTo>
                  <a:close/>
                  <a:moveTo>
                    <a:pt x="676974" y="1293429"/>
                  </a:moveTo>
                  <a:lnTo>
                    <a:pt x="669881" y="1282931"/>
                  </a:lnTo>
                  <a:lnTo>
                    <a:pt x="705587" y="1313000"/>
                  </a:lnTo>
                  <a:close/>
                  <a:moveTo>
                    <a:pt x="683451" y="1239490"/>
                  </a:moveTo>
                  <a:lnTo>
                    <a:pt x="688076" y="1285156"/>
                  </a:lnTo>
                  <a:lnTo>
                    <a:pt x="709573" y="1269323"/>
                  </a:lnTo>
                  <a:close/>
                  <a:moveTo>
                    <a:pt x="412406" y="998836"/>
                  </a:moveTo>
                  <a:lnTo>
                    <a:pt x="437921" y="1022840"/>
                  </a:lnTo>
                  <a:lnTo>
                    <a:pt x="385475" y="993642"/>
                  </a:lnTo>
                  <a:close/>
                  <a:moveTo>
                    <a:pt x="437921" y="1022840"/>
                  </a:moveTo>
                  <a:lnTo>
                    <a:pt x="412500" y="999389"/>
                  </a:lnTo>
                  <a:lnTo>
                    <a:pt x="474536" y="1013441"/>
                  </a:lnTo>
                  <a:close/>
                  <a:moveTo>
                    <a:pt x="412406" y="998836"/>
                  </a:moveTo>
                  <a:lnTo>
                    <a:pt x="412500" y="999389"/>
                  </a:lnTo>
                  <a:lnTo>
                    <a:pt x="437921" y="1022840"/>
                  </a:lnTo>
                  <a:close/>
                  <a:moveTo>
                    <a:pt x="171822" y="705349"/>
                  </a:moveTo>
                  <a:lnTo>
                    <a:pt x="167376" y="659876"/>
                  </a:lnTo>
                  <a:lnTo>
                    <a:pt x="161876" y="688123"/>
                  </a:lnTo>
                  <a:close/>
                  <a:moveTo>
                    <a:pt x="728959" y="1259062"/>
                  </a:moveTo>
                  <a:lnTo>
                    <a:pt x="709573" y="1269323"/>
                  </a:lnTo>
                  <a:lnTo>
                    <a:pt x="728348" y="1262487"/>
                  </a:lnTo>
                  <a:close/>
                  <a:moveTo>
                    <a:pt x="520598" y="982205"/>
                  </a:moveTo>
                  <a:lnTo>
                    <a:pt x="508186" y="975145"/>
                  </a:lnTo>
                  <a:lnTo>
                    <a:pt x="538240" y="1001777"/>
                  </a:lnTo>
                  <a:close/>
                  <a:moveTo>
                    <a:pt x="537758" y="1018960"/>
                  </a:moveTo>
                  <a:lnTo>
                    <a:pt x="520598" y="982205"/>
                  </a:lnTo>
                  <a:lnTo>
                    <a:pt x="538240" y="1001777"/>
                  </a:lnTo>
                  <a:close/>
                  <a:moveTo>
                    <a:pt x="484047" y="928267"/>
                  </a:moveTo>
                  <a:lnTo>
                    <a:pt x="494342" y="962916"/>
                  </a:lnTo>
                  <a:lnTo>
                    <a:pt x="481542" y="945450"/>
                  </a:lnTo>
                  <a:close/>
                  <a:moveTo>
                    <a:pt x="483158" y="968404"/>
                  </a:moveTo>
                  <a:lnTo>
                    <a:pt x="494342" y="962916"/>
                  </a:lnTo>
                  <a:lnTo>
                    <a:pt x="484047" y="928267"/>
                  </a:lnTo>
                  <a:close/>
                  <a:moveTo>
                    <a:pt x="508186" y="975145"/>
                  </a:moveTo>
                  <a:lnTo>
                    <a:pt x="494342" y="962916"/>
                  </a:lnTo>
                  <a:lnTo>
                    <a:pt x="483158" y="968404"/>
                  </a:lnTo>
                  <a:close/>
                  <a:moveTo>
                    <a:pt x="481748" y="944194"/>
                  </a:moveTo>
                  <a:lnTo>
                    <a:pt x="483158" y="968404"/>
                  </a:lnTo>
                  <a:lnTo>
                    <a:pt x="484047" y="928267"/>
                  </a:lnTo>
                  <a:close/>
                  <a:moveTo>
                    <a:pt x="190214" y="601658"/>
                  </a:moveTo>
                  <a:lnTo>
                    <a:pt x="174850" y="640422"/>
                  </a:lnTo>
                  <a:lnTo>
                    <a:pt x="229637" y="624479"/>
                  </a:lnTo>
                  <a:close/>
                  <a:moveTo>
                    <a:pt x="769821" y="1273794"/>
                  </a:moveTo>
                  <a:lnTo>
                    <a:pt x="734865" y="1267678"/>
                  </a:lnTo>
                  <a:lnTo>
                    <a:pt x="728348" y="1262487"/>
                  </a:lnTo>
                  <a:close/>
                  <a:moveTo>
                    <a:pt x="776559" y="1250381"/>
                  </a:moveTo>
                  <a:lnTo>
                    <a:pt x="734865" y="1267678"/>
                  </a:lnTo>
                  <a:lnTo>
                    <a:pt x="769821" y="1273794"/>
                  </a:lnTo>
                  <a:close/>
                  <a:moveTo>
                    <a:pt x="497332" y="874328"/>
                  </a:moveTo>
                  <a:lnTo>
                    <a:pt x="504267" y="903813"/>
                  </a:lnTo>
                  <a:lnTo>
                    <a:pt x="531059" y="907778"/>
                  </a:lnTo>
                  <a:close/>
                  <a:moveTo>
                    <a:pt x="504267" y="903813"/>
                  </a:moveTo>
                  <a:lnTo>
                    <a:pt x="542986" y="924004"/>
                  </a:lnTo>
                  <a:lnTo>
                    <a:pt x="563105" y="903014"/>
                  </a:lnTo>
                  <a:close/>
                  <a:moveTo>
                    <a:pt x="282792" y="634227"/>
                  </a:moveTo>
                  <a:lnTo>
                    <a:pt x="327268" y="653799"/>
                  </a:lnTo>
                  <a:lnTo>
                    <a:pt x="317451" y="619133"/>
                  </a:lnTo>
                  <a:close/>
                  <a:moveTo>
                    <a:pt x="229637" y="624479"/>
                  </a:moveTo>
                  <a:lnTo>
                    <a:pt x="263169" y="625271"/>
                  </a:lnTo>
                  <a:lnTo>
                    <a:pt x="249386" y="620292"/>
                  </a:lnTo>
                  <a:close/>
                  <a:moveTo>
                    <a:pt x="574099" y="859153"/>
                  </a:moveTo>
                  <a:lnTo>
                    <a:pt x="563105" y="903014"/>
                  </a:lnTo>
                  <a:lnTo>
                    <a:pt x="581536" y="874328"/>
                  </a:lnTo>
                  <a:close/>
                  <a:moveTo>
                    <a:pt x="581536" y="874328"/>
                  </a:moveTo>
                  <a:lnTo>
                    <a:pt x="575163" y="851890"/>
                  </a:lnTo>
                  <a:lnTo>
                    <a:pt x="574099" y="859153"/>
                  </a:lnTo>
                  <a:close/>
                  <a:moveTo>
                    <a:pt x="587812" y="820390"/>
                  </a:moveTo>
                  <a:lnTo>
                    <a:pt x="575163" y="851890"/>
                  </a:lnTo>
                  <a:lnTo>
                    <a:pt x="581536" y="874328"/>
                  </a:lnTo>
                  <a:close/>
                  <a:moveTo>
                    <a:pt x="748111" y="960279"/>
                  </a:moveTo>
                  <a:lnTo>
                    <a:pt x="761296" y="994306"/>
                  </a:lnTo>
                  <a:lnTo>
                    <a:pt x="723102" y="953522"/>
                  </a:lnTo>
                  <a:close/>
                  <a:moveTo>
                    <a:pt x="719012" y="950227"/>
                  </a:moveTo>
                  <a:lnTo>
                    <a:pt x="723102" y="953522"/>
                  </a:lnTo>
                  <a:lnTo>
                    <a:pt x="728544" y="955420"/>
                  </a:lnTo>
                  <a:close/>
                  <a:moveTo>
                    <a:pt x="719012" y="950227"/>
                  </a:moveTo>
                  <a:lnTo>
                    <a:pt x="701584" y="926269"/>
                  </a:lnTo>
                  <a:lnTo>
                    <a:pt x="723102" y="953522"/>
                  </a:lnTo>
                  <a:close/>
                  <a:moveTo>
                    <a:pt x="880731" y="958274"/>
                  </a:moveTo>
                  <a:lnTo>
                    <a:pt x="867085" y="962478"/>
                  </a:lnTo>
                  <a:lnTo>
                    <a:pt x="919633" y="979149"/>
                  </a:lnTo>
                  <a:close/>
                  <a:moveTo>
                    <a:pt x="900287" y="962573"/>
                  </a:moveTo>
                  <a:lnTo>
                    <a:pt x="946567" y="989370"/>
                  </a:lnTo>
                  <a:lnTo>
                    <a:pt x="919633" y="979149"/>
                  </a:lnTo>
                  <a:close/>
                  <a:moveTo>
                    <a:pt x="900287" y="962573"/>
                  </a:moveTo>
                  <a:lnTo>
                    <a:pt x="952297" y="992126"/>
                  </a:lnTo>
                  <a:lnTo>
                    <a:pt x="946567" y="989370"/>
                  </a:lnTo>
                  <a:close/>
                  <a:moveTo>
                    <a:pt x="141073" y="72459"/>
                  </a:moveTo>
                  <a:lnTo>
                    <a:pt x="163876" y="81010"/>
                  </a:lnTo>
                  <a:lnTo>
                    <a:pt x="138484" y="51784"/>
                  </a:lnTo>
                  <a:close/>
                  <a:moveTo>
                    <a:pt x="163876" y="81010"/>
                  </a:moveTo>
                  <a:lnTo>
                    <a:pt x="168883" y="40863"/>
                  </a:lnTo>
                  <a:lnTo>
                    <a:pt x="138484" y="51784"/>
                  </a:lnTo>
                  <a:close/>
                  <a:moveTo>
                    <a:pt x="160428" y="9252"/>
                  </a:moveTo>
                  <a:lnTo>
                    <a:pt x="182850" y="33740"/>
                  </a:lnTo>
                  <a:lnTo>
                    <a:pt x="153439" y="0"/>
                  </a:lnTo>
                  <a:close/>
                  <a:moveTo>
                    <a:pt x="946567" y="989370"/>
                  </a:moveTo>
                  <a:lnTo>
                    <a:pt x="952297" y="992126"/>
                  </a:lnTo>
                  <a:lnTo>
                    <a:pt x="956358" y="991879"/>
                  </a:lnTo>
                  <a:close/>
                  <a:moveTo>
                    <a:pt x="993697" y="1006906"/>
                  </a:moveTo>
                  <a:lnTo>
                    <a:pt x="956358" y="991879"/>
                  </a:lnTo>
                  <a:lnTo>
                    <a:pt x="952297" y="992126"/>
                  </a:lnTo>
                  <a:close/>
                  <a:moveTo>
                    <a:pt x="946567" y="989370"/>
                  </a:moveTo>
                  <a:lnTo>
                    <a:pt x="956358" y="991879"/>
                  </a:lnTo>
                  <a:lnTo>
                    <a:pt x="961388" y="984735"/>
                  </a:lnTo>
                  <a:close/>
                  <a:moveTo>
                    <a:pt x="993697" y="1006906"/>
                  </a:moveTo>
                  <a:lnTo>
                    <a:pt x="1016315" y="1011916"/>
                  </a:lnTo>
                  <a:lnTo>
                    <a:pt x="956358" y="991879"/>
                  </a:lnTo>
                  <a:close/>
                  <a:moveTo>
                    <a:pt x="876207" y="865568"/>
                  </a:moveTo>
                  <a:lnTo>
                    <a:pt x="871994" y="861922"/>
                  </a:lnTo>
                  <a:lnTo>
                    <a:pt x="857504" y="871435"/>
                  </a:lnTo>
                  <a:close/>
                  <a:moveTo>
                    <a:pt x="885067" y="861922"/>
                  </a:moveTo>
                  <a:lnTo>
                    <a:pt x="876207" y="865568"/>
                  </a:lnTo>
                  <a:lnTo>
                    <a:pt x="878907" y="842350"/>
                  </a:lnTo>
                  <a:close/>
                  <a:moveTo>
                    <a:pt x="882351" y="825167"/>
                  </a:moveTo>
                  <a:lnTo>
                    <a:pt x="885067" y="861922"/>
                  </a:lnTo>
                  <a:lnTo>
                    <a:pt x="878907" y="842350"/>
                  </a:lnTo>
                  <a:close/>
                  <a:moveTo>
                    <a:pt x="756209" y="645652"/>
                  </a:moveTo>
                  <a:lnTo>
                    <a:pt x="718684" y="688631"/>
                  </a:lnTo>
                  <a:lnTo>
                    <a:pt x="701848" y="663191"/>
                  </a:lnTo>
                  <a:close/>
                  <a:moveTo>
                    <a:pt x="282040" y="173362"/>
                  </a:moveTo>
                  <a:lnTo>
                    <a:pt x="288062" y="213213"/>
                  </a:lnTo>
                  <a:lnTo>
                    <a:pt x="312141" y="202753"/>
                  </a:lnTo>
                  <a:close/>
                  <a:moveTo>
                    <a:pt x="296908" y="143615"/>
                  </a:moveTo>
                  <a:lnTo>
                    <a:pt x="322176" y="167820"/>
                  </a:lnTo>
                  <a:lnTo>
                    <a:pt x="291238" y="152969"/>
                  </a:lnTo>
                  <a:close/>
                  <a:moveTo>
                    <a:pt x="1032153" y="999040"/>
                  </a:moveTo>
                  <a:lnTo>
                    <a:pt x="1036635" y="1040143"/>
                  </a:lnTo>
                  <a:lnTo>
                    <a:pt x="1053304" y="1008932"/>
                  </a:lnTo>
                  <a:close/>
                  <a:moveTo>
                    <a:pt x="867176" y="715180"/>
                  </a:moveTo>
                  <a:lnTo>
                    <a:pt x="896175" y="742181"/>
                  </a:lnTo>
                  <a:lnTo>
                    <a:pt x="903432" y="726159"/>
                  </a:lnTo>
                  <a:close/>
                  <a:moveTo>
                    <a:pt x="854119" y="714902"/>
                  </a:moveTo>
                  <a:lnTo>
                    <a:pt x="896175" y="742181"/>
                  </a:lnTo>
                  <a:lnTo>
                    <a:pt x="867176" y="715180"/>
                  </a:lnTo>
                  <a:close/>
                  <a:moveTo>
                    <a:pt x="756209" y="645652"/>
                  </a:moveTo>
                  <a:lnTo>
                    <a:pt x="760127" y="637280"/>
                  </a:lnTo>
                  <a:lnTo>
                    <a:pt x="745312" y="678147"/>
                  </a:lnTo>
                  <a:close/>
                  <a:moveTo>
                    <a:pt x="401466" y="200332"/>
                  </a:moveTo>
                  <a:lnTo>
                    <a:pt x="389014" y="185317"/>
                  </a:lnTo>
                  <a:lnTo>
                    <a:pt x="408782" y="219904"/>
                  </a:lnTo>
                  <a:close/>
                  <a:moveTo>
                    <a:pt x="376444" y="150789"/>
                  </a:moveTo>
                  <a:lnTo>
                    <a:pt x="388443" y="142671"/>
                  </a:lnTo>
                  <a:lnTo>
                    <a:pt x="388256" y="109639"/>
                  </a:lnTo>
                  <a:close/>
                  <a:moveTo>
                    <a:pt x="404363" y="155180"/>
                  </a:moveTo>
                  <a:lnTo>
                    <a:pt x="388443" y="142671"/>
                  </a:lnTo>
                  <a:lnTo>
                    <a:pt x="376444" y="150789"/>
                  </a:lnTo>
                  <a:close/>
                  <a:moveTo>
                    <a:pt x="385839" y="98404"/>
                  </a:moveTo>
                  <a:lnTo>
                    <a:pt x="388256" y="109639"/>
                  </a:lnTo>
                  <a:lnTo>
                    <a:pt x="364258" y="80615"/>
                  </a:lnTo>
                  <a:close/>
                  <a:moveTo>
                    <a:pt x="685583" y="342124"/>
                  </a:moveTo>
                  <a:lnTo>
                    <a:pt x="704775" y="341962"/>
                  </a:lnTo>
                  <a:lnTo>
                    <a:pt x="692643" y="332557"/>
                  </a:lnTo>
                  <a:close/>
                  <a:moveTo>
                    <a:pt x="964229" y="579702"/>
                  </a:moveTo>
                  <a:lnTo>
                    <a:pt x="977852" y="626597"/>
                  </a:lnTo>
                  <a:lnTo>
                    <a:pt x="975948" y="589842"/>
                  </a:lnTo>
                  <a:close/>
                  <a:moveTo>
                    <a:pt x="964229" y="579702"/>
                  </a:moveTo>
                  <a:lnTo>
                    <a:pt x="978820" y="612586"/>
                  </a:lnTo>
                  <a:lnTo>
                    <a:pt x="977852" y="626597"/>
                  </a:lnTo>
                  <a:close/>
                </a:path>
              </a:pathLst>
            </a:custGeom>
            <a:solidFill>
              <a:srgbClr val="BCC7CF"/>
            </a:solidFill>
            <a:ln w="1524">
              <a:solidFill>
                <a:srgbClr val="BCC7CF"/>
              </a:solidFill>
            </a:ln>
          </p:spPr>
        </p:sp>
        <p:sp>
          <p:nvSpPr>
            <p:cNvPr id="81" name="Input_density__80">
              <a:extLst>
                <a:ext uri="{FF2B5EF4-FFF2-40B4-BE49-F238E27FC236}">
                  <a16:creationId xmlns:a16="http://schemas.microsoft.com/office/drawing/2014/main" id="{C9E70BBF-2D13-F20C-A15E-0EDB0F799B58}"/>
                </a:ext>
              </a:extLst>
            </p:cNvPr>
            <p:cNvSpPr>
              <a:spLocks noGrp="1"/>
            </p:cNvSpPr>
            <p:nvPr/>
          </p:nvSpPr>
          <p:spPr>
            <a:xfrm>
              <a:off x="1029788" y="1866268"/>
              <a:ext cx="939901" cy="1405855"/>
            </a:xfrm>
            <a:custGeom>
              <a:avLst/>
              <a:gdLst/>
              <a:ahLst/>
              <a:cxnLst/>
              <a:rect l="0" t="0" r="0" b="0"/>
              <a:pathLst>
                <a:path w="939901" h="1405855">
                  <a:moveTo>
                    <a:pt x="107688" y="1281578"/>
                  </a:moveTo>
                  <a:lnTo>
                    <a:pt x="105175" y="1280676"/>
                  </a:lnTo>
                  <a:lnTo>
                    <a:pt x="122618" y="1309028"/>
                  </a:lnTo>
                  <a:close/>
                  <a:moveTo>
                    <a:pt x="147489" y="1305809"/>
                  </a:moveTo>
                  <a:lnTo>
                    <a:pt x="107688" y="1281578"/>
                  </a:lnTo>
                  <a:lnTo>
                    <a:pt x="122618" y="1309028"/>
                  </a:lnTo>
                  <a:close/>
                  <a:moveTo>
                    <a:pt x="103645" y="1279159"/>
                  </a:moveTo>
                  <a:lnTo>
                    <a:pt x="68914" y="1242404"/>
                  </a:lnTo>
                  <a:lnTo>
                    <a:pt x="81764" y="1254961"/>
                  </a:lnTo>
                  <a:close/>
                  <a:moveTo>
                    <a:pt x="45346" y="1212734"/>
                  </a:moveTo>
                  <a:lnTo>
                    <a:pt x="68914" y="1242404"/>
                  </a:lnTo>
                  <a:lnTo>
                    <a:pt x="61350" y="1232903"/>
                  </a:lnTo>
                  <a:close/>
                  <a:moveTo>
                    <a:pt x="165346" y="1315914"/>
                  </a:moveTo>
                  <a:lnTo>
                    <a:pt x="202986" y="1292519"/>
                  </a:lnTo>
                  <a:lnTo>
                    <a:pt x="152197" y="1269536"/>
                  </a:lnTo>
                  <a:close/>
                  <a:moveTo>
                    <a:pt x="165346" y="1315914"/>
                  </a:moveTo>
                  <a:lnTo>
                    <a:pt x="152197" y="1269536"/>
                  </a:lnTo>
                  <a:lnTo>
                    <a:pt x="147489" y="1305809"/>
                  </a:lnTo>
                  <a:close/>
                  <a:moveTo>
                    <a:pt x="152197" y="1269536"/>
                  </a:moveTo>
                  <a:lnTo>
                    <a:pt x="107688" y="1281578"/>
                  </a:lnTo>
                  <a:lnTo>
                    <a:pt x="147489" y="1305809"/>
                  </a:lnTo>
                  <a:close/>
                  <a:moveTo>
                    <a:pt x="152197" y="1269536"/>
                  </a:moveTo>
                  <a:lnTo>
                    <a:pt x="116637" y="1271358"/>
                  </a:lnTo>
                  <a:lnTo>
                    <a:pt x="107688" y="1281578"/>
                  </a:lnTo>
                  <a:close/>
                  <a:moveTo>
                    <a:pt x="152197" y="1269536"/>
                  </a:moveTo>
                  <a:lnTo>
                    <a:pt x="185967" y="1269170"/>
                  </a:lnTo>
                  <a:lnTo>
                    <a:pt x="148560" y="1227746"/>
                  </a:lnTo>
                  <a:close/>
                  <a:moveTo>
                    <a:pt x="61350" y="1232903"/>
                  </a:moveTo>
                  <a:lnTo>
                    <a:pt x="68914" y="1242404"/>
                  </a:lnTo>
                  <a:lnTo>
                    <a:pt x="80706" y="1228733"/>
                  </a:lnTo>
                  <a:close/>
                  <a:moveTo>
                    <a:pt x="61350" y="1232903"/>
                  </a:moveTo>
                  <a:lnTo>
                    <a:pt x="80706" y="1228733"/>
                  </a:lnTo>
                  <a:lnTo>
                    <a:pt x="40748" y="1205649"/>
                  </a:lnTo>
                  <a:close/>
                  <a:moveTo>
                    <a:pt x="40454" y="1154775"/>
                  </a:moveTo>
                  <a:lnTo>
                    <a:pt x="46391" y="1122390"/>
                  </a:lnTo>
                  <a:lnTo>
                    <a:pt x="6252" y="1132139"/>
                  </a:lnTo>
                  <a:close/>
                  <a:moveTo>
                    <a:pt x="46391" y="1122390"/>
                  </a:moveTo>
                  <a:lnTo>
                    <a:pt x="0" y="1128102"/>
                  </a:lnTo>
                  <a:lnTo>
                    <a:pt x="6252" y="1132139"/>
                  </a:lnTo>
                  <a:close/>
                  <a:moveTo>
                    <a:pt x="8993" y="1080958"/>
                  </a:moveTo>
                  <a:lnTo>
                    <a:pt x="0" y="1128102"/>
                  </a:lnTo>
                  <a:lnTo>
                    <a:pt x="46391" y="1122390"/>
                  </a:lnTo>
                  <a:close/>
                  <a:moveTo>
                    <a:pt x="14368" y="1041445"/>
                  </a:moveTo>
                  <a:lnTo>
                    <a:pt x="7895" y="1061413"/>
                  </a:lnTo>
                  <a:lnTo>
                    <a:pt x="31182" y="1045261"/>
                  </a:lnTo>
                  <a:close/>
                  <a:moveTo>
                    <a:pt x="31182" y="1045261"/>
                  </a:moveTo>
                  <a:lnTo>
                    <a:pt x="7895" y="1061413"/>
                  </a:lnTo>
                  <a:lnTo>
                    <a:pt x="8993" y="1080958"/>
                  </a:lnTo>
                  <a:close/>
                  <a:moveTo>
                    <a:pt x="367033" y="1391812"/>
                  </a:moveTo>
                  <a:lnTo>
                    <a:pt x="352785" y="1382654"/>
                  </a:lnTo>
                  <a:lnTo>
                    <a:pt x="333258" y="1405855"/>
                  </a:lnTo>
                  <a:close/>
                  <a:moveTo>
                    <a:pt x="294549" y="1385704"/>
                  </a:moveTo>
                  <a:lnTo>
                    <a:pt x="333258" y="1405855"/>
                  </a:lnTo>
                  <a:lnTo>
                    <a:pt x="352785" y="1382654"/>
                  </a:lnTo>
                  <a:close/>
                  <a:moveTo>
                    <a:pt x="314394" y="1363692"/>
                  </a:moveTo>
                  <a:lnTo>
                    <a:pt x="294549" y="1385704"/>
                  </a:lnTo>
                  <a:lnTo>
                    <a:pt x="352785" y="1382654"/>
                  </a:lnTo>
                  <a:close/>
                  <a:moveTo>
                    <a:pt x="7527" y="1004690"/>
                  </a:moveTo>
                  <a:lnTo>
                    <a:pt x="6265" y="993682"/>
                  </a:lnTo>
                  <a:lnTo>
                    <a:pt x="33041" y="1024262"/>
                  </a:lnTo>
                  <a:close/>
                  <a:moveTo>
                    <a:pt x="14368" y="1041445"/>
                  </a:moveTo>
                  <a:lnTo>
                    <a:pt x="7527" y="1004690"/>
                  </a:lnTo>
                  <a:lnTo>
                    <a:pt x="33041" y="1024262"/>
                  </a:lnTo>
                  <a:close/>
                  <a:moveTo>
                    <a:pt x="286411" y="1304094"/>
                  </a:moveTo>
                  <a:lnTo>
                    <a:pt x="296830" y="1298025"/>
                  </a:lnTo>
                  <a:lnTo>
                    <a:pt x="260547" y="1286943"/>
                  </a:lnTo>
                  <a:close/>
                  <a:moveTo>
                    <a:pt x="390921" y="1374628"/>
                  </a:moveTo>
                  <a:lnTo>
                    <a:pt x="411029" y="1379636"/>
                  </a:lnTo>
                  <a:lnTo>
                    <a:pt x="420210" y="1366076"/>
                  </a:lnTo>
                  <a:close/>
                  <a:moveTo>
                    <a:pt x="402578" y="1335664"/>
                  </a:moveTo>
                  <a:lnTo>
                    <a:pt x="420210" y="1366076"/>
                  </a:lnTo>
                  <a:lnTo>
                    <a:pt x="433729" y="1337426"/>
                  </a:lnTo>
                  <a:close/>
                  <a:moveTo>
                    <a:pt x="402578" y="1335664"/>
                  </a:moveTo>
                  <a:lnTo>
                    <a:pt x="433729" y="1337426"/>
                  </a:lnTo>
                  <a:lnTo>
                    <a:pt x="433007" y="1337231"/>
                  </a:lnTo>
                  <a:close/>
                  <a:moveTo>
                    <a:pt x="183835" y="1056870"/>
                  </a:moveTo>
                  <a:lnTo>
                    <a:pt x="170864" y="1080589"/>
                  </a:lnTo>
                  <a:lnTo>
                    <a:pt x="204395" y="1030453"/>
                  </a:lnTo>
                  <a:close/>
                  <a:moveTo>
                    <a:pt x="204395" y="1030453"/>
                  </a:moveTo>
                  <a:lnTo>
                    <a:pt x="170864" y="1080589"/>
                  </a:lnTo>
                  <a:lnTo>
                    <a:pt x="208850" y="1071579"/>
                  </a:lnTo>
                  <a:close/>
                  <a:moveTo>
                    <a:pt x="204395" y="1030453"/>
                  </a:moveTo>
                  <a:lnTo>
                    <a:pt x="196671" y="1026650"/>
                  </a:lnTo>
                  <a:lnTo>
                    <a:pt x="183835" y="1056870"/>
                  </a:lnTo>
                  <a:close/>
                  <a:moveTo>
                    <a:pt x="243245" y="1029839"/>
                  </a:moveTo>
                  <a:lnTo>
                    <a:pt x="236606" y="1026650"/>
                  </a:lnTo>
                  <a:lnTo>
                    <a:pt x="239485" y="1073761"/>
                  </a:lnTo>
                  <a:close/>
                  <a:moveTo>
                    <a:pt x="239485" y="1073761"/>
                  </a:moveTo>
                  <a:lnTo>
                    <a:pt x="236606" y="1026650"/>
                  </a:lnTo>
                  <a:lnTo>
                    <a:pt x="204395" y="1030453"/>
                  </a:lnTo>
                  <a:close/>
                  <a:moveTo>
                    <a:pt x="239485" y="1073761"/>
                  </a:moveTo>
                  <a:lnTo>
                    <a:pt x="204395" y="1030453"/>
                  </a:lnTo>
                  <a:lnTo>
                    <a:pt x="208850" y="1071579"/>
                  </a:lnTo>
                  <a:close/>
                  <a:moveTo>
                    <a:pt x="236606" y="1026650"/>
                  </a:moveTo>
                  <a:lnTo>
                    <a:pt x="207366" y="989895"/>
                  </a:lnTo>
                  <a:lnTo>
                    <a:pt x="204395" y="1030453"/>
                  </a:lnTo>
                  <a:close/>
                  <a:moveTo>
                    <a:pt x="103234" y="969024"/>
                  </a:moveTo>
                  <a:lnTo>
                    <a:pt x="133402" y="926839"/>
                  </a:lnTo>
                  <a:lnTo>
                    <a:pt x="101443" y="969603"/>
                  </a:lnTo>
                  <a:close/>
                  <a:moveTo>
                    <a:pt x="195439" y="989895"/>
                  </a:moveTo>
                  <a:lnTo>
                    <a:pt x="184884" y="1019227"/>
                  </a:lnTo>
                  <a:lnTo>
                    <a:pt x="196671" y="1026650"/>
                  </a:lnTo>
                  <a:close/>
                  <a:moveTo>
                    <a:pt x="236606" y="1026650"/>
                  </a:moveTo>
                  <a:lnTo>
                    <a:pt x="244820" y="1024676"/>
                  </a:lnTo>
                  <a:lnTo>
                    <a:pt x="207366" y="989895"/>
                  </a:lnTo>
                  <a:close/>
                  <a:moveTo>
                    <a:pt x="244820" y="1024676"/>
                  </a:moveTo>
                  <a:lnTo>
                    <a:pt x="251671" y="1026650"/>
                  </a:lnTo>
                  <a:lnTo>
                    <a:pt x="260569" y="998401"/>
                  </a:lnTo>
                  <a:close/>
                  <a:moveTo>
                    <a:pt x="516152" y="1229997"/>
                  </a:moveTo>
                  <a:lnTo>
                    <a:pt x="529105" y="1254957"/>
                  </a:lnTo>
                  <a:lnTo>
                    <a:pt x="536025" y="1249568"/>
                  </a:lnTo>
                  <a:close/>
                  <a:moveTo>
                    <a:pt x="366477" y="938345"/>
                  </a:moveTo>
                  <a:lnTo>
                    <a:pt x="390402" y="987586"/>
                  </a:lnTo>
                  <a:lnTo>
                    <a:pt x="404334" y="969772"/>
                  </a:lnTo>
                  <a:close/>
                  <a:moveTo>
                    <a:pt x="381890" y="992284"/>
                  </a:moveTo>
                  <a:lnTo>
                    <a:pt x="390402" y="987586"/>
                  </a:lnTo>
                  <a:lnTo>
                    <a:pt x="366477" y="938345"/>
                  </a:lnTo>
                  <a:close/>
                  <a:moveTo>
                    <a:pt x="342624" y="955529"/>
                  </a:moveTo>
                  <a:lnTo>
                    <a:pt x="381890" y="992284"/>
                  </a:lnTo>
                  <a:lnTo>
                    <a:pt x="366477" y="938345"/>
                  </a:lnTo>
                  <a:close/>
                  <a:moveTo>
                    <a:pt x="425821" y="941132"/>
                  </a:moveTo>
                  <a:lnTo>
                    <a:pt x="404334" y="969772"/>
                  </a:lnTo>
                  <a:lnTo>
                    <a:pt x="390402" y="987586"/>
                  </a:lnTo>
                  <a:close/>
                  <a:moveTo>
                    <a:pt x="390402" y="987586"/>
                  </a:moveTo>
                  <a:lnTo>
                    <a:pt x="415402" y="975100"/>
                  </a:lnTo>
                  <a:lnTo>
                    <a:pt x="425821" y="941132"/>
                  </a:lnTo>
                  <a:close/>
                  <a:moveTo>
                    <a:pt x="342624" y="955529"/>
                  </a:moveTo>
                  <a:lnTo>
                    <a:pt x="366477" y="938345"/>
                  </a:lnTo>
                  <a:lnTo>
                    <a:pt x="341068" y="954016"/>
                  </a:lnTo>
                  <a:close/>
                  <a:moveTo>
                    <a:pt x="366477" y="938345"/>
                  </a:moveTo>
                  <a:lnTo>
                    <a:pt x="361133" y="932826"/>
                  </a:lnTo>
                  <a:lnTo>
                    <a:pt x="341068" y="954016"/>
                  </a:lnTo>
                  <a:close/>
                  <a:moveTo>
                    <a:pt x="361133" y="932826"/>
                  </a:moveTo>
                  <a:lnTo>
                    <a:pt x="299096" y="918774"/>
                  </a:lnTo>
                  <a:lnTo>
                    <a:pt x="341068" y="954016"/>
                  </a:lnTo>
                  <a:close/>
                  <a:moveTo>
                    <a:pt x="296836" y="913214"/>
                  </a:moveTo>
                  <a:lnTo>
                    <a:pt x="299096" y="918774"/>
                  </a:lnTo>
                  <a:lnTo>
                    <a:pt x="299002" y="918221"/>
                  </a:lnTo>
                  <a:close/>
                  <a:moveTo>
                    <a:pt x="278726" y="882018"/>
                  </a:moveTo>
                  <a:lnTo>
                    <a:pt x="296836" y="913214"/>
                  </a:lnTo>
                  <a:lnTo>
                    <a:pt x="272616" y="867837"/>
                  </a:lnTo>
                  <a:close/>
                  <a:moveTo>
                    <a:pt x="272616" y="867837"/>
                  </a:moveTo>
                  <a:lnTo>
                    <a:pt x="296836" y="913214"/>
                  </a:lnTo>
                  <a:lnTo>
                    <a:pt x="299002" y="918221"/>
                  </a:lnTo>
                  <a:close/>
                  <a:moveTo>
                    <a:pt x="272616" y="867837"/>
                  </a:moveTo>
                  <a:lnTo>
                    <a:pt x="299002" y="918221"/>
                  </a:lnTo>
                  <a:lnTo>
                    <a:pt x="272071" y="913027"/>
                  </a:lnTo>
                  <a:close/>
                  <a:moveTo>
                    <a:pt x="278726" y="882018"/>
                  </a:moveTo>
                  <a:lnTo>
                    <a:pt x="272616" y="867837"/>
                  </a:lnTo>
                  <a:lnTo>
                    <a:pt x="250574" y="841010"/>
                  </a:lnTo>
                  <a:close/>
                  <a:moveTo>
                    <a:pt x="58419" y="624734"/>
                  </a:moveTo>
                  <a:lnTo>
                    <a:pt x="98749" y="574700"/>
                  </a:lnTo>
                  <a:lnTo>
                    <a:pt x="53973" y="579261"/>
                  </a:lnTo>
                  <a:close/>
                  <a:moveTo>
                    <a:pt x="53973" y="579261"/>
                  </a:moveTo>
                  <a:lnTo>
                    <a:pt x="98749" y="574700"/>
                  </a:lnTo>
                  <a:lnTo>
                    <a:pt x="89102" y="577789"/>
                  </a:lnTo>
                  <a:close/>
                  <a:moveTo>
                    <a:pt x="272569" y="864835"/>
                  </a:moveTo>
                  <a:lnTo>
                    <a:pt x="250574" y="841010"/>
                  </a:lnTo>
                  <a:lnTo>
                    <a:pt x="272616" y="867837"/>
                  </a:lnTo>
                  <a:close/>
                  <a:moveTo>
                    <a:pt x="570048" y="1158875"/>
                  </a:moveTo>
                  <a:lnTo>
                    <a:pt x="596170" y="1188708"/>
                  </a:lnTo>
                  <a:lnTo>
                    <a:pt x="615556" y="1178447"/>
                  </a:lnTo>
                  <a:close/>
                  <a:moveTo>
                    <a:pt x="556441" y="1068182"/>
                  </a:moveTo>
                  <a:lnTo>
                    <a:pt x="581944" y="1039311"/>
                  </a:lnTo>
                  <a:lnTo>
                    <a:pt x="541578" y="1085365"/>
                  </a:lnTo>
                  <a:close/>
                  <a:moveTo>
                    <a:pt x="421032" y="935995"/>
                  </a:moveTo>
                  <a:lnTo>
                    <a:pt x="424355" y="938345"/>
                  </a:lnTo>
                  <a:lnTo>
                    <a:pt x="424837" y="921162"/>
                  </a:lnTo>
                  <a:close/>
                  <a:moveTo>
                    <a:pt x="404334" y="969772"/>
                  </a:moveTo>
                  <a:lnTo>
                    <a:pt x="424355" y="938345"/>
                  </a:lnTo>
                  <a:lnTo>
                    <a:pt x="421032" y="935995"/>
                  </a:lnTo>
                  <a:close/>
                  <a:moveTo>
                    <a:pt x="432124" y="949098"/>
                  </a:moveTo>
                  <a:lnTo>
                    <a:pt x="415402" y="975100"/>
                  </a:lnTo>
                  <a:lnTo>
                    <a:pt x="446716" y="968891"/>
                  </a:lnTo>
                  <a:close/>
                  <a:moveTo>
                    <a:pt x="402984" y="921162"/>
                  </a:moveTo>
                  <a:lnTo>
                    <a:pt x="404334" y="969772"/>
                  </a:lnTo>
                  <a:lnTo>
                    <a:pt x="421032" y="935995"/>
                  </a:lnTo>
                  <a:close/>
                  <a:moveTo>
                    <a:pt x="366477" y="938345"/>
                  </a:moveTo>
                  <a:lnTo>
                    <a:pt x="414422" y="911281"/>
                  </a:lnTo>
                  <a:lnTo>
                    <a:pt x="369754" y="887789"/>
                  </a:lnTo>
                  <a:close/>
                  <a:moveTo>
                    <a:pt x="369754" y="887789"/>
                  </a:moveTo>
                  <a:lnTo>
                    <a:pt x="414422" y="911281"/>
                  </a:lnTo>
                  <a:lnTo>
                    <a:pt x="394783" y="894530"/>
                  </a:lnTo>
                  <a:close/>
                  <a:moveTo>
                    <a:pt x="366477" y="938345"/>
                  </a:moveTo>
                  <a:lnTo>
                    <a:pt x="369754" y="887789"/>
                  </a:lnTo>
                  <a:lnTo>
                    <a:pt x="361133" y="932826"/>
                  </a:lnTo>
                  <a:close/>
                  <a:moveTo>
                    <a:pt x="424837" y="921162"/>
                  </a:moveTo>
                  <a:lnTo>
                    <a:pt x="394783" y="894530"/>
                  </a:lnTo>
                  <a:lnTo>
                    <a:pt x="414422" y="911281"/>
                  </a:lnTo>
                  <a:close/>
                  <a:moveTo>
                    <a:pt x="376284" y="820075"/>
                  </a:moveTo>
                  <a:lnTo>
                    <a:pt x="390863" y="823198"/>
                  </a:lnTo>
                  <a:lnTo>
                    <a:pt x="365638" y="810897"/>
                  </a:lnTo>
                  <a:close/>
                  <a:moveTo>
                    <a:pt x="359324" y="829853"/>
                  </a:moveTo>
                  <a:lnTo>
                    <a:pt x="370644" y="847652"/>
                  </a:lnTo>
                  <a:lnTo>
                    <a:pt x="350805" y="828080"/>
                  </a:lnTo>
                  <a:close/>
                  <a:moveTo>
                    <a:pt x="166554" y="607426"/>
                  </a:moveTo>
                  <a:lnTo>
                    <a:pt x="172155" y="607550"/>
                  </a:lnTo>
                  <a:lnTo>
                    <a:pt x="157179" y="594280"/>
                  </a:lnTo>
                  <a:close/>
                  <a:moveTo>
                    <a:pt x="166554" y="607426"/>
                  </a:moveTo>
                  <a:lnTo>
                    <a:pt x="182811" y="590367"/>
                  </a:lnTo>
                  <a:lnTo>
                    <a:pt x="179821" y="602960"/>
                  </a:lnTo>
                  <a:close/>
                  <a:moveTo>
                    <a:pt x="61447" y="559807"/>
                  </a:moveTo>
                  <a:lnTo>
                    <a:pt x="95914" y="564100"/>
                  </a:lnTo>
                  <a:lnTo>
                    <a:pt x="116234" y="543863"/>
                  </a:lnTo>
                  <a:close/>
                  <a:moveTo>
                    <a:pt x="116234" y="543863"/>
                  </a:moveTo>
                  <a:lnTo>
                    <a:pt x="95914" y="564100"/>
                  </a:lnTo>
                  <a:lnTo>
                    <a:pt x="149766" y="544656"/>
                  </a:lnTo>
                  <a:close/>
                  <a:moveTo>
                    <a:pt x="549974" y="983868"/>
                  </a:moveTo>
                  <a:lnTo>
                    <a:pt x="513796" y="1031427"/>
                  </a:lnTo>
                  <a:lnTo>
                    <a:pt x="514059" y="1030725"/>
                  </a:lnTo>
                  <a:close/>
                  <a:moveTo>
                    <a:pt x="329855" y="803644"/>
                  </a:moveTo>
                  <a:lnTo>
                    <a:pt x="359324" y="829853"/>
                  </a:lnTo>
                  <a:lnTo>
                    <a:pt x="338404" y="810897"/>
                  </a:lnTo>
                  <a:close/>
                  <a:moveTo>
                    <a:pt x="370216" y="842667"/>
                  </a:moveTo>
                  <a:lnTo>
                    <a:pt x="368344" y="863579"/>
                  </a:lnTo>
                  <a:lnTo>
                    <a:pt x="370644" y="847652"/>
                  </a:lnTo>
                  <a:close/>
                  <a:moveTo>
                    <a:pt x="370644" y="847652"/>
                  </a:moveTo>
                  <a:lnTo>
                    <a:pt x="359324" y="829853"/>
                  </a:lnTo>
                  <a:lnTo>
                    <a:pt x="370216" y="842667"/>
                  </a:lnTo>
                  <a:close/>
                  <a:moveTo>
                    <a:pt x="320763" y="774142"/>
                  </a:moveTo>
                  <a:lnTo>
                    <a:pt x="332079" y="757089"/>
                  </a:lnTo>
                  <a:lnTo>
                    <a:pt x="338404" y="810897"/>
                  </a:lnTo>
                  <a:close/>
                  <a:moveTo>
                    <a:pt x="383929" y="793713"/>
                  </a:moveTo>
                  <a:lnTo>
                    <a:pt x="354722" y="765769"/>
                  </a:lnTo>
                  <a:lnTo>
                    <a:pt x="365565" y="774142"/>
                  </a:lnTo>
                  <a:close/>
                  <a:moveTo>
                    <a:pt x="460696" y="778538"/>
                  </a:moveTo>
                  <a:lnTo>
                    <a:pt x="419929" y="784592"/>
                  </a:lnTo>
                  <a:lnTo>
                    <a:pt x="417656" y="827163"/>
                  </a:lnTo>
                  <a:close/>
                  <a:moveTo>
                    <a:pt x="791359" y="1057308"/>
                  </a:moveTo>
                  <a:lnTo>
                    <a:pt x="757137" y="1031977"/>
                  </a:lnTo>
                  <a:lnTo>
                    <a:pt x="791132" y="1053387"/>
                  </a:lnTo>
                  <a:close/>
                  <a:moveTo>
                    <a:pt x="748788" y="1000759"/>
                  </a:moveTo>
                  <a:lnTo>
                    <a:pt x="729613" y="990925"/>
                  </a:lnTo>
                  <a:lnTo>
                    <a:pt x="783711" y="1016632"/>
                  </a:lnTo>
                  <a:close/>
                  <a:moveTo>
                    <a:pt x="726426" y="979877"/>
                  </a:moveTo>
                  <a:lnTo>
                    <a:pt x="729613" y="990925"/>
                  </a:lnTo>
                  <a:lnTo>
                    <a:pt x="748788" y="1000759"/>
                  </a:lnTo>
                  <a:close/>
                  <a:moveTo>
                    <a:pt x="609698" y="872907"/>
                  </a:moveTo>
                  <a:lnTo>
                    <a:pt x="650087" y="906367"/>
                  </a:lnTo>
                  <a:lnTo>
                    <a:pt x="615141" y="874805"/>
                  </a:lnTo>
                  <a:close/>
                  <a:moveTo>
                    <a:pt x="647893" y="913691"/>
                  </a:moveTo>
                  <a:lnTo>
                    <a:pt x="650087" y="906367"/>
                  </a:lnTo>
                  <a:lnTo>
                    <a:pt x="609698" y="872907"/>
                  </a:lnTo>
                  <a:close/>
                  <a:moveTo>
                    <a:pt x="605609" y="869612"/>
                  </a:moveTo>
                  <a:lnTo>
                    <a:pt x="577028" y="832857"/>
                  </a:lnTo>
                  <a:lnTo>
                    <a:pt x="588180" y="845654"/>
                  </a:lnTo>
                  <a:close/>
                  <a:moveTo>
                    <a:pt x="776509" y="1042294"/>
                  </a:moveTo>
                  <a:lnTo>
                    <a:pt x="812364" y="1084979"/>
                  </a:lnTo>
                  <a:lnTo>
                    <a:pt x="791132" y="1053387"/>
                  </a:lnTo>
                  <a:close/>
                  <a:moveTo>
                    <a:pt x="791132" y="1053387"/>
                  </a:moveTo>
                  <a:lnTo>
                    <a:pt x="812364" y="1084979"/>
                  </a:lnTo>
                  <a:lnTo>
                    <a:pt x="800043" y="1067819"/>
                  </a:lnTo>
                  <a:close/>
                  <a:moveTo>
                    <a:pt x="793800" y="1010577"/>
                  </a:moveTo>
                  <a:lnTo>
                    <a:pt x="748788" y="1000759"/>
                  </a:lnTo>
                  <a:lnTo>
                    <a:pt x="783711" y="1016632"/>
                  </a:lnTo>
                  <a:close/>
                  <a:moveTo>
                    <a:pt x="774370" y="925938"/>
                  </a:moveTo>
                  <a:lnTo>
                    <a:pt x="764312" y="962594"/>
                  </a:lnTo>
                  <a:lnTo>
                    <a:pt x="782705" y="930103"/>
                  </a:lnTo>
                  <a:close/>
                  <a:moveTo>
                    <a:pt x="650087" y="906367"/>
                  </a:moveTo>
                  <a:lnTo>
                    <a:pt x="667851" y="897466"/>
                  </a:lnTo>
                  <a:lnTo>
                    <a:pt x="615141" y="874805"/>
                  </a:lnTo>
                  <a:close/>
                  <a:moveTo>
                    <a:pt x="759688" y="921727"/>
                  </a:moveTo>
                  <a:lnTo>
                    <a:pt x="747565" y="899980"/>
                  </a:lnTo>
                  <a:lnTo>
                    <a:pt x="735845" y="889183"/>
                  </a:lnTo>
                  <a:close/>
                  <a:moveTo>
                    <a:pt x="731188" y="873062"/>
                  </a:moveTo>
                  <a:lnTo>
                    <a:pt x="759688" y="921727"/>
                  </a:lnTo>
                  <a:lnTo>
                    <a:pt x="735845" y="889183"/>
                  </a:lnTo>
                  <a:close/>
                  <a:moveTo>
                    <a:pt x="806230" y="898534"/>
                  </a:moveTo>
                  <a:lnTo>
                    <a:pt x="833164" y="908755"/>
                  </a:lnTo>
                  <a:lnTo>
                    <a:pt x="826759" y="879079"/>
                  </a:lnTo>
                  <a:close/>
                  <a:moveTo>
                    <a:pt x="826759" y="879079"/>
                  </a:moveTo>
                  <a:lnTo>
                    <a:pt x="833164" y="908755"/>
                  </a:lnTo>
                  <a:lnTo>
                    <a:pt x="852202" y="855944"/>
                  </a:lnTo>
                  <a:close/>
                  <a:moveTo>
                    <a:pt x="852202" y="855944"/>
                  </a:moveTo>
                  <a:lnTo>
                    <a:pt x="833164" y="908755"/>
                  </a:lnTo>
                  <a:lnTo>
                    <a:pt x="847985" y="904120"/>
                  </a:lnTo>
                  <a:close/>
                  <a:moveTo>
                    <a:pt x="852202" y="855944"/>
                  </a:moveTo>
                  <a:lnTo>
                    <a:pt x="850241" y="854817"/>
                  </a:lnTo>
                  <a:lnTo>
                    <a:pt x="826759" y="879079"/>
                  </a:lnTo>
                  <a:close/>
                  <a:moveTo>
                    <a:pt x="882423" y="891572"/>
                  </a:moveTo>
                  <a:lnTo>
                    <a:pt x="902911" y="931301"/>
                  </a:lnTo>
                  <a:lnTo>
                    <a:pt x="897392" y="928327"/>
                  </a:lnTo>
                  <a:close/>
                  <a:moveTo>
                    <a:pt x="842955" y="911264"/>
                  </a:moveTo>
                  <a:lnTo>
                    <a:pt x="902911" y="931301"/>
                  </a:lnTo>
                  <a:lnTo>
                    <a:pt x="882423" y="891572"/>
                  </a:lnTo>
                  <a:close/>
                  <a:moveTo>
                    <a:pt x="882423" y="891572"/>
                  </a:moveTo>
                  <a:lnTo>
                    <a:pt x="847985" y="904120"/>
                  </a:lnTo>
                  <a:lnTo>
                    <a:pt x="842955" y="911264"/>
                  </a:lnTo>
                  <a:close/>
                  <a:moveTo>
                    <a:pt x="847985" y="904120"/>
                  </a:moveTo>
                  <a:lnTo>
                    <a:pt x="892512" y="875767"/>
                  </a:lnTo>
                  <a:lnTo>
                    <a:pt x="880706" y="859860"/>
                  </a:lnTo>
                  <a:close/>
                  <a:moveTo>
                    <a:pt x="847985" y="904120"/>
                  </a:moveTo>
                  <a:lnTo>
                    <a:pt x="880706" y="859860"/>
                  </a:lnTo>
                  <a:lnTo>
                    <a:pt x="852202" y="855944"/>
                  </a:lnTo>
                  <a:close/>
                  <a:moveTo>
                    <a:pt x="902911" y="931301"/>
                  </a:moveTo>
                  <a:lnTo>
                    <a:pt x="880293" y="926291"/>
                  </a:lnTo>
                  <a:lnTo>
                    <a:pt x="912581" y="891572"/>
                  </a:lnTo>
                  <a:close/>
                  <a:moveTo>
                    <a:pt x="852202" y="855944"/>
                  </a:moveTo>
                  <a:lnTo>
                    <a:pt x="823785" y="839593"/>
                  </a:lnTo>
                  <a:lnTo>
                    <a:pt x="850241" y="854817"/>
                  </a:lnTo>
                  <a:close/>
                  <a:moveTo>
                    <a:pt x="850241" y="854817"/>
                  </a:moveTo>
                  <a:lnTo>
                    <a:pt x="813840" y="835245"/>
                  </a:lnTo>
                  <a:lnTo>
                    <a:pt x="813996" y="818062"/>
                  </a:lnTo>
                  <a:close/>
                  <a:moveTo>
                    <a:pt x="782796" y="810919"/>
                  </a:moveTo>
                  <a:lnTo>
                    <a:pt x="808863" y="812170"/>
                  </a:lnTo>
                  <a:lnTo>
                    <a:pt x="813996" y="818062"/>
                  </a:lnTo>
                  <a:close/>
                  <a:moveTo>
                    <a:pt x="744101" y="790820"/>
                  </a:moveTo>
                  <a:lnTo>
                    <a:pt x="732407" y="775465"/>
                  </a:lnTo>
                  <a:lnTo>
                    <a:pt x="705830" y="772307"/>
                  </a:lnTo>
                  <a:close/>
                  <a:moveTo>
                    <a:pt x="579859" y="577960"/>
                  </a:moveTo>
                  <a:lnTo>
                    <a:pt x="588445" y="582576"/>
                  </a:lnTo>
                  <a:lnTo>
                    <a:pt x="605280" y="608016"/>
                  </a:lnTo>
                  <a:close/>
                  <a:moveTo>
                    <a:pt x="903842" y="885797"/>
                  </a:moveTo>
                  <a:lnTo>
                    <a:pt x="939885" y="928310"/>
                  </a:lnTo>
                  <a:lnTo>
                    <a:pt x="912581" y="891572"/>
                  </a:lnTo>
                  <a:close/>
                  <a:moveTo>
                    <a:pt x="918749" y="918425"/>
                  </a:moveTo>
                  <a:lnTo>
                    <a:pt x="939901" y="928317"/>
                  </a:lnTo>
                  <a:lnTo>
                    <a:pt x="903842" y="885797"/>
                  </a:lnTo>
                  <a:close/>
                  <a:moveTo>
                    <a:pt x="742714" y="622297"/>
                  </a:moveTo>
                  <a:lnTo>
                    <a:pt x="740716" y="634287"/>
                  </a:lnTo>
                  <a:lnTo>
                    <a:pt x="753773" y="634565"/>
                  </a:lnTo>
                  <a:close/>
                  <a:moveTo>
                    <a:pt x="636144" y="540130"/>
                  </a:moveTo>
                  <a:lnTo>
                    <a:pt x="653526" y="543593"/>
                  </a:lnTo>
                  <a:lnTo>
                    <a:pt x="646724" y="556665"/>
                  </a:lnTo>
                  <a:close/>
                  <a:moveTo>
                    <a:pt x="620709" y="510792"/>
                  </a:moveTo>
                  <a:lnTo>
                    <a:pt x="653526" y="543593"/>
                  </a:lnTo>
                  <a:lnTo>
                    <a:pt x="636144" y="540130"/>
                  </a:lnTo>
                  <a:close/>
                  <a:moveTo>
                    <a:pt x="263041" y="70174"/>
                  </a:moveTo>
                  <a:lnTo>
                    <a:pt x="275610" y="104702"/>
                  </a:lnTo>
                  <a:lnTo>
                    <a:pt x="290959" y="74565"/>
                  </a:lnTo>
                  <a:close/>
                  <a:moveTo>
                    <a:pt x="264586" y="51342"/>
                  </a:moveTo>
                  <a:lnTo>
                    <a:pt x="263041" y="70174"/>
                  </a:lnTo>
                  <a:lnTo>
                    <a:pt x="274853" y="29024"/>
                  </a:lnTo>
                  <a:close/>
                  <a:moveTo>
                    <a:pt x="227997" y="10748"/>
                  </a:moveTo>
                  <a:lnTo>
                    <a:pt x="222053" y="16894"/>
                  </a:lnTo>
                  <a:lnTo>
                    <a:pt x="250854" y="0"/>
                  </a:lnTo>
                  <a:close/>
                  <a:moveTo>
                    <a:pt x="742714" y="622297"/>
                  </a:moveTo>
                  <a:lnTo>
                    <a:pt x="734340" y="617103"/>
                  </a:lnTo>
                  <a:lnTo>
                    <a:pt x="702840" y="582878"/>
                  </a:lnTo>
                  <a:close/>
                  <a:moveTo>
                    <a:pt x="724864" y="592062"/>
                  </a:moveTo>
                  <a:lnTo>
                    <a:pt x="742714" y="622297"/>
                  </a:lnTo>
                  <a:lnTo>
                    <a:pt x="702840" y="582878"/>
                  </a:lnTo>
                  <a:close/>
                  <a:moveTo>
                    <a:pt x="272436" y="17789"/>
                  </a:moveTo>
                  <a:lnTo>
                    <a:pt x="264586" y="51342"/>
                  </a:lnTo>
                  <a:lnTo>
                    <a:pt x="274853" y="29024"/>
                  </a:lnTo>
                  <a:close/>
                  <a:moveTo>
                    <a:pt x="567350" y="243449"/>
                  </a:moveTo>
                  <a:lnTo>
                    <a:pt x="579239" y="251942"/>
                  </a:lnTo>
                  <a:lnTo>
                    <a:pt x="544671" y="227478"/>
                  </a:lnTo>
                  <a:close/>
                  <a:moveTo>
                    <a:pt x="832155" y="469518"/>
                  </a:moveTo>
                  <a:lnTo>
                    <a:pt x="850825" y="499087"/>
                  </a:lnTo>
                  <a:lnTo>
                    <a:pt x="862544" y="509227"/>
                  </a:lnTo>
                  <a:close/>
                </a:path>
              </a:pathLst>
            </a:custGeom>
            <a:solidFill>
              <a:srgbClr val="C2CCD3"/>
            </a:solidFill>
            <a:ln w="1524">
              <a:solidFill>
                <a:srgbClr val="C2CCD3"/>
              </a:solidFill>
            </a:ln>
          </p:spPr>
        </p:sp>
        <p:sp>
          <p:nvSpPr>
            <p:cNvPr id="82" name="Input_density__81">
              <a:extLst>
                <a:ext uri="{FF2B5EF4-FFF2-40B4-BE49-F238E27FC236}">
                  <a16:creationId xmlns:a16="http://schemas.microsoft.com/office/drawing/2014/main" id="{ADD792BE-9B95-C292-6563-114EFC647C61}"/>
                </a:ext>
              </a:extLst>
            </p:cNvPr>
            <p:cNvSpPr>
              <a:spLocks noGrp="1"/>
            </p:cNvSpPr>
            <p:nvPr/>
          </p:nvSpPr>
          <p:spPr>
            <a:xfrm>
              <a:off x="939914" y="1819393"/>
              <a:ext cx="958604" cy="1451305"/>
            </a:xfrm>
            <a:custGeom>
              <a:avLst/>
              <a:gdLst/>
              <a:ahLst/>
              <a:cxnLst/>
              <a:rect l="0" t="0" r="0" b="0"/>
              <a:pathLst>
                <a:path w="958604" h="1451305">
                  <a:moveTo>
                    <a:pt x="57239" y="1177534"/>
                  </a:moveTo>
                  <a:lnTo>
                    <a:pt x="20523" y="1182096"/>
                  </a:lnTo>
                  <a:lnTo>
                    <a:pt x="0" y="1184311"/>
                  </a:lnTo>
                  <a:close/>
                  <a:moveTo>
                    <a:pt x="93792" y="1125075"/>
                  </a:moveTo>
                  <a:lnTo>
                    <a:pt x="59433" y="1177551"/>
                  </a:lnTo>
                  <a:lnTo>
                    <a:pt x="89874" y="1174976"/>
                  </a:lnTo>
                  <a:close/>
                  <a:moveTo>
                    <a:pt x="500782" y="1438686"/>
                  </a:moveTo>
                  <a:lnTo>
                    <a:pt x="500904" y="1426510"/>
                  </a:lnTo>
                  <a:lnTo>
                    <a:pt x="481803" y="1451305"/>
                  </a:lnTo>
                  <a:close/>
                  <a:moveTo>
                    <a:pt x="500782" y="1438686"/>
                  </a:moveTo>
                  <a:lnTo>
                    <a:pt x="515613" y="1421503"/>
                  </a:lnTo>
                  <a:lnTo>
                    <a:pt x="500904" y="1426510"/>
                  </a:lnTo>
                  <a:close/>
                  <a:moveTo>
                    <a:pt x="257232" y="1109976"/>
                  </a:moveTo>
                  <a:lnTo>
                    <a:pt x="253758" y="1125357"/>
                  </a:lnTo>
                  <a:lnTo>
                    <a:pt x="231207" y="1137249"/>
                  </a:lnTo>
                  <a:close/>
                  <a:moveTo>
                    <a:pt x="523603" y="1384301"/>
                  </a:moveTo>
                  <a:lnTo>
                    <a:pt x="515613" y="1421503"/>
                  </a:lnTo>
                  <a:lnTo>
                    <a:pt x="523297" y="1385660"/>
                  </a:lnTo>
                  <a:close/>
                  <a:moveTo>
                    <a:pt x="198440" y="966817"/>
                  </a:moveTo>
                  <a:lnTo>
                    <a:pt x="179449" y="937510"/>
                  </a:lnTo>
                  <a:lnTo>
                    <a:pt x="233186" y="952234"/>
                  </a:lnTo>
                  <a:close/>
                  <a:moveTo>
                    <a:pt x="350443" y="1045276"/>
                  </a:moveTo>
                  <a:lnTo>
                    <a:pt x="364192" y="1068314"/>
                  </a:lnTo>
                  <a:lnTo>
                    <a:pt x="382147" y="1039237"/>
                  </a:lnTo>
                  <a:close/>
                  <a:moveTo>
                    <a:pt x="255763" y="940438"/>
                  </a:moveTo>
                  <a:lnTo>
                    <a:pt x="266636" y="920804"/>
                  </a:lnTo>
                  <a:lnTo>
                    <a:pt x="262348" y="909322"/>
                  </a:lnTo>
                  <a:close/>
                  <a:moveTo>
                    <a:pt x="233186" y="952234"/>
                  </a:moveTo>
                  <a:lnTo>
                    <a:pt x="265029" y="946712"/>
                  </a:lnTo>
                  <a:lnTo>
                    <a:pt x="255763" y="940438"/>
                  </a:lnTo>
                  <a:close/>
                  <a:moveTo>
                    <a:pt x="382147" y="1039237"/>
                  </a:moveTo>
                  <a:lnTo>
                    <a:pt x="392180" y="1007157"/>
                  </a:lnTo>
                  <a:lnTo>
                    <a:pt x="366895" y="1010578"/>
                  </a:lnTo>
                  <a:close/>
                  <a:moveTo>
                    <a:pt x="350443" y="1045276"/>
                  </a:moveTo>
                  <a:lnTo>
                    <a:pt x="382147" y="1039237"/>
                  </a:lnTo>
                  <a:lnTo>
                    <a:pt x="366895" y="1010578"/>
                  </a:lnTo>
                  <a:close/>
                  <a:moveTo>
                    <a:pt x="392180" y="1007157"/>
                  </a:moveTo>
                  <a:lnTo>
                    <a:pt x="382147" y="1039237"/>
                  </a:lnTo>
                  <a:lnTo>
                    <a:pt x="400466" y="1019587"/>
                  </a:lnTo>
                  <a:close/>
                  <a:moveTo>
                    <a:pt x="377664" y="1002403"/>
                  </a:moveTo>
                  <a:lnTo>
                    <a:pt x="392180" y="1007157"/>
                  </a:lnTo>
                  <a:lnTo>
                    <a:pt x="353079" y="967110"/>
                  </a:lnTo>
                  <a:close/>
                  <a:moveTo>
                    <a:pt x="319175" y="815685"/>
                  </a:moveTo>
                  <a:lnTo>
                    <a:pt x="299274" y="804776"/>
                  </a:lnTo>
                  <a:lnTo>
                    <a:pt x="314645" y="855383"/>
                  </a:lnTo>
                  <a:close/>
                  <a:moveTo>
                    <a:pt x="143847" y="626135"/>
                  </a:moveTo>
                  <a:lnTo>
                    <a:pt x="140904" y="617670"/>
                  </a:lnTo>
                  <a:lnTo>
                    <a:pt x="138347" y="654382"/>
                  </a:lnTo>
                  <a:close/>
                  <a:moveTo>
                    <a:pt x="686044" y="1235582"/>
                  </a:moveTo>
                  <a:lnTo>
                    <a:pt x="718997" y="1234211"/>
                  </a:lnTo>
                  <a:lnTo>
                    <a:pt x="704819" y="1228746"/>
                  </a:lnTo>
                  <a:close/>
                  <a:moveTo>
                    <a:pt x="746292" y="1240053"/>
                  </a:moveTo>
                  <a:lnTo>
                    <a:pt x="704819" y="1228746"/>
                  </a:lnTo>
                  <a:lnTo>
                    <a:pt x="731238" y="1234356"/>
                  </a:lnTo>
                  <a:close/>
                  <a:moveTo>
                    <a:pt x="321650" y="710752"/>
                  </a:moveTo>
                  <a:lnTo>
                    <a:pt x="327138" y="719717"/>
                  </a:lnTo>
                  <a:lnTo>
                    <a:pt x="341278" y="722385"/>
                  </a:lnTo>
                  <a:close/>
                  <a:moveTo>
                    <a:pt x="753029" y="1216640"/>
                  </a:moveTo>
                  <a:lnTo>
                    <a:pt x="761880" y="1225321"/>
                  </a:lnTo>
                  <a:lnTo>
                    <a:pt x="762153" y="1203147"/>
                  </a:lnTo>
                  <a:close/>
                  <a:moveTo>
                    <a:pt x="507530" y="874037"/>
                  </a:moveTo>
                  <a:lnTo>
                    <a:pt x="480738" y="870073"/>
                  </a:lnTo>
                  <a:lnTo>
                    <a:pt x="539576" y="869274"/>
                  </a:lnTo>
                  <a:close/>
                  <a:moveTo>
                    <a:pt x="295234" y="578605"/>
                  </a:moveTo>
                  <a:lnTo>
                    <a:pt x="254678" y="590208"/>
                  </a:lnTo>
                  <a:lnTo>
                    <a:pt x="239640" y="591531"/>
                  </a:lnTo>
                  <a:close/>
                  <a:moveTo>
                    <a:pt x="239640" y="591531"/>
                  </a:moveTo>
                  <a:lnTo>
                    <a:pt x="259263" y="600487"/>
                  </a:lnTo>
                  <a:lnTo>
                    <a:pt x="295234" y="578605"/>
                  </a:lnTo>
                  <a:close/>
                  <a:moveTo>
                    <a:pt x="239640" y="591531"/>
                  </a:moveTo>
                  <a:lnTo>
                    <a:pt x="254678" y="590208"/>
                  </a:lnTo>
                  <a:lnTo>
                    <a:pt x="225857" y="586551"/>
                  </a:lnTo>
                  <a:close/>
                  <a:moveTo>
                    <a:pt x="828844" y="1203344"/>
                  </a:moveTo>
                  <a:lnTo>
                    <a:pt x="843063" y="1208138"/>
                  </a:lnTo>
                  <a:lnTo>
                    <a:pt x="836606" y="1202871"/>
                  </a:lnTo>
                  <a:close/>
                  <a:moveTo>
                    <a:pt x="791826" y="1189513"/>
                  </a:moveTo>
                  <a:lnTo>
                    <a:pt x="807038" y="1199821"/>
                  </a:lnTo>
                  <a:lnTo>
                    <a:pt x="762153" y="1203147"/>
                  </a:lnTo>
                  <a:close/>
                  <a:moveTo>
                    <a:pt x="791826" y="1189513"/>
                  </a:moveTo>
                  <a:lnTo>
                    <a:pt x="828844" y="1203344"/>
                  </a:lnTo>
                  <a:lnTo>
                    <a:pt x="807038" y="1199821"/>
                  </a:lnTo>
                  <a:close/>
                  <a:moveTo>
                    <a:pt x="828844" y="1203344"/>
                  </a:moveTo>
                  <a:lnTo>
                    <a:pt x="836606" y="1202871"/>
                  </a:lnTo>
                  <a:lnTo>
                    <a:pt x="807038" y="1199821"/>
                  </a:lnTo>
                  <a:close/>
                  <a:moveTo>
                    <a:pt x="550570" y="825412"/>
                  </a:moveTo>
                  <a:lnTo>
                    <a:pt x="507530" y="874037"/>
                  </a:lnTo>
                  <a:lnTo>
                    <a:pt x="539576" y="869274"/>
                  </a:lnTo>
                  <a:close/>
                  <a:moveTo>
                    <a:pt x="855903" y="1208304"/>
                  </a:moveTo>
                  <a:lnTo>
                    <a:pt x="807038" y="1199821"/>
                  </a:lnTo>
                  <a:lnTo>
                    <a:pt x="836606" y="1202871"/>
                  </a:lnTo>
                  <a:close/>
                  <a:moveTo>
                    <a:pt x="892585" y="1184449"/>
                  </a:moveTo>
                  <a:lnTo>
                    <a:pt x="898763" y="1190954"/>
                  </a:lnTo>
                  <a:lnTo>
                    <a:pt x="899135" y="1149156"/>
                  </a:lnTo>
                  <a:close/>
                  <a:moveTo>
                    <a:pt x="899135" y="1149156"/>
                  </a:moveTo>
                  <a:lnTo>
                    <a:pt x="915148" y="1180657"/>
                  </a:lnTo>
                  <a:lnTo>
                    <a:pt x="935238" y="1159562"/>
                  </a:lnTo>
                  <a:close/>
                  <a:moveTo>
                    <a:pt x="887287" y="1173771"/>
                  </a:moveTo>
                  <a:lnTo>
                    <a:pt x="892585" y="1184449"/>
                  </a:lnTo>
                  <a:lnTo>
                    <a:pt x="899135" y="1149156"/>
                  </a:lnTo>
                  <a:close/>
                  <a:moveTo>
                    <a:pt x="557949" y="774666"/>
                  </a:moveTo>
                  <a:lnTo>
                    <a:pt x="551634" y="818149"/>
                  </a:lnTo>
                  <a:lnTo>
                    <a:pt x="564283" y="786650"/>
                  </a:lnTo>
                  <a:close/>
                  <a:moveTo>
                    <a:pt x="935238" y="1159562"/>
                  </a:moveTo>
                  <a:lnTo>
                    <a:pt x="958604" y="1150715"/>
                  </a:lnTo>
                  <a:lnTo>
                    <a:pt x="899135" y="1149156"/>
                  </a:lnTo>
                  <a:close/>
                  <a:moveTo>
                    <a:pt x="785957" y="858982"/>
                  </a:moveTo>
                  <a:lnTo>
                    <a:pt x="795704" y="819181"/>
                  </a:lnTo>
                  <a:lnTo>
                    <a:pt x="766625" y="835037"/>
                  </a:lnTo>
                  <a:close/>
                  <a:moveTo>
                    <a:pt x="795704" y="819181"/>
                  </a:moveTo>
                  <a:lnTo>
                    <a:pt x="811897" y="851357"/>
                  </a:lnTo>
                  <a:lnTo>
                    <a:pt x="833975" y="837695"/>
                  </a:lnTo>
                  <a:close/>
                  <a:moveTo>
                    <a:pt x="120606" y="80976"/>
                  </a:moveTo>
                  <a:lnTo>
                    <a:pt x="134641" y="90693"/>
                  </a:lnTo>
                  <a:lnTo>
                    <a:pt x="140346" y="47269"/>
                  </a:lnTo>
                  <a:close/>
                  <a:moveTo>
                    <a:pt x="145354" y="7123"/>
                  </a:moveTo>
                  <a:lnTo>
                    <a:pt x="168463" y="6752"/>
                  </a:lnTo>
                  <a:lnTo>
                    <a:pt x="159321" y="0"/>
                  </a:lnTo>
                  <a:close/>
                  <a:moveTo>
                    <a:pt x="140346" y="47269"/>
                  </a:moveTo>
                  <a:lnTo>
                    <a:pt x="157422" y="23877"/>
                  </a:lnTo>
                  <a:lnTo>
                    <a:pt x="145354" y="7123"/>
                  </a:lnTo>
                  <a:close/>
                  <a:moveTo>
                    <a:pt x="855377" y="808610"/>
                  </a:moveTo>
                  <a:lnTo>
                    <a:pt x="852677" y="831828"/>
                  </a:lnTo>
                  <a:lnTo>
                    <a:pt x="833975" y="837695"/>
                  </a:lnTo>
                  <a:close/>
                  <a:moveTo>
                    <a:pt x="145354" y="7123"/>
                  </a:moveTo>
                  <a:lnTo>
                    <a:pt x="159321" y="0"/>
                  </a:lnTo>
                  <a:lnTo>
                    <a:pt x="203734" y="4613"/>
                  </a:lnTo>
                  <a:close/>
                  <a:moveTo>
                    <a:pt x="856878" y="783665"/>
                  </a:moveTo>
                  <a:lnTo>
                    <a:pt x="861537" y="828181"/>
                  </a:lnTo>
                  <a:lnTo>
                    <a:pt x="858822" y="791426"/>
                  </a:lnTo>
                  <a:close/>
                  <a:moveTo>
                    <a:pt x="858822" y="791426"/>
                  </a:moveTo>
                  <a:lnTo>
                    <a:pt x="862951" y="753614"/>
                  </a:lnTo>
                  <a:lnTo>
                    <a:pt x="856878" y="783665"/>
                  </a:lnTo>
                  <a:close/>
                  <a:moveTo>
                    <a:pt x="868271" y="737488"/>
                  </a:moveTo>
                  <a:lnTo>
                    <a:pt x="862951" y="753614"/>
                  </a:lnTo>
                  <a:lnTo>
                    <a:pt x="858822" y="791426"/>
                  </a:lnTo>
                  <a:close/>
                  <a:moveTo>
                    <a:pt x="721782" y="644406"/>
                  </a:moveTo>
                  <a:lnTo>
                    <a:pt x="736598" y="603539"/>
                  </a:lnTo>
                  <a:lnTo>
                    <a:pt x="743401" y="590468"/>
                  </a:lnTo>
                  <a:close/>
                  <a:moveTo>
                    <a:pt x="365485" y="151577"/>
                  </a:moveTo>
                  <a:lnTo>
                    <a:pt x="377936" y="166591"/>
                  </a:lnTo>
                  <a:lnTo>
                    <a:pt x="380834" y="121440"/>
                  </a:lnTo>
                  <a:close/>
                  <a:moveTo>
                    <a:pt x="879903" y="692419"/>
                  </a:moveTo>
                  <a:lnTo>
                    <a:pt x="901932" y="683550"/>
                  </a:lnTo>
                  <a:lnTo>
                    <a:pt x="863918" y="661022"/>
                  </a:lnTo>
                  <a:close/>
                  <a:moveTo>
                    <a:pt x="879903" y="692419"/>
                  </a:moveTo>
                  <a:lnTo>
                    <a:pt x="863918" y="661022"/>
                  </a:lnTo>
                  <a:lnTo>
                    <a:pt x="843647" y="681440"/>
                  </a:lnTo>
                  <a:close/>
                  <a:moveTo>
                    <a:pt x="906586" y="667603"/>
                  </a:moveTo>
                  <a:lnTo>
                    <a:pt x="902879" y="683861"/>
                  </a:lnTo>
                  <a:lnTo>
                    <a:pt x="879903" y="692419"/>
                  </a:lnTo>
                  <a:close/>
                  <a:moveTo>
                    <a:pt x="909207" y="646795"/>
                  </a:moveTo>
                  <a:lnTo>
                    <a:pt x="902879" y="683861"/>
                  </a:lnTo>
                  <a:lnTo>
                    <a:pt x="906586" y="667603"/>
                  </a:lnTo>
                  <a:close/>
                  <a:moveTo>
                    <a:pt x="909690" y="633577"/>
                  </a:moveTo>
                  <a:lnTo>
                    <a:pt x="903611" y="683550"/>
                  </a:lnTo>
                  <a:lnTo>
                    <a:pt x="909207" y="646795"/>
                  </a:lnTo>
                  <a:close/>
                  <a:moveTo>
                    <a:pt x="909690" y="633577"/>
                  </a:moveTo>
                  <a:lnTo>
                    <a:pt x="909207" y="646795"/>
                  </a:lnTo>
                  <a:lnTo>
                    <a:pt x="913095" y="624101"/>
                  </a:lnTo>
                  <a:close/>
                  <a:moveTo>
                    <a:pt x="653106" y="348758"/>
                  </a:moveTo>
                  <a:lnTo>
                    <a:pt x="662015" y="389510"/>
                  </a:lnTo>
                  <a:lnTo>
                    <a:pt x="654957" y="352755"/>
                  </a:lnTo>
                  <a:close/>
                </a:path>
              </a:pathLst>
            </a:custGeom>
            <a:solidFill>
              <a:srgbClr val="B5C1C9"/>
            </a:solidFill>
            <a:ln w="1524">
              <a:solidFill>
                <a:srgbClr val="B5C1C9"/>
              </a:solidFill>
            </a:ln>
          </p:spPr>
        </p:sp>
        <p:sp>
          <p:nvSpPr>
            <p:cNvPr id="83" name="Input_density__82">
              <a:extLst>
                <a:ext uri="{FF2B5EF4-FFF2-40B4-BE49-F238E27FC236}">
                  <a16:creationId xmlns:a16="http://schemas.microsoft.com/office/drawing/2014/main" id="{1D0106A4-CECE-D238-2FFE-BD8A79EA0B43}"/>
                </a:ext>
              </a:extLst>
            </p:cNvPr>
            <p:cNvSpPr>
              <a:spLocks noGrp="1"/>
            </p:cNvSpPr>
            <p:nvPr/>
          </p:nvSpPr>
          <p:spPr>
            <a:xfrm>
              <a:off x="913778" y="2169760"/>
              <a:ext cx="948166" cy="1038514"/>
            </a:xfrm>
            <a:custGeom>
              <a:avLst/>
              <a:gdLst/>
              <a:ahLst/>
              <a:cxnLst/>
              <a:rect l="0" t="0" r="0" b="0"/>
              <a:pathLst>
                <a:path w="948166" h="1038514">
                  <a:moveTo>
                    <a:pt x="30467" y="753929"/>
                  </a:moveTo>
                  <a:lnTo>
                    <a:pt x="0" y="772320"/>
                  </a:lnTo>
                  <a:lnTo>
                    <a:pt x="29088" y="755137"/>
                  </a:lnTo>
                  <a:close/>
                  <a:moveTo>
                    <a:pt x="30467" y="753929"/>
                  </a:moveTo>
                  <a:lnTo>
                    <a:pt x="5902" y="758290"/>
                  </a:lnTo>
                  <a:lnTo>
                    <a:pt x="0" y="772320"/>
                  </a:lnTo>
                  <a:close/>
                  <a:moveTo>
                    <a:pt x="5902" y="758290"/>
                  </a:moveTo>
                  <a:lnTo>
                    <a:pt x="30467" y="753929"/>
                  </a:lnTo>
                  <a:lnTo>
                    <a:pt x="8444" y="735565"/>
                  </a:lnTo>
                  <a:close/>
                  <a:moveTo>
                    <a:pt x="30467" y="753929"/>
                  </a:moveTo>
                  <a:lnTo>
                    <a:pt x="40755" y="718382"/>
                  </a:lnTo>
                  <a:lnTo>
                    <a:pt x="8444" y="735565"/>
                  </a:lnTo>
                  <a:close/>
                  <a:moveTo>
                    <a:pt x="30467" y="753929"/>
                  </a:moveTo>
                  <a:lnTo>
                    <a:pt x="29088" y="755137"/>
                  </a:lnTo>
                  <a:lnTo>
                    <a:pt x="32950" y="753382"/>
                  </a:lnTo>
                  <a:close/>
                  <a:moveTo>
                    <a:pt x="32950" y="753382"/>
                  </a:moveTo>
                  <a:lnTo>
                    <a:pt x="40755" y="718382"/>
                  </a:lnTo>
                  <a:lnTo>
                    <a:pt x="30467" y="753929"/>
                  </a:lnTo>
                  <a:close/>
                  <a:moveTo>
                    <a:pt x="64292" y="710242"/>
                  </a:moveTo>
                  <a:lnTo>
                    <a:pt x="40755" y="718382"/>
                  </a:lnTo>
                  <a:lnTo>
                    <a:pt x="32950" y="753382"/>
                  </a:lnTo>
                  <a:close/>
                  <a:moveTo>
                    <a:pt x="82439" y="740236"/>
                  </a:moveTo>
                  <a:lnTo>
                    <a:pt x="64292" y="710242"/>
                  </a:lnTo>
                  <a:lnTo>
                    <a:pt x="32950" y="753382"/>
                  </a:lnTo>
                  <a:close/>
                  <a:moveTo>
                    <a:pt x="82439" y="740236"/>
                  </a:moveTo>
                  <a:lnTo>
                    <a:pt x="32950" y="753382"/>
                  </a:lnTo>
                  <a:lnTo>
                    <a:pt x="87628" y="746857"/>
                  </a:lnTo>
                  <a:close/>
                  <a:moveTo>
                    <a:pt x="99940" y="737953"/>
                  </a:moveTo>
                  <a:lnTo>
                    <a:pt x="94672" y="701198"/>
                  </a:lnTo>
                  <a:lnTo>
                    <a:pt x="82439" y="740236"/>
                  </a:lnTo>
                  <a:close/>
                  <a:moveTo>
                    <a:pt x="94672" y="701198"/>
                  </a:moveTo>
                  <a:lnTo>
                    <a:pt x="64292" y="710242"/>
                  </a:lnTo>
                  <a:lnTo>
                    <a:pt x="82439" y="740236"/>
                  </a:lnTo>
                  <a:close/>
                  <a:moveTo>
                    <a:pt x="48757" y="697733"/>
                  </a:moveTo>
                  <a:lnTo>
                    <a:pt x="40755" y="718382"/>
                  </a:lnTo>
                  <a:lnTo>
                    <a:pt x="64292" y="710242"/>
                  </a:lnTo>
                  <a:close/>
                  <a:moveTo>
                    <a:pt x="94672" y="701198"/>
                  </a:moveTo>
                  <a:lnTo>
                    <a:pt x="48757" y="697733"/>
                  </a:lnTo>
                  <a:lnTo>
                    <a:pt x="64292" y="710242"/>
                  </a:lnTo>
                  <a:close/>
                  <a:moveTo>
                    <a:pt x="101952" y="675838"/>
                  </a:moveTo>
                  <a:lnTo>
                    <a:pt x="94672" y="701198"/>
                  </a:lnTo>
                  <a:lnTo>
                    <a:pt x="122276" y="690190"/>
                  </a:lnTo>
                  <a:close/>
                  <a:moveTo>
                    <a:pt x="510733" y="1034382"/>
                  </a:moveTo>
                  <a:lnTo>
                    <a:pt x="515142" y="1031659"/>
                  </a:lnTo>
                  <a:lnTo>
                    <a:pt x="477468" y="1038514"/>
                  </a:lnTo>
                  <a:close/>
                  <a:moveTo>
                    <a:pt x="238194" y="455030"/>
                  </a:moveTo>
                  <a:lnTo>
                    <a:pt x="214202" y="461535"/>
                  </a:lnTo>
                  <a:lnTo>
                    <a:pt x="207861" y="485445"/>
                  </a:lnTo>
                  <a:close/>
                  <a:moveTo>
                    <a:pt x="645982" y="909322"/>
                  </a:moveTo>
                  <a:lnTo>
                    <a:pt x="685438" y="909805"/>
                  </a:lnTo>
                  <a:lnTo>
                    <a:pt x="672489" y="898824"/>
                  </a:lnTo>
                  <a:close/>
                  <a:moveTo>
                    <a:pt x="652286" y="882063"/>
                  </a:moveTo>
                  <a:lnTo>
                    <a:pt x="645982" y="909322"/>
                  </a:lnTo>
                  <a:lnTo>
                    <a:pt x="672489" y="898824"/>
                  </a:lnTo>
                  <a:close/>
                  <a:moveTo>
                    <a:pt x="665930" y="818628"/>
                  </a:moveTo>
                  <a:lnTo>
                    <a:pt x="654143" y="872567"/>
                  </a:lnTo>
                  <a:lnTo>
                    <a:pt x="686059" y="855383"/>
                  </a:lnTo>
                  <a:close/>
                  <a:moveTo>
                    <a:pt x="325411" y="454409"/>
                  </a:moveTo>
                  <a:lnTo>
                    <a:pt x="303807" y="431507"/>
                  </a:lnTo>
                  <a:lnTo>
                    <a:pt x="301713" y="443364"/>
                  </a:lnTo>
                  <a:close/>
                  <a:moveTo>
                    <a:pt x="657589" y="781873"/>
                  </a:moveTo>
                  <a:lnTo>
                    <a:pt x="665930" y="818628"/>
                  </a:lnTo>
                  <a:lnTo>
                    <a:pt x="689505" y="801445"/>
                  </a:lnTo>
                  <a:close/>
                  <a:moveTo>
                    <a:pt x="214760" y="271208"/>
                  </a:moveTo>
                  <a:lnTo>
                    <a:pt x="199099" y="304058"/>
                  </a:lnTo>
                  <a:lnTo>
                    <a:pt x="243097" y="288164"/>
                  </a:lnTo>
                  <a:close/>
                  <a:moveTo>
                    <a:pt x="655755" y="285969"/>
                  </a:moveTo>
                  <a:lnTo>
                    <a:pt x="650089" y="296599"/>
                  </a:lnTo>
                  <a:lnTo>
                    <a:pt x="704456" y="279084"/>
                  </a:lnTo>
                  <a:close/>
                  <a:moveTo>
                    <a:pt x="655755" y="285969"/>
                  </a:moveTo>
                  <a:lnTo>
                    <a:pt x="704456" y="279084"/>
                  </a:lnTo>
                  <a:lnTo>
                    <a:pt x="695870" y="274468"/>
                  </a:lnTo>
                  <a:close/>
                  <a:moveTo>
                    <a:pt x="517098" y="17183"/>
                  </a:moveTo>
                  <a:lnTo>
                    <a:pt x="536908" y="36755"/>
                  </a:lnTo>
                  <a:lnTo>
                    <a:pt x="531815" y="0"/>
                  </a:lnTo>
                  <a:close/>
                  <a:moveTo>
                    <a:pt x="531815" y="0"/>
                  </a:moveTo>
                  <a:lnTo>
                    <a:pt x="536908" y="36755"/>
                  </a:lnTo>
                  <a:lnTo>
                    <a:pt x="570602" y="19571"/>
                  </a:lnTo>
                  <a:close/>
                  <a:moveTo>
                    <a:pt x="818226" y="262882"/>
                  </a:moveTo>
                  <a:lnTo>
                    <a:pt x="839064" y="244585"/>
                  </a:lnTo>
                  <a:lnTo>
                    <a:pt x="829100" y="240101"/>
                  </a:lnTo>
                  <a:close/>
                  <a:moveTo>
                    <a:pt x="839064" y="244585"/>
                  </a:moveTo>
                  <a:lnTo>
                    <a:pt x="855345" y="222918"/>
                  </a:lnTo>
                  <a:lnTo>
                    <a:pt x="829100" y="240101"/>
                  </a:lnTo>
                  <a:close/>
                  <a:moveTo>
                    <a:pt x="864471" y="215001"/>
                  </a:moveTo>
                  <a:lnTo>
                    <a:pt x="829100" y="240101"/>
                  </a:lnTo>
                  <a:lnTo>
                    <a:pt x="855345" y="222918"/>
                  </a:lnTo>
                  <a:close/>
                  <a:moveTo>
                    <a:pt x="874416" y="216554"/>
                  </a:moveTo>
                  <a:lnTo>
                    <a:pt x="855345" y="222918"/>
                  </a:lnTo>
                  <a:lnTo>
                    <a:pt x="891573" y="220123"/>
                  </a:lnTo>
                  <a:close/>
                  <a:moveTo>
                    <a:pt x="864471" y="215001"/>
                  </a:moveTo>
                  <a:lnTo>
                    <a:pt x="855345" y="222918"/>
                  </a:lnTo>
                  <a:lnTo>
                    <a:pt x="874416" y="216554"/>
                  </a:lnTo>
                  <a:close/>
                  <a:moveTo>
                    <a:pt x="887104" y="186163"/>
                  </a:moveTo>
                  <a:lnTo>
                    <a:pt x="864471" y="215001"/>
                  </a:lnTo>
                  <a:lnTo>
                    <a:pt x="917494" y="192463"/>
                  </a:lnTo>
                  <a:close/>
                  <a:moveTo>
                    <a:pt x="917494" y="192463"/>
                  </a:moveTo>
                  <a:lnTo>
                    <a:pt x="864471" y="215001"/>
                  </a:lnTo>
                  <a:lnTo>
                    <a:pt x="912965" y="205735"/>
                  </a:lnTo>
                  <a:close/>
                  <a:moveTo>
                    <a:pt x="912965" y="205735"/>
                  </a:moveTo>
                  <a:lnTo>
                    <a:pt x="864471" y="215001"/>
                  </a:lnTo>
                  <a:lnTo>
                    <a:pt x="874416" y="216554"/>
                  </a:lnTo>
                  <a:close/>
                  <a:moveTo>
                    <a:pt x="895793" y="181516"/>
                  </a:moveTo>
                  <a:lnTo>
                    <a:pt x="917494" y="192463"/>
                  </a:lnTo>
                  <a:lnTo>
                    <a:pt x="932398" y="168980"/>
                  </a:lnTo>
                  <a:close/>
                  <a:moveTo>
                    <a:pt x="917494" y="192463"/>
                  </a:moveTo>
                  <a:lnTo>
                    <a:pt x="912965" y="205735"/>
                  </a:lnTo>
                  <a:lnTo>
                    <a:pt x="926223" y="201524"/>
                  </a:lnTo>
                  <a:close/>
                  <a:moveTo>
                    <a:pt x="926223" y="201524"/>
                  </a:moveTo>
                  <a:lnTo>
                    <a:pt x="932398" y="168980"/>
                  </a:lnTo>
                  <a:lnTo>
                    <a:pt x="917494" y="192463"/>
                  </a:lnTo>
                  <a:close/>
                  <a:moveTo>
                    <a:pt x="948166" y="166026"/>
                  </a:moveTo>
                  <a:lnTo>
                    <a:pt x="932398" y="168980"/>
                  </a:lnTo>
                  <a:lnTo>
                    <a:pt x="926223" y="201524"/>
                  </a:lnTo>
                  <a:close/>
                </a:path>
              </a:pathLst>
            </a:custGeom>
            <a:solidFill>
              <a:srgbClr val="D7DEE3"/>
            </a:solidFill>
            <a:ln w="1524">
              <a:solidFill>
                <a:srgbClr val="D7DEE3"/>
              </a:solidFill>
            </a:ln>
          </p:spPr>
        </p:sp>
        <p:sp>
          <p:nvSpPr>
            <p:cNvPr id="84" name="Input_density__83">
              <a:extLst>
                <a:ext uri="{FF2B5EF4-FFF2-40B4-BE49-F238E27FC236}">
                  <a16:creationId xmlns:a16="http://schemas.microsoft.com/office/drawing/2014/main" id="{7F68652B-88EF-70E0-2D05-DC79BE670CB1}"/>
                </a:ext>
              </a:extLst>
            </p:cNvPr>
            <p:cNvSpPr>
              <a:spLocks noGrp="1"/>
            </p:cNvSpPr>
            <p:nvPr/>
          </p:nvSpPr>
          <p:spPr>
            <a:xfrm>
              <a:off x="1001405" y="1840643"/>
              <a:ext cx="947133" cy="1417437"/>
            </a:xfrm>
            <a:custGeom>
              <a:avLst/>
              <a:gdLst/>
              <a:ahLst/>
              <a:cxnLst/>
              <a:rect l="0" t="0" r="0" b="0"/>
              <a:pathLst>
                <a:path w="947133" h="1417437">
                  <a:moveTo>
                    <a:pt x="180580" y="1295161"/>
                  </a:moveTo>
                  <a:lnTo>
                    <a:pt x="231369" y="1318144"/>
                  </a:lnTo>
                  <a:lnTo>
                    <a:pt x="214350" y="1294795"/>
                  </a:lnTo>
                  <a:close/>
                  <a:moveTo>
                    <a:pt x="72224" y="1105341"/>
                  </a:moveTo>
                  <a:lnTo>
                    <a:pt x="37376" y="1106583"/>
                  </a:lnTo>
                  <a:lnTo>
                    <a:pt x="74774" y="1148015"/>
                  </a:lnTo>
                  <a:close/>
                  <a:moveTo>
                    <a:pt x="74774" y="1148015"/>
                  </a:moveTo>
                  <a:lnTo>
                    <a:pt x="68837" y="1180400"/>
                  </a:lnTo>
                  <a:lnTo>
                    <a:pt x="117886" y="1143004"/>
                  </a:lnTo>
                  <a:close/>
                  <a:moveTo>
                    <a:pt x="59565" y="1070886"/>
                  </a:moveTo>
                  <a:lnTo>
                    <a:pt x="37376" y="1106583"/>
                  </a:lnTo>
                  <a:lnTo>
                    <a:pt x="72224" y="1105341"/>
                  </a:lnTo>
                  <a:close/>
                  <a:moveTo>
                    <a:pt x="36279" y="1087038"/>
                  </a:moveTo>
                  <a:lnTo>
                    <a:pt x="12312" y="1067070"/>
                  </a:lnTo>
                  <a:lnTo>
                    <a:pt x="37376" y="1106583"/>
                  </a:lnTo>
                  <a:close/>
                  <a:moveTo>
                    <a:pt x="0" y="1075974"/>
                  </a:moveTo>
                  <a:lnTo>
                    <a:pt x="32301" y="1103826"/>
                  </a:lnTo>
                  <a:lnTo>
                    <a:pt x="37376" y="1106583"/>
                  </a:lnTo>
                  <a:close/>
                  <a:moveTo>
                    <a:pt x="7044" y="1030315"/>
                  </a:moveTo>
                  <a:lnTo>
                    <a:pt x="49052" y="1038588"/>
                  </a:lnTo>
                  <a:lnTo>
                    <a:pt x="34649" y="1019307"/>
                  </a:lnTo>
                  <a:close/>
                  <a:moveTo>
                    <a:pt x="12312" y="1067070"/>
                  </a:moveTo>
                  <a:lnTo>
                    <a:pt x="32994" y="1049887"/>
                  </a:lnTo>
                  <a:lnTo>
                    <a:pt x="7044" y="1030315"/>
                  </a:lnTo>
                  <a:close/>
                  <a:moveTo>
                    <a:pt x="423105" y="1363499"/>
                  </a:moveTo>
                  <a:lnTo>
                    <a:pt x="381168" y="1408279"/>
                  </a:lnTo>
                  <a:lnTo>
                    <a:pt x="395416" y="1417437"/>
                  </a:lnTo>
                  <a:close/>
                  <a:moveTo>
                    <a:pt x="423105" y="1363499"/>
                  </a:moveTo>
                  <a:lnTo>
                    <a:pt x="395416" y="1417437"/>
                  </a:lnTo>
                  <a:lnTo>
                    <a:pt x="419304" y="1400253"/>
                  </a:lnTo>
                  <a:close/>
                  <a:moveTo>
                    <a:pt x="389840" y="1367631"/>
                  </a:moveTo>
                  <a:lnTo>
                    <a:pt x="342777" y="1389317"/>
                  </a:lnTo>
                  <a:lnTo>
                    <a:pt x="381168" y="1408279"/>
                  </a:lnTo>
                  <a:close/>
                  <a:moveTo>
                    <a:pt x="389840" y="1367631"/>
                  </a:moveTo>
                  <a:lnTo>
                    <a:pt x="346549" y="1375737"/>
                  </a:lnTo>
                  <a:lnTo>
                    <a:pt x="342777" y="1389317"/>
                  </a:lnTo>
                  <a:close/>
                  <a:moveTo>
                    <a:pt x="346549" y="1375737"/>
                  </a:moveTo>
                  <a:lnTo>
                    <a:pt x="376515" y="1333716"/>
                  </a:lnTo>
                  <a:lnTo>
                    <a:pt x="345107" y="1332163"/>
                  </a:lnTo>
                  <a:close/>
                  <a:moveTo>
                    <a:pt x="314794" y="1329719"/>
                  </a:moveTo>
                  <a:lnTo>
                    <a:pt x="345107" y="1332163"/>
                  </a:lnTo>
                  <a:lnTo>
                    <a:pt x="325213" y="1323650"/>
                  </a:lnTo>
                  <a:close/>
                  <a:moveTo>
                    <a:pt x="345107" y="1332163"/>
                  </a:moveTo>
                  <a:lnTo>
                    <a:pt x="360478" y="1330923"/>
                  </a:lnTo>
                  <a:lnTo>
                    <a:pt x="325213" y="1323650"/>
                  </a:lnTo>
                  <a:close/>
                  <a:moveTo>
                    <a:pt x="345107" y="1332163"/>
                  </a:moveTo>
                  <a:lnTo>
                    <a:pt x="376515" y="1333716"/>
                  </a:lnTo>
                  <a:lnTo>
                    <a:pt x="360478" y="1330923"/>
                  </a:lnTo>
                  <a:close/>
                  <a:moveTo>
                    <a:pt x="423105" y="1363499"/>
                  </a:moveTo>
                  <a:lnTo>
                    <a:pt x="419304" y="1400253"/>
                  </a:lnTo>
                  <a:lnTo>
                    <a:pt x="448594" y="1391701"/>
                  </a:lnTo>
                  <a:close/>
                  <a:moveTo>
                    <a:pt x="430961" y="1361289"/>
                  </a:moveTo>
                  <a:lnTo>
                    <a:pt x="461390" y="1362856"/>
                  </a:lnTo>
                  <a:lnTo>
                    <a:pt x="427514" y="1360776"/>
                  </a:lnTo>
                  <a:close/>
                  <a:moveTo>
                    <a:pt x="121263" y="905255"/>
                  </a:moveTo>
                  <a:lnTo>
                    <a:pt x="118021" y="871461"/>
                  </a:lnTo>
                  <a:lnTo>
                    <a:pt x="117958" y="916260"/>
                  </a:lnTo>
                  <a:close/>
                  <a:moveTo>
                    <a:pt x="264989" y="1052275"/>
                  </a:moveTo>
                  <a:lnTo>
                    <a:pt x="271628" y="1055464"/>
                  </a:lnTo>
                  <a:lnTo>
                    <a:pt x="273203" y="1050301"/>
                  </a:lnTo>
                  <a:close/>
                  <a:moveTo>
                    <a:pt x="273203" y="1050301"/>
                  </a:moveTo>
                  <a:lnTo>
                    <a:pt x="271628" y="1055464"/>
                  </a:lnTo>
                  <a:lnTo>
                    <a:pt x="280054" y="1052275"/>
                  </a:lnTo>
                  <a:close/>
                  <a:moveTo>
                    <a:pt x="564408" y="1275194"/>
                  </a:moveTo>
                  <a:lnTo>
                    <a:pt x="587258" y="1258010"/>
                  </a:lnTo>
                  <a:lnTo>
                    <a:pt x="558354" y="1238439"/>
                  </a:lnTo>
                  <a:close/>
                  <a:moveTo>
                    <a:pt x="620567" y="1258010"/>
                  </a:moveTo>
                  <a:lnTo>
                    <a:pt x="584861" y="1227941"/>
                  </a:lnTo>
                  <a:lnTo>
                    <a:pt x="597810" y="1238922"/>
                  </a:lnTo>
                  <a:close/>
                  <a:moveTo>
                    <a:pt x="591954" y="1238439"/>
                  </a:moveTo>
                  <a:lnTo>
                    <a:pt x="564658" y="1211180"/>
                  </a:lnTo>
                  <a:lnTo>
                    <a:pt x="584861" y="1227941"/>
                  </a:lnTo>
                  <a:close/>
                  <a:moveTo>
                    <a:pt x="439881" y="1054664"/>
                  </a:moveTo>
                  <a:lnTo>
                    <a:pt x="461171" y="1073412"/>
                  </a:lnTo>
                  <a:lnTo>
                    <a:pt x="474120" y="1040060"/>
                  </a:lnTo>
                  <a:close/>
                  <a:moveTo>
                    <a:pt x="418785" y="1013211"/>
                  </a:moveTo>
                  <a:lnTo>
                    <a:pt x="413740" y="1020652"/>
                  </a:lnTo>
                  <a:lnTo>
                    <a:pt x="443786" y="1000725"/>
                  </a:lnTo>
                  <a:close/>
                  <a:moveTo>
                    <a:pt x="413740" y="1020652"/>
                  </a:moveTo>
                  <a:lnTo>
                    <a:pt x="439881" y="1054664"/>
                  </a:lnTo>
                  <a:lnTo>
                    <a:pt x="443786" y="1000725"/>
                  </a:lnTo>
                  <a:close/>
                  <a:moveTo>
                    <a:pt x="443786" y="1000725"/>
                  </a:moveTo>
                  <a:lnTo>
                    <a:pt x="439881" y="1054664"/>
                  </a:lnTo>
                  <a:lnTo>
                    <a:pt x="474907" y="1028561"/>
                  </a:lnTo>
                  <a:close/>
                  <a:moveTo>
                    <a:pt x="474907" y="1028561"/>
                  </a:moveTo>
                  <a:lnTo>
                    <a:pt x="439881" y="1054664"/>
                  </a:lnTo>
                  <a:lnTo>
                    <a:pt x="474120" y="1040060"/>
                  </a:lnTo>
                  <a:close/>
                  <a:moveTo>
                    <a:pt x="257684" y="794436"/>
                  </a:moveTo>
                  <a:lnTo>
                    <a:pt x="261608" y="746498"/>
                  </a:lnTo>
                  <a:lnTo>
                    <a:pt x="237783" y="783526"/>
                  </a:lnTo>
                  <a:close/>
                  <a:moveTo>
                    <a:pt x="109899" y="687114"/>
                  </a:moveTo>
                  <a:lnTo>
                    <a:pt x="111471" y="633175"/>
                  </a:lnTo>
                  <a:lnTo>
                    <a:pt x="86802" y="650359"/>
                  </a:lnTo>
                  <a:close/>
                  <a:moveTo>
                    <a:pt x="443786" y="1000725"/>
                  </a:moveTo>
                  <a:lnTo>
                    <a:pt x="474907" y="1028561"/>
                  </a:lnTo>
                  <a:lnTo>
                    <a:pt x="475099" y="994516"/>
                  </a:lnTo>
                  <a:close/>
                  <a:moveTo>
                    <a:pt x="475099" y="994516"/>
                  </a:moveTo>
                  <a:lnTo>
                    <a:pt x="474907" y="1028561"/>
                  </a:lnTo>
                  <a:lnTo>
                    <a:pt x="483701" y="1000725"/>
                  </a:lnTo>
                  <a:close/>
                  <a:moveTo>
                    <a:pt x="431367" y="946787"/>
                  </a:moveTo>
                  <a:lnTo>
                    <a:pt x="394860" y="963970"/>
                  </a:lnTo>
                  <a:lnTo>
                    <a:pt x="432717" y="995397"/>
                  </a:lnTo>
                  <a:close/>
                  <a:moveTo>
                    <a:pt x="431367" y="946787"/>
                  </a:moveTo>
                  <a:lnTo>
                    <a:pt x="442805" y="936906"/>
                  </a:lnTo>
                  <a:lnTo>
                    <a:pt x="394860" y="963970"/>
                  </a:lnTo>
                  <a:close/>
                  <a:moveTo>
                    <a:pt x="387707" y="855479"/>
                  </a:moveTo>
                  <a:lnTo>
                    <a:pt x="375352" y="842444"/>
                  </a:lnTo>
                  <a:lnTo>
                    <a:pt x="366788" y="836522"/>
                  </a:lnTo>
                  <a:close/>
                  <a:moveTo>
                    <a:pt x="277659" y="789389"/>
                  </a:moveTo>
                  <a:lnTo>
                    <a:pt x="243102" y="784761"/>
                  </a:lnTo>
                  <a:lnTo>
                    <a:pt x="299167" y="773593"/>
                  </a:lnTo>
                  <a:close/>
                  <a:moveTo>
                    <a:pt x="623920" y="1113378"/>
                  </a:moveTo>
                  <a:lnTo>
                    <a:pt x="584786" y="1093761"/>
                  </a:lnTo>
                  <a:lnTo>
                    <a:pt x="584824" y="1093807"/>
                  </a:lnTo>
                  <a:close/>
                  <a:moveTo>
                    <a:pt x="542179" y="1057052"/>
                  </a:moveTo>
                  <a:lnTo>
                    <a:pt x="584786" y="1093761"/>
                  </a:lnTo>
                  <a:lnTo>
                    <a:pt x="542442" y="1056350"/>
                  </a:lnTo>
                  <a:close/>
                  <a:moveTo>
                    <a:pt x="584699" y="1093696"/>
                  </a:moveTo>
                  <a:lnTo>
                    <a:pt x="584786" y="1093761"/>
                  </a:lnTo>
                  <a:lnTo>
                    <a:pt x="542179" y="1057052"/>
                  </a:lnTo>
                  <a:close/>
                  <a:moveTo>
                    <a:pt x="394022" y="836522"/>
                  </a:moveTo>
                  <a:lnTo>
                    <a:pt x="419247" y="848823"/>
                  </a:lnTo>
                  <a:lnTo>
                    <a:pt x="412312" y="819339"/>
                  </a:lnTo>
                  <a:close/>
                  <a:moveTo>
                    <a:pt x="400717" y="807914"/>
                  </a:moveTo>
                  <a:lnTo>
                    <a:pt x="383105" y="791394"/>
                  </a:lnTo>
                  <a:lnTo>
                    <a:pt x="412312" y="819339"/>
                  </a:lnTo>
                  <a:close/>
                  <a:moveTo>
                    <a:pt x="388259" y="761336"/>
                  </a:moveTo>
                  <a:lnTo>
                    <a:pt x="383105" y="791394"/>
                  </a:lnTo>
                  <a:lnTo>
                    <a:pt x="360722" y="782584"/>
                  </a:lnTo>
                  <a:close/>
                  <a:moveTo>
                    <a:pt x="211194" y="615992"/>
                  </a:moveTo>
                  <a:lnTo>
                    <a:pt x="242248" y="598809"/>
                  </a:lnTo>
                  <a:lnTo>
                    <a:pt x="197772" y="579237"/>
                  </a:lnTo>
                  <a:close/>
                  <a:moveTo>
                    <a:pt x="643710" y="1028198"/>
                  </a:moveTo>
                  <a:lnTo>
                    <a:pt x="653444" y="1005358"/>
                  </a:lnTo>
                  <a:lnTo>
                    <a:pt x="624021" y="1019926"/>
                  </a:lnTo>
                  <a:close/>
                  <a:moveTo>
                    <a:pt x="643710" y="1028198"/>
                  </a:moveTo>
                  <a:lnTo>
                    <a:pt x="672760" y="1031669"/>
                  </a:lnTo>
                  <a:lnTo>
                    <a:pt x="653444" y="1005358"/>
                  </a:lnTo>
                  <a:close/>
                  <a:moveTo>
                    <a:pt x="819743" y="1082933"/>
                  </a:moveTo>
                  <a:lnTo>
                    <a:pt x="817260" y="1051694"/>
                  </a:lnTo>
                  <a:lnTo>
                    <a:pt x="812094" y="1042257"/>
                  </a:lnTo>
                  <a:close/>
                  <a:moveTo>
                    <a:pt x="819743" y="1082933"/>
                  </a:moveTo>
                  <a:lnTo>
                    <a:pt x="828426" y="1093444"/>
                  </a:lnTo>
                  <a:lnTo>
                    <a:pt x="830582" y="1079012"/>
                  </a:lnTo>
                  <a:close/>
                  <a:moveTo>
                    <a:pt x="828426" y="1093444"/>
                  </a:moveTo>
                  <a:lnTo>
                    <a:pt x="819743" y="1082933"/>
                  </a:lnTo>
                  <a:lnTo>
                    <a:pt x="819515" y="1079012"/>
                  </a:lnTo>
                  <a:close/>
                  <a:moveTo>
                    <a:pt x="717422" y="977700"/>
                  </a:moveTo>
                  <a:lnTo>
                    <a:pt x="754809" y="1005502"/>
                  </a:lnTo>
                  <a:lnTo>
                    <a:pt x="733327" y="987036"/>
                  </a:lnTo>
                  <a:close/>
                  <a:moveTo>
                    <a:pt x="717422" y="977700"/>
                  </a:moveTo>
                  <a:lnTo>
                    <a:pt x="757996" y="1016550"/>
                  </a:lnTo>
                  <a:lnTo>
                    <a:pt x="754809" y="1005502"/>
                  </a:lnTo>
                  <a:close/>
                  <a:moveTo>
                    <a:pt x="720736" y="968747"/>
                  </a:moveTo>
                  <a:lnTo>
                    <a:pt x="717422" y="977700"/>
                  </a:lnTo>
                  <a:lnTo>
                    <a:pt x="733327" y="987036"/>
                  </a:lnTo>
                  <a:close/>
                  <a:moveTo>
                    <a:pt x="676276" y="939316"/>
                  </a:moveTo>
                  <a:lnTo>
                    <a:pt x="720736" y="968747"/>
                  </a:lnTo>
                  <a:lnTo>
                    <a:pt x="686787" y="937608"/>
                  </a:lnTo>
                  <a:close/>
                  <a:moveTo>
                    <a:pt x="717422" y="977700"/>
                  </a:moveTo>
                  <a:lnTo>
                    <a:pt x="720736" y="968747"/>
                  </a:lnTo>
                  <a:lnTo>
                    <a:pt x="676276" y="939316"/>
                  </a:lnTo>
                  <a:close/>
                  <a:moveTo>
                    <a:pt x="678470" y="931992"/>
                  </a:moveTo>
                  <a:lnTo>
                    <a:pt x="676276" y="939316"/>
                  </a:lnTo>
                  <a:lnTo>
                    <a:pt x="686787" y="937608"/>
                  </a:lnTo>
                  <a:close/>
                  <a:moveTo>
                    <a:pt x="830582" y="1079012"/>
                  </a:moveTo>
                  <a:lnTo>
                    <a:pt x="828426" y="1093444"/>
                  </a:lnTo>
                  <a:lnTo>
                    <a:pt x="879720" y="1064436"/>
                  </a:lnTo>
                  <a:close/>
                  <a:moveTo>
                    <a:pt x="868780" y="1098583"/>
                  </a:moveTo>
                  <a:lnTo>
                    <a:pt x="828426" y="1093444"/>
                  </a:lnTo>
                  <a:lnTo>
                    <a:pt x="840747" y="1110604"/>
                  </a:lnTo>
                  <a:close/>
                  <a:moveTo>
                    <a:pt x="812094" y="1042257"/>
                  </a:moveTo>
                  <a:lnTo>
                    <a:pt x="817260" y="1051694"/>
                  </a:lnTo>
                  <a:lnTo>
                    <a:pt x="822183" y="1036203"/>
                  </a:lnTo>
                  <a:close/>
                  <a:moveTo>
                    <a:pt x="822183" y="1036203"/>
                  </a:moveTo>
                  <a:lnTo>
                    <a:pt x="817260" y="1051694"/>
                  </a:lnTo>
                  <a:lnTo>
                    <a:pt x="877245" y="1063273"/>
                  </a:lnTo>
                  <a:close/>
                  <a:moveTo>
                    <a:pt x="865909" y="1027743"/>
                  </a:moveTo>
                  <a:lnTo>
                    <a:pt x="822183" y="1036203"/>
                  </a:lnTo>
                  <a:lnTo>
                    <a:pt x="877245" y="1063273"/>
                  </a:lnTo>
                  <a:close/>
                  <a:moveTo>
                    <a:pt x="792680" y="988353"/>
                  </a:moveTo>
                  <a:lnTo>
                    <a:pt x="777171" y="1026384"/>
                  </a:lnTo>
                  <a:lnTo>
                    <a:pt x="822183" y="1036203"/>
                  </a:lnTo>
                  <a:close/>
                  <a:moveTo>
                    <a:pt x="823657" y="990257"/>
                  </a:moveTo>
                  <a:lnTo>
                    <a:pt x="792680" y="988353"/>
                  </a:lnTo>
                  <a:lnTo>
                    <a:pt x="822183" y="1036203"/>
                  </a:lnTo>
                  <a:close/>
                  <a:moveTo>
                    <a:pt x="822183" y="1036203"/>
                  </a:moveTo>
                  <a:lnTo>
                    <a:pt x="852896" y="993574"/>
                  </a:lnTo>
                  <a:lnTo>
                    <a:pt x="823657" y="990257"/>
                  </a:lnTo>
                  <a:close/>
                  <a:moveTo>
                    <a:pt x="754809" y="1005502"/>
                  </a:moveTo>
                  <a:lnTo>
                    <a:pt x="777171" y="1026384"/>
                  </a:lnTo>
                  <a:lnTo>
                    <a:pt x="792680" y="988353"/>
                  </a:lnTo>
                  <a:close/>
                  <a:moveTo>
                    <a:pt x="754809" y="1005502"/>
                  </a:moveTo>
                  <a:lnTo>
                    <a:pt x="792680" y="988353"/>
                  </a:lnTo>
                  <a:lnTo>
                    <a:pt x="733327" y="987036"/>
                  </a:lnTo>
                  <a:close/>
                  <a:moveTo>
                    <a:pt x="811088" y="955728"/>
                  </a:moveTo>
                  <a:lnTo>
                    <a:pt x="792695" y="988219"/>
                  </a:lnTo>
                  <a:lnTo>
                    <a:pt x="792680" y="988353"/>
                  </a:lnTo>
                  <a:close/>
                  <a:moveTo>
                    <a:pt x="811088" y="955728"/>
                  </a:moveTo>
                  <a:lnTo>
                    <a:pt x="792680" y="988353"/>
                  </a:lnTo>
                  <a:lnTo>
                    <a:pt x="823657" y="990257"/>
                  </a:lnTo>
                  <a:close/>
                  <a:moveTo>
                    <a:pt x="719424" y="914808"/>
                  </a:moveTo>
                  <a:lnTo>
                    <a:pt x="686787" y="937608"/>
                  </a:lnTo>
                  <a:lnTo>
                    <a:pt x="720736" y="968747"/>
                  </a:lnTo>
                  <a:close/>
                  <a:moveTo>
                    <a:pt x="678470" y="931992"/>
                  </a:moveTo>
                  <a:lnTo>
                    <a:pt x="686787" y="937608"/>
                  </a:lnTo>
                  <a:lnTo>
                    <a:pt x="696234" y="923091"/>
                  </a:lnTo>
                  <a:close/>
                  <a:moveTo>
                    <a:pt x="879746" y="1061240"/>
                  </a:moveTo>
                  <a:lnTo>
                    <a:pt x="879720" y="1064436"/>
                  </a:lnTo>
                  <a:lnTo>
                    <a:pt x="865541" y="1045700"/>
                  </a:lnTo>
                  <a:close/>
                  <a:moveTo>
                    <a:pt x="880933" y="1061828"/>
                  </a:moveTo>
                  <a:lnTo>
                    <a:pt x="879720" y="1064436"/>
                  </a:lnTo>
                  <a:lnTo>
                    <a:pt x="879746" y="1061240"/>
                  </a:lnTo>
                  <a:close/>
                  <a:moveTo>
                    <a:pt x="788072" y="947352"/>
                  </a:moveTo>
                  <a:lnTo>
                    <a:pt x="792695" y="988219"/>
                  </a:lnTo>
                  <a:lnTo>
                    <a:pt x="802753" y="951563"/>
                  </a:lnTo>
                  <a:close/>
                  <a:moveTo>
                    <a:pt x="775948" y="925605"/>
                  </a:moveTo>
                  <a:lnTo>
                    <a:pt x="788072" y="947352"/>
                  </a:lnTo>
                  <a:lnTo>
                    <a:pt x="802753" y="951563"/>
                  </a:lnTo>
                  <a:close/>
                  <a:moveTo>
                    <a:pt x="690932" y="750605"/>
                  </a:moveTo>
                  <a:lnTo>
                    <a:pt x="712869" y="718130"/>
                  </a:lnTo>
                  <a:lnTo>
                    <a:pt x="668867" y="731033"/>
                  </a:lnTo>
                  <a:close/>
                  <a:moveTo>
                    <a:pt x="676206" y="767789"/>
                  </a:moveTo>
                  <a:lnTo>
                    <a:pt x="690932" y="750605"/>
                  </a:lnTo>
                  <a:lnTo>
                    <a:pt x="668867" y="731033"/>
                  </a:lnTo>
                  <a:close/>
                  <a:moveTo>
                    <a:pt x="910806" y="917197"/>
                  </a:moveTo>
                  <a:lnTo>
                    <a:pt x="920895" y="901392"/>
                  </a:lnTo>
                  <a:lnTo>
                    <a:pt x="876368" y="929745"/>
                  </a:lnTo>
                  <a:close/>
                  <a:moveTo>
                    <a:pt x="920895" y="901392"/>
                  </a:moveTo>
                  <a:lnTo>
                    <a:pt x="940964" y="917197"/>
                  </a:lnTo>
                  <a:lnTo>
                    <a:pt x="909089" y="885485"/>
                  </a:lnTo>
                  <a:close/>
                  <a:moveTo>
                    <a:pt x="616828" y="608201"/>
                  </a:moveTo>
                  <a:lnTo>
                    <a:pt x="656186" y="640340"/>
                  </a:lnTo>
                  <a:lnTo>
                    <a:pt x="671188" y="590662"/>
                  </a:lnTo>
                  <a:close/>
                  <a:moveTo>
                    <a:pt x="614473" y="599396"/>
                  </a:moveTo>
                  <a:lnTo>
                    <a:pt x="608242" y="603585"/>
                  </a:lnTo>
                  <a:lnTo>
                    <a:pt x="594648" y="553642"/>
                  </a:lnTo>
                  <a:close/>
                  <a:moveTo>
                    <a:pt x="449280" y="365872"/>
                  </a:moveTo>
                  <a:lnTo>
                    <a:pt x="441789" y="383055"/>
                  </a:lnTo>
                  <a:lnTo>
                    <a:pt x="457017" y="402627"/>
                  </a:lnTo>
                  <a:close/>
                  <a:moveTo>
                    <a:pt x="429470" y="346300"/>
                  </a:moveTo>
                  <a:lnTo>
                    <a:pt x="441789" y="383055"/>
                  </a:lnTo>
                  <a:lnTo>
                    <a:pt x="449280" y="365872"/>
                  </a:lnTo>
                  <a:close/>
                  <a:moveTo>
                    <a:pt x="236909" y="145342"/>
                  </a:moveTo>
                  <a:lnTo>
                    <a:pt x="237107" y="108587"/>
                  </a:lnTo>
                  <a:lnTo>
                    <a:pt x="227121" y="147763"/>
                  </a:lnTo>
                  <a:close/>
                  <a:moveTo>
                    <a:pt x="227121" y="147763"/>
                  </a:moveTo>
                  <a:lnTo>
                    <a:pt x="237107" y="108587"/>
                  </a:lnTo>
                  <a:lnTo>
                    <a:pt x="237156" y="112830"/>
                  </a:lnTo>
                  <a:close/>
                  <a:moveTo>
                    <a:pt x="203042" y="158223"/>
                  </a:moveTo>
                  <a:lnTo>
                    <a:pt x="236909" y="145342"/>
                  </a:lnTo>
                  <a:lnTo>
                    <a:pt x="227121" y="147763"/>
                  </a:lnTo>
                  <a:close/>
                  <a:moveTo>
                    <a:pt x="206218" y="97979"/>
                  </a:moveTo>
                  <a:lnTo>
                    <a:pt x="237156" y="112830"/>
                  </a:lnTo>
                  <a:lnTo>
                    <a:pt x="237107" y="108587"/>
                  </a:lnTo>
                  <a:close/>
                  <a:moveTo>
                    <a:pt x="925775" y="953952"/>
                  </a:moveTo>
                  <a:lnTo>
                    <a:pt x="947133" y="944050"/>
                  </a:lnTo>
                  <a:lnTo>
                    <a:pt x="910806" y="917197"/>
                  </a:lnTo>
                  <a:close/>
                  <a:moveTo>
                    <a:pt x="839991" y="842736"/>
                  </a:moveTo>
                  <a:lnTo>
                    <a:pt x="878624" y="880442"/>
                  </a:lnTo>
                  <a:lnTo>
                    <a:pt x="842379" y="843687"/>
                  </a:lnTo>
                  <a:close/>
                  <a:moveTo>
                    <a:pt x="839991" y="842736"/>
                  </a:moveTo>
                  <a:lnTo>
                    <a:pt x="837246" y="837795"/>
                  </a:lnTo>
                  <a:lnTo>
                    <a:pt x="829790" y="843687"/>
                  </a:lnTo>
                  <a:close/>
                  <a:moveTo>
                    <a:pt x="839991" y="842736"/>
                  </a:moveTo>
                  <a:lnTo>
                    <a:pt x="842379" y="843687"/>
                  </a:lnTo>
                  <a:lnTo>
                    <a:pt x="837246" y="837795"/>
                  </a:lnTo>
                  <a:close/>
                  <a:moveTo>
                    <a:pt x="671188" y="590662"/>
                  </a:moveTo>
                  <a:lnTo>
                    <a:pt x="715674" y="576398"/>
                  </a:lnTo>
                  <a:lnTo>
                    <a:pt x="675107" y="582290"/>
                  </a:lnTo>
                  <a:close/>
                  <a:moveTo>
                    <a:pt x="730598" y="591999"/>
                  </a:moveTo>
                  <a:lnTo>
                    <a:pt x="731223" y="608504"/>
                  </a:lnTo>
                  <a:lnTo>
                    <a:pt x="728162" y="605973"/>
                  </a:lnTo>
                  <a:close/>
                  <a:moveTo>
                    <a:pt x="715674" y="576398"/>
                  </a:moveTo>
                  <a:lnTo>
                    <a:pt x="706186" y="539364"/>
                  </a:lnTo>
                  <a:lnTo>
                    <a:pt x="675107" y="582290"/>
                  </a:lnTo>
                  <a:close/>
                  <a:moveTo>
                    <a:pt x="256380" y="36374"/>
                  </a:moveTo>
                  <a:lnTo>
                    <a:pt x="237807" y="22806"/>
                  </a:lnTo>
                  <a:lnTo>
                    <a:pt x="250436" y="42519"/>
                  </a:lnTo>
                  <a:close/>
                  <a:moveTo>
                    <a:pt x="160102" y="31803"/>
                  </a:moveTo>
                  <a:lnTo>
                    <a:pt x="199949" y="26496"/>
                  </a:lnTo>
                  <a:lnTo>
                    <a:pt x="180012" y="0"/>
                  </a:lnTo>
                  <a:close/>
                  <a:moveTo>
                    <a:pt x="199949" y="26496"/>
                  </a:moveTo>
                  <a:lnTo>
                    <a:pt x="237807" y="22806"/>
                  </a:lnTo>
                  <a:lnTo>
                    <a:pt x="216789" y="12925"/>
                  </a:lnTo>
                  <a:close/>
                  <a:moveTo>
                    <a:pt x="838595" y="530641"/>
                  </a:moveTo>
                  <a:lnTo>
                    <a:pt x="893800" y="557596"/>
                  </a:lnTo>
                  <a:lnTo>
                    <a:pt x="879208" y="524712"/>
                  </a:lnTo>
                  <a:close/>
                </a:path>
              </a:pathLst>
            </a:custGeom>
            <a:solidFill>
              <a:srgbClr val="C9D2D8"/>
            </a:solidFill>
            <a:ln w="1524">
              <a:solidFill>
                <a:srgbClr val="C9D2D8"/>
              </a:solidFill>
            </a:ln>
          </p:spPr>
        </p:sp>
        <p:sp>
          <p:nvSpPr>
            <p:cNvPr id="85" name="Input_density__84">
              <a:extLst>
                <a:ext uri="{FF2B5EF4-FFF2-40B4-BE49-F238E27FC236}">
                  <a16:creationId xmlns:a16="http://schemas.microsoft.com/office/drawing/2014/main" id="{97713D54-C701-3C50-EC2E-B804F8AF5874}"/>
                </a:ext>
              </a:extLst>
            </p:cNvPr>
            <p:cNvSpPr>
              <a:spLocks noGrp="1"/>
            </p:cNvSpPr>
            <p:nvPr/>
          </p:nvSpPr>
          <p:spPr>
            <a:xfrm>
              <a:off x="997153" y="1866662"/>
              <a:ext cx="979830" cy="1259337"/>
            </a:xfrm>
            <a:custGeom>
              <a:avLst/>
              <a:gdLst/>
              <a:ahLst/>
              <a:cxnLst/>
              <a:rect l="0" t="0" r="0" b="0"/>
              <a:pathLst>
                <a:path w="979830" h="1259337">
                  <a:moveTo>
                    <a:pt x="32635" y="1127707"/>
                  </a:moveTo>
                  <a:lnTo>
                    <a:pt x="2194" y="1130282"/>
                  </a:lnTo>
                  <a:lnTo>
                    <a:pt x="0" y="1130265"/>
                  </a:lnTo>
                  <a:close/>
                  <a:moveTo>
                    <a:pt x="568660" y="1249174"/>
                  </a:moveTo>
                  <a:lnTo>
                    <a:pt x="561741" y="1254563"/>
                  </a:lnTo>
                  <a:lnTo>
                    <a:pt x="573530" y="1259337"/>
                  </a:lnTo>
                  <a:close/>
                  <a:moveTo>
                    <a:pt x="211565" y="844869"/>
                  </a:moveTo>
                  <a:lnTo>
                    <a:pt x="205109" y="862052"/>
                  </a:lnTo>
                  <a:lnTo>
                    <a:pt x="239410" y="825248"/>
                  </a:lnTo>
                  <a:close/>
                  <a:moveTo>
                    <a:pt x="568660" y="1249174"/>
                  </a:moveTo>
                  <a:lnTo>
                    <a:pt x="573530" y="1259337"/>
                  </a:lnTo>
                  <a:lnTo>
                    <a:pt x="586908" y="1252452"/>
                  </a:lnTo>
                  <a:close/>
                  <a:moveTo>
                    <a:pt x="592569" y="1249174"/>
                  </a:moveTo>
                  <a:lnTo>
                    <a:pt x="586908" y="1252452"/>
                  </a:lnTo>
                  <a:lnTo>
                    <a:pt x="573530" y="1259337"/>
                  </a:lnTo>
                  <a:close/>
                  <a:moveTo>
                    <a:pt x="592569" y="1249174"/>
                  </a:moveTo>
                  <a:lnTo>
                    <a:pt x="609330" y="1240074"/>
                  </a:lnTo>
                  <a:lnTo>
                    <a:pt x="586908" y="1252452"/>
                  </a:lnTo>
                  <a:close/>
                  <a:moveTo>
                    <a:pt x="592569" y="1249174"/>
                  </a:moveTo>
                  <a:lnTo>
                    <a:pt x="624819" y="1231991"/>
                  </a:lnTo>
                  <a:lnTo>
                    <a:pt x="609330" y="1240074"/>
                  </a:lnTo>
                  <a:close/>
                  <a:moveTo>
                    <a:pt x="83665" y="570401"/>
                  </a:moveTo>
                  <a:lnTo>
                    <a:pt x="86608" y="578866"/>
                  </a:lnTo>
                  <a:lnTo>
                    <a:pt x="94082" y="559412"/>
                  </a:lnTo>
                  <a:close/>
                  <a:moveTo>
                    <a:pt x="661758" y="1186942"/>
                  </a:moveTo>
                  <a:lnTo>
                    <a:pt x="673999" y="1187087"/>
                  </a:lnTo>
                  <a:lnTo>
                    <a:pt x="647580" y="1181477"/>
                  </a:lnTo>
                  <a:close/>
                  <a:moveTo>
                    <a:pt x="704641" y="1178052"/>
                  </a:moveTo>
                  <a:lnTo>
                    <a:pt x="689053" y="1192784"/>
                  </a:lnTo>
                  <a:lnTo>
                    <a:pt x="673999" y="1187087"/>
                  </a:lnTo>
                  <a:close/>
                  <a:moveTo>
                    <a:pt x="695790" y="1169371"/>
                  </a:moveTo>
                  <a:lnTo>
                    <a:pt x="689053" y="1192784"/>
                  </a:lnTo>
                  <a:lnTo>
                    <a:pt x="704641" y="1178052"/>
                  </a:lnTo>
                  <a:close/>
                  <a:moveTo>
                    <a:pt x="704914" y="1155877"/>
                  </a:moveTo>
                  <a:lnTo>
                    <a:pt x="704641" y="1178052"/>
                  </a:lnTo>
                  <a:lnTo>
                    <a:pt x="716779" y="1171872"/>
                  </a:lnTo>
                  <a:close/>
                  <a:moveTo>
                    <a:pt x="704914" y="1155877"/>
                  </a:moveTo>
                  <a:lnTo>
                    <a:pt x="716779" y="1171872"/>
                  </a:lnTo>
                  <a:lnTo>
                    <a:pt x="734587" y="1142244"/>
                  </a:lnTo>
                  <a:close/>
                  <a:moveTo>
                    <a:pt x="309350" y="673540"/>
                  </a:moveTo>
                  <a:lnTo>
                    <a:pt x="284039" y="675116"/>
                  </a:lnTo>
                  <a:lnTo>
                    <a:pt x="336405" y="650119"/>
                  </a:lnTo>
                  <a:close/>
                  <a:moveTo>
                    <a:pt x="233875" y="536034"/>
                  </a:moveTo>
                  <a:lnTo>
                    <a:pt x="208858" y="546972"/>
                  </a:lnTo>
                  <a:lnTo>
                    <a:pt x="197439" y="542939"/>
                  </a:lnTo>
                  <a:close/>
                  <a:moveTo>
                    <a:pt x="798664" y="1161035"/>
                  </a:moveTo>
                  <a:lnTo>
                    <a:pt x="779367" y="1155601"/>
                  </a:lnTo>
                  <a:lnTo>
                    <a:pt x="807660" y="1166300"/>
                  </a:lnTo>
                  <a:close/>
                  <a:moveTo>
                    <a:pt x="830082" y="1153923"/>
                  </a:moveTo>
                  <a:lnTo>
                    <a:pt x="798664" y="1161035"/>
                  </a:lnTo>
                  <a:lnTo>
                    <a:pt x="807660" y="1166300"/>
                  </a:lnTo>
                  <a:close/>
                  <a:moveTo>
                    <a:pt x="835346" y="1137179"/>
                  </a:moveTo>
                  <a:lnTo>
                    <a:pt x="830048" y="1126502"/>
                  </a:lnTo>
                  <a:lnTo>
                    <a:pt x="830082" y="1153923"/>
                  </a:lnTo>
                  <a:close/>
                  <a:moveTo>
                    <a:pt x="835346" y="1137179"/>
                  </a:moveTo>
                  <a:lnTo>
                    <a:pt x="830082" y="1153923"/>
                  </a:lnTo>
                  <a:lnTo>
                    <a:pt x="841524" y="1143685"/>
                  </a:lnTo>
                  <a:close/>
                  <a:moveTo>
                    <a:pt x="841896" y="1101887"/>
                  </a:moveTo>
                  <a:lnTo>
                    <a:pt x="841524" y="1143685"/>
                  </a:lnTo>
                  <a:lnTo>
                    <a:pt x="857909" y="1133388"/>
                  </a:lnTo>
                  <a:close/>
                  <a:moveTo>
                    <a:pt x="901365" y="1103446"/>
                  </a:moveTo>
                  <a:lnTo>
                    <a:pt x="877999" y="1112293"/>
                  </a:lnTo>
                  <a:lnTo>
                    <a:pt x="931594" y="1091890"/>
                  </a:lnTo>
                  <a:close/>
                  <a:moveTo>
                    <a:pt x="901365" y="1103446"/>
                  </a:moveTo>
                  <a:lnTo>
                    <a:pt x="931594" y="1091890"/>
                  </a:lnTo>
                  <a:lnTo>
                    <a:pt x="953283" y="1076777"/>
                  </a:lnTo>
                  <a:close/>
                  <a:moveTo>
                    <a:pt x="79192" y="22701"/>
                  </a:moveTo>
                  <a:lnTo>
                    <a:pt x="83468" y="6669"/>
                  </a:lnTo>
                  <a:lnTo>
                    <a:pt x="83107" y="0"/>
                  </a:lnTo>
                  <a:close/>
                  <a:moveTo>
                    <a:pt x="967059" y="1018625"/>
                  </a:moveTo>
                  <a:lnTo>
                    <a:pt x="979830" y="1001442"/>
                  </a:lnTo>
                  <a:lnTo>
                    <a:pt x="963904" y="1055380"/>
                  </a:lnTo>
                  <a:close/>
                  <a:moveTo>
                    <a:pt x="845640" y="636592"/>
                  </a:moveTo>
                  <a:lnTo>
                    <a:pt x="846106" y="636589"/>
                  </a:lnTo>
                  <a:lnTo>
                    <a:pt x="844693" y="636280"/>
                  </a:lnTo>
                  <a:close/>
                  <a:moveTo>
                    <a:pt x="845640" y="636592"/>
                  </a:moveTo>
                  <a:lnTo>
                    <a:pt x="844693" y="636280"/>
                  </a:lnTo>
                  <a:lnTo>
                    <a:pt x="822664" y="645150"/>
                  </a:lnTo>
                  <a:close/>
                  <a:moveTo>
                    <a:pt x="846372" y="636280"/>
                  </a:moveTo>
                  <a:lnTo>
                    <a:pt x="845640" y="636592"/>
                  </a:lnTo>
                  <a:lnTo>
                    <a:pt x="851968" y="599525"/>
                  </a:lnTo>
                  <a:close/>
                  <a:moveTo>
                    <a:pt x="846372" y="636280"/>
                  </a:moveTo>
                  <a:lnTo>
                    <a:pt x="846106" y="636589"/>
                  </a:lnTo>
                  <a:lnTo>
                    <a:pt x="845640" y="636592"/>
                  </a:lnTo>
                  <a:close/>
                  <a:moveTo>
                    <a:pt x="844693" y="636280"/>
                  </a:moveTo>
                  <a:lnTo>
                    <a:pt x="846106" y="636589"/>
                  </a:lnTo>
                  <a:lnTo>
                    <a:pt x="846352" y="636013"/>
                  </a:lnTo>
                  <a:close/>
                  <a:moveTo>
                    <a:pt x="846352" y="636013"/>
                  </a:moveTo>
                  <a:lnTo>
                    <a:pt x="846106" y="636589"/>
                  </a:lnTo>
                  <a:lnTo>
                    <a:pt x="846372" y="636280"/>
                  </a:lnTo>
                  <a:close/>
                  <a:moveTo>
                    <a:pt x="855856" y="576832"/>
                  </a:moveTo>
                  <a:lnTo>
                    <a:pt x="851968" y="599525"/>
                  </a:lnTo>
                  <a:lnTo>
                    <a:pt x="863351" y="576487"/>
                  </a:lnTo>
                  <a:close/>
                  <a:moveTo>
                    <a:pt x="855856" y="576832"/>
                  </a:moveTo>
                  <a:lnTo>
                    <a:pt x="863351" y="576487"/>
                  </a:lnTo>
                  <a:lnTo>
                    <a:pt x="885734" y="563964"/>
                  </a:lnTo>
                  <a:close/>
                  <a:moveTo>
                    <a:pt x="595867" y="301489"/>
                  </a:moveTo>
                  <a:lnTo>
                    <a:pt x="618137" y="282556"/>
                  </a:lnTo>
                  <a:lnTo>
                    <a:pt x="604815" y="261114"/>
                  </a:lnTo>
                  <a:close/>
                  <a:moveTo>
                    <a:pt x="898052" y="531576"/>
                  </a:moveTo>
                  <a:lnTo>
                    <a:pt x="885734" y="563964"/>
                  </a:lnTo>
                  <a:lnTo>
                    <a:pt x="897084" y="545587"/>
                  </a:lnTo>
                  <a:close/>
                </a:path>
              </a:pathLst>
            </a:custGeom>
            <a:solidFill>
              <a:srgbClr val="AEBAC4"/>
            </a:solidFill>
            <a:ln w="1524">
              <a:solidFill>
                <a:srgbClr val="AEBAC4"/>
              </a:solidFill>
            </a:ln>
          </p:spPr>
        </p:sp>
        <p:sp>
          <p:nvSpPr>
            <p:cNvPr id="86" name="Input_density__85">
              <a:extLst>
                <a:ext uri="{FF2B5EF4-FFF2-40B4-BE49-F238E27FC236}">
                  <a16:creationId xmlns:a16="http://schemas.microsoft.com/office/drawing/2014/main" id="{3392B16D-04E7-3F28-61C8-AA99AE971704}"/>
                </a:ext>
              </a:extLst>
            </p:cNvPr>
            <p:cNvSpPr>
              <a:spLocks noGrp="1"/>
            </p:cNvSpPr>
            <p:nvPr/>
          </p:nvSpPr>
          <p:spPr>
            <a:xfrm>
              <a:off x="920382" y="1866268"/>
              <a:ext cx="978136" cy="1351324"/>
            </a:xfrm>
            <a:custGeom>
              <a:avLst/>
              <a:gdLst/>
              <a:ahLst/>
              <a:cxnLst/>
              <a:rect l="0" t="0" r="0" b="0"/>
              <a:pathLst>
                <a:path w="978136" h="1351324">
                  <a:moveTo>
                    <a:pt x="0" y="1095951"/>
                  </a:moveTo>
                  <a:lnTo>
                    <a:pt x="35256" y="1132139"/>
                  </a:lnTo>
                  <a:lnTo>
                    <a:pt x="1676" y="1099042"/>
                  </a:lnTo>
                  <a:close/>
                  <a:moveTo>
                    <a:pt x="22594" y="1078200"/>
                  </a:moveTo>
                  <a:lnTo>
                    <a:pt x="1676" y="1099042"/>
                  </a:lnTo>
                  <a:lnTo>
                    <a:pt x="35256" y="1132139"/>
                  </a:lnTo>
                  <a:close/>
                  <a:moveTo>
                    <a:pt x="392763" y="1351324"/>
                  </a:moveTo>
                  <a:lnTo>
                    <a:pt x="426131" y="1306538"/>
                  </a:lnTo>
                  <a:lnTo>
                    <a:pt x="395818" y="1304094"/>
                  </a:lnTo>
                  <a:close/>
                  <a:moveTo>
                    <a:pt x="232117" y="1049116"/>
                  </a:moveTo>
                  <a:lnTo>
                    <a:pt x="263033" y="1026650"/>
                  </a:lnTo>
                  <a:lnTo>
                    <a:pt x="238368" y="1037603"/>
                  </a:lnTo>
                  <a:close/>
                  <a:moveTo>
                    <a:pt x="238368" y="1037603"/>
                  </a:moveTo>
                  <a:lnTo>
                    <a:pt x="263033" y="1026650"/>
                  </a:lnTo>
                  <a:lnTo>
                    <a:pt x="247582" y="1010730"/>
                  </a:lnTo>
                  <a:close/>
                  <a:moveTo>
                    <a:pt x="263033" y="1026650"/>
                  </a:moveTo>
                  <a:lnTo>
                    <a:pt x="293242" y="1056870"/>
                  </a:lnTo>
                  <a:lnTo>
                    <a:pt x="294291" y="1019227"/>
                  </a:lnTo>
                  <a:close/>
                  <a:moveTo>
                    <a:pt x="249669" y="983668"/>
                  </a:moveTo>
                  <a:lnTo>
                    <a:pt x="247582" y="1010730"/>
                  </a:lnTo>
                  <a:lnTo>
                    <a:pt x="278029" y="972712"/>
                  </a:lnTo>
                  <a:close/>
                  <a:moveTo>
                    <a:pt x="247582" y="1010730"/>
                  </a:moveTo>
                  <a:lnTo>
                    <a:pt x="263033" y="1026650"/>
                  </a:lnTo>
                  <a:lnTo>
                    <a:pt x="278029" y="972712"/>
                  </a:lnTo>
                  <a:close/>
                  <a:moveTo>
                    <a:pt x="278029" y="972712"/>
                  </a:moveTo>
                  <a:lnTo>
                    <a:pt x="263033" y="1026650"/>
                  </a:lnTo>
                  <a:lnTo>
                    <a:pt x="301609" y="991943"/>
                  </a:lnTo>
                  <a:close/>
                  <a:moveTo>
                    <a:pt x="301609" y="991943"/>
                  </a:moveTo>
                  <a:lnTo>
                    <a:pt x="263033" y="1026650"/>
                  </a:lnTo>
                  <a:lnTo>
                    <a:pt x="294291" y="1019227"/>
                  </a:lnTo>
                  <a:close/>
                  <a:moveTo>
                    <a:pt x="294291" y="1019227"/>
                  </a:moveTo>
                  <a:lnTo>
                    <a:pt x="293242" y="1056870"/>
                  </a:lnTo>
                  <a:lnTo>
                    <a:pt x="306078" y="1026650"/>
                  </a:lnTo>
                  <a:close/>
                  <a:moveTo>
                    <a:pt x="381478" y="913027"/>
                  </a:moveTo>
                  <a:lnTo>
                    <a:pt x="396158" y="903875"/>
                  </a:lnTo>
                  <a:lnTo>
                    <a:pt x="391981" y="901590"/>
                  </a:lnTo>
                  <a:close/>
                  <a:moveTo>
                    <a:pt x="381478" y="913027"/>
                  </a:moveTo>
                  <a:lnTo>
                    <a:pt x="391981" y="901590"/>
                  </a:lnTo>
                  <a:lnTo>
                    <a:pt x="382023" y="867837"/>
                  </a:lnTo>
                  <a:close/>
                  <a:moveTo>
                    <a:pt x="257982" y="842668"/>
                  </a:moveTo>
                  <a:lnTo>
                    <a:pt x="288295" y="845113"/>
                  </a:lnTo>
                  <a:lnTo>
                    <a:pt x="299308" y="791412"/>
                  </a:lnTo>
                  <a:close/>
                  <a:moveTo>
                    <a:pt x="299308" y="791412"/>
                  </a:moveTo>
                  <a:lnTo>
                    <a:pt x="288337" y="845264"/>
                  </a:lnTo>
                  <a:lnTo>
                    <a:pt x="338600" y="813252"/>
                  </a:lnTo>
                  <a:close/>
                  <a:moveTo>
                    <a:pt x="184245" y="651792"/>
                  </a:moveTo>
                  <a:lnTo>
                    <a:pt x="189173" y="628300"/>
                  </a:lnTo>
                  <a:lnTo>
                    <a:pt x="190922" y="661489"/>
                  </a:lnTo>
                  <a:close/>
                  <a:moveTo>
                    <a:pt x="185201" y="681060"/>
                  </a:moveTo>
                  <a:lnTo>
                    <a:pt x="184245" y="651792"/>
                  </a:lnTo>
                  <a:lnTo>
                    <a:pt x="195763" y="687175"/>
                  </a:lnTo>
                  <a:close/>
                  <a:moveTo>
                    <a:pt x="668282" y="1232385"/>
                  </a:moveTo>
                  <a:lnTo>
                    <a:pt x="686101" y="1240469"/>
                  </a:lnTo>
                  <a:lnTo>
                    <a:pt x="700058" y="1219281"/>
                  </a:lnTo>
                  <a:close/>
                  <a:moveTo>
                    <a:pt x="396158" y="903875"/>
                  </a:moveTo>
                  <a:lnTo>
                    <a:pt x="432414" y="938345"/>
                  </a:lnTo>
                  <a:lnTo>
                    <a:pt x="440762" y="884407"/>
                  </a:lnTo>
                  <a:close/>
                  <a:moveTo>
                    <a:pt x="381976" y="864835"/>
                  </a:moveTo>
                  <a:lnTo>
                    <a:pt x="396718" y="900638"/>
                  </a:lnTo>
                  <a:lnTo>
                    <a:pt x="391079" y="860475"/>
                  </a:lnTo>
                  <a:close/>
                  <a:moveTo>
                    <a:pt x="376971" y="810897"/>
                  </a:moveTo>
                  <a:lnTo>
                    <a:pt x="391079" y="860475"/>
                  </a:lnTo>
                  <a:lnTo>
                    <a:pt x="404216" y="837797"/>
                  </a:lnTo>
                  <a:close/>
                  <a:moveTo>
                    <a:pt x="381976" y="864835"/>
                  </a:moveTo>
                  <a:lnTo>
                    <a:pt x="391079" y="860475"/>
                  </a:lnTo>
                  <a:lnTo>
                    <a:pt x="376971" y="810897"/>
                  </a:lnTo>
                  <a:close/>
                  <a:moveTo>
                    <a:pt x="352383" y="828080"/>
                  </a:moveTo>
                  <a:lnTo>
                    <a:pt x="381976" y="864835"/>
                  </a:lnTo>
                  <a:lnTo>
                    <a:pt x="376971" y="810897"/>
                  </a:lnTo>
                  <a:close/>
                  <a:moveTo>
                    <a:pt x="391079" y="860475"/>
                  </a:moveTo>
                  <a:lnTo>
                    <a:pt x="432029" y="847652"/>
                  </a:lnTo>
                  <a:lnTo>
                    <a:pt x="404216" y="837797"/>
                  </a:lnTo>
                  <a:close/>
                  <a:moveTo>
                    <a:pt x="726997" y="1124508"/>
                  </a:moveTo>
                  <a:lnTo>
                    <a:pt x="729992" y="1177286"/>
                  </a:lnTo>
                  <a:lnTo>
                    <a:pt x="745632" y="1146052"/>
                  </a:lnTo>
                  <a:close/>
                  <a:moveTo>
                    <a:pt x="724963" y="1178447"/>
                  </a:moveTo>
                  <a:lnTo>
                    <a:pt x="729992" y="1177286"/>
                  </a:lnTo>
                  <a:lnTo>
                    <a:pt x="726997" y="1124508"/>
                  </a:lnTo>
                  <a:close/>
                  <a:moveTo>
                    <a:pt x="694122" y="1078039"/>
                  </a:moveTo>
                  <a:lnTo>
                    <a:pt x="665809" y="1068136"/>
                  </a:lnTo>
                  <a:lnTo>
                    <a:pt x="704943" y="1087753"/>
                  </a:lnTo>
                  <a:close/>
                  <a:moveTo>
                    <a:pt x="623466" y="1030725"/>
                  </a:moveTo>
                  <a:lnTo>
                    <a:pt x="669674" y="1050998"/>
                  </a:lnTo>
                  <a:lnTo>
                    <a:pt x="646572" y="1024837"/>
                  </a:lnTo>
                  <a:close/>
                  <a:moveTo>
                    <a:pt x="623466" y="1030725"/>
                  </a:moveTo>
                  <a:lnTo>
                    <a:pt x="665809" y="1068136"/>
                  </a:lnTo>
                  <a:lnTo>
                    <a:pt x="669674" y="1050998"/>
                  </a:lnTo>
                  <a:close/>
                  <a:moveTo>
                    <a:pt x="512391" y="921162"/>
                  </a:moveTo>
                  <a:lnTo>
                    <a:pt x="530439" y="935995"/>
                  </a:lnTo>
                  <a:lnTo>
                    <a:pt x="534920" y="914294"/>
                  </a:lnTo>
                  <a:close/>
                  <a:moveTo>
                    <a:pt x="523829" y="911281"/>
                  </a:moveTo>
                  <a:lnTo>
                    <a:pt x="512391" y="921162"/>
                  </a:lnTo>
                  <a:lnTo>
                    <a:pt x="534920" y="914294"/>
                  </a:lnTo>
                  <a:close/>
                  <a:moveTo>
                    <a:pt x="530439" y="935995"/>
                  </a:moveTo>
                  <a:lnTo>
                    <a:pt x="534244" y="921162"/>
                  </a:lnTo>
                  <a:lnTo>
                    <a:pt x="534920" y="914294"/>
                  </a:lnTo>
                  <a:close/>
                  <a:moveTo>
                    <a:pt x="534920" y="914294"/>
                  </a:moveTo>
                  <a:lnTo>
                    <a:pt x="534244" y="921162"/>
                  </a:lnTo>
                  <a:lnTo>
                    <a:pt x="523829" y="911281"/>
                  </a:lnTo>
                  <a:close/>
                  <a:moveTo>
                    <a:pt x="455429" y="879995"/>
                  </a:moveTo>
                  <a:lnTo>
                    <a:pt x="458987" y="917999"/>
                  </a:lnTo>
                  <a:lnTo>
                    <a:pt x="462402" y="884407"/>
                  </a:lnTo>
                  <a:close/>
                  <a:moveTo>
                    <a:pt x="455429" y="879995"/>
                  </a:moveTo>
                  <a:lnTo>
                    <a:pt x="462402" y="884407"/>
                  </a:lnTo>
                  <a:lnTo>
                    <a:pt x="479623" y="842667"/>
                  </a:lnTo>
                  <a:close/>
                  <a:moveTo>
                    <a:pt x="439262" y="803644"/>
                  </a:moveTo>
                  <a:lnTo>
                    <a:pt x="411716" y="798950"/>
                  </a:lnTo>
                  <a:lnTo>
                    <a:pt x="442982" y="845367"/>
                  </a:lnTo>
                  <a:close/>
                  <a:moveTo>
                    <a:pt x="442982" y="845367"/>
                  </a:moveTo>
                  <a:lnTo>
                    <a:pt x="479623" y="842667"/>
                  </a:lnTo>
                  <a:lnTo>
                    <a:pt x="439262" y="803644"/>
                  </a:lnTo>
                  <a:close/>
                  <a:moveTo>
                    <a:pt x="447811" y="810897"/>
                  </a:moveTo>
                  <a:lnTo>
                    <a:pt x="441486" y="757089"/>
                  </a:lnTo>
                  <a:lnTo>
                    <a:pt x="439262" y="803644"/>
                  </a:lnTo>
                  <a:close/>
                  <a:moveTo>
                    <a:pt x="441745" y="756958"/>
                  </a:moveTo>
                  <a:lnTo>
                    <a:pt x="464129" y="765769"/>
                  </a:lnTo>
                  <a:lnTo>
                    <a:pt x="481741" y="782289"/>
                  </a:lnTo>
                  <a:close/>
                  <a:moveTo>
                    <a:pt x="402290" y="761866"/>
                  </a:moveTo>
                  <a:lnTo>
                    <a:pt x="416161" y="757880"/>
                  </a:lnTo>
                  <a:lnTo>
                    <a:pt x="380190" y="747968"/>
                  </a:lnTo>
                  <a:close/>
                  <a:moveTo>
                    <a:pt x="402290" y="761866"/>
                  </a:moveTo>
                  <a:lnTo>
                    <a:pt x="441486" y="757089"/>
                  </a:lnTo>
                  <a:lnTo>
                    <a:pt x="416161" y="757880"/>
                  </a:lnTo>
                  <a:close/>
                  <a:moveTo>
                    <a:pt x="669674" y="1050998"/>
                  </a:moveTo>
                  <a:lnTo>
                    <a:pt x="665809" y="1068136"/>
                  </a:lnTo>
                  <a:lnTo>
                    <a:pt x="694122" y="1078039"/>
                  </a:lnTo>
                  <a:close/>
                  <a:moveTo>
                    <a:pt x="637624" y="1014243"/>
                  </a:moveTo>
                  <a:lnTo>
                    <a:pt x="623466" y="1030725"/>
                  </a:lnTo>
                  <a:lnTo>
                    <a:pt x="646572" y="1024837"/>
                  </a:lnTo>
                  <a:close/>
                  <a:moveTo>
                    <a:pt x="637624" y="1014243"/>
                  </a:moveTo>
                  <a:lnTo>
                    <a:pt x="622326" y="986905"/>
                  </a:lnTo>
                  <a:lnTo>
                    <a:pt x="623466" y="1030725"/>
                  </a:lnTo>
                  <a:close/>
                  <a:moveTo>
                    <a:pt x="786413" y="1113758"/>
                  </a:moveTo>
                  <a:lnTo>
                    <a:pt x="745632" y="1146052"/>
                  </a:lnTo>
                  <a:lnTo>
                    <a:pt x="781685" y="1156272"/>
                  </a:lnTo>
                  <a:close/>
                  <a:moveTo>
                    <a:pt x="814549" y="1107325"/>
                  </a:moveTo>
                  <a:lnTo>
                    <a:pt x="826570" y="1152946"/>
                  </a:lnTo>
                  <a:lnTo>
                    <a:pt x="824811" y="1144080"/>
                  </a:lnTo>
                  <a:close/>
                  <a:moveTo>
                    <a:pt x="814549" y="1107325"/>
                  </a:moveTo>
                  <a:lnTo>
                    <a:pt x="786413" y="1113758"/>
                  </a:lnTo>
                  <a:lnTo>
                    <a:pt x="781685" y="1156272"/>
                  </a:lnTo>
                  <a:close/>
                  <a:moveTo>
                    <a:pt x="814549" y="1107325"/>
                  </a:moveTo>
                  <a:lnTo>
                    <a:pt x="819004" y="1075017"/>
                  </a:lnTo>
                  <a:lnTo>
                    <a:pt x="786413" y="1113758"/>
                  </a:lnTo>
                  <a:close/>
                  <a:moveTo>
                    <a:pt x="786413" y="1113758"/>
                  </a:moveTo>
                  <a:lnTo>
                    <a:pt x="814298" y="1073429"/>
                  </a:lnTo>
                  <a:lnTo>
                    <a:pt x="780411" y="1073890"/>
                  </a:lnTo>
                  <a:close/>
                  <a:moveTo>
                    <a:pt x="694122" y="1078039"/>
                  </a:moveTo>
                  <a:lnTo>
                    <a:pt x="743514" y="1076798"/>
                  </a:lnTo>
                  <a:lnTo>
                    <a:pt x="741695" y="1035125"/>
                  </a:lnTo>
                  <a:close/>
                  <a:moveTo>
                    <a:pt x="694122" y="1078039"/>
                  </a:moveTo>
                  <a:lnTo>
                    <a:pt x="741695" y="1035125"/>
                  </a:lnTo>
                  <a:lnTo>
                    <a:pt x="708769" y="1036594"/>
                  </a:lnTo>
                  <a:close/>
                  <a:moveTo>
                    <a:pt x="764716" y="1041903"/>
                  </a:moveTo>
                  <a:lnTo>
                    <a:pt x="743514" y="1076798"/>
                  </a:lnTo>
                  <a:lnTo>
                    <a:pt x="780411" y="1073890"/>
                  </a:lnTo>
                  <a:close/>
                  <a:moveTo>
                    <a:pt x="705213" y="1033815"/>
                  </a:moveTo>
                  <a:lnTo>
                    <a:pt x="669674" y="1050998"/>
                  </a:lnTo>
                  <a:lnTo>
                    <a:pt x="694122" y="1078039"/>
                  </a:lnTo>
                  <a:close/>
                  <a:moveTo>
                    <a:pt x="669674" y="1050998"/>
                  </a:moveTo>
                  <a:lnTo>
                    <a:pt x="705213" y="1033815"/>
                  </a:lnTo>
                  <a:lnTo>
                    <a:pt x="646572" y="1024837"/>
                  </a:lnTo>
                  <a:close/>
                  <a:moveTo>
                    <a:pt x="658344" y="997060"/>
                  </a:moveTo>
                  <a:lnTo>
                    <a:pt x="637624" y="1014243"/>
                  </a:lnTo>
                  <a:lnTo>
                    <a:pt x="646572" y="1024837"/>
                  </a:lnTo>
                  <a:close/>
                  <a:moveTo>
                    <a:pt x="658344" y="997060"/>
                  </a:moveTo>
                  <a:lnTo>
                    <a:pt x="611568" y="977488"/>
                  </a:lnTo>
                  <a:lnTo>
                    <a:pt x="637624" y="1014243"/>
                  </a:lnTo>
                  <a:close/>
                  <a:moveTo>
                    <a:pt x="493335" y="793713"/>
                  </a:moveTo>
                  <a:lnTo>
                    <a:pt x="529336" y="784592"/>
                  </a:lnTo>
                  <a:lnTo>
                    <a:pt x="481741" y="782289"/>
                  </a:lnTo>
                  <a:close/>
                  <a:moveTo>
                    <a:pt x="481741" y="782289"/>
                  </a:moveTo>
                  <a:lnTo>
                    <a:pt x="529336" y="784592"/>
                  </a:lnTo>
                  <a:lnTo>
                    <a:pt x="536764" y="767225"/>
                  </a:lnTo>
                  <a:close/>
                  <a:moveTo>
                    <a:pt x="481741" y="782289"/>
                  </a:moveTo>
                  <a:lnTo>
                    <a:pt x="536764" y="767225"/>
                  </a:lnTo>
                  <a:lnTo>
                    <a:pt x="501206" y="758859"/>
                  </a:lnTo>
                  <a:close/>
                  <a:moveTo>
                    <a:pt x="204322" y="456481"/>
                  </a:moveTo>
                  <a:lnTo>
                    <a:pt x="227580" y="454906"/>
                  </a:lnTo>
                  <a:lnTo>
                    <a:pt x="192953" y="450018"/>
                  </a:lnTo>
                  <a:close/>
                  <a:moveTo>
                    <a:pt x="791201" y="1065118"/>
                  </a:moveTo>
                  <a:lnTo>
                    <a:pt x="819004" y="1075017"/>
                  </a:lnTo>
                  <a:lnTo>
                    <a:pt x="825998" y="1090142"/>
                  </a:lnTo>
                  <a:close/>
                  <a:moveTo>
                    <a:pt x="825998" y="1090142"/>
                  </a:moveTo>
                  <a:lnTo>
                    <a:pt x="819004" y="1075017"/>
                  </a:lnTo>
                  <a:lnTo>
                    <a:pt x="814549" y="1107325"/>
                  </a:lnTo>
                  <a:close/>
                  <a:moveTo>
                    <a:pt x="765096" y="1026407"/>
                  </a:moveTo>
                  <a:lnTo>
                    <a:pt x="742540" y="1033815"/>
                  </a:lnTo>
                  <a:lnTo>
                    <a:pt x="791201" y="1065118"/>
                  </a:lnTo>
                  <a:close/>
                  <a:moveTo>
                    <a:pt x="372446" y="554966"/>
                  </a:moveTo>
                  <a:lnTo>
                    <a:pt x="374089" y="556000"/>
                  </a:lnTo>
                  <a:lnTo>
                    <a:pt x="347811" y="559069"/>
                  </a:lnTo>
                  <a:close/>
                  <a:moveTo>
                    <a:pt x="309587" y="444522"/>
                  </a:moveTo>
                  <a:lnTo>
                    <a:pt x="251082" y="445735"/>
                  </a:lnTo>
                  <a:lnTo>
                    <a:pt x="250871" y="445778"/>
                  </a:lnTo>
                  <a:close/>
                  <a:moveTo>
                    <a:pt x="918668" y="1102282"/>
                  </a:moveTo>
                  <a:lnTo>
                    <a:pt x="949804" y="1072958"/>
                  </a:lnTo>
                  <a:lnTo>
                    <a:pt x="921771" y="1084979"/>
                  </a:lnTo>
                  <a:close/>
                  <a:moveTo>
                    <a:pt x="777257" y="897466"/>
                  </a:moveTo>
                  <a:lnTo>
                    <a:pt x="767811" y="911983"/>
                  </a:lnTo>
                  <a:lnTo>
                    <a:pt x="800448" y="889183"/>
                  </a:lnTo>
                  <a:close/>
                  <a:moveTo>
                    <a:pt x="800448" y="889183"/>
                  </a:moveTo>
                  <a:lnTo>
                    <a:pt x="801759" y="943122"/>
                  </a:lnTo>
                  <a:lnTo>
                    <a:pt x="830204" y="925938"/>
                  </a:lnTo>
                  <a:close/>
                  <a:moveTo>
                    <a:pt x="777257" y="897466"/>
                  </a:moveTo>
                  <a:lnTo>
                    <a:pt x="800448" y="889183"/>
                  </a:lnTo>
                  <a:lnTo>
                    <a:pt x="784983" y="879979"/>
                  </a:lnTo>
                  <a:close/>
                  <a:moveTo>
                    <a:pt x="686435" y="832857"/>
                  </a:moveTo>
                  <a:lnTo>
                    <a:pt x="730087" y="852428"/>
                  </a:lnTo>
                  <a:lnTo>
                    <a:pt x="706087" y="815673"/>
                  </a:lnTo>
                  <a:close/>
                  <a:moveTo>
                    <a:pt x="682261" y="786279"/>
                  </a:moveTo>
                  <a:lnTo>
                    <a:pt x="704601" y="800227"/>
                  </a:lnTo>
                  <a:lnTo>
                    <a:pt x="706087" y="815673"/>
                  </a:lnTo>
                  <a:close/>
                  <a:moveTo>
                    <a:pt x="706087" y="815673"/>
                  </a:moveTo>
                  <a:lnTo>
                    <a:pt x="704601" y="800227"/>
                  </a:lnTo>
                  <a:lnTo>
                    <a:pt x="686435" y="832857"/>
                  </a:lnTo>
                  <a:close/>
                  <a:moveTo>
                    <a:pt x="706087" y="815673"/>
                  </a:moveTo>
                  <a:lnTo>
                    <a:pt x="698285" y="804981"/>
                  </a:lnTo>
                  <a:lnTo>
                    <a:pt x="682261" y="786279"/>
                  </a:lnTo>
                  <a:close/>
                  <a:moveTo>
                    <a:pt x="678713" y="778918"/>
                  </a:moveTo>
                  <a:lnTo>
                    <a:pt x="682261" y="786279"/>
                  </a:lnTo>
                  <a:lnTo>
                    <a:pt x="698285" y="804981"/>
                  </a:lnTo>
                  <a:close/>
                  <a:moveTo>
                    <a:pt x="946565" y="1020075"/>
                  </a:moveTo>
                  <a:lnTo>
                    <a:pt x="948811" y="1022565"/>
                  </a:lnTo>
                  <a:lnTo>
                    <a:pt x="945857" y="1019020"/>
                  </a:lnTo>
                  <a:close/>
                  <a:moveTo>
                    <a:pt x="967275" y="1055775"/>
                  </a:moveTo>
                  <a:lnTo>
                    <a:pt x="949804" y="1072958"/>
                  </a:lnTo>
                  <a:lnTo>
                    <a:pt x="978136" y="1103840"/>
                  </a:lnTo>
                  <a:close/>
                  <a:moveTo>
                    <a:pt x="946565" y="1020075"/>
                  </a:moveTo>
                  <a:lnTo>
                    <a:pt x="960743" y="1038811"/>
                  </a:lnTo>
                  <a:lnTo>
                    <a:pt x="967275" y="1055775"/>
                  </a:lnTo>
                  <a:close/>
                  <a:moveTo>
                    <a:pt x="967275" y="1055775"/>
                  </a:moveTo>
                  <a:lnTo>
                    <a:pt x="948811" y="1022565"/>
                  </a:lnTo>
                  <a:lnTo>
                    <a:pt x="946565" y="1020075"/>
                  </a:lnTo>
                  <a:close/>
                  <a:moveTo>
                    <a:pt x="800448" y="889183"/>
                  </a:moveTo>
                  <a:lnTo>
                    <a:pt x="830900" y="925690"/>
                  </a:lnTo>
                  <a:lnTo>
                    <a:pt x="840594" y="873062"/>
                  </a:lnTo>
                  <a:close/>
                  <a:moveTo>
                    <a:pt x="830900" y="925690"/>
                  </a:moveTo>
                  <a:lnTo>
                    <a:pt x="869095" y="921727"/>
                  </a:lnTo>
                  <a:lnTo>
                    <a:pt x="840594" y="873062"/>
                  </a:lnTo>
                  <a:close/>
                  <a:moveTo>
                    <a:pt x="938263" y="965082"/>
                  </a:moveTo>
                  <a:lnTo>
                    <a:pt x="935487" y="972751"/>
                  </a:lnTo>
                  <a:lnTo>
                    <a:pt x="927561" y="982265"/>
                  </a:lnTo>
                  <a:close/>
                  <a:moveTo>
                    <a:pt x="844356" y="784972"/>
                  </a:moveTo>
                  <a:lnTo>
                    <a:pt x="790144" y="803066"/>
                  </a:lnTo>
                  <a:lnTo>
                    <a:pt x="813390" y="793772"/>
                  </a:lnTo>
                  <a:close/>
                  <a:moveTo>
                    <a:pt x="753296" y="755616"/>
                  </a:moveTo>
                  <a:lnTo>
                    <a:pt x="786158" y="788162"/>
                  </a:lnTo>
                  <a:lnTo>
                    <a:pt x="787768" y="754679"/>
                  </a:lnTo>
                  <a:close/>
                  <a:moveTo>
                    <a:pt x="753296" y="755616"/>
                  </a:moveTo>
                  <a:lnTo>
                    <a:pt x="772576" y="737384"/>
                  </a:lnTo>
                  <a:lnTo>
                    <a:pt x="736572" y="727345"/>
                  </a:lnTo>
                  <a:close/>
                  <a:moveTo>
                    <a:pt x="777208" y="718518"/>
                  </a:moveTo>
                  <a:lnTo>
                    <a:pt x="794038" y="721417"/>
                  </a:lnTo>
                  <a:lnTo>
                    <a:pt x="785051" y="707797"/>
                  </a:lnTo>
                  <a:close/>
                  <a:moveTo>
                    <a:pt x="786158" y="788162"/>
                  </a:moveTo>
                  <a:lnTo>
                    <a:pt x="809488" y="744552"/>
                  </a:lnTo>
                  <a:lnTo>
                    <a:pt x="787768" y="754679"/>
                  </a:lnTo>
                  <a:close/>
                  <a:moveTo>
                    <a:pt x="815237" y="772307"/>
                  </a:moveTo>
                  <a:lnTo>
                    <a:pt x="841813" y="775465"/>
                  </a:lnTo>
                  <a:lnTo>
                    <a:pt x="786158" y="788162"/>
                  </a:lnTo>
                  <a:close/>
                  <a:moveTo>
                    <a:pt x="853508" y="790820"/>
                  </a:moveTo>
                  <a:lnTo>
                    <a:pt x="867997" y="781307"/>
                  </a:lnTo>
                  <a:lnTo>
                    <a:pt x="841813" y="775465"/>
                  </a:lnTo>
                  <a:close/>
                  <a:moveTo>
                    <a:pt x="536095" y="379894"/>
                  </a:moveTo>
                  <a:lnTo>
                    <a:pt x="528753" y="382342"/>
                  </a:lnTo>
                  <a:lnTo>
                    <a:pt x="533654" y="377002"/>
                  </a:lnTo>
                  <a:close/>
                  <a:moveTo>
                    <a:pt x="264784" y="165932"/>
                  </a:moveTo>
                  <a:lnTo>
                    <a:pt x="284066" y="132598"/>
                  </a:lnTo>
                  <a:lnTo>
                    <a:pt x="255222" y="128959"/>
                  </a:lnTo>
                  <a:close/>
                  <a:moveTo>
                    <a:pt x="785051" y="707797"/>
                  </a:moveTo>
                  <a:lnTo>
                    <a:pt x="767651" y="681540"/>
                  </a:lnTo>
                  <a:lnTo>
                    <a:pt x="777208" y="718518"/>
                  </a:lnTo>
                  <a:close/>
                  <a:moveTo>
                    <a:pt x="921015" y="817111"/>
                  </a:moveTo>
                  <a:lnTo>
                    <a:pt x="910814" y="818062"/>
                  </a:lnTo>
                  <a:lnTo>
                    <a:pt x="904592" y="848121"/>
                  </a:lnTo>
                  <a:close/>
                  <a:moveTo>
                    <a:pt x="941687" y="845052"/>
                  </a:moveTo>
                  <a:lnTo>
                    <a:pt x="921015" y="817111"/>
                  </a:lnTo>
                  <a:lnTo>
                    <a:pt x="904592" y="848121"/>
                  </a:lnTo>
                  <a:close/>
                  <a:moveTo>
                    <a:pt x="941687" y="845052"/>
                  </a:moveTo>
                  <a:lnTo>
                    <a:pt x="936165" y="879079"/>
                  </a:lnTo>
                  <a:lnTo>
                    <a:pt x="959648" y="854817"/>
                  </a:lnTo>
                  <a:close/>
                  <a:moveTo>
                    <a:pt x="921015" y="817111"/>
                  </a:moveTo>
                  <a:lnTo>
                    <a:pt x="941687" y="845052"/>
                  </a:lnTo>
                  <a:lnTo>
                    <a:pt x="959648" y="854817"/>
                  </a:lnTo>
                  <a:close/>
                  <a:moveTo>
                    <a:pt x="877899" y="780328"/>
                  </a:moveTo>
                  <a:lnTo>
                    <a:pt x="841813" y="775465"/>
                  </a:lnTo>
                  <a:lnTo>
                    <a:pt x="867997" y="781307"/>
                  </a:lnTo>
                  <a:close/>
                  <a:moveTo>
                    <a:pt x="850994" y="730366"/>
                  </a:moveTo>
                  <a:lnTo>
                    <a:pt x="841813" y="775465"/>
                  </a:lnTo>
                  <a:lnTo>
                    <a:pt x="877899" y="780328"/>
                  </a:lnTo>
                  <a:close/>
                  <a:moveTo>
                    <a:pt x="809488" y="744552"/>
                  </a:moveTo>
                  <a:lnTo>
                    <a:pt x="841813" y="775465"/>
                  </a:lnTo>
                  <a:lnTo>
                    <a:pt x="850994" y="730366"/>
                  </a:lnTo>
                  <a:close/>
                  <a:moveTo>
                    <a:pt x="809488" y="744552"/>
                  </a:moveTo>
                  <a:lnTo>
                    <a:pt x="850994" y="730366"/>
                  </a:lnTo>
                  <a:lnTo>
                    <a:pt x="794038" y="721417"/>
                  </a:lnTo>
                  <a:close/>
                  <a:moveTo>
                    <a:pt x="795495" y="690613"/>
                  </a:moveTo>
                  <a:lnTo>
                    <a:pt x="785051" y="707797"/>
                  </a:lnTo>
                  <a:lnTo>
                    <a:pt x="794038" y="721417"/>
                  </a:lnTo>
                  <a:close/>
                  <a:moveTo>
                    <a:pt x="795495" y="690613"/>
                  </a:moveTo>
                  <a:lnTo>
                    <a:pt x="760521" y="671042"/>
                  </a:lnTo>
                  <a:lnTo>
                    <a:pt x="785051" y="707797"/>
                  </a:lnTo>
                  <a:close/>
                  <a:moveTo>
                    <a:pt x="530668" y="359818"/>
                  </a:moveTo>
                  <a:lnTo>
                    <a:pt x="536095" y="379894"/>
                  </a:lnTo>
                  <a:lnTo>
                    <a:pt x="533654" y="377002"/>
                  </a:lnTo>
                  <a:close/>
                  <a:moveTo>
                    <a:pt x="550586" y="409339"/>
                  </a:moveTo>
                  <a:lnTo>
                    <a:pt x="536095" y="379894"/>
                  </a:lnTo>
                  <a:lnTo>
                    <a:pt x="514336" y="411722"/>
                  </a:lnTo>
                  <a:close/>
                  <a:moveTo>
                    <a:pt x="600198" y="398780"/>
                  </a:moveTo>
                  <a:lnTo>
                    <a:pt x="586267" y="442901"/>
                  </a:lnTo>
                  <a:lnTo>
                    <a:pt x="639704" y="421910"/>
                  </a:lnTo>
                  <a:close/>
                  <a:moveTo>
                    <a:pt x="530668" y="359818"/>
                  </a:moveTo>
                  <a:lnTo>
                    <a:pt x="533654" y="377002"/>
                  </a:lnTo>
                  <a:lnTo>
                    <a:pt x="514212" y="340247"/>
                  </a:lnTo>
                  <a:close/>
                  <a:moveTo>
                    <a:pt x="404785" y="139289"/>
                  </a:moveTo>
                  <a:lnTo>
                    <a:pt x="385017" y="104702"/>
                  </a:lnTo>
                  <a:lnTo>
                    <a:pt x="391553" y="116993"/>
                  </a:lnTo>
                  <a:close/>
                  <a:moveTo>
                    <a:pt x="287242" y="72354"/>
                  </a:moveTo>
                  <a:lnTo>
                    <a:pt x="318131" y="82962"/>
                  </a:lnTo>
                  <a:lnTo>
                    <a:pt x="318307" y="29024"/>
                  </a:lnTo>
                  <a:close/>
                  <a:moveTo>
                    <a:pt x="372448" y="70174"/>
                  </a:moveTo>
                  <a:lnTo>
                    <a:pt x="373993" y="51342"/>
                  </a:lnTo>
                  <a:lnTo>
                    <a:pt x="336984" y="37548"/>
                  </a:lnTo>
                  <a:close/>
                  <a:moveTo>
                    <a:pt x="241126" y="6177"/>
                  </a:moveTo>
                  <a:lnTo>
                    <a:pt x="294572" y="29024"/>
                  </a:lnTo>
                  <a:lnTo>
                    <a:pt x="299378" y="30655"/>
                  </a:lnTo>
                  <a:close/>
                  <a:moveTo>
                    <a:pt x="757290" y="528634"/>
                  </a:moveTo>
                  <a:lnTo>
                    <a:pt x="730116" y="510792"/>
                  </a:lnTo>
                  <a:lnTo>
                    <a:pt x="721654" y="530517"/>
                  </a:lnTo>
                  <a:close/>
                  <a:moveTo>
                    <a:pt x="643110" y="343548"/>
                  </a:moveTo>
                  <a:lnTo>
                    <a:pt x="613139" y="305880"/>
                  </a:lnTo>
                  <a:lnTo>
                    <a:pt x="595052" y="310783"/>
                  </a:lnTo>
                  <a:close/>
                  <a:moveTo>
                    <a:pt x="549098" y="286308"/>
                  </a:moveTo>
                  <a:lnTo>
                    <a:pt x="595052" y="310783"/>
                  </a:lnTo>
                  <a:lnTo>
                    <a:pt x="559957" y="276693"/>
                  </a:lnTo>
                  <a:close/>
                  <a:moveTo>
                    <a:pt x="551064" y="274710"/>
                  </a:moveTo>
                  <a:lnTo>
                    <a:pt x="549098" y="286308"/>
                  </a:lnTo>
                  <a:lnTo>
                    <a:pt x="559957" y="276693"/>
                  </a:lnTo>
                  <a:close/>
                  <a:moveTo>
                    <a:pt x="567398" y="243771"/>
                  </a:moveTo>
                  <a:lnTo>
                    <a:pt x="549098" y="286308"/>
                  </a:lnTo>
                  <a:lnTo>
                    <a:pt x="551064" y="274710"/>
                  </a:lnTo>
                  <a:close/>
                  <a:moveTo>
                    <a:pt x="383428" y="139289"/>
                  </a:moveTo>
                  <a:lnTo>
                    <a:pt x="401208" y="153093"/>
                  </a:lnTo>
                  <a:lnTo>
                    <a:pt x="403092" y="134755"/>
                  </a:lnTo>
                  <a:close/>
                  <a:moveTo>
                    <a:pt x="391553" y="116993"/>
                  </a:moveTo>
                  <a:lnTo>
                    <a:pt x="383428" y="139289"/>
                  </a:lnTo>
                  <a:lnTo>
                    <a:pt x="403092" y="134755"/>
                  </a:lnTo>
                  <a:close/>
                  <a:moveTo>
                    <a:pt x="381843" y="17789"/>
                  </a:moveTo>
                  <a:lnTo>
                    <a:pt x="336984" y="37548"/>
                  </a:lnTo>
                  <a:lnTo>
                    <a:pt x="373993" y="51342"/>
                  </a:lnTo>
                  <a:close/>
                  <a:moveTo>
                    <a:pt x="344779" y="20833"/>
                  </a:moveTo>
                  <a:lnTo>
                    <a:pt x="336984" y="37548"/>
                  </a:lnTo>
                  <a:lnTo>
                    <a:pt x="381843" y="17789"/>
                  </a:lnTo>
                  <a:close/>
                  <a:moveTo>
                    <a:pt x="344779" y="20833"/>
                  </a:moveTo>
                  <a:lnTo>
                    <a:pt x="381843" y="17789"/>
                  </a:lnTo>
                  <a:lnTo>
                    <a:pt x="360261" y="0"/>
                  </a:lnTo>
                  <a:close/>
                  <a:moveTo>
                    <a:pt x="679884" y="340740"/>
                  </a:moveTo>
                  <a:lnTo>
                    <a:pt x="657392" y="342635"/>
                  </a:lnTo>
                  <a:lnTo>
                    <a:pt x="668740" y="367458"/>
                  </a:lnTo>
                  <a:close/>
                  <a:moveTo>
                    <a:pt x="642764" y="337143"/>
                  </a:moveTo>
                  <a:lnTo>
                    <a:pt x="620950" y="289728"/>
                  </a:lnTo>
                  <a:lnTo>
                    <a:pt x="613139" y="305880"/>
                  </a:lnTo>
                  <a:close/>
                  <a:moveTo>
                    <a:pt x="903952" y="535413"/>
                  </a:moveTo>
                  <a:lnTo>
                    <a:pt x="920636" y="582737"/>
                  </a:lnTo>
                  <a:lnTo>
                    <a:pt x="948104" y="538881"/>
                  </a:lnTo>
                  <a:close/>
                  <a:moveTo>
                    <a:pt x="948104" y="538881"/>
                  </a:moveTo>
                  <a:lnTo>
                    <a:pt x="974824" y="531971"/>
                  </a:lnTo>
                  <a:lnTo>
                    <a:pt x="949934" y="528798"/>
                  </a:lnTo>
                  <a:close/>
                </a:path>
              </a:pathLst>
            </a:custGeom>
            <a:solidFill>
              <a:srgbClr val="C9D2D8"/>
            </a:solidFill>
            <a:ln w="1524">
              <a:solidFill>
                <a:srgbClr val="C9D2D8"/>
              </a:solidFill>
            </a:ln>
          </p:spPr>
        </p:sp>
        <p:sp>
          <p:nvSpPr>
            <p:cNvPr id="87" name="Input_density__86">
              <a:extLst>
                <a:ext uri="{FF2B5EF4-FFF2-40B4-BE49-F238E27FC236}">
                  <a16:creationId xmlns:a16="http://schemas.microsoft.com/office/drawing/2014/main" id="{ADD83858-DB4E-3123-BA53-F10B49B6FC0D}"/>
                </a:ext>
              </a:extLst>
            </p:cNvPr>
            <p:cNvSpPr>
              <a:spLocks noGrp="1"/>
            </p:cNvSpPr>
            <p:nvPr/>
          </p:nvSpPr>
          <p:spPr>
            <a:xfrm>
              <a:off x="920382" y="1823982"/>
              <a:ext cx="1045367" cy="1406440"/>
            </a:xfrm>
            <a:custGeom>
              <a:avLst/>
              <a:gdLst/>
              <a:ahLst/>
              <a:cxnLst/>
              <a:rect l="0" t="0" r="0" b="0"/>
              <a:pathLst>
                <a:path w="1045367" h="1406440">
                  <a:moveTo>
                    <a:pt x="0" y="1138236"/>
                  </a:moveTo>
                  <a:lnTo>
                    <a:pt x="40055" y="1177507"/>
                  </a:lnTo>
                  <a:lnTo>
                    <a:pt x="35256" y="1174424"/>
                  </a:lnTo>
                  <a:close/>
                  <a:moveTo>
                    <a:pt x="195343" y="1270901"/>
                  </a:moveTo>
                  <a:lnTo>
                    <a:pt x="226044" y="1313643"/>
                  </a:lnTo>
                  <a:lnTo>
                    <a:pt x="236563" y="1300442"/>
                  </a:lnTo>
                  <a:close/>
                  <a:moveTo>
                    <a:pt x="146035" y="1235018"/>
                  </a:moveTo>
                  <a:lnTo>
                    <a:pt x="142292" y="1230751"/>
                  </a:lnTo>
                  <a:lnTo>
                    <a:pt x="106354" y="1195443"/>
                  </a:lnTo>
                  <a:close/>
                  <a:moveTo>
                    <a:pt x="316597" y="1378891"/>
                  </a:moveTo>
                  <a:lnTo>
                    <a:pt x="295430" y="1373816"/>
                  </a:lnTo>
                  <a:lnTo>
                    <a:pt x="325719" y="1384629"/>
                  </a:lnTo>
                  <a:close/>
                  <a:moveTo>
                    <a:pt x="352159" y="1387273"/>
                  </a:moveTo>
                  <a:lnTo>
                    <a:pt x="316597" y="1378891"/>
                  </a:lnTo>
                  <a:lnTo>
                    <a:pt x="325719" y="1384629"/>
                  </a:lnTo>
                  <a:close/>
                  <a:moveTo>
                    <a:pt x="378659" y="1405076"/>
                  </a:moveTo>
                  <a:lnTo>
                    <a:pt x="374637" y="1397342"/>
                  </a:lnTo>
                  <a:lnTo>
                    <a:pt x="364873" y="1406440"/>
                  </a:lnTo>
                  <a:close/>
                  <a:moveTo>
                    <a:pt x="364873" y="1406440"/>
                  </a:moveTo>
                  <a:lnTo>
                    <a:pt x="374637" y="1397342"/>
                  </a:lnTo>
                  <a:lnTo>
                    <a:pt x="352159" y="1387273"/>
                  </a:lnTo>
                  <a:close/>
                  <a:moveTo>
                    <a:pt x="364873" y="1406440"/>
                  </a:moveTo>
                  <a:lnTo>
                    <a:pt x="352159" y="1387273"/>
                  </a:lnTo>
                  <a:lnTo>
                    <a:pt x="325719" y="1384629"/>
                  </a:lnTo>
                  <a:close/>
                  <a:moveTo>
                    <a:pt x="255206" y="1267505"/>
                  </a:moveTo>
                  <a:lnTo>
                    <a:pt x="251513" y="1260129"/>
                  </a:lnTo>
                  <a:lnTo>
                    <a:pt x="236563" y="1300442"/>
                  </a:lnTo>
                  <a:close/>
                  <a:moveTo>
                    <a:pt x="239209" y="1213567"/>
                  </a:moveTo>
                  <a:lnTo>
                    <a:pt x="251837" y="1250322"/>
                  </a:lnTo>
                  <a:lnTo>
                    <a:pt x="237634" y="1230751"/>
                  </a:lnTo>
                  <a:close/>
                  <a:moveTo>
                    <a:pt x="374637" y="1397342"/>
                  </a:moveTo>
                  <a:lnTo>
                    <a:pt x="378659" y="1405076"/>
                  </a:lnTo>
                  <a:lnTo>
                    <a:pt x="389805" y="1403449"/>
                  </a:lnTo>
                  <a:close/>
                  <a:moveTo>
                    <a:pt x="374637" y="1397342"/>
                  </a:moveTo>
                  <a:lnTo>
                    <a:pt x="389805" y="1403449"/>
                  </a:lnTo>
                  <a:lnTo>
                    <a:pt x="392763" y="1393609"/>
                  </a:lnTo>
                  <a:close/>
                  <a:moveTo>
                    <a:pt x="392763" y="1393609"/>
                  </a:moveTo>
                  <a:lnTo>
                    <a:pt x="352159" y="1387273"/>
                  </a:lnTo>
                  <a:lnTo>
                    <a:pt x="374637" y="1397342"/>
                  </a:lnTo>
                  <a:close/>
                  <a:moveTo>
                    <a:pt x="239229" y="1213430"/>
                  </a:moveTo>
                  <a:lnTo>
                    <a:pt x="251837" y="1250322"/>
                  </a:lnTo>
                  <a:lnTo>
                    <a:pt x="239209" y="1213567"/>
                  </a:lnTo>
                  <a:close/>
                  <a:moveTo>
                    <a:pt x="220678" y="1201423"/>
                  </a:moveTo>
                  <a:lnTo>
                    <a:pt x="239229" y="1213430"/>
                  </a:lnTo>
                  <a:lnTo>
                    <a:pt x="209256" y="1165962"/>
                  </a:lnTo>
                  <a:close/>
                  <a:moveTo>
                    <a:pt x="209494" y="1086119"/>
                  </a:moveTo>
                  <a:lnTo>
                    <a:pt x="238368" y="1079888"/>
                  </a:lnTo>
                  <a:lnTo>
                    <a:pt x="196760" y="1083784"/>
                  </a:lnTo>
                  <a:close/>
                  <a:moveTo>
                    <a:pt x="196760" y="1083784"/>
                  </a:moveTo>
                  <a:lnTo>
                    <a:pt x="247582" y="1053016"/>
                  </a:lnTo>
                  <a:lnTo>
                    <a:pt x="216449" y="1061191"/>
                  </a:lnTo>
                  <a:close/>
                  <a:moveTo>
                    <a:pt x="336435" y="1039863"/>
                  </a:moveTo>
                  <a:lnTo>
                    <a:pt x="294291" y="1061512"/>
                  </a:lnTo>
                  <a:lnTo>
                    <a:pt x="304846" y="1032180"/>
                  </a:lnTo>
                  <a:close/>
                  <a:moveTo>
                    <a:pt x="225010" y="1018912"/>
                  </a:moveTo>
                  <a:lnTo>
                    <a:pt x="249669" y="1025953"/>
                  </a:lnTo>
                  <a:lnTo>
                    <a:pt x="226350" y="995426"/>
                  </a:lnTo>
                  <a:close/>
                  <a:moveTo>
                    <a:pt x="301609" y="1034228"/>
                  </a:moveTo>
                  <a:lnTo>
                    <a:pt x="336435" y="1039863"/>
                  </a:lnTo>
                  <a:lnTo>
                    <a:pt x="355745" y="1015848"/>
                  </a:lnTo>
                  <a:close/>
                  <a:moveTo>
                    <a:pt x="355745" y="1015848"/>
                  </a:moveTo>
                  <a:lnTo>
                    <a:pt x="336435" y="1039863"/>
                  </a:lnTo>
                  <a:lnTo>
                    <a:pt x="386427" y="1005989"/>
                  </a:lnTo>
                  <a:close/>
                  <a:moveTo>
                    <a:pt x="668282" y="1274670"/>
                  </a:moveTo>
                  <a:lnTo>
                    <a:pt x="663680" y="1295132"/>
                  </a:lnTo>
                  <a:lnTo>
                    <a:pt x="686101" y="1282754"/>
                  </a:lnTo>
                  <a:close/>
                  <a:moveTo>
                    <a:pt x="668282" y="1274670"/>
                  </a:moveTo>
                  <a:lnTo>
                    <a:pt x="645432" y="1291854"/>
                  </a:lnTo>
                  <a:lnTo>
                    <a:pt x="663680" y="1295132"/>
                  </a:lnTo>
                  <a:close/>
                  <a:moveTo>
                    <a:pt x="391351" y="992033"/>
                  </a:moveTo>
                  <a:lnTo>
                    <a:pt x="355745" y="1015848"/>
                  </a:lnTo>
                  <a:lnTo>
                    <a:pt x="386427" y="1005989"/>
                  </a:lnTo>
                  <a:close/>
                  <a:moveTo>
                    <a:pt x="391351" y="992033"/>
                  </a:moveTo>
                  <a:lnTo>
                    <a:pt x="364741" y="986578"/>
                  </a:lnTo>
                  <a:lnTo>
                    <a:pt x="355745" y="1015848"/>
                  </a:lnTo>
                  <a:close/>
                  <a:moveTo>
                    <a:pt x="359242" y="946302"/>
                  </a:moveTo>
                  <a:lnTo>
                    <a:pt x="391351" y="992033"/>
                  </a:lnTo>
                  <a:lnTo>
                    <a:pt x="374083" y="961059"/>
                  </a:lnTo>
                  <a:close/>
                  <a:moveTo>
                    <a:pt x="386427" y="1005989"/>
                  </a:moveTo>
                  <a:lnTo>
                    <a:pt x="397196" y="997814"/>
                  </a:lnTo>
                  <a:lnTo>
                    <a:pt x="391351" y="992033"/>
                  </a:lnTo>
                  <a:close/>
                  <a:moveTo>
                    <a:pt x="391351" y="992033"/>
                  </a:moveTo>
                  <a:lnTo>
                    <a:pt x="397196" y="997814"/>
                  </a:lnTo>
                  <a:lnTo>
                    <a:pt x="375016" y="963325"/>
                  </a:lnTo>
                  <a:close/>
                  <a:moveTo>
                    <a:pt x="470540" y="975111"/>
                  </a:moveTo>
                  <a:lnTo>
                    <a:pt x="448886" y="980631"/>
                  </a:lnTo>
                  <a:lnTo>
                    <a:pt x="433925" y="984510"/>
                  </a:lnTo>
                  <a:close/>
                  <a:moveTo>
                    <a:pt x="288337" y="887549"/>
                  </a:moveTo>
                  <a:lnTo>
                    <a:pt x="288295" y="887398"/>
                  </a:lnTo>
                  <a:lnTo>
                    <a:pt x="322392" y="907120"/>
                  </a:lnTo>
                  <a:close/>
                  <a:moveTo>
                    <a:pt x="338600" y="855537"/>
                  </a:moveTo>
                  <a:lnTo>
                    <a:pt x="288337" y="887549"/>
                  </a:lnTo>
                  <a:lnTo>
                    <a:pt x="316181" y="867928"/>
                  </a:lnTo>
                  <a:close/>
                  <a:moveTo>
                    <a:pt x="184245" y="694077"/>
                  </a:moveTo>
                  <a:lnTo>
                    <a:pt x="220595" y="736361"/>
                  </a:lnTo>
                  <a:lnTo>
                    <a:pt x="195763" y="729461"/>
                  </a:lnTo>
                  <a:close/>
                  <a:moveTo>
                    <a:pt x="195763" y="729461"/>
                  </a:moveTo>
                  <a:lnTo>
                    <a:pt x="241622" y="760100"/>
                  </a:lnTo>
                  <a:lnTo>
                    <a:pt x="206887" y="736816"/>
                  </a:lnTo>
                  <a:close/>
                  <a:moveTo>
                    <a:pt x="700058" y="1261566"/>
                  </a:moveTo>
                  <a:lnTo>
                    <a:pt x="686101" y="1282754"/>
                  </a:lnTo>
                  <a:lnTo>
                    <a:pt x="701590" y="1274670"/>
                  </a:lnTo>
                  <a:close/>
                  <a:moveTo>
                    <a:pt x="458987" y="960284"/>
                  </a:moveTo>
                  <a:lnTo>
                    <a:pt x="432414" y="980631"/>
                  </a:lnTo>
                  <a:lnTo>
                    <a:pt x="456674" y="966015"/>
                  </a:lnTo>
                  <a:close/>
                  <a:moveTo>
                    <a:pt x="456674" y="966015"/>
                  </a:moveTo>
                  <a:lnTo>
                    <a:pt x="439675" y="984290"/>
                  </a:lnTo>
                  <a:lnTo>
                    <a:pt x="448886" y="980631"/>
                  </a:lnTo>
                  <a:close/>
                  <a:moveTo>
                    <a:pt x="448886" y="980631"/>
                  </a:moveTo>
                  <a:lnTo>
                    <a:pt x="470540" y="975111"/>
                  </a:lnTo>
                  <a:lnTo>
                    <a:pt x="456674" y="966015"/>
                  </a:lnTo>
                  <a:close/>
                  <a:moveTo>
                    <a:pt x="772562" y="1212051"/>
                  </a:moveTo>
                  <a:lnTo>
                    <a:pt x="729992" y="1219571"/>
                  </a:lnTo>
                  <a:lnTo>
                    <a:pt x="730869" y="1229348"/>
                  </a:lnTo>
                  <a:close/>
                  <a:moveTo>
                    <a:pt x="206275" y="542112"/>
                  </a:moveTo>
                  <a:lnTo>
                    <a:pt x="179169" y="595897"/>
                  </a:lnTo>
                  <a:lnTo>
                    <a:pt x="186218" y="563328"/>
                  </a:lnTo>
                  <a:close/>
                  <a:moveTo>
                    <a:pt x="245389" y="581962"/>
                  </a:moveTo>
                  <a:lnTo>
                    <a:pt x="246495" y="578714"/>
                  </a:lnTo>
                  <a:lnTo>
                    <a:pt x="225641" y="586149"/>
                  </a:lnTo>
                  <a:close/>
                  <a:moveTo>
                    <a:pt x="225641" y="586149"/>
                  </a:moveTo>
                  <a:lnTo>
                    <a:pt x="246495" y="578714"/>
                  </a:lnTo>
                  <a:lnTo>
                    <a:pt x="206275" y="542112"/>
                  </a:lnTo>
                  <a:close/>
                  <a:moveTo>
                    <a:pt x="225641" y="586149"/>
                  </a:moveTo>
                  <a:lnTo>
                    <a:pt x="206275" y="542112"/>
                  </a:lnTo>
                  <a:lnTo>
                    <a:pt x="186218" y="563328"/>
                  </a:lnTo>
                  <a:close/>
                  <a:moveTo>
                    <a:pt x="246495" y="578714"/>
                  </a:moveTo>
                  <a:lnTo>
                    <a:pt x="245389" y="581962"/>
                  </a:lnTo>
                  <a:lnTo>
                    <a:pt x="249977" y="580928"/>
                  </a:lnTo>
                  <a:close/>
                  <a:moveTo>
                    <a:pt x="285630" y="589652"/>
                  </a:moveTo>
                  <a:lnTo>
                    <a:pt x="249977" y="580928"/>
                  </a:lnTo>
                  <a:lnTo>
                    <a:pt x="245389" y="581962"/>
                  </a:lnTo>
                  <a:close/>
                  <a:moveTo>
                    <a:pt x="742540" y="1076100"/>
                  </a:moveTo>
                  <a:lnTo>
                    <a:pt x="741695" y="1077410"/>
                  </a:lnTo>
                  <a:lnTo>
                    <a:pt x="764716" y="1084188"/>
                  </a:lnTo>
                  <a:close/>
                  <a:moveTo>
                    <a:pt x="724734" y="1044858"/>
                  </a:moveTo>
                  <a:lnTo>
                    <a:pt x="742540" y="1076100"/>
                  </a:lnTo>
                  <a:lnTo>
                    <a:pt x="764716" y="1084188"/>
                  </a:lnTo>
                  <a:close/>
                  <a:moveTo>
                    <a:pt x="321469" y="574287"/>
                  </a:moveTo>
                  <a:lnTo>
                    <a:pt x="342300" y="580751"/>
                  </a:lnTo>
                  <a:lnTo>
                    <a:pt x="285630" y="589652"/>
                  </a:lnTo>
                  <a:close/>
                  <a:moveTo>
                    <a:pt x="285630" y="589652"/>
                  </a:moveTo>
                  <a:lnTo>
                    <a:pt x="342300" y="580751"/>
                  </a:lnTo>
                  <a:lnTo>
                    <a:pt x="307480" y="575139"/>
                  </a:lnTo>
                  <a:close/>
                  <a:moveTo>
                    <a:pt x="824811" y="1186365"/>
                  </a:moveTo>
                  <a:lnTo>
                    <a:pt x="826570" y="1195232"/>
                  </a:lnTo>
                  <a:lnTo>
                    <a:pt x="844053" y="1210957"/>
                  </a:lnTo>
                  <a:close/>
                  <a:moveTo>
                    <a:pt x="740992" y="1074783"/>
                  </a:moveTo>
                  <a:lnTo>
                    <a:pt x="786841" y="1066201"/>
                  </a:lnTo>
                  <a:lnTo>
                    <a:pt x="742540" y="1076100"/>
                  </a:lnTo>
                  <a:close/>
                  <a:moveTo>
                    <a:pt x="558416" y="794256"/>
                  </a:moveTo>
                  <a:lnTo>
                    <a:pt x="501206" y="801144"/>
                  </a:lnTo>
                  <a:lnTo>
                    <a:pt x="536764" y="809510"/>
                  </a:lnTo>
                  <a:close/>
                  <a:moveTo>
                    <a:pt x="918668" y="1144567"/>
                  </a:moveTo>
                  <a:lnTo>
                    <a:pt x="921771" y="1127264"/>
                  </a:lnTo>
                  <a:lnTo>
                    <a:pt x="906819" y="1169182"/>
                  </a:lnTo>
                  <a:close/>
                  <a:moveTo>
                    <a:pt x="906819" y="1169182"/>
                  </a:moveTo>
                  <a:lnTo>
                    <a:pt x="921771" y="1127264"/>
                  </a:lnTo>
                  <a:lnTo>
                    <a:pt x="905592" y="1115244"/>
                  </a:lnTo>
                  <a:close/>
                  <a:moveTo>
                    <a:pt x="906819" y="1169182"/>
                  </a:moveTo>
                  <a:lnTo>
                    <a:pt x="905592" y="1115244"/>
                  </a:lnTo>
                  <a:lnTo>
                    <a:pt x="927582" y="1151998"/>
                  </a:lnTo>
                  <a:close/>
                  <a:moveTo>
                    <a:pt x="730087" y="894714"/>
                  </a:moveTo>
                  <a:lnTo>
                    <a:pt x="724548" y="917090"/>
                  </a:lnTo>
                  <a:lnTo>
                    <a:pt x="747035" y="904957"/>
                  </a:lnTo>
                  <a:close/>
                  <a:moveTo>
                    <a:pt x="730087" y="894714"/>
                  </a:moveTo>
                  <a:lnTo>
                    <a:pt x="715016" y="911897"/>
                  </a:lnTo>
                  <a:lnTo>
                    <a:pt x="724548" y="917090"/>
                  </a:lnTo>
                  <a:close/>
                  <a:moveTo>
                    <a:pt x="637513" y="793108"/>
                  </a:moveTo>
                  <a:lnTo>
                    <a:pt x="678713" y="821204"/>
                  </a:lnTo>
                  <a:lnTo>
                    <a:pt x="652671" y="801301"/>
                  </a:lnTo>
                  <a:close/>
                  <a:moveTo>
                    <a:pt x="967275" y="1098060"/>
                  </a:moveTo>
                  <a:lnTo>
                    <a:pt x="978136" y="1146125"/>
                  </a:lnTo>
                  <a:lnTo>
                    <a:pt x="999901" y="1131292"/>
                  </a:lnTo>
                  <a:close/>
                  <a:moveTo>
                    <a:pt x="863088" y="924149"/>
                  </a:moveTo>
                  <a:lnTo>
                    <a:pt x="876734" y="919944"/>
                  </a:lnTo>
                  <a:lnTo>
                    <a:pt x="845878" y="914285"/>
                  </a:lnTo>
                  <a:close/>
                  <a:moveTo>
                    <a:pt x="784983" y="922264"/>
                  </a:moveTo>
                  <a:lnTo>
                    <a:pt x="841462" y="912643"/>
                  </a:lnTo>
                  <a:lnTo>
                    <a:pt x="804058" y="897372"/>
                  </a:lnTo>
                  <a:close/>
                  <a:moveTo>
                    <a:pt x="840594" y="915347"/>
                  </a:moveTo>
                  <a:lnTo>
                    <a:pt x="864916" y="877530"/>
                  </a:lnTo>
                  <a:lnTo>
                    <a:pt x="841462" y="912643"/>
                  </a:lnTo>
                  <a:close/>
                  <a:moveTo>
                    <a:pt x="747035" y="904957"/>
                  </a:moveTo>
                  <a:lnTo>
                    <a:pt x="784983" y="922264"/>
                  </a:lnTo>
                  <a:lnTo>
                    <a:pt x="804058" y="897372"/>
                  </a:lnTo>
                  <a:close/>
                  <a:moveTo>
                    <a:pt x="787707" y="841761"/>
                  </a:moveTo>
                  <a:lnTo>
                    <a:pt x="805489" y="854393"/>
                  </a:lnTo>
                  <a:lnTo>
                    <a:pt x="786158" y="830447"/>
                  </a:lnTo>
                  <a:close/>
                  <a:moveTo>
                    <a:pt x="137077" y="34129"/>
                  </a:moveTo>
                  <a:lnTo>
                    <a:pt x="140139" y="76387"/>
                  </a:lnTo>
                  <a:lnTo>
                    <a:pt x="159879" y="42680"/>
                  </a:lnTo>
                  <a:close/>
                  <a:moveTo>
                    <a:pt x="137077" y="34129"/>
                  </a:moveTo>
                  <a:lnTo>
                    <a:pt x="134488" y="13454"/>
                  </a:lnTo>
                  <a:lnTo>
                    <a:pt x="101254" y="13777"/>
                  </a:lnTo>
                  <a:close/>
                  <a:moveTo>
                    <a:pt x="95123" y="32166"/>
                  </a:moveTo>
                  <a:lnTo>
                    <a:pt x="102406" y="35228"/>
                  </a:lnTo>
                  <a:lnTo>
                    <a:pt x="101254" y="13777"/>
                  </a:lnTo>
                  <a:close/>
                  <a:moveTo>
                    <a:pt x="1032606" y="1080877"/>
                  </a:moveTo>
                  <a:lnTo>
                    <a:pt x="1039700" y="1085566"/>
                  </a:lnTo>
                  <a:lnTo>
                    <a:pt x="1042804" y="1070916"/>
                  </a:lnTo>
                  <a:close/>
                  <a:moveTo>
                    <a:pt x="876734" y="919944"/>
                  </a:moveTo>
                  <a:lnTo>
                    <a:pt x="842889" y="913483"/>
                  </a:lnTo>
                  <a:lnTo>
                    <a:pt x="845878" y="914285"/>
                  </a:lnTo>
                  <a:close/>
                  <a:moveTo>
                    <a:pt x="867297" y="913029"/>
                  </a:moveTo>
                  <a:lnTo>
                    <a:pt x="842889" y="913483"/>
                  </a:lnTo>
                  <a:lnTo>
                    <a:pt x="876734" y="919944"/>
                  </a:lnTo>
                  <a:close/>
                  <a:moveTo>
                    <a:pt x="898624" y="905578"/>
                  </a:moveTo>
                  <a:lnTo>
                    <a:pt x="867297" y="913029"/>
                  </a:lnTo>
                  <a:lnTo>
                    <a:pt x="876734" y="919944"/>
                  </a:lnTo>
                  <a:close/>
                  <a:moveTo>
                    <a:pt x="882617" y="860347"/>
                  </a:moveTo>
                  <a:lnTo>
                    <a:pt x="890761" y="876181"/>
                  </a:lnTo>
                  <a:lnTo>
                    <a:pt x="842889" y="913483"/>
                  </a:lnTo>
                  <a:close/>
                  <a:moveTo>
                    <a:pt x="841462" y="912643"/>
                  </a:moveTo>
                  <a:lnTo>
                    <a:pt x="842889" y="913483"/>
                  </a:lnTo>
                  <a:lnTo>
                    <a:pt x="817781" y="906806"/>
                  </a:lnTo>
                  <a:close/>
                  <a:moveTo>
                    <a:pt x="881070" y="823592"/>
                  </a:moveTo>
                  <a:lnTo>
                    <a:pt x="878931" y="831952"/>
                  </a:lnTo>
                  <a:lnTo>
                    <a:pt x="872210" y="827239"/>
                  </a:lnTo>
                  <a:close/>
                  <a:moveTo>
                    <a:pt x="718743" y="754157"/>
                  </a:moveTo>
                  <a:lnTo>
                    <a:pt x="753296" y="797902"/>
                  </a:lnTo>
                  <a:lnTo>
                    <a:pt x="735104" y="767265"/>
                  </a:lnTo>
                  <a:close/>
                  <a:moveTo>
                    <a:pt x="278043" y="135032"/>
                  </a:moveTo>
                  <a:lnTo>
                    <a:pt x="255222" y="171244"/>
                  </a:lnTo>
                  <a:lnTo>
                    <a:pt x="284066" y="174883"/>
                  </a:lnTo>
                  <a:close/>
                  <a:moveTo>
                    <a:pt x="134488" y="13454"/>
                  </a:moveTo>
                  <a:lnTo>
                    <a:pt x="164886" y="2534"/>
                  </a:lnTo>
                  <a:lnTo>
                    <a:pt x="189941" y="0"/>
                  </a:lnTo>
                  <a:close/>
                  <a:moveTo>
                    <a:pt x="1045367" y="1036212"/>
                  </a:moveTo>
                  <a:lnTo>
                    <a:pt x="1032606" y="1080877"/>
                  </a:lnTo>
                  <a:lnTo>
                    <a:pt x="1042804" y="1070916"/>
                  </a:lnTo>
                  <a:close/>
                  <a:moveTo>
                    <a:pt x="1032638" y="1001813"/>
                  </a:moveTo>
                  <a:lnTo>
                    <a:pt x="1017731" y="1031592"/>
                  </a:lnTo>
                  <a:lnTo>
                    <a:pt x="1045367" y="1036212"/>
                  </a:lnTo>
                  <a:close/>
                  <a:moveTo>
                    <a:pt x="1032638" y="1001813"/>
                  </a:moveTo>
                  <a:lnTo>
                    <a:pt x="1028156" y="960710"/>
                  </a:lnTo>
                  <a:lnTo>
                    <a:pt x="987953" y="990410"/>
                  </a:lnTo>
                  <a:close/>
                  <a:moveTo>
                    <a:pt x="878931" y="831952"/>
                  </a:moveTo>
                  <a:lnTo>
                    <a:pt x="881070" y="823592"/>
                  </a:lnTo>
                  <a:lnTo>
                    <a:pt x="877899" y="822613"/>
                  </a:lnTo>
                  <a:close/>
                  <a:moveTo>
                    <a:pt x="876411" y="779076"/>
                  </a:moveTo>
                  <a:lnTo>
                    <a:pt x="850994" y="772651"/>
                  </a:lnTo>
                  <a:lnTo>
                    <a:pt x="877899" y="822613"/>
                  </a:lnTo>
                  <a:close/>
                  <a:moveTo>
                    <a:pt x="876411" y="779076"/>
                  </a:moveTo>
                  <a:lnTo>
                    <a:pt x="877899" y="822613"/>
                  </a:lnTo>
                  <a:lnTo>
                    <a:pt x="881070" y="823592"/>
                  </a:lnTo>
                  <a:close/>
                  <a:moveTo>
                    <a:pt x="850994" y="772651"/>
                  </a:moveTo>
                  <a:lnTo>
                    <a:pt x="876411" y="779076"/>
                  </a:lnTo>
                  <a:lnTo>
                    <a:pt x="852621" y="761949"/>
                  </a:lnTo>
                  <a:close/>
                  <a:moveTo>
                    <a:pt x="876411" y="779076"/>
                  </a:moveTo>
                  <a:lnTo>
                    <a:pt x="882484" y="749025"/>
                  </a:lnTo>
                  <a:lnTo>
                    <a:pt x="852621" y="761949"/>
                  </a:lnTo>
                  <a:close/>
                  <a:moveTo>
                    <a:pt x="586267" y="485186"/>
                  </a:moveTo>
                  <a:lnTo>
                    <a:pt x="620588" y="488933"/>
                  </a:lnTo>
                  <a:lnTo>
                    <a:pt x="639704" y="464195"/>
                  </a:lnTo>
                  <a:close/>
                  <a:moveTo>
                    <a:pt x="359340" y="185522"/>
                  </a:moveTo>
                  <a:lnTo>
                    <a:pt x="379255" y="235512"/>
                  </a:lnTo>
                  <a:lnTo>
                    <a:pt x="401208" y="195378"/>
                  </a:lnTo>
                  <a:close/>
                  <a:moveTo>
                    <a:pt x="885044" y="727310"/>
                  </a:moveTo>
                  <a:lnTo>
                    <a:pt x="852621" y="761949"/>
                  </a:lnTo>
                  <a:lnTo>
                    <a:pt x="882484" y="749025"/>
                  </a:lnTo>
                  <a:close/>
                  <a:moveTo>
                    <a:pt x="885044" y="727310"/>
                  </a:moveTo>
                  <a:lnTo>
                    <a:pt x="863595" y="717660"/>
                  </a:lnTo>
                  <a:lnTo>
                    <a:pt x="852621" y="761949"/>
                  </a:lnTo>
                  <a:close/>
                  <a:moveTo>
                    <a:pt x="757290" y="570919"/>
                  </a:moveTo>
                  <a:lnTo>
                    <a:pt x="757263" y="622634"/>
                  </a:lnTo>
                  <a:lnTo>
                    <a:pt x="762933" y="585878"/>
                  </a:lnTo>
                  <a:close/>
                  <a:moveTo>
                    <a:pt x="757290" y="570919"/>
                  </a:moveTo>
                  <a:lnTo>
                    <a:pt x="757544" y="615460"/>
                  </a:lnTo>
                  <a:lnTo>
                    <a:pt x="757263" y="622634"/>
                  </a:lnTo>
                  <a:close/>
                  <a:moveTo>
                    <a:pt x="857699" y="632959"/>
                  </a:moveTo>
                  <a:lnTo>
                    <a:pt x="879757" y="678960"/>
                  </a:lnTo>
                  <a:lnTo>
                    <a:pt x="903116" y="633748"/>
                  </a:lnTo>
                  <a:close/>
                  <a:moveTo>
                    <a:pt x="948104" y="581166"/>
                  </a:moveTo>
                  <a:lnTo>
                    <a:pt x="920636" y="625022"/>
                  </a:lnTo>
                  <a:lnTo>
                    <a:pt x="932627" y="619512"/>
                  </a:lnTo>
                  <a:close/>
                  <a:moveTo>
                    <a:pt x="962505" y="606644"/>
                  </a:moveTo>
                  <a:lnTo>
                    <a:pt x="974824" y="574256"/>
                  </a:lnTo>
                  <a:lnTo>
                    <a:pt x="948104" y="581166"/>
                  </a:lnTo>
                  <a:close/>
                  <a:moveTo>
                    <a:pt x="932627" y="619512"/>
                  </a:moveTo>
                  <a:lnTo>
                    <a:pt x="962505" y="606644"/>
                  </a:lnTo>
                  <a:lnTo>
                    <a:pt x="948104" y="581166"/>
                  </a:lnTo>
                  <a:close/>
                  <a:moveTo>
                    <a:pt x="682673" y="291263"/>
                  </a:moveTo>
                  <a:lnTo>
                    <a:pt x="676992" y="330982"/>
                  </a:lnTo>
                  <a:lnTo>
                    <a:pt x="681587" y="303794"/>
                  </a:lnTo>
                  <a:close/>
                  <a:moveTo>
                    <a:pt x="671254" y="318206"/>
                  </a:moveTo>
                  <a:lnTo>
                    <a:pt x="676992" y="330982"/>
                  </a:lnTo>
                  <a:lnTo>
                    <a:pt x="682673" y="291263"/>
                  </a:lnTo>
                  <a:close/>
                  <a:moveTo>
                    <a:pt x="655747" y="286065"/>
                  </a:moveTo>
                  <a:lnTo>
                    <a:pt x="671254" y="318206"/>
                  </a:lnTo>
                  <a:lnTo>
                    <a:pt x="682673" y="291263"/>
                  </a:lnTo>
                  <a:close/>
                  <a:moveTo>
                    <a:pt x="665001" y="240289"/>
                  </a:moveTo>
                  <a:lnTo>
                    <a:pt x="676756" y="285735"/>
                  </a:lnTo>
                  <a:lnTo>
                    <a:pt x="653649" y="257472"/>
                  </a:lnTo>
                  <a:close/>
                  <a:moveTo>
                    <a:pt x="655747" y="286065"/>
                  </a:moveTo>
                  <a:lnTo>
                    <a:pt x="676756" y="285735"/>
                  </a:lnTo>
                  <a:lnTo>
                    <a:pt x="665001" y="240289"/>
                  </a:lnTo>
                  <a:close/>
                </a:path>
              </a:pathLst>
            </a:custGeom>
            <a:solidFill>
              <a:srgbClr val="BCC7CF"/>
            </a:solidFill>
            <a:ln w="1524">
              <a:solidFill>
                <a:srgbClr val="BCC7CF"/>
              </a:solidFill>
            </a:ln>
          </p:spPr>
        </p:sp>
        <p:sp>
          <p:nvSpPr>
            <p:cNvPr id="88" name="Input_density__87">
              <a:extLst>
                <a:ext uri="{FF2B5EF4-FFF2-40B4-BE49-F238E27FC236}">
                  <a16:creationId xmlns:a16="http://schemas.microsoft.com/office/drawing/2014/main" id="{36E336DE-3825-883E-E054-C16239A871A3}"/>
                </a:ext>
              </a:extLst>
            </p:cNvPr>
            <p:cNvSpPr>
              <a:spLocks noGrp="1"/>
            </p:cNvSpPr>
            <p:nvPr/>
          </p:nvSpPr>
          <p:spPr>
            <a:xfrm>
              <a:off x="916385" y="1837759"/>
              <a:ext cx="982133" cy="1392201"/>
            </a:xfrm>
            <a:custGeom>
              <a:avLst/>
              <a:gdLst/>
              <a:ahLst/>
              <a:cxnLst/>
              <a:rect l="0" t="0" r="0" b="0"/>
              <a:pathLst>
                <a:path w="982133" h="1392201">
                  <a:moveTo>
                    <a:pt x="0" y="1141076"/>
                  </a:moveTo>
                  <a:lnTo>
                    <a:pt x="44052" y="1163730"/>
                  </a:lnTo>
                  <a:lnTo>
                    <a:pt x="3997" y="1124459"/>
                  </a:lnTo>
                  <a:close/>
                  <a:moveTo>
                    <a:pt x="182317" y="1270912"/>
                  </a:moveTo>
                  <a:lnTo>
                    <a:pt x="230040" y="1299866"/>
                  </a:lnTo>
                  <a:lnTo>
                    <a:pt x="199339" y="1257125"/>
                  </a:lnTo>
                  <a:close/>
                  <a:moveTo>
                    <a:pt x="194110" y="1257242"/>
                  </a:moveTo>
                  <a:lnTo>
                    <a:pt x="182317" y="1270912"/>
                  </a:lnTo>
                  <a:lnTo>
                    <a:pt x="199339" y="1257125"/>
                  </a:lnTo>
                  <a:close/>
                  <a:moveTo>
                    <a:pt x="150032" y="1221241"/>
                  </a:moveTo>
                  <a:lnTo>
                    <a:pt x="194624" y="1253728"/>
                  </a:lnTo>
                  <a:lnTo>
                    <a:pt x="159379" y="1232296"/>
                  </a:lnTo>
                  <a:close/>
                  <a:moveTo>
                    <a:pt x="150032" y="1221241"/>
                  </a:moveTo>
                  <a:lnTo>
                    <a:pt x="194110" y="1257242"/>
                  </a:lnTo>
                  <a:lnTo>
                    <a:pt x="194624" y="1253728"/>
                  </a:lnTo>
                  <a:close/>
                  <a:moveTo>
                    <a:pt x="154151" y="1234157"/>
                  </a:moveTo>
                  <a:lnTo>
                    <a:pt x="194110" y="1257242"/>
                  </a:lnTo>
                  <a:lnTo>
                    <a:pt x="150032" y="1221241"/>
                  </a:lnTo>
                  <a:close/>
                  <a:moveTo>
                    <a:pt x="194624" y="1253728"/>
                  </a:moveTo>
                  <a:lnTo>
                    <a:pt x="194110" y="1257242"/>
                  </a:lnTo>
                  <a:lnTo>
                    <a:pt x="199339" y="1257125"/>
                  </a:lnTo>
                  <a:close/>
                  <a:moveTo>
                    <a:pt x="146289" y="1216974"/>
                  </a:moveTo>
                  <a:lnTo>
                    <a:pt x="150032" y="1221241"/>
                  </a:lnTo>
                  <a:lnTo>
                    <a:pt x="159379" y="1232296"/>
                  </a:lnTo>
                  <a:close/>
                  <a:moveTo>
                    <a:pt x="194624" y="1253728"/>
                  </a:moveTo>
                  <a:lnTo>
                    <a:pt x="199339" y="1257125"/>
                  </a:lnTo>
                  <a:lnTo>
                    <a:pt x="200512" y="1252037"/>
                  </a:lnTo>
                  <a:close/>
                  <a:moveTo>
                    <a:pt x="194624" y="1253728"/>
                  </a:moveTo>
                  <a:lnTo>
                    <a:pt x="200512" y="1252037"/>
                  </a:lnTo>
                  <a:lnTo>
                    <a:pt x="159379" y="1232296"/>
                  </a:lnTo>
                  <a:close/>
                  <a:moveTo>
                    <a:pt x="159379" y="1232296"/>
                  </a:moveTo>
                  <a:lnTo>
                    <a:pt x="200512" y="1252037"/>
                  </a:lnTo>
                  <a:lnTo>
                    <a:pt x="216150" y="1223770"/>
                  </a:lnTo>
                  <a:close/>
                  <a:moveTo>
                    <a:pt x="199339" y="1257125"/>
                  </a:moveTo>
                  <a:lnTo>
                    <a:pt x="247660" y="1236545"/>
                  </a:lnTo>
                  <a:lnTo>
                    <a:pt x="200512" y="1252037"/>
                  </a:lnTo>
                  <a:close/>
                  <a:moveTo>
                    <a:pt x="255510" y="1246352"/>
                  </a:moveTo>
                  <a:lnTo>
                    <a:pt x="247660" y="1236545"/>
                  </a:lnTo>
                  <a:lnTo>
                    <a:pt x="199339" y="1257125"/>
                  </a:lnTo>
                  <a:close/>
                  <a:moveTo>
                    <a:pt x="240560" y="1286665"/>
                  </a:moveTo>
                  <a:lnTo>
                    <a:pt x="255510" y="1246352"/>
                  </a:lnTo>
                  <a:lnTo>
                    <a:pt x="199339" y="1257125"/>
                  </a:lnTo>
                  <a:close/>
                  <a:moveTo>
                    <a:pt x="200512" y="1252037"/>
                  </a:moveTo>
                  <a:lnTo>
                    <a:pt x="247660" y="1236545"/>
                  </a:lnTo>
                  <a:lnTo>
                    <a:pt x="216150" y="1223770"/>
                  </a:lnTo>
                  <a:close/>
                  <a:moveTo>
                    <a:pt x="259203" y="1253728"/>
                  </a:moveTo>
                  <a:lnTo>
                    <a:pt x="255834" y="1236545"/>
                  </a:lnTo>
                  <a:lnTo>
                    <a:pt x="255510" y="1246352"/>
                  </a:lnTo>
                  <a:close/>
                  <a:moveTo>
                    <a:pt x="117322" y="1106709"/>
                  </a:moveTo>
                  <a:lnTo>
                    <a:pt x="85020" y="1078858"/>
                  </a:lnTo>
                  <a:lnTo>
                    <a:pt x="125232" y="1089525"/>
                  </a:lnTo>
                  <a:close/>
                  <a:moveTo>
                    <a:pt x="369130" y="1330459"/>
                  </a:moveTo>
                  <a:lnTo>
                    <a:pt x="356155" y="1373496"/>
                  </a:lnTo>
                  <a:lnTo>
                    <a:pt x="396759" y="1379833"/>
                  </a:lnTo>
                  <a:close/>
                  <a:moveTo>
                    <a:pt x="399814" y="1332602"/>
                  </a:moveTo>
                  <a:lnTo>
                    <a:pt x="369130" y="1330459"/>
                  </a:lnTo>
                  <a:lnTo>
                    <a:pt x="396759" y="1379833"/>
                  </a:lnTo>
                  <a:close/>
                  <a:moveTo>
                    <a:pt x="431570" y="1378620"/>
                  </a:moveTo>
                  <a:lnTo>
                    <a:pt x="393801" y="1389672"/>
                  </a:lnTo>
                  <a:lnTo>
                    <a:pt x="427797" y="1392201"/>
                  </a:lnTo>
                  <a:close/>
                  <a:moveTo>
                    <a:pt x="431570" y="1378620"/>
                  </a:moveTo>
                  <a:lnTo>
                    <a:pt x="396759" y="1379833"/>
                  </a:lnTo>
                  <a:lnTo>
                    <a:pt x="393801" y="1389672"/>
                  </a:lnTo>
                  <a:close/>
                  <a:moveTo>
                    <a:pt x="396759" y="1379833"/>
                  </a:moveTo>
                  <a:lnTo>
                    <a:pt x="431570" y="1378620"/>
                  </a:lnTo>
                  <a:lnTo>
                    <a:pt x="430127" y="1335046"/>
                  </a:lnTo>
                  <a:close/>
                  <a:moveTo>
                    <a:pt x="399814" y="1332602"/>
                  </a:moveTo>
                  <a:lnTo>
                    <a:pt x="373950" y="1315451"/>
                  </a:lnTo>
                  <a:lnTo>
                    <a:pt x="346880" y="1303802"/>
                  </a:lnTo>
                  <a:close/>
                  <a:moveTo>
                    <a:pt x="369130" y="1330459"/>
                  </a:moveTo>
                  <a:lnTo>
                    <a:pt x="399814" y="1332602"/>
                  </a:lnTo>
                  <a:lnTo>
                    <a:pt x="346880" y="1303802"/>
                  </a:lnTo>
                  <a:close/>
                  <a:moveTo>
                    <a:pt x="247660" y="1236545"/>
                  </a:moveTo>
                  <a:lnTo>
                    <a:pt x="255510" y="1246352"/>
                  </a:lnTo>
                  <a:lnTo>
                    <a:pt x="255047" y="1234788"/>
                  </a:lnTo>
                  <a:close/>
                  <a:moveTo>
                    <a:pt x="255047" y="1234788"/>
                  </a:moveTo>
                  <a:lnTo>
                    <a:pt x="216150" y="1223770"/>
                  </a:lnTo>
                  <a:lnTo>
                    <a:pt x="247660" y="1236545"/>
                  </a:lnTo>
                  <a:close/>
                  <a:moveTo>
                    <a:pt x="243225" y="1199653"/>
                  </a:moveTo>
                  <a:lnTo>
                    <a:pt x="224675" y="1187646"/>
                  </a:lnTo>
                  <a:lnTo>
                    <a:pt x="255047" y="1234788"/>
                  </a:lnTo>
                  <a:close/>
                  <a:moveTo>
                    <a:pt x="255047" y="1234788"/>
                  </a:moveTo>
                  <a:lnTo>
                    <a:pt x="255510" y="1246352"/>
                  </a:lnTo>
                  <a:lnTo>
                    <a:pt x="255834" y="1236545"/>
                  </a:lnTo>
                  <a:close/>
                  <a:moveTo>
                    <a:pt x="243225" y="1199653"/>
                  </a:moveTo>
                  <a:lnTo>
                    <a:pt x="255047" y="1234788"/>
                  </a:lnTo>
                  <a:lnTo>
                    <a:pt x="255834" y="1236545"/>
                  </a:lnTo>
                  <a:close/>
                  <a:moveTo>
                    <a:pt x="213491" y="1072342"/>
                  </a:moveTo>
                  <a:lnTo>
                    <a:pt x="228377" y="1077483"/>
                  </a:lnTo>
                  <a:lnTo>
                    <a:pt x="236113" y="1077624"/>
                  </a:lnTo>
                  <a:close/>
                  <a:moveTo>
                    <a:pt x="277287" y="1106991"/>
                  </a:moveTo>
                  <a:lnTo>
                    <a:pt x="284268" y="1109097"/>
                  </a:lnTo>
                  <a:lnTo>
                    <a:pt x="297239" y="1085378"/>
                  </a:lnTo>
                  <a:close/>
                  <a:moveTo>
                    <a:pt x="213491" y="1072342"/>
                  </a:moveTo>
                  <a:lnTo>
                    <a:pt x="236113" y="1077624"/>
                  </a:lnTo>
                  <a:lnTo>
                    <a:pt x="242365" y="1066111"/>
                  </a:lnTo>
                  <a:close/>
                  <a:moveTo>
                    <a:pt x="200757" y="1070007"/>
                  </a:moveTo>
                  <a:lnTo>
                    <a:pt x="242365" y="1066111"/>
                  </a:lnTo>
                  <a:lnTo>
                    <a:pt x="251579" y="1039239"/>
                  </a:lnTo>
                  <a:close/>
                  <a:moveTo>
                    <a:pt x="297239" y="1085378"/>
                  </a:moveTo>
                  <a:lnTo>
                    <a:pt x="267029" y="1055159"/>
                  </a:lnTo>
                  <a:lnTo>
                    <a:pt x="236113" y="1077624"/>
                  </a:lnTo>
                  <a:close/>
                  <a:moveTo>
                    <a:pt x="277287" y="1106991"/>
                  </a:moveTo>
                  <a:lnTo>
                    <a:pt x="297239" y="1085378"/>
                  </a:lnTo>
                  <a:lnTo>
                    <a:pt x="236113" y="1077624"/>
                  </a:lnTo>
                  <a:close/>
                  <a:moveTo>
                    <a:pt x="305605" y="1020451"/>
                  </a:moveTo>
                  <a:lnTo>
                    <a:pt x="298287" y="1047735"/>
                  </a:lnTo>
                  <a:lnTo>
                    <a:pt x="340432" y="1026086"/>
                  </a:lnTo>
                  <a:close/>
                  <a:moveTo>
                    <a:pt x="253666" y="1012176"/>
                  </a:moveTo>
                  <a:lnTo>
                    <a:pt x="220446" y="1047414"/>
                  </a:lnTo>
                  <a:lnTo>
                    <a:pt x="251579" y="1039239"/>
                  </a:lnTo>
                  <a:close/>
                  <a:moveTo>
                    <a:pt x="282025" y="1001220"/>
                  </a:moveTo>
                  <a:lnTo>
                    <a:pt x="239504" y="994094"/>
                  </a:lnTo>
                  <a:lnTo>
                    <a:pt x="253666" y="1012176"/>
                  </a:lnTo>
                  <a:close/>
                  <a:moveTo>
                    <a:pt x="368738" y="972801"/>
                  </a:moveTo>
                  <a:lnTo>
                    <a:pt x="395348" y="978256"/>
                  </a:lnTo>
                  <a:lnTo>
                    <a:pt x="363238" y="932525"/>
                  </a:lnTo>
                  <a:close/>
                  <a:moveTo>
                    <a:pt x="437921" y="970733"/>
                  </a:moveTo>
                  <a:lnTo>
                    <a:pt x="436411" y="966854"/>
                  </a:lnTo>
                  <a:lnTo>
                    <a:pt x="400154" y="932383"/>
                  </a:lnTo>
                  <a:close/>
                  <a:moveTo>
                    <a:pt x="385475" y="941536"/>
                  </a:moveTo>
                  <a:lnTo>
                    <a:pt x="437921" y="970733"/>
                  </a:lnTo>
                  <a:lnTo>
                    <a:pt x="400154" y="932383"/>
                  </a:lnTo>
                  <a:close/>
                  <a:moveTo>
                    <a:pt x="363238" y="932525"/>
                  </a:moveTo>
                  <a:lnTo>
                    <a:pt x="339598" y="926759"/>
                  </a:lnTo>
                  <a:lnTo>
                    <a:pt x="357646" y="930099"/>
                  </a:lnTo>
                  <a:close/>
                  <a:moveTo>
                    <a:pt x="292292" y="873621"/>
                  </a:moveTo>
                  <a:lnTo>
                    <a:pt x="292333" y="873772"/>
                  </a:lnTo>
                  <a:lnTo>
                    <a:pt x="303305" y="819921"/>
                  </a:lnTo>
                  <a:close/>
                  <a:moveTo>
                    <a:pt x="356379" y="856589"/>
                  </a:moveTo>
                  <a:lnTo>
                    <a:pt x="342596" y="841760"/>
                  </a:lnTo>
                  <a:lnTo>
                    <a:pt x="363977" y="869519"/>
                  </a:lnTo>
                  <a:close/>
                  <a:moveTo>
                    <a:pt x="385973" y="893344"/>
                  </a:moveTo>
                  <a:lnTo>
                    <a:pt x="356379" y="856589"/>
                  </a:lnTo>
                  <a:lnTo>
                    <a:pt x="363977" y="869519"/>
                  </a:lnTo>
                  <a:close/>
                  <a:moveTo>
                    <a:pt x="189198" y="709569"/>
                  </a:moveTo>
                  <a:lnTo>
                    <a:pt x="199759" y="715684"/>
                  </a:lnTo>
                  <a:lnTo>
                    <a:pt x="210884" y="723040"/>
                  </a:lnTo>
                  <a:close/>
                  <a:moveTo>
                    <a:pt x="704055" y="1247789"/>
                  </a:moveTo>
                  <a:lnTo>
                    <a:pt x="705587" y="1260894"/>
                  </a:lnTo>
                  <a:lnTo>
                    <a:pt x="682830" y="1241805"/>
                  </a:lnTo>
                  <a:close/>
                  <a:moveTo>
                    <a:pt x="728348" y="1210380"/>
                  </a:moveTo>
                  <a:lnTo>
                    <a:pt x="734865" y="1215571"/>
                  </a:lnTo>
                  <a:lnTo>
                    <a:pt x="728959" y="1206955"/>
                  </a:lnTo>
                  <a:close/>
                  <a:moveTo>
                    <a:pt x="444759" y="912915"/>
                  </a:moveTo>
                  <a:lnTo>
                    <a:pt x="436411" y="966854"/>
                  </a:lnTo>
                  <a:lnTo>
                    <a:pt x="462983" y="946507"/>
                  </a:lnTo>
                  <a:close/>
                  <a:moveTo>
                    <a:pt x="462983" y="946507"/>
                  </a:moveTo>
                  <a:lnTo>
                    <a:pt x="483158" y="916297"/>
                  </a:lnTo>
                  <a:lnTo>
                    <a:pt x="466398" y="912915"/>
                  </a:lnTo>
                  <a:close/>
                  <a:moveTo>
                    <a:pt x="462983" y="946507"/>
                  </a:moveTo>
                  <a:lnTo>
                    <a:pt x="474536" y="961334"/>
                  </a:lnTo>
                  <a:lnTo>
                    <a:pt x="483158" y="916297"/>
                  </a:lnTo>
                  <a:close/>
                  <a:moveTo>
                    <a:pt x="460671" y="952238"/>
                  </a:moveTo>
                  <a:lnTo>
                    <a:pt x="474536" y="961334"/>
                  </a:lnTo>
                  <a:lnTo>
                    <a:pt x="462983" y="946507"/>
                  </a:lnTo>
                  <a:close/>
                  <a:moveTo>
                    <a:pt x="466398" y="912915"/>
                  </a:moveTo>
                  <a:lnTo>
                    <a:pt x="483158" y="916297"/>
                  </a:lnTo>
                  <a:lnTo>
                    <a:pt x="481748" y="892088"/>
                  </a:lnTo>
                  <a:close/>
                  <a:moveTo>
                    <a:pt x="728959" y="1206955"/>
                  </a:moveTo>
                  <a:lnTo>
                    <a:pt x="734865" y="1215571"/>
                  </a:lnTo>
                  <a:lnTo>
                    <a:pt x="733989" y="1205794"/>
                  </a:lnTo>
                  <a:close/>
                  <a:moveTo>
                    <a:pt x="733989" y="1205794"/>
                  </a:moveTo>
                  <a:lnTo>
                    <a:pt x="776559" y="1198274"/>
                  </a:lnTo>
                  <a:lnTo>
                    <a:pt x="749629" y="1174560"/>
                  </a:lnTo>
                  <a:close/>
                  <a:moveTo>
                    <a:pt x="776559" y="1198274"/>
                  </a:moveTo>
                  <a:lnTo>
                    <a:pt x="785682" y="1184780"/>
                  </a:lnTo>
                  <a:lnTo>
                    <a:pt x="749629" y="1174560"/>
                  </a:lnTo>
                  <a:close/>
                  <a:moveTo>
                    <a:pt x="483619" y="871175"/>
                  </a:moveTo>
                  <a:lnTo>
                    <a:pt x="466398" y="912915"/>
                  </a:lnTo>
                  <a:lnTo>
                    <a:pt x="481748" y="892088"/>
                  </a:lnTo>
                  <a:close/>
                  <a:moveTo>
                    <a:pt x="483619" y="871175"/>
                  </a:moveTo>
                  <a:lnTo>
                    <a:pt x="472727" y="858362"/>
                  </a:lnTo>
                  <a:lnTo>
                    <a:pt x="443258" y="832153"/>
                  </a:lnTo>
                  <a:close/>
                  <a:moveTo>
                    <a:pt x="641621" y="1042752"/>
                  </a:moveTo>
                  <a:lnTo>
                    <a:pt x="615565" y="1005997"/>
                  </a:lnTo>
                  <a:lnTo>
                    <a:pt x="626323" y="1015413"/>
                  </a:lnTo>
                  <a:close/>
                  <a:moveTo>
                    <a:pt x="785682" y="1184780"/>
                  </a:moveTo>
                  <a:lnTo>
                    <a:pt x="830567" y="1181455"/>
                  </a:lnTo>
                  <a:lnTo>
                    <a:pt x="818546" y="1135833"/>
                  </a:lnTo>
                  <a:close/>
                  <a:moveTo>
                    <a:pt x="768713" y="1070411"/>
                  </a:moveTo>
                  <a:lnTo>
                    <a:pt x="745692" y="1063634"/>
                  </a:lnTo>
                  <a:lnTo>
                    <a:pt x="747511" y="1105307"/>
                  </a:lnTo>
                  <a:close/>
                  <a:moveTo>
                    <a:pt x="744989" y="1061006"/>
                  </a:moveTo>
                  <a:lnTo>
                    <a:pt x="746537" y="1062323"/>
                  </a:lnTo>
                  <a:lnTo>
                    <a:pt x="728730" y="1031081"/>
                  </a:lnTo>
                  <a:close/>
                  <a:moveTo>
                    <a:pt x="744989" y="1061006"/>
                  </a:moveTo>
                  <a:lnTo>
                    <a:pt x="728730" y="1031081"/>
                  </a:lnTo>
                  <a:lnTo>
                    <a:pt x="723391" y="1025568"/>
                  </a:lnTo>
                  <a:close/>
                  <a:moveTo>
                    <a:pt x="615565" y="1005997"/>
                  </a:moveTo>
                  <a:lnTo>
                    <a:pt x="619082" y="994211"/>
                  </a:lnTo>
                  <a:lnTo>
                    <a:pt x="595819" y="968376"/>
                  </a:lnTo>
                  <a:close/>
                  <a:moveTo>
                    <a:pt x="497332" y="822222"/>
                  </a:moveTo>
                  <a:lnTo>
                    <a:pt x="531059" y="855671"/>
                  </a:lnTo>
                  <a:lnTo>
                    <a:pt x="533332" y="813101"/>
                  </a:lnTo>
                  <a:close/>
                  <a:moveTo>
                    <a:pt x="533332" y="813101"/>
                  </a:moveTo>
                  <a:lnTo>
                    <a:pt x="574099" y="807046"/>
                  </a:lnTo>
                  <a:lnTo>
                    <a:pt x="540760" y="795733"/>
                  </a:lnTo>
                  <a:close/>
                  <a:moveTo>
                    <a:pt x="574099" y="807046"/>
                  </a:moveTo>
                  <a:lnTo>
                    <a:pt x="575163" y="799783"/>
                  </a:lnTo>
                  <a:lnTo>
                    <a:pt x="540760" y="795733"/>
                  </a:lnTo>
                  <a:close/>
                  <a:moveTo>
                    <a:pt x="744989" y="1061006"/>
                  </a:moveTo>
                  <a:lnTo>
                    <a:pt x="723391" y="1025568"/>
                  </a:lnTo>
                  <a:lnTo>
                    <a:pt x="764468" y="1037625"/>
                  </a:lnTo>
                  <a:close/>
                  <a:moveTo>
                    <a:pt x="764468" y="1037625"/>
                  </a:moveTo>
                  <a:lnTo>
                    <a:pt x="723391" y="1025568"/>
                  </a:lnTo>
                  <a:lnTo>
                    <a:pt x="715281" y="1059674"/>
                  </a:lnTo>
                  <a:close/>
                  <a:moveTo>
                    <a:pt x="795198" y="1093626"/>
                  </a:moveTo>
                  <a:lnTo>
                    <a:pt x="746537" y="1062323"/>
                  </a:lnTo>
                  <a:lnTo>
                    <a:pt x="790837" y="1052424"/>
                  </a:lnTo>
                  <a:close/>
                  <a:moveTo>
                    <a:pt x="745692" y="1063634"/>
                  </a:moveTo>
                  <a:lnTo>
                    <a:pt x="746537" y="1062323"/>
                  </a:lnTo>
                  <a:lnTo>
                    <a:pt x="769092" y="1054915"/>
                  </a:lnTo>
                  <a:close/>
                  <a:moveTo>
                    <a:pt x="414959" y="604336"/>
                  </a:moveTo>
                  <a:lnTo>
                    <a:pt x="378086" y="584508"/>
                  </a:lnTo>
                  <a:lnTo>
                    <a:pt x="376443" y="583475"/>
                  </a:lnTo>
                  <a:close/>
                  <a:moveTo>
                    <a:pt x="982133" y="1132349"/>
                  </a:moveTo>
                  <a:lnTo>
                    <a:pt x="953801" y="1101467"/>
                  </a:lnTo>
                  <a:lnTo>
                    <a:pt x="922664" y="1130790"/>
                  </a:lnTo>
                  <a:close/>
                  <a:moveTo>
                    <a:pt x="906430" y="1098459"/>
                  </a:moveTo>
                  <a:lnTo>
                    <a:pt x="909588" y="1101467"/>
                  </a:lnTo>
                  <a:lnTo>
                    <a:pt x="889912" y="1070802"/>
                  </a:lnTo>
                  <a:close/>
                  <a:moveTo>
                    <a:pt x="909588" y="1101467"/>
                  </a:moveTo>
                  <a:lnTo>
                    <a:pt x="925767" y="1113487"/>
                  </a:lnTo>
                  <a:lnTo>
                    <a:pt x="889912" y="1070802"/>
                  </a:lnTo>
                  <a:close/>
                  <a:moveTo>
                    <a:pt x="906430" y="1098459"/>
                  </a:moveTo>
                  <a:lnTo>
                    <a:pt x="889912" y="1070802"/>
                  </a:lnTo>
                  <a:lnTo>
                    <a:pt x="881861" y="1064712"/>
                  </a:lnTo>
                  <a:close/>
                  <a:moveTo>
                    <a:pt x="728544" y="903314"/>
                  </a:moveTo>
                  <a:lnTo>
                    <a:pt x="781254" y="925974"/>
                  </a:lnTo>
                  <a:lnTo>
                    <a:pt x="788980" y="908487"/>
                  </a:lnTo>
                  <a:close/>
                  <a:moveTo>
                    <a:pt x="728544" y="903314"/>
                  </a:moveTo>
                  <a:lnTo>
                    <a:pt x="788980" y="908487"/>
                  </a:lnTo>
                  <a:lnTo>
                    <a:pt x="751031" y="891180"/>
                  </a:lnTo>
                  <a:close/>
                  <a:moveTo>
                    <a:pt x="690431" y="861365"/>
                  </a:moveTo>
                  <a:lnTo>
                    <a:pt x="719012" y="898120"/>
                  </a:lnTo>
                  <a:lnTo>
                    <a:pt x="734083" y="880937"/>
                  </a:lnTo>
                  <a:close/>
                  <a:moveTo>
                    <a:pt x="50873" y="89510"/>
                  </a:moveTo>
                  <a:lnTo>
                    <a:pt x="50827" y="84292"/>
                  </a:lnTo>
                  <a:lnTo>
                    <a:pt x="38347" y="49691"/>
                  </a:lnTo>
                  <a:close/>
                  <a:moveTo>
                    <a:pt x="804444" y="917692"/>
                  </a:moveTo>
                  <a:lnTo>
                    <a:pt x="844591" y="901571"/>
                  </a:lnTo>
                  <a:lnTo>
                    <a:pt x="788980" y="908487"/>
                  </a:lnTo>
                  <a:close/>
                  <a:moveTo>
                    <a:pt x="788980" y="908487"/>
                  </a:moveTo>
                  <a:lnTo>
                    <a:pt x="844591" y="901571"/>
                  </a:lnTo>
                  <a:lnTo>
                    <a:pt x="845458" y="898866"/>
                  </a:lnTo>
                  <a:close/>
                  <a:moveTo>
                    <a:pt x="789288" y="826998"/>
                  </a:moveTo>
                  <a:lnTo>
                    <a:pt x="791704" y="827984"/>
                  </a:lnTo>
                  <a:lnTo>
                    <a:pt x="790154" y="816670"/>
                  </a:lnTo>
                  <a:close/>
                  <a:moveTo>
                    <a:pt x="794140" y="831574"/>
                  </a:moveTo>
                  <a:lnTo>
                    <a:pt x="791704" y="827984"/>
                  </a:lnTo>
                  <a:lnTo>
                    <a:pt x="789288" y="826998"/>
                  </a:lnTo>
                  <a:close/>
                  <a:moveTo>
                    <a:pt x="115825" y="58538"/>
                  </a:moveTo>
                  <a:lnTo>
                    <a:pt x="144135" y="62610"/>
                  </a:lnTo>
                  <a:lnTo>
                    <a:pt x="141073" y="20352"/>
                  </a:lnTo>
                  <a:close/>
                  <a:moveTo>
                    <a:pt x="115825" y="58538"/>
                  </a:moveTo>
                  <a:lnTo>
                    <a:pt x="141073" y="20352"/>
                  </a:lnTo>
                  <a:lnTo>
                    <a:pt x="106402" y="21451"/>
                  </a:lnTo>
                  <a:close/>
                  <a:moveTo>
                    <a:pt x="106402" y="21451"/>
                  </a:moveTo>
                  <a:lnTo>
                    <a:pt x="141073" y="20352"/>
                  </a:lnTo>
                  <a:lnTo>
                    <a:pt x="105251" y="0"/>
                  </a:lnTo>
                  <a:close/>
                  <a:moveTo>
                    <a:pt x="949853" y="1047528"/>
                  </a:moveTo>
                  <a:lnTo>
                    <a:pt x="923933" y="1025484"/>
                  </a:lnTo>
                  <a:lnTo>
                    <a:pt x="950561" y="1048583"/>
                  </a:lnTo>
                  <a:close/>
                  <a:moveTo>
                    <a:pt x="949853" y="1047528"/>
                  </a:moveTo>
                  <a:lnTo>
                    <a:pt x="931557" y="1010773"/>
                  </a:lnTo>
                  <a:lnTo>
                    <a:pt x="923933" y="1025484"/>
                  </a:lnTo>
                  <a:close/>
                  <a:moveTo>
                    <a:pt x="880731" y="906167"/>
                  </a:moveTo>
                  <a:lnTo>
                    <a:pt x="919633" y="927043"/>
                  </a:lnTo>
                  <a:lnTo>
                    <a:pt x="940162" y="907587"/>
                  </a:lnTo>
                  <a:close/>
                  <a:moveTo>
                    <a:pt x="902620" y="891801"/>
                  </a:moveTo>
                  <a:lnTo>
                    <a:pt x="880731" y="906167"/>
                  </a:lnTo>
                  <a:lnTo>
                    <a:pt x="940162" y="907587"/>
                  </a:lnTo>
                  <a:close/>
                  <a:moveTo>
                    <a:pt x="794140" y="831574"/>
                  </a:moveTo>
                  <a:lnTo>
                    <a:pt x="789288" y="826998"/>
                  </a:lnTo>
                  <a:lnTo>
                    <a:pt x="798423" y="809815"/>
                  </a:lnTo>
                  <a:close/>
                  <a:moveTo>
                    <a:pt x="882928" y="818175"/>
                  </a:moveTo>
                  <a:lnTo>
                    <a:pt x="871994" y="809815"/>
                  </a:lnTo>
                  <a:lnTo>
                    <a:pt x="876207" y="813462"/>
                  </a:lnTo>
                  <a:close/>
                  <a:moveTo>
                    <a:pt x="798423" y="809815"/>
                  </a:moveTo>
                  <a:lnTo>
                    <a:pt x="790154" y="816670"/>
                  </a:lnTo>
                  <a:lnTo>
                    <a:pt x="757293" y="784125"/>
                  </a:lnTo>
                  <a:close/>
                  <a:moveTo>
                    <a:pt x="789288" y="826998"/>
                  </a:moveTo>
                  <a:lnTo>
                    <a:pt x="790154" y="816670"/>
                  </a:lnTo>
                  <a:lnTo>
                    <a:pt x="798423" y="809815"/>
                  </a:lnTo>
                  <a:close/>
                  <a:moveTo>
                    <a:pt x="581463" y="515775"/>
                  </a:moveTo>
                  <a:lnTo>
                    <a:pt x="551100" y="530173"/>
                  </a:lnTo>
                  <a:lnTo>
                    <a:pt x="566431" y="569713"/>
                  </a:lnTo>
                  <a:close/>
                  <a:moveTo>
                    <a:pt x="615112" y="564314"/>
                  </a:moveTo>
                  <a:lnTo>
                    <a:pt x="594257" y="582549"/>
                  </a:lnTo>
                  <a:lnTo>
                    <a:pt x="650975" y="573824"/>
                  </a:lnTo>
                  <a:close/>
                  <a:moveTo>
                    <a:pt x="545636" y="525339"/>
                  </a:moveTo>
                  <a:lnTo>
                    <a:pt x="551100" y="530173"/>
                  </a:lnTo>
                  <a:lnTo>
                    <a:pt x="594417" y="486937"/>
                  </a:lnTo>
                  <a:close/>
                  <a:moveTo>
                    <a:pt x="517402" y="448145"/>
                  </a:moveTo>
                  <a:lnTo>
                    <a:pt x="504024" y="494337"/>
                  </a:lnTo>
                  <a:lnTo>
                    <a:pt x="554836" y="463529"/>
                  </a:lnTo>
                  <a:close/>
                  <a:moveTo>
                    <a:pt x="554836" y="463529"/>
                  </a:moveTo>
                  <a:lnTo>
                    <a:pt x="535121" y="486026"/>
                  </a:lnTo>
                  <a:lnTo>
                    <a:pt x="590264" y="471409"/>
                  </a:lnTo>
                  <a:close/>
                  <a:moveTo>
                    <a:pt x="789048" y="736305"/>
                  </a:moveTo>
                  <a:lnTo>
                    <a:pt x="764518" y="699550"/>
                  </a:lnTo>
                  <a:lnTo>
                    <a:pt x="771647" y="710049"/>
                  </a:lnTo>
                  <a:close/>
                  <a:moveTo>
                    <a:pt x="940162" y="907587"/>
                  </a:moveTo>
                  <a:lnTo>
                    <a:pt x="945684" y="873560"/>
                  </a:lnTo>
                  <a:lnTo>
                    <a:pt x="902620" y="891801"/>
                  </a:lnTo>
                  <a:close/>
                  <a:moveTo>
                    <a:pt x="902620" y="891801"/>
                  </a:moveTo>
                  <a:lnTo>
                    <a:pt x="945684" y="873560"/>
                  </a:lnTo>
                  <a:lnTo>
                    <a:pt x="908589" y="876630"/>
                  </a:lnTo>
                  <a:close/>
                  <a:moveTo>
                    <a:pt x="908589" y="876630"/>
                  </a:moveTo>
                  <a:lnTo>
                    <a:pt x="914811" y="846570"/>
                  </a:lnTo>
                  <a:lnTo>
                    <a:pt x="894757" y="862404"/>
                  </a:lnTo>
                  <a:close/>
                  <a:moveTo>
                    <a:pt x="873761" y="833109"/>
                  </a:moveTo>
                  <a:lnTo>
                    <a:pt x="886614" y="846570"/>
                  </a:lnTo>
                  <a:lnTo>
                    <a:pt x="848353" y="813480"/>
                  </a:lnTo>
                  <a:close/>
                  <a:moveTo>
                    <a:pt x="871994" y="809815"/>
                  </a:moveTo>
                  <a:lnTo>
                    <a:pt x="882928" y="818175"/>
                  </a:lnTo>
                  <a:lnTo>
                    <a:pt x="881896" y="808837"/>
                  </a:lnTo>
                  <a:close/>
                  <a:moveTo>
                    <a:pt x="798035" y="749925"/>
                  </a:moveTo>
                  <a:lnTo>
                    <a:pt x="854991" y="758874"/>
                  </a:lnTo>
                  <a:lnTo>
                    <a:pt x="856617" y="748172"/>
                  </a:lnTo>
                  <a:close/>
                  <a:moveTo>
                    <a:pt x="612728" y="507159"/>
                  </a:moveTo>
                  <a:lnTo>
                    <a:pt x="627438" y="485822"/>
                  </a:lnTo>
                  <a:lnTo>
                    <a:pt x="594417" y="486937"/>
                  </a:lnTo>
                  <a:close/>
                  <a:moveTo>
                    <a:pt x="533040" y="351572"/>
                  </a:moveTo>
                  <a:lnTo>
                    <a:pt x="534664" y="388327"/>
                  </a:lnTo>
                  <a:lnTo>
                    <a:pt x="518209" y="368755"/>
                  </a:lnTo>
                  <a:close/>
                  <a:moveTo>
                    <a:pt x="298569" y="57532"/>
                  </a:moveTo>
                  <a:lnTo>
                    <a:pt x="291238" y="100862"/>
                  </a:lnTo>
                  <a:lnTo>
                    <a:pt x="303374" y="59163"/>
                  </a:lnTo>
                  <a:close/>
                  <a:moveTo>
                    <a:pt x="322303" y="57532"/>
                  </a:moveTo>
                  <a:lnTo>
                    <a:pt x="303374" y="59163"/>
                  </a:lnTo>
                  <a:lnTo>
                    <a:pt x="291238" y="100862"/>
                  </a:lnTo>
                  <a:close/>
                  <a:moveTo>
                    <a:pt x="267193" y="39328"/>
                  </a:moveTo>
                  <a:lnTo>
                    <a:pt x="298569" y="57532"/>
                  </a:lnTo>
                  <a:lnTo>
                    <a:pt x="245123" y="34686"/>
                  </a:lnTo>
                  <a:close/>
                  <a:moveTo>
                    <a:pt x="643701" y="450418"/>
                  </a:moveTo>
                  <a:lnTo>
                    <a:pt x="664209" y="430887"/>
                  </a:lnTo>
                  <a:lnTo>
                    <a:pt x="604195" y="427289"/>
                  </a:lnTo>
                  <a:close/>
                  <a:moveTo>
                    <a:pt x="563954" y="305202"/>
                  </a:moveTo>
                  <a:lnTo>
                    <a:pt x="599049" y="339292"/>
                  </a:lnTo>
                  <a:lnTo>
                    <a:pt x="604116" y="330785"/>
                  </a:lnTo>
                  <a:close/>
                  <a:moveTo>
                    <a:pt x="599049" y="339292"/>
                  </a:moveTo>
                  <a:lnTo>
                    <a:pt x="617135" y="334388"/>
                  </a:lnTo>
                  <a:lnTo>
                    <a:pt x="604116" y="330785"/>
                  </a:lnTo>
                  <a:close/>
                  <a:moveTo>
                    <a:pt x="407089" y="163263"/>
                  </a:moveTo>
                  <a:lnTo>
                    <a:pt x="405205" y="181601"/>
                  </a:lnTo>
                  <a:lnTo>
                    <a:pt x="408782" y="167797"/>
                  </a:lnTo>
                  <a:close/>
                  <a:moveTo>
                    <a:pt x="407089" y="163263"/>
                  </a:moveTo>
                  <a:lnTo>
                    <a:pt x="408782" y="167797"/>
                  </a:lnTo>
                  <a:lnTo>
                    <a:pt x="395549" y="145501"/>
                  </a:lnTo>
                  <a:close/>
                  <a:moveTo>
                    <a:pt x="694447" y="405405"/>
                  </a:moveTo>
                  <a:lnTo>
                    <a:pt x="683881" y="369248"/>
                  </a:lnTo>
                  <a:lnTo>
                    <a:pt x="672737" y="395967"/>
                  </a:lnTo>
                  <a:close/>
                  <a:moveTo>
                    <a:pt x="663709" y="332811"/>
                  </a:moveTo>
                  <a:lnTo>
                    <a:pt x="661388" y="371143"/>
                  </a:lnTo>
                  <a:lnTo>
                    <a:pt x="676635" y="330392"/>
                  </a:lnTo>
                  <a:close/>
                  <a:moveTo>
                    <a:pt x="676635" y="330392"/>
                  </a:moveTo>
                  <a:lnTo>
                    <a:pt x="661388" y="371143"/>
                  </a:lnTo>
                  <a:lnTo>
                    <a:pt x="683881" y="369248"/>
                  </a:lnTo>
                  <a:close/>
                  <a:moveTo>
                    <a:pt x="686670" y="277486"/>
                  </a:moveTo>
                  <a:lnTo>
                    <a:pt x="680753" y="271958"/>
                  </a:lnTo>
                  <a:lnTo>
                    <a:pt x="659744" y="272289"/>
                  </a:lnTo>
                  <a:close/>
                  <a:moveTo>
                    <a:pt x="686670" y="277486"/>
                  </a:moveTo>
                  <a:lnTo>
                    <a:pt x="685583" y="290017"/>
                  </a:lnTo>
                  <a:lnTo>
                    <a:pt x="692643" y="280450"/>
                  </a:lnTo>
                  <a:close/>
                  <a:moveTo>
                    <a:pt x="686670" y="277486"/>
                  </a:moveTo>
                  <a:lnTo>
                    <a:pt x="692643" y="280450"/>
                  </a:lnTo>
                  <a:lnTo>
                    <a:pt x="680753" y="271958"/>
                  </a:lnTo>
                  <a:close/>
                </a:path>
              </a:pathLst>
            </a:custGeom>
            <a:solidFill>
              <a:srgbClr val="C2CCD3"/>
            </a:solidFill>
            <a:ln w="1524">
              <a:solidFill>
                <a:srgbClr val="C2CCD3"/>
              </a:solidFill>
            </a:ln>
          </p:spPr>
        </p:sp>
        <p:sp>
          <p:nvSpPr>
            <p:cNvPr id="89" name="Input_density__88">
              <a:extLst>
                <a:ext uri="{FF2B5EF4-FFF2-40B4-BE49-F238E27FC236}">
                  <a16:creationId xmlns:a16="http://schemas.microsoft.com/office/drawing/2014/main" id="{C3C45186-3AB7-E64C-A8D0-B566057389EB}"/>
                </a:ext>
              </a:extLst>
            </p:cNvPr>
            <p:cNvSpPr>
              <a:spLocks noGrp="1"/>
            </p:cNvSpPr>
            <p:nvPr/>
          </p:nvSpPr>
          <p:spPr>
            <a:xfrm>
              <a:off x="916385" y="1852985"/>
              <a:ext cx="978820" cy="1245667"/>
            </a:xfrm>
            <a:custGeom>
              <a:avLst/>
              <a:gdLst/>
              <a:ahLst/>
              <a:cxnLst/>
              <a:rect l="0" t="0" r="0" b="0"/>
              <a:pathLst>
                <a:path w="978820" h="1245667">
                  <a:moveTo>
                    <a:pt x="3997" y="1109233"/>
                  </a:moveTo>
                  <a:lnTo>
                    <a:pt x="4418" y="1107632"/>
                  </a:lnTo>
                  <a:lnTo>
                    <a:pt x="0" y="1125849"/>
                  </a:lnTo>
                  <a:close/>
                  <a:moveTo>
                    <a:pt x="0" y="1125849"/>
                  </a:moveTo>
                  <a:lnTo>
                    <a:pt x="4418" y="1107632"/>
                  </a:lnTo>
                  <a:lnTo>
                    <a:pt x="26480" y="1071911"/>
                  </a:lnTo>
                  <a:close/>
                  <a:moveTo>
                    <a:pt x="4284" y="1108666"/>
                  </a:moveTo>
                  <a:lnTo>
                    <a:pt x="3997" y="1109233"/>
                  </a:lnTo>
                  <a:lnTo>
                    <a:pt x="5672" y="1112324"/>
                  </a:lnTo>
                  <a:close/>
                  <a:moveTo>
                    <a:pt x="4418" y="1107632"/>
                  </a:moveTo>
                  <a:lnTo>
                    <a:pt x="3997" y="1109233"/>
                  </a:lnTo>
                  <a:lnTo>
                    <a:pt x="4284" y="1108666"/>
                  </a:lnTo>
                  <a:close/>
                  <a:moveTo>
                    <a:pt x="4284" y="1108666"/>
                  </a:moveTo>
                  <a:lnTo>
                    <a:pt x="5672" y="1112324"/>
                  </a:lnTo>
                  <a:lnTo>
                    <a:pt x="16900" y="1098743"/>
                  </a:lnTo>
                  <a:close/>
                  <a:moveTo>
                    <a:pt x="4418" y="1107632"/>
                  </a:moveTo>
                  <a:lnTo>
                    <a:pt x="4284" y="1108666"/>
                  </a:lnTo>
                  <a:lnTo>
                    <a:pt x="16900" y="1098743"/>
                  </a:lnTo>
                  <a:close/>
                  <a:moveTo>
                    <a:pt x="85020" y="1063631"/>
                  </a:moveTo>
                  <a:lnTo>
                    <a:pt x="52690" y="1067331"/>
                  </a:lnTo>
                  <a:lnTo>
                    <a:pt x="105791" y="1045082"/>
                  </a:lnTo>
                  <a:close/>
                  <a:moveTo>
                    <a:pt x="122197" y="983606"/>
                  </a:moveTo>
                  <a:lnTo>
                    <a:pt x="134211" y="995142"/>
                  </a:lnTo>
                  <a:lnTo>
                    <a:pt x="116883" y="990347"/>
                  </a:lnTo>
                  <a:close/>
                  <a:moveTo>
                    <a:pt x="144790" y="970110"/>
                  </a:moveTo>
                  <a:lnTo>
                    <a:pt x="134211" y="995142"/>
                  </a:lnTo>
                  <a:lnTo>
                    <a:pt x="122197" y="983606"/>
                  </a:lnTo>
                  <a:close/>
                  <a:moveTo>
                    <a:pt x="193147" y="930124"/>
                  </a:moveTo>
                  <a:lnTo>
                    <a:pt x="161083" y="973295"/>
                  </a:lnTo>
                  <a:lnTo>
                    <a:pt x="177199" y="966423"/>
                  </a:lnTo>
                  <a:close/>
                  <a:moveTo>
                    <a:pt x="144790" y="970110"/>
                  </a:moveTo>
                  <a:lnTo>
                    <a:pt x="161083" y="973295"/>
                  </a:lnTo>
                  <a:lnTo>
                    <a:pt x="193147" y="930124"/>
                  </a:lnTo>
                  <a:close/>
                  <a:moveTo>
                    <a:pt x="194779" y="929668"/>
                  </a:moveTo>
                  <a:lnTo>
                    <a:pt x="207063" y="885945"/>
                  </a:lnTo>
                  <a:lnTo>
                    <a:pt x="209345" y="875729"/>
                  </a:lnTo>
                  <a:close/>
                  <a:moveTo>
                    <a:pt x="386020" y="881119"/>
                  </a:moveTo>
                  <a:lnTo>
                    <a:pt x="395978" y="914873"/>
                  </a:lnTo>
                  <a:lnTo>
                    <a:pt x="385973" y="878117"/>
                  </a:lnTo>
                  <a:close/>
                  <a:moveTo>
                    <a:pt x="261979" y="855950"/>
                  </a:moveTo>
                  <a:lnTo>
                    <a:pt x="303305" y="804694"/>
                  </a:lnTo>
                  <a:lnTo>
                    <a:pt x="262413" y="810850"/>
                  </a:lnTo>
                  <a:close/>
                  <a:moveTo>
                    <a:pt x="303305" y="804694"/>
                  </a:moveTo>
                  <a:lnTo>
                    <a:pt x="342596" y="826534"/>
                  </a:lnTo>
                  <a:lnTo>
                    <a:pt x="303662" y="804608"/>
                  </a:lnTo>
                  <a:close/>
                  <a:moveTo>
                    <a:pt x="262413" y="810850"/>
                  </a:moveTo>
                  <a:lnTo>
                    <a:pt x="303305" y="804694"/>
                  </a:lnTo>
                  <a:lnTo>
                    <a:pt x="293377" y="768019"/>
                  </a:lnTo>
                  <a:close/>
                  <a:moveTo>
                    <a:pt x="303662" y="804608"/>
                  </a:moveTo>
                  <a:lnTo>
                    <a:pt x="328122" y="772418"/>
                  </a:lnTo>
                  <a:lnTo>
                    <a:pt x="303305" y="804694"/>
                  </a:lnTo>
                  <a:close/>
                  <a:moveTo>
                    <a:pt x="303305" y="804694"/>
                  </a:moveTo>
                  <a:lnTo>
                    <a:pt x="328122" y="772418"/>
                  </a:lnTo>
                  <a:lnTo>
                    <a:pt x="322804" y="771184"/>
                  </a:lnTo>
                  <a:close/>
                  <a:moveTo>
                    <a:pt x="303305" y="804694"/>
                  </a:moveTo>
                  <a:lnTo>
                    <a:pt x="322804" y="771184"/>
                  </a:lnTo>
                  <a:lnTo>
                    <a:pt x="293377" y="768019"/>
                  </a:lnTo>
                  <a:close/>
                  <a:moveTo>
                    <a:pt x="266169" y="761570"/>
                  </a:moveTo>
                  <a:lnTo>
                    <a:pt x="250019" y="776180"/>
                  </a:lnTo>
                  <a:lnTo>
                    <a:pt x="293377" y="768019"/>
                  </a:lnTo>
                  <a:close/>
                  <a:moveTo>
                    <a:pt x="189198" y="694343"/>
                  </a:moveTo>
                  <a:lnTo>
                    <a:pt x="182768" y="657588"/>
                  </a:lnTo>
                  <a:lnTo>
                    <a:pt x="188242" y="665074"/>
                  </a:lnTo>
                  <a:close/>
                  <a:moveTo>
                    <a:pt x="188242" y="665074"/>
                  </a:moveTo>
                  <a:lnTo>
                    <a:pt x="182768" y="657588"/>
                  </a:lnTo>
                  <a:lnTo>
                    <a:pt x="193170" y="641582"/>
                  </a:lnTo>
                  <a:close/>
                  <a:moveTo>
                    <a:pt x="682830" y="1226579"/>
                  </a:moveTo>
                  <a:lnTo>
                    <a:pt x="672279" y="1245667"/>
                  </a:lnTo>
                  <a:lnTo>
                    <a:pt x="704055" y="1232563"/>
                  </a:lnTo>
                  <a:close/>
                  <a:moveTo>
                    <a:pt x="400714" y="913920"/>
                  </a:moveTo>
                  <a:lnTo>
                    <a:pt x="400154" y="917157"/>
                  </a:lnTo>
                  <a:lnTo>
                    <a:pt x="444759" y="897689"/>
                  </a:lnTo>
                  <a:close/>
                  <a:moveTo>
                    <a:pt x="395978" y="914873"/>
                  </a:moveTo>
                  <a:lnTo>
                    <a:pt x="400154" y="917157"/>
                  </a:lnTo>
                  <a:lnTo>
                    <a:pt x="400714" y="913920"/>
                  </a:lnTo>
                  <a:close/>
                  <a:moveTo>
                    <a:pt x="385973" y="878117"/>
                  </a:moveTo>
                  <a:lnTo>
                    <a:pt x="395978" y="914873"/>
                  </a:lnTo>
                  <a:lnTo>
                    <a:pt x="400714" y="913920"/>
                  </a:lnTo>
                  <a:close/>
                  <a:moveTo>
                    <a:pt x="444759" y="897689"/>
                  </a:moveTo>
                  <a:lnTo>
                    <a:pt x="436025" y="860934"/>
                  </a:lnTo>
                  <a:lnTo>
                    <a:pt x="400714" y="913920"/>
                  </a:lnTo>
                  <a:close/>
                  <a:moveTo>
                    <a:pt x="436025" y="860934"/>
                  </a:moveTo>
                  <a:lnTo>
                    <a:pt x="395076" y="873757"/>
                  </a:lnTo>
                  <a:lnTo>
                    <a:pt x="400714" y="913920"/>
                  </a:lnTo>
                  <a:close/>
                  <a:moveTo>
                    <a:pt x="368675" y="787424"/>
                  </a:moveTo>
                  <a:lnTo>
                    <a:pt x="342596" y="826534"/>
                  </a:lnTo>
                  <a:lnTo>
                    <a:pt x="356379" y="841363"/>
                  </a:lnTo>
                  <a:close/>
                  <a:moveTo>
                    <a:pt x="368675" y="787424"/>
                  </a:moveTo>
                  <a:lnTo>
                    <a:pt x="356379" y="841363"/>
                  </a:lnTo>
                  <a:lnTo>
                    <a:pt x="380967" y="824179"/>
                  </a:lnTo>
                  <a:close/>
                  <a:moveTo>
                    <a:pt x="303662" y="804608"/>
                  </a:moveTo>
                  <a:lnTo>
                    <a:pt x="342596" y="826534"/>
                  </a:lnTo>
                  <a:lnTo>
                    <a:pt x="350805" y="793166"/>
                  </a:lnTo>
                  <a:close/>
                  <a:moveTo>
                    <a:pt x="328122" y="772418"/>
                  </a:moveTo>
                  <a:lnTo>
                    <a:pt x="303662" y="804608"/>
                  </a:lnTo>
                  <a:lnTo>
                    <a:pt x="350805" y="793166"/>
                  </a:lnTo>
                  <a:close/>
                  <a:moveTo>
                    <a:pt x="328122" y="772418"/>
                  </a:moveTo>
                  <a:lnTo>
                    <a:pt x="350805" y="793166"/>
                  </a:lnTo>
                  <a:lnTo>
                    <a:pt x="384187" y="761250"/>
                  </a:lnTo>
                  <a:close/>
                  <a:moveTo>
                    <a:pt x="240490" y="604938"/>
                  </a:moveTo>
                  <a:lnTo>
                    <a:pt x="243723" y="609808"/>
                  </a:lnTo>
                  <a:lnTo>
                    <a:pt x="279958" y="620708"/>
                  </a:lnTo>
                  <a:close/>
                  <a:moveTo>
                    <a:pt x="704664" y="1154974"/>
                  </a:moveTo>
                  <a:lnTo>
                    <a:pt x="728959" y="1191729"/>
                  </a:lnTo>
                  <a:lnTo>
                    <a:pt x="730993" y="1137790"/>
                  </a:lnTo>
                  <a:close/>
                  <a:moveTo>
                    <a:pt x="686898" y="1118219"/>
                  </a:moveTo>
                  <a:lnTo>
                    <a:pt x="704664" y="1154974"/>
                  </a:lnTo>
                  <a:lnTo>
                    <a:pt x="730993" y="1137790"/>
                  </a:lnTo>
                  <a:close/>
                  <a:moveTo>
                    <a:pt x="686898" y="1118219"/>
                  </a:moveTo>
                  <a:lnTo>
                    <a:pt x="730993" y="1137790"/>
                  </a:lnTo>
                  <a:lnTo>
                    <a:pt x="708940" y="1101036"/>
                  </a:lnTo>
                  <a:close/>
                  <a:moveTo>
                    <a:pt x="708940" y="1101036"/>
                  </a:moveTo>
                  <a:lnTo>
                    <a:pt x="669844" y="1081464"/>
                  </a:lnTo>
                  <a:lnTo>
                    <a:pt x="686898" y="1118219"/>
                  </a:lnTo>
                  <a:close/>
                  <a:moveTo>
                    <a:pt x="436025" y="860934"/>
                  </a:moveTo>
                  <a:lnTo>
                    <a:pt x="459425" y="893277"/>
                  </a:lnTo>
                  <a:lnTo>
                    <a:pt x="446978" y="858650"/>
                  </a:lnTo>
                  <a:close/>
                  <a:moveTo>
                    <a:pt x="436025" y="860934"/>
                  </a:moveTo>
                  <a:lnTo>
                    <a:pt x="444759" y="897689"/>
                  </a:lnTo>
                  <a:lnTo>
                    <a:pt x="459425" y="893277"/>
                  </a:lnTo>
                  <a:close/>
                  <a:moveTo>
                    <a:pt x="446978" y="858650"/>
                  </a:moveTo>
                  <a:lnTo>
                    <a:pt x="459425" y="893277"/>
                  </a:lnTo>
                  <a:lnTo>
                    <a:pt x="483619" y="855949"/>
                  </a:lnTo>
                  <a:close/>
                  <a:moveTo>
                    <a:pt x="446978" y="858650"/>
                  </a:moveTo>
                  <a:lnTo>
                    <a:pt x="408213" y="851079"/>
                  </a:lnTo>
                  <a:lnTo>
                    <a:pt x="436025" y="860934"/>
                  </a:lnTo>
                  <a:close/>
                  <a:moveTo>
                    <a:pt x="415713" y="812232"/>
                  </a:moveTo>
                  <a:lnTo>
                    <a:pt x="408213" y="851079"/>
                  </a:lnTo>
                  <a:lnTo>
                    <a:pt x="446978" y="858650"/>
                  </a:lnTo>
                  <a:close/>
                  <a:moveTo>
                    <a:pt x="368675" y="787424"/>
                  </a:moveTo>
                  <a:lnTo>
                    <a:pt x="380967" y="824179"/>
                  </a:lnTo>
                  <a:lnTo>
                    <a:pt x="415713" y="812232"/>
                  </a:lnTo>
                  <a:close/>
                  <a:moveTo>
                    <a:pt x="415713" y="812232"/>
                  </a:moveTo>
                  <a:lnTo>
                    <a:pt x="443258" y="816927"/>
                  </a:lnTo>
                  <a:lnTo>
                    <a:pt x="445482" y="770372"/>
                  </a:lnTo>
                  <a:close/>
                  <a:moveTo>
                    <a:pt x="279958" y="620708"/>
                  </a:moveTo>
                  <a:lnTo>
                    <a:pt x="243723" y="609808"/>
                  </a:lnTo>
                  <a:lnTo>
                    <a:pt x="302093" y="607260"/>
                  </a:lnTo>
                  <a:close/>
                  <a:moveTo>
                    <a:pt x="279958" y="620708"/>
                  </a:moveTo>
                  <a:lnTo>
                    <a:pt x="302093" y="607260"/>
                  </a:lnTo>
                  <a:lnTo>
                    <a:pt x="296214" y="603649"/>
                  </a:lnTo>
                  <a:close/>
                  <a:moveTo>
                    <a:pt x="302093" y="607260"/>
                  </a:moveTo>
                  <a:lnTo>
                    <a:pt x="327268" y="586466"/>
                  </a:lnTo>
                  <a:lnTo>
                    <a:pt x="296214" y="603649"/>
                  </a:lnTo>
                  <a:close/>
                  <a:moveTo>
                    <a:pt x="730993" y="1137790"/>
                  </a:moveTo>
                  <a:lnTo>
                    <a:pt x="749629" y="1159334"/>
                  </a:lnTo>
                  <a:lnTo>
                    <a:pt x="752548" y="1130733"/>
                  </a:lnTo>
                  <a:close/>
                  <a:moveTo>
                    <a:pt x="708940" y="1101036"/>
                  </a:moveTo>
                  <a:lnTo>
                    <a:pt x="752548" y="1130733"/>
                  </a:lnTo>
                  <a:lnTo>
                    <a:pt x="747511" y="1090081"/>
                  </a:lnTo>
                  <a:close/>
                  <a:moveTo>
                    <a:pt x="708940" y="1101036"/>
                  </a:moveTo>
                  <a:lnTo>
                    <a:pt x="730993" y="1137790"/>
                  </a:lnTo>
                  <a:lnTo>
                    <a:pt x="752548" y="1130733"/>
                  </a:lnTo>
                  <a:close/>
                  <a:moveTo>
                    <a:pt x="790410" y="1127040"/>
                  </a:moveTo>
                  <a:lnTo>
                    <a:pt x="752548" y="1130733"/>
                  </a:lnTo>
                  <a:lnTo>
                    <a:pt x="749629" y="1159334"/>
                  </a:lnTo>
                  <a:close/>
                  <a:moveTo>
                    <a:pt x="752548" y="1130733"/>
                  </a:moveTo>
                  <a:lnTo>
                    <a:pt x="790410" y="1127040"/>
                  </a:lnTo>
                  <a:lnTo>
                    <a:pt x="784408" y="1087172"/>
                  </a:lnTo>
                  <a:close/>
                  <a:moveTo>
                    <a:pt x="752548" y="1130733"/>
                  </a:moveTo>
                  <a:lnTo>
                    <a:pt x="784408" y="1087172"/>
                  </a:lnTo>
                  <a:lnTo>
                    <a:pt x="747511" y="1090081"/>
                  </a:lnTo>
                  <a:close/>
                  <a:moveTo>
                    <a:pt x="708940" y="1101036"/>
                  </a:moveTo>
                  <a:lnTo>
                    <a:pt x="747511" y="1090081"/>
                  </a:lnTo>
                  <a:lnTo>
                    <a:pt x="698118" y="1091322"/>
                  </a:lnTo>
                  <a:close/>
                  <a:moveTo>
                    <a:pt x="483325" y="753057"/>
                  </a:moveTo>
                  <a:lnTo>
                    <a:pt x="485737" y="795571"/>
                  </a:lnTo>
                  <a:lnTo>
                    <a:pt x="505203" y="772141"/>
                  </a:lnTo>
                  <a:close/>
                  <a:moveTo>
                    <a:pt x="483325" y="753057"/>
                  </a:moveTo>
                  <a:lnTo>
                    <a:pt x="445742" y="770241"/>
                  </a:lnTo>
                  <a:lnTo>
                    <a:pt x="485737" y="795571"/>
                  </a:lnTo>
                  <a:close/>
                  <a:moveTo>
                    <a:pt x="493081" y="726821"/>
                  </a:moveTo>
                  <a:lnTo>
                    <a:pt x="473280" y="748993"/>
                  </a:lnTo>
                  <a:lnTo>
                    <a:pt x="445742" y="770241"/>
                  </a:lnTo>
                  <a:close/>
                  <a:moveTo>
                    <a:pt x="335803" y="581627"/>
                  </a:moveTo>
                  <a:lnTo>
                    <a:pt x="327268" y="586466"/>
                  </a:lnTo>
                  <a:lnTo>
                    <a:pt x="351808" y="572352"/>
                  </a:lnTo>
                  <a:close/>
                  <a:moveTo>
                    <a:pt x="351808" y="572352"/>
                  </a:moveTo>
                  <a:lnTo>
                    <a:pt x="302093" y="607260"/>
                  </a:lnTo>
                  <a:lnTo>
                    <a:pt x="321971" y="585372"/>
                  </a:lnTo>
                  <a:close/>
                  <a:moveTo>
                    <a:pt x="335803" y="581627"/>
                  </a:moveTo>
                  <a:lnTo>
                    <a:pt x="351808" y="572352"/>
                  </a:lnTo>
                  <a:lnTo>
                    <a:pt x="378086" y="569282"/>
                  </a:lnTo>
                  <a:close/>
                  <a:moveTo>
                    <a:pt x="208319" y="469764"/>
                  </a:moveTo>
                  <a:lnTo>
                    <a:pt x="254715" y="459132"/>
                  </a:lnTo>
                  <a:lnTo>
                    <a:pt x="231577" y="468188"/>
                  </a:lnTo>
                  <a:close/>
                  <a:moveTo>
                    <a:pt x="254715" y="459132"/>
                  </a:moveTo>
                  <a:lnTo>
                    <a:pt x="208319" y="469764"/>
                  </a:lnTo>
                  <a:lnTo>
                    <a:pt x="254868" y="459060"/>
                  </a:lnTo>
                  <a:close/>
                  <a:moveTo>
                    <a:pt x="286563" y="452988"/>
                  </a:moveTo>
                  <a:lnTo>
                    <a:pt x="254715" y="459132"/>
                  </a:lnTo>
                  <a:lnTo>
                    <a:pt x="255078" y="459017"/>
                  </a:lnTo>
                  <a:close/>
                  <a:moveTo>
                    <a:pt x="231577" y="468188"/>
                  </a:moveTo>
                  <a:lnTo>
                    <a:pt x="254715" y="459132"/>
                  </a:lnTo>
                  <a:lnTo>
                    <a:pt x="286563" y="452988"/>
                  </a:lnTo>
                  <a:close/>
                  <a:moveTo>
                    <a:pt x="254715" y="459132"/>
                  </a:moveTo>
                  <a:lnTo>
                    <a:pt x="254868" y="459060"/>
                  </a:lnTo>
                  <a:lnTo>
                    <a:pt x="255078" y="459017"/>
                  </a:lnTo>
                  <a:close/>
                  <a:moveTo>
                    <a:pt x="818546" y="1120607"/>
                  </a:moveTo>
                  <a:lnTo>
                    <a:pt x="828808" y="1157362"/>
                  </a:lnTo>
                  <a:lnTo>
                    <a:pt x="832111" y="1140179"/>
                  </a:lnTo>
                  <a:close/>
                  <a:moveTo>
                    <a:pt x="483325" y="753057"/>
                  </a:moveTo>
                  <a:lnTo>
                    <a:pt x="509355" y="700786"/>
                  </a:lnTo>
                  <a:lnTo>
                    <a:pt x="493081" y="726821"/>
                  </a:lnTo>
                  <a:close/>
                  <a:moveTo>
                    <a:pt x="834201" y="939220"/>
                  </a:moveTo>
                  <a:lnTo>
                    <a:pt x="818347" y="974693"/>
                  </a:lnTo>
                  <a:lnTo>
                    <a:pt x="834784" y="939938"/>
                  </a:lnTo>
                  <a:close/>
                  <a:moveTo>
                    <a:pt x="971272" y="1069057"/>
                  </a:moveTo>
                  <a:lnTo>
                    <a:pt x="964740" y="1052093"/>
                  </a:lnTo>
                  <a:lnTo>
                    <a:pt x="953801" y="1086241"/>
                  </a:lnTo>
                  <a:close/>
                  <a:moveTo>
                    <a:pt x="834201" y="939220"/>
                  </a:moveTo>
                  <a:lnTo>
                    <a:pt x="834784" y="939938"/>
                  </a:lnTo>
                  <a:lnTo>
                    <a:pt x="834897" y="938973"/>
                  </a:lnTo>
                  <a:close/>
                  <a:moveTo>
                    <a:pt x="804444" y="902466"/>
                  </a:moveTo>
                  <a:lnTo>
                    <a:pt x="834201" y="939220"/>
                  </a:lnTo>
                  <a:lnTo>
                    <a:pt x="834897" y="938973"/>
                  </a:lnTo>
                  <a:close/>
                  <a:moveTo>
                    <a:pt x="873092" y="935009"/>
                  </a:moveTo>
                  <a:lnTo>
                    <a:pt x="834784" y="939938"/>
                  </a:lnTo>
                  <a:lnTo>
                    <a:pt x="877716" y="975877"/>
                  </a:lnTo>
                  <a:close/>
                  <a:moveTo>
                    <a:pt x="873092" y="935009"/>
                  </a:moveTo>
                  <a:lnTo>
                    <a:pt x="834897" y="938973"/>
                  </a:lnTo>
                  <a:lnTo>
                    <a:pt x="834784" y="939938"/>
                  </a:lnTo>
                  <a:close/>
                  <a:moveTo>
                    <a:pt x="791765" y="767961"/>
                  </a:moveTo>
                  <a:lnTo>
                    <a:pt x="776573" y="750666"/>
                  </a:lnTo>
                  <a:lnTo>
                    <a:pt x="757293" y="768899"/>
                  </a:lnTo>
                  <a:close/>
                  <a:moveTo>
                    <a:pt x="845810" y="788747"/>
                  </a:moveTo>
                  <a:lnTo>
                    <a:pt x="813484" y="757834"/>
                  </a:lnTo>
                  <a:lnTo>
                    <a:pt x="790154" y="801444"/>
                  </a:lnTo>
                  <a:close/>
                  <a:moveTo>
                    <a:pt x="798035" y="734699"/>
                  </a:moveTo>
                  <a:lnTo>
                    <a:pt x="781204" y="731800"/>
                  </a:lnTo>
                  <a:lnTo>
                    <a:pt x="813484" y="757834"/>
                  </a:lnTo>
                  <a:close/>
                  <a:moveTo>
                    <a:pt x="813484" y="757834"/>
                  </a:moveTo>
                  <a:lnTo>
                    <a:pt x="781204" y="731800"/>
                  </a:lnTo>
                  <a:lnTo>
                    <a:pt x="775952" y="738262"/>
                  </a:lnTo>
                  <a:close/>
                  <a:moveTo>
                    <a:pt x="776573" y="750666"/>
                  </a:moveTo>
                  <a:lnTo>
                    <a:pt x="791765" y="767961"/>
                  </a:lnTo>
                  <a:lnTo>
                    <a:pt x="813484" y="757834"/>
                  </a:lnTo>
                  <a:close/>
                  <a:moveTo>
                    <a:pt x="775952" y="738262"/>
                  </a:moveTo>
                  <a:lnTo>
                    <a:pt x="776573" y="750666"/>
                  </a:lnTo>
                  <a:lnTo>
                    <a:pt x="813484" y="757834"/>
                  </a:lnTo>
                  <a:close/>
                  <a:moveTo>
                    <a:pt x="594417" y="471711"/>
                  </a:moveTo>
                  <a:lnTo>
                    <a:pt x="551100" y="514947"/>
                  </a:lnTo>
                  <a:lnTo>
                    <a:pt x="581463" y="500549"/>
                  </a:lnTo>
                  <a:close/>
                  <a:moveTo>
                    <a:pt x="268781" y="179215"/>
                  </a:moveTo>
                  <a:lnTo>
                    <a:pt x="310148" y="172672"/>
                  </a:lnTo>
                  <a:lnTo>
                    <a:pt x="288062" y="145880"/>
                  </a:lnTo>
                  <a:close/>
                  <a:moveTo>
                    <a:pt x="235014" y="0"/>
                  </a:moveTo>
                  <a:lnTo>
                    <a:pt x="211372" y="39917"/>
                  </a:lnTo>
                  <a:lnTo>
                    <a:pt x="230176" y="22734"/>
                  </a:lnTo>
                  <a:close/>
                  <a:moveTo>
                    <a:pt x="554836" y="448302"/>
                  </a:moveTo>
                  <a:lnTo>
                    <a:pt x="602016" y="409855"/>
                  </a:lnTo>
                  <a:lnTo>
                    <a:pt x="554583" y="422621"/>
                  </a:lnTo>
                  <a:close/>
                  <a:moveTo>
                    <a:pt x="604195" y="412063"/>
                  </a:moveTo>
                  <a:lnTo>
                    <a:pt x="602016" y="409855"/>
                  </a:lnTo>
                  <a:lnTo>
                    <a:pt x="554836" y="448302"/>
                  </a:lnTo>
                  <a:close/>
                  <a:moveTo>
                    <a:pt x="590264" y="456183"/>
                  </a:moveTo>
                  <a:lnTo>
                    <a:pt x="604195" y="412063"/>
                  </a:lnTo>
                  <a:lnTo>
                    <a:pt x="554836" y="448302"/>
                  </a:lnTo>
                  <a:close/>
                  <a:moveTo>
                    <a:pt x="540092" y="393176"/>
                  </a:moveTo>
                  <a:lnTo>
                    <a:pt x="554583" y="422621"/>
                  </a:lnTo>
                  <a:lnTo>
                    <a:pt x="542037" y="390284"/>
                  </a:lnTo>
                  <a:close/>
                  <a:moveTo>
                    <a:pt x="542037" y="390284"/>
                  </a:moveTo>
                  <a:lnTo>
                    <a:pt x="554583" y="422621"/>
                  </a:lnTo>
                  <a:lnTo>
                    <a:pt x="602016" y="409855"/>
                  </a:lnTo>
                  <a:close/>
                  <a:moveTo>
                    <a:pt x="542037" y="390284"/>
                  </a:moveTo>
                  <a:lnTo>
                    <a:pt x="602016" y="409855"/>
                  </a:lnTo>
                  <a:lnTo>
                    <a:pt x="581445" y="373101"/>
                  </a:lnTo>
                  <a:close/>
                  <a:moveTo>
                    <a:pt x="534301" y="353529"/>
                  </a:moveTo>
                  <a:lnTo>
                    <a:pt x="542037" y="390284"/>
                  </a:lnTo>
                  <a:lnTo>
                    <a:pt x="581445" y="373101"/>
                  </a:lnTo>
                  <a:close/>
                  <a:moveTo>
                    <a:pt x="529207" y="316774"/>
                  </a:moveTo>
                  <a:lnTo>
                    <a:pt x="567994" y="336346"/>
                  </a:lnTo>
                  <a:lnTo>
                    <a:pt x="553095" y="299590"/>
                  </a:lnTo>
                  <a:close/>
                  <a:moveTo>
                    <a:pt x="363336" y="156519"/>
                  </a:moveTo>
                  <a:lnTo>
                    <a:pt x="405205" y="166375"/>
                  </a:lnTo>
                  <a:lnTo>
                    <a:pt x="387425" y="152571"/>
                  </a:lnTo>
                  <a:close/>
                  <a:moveTo>
                    <a:pt x="387425" y="152571"/>
                  </a:moveTo>
                  <a:lnTo>
                    <a:pt x="395549" y="130275"/>
                  </a:lnTo>
                  <a:lnTo>
                    <a:pt x="363336" y="156519"/>
                  </a:lnTo>
                  <a:close/>
                  <a:moveTo>
                    <a:pt x="363336" y="156519"/>
                  </a:moveTo>
                  <a:lnTo>
                    <a:pt x="395549" y="130275"/>
                  </a:lnTo>
                  <a:lnTo>
                    <a:pt x="389014" y="117985"/>
                  </a:lnTo>
                  <a:close/>
                  <a:moveTo>
                    <a:pt x="348990" y="123435"/>
                  </a:moveTo>
                  <a:lnTo>
                    <a:pt x="389014" y="117985"/>
                  </a:lnTo>
                  <a:lnTo>
                    <a:pt x="376444" y="83456"/>
                  </a:lnTo>
                  <a:close/>
                  <a:moveTo>
                    <a:pt x="322303" y="42306"/>
                  </a:moveTo>
                  <a:lnTo>
                    <a:pt x="322127" y="96244"/>
                  </a:lnTo>
                  <a:lnTo>
                    <a:pt x="340981" y="50830"/>
                  </a:lnTo>
                  <a:close/>
                  <a:moveTo>
                    <a:pt x="331296" y="93073"/>
                  </a:moveTo>
                  <a:lnTo>
                    <a:pt x="376444" y="83456"/>
                  </a:lnTo>
                  <a:lnTo>
                    <a:pt x="340981" y="50830"/>
                  </a:lnTo>
                  <a:close/>
                  <a:moveTo>
                    <a:pt x="245123" y="19460"/>
                  </a:moveTo>
                  <a:lnTo>
                    <a:pt x="230176" y="22734"/>
                  </a:lnTo>
                  <a:lnTo>
                    <a:pt x="215461" y="51470"/>
                  </a:lnTo>
                  <a:close/>
                  <a:moveTo>
                    <a:pt x="322303" y="42306"/>
                  </a:moveTo>
                  <a:lnTo>
                    <a:pt x="335457" y="30176"/>
                  </a:lnTo>
                  <a:lnTo>
                    <a:pt x="303374" y="43937"/>
                  </a:lnTo>
                  <a:close/>
                  <a:moveTo>
                    <a:pt x="303374" y="43937"/>
                  </a:moveTo>
                  <a:lnTo>
                    <a:pt x="335457" y="30176"/>
                  </a:lnTo>
                  <a:lnTo>
                    <a:pt x="322827" y="10463"/>
                  </a:lnTo>
                  <a:close/>
                  <a:moveTo>
                    <a:pt x="303374" y="43937"/>
                  </a:moveTo>
                  <a:lnTo>
                    <a:pt x="322827" y="10463"/>
                  </a:lnTo>
                  <a:lnTo>
                    <a:pt x="284969" y="14154"/>
                  </a:lnTo>
                  <a:close/>
                  <a:moveTo>
                    <a:pt x="245123" y="19460"/>
                  </a:moveTo>
                  <a:lnTo>
                    <a:pt x="303374" y="43937"/>
                  </a:lnTo>
                  <a:lnTo>
                    <a:pt x="284969" y="14154"/>
                  </a:lnTo>
                  <a:close/>
                  <a:moveTo>
                    <a:pt x="836456" y="561359"/>
                  </a:moveTo>
                  <a:lnTo>
                    <a:pt x="813182" y="593631"/>
                  </a:lnTo>
                  <a:lnTo>
                    <a:pt x="827742" y="576447"/>
                  </a:lnTo>
                  <a:close/>
                  <a:moveTo>
                    <a:pt x="602016" y="409855"/>
                  </a:moveTo>
                  <a:lnTo>
                    <a:pt x="604195" y="412063"/>
                  </a:lnTo>
                  <a:lnTo>
                    <a:pt x="605115" y="408627"/>
                  </a:lnTo>
                  <a:close/>
                  <a:moveTo>
                    <a:pt x="581445" y="373101"/>
                  </a:moveTo>
                  <a:lnTo>
                    <a:pt x="602016" y="409855"/>
                  </a:lnTo>
                  <a:lnTo>
                    <a:pt x="605115" y="408627"/>
                  </a:lnTo>
                  <a:close/>
                  <a:moveTo>
                    <a:pt x="567994" y="336346"/>
                  </a:moveTo>
                  <a:lnTo>
                    <a:pt x="599697" y="368286"/>
                  </a:lnTo>
                  <a:lnTo>
                    <a:pt x="599049" y="324066"/>
                  </a:lnTo>
                  <a:close/>
                  <a:moveTo>
                    <a:pt x="646761" y="350425"/>
                  </a:moveTo>
                  <a:lnTo>
                    <a:pt x="617135" y="319162"/>
                  </a:lnTo>
                  <a:lnTo>
                    <a:pt x="647106" y="356831"/>
                  </a:lnTo>
                  <a:close/>
                  <a:moveTo>
                    <a:pt x="647106" y="356831"/>
                  </a:moveTo>
                  <a:lnTo>
                    <a:pt x="599049" y="324066"/>
                  </a:lnTo>
                  <a:lnTo>
                    <a:pt x="599697" y="368286"/>
                  </a:lnTo>
                  <a:close/>
                  <a:moveTo>
                    <a:pt x="567994" y="336346"/>
                  </a:moveTo>
                  <a:lnTo>
                    <a:pt x="599049" y="324066"/>
                  </a:lnTo>
                  <a:lnTo>
                    <a:pt x="553095" y="299590"/>
                  </a:lnTo>
                  <a:close/>
                  <a:moveTo>
                    <a:pt x="322303" y="42306"/>
                  </a:moveTo>
                  <a:lnTo>
                    <a:pt x="340981" y="50830"/>
                  </a:lnTo>
                  <a:lnTo>
                    <a:pt x="348775" y="34115"/>
                  </a:lnTo>
                  <a:close/>
                  <a:moveTo>
                    <a:pt x="348775" y="34115"/>
                  </a:moveTo>
                  <a:lnTo>
                    <a:pt x="364258" y="13282"/>
                  </a:lnTo>
                  <a:lnTo>
                    <a:pt x="335457" y="30176"/>
                  </a:lnTo>
                  <a:close/>
                  <a:moveTo>
                    <a:pt x="850408" y="568386"/>
                  </a:moveTo>
                  <a:lnTo>
                    <a:pt x="827742" y="576447"/>
                  </a:lnTo>
                  <a:lnTo>
                    <a:pt x="861696" y="603956"/>
                  </a:lnTo>
                  <a:close/>
                  <a:moveTo>
                    <a:pt x="873931" y="559264"/>
                  </a:moveTo>
                  <a:lnTo>
                    <a:pt x="850408" y="568386"/>
                  </a:lnTo>
                  <a:lnTo>
                    <a:pt x="861696" y="603956"/>
                  </a:lnTo>
                  <a:close/>
                  <a:moveTo>
                    <a:pt x="646761" y="350425"/>
                  </a:moveTo>
                  <a:lnTo>
                    <a:pt x="661388" y="355917"/>
                  </a:lnTo>
                  <a:lnTo>
                    <a:pt x="663709" y="317585"/>
                  </a:lnTo>
                  <a:close/>
                  <a:moveTo>
                    <a:pt x="923615" y="518299"/>
                  </a:moveTo>
                  <a:lnTo>
                    <a:pt x="953930" y="542080"/>
                  </a:lnTo>
                  <a:lnTo>
                    <a:pt x="978820" y="545253"/>
                  </a:lnTo>
                  <a:close/>
                </a:path>
              </a:pathLst>
            </a:custGeom>
            <a:solidFill>
              <a:srgbClr val="CFD7DE"/>
            </a:solidFill>
            <a:ln w="1524">
              <a:solidFill>
                <a:srgbClr val="CFD7DE"/>
              </a:solidFill>
            </a:ln>
          </p:spPr>
        </p:sp>
        <p:sp>
          <p:nvSpPr>
            <p:cNvPr id="90" name="Input_density__89">
              <a:extLst>
                <a:ext uri="{FF2B5EF4-FFF2-40B4-BE49-F238E27FC236}">
                  <a16:creationId xmlns:a16="http://schemas.microsoft.com/office/drawing/2014/main" id="{1A5EEFC2-DB69-73D0-EA0D-EC221316A871}"/>
                </a:ext>
              </a:extLst>
            </p:cNvPr>
            <p:cNvSpPr>
              <a:spLocks noGrp="1"/>
            </p:cNvSpPr>
            <p:nvPr/>
          </p:nvSpPr>
          <p:spPr>
            <a:xfrm>
              <a:off x="960437" y="2243164"/>
              <a:ext cx="1000620" cy="788020"/>
            </a:xfrm>
            <a:custGeom>
              <a:avLst/>
              <a:gdLst/>
              <a:ahLst/>
              <a:cxnLst/>
              <a:rect l="0" t="0" r="0" b="0"/>
              <a:pathLst>
                <a:path w="1000620" h="788020">
                  <a:moveTo>
                    <a:pt x="23465" y="755242"/>
                  </a:moveTo>
                  <a:lnTo>
                    <a:pt x="0" y="758325"/>
                  </a:lnTo>
                  <a:lnTo>
                    <a:pt x="36716" y="753763"/>
                  </a:lnTo>
                  <a:close/>
                  <a:moveTo>
                    <a:pt x="23465" y="755242"/>
                  </a:moveTo>
                  <a:lnTo>
                    <a:pt x="5174" y="760408"/>
                  </a:lnTo>
                  <a:lnTo>
                    <a:pt x="0" y="758325"/>
                  </a:lnTo>
                  <a:close/>
                  <a:moveTo>
                    <a:pt x="38910" y="753780"/>
                  </a:moveTo>
                  <a:lnTo>
                    <a:pt x="23465" y="755242"/>
                  </a:lnTo>
                  <a:lnTo>
                    <a:pt x="36716" y="753763"/>
                  </a:lnTo>
                  <a:close/>
                  <a:moveTo>
                    <a:pt x="142245" y="666937"/>
                  </a:moveTo>
                  <a:lnTo>
                    <a:pt x="156705" y="664602"/>
                  </a:lnTo>
                  <a:lnTo>
                    <a:pt x="176394" y="642009"/>
                  </a:lnTo>
                  <a:close/>
                  <a:moveTo>
                    <a:pt x="122446" y="230653"/>
                  </a:moveTo>
                  <a:lnTo>
                    <a:pt x="127690" y="199659"/>
                  </a:lnTo>
                  <a:lnTo>
                    <a:pt x="118408" y="224020"/>
                  </a:lnTo>
                  <a:close/>
                  <a:moveTo>
                    <a:pt x="139114" y="176715"/>
                  </a:moveTo>
                  <a:lnTo>
                    <a:pt x="127690" y="199659"/>
                  </a:lnTo>
                  <a:lnTo>
                    <a:pt x="122446" y="230653"/>
                  </a:lnTo>
                  <a:close/>
                  <a:moveTo>
                    <a:pt x="120381" y="193899"/>
                  </a:moveTo>
                  <a:lnTo>
                    <a:pt x="139114" y="176715"/>
                  </a:lnTo>
                  <a:lnTo>
                    <a:pt x="122446" y="230653"/>
                  </a:lnTo>
                  <a:close/>
                  <a:moveTo>
                    <a:pt x="346066" y="297038"/>
                  </a:moveTo>
                  <a:lnTo>
                    <a:pt x="311045" y="290676"/>
                  </a:lnTo>
                  <a:lnTo>
                    <a:pt x="320755" y="298614"/>
                  </a:lnTo>
                  <a:close/>
                  <a:moveTo>
                    <a:pt x="311045" y="290676"/>
                  </a:moveTo>
                  <a:lnTo>
                    <a:pt x="346066" y="297038"/>
                  </a:lnTo>
                  <a:lnTo>
                    <a:pt x="364960" y="271473"/>
                  </a:lnTo>
                  <a:close/>
                  <a:moveTo>
                    <a:pt x="364960" y="271473"/>
                  </a:moveTo>
                  <a:lnTo>
                    <a:pt x="374730" y="267658"/>
                  </a:lnTo>
                  <a:lnTo>
                    <a:pt x="377530" y="252614"/>
                  </a:lnTo>
                  <a:close/>
                  <a:moveTo>
                    <a:pt x="346066" y="297038"/>
                  </a:moveTo>
                  <a:lnTo>
                    <a:pt x="373121" y="273617"/>
                  </a:lnTo>
                  <a:lnTo>
                    <a:pt x="364960" y="271473"/>
                  </a:lnTo>
                  <a:close/>
                  <a:moveTo>
                    <a:pt x="860151" y="788020"/>
                  </a:moveTo>
                  <a:lnTo>
                    <a:pt x="856301" y="786755"/>
                  </a:lnTo>
                  <a:lnTo>
                    <a:pt x="835380" y="784533"/>
                  </a:lnTo>
                  <a:close/>
                  <a:moveTo>
                    <a:pt x="866798" y="777421"/>
                  </a:moveTo>
                  <a:lnTo>
                    <a:pt x="860151" y="788020"/>
                  </a:lnTo>
                  <a:lnTo>
                    <a:pt x="835380" y="784533"/>
                  </a:lnTo>
                  <a:close/>
                  <a:moveTo>
                    <a:pt x="866764" y="750000"/>
                  </a:moveTo>
                  <a:lnTo>
                    <a:pt x="860151" y="788020"/>
                  </a:lnTo>
                  <a:lnTo>
                    <a:pt x="866798" y="777421"/>
                  </a:lnTo>
                  <a:close/>
                  <a:moveTo>
                    <a:pt x="863889" y="786755"/>
                  </a:moveTo>
                  <a:lnTo>
                    <a:pt x="860151" y="788020"/>
                  </a:lnTo>
                  <a:lnTo>
                    <a:pt x="866764" y="750000"/>
                  </a:lnTo>
                  <a:close/>
                  <a:moveTo>
                    <a:pt x="377064" y="238672"/>
                  </a:moveTo>
                  <a:lnTo>
                    <a:pt x="364960" y="271473"/>
                  </a:lnTo>
                  <a:lnTo>
                    <a:pt x="377530" y="252614"/>
                  </a:lnTo>
                  <a:close/>
                  <a:moveTo>
                    <a:pt x="866764" y="750000"/>
                  </a:moveTo>
                  <a:lnTo>
                    <a:pt x="887526" y="732816"/>
                  </a:lnTo>
                  <a:lnTo>
                    <a:pt x="863889" y="786755"/>
                  </a:lnTo>
                  <a:close/>
                  <a:moveTo>
                    <a:pt x="959846" y="712110"/>
                  </a:moveTo>
                  <a:lnTo>
                    <a:pt x="938081" y="726943"/>
                  </a:lnTo>
                  <a:lnTo>
                    <a:pt x="990000" y="700275"/>
                  </a:lnTo>
                  <a:close/>
                  <a:moveTo>
                    <a:pt x="999645" y="666384"/>
                  </a:moveTo>
                  <a:lnTo>
                    <a:pt x="990000" y="700275"/>
                  </a:lnTo>
                  <a:lnTo>
                    <a:pt x="1000620" y="678878"/>
                  </a:lnTo>
                  <a:close/>
                  <a:moveTo>
                    <a:pt x="599649" y="45013"/>
                  </a:moveTo>
                  <a:lnTo>
                    <a:pt x="626980" y="22624"/>
                  </a:lnTo>
                  <a:lnTo>
                    <a:pt x="648325" y="6220"/>
                  </a:lnTo>
                  <a:close/>
                  <a:moveTo>
                    <a:pt x="889167" y="209806"/>
                  </a:moveTo>
                  <a:lnTo>
                    <a:pt x="881409" y="259778"/>
                  </a:lnTo>
                  <a:lnTo>
                    <a:pt x="883068" y="259511"/>
                  </a:lnTo>
                  <a:close/>
                  <a:moveTo>
                    <a:pt x="889167" y="209806"/>
                  </a:moveTo>
                  <a:lnTo>
                    <a:pt x="883068" y="259511"/>
                  </a:lnTo>
                  <a:lnTo>
                    <a:pt x="883089" y="259778"/>
                  </a:lnTo>
                  <a:close/>
                  <a:moveTo>
                    <a:pt x="650395" y="0"/>
                  </a:moveTo>
                  <a:lnTo>
                    <a:pt x="648325" y="6220"/>
                  </a:lnTo>
                  <a:lnTo>
                    <a:pt x="650670" y="2493"/>
                  </a:lnTo>
                  <a:close/>
                </a:path>
              </a:pathLst>
            </a:custGeom>
            <a:solidFill>
              <a:srgbClr val="AEBAC4"/>
            </a:solidFill>
            <a:ln w="1524">
              <a:solidFill>
                <a:srgbClr val="AEBAC4"/>
              </a:solidFill>
            </a:ln>
          </p:spPr>
        </p:sp>
        <p:sp>
          <p:nvSpPr>
            <p:cNvPr id="91" name="Input_density__90">
              <a:extLst>
                <a:ext uri="{FF2B5EF4-FFF2-40B4-BE49-F238E27FC236}">
                  <a16:creationId xmlns:a16="http://schemas.microsoft.com/office/drawing/2014/main" id="{D7C9AFBC-44A1-B7F5-E2DF-F5C1C8C118F9}"/>
                </a:ext>
              </a:extLst>
            </p:cNvPr>
            <p:cNvSpPr>
              <a:spLocks noGrp="1"/>
            </p:cNvSpPr>
            <p:nvPr/>
          </p:nvSpPr>
          <p:spPr>
            <a:xfrm>
              <a:off x="955638" y="1823982"/>
              <a:ext cx="1021345" cy="1210957"/>
            </a:xfrm>
            <a:custGeom>
              <a:avLst/>
              <a:gdLst/>
              <a:ahLst/>
              <a:cxnLst/>
              <a:rect l="0" t="0" r="0" b="0"/>
              <a:pathLst>
                <a:path w="1021345" h="1210957">
                  <a:moveTo>
                    <a:pt x="0" y="1174424"/>
                  </a:moveTo>
                  <a:lnTo>
                    <a:pt x="4799" y="1177507"/>
                  </a:lnTo>
                  <a:lnTo>
                    <a:pt x="9973" y="1179590"/>
                  </a:lnTo>
                  <a:close/>
                  <a:moveTo>
                    <a:pt x="0" y="1174424"/>
                  </a:moveTo>
                  <a:lnTo>
                    <a:pt x="9973" y="1179590"/>
                  </a:lnTo>
                  <a:lnTo>
                    <a:pt x="38449" y="1193996"/>
                  </a:lnTo>
                  <a:close/>
                  <a:moveTo>
                    <a:pt x="134151" y="1064117"/>
                  </a:moveTo>
                  <a:lnTo>
                    <a:pt x="174238" y="1086119"/>
                  </a:lnTo>
                  <a:lnTo>
                    <a:pt x="161504" y="1083784"/>
                  </a:lnTo>
                  <a:close/>
                  <a:moveTo>
                    <a:pt x="222667" y="995472"/>
                  </a:moveTo>
                  <a:lnTo>
                    <a:pt x="188691" y="993016"/>
                  </a:lnTo>
                  <a:lnTo>
                    <a:pt x="191094" y="995426"/>
                  </a:lnTo>
                  <a:close/>
                  <a:moveTo>
                    <a:pt x="242772" y="1014997"/>
                  </a:moveTo>
                  <a:lnTo>
                    <a:pt x="222667" y="995472"/>
                  </a:lnTo>
                  <a:lnTo>
                    <a:pt x="202164" y="991164"/>
                  </a:lnTo>
                  <a:close/>
                  <a:moveTo>
                    <a:pt x="301179" y="1039863"/>
                  </a:moveTo>
                  <a:lnTo>
                    <a:pt x="334719" y="1040686"/>
                  </a:lnTo>
                  <a:lnTo>
                    <a:pt x="351171" y="1005989"/>
                  </a:lnTo>
                  <a:close/>
                  <a:moveTo>
                    <a:pt x="397158" y="980631"/>
                  </a:moveTo>
                  <a:lnTo>
                    <a:pt x="398668" y="984510"/>
                  </a:lnTo>
                  <a:lnTo>
                    <a:pt x="404419" y="984290"/>
                  </a:lnTo>
                  <a:close/>
                  <a:moveTo>
                    <a:pt x="413630" y="980631"/>
                  </a:moveTo>
                  <a:lnTo>
                    <a:pt x="404419" y="984290"/>
                  </a:lnTo>
                  <a:lnTo>
                    <a:pt x="398668" y="984510"/>
                  </a:lnTo>
                  <a:close/>
                  <a:moveTo>
                    <a:pt x="397158" y="980631"/>
                  </a:moveTo>
                  <a:lnTo>
                    <a:pt x="404419" y="984290"/>
                  </a:lnTo>
                  <a:lnTo>
                    <a:pt x="421418" y="966015"/>
                  </a:lnTo>
                  <a:close/>
                  <a:moveTo>
                    <a:pt x="143913" y="595897"/>
                  </a:moveTo>
                  <a:lnTo>
                    <a:pt x="125180" y="613081"/>
                  </a:lnTo>
                  <a:lnTo>
                    <a:pt x="150961" y="563328"/>
                  </a:lnTo>
                  <a:close/>
                  <a:moveTo>
                    <a:pt x="125180" y="613081"/>
                  </a:moveTo>
                  <a:lnTo>
                    <a:pt x="135597" y="602092"/>
                  </a:lnTo>
                  <a:lnTo>
                    <a:pt x="150961" y="563328"/>
                  </a:lnTo>
                  <a:close/>
                  <a:moveTo>
                    <a:pt x="250373" y="589652"/>
                  </a:moveTo>
                  <a:lnTo>
                    <a:pt x="210133" y="581962"/>
                  </a:lnTo>
                  <a:lnTo>
                    <a:pt x="238954" y="585619"/>
                  </a:lnTo>
                  <a:close/>
                  <a:moveTo>
                    <a:pt x="214720" y="580928"/>
                  </a:moveTo>
                  <a:lnTo>
                    <a:pt x="250373" y="589652"/>
                  </a:lnTo>
                  <a:lnTo>
                    <a:pt x="272224" y="575139"/>
                  </a:lnTo>
                  <a:close/>
                  <a:moveTo>
                    <a:pt x="840179" y="1203715"/>
                  </a:moveTo>
                  <a:lnTo>
                    <a:pt x="808797" y="1210957"/>
                  </a:lnTo>
                  <a:lnTo>
                    <a:pt x="791314" y="1195232"/>
                  </a:lnTo>
                  <a:close/>
                  <a:moveTo>
                    <a:pt x="840179" y="1203715"/>
                  </a:moveTo>
                  <a:lnTo>
                    <a:pt x="861100" y="1205937"/>
                  </a:lnTo>
                  <a:lnTo>
                    <a:pt x="831419" y="1199328"/>
                  </a:lnTo>
                  <a:close/>
                  <a:moveTo>
                    <a:pt x="840179" y="1203715"/>
                  </a:moveTo>
                  <a:lnTo>
                    <a:pt x="831419" y="1199328"/>
                  </a:lnTo>
                  <a:lnTo>
                    <a:pt x="808797" y="1210957"/>
                  </a:lnTo>
                  <a:close/>
                  <a:moveTo>
                    <a:pt x="535910" y="813560"/>
                  </a:moveTo>
                  <a:lnTo>
                    <a:pt x="542225" y="770077"/>
                  </a:lnTo>
                  <a:lnTo>
                    <a:pt x="523160" y="794256"/>
                  </a:lnTo>
                  <a:close/>
                  <a:moveTo>
                    <a:pt x="501507" y="809510"/>
                  </a:moveTo>
                  <a:lnTo>
                    <a:pt x="535910" y="813560"/>
                  </a:lnTo>
                  <a:lnTo>
                    <a:pt x="523160" y="794256"/>
                  </a:lnTo>
                  <a:close/>
                  <a:moveTo>
                    <a:pt x="218461" y="261961"/>
                  </a:moveTo>
                  <a:lnTo>
                    <a:pt x="206630" y="252695"/>
                  </a:lnTo>
                  <a:lnTo>
                    <a:pt x="203255" y="249436"/>
                  </a:lnTo>
                  <a:close/>
                  <a:moveTo>
                    <a:pt x="994799" y="1119457"/>
                  </a:moveTo>
                  <a:lnTo>
                    <a:pt x="1004444" y="1085566"/>
                  </a:lnTo>
                  <a:lnTo>
                    <a:pt x="982243" y="1100882"/>
                  </a:lnTo>
                  <a:close/>
                  <a:moveTo>
                    <a:pt x="964645" y="1131292"/>
                  </a:moveTo>
                  <a:lnTo>
                    <a:pt x="994799" y="1119457"/>
                  </a:lnTo>
                  <a:lnTo>
                    <a:pt x="982243" y="1100882"/>
                  </a:lnTo>
                  <a:close/>
                  <a:moveTo>
                    <a:pt x="1005419" y="1098060"/>
                  </a:moveTo>
                  <a:lnTo>
                    <a:pt x="1007548" y="1070916"/>
                  </a:lnTo>
                  <a:lnTo>
                    <a:pt x="1004444" y="1085566"/>
                  </a:lnTo>
                  <a:close/>
                  <a:moveTo>
                    <a:pt x="1021345" y="1044122"/>
                  </a:moveTo>
                  <a:lnTo>
                    <a:pt x="1007548" y="1070916"/>
                  </a:lnTo>
                  <a:lnTo>
                    <a:pt x="1005419" y="1098060"/>
                  </a:lnTo>
                  <a:close/>
                  <a:moveTo>
                    <a:pt x="807632" y="913483"/>
                  </a:moveTo>
                  <a:lnTo>
                    <a:pt x="830528" y="879006"/>
                  </a:lnTo>
                  <a:lnTo>
                    <a:pt x="810622" y="914285"/>
                  </a:lnTo>
                  <a:close/>
                  <a:moveTo>
                    <a:pt x="807632" y="913483"/>
                  </a:moveTo>
                  <a:lnTo>
                    <a:pt x="806205" y="912643"/>
                  </a:lnTo>
                  <a:lnTo>
                    <a:pt x="829660" y="877530"/>
                  </a:lnTo>
                  <a:close/>
                  <a:moveTo>
                    <a:pt x="464772" y="508114"/>
                  </a:moveTo>
                  <a:lnTo>
                    <a:pt x="495868" y="499803"/>
                  </a:lnTo>
                  <a:lnTo>
                    <a:pt x="515583" y="477305"/>
                  </a:lnTo>
                  <a:close/>
                  <a:moveTo>
                    <a:pt x="495868" y="499803"/>
                  </a:moveTo>
                  <a:lnTo>
                    <a:pt x="529268" y="500102"/>
                  </a:lnTo>
                  <a:lnTo>
                    <a:pt x="551011" y="485186"/>
                  </a:lnTo>
                  <a:close/>
                  <a:moveTo>
                    <a:pt x="237843" y="125247"/>
                  </a:moveTo>
                  <a:lnTo>
                    <a:pt x="226404" y="143572"/>
                  </a:lnTo>
                  <a:lnTo>
                    <a:pt x="242787" y="135032"/>
                  </a:lnTo>
                  <a:close/>
                  <a:moveTo>
                    <a:pt x="242787" y="135032"/>
                  </a:moveTo>
                  <a:lnTo>
                    <a:pt x="226404" y="143572"/>
                  </a:lnTo>
                  <a:lnTo>
                    <a:pt x="219965" y="171244"/>
                  </a:lnTo>
                  <a:close/>
                  <a:moveTo>
                    <a:pt x="237843" y="125247"/>
                  </a:moveTo>
                  <a:lnTo>
                    <a:pt x="242787" y="135032"/>
                  </a:lnTo>
                  <a:lnTo>
                    <a:pt x="251985" y="114639"/>
                  </a:lnTo>
                  <a:close/>
                  <a:moveTo>
                    <a:pt x="65998" y="13777"/>
                  </a:moveTo>
                  <a:lnTo>
                    <a:pt x="99231" y="13454"/>
                  </a:lnTo>
                  <a:lnTo>
                    <a:pt x="123313" y="7282"/>
                  </a:lnTo>
                  <a:close/>
                  <a:moveTo>
                    <a:pt x="123313" y="7282"/>
                  </a:moveTo>
                  <a:lnTo>
                    <a:pt x="99231" y="13454"/>
                  </a:lnTo>
                  <a:lnTo>
                    <a:pt x="154685" y="0"/>
                  </a:lnTo>
                  <a:close/>
                  <a:moveTo>
                    <a:pt x="1010111" y="1036212"/>
                  </a:moveTo>
                  <a:lnTo>
                    <a:pt x="1007548" y="1070916"/>
                  </a:lnTo>
                  <a:lnTo>
                    <a:pt x="1021345" y="1044122"/>
                  </a:lnTo>
                  <a:close/>
                  <a:moveTo>
                    <a:pt x="997382" y="1001813"/>
                  </a:moveTo>
                  <a:lnTo>
                    <a:pt x="1010111" y="1036212"/>
                  </a:lnTo>
                  <a:lnTo>
                    <a:pt x="1021345" y="1044122"/>
                  </a:lnTo>
                  <a:close/>
                  <a:moveTo>
                    <a:pt x="834508" y="846885"/>
                  </a:moveTo>
                  <a:lnTo>
                    <a:pt x="855505" y="876181"/>
                  </a:lnTo>
                  <a:lnTo>
                    <a:pt x="847361" y="860347"/>
                  </a:lnTo>
                  <a:close/>
                  <a:moveTo>
                    <a:pt x="333935" y="222260"/>
                  </a:moveTo>
                  <a:lnTo>
                    <a:pt x="341153" y="272267"/>
                  </a:lnTo>
                  <a:lnTo>
                    <a:pt x="343999" y="235512"/>
                  </a:lnTo>
                  <a:close/>
                  <a:moveTo>
                    <a:pt x="357726" y="198757"/>
                  </a:moveTo>
                  <a:lnTo>
                    <a:pt x="369529" y="181574"/>
                  </a:lnTo>
                  <a:lnTo>
                    <a:pt x="365952" y="195378"/>
                  </a:lnTo>
                  <a:close/>
                  <a:moveTo>
                    <a:pt x="237682" y="89529"/>
                  </a:moveTo>
                  <a:lnTo>
                    <a:pt x="251985" y="114639"/>
                  </a:lnTo>
                  <a:lnTo>
                    <a:pt x="259316" y="71309"/>
                  </a:lnTo>
                  <a:close/>
                  <a:moveTo>
                    <a:pt x="237843" y="125247"/>
                  </a:moveTo>
                  <a:lnTo>
                    <a:pt x="251985" y="114639"/>
                  </a:lnTo>
                  <a:lnTo>
                    <a:pt x="237682" y="89529"/>
                  </a:lnTo>
                  <a:close/>
                  <a:moveTo>
                    <a:pt x="828339" y="717660"/>
                  </a:moveTo>
                  <a:lnTo>
                    <a:pt x="837366" y="712155"/>
                  </a:lnTo>
                  <a:lnTo>
                    <a:pt x="844501" y="678960"/>
                  </a:lnTo>
                  <a:close/>
                  <a:moveTo>
                    <a:pt x="849788" y="727310"/>
                  </a:moveTo>
                  <a:lnTo>
                    <a:pt x="837366" y="712155"/>
                  </a:lnTo>
                  <a:lnTo>
                    <a:pt x="828339" y="717660"/>
                  </a:lnTo>
                  <a:close/>
                  <a:moveTo>
                    <a:pt x="849788" y="727310"/>
                  </a:moveTo>
                  <a:lnTo>
                    <a:pt x="847227" y="749025"/>
                  </a:lnTo>
                  <a:lnTo>
                    <a:pt x="852547" y="732899"/>
                  </a:lnTo>
                  <a:close/>
                  <a:moveTo>
                    <a:pt x="849788" y="727310"/>
                  </a:moveTo>
                  <a:lnTo>
                    <a:pt x="852547" y="732899"/>
                  </a:lnTo>
                  <a:lnTo>
                    <a:pt x="837366" y="712155"/>
                  </a:lnTo>
                  <a:close/>
                  <a:moveTo>
                    <a:pt x="624956" y="444664"/>
                  </a:moveTo>
                  <a:lnTo>
                    <a:pt x="604448" y="464195"/>
                  </a:lnTo>
                  <a:lnTo>
                    <a:pt x="653124" y="425401"/>
                  </a:lnTo>
                  <a:close/>
                  <a:moveTo>
                    <a:pt x="867859" y="633748"/>
                  </a:moveTo>
                  <a:lnTo>
                    <a:pt x="844501" y="678960"/>
                  </a:lnTo>
                  <a:lnTo>
                    <a:pt x="848194" y="656432"/>
                  </a:lnTo>
                  <a:close/>
                  <a:moveTo>
                    <a:pt x="848194" y="656432"/>
                  </a:moveTo>
                  <a:lnTo>
                    <a:pt x="886208" y="678960"/>
                  </a:lnTo>
                  <a:lnTo>
                    <a:pt x="867859" y="633748"/>
                  </a:lnTo>
                  <a:close/>
                  <a:moveTo>
                    <a:pt x="867859" y="633748"/>
                  </a:moveTo>
                  <a:lnTo>
                    <a:pt x="886208" y="678960"/>
                  </a:lnTo>
                  <a:lnTo>
                    <a:pt x="893966" y="628988"/>
                  </a:lnTo>
                  <a:close/>
                  <a:moveTo>
                    <a:pt x="893966" y="628988"/>
                  </a:moveTo>
                  <a:lnTo>
                    <a:pt x="885380" y="625022"/>
                  </a:lnTo>
                  <a:lnTo>
                    <a:pt x="867859" y="633748"/>
                  </a:lnTo>
                  <a:close/>
                  <a:moveTo>
                    <a:pt x="885380" y="625022"/>
                  </a:moveTo>
                  <a:lnTo>
                    <a:pt x="893966" y="628988"/>
                  </a:lnTo>
                  <a:lnTo>
                    <a:pt x="897371" y="619512"/>
                  </a:lnTo>
                  <a:close/>
                  <a:moveTo>
                    <a:pt x="655194" y="419182"/>
                  </a:moveTo>
                  <a:lnTo>
                    <a:pt x="624956" y="444664"/>
                  </a:lnTo>
                  <a:lnTo>
                    <a:pt x="653124" y="425401"/>
                  </a:lnTo>
                  <a:close/>
                  <a:moveTo>
                    <a:pt x="644628" y="383025"/>
                  </a:moveTo>
                  <a:lnTo>
                    <a:pt x="655469" y="421675"/>
                  </a:lnTo>
                  <a:lnTo>
                    <a:pt x="646292" y="384920"/>
                  </a:lnTo>
                  <a:close/>
                  <a:moveTo>
                    <a:pt x="644628" y="383025"/>
                  </a:moveTo>
                  <a:lnTo>
                    <a:pt x="655194" y="419182"/>
                  </a:lnTo>
                  <a:lnTo>
                    <a:pt x="655469" y="421675"/>
                  </a:lnTo>
                  <a:close/>
                  <a:moveTo>
                    <a:pt x="637382" y="344169"/>
                  </a:moveTo>
                  <a:lnTo>
                    <a:pt x="641736" y="330982"/>
                  </a:lnTo>
                  <a:lnTo>
                    <a:pt x="624456" y="346588"/>
                  </a:lnTo>
                  <a:close/>
                  <a:moveTo>
                    <a:pt x="637382" y="344169"/>
                  </a:moveTo>
                  <a:lnTo>
                    <a:pt x="644628" y="383025"/>
                  </a:lnTo>
                  <a:lnTo>
                    <a:pt x="646292" y="384920"/>
                  </a:lnTo>
                  <a:close/>
                  <a:moveTo>
                    <a:pt x="641736" y="330982"/>
                  </a:moveTo>
                  <a:lnTo>
                    <a:pt x="637382" y="344169"/>
                  </a:lnTo>
                  <a:lnTo>
                    <a:pt x="646330" y="303794"/>
                  </a:lnTo>
                  <a:close/>
                </a:path>
              </a:pathLst>
            </a:custGeom>
            <a:solidFill>
              <a:srgbClr val="B5C1C9"/>
            </a:solidFill>
            <a:ln w="1524">
              <a:solidFill>
                <a:srgbClr val="B5C1C9"/>
              </a:solidFill>
            </a:ln>
          </p:spPr>
        </p:sp>
        <p:sp>
          <p:nvSpPr>
            <p:cNvPr id="92" name="Input_density__91">
              <a:extLst>
                <a:ext uri="{FF2B5EF4-FFF2-40B4-BE49-F238E27FC236}">
                  <a16:creationId xmlns:a16="http://schemas.microsoft.com/office/drawing/2014/main" id="{D455B2EF-D6F4-9819-3AB6-AE2BB1545D52}"/>
                </a:ext>
              </a:extLst>
            </p:cNvPr>
            <p:cNvSpPr>
              <a:spLocks noGrp="1"/>
            </p:cNvSpPr>
            <p:nvPr/>
          </p:nvSpPr>
          <p:spPr>
            <a:xfrm>
              <a:off x="920803" y="1852985"/>
              <a:ext cx="949513" cy="1245667"/>
            </a:xfrm>
            <a:custGeom>
              <a:avLst/>
              <a:gdLst/>
              <a:ahLst/>
              <a:cxnLst/>
              <a:rect l="0" t="0" r="0" b="0"/>
              <a:pathLst>
                <a:path w="949513" h="1245667">
                  <a:moveTo>
                    <a:pt x="25925" y="1070156"/>
                  </a:moveTo>
                  <a:lnTo>
                    <a:pt x="22063" y="1071911"/>
                  </a:lnTo>
                  <a:lnTo>
                    <a:pt x="48273" y="1067331"/>
                  </a:lnTo>
                  <a:close/>
                  <a:moveTo>
                    <a:pt x="22063" y="1071911"/>
                  </a:moveTo>
                  <a:lnTo>
                    <a:pt x="0" y="1107632"/>
                  </a:lnTo>
                  <a:lnTo>
                    <a:pt x="48273" y="1067331"/>
                  </a:lnTo>
                  <a:close/>
                  <a:moveTo>
                    <a:pt x="48273" y="1067331"/>
                  </a:moveTo>
                  <a:lnTo>
                    <a:pt x="0" y="1107632"/>
                  </a:lnTo>
                  <a:lnTo>
                    <a:pt x="22173" y="1091483"/>
                  </a:lnTo>
                  <a:close/>
                  <a:moveTo>
                    <a:pt x="25925" y="1070156"/>
                  </a:moveTo>
                  <a:lnTo>
                    <a:pt x="48273" y="1067331"/>
                  </a:lnTo>
                  <a:lnTo>
                    <a:pt x="80603" y="1063631"/>
                  </a:lnTo>
                  <a:close/>
                  <a:moveTo>
                    <a:pt x="140373" y="970110"/>
                  </a:moveTo>
                  <a:lnTo>
                    <a:pt x="117779" y="983606"/>
                  </a:lnTo>
                  <a:lnTo>
                    <a:pt x="156665" y="973295"/>
                  </a:lnTo>
                  <a:close/>
                  <a:moveTo>
                    <a:pt x="210734" y="838974"/>
                  </a:moveTo>
                  <a:lnTo>
                    <a:pt x="204927" y="875729"/>
                  </a:lnTo>
                  <a:lnTo>
                    <a:pt x="247090" y="858546"/>
                  </a:lnTo>
                  <a:close/>
                  <a:moveTo>
                    <a:pt x="210734" y="838974"/>
                  </a:moveTo>
                  <a:lnTo>
                    <a:pt x="247090" y="858546"/>
                  </a:lnTo>
                  <a:lnTo>
                    <a:pt x="229284" y="821791"/>
                  </a:lnTo>
                  <a:close/>
                  <a:moveTo>
                    <a:pt x="200835" y="802219"/>
                  </a:moveTo>
                  <a:lnTo>
                    <a:pt x="210734" y="838974"/>
                  </a:lnTo>
                  <a:lnTo>
                    <a:pt x="229284" y="821791"/>
                  </a:lnTo>
                  <a:close/>
                  <a:moveTo>
                    <a:pt x="200835" y="802219"/>
                  </a:moveTo>
                  <a:lnTo>
                    <a:pt x="229284" y="821791"/>
                  </a:lnTo>
                  <a:lnTo>
                    <a:pt x="227262" y="785036"/>
                  </a:lnTo>
                  <a:close/>
                  <a:moveTo>
                    <a:pt x="231169" y="771804"/>
                  </a:moveTo>
                  <a:lnTo>
                    <a:pt x="200835" y="802219"/>
                  </a:lnTo>
                  <a:lnTo>
                    <a:pt x="227262" y="785036"/>
                  </a:lnTo>
                  <a:close/>
                  <a:moveTo>
                    <a:pt x="667861" y="1245667"/>
                  </a:moveTo>
                  <a:lnTo>
                    <a:pt x="678413" y="1226579"/>
                  </a:lnTo>
                  <a:lnTo>
                    <a:pt x="638957" y="1226096"/>
                  </a:lnTo>
                  <a:close/>
                  <a:moveTo>
                    <a:pt x="229284" y="821791"/>
                  </a:moveTo>
                  <a:lnTo>
                    <a:pt x="257561" y="855950"/>
                  </a:lnTo>
                  <a:lnTo>
                    <a:pt x="257995" y="810850"/>
                  </a:lnTo>
                  <a:close/>
                  <a:moveTo>
                    <a:pt x="229284" y="821791"/>
                  </a:moveTo>
                  <a:lnTo>
                    <a:pt x="247090" y="858546"/>
                  </a:lnTo>
                  <a:lnTo>
                    <a:pt x="257561" y="855950"/>
                  </a:lnTo>
                  <a:close/>
                  <a:moveTo>
                    <a:pt x="227262" y="785036"/>
                  </a:moveTo>
                  <a:lnTo>
                    <a:pt x="257995" y="810850"/>
                  </a:lnTo>
                  <a:lnTo>
                    <a:pt x="245601" y="776180"/>
                  </a:lnTo>
                  <a:close/>
                  <a:moveTo>
                    <a:pt x="227262" y="785036"/>
                  </a:moveTo>
                  <a:lnTo>
                    <a:pt x="229284" y="821791"/>
                  </a:lnTo>
                  <a:lnTo>
                    <a:pt x="257995" y="810850"/>
                  </a:lnTo>
                  <a:close/>
                  <a:moveTo>
                    <a:pt x="257995" y="810850"/>
                  </a:moveTo>
                  <a:lnTo>
                    <a:pt x="288959" y="768019"/>
                  </a:lnTo>
                  <a:lnTo>
                    <a:pt x="245601" y="776180"/>
                  </a:lnTo>
                  <a:close/>
                  <a:moveTo>
                    <a:pt x="227262" y="785036"/>
                  </a:moveTo>
                  <a:lnTo>
                    <a:pt x="245601" y="776180"/>
                  </a:lnTo>
                  <a:lnTo>
                    <a:pt x="231169" y="771804"/>
                  </a:lnTo>
                  <a:close/>
                  <a:moveTo>
                    <a:pt x="231169" y="771804"/>
                  </a:moveTo>
                  <a:lnTo>
                    <a:pt x="245601" y="776180"/>
                  </a:lnTo>
                  <a:lnTo>
                    <a:pt x="261751" y="761570"/>
                  </a:lnTo>
                  <a:close/>
                  <a:moveTo>
                    <a:pt x="346388" y="793166"/>
                  </a:moveTo>
                  <a:lnTo>
                    <a:pt x="338179" y="826534"/>
                  </a:lnTo>
                  <a:lnTo>
                    <a:pt x="364257" y="787424"/>
                  </a:lnTo>
                  <a:close/>
                  <a:moveTo>
                    <a:pt x="379769" y="761250"/>
                  </a:moveTo>
                  <a:lnTo>
                    <a:pt x="346388" y="793166"/>
                  </a:lnTo>
                  <a:lnTo>
                    <a:pt x="364257" y="787424"/>
                  </a:lnTo>
                  <a:close/>
                  <a:moveTo>
                    <a:pt x="178351" y="657588"/>
                  </a:moveTo>
                  <a:lnTo>
                    <a:pt x="214843" y="684604"/>
                  </a:lnTo>
                  <a:lnTo>
                    <a:pt x="204087" y="648601"/>
                  </a:lnTo>
                  <a:close/>
                  <a:moveTo>
                    <a:pt x="204087" y="648601"/>
                  </a:moveTo>
                  <a:lnTo>
                    <a:pt x="188752" y="641582"/>
                  </a:lnTo>
                  <a:lnTo>
                    <a:pt x="178351" y="657588"/>
                  </a:lnTo>
                  <a:close/>
                  <a:moveTo>
                    <a:pt x="236072" y="604938"/>
                  </a:moveTo>
                  <a:lnTo>
                    <a:pt x="192074" y="620832"/>
                  </a:lnTo>
                  <a:lnTo>
                    <a:pt x="239305" y="609808"/>
                  </a:lnTo>
                  <a:close/>
                  <a:moveTo>
                    <a:pt x="192074" y="620832"/>
                  </a:moveTo>
                  <a:lnTo>
                    <a:pt x="188752" y="641582"/>
                  </a:lnTo>
                  <a:lnTo>
                    <a:pt x="239305" y="609808"/>
                  </a:lnTo>
                  <a:close/>
                  <a:moveTo>
                    <a:pt x="239305" y="609808"/>
                  </a:moveTo>
                  <a:lnTo>
                    <a:pt x="188752" y="641582"/>
                  </a:lnTo>
                  <a:lnTo>
                    <a:pt x="227091" y="640404"/>
                  </a:lnTo>
                  <a:close/>
                  <a:moveTo>
                    <a:pt x="227091" y="640404"/>
                  </a:moveTo>
                  <a:lnTo>
                    <a:pt x="188752" y="641582"/>
                  </a:lnTo>
                  <a:lnTo>
                    <a:pt x="204087" y="648601"/>
                  </a:lnTo>
                  <a:close/>
                  <a:moveTo>
                    <a:pt x="364257" y="787424"/>
                  </a:moveTo>
                  <a:lnTo>
                    <a:pt x="411295" y="812232"/>
                  </a:lnTo>
                  <a:lnTo>
                    <a:pt x="401869" y="775148"/>
                  </a:lnTo>
                  <a:close/>
                  <a:moveTo>
                    <a:pt x="411295" y="812232"/>
                  </a:moveTo>
                  <a:lnTo>
                    <a:pt x="441065" y="770372"/>
                  </a:lnTo>
                  <a:lnTo>
                    <a:pt x="401869" y="775148"/>
                  </a:lnTo>
                  <a:close/>
                  <a:moveTo>
                    <a:pt x="379769" y="761250"/>
                  </a:moveTo>
                  <a:lnTo>
                    <a:pt x="364257" y="787424"/>
                  </a:lnTo>
                  <a:lnTo>
                    <a:pt x="401869" y="775148"/>
                  </a:lnTo>
                  <a:close/>
                  <a:moveTo>
                    <a:pt x="239305" y="609808"/>
                  </a:moveTo>
                  <a:lnTo>
                    <a:pt x="227091" y="640404"/>
                  </a:lnTo>
                  <a:lnTo>
                    <a:pt x="255982" y="633499"/>
                  </a:lnTo>
                  <a:close/>
                  <a:moveTo>
                    <a:pt x="297675" y="607260"/>
                  </a:moveTo>
                  <a:lnTo>
                    <a:pt x="255982" y="633499"/>
                  </a:lnTo>
                  <a:lnTo>
                    <a:pt x="289102" y="623221"/>
                  </a:lnTo>
                  <a:close/>
                  <a:moveTo>
                    <a:pt x="239305" y="609808"/>
                  </a:moveTo>
                  <a:lnTo>
                    <a:pt x="255982" y="633499"/>
                  </a:lnTo>
                  <a:lnTo>
                    <a:pt x="297675" y="607260"/>
                  </a:lnTo>
                  <a:close/>
                  <a:moveTo>
                    <a:pt x="488664" y="726821"/>
                  </a:moveTo>
                  <a:lnTo>
                    <a:pt x="441324" y="770241"/>
                  </a:lnTo>
                  <a:lnTo>
                    <a:pt x="478908" y="753057"/>
                  </a:lnTo>
                  <a:close/>
                  <a:moveTo>
                    <a:pt x="347390" y="572352"/>
                  </a:moveTo>
                  <a:lnTo>
                    <a:pt x="322851" y="586466"/>
                  </a:lnTo>
                  <a:lnTo>
                    <a:pt x="297675" y="607260"/>
                  </a:lnTo>
                  <a:close/>
                  <a:moveTo>
                    <a:pt x="312893" y="169754"/>
                  </a:moveTo>
                  <a:lnTo>
                    <a:pt x="317512" y="132999"/>
                  </a:lnTo>
                  <a:lnTo>
                    <a:pt x="305731" y="172672"/>
                  </a:lnTo>
                  <a:close/>
                  <a:moveTo>
                    <a:pt x="317512" y="132999"/>
                  </a:moveTo>
                  <a:lnTo>
                    <a:pt x="283645" y="145880"/>
                  </a:lnTo>
                  <a:lnTo>
                    <a:pt x="305731" y="172672"/>
                  </a:lnTo>
                  <a:close/>
                  <a:moveTo>
                    <a:pt x="589999" y="471711"/>
                  </a:moveTo>
                  <a:lnTo>
                    <a:pt x="577045" y="500549"/>
                  </a:lnTo>
                  <a:lnTo>
                    <a:pt x="608310" y="491933"/>
                  </a:lnTo>
                  <a:close/>
                  <a:moveTo>
                    <a:pt x="529883" y="353529"/>
                  </a:moveTo>
                  <a:lnTo>
                    <a:pt x="577027" y="373101"/>
                  </a:lnTo>
                  <a:lnTo>
                    <a:pt x="563576" y="336346"/>
                  </a:lnTo>
                  <a:close/>
                  <a:moveTo>
                    <a:pt x="317512" y="132999"/>
                  </a:moveTo>
                  <a:lnTo>
                    <a:pt x="358919" y="156519"/>
                  </a:lnTo>
                  <a:lnTo>
                    <a:pt x="344573" y="123435"/>
                  </a:lnTo>
                  <a:close/>
                  <a:moveTo>
                    <a:pt x="317512" y="132999"/>
                  </a:moveTo>
                  <a:lnTo>
                    <a:pt x="312893" y="169754"/>
                  </a:lnTo>
                  <a:lnTo>
                    <a:pt x="358919" y="156519"/>
                  </a:lnTo>
                  <a:close/>
                  <a:moveTo>
                    <a:pt x="358919" y="156519"/>
                  </a:moveTo>
                  <a:lnTo>
                    <a:pt x="384596" y="117985"/>
                  </a:lnTo>
                  <a:lnTo>
                    <a:pt x="344573" y="123435"/>
                  </a:lnTo>
                  <a:close/>
                  <a:moveTo>
                    <a:pt x="344573" y="123435"/>
                  </a:moveTo>
                  <a:lnTo>
                    <a:pt x="317710" y="96244"/>
                  </a:lnTo>
                  <a:lnTo>
                    <a:pt x="317512" y="132999"/>
                  </a:lnTo>
                  <a:close/>
                  <a:moveTo>
                    <a:pt x="326878" y="93073"/>
                  </a:moveTo>
                  <a:lnTo>
                    <a:pt x="317710" y="96244"/>
                  </a:lnTo>
                  <a:lnTo>
                    <a:pt x="344573" y="123435"/>
                  </a:lnTo>
                  <a:close/>
                  <a:moveTo>
                    <a:pt x="344573" y="123435"/>
                  </a:moveTo>
                  <a:lnTo>
                    <a:pt x="372027" y="83456"/>
                  </a:lnTo>
                  <a:lnTo>
                    <a:pt x="326878" y="93073"/>
                  </a:lnTo>
                  <a:close/>
                  <a:moveTo>
                    <a:pt x="336563" y="50830"/>
                  </a:moveTo>
                  <a:lnTo>
                    <a:pt x="317710" y="96244"/>
                  </a:lnTo>
                  <a:lnTo>
                    <a:pt x="326878" y="93073"/>
                  </a:lnTo>
                  <a:close/>
                  <a:moveTo>
                    <a:pt x="225758" y="22734"/>
                  </a:moveTo>
                  <a:lnTo>
                    <a:pt x="240705" y="19460"/>
                  </a:lnTo>
                  <a:lnTo>
                    <a:pt x="230597" y="0"/>
                  </a:lnTo>
                  <a:close/>
                  <a:moveTo>
                    <a:pt x="577027" y="373101"/>
                  </a:moveTo>
                  <a:lnTo>
                    <a:pt x="600698" y="408627"/>
                  </a:lnTo>
                  <a:lnTo>
                    <a:pt x="595279" y="368286"/>
                  </a:lnTo>
                  <a:close/>
                  <a:moveTo>
                    <a:pt x="599777" y="412063"/>
                  </a:moveTo>
                  <a:lnTo>
                    <a:pt x="643085" y="392672"/>
                  </a:lnTo>
                  <a:lnTo>
                    <a:pt x="600698" y="408627"/>
                  </a:lnTo>
                  <a:close/>
                  <a:moveTo>
                    <a:pt x="643085" y="392672"/>
                  </a:moveTo>
                  <a:lnTo>
                    <a:pt x="644857" y="359823"/>
                  </a:lnTo>
                  <a:lnTo>
                    <a:pt x="600698" y="408627"/>
                  </a:lnTo>
                  <a:close/>
                  <a:moveTo>
                    <a:pt x="600698" y="408627"/>
                  </a:moveTo>
                  <a:lnTo>
                    <a:pt x="644857" y="359823"/>
                  </a:lnTo>
                  <a:lnTo>
                    <a:pt x="642689" y="356831"/>
                  </a:lnTo>
                  <a:close/>
                  <a:moveTo>
                    <a:pt x="600698" y="408627"/>
                  </a:moveTo>
                  <a:lnTo>
                    <a:pt x="642689" y="356831"/>
                  </a:lnTo>
                  <a:lnTo>
                    <a:pt x="595279" y="368286"/>
                  </a:lnTo>
                  <a:close/>
                  <a:moveTo>
                    <a:pt x="563576" y="336346"/>
                  </a:moveTo>
                  <a:lnTo>
                    <a:pt x="577027" y="373101"/>
                  </a:lnTo>
                  <a:lnTo>
                    <a:pt x="595279" y="368286"/>
                  </a:lnTo>
                  <a:close/>
                  <a:moveTo>
                    <a:pt x="642689" y="356831"/>
                  </a:moveTo>
                  <a:lnTo>
                    <a:pt x="656971" y="355917"/>
                  </a:lnTo>
                  <a:lnTo>
                    <a:pt x="642343" y="350425"/>
                  </a:lnTo>
                  <a:close/>
                  <a:moveTo>
                    <a:pt x="642689" y="356831"/>
                  </a:moveTo>
                  <a:lnTo>
                    <a:pt x="644857" y="359823"/>
                  </a:lnTo>
                  <a:lnTo>
                    <a:pt x="656971" y="355917"/>
                  </a:lnTo>
                  <a:close/>
                  <a:moveTo>
                    <a:pt x="331039" y="30176"/>
                  </a:moveTo>
                  <a:lnTo>
                    <a:pt x="317886" y="42306"/>
                  </a:lnTo>
                  <a:lnTo>
                    <a:pt x="344358" y="34115"/>
                  </a:lnTo>
                  <a:close/>
                  <a:moveTo>
                    <a:pt x="832039" y="561359"/>
                  </a:moveTo>
                  <a:lnTo>
                    <a:pt x="823325" y="576447"/>
                  </a:lnTo>
                  <a:lnTo>
                    <a:pt x="845990" y="568386"/>
                  </a:lnTo>
                  <a:close/>
                  <a:moveTo>
                    <a:pt x="848320" y="539692"/>
                  </a:moveTo>
                  <a:lnTo>
                    <a:pt x="832039" y="561359"/>
                  </a:lnTo>
                  <a:lnTo>
                    <a:pt x="884548" y="536897"/>
                  </a:lnTo>
                  <a:close/>
                  <a:moveTo>
                    <a:pt x="884548" y="536897"/>
                  </a:moveTo>
                  <a:lnTo>
                    <a:pt x="832039" y="561359"/>
                  </a:lnTo>
                  <a:lnTo>
                    <a:pt x="869513" y="559264"/>
                  </a:lnTo>
                  <a:close/>
                  <a:moveTo>
                    <a:pt x="869513" y="559264"/>
                  </a:moveTo>
                  <a:lnTo>
                    <a:pt x="832039" y="561359"/>
                  </a:lnTo>
                  <a:lnTo>
                    <a:pt x="845990" y="568386"/>
                  </a:lnTo>
                  <a:close/>
                  <a:moveTo>
                    <a:pt x="867391" y="533328"/>
                  </a:moveTo>
                  <a:lnTo>
                    <a:pt x="884548" y="536897"/>
                  </a:lnTo>
                  <a:lnTo>
                    <a:pt x="905940" y="522509"/>
                  </a:lnTo>
                  <a:close/>
                  <a:moveTo>
                    <a:pt x="668319" y="380741"/>
                  </a:moveTo>
                  <a:lnTo>
                    <a:pt x="656971" y="355917"/>
                  </a:lnTo>
                  <a:lnTo>
                    <a:pt x="644857" y="359823"/>
                  </a:lnTo>
                  <a:close/>
                  <a:moveTo>
                    <a:pt x="903531" y="548695"/>
                  </a:moveTo>
                  <a:lnTo>
                    <a:pt x="947683" y="552163"/>
                  </a:lnTo>
                  <a:lnTo>
                    <a:pt x="943867" y="542080"/>
                  </a:lnTo>
                  <a:close/>
                  <a:moveTo>
                    <a:pt x="884548" y="536897"/>
                  </a:moveTo>
                  <a:lnTo>
                    <a:pt x="869513" y="559264"/>
                  </a:lnTo>
                  <a:lnTo>
                    <a:pt x="903531" y="548695"/>
                  </a:lnTo>
                  <a:close/>
                  <a:moveTo>
                    <a:pt x="919198" y="518299"/>
                  </a:moveTo>
                  <a:lnTo>
                    <a:pt x="905940" y="522509"/>
                  </a:lnTo>
                  <a:lnTo>
                    <a:pt x="944660" y="540863"/>
                  </a:lnTo>
                  <a:close/>
                  <a:moveTo>
                    <a:pt x="905940" y="522509"/>
                  </a:moveTo>
                  <a:lnTo>
                    <a:pt x="884548" y="536897"/>
                  </a:lnTo>
                  <a:lnTo>
                    <a:pt x="944660" y="540863"/>
                  </a:lnTo>
                  <a:close/>
                  <a:moveTo>
                    <a:pt x="944660" y="540863"/>
                  </a:moveTo>
                  <a:lnTo>
                    <a:pt x="884548" y="536897"/>
                  </a:lnTo>
                  <a:lnTo>
                    <a:pt x="943867" y="542080"/>
                  </a:lnTo>
                  <a:close/>
                  <a:moveTo>
                    <a:pt x="943867" y="542080"/>
                  </a:moveTo>
                  <a:lnTo>
                    <a:pt x="884548" y="536897"/>
                  </a:lnTo>
                  <a:lnTo>
                    <a:pt x="903531" y="548695"/>
                  </a:lnTo>
                  <a:close/>
                  <a:moveTo>
                    <a:pt x="944660" y="540863"/>
                  </a:moveTo>
                  <a:lnTo>
                    <a:pt x="949513" y="542080"/>
                  </a:lnTo>
                  <a:lnTo>
                    <a:pt x="919198" y="518299"/>
                  </a:lnTo>
                  <a:close/>
                  <a:moveTo>
                    <a:pt x="943867" y="542080"/>
                  </a:moveTo>
                  <a:lnTo>
                    <a:pt x="947683" y="552163"/>
                  </a:lnTo>
                  <a:lnTo>
                    <a:pt x="945613" y="541571"/>
                  </a:lnTo>
                  <a:close/>
                  <a:moveTo>
                    <a:pt x="944660" y="540863"/>
                  </a:moveTo>
                  <a:lnTo>
                    <a:pt x="943867" y="542080"/>
                  </a:lnTo>
                  <a:lnTo>
                    <a:pt x="945613" y="541571"/>
                  </a:lnTo>
                  <a:close/>
                  <a:moveTo>
                    <a:pt x="945613" y="541571"/>
                  </a:moveTo>
                  <a:lnTo>
                    <a:pt x="947683" y="552163"/>
                  </a:lnTo>
                  <a:lnTo>
                    <a:pt x="949513" y="542080"/>
                  </a:lnTo>
                  <a:close/>
                  <a:moveTo>
                    <a:pt x="945613" y="541571"/>
                  </a:moveTo>
                  <a:lnTo>
                    <a:pt x="949513" y="542080"/>
                  </a:lnTo>
                  <a:lnTo>
                    <a:pt x="944660" y="540863"/>
                  </a:lnTo>
                  <a:close/>
                </a:path>
              </a:pathLst>
            </a:custGeom>
            <a:solidFill>
              <a:srgbClr val="D7DEE3"/>
            </a:solidFill>
            <a:ln w="1524">
              <a:solidFill>
                <a:srgbClr val="D7DEE3"/>
              </a:solidFill>
            </a:ln>
          </p:spPr>
        </p:sp>
        <p:sp>
          <p:nvSpPr>
            <p:cNvPr id="93" name="Input_density__92">
              <a:extLst>
                <a:ext uri="{FF2B5EF4-FFF2-40B4-BE49-F238E27FC236}">
                  <a16:creationId xmlns:a16="http://schemas.microsoft.com/office/drawing/2014/main" id="{FCA9C9E8-1A5B-045F-03F6-6BD932B2A0D9}"/>
                </a:ext>
              </a:extLst>
            </p:cNvPr>
            <p:cNvSpPr>
              <a:spLocks noGrp="1"/>
            </p:cNvSpPr>
            <p:nvPr/>
          </p:nvSpPr>
          <p:spPr>
            <a:xfrm>
              <a:off x="953092" y="1835683"/>
              <a:ext cx="1012656" cy="1375573"/>
            </a:xfrm>
            <a:custGeom>
              <a:avLst/>
              <a:gdLst/>
              <a:ahLst/>
              <a:cxnLst/>
              <a:rect l="0" t="0" r="0" b="0"/>
              <a:pathLst>
                <a:path w="1012656" h="1375573">
                  <a:moveTo>
                    <a:pt x="4232" y="1145540"/>
                  </a:moveTo>
                  <a:lnTo>
                    <a:pt x="2546" y="1162724"/>
                  </a:lnTo>
                  <a:lnTo>
                    <a:pt x="40995" y="1182295"/>
                  </a:lnTo>
                  <a:close/>
                  <a:moveTo>
                    <a:pt x="122671" y="1234372"/>
                  </a:moveTo>
                  <a:lnTo>
                    <a:pt x="179443" y="1225846"/>
                  </a:lnTo>
                  <a:lnTo>
                    <a:pt x="143735" y="1216917"/>
                  </a:lnTo>
                  <a:close/>
                  <a:moveTo>
                    <a:pt x="47996" y="1165112"/>
                  </a:moveTo>
                  <a:lnTo>
                    <a:pt x="40995" y="1182295"/>
                  </a:lnTo>
                  <a:lnTo>
                    <a:pt x="43048" y="1185827"/>
                  </a:lnTo>
                  <a:close/>
                  <a:moveTo>
                    <a:pt x="246753" y="1352931"/>
                  </a:moveTo>
                  <a:lnTo>
                    <a:pt x="290963" y="1331704"/>
                  </a:lnTo>
                  <a:lnTo>
                    <a:pt x="251582" y="1344082"/>
                  </a:lnTo>
                  <a:close/>
                  <a:moveTo>
                    <a:pt x="301636" y="1337346"/>
                  </a:moveTo>
                  <a:lnTo>
                    <a:pt x="290963" y="1331704"/>
                  </a:lnTo>
                  <a:lnTo>
                    <a:pt x="246753" y="1352931"/>
                  </a:lnTo>
                  <a:close/>
                  <a:moveTo>
                    <a:pt x="283886" y="1367191"/>
                  </a:moveTo>
                  <a:lnTo>
                    <a:pt x="301636" y="1337346"/>
                  </a:lnTo>
                  <a:lnTo>
                    <a:pt x="246753" y="1352931"/>
                  </a:lnTo>
                  <a:close/>
                  <a:moveTo>
                    <a:pt x="319448" y="1375573"/>
                  </a:moveTo>
                  <a:lnTo>
                    <a:pt x="332423" y="1332536"/>
                  </a:lnTo>
                  <a:lnTo>
                    <a:pt x="301636" y="1337346"/>
                  </a:lnTo>
                  <a:close/>
                  <a:moveTo>
                    <a:pt x="283886" y="1367191"/>
                  </a:moveTo>
                  <a:lnTo>
                    <a:pt x="319448" y="1375573"/>
                  </a:lnTo>
                  <a:lnTo>
                    <a:pt x="301636" y="1337346"/>
                  </a:lnTo>
                  <a:close/>
                  <a:moveTo>
                    <a:pt x="332423" y="1332536"/>
                  </a:moveTo>
                  <a:lnTo>
                    <a:pt x="310172" y="1305878"/>
                  </a:lnTo>
                  <a:lnTo>
                    <a:pt x="324416" y="1331704"/>
                  </a:lnTo>
                  <a:close/>
                  <a:moveTo>
                    <a:pt x="310172" y="1305878"/>
                  </a:moveTo>
                  <a:lnTo>
                    <a:pt x="304161" y="1294949"/>
                  </a:lnTo>
                  <a:lnTo>
                    <a:pt x="324416" y="1331704"/>
                  </a:lnTo>
                  <a:close/>
                  <a:moveTo>
                    <a:pt x="187968" y="1189723"/>
                  </a:moveTo>
                  <a:lnTo>
                    <a:pt x="179443" y="1225846"/>
                  </a:lnTo>
                  <a:lnTo>
                    <a:pt x="218340" y="1236865"/>
                  </a:lnTo>
                  <a:close/>
                  <a:moveTo>
                    <a:pt x="187968" y="1189723"/>
                  </a:moveTo>
                  <a:lnTo>
                    <a:pt x="143735" y="1216917"/>
                  </a:lnTo>
                  <a:lnTo>
                    <a:pt x="179443" y="1225846"/>
                  </a:lnTo>
                  <a:close/>
                  <a:moveTo>
                    <a:pt x="187968" y="1189723"/>
                  </a:moveTo>
                  <a:lnTo>
                    <a:pt x="152586" y="1191399"/>
                  </a:lnTo>
                  <a:lnTo>
                    <a:pt x="143735" y="1216917"/>
                  </a:lnTo>
                  <a:close/>
                  <a:moveTo>
                    <a:pt x="298514" y="1288268"/>
                  </a:moveTo>
                  <a:lnTo>
                    <a:pt x="324416" y="1331704"/>
                  </a:lnTo>
                  <a:lnTo>
                    <a:pt x="304161" y="1294949"/>
                  </a:lnTo>
                  <a:close/>
                  <a:moveTo>
                    <a:pt x="298514" y="1288268"/>
                  </a:moveTo>
                  <a:lnTo>
                    <a:pt x="303663" y="1328829"/>
                  </a:lnTo>
                  <a:lnTo>
                    <a:pt x="324416" y="1331704"/>
                  </a:lnTo>
                  <a:close/>
                  <a:moveTo>
                    <a:pt x="298514" y="1288268"/>
                  </a:moveTo>
                  <a:lnTo>
                    <a:pt x="304161" y="1294949"/>
                  </a:lnTo>
                  <a:lnTo>
                    <a:pt x="286153" y="1279458"/>
                  </a:lnTo>
                  <a:close/>
                  <a:moveTo>
                    <a:pt x="151214" y="1013525"/>
                  </a:moveTo>
                  <a:lnTo>
                    <a:pt x="183738" y="1049491"/>
                  </a:lnTo>
                  <a:lnTo>
                    <a:pt x="192300" y="1007212"/>
                  </a:lnTo>
                  <a:close/>
                  <a:moveTo>
                    <a:pt x="187220" y="1040052"/>
                  </a:moveTo>
                  <a:lnTo>
                    <a:pt x="183738" y="1049491"/>
                  </a:lnTo>
                  <a:lnTo>
                    <a:pt x="151214" y="1013525"/>
                  </a:lnTo>
                  <a:close/>
                  <a:moveTo>
                    <a:pt x="216958" y="1014253"/>
                  </a:moveTo>
                  <a:lnTo>
                    <a:pt x="192300" y="1007212"/>
                  </a:lnTo>
                  <a:lnTo>
                    <a:pt x="183738" y="1049491"/>
                  </a:lnTo>
                  <a:close/>
                  <a:moveTo>
                    <a:pt x="268898" y="1022528"/>
                  </a:moveTo>
                  <a:lnTo>
                    <a:pt x="250683" y="986836"/>
                  </a:lnTo>
                  <a:lnTo>
                    <a:pt x="245318" y="1003297"/>
                  </a:lnTo>
                  <a:close/>
                  <a:moveTo>
                    <a:pt x="251957" y="987557"/>
                  </a:moveTo>
                  <a:lnTo>
                    <a:pt x="250683" y="986836"/>
                  </a:lnTo>
                  <a:lnTo>
                    <a:pt x="268898" y="1022528"/>
                  </a:lnTo>
                  <a:close/>
                  <a:moveTo>
                    <a:pt x="172746" y="966542"/>
                  </a:moveTo>
                  <a:lnTo>
                    <a:pt x="191236" y="981316"/>
                  </a:lnTo>
                  <a:lnTo>
                    <a:pt x="161117" y="960728"/>
                  </a:lnTo>
                  <a:close/>
                  <a:moveTo>
                    <a:pt x="172746" y="966542"/>
                  </a:moveTo>
                  <a:lnTo>
                    <a:pt x="161117" y="960728"/>
                  </a:lnTo>
                  <a:lnTo>
                    <a:pt x="144294" y="929657"/>
                  </a:lnTo>
                  <a:close/>
                  <a:moveTo>
                    <a:pt x="332030" y="974878"/>
                  </a:moveTo>
                  <a:lnTo>
                    <a:pt x="326531" y="934602"/>
                  </a:lnTo>
                  <a:lnTo>
                    <a:pt x="321061" y="968930"/>
                  </a:lnTo>
                  <a:close/>
                  <a:moveTo>
                    <a:pt x="326531" y="934602"/>
                  </a:moveTo>
                  <a:lnTo>
                    <a:pt x="320938" y="932175"/>
                  </a:lnTo>
                  <a:lnTo>
                    <a:pt x="321061" y="968930"/>
                  </a:lnTo>
                  <a:close/>
                  <a:moveTo>
                    <a:pt x="249141" y="898595"/>
                  </a:moveTo>
                  <a:lnTo>
                    <a:pt x="285419" y="891881"/>
                  </a:lnTo>
                  <a:lnTo>
                    <a:pt x="255585" y="875698"/>
                  </a:lnTo>
                  <a:close/>
                  <a:moveTo>
                    <a:pt x="289682" y="895420"/>
                  </a:moveTo>
                  <a:lnTo>
                    <a:pt x="255585" y="875698"/>
                  </a:lnTo>
                  <a:lnTo>
                    <a:pt x="285419" y="891881"/>
                  </a:lnTo>
                  <a:close/>
                  <a:moveTo>
                    <a:pt x="309342" y="921488"/>
                  </a:moveTo>
                  <a:lnTo>
                    <a:pt x="321061" y="968930"/>
                  </a:lnTo>
                  <a:lnTo>
                    <a:pt x="320938" y="932175"/>
                  </a:lnTo>
                  <a:close/>
                  <a:moveTo>
                    <a:pt x="289125" y="893177"/>
                  </a:moveTo>
                  <a:lnTo>
                    <a:pt x="320938" y="932175"/>
                  </a:lnTo>
                  <a:lnTo>
                    <a:pt x="289682" y="895420"/>
                  </a:lnTo>
                  <a:close/>
                  <a:moveTo>
                    <a:pt x="289125" y="893177"/>
                  </a:moveTo>
                  <a:lnTo>
                    <a:pt x="309342" y="921488"/>
                  </a:lnTo>
                  <a:lnTo>
                    <a:pt x="320938" y="932175"/>
                  </a:lnTo>
                  <a:close/>
                  <a:moveTo>
                    <a:pt x="199123" y="733183"/>
                  </a:moveTo>
                  <a:lnTo>
                    <a:pt x="216546" y="758952"/>
                  </a:lnTo>
                  <a:lnTo>
                    <a:pt x="230047" y="779877"/>
                  </a:lnTo>
                  <a:close/>
                  <a:moveTo>
                    <a:pt x="182553" y="701907"/>
                  </a:moveTo>
                  <a:lnTo>
                    <a:pt x="174177" y="725116"/>
                  </a:lnTo>
                  <a:lnTo>
                    <a:pt x="208911" y="748400"/>
                  </a:lnTo>
                  <a:close/>
                  <a:moveTo>
                    <a:pt x="590609" y="996853"/>
                  </a:moveTo>
                  <a:lnTo>
                    <a:pt x="582375" y="996288"/>
                  </a:lnTo>
                  <a:lnTo>
                    <a:pt x="625634" y="1027645"/>
                  </a:lnTo>
                  <a:close/>
                  <a:moveTo>
                    <a:pt x="625634" y="1027645"/>
                  </a:moveTo>
                  <a:lnTo>
                    <a:pt x="582375" y="996288"/>
                  </a:lnTo>
                  <a:lnTo>
                    <a:pt x="578857" y="1008073"/>
                  </a:lnTo>
                  <a:close/>
                  <a:moveTo>
                    <a:pt x="522391" y="928471"/>
                  </a:moveTo>
                  <a:lnTo>
                    <a:pt x="548960" y="954135"/>
                  </a:lnTo>
                  <a:lnTo>
                    <a:pt x="544286" y="948235"/>
                  </a:lnTo>
                  <a:close/>
                  <a:moveTo>
                    <a:pt x="522391" y="928471"/>
                  </a:moveTo>
                  <a:lnTo>
                    <a:pt x="559112" y="970453"/>
                  </a:lnTo>
                  <a:lnTo>
                    <a:pt x="548960" y="954135"/>
                  </a:lnTo>
                  <a:close/>
                  <a:moveTo>
                    <a:pt x="222916" y="549830"/>
                  </a:moveTo>
                  <a:lnTo>
                    <a:pt x="195755" y="517170"/>
                  </a:lnTo>
                  <a:lnTo>
                    <a:pt x="173565" y="530412"/>
                  </a:lnTo>
                  <a:close/>
                  <a:moveTo>
                    <a:pt x="169482" y="530259"/>
                  </a:moveTo>
                  <a:lnTo>
                    <a:pt x="193815" y="509915"/>
                  </a:lnTo>
                  <a:lnTo>
                    <a:pt x="150816" y="476884"/>
                  </a:lnTo>
                  <a:close/>
                  <a:moveTo>
                    <a:pt x="160243" y="480603"/>
                  </a:moveTo>
                  <a:lnTo>
                    <a:pt x="150816" y="476884"/>
                  </a:lnTo>
                  <a:lnTo>
                    <a:pt x="171611" y="487067"/>
                  </a:lnTo>
                  <a:close/>
                  <a:moveTo>
                    <a:pt x="583551" y="990890"/>
                  </a:moveTo>
                  <a:lnTo>
                    <a:pt x="582375" y="996288"/>
                  </a:lnTo>
                  <a:lnTo>
                    <a:pt x="590609" y="996853"/>
                  </a:lnTo>
                  <a:close/>
                  <a:moveTo>
                    <a:pt x="583551" y="990890"/>
                  </a:moveTo>
                  <a:lnTo>
                    <a:pt x="559112" y="970453"/>
                  </a:lnTo>
                  <a:lnTo>
                    <a:pt x="582375" y="996288"/>
                  </a:lnTo>
                  <a:close/>
                  <a:moveTo>
                    <a:pt x="583551" y="990890"/>
                  </a:moveTo>
                  <a:lnTo>
                    <a:pt x="548960" y="954135"/>
                  </a:lnTo>
                  <a:lnTo>
                    <a:pt x="559112" y="970453"/>
                  </a:lnTo>
                  <a:close/>
                  <a:moveTo>
                    <a:pt x="511363" y="917380"/>
                  </a:moveTo>
                  <a:lnTo>
                    <a:pt x="522391" y="928471"/>
                  </a:lnTo>
                  <a:lnTo>
                    <a:pt x="544286" y="948235"/>
                  </a:lnTo>
                  <a:close/>
                  <a:moveTo>
                    <a:pt x="795403" y="1157482"/>
                  </a:moveTo>
                  <a:lnTo>
                    <a:pt x="811343" y="1199257"/>
                  </a:lnTo>
                  <a:lnTo>
                    <a:pt x="833964" y="1187628"/>
                  </a:lnTo>
                  <a:close/>
                  <a:moveTo>
                    <a:pt x="795403" y="1157482"/>
                  </a:moveTo>
                  <a:lnTo>
                    <a:pt x="792100" y="1174665"/>
                  </a:lnTo>
                  <a:lnTo>
                    <a:pt x="811343" y="1199257"/>
                  </a:lnTo>
                  <a:close/>
                  <a:moveTo>
                    <a:pt x="732385" y="1056992"/>
                  </a:moveTo>
                  <a:lnTo>
                    <a:pt x="718669" y="1047217"/>
                  </a:lnTo>
                  <a:lnTo>
                    <a:pt x="676058" y="1067180"/>
                  </a:lnTo>
                  <a:close/>
                  <a:moveTo>
                    <a:pt x="708985" y="1065710"/>
                  </a:moveTo>
                  <a:lnTo>
                    <a:pt x="732385" y="1056992"/>
                  </a:lnTo>
                  <a:lnTo>
                    <a:pt x="676058" y="1067180"/>
                  </a:lnTo>
                  <a:close/>
                  <a:moveTo>
                    <a:pt x="678574" y="1061751"/>
                  </a:moveTo>
                  <a:lnTo>
                    <a:pt x="718669" y="1047217"/>
                  </a:lnTo>
                  <a:lnTo>
                    <a:pt x="727760" y="1039702"/>
                  </a:lnTo>
                  <a:close/>
                  <a:moveTo>
                    <a:pt x="590609" y="996853"/>
                  </a:moveTo>
                  <a:lnTo>
                    <a:pt x="625634" y="1027645"/>
                  </a:lnTo>
                  <a:lnTo>
                    <a:pt x="611361" y="978233"/>
                  </a:lnTo>
                  <a:close/>
                  <a:moveTo>
                    <a:pt x="641696" y="975149"/>
                  </a:moveTo>
                  <a:lnTo>
                    <a:pt x="625634" y="1027645"/>
                  </a:lnTo>
                  <a:lnTo>
                    <a:pt x="638677" y="1022350"/>
                  </a:lnTo>
                  <a:close/>
                  <a:moveTo>
                    <a:pt x="548960" y="954135"/>
                  </a:moveTo>
                  <a:lnTo>
                    <a:pt x="592490" y="936952"/>
                  </a:lnTo>
                  <a:lnTo>
                    <a:pt x="544286" y="948235"/>
                  </a:lnTo>
                  <a:close/>
                  <a:moveTo>
                    <a:pt x="629420" y="940382"/>
                  </a:moveTo>
                  <a:lnTo>
                    <a:pt x="609175" y="912094"/>
                  </a:lnTo>
                  <a:lnTo>
                    <a:pt x="610112" y="936952"/>
                  </a:lnTo>
                  <a:close/>
                  <a:moveTo>
                    <a:pt x="609175" y="912094"/>
                  </a:moveTo>
                  <a:lnTo>
                    <a:pt x="599882" y="900197"/>
                  </a:lnTo>
                  <a:lnTo>
                    <a:pt x="610112" y="936952"/>
                  </a:lnTo>
                  <a:close/>
                  <a:moveTo>
                    <a:pt x="755649" y="1083972"/>
                  </a:moveTo>
                  <a:lnTo>
                    <a:pt x="761130" y="1066788"/>
                  </a:lnTo>
                  <a:lnTo>
                    <a:pt x="732385" y="1056992"/>
                  </a:lnTo>
                  <a:close/>
                  <a:moveTo>
                    <a:pt x="732385" y="1056992"/>
                  </a:moveTo>
                  <a:lnTo>
                    <a:pt x="707632" y="1038127"/>
                  </a:lnTo>
                  <a:lnTo>
                    <a:pt x="718669" y="1047217"/>
                  </a:lnTo>
                  <a:close/>
                  <a:moveTo>
                    <a:pt x="359091" y="594902"/>
                  </a:moveTo>
                  <a:lnTo>
                    <a:pt x="377866" y="606157"/>
                  </a:lnTo>
                  <a:lnTo>
                    <a:pt x="339735" y="585552"/>
                  </a:lnTo>
                  <a:close/>
                  <a:moveTo>
                    <a:pt x="372237" y="521808"/>
                  </a:moveTo>
                  <a:lnTo>
                    <a:pt x="390366" y="552218"/>
                  </a:lnTo>
                  <a:lnTo>
                    <a:pt x="389497" y="550817"/>
                  </a:lnTo>
                  <a:close/>
                  <a:moveTo>
                    <a:pt x="2576" y="113412"/>
                  </a:moveTo>
                  <a:lnTo>
                    <a:pt x="0" y="91164"/>
                  </a:lnTo>
                  <a:lnTo>
                    <a:pt x="14120" y="86368"/>
                  </a:lnTo>
                  <a:close/>
                  <a:moveTo>
                    <a:pt x="23569" y="123434"/>
                  </a:moveTo>
                  <a:lnTo>
                    <a:pt x="2576" y="113412"/>
                  </a:lnTo>
                  <a:lnTo>
                    <a:pt x="14120" y="86368"/>
                  </a:lnTo>
                  <a:close/>
                  <a:moveTo>
                    <a:pt x="890045" y="1132422"/>
                  </a:moveTo>
                  <a:lnTo>
                    <a:pt x="887542" y="1167162"/>
                  </a:lnTo>
                  <a:lnTo>
                    <a:pt x="894871" y="1140298"/>
                  </a:lnTo>
                  <a:close/>
                  <a:moveTo>
                    <a:pt x="871546" y="1102715"/>
                  </a:moveTo>
                  <a:lnTo>
                    <a:pt x="894871" y="1140298"/>
                  </a:lnTo>
                  <a:lnTo>
                    <a:pt x="872881" y="1103543"/>
                  </a:lnTo>
                  <a:close/>
                  <a:moveTo>
                    <a:pt x="833156" y="1062089"/>
                  </a:moveTo>
                  <a:lnTo>
                    <a:pt x="869722" y="1100536"/>
                  </a:lnTo>
                  <a:lnTo>
                    <a:pt x="845153" y="1066788"/>
                  </a:lnTo>
                  <a:close/>
                  <a:moveTo>
                    <a:pt x="795216" y="1021099"/>
                  </a:moveTo>
                  <a:lnTo>
                    <a:pt x="822267" y="1047685"/>
                  </a:lnTo>
                  <a:lnTo>
                    <a:pt x="809280" y="1030033"/>
                  </a:lnTo>
                  <a:close/>
                  <a:moveTo>
                    <a:pt x="833156" y="1062089"/>
                  </a:moveTo>
                  <a:lnTo>
                    <a:pt x="822267" y="1047685"/>
                  </a:lnTo>
                  <a:lnTo>
                    <a:pt x="795216" y="1021099"/>
                  </a:lnTo>
                  <a:close/>
                  <a:moveTo>
                    <a:pt x="833156" y="1062089"/>
                  </a:moveTo>
                  <a:lnTo>
                    <a:pt x="845153" y="1066788"/>
                  </a:lnTo>
                  <a:lnTo>
                    <a:pt x="822267" y="1047685"/>
                  </a:lnTo>
                  <a:close/>
                  <a:moveTo>
                    <a:pt x="714324" y="893257"/>
                  </a:moveTo>
                  <a:lnTo>
                    <a:pt x="692165" y="871713"/>
                  </a:lnTo>
                  <a:lnTo>
                    <a:pt x="697376" y="883014"/>
                  </a:lnTo>
                  <a:close/>
                  <a:moveTo>
                    <a:pt x="692165" y="871713"/>
                  </a:moveTo>
                  <a:lnTo>
                    <a:pt x="691180" y="835092"/>
                  </a:lnTo>
                  <a:lnTo>
                    <a:pt x="697376" y="883014"/>
                  </a:lnTo>
                  <a:close/>
                  <a:moveTo>
                    <a:pt x="697376" y="883014"/>
                  </a:moveTo>
                  <a:lnTo>
                    <a:pt x="691180" y="835092"/>
                  </a:lnTo>
                  <a:lnTo>
                    <a:pt x="692233" y="829075"/>
                  </a:lnTo>
                  <a:close/>
                  <a:moveTo>
                    <a:pt x="658220" y="792320"/>
                  </a:moveTo>
                  <a:lnTo>
                    <a:pt x="646002" y="809503"/>
                  </a:lnTo>
                  <a:lnTo>
                    <a:pt x="665574" y="835566"/>
                  </a:lnTo>
                  <a:close/>
                  <a:moveTo>
                    <a:pt x="438996" y="571790"/>
                  </a:moveTo>
                  <a:lnTo>
                    <a:pt x="390366" y="552218"/>
                  </a:lnTo>
                  <a:lnTo>
                    <a:pt x="420239" y="588973"/>
                  </a:lnTo>
                  <a:close/>
                  <a:moveTo>
                    <a:pt x="363493" y="515464"/>
                  </a:moveTo>
                  <a:lnTo>
                    <a:pt x="389497" y="550817"/>
                  </a:lnTo>
                  <a:lnTo>
                    <a:pt x="401736" y="535035"/>
                  </a:lnTo>
                  <a:close/>
                  <a:moveTo>
                    <a:pt x="69508" y="147914"/>
                  </a:moveTo>
                  <a:lnTo>
                    <a:pt x="92574" y="94422"/>
                  </a:lnTo>
                  <a:lnTo>
                    <a:pt x="90496" y="93975"/>
                  </a:lnTo>
                  <a:close/>
                  <a:moveTo>
                    <a:pt x="90496" y="93975"/>
                  </a:moveTo>
                  <a:lnTo>
                    <a:pt x="93886" y="96829"/>
                  </a:lnTo>
                  <a:lnTo>
                    <a:pt x="69508" y="147914"/>
                  </a:lnTo>
                  <a:close/>
                  <a:moveTo>
                    <a:pt x="79118" y="60615"/>
                  </a:moveTo>
                  <a:lnTo>
                    <a:pt x="69695" y="23528"/>
                  </a:lnTo>
                  <a:lnTo>
                    <a:pt x="63176" y="57220"/>
                  </a:lnTo>
                  <a:close/>
                  <a:moveTo>
                    <a:pt x="691180" y="835092"/>
                  </a:moveTo>
                  <a:lnTo>
                    <a:pt x="692165" y="871713"/>
                  </a:lnTo>
                  <a:lnTo>
                    <a:pt x="690249" y="865830"/>
                  </a:lnTo>
                  <a:close/>
                  <a:moveTo>
                    <a:pt x="967932" y="1069177"/>
                  </a:moveTo>
                  <a:lnTo>
                    <a:pt x="967190" y="1119592"/>
                  </a:lnTo>
                  <a:lnTo>
                    <a:pt x="984789" y="1089182"/>
                  </a:lnTo>
                  <a:close/>
                  <a:moveTo>
                    <a:pt x="967932" y="1069177"/>
                  </a:moveTo>
                  <a:lnTo>
                    <a:pt x="934565" y="1086360"/>
                  </a:lnTo>
                  <a:lnTo>
                    <a:pt x="967190" y="1119592"/>
                  </a:lnTo>
                  <a:close/>
                  <a:moveTo>
                    <a:pt x="692233" y="829075"/>
                  </a:moveTo>
                  <a:lnTo>
                    <a:pt x="691180" y="835092"/>
                  </a:lnTo>
                  <a:lnTo>
                    <a:pt x="691099" y="827833"/>
                  </a:lnTo>
                  <a:close/>
                  <a:moveTo>
                    <a:pt x="663970" y="778052"/>
                  </a:moveTo>
                  <a:lnTo>
                    <a:pt x="689063" y="827179"/>
                  </a:lnTo>
                  <a:lnTo>
                    <a:pt x="691099" y="827833"/>
                  </a:lnTo>
                  <a:close/>
                  <a:moveTo>
                    <a:pt x="705976" y="775137"/>
                  </a:moveTo>
                  <a:lnTo>
                    <a:pt x="720585" y="786201"/>
                  </a:lnTo>
                  <a:lnTo>
                    <a:pt x="686032" y="742457"/>
                  </a:lnTo>
                  <a:close/>
                  <a:moveTo>
                    <a:pt x="209175" y="240995"/>
                  </a:moveTo>
                  <a:lnTo>
                    <a:pt x="252339" y="219322"/>
                  </a:lnTo>
                  <a:lnTo>
                    <a:pt x="206303" y="190380"/>
                  </a:lnTo>
                  <a:close/>
                  <a:moveTo>
                    <a:pt x="222511" y="159544"/>
                  </a:moveTo>
                  <a:lnTo>
                    <a:pt x="206303" y="190380"/>
                  </a:lnTo>
                  <a:lnTo>
                    <a:pt x="232073" y="196517"/>
                  </a:lnTo>
                  <a:close/>
                  <a:moveTo>
                    <a:pt x="55088" y="53062"/>
                  </a:moveTo>
                  <a:lnTo>
                    <a:pt x="90496" y="93975"/>
                  </a:lnTo>
                  <a:lnTo>
                    <a:pt x="63176" y="57220"/>
                  </a:lnTo>
                  <a:close/>
                  <a:moveTo>
                    <a:pt x="985020" y="1019892"/>
                  </a:moveTo>
                  <a:lnTo>
                    <a:pt x="956486" y="1016001"/>
                  </a:lnTo>
                  <a:lnTo>
                    <a:pt x="988894" y="1061490"/>
                  </a:lnTo>
                  <a:close/>
                  <a:moveTo>
                    <a:pt x="988894" y="1061490"/>
                  </a:moveTo>
                  <a:lnTo>
                    <a:pt x="984789" y="1089182"/>
                  </a:lnTo>
                  <a:lnTo>
                    <a:pt x="999895" y="1069177"/>
                  </a:lnTo>
                  <a:close/>
                  <a:moveTo>
                    <a:pt x="988894" y="1061490"/>
                  </a:moveTo>
                  <a:lnTo>
                    <a:pt x="999895" y="1069177"/>
                  </a:lnTo>
                  <a:lnTo>
                    <a:pt x="1012656" y="1024512"/>
                  </a:lnTo>
                  <a:close/>
                  <a:moveTo>
                    <a:pt x="985020" y="1019892"/>
                  </a:moveTo>
                  <a:lnTo>
                    <a:pt x="988894" y="1061490"/>
                  </a:lnTo>
                  <a:lnTo>
                    <a:pt x="1012656" y="1024512"/>
                  </a:lnTo>
                  <a:close/>
                  <a:moveTo>
                    <a:pt x="985020" y="1019892"/>
                  </a:moveTo>
                  <a:lnTo>
                    <a:pt x="984367" y="991396"/>
                  </a:lnTo>
                  <a:lnTo>
                    <a:pt x="957182" y="1014333"/>
                  </a:lnTo>
                  <a:close/>
                  <a:moveTo>
                    <a:pt x="887958" y="941728"/>
                  </a:moveTo>
                  <a:lnTo>
                    <a:pt x="880211" y="947335"/>
                  </a:lnTo>
                  <a:lnTo>
                    <a:pt x="874467" y="958912"/>
                  </a:lnTo>
                  <a:close/>
                  <a:moveTo>
                    <a:pt x="761327" y="752002"/>
                  </a:moveTo>
                  <a:lnTo>
                    <a:pt x="819910" y="750248"/>
                  </a:lnTo>
                  <a:lnTo>
                    <a:pt x="788026" y="755617"/>
                  </a:lnTo>
                  <a:close/>
                  <a:moveTo>
                    <a:pt x="738180" y="693828"/>
                  </a:moveTo>
                  <a:lnTo>
                    <a:pt x="727872" y="690783"/>
                  </a:lnTo>
                  <a:lnTo>
                    <a:pt x="762785" y="721198"/>
                  </a:lnTo>
                  <a:close/>
                  <a:moveTo>
                    <a:pt x="762785" y="721198"/>
                  </a:moveTo>
                  <a:lnTo>
                    <a:pt x="727872" y="690783"/>
                  </a:lnTo>
                  <a:lnTo>
                    <a:pt x="727810" y="701627"/>
                  </a:lnTo>
                  <a:close/>
                  <a:moveTo>
                    <a:pt x="662598" y="689673"/>
                  </a:moveTo>
                  <a:lnTo>
                    <a:pt x="671527" y="701627"/>
                  </a:lnTo>
                  <a:lnTo>
                    <a:pt x="691660" y="648388"/>
                  </a:lnTo>
                  <a:close/>
                  <a:moveTo>
                    <a:pt x="691660" y="648388"/>
                  </a:moveTo>
                  <a:lnTo>
                    <a:pt x="692240" y="646640"/>
                  </a:lnTo>
                  <a:lnTo>
                    <a:pt x="658409" y="644729"/>
                  </a:lnTo>
                  <a:close/>
                  <a:moveTo>
                    <a:pt x="693263" y="647689"/>
                  </a:moveTo>
                  <a:lnTo>
                    <a:pt x="727872" y="690783"/>
                  </a:lnTo>
                  <a:lnTo>
                    <a:pt x="714044" y="684443"/>
                  </a:lnTo>
                  <a:close/>
                  <a:moveTo>
                    <a:pt x="693263" y="647689"/>
                  </a:moveTo>
                  <a:lnTo>
                    <a:pt x="691660" y="648388"/>
                  </a:lnTo>
                  <a:lnTo>
                    <a:pt x="676306" y="683274"/>
                  </a:lnTo>
                  <a:close/>
                  <a:moveTo>
                    <a:pt x="584174" y="547354"/>
                  </a:moveTo>
                  <a:lnTo>
                    <a:pt x="544755" y="517852"/>
                  </a:lnTo>
                  <a:lnTo>
                    <a:pt x="556305" y="512129"/>
                  </a:lnTo>
                  <a:close/>
                  <a:moveTo>
                    <a:pt x="481625" y="442307"/>
                  </a:moveTo>
                  <a:lnTo>
                    <a:pt x="450762" y="462883"/>
                  </a:lnTo>
                  <a:lnTo>
                    <a:pt x="480694" y="450222"/>
                  </a:lnTo>
                  <a:close/>
                  <a:moveTo>
                    <a:pt x="452170" y="439165"/>
                  </a:moveTo>
                  <a:lnTo>
                    <a:pt x="481625" y="442307"/>
                  </a:lnTo>
                  <a:lnTo>
                    <a:pt x="457336" y="391257"/>
                  </a:lnTo>
                  <a:close/>
                  <a:moveTo>
                    <a:pt x="481625" y="442307"/>
                  </a:moveTo>
                  <a:lnTo>
                    <a:pt x="492458" y="397994"/>
                  </a:lnTo>
                  <a:lnTo>
                    <a:pt x="457336" y="391257"/>
                  </a:lnTo>
                  <a:close/>
                  <a:moveTo>
                    <a:pt x="481625" y="442307"/>
                  </a:moveTo>
                  <a:lnTo>
                    <a:pt x="503385" y="410479"/>
                  </a:lnTo>
                  <a:lnTo>
                    <a:pt x="497957" y="390404"/>
                  </a:lnTo>
                  <a:close/>
                  <a:moveTo>
                    <a:pt x="492458" y="397994"/>
                  </a:moveTo>
                  <a:lnTo>
                    <a:pt x="481625" y="442307"/>
                  </a:lnTo>
                  <a:lnTo>
                    <a:pt x="497957" y="390404"/>
                  </a:lnTo>
                  <a:close/>
                  <a:moveTo>
                    <a:pt x="317147" y="243937"/>
                  </a:moveTo>
                  <a:lnTo>
                    <a:pt x="343651" y="249477"/>
                  </a:lnTo>
                  <a:lnTo>
                    <a:pt x="336481" y="210560"/>
                  </a:lnTo>
                  <a:close/>
                  <a:moveTo>
                    <a:pt x="336481" y="210560"/>
                  </a:moveTo>
                  <a:lnTo>
                    <a:pt x="346544" y="223812"/>
                  </a:lnTo>
                  <a:lnTo>
                    <a:pt x="326629" y="173822"/>
                  </a:lnTo>
                  <a:close/>
                  <a:moveTo>
                    <a:pt x="183281" y="30108"/>
                  </a:moveTo>
                  <a:lnTo>
                    <a:pt x="186007" y="22854"/>
                  </a:lnTo>
                  <a:lnTo>
                    <a:pt x="131955" y="0"/>
                  </a:lnTo>
                  <a:close/>
                  <a:moveTo>
                    <a:pt x="762785" y="721198"/>
                  </a:moveTo>
                  <a:lnTo>
                    <a:pt x="793495" y="704015"/>
                  </a:lnTo>
                  <a:lnTo>
                    <a:pt x="738180" y="693828"/>
                  </a:lnTo>
                  <a:close/>
                  <a:moveTo>
                    <a:pt x="819910" y="750248"/>
                  </a:moveTo>
                  <a:lnTo>
                    <a:pt x="830885" y="705959"/>
                  </a:lnTo>
                  <a:lnTo>
                    <a:pt x="802149" y="712211"/>
                  </a:lnTo>
                  <a:close/>
                  <a:moveTo>
                    <a:pt x="788026" y="755617"/>
                  </a:moveTo>
                  <a:lnTo>
                    <a:pt x="819910" y="750248"/>
                  </a:lnTo>
                  <a:lnTo>
                    <a:pt x="802149" y="712211"/>
                  </a:lnTo>
                  <a:close/>
                  <a:moveTo>
                    <a:pt x="688944" y="561102"/>
                  </a:moveTo>
                  <a:lnTo>
                    <a:pt x="725186" y="593750"/>
                  </a:lnTo>
                  <a:lnTo>
                    <a:pt x="724833" y="603760"/>
                  </a:lnTo>
                  <a:close/>
                  <a:moveTo>
                    <a:pt x="691423" y="547379"/>
                  </a:moveTo>
                  <a:lnTo>
                    <a:pt x="688944" y="561102"/>
                  </a:lnTo>
                  <a:lnTo>
                    <a:pt x="700917" y="520240"/>
                  </a:lnTo>
                  <a:close/>
                  <a:moveTo>
                    <a:pt x="600818" y="489076"/>
                  </a:moveTo>
                  <a:lnTo>
                    <a:pt x="626801" y="526551"/>
                  </a:lnTo>
                  <a:lnTo>
                    <a:pt x="637060" y="520240"/>
                  </a:lnTo>
                  <a:close/>
                  <a:moveTo>
                    <a:pt x="486237" y="349063"/>
                  </a:moveTo>
                  <a:lnTo>
                    <a:pt x="496333" y="353648"/>
                  </a:lnTo>
                  <a:lnTo>
                    <a:pt x="476159" y="337055"/>
                  </a:lnTo>
                  <a:close/>
                  <a:moveTo>
                    <a:pt x="518353" y="305295"/>
                  </a:moveTo>
                  <a:lnTo>
                    <a:pt x="518351" y="299710"/>
                  </a:lnTo>
                  <a:lnTo>
                    <a:pt x="480241" y="264444"/>
                  </a:lnTo>
                  <a:close/>
                  <a:moveTo>
                    <a:pt x="824989" y="621259"/>
                  </a:moveTo>
                  <a:lnTo>
                    <a:pt x="799924" y="607687"/>
                  </a:lnTo>
                  <a:lnTo>
                    <a:pt x="810528" y="613322"/>
                  </a:lnTo>
                  <a:close/>
                  <a:moveTo>
                    <a:pt x="636030" y="398043"/>
                  </a:moveTo>
                  <a:lnTo>
                    <a:pt x="627502" y="432964"/>
                  </a:lnTo>
                  <a:lnTo>
                    <a:pt x="657740" y="407482"/>
                  </a:lnTo>
                  <a:close/>
                  <a:moveTo>
                    <a:pt x="567409" y="332862"/>
                  </a:moveTo>
                  <a:lnTo>
                    <a:pt x="580428" y="336465"/>
                  </a:lnTo>
                  <a:lnTo>
                    <a:pt x="588239" y="320314"/>
                  </a:lnTo>
                  <a:close/>
                  <a:moveTo>
                    <a:pt x="546683" y="283740"/>
                  </a:moveTo>
                  <a:lnTo>
                    <a:pt x="518351" y="299710"/>
                  </a:lnTo>
                  <a:lnTo>
                    <a:pt x="527247" y="307278"/>
                  </a:lnTo>
                  <a:close/>
                  <a:moveTo>
                    <a:pt x="588239" y="320314"/>
                  </a:moveTo>
                  <a:lnTo>
                    <a:pt x="589138" y="319282"/>
                  </a:lnTo>
                  <a:lnTo>
                    <a:pt x="567409" y="332862"/>
                  </a:lnTo>
                  <a:close/>
                  <a:moveTo>
                    <a:pt x="567409" y="332862"/>
                  </a:moveTo>
                  <a:lnTo>
                    <a:pt x="546683" y="283740"/>
                  </a:lnTo>
                  <a:lnTo>
                    <a:pt x="527247" y="307278"/>
                  </a:lnTo>
                  <a:close/>
                  <a:moveTo>
                    <a:pt x="589138" y="319282"/>
                  </a:moveTo>
                  <a:lnTo>
                    <a:pt x="588239" y="320314"/>
                  </a:lnTo>
                  <a:lnTo>
                    <a:pt x="589605" y="319645"/>
                  </a:lnTo>
                  <a:close/>
                  <a:moveTo>
                    <a:pt x="885265" y="599343"/>
                  </a:moveTo>
                  <a:lnTo>
                    <a:pt x="870405" y="622048"/>
                  </a:lnTo>
                  <a:lnTo>
                    <a:pt x="887926" y="613322"/>
                  </a:lnTo>
                  <a:close/>
                  <a:moveTo>
                    <a:pt x="601569" y="175236"/>
                  </a:moveTo>
                  <a:lnTo>
                    <a:pt x="609931" y="191834"/>
                  </a:lnTo>
                  <a:lnTo>
                    <a:pt x="573705" y="163988"/>
                  </a:lnTo>
                  <a:close/>
                  <a:moveTo>
                    <a:pt x="455859" y="44814"/>
                  </a:moveTo>
                  <a:lnTo>
                    <a:pt x="497646" y="71305"/>
                  </a:lnTo>
                  <a:lnTo>
                    <a:pt x="450485" y="37811"/>
                  </a:lnTo>
                  <a:close/>
                </a:path>
              </a:pathLst>
            </a:custGeom>
            <a:solidFill>
              <a:srgbClr val="C2CCD3"/>
            </a:solidFill>
            <a:ln w="1524">
              <a:solidFill>
                <a:srgbClr val="C2CCD3"/>
              </a:solidFill>
            </a:ln>
          </p:spPr>
        </p:sp>
        <p:sp>
          <p:nvSpPr>
            <p:cNvPr id="94" name="Input_density__93">
              <a:extLst>
                <a:ext uri="{FF2B5EF4-FFF2-40B4-BE49-F238E27FC236}">
                  <a16:creationId xmlns:a16="http://schemas.microsoft.com/office/drawing/2014/main" id="{B2834AF4-08C3-8C0B-7973-40271D5AD5EA}"/>
                </a:ext>
              </a:extLst>
            </p:cNvPr>
            <p:cNvSpPr>
              <a:spLocks noGrp="1"/>
            </p:cNvSpPr>
            <p:nvPr/>
          </p:nvSpPr>
          <p:spPr>
            <a:xfrm>
              <a:off x="920803" y="2009504"/>
              <a:ext cx="917555" cy="983660"/>
            </a:xfrm>
            <a:custGeom>
              <a:avLst/>
              <a:gdLst/>
              <a:ahLst/>
              <a:cxnLst/>
              <a:rect l="0" t="0" r="0" b="0"/>
              <a:pathLst>
                <a:path w="917555" h="983660">
                  <a:moveTo>
                    <a:pt x="12482" y="942224"/>
                  </a:moveTo>
                  <a:lnTo>
                    <a:pt x="1255" y="955805"/>
                  </a:lnTo>
                  <a:lnTo>
                    <a:pt x="22173" y="934964"/>
                  </a:lnTo>
                  <a:close/>
                  <a:moveTo>
                    <a:pt x="22173" y="934964"/>
                  </a:moveTo>
                  <a:lnTo>
                    <a:pt x="0" y="951113"/>
                  </a:lnTo>
                  <a:lnTo>
                    <a:pt x="12482" y="942224"/>
                  </a:lnTo>
                  <a:close/>
                  <a:moveTo>
                    <a:pt x="22173" y="934964"/>
                  </a:moveTo>
                  <a:lnTo>
                    <a:pt x="76291" y="919358"/>
                  </a:lnTo>
                  <a:lnTo>
                    <a:pt x="74802" y="918648"/>
                  </a:lnTo>
                  <a:close/>
                  <a:moveTo>
                    <a:pt x="54681" y="954535"/>
                  </a:moveTo>
                  <a:lnTo>
                    <a:pt x="76291" y="919358"/>
                  </a:lnTo>
                  <a:lnTo>
                    <a:pt x="22173" y="934964"/>
                  </a:lnTo>
                  <a:close/>
                  <a:moveTo>
                    <a:pt x="36521" y="971719"/>
                  </a:moveTo>
                  <a:lnTo>
                    <a:pt x="54681" y="954535"/>
                  </a:lnTo>
                  <a:lnTo>
                    <a:pt x="22173" y="934964"/>
                  </a:lnTo>
                  <a:close/>
                  <a:moveTo>
                    <a:pt x="48273" y="910813"/>
                  </a:moveTo>
                  <a:lnTo>
                    <a:pt x="22173" y="934964"/>
                  </a:lnTo>
                  <a:lnTo>
                    <a:pt x="74802" y="918648"/>
                  </a:lnTo>
                  <a:close/>
                  <a:moveTo>
                    <a:pt x="74802" y="918648"/>
                  </a:moveTo>
                  <a:lnTo>
                    <a:pt x="76291" y="919358"/>
                  </a:lnTo>
                  <a:lnTo>
                    <a:pt x="78228" y="917780"/>
                  </a:lnTo>
                  <a:close/>
                  <a:moveTo>
                    <a:pt x="76291" y="919358"/>
                  </a:moveTo>
                  <a:lnTo>
                    <a:pt x="100936" y="915295"/>
                  </a:lnTo>
                  <a:lnTo>
                    <a:pt x="78228" y="917780"/>
                  </a:lnTo>
                  <a:close/>
                  <a:moveTo>
                    <a:pt x="103691" y="900597"/>
                  </a:moveTo>
                  <a:lnTo>
                    <a:pt x="104516" y="863842"/>
                  </a:lnTo>
                  <a:lnTo>
                    <a:pt x="78228" y="917780"/>
                  </a:lnTo>
                  <a:close/>
                  <a:moveTo>
                    <a:pt x="136095" y="825965"/>
                  </a:moveTo>
                  <a:lnTo>
                    <a:pt x="112466" y="833828"/>
                  </a:lnTo>
                  <a:lnTo>
                    <a:pt x="104516" y="863842"/>
                  </a:lnTo>
                  <a:close/>
                  <a:moveTo>
                    <a:pt x="156665" y="816776"/>
                  </a:moveTo>
                  <a:lnTo>
                    <a:pt x="117779" y="827087"/>
                  </a:lnTo>
                  <a:lnTo>
                    <a:pt x="169860" y="827630"/>
                  </a:lnTo>
                  <a:close/>
                  <a:moveTo>
                    <a:pt x="169860" y="827630"/>
                  </a:moveTo>
                  <a:lnTo>
                    <a:pt x="117779" y="827087"/>
                  </a:lnTo>
                  <a:lnTo>
                    <a:pt x="112466" y="833828"/>
                  </a:lnTo>
                  <a:close/>
                  <a:moveTo>
                    <a:pt x="169860" y="827630"/>
                  </a:moveTo>
                  <a:lnTo>
                    <a:pt x="112466" y="833828"/>
                  </a:lnTo>
                  <a:lnTo>
                    <a:pt x="136095" y="825965"/>
                  </a:lnTo>
                  <a:close/>
                  <a:moveTo>
                    <a:pt x="156665" y="816776"/>
                  </a:moveTo>
                  <a:lnTo>
                    <a:pt x="169860" y="827630"/>
                  </a:lnTo>
                  <a:lnTo>
                    <a:pt x="172782" y="809904"/>
                  </a:lnTo>
                  <a:close/>
                  <a:moveTo>
                    <a:pt x="172782" y="809904"/>
                  </a:moveTo>
                  <a:lnTo>
                    <a:pt x="169860" y="827630"/>
                  </a:lnTo>
                  <a:lnTo>
                    <a:pt x="183504" y="839704"/>
                  </a:lnTo>
                  <a:close/>
                  <a:moveTo>
                    <a:pt x="231608" y="549086"/>
                  </a:moveTo>
                  <a:lnTo>
                    <a:pt x="231412" y="559361"/>
                  </a:lnTo>
                  <a:lnTo>
                    <a:pt x="230681" y="557395"/>
                  </a:lnTo>
                  <a:close/>
                  <a:moveTo>
                    <a:pt x="229826" y="520640"/>
                  </a:moveTo>
                  <a:lnTo>
                    <a:pt x="227091" y="483885"/>
                  </a:lnTo>
                  <a:lnTo>
                    <a:pt x="214843" y="528085"/>
                  </a:lnTo>
                  <a:close/>
                  <a:moveTo>
                    <a:pt x="227091" y="483885"/>
                  </a:moveTo>
                  <a:lnTo>
                    <a:pt x="204087" y="492082"/>
                  </a:lnTo>
                  <a:lnTo>
                    <a:pt x="214843" y="528085"/>
                  </a:lnTo>
                  <a:close/>
                  <a:moveTo>
                    <a:pt x="102750" y="410375"/>
                  </a:moveTo>
                  <a:lnTo>
                    <a:pt x="97030" y="373620"/>
                  </a:lnTo>
                  <a:lnTo>
                    <a:pt x="85950" y="417366"/>
                  </a:lnTo>
                  <a:close/>
                  <a:moveTo>
                    <a:pt x="231608" y="549086"/>
                  </a:moveTo>
                  <a:lnTo>
                    <a:pt x="230681" y="557395"/>
                  </a:lnTo>
                  <a:lnTo>
                    <a:pt x="236373" y="555328"/>
                  </a:lnTo>
                  <a:close/>
                  <a:moveTo>
                    <a:pt x="278389" y="503511"/>
                  </a:moveTo>
                  <a:lnTo>
                    <a:pt x="229826" y="520640"/>
                  </a:lnTo>
                  <a:lnTo>
                    <a:pt x="278511" y="503664"/>
                  </a:lnTo>
                  <a:close/>
                  <a:moveTo>
                    <a:pt x="229826" y="520640"/>
                  </a:moveTo>
                  <a:lnTo>
                    <a:pt x="231608" y="549086"/>
                  </a:lnTo>
                  <a:lnTo>
                    <a:pt x="278511" y="503664"/>
                  </a:lnTo>
                  <a:close/>
                  <a:moveTo>
                    <a:pt x="227091" y="483885"/>
                  </a:moveTo>
                  <a:lnTo>
                    <a:pt x="278389" y="503511"/>
                  </a:lnTo>
                  <a:lnTo>
                    <a:pt x="255982" y="476980"/>
                  </a:lnTo>
                  <a:close/>
                  <a:moveTo>
                    <a:pt x="227091" y="483885"/>
                  </a:moveTo>
                  <a:lnTo>
                    <a:pt x="229826" y="520640"/>
                  </a:lnTo>
                  <a:lnTo>
                    <a:pt x="278389" y="503511"/>
                  </a:lnTo>
                  <a:close/>
                  <a:moveTo>
                    <a:pt x="278898" y="503457"/>
                  </a:moveTo>
                  <a:lnTo>
                    <a:pt x="289102" y="466702"/>
                  </a:lnTo>
                  <a:lnTo>
                    <a:pt x="278389" y="503511"/>
                  </a:lnTo>
                  <a:close/>
                  <a:moveTo>
                    <a:pt x="289102" y="466702"/>
                  </a:moveTo>
                  <a:lnTo>
                    <a:pt x="255982" y="476980"/>
                  </a:lnTo>
                  <a:lnTo>
                    <a:pt x="278389" y="503511"/>
                  </a:lnTo>
                  <a:close/>
                  <a:moveTo>
                    <a:pt x="278389" y="503511"/>
                  </a:moveTo>
                  <a:lnTo>
                    <a:pt x="278511" y="503664"/>
                  </a:lnTo>
                  <a:lnTo>
                    <a:pt x="278898" y="503457"/>
                  </a:lnTo>
                  <a:close/>
                  <a:moveTo>
                    <a:pt x="278612" y="503330"/>
                  </a:moveTo>
                  <a:lnTo>
                    <a:pt x="278898" y="503457"/>
                  </a:lnTo>
                  <a:lnTo>
                    <a:pt x="278511" y="503664"/>
                  </a:lnTo>
                  <a:close/>
                  <a:moveTo>
                    <a:pt x="278612" y="503330"/>
                  </a:moveTo>
                  <a:lnTo>
                    <a:pt x="294193" y="466089"/>
                  </a:lnTo>
                  <a:lnTo>
                    <a:pt x="278898" y="503457"/>
                  </a:lnTo>
                  <a:close/>
                  <a:moveTo>
                    <a:pt x="278898" y="503457"/>
                  </a:moveTo>
                  <a:lnTo>
                    <a:pt x="301844" y="449519"/>
                  </a:lnTo>
                  <a:lnTo>
                    <a:pt x="289102" y="466702"/>
                  </a:lnTo>
                  <a:close/>
                  <a:moveTo>
                    <a:pt x="814128" y="964088"/>
                  </a:moveTo>
                  <a:lnTo>
                    <a:pt x="827693" y="983660"/>
                  </a:lnTo>
                  <a:lnTo>
                    <a:pt x="825577" y="946905"/>
                  </a:lnTo>
                  <a:close/>
                  <a:moveTo>
                    <a:pt x="220728" y="339254"/>
                  </a:moveTo>
                  <a:lnTo>
                    <a:pt x="228045" y="343348"/>
                  </a:lnTo>
                  <a:lnTo>
                    <a:pt x="231373" y="335658"/>
                  </a:lnTo>
                  <a:close/>
                  <a:moveTo>
                    <a:pt x="226105" y="336094"/>
                  </a:moveTo>
                  <a:lnTo>
                    <a:pt x="220728" y="339254"/>
                  </a:lnTo>
                  <a:lnTo>
                    <a:pt x="231373" y="335658"/>
                  </a:lnTo>
                  <a:close/>
                  <a:moveTo>
                    <a:pt x="305731" y="16153"/>
                  </a:moveTo>
                  <a:lnTo>
                    <a:pt x="264363" y="22696"/>
                  </a:lnTo>
                  <a:lnTo>
                    <a:pt x="310708" y="18427"/>
                  </a:lnTo>
                  <a:close/>
                  <a:moveTo>
                    <a:pt x="264363" y="22696"/>
                  </a:moveTo>
                  <a:lnTo>
                    <a:pt x="284629" y="45500"/>
                  </a:lnTo>
                  <a:lnTo>
                    <a:pt x="310708" y="18427"/>
                  </a:lnTo>
                  <a:close/>
                  <a:moveTo>
                    <a:pt x="305731" y="16153"/>
                  </a:moveTo>
                  <a:lnTo>
                    <a:pt x="310708" y="18427"/>
                  </a:lnTo>
                  <a:lnTo>
                    <a:pt x="312893" y="13235"/>
                  </a:lnTo>
                  <a:close/>
                  <a:moveTo>
                    <a:pt x="289863" y="46712"/>
                  </a:moveTo>
                  <a:lnTo>
                    <a:pt x="310708" y="18427"/>
                  </a:lnTo>
                  <a:lnTo>
                    <a:pt x="284629" y="45500"/>
                  </a:lnTo>
                  <a:close/>
                  <a:moveTo>
                    <a:pt x="289863" y="46712"/>
                  </a:moveTo>
                  <a:lnTo>
                    <a:pt x="331905" y="39621"/>
                  </a:lnTo>
                  <a:lnTo>
                    <a:pt x="310708" y="18427"/>
                  </a:lnTo>
                  <a:close/>
                  <a:moveTo>
                    <a:pt x="331905" y="39621"/>
                  </a:moveTo>
                  <a:lnTo>
                    <a:pt x="312893" y="13235"/>
                  </a:lnTo>
                  <a:lnTo>
                    <a:pt x="310708" y="18427"/>
                  </a:lnTo>
                  <a:close/>
                  <a:moveTo>
                    <a:pt x="358919" y="0"/>
                  </a:moveTo>
                  <a:lnTo>
                    <a:pt x="312893" y="13235"/>
                  </a:lnTo>
                  <a:lnTo>
                    <a:pt x="331905" y="39621"/>
                  </a:lnTo>
                  <a:close/>
                  <a:moveTo>
                    <a:pt x="644857" y="203304"/>
                  </a:moveTo>
                  <a:lnTo>
                    <a:pt x="643085" y="236153"/>
                  </a:lnTo>
                  <a:lnTo>
                    <a:pt x="668319" y="224222"/>
                  </a:lnTo>
                  <a:close/>
                  <a:moveTo>
                    <a:pt x="869513" y="402745"/>
                  </a:moveTo>
                  <a:lnTo>
                    <a:pt x="917555" y="425522"/>
                  </a:lnTo>
                  <a:lnTo>
                    <a:pt x="903531" y="392176"/>
                  </a:lnTo>
                  <a:close/>
                  <a:moveTo>
                    <a:pt x="578103" y="10457"/>
                  </a:moveTo>
                  <a:lnTo>
                    <a:pt x="529025" y="32465"/>
                  </a:lnTo>
                  <a:lnTo>
                    <a:pt x="572725" y="18012"/>
                  </a:lnTo>
                  <a:close/>
                </a:path>
              </a:pathLst>
            </a:custGeom>
            <a:solidFill>
              <a:srgbClr val="D7DEE3"/>
            </a:solidFill>
            <a:ln w="1524">
              <a:solidFill>
                <a:srgbClr val="D7DEE3"/>
              </a:solidFill>
            </a:ln>
          </p:spPr>
        </p:sp>
        <p:sp>
          <p:nvSpPr>
            <p:cNvPr id="95" name="Input_density__94">
              <a:extLst>
                <a:ext uri="{FF2B5EF4-FFF2-40B4-BE49-F238E27FC236}">
                  <a16:creationId xmlns:a16="http://schemas.microsoft.com/office/drawing/2014/main" id="{22EEE02D-1A49-5AF5-6E7E-B01EB8DED6E8}"/>
                </a:ext>
              </a:extLst>
            </p:cNvPr>
            <p:cNvSpPr>
              <a:spLocks noGrp="1"/>
            </p:cNvSpPr>
            <p:nvPr/>
          </p:nvSpPr>
          <p:spPr>
            <a:xfrm>
              <a:off x="882826" y="1888567"/>
              <a:ext cx="1059160" cy="1284462"/>
            </a:xfrm>
            <a:custGeom>
              <a:avLst/>
              <a:gdLst/>
              <a:ahLst/>
              <a:cxnLst/>
              <a:rect l="0" t="0" r="0" b="0"/>
              <a:pathLst>
                <a:path w="1059160" h="1284462">
                  <a:moveTo>
                    <a:pt x="60149" y="1055901"/>
                  </a:moveTo>
                  <a:lnTo>
                    <a:pt x="72812" y="1109839"/>
                  </a:lnTo>
                  <a:lnTo>
                    <a:pt x="74498" y="1092656"/>
                  </a:lnTo>
                  <a:close/>
                  <a:moveTo>
                    <a:pt x="74498" y="1092656"/>
                  </a:moveTo>
                  <a:lnTo>
                    <a:pt x="111261" y="1129411"/>
                  </a:lnTo>
                  <a:lnTo>
                    <a:pt x="118262" y="1112228"/>
                  </a:lnTo>
                  <a:close/>
                  <a:moveTo>
                    <a:pt x="371902" y="1284462"/>
                  </a:moveTo>
                  <a:lnTo>
                    <a:pt x="402689" y="1279652"/>
                  </a:lnTo>
                  <a:lnTo>
                    <a:pt x="394682" y="1278819"/>
                  </a:lnTo>
                  <a:close/>
                  <a:moveTo>
                    <a:pt x="356419" y="1226574"/>
                  </a:moveTo>
                  <a:lnTo>
                    <a:pt x="299264" y="1233664"/>
                  </a:lnTo>
                  <a:lnTo>
                    <a:pt x="324701" y="1232560"/>
                  </a:lnTo>
                  <a:close/>
                  <a:moveTo>
                    <a:pt x="373929" y="1275944"/>
                  </a:moveTo>
                  <a:lnTo>
                    <a:pt x="371902" y="1284462"/>
                  </a:lnTo>
                  <a:lnTo>
                    <a:pt x="394682" y="1278819"/>
                  </a:lnTo>
                  <a:close/>
                  <a:moveTo>
                    <a:pt x="335833" y="1235080"/>
                  </a:moveTo>
                  <a:lnTo>
                    <a:pt x="356419" y="1226574"/>
                  </a:lnTo>
                  <a:lnTo>
                    <a:pt x="324701" y="1232560"/>
                  </a:lnTo>
                  <a:close/>
                  <a:moveTo>
                    <a:pt x="335833" y="1235080"/>
                  </a:moveTo>
                  <a:lnTo>
                    <a:pt x="368780" y="1235384"/>
                  </a:lnTo>
                  <a:lnTo>
                    <a:pt x="356419" y="1226574"/>
                  </a:lnTo>
                  <a:close/>
                  <a:moveTo>
                    <a:pt x="262566" y="954328"/>
                  </a:moveTo>
                  <a:lnTo>
                    <a:pt x="261502" y="928431"/>
                  </a:lnTo>
                  <a:lnTo>
                    <a:pt x="221480" y="960641"/>
                  </a:lnTo>
                  <a:close/>
                  <a:moveTo>
                    <a:pt x="210758" y="930841"/>
                  </a:moveTo>
                  <a:lnTo>
                    <a:pt x="261502" y="928431"/>
                  </a:lnTo>
                  <a:lnTo>
                    <a:pt x="243012" y="913658"/>
                  </a:lnTo>
                  <a:close/>
                  <a:moveTo>
                    <a:pt x="214746" y="876903"/>
                  </a:moveTo>
                  <a:lnTo>
                    <a:pt x="227027" y="893726"/>
                  </a:lnTo>
                  <a:lnTo>
                    <a:pt x="210758" y="930841"/>
                  </a:lnTo>
                  <a:close/>
                  <a:moveTo>
                    <a:pt x="243012" y="913658"/>
                  </a:moveTo>
                  <a:lnTo>
                    <a:pt x="214746" y="876903"/>
                  </a:lnTo>
                  <a:lnTo>
                    <a:pt x="210758" y="930841"/>
                  </a:lnTo>
                  <a:close/>
                  <a:moveTo>
                    <a:pt x="0" y="565680"/>
                  </a:moveTo>
                  <a:lnTo>
                    <a:pt x="767" y="528924"/>
                  </a:lnTo>
                  <a:lnTo>
                    <a:pt x="4255" y="536670"/>
                  </a:lnTo>
                  <a:close/>
                  <a:moveTo>
                    <a:pt x="319407" y="845711"/>
                  </a:moveTo>
                  <a:lnTo>
                    <a:pt x="325851" y="822813"/>
                  </a:lnTo>
                  <a:lnTo>
                    <a:pt x="295538" y="820369"/>
                  </a:lnTo>
                  <a:close/>
                  <a:moveTo>
                    <a:pt x="319407" y="845711"/>
                  </a:moveTo>
                  <a:lnTo>
                    <a:pt x="325303" y="849979"/>
                  </a:lnTo>
                  <a:lnTo>
                    <a:pt x="346504" y="842536"/>
                  </a:lnTo>
                  <a:close/>
                  <a:moveTo>
                    <a:pt x="269389" y="680298"/>
                  </a:moveTo>
                  <a:lnTo>
                    <a:pt x="269584" y="670024"/>
                  </a:lnTo>
                  <a:lnTo>
                    <a:pt x="279177" y="695516"/>
                  </a:lnTo>
                  <a:close/>
                  <a:moveTo>
                    <a:pt x="279177" y="695516"/>
                  </a:moveTo>
                  <a:lnTo>
                    <a:pt x="269584" y="670024"/>
                  </a:lnTo>
                  <a:lnTo>
                    <a:pt x="267802" y="641578"/>
                  </a:lnTo>
                  <a:close/>
                  <a:moveTo>
                    <a:pt x="267802" y="641578"/>
                  </a:moveTo>
                  <a:lnTo>
                    <a:pt x="252819" y="649022"/>
                  </a:lnTo>
                  <a:lnTo>
                    <a:pt x="279177" y="695516"/>
                  </a:lnTo>
                  <a:close/>
                  <a:moveTo>
                    <a:pt x="222756" y="658761"/>
                  </a:moveTo>
                  <a:lnTo>
                    <a:pt x="244443" y="672232"/>
                  </a:lnTo>
                  <a:lnTo>
                    <a:pt x="252819" y="649022"/>
                  </a:lnTo>
                  <a:close/>
                  <a:moveTo>
                    <a:pt x="107179" y="507171"/>
                  </a:moveTo>
                  <a:lnTo>
                    <a:pt x="99011" y="502215"/>
                  </a:lnTo>
                  <a:lnTo>
                    <a:pt x="84688" y="498368"/>
                  </a:lnTo>
                  <a:close/>
                  <a:moveTo>
                    <a:pt x="99011" y="502215"/>
                  </a:moveTo>
                  <a:lnTo>
                    <a:pt x="107179" y="507171"/>
                  </a:lnTo>
                  <a:lnTo>
                    <a:pt x="147765" y="463716"/>
                  </a:lnTo>
                  <a:close/>
                  <a:moveTo>
                    <a:pt x="478317" y="862108"/>
                  </a:moveTo>
                  <a:lnTo>
                    <a:pt x="496542" y="895699"/>
                  </a:lnTo>
                  <a:lnTo>
                    <a:pt x="492984" y="857696"/>
                  </a:lnTo>
                  <a:close/>
                  <a:moveTo>
                    <a:pt x="138810" y="481456"/>
                  </a:moveTo>
                  <a:lnTo>
                    <a:pt x="147765" y="463716"/>
                  </a:lnTo>
                  <a:lnTo>
                    <a:pt x="135006" y="494558"/>
                  </a:lnTo>
                  <a:close/>
                  <a:moveTo>
                    <a:pt x="742769" y="1011516"/>
                  </a:moveTo>
                  <a:lnTo>
                    <a:pt x="731677" y="1055740"/>
                  </a:lnTo>
                  <a:lnTo>
                    <a:pt x="746324" y="1014295"/>
                  </a:lnTo>
                  <a:close/>
                  <a:moveTo>
                    <a:pt x="742769" y="1011516"/>
                  </a:moveTo>
                  <a:lnTo>
                    <a:pt x="704819" y="983692"/>
                  </a:lnTo>
                  <a:lnTo>
                    <a:pt x="684128" y="1002538"/>
                  </a:lnTo>
                  <a:close/>
                  <a:moveTo>
                    <a:pt x="695900" y="974761"/>
                  </a:moveTo>
                  <a:lnTo>
                    <a:pt x="684128" y="1002538"/>
                  </a:lnTo>
                  <a:lnTo>
                    <a:pt x="704819" y="983692"/>
                  </a:lnTo>
                  <a:close/>
                  <a:moveTo>
                    <a:pt x="243831" y="477527"/>
                  </a:moveTo>
                  <a:lnTo>
                    <a:pt x="258704" y="460191"/>
                  </a:lnTo>
                  <a:lnTo>
                    <a:pt x="239748" y="477374"/>
                  </a:lnTo>
                  <a:close/>
                  <a:moveTo>
                    <a:pt x="221082" y="424000"/>
                  </a:moveTo>
                  <a:lnTo>
                    <a:pt x="264081" y="457031"/>
                  </a:lnTo>
                  <a:lnTo>
                    <a:pt x="241877" y="434182"/>
                  </a:lnTo>
                  <a:close/>
                  <a:moveTo>
                    <a:pt x="742769" y="1011516"/>
                  </a:moveTo>
                  <a:lnTo>
                    <a:pt x="746324" y="1014295"/>
                  </a:lnTo>
                  <a:lnTo>
                    <a:pt x="748840" y="1008866"/>
                  </a:lnTo>
                  <a:close/>
                  <a:moveTo>
                    <a:pt x="748840" y="1008866"/>
                  </a:moveTo>
                  <a:lnTo>
                    <a:pt x="704819" y="983692"/>
                  </a:lnTo>
                  <a:lnTo>
                    <a:pt x="742769" y="1011516"/>
                  </a:lnTo>
                  <a:close/>
                  <a:moveTo>
                    <a:pt x="708943" y="969466"/>
                  </a:moveTo>
                  <a:lnTo>
                    <a:pt x="704819" y="983692"/>
                  </a:lnTo>
                  <a:lnTo>
                    <a:pt x="748840" y="1008866"/>
                  </a:lnTo>
                  <a:close/>
                  <a:moveTo>
                    <a:pt x="746324" y="1014295"/>
                  </a:moveTo>
                  <a:lnTo>
                    <a:pt x="788935" y="994333"/>
                  </a:lnTo>
                  <a:lnTo>
                    <a:pt x="748840" y="1008866"/>
                  </a:lnTo>
                  <a:close/>
                  <a:moveTo>
                    <a:pt x="825915" y="1031087"/>
                  </a:moveTo>
                  <a:lnTo>
                    <a:pt x="802651" y="1004108"/>
                  </a:lnTo>
                  <a:lnTo>
                    <a:pt x="828756" y="1042819"/>
                  </a:lnTo>
                  <a:close/>
                  <a:moveTo>
                    <a:pt x="695900" y="974761"/>
                  </a:moveTo>
                  <a:lnTo>
                    <a:pt x="704819" y="983692"/>
                  </a:lnTo>
                  <a:lnTo>
                    <a:pt x="708943" y="969466"/>
                  </a:lnTo>
                  <a:close/>
                  <a:moveTo>
                    <a:pt x="544780" y="700293"/>
                  </a:moveTo>
                  <a:lnTo>
                    <a:pt x="538762" y="736560"/>
                  </a:lnTo>
                  <a:lnTo>
                    <a:pt x="527962" y="739765"/>
                  </a:lnTo>
                  <a:close/>
                  <a:moveTo>
                    <a:pt x="291218" y="443008"/>
                  </a:moveTo>
                  <a:lnTo>
                    <a:pt x="266021" y="464286"/>
                  </a:lnTo>
                  <a:lnTo>
                    <a:pt x="293182" y="496946"/>
                  </a:lnTo>
                  <a:close/>
                  <a:moveTo>
                    <a:pt x="825915" y="1031087"/>
                  </a:moveTo>
                  <a:lnTo>
                    <a:pt x="828756" y="1042819"/>
                  </a:lnTo>
                  <a:lnTo>
                    <a:pt x="849244" y="1053733"/>
                  </a:lnTo>
                  <a:close/>
                  <a:moveTo>
                    <a:pt x="911455" y="1092168"/>
                  </a:moveTo>
                  <a:lnTo>
                    <a:pt x="904230" y="1134743"/>
                  </a:lnTo>
                  <a:lnTo>
                    <a:pt x="934037" y="1087414"/>
                  </a:lnTo>
                  <a:close/>
                  <a:moveTo>
                    <a:pt x="865669" y="1104597"/>
                  </a:moveTo>
                  <a:lnTo>
                    <a:pt x="904230" y="1134743"/>
                  </a:lnTo>
                  <a:lnTo>
                    <a:pt x="911455" y="1092168"/>
                  </a:lnTo>
                  <a:close/>
                  <a:moveTo>
                    <a:pt x="863553" y="1067842"/>
                  </a:moveTo>
                  <a:lnTo>
                    <a:pt x="900883" y="1050659"/>
                  </a:lnTo>
                  <a:lnTo>
                    <a:pt x="849244" y="1053733"/>
                  </a:lnTo>
                  <a:close/>
                  <a:moveTo>
                    <a:pt x="900883" y="1050659"/>
                  </a:moveTo>
                  <a:lnTo>
                    <a:pt x="871558" y="1040957"/>
                  </a:lnTo>
                  <a:lnTo>
                    <a:pt x="849244" y="1053733"/>
                  </a:lnTo>
                  <a:close/>
                  <a:moveTo>
                    <a:pt x="831396" y="1013904"/>
                  </a:moveTo>
                  <a:lnTo>
                    <a:pt x="849244" y="1053733"/>
                  </a:lnTo>
                  <a:lnTo>
                    <a:pt x="871558" y="1040957"/>
                  </a:lnTo>
                  <a:close/>
                  <a:moveTo>
                    <a:pt x="831396" y="1013904"/>
                  </a:moveTo>
                  <a:lnTo>
                    <a:pt x="825915" y="1031087"/>
                  </a:lnTo>
                  <a:lnTo>
                    <a:pt x="849244" y="1053733"/>
                  </a:lnTo>
                  <a:close/>
                  <a:moveTo>
                    <a:pt x="934037" y="1087414"/>
                  </a:moveTo>
                  <a:lnTo>
                    <a:pt x="957808" y="1114278"/>
                  </a:lnTo>
                  <a:lnTo>
                    <a:pt x="960311" y="1079538"/>
                  </a:lnTo>
                  <a:close/>
                  <a:moveTo>
                    <a:pt x="941812" y="1049830"/>
                  </a:moveTo>
                  <a:lnTo>
                    <a:pt x="960311" y="1079538"/>
                  </a:lnTo>
                  <a:lnTo>
                    <a:pt x="965137" y="1087414"/>
                  </a:lnTo>
                  <a:close/>
                  <a:moveTo>
                    <a:pt x="910177" y="1048461"/>
                  </a:moveTo>
                  <a:lnTo>
                    <a:pt x="871558" y="1040957"/>
                  </a:lnTo>
                  <a:lnTo>
                    <a:pt x="900883" y="1050659"/>
                  </a:lnTo>
                  <a:close/>
                  <a:moveTo>
                    <a:pt x="903422" y="1009205"/>
                  </a:moveTo>
                  <a:lnTo>
                    <a:pt x="877301" y="1003353"/>
                  </a:lnTo>
                  <a:lnTo>
                    <a:pt x="910177" y="1048461"/>
                  </a:lnTo>
                  <a:close/>
                  <a:moveTo>
                    <a:pt x="941812" y="1049830"/>
                  </a:moveTo>
                  <a:lnTo>
                    <a:pt x="939988" y="1047651"/>
                  </a:lnTo>
                  <a:lnTo>
                    <a:pt x="903422" y="1009205"/>
                  </a:lnTo>
                  <a:close/>
                  <a:moveTo>
                    <a:pt x="910177" y="1048461"/>
                  </a:moveTo>
                  <a:lnTo>
                    <a:pt x="941812" y="1049830"/>
                  </a:lnTo>
                  <a:lnTo>
                    <a:pt x="903422" y="1009205"/>
                  </a:lnTo>
                  <a:close/>
                  <a:moveTo>
                    <a:pt x="941812" y="1049830"/>
                  </a:moveTo>
                  <a:lnTo>
                    <a:pt x="943147" y="1050659"/>
                  </a:lnTo>
                  <a:lnTo>
                    <a:pt x="939988" y="1047651"/>
                  </a:lnTo>
                  <a:close/>
                  <a:moveTo>
                    <a:pt x="877301" y="1003353"/>
                  </a:moveTo>
                  <a:lnTo>
                    <a:pt x="903422" y="1009205"/>
                  </a:lnTo>
                  <a:lnTo>
                    <a:pt x="865482" y="968215"/>
                  </a:lnTo>
                  <a:close/>
                  <a:moveTo>
                    <a:pt x="767642" y="830129"/>
                  </a:moveTo>
                  <a:lnTo>
                    <a:pt x="762499" y="776191"/>
                  </a:lnTo>
                  <a:lnTo>
                    <a:pt x="743642" y="793374"/>
                  </a:lnTo>
                  <a:close/>
                  <a:moveTo>
                    <a:pt x="743642" y="793374"/>
                  </a:moveTo>
                  <a:lnTo>
                    <a:pt x="762499" y="776191"/>
                  </a:lnTo>
                  <a:lnTo>
                    <a:pt x="735840" y="782681"/>
                  </a:lnTo>
                  <a:close/>
                  <a:moveTo>
                    <a:pt x="762499" y="776191"/>
                  </a:moveTo>
                  <a:lnTo>
                    <a:pt x="759329" y="774294"/>
                  </a:lnTo>
                  <a:lnTo>
                    <a:pt x="735840" y="782681"/>
                  </a:lnTo>
                  <a:close/>
                  <a:moveTo>
                    <a:pt x="728486" y="739436"/>
                  </a:moveTo>
                  <a:lnTo>
                    <a:pt x="735840" y="782681"/>
                  </a:lnTo>
                  <a:lnTo>
                    <a:pt x="759329" y="774294"/>
                  </a:lnTo>
                  <a:close/>
                  <a:moveTo>
                    <a:pt x="509262" y="518906"/>
                  </a:moveTo>
                  <a:lnTo>
                    <a:pt x="461455" y="498263"/>
                  </a:lnTo>
                  <a:lnTo>
                    <a:pt x="460632" y="499334"/>
                  </a:lnTo>
                  <a:close/>
                  <a:moveTo>
                    <a:pt x="459763" y="497933"/>
                  </a:moveTo>
                  <a:lnTo>
                    <a:pt x="460632" y="499334"/>
                  </a:lnTo>
                  <a:lnTo>
                    <a:pt x="461455" y="498263"/>
                  </a:lnTo>
                  <a:close/>
                  <a:moveTo>
                    <a:pt x="472002" y="482151"/>
                  </a:moveTo>
                  <a:lnTo>
                    <a:pt x="459763" y="497933"/>
                  </a:lnTo>
                  <a:lnTo>
                    <a:pt x="461455" y="498263"/>
                  </a:lnTo>
                  <a:close/>
                  <a:moveTo>
                    <a:pt x="162840" y="41538"/>
                  </a:moveTo>
                  <a:lnTo>
                    <a:pt x="196253" y="41462"/>
                  </a:lnTo>
                  <a:lnTo>
                    <a:pt x="177694" y="11802"/>
                  </a:lnTo>
                  <a:close/>
                  <a:moveTo>
                    <a:pt x="162840" y="41538"/>
                  </a:moveTo>
                  <a:lnTo>
                    <a:pt x="177694" y="11802"/>
                  </a:lnTo>
                  <a:lnTo>
                    <a:pt x="149384" y="7730"/>
                  </a:lnTo>
                  <a:close/>
                  <a:moveTo>
                    <a:pt x="162840" y="41538"/>
                  </a:moveTo>
                  <a:lnTo>
                    <a:pt x="149384" y="7730"/>
                  </a:lnTo>
                  <a:lnTo>
                    <a:pt x="160762" y="41091"/>
                  </a:lnTo>
                  <a:close/>
                  <a:moveTo>
                    <a:pt x="149384" y="7730"/>
                  </a:moveTo>
                  <a:lnTo>
                    <a:pt x="133442" y="4336"/>
                  </a:lnTo>
                  <a:lnTo>
                    <a:pt x="160762" y="41091"/>
                  </a:lnTo>
                  <a:close/>
                  <a:moveTo>
                    <a:pt x="1004831" y="1033476"/>
                  </a:moveTo>
                  <a:lnTo>
                    <a:pt x="1038198" y="1016292"/>
                  </a:lnTo>
                  <a:lnTo>
                    <a:pt x="986366" y="1000266"/>
                  </a:lnTo>
                  <a:close/>
                  <a:moveTo>
                    <a:pt x="1038198" y="1016292"/>
                  </a:moveTo>
                  <a:lnTo>
                    <a:pt x="1011069" y="996419"/>
                  </a:lnTo>
                  <a:lnTo>
                    <a:pt x="986366" y="1000266"/>
                  </a:lnTo>
                  <a:close/>
                  <a:moveTo>
                    <a:pt x="994453" y="979537"/>
                  </a:moveTo>
                  <a:lnTo>
                    <a:pt x="986366" y="1000266"/>
                  </a:lnTo>
                  <a:lnTo>
                    <a:pt x="1011069" y="996419"/>
                  </a:lnTo>
                  <a:close/>
                  <a:moveTo>
                    <a:pt x="994453" y="979537"/>
                  </a:moveTo>
                  <a:lnTo>
                    <a:pt x="983412" y="996721"/>
                  </a:lnTo>
                  <a:lnTo>
                    <a:pt x="986366" y="1000266"/>
                  </a:lnTo>
                  <a:close/>
                  <a:moveTo>
                    <a:pt x="965116" y="959966"/>
                  </a:moveTo>
                  <a:lnTo>
                    <a:pt x="983412" y="996721"/>
                  </a:lnTo>
                  <a:lnTo>
                    <a:pt x="994453" y="979537"/>
                  </a:lnTo>
                  <a:close/>
                  <a:moveTo>
                    <a:pt x="947763" y="910751"/>
                  </a:moveTo>
                  <a:lnTo>
                    <a:pt x="973042" y="950452"/>
                  </a:lnTo>
                  <a:lnTo>
                    <a:pt x="975819" y="942782"/>
                  </a:lnTo>
                  <a:close/>
                  <a:moveTo>
                    <a:pt x="975819" y="942782"/>
                  </a:moveTo>
                  <a:lnTo>
                    <a:pt x="957526" y="920808"/>
                  </a:lnTo>
                  <a:lnTo>
                    <a:pt x="947763" y="910751"/>
                  </a:lnTo>
                  <a:close/>
                  <a:moveTo>
                    <a:pt x="759329" y="774294"/>
                  </a:moveTo>
                  <a:lnTo>
                    <a:pt x="762499" y="776191"/>
                  </a:lnTo>
                  <a:lnTo>
                    <a:pt x="761365" y="774948"/>
                  </a:lnTo>
                  <a:close/>
                  <a:moveTo>
                    <a:pt x="639346" y="592416"/>
                  </a:moveTo>
                  <a:lnTo>
                    <a:pt x="669507" y="591411"/>
                  </a:lnTo>
                  <a:lnTo>
                    <a:pt x="660609" y="611988"/>
                  </a:lnTo>
                  <a:close/>
                  <a:moveTo>
                    <a:pt x="670400" y="615736"/>
                  </a:moveTo>
                  <a:lnTo>
                    <a:pt x="644537" y="594258"/>
                  </a:lnTo>
                  <a:lnTo>
                    <a:pt x="639346" y="592416"/>
                  </a:lnTo>
                  <a:close/>
                  <a:moveTo>
                    <a:pt x="660609" y="611988"/>
                  </a:moveTo>
                  <a:lnTo>
                    <a:pt x="670400" y="615736"/>
                  </a:lnTo>
                  <a:lnTo>
                    <a:pt x="639346" y="592416"/>
                  </a:lnTo>
                  <a:close/>
                  <a:moveTo>
                    <a:pt x="689412" y="611988"/>
                  </a:moveTo>
                  <a:lnTo>
                    <a:pt x="648141" y="589085"/>
                  </a:lnTo>
                  <a:lnTo>
                    <a:pt x="648847" y="592416"/>
                  </a:lnTo>
                  <a:close/>
                  <a:moveTo>
                    <a:pt x="644537" y="594258"/>
                  </a:moveTo>
                  <a:lnTo>
                    <a:pt x="670400" y="615736"/>
                  </a:lnTo>
                  <a:lnTo>
                    <a:pt x="689412" y="611988"/>
                  </a:lnTo>
                  <a:close/>
                  <a:moveTo>
                    <a:pt x="648847" y="592416"/>
                  </a:moveTo>
                  <a:lnTo>
                    <a:pt x="644537" y="594258"/>
                  </a:lnTo>
                  <a:lnTo>
                    <a:pt x="689412" y="611988"/>
                  </a:lnTo>
                  <a:close/>
                  <a:moveTo>
                    <a:pt x="599990" y="518906"/>
                  </a:moveTo>
                  <a:lnTo>
                    <a:pt x="607807" y="485300"/>
                  </a:lnTo>
                  <a:lnTo>
                    <a:pt x="615021" y="464967"/>
                  </a:lnTo>
                  <a:close/>
                  <a:moveTo>
                    <a:pt x="276569" y="137496"/>
                  </a:moveTo>
                  <a:lnTo>
                    <a:pt x="322605" y="166438"/>
                  </a:lnTo>
                  <a:lnTo>
                    <a:pt x="302339" y="143633"/>
                  </a:lnTo>
                  <a:close/>
                  <a:moveTo>
                    <a:pt x="160762" y="41091"/>
                  </a:moveTo>
                  <a:lnTo>
                    <a:pt x="135256" y="36875"/>
                  </a:lnTo>
                  <a:lnTo>
                    <a:pt x="164152" y="43945"/>
                  </a:lnTo>
                  <a:close/>
                  <a:moveTo>
                    <a:pt x="190696" y="46980"/>
                  </a:moveTo>
                  <a:lnTo>
                    <a:pt x="196938" y="41950"/>
                  </a:lnTo>
                  <a:lnTo>
                    <a:pt x="164152" y="43945"/>
                  </a:lnTo>
                  <a:close/>
                  <a:moveTo>
                    <a:pt x="1038198" y="1016292"/>
                  </a:moveTo>
                  <a:lnTo>
                    <a:pt x="1055055" y="1036298"/>
                  </a:lnTo>
                  <a:lnTo>
                    <a:pt x="1059160" y="1008605"/>
                  </a:lnTo>
                  <a:close/>
                  <a:moveTo>
                    <a:pt x="1059160" y="1008605"/>
                  </a:moveTo>
                  <a:lnTo>
                    <a:pt x="1011069" y="996419"/>
                  </a:lnTo>
                  <a:lnTo>
                    <a:pt x="1038198" y="1016292"/>
                  </a:lnTo>
                  <a:close/>
                  <a:moveTo>
                    <a:pt x="1026752" y="963116"/>
                  </a:moveTo>
                  <a:lnTo>
                    <a:pt x="1011069" y="996419"/>
                  </a:lnTo>
                  <a:lnTo>
                    <a:pt x="1059160" y="1008605"/>
                  </a:lnTo>
                  <a:close/>
                  <a:moveTo>
                    <a:pt x="994453" y="979537"/>
                  </a:moveTo>
                  <a:lnTo>
                    <a:pt x="1011069" y="996419"/>
                  </a:lnTo>
                  <a:lnTo>
                    <a:pt x="1026752" y="963116"/>
                  </a:lnTo>
                  <a:close/>
                  <a:moveTo>
                    <a:pt x="975819" y="942782"/>
                  </a:moveTo>
                  <a:lnTo>
                    <a:pt x="994453" y="979537"/>
                  </a:lnTo>
                  <a:lnTo>
                    <a:pt x="993794" y="925599"/>
                  </a:lnTo>
                  <a:close/>
                  <a:moveTo>
                    <a:pt x="975819" y="942782"/>
                  </a:moveTo>
                  <a:lnTo>
                    <a:pt x="993794" y="925599"/>
                  </a:lnTo>
                  <a:lnTo>
                    <a:pt x="957526" y="920808"/>
                  </a:lnTo>
                  <a:close/>
                  <a:moveTo>
                    <a:pt x="958224" y="888844"/>
                  </a:moveTo>
                  <a:lnTo>
                    <a:pt x="944733" y="906027"/>
                  </a:lnTo>
                  <a:lnTo>
                    <a:pt x="957526" y="920808"/>
                  </a:lnTo>
                  <a:close/>
                  <a:moveTo>
                    <a:pt x="833051" y="668314"/>
                  </a:moveTo>
                  <a:lnTo>
                    <a:pt x="831593" y="699117"/>
                  </a:lnTo>
                  <a:lnTo>
                    <a:pt x="858292" y="702732"/>
                  </a:lnTo>
                  <a:close/>
                  <a:moveTo>
                    <a:pt x="761926" y="595503"/>
                  </a:moveTo>
                  <a:lnTo>
                    <a:pt x="763529" y="594804"/>
                  </a:lnTo>
                  <a:lnTo>
                    <a:pt x="762506" y="593756"/>
                  </a:lnTo>
                  <a:close/>
                  <a:moveTo>
                    <a:pt x="648671" y="513506"/>
                  </a:moveTo>
                  <a:lnTo>
                    <a:pt x="689371" y="484539"/>
                  </a:lnTo>
                  <a:lnTo>
                    <a:pt x="654440" y="494469"/>
                  </a:lnTo>
                  <a:close/>
                  <a:moveTo>
                    <a:pt x="684534" y="523016"/>
                  </a:moveTo>
                  <a:lnTo>
                    <a:pt x="706372" y="508457"/>
                  </a:lnTo>
                  <a:lnTo>
                    <a:pt x="648671" y="513506"/>
                  </a:lnTo>
                  <a:close/>
                  <a:moveTo>
                    <a:pt x="654440" y="494469"/>
                  </a:moveTo>
                  <a:lnTo>
                    <a:pt x="697067" y="473667"/>
                  </a:lnTo>
                  <a:lnTo>
                    <a:pt x="677323" y="458208"/>
                  </a:lnTo>
                  <a:close/>
                  <a:moveTo>
                    <a:pt x="654440" y="494469"/>
                  </a:moveTo>
                  <a:lnTo>
                    <a:pt x="677323" y="458208"/>
                  </a:lnTo>
                  <a:lnTo>
                    <a:pt x="646287" y="456352"/>
                  </a:lnTo>
                  <a:close/>
                  <a:moveTo>
                    <a:pt x="588142" y="387040"/>
                  </a:moveTo>
                  <a:lnTo>
                    <a:pt x="550960" y="397337"/>
                  </a:lnTo>
                  <a:lnTo>
                    <a:pt x="588395" y="412721"/>
                  </a:lnTo>
                  <a:close/>
                  <a:moveTo>
                    <a:pt x="588142" y="387040"/>
                  </a:moveTo>
                  <a:lnTo>
                    <a:pt x="551891" y="389422"/>
                  </a:lnTo>
                  <a:lnTo>
                    <a:pt x="550960" y="397337"/>
                  </a:lnTo>
                  <a:close/>
                  <a:moveTo>
                    <a:pt x="863761" y="651131"/>
                  </a:moveTo>
                  <a:lnTo>
                    <a:pt x="858292" y="702732"/>
                  </a:lnTo>
                  <a:lnTo>
                    <a:pt x="872415" y="659327"/>
                  </a:lnTo>
                  <a:close/>
                  <a:moveTo>
                    <a:pt x="863761" y="651131"/>
                  </a:moveTo>
                  <a:lnTo>
                    <a:pt x="833051" y="668314"/>
                  </a:lnTo>
                  <a:lnTo>
                    <a:pt x="858292" y="702732"/>
                  </a:lnTo>
                  <a:close/>
                  <a:moveTo>
                    <a:pt x="762506" y="593756"/>
                  </a:moveTo>
                  <a:lnTo>
                    <a:pt x="763529" y="594804"/>
                  </a:lnTo>
                  <a:lnTo>
                    <a:pt x="764201" y="593654"/>
                  </a:lnTo>
                  <a:close/>
                  <a:moveTo>
                    <a:pt x="766627" y="512955"/>
                  </a:moveTo>
                  <a:lnTo>
                    <a:pt x="795452" y="540866"/>
                  </a:lnTo>
                  <a:lnTo>
                    <a:pt x="759210" y="508218"/>
                  </a:lnTo>
                  <a:close/>
                  <a:moveTo>
                    <a:pt x="759210" y="508218"/>
                  </a:moveTo>
                  <a:lnTo>
                    <a:pt x="795099" y="550875"/>
                  </a:lnTo>
                  <a:lnTo>
                    <a:pt x="794846" y="506334"/>
                  </a:lnTo>
                  <a:close/>
                  <a:moveTo>
                    <a:pt x="588619" y="252410"/>
                  </a:moveTo>
                  <a:lnTo>
                    <a:pt x="597513" y="254394"/>
                  </a:lnTo>
                  <a:lnTo>
                    <a:pt x="588617" y="246826"/>
                  </a:lnTo>
                  <a:close/>
                  <a:moveTo>
                    <a:pt x="343575" y="26296"/>
                  </a:moveTo>
                  <a:lnTo>
                    <a:pt x="332992" y="12857"/>
                  </a:lnTo>
                  <a:lnTo>
                    <a:pt x="347211" y="0"/>
                  </a:lnTo>
                  <a:close/>
                  <a:moveTo>
                    <a:pt x="895255" y="568374"/>
                  </a:moveTo>
                  <a:lnTo>
                    <a:pt x="861301" y="540866"/>
                  </a:lnTo>
                  <a:lnTo>
                    <a:pt x="870190" y="554803"/>
                  </a:lnTo>
                  <a:close/>
                  <a:moveTo>
                    <a:pt x="870190" y="554803"/>
                  </a:moveTo>
                  <a:lnTo>
                    <a:pt x="861301" y="540866"/>
                  </a:lnTo>
                  <a:lnTo>
                    <a:pt x="844563" y="555193"/>
                  </a:lnTo>
                  <a:close/>
                  <a:moveTo>
                    <a:pt x="926536" y="560438"/>
                  </a:moveTo>
                  <a:lnTo>
                    <a:pt x="907490" y="523682"/>
                  </a:lnTo>
                  <a:lnTo>
                    <a:pt x="895255" y="568374"/>
                  </a:lnTo>
                  <a:close/>
                  <a:moveTo>
                    <a:pt x="659871" y="266760"/>
                  </a:moveTo>
                  <a:lnTo>
                    <a:pt x="658505" y="267429"/>
                  </a:lnTo>
                  <a:lnTo>
                    <a:pt x="680320" y="314844"/>
                  </a:lnTo>
                  <a:close/>
                  <a:moveTo>
                    <a:pt x="697268" y="282004"/>
                  </a:moveTo>
                  <a:lnTo>
                    <a:pt x="659871" y="266760"/>
                  </a:lnTo>
                  <a:lnTo>
                    <a:pt x="680320" y="314844"/>
                  </a:lnTo>
                  <a:close/>
                  <a:moveTo>
                    <a:pt x="926536" y="560438"/>
                  </a:moveTo>
                  <a:lnTo>
                    <a:pt x="940671" y="569164"/>
                  </a:lnTo>
                  <a:lnTo>
                    <a:pt x="955531" y="546459"/>
                  </a:lnTo>
                  <a:close/>
                  <a:moveTo>
                    <a:pt x="955531" y="546459"/>
                  </a:moveTo>
                  <a:lnTo>
                    <a:pt x="958192" y="560438"/>
                  </a:lnTo>
                  <a:lnTo>
                    <a:pt x="941507" y="513113"/>
                  </a:lnTo>
                  <a:close/>
                </a:path>
              </a:pathLst>
            </a:custGeom>
            <a:solidFill>
              <a:srgbClr val="C9D2D8"/>
            </a:solidFill>
            <a:ln w="1524">
              <a:solidFill>
                <a:srgbClr val="C9D2D8"/>
              </a:solidFill>
            </a:ln>
          </p:spPr>
        </p:sp>
        <p:sp>
          <p:nvSpPr>
            <p:cNvPr id="96" name="Input_density__95">
              <a:extLst>
                <a:ext uri="{FF2B5EF4-FFF2-40B4-BE49-F238E27FC236}">
                  <a16:creationId xmlns:a16="http://schemas.microsoft.com/office/drawing/2014/main" id="{94EAC8BC-14E7-592D-49AF-B2E9C849DA10}"/>
                </a:ext>
              </a:extLst>
            </p:cNvPr>
            <p:cNvSpPr>
              <a:spLocks noGrp="1"/>
            </p:cNvSpPr>
            <p:nvPr/>
          </p:nvSpPr>
          <p:spPr>
            <a:xfrm>
              <a:off x="967514" y="1835683"/>
              <a:ext cx="992567" cy="1367191"/>
            </a:xfrm>
            <a:custGeom>
              <a:avLst/>
              <a:gdLst/>
              <a:ahLst/>
              <a:cxnLst/>
              <a:rect l="0" t="0" r="0" b="0"/>
              <a:pathLst>
                <a:path w="992567" h="1367191">
                  <a:moveTo>
                    <a:pt x="108249" y="1234372"/>
                  </a:moveTo>
                  <a:lnTo>
                    <a:pt x="91282" y="1202425"/>
                  </a:lnTo>
                  <a:lnTo>
                    <a:pt x="95159" y="1219051"/>
                  </a:lnTo>
                  <a:close/>
                  <a:moveTo>
                    <a:pt x="92636" y="1204363"/>
                  </a:moveTo>
                  <a:lnTo>
                    <a:pt x="91282" y="1202425"/>
                  </a:lnTo>
                  <a:lnTo>
                    <a:pt x="108249" y="1234372"/>
                  </a:lnTo>
                  <a:close/>
                  <a:moveTo>
                    <a:pt x="129313" y="1216917"/>
                  </a:moveTo>
                  <a:lnTo>
                    <a:pt x="92636" y="1204363"/>
                  </a:lnTo>
                  <a:lnTo>
                    <a:pt x="108249" y="1234372"/>
                  </a:lnTo>
                  <a:close/>
                  <a:moveTo>
                    <a:pt x="61745" y="1185077"/>
                  </a:moveTo>
                  <a:lnTo>
                    <a:pt x="57492" y="1197545"/>
                  </a:lnTo>
                  <a:lnTo>
                    <a:pt x="28626" y="1185827"/>
                  </a:lnTo>
                  <a:close/>
                  <a:moveTo>
                    <a:pt x="223527" y="1348887"/>
                  </a:moveTo>
                  <a:lnTo>
                    <a:pt x="228748" y="1350921"/>
                  </a:lnTo>
                  <a:lnTo>
                    <a:pt x="232331" y="1352931"/>
                  </a:lnTo>
                  <a:close/>
                  <a:moveTo>
                    <a:pt x="228748" y="1350921"/>
                  </a:moveTo>
                  <a:lnTo>
                    <a:pt x="223527" y="1348887"/>
                  </a:lnTo>
                  <a:lnTo>
                    <a:pt x="178652" y="1319813"/>
                  </a:lnTo>
                  <a:close/>
                  <a:moveTo>
                    <a:pt x="269464" y="1367191"/>
                  </a:moveTo>
                  <a:lnTo>
                    <a:pt x="228748" y="1350921"/>
                  </a:lnTo>
                  <a:lnTo>
                    <a:pt x="248297" y="1362116"/>
                  </a:lnTo>
                  <a:close/>
                  <a:moveTo>
                    <a:pt x="269464" y="1367191"/>
                  </a:moveTo>
                  <a:lnTo>
                    <a:pt x="232331" y="1352931"/>
                  </a:lnTo>
                  <a:lnTo>
                    <a:pt x="228748" y="1350921"/>
                  </a:lnTo>
                  <a:close/>
                  <a:moveTo>
                    <a:pt x="223527" y="1348887"/>
                  </a:moveTo>
                  <a:lnTo>
                    <a:pt x="232331" y="1352931"/>
                  </a:lnTo>
                  <a:lnTo>
                    <a:pt x="237160" y="1344082"/>
                  </a:lnTo>
                  <a:close/>
                  <a:moveTo>
                    <a:pt x="138164" y="1191399"/>
                  </a:moveTo>
                  <a:lnTo>
                    <a:pt x="92636" y="1204363"/>
                  </a:lnTo>
                  <a:lnTo>
                    <a:pt x="129313" y="1216917"/>
                  </a:lnTo>
                  <a:close/>
                  <a:moveTo>
                    <a:pt x="162123" y="1154262"/>
                  </a:moveTo>
                  <a:lnTo>
                    <a:pt x="138164" y="1191399"/>
                  </a:lnTo>
                  <a:lnTo>
                    <a:pt x="173546" y="1189723"/>
                  </a:lnTo>
                  <a:close/>
                  <a:moveTo>
                    <a:pt x="176814" y="981316"/>
                  </a:moveTo>
                  <a:lnTo>
                    <a:pt x="177877" y="1007212"/>
                  </a:lnTo>
                  <a:lnTo>
                    <a:pt x="179217" y="983725"/>
                  </a:lnTo>
                  <a:close/>
                  <a:moveTo>
                    <a:pt x="276029" y="1006904"/>
                  </a:moveTo>
                  <a:lnTo>
                    <a:pt x="237535" y="987557"/>
                  </a:lnTo>
                  <a:lnTo>
                    <a:pt x="254476" y="1022528"/>
                  </a:lnTo>
                  <a:close/>
                  <a:moveTo>
                    <a:pt x="210791" y="983772"/>
                  </a:moveTo>
                  <a:lnTo>
                    <a:pt x="230896" y="1003297"/>
                  </a:lnTo>
                  <a:lnTo>
                    <a:pt x="236261" y="986836"/>
                  </a:lnTo>
                  <a:close/>
                  <a:moveTo>
                    <a:pt x="276029" y="1006904"/>
                  </a:moveTo>
                  <a:lnTo>
                    <a:pt x="254476" y="1022528"/>
                  </a:lnTo>
                  <a:lnTo>
                    <a:pt x="308612" y="1004148"/>
                  </a:lnTo>
                  <a:close/>
                  <a:moveTo>
                    <a:pt x="296547" y="987407"/>
                  </a:moveTo>
                  <a:lnTo>
                    <a:pt x="317608" y="974878"/>
                  </a:lnTo>
                  <a:lnTo>
                    <a:pt x="306639" y="968930"/>
                  </a:lnTo>
                  <a:close/>
                  <a:moveTo>
                    <a:pt x="194489" y="748400"/>
                  </a:moveTo>
                  <a:lnTo>
                    <a:pt x="202124" y="758952"/>
                  </a:lnTo>
                  <a:lnTo>
                    <a:pt x="184701" y="733183"/>
                  </a:lnTo>
                  <a:close/>
                  <a:moveTo>
                    <a:pt x="184701" y="733183"/>
                  </a:moveTo>
                  <a:lnTo>
                    <a:pt x="215625" y="779877"/>
                  </a:lnTo>
                  <a:lnTo>
                    <a:pt x="192164" y="771862"/>
                  </a:lnTo>
                  <a:close/>
                  <a:moveTo>
                    <a:pt x="0" y="551253"/>
                  </a:moveTo>
                  <a:lnTo>
                    <a:pt x="14322" y="555099"/>
                  </a:lnTo>
                  <a:lnTo>
                    <a:pt x="14858" y="510687"/>
                  </a:lnTo>
                  <a:close/>
                  <a:moveTo>
                    <a:pt x="125189" y="530741"/>
                  </a:moveTo>
                  <a:lnTo>
                    <a:pt x="159143" y="530412"/>
                  </a:lnTo>
                  <a:lnTo>
                    <a:pt x="155060" y="530259"/>
                  </a:lnTo>
                  <a:close/>
                  <a:moveTo>
                    <a:pt x="125189" y="530741"/>
                  </a:moveTo>
                  <a:lnTo>
                    <a:pt x="155060" y="530259"/>
                  </a:lnTo>
                  <a:lnTo>
                    <a:pt x="125599" y="529576"/>
                  </a:lnTo>
                  <a:close/>
                  <a:moveTo>
                    <a:pt x="208494" y="549830"/>
                  </a:moveTo>
                  <a:lnTo>
                    <a:pt x="199362" y="567014"/>
                  </a:lnTo>
                  <a:lnTo>
                    <a:pt x="202844" y="569228"/>
                  </a:lnTo>
                  <a:close/>
                  <a:moveTo>
                    <a:pt x="199362" y="567014"/>
                  </a:moveTo>
                  <a:lnTo>
                    <a:pt x="208494" y="549830"/>
                  </a:lnTo>
                  <a:lnTo>
                    <a:pt x="159143" y="530412"/>
                  </a:lnTo>
                  <a:close/>
                  <a:moveTo>
                    <a:pt x="155060" y="530259"/>
                  </a:moveTo>
                  <a:lnTo>
                    <a:pt x="136394" y="476884"/>
                  </a:lnTo>
                  <a:lnTo>
                    <a:pt x="125599" y="529576"/>
                  </a:lnTo>
                  <a:close/>
                  <a:moveTo>
                    <a:pt x="507969" y="928471"/>
                  </a:moveTo>
                  <a:lnTo>
                    <a:pt x="496941" y="917380"/>
                  </a:lnTo>
                  <a:lnTo>
                    <a:pt x="462346" y="893727"/>
                  </a:lnTo>
                  <a:close/>
                  <a:moveTo>
                    <a:pt x="670290" y="1012013"/>
                  </a:moveTo>
                  <a:lnTo>
                    <a:pt x="624255" y="1022350"/>
                  </a:lnTo>
                  <a:lnTo>
                    <a:pt x="664152" y="1061751"/>
                  </a:lnTo>
                  <a:close/>
                  <a:moveTo>
                    <a:pt x="664152" y="1061751"/>
                  </a:moveTo>
                  <a:lnTo>
                    <a:pt x="672262" y="1027645"/>
                  </a:lnTo>
                  <a:lnTo>
                    <a:pt x="670290" y="1012013"/>
                  </a:lnTo>
                  <a:close/>
                  <a:moveTo>
                    <a:pt x="596939" y="978233"/>
                  </a:moveTo>
                  <a:lnTo>
                    <a:pt x="611212" y="1027645"/>
                  </a:lnTo>
                  <a:lnTo>
                    <a:pt x="627273" y="975149"/>
                  </a:lnTo>
                  <a:close/>
                  <a:moveTo>
                    <a:pt x="624255" y="1022350"/>
                  </a:moveTo>
                  <a:lnTo>
                    <a:pt x="655347" y="979415"/>
                  </a:lnTo>
                  <a:lnTo>
                    <a:pt x="627273" y="975149"/>
                  </a:lnTo>
                  <a:close/>
                  <a:moveTo>
                    <a:pt x="590446" y="973707"/>
                  </a:moveTo>
                  <a:lnTo>
                    <a:pt x="569128" y="990890"/>
                  </a:lnTo>
                  <a:lnTo>
                    <a:pt x="576187" y="996853"/>
                  </a:lnTo>
                  <a:close/>
                  <a:moveTo>
                    <a:pt x="534538" y="954135"/>
                  </a:moveTo>
                  <a:lnTo>
                    <a:pt x="569128" y="990890"/>
                  </a:lnTo>
                  <a:lnTo>
                    <a:pt x="590446" y="973707"/>
                  </a:lnTo>
                  <a:close/>
                  <a:moveTo>
                    <a:pt x="627273" y="975149"/>
                  </a:moveTo>
                  <a:lnTo>
                    <a:pt x="655347" y="979415"/>
                  </a:lnTo>
                  <a:lnTo>
                    <a:pt x="614998" y="940382"/>
                  </a:lnTo>
                  <a:close/>
                  <a:moveTo>
                    <a:pt x="614998" y="940382"/>
                  </a:moveTo>
                  <a:lnTo>
                    <a:pt x="595690" y="936952"/>
                  </a:lnTo>
                  <a:lnTo>
                    <a:pt x="613490" y="973707"/>
                  </a:lnTo>
                  <a:close/>
                  <a:moveTo>
                    <a:pt x="363829" y="606413"/>
                  </a:moveTo>
                  <a:lnTo>
                    <a:pt x="325313" y="585552"/>
                  </a:lnTo>
                  <a:lnTo>
                    <a:pt x="363444" y="606157"/>
                  </a:lnTo>
                  <a:close/>
                  <a:moveTo>
                    <a:pt x="819542" y="1187628"/>
                  </a:moveTo>
                  <a:lnTo>
                    <a:pt x="849224" y="1194237"/>
                  </a:lnTo>
                  <a:lnTo>
                    <a:pt x="849349" y="1140298"/>
                  </a:lnTo>
                  <a:close/>
                  <a:moveTo>
                    <a:pt x="849349" y="1140298"/>
                  </a:moveTo>
                  <a:lnTo>
                    <a:pt x="849224" y="1194237"/>
                  </a:lnTo>
                  <a:lnTo>
                    <a:pt x="873120" y="1167162"/>
                  </a:lnTo>
                  <a:close/>
                  <a:moveTo>
                    <a:pt x="595690" y="936952"/>
                  </a:moveTo>
                  <a:lnTo>
                    <a:pt x="585460" y="900197"/>
                  </a:lnTo>
                  <a:lnTo>
                    <a:pt x="625500" y="919768"/>
                  </a:lnTo>
                  <a:close/>
                  <a:moveTo>
                    <a:pt x="344669" y="594902"/>
                  </a:moveTo>
                  <a:lnTo>
                    <a:pt x="371052" y="642912"/>
                  </a:lnTo>
                  <a:lnTo>
                    <a:pt x="363444" y="606157"/>
                  </a:lnTo>
                  <a:close/>
                  <a:moveTo>
                    <a:pt x="405817" y="588973"/>
                  </a:moveTo>
                  <a:lnTo>
                    <a:pt x="375944" y="552218"/>
                  </a:lnTo>
                  <a:lnTo>
                    <a:pt x="390289" y="567242"/>
                  </a:lnTo>
                  <a:close/>
                  <a:moveTo>
                    <a:pt x="688587" y="879320"/>
                  </a:moveTo>
                  <a:lnTo>
                    <a:pt x="677743" y="871713"/>
                  </a:lnTo>
                  <a:lnTo>
                    <a:pt x="699902" y="893257"/>
                  </a:lnTo>
                  <a:close/>
                  <a:moveTo>
                    <a:pt x="631580" y="809503"/>
                  </a:moveTo>
                  <a:lnTo>
                    <a:pt x="643797" y="792320"/>
                  </a:lnTo>
                  <a:lnTo>
                    <a:pt x="605538" y="789601"/>
                  </a:lnTo>
                  <a:close/>
                  <a:moveTo>
                    <a:pt x="643797" y="792320"/>
                  </a:moveTo>
                  <a:lnTo>
                    <a:pt x="629039" y="781258"/>
                  </a:lnTo>
                  <a:lnTo>
                    <a:pt x="605538" y="789601"/>
                  </a:lnTo>
                  <a:close/>
                  <a:moveTo>
                    <a:pt x="595616" y="755565"/>
                  </a:moveTo>
                  <a:lnTo>
                    <a:pt x="605538" y="789601"/>
                  </a:lnTo>
                  <a:lnTo>
                    <a:pt x="629039" y="781258"/>
                  </a:lnTo>
                  <a:close/>
                  <a:moveTo>
                    <a:pt x="595616" y="755565"/>
                  </a:moveTo>
                  <a:lnTo>
                    <a:pt x="580901" y="772749"/>
                  </a:lnTo>
                  <a:lnTo>
                    <a:pt x="605538" y="789601"/>
                  </a:lnTo>
                  <a:close/>
                  <a:moveTo>
                    <a:pt x="595616" y="755565"/>
                  </a:moveTo>
                  <a:lnTo>
                    <a:pt x="587002" y="748664"/>
                  </a:lnTo>
                  <a:lnTo>
                    <a:pt x="558737" y="739194"/>
                  </a:lnTo>
                  <a:close/>
                  <a:moveTo>
                    <a:pt x="424574" y="571790"/>
                  </a:moveTo>
                  <a:lnTo>
                    <a:pt x="419556" y="592547"/>
                  </a:lnTo>
                  <a:lnTo>
                    <a:pt x="442361" y="581603"/>
                  </a:lnTo>
                  <a:close/>
                  <a:moveTo>
                    <a:pt x="66662" y="145171"/>
                  </a:moveTo>
                  <a:lnTo>
                    <a:pt x="111565" y="94346"/>
                  </a:lnTo>
                  <a:lnTo>
                    <a:pt x="78152" y="94422"/>
                  </a:lnTo>
                  <a:close/>
                  <a:moveTo>
                    <a:pt x="55273" y="23528"/>
                  </a:moveTo>
                  <a:lnTo>
                    <a:pt x="47990" y="20465"/>
                  </a:lnTo>
                  <a:lnTo>
                    <a:pt x="48754" y="57220"/>
                  </a:lnTo>
                  <a:close/>
                  <a:moveTo>
                    <a:pt x="970367" y="1089182"/>
                  </a:moveTo>
                  <a:lnTo>
                    <a:pt x="992567" y="1073866"/>
                  </a:lnTo>
                  <a:lnTo>
                    <a:pt x="985473" y="1069177"/>
                  </a:lnTo>
                  <a:close/>
                  <a:moveTo>
                    <a:pt x="770648" y="895106"/>
                  </a:moveTo>
                  <a:lnTo>
                    <a:pt x="759401" y="885402"/>
                  </a:lnTo>
                  <a:lnTo>
                    <a:pt x="756925" y="885672"/>
                  </a:lnTo>
                  <a:close/>
                  <a:moveTo>
                    <a:pt x="756925" y="885672"/>
                  </a:moveTo>
                  <a:lnTo>
                    <a:pt x="794329" y="900943"/>
                  </a:lnTo>
                  <a:lnTo>
                    <a:pt x="770648" y="895106"/>
                  </a:lnTo>
                  <a:close/>
                  <a:moveTo>
                    <a:pt x="643797" y="792320"/>
                  </a:moveTo>
                  <a:lnTo>
                    <a:pt x="674641" y="827179"/>
                  </a:lnTo>
                  <a:lnTo>
                    <a:pt x="649548" y="778052"/>
                  </a:lnTo>
                  <a:close/>
                  <a:moveTo>
                    <a:pt x="629039" y="781258"/>
                  </a:moveTo>
                  <a:lnTo>
                    <a:pt x="643797" y="792320"/>
                  </a:lnTo>
                  <a:lnTo>
                    <a:pt x="649548" y="778052"/>
                  </a:lnTo>
                  <a:close/>
                  <a:moveTo>
                    <a:pt x="663657" y="738382"/>
                  </a:moveTo>
                  <a:lnTo>
                    <a:pt x="683680" y="764766"/>
                  </a:lnTo>
                  <a:lnTo>
                    <a:pt x="671610" y="742457"/>
                  </a:lnTo>
                  <a:close/>
                  <a:moveTo>
                    <a:pt x="671610" y="742457"/>
                  </a:moveTo>
                  <a:lnTo>
                    <a:pt x="652404" y="713324"/>
                  </a:lnTo>
                  <a:lnTo>
                    <a:pt x="663657" y="738382"/>
                  </a:lnTo>
                  <a:close/>
                  <a:moveTo>
                    <a:pt x="437123" y="484420"/>
                  </a:moveTo>
                  <a:lnTo>
                    <a:pt x="473203" y="526923"/>
                  </a:lnTo>
                  <a:lnTo>
                    <a:pt x="452583" y="498280"/>
                  </a:lnTo>
                  <a:close/>
                  <a:moveTo>
                    <a:pt x="437123" y="484420"/>
                  </a:moveTo>
                  <a:lnTo>
                    <a:pt x="452583" y="498280"/>
                  </a:lnTo>
                  <a:lnTo>
                    <a:pt x="436339" y="462883"/>
                  </a:lnTo>
                  <a:close/>
                  <a:moveTo>
                    <a:pt x="436339" y="462883"/>
                  </a:moveTo>
                  <a:lnTo>
                    <a:pt x="452895" y="496414"/>
                  </a:lnTo>
                  <a:lnTo>
                    <a:pt x="466272" y="450222"/>
                  </a:lnTo>
                  <a:close/>
                  <a:moveTo>
                    <a:pt x="194753" y="240995"/>
                  </a:moveTo>
                  <a:lnTo>
                    <a:pt x="225407" y="268757"/>
                  </a:lnTo>
                  <a:lnTo>
                    <a:pt x="243254" y="260567"/>
                  </a:lnTo>
                  <a:close/>
                  <a:moveTo>
                    <a:pt x="194753" y="240995"/>
                  </a:moveTo>
                  <a:lnTo>
                    <a:pt x="191881" y="190380"/>
                  </a:lnTo>
                  <a:lnTo>
                    <a:pt x="181482" y="229103"/>
                  </a:lnTo>
                  <a:close/>
                  <a:moveTo>
                    <a:pt x="286098" y="274885"/>
                  </a:moveTo>
                  <a:lnTo>
                    <a:pt x="243219" y="265226"/>
                  </a:lnTo>
                  <a:lnTo>
                    <a:pt x="267636" y="272463"/>
                  </a:lnTo>
                  <a:close/>
                  <a:moveTo>
                    <a:pt x="985505" y="990113"/>
                  </a:moveTo>
                  <a:lnTo>
                    <a:pt x="969945" y="991396"/>
                  </a:lnTo>
                  <a:lnTo>
                    <a:pt x="970598" y="1019892"/>
                  </a:lnTo>
                  <a:close/>
                  <a:moveTo>
                    <a:pt x="851491" y="893877"/>
                  </a:moveTo>
                  <a:lnTo>
                    <a:pt x="857459" y="878706"/>
                  </a:lnTo>
                  <a:lnTo>
                    <a:pt x="820164" y="901329"/>
                  </a:lnTo>
                  <a:close/>
                  <a:moveTo>
                    <a:pt x="857459" y="878706"/>
                  </a:moveTo>
                  <a:lnTo>
                    <a:pt x="843628" y="864480"/>
                  </a:lnTo>
                  <a:lnTo>
                    <a:pt x="822632" y="835185"/>
                  </a:lnTo>
                  <a:close/>
                  <a:moveTo>
                    <a:pt x="661884" y="683274"/>
                  </a:moveTo>
                  <a:lnTo>
                    <a:pt x="713450" y="690783"/>
                  </a:lnTo>
                  <a:lnTo>
                    <a:pt x="678841" y="647689"/>
                  </a:lnTo>
                  <a:close/>
                  <a:moveTo>
                    <a:pt x="563983" y="566391"/>
                  </a:moveTo>
                  <a:lnTo>
                    <a:pt x="569752" y="547354"/>
                  </a:lnTo>
                  <a:lnTo>
                    <a:pt x="553397" y="555181"/>
                  </a:lnTo>
                  <a:close/>
                  <a:moveTo>
                    <a:pt x="569752" y="547354"/>
                  </a:moveTo>
                  <a:lnTo>
                    <a:pt x="541882" y="512129"/>
                  </a:lnTo>
                  <a:lnTo>
                    <a:pt x="563860" y="537423"/>
                  </a:lnTo>
                  <a:close/>
                  <a:moveTo>
                    <a:pt x="467203" y="442307"/>
                  </a:moveTo>
                  <a:lnTo>
                    <a:pt x="437748" y="439165"/>
                  </a:lnTo>
                  <a:lnTo>
                    <a:pt x="436339" y="462883"/>
                  </a:lnTo>
                  <a:close/>
                  <a:moveTo>
                    <a:pt x="699622" y="684443"/>
                  </a:moveTo>
                  <a:lnTo>
                    <a:pt x="713450" y="690783"/>
                  </a:lnTo>
                  <a:lnTo>
                    <a:pt x="723758" y="693828"/>
                  </a:lnTo>
                  <a:close/>
                  <a:moveTo>
                    <a:pt x="117533" y="0"/>
                  </a:moveTo>
                  <a:lnTo>
                    <a:pt x="171585" y="22854"/>
                  </a:lnTo>
                  <a:lnTo>
                    <a:pt x="138881" y="1984"/>
                  </a:lnTo>
                  <a:close/>
                  <a:moveTo>
                    <a:pt x="971751" y="974207"/>
                  </a:moveTo>
                  <a:lnTo>
                    <a:pt x="942760" y="1014333"/>
                  </a:lnTo>
                  <a:lnTo>
                    <a:pt x="969945" y="991396"/>
                  </a:lnTo>
                  <a:close/>
                  <a:moveTo>
                    <a:pt x="957433" y="941100"/>
                  </a:moveTo>
                  <a:lnTo>
                    <a:pt x="946839" y="967372"/>
                  </a:lnTo>
                  <a:lnTo>
                    <a:pt x="971751" y="974207"/>
                  </a:lnTo>
                  <a:close/>
                  <a:moveTo>
                    <a:pt x="787727" y="712211"/>
                  </a:moveTo>
                  <a:lnTo>
                    <a:pt x="816462" y="705959"/>
                  </a:lnTo>
                  <a:lnTo>
                    <a:pt x="807909" y="704015"/>
                  </a:lnTo>
                  <a:close/>
                  <a:moveTo>
                    <a:pt x="807909" y="704015"/>
                  </a:moveTo>
                  <a:lnTo>
                    <a:pt x="816462" y="705959"/>
                  </a:lnTo>
                  <a:lnTo>
                    <a:pt x="816915" y="696765"/>
                  </a:lnTo>
                  <a:close/>
                  <a:moveTo>
                    <a:pt x="479401" y="387643"/>
                  </a:moveTo>
                  <a:lnTo>
                    <a:pt x="442914" y="391257"/>
                  </a:lnTo>
                  <a:lnTo>
                    <a:pt x="478036" y="397994"/>
                  </a:lnTo>
                  <a:close/>
                  <a:moveTo>
                    <a:pt x="443054" y="390105"/>
                  </a:moveTo>
                  <a:lnTo>
                    <a:pt x="479401" y="387643"/>
                  </a:lnTo>
                  <a:lnTo>
                    <a:pt x="471815" y="349063"/>
                  </a:lnTo>
                  <a:close/>
                  <a:moveTo>
                    <a:pt x="479401" y="387643"/>
                  </a:moveTo>
                  <a:lnTo>
                    <a:pt x="478036" y="397994"/>
                  </a:lnTo>
                  <a:lnTo>
                    <a:pt x="483535" y="390404"/>
                  </a:lnTo>
                  <a:close/>
                  <a:moveTo>
                    <a:pt x="471815" y="349063"/>
                  </a:moveTo>
                  <a:lnTo>
                    <a:pt x="483535" y="390404"/>
                  </a:lnTo>
                  <a:lnTo>
                    <a:pt x="481911" y="353648"/>
                  </a:lnTo>
                  <a:close/>
                  <a:moveTo>
                    <a:pt x="471815" y="349063"/>
                  </a:moveTo>
                  <a:lnTo>
                    <a:pt x="479401" y="387643"/>
                  </a:lnTo>
                  <a:lnTo>
                    <a:pt x="483535" y="390404"/>
                  </a:lnTo>
                  <a:close/>
                  <a:moveTo>
                    <a:pt x="248304" y="65741"/>
                  </a:moveTo>
                  <a:lnTo>
                    <a:pt x="225805" y="77829"/>
                  </a:lnTo>
                  <a:lnTo>
                    <a:pt x="262523" y="52884"/>
                  </a:lnTo>
                  <a:close/>
                  <a:moveTo>
                    <a:pt x="262523" y="52884"/>
                  </a:moveTo>
                  <a:lnTo>
                    <a:pt x="225805" y="77829"/>
                  </a:lnTo>
                  <a:lnTo>
                    <a:pt x="247439" y="59609"/>
                  </a:lnTo>
                  <a:close/>
                  <a:moveTo>
                    <a:pt x="807909" y="704015"/>
                  </a:moveTo>
                  <a:lnTo>
                    <a:pt x="816915" y="696765"/>
                  </a:lnTo>
                  <a:lnTo>
                    <a:pt x="791571" y="699108"/>
                  </a:lnTo>
                  <a:close/>
                  <a:moveTo>
                    <a:pt x="818812" y="659303"/>
                  </a:moveTo>
                  <a:lnTo>
                    <a:pt x="832624" y="667260"/>
                  </a:lnTo>
                  <a:lnTo>
                    <a:pt x="810567" y="621259"/>
                  </a:lnTo>
                  <a:close/>
                  <a:moveTo>
                    <a:pt x="810567" y="621259"/>
                  </a:moveTo>
                  <a:lnTo>
                    <a:pt x="855983" y="622048"/>
                  </a:lnTo>
                  <a:lnTo>
                    <a:pt x="841848" y="613322"/>
                  </a:lnTo>
                  <a:close/>
                  <a:moveTo>
                    <a:pt x="818812" y="659303"/>
                  </a:moveTo>
                  <a:lnTo>
                    <a:pt x="810567" y="621259"/>
                  </a:lnTo>
                  <a:lnTo>
                    <a:pt x="800817" y="650077"/>
                  </a:lnTo>
                  <a:close/>
                  <a:moveTo>
                    <a:pt x="810567" y="621259"/>
                  </a:moveTo>
                  <a:lnTo>
                    <a:pt x="796106" y="613322"/>
                  </a:lnTo>
                  <a:lnTo>
                    <a:pt x="800817" y="650077"/>
                  </a:lnTo>
                  <a:close/>
                  <a:moveTo>
                    <a:pt x="552986" y="332862"/>
                  </a:moveTo>
                  <a:lnTo>
                    <a:pt x="574716" y="319282"/>
                  </a:lnTo>
                  <a:lnTo>
                    <a:pt x="532261" y="283740"/>
                  </a:lnTo>
                  <a:close/>
                  <a:moveTo>
                    <a:pt x="575183" y="319645"/>
                  </a:moveTo>
                  <a:lnTo>
                    <a:pt x="612580" y="334888"/>
                  </a:lnTo>
                  <a:lnTo>
                    <a:pt x="616912" y="302099"/>
                  </a:lnTo>
                  <a:close/>
                  <a:moveTo>
                    <a:pt x="614251" y="211405"/>
                  </a:moveTo>
                  <a:lnTo>
                    <a:pt x="617727" y="222210"/>
                  </a:lnTo>
                  <a:lnTo>
                    <a:pt x="587146" y="175236"/>
                  </a:lnTo>
                  <a:close/>
                  <a:moveTo>
                    <a:pt x="587146" y="175236"/>
                  </a:moveTo>
                  <a:lnTo>
                    <a:pt x="617727" y="222210"/>
                  </a:lnTo>
                  <a:lnTo>
                    <a:pt x="595509" y="191834"/>
                  </a:lnTo>
                  <a:close/>
                </a:path>
              </a:pathLst>
            </a:custGeom>
            <a:solidFill>
              <a:srgbClr val="BCC7CF"/>
            </a:solidFill>
            <a:ln w="1524">
              <a:solidFill>
                <a:srgbClr val="BCC7CF"/>
              </a:solidFill>
            </a:ln>
          </p:spPr>
        </p:sp>
        <p:sp>
          <p:nvSpPr>
            <p:cNvPr id="97" name="Input_density__96">
              <a:extLst>
                <a:ext uri="{FF2B5EF4-FFF2-40B4-BE49-F238E27FC236}">
                  <a16:creationId xmlns:a16="http://schemas.microsoft.com/office/drawing/2014/main" id="{5074797D-6584-2F29-B00C-6A6344C08DCB}"/>
                </a:ext>
              </a:extLst>
            </p:cNvPr>
            <p:cNvSpPr>
              <a:spLocks noGrp="1"/>
            </p:cNvSpPr>
            <p:nvPr/>
          </p:nvSpPr>
          <p:spPr>
            <a:xfrm>
              <a:off x="1015505" y="1829535"/>
              <a:ext cx="937515" cy="1355034"/>
            </a:xfrm>
            <a:custGeom>
              <a:avLst/>
              <a:gdLst/>
              <a:ahLst/>
              <a:cxnLst/>
              <a:rect l="0" t="0" r="0" b="0"/>
              <a:pathLst>
                <a:path w="937515" h="1355034">
                  <a:moveTo>
                    <a:pt x="13755" y="1191224"/>
                  </a:moveTo>
                  <a:lnTo>
                    <a:pt x="47169" y="1225198"/>
                  </a:lnTo>
                  <a:lnTo>
                    <a:pt x="43291" y="1208573"/>
                  </a:lnTo>
                  <a:close/>
                  <a:moveTo>
                    <a:pt x="43291" y="1208573"/>
                  </a:moveTo>
                  <a:lnTo>
                    <a:pt x="30583" y="1208015"/>
                  </a:lnTo>
                  <a:lnTo>
                    <a:pt x="13755" y="1191224"/>
                  </a:lnTo>
                  <a:close/>
                  <a:moveTo>
                    <a:pt x="130661" y="1325960"/>
                  </a:moveTo>
                  <a:lnTo>
                    <a:pt x="175536" y="1355034"/>
                  </a:lnTo>
                  <a:lnTo>
                    <a:pt x="145330" y="1337800"/>
                  </a:lnTo>
                  <a:close/>
                  <a:moveTo>
                    <a:pt x="114133" y="1160409"/>
                  </a:moveTo>
                  <a:lnTo>
                    <a:pt x="95158" y="1178585"/>
                  </a:lnTo>
                  <a:lnTo>
                    <a:pt x="90174" y="1197546"/>
                  </a:lnTo>
                  <a:close/>
                  <a:moveTo>
                    <a:pt x="128824" y="987463"/>
                  </a:moveTo>
                  <a:lnTo>
                    <a:pt x="162800" y="989919"/>
                  </a:lnTo>
                  <a:lnTo>
                    <a:pt x="154148" y="993636"/>
                  </a:lnTo>
                  <a:close/>
                  <a:moveTo>
                    <a:pt x="162800" y="989919"/>
                  </a:moveTo>
                  <a:lnTo>
                    <a:pt x="188271" y="992983"/>
                  </a:lnTo>
                  <a:lnTo>
                    <a:pt x="154148" y="993636"/>
                  </a:lnTo>
                  <a:close/>
                  <a:moveTo>
                    <a:pt x="189545" y="993704"/>
                  </a:moveTo>
                  <a:lnTo>
                    <a:pt x="228039" y="1013051"/>
                  </a:lnTo>
                  <a:lnTo>
                    <a:pt x="248556" y="993555"/>
                  </a:lnTo>
                  <a:close/>
                  <a:moveTo>
                    <a:pt x="260621" y="1010296"/>
                  </a:moveTo>
                  <a:lnTo>
                    <a:pt x="269618" y="981026"/>
                  </a:lnTo>
                  <a:lnTo>
                    <a:pt x="248556" y="993555"/>
                  </a:lnTo>
                  <a:close/>
                  <a:moveTo>
                    <a:pt x="228039" y="1013051"/>
                  </a:moveTo>
                  <a:lnTo>
                    <a:pt x="260621" y="1010296"/>
                  </a:lnTo>
                  <a:lnTo>
                    <a:pt x="248556" y="993555"/>
                  </a:lnTo>
                  <a:close/>
                  <a:moveTo>
                    <a:pt x="77199" y="536888"/>
                  </a:moveTo>
                  <a:lnTo>
                    <a:pt x="84046" y="590345"/>
                  </a:lnTo>
                  <a:lnTo>
                    <a:pt x="111152" y="536559"/>
                  </a:lnTo>
                  <a:close/>
                  <a:moveTo>
                    <a:pt x="76891" y="536406"/>
                  </a:moveTo>
                  <a:lnTo>
                    <a:pt x="77199" y="536888"/>
                  </a:lnTo>
                  <a:lnTo>
                    <a:pt x="77609" y="535723"/>
                  </a:lnTo>
                  <a:close/>
                  <a:moveTo>
                    <a:pt x="160503" y="555978"/>
                  </a:moveTo>
                  <a:lnTo>
                    <a:pt x="154853" y="575376"/>
                  </a:lnTo>
                  <a:lnTo>
                    <a:pt x="178555" y="567785"/>
                  </a:lnTo>
                  <a:close/>
                  <a:moveTo>
                    <a:pt x="178555" y="567785"/>
                  </a:moveTo>
                  <a:lnTo>
                    <a:pt x="154853" y="575376"/>
                  </a:lnTo>
                  <a:lnTo>
                    <a:pt x="212357" y="569586"/>
                  </a:lnTo>
                  <a:close/>
                  <a:moveTo>
                    <a:pt x="77609" y="535723"/>
                  </a:moveTo>
                  <a:lnTo>
                    <a:pt x="88404" y="483031"/>
                  </a:lnTo>
                  <a:lnTo>
                    <a:pt x="76891" y="536406"/>
                  </a:lnTo>
                  <a:close/>
                  <a:moveTo>
                    <a:pt x="76891" y="536406"/>
                  </a:moveTo>
                  <a:lnTo>
                    <a:pt x="88404" y="483031"/>
                  </a:lnTo>
                  <a:lnTo>
                    <a:pt x="87983" y="482468"/>
                  </a:lnTo>
                  <a:close/>
                  <a:moveTo>
                    <a:pt x="576265" y="1028498"/>
                  </a:moveTo>
                  <a:lnTo>
                    <a:pt x="622300" y="1018161"/>
                  </a:lnTo>
                  <a:lnTo>
                    <a:pt x="607356" y="985562"/>
                  </a:lnTo>
                  <a:close/>
                  <a:moveTo>
                    <a:pt x="579283" y="981297"/>
                  </a:moveTo>
                  <a:lnTo>
                    <a:pt x="567008" y="946529"/>
                  </a:lnTo>
                  <a:lnTo>
                    <a:pt x="565500" y="979854"/>
                  </a:lnTo>
                  <a:close/>
                  <a:moveTo>
                    <a:pt x="315839" y="612560"/>
                  </a:moveTo>
                  <a:lnTo>
                    <a:pt x="321996" y="652302"/>
                  </a:lnTo>
                  <a:lnTo>
                    <a:pt x="322462" y="666243"/>
                  </a:lnTo>
                  <a:close/>
                  <a:moveTo>
                    <a:pt x="321996" y="652302"/>
                  </a:moveTo>
                  <a:lnTo>
                    <a:pt x="315839" y="612560"/>
                  </a:lnTo>
                  <a:lnTo>
                    <a:pt x="323062" y="649059"/>
                  </a:lnTo>
                  <a:close/>
                  <a:moveTo>
                    <a:pt x="315839" y="612560"/>
                  </a:moveTo>
                  <a:lnTo>
                    <a:pt x="315454" y="612304"/>
                  </a:lnTo>
                  <a:lnTo>
                    <a:pt x="323062" y="649059"/>
                  </a:lnTo>
                  <a:close/>
                  <a:moveTo>
                    <a:pt x="825130" y="1173310"/>
                  </a:moveTo>
                  <a:lnTo>
                    <a:pt x="801233" y="1200384"/>
                  </a:lnTo>
                  <a:lnTo>
                    <a:pt x="811568" y="1196377"/>
                  </a:lnTo>
                  <a:close/>
                  <a:moveTo>
                    <a:pt x="832458" y="1146446"/>
                  </a:moveTo>
                  <a:lnTo>
                    <a:pt x="825130" y="1173310"/>
                  </a:lnTo>
                  <a:lnTo>
                    <a:pt x="808822" y="1200384"/>
                  </a:lnTo>
                  <a:close/>
                  <a:moveTo>
                    <a:pt x="674471" y="887544"/>
                  </a:moveTo>
                  <a:lnTo>
                    <a:pt x="640596" y="885467"/>
                  </a:lnTo>
                  <a:lnTo>
                    <a:pt x="651911" y="899404"/>
                  </a:lnTo>
                  <a:close/>
                  <a:moveTo>
                    <a:pt x="674471" y="887544"/>
                  </a:moveTo>
                  <a:lnTo>
                    <a:pt x="651911" y="899404"/>
                  </a:lnTo>
                  <a:lnTo>
                    <a:pt x="708935" y="891819"/>
                  </a:lnTo>
                  <a:close/>
                  <a:moveTo>
                    <a:pt x="532911" y="778896"/>
                  </a:moveTo>
                  <a:lnTo>
                    <a:pt x="547626" y="761713"/>
                  </a:lnTo>
                  <a:lnTo>
                    <a:pt x="510747" y="745341"/>
                  </a:lnTo>
                  <a:close/>
                  <a:moveTo>
                    <a:pt x="484370" y="771298"/>
                  </a:moveTo>
                  <a:lnTo>
                    <a:pt x="510747" y="745341"/>
                  </a:lnTo>
                  <a:lnTo>
                    <a:pt x="539012" y="754812"/>
                  </a:lnTo>
                  <a:close/>
                  <a:moveTo>
                    <a:pt x="376583" y="577938"/>
                  </a:moveTo>
                  <a:lnTo>
                    <a:pt x="357827" y="595121"/>
                  </a:lnTo>
                  <a:lnTo>
                    <a:pt x="371565" y="598695"/>
                  </a:lnTo>
                  <a:close/>
                  <a:moveTo>
                    <a:pt x="143388" y="243883"/>
                  </a:moveTo>
                  <a:lnTo>
                    <a:pt x="146763" y="247143"/>
                  </a:lnTo>
                  <a:lnTo>
                    <a:pt x="133492" y="235250"/>
                  </a:lnTo>
                  <a:close/>
                  <a:moveTo>
                    <a:pt x="18672" y="151319"/>
                  </a:moveTo>
                  <a:lnTo>
                    <a:pt x="30162" y="100569"/>
                  </a:lnTo>
                  <a:lnTo>
                    <a:pt x="7096" y="154061"/>
                  </a:lnTo>
                  <a:close/>
                  <a:moveTo>
                    <a:pt x="146763" y="247143"/>
                  </a:moveTo>
                  <a:lnTo>
                    <a:pt x="158594" y="256409"/>
                  </a:lnTo>
                  <a:lnTo>
                    <a:pt x="177417" y="274905"/>
                  </a:lnTo>
                  <a:close/>
                  <a:moveTo>
                    <a:pt x="708935" y="891819"/>
                  </a:moveTo>
                  <a:lnTo>
                    <a:pt x="711411" y="891549"/>
                  </a:lnTo>
                  <a:lnTo>
                    <a:pt x="699442" y="884695"/>
                  </a:lnTo>
                  <a:close/>
                  <a:moveTo>
                    <a:pt x="708935" y="891819"/>
                  </a:moveTo>
                  <a:lnTo>
                    <a:pt x="699442" y="884695"/>
                  </a:lnTo>
                  <a:lnTo>
                    <a:pt x="674471" y="887544"/>
                  </a:lnTo>
                  <a:close/>
                  <a:moveTo>
                    <a:pt x="515992" y="572538"/>
                  </a:moveTo>
                  <a:lnTo>
                    <a:pt x="482644" y="572430"/>
                  </a:lnTo>
                  <a:lnTo>
                    <a:pt x="495137" y="590774"/>
                  </a:lnTo>
                  <a:close/>
                  <a:moveTo>
                    <a:pt x="388349" y="469031"/>
                  </a:moveTo>
                  <a:lnTo>
                    <a:pt x="404593" y="504428"/>
                  </a:lnTo>
                  <a:lnTo>
                    <a:pt x="404905" y="502561"/>
                  </a:lnTo>
                  <a:close/>
                  <a:moveTo>
                    <a:pt x="177417" y="274905"/>
                  </a:moveTo>
                  <a:lnTo>
                    <a:pt x="210110" y="272563"/>
                  </a:lnTo>
                  <a:lnTo>
                    <a:pt x="195228" y="271373"/>
                  </a:lnTo>
                  <a:close/>
                  <a:moveTo>
                    <a:pt x="210110" y="272563"/>
                  </a:moveTo>
                  <a:lnTo>
                    <a:pt x="219645" y="278611"/>
                  </a:lnTo>
                  <a:lnTo>
                    <a:pt x="195228" y="271373"/>
                  </a:lnTo>
                  <a:close/>
                  <a:moveTo>
                    <a:pt x="151412" y="156449"/>
                  </a:moveTo>
                  <a:lnTo>
                    <a:pt x="144084" y="178646"/>
                  </a:lnTo>
                  <a:lnTo>
                    <a:pt x="160099" y="165692"/>
                  </a:lnTo>
                  <a:close/>
                  <a:moveTo>
                    <a:pt x="160099" y="165692"/>
                  </a:moveTo>
                  <a:lnTo>
                    <a:pt x="144084" y="178646"/>
                  </a:lnTo>
                  <a:lnTo>
                    <a:pt x="143891" y="196528"/>
                  </a:lnTo>
                  <a:close/>
                  <a:moveTo>
                    <a:pt x="151412" y="156449"/>
                  </a:moveTo>
                  <a:lnTo>
                    <a:pt x="160099" y="165692"/>
                  </a:lnTo>
                  <a:lnTo>
                    <a:pt x="166537" y="138019"/>
                  </a:lnTo>
                  <a:close/>
                  <a:moveTo>
                    <a:pt x="0" y="26613"/>
                  </a:moveTo>
                  <a:lnTo>
                    <a:pt x="14482" y="9430"/>
                  </a:lnTo>
                  <a:lnTo>
                    <a:pt x="764" y="63368"/>
                  </a:lnTo>
                  <a:close/>
                  <a:moveTo>
                    <a:pt x="0" y="26613"/>
                  </a:moveTo>
                  <a:lnTo>
                    <a:pt x="6131" y="8224"/>
                  </a:lnTo>
                  <a:lnTo>
                    <a:pt x="29715" y="192"/>
                  </a:lnTo>
                  <a:close/>
                  <a:moveTo>
                    <a:pt x="711411" y="891549"/>
                  </a:moveTo>
                  <a:lnTo>
                    <a:pt x="722658" y="901253"/>
                  </a:lnTo>
                  <a:lnTo>
                    <a:pt x="739134" y="908523"/>
                  </a:lnTo>
                  <a:close/>
                  <a:moveTo>
                    <a:pt x="772174" y="907477"/>
                  </a:moveTo>
                  <a:lnTo>
                    <a:pt x="722658" y="901253"/>
                  </a:lnTo>
                  <a:lnTo>
                    <a:pt x="747765" y="907930"/>
                  </a:lnTo>
                  <a:close/>
                  <a:moveTo>
                    <a:pt x="772174" y="907477"/>
                  </a:moveTo>
                  <a:lnTo>
                    <a:pt x="739134" y="908523"/>
                  </a:lnTo>
                  <a:lnTo>
                    <a:pt x="722658" y="901253"/>
                  </a:lnTo>
                  <a:close/>
                  <a:moveTo>
                    <a:pt x="927952" y="984631"/>
                  </a:moveTo>
                  <a:lnTo>
                    <a:pt x="921954" y="997543"/>
                  </a:lnTo>
                  <a:lnTo>
                    <a:pt x="937515" y="996261"/>
                  </a:lnTo>
                  <a:close/>
                  <a:moveTo>
                    <a:pt x="629248" y="654535"/>
                  </a:moveTo>
                  <a:lnTo>
                    <a:pt x="609115" y="707774"/>
                  </a:lnTo>
                  <a:lnTo>
                    <a:pt x="613893" y="689421"/>
                  </a:lnTo>
                  <a:close/>
                  <a:moveTo>
                    <a:pt x="482644" y="572430"/>
                  </a:moveTo>
                  <a:lnTo>
                    <a:pt x="515992" y="572538"/>
                  </a:lnTo>
                  <a:lnTo>
                    <a:pt x="505407" y="561329"/>
                  </a:lnTo>
                  <a:close/>
                  <a:moveTo>
                    <a:pt x="281239" y="255625"/>
                  </a:moveTo>
                  <a:lnTo>
                    <a:pt x="238108" y="281033"/>
                  </a:lnTo>
                  <a:lnTo>
                    <a:pt x="271623" y="281764"/>
                  </a:lnTo>
                  <a:close/>
                  <a:moveTo>
                    <a:pt x="274068" y="216707"/>
                  </a:moveTo>
                  <a:lnTo>
                    <a:pt x="281239" y="255625"/>
                  </a:lnTo>
                  <a:lnTo>
                    <a:pt x="281286" y="266715"/>
                  </a:lnTo>
                  <a:close/>
                  <a:moveTo>
                    <a:pt x="157719" y="133414"/>
                  </a:moveTo>
                  <a:lnTo>
                    <a:pt x="171879" y="111367"/>
                  </a:lnTo>
                  <a:lnTo>
                    <a:pt x="173493" y="102511"/>
                  </a:lnTo>
                  <a:close/>
                  <a:moveTo>
                    <a:pt x="157719" y="133414"/>
                  </a:moveTo>
                  <a:lnTo>
                    <a:pt x="166537" y="138019"/>
                  </a:lnTo>
                  <a:lnTo>
                    <a:pt x="171879" y="111367"/>
                  </a:lnTo>
                  <a:close/>
                  <a:moveTo>
                    <a:pt x="151412" y="156449"/>
                  </a:moveTo>
                  <a:lnTo>
                    <a:pt x="166537" y="138019"/>
                  </a:lnTo>
                  <a:lnTo>
                    <a:pt x="149993" y="146819"/>
                  </a:lnTo>
                  <a:close/>
                  <a:moveTo>
                    <a:pt x="166537" y="138019"/>
                  </a:moveTo>
                  <a:lnTo>
                    <a:pt x="177976" y="119695"/>
                  </a:lnTo>
                  <a:lnTo>
                    <a:pt x="171879" y="111367"/>
                  </a:lnTo>
                  <a:close/>
                  <a:moveTo>
                    <a:pt x="177815" y="83977"/>
                  </a:moveTo>
                  <a:lnTo>
                    <a:pt x="171879" y="111367"/>
                  </a:lnTo>
                  <a:lnTo>
                    <a:pt x="177976" y="119695"/>
                  </a:lnTo>
                  <a:close/>
                  <a:moveTo>
                    <a:pt x="90890" y="8131"/>
                  </a:moveTo>
                  <a:lnTo>
                    <a:pt x="43784" y="0"/>
                  </a:lnTo>
                  <a:lnTo>
                    <a:pt x="69542" y="6148"/>
                  </a:lnTo>
                  <a:close/>
                  <a:moveTo>
                    <a:pt x="898002" y="930693"/>
                  </a:moveTo>
                  <a:lnTo>
                    <a:pt x="897168" y="933240"/>
                  </a:lnTo>
                  <a:lnTo>
                    <a:pt x="909443" y="947248"/>
                  </a:lnTo>
                  <a:close/>
                  <a:moveTo>
                    <a:pt x="923761" y="980355"/>
                  </a:moveTo>
                  <a:lnTo>
                    <a:pt x="921954" y="997543"/>
                  </a:lnTo>
                  <a:lnTo>
                    <a:pt x="927952" y="984631"/>
                  </a:lnTo>
                  <a:close/>
                  <a:moveTo>
                    <a:pt x="768925" y="702913"/>
                  </a:moveTo>
                  <a:lnTo>
                    <a:pt x="768472" y="712107"/>
                  </a:lnTo>
                  <a:lnTo>
                    <a:pt x="784634" y="673408"/>
                  </a:lnTo>
                  <a:close/>
                  <a:moveTo>
                    <a:pt x="749943" y="660310"/>
                  </a:moveTo>
                  <a:lnTo>
                    <a:pt x="768925" y="702913"/>
                  </a:lnTo>
                  <a:lnTo>
                    <a:pt x="770822" y="665450"/>
                  </a:lnTo>
                  <a:close/>
                  <a:moveTo>
                    <a:pt x="770822" y="665450"/>
                  </a:moveTo>
                  <a:lnTo>
                    <a:pt x="768925" y="702913"/>
                  </a:lnTo>
                  <a:lnTo>
                    <a:pt x="784634" y="673408"/>
                  </a:lnTo>
                  <a:close/>
                  <a:moveTo>
                    <a:pt x="460092" y="325727"/>
                  </a:moveTo>
                  <a:lnTo>
                    <a:pt x="455939" y="305858"/>
                  </a:lnTo>
                  <a:lnTo>
                    <a:pt x="484270" y="289887"/>
                  </a:lnTo>
                  <a:close/>
                  <a:moveTo>
                    <a:pt x="568921" y="308246"/>
                  </a:moveTo>
                  <a:lnTo>
                    <a:pt x="564590" y="341035"/>
                  </a:lnTo>
                  <a:lnTo>
                    <a:pt x="576131" y="312654"/>
                  </a:lnTo>
                  <a:close/>
                  <a:moveTo>
                    <a:pt x="576131" y="312654"/>
                  </a:moveTo>
                  <a:lnTo>
                    <a:pt x="564590" y="341035"/>
                  </a:lnTo>
                  <a:lnTo>
                    <a:pt x="581869" y="325429"/>
                  </a:lnTo>
                  <a:close/>
                  <a:moveTo>
                    <a:pt x="576131" y="312654"/>
                  </a:moveTo>
                  <a:lnTo>
                    <a:pt x="560624" y="280513"/>
                  </a:lnTo>
                  <a:lnTo>
                    <a:pt x="568921" y="308246"/>
                  </a:lnTo>
                  <a:close/>
                  <a:moveTo>
                    <a:pt x="560624" y="280513"/>
                  </a:moveTo>
                  <a:lnTo>
                    <a:pt x="551237" y="271491"/>
                  </a:lnTo>
                  <a:lnTo>
                    <a:pt x="568921" y="308246"/>
                  </a:lnTo>
                  <a:close/>
                  <a:moveTo>
                    <a:pt x="565742" y="249136"/>
                  </a:moveTo>
                  <a:lnTo>
                    <a:pt x="560624" y="280513"/>
                  </a:lnTo>
                  <a:lnTo>
                    <a:pt x="569878" y="234736"/>
                  </a:lnTo>
                  <a:close/>
                  <a:moveTo>
                    <a:pt x="551237" y="271491"/>
                  </a:moveTo>
                  <a:lnTo>
                    <a:pt x="560624" y="280513"/>
                  </a:lnTo>
                  <a:lnTo>
                    <a:pt x="565742" y="249136"/>
                  </a:lnTo>
                  <a:close/>
                  <a:moveTo>
                    <a:pt x="565742" y="249136"/>
                  </a:moveTo>
                  <a:lnTo>
                    <a:pt x="569737" y="228357"/>
                  </a:lnTo>
                  <a:lnTo>
                    <a:pt x="551237" y="271491"/>
                  </a:lnTo>
                  <a:close/>
                  <a:moveTo>
                    <a:pt x="551237" y="271491"/>
                  </a:moveTo>
                  <a:lnTo>
                    <a:pt x="569737" y="228357"/>
                  </a:lnTo>
                  <a:lnTo>
                    <a:pt x="566261" y="217553"/>
                  </a:lnTo>
                  <a:close/>
                  <a:moveTo>
                    <a:pt x="569737" y="228357"/>
                  </a:moveTo>
                  <a:lnTo>
                    <a:pt x="565742" y="249136"/>
                  </a:lnTo>
                  <a:lnTo>
                    <a:pt x="569878" y="234736"/>
                  </a:lnTo>
                  <a:close/>
                </a:path>
              </a:pathLst>
            </a:custGeom>
            <a:solidFill>
              <a:srgbClr val="B5C1C9"/>
            </a:solidFill>
            <a:ln w="1524">
              <a:solidFill>
                <a:srgbClr val="B5C1C9"/>
              </a:solidFill>
            </a:ln>
          </p:spPr>
        </p:sp>
        <p:sp>
          <p:nvSpPr>
            <p:cNvPr id="98" name="Input_density__97">
              <a:extLst>
                <a:ext uri="{FF2B5EF4-FFF2-40B4-BE49-F238E27FC236}">
                  <a16:creationId xmlns:a16="http://schemas.microsoft.com/office/drawing/2014/main" id="{9AD8DC53-905C-E186-6BFF-1F8AE608E4EC}"/>
                </a:ext>
              </a:extLst>
            </p:cNvPr>
            <p:cNvSpPr>
              <a:spLocks noGrp="1"/>
            </p:cNvSpPr>
            <p:nvPr/>
          </p:nvSpPr>
          <p:spPr>
            <a:xfrm>
              <a:off x="957432" y="1724572"/>
              <a:ext cx="919847" cy="1268592"/>
            </a:xfrm>
            <a:custGeom>
              <a:avLst/>
              <a:gdLst/>
              <a:ahLst/>
              <a:cxnLst/>
              <a:rect l="0" t="0" r="0" b="0"/>
              <a:pathLst>
                <a:path w="919847" h="1268592">
                  <a:moveTo>
                    <a:pt x="64744" y="1173495"/>
                  </a:moveTo>
                  <a:lnTo>
                    <a:pt x="38172" y="1203580"/>
                  </a:lnTo>
                  <a:lnTo>
                    <a:pt x="41598" y="1202713"/>
                  </a:lnTo>
                  <a:close/>
                  <a:moveTo>
                    <a:pt x="11643" y="1195745"/>
                  </a:moveTo>
                  <a:lnTo>
                    <a:pt x="38172" y="1203580"/>
                  </a:lnTo>
                  <a:lnTo>
                    <a:pt x="64744" y="1173495"/>
                  </a:lnTo>
                  <a:close/>
                  <a:moveTo>
                    <a:pt x="67887" y="1148774"/>
                  </a:moveTo>
                  <a:lnTo>
                    <a:pt x="65227" y="1163926"/>
                  </a:lnTo>
                  <a:lnTo>
                    <a:pt x="41598" y="1202713"/>
                  </a:lnTo>
                  <a:close/>
                  <a:moveTo>
                    <a:pt x="75836" y="1118760"/>
                  </a:moveTo>
                  <a:lnTo>
                    <a:pt x="65227" y="1163926"/>
                  </a:lnTo>
                  <a:lnTo>
                    <a:pt x="67887" y="1148774"/>
                  </a:lnTo>
                  <a:close/>
                  <a:moveTo>
                    <a:pt x="146874" y="1124636"/>
                  </a:moveTo>
                  <a:lnTo>
                    <a:pt x="186896" y="1092426"/>
                  </a:lnTo>
                  <a:lnTo>
                    <a:pt x="136152" y="1094836"/>
                  </a:lnTo>
                  <a:close/>
                  <a:moveTo>
                    <a:pt x="166016" y="1014359"/>
                  </a:moveTo>
                  <a:lnTo>
                    <a:pt x="140140" y="1040898"/>
                  </a:lnTo>
                  <a:lnTo>
                    <a:pt x="156624" y="1007614"/>
                  </a:lnTo>
                  <a:close/>
                  <a:moveTo>
                    <a:pt x="188671" y="1002854"/>
                  </a:moveTo>
                  <a:lnTo>
                    <a:pt x="166016" y="1014359"/>
                  </a:lnTo>
                  <a:lnTo>
                    <a:pt x="156624" y="1007614"/>
                  </a:lnTo>
                  <a:close/>
                  <a:moveTo>
                    <a:pt x="166016" y="1014359"/>
                  </a:moveTo>
                  <a:lnTo>
                    <a:pt x="188671" y="1002854"/>
                  </a:lnTo>
                  <a:lnTo>
                    <a:pt x="168297" y="1004143"/>
                  </a:lnTo>
                  <a:close/>
                  <a:moveTo>
                    <a:pt x="188671" y="1002854"/>
                  </a:moveTo>
                  <a:lnTo>
                    <a:pt x="210461" y="986960"/>
                  </a:lnTo>
                  <a:lnTo>
                    <a:pt x="168297" y="1004143"/>
                  </a:lnTo>
                  <a:close/>
                  <a:moveTo>
                    <a:pt x="220932" y="984364"/>
                  </a:moveTo>
                  <a:lnTo>
                    <a:pt x="210461" y="986960"/>
                  </a:lnTo>
                  <a:lnTo>
                    <a:pt x="244801" y="1009706"/>
                  </a:lnTo>
                  <a:close/>
                  <a:moveTo>
                    <a:pt x="244801" y="1009706"/>
                  </a:moveTo>
                  <a:lnTo>
                    <a:pt x="210461" y="986960"/>
                  </a:lnTo>
                  <a:lnTo>
                    <a:pt x="210344" y="987678"/>
                  </a:lnTo>
                  <a:close/>
                  <a:moveTo>
                    <a:pt x="210344" y="987678"/>
                  </a:moveTo>
                  <a:lnTo>
                    <a:pt x="210461" y="986960"/>
                  </a:lnTo>
                  <a:lnTo>
                    <a:pt x="188671" y="1002854"/>
                  </a:lnTo>
                  <a:close/>
                  <a:moveTo>
                    <a:pt x="141721" y="786001"/>
                  </a:moveTo>
                  <a:lnTo>
                    <a:pt x="148150" y="822756"/>
                  </a:lnTo>
                  <a:lnTo>
                    <a:pt x="178213" y="813017"/>
                  </a:lnTo>
                  <a:close/>
                  <a:moveTo>
                    <a:pt x="11462" y="705989"/>
                  </a:moveTo>
                  <a:lnTo>
                    <a:pt x="49320" y="702299"/>
                  </a:lnTo>
                  <a:lnTo>
                    <a:pt x="32573" y="671166"/>
                  </a:lnTo>
                  <a:close/>
                  <a:moveTo>
                    <a:pt x="60400" y="658553"/>
                  </a:moveTo>
                  <a:lnTo>
                    <a:pt x="32573" y="671166"/>
                  </a:lnTo>
                  <a:lnTo>
                    <a:pt x="49320" y="702299"/>
                  </a:lnTo>
                  <a:close/>
                  <a:moveTo>
                    <a:pt x="73159" y="627711"/>
                  </a:moveTo>
                  <a:lnTo>
                    <a:pt x="32573" y="671166"/>
                  </a:lnTo>
                  <a:lnTo>
                    <a:pt x="60400" y="658553"/>
                  </a:lnTo>
                  <a:close/>
                  <a:moveTo>
                    <a:pt x="339920" y="952593"/>
                  </a:moveTo>
                  <a:lnTo>
                    <a:pt x="367165" y="979493"/>
                  </a:lnTo>
                  <a:lnTo>
                    <a:pt x="374665" y="940646"/>
                  </a:lnTo>
                  <a:close/>
                  <a:moveTo>
                    <a:pt x="280923" y="713785"/>
                  </a:moveTo>
                  <a:lnTo>
                    <a:pt x="252472" y="751634"/>
                  </a:lnTo>
                  <a:lnTo>
                    <a:pt x="265215" y="734451"/>
                  </a:lnTo>
                  <a:close/>
                  <a:moveTo>
                    <a:pt x="280923" y="713785"/>
                  </a:moveTo>
                  <a:lnTo>
                    <a:pt x="261046" y="735673"/>
                  </a:lnTo>
                  <a:lnTo>
                    <a:pt x="252472" y="751634"/>
                  </a:lnTo>
                  <a:close/>
                  <a:moveTo>
                    <a:pt x="191415" y="628281"/>
                  </a:moveTo>
                  <a:lnTo>
                    <a:pt x="184098" y="624186"/>
                  </a:lnTo>
                  <a:lnTo>
                    <a:pt x="169225" y="641522"/>
                  </a:lnTo>
                  <a:close/>
                  <a:moveTo>
                    <a:pt x="184098" y="624186"/>
                  </a:moveTo>
                  <a:lnTo>
                    <a:pt x="189475" y="621026"/>
                  </a:lnTo>
                  <a:lnTo>
                    <a:pt x="165142" y="641369"/>
                  </a:lnTo>
                  <a:close/>
                  <a:moveTo>
                    <a:pt x="167271" y="598177"/>
                  </a:moveTo>
                  <a:lnTo>
                    <a:pt x="189475" y="621026"/>
                  </a:lnTo>
                  <a:lnTo>
                    <a:pt x="213820" y="587474"/>
                  </a:lnTo>
                  <a:close/>
                  <a:moveTo>
                    <a:pt x="788947" y="1231837"/>
                  </a:moveTo>
                  <a:lnTo>
                    <a:pt x="774638" y="1217728"/>
                  </a:lnTo>
                  <a:lnTo>
                    <a:pt x="754150" y="1206814"/>
                  </a:lnTo>
                  <a:close/>
                  <a:moveTo>
                    <a:pt x="442278" y="881471"/>
                  </a:moveTo>
                  <a:lnTo>
                    <a:pt x="464156" y="900555"/>
                  </a:lnTo>
                  <a:lnTo>
                    <a:pt x="470174" y="864288"/>
                  </a:lnTo>
                  <a:close/>
                  <a:moveTo>
                    <a:pt x="469441" y="827533"/>
                  </a:moveTo>
                  <a:lnTo>
                    <a:pt x="468307" y="829199"/>
                  </a:lnTo>
                  <a:lnTo>
                    <a:pt x="442278" y="881471"/>
                  </a:lnTo>
                  <a:close/>
                  <a:moveTo>
                    <a:pt x="470174" y="864288"/>
                  </a:moveTo>
                  <a:lnTo>
                    <a:pt x="469441" y="827533"/>
                  </a:lnTo>
                  <a:lnTo>
                    <a:pt x="442278" y="881471"/>
                  </a:lnTo>
                  <a:close/>
                  <a:moveTo>
                    <a:pt x="335396" y="696662"/>
                  </a:moveTo>
                  <a:lnTo>
                    <a:pt x="310760" y="700765"/>
                  </a:lnTo>
                  <a:lnTo>
                    <a:pt x="280923" y="713785"/>
                  </a:lnTo>
                  <a:close/>
                  <a:moveTo>
                    <a:pt x="236619" y="576508"/>
                  </a:moveTo>
                  <a:lnTo>
                    <a:pt x="194743" y="620590"/>
                  </a:lnTo>
                  <a:lnTo>
                    <a:pt x="216612" y="607003"/>
                  </a:lnTo>
                  <a:close/>
                  <a:moveTo>
                    <a:pt x="189475" y="621026"/>
                  </a:moveTo>
                  <a:lnTo>
                    <a:pt x="194743" y="620590"/>
                  </a:lnTo>
                  <a:lnTo>
                    <a:pt x="236619" y="576508"/>
                  </a:lnTo>
                  <a:close/>
                  <a:moveTo>
                    <a:pt x="213820" y="587474"/>
                  </a:moveTo>
                  <a:lnTo>
                    <a:pt x="189475" y="621026"/>
                  </a:lnTo>
                  <a:lnTo>
                    <a:pt x="236619" y="576508"/>
                  </a:lnTo>
                  <a:close/>
                  <a:moveTo>
                    <a:pt x="826277" y="1214654"/>
                  </a:moveTo>
                  <a:lnTo>
                    <a:pt x="836850" y="1256163"/>
                  </a:lnTo>
                  <a:lnTo>
                    <a:pt x="836450" y="1228049"/>
                  </a:lnTo>
                  <a:close/>
                  <a:moveTo>
                    <a:pt x="791063" y="1268592"/>
                  </a:moveTo>
                  <a:lnTo>
                    <a:pt x="836850" y="1256163"/>
                  </a:lnTo>
                  <a:lnTo>
                    <a:pt x="826277" y="1214654"/>
                  </a:lnTo>
                  <a:close/>
                  <a:moveTo>
                    <a:pt x="788947" y="1231837"/>
                  </a:moveTo>
                  <a:lnTo>
                    <a:pt x="791063" y="1268592"/>
                  </a:lnTo>
                  <a:lnTo>
                    <a:pt x="826277" y="1214654"/>
                  </a:lnTo>
                  <a:close/>
                  <a:moveTo>
                    <a:pt x="836850" y="1256163"/>
                  </a:moveTo>
                  <a:lnTo>
                    <a:pt x="859431" y="1251409"/>
                  </a:lnTo>
                  <a:lnTo>
                    <a:pt x="836450" y="1228049"/>
                  </a:lnTo>
                  <a:close/>
                  <a:moveTo>
                    <a:pt x="469441" y="827533"/>
                  </a:moveTo>
                  <a:lnTo>
                    <a:pt x="470174" y="864288"/>
                  </a:lnTo>
                  <a:lnTo>
                    <a:pt x="483866" y="847104"/>
                  </a:lnTo>
                  <a:close/>
                  <a:moveTo>
                    <a:pt x="469441" y="827533"/>
                  </a:moveTo>
                  <a:lnTo>
                    <a:pt x="483866" y="847104"/>
                  </a:lnTo>
                  <a:lnTo>
                    <a:pt x="477094" y="810349"/>
                  </a:lnTo>
                  <a:close/>
                  <a:moveTo>
                    <a:pt x="485337" y="787331"/>
                  </a:moveTo>
                  <a:lnTo>
                    <a:pt x="469441" y="827533"/>
                  </a:lnTo>
                  <a:lnTo>
                    <a:pt x="477094" y="810349"/>
                  </a:lnTo>
                  <a:close/>
                  <a:moveTo>
                    <a:pt x="885705" y="1243533"/>
                  </a:moveTo>
                  <a:lnTo>
                    <a:pt x="836450" y="1228049"/>
                  </a:lnTo>
                  <a:lnTo>
                    <a:pt x="859431" y="1251409"/>
                  </a:lnTo>
                  <a:close/>
                  <a:moveTo>
                    <a:pt x="835571" y="1212456"/>
                  </a:moveTo>
                  <a:lnTo>
                    <a:pt x="836450" y="1228049"/>
                  </a:lnTo>
                  <a:lnTo>
                    <a:pt x="885705" y="1243533"/>
                  </a:lnTo>
                  <a:close/>
                  <a:moveTo>
                    <a:pt x="867206" y="1213825"/>
                  </a:moveTo>
                  <a:lnTo>
                    <a:pt x="835571" y="1212456"/>
                  </a:lnTo>
                  <a:lnTo>
                    <a:pt x="885705" y="1243533"/>
                  </a:lnTo>
                  <a:close/>
                  <a:moveTo>
                    <a:pt x="826277" y="1214654"/>
                  </a:moveTo>
                  <a:lnTo>
                    <a:pt x="836450" y="1228049"/>
                  </a:lnTo>
                  <a:lnTo>
                    <a:pt x="835571" y="1212456"/>
                  </a:lnTo>
                  <a:close/>
                  <a:moveTo>
                    <a:pt x="485337" y="787331"/>
                  </a:moveTo>
                  <a:lnTo>
                    <a:pt x="511823" y="790151"/>
                  </a:lnTo>
                  <a:lnTo>
                    <a:pt x="502697" y="773594"/>
                  </a:lnTo>
                  <a:close/>
                  <a:moveTo>
                    <a:pt x="511823" y="790151"/>
                  </a:moveTo>
                  <a:lnTo>
                    <a:pt x="524843" y="756411"/>
                  </a:lnTo>
                  <a:lnTo>
                    <a:pt x="502697" y="773594"/>
                  </a:lnTo>
                  <a:close/>
                  <a:moveTo>
                    <a:pt x="890510" y="1123961"/>
                  </a:moveTo>
                  <a:lnTo>
                    <a:pt x="919847" y="1143532"/>
                  </a:lnTo>
                  <a:lnTo>
                    <a:pt x="901213" y="1106777"/>
                  </a:lnTo>
                  <a:close/>
                  <a:moveTo>
                    <a:pt x="594901" y="755406"/>
                  </a:moveTo>
                  <a:lnTo>
                    <a:pt x="573535" y="753080"/>
                  </a:lnTo>
                  <a:lnTo>
                    <a:pt x="614806" y="775982"/>
                  </a:lnTo>
                  <a:close/>
                  <a:moveTo>
                    <a:pt x="244825" y="334923"/>
                  </a:moveTo>
                  <a:lnTo>
                    <a:pt x="247999" y="330433"/>
                  </a:lnTo>
                  <a:lnTo>
                    <a:pt x="204835" y="352106"/>
                  </a:lnTo>
                  <a:close/>
                  <a:moveTo>
                    <a:pt x="571681" y="620346"/>
                  </a:moveTo>
                  <a:lnTo>
                    <a:pt x="540415" y="628962"/>
                  </a:lnTo>
                  <a:lnTo>
                    <a:pt x="579834" y="658464"/>
                  </a:lnTo>
                  <a:close/>
                  <a:moveTo>
                    <a:pt x="631766" y="672452"/>
                  </a:moveTo>
                  <a:lnTo>
                    <a:pt x="614765" y="648534"/>
                  </a:lnTo>
                  <a:lnTo>
                    <a:pt x="574065" y="677501"/>
                  </a:lnTo>
                  <a:close/>
                  <a:moveTo>
                    <a:pt x="614765" y="648534"/>
                  </a:moveTo>
                  <a:lnTo>
                    <a:pt x="622461" y="637662"/>
                  </a:lnTo>
                  <a:lnTo>
                    <a:pt x="579834" y="658464"/>
                  </a:lnTo>
                  <a:close/>
                  <a:moveTo>
                    <a:pt x="312807" y="355047"/>
                  </a:moveTo>
                  <a:lnTo>
                    <a:pt x="332141" y="321670"/>
                  </a:lnTo>
                  <a:lnTo>
                    <a:pt x="295275" y="324553"/>
                  </a:lnTo>
                  <a:close/>
                  <a:moveTo>
                    <a:pt x="332141" y="321670"/>
                  </a:moveTo>
                  <a:lnTo>
                    <a:pt x="322289" y="284932"/>
                  </a:lnTo>
                  <a:lnTo>
                    <a:pt x="295275" y="324553"/>
                  </a:lnTo>
                  <a:close/>
                  <a:moveTo>
                    <a:pt x="29152" y="10505"/>
                  </a:moveTo>
                  <a:lnTo>
                    <a:pt x="0" y="26085"/>
                  </a:lnTo>
                  <a:lnTo>
                    <a:pt x="54217" y="8009"/>
                  </a:lnTo>
                  <a:close/>
                  <a:moveTo>
                    <a:pt x="85395" y="0"/>
                  </a:moveTo>
                  <a:lnTo>
                    <a:pt x="29152" y="10505"/>
                  </a:lnTo>
                  <a:lnTo>
                    <a:pt x="54217" y="8009"/>
                  </a:lnTo>
                  <a:close/>
                  <a:moveTo>
                    <a:pt x="684604" y="672213"/>
                  </a:moveTo>
                  <a:lnTo>
                    <a:pt x="642748" y="685289"/>
                  </a:lnTo>
                  <a:lnTo>
                    <a:pt x="692021" y="676950"/>
                  </a:lnTo>
                  <a:close/>
                  <a:moveTo>
                    <a:pt x="692021" y="676950"/>
                  </a:moveTo>
                  <a:lnTo>
                    <a:pt x="642748" y="685289"/>
                  </a:lnTo>
                  <a:lnTo>
                    <a:pt x="636021" y="688360"/>
                  </a:lnTo>
                  <a:close/>
                  <a:moveTo>
                    <a:pt x="642748" y="685289"/>
                  </a:moveTo>
                  <a:lnTo>
                    <a:pt x="684604" y="672213"/>
                  </a:lnTo>
                  <a:lnTo>
                    <a:pt x="631766" y="672452"/>
                  </a:lnTo>
                  <a:close/>
                  <a:moveTo>
                    <a:pt x="631766" y="672452"/>
                  </a:moveTo>
                  <a:lnTo>
                    <a:pt x="684604" y="672213"/>
                  </a:lnTo>
                  <a:lnTo>
                    <a:pt x="687083" y="658490"/>
                  </a:lnTo>
                  <a:close/>
                  <a:moveTo>
                    <a:pt x="631766" y="672452"/>
                  </a:moveTo>
                  <a:lnTo>
                    <a:pt x="687083" y="658490"/>
                  </a:lnTo>
                  <a:lnTo>
                    <a:pt x="650903" y="647793"/>
                  </a:lnTo>
                  <a:close/>
                  <a:moveTo>
                    <a:pt x="631766" y="672452"/>
                  </a:moveTo>
                  <a:lnTo>
                    <a:pt x="632720" y="631351"/>
                  </a:lnTo>
                  <a:lnTo>
                    <a:pt x="614765" y="648534"/>
                  </a:lnTo>
                  <a:close/>
                  <a:moveTo>
                    <a:pt x="632720" y="631351"/>
                  </a:moveTo>
                  <a:lnTo>
                    <a:pt x="622461" y="637662"/>
                  </a:lnTo>
                  <a:lnTo>
                    <a:pt x="614765" y="648534"/>
                  </a:lnTo>
                  <a:close/>
                  <a:moveTo>
                    <a:pt x="623162" y="544074"/>
                  </a:moveTo>
                  <a:lnTo>
                    <a:pt x="606456" y="521086"/>
                  </a:lnTo>
                  <a:lnTo>
                    <a:pt x="563148" y="540476"/>
                  </a:lnTo>
                  <a:close/>
                  <a:moveTo>
                    <a:pt x="623162" y="544074"/>
                  </a:moveTo>
                  <a:lnTo>
                    <a:pt x="631690" y="509154"/>
                  </a:lnTo>
                  <a:lnTo>
                    <a:pt x="606456" y="521086"/>
                  </a:lnTo>
                  <a:close/>
                  <a:moveTo>
                    <a:pt x="832884" y="687677"/>
                  </a:moveTo>
                  <a:lnTo>
                    <a:pt x="851930" y="724433"/>
                  </a:lnTo>
                  <a:lnTo>
                    <a:pt x="880925" y="710454"/>
                  </a:lnTo>
                  <a:close/>
                  <a:moveTo>
                    <a:pt x="488191" y="316962"/>
                  </a:moveTo>
                  <a:lnTo>
                    <a:pt x="492395" y="317398"/>
                  </a:lnTo>
                  <a:lnTo>
                    <a:pt x="541473" y="295390"/>
                  </a:lnTo>
                  <a:close/>
                  <a:moveTo>
                    <a:pt x="520344" y="312599"/>
                  </a:moveTo>
                  <a:lnTo>
                    <a:pt x="488191" y="316962"/>
                  </a:lnTo>
                  <a:lnTo>
                    <a:pt x="541473" y="295390"/>
                  </a:lnTo>
                  <a:close/>
                  <a:moveTo>
                    <a:pt x="569365" y="275099"/>
                  </a:moveTo>
                  <a:lnTo>
                    <a:pt x="520344" y="312599"/>
                  </a:lnTo>
                  <a:lnTo>
                    <a:pt x="541473" y="295390"/>
                  </a:lnTo>
                  <a:close/>
                  <a:moveTo>
                    <a:pt x="552457" y="295657"/>
                  </a:moveTo>
                  <a:lnTo>
                    <a:pt x="569365" y="275099"/>
                  </a:lnTo>
                  <a:lnTo>
                    <a:pt x="541473" y="295390"/>
                  </a:lnTo>
                  <a:close/>
                  <a:moveTo>
                    <a:pt x="552457" y="295657"/>
                  </a:moveTo>
                  <a:lnTo>
                    <a:pt x="597229" y="286347"/>
                  </a:lnTo>
                  <a:lnTo>
                    <a:pt x="569365" y="275099"/>
                  </a:lnTo>
                  <a:close/>
                </a:path>
              </a:pathLst>
            </a:custGeom>
            <a:solidFill>
              <a:srgbClr val="CFD7DE"/>
            </a:solidFill>
            <a:ln w="1524">
              <a:solidFill>
                <a:srgbClr val="CFD7DE"/>
              </a:solidFill>
            </a:ln>
          </p:spPr>
        </p:sp>
        <p:sp>
          <p:nvSpPr>
            <p:cNvPr id="99" name="Input_density__98">
              <a:extLst>
                <a:ext uri="{FF2B5EF4-FFF2-40B4-BE49-F238E27FC236}">
                  <a16:creationId xmlns:a16="http://schemas.microsoft.com/office/drawing/2014/main" id="{32CEAB5A-CCCC-0C2B-32A9-888C368DEDCE}"/>
                </a:ext>
              </a:extLst>
            </p:cNvPr>
            <p:cNvSpPr>
              <a:spLocks noGrp="1"/>
            </p:cNvSpPr>
            <p:nvPr/>
          </p:nvSpPr>
          <p:spPr>
            <a:xfrm>
              <a:off x="1015505" y="1829535"/>
              <a:ext cx="825130" cy="1202570"/>
            </a:xfrm>
            <a:custGeom>
              <a:avLst/>
              <a:gdLst/>
              <a:ahLst/>
              <a:cxnLst/>
              <a:rect l="0" t="0" r="0" b="0"/>
              <a:pathLst>
                <a:path w="825130" h="1202570">
                  <a:moveTo>
                    <a:pt x="110291" y="1063383"/>
                  </a:moveTo>
                  <a:lnTo>
                    <a:pt x="87178" y="1080566"/>
                  </a:lnTo>
                  <a:lnTo>
                    <a:pt x="121326" y="1055638"/>
                  </a:lnTo>
                  <a:close/>
                  <a:moveTo>
                    <a:pt x="54137" y="681038"/>
                  </a:moveTo>
                  <a:lnTo>
                    <a:pt x="63340" y="637650"/>
                  </a:lnTo>
                  <a:lnTo>
                    <a:pt x="67556" y="627100"/>
                  </a:lnTo>
                  <a:close/>
                  <a:moveTo>
                    <a:pt x="54137" y="681038"/>
                  </a:moveTo>
                  <a:lnTo>
                    <a:pt x="67556" y="627100"/>
                  </a:lnTo>
                  <a:lnTo>
                    <a:pt x="60563" y="663855"/>
                  </a:lnTo>
                  <a:close/>
                  <a:moveTo>
                    <a:pt x="67556" y="627100"/>
                  </a:moveTo>
                  <a:lnTo>
                    <a:pt x="63340" y="637650"/>
                  </a:lnTo>
                  <a:lnTo>
                    <a:pt x="72622" y="613288"/>
                  </a:lnTo>
                  <a:close/>
                  <a:moveTo>
                    <a:pt x="72622" y="613288"/>
                  </a:moveTo>
                  <a:lnTo>
                    <a:pt x="82689" y="577172"/>
                  </a:lnTo>
                  <a:lnTo>
                    <a:pt x="67556" y="627100"/>
                  </a:lnTo>
                  <a:close/>
                  <a:moveTo>
                    <a:pt x="82689" y="577172"/>
                  </a:moveTo>
                  <a:lnTo>
                    <a:pt x="72622" y="613288"/>
                  </a:lnTo>
                  <a:lnTo>
                    <a:pt x="84046" y="590345"/>
                  </a:lnTo>
                  <a:close/>
                  <a:moveTo>
                    <a:pt x="82689" y="577172"/>
                  </a:moveTo>
                  <a:lnTo>
                    <a:pt x="84046" y="590345"/>
                  </a:lnTo>
                  <a:lnTo>
                    <a:pt x="77199" y="536888"/>
                  </a:lnTo>
                  <a:close/>
                  <a:moveTo>
                    <a:pt x="82689" y="577172"/>
                  </a:moveTo>
                  <a:lnTo>
                    <a:pt x="77199" y="536888"/>
                  </a:lnTo>
                  <a:lnTo>
                    <a:pt x="82082" y="573161"/>
                  </a:lnTo>
                  <a:close/>
                  <a:moveTo>
                    <a:pt x="77199" y="536888"/>
                  </a:moveTo>
                  <a:lnTo>
                    <a:pt x="76891" y="536406"/>
                  </a:lnTo>
                  <a:lnTo>
                    <a:pt x="82082" y="573161"/>
                  </a:lnTo>
                  <a:close/>
                  <a:moveTo>
                    <a:pt x="247943" y="702636"/>
                  </a:moveTo>
                  <a:lnTo>
                    <a:pt x="255977" y="704306"/>
                  </a:lnTo>
                  <a:lnTo>
                    <a:pt x="279975" y="697823"/>
                  </a:lnTo>
                  <a:close/>
                  <a:moveTo>
                    <a:pt x="279975" y="697823"/>
                  </a:moveTo>
                  <a:lnTo>
                    <a:pt x="255977" y="704306"/>
                  </a:lnTo>
                  <a:lnTo>
                    <a:pt x="309893" y="685102"/>
                  </a:lnTo>
                  <a:close/>
                  <a:moveTo>
                    <a:pt x="300637" y="678866"/>
                  </a:moveTo>
                  <a:lnTo>
                    <a:pt x="321996" y="652302"/>
                  </a:lnTo>
                  <a:lnTo>
                    <a:pt x="323062" y="649059"/>
                  </a:lnTo>
                  <a:close/>
                  <a:moveTo>
                    <a:pt x="309893" y="685102"/>
                  </a:moveTo>
                  <a:lnTo>
                    <a:pt x="321996" y="652302"/>
                  </a:lnTo>
                  <a:lnTo>
                    <a:pt x="300637" y="678866"/>
                  </a:lnTo>
                  <a:close/>
                  <a:moveTo>
                    <a:pt x="279975" y="697823"/>
                  </a:moveTo>
                  <a:lnTo>
                    <a:pt x="309893" y="685102"/>
                  </a:lnTo>
                  <a:lnTo>
                    <a:pt x="300637" y="678866"/>
                  </a:lnTo>
                  <a:close/>
                  <a:moveTo>
                    <a:pt x="801233" y="1200384"/>
                  </a:moveTo>
                  <a:lnTo>
                    <a:pt x="805083" y="1201649"/>
                  </a:lnTo>
                  <a:lnTo>
                    <a:pt x="807224" y="1202570"/>
                  </a:lnTo>
                  <a:close/>
                  <a:moveTo>
                    <a:pt x="801233" y="1200384"/>
                  </a:moveTo>
                  <a:lnTo>
                    <a:pt x="807224" y="1202570"/>
                  </a:lnTo>
                  <a:lnTo>
                    <a:pt x="811568" y="1196377"/>
                  </a:lnTo>
                  <a:close/>
                  <a:moveTo>
                    <a:pt x="811568" y="1196377"/>
                  </a:moveTo>
                  <a:lnTo>
                    <a:pt x="807224" y="1202570"/>
                  </a:lnTo>
                  <a:lnTo>
                    <a:pt x="808822" y="1200384"/>
                  </a:lnTo>
                  <a:close/>
                  <a:moveTo>
                    <a:pt x="808822" y="1200384"/>
                  </a:moveTo>
                  <a:lnTo>
                    <a:pt x="825130" y="1173310"/>
                  </a:lnTo>
                  <a:lnTo>
                    <a:pt x="811568" y="1196377"/>
                  </a:lnTo>
                  <a:close/>
                  <a:moveTo>
                    <a:pt x="357827" y="595121"/>
                  </a:moveTo>
                  <a:lnTo>
                    <a:pt x="367130" y="597950"/>
                  </a:lnTo>
                  <a:lnTo>
                    <a:pt x="371565" y="598695"/>
                  </a:lnTo>
                  <a:close/>
                  <a:moveTo>
                    <a:pt x="377997" y="595121"/>
                  </a:moveTo>
                  <a:lnTo>
                    <a:pt x="371565" y="598695"/>
                  </a:lnTo>
                  <a:lnTo>
                    <a:pt x="367130" y="597950"/>
                  </a:lnTo>
                  <a:close/>
                  <a:moveTo>
                    <a:pt x="394370" y="587751"/>
                  </a:moveTo>
                  <a:lnTo>
                    <a:pt x="371565" y="598695"/>
                  </a:lnTo>
                  <a:lnTo>
                    <a:pt x="430725" y="599100"/>
                  </a:lnTo>
                  <a:close/>
                  <a:moveTo>
                    <a:pt x="14482" y="9430"/>
                  </a:moveTo>
                  <a:lnTo>
                    <a:pt x="0" y="26613"/>
                  </a:lnTo>
                  <a:lnTo>
                    <a:pt x="29715" y="192"/>
                  </a:lnTo>
                  <a:close/>
                  <a:moveTo>
                    <a:pt x="29715" y="192"/>
                  </a:moveTo>
                  <a:lnTo>
                    <a:pt x="6131" y="8224"/>
                  </a:lnTo>
                  <a:lnTo>
                    <a:pt x="63446" y="1729"/>
                  </a:lnTo>
                  <a:close/>
                  <a:moveTo>
                    <a:pt x="271623" y="281764"/>
                  </a:moveTo>
                  <a:lnTo>
                    <a:pt x="238108" y="281033"/>
                  </a:lnTo>
                  <a:lnTo>
                    <a:pt x="219645" y="278611"/>
                  </a:lnTo>
                  <a:close/>
                  <a:moveTo>
                    <a:pt x="281239" y="255625"/>
                  </a:moveTo>
                  <a:lnTo>
                    <a:pt x="271623" y="281764"/>
                  </a:lnTo>
                  <a:lnTo>
                    <a:pt x="281286" y="266715"/>
                  </a:lnTo>
                  <a:close/>
                  <a:moveTo>
                    <a:pt x="173493" y="102511"/>
                  </a:moveTo>
                  <a:lnTo>
                    <a:pt x="171879" y="111367"/>
                  </a:lnTo>
                  <a:lnTo>
                    <a:pt x="177815" y="83977"/>
                  </a:lnTo>
                  <a:close/>
                  <a:moveTo>
                    <a:pt x="29715" y="192"/>
                  </a:moveTo>
                  <a:lnTo>
                    <a:pt x="63446" y="1729"/>
                  </a:lnTo>
                  <a:lnTo>
                    <a:pt x="43784" y="0"/>
                  </a:lnTo>
                  <a:close/>
                  <a:moveTo>
                    <a:pt x="63446" y="1729"/>
                  </a:moveTo>
                  <a:lnTo>
                    <a:pt x="69542" y="6148"/>
                  </a:lnTo>
                  <a:lnTo>
                    <a:pt x="43784" y="0"/>
                  </a:lnTo>
                  <a:close/>
                </a:path>
              </a:pathLst>
            </a:custGeom>
            <a:solidFill>
              <a:srgbClr val="AEBAC4"/>
            </a:solidFill>
            <a:ln w="1524">
              <a:solidFill>
                <a:srgbClr val="AEBAC4"/>
              </a:solidFill>
            </a:ln>
          </p:spPr>
        </p:sp>
        <p:sp>
          <p:nvSpPr>
            <p:cNvPr id="100" name="Input_density__99">
              <a:extLst>
                <a:ext uri="{FF2B5EF4-FFF2-40B4-BE49-F238E27FC236}">
                  <a16:creationId xmlns:a16="http://schemas.microsoft.com/office/drawing/2014/main" id="{2DA4A4B4-12C4-E00B-3C54-FCBDEDE3A509}"/>
                </a:ext>
              </a:extLst>
            </p:cNvPr>
            <p:cNvSpPr>
              <a:spLocks noGrp="1"/>
            </p:cNvSpPr>
            <p:nvPr/>
          </p:nvSpPr>
          <p:spPr>
            <a:xfrm>
              <a:off x="925801" y="1749863"/>
              <a:ext cx="861878" cy="1417472"/>
            </a:xfrm>
            <a:custGeom>
              <a:avLst/>
              <a:gdLst/>
              <a:ahLst/>
              <a:cxnLst/>
              <a:rect l="0" t="0" r="0" b="0"/>
              <a:pathLst>
                <a:path w="861878" h="1417472">
                  <a:moveTo>
                    <a:pt x="88515" y="1378380"/>
                  </a:moveTo>
                  <a:lnTo>
                    <a:pt x="94114" y="1382260"/>
                  </a:lnTo>
                  <a:lnTo>
                    <a:pt x="100347" y="1383837"/>
                  </a:lnTo>
                  <a:close/>
                  <a:moveTo>
                    <a:pt x="134349" y="1290183"/>
                  </a:moveTo>
                  <a:lnTo>
                    <a:pt x="120287" y="1287687"/>
                  </a:lnTo>
                  <a:lnTo>
                    <a:pt x="132995" y="1288245"/>
                  </a:lnTo>
                  <a:close/>
                  <a:moveTo>
                    <a:pt x="173015" y="1397952"/>
                  </a:moveTo>
                  <a:lnTo>
                    <a:pt x="187529" y="1405239"/>
                  </a:lnTo>
                  <a:lnTo>
                    <a:pt x="199409" y="1408854"/>
                  </a:lnTo>
                  <a:close/>
                  <a:moveTo>
                    <a:pt x="235034" y="1417472"/>
                  </a:moveTo>
                  <a:lnTo>
                    <a:pt x="199409" y="1408854"/>
                  </a:lnTo>
                  <a:lnTo>
                    <a:pt x="187529" y="1405239"/>
                  </a:lnTo>
                  <a:close/>
                  <a:moveTo>
                    <a:pt x="120287" y="1287687"/>
                  </a:moveTo>
                  <a:lnTo>
                    <a:pt x="134349" y="1290183"/>
                  </a:lnTo>
                  <a:lnTo>
                    <a:pt x="146537" y="1277236"/>
                  </a:lnTo>
                  <a:close/>
                  <a:moveTo>
                    <a:pt x="146537" y="1277236"/>
                  </a:moveTo>
                  <a:lnTo>
                    <a:pt x="134349" y="1290183"/>
                  </a:lnTo>
                  <a:lnTo>
                    <a:pt x="179878" y="1277218"/>
                  </a:lnTo>
                  <a:close/>
                  <a:moveTo>
                    <a:pt x="146537" y="1277236"/>
                  </a:moveTo>
                  <a:lnTo>
                    <a:pt x="179878" y="1277218"/>
                  </a:lnTo>
                  <a:lnTo>
                    <a:pt x="154579" y="1269611"/>
                  </a:lnTo>
                  <a:close/>
                  <a:moveTo>
                    <a:pt x="179878" y="1277218"/>
                  </a:moveTo>
                  <a:lnTo>
                    <a:pt x="184862" y="1258257"/>
                  </a:lnTo>
                  <a:lnTo>
                    <a:pt x="154579" y="1269611"/>
                  </a:lnTo>
                  <a:close/>
                  <a:moveTo>
                    <a:pt x="198611" y="1261989"/>
                  </a:moveTo>
                  <a:lnTo>
                    <a:pt x="179472" y="1253320"/>
                  </a:lnTo>
                  <a:lnTo>
                    <a:pt x="184862" y="1258257"/>
                  </a:lnTo>
                  <a:close/>
                  <a:moveTo>
                    <a:pt x="277975" y="1072655"/>
                  </a:moveTo>
                  <a:lnTo>
                    <a:pt x="279249" y="1073376"/>
                  </a:lnTo>
                  <a:lnTo>
                    <a:pt x="247634" y="1114981"/>
                  </a:lnTo>
                  <a:close/>
                  <a:moveTo>
                    <a:pt x="264657" y="1108688"/>
                  </a:moveTo>
                  <a:lnTo>
                    <a:pt x="279249" y="1073376"/>
                  </a:lnTo>
                  <a:lnTo>
                    <a:pt x="300850" y="1057930"/>
                  </a:lnTo>
                  <a:close/>
                  <a:moveTo>
                    <a:pt x="300850" y="1057930"/>
                  </a:moveTo>
                  <a:lnTo>
                    <a:pt x="279249" y="1073376"/>
                  </a:lnTo>
                  <a:lnTo>
                    <a:pt x="338261" y="1073227"/>
                  </a:lnTo>
                  <a:close/>
                  <a:moveTo>
                    <a:pt x="48482" y="737253"/>
                  </a:moveTo>
                  <a:lnTo>
                    <a:pt x="1573" y="776859"/>
                  </a:lnTo>
                  <a:lnTo>
                    <a:pt x="0" y="776770"/>
                  </a:lnTo>
                  <a:close/>
                  <a:moveTo>
                    <a:pt x="300814" y="1054088"/>
                  </a:moveTo>
                  <a:lnTo>
                    <a:pt x="298319" y="1091505"/>
                  </a:lnTo>
                  <a:lnTo>
                    <a:pt x="300850" y="1057930"/>
                  </a:lnTo>
                  <a:close/>
                  <a:moveTo>
                    <a:pt x="12838" y="632353"/>
                  </a:moveTo>
                  <a:lnTo>
                    <a:pt x="43656" y="622998"/>
                  </a:lnTo>
                  <a:lnTo>
                    <a:pt x="60990" y="591600"/>
                  </a:lnTo>
                  <a:close/>
                  <a:moveTo>
                    <a:pt x="56571" y="596507"/>
                  </a:moveTo>
                  <a:lnTo>
                    <a:pt x="60990" y="591600"/>
                  </a:lnTo>
                  <a:lnTo>
                    <a:pt x="43656" y="622998"/>
                  </a:lnTo>
                  <a:close/>
                  <a:moveTo>
                    <a:pt x="328280" y="843496"/>
                  </a:moveTo>
                  <a:lnTo>
                    <a:pt x="331611" y="832403"/>
                  </a:lnTo>
                  <a:lnTo>
                    <a:pt x="316428" y="827550"/>
                  </a:lnTo>
                  <a:close/>
                  <a:moveTo>
                    <a:pt x="300851" y="865519"/>
                  </a:moveTo>
                  <a:lnTo>
                    <a:pt x="328280" y="843496"/>
                  </a:lnTo>
                  <a:lnTo>
                    <a:pt x="316428" y="827550"/>
                  </a:lnTo>
                  <a:close/>
                  <a:moveTo>
                    <a:pt x="331611" y="832403"/>
                  </a:moveTo>
                  <a:lnTo>
                    <a:pt x="333218" y="786350"/>
                  </a:lnTo>
                  <a:lnTo>
                    <a:pt x="324452" y="819425"/>
                  </a:lnTo>
                  <a:close/>
                  <a:moveTo>
                    <a:pt x="333218" y="786350"/>
                  </a:moveTo>
                  <a:lnTo>
                    <a:pt x="335597" y="782670"/>
                  </a:lnTo>
                  <a:lnTo>
                    <a:pt x="324452" y="819425"/>
                  </a:lnTo>
                  <a:close/>
                  <a:moveTo>
                    <a:pt x="166595" y="616078"/>
                  </a:moveTo>
                  <a:lnTo>
                    <a:pt x="177688" y="562140"/>
                  </a:lnTo>
                  <a:lnTo>
                    <a:pt x="175929" y="598895"/>
                  </a:lnTo>
                  <a:close/>
                  <a:moveTo>
                    <a:pt x="559295" y="1016501"/>
                  </a:moveTo>
                  <a:lnTo>
                    <a:pt x="536528" y="997897"/>
                  </a:lnTo>
                  <a:lnTo>
                    <a:pt x="571578" y="1034054"/>
                  </a:lnTo>
                  <a:close/>
                  <a:moveTo>
                    <a:pt x="590483" y="1008529"/>
                  </a:moveTo>
                  <a:lnTo>
                    <a:pt x="559295" y="1016501"/>
                  </a:lnTo>
                  <a:lnTo>
                    <a:pt x="571578" y="1034054"/>
                  </a:lnTo>
                  <a:close/>
                  <a:moveTo>
                    <a:pt x="360997" y="773402"/>
                  </a:moveTo>
                  <a:lnTo>
                    <a:pt x="319401" y="815241"/>
                  </a:lnTo>
                  <a:lnTo>
                    <a:pt x="335597" y="782670"/>
                  </a:lnTo>
                  <a:close/>
                  <a:moveTo>
                    <a:pt x="253528" y="618467"/>
                  </a:moveTo>
                  <a:lnTo>
                    <a:pt x="250207" y="635650"/>
                  </a:lnTo>
                  <a:lnTo>
                    <a:pt x="268259" y="647457"/>
                  </a:lnTo>
                  <a:close/>
                  <a:moveTo>
                    <a:pt x="177946" y="558941"/>
                  </a:moveTo>
                  <a:lnTo>
                    <a:pt x="186734" y="510944"/>
                  </a:lnTo>
                  <a:lnTo>
                    <a:pt x="177688" y="562140"/>
                  </a:lnTo>
                  <a:close/>
                  <a:moveTo>
                    <a:pt x="667534" y="1075825"/>
                  </a:moveTo>
                  <a:lnTo>
                    <a:pt x="655204" y="1059526"/>
                  </a:lnTo>
                  <a:lnTo>
                    <a:pt x="693594" y="1085712"/>
                  </a:lnTo>
                  <a:close/>
                  <a:moveTo>
                    <a:pt x="590483" y="1008529"/>
                  </a:moveTo>
                  <a:lnTo>
                    <a:pt x="619782" y="1022772"/>
                  </a:lnTo>
                  <a:lnTo>
                    <a:pt x="602277" y="1016280"/>
                  </a:lnTo>
                  <a:close/>
                  <a:moveTo>
                    <a:pt x="378635" y="743139"/>
                  </a:moveTo>
                  <a:lnTo>
                    <a:pt x="390341" y="758538"/>
                  </a:lnTo>
                  <a:lnTo>
                    <a:pt x="399893" y="714485"/>
                  </a:lnTo>
                  <a:close/>
                  <a:moveTo>
                    <a:pt x="399893" y="714485"/>
                  </a:moveTo>
                  <a:lnTo>
                    <a:pt x="390341" y="758538"/>
                  </a:lnTo>
                  <a:lnTo>
                    <a:pt x="412766" y="728732"/>
                  </a:lnTo>
                  <a:close/>
                  <a:moveTo>
                    <a:pt x="189520" y="506007"/>
                  </a:moveTo>
                  <a:lnTo>
                    <a:pt x="167877" y="499186"/>
                  </a:lnTo>
                  <a:lnTo>
                    <a:pt x="185292" y="508202"/>
                  </a:lnTo>
                  <a:close/>
                  <a:moveTo>
                    <a:pt x="189520" y="506007"/>
                  </a:moveTo>
                  <a:lnTo>
                    <a:pt x="193588" y="505372"/>
                  </a:lnTo>
                  <a:lnTo>
                    <a:pt x="195048" y="491018"/>
                  </a:lnTo>
                  <a:close/>
                  <a:moveTo>
                    <a:pt x="675127" y="1079098"/>
                  </a:moveTo>
                  <a:lnTo>
                    <a:pt x="693594" y="1085712"/>
                  </a:lnTo>
                  <a:lnTo>
                    <a:pt x="705290" y="1092415"/>
                  </a:lnTo>
                  <a:close/>
                  <a:moveTo>
                    <a:pt x="593279" y="826566"/>
                  </a:moveTo>
                  <a:lnTo>
                    <a:pt x="561545" y="858568"/>
                  </a:lnTo>
                  <a:lnTo>
                    <a:pt x="574074" y="850970"/>
                  </a:lnTo>
                  <a:close/>
                  <a:moveTo>
                    <a:pt x="53670" y="179795"/>
                  </a:moveTo>
                  <a:lnTo>
                    <a:pt x="25545" y="157999"/>
                  </a:lnTo>
                  <a:lnTo>
                    <a:pt x="53742" y="179670"/>
                  </a:lnTo>
                  <a:close/>
                  <a:moveTo>
                    <a:pt x="53742" y="179670"/>
                  </a:moveTo>
                  <a:lnTo>
                    <a:pt x="25545" y="157999"/>
                  </a:lnTo>
                  <a:lnTo>
                    <a:pt x="53990" y="179795"/>
                  </a:lnTo>
                  <a:close/>
                  <a:moveTo>
                    <a:pt x="789146" y="964367"/>
                  </a:moveTo>
                  <a:lnTo>
                    <a:pt x="730301" y="965139"/>
                  </a:lnTo>
                  <a:lnTo>
                    <a:pt x="764176" y="967216"/>
                  </a:lnTo>
                  <a:close/>
                  <a:moveTo>
                    <a:pt x="223196" y="314923"/>
                  </a:moveTo>
                  <a:lnTo>
                    <a:pt x="233595" y="276200"/>
                  </a:lnTo>
                  <a:lnTo>
                    <a:pt x="211816" y="326815"/>
                  </a:lnTo>
                  <a:close/>
                  <a:moveTo>
                    <a:pt x="211816" y="326815"/>
                  </a:moveTo>
                  <a:lnTo>
                    <a:pt x="233595" y="276200"/>
                  </a:lnTo>
                  <a:lnTo>
                    <a:pt x="225532" y="272877"/>
                  </a:lnTo>
                  <a:close/>
                  <a:moveTo>
                    <a:pt x="211816" y="326815"/>
                  </a:moveTo>
                  <a:lnTo>
                    <a:pt x="225532" y="272877"/>
                  </a:lnTo>
                  <a:lnTo>
                    <a:pt x="219392" y="309632"/>
                  </a:lnTo>
                  <a:close/>
                  <a:moveTo>
                    <a:pt x="225532" y="272877"/>
                  </a:moveTo>
                  <a:lnTo>
                    <a:pt x="233595" y="276200"/>
                  </a:lnTo>
                  <a:lnTo>
                    <a:pt x="233788" y="258318"/>
                  </a:lnTo>
                  <a:close/>
                  <a:moveTo>
                    <a:pt x="53670" y="179795"/>
                  </a:moveTo>
                  <a:lnTo>
                    <a:pt x="53742" y="179670"/>
                  </a:lnTo>
                  <a:lnTo>
                    <a:pt x="70326" y="145467"/>
                  </a:lnTo>
                  <a:close/>
                  <a:moveTo>
                    <a:pt x="53742" y="179670"/>
                  </a:moveTo>
                  <a:lnTo>
                    <a:pt x="53990" y="179795"/>
                  </a:lnTo>
                  <a:lnTo>
                    <a:pt x="70326" y="145467"/>
                  </a:lnTo>
                  <a:close/>
                  <a:moveTo>
                    <a:pt x="70326" y="145467"/>
                  </a:moveTo>
                  <a:lnTo>
                    <a:pt x="53990" y="179795"/>
                  </a:lnTo>
                  <a:lnTo>
                    <a:pt x="82379" y="138882"/>
                  </a:lnTo>
                  <a:close/>
                  <a:moveTo>
                    <a:pt x="82379" y="138882"/>
                  </a:moveTo>
                  <a:lnTo>
                    <a:pt x="77106" y="125857"/>
                  </a:lnTo>
                  <a:lnTo>
                    <a:pt x="70326" y="145467"/>
                  </a:lnTo>
                  <a:close/>
                  <a:moveTo>
                    <a:pt x="104186" y="89102"/>
                  </a:moveTo>
                  <a:lnTo>
                    <a:pt x="91361" y="99534"/>
                  </a:lnTo>
                  <a:lnTo>
                    <a:pt x="90468" y="143040"/>
                  </a:lnTo>
                  <a:close/>
                  <a:moveTo>
                    <a:pt x="77106" y="125857"/>
                  </a:moveTo>
                  <a:lnTo>
                    <a:pt x="82379" y="138882"/>
                  </a:lnTo>
                  <a:lnTo>
                    <a:pt x="91361" y="99534"/>
                  </a:lnTo>
                  <a:close/>
                  <a:moveTo>
                    <a:pt x="841730" y="954038"/>
                  </a:moveTo>
                  <a:lnTo>
                    <a:pt x="828838" y="988195"/>
                  </a:lnTo>
                  <a:lnTo>
                    <a:pt x="845875" y="955683"/>
                  </a:lnTo>
                  <a:close/>
                  <a:moveTo>
                    <a:pt x="841730" y="954038"/>
                  </a:moveTo>
                  <a:lnTo>
                    <a:pt x="801115" y="971221"/>
                  </a:lnTo>
                  <a:lnTo>
                    <a:pt x="828838" y="988195"/>
                  </a:lnTo>
                  <a:close/>
                  <a:moveTo>
                    <a:pt x="801115" y="971221"/>
                  </a:moveTo>
                  <a:lnTo>
                    <a:pt x="841730" y="954038"/>
                  </a:lnTo>
                  <a:lnTo>
                    <a:pt x="789146" y="964367"/>
                  </a:lnTo>
                  <a:close/>
                  <a:moveTo>
                    <a:pt x="841730" y="954038"/>
                  </a:moveTo>
                  <a:lnTo>
                    <a:pt x="809667" y="944884"/>
                  </a:lnTo>
                  <a:lnTo>
                    <a:pt x="789146" y="964367"/>
                  </a:lnTo>
                  <a:close/>
                  <a:moveTo>
                    <a:pt x="845875" y="955683"/>
                  </a:moveTo>
                  <a:lnTo>
                    <a:pt x="861878" y="987149"/>
                  </a:lnTo>
                  <a:lnTo>
                    <a:pt x="853683" y="954038"/>
                  </a:lnTo>
                  <a:close/>
                  <a:moveTo>
                    <a:pt x="828838" y="988195"/>
                  </a:moveTo>
                  <a:lnTo>
                    <a:pt x="861878" y="987149"/>
                  </a:lnTo>
                  <a:lnTo>
                    <a:pt x="845875" y="955683"/>
                  </a:lnTo>
                  <a:close/>
                  <a:moveTo>
                    <a:pt x="458098" y="515265"/>
                  </a:moveTo>
                  <a:lnTo>
                    <a:pt x="479462" y="524985"/>
                  </a:lnTo>
                  <a:lnTo>
                    <a:pt x="457623" y="500685"/>
                  </a:lnTo>
                  <a:close/>
                  <a:moveTo>
                    <a:pt x="239698" y="226491"/>
                  </a:moveTo>
                  <a:lnTo>
                    <a:pt x="225532" y="272877"/>
                  </a:lnTo>
                  <a:lnTo>
                    <a:pt x="233788" y="258318"/>
                  </a:lnTo>
                  <a:close/>
                  <a:moveTo>
                    <a:pt x="239698" y="226491"/>
                  </a:moveTo>
                  <a:lnTo>
                    <a:pt x="233788" y="258318"/>
                  </a:lnTo>
                  <a:lnTo>
                    <a:pt x="241116" y="236122"/>
                  </a:lnTo>
                  <a:close/>
                  <a:moveTo>
                    <a:pt x="239698" y="226491"/>
                  </a:moveTo>
                  <a:lnTo>
                    <a:pt x="256242" y="217692"/>
                  </a:lnTo>
                  <a:lnTo>
                    <a:pt x="247423" y="213086"/>
                  </a:lnTo>
                  <a:close/>
                  <a:moveTo>
                    <a:pt x="102614" y="77685"/>
                  </a:moveTo>
                  <a:lnTo>
                    <a:pt x="77106" y="125857"/>
                  </a:lnTo>
                  <a:lnTo>
                    <a:pt x="91361" y="99534"/>
                  </a:lnTo>
                  <a:close/>
                  <a:moveTo>
                    <a:pt x="91361" y="99534"/>
                  </a:moveTo>
                  <a:lnTo>
                    <a:pt x="104186" y="89102"/>
                  </a:lnTo>
                  <a:lnTo>
                    <a:pt x="102614" y="77685"/>
                  </a:lnTo>
                  <a:close/>
                  <a:moveTo>
                    <a:pt x="133489" y="79672"/>
                  </a:moveTo>
                  <a:lnTo>
                    <a:pt x="121415" y="71918"/>
                  </a:lnTo>
                  <a:lnTo>
                    <a:pt x="119419" y="79864"/>
                  </a:lnTo>
                  <a:close/>
                  <a:moveTo>
                    <a:pt x="102614" y="77685"/>
                  </a:moveTo>
                  <a:lnTo>
                    <a:pt x="104186" y="89102"/>
                  </a:lnTo>
                  <a:lnTo>
                    <a:pt x="119419" y="79864"/>
                  </a:lnTo>
                  <a:close/>
                  <a:moveTo>
                    <a:pt x="180594" y="87804"/>
                  </a:moveTo>
                  <a:lnTo>
                    <a:pt x="145186" y="79993"/>
                  </a:lnTo>
                  <a:lnTo>
                    <a:pt x="133489" y="79672"/>
                  </a:lnTo>
                  <a:close/>
                  <a:moveTo>
                    <a:pt x="685701" y="730549"/>
                  </a:moveTo>
                  <a:lnTo>
                    <a:pt x="719532" y="732460"/>
                  </a:lnTo>
                  <a:lnTo>
                    <a:pt x="704189" y="719121"/>
                  </a:lnTo>
                  <a:close/>
                  <a:moveTo>
                    <a:pt x="605920" y="610594"/>
                  </a:moveTo>
                  <a:lnTo>
                    <a:pt x="562559" y="643871"/>
                  </a:lnTo>
                  <a:lnTo>
                    <a:pt x="595111" y="641001"/>
                  </a:lnTo>
                  <a:close/>
                  <a:moveTo>
                    <a:pt x="595111" y="641001"/>
                  </a:moveTo>
                  <a:lnTo>
                    <a:pt x="605574" y="623243"/>
                  </a:lnTo>
                  <a:lnTo>
                    <a:pt x="605920" y="610594"/>
                  </a:lnTo>
                  <a:close/>
                  <a:moveTo>
                    <a:pt x="484628" y="477077"/>
                  </a:moveTo>
                  <a:lnTo>
                    <a:pt x="484768" y="475924"/>
                  </a:lnTo>
                  <a:lnTo>
                    <a:pt x="476255" y="474140"/>
                  </a:lnTo>
                  <a:close/>
                  <a:moveTo>
                    <a:pt x="457623" y="500685"/>
                  </a:moveTo>
                  <a:lnTo>
                    <a:pt x="484628" y="477077"/>
                  </a:lnTo>
                  <a:lnTo>
                    <a:pt x="476255" y="474140"/>
                  </a:lnTo>
                  <a:close/>
                  <a:moveTo>
                    <a:pt x="484768" y="475924"/>
                  </a:moveTo>
                  <a:lnTo>
                    <a:pt x="513529" y="434883"/>
                  </a:lnTo>
                  <a:lnTo>
                    <a:pt x="489835" y="427058"/>
                  </a:lnTo>
                  <a:close/>
                  <a:moveTo>
                    <a:pt x="252536" y="171306"/>
                  </a:moveTo>
                  <a:lnTo>
                    <a:pt x="247423" y="213086"/>
                  </a:lnTo>
                  <a:lnTo>
                    <a:pt x="263197" y="182183"/>
                  </a:lnTo>
                  <a:close/>
                  <a:moveTo>
                    <a:pt x="252536" y="171306"/>
                  </a:moveTo>
                  <a:lnTo>
                    <a:pt x="263197" y="182183"/>
                  </a:lnTo>
                  <a:lnTo>
                    <a:pt x="255249" y="146141"/>
                  </a:lnTo>
                  <a:close/>
                  <a:moveTo>
                    <a:pt x="255249" y="146141"/>
                  </a:moveTo>
                  <a:lnTo>
                    <a:pt x="263197" y="182183"/>
                  </a:lnTo>
                  <a:lnTo>
                    <a:pt x="267519" y="163649"/>
                  </a:lnTo>
                  <a:close/>
                  <a:moveTo>
                    <a:pt x="839647" y="739982"/>
                  </a:moveTo>
                  <a:lnTo>
                    <a:pt x="860526" y="745122"/>
                  </a:lnTo>
                  <a:lnTo>
                    <a:pt x="842531" y="735897"/>
                  </a:lnTo>
                  <a:close/>
                  <a:moveTo>
                    <a:pt x="610053" y="600658"/>
                  </a:moveTo>
                  <a:lnTo>
                    <a:pt x="640411" y="589588"/>
                  </a:lnTo>
                  <a:lnTo>
                    <a:pt x="663061" y="578061"/>
                  </a:lnTo>
                  <a:close/>
                  <a:moveTo>
                    <a:pt x="573975" y="369559"/>
                  </a:moveTo>
                  <a:lnTo>
                    <a:pt x="616430" y="405102"/>
                  </a:lnTo>
                  <a:lnTo>
                    <a:pt x="598912" y="392556"/>
                  </a:lnTo>
                  <a:close/>
                  <a:moveTo>
                    <a:pt x="321183" y="75663"/>
                  </a:moveTo>
                  <a:lnTo>
                    <a:pt x="329500" y="111062"/>
                  </a:lnTo>
                  <a:lnTo>
                    <a:pt x="334808" y="98237"/>
                  </a:lnTo>
                  <a:close/>
                  <a:moveTo>
                    <a:pt x="321183" y="75663"/>
                  </a:moveTo>
                  <a:lnTo>
                    <a:pt x="334808" y="98237"/>
                  </a:lnTo>
                  <a:lnTo>
                    <a:pt x="350581" y="61001"/>
                  </a:lnTo>
                  <a:close/>
                  <a:moveTo>
                    <a:pt x="352991" y="54320"/>
                  </a:moveTo>
                  <a:lnTo>
                    <a:pt x="350581" y="61001"/>
                  </a:lnTo>
                  <a:lnTo>
                    <a:pt x="354818" y="57123"/>
                  </a:lnTo>
                  <a:close/>
                  <a:moveTo>
                    <a:pt x="362619" y="9802"/>
                  </a:moveTo>
                  <a:lnTo>
                    <a:pt x="354818" y="57123"/>
                  </a:lnTo>
                  <a:lnTo>
                    <a:pt x="374931" y="27466"/>
                  </a:lnTo>
                  <a:close/>
                  <a:moveTo>
                    <a:pt x="362619" y="9802"/>
                  </a:moveTo>
                  <a:lnTo>
                    <a:pt x="374931" y="27466"/>
                  </a:lnTo>
                  <a:lnTo>
                    <a:pt x="395415" y="7845"/>
                  </a:lnTo>
                  <a:close/>
                  <a:moveTo>
                    <a:pt x="605270" y="197944"/>
                  </a:moveTo>
                  <a:lnTo>
                    <a:pt x="549546" y="210385"/>
                  </a:lnTo>
                  <a:lnTo>
                    <a:pt x="583882" y="214185"/>
                  </a:lnTo>
                  <a:close/>
                  <a:moveTo>
                    <a:pt x="398086" y="0"/>
                  </a:moveTo>
                  <a:lnTo>
                    <a:pt x="362619" y="9802"/>
                  </a:lnTo>
                  <a:lnTo>
                    <a:pt x="395415" y="7845"/>
                  </a:lnTo>
                  <a:close/>
                  <a:moveTo>
                    <a:pt x="398086" y="0"/>
                  </a:moveTo>
                  <a:lnTo>
                    <a:pt x="395415" y="7845"/>
                  </a:lnTo>
                  <a:lnTo>
                    <a:pt x="400204" y="3185"/>
                  </a:lnTo>
                  <a:close/>
                  <a:moveTo>
                    <a:pt x="637787" y="194943"/>
                  </a:moveTo>
                  <a:lnTo>
                    <a:pt x="650195" y="154216"/>
                  </a:lnTo>
                  <a:lnTo>
                    <a:pt x="620104" y="157199"/>
                  </a:lnTo>
                  <a:close/>
                  <a:moveTo>
                    <a:pt x="605270" y="197944"/>
                  </a:moveTo>
                  <a:lnTo>
                    <a:pt x="637787" y="194943"/>
                  </a:lnTo>
                  <a:lnTo>
                    <a:pt x="620104" y="157199"/>
                  </a:lnTo>
                  <a:close/>
                  <a:moveTo>
                    <a:pt x="652939" y="169777"/>
                  </a:moveTo>
                  <a:lnTo>
                    <a:pt x="647704" y="135813"/>
                  </a:lnTo>
                  <a:lnTo>
                    <a:pt x="650195" y="154216"/>
                  </a:lnTo>
                  <a:close/>
                  <a:moveTo>
                    <a:pt x="652215" y="115838"/>
                  </a:moveTo>
                  <a:lnTo>
                    <a:pt x="647704" y="135813"/>
                  </a:lnTo>
                  <a:lnTo>
                    <a:pt x="652939" y="169777"/>
                  </a:lnTo>
                  <a:close/>
                  <a:moveTo>
                    <a:pt x="657855" y="77559"/>
                  </a:moveTo>
                  <a:lnTo>
                    <a:pt x="652215" y="115838"/>
                  </a:lnTo>
                  <a:lnTo>
                    <a:pt x="672273" y="103095"/>
                  </a:lnTo>
                  <a:close/>
                  <a:moveTo>
                    <a:pt x="657855" y="77559"/>
                  </a:moveTo>
                  <a:lnTo>
                    <a:pt x="672273" y="103095"/>
                  </a:lnTo>
                  <a:lnTo>
                    <a:pt x="692586" y="82834"/>
                  </a:lnTo>
                  <a:close/>
                </a:path>
              </a:pathLst>
            </a:custGeom>
            <a:solidFill>
              <a:srgbClr val="B5C1C9"/>
            </a:solidFill>
            <a:ln w="1524">
              <a:solidFill>
                <a:srgbClr val="B5C1C9"/>
              </a:solidFill>
            </a:ln>
          </p:spPr>
        </p:sp>
        <p:sp>
          <p:nvSpPr>
            <p:cNvPr id="101" name="Input_density__100">
              <a:extLst>
                <a:ext uri="{FF2B5EF4-FFF2-40B4-BE49-F238E27FC236}">
                  <a16:creationId xmlns:a16="http://schemas.microsoft.com/office/drawing/2014/main" id="{21627E49-2853-AA14-B9B7-D86B82B463A8}"/>
                </a:ext>
              </a:extLst>
            </p:cNvPr>
            <p:cNvSpPr>
              <a:spLocks noGrp="1"/>
            </p:cNvSpPr>
            <p:nvPr/>
          </p:nvSpPr>
          <p:spPr>
            <a:xfrm>
              <a:off x="930666" y="1724889"/>
              <a:ext cx="655657" cy="1366599"/>
            </a:xfrm>
            <a:custGeom>
              <a:avLst/>
              <a:gdLst/>
              <a:ahLst/>
              <a:cxnLst/>
              <a:rect l="0" t="0" r="0" b="0"/>
              <a:pathLst>
                <a:path w="655657" h="1366599">
                  <a:moveTo>
                    <a:pt x="99595" y="1327981"/>
                  </a:moveTo>
                  <a:lnTo>
                    <a:pt x="66760" y="1366599"/>
                  </a:lnTo>
                  <a:lnTo>
                    <a:pt x="101961" y="1349416"/>
                  </a:lnTo>
                  <a:close/>
                  <a:moveTo>
                    <a:pt x="109714" y="1349416"/>
                  </a:moveTo>
                  <a:lnTo>
                    <a:pt x="99595" y="1327981"/>
                  </a:lnTo>
                  <a:lnTo>
                    <a:pt x="110513" y="1345200"/>
                  </a:lnTo>
                  <a:close/>
                  <a:moveTo>
                    <a:pt x="44818" y="1239151"/>
                  </a:moveTo>
                  <a:lnTo>
                    <a:pt x="70423" y="1275906"/>
                  </a:lnTo>
                  <a:lnTo>
                    <a:pt x="101625" y="1258722"/>
                  </a:lnTo>
                  <a:close/>
                  <a:moveTo>
                    <a:pt x="44818" y="1239151"/>
                  </a:moveTo>
                  <a:lnTo>
                    <a:pt x="101625" y="1258722"/>
                  </a:lnTo>
                  <a:lnTo>
                    <a:pt x="86553" y="1221967"/>
                  </a:lnTo>
                  <a:close/>
                  <a:moveTo>
                    <a:pt x="91072" y="1199910"/>
                  </a:moveTo>
                  <a:lnTo>
                    <a:pt x="44818" y="1239151"/>
                  </a:lnTo>
                  <a:lnTo>
                    <a:pt x="86553" y="1221967"/>
                  </a:lnTo>
                  <a:close/>
                  <a:moveTo>
                    <a:pt x="91072" y="1199910"/>
                  </a:moveTo>
                  <a:lnTo>
                    <a:pt x="66427" y="1203974"/>
                  </a:lnTo>
                  <a:lnTo>
                    <a:pt x="44818" y="1239151"/>
                  </a:lnTo>
                  <a:close/>
                  <a:moveTo>
                    <a:pt x="91072" y="1199910"/>
                  </a:moveTo>
                  <a:lnTo>
                    <a:pt x="93828" y="1185212"/>
                  </a:lnTo>
                  <a:lnTo>
                    <a:pt x="68364" y="1202396"/>
                  </a:lnTo>
                  <a:close/>
                  <a:moveTo>
                    <a:pt x="91072" y="1199910"/>
                  </a:moveTo>
                  <a:lnTo>
                    <a:pt x="86553" y="1221967"/>
                  </a:lnTo>
                  <a:lnTo>
                    <a:pt x="103665" y="1216526"/>
                  </a:lnTo>
                  <a:close/>
                  <a:moveTo>
                    <a:pt x="151150" y="1205010"/>
                  </a:moveTo>
                  <a:lnTo>
                    <a:pt x="150848" y="1202618"/>
                  </a:lnTo>
                  <a:lnTo>
                    <a:pt x="103665" y="1216526"/>
                  </a:lnTo>
                  <a:close/>
                  <a:moveTo>
                    <a:pt x="103665" y="1216526"/>
                  </a:moveTo>
                  <a:lnTo>
                    <a:pt x="150848" y="1202618"/>
                  </a:lnTo>
                  <a:lnTo>
                    <a:pt x="93828" y="1185212"/>
                  </a:lnTo>
                  <a:close/>
                  <a:moveTo>
                    <a:pt x="93828" y="1185212"/>
                  </a:moveTo>
                  <a:lnTo>
                    <a:pt x="150848" y="1202618"/>
                  </a:lnTo>
                  <a:lnTo>
                    <a:pt x="135441" y="1168029"/>
                  </a:lnTo>
                  <a:close/>
                  <a:moveTo>
                    <a:pt x="93828" y="1185212"/>
                  </a:moveTo>
                  <a:lnTo>
                    <a:pt x="91072" y="1199910"/>
                  </a:lnTo>
                  <a:lnTo>
                    <a:pt x="103665" y="1216526"/>
                  </a:lnTo>
                  <a:close/>
                  <a:moveTo>
                    <a:pt x="151150" y="1205010"/>
                  </a:moveTo>
                  <a:lnTo>
                    <a:pt x="151761" y="1204784"/>
                  </a:lnTo>
                  <a:lnTo>
                    <a:pt x="150848" y="1202618"/>
                  </a:lnTo>
                  <a:close/>
                  <a:moveTo>
                    <a:pt x="151150" y="1205010"/>
                  </a:moveTo>
                  <a:lnTo>
                    <a:pt x="152131" y="1207413"/>
                  </a:lnTo>
                  <a:lnTo>
                    <a:pt x="151761" y="1204784"/>
                  </a:lnTo>
                  <a:close/>
                  <a:moveTo>
                    <a:pt x="94653" y="1148457"/>
                  </a:moveTo>
                  <a:lnTo>
                    <a:pt x="93828" y="1185212"/>
                  </a:lnTo>
                  <a:lnTo>
                    <a:pt x="135441" y="1168029"/>
                  </a:lnTo>
                  <a:close/>
                  <a:moveTo>
                    <a:pt x="94653" y="1148457"/>
                  </a:moveTo>
                  <a:lnTo>
                    <a:pt x="135441" y="1168029"/>
                  </a:lnTo>
                  <a:lnTo>
                    <a:pt x="121379" y="1131274"/>
                  </a:lnTo>
                  <a:close/>
                  <a:moveTo>
                    <a:pt x="126232" y="1110580"/>
                  </a:moveTo>
                  <a:lnTo>
                    <a:pt x="94653" y="1148457"/>
                  </a:lnTo>
                  <a:lnTo>
                    <a:pt x="121379" y="1131274"/>
                  </a:lnTo>
                  <a:close/>
                  <a:moveTo>
                    <a:pt x="149787" y="1161371"/>
                  </a:moveTo>
                  <a:lnTo>
                    <a:pt x="150848" y="1202618"/>
                  </a:lnTo>
                  <a:lnTo>
                    <a:pt x="177615" y="1150846"/>
                  </a:lnTo>
                  <a:close/>
                  <a:moveTo>
                    <a:pt x="177615" y="1150846"/>
                  </a:moveTo>
                  <a:lnTo>
                    <a:pt x="150848" y="1202618"/>
                  </a:lnTo>
                  <a:lnTo>
                    <a:pt x="151761" y="1204784"/>
                  </a:lnTo>
                  <a:close/>
                  <a:moveTo>
                    <a:pt x="135441" y="1168029"/>
                  </a:moveTo>
                  <a:lnTo>
                    <a:pt x="150848" y="1202618"/>
                  </a:lnTo>
                  <a:lnTo>
                    <a:pt x="149787" y="1161371"/>
                  </a:lnTo>
                  <a:close/>
                  <a:moveTo>
                    <a:pt x="121379" y="1131274"/>
                  </a:moveTo>
                  <a:lnTo>
                    <a:pt x="149787" y="1161371"/>
                  </a:lnTo>
                  <a:lnTo>
                    <a:pt x="146921" y="1118953"/>
                  </a:lnTo>
                  <a:close/>
                  <a:moveTo>
                    <a:pt x="121379" y="1131274"/>
                  </a:moveTo>
                  <a:lnTo>
                    <a:pt x="135441" y="1168029"/>
                  </a:lnTo>
                  <a:lnTo>
                    <a:pt x="149787" y="1161371"/>
                  </a:lnTo>
                  <a:close/>
                  <a:moveTo>
                    <a:pt x="149787" y="1161371"/>
                  </a:moveTo>
                  <a:lnTo>
                    <a:pt x="173641" y="1124319"/>
                  </a:lnTo>
                  <a:lnTo>
                    <a:pt x="146921" y="1118953"/>
                  </a:lnTo>
                  <a:close/>
                  <a:moveTo>
                    <a:pt x="126232" y="1110580"/>
                  </a:moveTo>
                  <a:lnTo>
                    <a:pt x="121379" y="1131274"/>
                  </a:lnTo>
                  <a:lnTo>
                    <a:pt x="146921" y="1118953"/>
                  </a:lnTo>
                  <a:close/>
                  <a:moveTo>
                    <a:pt x="146921" y="1118953"/>
                  </a:moveTo>
                  <a:lnTo>
                    <a:pt x="159997" y="1112246"/>
                  </a:lnTo>
                  <a:lnTo>
                    <a:pt x="126232" y="1110580"/>
                  </a:lnTo>
                  <a:close/>
                  <a:moveTo>
                    <a:pt x="146921" y="1118953"/>
                  </a:moveTo>
                  <a:lnTo>
                    <a:pt x="173641" y="1124319"/>
                  </a:lnTo>
                  <a:lnTo>
                    <a:pt x="159997" y="1112246"/>
                  </a:lnTo>
                  <a:close/>
                  <a:moveTo>
                    <a:pt x="207834" y="1002479"/>
                  </a:moveTo>
                  <a:lnTo>
                    <a:pt x="183391" y="1007297"/>
                  </a:lnTo>
                  <a:lnTo>
                    <a:pt x="167411" y="1023397"/>
                  </a:lnTo>
                  <a:close/>
                  <a:moveTo>
                    <a:pt x="210896" y="1004537"/>
                  </a:moveTo>
                  <a:lnTo>
                    <a:pt x="237111" y="987361"/>
                  </a:lnTo>
                  <a:lnTo>
                    <a:pt x="207834" y="1002479"/>
                  </a:lnTo>
                  <a:close/>
                  <a:moveTo>
                    <a:pt x="84469" y="731746"/>
                  </a:moveTo>
                  <a:lnTo>
                    <a:pt x="61183" y="785684"/>
                  </a:lnTo>
                  <a:lnTo>
                    <a:pt x="91318" y="768501"/>
                  </a:lnTo>
                  <a:close/>
                  <a:moveTo>
                    <a:pt x="76087" y="701982"/>
                  </a:moveTo>
                  <a:lnTo>
                    <a:pt x="90617" y="717167"/>
                  </a:lnTo>
                  <a:lnTo>
                    <a:pt x="92887" y="694991"/>
                  </a:lnTo>
                  <a:close/>
                  <a:moveTo>
                    <a:pt x="226509" y="839943"/>
                  </a:moveTo>
                  <a:lnTo>
                    <a:pt x="220818" y="842011"/>
                  </a:lnTo>
                  <a:lnTo>
                    <a:pt x="249208" y="840175"/>
                  </a:lnTo>
                  <a:close/>
                  <a:moveTo>
                    <a:pt x="268647" y="788279"/>
                  </a:moveTo>
                  <a:lnTo>
                    <a:pt x="221745" y="833702"/>
                  </a:lnTo>
                  <a:lnTo>
                    <a:pt x="260089" y="824827"/>
                  </a:lnTo>
                  <a:close/>
                  <a:moveTo>
                    <a:pt x="260089" y="824827"/>
                  </a:moveTo>
                  <a:lnTo>
                    <a:pt x="221745" y="833702"/>
                  </a:lnTo>
                  <a:lnTo>
                    <a:pt x="226509" y="839943"/>
                  </a:lnTo>
                  <a:close/>
                  <a:moveTo>
                    <a:pt x="226509" y="839943"/>
                  </a:moveTo>
                  <a:lnTo>
                    <a:pt x="249208" y="840175"/>
                  </a:lnTo>
                  <a:lnTo>
                    <a:pt x="260089" y="824827"/>
                  </a:lnTo>
                  <a:close/>
                  <a:moveTo>
                    <a:pt x="84469" y="731746"/>
                  </a:moveTo>
                  <a:lnTo>
                    <a:pt x="114186" y="715755"/>
                  </a:lnTo>
                  <a:lnTo>
                    <a:pt x="90617" y="717167"/>
                  </a:lnTo>
                  <a:close/>
                  <a:moveTo>
                    <a:pt x="92887" y="694991"/>
                  </a:moveTo>
                  <a:lnTo>
                    <a:pt x="90617" y="717167"/>
                  </a:lnTo>
                  <a:lnTo>
                    <a:pt x="116104" y="714562"/>
                  </a:lnTo>
                  <a:close/>
                  <a:moveTo>
                    <a:pt x="260089" y="824827"/>
                  </a:moveTo>
                  <a:lnTo>
                    <a:pt x="268748" y="787945"/>
                  </a:lnTo>
                  <a:lnTo>
                    <a:pt x="268647" y="788279"/>
                  </a:lnTo>
                  <a:close/>
                  <a:moveTo>
                    <a:pt x="221509" y="620273"/>
                  </a:moveTo>
                  <a:lnTo>
                    <a:pt x="218181" y="627963"/>
                  </a:lnTo>
                  <a:lnTo>
                    <a:pt x="243379" y="606686"/>
                  </a:lnTo>
                  <a:close/>
                  <a:moveTo>
                    <a:pt x="117090" y="459666"/>
                  </a:moveTo>
                  <a:lnTo>
                    <a:pt x="105022" y="499469"/>
                  </a:lnTo>
                  <a:lnTo>
                    <a:pt x="111761" y="496421"/>
                  </a:lnTo>
                  <a:close/>
                  <a:moveTo>
                    <a:pt x="117090" y="459666"/>
                  </a:moveTo>
                  <a:lnTo>
                    <a:pt x="111761" y="496421"/>
                  </a:lnTo>
                  <a:lnTo>
                    <a:pt x="139855" y="442482"/>
                  </a:lnTo>
                  <a:close/>
                  <a:moveTo>
                    <a:pt x="149896" y="429391"/>
                  </a:moveTo>
                  <a:lnTo>
                    <a:pt x="117090" y="459666"/>
                  </a:lnTo>
                  <a:lnTo>
                    <a:pt x="139855" y="442482"/>
                  </a:lnTo>
                  <a:close/>
                  <a:moveTo>
                    <a:pt x="537668" y="792849"/>
                  </a:moveTo>
                  <a:lnTo>
                    <a:pt x="540208" y="836936"/>
                  </a:lnTo>
                  <a:lnTo>
                    <a:pt x="540480" y="796900"/>
                  </a:lnTo>
                  <a:close/>
                  <a:moveTo>
                    <a:pt x="510633" y="846787"/>
                  </a:moveTo>
                  <a:lnTo>
                    <a:pt x="540208" y="836936"/>
                  </a:lnTo>
                  <a:lnTo>
                    <a:pt x="537668" y="792849"/>
                  </a:lnTo>
                  <a:close/>
                  <a:moveTo>
                    <a:pt x="503861" y="810032"/>
                  </a:moveTo>
                  <a:lnTo>
                    <a:pt x="510633" y="846787"/>
                  </a:lnTo>
                  <a:lnTo>
                    <a:pt x="537668" y="792849"/>
                  </a:lnTo>
                  <a:close/>
                  <a:moveTo>
                    <a:pt x="540208" y="836936"/>
                  </a:moveTo>
                  <a:lnTo>
                    <a:pt x="560299" y="829604"/>
                  </a:lnTo>
                  <a:lnTo>
                    <a:pt x="540480" y="796900"/>
                  </a:lnTo>
                  <a:close/>
                  <a:moveTo>
                    <a:pt x="538590" y="789834"/>
                  </a:moveTo>
                  <a:lnTo>
                    <a:pt x="503861" y="810032"/>
                  </a:lnTo>
                  <a:lnTo>
                    <a:pt x="537668" y="792849"/>
                  </a:lnTo>
                  <a:close/>
                  <a:moveTo>
                    <a:pt x="538590" y="789834"/>
                  </a:moveTo>
                  <a:lnTo>
                    <a:pt x="512103" y="787014"/>
                  </a:lnTo>
                  <a:lnTo>
                    <a:pt x="503861" y="810032"/>
                  </a:lnTo>
                  <a:close/>
                  <a:moveTo>
                    <a:pt x="542629" y="790221"/>
                  </a:moveTo>
                  <a:lnTo>
                    <a:pt x="540480" y="796900"/>
                  </a:lnTo>
                  <a:lnTo>
                    <a:pt x="575826" y="775665"/>
                  </a:lnTo>
                  <a:close/>
                  <a:moveTo>
                    <a:pt x="540480" y="796900"/>
                  </a:moveTo>
                  <a:lnTo>
                    <a:pt x="560299" y="829604"/>
                  </a:lnTo>
                  <a:lnTo>
                    <a:pt x="575826" y="775665"/>
                  </a:lnTo>
                  <a:close/>
                  <a:moveTo>
                    <a:pt x="537668" y="792849"/>
                  </a:moveTo>
                  <a:lnTo>
                    <a:pt x="540480" y="796900"/>
                  </a:lnTo>
                  <a:lnTo>
                    <a:pt x="542629" y="790221"/>
                  </a:lnTo>
                  <a:close/>
                  <a:moveTo>
                    <a:pt x="538590" y="789834"/>
                  </a:moveTo>
                  <a:lnTo>
                    <a:pt x="537668" y="792849"/>
                  </a:lnTo>
                  <a:lnTo>
                    <a:pt x="542629" y="790221"/>
                  </a:lnTo>
                  <a:close/>
                  <a:moveTo>
                    <a:pt x="538590" y="789834"/>
                  </a:moveTo>
                  <a:lnTo>
                    <a:pt x="542629" y="790221"/>
                  </a:lnTo>
                  <a:lnTo>
                    <a:pt x="551609" y="756094"/>
                  </a:lnTo>
                  <a:close/>
                  <a:moveTo>
                    <a:pt x="551609" y="756094"/>
                  </a:moveTo>
                  <a:lnTo>
                    <a:pt x="542629" y="790221"/>
                  </a:lnTo>
                  <a:lnTo>
                    <a:pt x="575826" y="775665"/>
                  </a:lnTo>
                  <a:close/>
                  <a:moveTo>
                    <a:pt x="649499" y="849175"/>
                  </a:moveTo>
                  <a:lnTo>
                    <a:pt x="638353" y="811322"/>
                  </a:lnTo>
                  <a:lnTo>
                    <a:pt x="640927" y="827097"/>
                  </a:lnTo>
                  <a:close/>
                  <a:moveTo>
                    <a:pt x="630716" y="812421"/>
                  </a:moveTo>
                  <a:lnTo>
                    <a:pt x="640927" y="827097"/>
                  </a:lnTo>
                  <a:lnTo>
                    <a:pt x="638353" y="811322"/>
                  </a:lnTo>
                  <a:close/>
                  <a:moveTo>
                    <a:pt x="635722" y="807634"/>
                  </a:moveTo>
                  <a:lnTo>
                    <a:pt x="630716" y="812421"/>
                  </a:lnTo>
                  <a:lnTo>
                    <a:pt x="638353" y="811322"/>
                  </a:lnTo>
                  <a:close/>
                  <a:moveTo>
                    <a:pt x="600935" y="705939"/>
                  </a:moveTo>
                  <a:lnTo>
                    <a:pt x="582412" y="732895"/>
                  </a:lnTo>
                  <a:lnTo>
                    <a:pt x="578320" y="738910"/>
                  </a:lnTo>
                  <a:close/>
                  <a:moveTo>
                    <a:pt x="271591" y="334606"/>
                  </a:moveTo>
                  <a:lnTo>
                    <a:pt x="287733" y="369787"/>
                  </a:lnTo>
                  <a:lnTo>
                    <a:pt x="280000" y="331327"/>
                  </a:lnTo>
                  <a:close/>
                  <a:moveTo>
                    <a:pt x="274766" y="330116"/>
                  </a:moveTo>
                  <a:lnTo>
                    <a:pt x="271591" y="334606"/>
                  </a:lnTo>
                  <a:lnTo>
                    <a:pt x="280000" y="331327"/>
                  </a:lnTo>
                  <a:close/>
                  <a:moveTo>
                    <a:pt x="45528" y="28530"/>
                  </a:moveTo>
                  <a:lnTo>
                    <a:pt x="7158" y="40566"/>
                  </a:lnTo>
                  <a:lnTo>
                    <a:pt x="56478" y="40646"/>
                  </a:lnTo>
                  <a:close/>
                  <a:moveTo>
                    <a:pt x="7158" y="40566"/>
                  </a:moveTo>
                  <a:lnTo>
                    <a:pt x="0" y="50269"/>
                  </a:lnTo>
                  <a:lnTo>
                    <a:pt x="56478" y="40646"/>
                  </a:lnTo>
                  <a:close/>
                  <a:moveTo>
                    <a:pt x="80984" y="7692"/>
                  </a:moveTo>
                  <a:lnTo>
                    <a:pt x="45528" y="28530"/>
                  </a:lnTo>
                  <a:lnTo>
                    <a:pt x="65680" y="23382"/>
                  </a:lnTo>
                  <a:close/>
                  <a:moveTo>
                    <a:pt x="26766" y="25768"/>
                  </a:moveTo>
                  <a:lnTo>
                    <a:pt x="45528" y="28530"/>
                  </a:lnTo>
                  <a:lnTo>
                    <a:pt x="80984" y="7692"/>
                  </a:lnTo>
                  <a:close/>
                  <a:moveTo>
                    <a:pt x="45528" y="28530"/>
                  </a:moveTo>
                  <a:lnTo>
                    <a:pt x="56478" y="40646"/>
                  </a:lnTo>
                  <a:lnTo>
                    <a:pt x="65680" y="23382"/>
                  </a:lnTo>
                  <a:close/>
                  <a:moveTo>
                    <a:pt x="104658" y="0"/>
                  </a:moveTo>
                  <a:lnTo>
                    <a:pt x="65680" y="23382"/>
                  </a:lnTo>
                  <a:lnTo>
                    <a:pt x="100084" y="6199"/>
                  </a:lnTo>
                  <a:close/>
                  <a:moveTo>
                    <a:pt x="104658" y="0"/>
                  </a:moveTo>
                  <a:lnTo>
                    <a:pt x="80984" y="7692"/>
                  </a:lnTo>
                  <a:lnTo>
                    <a:pt x="65680" y="23382"/>
                  </a:lnTo>
                  <a:close/>
                  <a:moveTo>
                    <a:pt x="648236" y="662009"/>
                  </a:moveTo>
                  <a:lnTo>
                    <a:pt x="647908" y="667789"/>
                  </a:lnTo>
                  <a:lnTo>
                    <a:pt x="651476" y="666412"/>
                  </a:lnTo>
                  <a:close/>
                  <a:moveTo>
                    <a:pt x="655657" y="667789"/>
                  </a:moveTo>
                  <a:lnTo>
                    <a:pt x="648236" y="662009"/>
                  </a:lnTo>
                  <a:lnTo>
                    <a:pt x="651476" y="666412"/>
                  </a:lnTo>
                  <a:close/>
                  <a:moveTo>
                    <a:pt x="483982" y="325410"/>
                  </a:moveTo>
                  <a:lnTo>
                    <a:pt x="473932" y="356566"/>
                  </a:lnTo>
                  <a:lnTo>
                    <a:pt x="512103" y="340478"/>
                  </a:lnTo>
                  <a:close/>
                  <a:moveTo>
                    <a:pt x="543184" y="325971"/>
                  </a:moveTo>
                  <a:lnTo>
                    <a:pt x="483982" y="325410"/>
                  </a:lnTo>
                  <a:lnTo>
                    <a:pt x="519463" y="339382"/>
                  </a:lnTo>
                  <a:close/>
                  <a:moveTo>
                    <a:pt x="579224" y="295340"/>
                  </a:moveTo>
                  <a:lnTo>
                    <a:pt x="562862" y="302627"/>
                  </a:lnTo>
                  <a:lnTo>
                    <a:pt x="592897" y="291054"/>
                  </a:lnTo>
                  <a:close/>
                  <a:moveTo>
                    <a:pt x="592897" y="291054"/>
                  </a:moveTo>
                  <a:lnTo>
                    <a:pt x="562862" y="302627"/>
                  </a:lnTo>
                  <a:lnTo>
                    <a:pt x="543184" y="325971"/>
                  </a:lnTo>
                  <a:close/>
                  <a:moveTo>
                    <a:pt x="592897" y="291054"/>
                  </a:moveTo>
                  <a:lnTo>
                    <a:pt x="543184" y="325971"/>
                  </a:lnTo>
                  <a:lnTo>
                    <a:pt x="565662" y="313805"/>
                  </a:lnTo>
                  <a:close/>
                  <a:moveTo>
                    <a:pt x="568240" y="295073"/>
                  </a:moveTo>
                  <a:lnTo>
                    <a:pt x="562862" y="302627"/>
                  </a:lnTo>
                  <a:lnTo>
                    <a:pt x="579224" y="295340"/>
                  </a:lnTo>
                  <a:close/>
                </a:path>
              </a:pathLst>
            </a:custGeom>
            <a:solidFill>
              <a:srgbClr val="D7DEE3"/>
            </a:solidFill>
            <a:ln w="1524">
              <a:solidFill>
                <a:srgbClr val="D7DEE3"/>
              </a:solidFill>
            </a:ln>
          </p:spPr>
        </p:sp>
        <p:sp>
          <p:nvSpPr>
            <p:cNvPr id="102" name="Input_density__101">
              <a:extLst>
                <a:ext uri="{FF2B5EF4-FFF2-40B4-BE49-F238E27FC236}">
                  <a16:creationId xmlns:a16="http://schemas.microsoft.com/office/drawing/2014/main" id="{81E8362F-491B-AF6B-EAA7-266FC2CFA57A}"/>
                </a:ext>
              </a:extLst>
            </p:cNvPr>
            <p:cNvSpPr>
              <a:spLocks noGrp="1"/>
            </p:cNvSpPr>
            <p:nvPr/>
          </p:nvSpPr>
          <p:spPr>
            <a:xfrm>
              <a:off x="867017" y="1490977"/>
              <a:ext cx="1047336" cy="1688787"/>
            </a:xfrm>
            <a:custGeom>
              <a:avLst/>
              <a:gdLst/>
              <a:ahLst/>
              <a:cxnLst/>
              <a:rect l="0" t="0" r="0" b="0"/>
              <a:pathLst>
                <a:path w="1047336" h="1688787">
                  <a:moveTo>
                    <a:pt x="163243" y="1561892"/>
                  </a:moveTo>
                  <a:lnTo>
                    <a:pt x="141156" y="1575519"/>
                  </a:lnTo>
                  <a:lnTo>
                    <a:pt x="130409" y="1600511"/>
                  </a:lnTo>
                  <a:close/>
                  <a:moveTo>
                    <a:pt x="134072" y="1509818"/>
                  </a:moveTo>
                  <a:lnTo>
                    <a:pt x="129124" y="1530533"/>
                  </a:lnTo>
                  <a:lnTo>
                    <a:pt x="157990" y="1542250"/>
                  </a:lnTo>
                  <a:close/>
                  <a:moveTo>
                    <a:pt x="337657" y="1688787"/>
                  </a:moveTo>
                  <a:lnTo>
                    <a:pt x="377038" y="1676409"/>
                  </a:lnTo>
                  <a:lnTo>
                    <a:pt x="347107" y="1654817"/>
                  </a:lnTo>
                  <a:close/>
                  <a:moveTo>
                    <a:pt x="208046" y="1604825"/>
                  </a:moveTo>
                  <a:lnTo>
                    <a:pt x="173363" y="1583327"/>
                  </a:lnTo>
                  <a:lnTo>
                    <a:pt x="174162" y="1579111"/>
                  </a:lnTo>
                  <a:close/>
                  <a:moveTo>
                    <a:pt x="157990" y="1542250"/>
                  </a:moveTo>
                  <a:lnTo>
                    <a:pt x="213363" y="1528496"/>
                  </a:lnTo>
                  <a:lnTo>
                    <a:pt x="175286" y="1510708"/>
                  </a:lnTo>
                  <a:close/>
                  <a:moveTo>
                    <a:pt x="377038" y="1676409"/>
                  </a:moveTo>
                  <a:lnTo>
                    <a:pt x="387711" y="1682051"/>
                  </a:lnTo>
                  <a:lnTo>
                    <a:pt x="389739" y="1673534"/>
                  </a:lnTo>
                  <a:close/>
                  <a:moveTo>
                    <a:pt x="389739" y="1673534"/>
                  </a:moveTo>
                  <a:lnTo>
                    <a:pt x="347107" y="1654817"/>
                  </a:lnTo>
                  <a:lnTo>
                    <a:pt x="377038" y="1676409"/>
                  </a:lnTo>
                  <a:close/>
                  <a:moveTo>
                    <a:pt x="351642" y="1632670"/>
                  </a:moveTo>
                  <a:lnTo>
                    <a:pt x="347107" y="1654817"/>
                  </a:lnTo>
                  <a:lnTo>
                    <a:pt x="389739" y="1673534"/>
                  </a:lnTo>
                  <a:close/>
                  <a:moveTo>
                    <a:pt x="384589" y="1632973"/>
                  </a:moveTo>
                  <a:lnTo>
                    <a:pt x="351642" y="1632670"/>
                  </a:lnTo>
                  <a:lnTo>
                    <a:pt x="389739" y="1673534"/>
                  </a:lnTo>
                  <a:close/>
                  <a:moveTo>
                    <a:pt x="351642" y="1632670"/>
                  </a:moveTo>
                  <a:lnTo>
                    <a:pt x="314285" y="1656675"/>
                  </a:lnTo>
                  <a:lnTo>
                    <a:pt x="347107" y="1654817"/>
                  </a:lnTo>
                  <a:close/>
                  <a:moveTo>
                    <a:pt x="351642" y="1632670"/>
                  </a:moveTo>
                  <a:lnTo>
                    <a:pt x="340510" y="1630149"/>
                  </a:lnTo>
                  <a:lnTo>
                    <a:pt x="303882" y="1599663"/>
                  </a:lnTo>
                  <a:close/>
                  <a:moveTo>
                    <a:pt x="247192" y="1305433"/>
                  </a:moveTo>
                  <a:lnTo>
                    <a:pt x="226071" y="1295517"/>
                  </a:lnTo>
                  <a:lnTo>
                    <a:pt x="230369" y="1274363"/>
                  </a:lnTo>
                  <a:close/>
                  <a:moveTo>
                    <a:pt x="90698" y="1038166"/>
                  </a:moveTo>
                  <a:lnTo>
                    <a:pt x="108475" y="1073534"/>
                  </a:lnTo>
                  <a:lnTo>
                    <a:pt x="97704" y="1056598"/>
                  </a:lnTo>
                  <a:close/>
                  <a:moveTo>
                    <a:pt x="335216" y="1243301"/>
                  </a:moveTo>
                  <a:lnTo>
                    <a:pt x="300760" y="1221273"/>
                  </a:lnTo>
                  <a:lnTo>
                    <a:pt x="332146" y="1240126"/>
                  </a:lnTo>
                  <a:close/>
                  <a:moveTo>
                    <a:pt x="341112" y="1247568"/>
                  </a:moveTo>
                  <a:lnTo>
                    <a:pt x="335216" y="1243301"/>
                  </a:lnTo>
                  <a:lnTo>
                    <a:pt x="332146" y="1240126"/>
                  </a:lnTo>
                  <a:close/>
                  <a:moveTo>
                    <a:pt x="95233" y="1034479"/>
                  </a:moveTo>
                  <a:lnTo>
                    <a:pt x="124832" y="1019596"/>
                  </a:lnTo>
                  <a:lnTo>
                    <a:pt x="107266" y="996138"/>
                  </a:lnTo>
                  <a:close/>
                  <a:moveTo>
                    <a:pt x="15809" y="963269"/>
                  </a:moveTo>
                  <a:lnTo>
                    <a:pt x="15891" y="999863"/>
                  </a:lnTo>
                  <a:lnTo>
                    <a:pt x="21620" y="950655"/>
                  </a:lnTo>
                  <a:close/>
                  <a:moveTo>
                    <a:pt x="15809" y="963269"/>
                  </a:moveTo>
                  <a:lnTo>
                    <a:pt x="22397" y="927981"/>
                  </a:lnTo>
                  <a:lnTo>
                    <a:pt x="24266" y="909331"/>
                  </a:lnTo>
                  <a:close/>
                  <a:moveTo>
                    <a:pt x="15809" y="963269"/>
                  </a:moveTo>
                  <a:lnTo>
                    <a:pt x="24266" y="909331"/>
                  </a:lnTo>
                  <a:lnTo>
                    <a:pt x="16576" y="926514"/>
                  </a:lnTo>
                  <a:close/>
                  <a:moveTo>
                    <a:pt x="15285" y="901389"/>
                  </a:moveTo>
                  <a:lnTo>
                    <a:pt x="1295" y="877684"/>
                  </a:lnTo>
                  <a:lnTo>
                    <a:pt x="24266" y="909331"/>
                  </a:lnTo>
                  <a:close/>
                  <a:moveTo>
                    <a:pt x="0" y="872576"/>
                  </a:moveTo>
                  <a:lnTo>
                    <a:pt x="1295" y="877684"/>
                  </a:lnTo>
                  <a:lnTo>
                    <a:pt x="15285" y="901389"/>
                  </a:lnTo>
                  <a:close/>
                  <a:moveTo>
                    <a:pt x="3100" y="855832"/>
                  </a:moveTo>
                  <a:lnTo>
                    <a:pt x="1295" y="877684"/>
                  </a:lnTo>
                  <a:lnTo>
                    <a:pt x="0" y="872576"/>
                  </a:lnTo>
                  <a:close/>
                  <a:moveTo>
                    <a:pt x="318024" y="1230189"/>
                  </a:moveTo>
                  <a:lnTo>
                    <a:pt x="341112" y="1247568"/>
                  </a:lnTo>
                  <a:lnTo>
                    <a:pt x="332146" y="1240126"/>
                  </a:lnTo>
                  <a:close/>
                  <a:moveTo>
                    <a:pt x="368975" y="1260602"/>
                  </a:moveTo>
                  <a:lnTo>
                    <a:pt x="341112" y="1247568"/>
                  </a:lnTo>
                  <a:lnTo>
                    <a:pt x="318024" y="1230189"/>
                  </a:lnTo>
                  <a:close/>
                  <a:moveTo>
                    <a:pt x="368975" y="1260602"/>
                  </a:moveTo>
                  <a:lnTo>
                    <a:pt x="362313" y="1240126"/>
                  </a:lnTo>
                  <a:lnTo>
                    <a:pt x="341112" y="1247568"/>
                  </a:lnTo>
                  <a:close/>
                  <a:moveTo>
                    <a:pt x="375200" y="1237883"/>
                  </a:moveTo>
                  <a:lnTo>
                    <a:pt x="362313" y="1240126"/>
                  </a:lnTo>
                  <a:lnTo>
                    <a:pt x="368975" y="1260602"/>
                  </a:lnTo>
                  <a:close/>
                  <a:moveTo>
                    <a:pt x="318024" y="1230189"/>
                  </a:moveTo>
                  <a:lnTo>
                    <a:pt x="332146" y="1240126"/>
                  </a:lnTo>
                  <a:lnTo>
                    <a:pt x="300760" y="1221273"/>
                  </a:lnTo>
                  <a:close/>
                  <a:moveTo>
                    <a:pt x="112845" y="975414"/>
                  </a:moveTo>
                  <a:lnTo>
                    <a:pt x="107266" y="996138"/>
                  </a:lnTo>
                  <a:lnTo>
                    <a:pt x="148117" y="965657"/>
                  </a:lnTo>
                  <a:close/>
                  <a:moveTo>
                    <a:pt x="112845" y="975414"/>
                  </a:moveTo>
                  <a:lnTo>
                    <a:pt x="139735" y="935893"/>
                  </a:lnTo>
                  <a:lnTo>
                    <a:pt x="101877" y="939583"/>
                  </a:lnTo>
                  <a:close/>
                  <a:moveTo>
                    <a:pt x="101877" y="939583"/>
                  </a:moveTo>
                  <a:lnTo>
                    <a:pt x="122989" y="904761"/>
                  </a:lnTo>
                  <a:lnTo>
                    <a:pt x="100497" y="895958"/>
                  </a:lnTo>
                  <a:close/>
                  <a:moveTo>
                    <a:pt x="0" y="872576"/>
                  </a:moveTo>
                  <a:lnTo>
                    <a:pt x="10393" y="825540"/>
                  </a:lnTo>
                  <a:lnTo>
                    <a:pt x="3100" y="855832"/>
                  </a:lnTo>
                  <a:close/>
                  <a:moveTo>
                    <a:pt x="12148" y="818638"/>
                  </a:moveTo>
                  <a:lnTo>
                    <a:pt x="10393" y="825540"/>
                  </a:lnTo>
                  <a:lnTo>
                    <a:pt x="0" y="872576"/>
                  </a:lnTo>
                  <a:close/>
                  <a:moveTo>
                    <a:pt x="285198" y="1077888"/>
                  </a:moveTo>
                  <a:lnTo>
                    <a:pt x="259633" y="1095877"/>
                  </a:lnTo>
                  <a:lnTo>
                    <a:pt x="284467" y="1075922"/>
                  </a:lnTo>
                  <a:close/>
                  <a:moveTo>
                    <a:pt x="156056" y="874964"/>
                  </a:moveTo>
                  <a:lnTo>
                    <a:pt x="155833" y="860729"/>
                  </a:lnTo>
                  <a:lnTo>
                    <a:pt x="154619" y="879046"/>
                  </a:lnTo>
                  <a:close/>
                  <a:moveTo>
                    <a:pt x="165666" y="911719"/>
                  </a:moveTo>
                  <a:lnTo>
                    <a:pt x="154619" y="879046"/>
                  </a:lnTo>
                  <a:lnTo>
                    <a:pt x="162741" y="917190"/>
                  </a:lnTo>
                  <a:close/>
                  <a:moveTo>
                    <a:pt x="165666" y="911719"/>
                  </a:moveTo>
                  <a:lnTo>
                    <a:pt x="156056" y="874964"/>
                  </a:lnTo>
                  <a:lnTo>
                    <a:pt x="154619" y="879046"/>
                  </a:lnTo>
                  <a:close/>
                  <a:moveTo>
                    <a:pt x="557412" y="1173139"/>
                  </a:moveTo>
                  <a:lnTo>
                    <a:pt x="562416" y="1211691"/>
                  </a:lnTo>
                  <a:lnTo>
                    <a:pt x="558706" y="1208147"/>
                  </a:lnTo>
                  <a:close/>
                  <a:moveTo>
                    <a:pt x="847205" y="1411494"/>
                  </a:moveTo>
                  <a:lnTo>
                    <a:pt x="846702" y="1411081"/>
                  </a:lnTo>
                  <a:lnTo>
                    <a:pt x="818460" y="1401697"/>
                  </a:lnTo>
                  <a:close/>
                  <a:moveTo>
                    <a:pt x="425811" y="930257"/>
                  </a:moveTo>
                  <a:lnTo>
                    <a:pt x="429503" y="933679"/>
                  </a:lnTo>
                  <a:lnTo>
                    <a:pt x="445166" y="939607"/>
                  </a:lnTo>
                  <a:close/>
                  <a:moveTo>
                    <a:pt x="416843" y="925097"/>
                  </a:moveTo>
                  <a:lnTo>
                    <a:pt x="429503" y="933679"/>
                  </a:lnTo>
                  <a:lnTo>
                    <a:pt x="425811" y="930257"/>
                  </a:lnTo>
                  <a:close/>
                  <a:moveTo>
                    <a:pt x="307028" y="840597"/>
                  </a:moveTo>
                  <a:lnTo>
                    <a:pt x="312311" y="877352"/>
                  </a:lnTo>
                  <a:lnTo>
                    <a:pt x="309222" y="834622"/>
                  </a:lnTo>
                  <a:close/>
                  <a:moveTo>
                    <a:pt x="236598" y="713149"/>
                  </a:moveTo>
                  <a:lnTo>
                    <a:pt x="220431" y="718389"/>
                  </a:lnTo>
                  <a:lnTo>
                    <a:pt x="248303" y="764893"/>
                  </a:lnTo>
                  <a:close/>
                  <a:moveTo>
                    <a:pt x="242969" y="676394"/>
                  </a:moveTo>
                  <a:lnTo>
                    <a:pt x="221920" y="694619"/>
                  </a:lnTo>
                  <a:lnTo>
                    <a:pt x="246190" y="679788"/>
                  </a:lnTo>
                  <a:close/>
                  <a:moveTo>
                    <a:pt x="236598" y="713149"/>
                  </a:moveTo>
                  <a:lnTo>
                    <a:pt x="251384" y="680203"/>
                  </a:lnTo>
                  <a:lnTo>
                    <a:pt x="246190" y="679788"/>
                  </a:lnTo>
                  <a:close/>
                  <a:moveTo>
                    <a:pt x="893110" y="1400943"/>
                  </a:moveTo>
                  <a:lnTo>
                    <a:pt x="887368" y="1438547"/>
                  </a:lnTo>
                  <a:lnTo>
                    <a:pt x="925986" y="1446051"/>
                  </a:lnTo>
                  <a:close/>
                  <a:moveTo>
                    <a:pt x="847205" y="1411494"/>
                  </a:moveTo>
                  <a:lnTo>
                    <a:pt x="887368" y="1438547"/>
                  </a:lnTo>
                  <a:lnTo>
                    <a:pt x="893110" y="1400943"/>
                  </a:lnTo>
                  <a:close/>
                  <a:moveTo>
                    <a:pt x="893110" y="1400943"/>
                  </a:moveTo>
                  <a:lnTo>
                    <a:pt x="846702" y="1411081"/>
                  </a:lnTo>
                  <a:lnTo>
                    <a:pt x="847205" y="1411494"/>
                  </a:lnTo>
                  <a:close/>
                  <a:moveTo>
                    <a:pt x="855514" y="1359673"/>
                  </a:moveTo>
                  <a:lnTo>
                    <a:pt x="846702" y="1411081"/>
                  </a:lnTo>
                  <a:lnTo>
                    <a:pt x="893110" y="1400943"/>
                  </a:lnTo>
                  <a:close/>
                  <a:moveTo>
                    <a:pt x="603857" y="1070848"/>
                  </a:moveTo>
                  <a:lnTo>
                    <a:pt x="574282" y="1080699"/>
                  </a:lnTo>
                  <a:lnTo>
                    <a:pt x="610872" y="1109891"/>
                  </a:lnTo>
                  <a:close/>
                  <a:moveTo>
                    <a:pt x="610872" y="1109891"/>
                  </a:moveTo>
                  <a:lnTo>
                    <a:pt x="574282" y="1080699"/>
                  </a:lnTo>
                  <a:lnTo>
                    <a:pt x="582948" y="1076198"/>
                  </a:lnTo>
                  <a:close/>
                  <a:moveTo>
                    <a:pt x="501536" y="896388"/>
                  </a:moveTo>
                  <a:lnTo>
                    <a:pt x="477265" y="895853"/>
                  </a:lnTo>
                  <a:lnTo>
                    <a:pt x="525071" y="916496"/>
                  </a:lnTo>
                  <a:close/>
                  <a:moveTo>
                    <a:pt x="221920" y="694619"/>
                  </a:moveTo>
                  <a:lnTo>
                    <a:pt x="242969" y="676394"/>
                  </a:lnTo>
                  <a:lnTo>
                    <a:pt x="226762" y="668495"/>
                  </a:lnTo>
                  <a:close/>
                  <a:moveTo>
                    <a:pt x="226762" y="668495"/>
                  </a:moveTo>
                  <a:lnTo>
                    <a:pt x="242969" y="676394"/>
                  </a:lnTo>
                  <a:lnTo>
                    <a:pt x="213544" y="663303"/>
                  </a:lnTo>
                  <a:close/>
                  <a:moveTo>
                    <a:pt x="487811" y="879741"/>
                  </a:moveTo>
                  <a:lnTo>
                    <a:pt x="477265" y="895853"/>
                  </a:lnTo>
                  <a:lnTo>
                    <a:pt x="501536" y="896388"/>
                  </a:lnTo>
                  <a:close/>
                  <a:moveTo>
                    <a:pt x="45689" y="365171"/>
                  </a:moveTo>
                  <a:lnTo>
                    <a:pt x="46721" y="330877"/>
                  </a:lnTo>
                  <a:lnTo>
                    <a:pt x="50592" y="372477"/>
                  </a:lnTo>
                  <a:close/>
                  <a:moveTo>
                    <a:pt x="45689" y="365171"/>
                  </a:moveTo>
                  <a:lnTo>
                    <a:pt x="44610" y="328416"/>
                  </a:lnTo>
                  <a:lnTo>
                    <a:pt x="46721" y="330877"/>
                  </a:lnTo>
                  <a:close/>
                  <a:moveTo>
                    <a:pt x="696114" y="1100271"/>
                  </a:moveTo>
                  <a:lnTo>
                    <a:pt x="713148" y="1083087"/>
                  </a:lnTo>
                  <a:lnTo>
                    <a:pt x="687499" y="1093370"/>
                  </a:lnTo>
                  <a:close/>
                  <a:moveTo>
                    <a:pt x="623948" y="1063516"/>
                  </a:moveTo>
                  <a:lnTo>
                    <a:pt x="652062" y="1085452"/>
                  </a:lnTo>
                  <a:lnTo>
                    <a:pt x="663849" y="1049164"/>
                  </a:lnTo>
                  <a:close/>
                  <a:moveTo>
                    <a:pt x="652062" y="1085452"/>
                  </a:moveTo>
                  <a:lnTo>
                    <a:pt x="694365" y="1046332"/>
                  </a:lnTo>
                  <a:lnTo>
                    <a:pt x="663849" y="1049164"/>
                  </a:lnTo>
                  <a:close/>
                  <a:moveTo>
                    <a:pt x="687499" y="1093370"/>
                  </a:moveTo>
                  <a:lnTo>
                    <a:pt x="704576" y="1061009"/>
                  </a:lnTo>
                  <a:lnTo>
                    <a:pt x="652062" y="1085452"/>
                  </a:lnTo>
                  <a:close/>
                  <a:moveTo>
                    <a:pt x="676419" y="1009577"/>
                  </a:moveTo>
                  <a:lnTo>
                    <a:pt x="664097" y="1034242"/>
                  </a:lnTo>
                  <a:lnTo>
                    <a:pt x="686210" y="1013326"/>
                  </a:lnTo>
                  <a:close/>
                  <a:moveTo>
                    <a:pt x="686210" y="1013326"/>
                  </a:moveTo>
                  <a:lnTo>
                    <a:pt x="664097" y="1034242"/>
                  </a:lnTo>
                  <a:lnTo>
                    <a:pt x="663849" y="1049164"/>
                  </a:lnTo>
                  <a:close/>
                  <a:moveTo>
                    <a:pt x="506203" y="872326"/>
                  </a:moveTo>
                  <a:lnTo>
                    <a:pt x="501536" y="896388"/>
                  </a:lnTo>
                  <a:lnTo>
                    <a:pt x="547560" y="862557"/>
                  </a:lnTo>
                  <a:close/>
                  <a:moveTo>
                    <a:pt x="547560" y="862557"/>
                  </a:moveTo>
                  <a:lnTo>
                    <a:pt x="501536" y="896388"/>
                  </a:lnTo>
                  <a:lnTo>
                    <a:pt x="525071" y="916496"/>
                  </a:lnTo>
                  <a:close/>
                  <a:moveTo>
                    <a:pt x="547560" y="862557"/>
                  </a:moveTo>
                  <a:lnTo>
                    <a:pt x="525071" y="916496"/>
                  </a:lnTo>
                  <a:lnTo>
                    <a:pt x="540290" y="899312"/>
                  </a:lnTo>
                  <a:close/>
                  <a:moveTo>
                    <a:pt x="487811" y="879741"/>
                  </a:moveTo>
                  <a:lnTo>
                    <a:pt x="501536" y="896388"/>
                  </a:lnTo>
                  <a:lnTo>
                    <a:pt x="506203" y="872326"/>
                  </a:lnTo>
                  <a:close/>
                  <a:moveTo>
                    <a:pt x="455217" y="842986"/>
                  </a:moveTo>
                  <a:lnTo>
                    <a:pt x="506203" y="872326"/>
                  </a:lnTo>
                  <a:lnTo>
                    <a:pt x="478160" y="837359"/>
                  </a:lnTo>
                  <a:close/>
                  <a:moveTo>
                    <a:pt x="487811" y="879741"/>
                  </a:moveTo>
                  <a:lnTo>
                    <a:pt x="506203" y="872326"/>
                  </a:lnTo>
                  <a:lnTo>
                    <a:pt x="455217" y="842986"/>
                  </a:lnTo>
                  <a:close/>
                  <a:moveTo>
                    <a:pt x="537621" y="829125"/>
                  </a:moveTo>
                  <a:lnTo>
                    <a:pt x="509191" y="828801"/>
                  </a:lnTo>
                  <a:lnTo>
                    <a:pt x="506203" y="872326"/>
                  </a:lnTo>
                  <a:close/>
                  <a:moveTo>
                    <a:pt x="547560" y="862557"/>
                  </a:moveTo>
                  <a:lnTo>
                    <a:pt x="550244" y="857716"/>
                  </a:lnTo>
                  <a:lnTo>
                    <a:pt x="537621" y="829125"/>
                  </a:lnTo>
                  <a:close/>
                  <a:moveTo>
                    <a:pt x="506203" y="872326"/>
                  </a:moveTo>
                  <a:lnTo>
                    <a:pt x="547560" y="862557"/>
                  </a:lnTo>
                  <a:lnTo>
                    <a:pt x="537621" y="829125"/>
                  </a:lnTo>
                  <a:close/>
                  <a:moveTo>
                    <a:pt x="550244" y="857716"/>
                  </a:moveTo>
                  <a:lnTo>
                    <a:pt x="553710" y="862557"/>
                  </a:lnTo>
                  <a:lnTo>
                    <a:pt x="537621" y="829125"/>
                  </a:lnTo>
                  <a:close/>
                  <a:moveTo>
                    <a:pt x="589736" y="880794"/>
                  </a:moveTo>
                  <a:lnTo>
                    <a:pt x="573701" y="871628"/>
                  </a:lnTo>
                  <a:lnTo>
                    <a:pt x="553710" y="862557"/>
                  </a:lnTo>
                  <a:close/>
                  <a:moveTo>
                    <a:pt x="335240" y="568517"/>
                  </a:moveTo>
                  <a:lnTo>
                    <a:pt x="295251" y="585701"/>
                  </a:lnTo>
                  <a:lnTo>
                    <a:pt x="343751" y="605273"/>
                  </a:lnTo>
                  <a:close/>
                  <a:moveTo>
                    <a:pt x="179962" y="441534"/>
                  </a:moveTo>
                  <a:lnTo>
                    <a:pt x="151065" y="434464"/>
                  </a:lnTo>
                  <a:lnTo>
                    <a:pt x="174666" y="450102"/>
                  </a:lnTo>
                  <a:close/>
                  <a:moveTo>
                    <a:pt x="179962" y="441534"/>
                  </a:moveTo>
                  <a:lnTo>
                    <a:pt x="174666" y="450102"/>
                  </a:lnTo>
                  <a:lnTo>
                    <a:pt x="206505" y="444569"/>
                  </a:lnTo>
                  <a:close/>
                  <a:moveTo>
                    <a:pt x="141163" y="397768"/>
                  </a:moveTo>
                  <a:lnTo>
                    <a:pt x="151065" y="434464"/>
                  </a:lnTo>
                  <a:lnTo>
                    <a:pt x="176572" y="438681"/>
                  </a:lnTo>
                  <a:close/>
                  <a:moveTo>
                    <a:pt x="343751" y="605273"/>
                  </a:moveTo>
                  <a:lnTo>
                    <a:pt x="343716" y="609931"/>
                  </a:lnTo>
                  <a:lnTo>
                    <a:pt x="350262" y="608323"/>
                  </a:lnTo>
                  <a:close/>
                  <a:moveTo>
                    <a:pt x="1009603" y="1323189"/>
                  </a:moveTo>
                  <a:lnTo>
                    <a:pt x="1042561" y="1360706"/>
                  </a:lnTo>
                  <a:lnTo>
                    <a:pt x="1043257" y="1359038"/>
                  </a:lnTo>
                  <a:close/>
                  <a:moveTo>
                    <a:pt x="1010263" y="1377127"/>
                  </a:moveTo>
                  <a:lnTo>
                    <a:pt x="1042561" y="1360706"/>
                  </a:lnTo>
                  <a:lnTo>
                    <a:pt x="1009603" y="1323189"/>
                  </a:lnTo>
                  <a:close/>
                  <a:moveTo>
                    <a:pt x="1009603" y="1323189"/>
                  </a:moveTo>
                  <a:lnTo>
                    <a:pt x="997613" y="1312959"/>
                  </a:lnTo>
                  <a:lnTo>
                    <a:pt x="973336" y="1318398"/>
                  </a:lnTo>
                  <a:close/>
                  <a:moveTo>
                    <a:pt x="974033" y="1286434"/>
                  </a:moveTo>
                  <a:lnTo>
                    <a:pt x="973336" y="1318398"/>
                  </a:lnTo>
                  <a:lnTo>
                    <a:pt x="997613" y="1312959"/>
                  </a:lnTo>
                  <a:close/>
                  <a:moveTo>
                    <a:pt x="778028" y="1065904"/>
                  </a:moveTo>
                  <a:lnTo>
                    <a:pt x="748674" y="1034379"/>
                  </a:lnTo>
                  <a:lnTo>
                    <a:pt x="760729" y="1050172"/>
                  </a:lnTo>
                  <a:close/>
                  <a:moveTo>
                    <a:pt x="664097" y="1034242"/>
                  </a:moveTo>
                  <a:lnTo>
                    <a:pt x="676419" y="1009577"/>
                  </a:lnTo>
                  <a:lnTo>
                    <a:pt x="676980" y="993741"/>
                  </a:lnTo>
                  <a:close/>
                  <a:moveTo>
                    <a:pt x="739815" y="996834"/>
                  </a:moveTo>
                  <a:lnTo>
                    <a:pt x="705221" y="1009577"/>
                  </a:lnTo>
                  <a:lnTo>
                    <a:pt x="699371" y="1041546"/>
                  </a:lnTo>
                  <a:close/>
                  <a:moveTo>
                    <a:pt x="748674" y="1034379"/>
                  </a:moveTo>
                  <a:lnTo>
                    <a:pt x="739815" y="996834"/>
                  </a:lnTo>
                  <a:lnTo>
                    <a:pt x="702002" y="1045233"/>
                  </a:lnTo>
                  <a:close/>
                  <a:moveTo>
                    <a:pt x="739815" y="996834"/>
                  </a:moveTo>
                  <a:lnTo>
                    <a:pt x="748674" y="1034379"/>
                  </a:lnTo>
                  <a:lnTo>
                    <a:pt x="777736" y="993093"/>
                  </a:lnTo>
                  <a:close/>
                  <a:moveTo>
                    <a:pt x="685316" y="989001"/>
                  </a:moveTo>
                  <a:lnTo>
                    <a:pt x="684307" y="992394"/>
                  </a:lnTo>
                  <a:lnTo>
                    <a:pt x="677852" y="989458"/>
                  </a:lnTo>
                  <a:close/>
                  <a:moveTo>
                    <a:pt x="676980" y="993741"/>
                  </a:moveTo>
                  <a:lnTo>
                    <a:pt x="676419" y="1009577"/>
                  </a:lnTo>
                  <a:lnTo>
                    <a:pt x="685316" y="989001"/>
                  </a:lnTo>
                  <a:close/>
                  <a:moveTo>
                    <a:pt x="685316" y="989001"/>
                  </a:moveTo>
                  <a:lnTo>
                    <a:pt x="705221" y="1009577"/>
                  </a:lnTo>
                  <a:lnTo>
                    <a:pt x="744484" y="989434"/>
                  </a:lnTo>
                  <a:close/>
                  <a:moveTo>
                    <a:pt x="578518" y="867218"/>
                  </a:moveTo>
                  <a:lnTo>
                    <a:pt x="553039" y="861337"/>
                  </a:lnTo>
                  <a:lnTo>
                    <a:pt x="547560" y="862557"/>
                  </a:lnTo>
                  <a:close/>
                  <a:moveTo>
                    <a:pt x="553710" y="862557"/>
                  </a:moveTo>
                  <a:lnTo>
                    <a:pt x="553039" y="861337"/>
                  </a:lnTo>
                  <a:lnTo>
                    <a:pt x="589736" y="880794"/>
                  </a:lnTo>
                  <a:close/>
                  <a:moveTo>
                    <a:pt x="553039" y="861337"/>
                  </a:moveTo>
                  <a:lnTo>
                    <a:pt x="550244" y="857716"/>
                  </a:lnTo>
                  <a:lnTo>
                    <a:pt x="547560" y="862557"/>
                  </a:lnTo>
                  <a:close/>
                  <a:moveTo>
                    <a:pt x="553039" y="861337"/>
                  </a:moveTo>
                  <a:lnTo>
                    <a:pt x="553710" y="862557"/>
                  </a:lnTo>
                  <a:lnTo>
                    <a:pt x="550244" y="857716"/>
                  </a:lnTo>
                  <a:close/>
                  <a:moveTo>
                    <a:pt x="350262" y="608323"/>
                  </a:moveTo>
                  <a:lnTo>
                    <a:pt x="351382" y="603699"/>
                  </a:lnTo>
                  <a:lnTo>
                    <a:pt x="343751" y="605273"/>
                  </a:lnTo>
                  <a:close/>
                  <a:moveTo>
                    <a:pt x="403222" y="588642"/>
                  </a:moveTo>
                  <a:lnTo>
                    <a:pt x="350262" y="608323"/>
                  </a:lnTo>
                  <a:lnTo>
                    <a:pt x="386596" y="619591"/>
                  </a:lnTo>
                  <a:close/>
                  <a:moveTo>
                    <a:pt x="403222" y="588642"/>
                  </a:moveTo>
                  <a:lnTo>
                    <a:pt x="351382" y="603699"/>
                  </a:lnTo>
                  <a:lnTo>
                    <a:pt x="350262" y="608323"/>
                  </a:lnTo>
                  <a:close/>
                  <a:moveTo>
                    <a:pt x="1009603" y="1323189"/>
                  </a:moveTo>
                  <a:lnTo>
                    <a:pt x="1043257" y="1359038"/>
                  </a:lnTo>
                  <a:lnTo>
                    <a:pt x="1047336" y="1312077"/>
                  </a:lnTo>
                  <a:close/>
                  <a:moveTo>
                    <a:pt x="1009603" y="1323189"/>
                  </a:moveTo>
                  <a:lnTo>
                    <a:pt x="1047336" y="1312077"/>
                  </a:lnTo>
                  <a:lnTo>
                    <a:pt x="997613" y="1312959"/>
                  </a:lnTo>
                  <a:close/>
                  <a:moveTo>
                    <a:pt x="995711" y="1269250"/>
                  </a:moveTo>
                  <a:lnTo>
                    <a:pt x="997613" y="1312959"/>
                  </a:lnTo>
                  <a:lnTo>
                    <a:pt x="1018281" y="1294024"/>
                  </a:lnTo>
                  <a:close/>
                  <a:moveTo>
                    <a:pt x="995711" y="1269250"/>
                  </a:moveTo>
                  <a:lnTo>
                    <a:pt x="974033" y="1286434"/>
                  </a:lnTo>
                  <a:lnTo>
                    <a:pt x="997613" y="1312959"/>
                  </a:lnTo>
                  <a:close/>
                  <a:moveTo>
                    <a:pt x="693830" y="924622"/>
                  </a:moveTo>
                  <a:lnTo>
                    <a:pt x="719305" y="901700"/>
                  </a:lnTo>
                  <a:lnTo>
                    <a:pt x="751198" y="918327"/>
                  </a:lnTo>
                  <a:close/>
                  <a:moveTo>
                    <a:pt x="693830" y="924622"/>
                  </a:moveTo>
                  <a:lnTo>
                    <a:pt x="751198" y="918327"/>
                  </a:lnTo>
                  <a:lnTo>
                    <a:pt x="726436" y="921954"/>
                  </a:lnTo>
                  <a:close/>
                  <a:moveTo>
                    <a:pt x="782436" y="910545"/>
                  </a:moveTo>
                  <a:lnTo>
                    <a:pt x="726436" y="921954"/>
                  </a:lnTo>
                  <a:lnTo>
                    <a:pt x="751198" y="918327"/>
                  </a:lnTo>
                  <a:close/>
                  <a:moveTo>
                    <a:pt x="825125" y="945575"/>
                  </a:moveTo>
                  <a:lnTo>
                    <a:pt x="800336" y="929972"/>
                  </a:lnTo>
                  <a:lnTo>
                    <a:pt x="814370" y="933731"/>
                  </a:lnTo>
                  <a:close/>
                  <a:moveTo>
                    <a:pt x="719305" y="901700"/>
                  </a:moveTo>
                  <a:lnTo>
                    <a:pt x="776129" y="922564"/>
                  </a:lnTo>
                  <a:lnTo>
                    <a:pt x="751198" y="918327"/>
                  </a:lnTo>
                  <a:close/>
                  <a:moveTo>
                    <a:pt x="776129" y="922564"/>
                  </a:moveTo>
                  <a:lnTo>
                    <a:pt x="782436" y="910545"/>
                  </a:lnTo>
                  <a:lnTo>
                    <a:pt x="751198" y="918327"/>
                  </a:lnTo>
                  <a:close/>
                  <a:moveTo>
                    <a:pt x="776129" y="922564"/>
                  </a:moveTo>
                  <a:lnTo>
                    <a:pt x="800336" y="929972"/>
                  </a:lnTo>
                  <a:lnTo>
                    <a:pt x="782436" y="910545"/>
                  </a:lnTo>
                  <a:close/>
                  <a:moveTo>
                    <a:pt x="800336" y="929972"/>
                  </a:moveTo>
                  <a:lnTo>
                    <a:pt x="811261" y="938455"/>
                  </a:lnTo>
                  <a:lnTo>
                    <a:pt x="782436" y="910545"/>
                  </a:lnTo>
                  <a:close/>
                  <a:moveTo>
                    <a:pt x="723135" y="864945"/>
                  </a:moveTo>
                  <a:lnTo>
                    <a:pt x="741318" y="881387"/>
                  </a:lnTo>
                  <a:lnTo>
                    <a:pt x="734920" y="847762"/>
                  </a:lnTo>
                  <a:close/>
                  <a:moveTo>
                    <a:pt x="359384" y="423886"/>
                  </a:moveTo>
                  <a:lnTo>
                    <a:pt x="368830" y="460641"/>
                  </a:lnTo>
                  <a:lnTo>
                    <a:pt x="366090" y="412753"/>
                  </a:lnTo>
                  <a:close/>
                  <a:moveTo>
                    <a:pt x="348802" y="410446"/>
                  </a:moveTo>
                  <a:lnTo>
                    <a:pt x="359384" y="423886"/>
                  </a:lnTo>
                  <a:lnTo>
                    <a:pt x="366090" y="412753"/>
                  </a:lnTo>
                  <a:close/>
                  <a:moveTo>
                    <a:pt x="874384" y="941607"/>
                  </a:moveTo>
                  <a:lnTo>
                    <a:pt x="886000" y="952392"/>
                  </a:lnTo>
                  <a:lnTo>
                    <a:pt x="847571" y="933289"/>
                  </a:lnTo>
                  <a:close/>
                  <a:moveTo>
                    <a:pt x="776343" y="788148"/>
                  </a:moveTo>
                  <a:lnTo>
                    <a:pt x="801235" y="788416"/>
                  </a:lnTo>
                  <a:lnTo>
                    <a:pt x="763163" y="770648"/>
                  </a:lnTo>
                  <a:close/>
                  <a:moveTo>
                    <a:pt x="776343" y="788148"/>
                  </a:moveTo>
                  <a:lnTo>
                    <a:pt x="806096" y="791048"/>
                  </a:lnTo>
                  <a:lnTo>
                    <a:pt x="801235" y="788416"/>
                  </a:lnTo>
                  <a:close/>
                  <a:moveTo>
                    <a:pt x="536561" y="382516"/>
                  </a:moveTo>
                  <a:lnTo>
                    <a:pt x="587051" y="409091"/>
                  </a:lnTo>
                  <a:lnTo>
                    <a:pt x="551384" y="380939"/>
                  </a:lnTo>
                  <a:close/>
                  <a:moveTo>
                    <a:pt x="536561" y="382516"/>
                  </a:moveTo>
                  <a:lnTo>
                    <a:pt x="583722" y="416010"/>
                  </a:lnTo>
                  <a:lnTo>
                    <a:pt x="587051" y="409091"/>
                  </a:lnTo>
                  <a:close/>
                  <a:moveTo>
                    <a:pt x="681304" y="521325"/>
                  </a:moveTo>
                  <a:lnTo>
                    <a:pt x="719126" y="538927"/>
                  </a:lnTo>
                  <a:lnTo>
                    <a:pt x="689146" y="522277"/>
                  </a:lnTo>
                  <a:close/>
                  <a:moveTo>
                    <a:pt x="708979" y="413102"/>
                  </a:moveTo>
                  <a:lnTo>
                    <a:pt x="677975" y="374724"/>
                  </a:lnTo>
                  <a:lnTo>
                    <a:pt x="666877" y="375495"/>
                  </a:lnTo>
                  <a:close/>
                  <a:moveTo>
                    <a:pt x="561281" y="183431"/>
                  </a:moveTo>
                  <a:lnTo>
                    <a:pt x="599149" y="173766"/>
                  </a:lnTo>
                  <a:lnTo>
                    <a:pt x="565672" y="145733"/>
                  </a:lnTo>
                  <a:close/>
                  <a:moveTo>
                    <a:pt x="568764" y="132600"/>
                  </a:moveTo>
                  <a:lnTo>
                    <a:pt x="565672" y="145733"/>
                  </a:lnTo>
                  <a:lnTo>
                    <a:pt x="599149" y="173766"/>
                  </a:lnTo>
                  <a:close/>
                  <a:moveTo>
                    <a:pt x="597418" y="83072"/>
                  </a:moveTo>
                  <a:lnTo>
                    <a:pt x="605466" y="73734"/>
                  </a:lnTo>
                  <a:lnTo>
                    <a:pt x="589831" y="53066"/>
                  </a:lnTo>
                  <a:close/>
                  <a:moveTo>
                    <a:pt x="570213" y="86675"/>
                  </a:moveTo>
                  <a:lnTo>
                    <a:pt x="597418" y="83072"/>
                  </a:lnTo>
                  <a:lnTo>
                    <a:pt x="589831" y="53066"/>
                  </a:lnTo>
                  <a:close/>
                  <a:moveTo>
                    <a:pt x="553254" y="3097"/>
                  </a:moveTo>
                  <a:lnTo>
                    <a:pt x="496889" y="13141"/>
                  </a:lnTo>
                  <a:lnTo>
                    <a:pt x="519106" y="0"/>
                  </a:lnTo>
                  <a:close/>
                  <a:moveTo>
                    <a:pt x="725973" y="220298"/>
                  </a:moveTo>
                  <a:lnTo>
                    <a:pt x="746767" y="228306"/>
                  </a:lnTo>
                  <a:lnTo>
                    <a:pt x="709828" y="214772"/>
                  </a:lnTo>
                  <a:close/>
                  <a:moveTo>
                    <a:pt x="725973" y="220298"/>
                  </a:moveTo>
                  <a:lnTo>
                    <a:pt x="752038" y="226196"/>
                  </a:lnTo>
                  <a:lnTo>
                    <a:pt x="746767" y="228306"/>
                  </a:lnTo>
                  <a:close/>
                  <a:moveTo>
                    <a:pt x="529399" y="3274"/>
                  </a:moveTo>
                  <a:lnTo>
                    <a:pt x="558515" y="6691"/>
                  </a:lnTo>
                  <a:lnTo>
                    <a:pt x="553254" y="3097"/>
                  </a:lnTo>
                  <a:close/>
                </a:path>
              </a:pathLst>
            </a:custGeom>
            <a:solidFill>
              <a:srgbClr val="C9D2D8"/>
            </a:solidFill>
            <a:ln w="1524">
              <a:solidFill>
                <a:srgbClr val="C9D2D8"/>
              </a:solidFill>
            </a:ln>
          </p:spPr>
        </p:sp>
        <p:sp>
          <p:nvSpPr>
            <p:cNvPr id="103" name="Input_density__102">
              <a:extLst>
                <a:ext uri="{FF2B5EF4-FFF2-40B4-BE49-F238E27FC236}">
                  <a16:creationId xmlns:a16="http://schemas.microsoft.com/office/drawing/2014/main" id="{2451D4FD-4337-1399-06D9-24B796D3ED4A}"/>
                </a:ext>
              </a:extLst>
            </p:cNvPr>
            <p:cNvSpPr>
              <a:spLocks noGrp="1"/>
            </p:cNvSpPr>
            <p:nvPr/>
          </p:nvSpPr>
          <p:spPr>
            <a:xfrm>
              <a:off x="868312" y="1494074"/>
              <a:ext cx="1070954" cy="1685690"/>
            </a:xfrm>
            <a:custGeom>
              <a:avLst/>
              <a:gdLst/>
              <a:ahLst/>
              <a:cxnLst/>
              <a:rect l="0" t="0" r="0" b="0"/>
              <a:pathLst>
                <a:path w="1070954" h="1685690">
                  <a:moveTo>
                    <a:pt x="161948" y="1558796"/>
                  </a:moveTo>
                  <a:lnTo>
                    <a:pt x="172068" y="1580231"/>
                  </a:lnTo>
                  <a:lnTo>
                    <a:pt x="139861" y="1572422"/>
                  </a:lnTo>
                  <a:close/>
                  <a:moveTo>
                    <a:pt x="292523" y="1673261"/>
                  </a:moveTo>
                  <a:lnTo>
                    <a:pt x="336362" y="1685690"/>
                  </a:lnTo>
                  <a:lnTo>
                    <a:pt x="345812" y="1651720"/>
                  </a:lnTo>
                  <a:close/>
                  <a:moveTo>
                    <a:pt x="292523" y="1673261"/>
                  </a:moveTo>
                  <a:lnTo>
                    <a:pt x="345812" y="1651720"/>
                  </a:lnTo>
                  <a:lnTo>
                    <a:pt x="312990" y="1653578"/>
                  </a:lnTo>
                  <a:close/>
                  <a:moveTo>
                    <a:pt x="350348" y="1629573"/>
                  </a:moveTo>
                  <a:lnTo>
                    <a:pt x="320018" y="1627143"/>
                  </a:lnTo>
                  <a:lnTo>
                    <a:pt x="312990" y="1653578"/>
                  </a:lnTo>
                  <a:close/>
                  <a:moveTo>
                    <a:pt x="320018" y="1627143"/>
                  </a:moveTo>
                  <a:lnTo>
                    <a:pt x="350348" y="1629573"/>
                  </a:lnTo>
                  <a:lnTo>
                    <a:pt x="302587" y="1596567"/>
                  </a:lnTo>
                  <a:close/>
                  <a:moveTo>
                    <a:pt x="67645" y="1033683"/>
                  </a:moveTo>
                  <a:lnTo>
                    <a:pt x="89403" y="1035069"/>
                  </a:lnTo>
                  <a:lnTo>
                    <a:pt x="96409" y="1053502"/>
                  </a:lnTo>
                  <a:close/>
                  <a:moveTo>
                    <a:pt x="14598" y="996928"/>
                  </a:moveTo>
                  <a:lnTo>
                    <a:pt x="14619" y="996944"/>
                  </a:lnTo>
                  <a:lnTo>
                    <a:pt x="14658" y="996998"/>
                  </a:lnTo>
                  <a:close/>
                  <a:moveTo>
                    <a:pt x="14596" y="996767"/>
                  </a:moveTo>
                  <a:lnTo>
                    <a:pt x="14619" y="996944"/>
                  </a:lnTo>
                  <a:lnTo>
                    <a:pt x="14598" y="996928"/>
                  </a:lnTo>
                  <a:close/>
                  <a:moveTo>
                    <a:pt x="57489" y="1032559"/>
                  </a:moveTo>
                  <a:lnTo>
                    <a:pt x="14658" y="996998"/>
                  </a:lnTo>
                  <a:lnTo>
                    <a:pt x="14619" y="996944"/>
                  </a:lnTo>
                  <a:close/>
                  <a:moveTo>
                    <a:pt x="14619" y="996944"/>
                  </a:moveTo>
                  <a:lnTo>
                    <a:pt x="14596" y="996767"/>
                  </a:lnTo>
                  <a:lnTo>
                    <a:pt x="23962" y="971689"/>
                  </a:lnTo>
                  <a:close/>
                  <a:moveTo>
                    <a:pt x="96409" y="1053502"/>
                  </a:moveTo>
                  <a:lnTo>
                    <a:pt x="93938" y="1031382"/>
                  </a:lnTo>
                  <a:lnTo>
                    <a:pt x="67645" y="1033683"/>
                  </a:lnTo>
                  <a:close/>
                  <a:moveTo>
                    <a:pt x="67645" y="1033683"/>
                  </a:moveTo>
                  <a:lnTo>
                    <a:pt x="93938" y="1031382"/>
                  </a:lnTo>
                  <a:lnTo>
                    <a:pt x="105971" y="993042"/>
                  </a:lnTo>
                  <a:close/>
                  <a:moveTo>
                    <a:pt x="14598" y="996928"/>
                  </a:moveTo>
                  <a:lnTo>
                    <a:pt x="20325" y="947558"/>
                  </a:lnTo>
                  <a:lnTo>
                    <a:pt x="14596" y="996767"/>
                  </a:lnTo>
                  <a:close/>
                  <a:moveTo>
                    <a:pt x="22971" y="906234"/>
                  </a:moveTo>
                  <a:lnTo>
                    <a:pt x="0" y="874588"/>
                  </a:lnTo>
                  <a:lnTo>
                    <a:pt x="5786" y="886663"/>
                  </a:lnTo>
                  <a:close/>
                  <a:moveTo>
                    <a:pt x="22971" y="906234"/>
                  </a:moveTo>
                  <a:lnTo>
                    <a:pt x="5786" y="886663"/>
                  </a:lnTo>
                  <a:lnTo>
                    <a:pt x="15281" y="923418"/>
                  </a:lnTo>
                  <a:close/>
                  <a:moveTo>
                    <a:pt x="358302" y="1309877"/>
                  </a:moveTo>
                  <a:lnTo>
                    <a:pt x="401767" y="1301629"/>
                  </a:lnTo>
                  <a:lnTo>
                    <a:pt x="394122" y="1263097"/>
                  </a:lnTo>
                  <a:close/>
                  <a:moveTo>
                    <a:pt x="358302" y="1309877"/>
                  </a:moveTo>
                  <a:lnTo>
                    <a:pt x="394122" y="1263097"/>
                  </a:lnTo>
                  <a:lnTo>
                    <a:pt x="367680" y="1257506"/>
                  </a:lnTo>
                  <a:close/>
                  <a:moveTo>
                    <a:pt x="394122" y="1263097"/>
                  </a:moveTo>
                  <a:lnTo>
                    <a:pt x="401767" y="1301629"/>
                  </a:lnTo>
                  <a:lnTo>
                    <a:pt x="405842" y="1310539"/>
                  </a:lnTo>
                  <a:close/>
                  <a:moveTo>
                    <a:pt x="394122" y="1263097"/>
                  </a:moveTo>
                  <a:lnTo>
                    <a:pt x="373905" y="1234786"/>
                  </a:lnTo>
                  <a:lnTo>
                    <a:pt x="367680" y="1257506"/>
                  </a:lnTo>
                  <a:close/>
                  <a:moveTo>
                    <a:pt x="100582" y="936487"/>
                  </a:moveTo>
                  <a:lnTo>
                    <a:pt x="99381" y="925806"/>
                  </a:lnTo>
                  <a:lnTo>
                    <a:pt x="114452" y="962561"/>
                  </a:lnTo>
                  <a:close/>
                  <a:moveTo>
                    <a:pt x="68335" y="890868"/>
                  </a:moveTo>
                  <a:lnTo>
                    <a:pt x="22971" y="906234"/>
                  </a:lnTo>
                  <a:lnTo>
                    <a:pt x="21102" y="924884"/>
                  </a:lnTo>
                  <a:close/>
                  <a:moveTo>
                    <a:pt x="68335" y="890868"/>
                  </a:moveTo>
                  <a:lnTo>
                    <a:pt x="100582" y="936487"/>
                  </a:lnTo>
                  <a:lnTo>
                    <a:pt x="99202" y="892861"/>
                  </a:lnTo>
                  <a:close/>
                  <a:moveTo>
                    <a:pt x="13990" y="898293"/>
                  </a:moveTo>
                  <a:lnTo>
                    <a:pt x="22971" y="906234"/>
                  </a:lnTo>
                  <a:lnTo>
                    <a:pt x="70327" y="888142"/>
                  </a:lnTo>
                  <a:close/>
                  <a:moveTo>
                    <a:pt x="633741" y="1295744"/>
                  </a:moveTo>
                  <a:lnTo>
                    <a:pt x="689649" y="1315316"/>
                  </a:lnTo>
                  <a:lnTo>
                    <a:pt x="677271" y="1278561"/>
                  </a:lnTo>
                  <a:close/>
                  <a:moveTo>
                    <a:pt x="555053" y="1222234"/>
                  </a:moveTo>
                  <a:lnTo>
                    <a:pt x="584870" y="1249176"/>
                  </a:lnTo>
                  <a:lnTo>
                    <a:pt x="561121" y="1208595"/>
                  </a:lnTo>
                  <a:close/>
                  <a:moveTo>
                    <a:pt x="561121" y="1208595"/>
                  </a:moveTo>
                  <a:lnTo>
                    <a:pt x="584870" y="1249176"/>
                  </a:lnTo>
                  <a:lnTo>
                    <a:pt x="594017" y="1253686"/>
                  </a:lnTo>
                  <a:close/>
                  <a:moveTo>
                    <a:pt x="305733" y="837501"/>
                  </a:moveTo>
                  <a:lnTo>
                    <a:pt x="307696" y="891439"/>
                  </a:lnTo>
                  <a:lnTo>
                    <a:pt x="311016" y="874256"/>
                  </a:lnTo>
                  <a:close/>
                  <a:moveTo>
                    <a:pt x="805864" y="1384714"/>
                  </a:moveTo>
                  <a:lnTo>
                    <a:pt x="792412" y="1379736"/>
                  </a:lnTo>
                  <a:lnTo>
                    <a:pt x="817165" y="1398601"/>
                  </a:lnTo>
                  <a:close/>
                  <a:moveTo>
                    <a:pt x="845407" y="1407984"/>
                  </a:moveTo>
                  <a:lnTo>
                    <a:pt x="805864" y="1384714"/>
                  </a:lnTo>
                  <a:lnTo>
                    <a:pt x="817165" y="1398601"/>
                  </a:lnTo>
                  <a:close/>
                  <a:moveTo>
                    <a:pt x="443871" y="936510"/>
                  </a:moveTo>
                  <a:lnTo>
                    <a:pt x="428208" y="930582"/>
                  </a:lnTo>
                  <a:lnTo>
                    <a:pt x="455361" y="967337"/>
                  </a:lnTo>
                  <a:close/>
                  <a:moveTo>
                    <a:pt x="311016" y="874256"/>
                  </a:moveTo>
                  <a:lnTo>
                    <a:pt x="310722" y="874000"/>
                  </a:lnTo>
                  <a:lnTo>
                    <a:pt x="307927" y="831525"/>
                  </a:lnTo>
                  <a:close/>
                  <a:moveTo>
                    <a:pt x="242781" y="763991"/>
                  </a:moveTo>
                  <a:lnTo>
                    <a:pt x="225366" y="754975"/>
                  </a:lnTo>
                  <a:lnTo>
                    <a:pt x="224698" y="800746"/>
                  </a:lnTo>
                  <a:close/>
                  <a:moveTo>
                    <a:pt x="219136" y="715292"/>
                  </a:moveTo>
                  <a:lnTo>
                    <a:pt x="225366" y="754975"/>
                  </a:lnTo>
                  <a:lnTo>
                    <a:pt x="247008" y="761796"/>
                  </a:lnTo>
                  <a:close/>
                  <a:moveTo>
                    <a:pt x="252536" y="746807"/>
                  </a:moveTo>
                  <a:lnTo>
                    <a:pt x="235303" y="710052"/>
                  </a:lnTo>
                  <a:lnTo>
                    <a:pt x="247008" y="761796"/>
                  </a:lnTo>
                  <a:close/>
                  <a:moveTo>
                    <a:pt x="790308" y="1371642"/>
                  </a:moveTo>
                  <a:lnTo>
                    <a:pt x="792412" y="1379736"/>
                  </a:lnTo>
                  <a:lnTo>
                    <a:pt x="805864" y="1384714"/>
                  </a:lnTo>
                  <a:close/>
                  <a:moveTo>
                    <a:pt x="792412" y="1379736"/>
                  </a:moveTo>
                  <a:lnTo>
                    <a:pt x="790308" y="1371642"/>
                  </a:lnTo>
                  <a:lnTo>
                    <a:pt x="751082" y="1341501"/>
                  </a:lnTo>
                  <a:close/>
                  <a:moveTo>
                    <a:pt x="87357" y="455021"/>
                  </a:moveTo>
                  <a:lnTo>
                    <a:pt x="121547" y="489522"/>
                  </a:lnTo>
                  <a:lnTo>
                    <a:pt x="93004" y="463518"/>
                  </a:lnTo>
                  <a:close/>
                  <a:moveTo>
                    <a:pt x="79858" y="452768"/>
                  </a:moveTo>
                  <a:lnTo>
                    <a:pt x="87357" y="455021"/>
                  </a:lnTo>
                  <a:lnTo>
                    <a:pt x="93004" y="463518"/>
                  </a:lnTo>
                  <a:close/>
                  <a:moveTo>
                    <a:pt x="84780" y="432772"/>
                  </a:moveTo>
                  <a:lnTo>
                    <a:pt x="87357" y="455021"/>
                  </a:lnTo>
                  <a:lnTo>
                    <a:pt x="79858" y="452768"/>
                  </a:lnTo>
                  <a:close/>
                  <a:moveTo>
                    <a:pt x="879996" y="1362708"/>
                  </a:moveTo>
                  <a:lnTo>
                    <a:pt x="854219" y="1356576"/>
                  </a:lnTo>
                  <a:lnTo>
                    <a:pt x="891815" y="1397847"/>
                  </a:lnTo>
                  <a:close/>
                  <a:moveTo>
                    <a:pt x="805864" y="1384714"/>
                  </a:moveTo>
                  <a:lnTo>
                    <a:pt x="817542" y="1359305"/>
                  </a:lnTo>
                  <a:lnTo>
                    <a:pt x="790308" y="1371642"/>
                  </a:lnTo>
                  <a:close/>
                  <a:moveTo>
                    <a:pt x="854219" y="1356576"/>
                  </a:moveTo>
                  <a:lnTo>
                    <a:pt x="805864" y="1384714"/>
                  </a:lnTo>
                  <a:lnTo>
                    <a:pt x="845407" y="1407984"/>
                  </a:lnTo>
                  <a:close/>
                  <a:moveTo>
                    <a:pt x="854219" y="1356576"/>
                  </a:moveTo>
                  <a:lnTo>
                    <a:pt x="817542" y="1359305"/>
                  </a:lnTo>
                  <a:lnTo>
                    <a:pt x="805864" y="1384714"/>
                  </a:lnTo>
                  <a:close/>
                  <a:moveTo>
                    <a:pt x="602562" y="1067751"/>
                  </a:moveTo>
                  <a:lnTo>
                    <a:pt x="619033" y="1114357"/>
                  </a:lnTo>
                  <a:lnTo>
                    <a:pt x="650767" y="1082356"/>
                  </a:lnTo>
                  <a:close/>
                  <a:moveTo>
                    <a:pt x="453922" y="839889"/>
                  </a:moveTo>
                  <a:lnTo>
                    <a:pt x="448273" y="857072"/>
                  </a:lnTo>
                  <a:lnTo>
                    <a:pt x="486516" y="876644"/>
                  </a:lnTo>
                  <a:close/>
                  <a:moveTo>
                    <a:pt x="453922" y="839889"/>
                  </a:moveTo>
                  <a:lnTo>
                    <a:pt x="451567" y="835886"/>
                  </a:lnTo>
                  <a:lnTo>
                    <a:pt x="434141" y="810180"/>
                  </a:lnTo>
                  <a:close/>
                  <a:moveTo>
                    <a:pt x="270397" y="700707"/>
                  </a:moveTo>
                  <a:lnTo>
                    <a:pt x="291996" y="709213"/>
                  </a:lnTo>
                  <a:lnTo>
                    <a:pt x="250089" y="677106"/>
                  </a:lnTo>
                  <a:close/>
                  <a:moveTo>
                    <a:pt x="292904" y="709497"/>
                  </a:moveTo>
                  <a:lnTo>
                    <a:pt x="270397" y="700707"/>
                  </a:lnTo>
                  <a:lnTo>
                    <a:pt x="317185" y="707183"/>
                  </a:lnTo>
                  <a:close/>
                  <a:moveTo>
                    <a:pt x="125366" y="472339"/>
                  </a:moveTo>
                  <a:lnTo>
                    <a:pt x="121547" y="489522"/>
                  </a:lnTo>
                  <a:lnTo>
                    <a:pt x="146983" y="509094"/>
                  </a:lnTo>
                  <a:close/>
                  <a:moveTo>
                    <a:pt x="93004" y="463518"/>
                  </a:moveTo>
                  <a:lnTo>
                    <a:pt x="110865" y="435909"/>
                  </a:lnTo>
                  <a:lnTo>
                    <a:pt x="79858" y="452768"/>
                  </a:lnTo>
                  <a:close/>
                  <a:moveTo>
                    <a:pt x="775879" y="1169441"/>
                  </a:moveTo>
                  <a:lnTo>
                    <a:pt x="775960" y="1176701"/>
                  </a:lnTo>
                  <a:lnTo>
                    <a:pt x="754866" y="1159436"/>
                  </a:lnTo>
                  <a:close/>
                  <a:moveTo>
                    <a:pt x="754866" y="1159436"/>
                  </a:moveTo>
                  <a:lnTo>
                    <a:pt x="775960" y="1176701"/>
                  </a:lnTo>
                  <a:lnTo>
                    <a:pt x="783486" y="1190256"/>
                  </a:lnTo>
                  <a:close/>
                  <a:moveTo>
                    <a:pt x="783486" y="1190256"/>
                  </a:moveTo>
                  <a:lnTo>
                    <a:pt x="775960" y="1176701"/>
                  </a:lnTo>
                  <a:lnTo>
                    <a:pt x="775030" y="1207439"/>
                  </a:lnTo>
                  <a:close/>
                  <a:moveTo>
                    <a:pt x="711853" y="1079991"/>
                  </a:moveTo>
                  <a:lnTo>
                    <a:pt x="694819" y="1097174"/>
                  </a:lnTo>
                  <a:lnTo>
                    <a:pt x="721447" y="1116746"/>
                  </a:lnTo>
                  <a:close/>
                  <a:moveTo>
                    <a:pt x="523776" y="913399"/>
                  </a:moveTo>
                  <a:lnTo>
                    <a:pt x="541563" y="923212"/>
                  </a:lnTo>
                  <a:lnTo>
                    <a:pt x="538995" y="896216"/>
                  </a:lnTo>
                  <a:close/>
                  <a:moveTo>
                    <a:pt x="476865" y="834263"/>
                  </a:moveTo>
                  <a:lnTo>
                    <a:pt x="504908" y="869230"/>
                  </a:lnTo>
                  <a:lnTo>
                    <a:pt x="507896" y="825704"/>
                  </a:lnTo>
                  <a:close/>
                  <a:moveTo>
                    <a:pt x="456184" y="837006"/>
                  </a:moveTo>
                  <a:lnTo>
                    <a:pt x="453922" y="839889"/>
                  </a:lnTo>
                  <a:lnTo>
                    <a:pt x="476865" y="834263"/>
                  </a:lnTo>
                  <a:close/>
                  <a:moveTo>
                    <a:pt x="510105" y="822706"/>
                  </a:moveTo>
                  <a:lnTo>
                    <a:pt x="507896" y="825704"/>
                  </a:lnTo>
                  <a:lnTo>
                    <a:pt x="536326" y="826029"/>
                  </a:lnTo>
                  <a:close/>
                  <a:moveTo>
                    <a:pt x="552415" y="859461"/>
                  </a:moveTo>
                  <a:lnTo>
                    <a:pt x="572406" y="868532"/>
                  </a:lnTo>
                  <a:lnTo>
                    <a:pt x="536326" y="826029"/>
                  </a:lnTo>
                  <a:close/>
                  <a:moveTo>
                    <a:pt x="451567" y="835886"/>
                  </a:moveTo>
                  <a:lnTo>
                    <a:pt x="453922" y="839889"/>
                  </a:lnTo>
                  <a:lnTo>
                    <a:pt x="456184" y="837006"/>
                  </a:lnTo>
                  <a:close/>
                  <a:moveTo>
                    <a:pt x="510105" y="822706"/>
                  </a:moveTo>
                  <a:lnTo>
                    <a:pt x="536326" y="826029"/>
                  </a:lnTo>
                  <a:lnTo>
                    <a:pt x="535542" y="804492"/>
                  </a:lnTo>
                  <a:close/>
                  <a:moveTo>
                    <a:pt x="427652" y="803134"/>
                  </a:moveTo>
                  <a:lnTo>
                    <a:pt x="456184" y="837006"/>
                  </a:lnTo>
                  <a:lnTo>
                    <a:pt x="423299" y="791906"/>
                  </a:lnTo>
                  <a:close/>
                  <a:moveTo>
                    <a:pt x="451567" y="835886"/>
                  </a:moveTo>
                  <a:lnTo>
                    <a:pt x="456184" y="837006"/>
                  </a:lnTo>
                  <a:lnTo>
                    <a:pt x="427652" y="803134"/>
                  </a:lnTo>
                  <a:close/>
                  <a:moveTo>
                    <a:pt x="342456" y="602176"/>
                  </a:moveTo>
                  <a:lnTo>
                    <a:pt x="324610" y="610366"/>
                  </a:lnTo>
                  <a:lnTo>
                    <a:pt x="342421" y="606835"/>
                  </a:lnTo>
                  <a:close/>
                  <a:moveTo>
                    <a:pt x="111479" y="435584"/>
                  </a:moveTo>
                  <a:lnTo>
                    <a:pt x="173371" y="447006"/>
                  </a:lnTo>
                  <a:lnTo>
                    <a:pt x="149770" y="431368"/>
                  </a:lnTo>
                  <a:close/>
                  <a:moveTo>
                    <a:pt x="385301" y="616494"/>
                  </a:moveTo>
                  <a:lnTo>
                    <a:pt x="348967" y="605227"/>
                  </a:lnTo>
                  <a:lnTo>
                    <a:pt x="342421" y="606835"/>
                  </a:lnTo>
                  <a:close/>
                  <a:moveTo>
                    <a:pt x="1041267" y="1357610"/>
                  </a:moveTo>
                  <a:lnTo>
                    <a:pt x="1069800" y="1361500"/>
                  </a:lnTo>
                  <a:lnTo>
                    <a:pt x="1041962" y="1355942"/>
                  </a:lnTo>
                  <a:close/>
                  <a:moveTo>
                    <a:pt x="943230" y="1248894"/>
                  </a:moveTo>
                  <a:lnTo>
                    <a:pt x="964991" y="1288944"/>
                  </a:lnTo>
                  <a:lnTo>
                    <a:pt x="972738" y="1283337"/>
                  </a:lnTo>
                  <a:close/>
                  <a:moveTo>
                    <a:pt x="972738" y="1283337"/>
                  </a:moveTo>
                  <a:lnTo>
                    <a:pt x="947408" y="1251573"/>
                  </a:lnTo>
                  <a:lnTo>
                    <a:pt x="943230" y="1248894"/>
                  </a:lnTo>
                  <a:close/>
                  <a:moveTo>
                    <a:pt x="756308" y="1043236"/>
                  </a:moveTo>
                  <a:lnTo>
                    <a:pt x="747379" y="1031282"/>
                  </a:lnTo>
                  <a:lnTo>
                    <a:pt x="776733" y="1062807"/>
                  </a:lnTo>
                  <a:close/>
                  <a:moveTo>
                    <a:pt x="703926" y="1006481"/>
                  </a:moveTo>
                  <a:lnTo>
                    <a:pt x="738520" y="993737"/>
                  </a:lnTo>
                  <a:lnTo>
                    <a:pt x="743189" y="986338"/>
                  </a:lnTo>
                  <a:close/>
                  <a:moveTo>
                    <a:pt x="507896" y="825704"/>
                  </a:moveTo>
                  <a:lnTo>
                    <a:pt x="510105" y="822706"/>
                  </a:lnTo>
                  <a:lnTo>
                    <a:pt x="507703" y="822211"/>
                  </a:lnTo>
                  <a:close/>
                  <a:moveTo>
                    <a:pt x="507703" y="822211"/>
                  </a:moveTo>
                  <a:lnTo>
                    <a:pt x="476865" y="834263"/>
                  </a:lnTo>
                  <a:lnTo>
                    <a:pt x="507896" y="825704"/>
                  </a:lnTo>
                  <a:close/>
                  <a:moveTo>
                    <a:pt x="996318" y="1309862"/>
                  </a:moveTo>
                  <a:lnTo>
                    <a:pt x="1046041" y="1308981"/>
                  </a:lnTo>
                  <a:lnTo>
                    <a:pt x="1044361" y="1268701"/>
                  </a:lnTo>
                  <a:close/>
                  <a:moveTo>
                    <a:pt x="996318" y="1309862"/>
                  </a:moveTo>
                  <a:lnTo>
                    <a:pt x="1044361" y="1268701"/>
                  </a:lnTo>
                  <a:lnTo>
                    <a:pt x="1016986" y="1290928"/>
                  </a:lnTo>
                  <a:close/>
                  <a:moveTo>
                    <a:pt x="1070954" y="1315816"/>
                  </a:moveTo>
                  <a:lnTo>
                    <a:pt x="1046041" y="1308981"/>
                  </a:lnTo>
                  <a:lnTo>
                    <a:pt x="1041962" y="1355942"/>
                  </a:lnTo>
                  <a:close/>
                  <a:moveTo>
                    <a:pt x="972738" y="1283337"/>
                  </a:moveTo>
                  <a:lnTo>
                    <a:pt x="994416" y="1266154"/>
                  </a:lnTo>
                  <a:lnTo>
                    <a:pt x="947408" y="1251573"/>
                  </a:lnTo>
                  <a:close/>
                  <a:moveTo>
                    <a:pt x="806437" y="1002025"/>
                  </a:moveTo>
                  <a:lnTo>
                    <a:pt x="778715" y="988147"/>
                  </a:lnTo>
                  <a:lnTo>
                    <a:pt x="810294" y="1008869"/>
                  </a:lnTo>
                  <a:close/>
                  <a:moveTo>
                    <a:pt x="810294" y="1008869"/>
                  </a:moveTo>
                  <a:lnTo>
                    <a:pt x="778715" y="988147"/>
                  </a:lnTo>
                  <a:lnTo>
                    <a:pt x="778044" y="989297"/>
                  </a:lnTo>
                  <a:close/>
                  <a:moveTo>
                    <a:pt x="810294" y="1008869"/>
                  </a:moveTo>
                  <a:lnTo>
                    <a:pt x="778044" y="989297"/>
                  </a:lnTo>
                  <a:lnTo>
                    <a:pt x="798824" y="1026052"/>
                  </a:lnTo>
                  <a:close/>
                  <a:moveTo>
                    <a:pt x="578603" y="729252"/>
                  </a:moveTo>
                  <a:lnTo>
                    <a:pt x="542256" y="731713"/>
                  </a:lnTo>
                  <a:lnTo>
                    <a:pt x="542117" y="732866"/>
                  </a:lnTo>
                  <a:close/>
                  <a:moveTo>
                    <a:pt x="1044726" y="1265303"/>
                  </a:moveTo>
                  <a:lnTo>
                    <a:pt x="1020869" y="1257610"/>
                  </a:lnTo>
                  <a:lnTo>
                    <a:pt x="1016986" y="1290928"/>
                  </a:lnTo>
                  <a:close/>
                  <a:moveTo>
                    <a:pt x="1020869" y="1257610"/>
                  </a:moveTo>
                  <a:lnTo>
                    <a:pt x="1044726" y="1265303"/>
                  </a:lnTo>
                  <a:lnTo>
                    <a:pt x="1041205" y="1223418"/>
                  </a:lnTo>
                  <a:close/>
                  <a:moveTo>
                    <a:pt x="1020869" y="1257610"/>
                  </a:moveTo>
                  <a:lnTo>
                    <a:pt x="1041205" y="1223418"/>
                  </a:lnTo>
                  <a:lnTo>
                    <a:pt x="1012726" y="1219483"/>
                  </a:lnTo>
                  <a:close/>
                  <a:moveTo>
                    <a:pt x="890773" y="1040717"/>
                  </a:moveTo>
                  <a:lnTo>
                    <a:pt x="878275" y="1045624"/>
                  </a:lnTo>
                  <a:lnTo>
                    <a:pt x="886929" y="1053820"/>
                  </a:lnTo>
                  <a:close/>
                  <a:moveTo>
                    <a:pt x="890773" y="1040717"/>
                  </a:moveTo>
                  <a:lnTo>
                    <a:pt x="886929" y="1053820"/>
                  </a:lnTo>
                  <a:lnTo>
                    <a:pt x="907111" y="1045624"/>
                  </a:lnTo>
                  <a:close/>
                  <a:moveTo>
                    <a:pt x="772824" y="965848"/>
                  </a:moveTo>
                  <a:lnTo>
                    <a:pt x="813075" y="930635"/>
                  </a:lnTo>
                  <a:lnTo>
                    <a:pt x="799041" y="926876"/>
                  </a:lnTo>
                  <a:close/>
                  <a:moveTo>
                    <a:pt x="733625" y="844666"/>
                  </a:moveTo>
                  <a:lnTo>
                    <a:pt x="740023" y="878291"/>
                  </a:lnTo>
                  <a:lnTo>
                    <a:pt x="760559" y="858862"/>
                  </a:lnTo>
                  <a:close/>
                  <a:moveTo>
                    <a:pt x="740023" y="878291"/>
                  </a:moveTo>
                  <a:lnTo>
                    <a:pt x="776204" y="888988"/>
                  </a:lnTo>
                  <a:lnTo>
                    <a:pt x="795632" y="865421"/>
                  </a:lnTo>
                  <a:close/>
                  <a:moveTo>
                    <a:pt x="873089" y="938511"/>
                  </a:moveTo>
                  <a:lnTo>
                    <a:pt x="889772" y="952036"/>
                  </a:lnTo>
                  <a:lnTo>
                    <a:pt x="884705" y="949296"/>
                  </a:lnTo>
                  <a:close/>
                  <a:moveTo>
                    <a:pt x="889772" y="952036"/>
                  </a:moveTo>
                  <a:lnTo>
                    <a:pt x="873089" y="938511"/>
                  </a:lnTo>
                  <a:lnTo>
                    <a:pt x="916310" y="971254"/>
                  </a:lnTo>
                  <a:close/>
                  <a:moveTo>
                    <a:pt x="889772" y="952036"/>
                  </a:moveTo>
                  <a:lnTo>
                    <a:pt x="895309" y="954931"/>
                  </a:lnTo>
                  <a:lnTo>
                    <a:pt x="884705" y="949296"/>
                  </a:lnTo>
                  <a:close/>
                  <a:moveTo>
                    <a:pt x="687851" y="519180"/>
                  </a:moveTo>
                  <a:lnTo>
                    <a:pt x="713454" y="553014"/>
                  </a:lnTo>
                  <a:lnTo>
                    <a:pt x="686349" y="516845"/>
                  </a:lnTo>
                  <a:close/>
                  <a:moveTo>
                    <a:pt x="578994" y="442749"/>
                  </a:moveTo>
                  <a:lnTo>
                    <a:pt x="585756" y="405994"/>
                  </a:lnTo>
                  <a:lnTo>
                    <a:pt x="582427" y="412914"/>
                  </a:lnTo>
                  <a:close/>
                  <a:moveTo>
                    <a:pt x="532334" y="369239"/>
                  </a:moveTo>
                  <a:lnTo>
                    <a:pt x="535266" y="379420"/>
                  </a:lnTo>
                  <a:lnTo>
                    <a:pt x="550089" y="377842"/>
                  </a:lnTo>
                  <a:close/>
                  <a:moveTo>
                    <a:pt x="532334" y="369239"/>
                  </a:moveTo>
                  <a:lnTo>
                    <a:pt x="530483" y="338561"/>
                  </a:lnTo>
                  <a:lnTo>
                    <a:pt x="535266" y="379420"/>
                  </a:lnTo>
                  <a:close/>
                  <a:moveTo>
                    <a:pt x="687851" y="519180"/>
                  </a:moveTo>
                  <a:lnTo>
                    <a:pt x="717831" y="535831"/>
                  </a:lnTo>
                  <a:lnTo>
                    <a:pt x="717687" y="536114"/>
                  </a:lnTo>
                  <a:close/>
                  <a:moveTo>
                    <a:pt x="585756" y="405994"/>
                  </a:moveTo>
                  <a:lnTo>
                    <a:pt x="580159" y="388811"/>
                  </a:lnTo>
                  <a:lnTo>
                    <a:pt x="550089" y="377842"/>
                  </a:lnTo>
                  <a:close/>
                  <a:moveTo>
                    <a:pt x="705192" y="391602"/>
                  </a:moveTo>
                  <a:lnTo>
                    <a:pt x="676680" y="371627"/>
                  </a:lnTo>
                  <a:lnTo>
                    <a:pt x="707684" y="410006"/>
                  </a:lnTo>
                  <a:close/>
                  <a:moveTo>
                    <a:pt x="676680" y="371627"/>
                  </a:moveTo>
                  <a:lnTo>
                    <a:pt x="705192" y="391602"/>
                  </a:lnTo>
                  <a:lnTo>
                    <a:pt x="702960" y="369099"/>
                  </a:lnTo>
                  <a:close/>
                  <a:moveTo>
                    <a:pt x="715344" y="333348"/>
                  </a:moveTo>
                  <a:lnTo>
                    <a:pt x="676680" y="371627"/>
                  </a:lnTo>
                  <a:lnTo>
                    <a:pt x="702960" y="369099"/>
                  </a:lnTo>
                  <a:close/>
                  <a:moveTo>
                    <a:pt x="559986" y="180335"/>
                  </a:moveTo>
                  <a:lnTo>
                    <a:pt x="554412" y="224607"/>
                  </a:lnTo>
                  <a:lnTo>
                    <a:pt x="566178" y="220047"/>
                  </a:lnTo>
                  <a:close/>
                  <a:moveTo>
                    <a:pt x="578586" y="43220"/>
                  </a:moveTo>
                  <a:lnTo>
                    <a:pt x="568717" y="62657"/>
                  </a:lnTo>
                  <a:lnTo>
                    <a:pt x="588537" y="49970"/>
                  </a:lnTo>
                  <a:close/>
                  <a:moveTo>
                    <a:pt x="588537" y="49970"/>
                  </a:moveTo>
                  <a:lnTo>
                    <a:pt x="568717" y="62657"/>
                  </a:lnTo>
                  <a:lnTo>
                    <a:pt x="568918" y="83579"/>
                  </a:lnTo>
                  <a:close/>
                  <a:moveTo>
                    <a:pt x="557220" y="3594"/>
                  </a:moveTo>
                  <a:lnTo>
                    <a:pt x="578586" y="43220"/>
                  </a:lnTo>
                  <a:lnTo>
                    <a:pt x="558858" y="6466"/>
                  </a:lnTo>
                  <a:close/>
                  <a:moveTo>
                    <a:pt x="557220" y="3594"/>
                  </a:moveTo>
                  <a:lnTo>
                    <a:pt x="577309" y="32010"/>
                  </a:lnTo>
                  <a:lnTo>
                    <a:pt x="578586" y="43220"/>
                  </a:lnTo>
                  <a:close/>
                  <a:moveTo>
                    <a:pt x="557220" y="3594"/>
                  </a:moveTo>
                  <a:lnTo>
                    <a:pt x="558858" y="6466"/>
                  </a:lnTo>
                  <a:lnTo>
                    <a:pt x="551959" y="0"/>
                  </a:lnTo>
                  <a:close/>
                </a:path>
              </a:pathLst>
            </a:custGeom>
            <a:solidFill>
              <a:srgbClr val="C2CCD3"/>
            </a:solidFill>
            <a:ln w="1524">
              <a:solidFill>
                <a:srgbClr val="C2CCD3"/>
              </a:solidFill>
            </a:ln>
          </p:spPr>
        </p:sp>
        <p:sp>
          <p:nvSpPr>
            <p:cNvPr id="104" name="Input_density__103">
              <a:extLst>
                <a:ext uri="{FF2B5EF4-FFF2-40B4-BE49-F238E27FC236}">
                  <a16:creationId xmlns:a16="http://schemas.microsoft.com/office/drawing/2014/main" id="{B1FB5AD7-793A-2806-8796-EE901DDA3688}"/>
                </a:ext>
              </a:extLst>
            </p:cNvPr>
            <p:cNvSpPr>
              <a:spLocks noGrp="1"/>
            </p:cNvSpPr>
            <p:nvPr/>
          </p:nvSpPr>
          <p:spPr>
            <a:xfrm>
              <a:off x="907147" y="1490977"/>
              <a:ext cx="720599" cy="1542250"/>
            </a:xfrm>
            <a:custGeom>
              <a:avLst/>
              <a:gdLst/>
              <a:ahLst/>
              <a:cxnLst/>
              <a:rect l="0" t="0" r="0" b="0"/>
              <a:pathLst>
                <a:path w="720599" h="1542250">
                  <a:moveTo>
                    <a:pt x="50177" y="1490246"/>
                  </a:moveTo>
                  <a:lnTo>
                    <a:pt x="93941" y="1509818"/>
                  </a:lnTo>
                  <a:lnTo>
                    <a:pt x="68336" y="1473062"/>
                  </a:lnTo>
                  <a:close/>
                  <a:moveTo>
                    <a:pt x="125144" y="1492634"/>
                  </a:moveTo>
                  <a:lnTo>
                    <a:pt x="93941" y="1509818"/>
                  </a:lnTo>
                  <a:lnTo>
                    <a:pt x="117859" y="1542250"/>
                  </a:lnTo>
                  <a:close/>
                  <a:moveTo>
                    <a:pt x="201134" y="1384757"/>
                  </a:moveTo>
                  <a:lnTo>
                    <a:pt x="215313" y="1368838"/>
                  </a:lnTo>
                  <a:lnTo>
                    <a:pt x="173305" y="1395283"/>
                  </a:lnTo>
                  <a:close/>
                  <a:moveTo>
                    <a:pt x="173305" y="1395283"/>
                  </a:moveTo>
                  <a:lnTo>
                    <a:pt x="215313" y="1368838"/>
                  </a:lnTo>
                  <a:lnTo>
                    <a:pt x="197159" y="1358231"/>
                  </a:lnTo>
                  <a:close/>
                  <a:moveTo>
                    <a:pt x="190239" y="1274363"/>
                  </a:moveTo>
                  <a:lnTo>
                    <a:pt x="186765" y="1290469"/>
                  </a:lnTo>
                  <a:lnTo>
                    <a:pt x="190930" y="1257309"/>
                  </a:lnTo>
                  <a:close/>
                  <a:moveTo>
                    <a:pt x="185940" y="1295517"/>
                  </a:moveTo>
                  <a:lnTo>
                    <a:pt x="186765" y="1290469"/>
                  </a:lnTo>
                  <a:lnTo>
                    <a:pt x="190239" y="1274363"/>
                  </a:lnTo>
                  <a:close/>
                  <a:moveTo>
                    <a:pt x="206909" y="1241209"/>
                  </a:moveTo>
                  <a:lnTo>
                    <a:pt x="190239" y="1274363"/>
                  </a:lnTo>
                  <a:lnTo>
                    <a:pt x="190930" y="1257309"/>
                  </a:lnTo>
                  <a:close/>
                  <a:moveTo>
                    <a:pt x="260629" y="1221273"/>
                  </a:moveTo>
                  <a:lnTo>
                    <a:pt x="238956" y="1236449"/>
                  </a:lnTo>
                  <a:lnTo>
                    <a:pt x="206909" y="1241209"/>
                  </a:lnTo>
                  <a:close/>
                  <a:moveTo>
                    <a:pt x="260629" y="1221273"/>
                  </a:moveTo>
                  <a:lnTo>
                    <a:pt x="206909" y="1241209"/>
                  </a:lnTo>
                  <a:lnTo>
                    <a:pt x="231353" y="1236391"/>
                  </a:lnTo>
                  <a:close/>
                  <a:moveTo>
                    <a:pt x="62977" y="1076800"/>
                  </a:moveTo>
                  <a:lnTo>
                    <a:pt x="86744" y="1069451"/>
                  </a:lnTo>
                  <a:lnTo>
                    <a:pt x="68345" y="1073534"/>
                  </a:lnTo>
                  <a:close/>
                  <a:moveTo>
                    <a:pt x="86744" y="1069451"/>
                  </a:moveTo>
                  <a:lnTo>
                    <a:pt x="95814" y="1056351"/>
                  </a:lnTo>
                  <a:lnTo>
                    <a:pt x="68345" y="1073534"/>
                  </a:lnTo>
                  <a:close/>
                  <a:moveTo>
                    <a:pt x="55103" y="1034479"/>
                  </a:moveTo>
                  <a:lnTo>
                    <a:pt x="57574" y="1056598"/>
                  </a:lnTo>
                  <a:lnTo>
                    <a:pt x="84701" y="1019596"/>
                  </a:lnTo>
                  <a:close/>
                  <a:moveTo>
                    <a:pt x="84701" y="1019596"/>
                  </a:moveTo>
                  <a:lnTo>
                    <a:pt x="57574" y="1056598"/>
                  </a:lnTo>
                  <a:lnTo>
                    <a:pt x="68345" y="1073534"/>
                  </a:lnTo>
                  <a:close/>
                  <a:moveTo>
                    <a:pt x="84701" y="1019596"/>
                  </a:moveTo>
                  <a:lnTo>
                    <a:pt x="68345" y="1073534"/>
                  </a:lnTo>
                  <a:lnTo>
                    <a:pt x="95814" y="1056351"/>
                  </a:lnTo>
                  <a:close/>
                  <a:moveTo>
                    <a:pt x="234415" y="1238449"/>
                  </a:moveTo>
                  <a:lnTo>
                    <a:pt x="277894" y="1230189"/>
                  </a:lnTo>
                  <a:lnTo>
                    <a:pt x="260629" y="1221273"/>
                  </a:lnTo>
                  <a:close/>
                  <a:moveTo>
                    <a:pt x="107987" y="965657"/>
                  </a:moveTo>
                  <a:lnTo>
                    <a:pt x="67136" y="996138"/>
                  </a:lnTo>
                  <a:lnTo>
                    <a:pt x="84701" y="1019596"/>
                  </a:lnTo>
                  <a:close/>
                  <a:moveTo>
                    <a:pt x="107987" y="965657"/>
                  </a:moveTo>
                  <a:lnTo>
                    <a:pt x="114136" y="951079"/>
                  </a:lnTo>
                  <a:lnTo>
                    <a:pt x="72715" y="975414"/>
                  </a:lnTo>
                  <a:close/>
                  <a:moveTo>
                    <a:pt x="72715" y="975414"/>
                  </a:moveTo>
                  <a:lnTo>
                    <a:pt x="114136" y="951079"/>
                  </a:lnTo>
                  <a:lnTo>
                    <a:pt x="99605" y="935893"/>
                  </a:lnTo>
                  <a:close/>
                  <a:moveTo>
                    <a:pt x="272727" y="1074087"/>
                  </a:moveTo>
                  <a:lnTo>
                    <a:pt x="244337" y="1075922"/>
                  </a:lnTo>
                  <a:lnTo>
                    <a:pt x="219503" y="1095877"/>
                  </a:lnTo>
                  <a:close/>
                  <a:moveTo>
                    <a:pt x="139623" y="948474"/>
                  </a:moveTo>
                  <a:lnTo>
                    <a:pt x="122611" y="917190"/>
                  </a:lnTo>
                  <a:lnTo>
                    <a:pt x="116406" y="928903"/>
                  </a:lnTo>
                  <a:close/>
                  <a:moveTo>
                    <a:pt x="110685" y="892147"/>
                  </a:moveTo>
                  <a:lnTo>
                    <a:pt x="116406" y="928903"/>
                  </a:lnTo>
                  <a:lnTo>
                    <a:pt x="114489" y="879046"/>
                  </a:lnTo>
                  <a:close/>
                  <a:moveTo>
                    <a:pt x="116406" y="928903"/>
                  </a:moveTo>
                  <a:lnTo>
                    <a:pt x="122611" y="917190"/>
                  </a:lnTo>
                  <a:lnTo>
                    <a:pt x="114489" y="879046"/>
                  </a:lnTo>
                  <a:close/>
                  <a:moveTo>
                    <a:pt x="272727" y="1074087"/>
                  </a:moveTo>
                  <a:lnTo>
                    <a:pt x="293247" y="1083466"/>
                  </a:lnTo>
                  <a:lnTo>
                    <a:pt x="283607" y="1058739"/>
                  </a:lnTo>
                  <a:close/>
                  <a:moveTo>
                    <a:pt x="283607" y="1058739"/>
                  </a:moveTo>
                  <a:lnTo>
                    <a:pt x="320142" y="1078311"/>
                  </a:lnTo>
                  <a:lnTo>
                    <a:pt x="317758" y="1041555"/>
                  </a:lnTo>
                  <a:close/>
                  <a:moveTo>
                    <a:pt x="302066" y="1004801"/>
                  </a:moveTo>
                  <a:lnTo>
                    <a:pt x="292267" y="1021857"/>
                  </a:lnTo>
                  <a:lnTo>
                    <a:pt x="283607" y="1058739"/>
                  </a:lnTo>
                  <a:close/>
                  <a:moveTo>
                    <a:pt x="317758" y="1041555"/>
                  </a:moveTo>
                  <a:lnTo>
                    <a:pt x="302066" y="1004801"/>
                  </a:lnTo>
                  <a:lnTo>
                    <a:pt x="283607" y="1058739"/>
                  </a:lnTo>
                  <a:close/>
                  <a:moveTo>
                    <a:pt x="292553" y="1021984"/>
                  </a:moveTo>
                  <a:lnTo>
                    <a:pt x="307848" y="984616"/>
                  </a:lnTo>
                  <a:lnTo>
                    <a:pt x="315500" y="968046"/>
                  </a:lnTo>
                  <a:close/>
                  <a:moveTo>
                    <a:pt x="307848" y="984616"/>
                  </a:moveTo>
                  <a:lnTo>
                    <a:pt x="292267" y="1021857"/>
                  </a:lnTo>
                  <a:lnTo>
                    <a:pt x="302066" y="1004801"/>
                  </a:lnTo>
                  <a:close/>
                  <a:moveTo>
                    <a:pt x="307848" y="984616"/>
                  </a:moveTo>
                  <a:lnTo>
                    <a:pt x="324829" y="951896"/>
                  </a:lnTo>
                  <a:lnTo>
                    <a:pt x="315500" y="968046"/>
                  </a:lnTo>
                  <a:close/>
                  <a:moveTo>
                    <a:pt x="324829" y="951896"/>
                  </a:moveTo>
                  <a:lnTo>
                    <a:pt x="325493" y="950862"/>
                  </a:lnTo>
                  <a:lnTo>
                    <a:pt x="315500" y="968046"/>
                  </a:lnTo>
                  <a:close/>
                  <a:moveTo>
                    <a:pt x="107874" y="735251"/>
                  </a:moveTo>
                  <a:lnTo>
                    <a:pt x="85021" y="747516"/>
                  </a:lnTo>
                  <a:lnTo>
                    <a:pt x="128540" y="733381"/>
                  </a:lnTo>
                  <a:close/>
                  <a:moveTo>
                    <a:pt x="521489" y="1092663"/>
                  </a:moveTo>
                  <a:lnTo>
                    <a:pt x="534151" y="1080699"/>
                  </a:lnTo>
                  <a:lnTo>
                    <a:pt x="520459" y="1097882"/>
                  </a:lnTo>
                  <a:close/>
                  <a:moveTo>
                    <a:pt x="269091" y="834622"/>
                  </a:moveTo>
                  <a:lnTo>
                    <a:pt x="286904" y="810103"/>
                  </a:lnTo>
                  <a:lnTo>
                    <a:pt x="266897" y="840597"/>
                  </a:lnTo>
                  <a:close/>
                  <a:moveTo>
                    <a:pt x="206060" y="679788"/>
                  </a:moveTo>
                  <a:lnTo>
                    <a:pt x="181790" y="694619"/>
                  </a:lnTo>
                  <a:lnTo>
                    <a:pt x="180301" y="718389"/>
                  </a:lnTo>
                  <a:close/>
                  <a:moveTo>
                    <a:pt x="180301" y="718389"/>
                  </a:moveTo>
                  <a:lnTo>
                    <a:pt x="196468" y="713149"/>
                  </a:lnTo>
                  <a:lnTo>
                    <a:pt x="206060" y="679788"/>
                  </a:lnTo>
                  <a:close/>
                  <a:moveTo>
                    <a:pt x="173414" y="663303"/>
                  </a:moveTo>
                  <a:lnTo>
                    <a:pt x="152145" y="679989"/>
                  </a:lnTo>
                  <a:lnTo>
                    <a:pt x="140608" y="693577"/>
                  </a:lnTo>
                  <a:close/>
                  <a:moveTo>
                    <a:pt x="542818" y="1076198"/>
                  </a:moveTo>
                  <a:lnTo>
                    <a:pt x="534151" y="1080699"/>
                  </a:lnTo>
                  <a:lnTo>
                    <a:pt x="521489" y="1092663"/>
                  </a:lnTo>
                  <a:close/>
                  <a:moveTo>
                    <a:pt x="563726" y="1070848"/>
                  </a:moveTo>
                  <a:lnTo>
                    <a:pt x="611932" y="1085452"/>
                  </a:lnTo>
                  <a:lnTo>
                    <a:pt x="583818" y="1063516"/>
                  </a:lnTo>
                  <a:close/>
                  <a:moveTo>
                    <a:pt x="231561" y="703803"/>
                  </a:moveTo>
                  <a:lnTo>
                    <a:pt x="211254" y="680203"/>
                  </a:lnTo>
                  <a:lnTo>
                    <a:pt x="196468" y="713149"/>
                  </a:lnTo>
                  <a:close/>
                  <a:moveTo>
                    <a:pt x="673018" y="1083087"/>
                  </a:moveTo>
                  <a:lnTo>
                    <a:pt x="664446" y="1061009"/>
                  </a:lnTo>
                  <a:lnTo>
                    <a:pt x="647369" y="1093370"/>
                  </a:lnTo>
                  <a:close/>
                  <a:moveTo>
                    <a:pt x="599344" y="1009577"/>
                  </a:moveTo>
                  <a:lnTo>
                    <a:pt x="583818" y="1063516"/>
                  </a:lnTo>
                  <a:lnTo>
                    <a:pt x="623967" y="1034242"/>
                  </a:lnTo>
                  <a:close/>
                  <a:moveTo>
                    <a:pt x="623967" y="1034242"/>
                  </a:moveTo>
                  <a:lnTo>
                    <a:pt x="583818" y="1063516"/>
                  </a:lnTo>
                  <a:lnTo>
                    <a:pt x="623718" y="1049164"/>
                  </a:lnTo>
                  <a:close/>
                  <a:moveTo>
                    <a:pt x="664446" y="1061009"/>
                  </a:moveTo>
                  <a:lnTo>
                    <a:pt x="654235" y="1046332"/>
                  </a:lnTo>
                  <a:lnTo>
                    <a:pt x="611932" y="1085452"/>
                  </a:lnTo>
                  <a:close/>
                  <a:moveTo>
                    <a:pt x="654235" y="1046332"/>
                  </a:moveTo>
                  <a:lnTo>
                    <a:pt x="659240" y="1041546"/>
                  </a:lnTo>
                  <a:lnTo>
                    <a:pt x="646079" y="1013326"/>
                  </a:lnTo>
                  <a:close/>
                  <a:moveTo>
                    <a:pt x="623718" y="1049164"/>
                  </a:moveTo>
                  <a:lnTo>
                    <a:pt x="654235" y="1046332"/>
                  </a:lnTo>
                  <a:lnTo>
                    <a:pt x="646079" y="1013326"/>
                  </a:lnTo>
                  <a:close/>
                  <a:moveTo>
                    <a:pt x="575128" y="990006"/>
                  </a:moveTo>
                  <a:lnTo>
                    <a:pt x="599344" y="1009577"/>
                  </a:lnTo>
                  <a:lnTo>
                    <a:pt x="601839" y="972822"/>
                  </a:lnTo>
                  <a:close/>
                  <a:moveTo>
                    <a:pt x="646079" y="1013326"/>
                  </a:moveTo>
                  <a:lnTo>
                    <a:pt x="659240" y="1041546"/>
                  </a:lnTo>
                  <a:lnTo>
                    <a:pt x="665091" y="1009577"/>
                  </a:lnTo>
                  <a:close/>
                  <a:moveTo>
                    <a:pt x="605931" y="966806"/>
                  </a:moveTo>
                  <a:lnTo>
                    <a:pt x="575128" y="990006"/>
                  </a:lnTo>
                  <a:lnTo>
                    <a:pt x="601839" y="972822"/>
                  </a:lnTo>
                  <a:close/>
                  <a:moveTo>
                    <a:pt x="23518" y="284181"/>
                  </a:moveTo>
                  <a:lnTo>
                    <a:pt x="4480" y="328416"/>
                  </a:lnTo>
                  <a:lnTo>
                    <a:pt x="0" y="311232"/>
                  </a:lnTo>
                  <a:close/>
                  <a:moveTo>
                    <a:pt x="23518" y="284181"/>
                  </a:moveTo>
                  <a:lnTo>
                    <a:pt x="7973" y="322268"/>
                  </a:lnTo>
                  <a:lnTo>
                    <a:pt x="4480" y="328416"/>
                  </a:lnTo>
                  <a:close/>
                  <a:moveTo>
                    <a:pt x="23518" y="284181"/>
                  </a:moveTo>
                  <a:lnTo>
                    <a:pt x="30676" y="274477"/>
                  </a:lnTo>
                  <a:lnTo>
                    <a:pt x="29289" y="291661"/>
                  </a:lnTo>
                  <a:close/>
                  <a:moveTo>
                    <a:pt x="673018" y="1083087"/>
                  </a:moveTo>
                  <a:lnTo>
                    <a:pt x="720599" y="1050172"/>
                  </a:lnTo>
                  <a:lnTo>
                    <a:pt x="661872" y="1045233"/>
                  </a:lnTo>
                  <a:close/>
                  <a:moveTo>
                    <a:pt x="661872" y="1045233"/>
                  </a:moveTo>
                  <a:lnTo>
                    <a:pt x="720599" y="1050172"/>
                  </a:lnTo>
                  <a:lnTo>
                    <a:pt x="708543" y="1034379"/>
                  </a:lnTo>
                  <a:close/>
                  <a:moveTo>
                    <a:pt x="661872" y="1045233"/>
                  </a:moveTo>
                  <a:lnTo>
                    <a:pt x="699684" y="996834"/>
                  </a:lnTo>
                  <a:lnTo>
                    <a:pt x="659240" y="1041546"/>
                  </a:lnTo>
                  <a:close/>
                  <a:moveTo>
                    <a:pt x="637721" y="989458"/>
                  </a:moveTo>
                  <a:lnTo>
                    <a:pt x="636850" y="993741"/>
                  </a:lnTo>
                  <a:lnTo>
                    <a:pt x="645186" y="989001"/>
                  </a:lnTo>
                  <a:close/>
                  <a:moveTo>
                    <a:pt x="653699" y="924622"/>
                  </a:moveTo>
                  <a:lnTo>
                    <a:pt x="605931" y="966806"/>
                  </a:lnTo>
                  <a:lnTo>
                    <a:pt x="624453" y="939850"/>
                  </a:lnTo>
                  <a:close/>
                  <a:moveTo>
                    <a:pt x="303621" y="605273"/>
                  </a:moveTo>
                  <a:lnTo>
                    <a:pt x="311251" y="603699"/>
                  </a:lnTo>
                  <a:lnTo>
                    <a:pt x="295109" y="568517"/>
                  </a:lnTo>
                  <a:close/>
                  <a:moveTo>
                    <a:pt x="311251" y="603699"/>
                  </a:moveTo>
                  <a:lnTo>
                    <a:pt x="363092" y="588642"/>
                  </a:lnTo>
                  <a:lnTo>
                    <a:pt x="345560" y="558148"/>
                  </a:lnTo>
                  <a:close/>
                  <a:moveTo>
                    <a:pt x="311251" y="603699"/>
                  </a:moveTo>
                  <a:lnTo>
                    <a:pt x="345560" y="558148"/>
                  </a:lnTo>
                  <a:lnTo>
                    <a:pt x="303518" y="565239"/>
                  </a:lnTo>
                  <a:close/>
                  <a:moveTo>
                    <a:pt x="50285" y="259680"/>
                  </a:moveTo>
                  <a:lnTo>
                    <a:pt x="30676" y="274477"/>
                  </a:lnTo>
                  <a:lnTo>
                    <a:pt x="69047" y="262442"/>
                  </a:lnTo>
                  <a:close/>
                  <a:moveTo>
                    <a:pt x="624453" y="939850"/>
                  </a:moveTo>
                  <a:lnTo>
                    <a:pt x="643249" y="943791"/>
                  </a:lnTo>
                  <a:lnTo>
                    <a:pt x="653699" y="924622"/>
                  </a:lnTo>
                  <a:close/>
                  <a:moveTo>
                    <a:pt x="653699" y="924622"/>
                  </a:moveTo>
                  <a:lnTo>
                    <a:pt x="643249" y="943791"/>
                  </a:lnTo>
                  <a:lnTo>
                    <a:pt x="671427" y="901700"/>
                  </a:lnTo>
                  <a:close/>
                  <a:moveTo>
                    <a:pt x="671755" y="895921"/>
                  </a:moveTo>
                  <a:lnTo>
                    <a:pt x="669130" y="905092"/>
                  </a:lnTo>
                  <a:lnTo>
                    <a:pt x="671427" y="901700"/>
                  </a:lnTo>
                  <a:close/>
                  <a:moveTo>
                    <a:pt x="701188" y="881387"/>
                  </a:moveTo>
                  <a:lnTo>
                    <a:pt x="683005" y="864945"/>
                  </a:lnTo>
                  <a:lnTo>
                    <a:pt x="682051" y="906047"/>
                  </a:lnTo>
                  <a:close/>
                  <a:moveTo>
                    <a:pt x="671755" y="895921"/>
                  </a:moveTo>
                  <a:lnTo>
                    <a:pt x="679175" y="901700"/>
                  </a:lnTo>
                  <a:lnTo>
                    <a:pt x="669130" y="905092"/>
                  </a:lnTo>
                  <a:close/>
                  <a:moveTo>
                    <a:pt x="159011" y="224619"/>
                  </a:moveTo>
                  <a:lnTo>
                    <a:pt x="135679" y="233595"/>
                  </a:lnTo>
                  <a:lnTo>
                    <a:pt x="104502" y="241604"/>
                  </a:lnTo>
                  <a:close/>
                  <a:moveTo>
                    <a:pt x="159011" y="224619"/>
                  </a:moveTo>
                  <a:lnTo>
                    <a:pt x="104502" y="241604"/>
                  </a:lnTo>
                  <a:lnTo>
                    <a:pt x="128177" y="233912"/>
                  </a:lnTo>
                  <a:close/>
                  <a:moveTo>
                    <a:pt x="325959" y="412753"/>
                  </a:moveTo>
                  <a:lnTo>
                    <a:pt x="328734" y="406702"/>
                  </a:lnTo>
                  <a:lnTo>
                    <a:pt x="308671" y="410446"/>
                  </a:lnTo>
                  <a:close/>
                  <a:moveTo>
                    <a:pt x="497794" y="605144"/>
                  </a:moveTo>
                  <a:lnTo>
                    <a:pt x="490574" y="620614"/>
                  </a:lnTo>
                  <a:lnTo>
                    <a:pt x="497450" y="590477"/>
                  </a:lnTo>
                  <a:close/>
                  <a:moveTo>
                    <a:pt x="507501" y="559322"/>
                  </a:moveTo>
                  <a:lnTo>
                    <a:pt x="497794" y="605144"/>
                  </a:lnTo>
                  <a:lnTo>
                    <a:pt x="497450" y="590477"/>
                  </a:lnTo>
                  <a:close/>
                  <a:moveTo>
                    <a:pt x="542680" y="550992"/>
                  </a:moveTo>
                  <a:lnTo>
                    <a:pt x="527279" y="553722"/>
                  </a:lnTo>
                  <a:lnTo>
                    <a:pt x="566702" y="559883"/>
                  </a:lnTo>
                  <a:close/>
                  <a:moveTo>
                    <a:pt x="527279" y="553722"/>
                  </a:moveTo>
                  <a:lnTo>
                    <a:pt x="507501" y="559322"/>
                  </a:lnTo>
                  <a:lnTo>
                    <a:pt x="566702" y="559883"/>
                  </a:lnTo>
                  <a:close/>
                  <a:moveTo>
                    <a:pt x="542680" y="550992"/>
                  </a:moveTo>
                  <a:lnTo>
                    <a:pt x="566702" y="559883"/>
                  </a:lnTo>
                  <a:lnTo>
                    <a:pt x="586380" y="536539"/>
                  </a:lnTo>
                  <a:close/>
                  <a:moveTo>
                    <a:pt x="647513" y="519941"/>
                  </a:moveTo>
                  <a:lnTo>
                    <a:pt x="602742" y="529252"/>
                  </a:lnTo>
                  <a:lnTo>
                    <a:pt x="649015" y="522277"/>
                  </a:lnTo>
                  <a:close/>
                  <a:moveTo>
                    <a:pt x="602742" y="529252"/>
                  </a:moveTo>
                  <a:lnTo>
                    <a:pt x="616415" y="524966"/>
                  </a:lnTo>
                  <a:lnTo>
                    <a:pt x="649015" y="522277"/>
                  </a:lnTo>
                  <a:close/>
                  <a:moveTo>
                    <a:pt x="616415" y="524966"/>
                  </a:moveTo>
                  <a:lnTo>
                    <a:pt x="641173" y="521325"/>
                  </a:lnTo>
                  <a:lnTo>
                    <a:pt x="649015" y="522277"/>
                  </a:lnTo>
                  <a:close/>
                  <a:moveTo>
                    <a:pt x="420519" y="98432"/>
                  </a:moveTo>
                  <a:lnTo>
                    <a:pt x="439220" y="72144"/>
                  </a:lnTo>
                  <a:lnTo>
                    <a:pt x="422853" y="80684"/>
                  </a:lnTo>
                  <a:close/>
                  <a:moveTo>
                    <a:pt x="437979" y="63501"/>
                  </a:moveTo>
                  <a:lnTo>
                    <a:pt x="446759" y="26746"/>
                  </a:lnTo>
                  <a:lnTo>
                    <a:pt x="422853" y="80684"/>
                  </a:lnTo>
                  <a:close/>
                  <a:moveTo>
                    <a:pt x="478976" y="0"/>
                  </a:moveTo>
                  <a:lnTo>
                    <a:pt x="456758" y="13141"/>
                  </a:lnTo>
                  <a:lnTo>
                    <a:pt x="446759" y="26746"/>
                  </a:lnTo>
                  <a:close/>
                </a:path>
              </a:pathLst>
            </a:custGeom>
            <a:solidFill>
              <a:srgbClr val="CFD7DE"/>
            </a:solidFill>
            <a:ln w="1524">
              <a:solidFill>
                <a:srgbClr val="CFD7DE"/>
              </a:solidFill>
            </a:ln>
          </p:spPr>
        </p:sp>
        <p:sp>
          <p:nvSpPr>
            <p:cNvPr id="105" name="Input_density__104">
              <a:extLst>
                <a:ext uri="{FF2B5EF4-FFF2-40B4-BE49-F238E27FC236}">
                  <a16:creationId xmlns:a16="http://schemas.microsoft.com/office/drawing/2014/main" id="{E94B0D3D-730D-7819-10F9-B09A285C42B9}"/>
                </a:ext>
              </a:extLst>
            </p:cNvPr>
            <p:cNvSpPr>
              <a:spLocks noGrp="1"/>
            </p:cNvSpPr>
            <p:nvPr/>
          </p:nvSpPr>
          <p:spPr>
            <a:xfrm>
              <a:off x="891283" y="1664743"/>
              <a:ext cx="1033665" cy="1519827"/>
            </a:xfrm>
            <a:custGeom>
              <a:avLst/>
              <a:gdLst/>
              <a:ahLst/>
              <a:cxnLst/>
              <a:rect l="0" t="0" r="0" b="0"/>
              <a:pathLst>
                <a:path w="1033665" h="1519827">
                  <a:moveTo>
                    <a:pt x="137976" y="1356016"/>
                  </a:moveTo>
                  <a:lnTo>
                    <a:pt x="154805" y="1372807"/>
                  </a:lnTo>
                  <a:lnTo>
                    <a:pt x="133724" y="1368485"/>
                  </a:lnTo>
                  <a:close/>
                  <a:moveTo>
                    <a:pt x="299758" y="1519827"/>
                  </a:moveTo>
                  <a:lnTo>
                    <a:pt x="313391" y="1515021"/>
                  </a:lnTo>
                  <a:lnTo>
                    <a:pt x="269552" y="1502592"/>
                  </a:lnTo>
                  <a:close/>
                  <a:moveTo>
                    <a:pt x="233927" y="1493974"/>
                  </a:moveTo>
                  <a:lnTo>
                    <a:pt x="269552" y="1502592"/>
                  </a:lnTo>
                  <a:lnTo>
                    <a:pt x="290019" y="1482909"/>
                  </a:lnTo>
                  <a:close/>
                  <a:moveTo>
                    <a:pt x="154805" y="1372807"/>
                  </a:moveTo>
                  <a:lnTo>
                    <a:pt x="181054" y="1362356"/>
                  </a:lnTo>
                  <a:lnTo>
                    <a:pt x="133724" y="1368485"/>
                  </a:lnTo>
                  <a:close/>
                  <a:moveTo>
                    <a:pt x="133724" y="1368485"/>
                  </a:moveTo>
                  <a:lnTo>
                    <a:pt x="181054" y="1362356"/>
                  </a:lnTo>
                  <a:lnTo>
                    <a:pt x="189097" y="1354731"/>
                  </a:lnTo>
                  <a:close/>
                  <a:moveTo>
                    <a:pt x="219380" y="1343377"/>
                  </a:moveTo>
                  <a:lnTo>
                    <a:pt x="209166" y="1333556"/>
                  </a:lnTo>
                  <a:lnTo>
                    <a:pt x="189097" y="1354731"/>
                  </a:lnTo>
                  <a:close/>
                  <a:moveTo>
                    <a:pt x="222926" y="1131667"/>
                  </a:moveTo>
                  <a:lnTo>
                    <a:pt x="253046" y="1152255"/>
                  </a:lnTo>
                  <a:lnTo>
                    <a:pt x="278370" y="1158429"/>
                  </a:lnTo>
                  <a:close/>
                  <a:moveTo>
                    <a:pt x="66432" y="864400"/>
                  </a:moveTo>
                  <a:lnTo>
                    <a:pt x="44674" y="863013"/>
                  </a:lnTo>
                  <a:lnTo>
                    <a:pt x="12644" y="836294"/>
                  </a:lnTo>
                  <a:close/>
                  <a:moveTo>
                    <a:pt x="72725" y="845830"/>
                  </a:moveTo>
                  <a:lnTo>
                    <a:pt x="36091" y="861979"/>
                  </a:lnTo>
                  <a:lnTo>
                    <a:pt x="83000" y="822373"/>
                  </a:lnTo>
                  <a:close/>
                  <a:moveTo>
                    <a:pt x="34518" y="861890"/>
                  </a:moveTo>
                  <a:lnTo>
                    <a:pt x="44674" y="863013"/>
                  </a:lnTo>
                  <a:lnTo>
                    <a:pt x="83000" y="822373"/>
                  </a:lnTo>
                  <a:close/>
                  <a:moveTo>
                    <a:pt x="378796" y="1130960"/>
                  </a:moveTo>
                  <a:lnTo>
                    <a:pt x="335367" y="1143050"/>
                  </a:lnTo>
                  <a:lnTo>
                    <a:pt x="372778" y="1158347"/>
                  </a:lnTo>
                  <a:close/>
                  <a:moveTo>
                    <a:pt x="378796" y="1130960"/>
                  </a:moveTo>
                  <a:lnTo>
                    <a:pt x="335331" y="1139208"/>
                  </a:lnTo>
                  <a:lnTo>
                    <a:pt x="335367" y="1143050"/>
                  </a:lnTo>
                  <a:close/>
                  <a:moveTo>
                    <a:pt x="378796" y="1130960"/>
                  </a:moveTo>
                  <a:lnTo>
                    <a:pt x="372778" y="1158347"/>
                  </a:lnTo>
                  <a:lnTo>
                    <a:pt x="382871" y="1139870"/>
                  </a:lnTo>
                  <a:close/>
                  <a:moveTo>
                    <a:pt x="88579" y="801648"/>
                  </a:moveTo>
                  <a:lnTo>
                    <a:pt x="77611" y="765818"/>
                  </a:lnTo>
                  <a:lnTo>
                    <a:pt x="91481" y="791892"/>
                  </a:lnTo>
                  <a:close/>
                  <a:moveTo>
                    <a:pt x="45364" y="720199"/>
                  </a:moveTo>
                  <a:lnTo>
                    <a:pt x="76410" y="755137"/>
                  </a:lnTo>
                  <a:lnTo>
                    <a:pt x="77611" y="765818"/>
                  </a:lnTo>
                  <a:close/>
                  <a:moveTo>
                    <a:pt x="0" y="735565"/>
                  </a:moveTo>
                  <a:lnTo>
                    <a:pt x="45364" y="720199"/>
                  </a:lnTo>
                  <a:lnTo>
                    <a:pt x="47356" y="717473"/>
                  </a:lnTo>
                  <a:close/>
                  <a:moveTo>
                    <a:pt x="45364" y="720199"/>
                  </a:moveTo>
                  <a:lnTo>
                    <a:pt x="76232" y="722192"/>
                  </a:lnTo>
                  <a:lnTo>
                    <a:pt x="47356" y="717473"/>
                  </a:lnTo>
                  <a:close/>
                  <a:moveTo>
                    <a:pt x="76232" y="722192"/>
                  </a:moveTo>
                  <a:lnTo>
                    <a:pt x="78173" y="708118"/>
                  </a:lnTo>
                  <a:lnTo>
                    <a:pt x="47356" y="717473"/>
                  </a:lnTo>
                  <a:close/>
                  <a:moveTo>
                    <a:pt x="78173" y="708118"/>
                  </a:moveTo>
                  <a:lnTo>
                    <a:pt x="76232" y="722192"/>
                  </a:lnTo>
                  <a:lnTo>
                    <a:pt x="91089" y="681627"/>
                  </a:lnTo>
                  <a:close/>
                  <a:moveTo>
                    <a:pt x="350945" y="912670"/>
                  </a:moveTo>
                  <a:lnTo>
                    <a:pt x="366128" y="917523"/>
                  </a:lnTo>
                  <a:lnTo>
                    <a:pt x="358969" y="904545"/>
                  </a:lnTo>
                  <a:close/>
                  <a:moveTo>
                    <a:pt x="666678" y="1144647"/>
                  </a:moveTo>
                  <a:lnTo>
                    <a:pt x="652418" y="1167793"/>
                  </a:lnTo>
                  <a:lnTo>
                    <a:pt x="673170" y="1149172"/>
                  </a:lnTo>
                  <a:close/>
                  <a:moveTo>
                    <a:pt x="654300" y="1107892"/>
                  </a:moveTo>
                  <a:lnTo>
                    <a:pt x="625001" y="1093649"/>
                  </a:lnTo>
                  <a:lnTo>
                    <a:pt x="606095" y="1119174"/>
                  </a:lnTo>
                  <a:close/>
                  <a:moveTo>
                    <a:pt x="606095" y="1119174"/>
                  </a:moveTo>
                  <a:lnTo>
                    <a:pt x="571046" y="1083017"/>
                  </a:lnTo>
                  <a:lnTo>
                    <a:pt x="573173" y="1088320"/>
                  </a:lnTo>
                  <a:close/>
                  <a:moveTo>
                    <a:pt x="561899" y="1078507"/>
                  </a:moveTo>
                  <a:lnTo>
                    <a:pt x="573173" y="1088320"/>
                  </a:lnTo>
                  <a:lnTo>
                    <a:pt x="571046" y="1083017"/>
                  </a:lnTo>
                  <a:close/>
                  <a:moveTo>
                    <a:pt x="370114" y="867790"/>
                  </a:moveTo>
                  <a:lnTo>
                    <a:pt x="353918" y="900361"/>
                  </a:lnTo>
                  <a:lnTo>
                    <a:pt x="358969" y="904545"/>
                  </a:lnTo>
                  <a:close/>
                  <a:moveTo>
                    <a:pt x="206770" y="670243"/>
                  </a:moveTo>
                  <a:lnTo>
                    <a:pt x="226412" y="696212"/>
                  </a:lnTo>
                  <a:lnTo>
                    <a:pt x="210447" y="684015"/>
                  </a:lnTo>
                  <a:close/>
                  <a:moveTo>
                    <a:pt x="288045" y="703587"/>
                  </a:moveTo>
                  <a:lnTo>
                    <a:pt x="302777" y="732577"/>
                  </a:lnTo>
                  <a:lnTo>
                    <a:pt x="327788" y="729878"/>
                  </a:lnTo>
                  <a:close/>
                  <a:moveTo>
                    <a:pt x="212205" y="647260"/>
                  </a:moveTo>
                  <a:lnTo>
                    <a:pt x="201727" y="630077"/>
                  </a:lnTo>
                  <a:lnTo>
                    <a:pt x="210447" y="684015"/>
                  </a:lnTo>
                  <a:close/>
                  <a:moveTo>
                    <a:pt x="212205" y="647260"/>
                  </a:moveTo>
                  <a:lnTo>
                    <a:pt x="219810" y="593322"/>
                  </a:lnTo>
                  <a:lnTo>
                    <a:pt x="201727" y="630077"/>
                  </a:lnTo>
                  <a:close/>
                  <a:moveTo>
                    <a:pt x="654300" y="1107892"/>
                  </a:moveTo>
                  <a:lnTo>
                    <a:pt x="666678" y="1144647"/>
                  </a:lnTo>
                  <a:lnTo>
                    <a:pt x="636795" y="1101400"/>
                  </a:lnTo>
                  <a:close/>
                  <a:moveTo>
                    <a:pt x="420900" y="765841"/>
                  </a:moveTo>
                  <a:lnTo>
                    <a:pt x="434411" y="799605"/>
                  </a:lnTo>
                  <a:lnTo>
                    <a:pt x="447284" y="813852"/>
                  </a:lnTo>
                  <a:close/>
                  <a:moveTo>
                    <a:pt x="434411" y="799605"/>
                  </a:moveTo>
                  <a:lnTo>
                    <a:pt x="420900" y="765841"/>
                  </a:lnTo>
                  <a:lnTo>
                    <a:pt x="432390" y="796668"/>
                  </a:lnTo>
                  <a:close/>
                  <a:moveTo>
                    <a:pt x="327788" y="729878"/>
                  </a:moveTo>
                  <a:lnTo>
                    <a:pt x="287751" y="703331"/>
                  </a:lnTo>
                  <a:lnTo>
                    <a:pt x="288045" y="703587"/>
                  </a:lnTo>
                  <a:close/>
                  <a:moveTo>
                    <a:pt x="728111" y="1170832"/>
                  </a:moveTo>
                  <a:lnTo>
                    <a:pt x="767337" y="1200973"/>
                  </a:lnTo>
                  <a:lnTo>
                    <a:pt x="739808" y="1177535"/>
                  </a:lnTo>
                  <a:close/>
                  <a:moveTo>
                    <a:pt x="806434" y="1147035"/>
                  </a:moveTo>
                  <a:lnTo>
                    <a:pt x="796296" y="1167949"/>
                  </a:lnTo>
                  <a:lnTo>
                    <a:pt x="815557" y="1153916"/>
                  </a:lnTo>
                  <a:close/>
                  <a:moveTo>
                    <a:pt x="815557" y="1153916"/>
                  </a:moveTo>
                  <a:lnTo>
                    <a:pt x="796296" y="1167949"/>
                  </a:lnTo>
                  <a:lnTo>
                    <a:pt x="794571" y="1188636"/>
                  </a:lnTo>
                  <a:close/>
                  <a:moveTo>
                    <a:pt x="815557" y="1153916"/>
                  </a:moveTo>
                  <a:lnTo>
                    <a:pt x="794571" y="1188636"/>
                  </a:lnTo>
                  <a:lnTo>
                    <a:pt x="831248" y="1185907"/>
                  </a:lnTo>
                  <a:close/>
                  <a:moveTo>
                    <a:pt x="831248" y="1185907"/>
                  </a:moveTo>
                  <a:lnTo>
                    <a:pt x="857025" y="1192039"/>
                  </a:lnTo>
                  <a:lnTo>
                    <a:pt x="815557" y="1153916"/>
                  </a:lnTo>
                  <a:close/>
                  <a:moveTo>
                    <a:pt x="586607" y="936125"/>
                  </a:moveTo>
                  <a:lnTo>
                    <a:pt x="596062" y="943688"/>
                  </a:lnTo>
                  <a:lnTo>
                    <a:pt x="579591" y="897082"/>
                  </a:lnTo>
                  <a:close/>
                  <a:moveTo>
                    <a:pt x="627796" y="911686"/>
                  </a:moveTo>
                  <a:lnTo>
                    <a:pt x="608591" y="936090"/>
                  </a:lnTo>
                  <a:lnTo>
                    <a:pt x="663233" y="919604"/>
                  </a:lnTo>
                  <a:close/>
                  <a:moveTo>
                    <a:pt x="87894" y="265240"/>
                  </a:moveTo>
                  <a:lnTo>
                    <a:pt x="70033" y="292849"/>
                  </a:lnTo>
                  <a:lnTo>
                    <a:pt x="88508" y="264915"/>
                  </a:lnTo>
                  <a:close/>
                  <a:moveTo>
                    <a:pt x="88508" y="264915"/>
                  </a:moveTo>
                  <a:lnTo>
                    <a:pt x="70033" y="292849"/>
                  </a:lnTo>
                  <a:lnTo>
                    <a:pt x="98577" y="318853"/>
                  </a:lnTo>
                  <a:close/>
                  <a:moveTo>
                    <a:pt x="88508" y="264915"/>
                  </a:moveTo>
                  <a:lnTo>
                    <a:pt x="98577" y="318853"/>
                  </a:lnTo>
                  <a:lnTo>
                    <a:pt x="102395" y="301670"/>
                  </a:lnTo>
                  <a:close/>
                  <a:moveTo>
                    <a:pt x="61809" y="262103"/>
                  </a:moveTo>
                  <a:lnTo>
                    <a:pt x="56888" y="282098"/>
                  </a:lnTo>
                  <a:lnTo>
                    <a:pt x="87894" y="265240"/>
                  </a:lnTo>
                  <a:close/>
                  <a:moveTo>
                    <a:pt x="88508" y="264915"/>
                  </a:moveTo>
                  <a:lnTo>
                    <a:pt x="60063" y="243119"/>
                  </a:lnTo>
                  <a:lnTo>
                    <a:pt x="62141" y="245343"/>
                  </a:lnTo>
                  <a:close/>
                  <a:moveTo>
                    <a:pt x="61809" y="262103"/>
                  </a:moveTo>
                  <a:lnTo>
                    <a:pt x="87894" y="265240"/>
                  </a:lnTo>
                  <a:lnTo>
                    <a:pt x="88508" y="264915"/>
                  </a:lnTo>
                  <a:close/>
                  <a:moveTo>
                    <a:pt x="62141" y="245343"/>
                  </a:moveTo>
                  <a:lnTo>
                    <a:pt x="61809" y="262103"/>
                  </a:lnTo>
                  <a:lnTo>
                    <a:pt x="88508" y="264915"/>
                  </a:lnTo>
                  <a:close/>
                  <a:moveTo>
                    <a:pt x="796081" y="1142662"/>
                  </a:moveTo>
                  <a:lnTo>
                    <a:pt x="806434" y="1147035"/>
                  </a:lnTo>
                  <a:lnTo>
                    <a:pt x="786358" y="1130793"/>
                  </a:lnTo>
                  <a:close/>
                  <a:moveTo>
                    <a:pt x="671848" y="926505"/>
                  </a:moveTo>
                  <a:lnTo>
                    <a:pt x="705271" y="952197"/>
                  </a:lnTo>
                  <a:lnTo>
                    <a:pt x="698476" y="946077"/>
                  </a:lnTo>
                  <a:close/>
                  <a:moveTo>
                    <a:pt x="512539" y="763177"/>
                  </a:moveTo>
                  <a:lnTo>
                    <a:pt x="518592" y="752543"/>
                  </a:lnTo>
                  <a:lnTo>
                    <a:pt x="536899" y="770460"/>
                  </a:lnTo>
                  <a:close/>
                  <a:moveTo>
                    <a:pt x="116897" y="224002"/>
                  </a:moveTo>
                  <a:lnTo>
                    <a:pt x="88508" y="264915"/>
                  </a:lnTo>
                  <a:lnTo>
                    <a:pt x="126800" y="260699"/>
                  </a:lnTo>
                  <a:close/>
                  <a:moveTo>
                    <a:pt x="124986" y="228160"/>
                  </a:moveTo>
                  <a:lnTo>
                    <a:pt x="125878" y="184654"/>
                  </a:lnTo>
                  <a:lnTo>
                    <a:pt x="116897" y="224002"/>
                  </a:lnTo>
                  <a:close/>
                  <a:moveTo>
                    <a:pt x="739888" y="909322"/>
                  </a:moveTo>
                  <a:lnTo>
                    <a:pt x="733337" y="872567"/>
                  </a:lnTo>
                  <a:lnTo>
                    <a:pt x="753762" y="892138"/>
                  </a:lnTo>
                  <a:close/>
                  <a:moveTo>
                    <a:pt x="680237" y="824688"/>
                  </a:moveTo>
                  <a:lnTo>
                    <a:pt x="660042" y="818628"/>
                  </a:lnTo>
                  <a:lnTo>
                    <a:pt x="661051" y="815235"/>
                  </a:lnTo>
                  <a:close/>
                  <a:moveTo>
                    <a:pt x="720218" y="815669"/>
                  </a:moveTo>
                  <a:lnTo>
                    <a:pt x="680237" y="824688"/>
                  </a:lnTo>
                  <a:lnTo>
                    <a:pt x="661051" y="815235"/>
                  </a:lnTo>
                  <a:close/>
                  <a:moveTo>
                    <a:pt x="715549" y="823068"/>
                  </a:moveTo>
                  <a:lnTo>
                    <a:pt x="753470" y="819327"/>
                  </a:lnTo>
                  <a:lnTo>
                    <a:pt x="720218" y="815669"/>
                  </a:lnTo>
                  <a:close/>
                  <a:moveTo>
                    <a:pt x="629629" y="726121"/>
                  </a:moveTo>
                  <a:lnTo>
                    <a:pt x="645984" y="718293"/>
                  </a:lnTo>
                  <a:lnTo>
                    <a:pt x="640092" y="708363"/>
                  </a:lnTo>
                  <a:close/>
                  <a:moveTo>
                    <a:pt x="513980" y="610105"/>
                  </a:moveTo>
                  <a:lnTo>
                    <a:pt x="487134" y="652037"/>
                  </a:lnTo>
                  <a:lnTo>
                    <a:pt x="512571" y="633823"/>
                  </a:lnTo>
                  <a:close/>
                  <a:moveTo>
                    <a:pt x="484732" y="651542"/>
                  </a:moveTo>
                  <a:lnTo>
                    <a:pt x="487134" y="652037"/>
                  </a:lnTo>
                  <a:lnTo>
                    <a:pt x="513980" y="610105"/>
                  </a:lnTo>
                  <a:close/>
                  <a:moveTo>
                    <a:pt x="492615" y="600385"/>
                  </a:moveTo>
                  <a:lnTo>
                    <a:pt x="484732" y="651542"/>
                  </a:lnTo>
                  <a:lnTo>
                    <a:pt x="513980" y="610105"/>
                  </a:lnTo>
                  <a:close/>
                  <a:moveTo>
                    <a:pt x="513980" y="610105"/>
                  </a:moveTo>
                  <a:lnTo>
                    <a:pt x="519146" y="562197"/>
                  </a:lnTo>
                  <a:lnTo>
                    <a:pt x="492141" y="585805"/>
                  </a:lnTo>
                  <a:close/>
                  <a:moveTo>
                    <a:pt x="405461" y="420417"/>
                  </a:moveTo>
                  <a:lnTo>
                    <a:pt x="378956" y="414876"/>
                  </a:lnTo>
                  <a:lnTo>
                    <a:pt x="362330" y="445825"/>
                  </a:lnTo>
                  <a:close/>
                  <a:moveTo>
                    <a:pt x="243027" y="354626"/>
                  </a:moveTo>
                  <a:lnTo>
                    <a:pt x="253910" y="394752"/>
                  </a:lnTo>
                  <a:lnTo>
                    <a:pt x="260050" y="357997"/>
                  </a:lnTo>
                  <a:close/>
                  <a:moveTo>
                    <a:pt x="243027" y="354626"/>
                  </a:moveTo>
                  <a:lnTo>
                    <a:pt x="260050" y="357997"/>
                  </a:lnTo>
                  <a:lnTo>
                    <a:pt x="274215" y="311611"/>
                  </a:lnTo>
                  <a:close/>
                  <a:moveTo>
                    <a:pt x="245808" y="307617"/>
                  </a:moveTo>
                  <a:lnTo>
                    <a:pt x="243027" y="354626"/>
                  </a:lnTo>
                  <a:lnTo>
                    <a:pt x="274215" y="311611"/>
                  </a:lnTo>
                  <a:close/>
                  <a:moveTo>
                    <a:pt x="245808" y="307617"/>
                  </a:moveTo>
                  <a:lnTo>
                    <a:pt x="274215" y="311611"/>
                  </a:lnTo>
                  <a:lnTo>
                    <a:pt x="248032" y="296005"/>
                  </a:lnTo>
                  <a:close/>
                  <a:moveTo>
                    <a:pt x="274215" y="311611"/>
                  </a:moveTo>
                  <a:lnTo>
                    <a:pt x="281940" y="298206"/>
                  </a:lnTo>
                  <a:lnTo>
                    <a:pt x="248032" y="296005"/>
                  </a:lnTo>
                  <a:close/>
                  <a:moveTo>
                    <a:pt x="155933" y="157038"/>
                  </a:moveTo>
                  <a:lnTo>
                    <a:pt x="168006" y="164792"/>
                  </a:lnTo>
                  <a:lnTo>
                    <a:pt x="179704" y="165113"/>
                  </a:lnTo>
                  <a:close/>
                  <a:moveTo>
                    <a:pt x="153937" y="164984"/>
                  </a:moveTo>
                  <a:lnTo>
                    <a:pt x="155933" y="157038"/>
                  </a:lnTo>
                  <a:lnTo>
                    <a:pt x="141667" y="147477"/>
                  </a:lnTo>
                  <a:close/>
                  <a:moveTo>
                    <a:pt x="141667" y="147477"/>
                  </a:moveTo>
                  <a:lnTo>
                    <a:pt x="137132" y="162805"/>
                  </a:lnTo>
                  <a:lnTo>
                    <a:pt x="153937" y="164984"/>
                  </a:lnTo>
                  <a:close/>
                  <a:moveTo>
                    <a:pt x="1033665" y="1112040"/>
                  </a:moveTo>
                  <a:lnTo>
                    <a:pt x="1021390" y="1098032"/>
                  </a:lnTo>
                  <a:lnTo>
                    <a:pt x="1023070" y="1138312"/>
                  </a:lnTo>
                  <a:close/>
                  <a:moveTo>
                    <a:pt x="918693" y="1058730"/>
                  </a:moveTo>
                  <a:lnTo>
                    <a:pt x="918932" y="1075913"/>
                  </a:lnTo>
                  <a:lnTo>
                    <a:pt x="924438" y="1080903"/>
                  </a:lnTo>
                  <a:close/>
                  <a:moveTo>
                    <a:pt x="855304" y="874955"/>
                  </a:moveTo>
                  <a:lnTo>
                    <a:pt x="824594" y="860550"/>
                  </a:lnTo>
                  <a:lnTo>
                    <a:pt x="799990" y="864768"/>
                  </a:lnTo>
                  <a:close/>
                  <a:moveTo>
                    <a:pt x="787323" y="838200"/>
                  </a:moveTo>
                  <a:lnTo>
                    <a:pt x="799990" y="864768"/>
                  </a:lnTo>
                  <a:lnTo>
                    <a:pt x="824594" y="860550"/>
                  </a:lnTo>
                  <a:close/>
                  <a:moveTo>
                    <a:pt x="787323" y="838200"/>
                  </a:moveTo>
                  <a:lnTo>
                    <a:pt x="775853" y="855383"/>
                  </a:lnTo>
                  <a:lnTo>
                    <a:pt x="799990" y="864768"/>
                  </a:lnTo>
                  <a:close/>
                  <a:moveTo>
                    <a:pt x="754049" y="817580"/>
                  </a:moveTo>
                  <a:lnTo>
                    <a:pt x="755745" y="817478"/>
                  </a:lnTo>
                  <a:lnTo>
                    <a:pt x="738707" y="804241"/>
                  </a:lnTo>
                  <a:close/>
                  <a:moveTo>
                    <a:pt x="289767" y="231261"/>
                  </a:moveTo>
                  <a:lnTo>
                    <a:pt x="302037" y="248769"/>
                  </a:lnTo>
                  <a:lnTo>
                    <a:pt x="324536" y="236681"/>
                  </a:lnTo>
                  <a:close/>
                  <a:moveTo>
                    <a:pt x="189744" y="139855"/>
                  </a:moveTo>
                  <a:lnTo>
                    <a:pt x="155933" y="157038"/>
                  </a:lnTo>
                  <a:lnTo>
                    <a:pt x="179704" y="165113"/>
                  </a:lnTo>
                  <a:close/>
                  <a:moveTo>
                    <a:pt x="179704" y="165113"/>
                  </a:moveTo>
                  <a:lnTo>
                    <a:pt x="215112" y="172924"/>
                  </a:lnTo>
                  <a:lnTo>
                    <a:pt x="240424" y="171353"/>
                  </a:lnTo>
                  <a:close/>
                  <a:moveTo>
                    <a:pt x="199988" y="144746"/>
                  </a:moveTo>
                  <a:lnTo>
                    <a:pt x="179704" y="165113"/>
                  </a:lnTo>
                  <a:lnTo>
                    <a:pt x="240424" y="171353"/>
                  </a:lnTo>
                  <a:close/>
                  <a:moveTo>
                    <a:pt x="783466" y="831356"/>
                  </a:moveTo>
                  <a:lnTo>
                    <a:pt x="738707" y="804241"/>
                  </a:lnTo>
                  <a:lnTo>
                    <a:pt x="755745" y="817478"/>
                  </a:lnTo>
                  <a:close/>
                  <a:moveTo>
                    <a:pt x="1021755" y="1094634"/>
                  </a:moveTo>
                  <a:lnTo>
                    <a:pt x="994015" y="1120259"/>
                  </a:lnTo>
                  <a:lnTo>
                    <a:pt x="1021390" y="1098032"/>
                  </a:lnTo>
                  <a:close/>
                  <a:moveTo>
                    <a:pt x="1021755" y="1094634"/>
                  </a:moveTo>
                  <a:lnTo>
                    <a:pt x="1021390" y="1098032"/>
                  </a:lnTo>
                  <a:lnTo>
                    <a:pt x="1022224" y="1095485"/>
                  </a:lnTo>
                  <a:close/>
                  <a:moveTo>
                    <a:pt x="1018234" y="1052749"/>
                  </a:moveTo>
                  <a:lnTo>
                    <a:pt x="1022224" y="1095485"/>
                  </a:lnTo>
                  <a:lnTo>
                    <a:pt x="1025678" y="1058730"/>
                  </a:lnTo>
                  <a:close/>
                  <a:moveTo>
                    <a:pt x="1018234" y="1052749"/>
                  </a:moveTo>
                  <a:lnTo>
                    <a:pt x="1021755" y="1094634"/>
                  </a:lnTo>
                  <a:lnTo>
                    <a:pt x="1022224" y="1095485"/>
                  </a:lnTo>
                  <a:close/>
                  <a:moveTo>
                    <a:pt x="1005988" y="1040448"/>
                  </a:moveTo>
                  <a:lnTo>
                    <a:pt x="989755" y="1048814"/>
                  </a:lnTo>
                  <a:lnTo>
                    <a:pt x="1018234" y="1052749"/>
                  </a:lnTo>
                  <a:close/>
                  <a:moveTo>
                    <a:pt x="855304" y="874955"/>
                  </a:moveTo>
                  <a:lnTo>
                    <a:pt x="867802" y="870048"/>
                  </a:lnTo>
                  <a:lnTo>
                    <a:pt x="874164" y="825102"/>
                  </a:lnTo>
                  <a:close/>
                  <a:moveTo>
                    <a:pt x="824594" y="860550"/>
                  </a:moveTo>
                  <a:lnTo>
                    <a:pt x="855304" y="874955"/>
                  </a:lnTo>
                  <a:lnTo>
                    <a:pt x="874164" y="825102"/>
                  </a:lnTo>
                  <a:close/>
                  <a:moveTo>
                    <a:pt x="867802" y="870048"/>
                  </a:moveTo>
                  <a:lnTo>
                    <a:pt x="893147" y="867705"/>
                  </a:lnTo>
                  <a:lnTo>
                    <a:pt x="874164" y="825102"/>
                  </a:lnTo>
                  <a:close/>
                  <a:moveTo>
                    <a:pt x="787323" y="838200"/>
                  </a:moveTo>
                  <a:lnTo>
                    <a:pt x="824594" y="860550"/>
                  </a:lnTo>
                  <a:lnTo>
                    <a:pt x="786352" y="837342"/>
                  </a:lnTo>
                  <a:close/>
                  <a:moveTo>
                    <a:pt x="783466" y="831356"/>
                  </a:moveTo>
                  <a:lnTo>
                    <a:pt x="787323" y="838200"/>
                  </a:lnTo>
                  <a:lnTo>
                    <a:pt x="786352" y="837342"/>
                  </a:lnTo>
                  <a:close/>
                  <a:moveTo>
                    <a:pt x="698869" y="691180"/>
                  </a:moveTo>
                  <a:lnTo>
                    <a:pt x="710654" y="673996"/>
                  </a:lnTo>
                  <a:lnTo>
                    <a:pt x="674929" y="674708"/>
                  </a:lnTo>
                  <a:close/>
                  <a:moveTo>
                    <a:pt x="710654" y="673996"/>
                  </a:moveTo>
                  <a:lnTo>
                    <a:pt x="697578" y="663181"/>
                  </a:lnTo>
                  <a:lnTo>
                    <a:pt x="674929" y="674708"/>
                  </a:lnTo>
                  <a:close/>
                  <a:moveTo>
                    <a:pt x="737588" y="688193"/>
                  </a:moveTo>
                  <a:lnTo>
                    <a:pt x="717052" y="707622"/>
                  </a:lnTo>
                  <a:lnTo>
                    <a:pt x="772662" y="694752"/>
                  </a:lnTo>
                  <a:close/>
                  <a:moveTo>
                    <a:pt x="324536" y="236681"/>
                  </a:moveTo>
                  <a:lnTo>
                    <a:pt x="311004" y="214454"/>
                  </a:lnTo>
                  <a:lnTo>
                    <a:pt x="289767" y="231261"/>
                  </a:lnTo>
                  <a:close/>
                  <a:moveTo>
                    <a:pt x="872338" y="784262"/>
                  </a:moveTo>
                  <a:lnTo>
                    <a:pt x="866802" y="781367"/>
                  </a:lnTo>
                  <a:lnTo>
                    <a:pt x="899925" y="803833"/>
                  </a:lnTo>
                  <a:close/>
                  <a:moveTo>
                    <a:pt x="877049" y="821017"/>
                  </a:moveTo>
                  <a:lnTo>
                    <a:pt x="872338" y="784262"/>
                  </a:lnTo>
                  <a:lnTo>
                    <a:pt x="899925" y="803833"/>
                  </a:lnTo>
                  <a:close/>
                  <a:moveTo>
                    <a:pt x="650947" y="490222"/>
                  </a:moveTo>
                  <a:lnTo>
                    <a:pt x="651415" y="490584"/>
                  </a:lnTo>
                  <a:lnTo>
                    <a:pt x="633430" y="477676"/>
                  </a:lnTo>
                  <a:close/>
                  <a:moveTo>
                    <a:pt x="353275" y="184931"/>
                  </a:moveTo>
                  <a:lnTo>
                    <a:pt x="374612" y="203121"/>
                  </a:lnTo>
                  <a:lnTo>
                    <a:pt x="364018" y="196182"/>
                  </a:lnTo>
                  <a:close/>
                  <a:moveTo>
                    <a:pt x="387509" y="139440"/>
                  </a:moveTo>
                  <a:lnTo>
                    <a:pt x="389335" y="142243"/>
                  </a:lnTo>
                  <a:lnTo>
                    <a:pt x="397137" y="94922"/>
                  </a:lnTo>
                  <a:close/>
                  <a:moveTo>
                    <a:pt x="694716" y="365445"/>
                  </a:moveTo>
                  <a:lnTo>
                    <a:pt x="690483" y="382345"/>
                  </a:lnTo>
                  <a:lnTo>
                    <a:pt x="664880" y="348511"/>
                  </a:lnTo>
                  <a:close/>
                  <a:moveTo>
                    <a:pt x="679989" y="198430"/>
                  </a:moveTo>
                  <a:lnTo>
                    <a:pt x="682222" y="220933"/>
                  </a:lnTo>
                  <a:lnTo>
                    <a:pt x="686733" y="200958"/>
                  </a:lnTo>
                  <a:close/>
                  <a:moveTo>
                    <a:pt x="679989" y="198430"/>
                  </a:moveTo>
                  <a:lnTo>
                    <a:pt x="686733" y="200958"/>
                  </a:lnTo>
                  <a:lnTo>
                    <a:pt x="692373" y="162679"/>
                  </a:lnTo>
                  <a:close/>
                  <a:moveTo>
                    <a:pt x="574884" y="0"/>
                  </a:moveTo>
                  <a:lnTo>
                    <a:pt x="537015" y="9665"/>
                  </a:lnTo>
                  <a:lnTo>
                    <a:pt x="570019" y="50578"/>
                  </a:lnTo>
                  <a:close/>
                </a:path>
              </a:pathLst>
            </a:custGeom>
            <a:solidFill>
              <a:srgbClr val="BCC7CF"/>
            </a:solidFill>
            <a:ln w="1524">
              <a:solidFill>
                <a:srgbClr val="BCC7CF"/>
              </a:solidFill>
            </a:ln>
          </p:spPr>
        </p:sp>
        <p:sp>
          <p:nvSpPr>
            <p:cNvPr id="106" name="Input_density__105">
              <a:extLst>
                <a:ext uri="{FF2B5EF4-FFF2-40B4-BE49-F238E27FC236}">
                  <a16:creationId xmlns:a16="http://schemas.microsoft.com/office/drawing/2014/main" id="{1D9BE5CB-C89E-F228-7267-864DE60F428C}"/>
                </a:ext>
              </a:extLst>
            </p:cNvPr>
            <p:cNvSpPr>
              <a:spLocks noGrp="1"/>
            </p:cNvSpPr>
            <p:nvPr/>
          </p:nvSpPr>
          <p:spPr>
            <a:xfrm>
              <a:off x="1103488" y="1709301"/>
              <a:ext cx="631979" cy="1126273"/>
            </a:xfrm>
            <a:custGeom>
              <a:avLst/>
              <a:gdLst/>
              <a:ahLst/>
              <a:cxnLst/>
              <a:rect l="0" t="0" r="0" b="0"/>
              <a:pathLst>
                <a:path w="631979" h="1126273">
                  <a:moveTo>
                    <a:pt x="157909" y="823231"/>
                  </a:moveTo>
                  <a:lnTo>
                    <a:pt x="155530" y="826911"/>
                  </a:lnTo>
                  <a:lnTo>
                    <a:pt x="159959" y="822870"/>
                  </a:lnTo>
                  <a:close/>
                  <a:moveTo>
                    <a:pt x="491300" y="1101531"/>
                  </a:moveTo>
                  <a:lnTo>
                    <a:pt x="477516" y="1100088"/>
                  </a:lnTo>
                  <a:lnTo>
                    <a:pt x="460965" y="1104614"/>
                  </a:lnTo>
                  <a:close/>
                  <a:moveTo>
                    <a:pt x="157909" y="823231"/>
                  </a:moveTo>
                  <a:lnTo>
                    <a:pt x="160964" y="822493"/>
                  </a:lnTo>
                  <a:lnTo>
                    <a:pt x="183309" y="813963"/>
                  </a:lnTo>
                  <a:close/>
                  <a:moveTo>
                    <a:pt x="160964" y="822493"/>
                  </a:moveTo>
                  <a:lnTo>
                    <a:pt x="157909" y="823231"/>
                  </a:lnTo>
                  <a:lnTo>
                    <a:pt x="159959" y="822870"/>
                  </a:lnTo>
                  <a:close/>
                  <a:moveTo>
                    <a:pt x="197587" y="806048"/>
                  </a:moveTo>
                  <a:lnTo>
                    <a:pt x="160964" y="822493"/>
                  </a:lnTo>
                  <a:lnTo>
                    <a:pt x="212653" y="799100"/>
                  </a:lnTo>
                  <a:close/>
                  <a:moveTo>
                    <a:pt x="212653" y="799100"/>
                  </a:moveTo>
                  <a:lnTo>
                    <a:pt x="160964" y="822493"/>
                  </a:lnTo>
                  <a:lnTo>
                    <a:pt x="159959" y="822870"/>
                  </a:lnTo>
                  <a:close/>
                  <a:moveTo>
                    <a:pt x="212653" y="799100"/>
                  </a:moveTo>
                  <a:lnTo>
                    <a:pt x="159959" y="822870"/>
                  </a:lnTo>
                  <a:lnTo>
                    <a:pt x="191991" y="818056"/>
                  </a:lnTo>
                  <a:close/>
                  <a:moveTo>
                    <a:pt x="34949" y="664688"/>
                  </a:moveTo>
                  <a:lnTo>
                    <a:pt x="24798" y="691251"/>
                  </a:lnTo>
                  <a:lnTo>
                    <a:pt x="38224" y="676212"/>
                  </a:lnTo>
                  <a:close/>
                  <a:moveTo>
                    <a:pt x="0" y="602701"/>
                  </a:moveTo>
                  <a:lnTo>
                    <a:pt x="9047" y="551505"/>
                  </a:lnTo>
                  <a:lnTo>
                    <a:pt x="7605" y="548763"/>
                  </a:lnTo>
                  <a:close/>
                  <a:moveTo>
                    <a:pt x="7605" y="548763"/>
                  </a:moveTo>
                  <a:lnTo>
                    <a:pt x="9047" y="551505"/>
                  </a:lnTo>
                  <a:lnTo>
                    <a:pt x="11832" y="546568"/>
                  </a:lnTo>
                  <a:close/>
                  <a:moveTo>
                    <a:pt x="197587" y="806048"/>
                  </a:moveTo>
                  <a:lnTo>
                    <a:pt x="183309" y="813963"/>
                  </a:lnTo>
                  <a:lnTo>
                    <a:pt x="160964" y="822493"/>
                  </a:lnTo>
                  <a:close/>
                  <a:moveTo>
                    <a:pt x="515906" y="1126273"/>
                  </a:moveTo>
                  <a:lnTo>
                    <a:pt x="477516" y="1100088"/>
                  </a:lnTo>
                  <a:lnTo>
                    <a:pt x="495371" y="1098221"/>
                  </a:lnTo>
                  <a:close/>
                  <a:moveTo>
                    <a:pt x="197587" y="806048"/>
                  </a:moveTo>
                  <a:lnTo>
                    <a:pt x="212653" y="799100"/>
                  </a:lnTo>
                  <a:lnTo>
                    <a:pt x="193385" y="796135"/>
                  </a:lnTo>
                  <a:close/>
                  <a:moveTo>
                    <a:pt x="45508" y="355484"/>
                  </a:moveTo>
                  <a:lnTo>
                    <a:pt x="34129" y="367376"/>
                  </a:lnTo>
                  <a:lnTo>
                    <a:pt x="6976" y="374200"/>
                  </a:lnTo>
                  <a:close/>
                  <a:moveTo>
                    <a:pt x="365053" y="706544"/>
                  </a:moveTo>
                  <a:lnTo>
                    <a:pt x="306387" y="707984"/>
                  </a:lnTo>
                  <a:lnTo>
                    <a:pt x="342742" y="719334"/>
                  </a:lnTo>
                  <a:close/>
                  <a:moveTo>
                    <a:pt x="596549" y="1011783"/>
                  </a:moveTo>
                  <a:lnTo>
                    <a:pt x="611458" y="1004929"/>
                  </a:lnTo>
                  <a:lnTo>
                    <a:pt x="631979" y="985446"/>
                  </a:lnTo>
                  <a:close/>
                  <a:moveTo>
                    <a:pt x="493592" y="774070"/>
                  </a:moveTo>
                  <a:lnTo>
                    <a:pt x="468031" y="780129"/>
                  </a:lnTo>
                  <a:lnTo>
                    <a:pt x="508013" y="771110"/>
                  </a:lnTo>
                  <a:close/>
                  <a:moveTo>
                    <a:pt x="384871" y="684432"/>
                  </a:moveTo>
                  <a:lnTo>
                    <a:pt x="365053" y="706544"/>
                  </a:lnTo>
                  <a:lnTo>
                    <a:pt x="417423" y="681562"/>
                  </a:lnTo>
                  <a:close/>
                  <a:moveTo>
                    <a:pt x="526502" y="759682"/>
                  </a:moveTo>
                  <a:lnTo>
                    <a:pt x="493592" y="774070"/>
                  </a:lnTo>
                  <a:lnTo>
                    <a:pt x="508013" y="771110"/>
                  </a:lnTo>
                  <a:close/>
                  <a:moveTo>
                    <a:pt x="307080" y="516486"/>
                  </a:moveTo>
                  <a:lnTo>
                    <a:pt x="312147" y="467619"/>
                  </a:lnTo>
                  <a:lnTo>
                    <a:pt x="302193" y="499601"/>
                  </a:lnTo>
                  <a:close/>
                  <a:moveTo>
                    <a:pt x="169795" y="114868"/>
                  </a:moveTo>
                  <a:lnTo>
                    <a:pt x="177130" y="97685"/>
                  </a:lnTo>
                  <a:lnTo>
                    <a:pt x="172893" y="101562"/>
                  </a:lnTo>
                  <a:close/>
                  <a:moveTo>
                    <a:pt x="202798" y="60930"/>
                  </a:moveTo>
                  <a:lnTo>
                    <a:pt x="222516" y="43746"/>
                  </a:lnTo>
                  <a:lnTo>
                    <a:pt x="217728" y="48407"/>
                  </a:lnTo>
                  <a:close/>
                  <a:moveTo>
                    <a:pt x="427582" y="238505"/>
                  </a:moveTo>
                  <a:lnTo>
                    <a:pt x="406194" y="254746"/>
                  </a:lnTo>
                  <a:lnTo>
                    <a:pt x="460099" y="235504"/>
                  </a:lnTo>
                  <a:close/>
                  <a:moveTo>
                    <a:pt x="233870" y="12553"/>
                  </a:moveTo>
                  <a:lnTo>
                    <a:pt x="220399" y="40561"/>
                  </a:lnTo>
                  <a:lnTo>
                    <a:pt x="263832" y="0"/>
                  </a:lnTo>
                  <a:close/>
                  <a:moveTo>
                    <a:pt x="472508" y="194778"/>
                  </a:moveTo>
                  <a:lnTo>
                    <a:pt x="460099" y="235504"/>
                  </a:lnTo>
                  <a:lnTo>
                    <a:pt x="475251" y="210338"/>
                  </a:lnTo>
                  <a:close/>
                </a:path>
              </a:pathLst>
            </a:custGeom>
            <a:solidFill>
              <a:srgbClr val="AEBAC4"/>
            </a:solidFill>
            <a:ln w="1524">
              <a:solidFill>
                <a:srgbClr val="AEBAC4"/>
              </a:solidFill>
            </a:ln>
          </p:spPr>
        </p:sp>
        <p:sp>
          <p:nvSpPr>
            <p:cNvPr id="107" name="Input_density__106">
              <a:extLst>
                <a:ext uri="{FF2B5EF4-FFF2-40B4-BE49-F238E27FC236}">
                  <a16:creationId xmlns:a16="http://schemas.microsoft.com/office/drawing/2014/main" id="{05FE9AAF-BF26-DAF6-6FCF-A6C45C0AFAC6}"/>
                </a:ext>
              </a:extLst>
            </p:cNvPr>
            <p:cNvSpPr>
              <a:spLocks noGrp="1"/>
            </p:cNvSpPr>
            <p:nvPr/>
          </p:nvSpPr>
          <p:spPr>
            <a:xfrm>
              <a:off x="882302" y="1497668"/>
              <a:ext cx="1006879" cy="1649984"/>
            </a:xfrm>
            <a:custGeom>
              <a:avLst/>
              <a:gdLst/>
              <a:ahLst/>
              <a:cxnLst/>
              <a:rect l="0" t="0" r="0" b="0"/>
              <a:pathLst>
                <a:path w="1006879" h="1649984">
                  <a:moveTo>
                    <a:pt x="149145" y="1613391"/>
                  </a:moveTo>
                  <a:lnTo>
                    <a:pt x="143845" y="1636032"/>
                  </a:lnTo>
                  <a:lnTo>
                    <a:pt x="167598" y="1628630"/>
                  </a:lnTo>
                  <a:close/>
                  <a:moveTo>
                    <a:pt x="215805" y="1632963"/>
                  </a:moveTo>
                  <a:lnTo>
                    <a:pt x="213006" y="1644997"/>
                  </a:lnTo>
                  <a:lnTo>
                    <a:pt x="230046" y="1641327"/>
                  </a:lnTo>
                  <a:close/>
                  <a:moveTo>
                    <a:pt x="276690" y="1620311"/>
                  </a:moveTo>
                  <a:lnTo>
                    <a:pt x="230046" y="1641327"/>
                  </a:lnTo>
                  <a:lnTo>
                    <a:pt x="265405" y="1648955"/>
                  </a:lnTo>
                  <a:close/>
                  <a:moveTo>
                    <a:pt x="306028" y="1623549"/>
                  </a:moveTo>
                  <a:lnTo>
                    <a:pt x="265405" y="1648955"/>
                  </a:lnTo>
                  <a:lnTo>
                    <a:pt x="299000" y="1649984"/>
                  </a:lnTo>
                  <a:close/>
                  <a:moveTo>
                    <a:pt x="306028" y="1623549"/>
                  </a:moveTo>
                  <a:lnTo>
                    <a:pt x="276690" y="1620311"/>
                  </a:lnTo>
                  <a:lnTo>
                    <a:pt x="265405" y="1648955"/>
                  </a:lnTo>
                  <a:close/>
                  <a:moveTo>
                    <a:pt x="276690" y="1620311"/>
                  </a:moveTo>
                  <a:lnTo>
                    <a:pt x="306028" y="1623549"/>
                  </a:lnTo>
                  <a:lnTo>
                    <a:pt x="288597" y="1592972"/>
                  </a:lnTo>
                  <a:close/>
                  <a:moveTo>
                    <a:pt x="276690" y="1620311"/>
                  </a:moveTo>
                  <a:lnTo>
                    <a:pt x="288597" y="1592972"/>
                  </a:lnTo>
                  <a:lnTo>
                    <a:pt x="262115" y="1587413"/>
                  </a:lnTo>
                  <a:close/>
                  <a:moveTo>
                    <a:pt x="228361" y="1510452"/>
                  </a:moveTo>
                  <a:lnTo>
                    <a:pt x="222971" y="1505515"/>
                  </a:lnTo>
                  <a:lnTo>
                    <a:pt x="218147" y="1500631"/>
                  </a:lnTo>
                  <a:close/>
                  <a:moveTo>
                    <a:pt x="249655" y="1488331"/>
                  </a:moveTo>
                  <a:lnTo>
                    <a:pt x="222971" y="1505515"/>
                  </a:lnTo>
                  <a:lnTo>
                    <a:pt x="257616" y="1523624"/>
                  </a:lnTo>
                  <a:close/>
                  <a:moveTo>
                    <a:pt x="18803" y="1012905"/>
                  </a:moveTo>
                  <a:lnTo>
                    <a:pt x="668" y="993403"/>
                  </a:lnTo>
                  <a:lnTo>
                    <a:pt x="27524" y="1016231"/>
                  </a:lnTo>
                  <a:close/>
                  <a:moveTo>
                    <a:pt x="608" y="993333"/>
                  </a:moveTo>
                  <a:lnTo>
                    <a:pt x="668" y="993403"/>
                  </a:lnTo>
                  <a:lnTo>
                    <a:pt x="18803" y="1012905"/>
                  </a:lnTo>
                  <a:close/>
                  <a:moveTo>
                    <a:pt x="3195" y="976150"/>
                  </a:moveTo>
                  <a:lnTo>
                    <a:pt x="608" y="993333"/>
                  </a:lnTo>
                  <a:lnTo>
                    <a:pt x="18803" y="1012905"/>
                  </a:lnTo>
                  <a:close/>
                  <a:moveTo>
                    <a:pt x="320084" y="1298892"/>
                  </a:moveTo>
                  <a:lnTo>
                    <a:pt x="333988" y="1332335"/>
                  </a:lnTo>
                  <a:lnTo>
                    <a:pt x="344312" y="1306282"/>
                  </a:lnTo>
                  <a:close/>
                  <a:moveTo>
                    <a:pt x="320084" y="1298892"/>
                  </a:moveTo>
                  <a:lnTo>
                    <a:pt x="344312" y="1306282"/>
                  </a:lnTo>
                  <a:lnTo>
                    <a:pt x="353690" y="1253911"/>
                  </a:lnTo>
                  <a:close/>
                  <a:moveTo>
                    <a:pt x="5293" y="900063"/>
                  </a:moveTo>
                  <a:lnTo>
                    <a:pt x="54097" y="885456"/>
                  </a:lnTo>
                  <a:lnTo>
                    <a:pt x="7112" y="921290"/>
                  </a:lnTo>
                  <a:close/>
                  <a:moveTo>
                    <a:pt x="56337" y="884548"/>
                  </a:moveTo>
                  <a:lnTo>
                    <a:pt x="5293" y="900063"/>
                  </a:lnTo>
                  <a:lnTo>
                    <a:pt x="0" y="894698"/>
                  </a:lnTo>
                  <a:close/>
                  <a:moveTo>
                    <a:pt x="87905" y="949484"/>
                  </a:moveTo>
                  <a:lnTo>
                    <a:pt x="82956" y="984071"/>
                  </a:lnTo>
                  <a:lnTo>
                    <a:pt x="100462" y="958966"/>
                  </a:lnTo>
                  <a:close/>
                  <a:moveTo>
                    <a:pt x="318093" y="1076775"/>
                  </a:moveTo>
                  <a:lnTo>
                    <a:pt x="332361" y="1125558"/>
                  </a:lnTo>
                  <a:lnTo>
                    <a:pt x="359926" y="1079745"/>
                  </a:lnTo>
                  <a:close/>
                  <a:moveTo>
                    <a:pt x="164468" y="941783"/>
                  </a:moveTo>
                  <a:lnTo>
                    <a:pt x="174503" y="978538"/>
                  </a:lnTo>
                  <a:lnTo>
                    <a:pt x="222830" y="940892"/>
                  </a:lnTo>
                  <a:close/>
                  <a:moveTo>
                    <a:pt x="164349" y="941513"/>
                  </a:moveTo>
                  <a:lnTo>
                    <a:pt x="164468" y="941783"/>
                  </a:lnTo>
                  <a:lnTo>
                    <a:pt x="222830" y="940892"/>
                  </a:lnTo>
                  <a:close/>
                  <a:moveTo>
                    <a:pt x="173987" y="978424"/>
                  </a:moveTo>
                  <a:lnTo>
                    <a:pt x="164349" y="941513"/>
                  </a:lnTo>
                  <a:lnTo>
                    <a:pt x="222830" y="940892"/>
                  </a:lnTo>
                  <a:close/>
                  <a:moveTo>
                    <a:pt x="142923" y="887845"/>
                  </a:moveTo>
                  <a:lnTo>
                    <a:pt x="124598" y="857246"/>
                  </a:lnTo>
                  <a:lnTo>
                    <a:pt x="140771" y="868273"/>
                  </a:lnTo>
                  <a:close/>
                  <a:moveTo>
                    <a:pt x="140548" y="854038"/>
                  </a:moveTo>
                  <a:lnTo>
                    <a:pt x="140771" y="868273"/>
                  </a:lnTo>
                  <a:lnTo>
                    <a:pt x="124598" y="857246"/>
                  </a:lnTo>
                  <a:close/>
                  <a:moveTo>
                    <a:pt x="344987" y="1071620"/>
                  </a:moveTo>
                  <a:lnTo>
                    <a:pt x="359926" y="1079745"/>
                  </a:lnTo>
                  <a:lnTo>
                    <a:pt x="362899" y="1067436"/>
                  </a:lnTo>
                  <a:close/>
                  <a:moveTo>
                    <a:pt x="344987" y="1071620"/>
                  </a:moveTo>
                  <a:lnTo>
                    <a:pt x="362899" y="1067436"/>
                  </a:lnTo>
                  <a:lnTo>
                    <a:pt x="351555" y="1017681"/>
                  </a:lnTo>
                  <a:close/>
                  <a:moveTo>
                    <a:pt x="342603" y="1034864"/>
                  </a:moveTo>
                  <a:lnTo>
                    <a:pt x="344987" y="1071620"/>
                  </a:lnTo>
                  <a:lnTo>
                    <a:pt x="351555" y="1017681"/>
                  </a:lnTo>
                  <a:close/>
                  <a:moveTo>
                    <a:pt x="362899" y="1067436"/>
                  </a:moveTo>
                  <a:lnTo>
                    <a:pt x="359926" y="1079745"/>
                  </a:lnTo>
                  <a:lnTo>
                    <a:pt x="367950" y="1071620"/>
                  </a:lnTo>
                  <a:close/>
                  <a:moveTo>
                    <a:pt x="221793" y="877153"/>
                  </a:moveTo>
                  <a:lnTo>
                    <a:pt x="256135" y="876322"/>
                  </a:lnTo>
                  <a:lnTo>
                    <a:pt x="215751" y="837318"/>
                  </a:lnTo>
                  <a:close/>
                  <a:moveTo>
                    <a:pt x="178751" y="840310"/>
                  </a:moveTo>
                  <a:lnTo>
                    <a:pt x="217278" y="870661"/>
                  </a:lnTo>
                  <a:lnTo>
                    <a:pt x="221793" y="877153"/>
                  </a:lnTo>
                  <a:close/>
                  <a:moveTo>
                    <a:pt x="178751" y="840310"/>
                  </a:moveTo>
                  <a:lnTo>
                    <a:pt x="169999" y="802678"/>
                  </a:lnTo>
                  <a:lnTo>
                    <a:pt x="169709" y="833906"/>
                  </a:lnTo>
                  <a:close/>
                  <a:moveTo>
                    <a:pt x="219428" y="851090"/>
                  </a:moveTo>
                  <a:lnTo>
                    <a:pt x="210866" y="799952"/>
                  </a:lnTo>
                  <a:lnTo>
                    <a:pt x="215751" y="837318"/>
                  </a:lnTo>
                  <a:close/>
                  <a:moveTo>
                    <a:pt x="210708" y="797151"/>
                  </a:moveTo>
                  <a:lnTo>
                    <a:pt x="210866" y="799952"/>
                  </a:lnTo>
                  <a:lnTo>
                    <a:pt x="219428" y="851090"/>
                  </a:lnTo>
                  <a:close/>
                  <a:moveTo>
                    <a:pt x="169999" y="802678"/>
                  </a:moveTo>
                  <a:lnTo>
                    <a:pt x="209396" y="797151"/>
                  </a:lnTo>
                  <a:lnTo>
                    <a:pt x="172971" y="782846"/>
                  </a:lnTo>
                  <a:close/>
                  <a:moveTo>
                    <a:pt x="602794" y="1268696"/>
                  </a:moveTo>
                  <a:lnTo>
                    <a:pt x="596450" y="1257783"/>
                  </a:lnTo>
                  <a:lnTo>
                    <a:pt x="590436" y="1250861"/>
                  </a:lnTo>
                  <a:close/>
                  <a:moveTo>
                    <a:pt x="520913" y="1154480"/>
                  </a:moveTo>
                  <a:lnTo>
                    <a:pt x="542127" y="1166448"/>
                  </a:lnTo>
                  <a:lnTo>
                    <a:pt x="549503" y="1184273"/>
                  </a:lnTo>
                  <a:close/>
                  <a:moveTo>
                    <a:pt x="285506" y="853478"/>
                  </a:moveTo>
                  <a:lnTo>
                    <a:pt x="296732" y="870406"/>
                  </a:lnTo>
                  <a:lnTo>
                    <a:pt x="326602" y="887310"/>
                  </a:lnTo>
                  <a:close/>
                  <a:moveTo>
                    <a:pt x="776318" y="1368048"/>
                  </a:moveTo>
                  <a:lnTo>
                    <a:pt x="803552" y="1355711"/>
                  </a:lnTo>
                  <a:lnTo>
                    <a:pt x="805277" y="1335024"/>
                  </a:lnTo>
                  <a:close/>
                  <a:moveTo>
                    <a:pt x="410076" y="921929"/>
                  </a:moveTo>
                  <a:lnTo>
                    <a:pt x="441371" y="963743"/>
                  </a:lnTo>
                  <a:lnTo>
                    <a:pt x="414218" y="926988"/>
                  </a:lnTo>
                  <a:close/>
                  <a:moveTo>
                    <a:pt x="386547" y="913969"/>
                  </a:moveTo>
                  <a:lnTo>
                    <a:pt x="431264" y="949450"/>
                  </a:lnTo>
                  <a:lnTo>
                    <a:pt x="410076" y="921929"/>
                  </a:lnTo>
                  <a:close/>
                  <a:moveTo>
                    <a:pt x="732469" y="1225083"/>
                  </a:moveTo>
                  <a:lnTo>
                    <a:pt x="770706" y="1265832"/>
                  </a:lnTo>
                  <a:lnTo>
                    <a:pt x="743388" y="1240600"/>
                  </a:lnTo>
                  <a:close/>
                  <a:moveTo>
                    <a:pt x="409309" y="788311"/>
                  </a:moveTo>
                  <a:lnTo>
                    <a:pt x="442194" y="833412"/>
                  </a:lnTo>
                  <a:lnTo>
                    <a:pt x="449075" y="819111"/>
                  </a:lnTo>
                  <a:close/>
                  <a:moveTo>
                    <a:pt x="111376" y="468745"/>
                  </a:moveTo>
                  <a:lnTo>
                    <a:pt x="132196" y="451561"/>
                  </a:lnTo>
                  <a:lnTo>
                    <a:pt x="97489" y="431990"/>
                  </a:lnTo>
                  <a:close/>
                  <a:moveTo>
                    <a:pt x="521132" y="929376"/>
                  </a:moveTo>
                  <a:lnTo>
                    <a:pt x="521520" y="930251"/>
                  </a:lnTo>
                  <a:lnTo>
                    <a:pt x="523581" y="933060"/>
                  </a:lnTo>
                  <a:close/>
                  <a:moveTo>
                    <a:pt x="449075" y="819111"/>
                  </a:moveTo>
                  <a:lnTo>
                    <a:pt x="442194" y="833412"/>
                  </a:lnTo>
                  <a:lnTo>
                    <a:pt x="462876" y="830668"/>
                  </a:lnTo>
                  <a:close/>
                  <a:moveTo>
                    <a:pt x="829071" y="1231571"/>
                  </a:moveTo>
                  <a:lnTo>
                    <a:pt x="809890" y="1206233"/>
                  </a:lnTo>
                  <a:lnTo>
                    <a:pt x="770467" y="1233243"/>
                  </a:lnTo>
                  <a:close/>
                  <a:moveTo>
                    <a:pt x="809890" y="1206233"/>
                  </a:moveTo>
                  <a:lnTo>
                    <a:pt x="774764" y="1173039"/>
                  </a:lnTo>
                  <a:lnTo>
                    <a:pt x="769496" y="1186661"/>
                  </a:lnTo>
                  <a:close/>
                  <a:moveTo>
                    <a:pt x="753225" y="1168778"/>
                  </a:moveTo>
                  <a:lnTo>
                    <a:pt x="769496" y="1186661"/>
                  </a:lnTo>
                  <a:lnTo>
                    <a:pt x="774764" y="1173039"/>
                  </a:lnTo>
                  <a:close/>
                  <a:moveTo>
                    <a:pt x="232661" y="555088"/>
                  </a:moveTo>
                  <a:lnTo>
                    <a:pt x="263770" y="556885"/>
                  </a:lnTo>
                  <a:lnTo>
                    <a:pt x="252008" y="521700"/>
                  </a:lnTo>
                  <a:close/>
                  <a:moveTo>
                    <a:pt x="254789" y="474692"/>
                  </a:moveTo>
                  <a:lnTo>
                    <a:pt x="227644" y="477853"/>
                  </a:lnTo>
                  <a:lnTo>
                    <a:pt x="224519" y="516959"/>
                  </a:lnTo>
                  <a:close/>
                  <a:moveTo>
                    <a:pt x="254789" y="474692"/>
                  </a:moveTo>
                  <a:lnTo>
                    <a:pt x="224519" y="516959"/>
                  </a:lnTo>
                  <a:lnTo>
                    <a:pt x="252008" y="521700"/>
                  </a:lnTo>
                  <a:close/>
                  <a:moveTo>
                    <a:pt x="114361" y="328605"/>
                  </a:moveTo>
                  <a:lnTo>
                    <a:pt x="76093" y="287880"/>
                  </a:lnTo>
                  <a:lnTo>
                    <a:pt x="80831" y="328776"/>
                  </a:lnTo>
                  <a:close/>
                  <a:moveTo>
                    <a:pt x="114361" y="328605"/>
                  </a:moveTo>
                  <a:lnTo>
                    <a:pt x="146113" y="329879"/>
                  </a:lnTo>
                  <a:lnTo>
                    <a:pt x="113821" y="301438"/>
                  </a:lnTo>
                  <a:close/>
                  <a:moveTo>
                    <a:pt x="146113" y="329879"/>
                  </a:moveTo>
                  <a:lnTo>
                    <a:pt x="150648" y="314552"/>
                  </a:lnTo>
                  <a:lnTo>
                    <a:pt x="113821" y="301438"/>
                  </a:lnTo>
                  <a:close/>
                  <a:moveTo>
                    <a:pt x="980427" y="1262559"/>
                  </a:moveTo>
                  <a:lnTo>
                    <a:pt x="959867" y="1250657"/>
                  </a:lnTo>
                  <a:lnTo>
                    <a:pt x="933419" y="1247978"/>
                  </a:lnTo>
                  <a:close/>
                  <a:moveTo>
                    <a:pt x="241002" y="431587"/>
                  </a:moveTo>
                  <a:lnTo>
                    <a:pt x="239350" y="471133"/>
                  </a:lnTo>
                  <a:lnTo>
                    <a:pt x="257013" y="463080"/>
                  </a:lnTo>
                  <a:close/>
                  <a:moveTo>
                    <a:pt x="164914" y="324113"/>
                  </a:moveTo>
                  <a:lnTo>
                    <a:pt x="198725" y="306930"/>
                  </a:lnTo>
                  <a:lnTo>
                    <a:pt x="150648" y="314552"/>
                  </a:lnTo>
                  <a:close/>
                  <a:moveTo>
                    <a:pt x="198725" y="306930"/>
                  </a:moveTo>
                  <a:lnTo>
                    <a:pt x="169279" y="288000"/>
                  </a:lnTo>
                  <a:lnTo>
                    <a:pt x="150648" y="314552"/>
                  </a:lnTo>
                  <a:close/>
                  <a:moveTo>
                    <a:pt x="998736" y="1215889"/>
                  </a:moveTo>
                  <a:lnTo>
                    <a:pt x="980427" y="1262559"/>
                  </a:lnTo>
                  <a:lnTo>
                    <a:pt x="1006879" y="1254016"/>
                  </a:lnTo>
                  <a:close/>
                  <a:moveTo>
                    <a:pt x="869801" y="1149951"/>
                  </a:moveTo>
                  <a:lnTo>
                    <a:pt x="866875" y="1135111"/>
                  </a:lnTo>
                  <a:lnTo>
                    <a:pt x="857849" y="1118381"/>
                  </a:lnTo>
                  <a:close/>
                  <a:moveTo>
                    <a:pt x="836580" y="1149872"/>
                  </a:moveTo>
                  <a:lnTo>
                    <a:pt x="846040" y="1152294"/>
                  </a:lnTo>
                  <a:lnTo>
                    <a:pt x="857849" y="1118381"/>
                  </a:lnTo>
                  <a:close/>
                  <a:moveTo>
                    <a:pt x="795333" y="1004416"/>
                  </a:moveTo>
                  <a:lnTo>
                    <a:pt x="820357" y="1028819"/>
                  </a:lnTo>
                  <a:lnTo>
                    <a:pt x="771602" y="996621"/>
                  </a:lnTo>
                  <a:close/>
                  <a:moveTo>
                    <a:pt x="792447" y="998430"/>
                  </a:moveTo>
                  <a:lnTo>
                    <a:pt x="795333" y="1004416"/>
                  </a:lnTo>
                  <a:lnTo>
                    <a:pt x="773792" y="951336"/>
                  </a:lnTo>
                  <a:close/>
                  <a:moveTo>
                    <a:pt x="773792" y="951336"/>
                  </a:moveTo>
                  <a:lnTo>
                    <a:pt x="799085" y="927040"/>
                  </a:lnTo>
                  <a:lnTo>
                    <a:pt x="758834" y="962254"/>
                  </a:lnTo>
                  <a:close/>
                  <a:moveTo>
                    <a:pt x="760844" y="915873"/>
                  </a:moveTo>
                  <a:lnTo>
                    <a:pt x="760823" y="914581"/>
                  </a:lnTo>
                  <a:lnTo>
                    <a:pt x="770832" y="951336"/>
                  </a:lnTo>
                  <a:close/>
                  <a:moveTo>
                    <a:pt x="760823" y="914581"/>
                  </a:moveTo>
                  <a:lnTo>
                    <a:pt x="760844" y="915873"/>
                  </a:lnTo>
                  <a:lnTo>
                    <a:pt x="699840" y="893632"/>
                  </a:lnTo>
                  <a:close/>
                  <a:moveTo>
                    <a:pt x="198725" y="306930"/>
                  </a:moveTo>
                  <a:lnTo>
                    <a:pt x="215346" y="289746"/>
                  </a:lnTo>
                  <a:lnTo>
                    <a:pt x="169279" y="288000"/>
                  </a:lnTo>
                  <a:close/>
                  <a:moveTo>
                    <a:pt x="249405" y="338428"/>
                  </a:moveTo>
                  <a:lnTo>
                    <a:pt x="232978" y="305380"/>
                  </a:lnTo>
                  <a:lnTo>
                    <a:pt x="208969" y="311820"/>
                  </a:lnTo>
                  <a:close/>
                  <a:moveTo>
                    <a:pt x="732238" y="823888"/>
                  </a:moveTo>
                  <a:lnTo>
                    <a:pt x="719635" y="841071"/>
                  </a:lnTo>
                  <a:lnTo>
                    <a:pt x="759821" y="860643"/>
                  </a:lnTo>
                  <a:close/>
                  <a:moveTo>
                    <a:pt x="736203" y="750378"/>
                  </a:moveTo>
                  <a:lnTo>
                    <a:pt x="719193" y="781284"/>
                  </a:lnTo>
                  <a:lnTo>
                    <a:pt x="740289" y="753595"/>
                  </a:lnTo>
                  <a:close/>
                  <a:moveTo>
                    <a:pt x="319985" y="381529"/>
                  </a:moveTo>
                  <a:lnTo>
                    <a:pt x="353579" y="400011"/>
                  </a:lnTo>
                  <a:lnTo>
                    <a:pt x="339256" y="357371"/>
                  </a:lnTo>
                  <a:close/>
                  <a:moveTo>
                    <a:pt x="339256" y="357371"/>
                  </a:moveTo>
                  <a:lnTo>
                    <a:pt x="353579" y="400011"/>
                  </a:lnTo>
                  <a:lnTo>
                    <a:pt x="362256" y="352005"/>
                  </a:lnTo>
                  <a:close/>
                  <a:moveTo>
                    <a:pt x="411589" y="383734"/>
                  </a:moveTo>
                  <a:lnTo>
                    <a:pt x="383593" y="370196"/>
                  </a:lnTo>
                  <a:lnTo>
                    <a:pt x="362256" y="352005"/>
                  </a:lnTo>
                  <a:close/>
                  <a:moveTo>
                    <a:pt x="899443" y="991612"/>
                  </a:moveTo>
                  <a:lnTo>
                    <a:pt x="919297" y="1002559"/>
                  </a:lnTo>
                  <a:lnTo>
                    <a:pt x="905178" y="969291"/>
                  </a:lnTo>
                  <a:close/>
                  <a:moveTo>
                    <a:pt x="878647" y="963772"/>
                  </a:moveTo>
                  <a:lnTo>
                    <a:pt x="905178" y="969291"/>
                  </a:lnTo>
                  <a:lnTo>
                    <a:pt x="902320" y="967660"/>
                  </a:lnTo>
                  <a:close/>
                  <a:moveTo>
                    <a:pt x="719193" y="781284"/>
                  </a:moveTo>
                  <a:lnTo>
                    <a:pt x="736203" y="750378"/>
                  </a:lnTo>
                  <a:lnTo>
                    <a:pt x="721343" y="741910"/>
                  </a:lnTo>
                  <a:close/>
                  <a:moveTo>
                    <a:pt x="784308" y="611537"/>
                  </a:moveTo>
                  <a:lnTo>
                    <a:pt x="808386" y="625318"/>
                  </a:lnTo>
                  <a:lnTo>
                    <a:pt x="767449" y="597274"/>
                  </a:lnTo>
                  <a:close/>
                  <a:moveTo>
                    <a:pt x="808386" y="625318"/>
                  </a:moveTo>
                  <a:lnTo>
                    <a:pt x="817056" y="628779"/>
                  </a:lnTo>
                  <a:lnTo>
                    <a:pt x="767449" y="597274"/>
                  </a:lnTo>
                  <a:close/>
                  <a:moveTo>
                    <a:pt x="767449" y="597274"/>
                  </a:moveTo>
                  <a:lnTo>
                    <a:pt x="817056" y="628779"/>
                  </a:lnTo>
                  <a:lnTo>
                    <a:pt x="787726" y="605746"/>
                  </a:lnTo>
                  <a:close/>
                  <a:moveTo>
                    <a:pt x="827957" y="650157"/>
                  </a:moveTo>
                  <a:lnTo>
                    <a:pt x="817056" y="628779"/>
                  </a:lnTo>
                  <a:lnTo>
                    <a:pt x="808386" y="625318"/>
                  </a:lnTo>
                  <a:close/>
                  <a:moveTo>
                    <a:pt x="741364" y="591392"/>
                  </a:moveTo>
                  <a:lnTo>
                    <a:pt x="767449" y="597274"/>
                  </a:lnTo>
                  <a:lnTo>
                    <a:pt x="717003" y="566450"/>
                  </a:lnTo>
                  <a:close/>
                  <a:moveTo>
                    <a:pt x="683628" y="521748"/>
                  </a:moveTo>
                  <a:lnTo>
                    <a:pt x="717003" y="566450"/>
                  </a:lnTo>
                  <a:lnTo>
                    <a:pt x="703842" y="532236"/>
                  </a:lnTo>
                  <a:close/>
                  <a:moveTo>
                    <a:pt x="655997" y="380954"/>
                  </a:moveTo>
                  <a:lnTo>
                    <a:pt x="678706" y="404788"/>
                  </a:lnTo>
                  <a:lnTo>
                    <a:pt x="693694" y="406411"/>
                  </a:lnTo>
                  <a:close/>
                  <a:moveTo>
                    <a:pt x="615228" y="353102"/>
                  </a:moveTo>
                  <a:lnTo>
                    <a:pt x="566169" y="385216"/>
                  </a:lnTo>
                  <a:lnTo>
                    <a:pt x="616113" y="370559"/>
                  </a:lnTo>
                  <a:close/>
                  <a:moveTo>
                    <a:pt x="591900" y="331278"/>
                  </a:moveTo>
                  <a:lnTo>
                    <a:pt x="566169" y="385216"/>
                  </a:lnTo>
                  <a:lnTo>
                    <a:pt x="615228" y="353102"/>
                  </a:lnTo>
                  <a:close/>
                  <a:moveTo>
                    <a:pt x="563753" y="341292"/>
                  </a:moveTo>
                  <a:lnTo>
                    <a:pt x="591900" y="331278"/>
                  </a:lnTo>
                  <a:lnTo>
                    <a:pt x="574973" y="327173"/>
                  </a:lnTo>
                  <a:close/>
                  <a:moveTo>
                    <a:pt x="563116" y="331278"/>
                  </a:moveTo>
                  <a:lnTo>
                    <a:pt x="563753" y="341292"/>
                  </a:lnTo>
                  <a:lnTo>
                    <a:pt x="574973" y="327173"/>
                  </a:lnTo>
                  <a:close/>
                  <a:moveTo>
                    <a:pt x="620205" y="371713"/>
                  </a:moveTo>
                  <a:lnTo>
                    <a:pt x="644841" y="367614"/>
                  </a:lnTo>
                  <a:lnTo>
                    <a:pt x="655997" y="380954"/>
                  </a:lnTo>
                  <a:close/>
                  <a:moveTo>
                    <a:pt x="614745" y="282178"/>
                  </a:moveTo>
                  <a:lnTo>
                    <a:pt x="591900" y="331278"/>
                  </a:lnTo>
                  <a:lnTo>
                    <a:pt x="611700" y="329400"/>
                  </a:lnTo>
                  <a:close/>
                  <a:moveTo>
                    <a:pt x="614745" y="282178"/>
                  </a:moveTo>
                  <a:lnTo>
                    <a:pt x="642522" y="277340"/>
                  </a:lnTo>
                  <a:lnTo>
                    <a:pt x="617457" y="265229"/>
                  </a:lnTo>
                  <a:close/>
                  <a:moveTo>
                    <a:pt x="545996" y="176740"/>
                  </a:moveTo>
                  <a:lnTo>
                    <a:pt x="524105" y="130319"/>
                  </a:lnTo>
                  <a:lnTo>
                    <a:pt x="512375" y="132238"/>
                  </a:lnTo>
                  <a:close/>
                  <a:moveTo>
                    <a:pt x="512375" y="132238"/>
                  </a:moveTo>
                  <a:lnTo>
                    <a:pt x="516054" y="135253"/>
                  </a:lnTo>
                  <a:lnTo>
                    <a:pt x="545996" y="176740"/>
                  </a:lnTo>
                  <a:close/>
                  <a:moveTo>
                    <a:pt x="516054" y="135253"/>
                  </a:moveTo>
                  <a:lnTo>
                    <a:pt x="512375" y="132238"/>
                  </a:lnTo>
                  <a:lnTo>
                    <a:pt x="512146" y="130319"/>
                  </a:lnTo>
                  <a:close/>
                  <a:moveTo>
                    <a:pt x="617457" y="265229"/>
                  </a:moveTo>
                  <a:lnTo>
                    <a:pt x="671402" y="246135"/>
                  </a:lnTo>
                  <a:lnTo>
                    <a:pt x="635605" y="236874"/>
                  </a:lnTo>
                  <a:close/>
                  <a:moveTo>
                    <a:pt x="534684" y="149891"/>
                  </a:moveTo>
                  <a:lnTo>
                    <a:pt x="516054" y="135253"/>
                  </a:lnTo>
                  <a:lnTo>
                    <a:pt x="512146" y="130319"/>
                  </a:lnTo>
                  <a:close/>
                  <a:moveTo>
                    <a:pt x="686509" y="206409"/>
                  </a:moveTo>
                  <a:lnTo>
                    <a:pt x="671402" y="246135"/>
                  </a:lnTo>
                  <a:lnTo>
                    <a:pt x="710688" y="213607"/>
                  </a:lnTo>
                  <a:close/>
                  <a:moveTo>
                    <a:pt x="710688" y="213607"/>
                  </a:moveTo>
                  <a:lnTo>
                    <a:pt x="694543" y="208081"/>
                  </a:lnTo>
                  <a:lnTo>
                    <a:pt x="687014" y="206218"/>
                  </a:lnTo>
                  <a:close/>
                  <a:moveTo>
                    <a:pt x="554727" y="59062"/>
                  </a:moveTo>
                  <a:lnTo>
                    <a:pt x="564596" y="39626"/>
                  </a:lnTo>
                  <a:lnTo>
                    <a:pt x="563319" y="28415"/>
                  </a:lnTo>
                  <a:close/>
                  <a:moveTo>
                    <a:pt x="554727" y="59062"/>
                  </a:moveTo>
                  <a:lnTo>
                    <a:pt x="563319" y="28415"/>
                  </a:lnTo>
                  <a:lnTo>
                    <a:pt x="519860" y="53273"/>
                  </a:lnTo>
                  <a:close/>
                  <a:moveTo>
                    <a:pt x="519860" y="53273"/>
                  </a:moveTo>
                  <a:lnTo>
                    <a:pt x="563319" y="28415"/>
                  </a:lnTo>
                  <a:lnTo>
                    <a:pt x="532897" y="26060"/>
                  </a:lnTo>
                  <a:close/>
                  <a:moveTo>
                    <a:pt x="532897" y="26060"/>
                  </a:moveTo>
                  <a:lnTo>
                    <a:pt x="563319" y="28415"/>
                  </a:lnTo>
                  <a:lnTo>
                    <a:pt x="543230" y="0"/>
                  </a:lnTo>
                  <a:close/>
                </a:path>
              </a:pathLst>
            </a:custGeom>
            <a:solidFill>
              <a:srgbClr val="C2CCD3"/>
            </a:solidFill>
            <a:ln w="1524">
              <a:solidFill>
                <a:srgbClr val="C2CCD3"/>
              </a:solidFill>
            </a:ln>
          </p:spPr>
        </p:sp>
        <p:sp>
          <p:nvSpPr>
            <p:cNvPr id="108" name="Input_density__107">
              <a:extLst>
                <a:ext uri="{FF2B5EF4-FFF2-40B4-BE49-F238E27FC236}">
                  <a16:creationId xmlns:a16="http://schemas.microsoft.com/office/drawing/2014/main" id="{470D0966-75BB-C390-66D2-46BB9E2254D9}"/>
                </a:ext>
              </a:extLst>
            </p:cNvPr>
            <p:cNvSpPr>
              <a:spLocks noGrp="1"/>
            </p:cNvSpPr>
            <p:nvPr/>
          </p:nvSpPr>
          <p:spPr>
            <a:xfrm>
              <a:off x="882970" y="1574049"/>
              <a:ext cx="998068" cy="1584667"/>
            </a:xfrm>
            <a:custGeom>
              <a:avLst/>
              <a:gdLst/>
              <a:ahLst/>
              <a:cxnLst/>
              <a:rect l="0" t="0" r="0" b="0"/>
              <a:pathLst>
                <a:path w="998068" h="1584667">
                  <a:moveTo>
                    <a:pt x="148477" y="1537010"/>
                  </a:moveTo>
                  <a:lnTo>
                    <a:pt x="131346" y="1554194"/>
                  </a:lnTo>
                  <a:lnTo>
                    <a:pt x="143178" y="1559650"/>
                  </a:lnTo>
                  <a:close/>
                  <a:moveTo>
                    <a:pt x="242240" y="1584667"/>
                  </a:moveTo>
                  <a:lnTo>
                    <a:pt x="212339" y="1568616"/>
                  </a:lnTo>
                  <a:lnTo>
                    <a:pt x="215846" y="1573765"/>
                  </a:lnTo>
                  <a:close/>
                  <a:moveTo>
                    <a:pt x="229378" y="1564946"/>
                  </a:moveTo>
                  <a:lnTo>
                    <a:pt x="212339" y="1568616"/>
                  </a:lnTo>
                  <a:lnTo>
                    <a:pt x="242240" y="1584667"/>
                  </a:lnTo>
                  <a:close/>
                  <a:moveTo>
                    <a:pt x="264738" y="1572574"/>
                  </a:moveTo>
                  <a:lnTo>
                    <a:pt x="229378" y="1564946"/>
                  </a:lnTo>
                  <a:lnTo>
                    <a:pt x="242240" y="1584667"/>
                  </a:lnTo>
                  <a:close/>
                  <a:moveTo>
                    <a:pt x="264738" y="1572574"/>
                  </a:moveTo>
                  <a:lnTo>
                    <a:pt x="242240" y="1584667"/>
                  </a:lnTo>
                  <a:lnTo>
                    <a:pt x="298333" y="1573603"/>
                  </a:lnTo>
                  <a:close/>
                  <a:moveTo>
                    <a:pt x="203016" y="1562590"/>
                  </a:moveTo>
                  <a:lnTo>
                    <a:pt x="212339" y="1568616"/>
                  </a:lnTo>
                  <a:lnTo>
                    <a:pt x="166930" y="1552249"/>
                  </a:lnTo>
                  <a:close/>
                  <a:moveTo>
                    <a:pt x="248987" y="1411950"/>
                  </a:moveTo>
                  <a:lnTo>
                    <a:pt x="256948" y="1447243"/>
                  </a:lnTo>
                  <a:lnTo>
                    <a:pt x="279191" y="1434196"/>
                  </a:lnTo>
                  <a:close/>
                  <a:moveTo>
                    <a:pt x="312580" y="1434455"/>
                  </a:moveTo>
                  <a:lnTo>
                    <a:pt x="297592" y="1406786"/>
                  </a:lnTo>
                  <a:lnTo>
                    <a:pt x="279191" y="1434196"/>
                  </a:lnTo>
                  <a:close/>
                  <a:moveTo>
                    <a:pt x="0" y="917022"/>
                  </a:moveTo>
                  <a:lnTo>
                    <a:pt x="42831" y="952583"/>
                  </a:lnTo>
                  <a:lnTo>
                    <a:pt x="26857" y="939850"/>
                  </a:lnTo>
                  <a:close/>
                  <a:moveTo>
                    <a:pt x="67920" y="950180"/>
                  </a:moveTo>
                  <a:lnTo>
                    <a:pt x="32918" y="943889"/>
                  </a:lnTo>
                  <a:lnTo>
                    <a:pt x="26857" y="939850"/>
                  </a:lnTo>
                  <a:close/>
                  <a:moveTo>
                    <a:pt x="333320" y="1255954"/>
                  </a:moveTo>
                  <a:lnTo>
                    <a:pt x="341150" y="1267318"/>
                  </a:lnTo>
                  <a:lnTo>
                    <a:pt x="343645" y="1229901"/>
                  </a:lnTo>
                  <a:close/>
                  <a:moveTo>
                    <a:pt x="75347" y="927516"/>
                  </a:moveTo>
                  <a:lnTo>
                    <a:pt x="32918" y="943889"/>
                  </a:lnTo>
                  <a:lnTo>
                    <a:pt x="67920" y="950180"/>
                  </a:lnTo>
                  <a:close/>
                  <a:moveTo>
                    <a:pt x="75347" y="927516"/>
                  </a:moveTo>
                  <a:lnTo>
                    <a:pt x="36347" y="932134"/>
                  </a:lnTo>
                  <a:lnTo>
                    <a:pt x="32918" y="943889"/>
                  </a:lnTo>
                  <a:close/>
                  <a:moveTo>
                    <a:pt x="82288" y="907690"/>
                  </a:moveTo>
                  <a:lnTo>
                    <a:pt x="96892" y="892342"/>
                  </a:lnTo>
                  <a:lnTo>
                    <a:pt x="99794" y="882585"/>
                  </a:lnTo>
                  <a:close/>
                  <a:moveTo>
                    <a:pt x="82288" y="907690"/>
                  </a:moveTo>
                  <a:lnTo>
                    <a:pt x="91313" y="913066"/>
                  </a:lnTo>
                  <a:lnTo>
                    <a:pt x="96892" y="892342"/>
                  </a:lnTo>
                  <a:close/>
                  <a:moveTo>
                    <a:pt x="75347" y="927516"/>
                  </a:moveTo>
                  <a:lnTo>
                    <a:pt x="91313" y="913066"/>
                  </a:lnTo>
                  <a:lnTo>
                    <a:pt x="82288" y="907690"/>
                  </a:lnTo>
                  <a:close/>
                  <a:moveTo>
                    <a:pt x="81038" y="936524"/>
                  </a:moveTo>
                  <a:lnTo>
                    <a:pt x="91313" y="913066"/>
                  </a:lnTo>
                  <a:lnTo>
                    <a:pt x="75347" y="927516"/>
                  </a:lnTo>
                  <a:close/>
                  <a:moveTo>
                    <a:pt x="6444" y="844909"/>
                  </a:moveTo>
                  <a:lnTo>
                    <a:pt x="53430" y="809075"/>
                  </a:lnTo>
                  <a:lnTo>
                    <a:pt x="57082" y="813451"/>
                  </a:lnTo>
                  <a:close/>
                  <a:moveTo>
                    <a:pt x="57082" y="813451"/>
                  </a:moveTo>
                  <a:lnTo>
                    <a:pt x="53677" y="810892"/>
                  </a:lnTo>
                  <a:lnTo>
                    <a:pt x="6444" y="844909"/>
                  </a:lnTo>
                  <a:close/>
                  <a:moveTo>
                    <a:pt x="57082" y="813451"/>
                  </a:moveTo>
                  <a:lnTo>
                    <a:pt x="84724" y="845830"/>
                  </a:lnTo>
                  <a:lnTo>
                    <a:pt x="53677" y="810892"/>
                  </a:lnTo>
                  <a:close/>
                  <a:moveTo>
                    <a:pt x="53430" y="809075"/>
                  </a:moveTo>
                  <a:lnTo>
                    <a:pt x="4626" y="823682"/>
                  </a:lnTo>
                  <a:lnTo>
                    <a:pt x="55669" y="808167"/>
                  </a:lnTo>
                  <a:close/>
                  <a:moveTo>
                    <a:pt x="76269" y="837273"/>
                  </a:moveTo>
                  <a:lnTo>
                    <a:pt x="99794" y="882585"/>
                  </a:lnTo>
                  <a:lnTo>
                    <a:pt x="84724" y="845830"/>
                  </a:lnTo>
                  <a:close/>
                  <a:moveTo>
                    <a:pt x="76269" y="837273"/>
                  </a:moveTo>
                  <a:lnTo>
                    <a:pt x="87237" y="873103"/>
                  </a:lnTo>
                  <a:lnTo>
                    <a:pt x="99794" y="882585"/>
                  </a:lnTo>
                  <a:close/>
                  <a:moveTo>
                    <a:pt x="41887" y="793389"/>
                  </a:moveTo>
                  <a:lnTo>
                    <a:pt x="76269" y="837273"/>
                  </a:lnTo>
                  <a:lnTo>
                    <a:pt x="53430" y="809075"/>
                  </a:lnTo>
                  <a:close/>
                  <a:moveTo>
                    <a:pt x="41887" y="793389"/>
                  </a:moveTo>
                  <a:lnTo>
                    <a:pt x="53430" y="809075"/>
                  </a:lnTo>
                  <a:lnTo>
                    <a:pt x="42595" y="787651"/>
                  </a:lnTo>
                  <a:close/>
                  <a:moveTo>
                    <a:pt x="42595" y="787651"/>
                  </a:moveTo>
                  <a:lnTo>
                    <a:pt x="53430" y="809075"/>
                  </a:lnTo>
                  <a:lnTo>
                    <a:pt x="55669" y="808167"/>
                  </a:lnTo>
                  <a:close/>
                  <a:moveTo>
                    <a:pt x="42595" y="787651"/>
                  </a:moveTo>
                  <a:lnTo>
                    <a:pt x="55669" y="808167"/>
                  </a:lnTo>
                  <a:lnTo>
                    <a:pt x="70049" y="765724"/>
                  </a:lnTo>
                  <a:close/>
                  <a:moveTo>
                    <a:pt x="317425" y="1000394"/>
                  </a:moveTo>
                  <a:lnTo>
                    <a:pt x="295757" y="1035668"/>
                  </a:lnTo>
                  <a:lnTo>
                    <a:pt x="321336" y="1041961"/>
                  </a:lnTo>
                  <a:close/>
                  <a:moveTo>
                    <a:pt x="321336" y="1041961"/>
                  </a:moveTo>
                  <a:lnTo>
                    <a:pt x="331693" y="1049177"/>
                  </a:lnTo>
                  <a:lnTo>
                    <a:pt x="317425" y="1000394"/>
                  </a:lnTo>
                  <a:close/>
                  <a:moveTo>
                    <a:pt x="123931" y="780865"/>
                  </a:moveTo>
                  <a:lnTo>
                    <a:pt x="115836" y="774709"/>
                  </a:lnTo>
                  <a:lnTo>
                    <a:pt x="103821" y="767414"/>
                  </a:lnTo>
                  <a:close/>
                  <a:moveTo>
                    <a:pt x="350887" y="941300"/>
                  </a:moveTo>
                  <a:lnTo>
                    <a:pt x="362232" y="991055"/>
                  </a:lnTo>
                  <a:lnTo>
                    <a:pt x="370550" y="949373"/>
                  </a:lnTo>
                  <a:close/>
                  <a:moveTo>
                    <a:pt x="370550" y="949373"/>
                  </a:moveTo>
                  <a:lnTo>
                    <a:pt x="362232" y="991055"/>
                  </a:lnTo>
                  <a:lnTo>
                    <a:pt x="403828" y="949216"/>
                  </a:lnTo>
                  <a:close/>
                  <a:moveTo>
                    <a:pt x="221125" y="800772"/>
                  </a:moveTo>
                  <a:lnTo>
                    <a:pt x="221071" y="845563"/>
                  </a:lnTo>
                  <a:lnTo>
                    <a:pt x="255467" y="799941"/>
                  </a:lnTo>
                  <a:close/>
                  <a:moveTo>
                    <a:pt x="255467" y="799941"/>
                  </a:moveTo>
                  <a:lnTo>
                    <a:pt x="234725" y="786905"/>
                  </a:lnTo>
                  <a:lnTo>
                    <a:pt x="215083" y="760937"/>
                  </a:lnTo>
                  <a:close/>
                  <a:moveTo>
                    <a:pt x="589769" y="1174480"/>
                  </a:moveTo>
                  <a:lnTo>
                    <a:pt x="580836" y="1190169"/>
                  </a:lnTo>
                  <a:lnTo>
                    <a:pt x="602126" y="1192315"/>
                  </a:lnTo>
                  <a:close/>
                  <a:moveTo>
                    <a:pt x="325935" y="810929"/>
                  </a:moveTo>
                  <a:lnTo>
                    <a:pt x="296064" y="794025"/>
                  </a:lnTo>
                  <a:lnTo>
                    <a:pt x="336101" y="820572"/>
                  </a:lnTo>
                  <a:close/>
                  <a:moveTo>
                    <a:pt x="237879" y="666832"/>
                  </a:moveTo>
                  <a:lnTo>
                    <a:pt x="236418" y="681186"/>
                  </a:lnTo>
                  <a:lnTo>
                    <a:pt x="257907" y="681163"/>
                  </a:lnTo>
                  <a:close/>
                  <a:moveTo>
                    <a:pt x="748121" y="1268228"/>
                  </a:moveTo>
                  <a:lnTo>
                    <a:pt x="775651" y="1291667"/>
                  </a:lnTo>
                  <a:lnTo>
                    <a:pt x="804609" y="1258642"/>
                  </a:lnTo>
                  <a:close/>
                  <a:moveTo>
                    <a:pt x="409409" y="845548"/>
                  </a:moveTo>
                  <a:lnTo>
                    <a:pt x="430597" y="873069"/>
                  </a:lnTo>
                  <a:lnTo>
                    <a:pt x="440703" y="887362"/>
                  </a:lnTo>
                  <a:close/>
                  <a:moveTo>
                    <a:pt x="804609" y="1258642"/>
                  </a:moveTo>
                  <a:lnTo>
                    <a:pt x="804394" y="1233356"/>
                  </a:lnTo>
                  <a:lnTo>
                    <a:pt x="790192" y="1274483"/>
                  </a:lnTo>
                  <a:close/>
                  <a:moveTo>
                    <a:pt x="804394" y="1233356"/>
                  </a:moveTo>
                  <a:lnTo>
                    <a:pt x="804609" y="1258642"/>
                  </a:lnTo>
                  <a:lnTo>
                    <a:pt x="814747" y="1237728"/>
                  </a:lnTo>
                  <a:close/>
                  <a:moveTo>
                    <a:pt x="789067" y="1220545"/>
                  </a:moveTo>
                  <a:lnTo>
                    <a:pt x="804394" y="1233356"/>
                  </a:lnTo>
                  <a:lnTo>
                    <a:pt x="770038" y="1189451"/>
                  </a:lnTo>
                  <a:close/>
                  <a:moveTo>
                    <a:pt x="770038" y="1189451"/>
                  </a:moveTo>
                  <a:lnTo>
                    <a:pt x="804394" y="1233356"/>
                  </a:lnTo>
                  <a:lnTo>
                    <a:pt x="779688" y="1200973"/>
                  </a:lnTo>
                  <a:close/>
                  <a:moveTo>
                    <a:pt x="769799" y="1156862"/>
                  </a:moveTo>
                  <a:lnTo>
                    <a:pt x="759031" y="1153653"/>
                  </a:lnTo>
                  <a:lnTo>
                    <a:pt x="807660" y="1173840"/>
                  </a:lnTo>
                  <a:close/>
                  <a:moveTo>
                    <a:pt x="373212" y="723158"/>
                  </a:moveTo>
                  <a:lnTo>
                    <a:pt x="419228" y="718171"/>
                  </a:lnTo>
                  <a:lnTo>
                    <a:pt x="410602" y="742730"/>
                  </a:lnTo>
                  <a:close/>
                  <a:moveTo>
                    <a:pt x="373212" y="723158"/>
                  </a:moveTo>
                  <a:lnTo>
                    <a:pt x="410602" y="742730"/>
                  </a:lnTo>
                  <a:lnTo>
                    <a:pt x="396482" y="759914"/>
                  </a:lnTo>
                  <a:close/>
                  <a:moveTo>
                    <a:pt x="408642" y="711930"/>
                  </a:moveTo>
                  <a:lnTo>
                    <a:pt x="448407" y="742730"/>
                  </a:lnTo>
                  <a:lnTo>
                    <a:pt x="419228" y="718171"/>
                  </a:lnTo>
                  <a:close/>
                  <a:moveTo>
                    <a:pt x="807660" y="1173840"/>
                  </a:moveTo>
                  <a:lnTo>
                    <a:pt x="828404" y="1155190"/>
                  </a:lnTo>
                  <a:lnTo>
                    <a:pt x="769799" y="1156862"/>
                  </a:lnTo>
                  <a:close/>
                  <a:moveTo>
                    <a:pt x="716480" y="1071663"/>
                  </a:moveTo>
                  <a:lnTo>
                    <a:pt x="774096" y="1096658"/>
                  </a:lnTo>
                  <a:lnTo>
                    <a:pt x="765932" y="1093097"/>
                  </a:lnTo>
                  <a:close/>
                  <a:moveTo>
                    <a:pt x="752557" y="1092396"/>
                  </a:moveTo>
                  <a:lnTo>
                    <a:pt x="774096" y="1096658"/>
                  </a:lnTo>
                  <a:lnTo>
                    <a:pt x="721008" y="1073525"/>
                  </a:lnTo>
                  <a:close/>
                  <a:moveTo>
                    <a:pt x="448407" y="742730"/>
                  </a:moveTo>
                  <a:lnTo>
                    <a:pt x="462208" y="754287"/>
                  </a:lnTo>
                  <a:lnTo>
                    <a:pt x="464267" y="738543"/>
                  </a:lnTo>
                  <a:close/>
                  <a:moveTo>
                    <a:pt x="448407" y="742730"/>
                  </a:moveTo>
                  <a:lnTo>
                    <a:pt x="464267" y="738543"/>
                  </a:lnTo>
                  <a:lnTo>
                    <a:pt x="419228" y="718171"/>
                  </a:lnTo>
                  <a:close/>
                  <a:moveTo>
                    <a:pt x="493045" y="742235"/>
                  </a:moveTo>
                  <a:lnTo>
                    <a:pt x="464267" y="738543"/>
                  </a:lnTo>
                  <a:lnTo>
                    <a:pt x="462208" y="754287"/>
                  </a:lnTo>
                  <a:close/>
                  <a:moveTo>
                    <a:pt x="500929" y="691079"/>
                  </a:moveTo>
                  <a:lnTo>
                    <a:pt x="464267" y="738543"/>
                  </a:lnTo>
                  <a:lnTo>
                    <a:pt x="493045" y="742235"/>
                  </a:lnTo>
                  <a:close/>
                  <a:moveTo>
                    <a:pt x="238683" y="394752"/>
                  </a:moveTo>
                  <a:lnTo>
                    <a:pt x="226977" y="401472"/>
                  </a:lnTo>
                  <a:lnTo>
                    <a:pt x="254122" y="398310"/>
                  </a:lnTo>
                  <a:close/>
                  <a:moveTo>
                    <a:pt x="238683" y="394752"/>
                  </a:moveTo>
                  <a:lnTo>
                    <a:pt x="254122" y="398310"/>
                  </a:lnTo>
                  <a:lnTo>
                    <a:pt x="256345" y="386699"/>
                  </a:lnTo>
                  <a:close/>
                  <a:moveTo>
                    <a:pt x="113693" y="252224"/>
                  </a:moveTo>
                  <a:lnTo>
                    <a:pt x="115396" y="295586"/>
                  </a:lnTo>
                  <a:lnTo>
                    <a:pt x="145445" y="253498"/>
                  </a:lnTo>
                  <a:close/>
                  <a:moveTo>
                    <a:pt x="80163" y="252395"/>
                  </a:moveTo>
                  <a:lnTo>
                    <a:pt x="115396" y="295586"/>
                  </a:lnTo>
                  <a:lnTo>
                    <a:pt x="113693" y="252224"/>
                  </a:lnTo>
                  <a:close/>
                  <a:moveTo>
                    <a:pt x="927007" y="1149423"/>
                  </a:moveTo>
                  <a:lnTo>
                    <a:pt x="932751" y="1171597"/>
                  </a:lnTo>
                  <a:lnTo>
                    <a:pt x="959199" y="1174276"/>
                  </a:lnTo>
                  <a:close/>
                  <a:moveTo>
                    <a:pt x="852498" y="1120698"/>
                  </a:moveTo>
                  <a:lnTo>
                    <a:pt x="863989" y="1077752"/>
                  </a:lnTo>
                  <a:lnTo>
                    <a:pt x="839533" y="1129852"/>
                  </a:lnTo>
                  <a:close/>
                  <a:moveTo>
                    <a:pt x="867685" y="1081272"/>
                  </a:moveTo>
                  <a:lnTo>
                    <a:pt x="861725" y="1124341"/>
                  </a:lnTo>
                  <a:lnTo>
                    <a:pt x="839533" y="1129852"/>
                  </a:lnTo>
                  <a:close/>
                  <a:moveTo>
                    <a:pt x="861725" y="1124341"/>
                  </a:moveTo>
                  <a:lnTo>
                    <a:pt x="867685" y="1081272"/>
                  </a:lnTo>
                  <a:lnTo>
                    <a:pt x="884561" y="1129852"/>
                  </a:lnTo>
                  <a:close/>
                  <a:moveTo>
                    <a:pt x="863989" y="1077752"/>
                  </a:moveTo>
                  <a:lnTo>
                    <a:pt x="852498" y="1120698"/>
                  </a:lnTo>
                  <a:lnTo>
                    <a:pt x="884561" y="1129852"/>
                  </a:lnTo>
                  <a:close/>
                  <a:moveTo>
                    <a:pt x="697961" y="916639"/>
                  </a:moveTo>
                  <a:lnTo>
                    <a:pt x="664244" y="908054"/>
                  </a:lnTo>
                  <a:lnTo>
                    <a:pt x="668355" y="909322"/>
                  </a:lnTo>
                  <a:close/>
                  <a:moveTo>
                    <a:pt x="687649" y="906452"/>
                  </a:moveTo>
                  <a:lnTo>
                    <a:pt x="664244" y="908054"/>
                  </a:lnTo>
                  <a:lnTo>
                    <a:pt x="697961" y="916639"/>
                  </a:lnTo>
                  <a:close/>
                  <a:moveTo>
                    <a:pt x="228243" y="392261"/>
                  </a:moveTo>
                  <a:lnTo>
                    <a:pt x="226977" y="401472"/>
                  </a:lnTo>
                  <a:lnTo>
                    <a:pt x="238683" y="394752"/>
                  </a:lnTo>
                  <a:close/>
                  <a:moveTo>
                    <a:pt x="228243" y="392261"/>
                  </a:moveTo>
                  <a:lnTo>
                    <a:pt x="238683" y="394752"/>
                  </a:lnTo>
                  <a:lnTo>
                    <a:pt x="240334" y="355206"/>
                  </a:lnTo>
                  <a:close/>
                  <a:moveTo>
                    <a:pt x="240334" y="355206"/>
                  </a:moveTo>
                  <a:lnTo>
                    <a:pt x="256345" y="386699"/>
                  </a:lnTo>
                  <a:lnTo>
                    <a:pt x="273767" y="355629"/>
                  </a:lnTo>
                  <a:close/>
                  <a:moveTo>
                    <a:pt x="273767" y="355629"/>
                  </a:moveTo>
                  <a:lnTo>
                    <a:pt x="295367" y="347120"/>
                  </a:lnTo>
                  <a:lnTo>
                    <a:pt x="288706" y="340813"/>
                  </a:lnTo>
                  <a:close/>
                  <a:moveTo>
                    <a:pt x="256345" y="386699"/>
                  </a:moveTo>
                  <a:lnTo>
                    <a:pt x="290254" y="388900"/>
                  </a:lnTo>
                  <a:lnTo>
                    <a:pt x="273767" y="355629"/>
                  </a:lnTo>
                  <a:close/>
                  <a:moveTo>
                    <a:pt x="288706" y="340813"/>
                  </a:moveTo>
                  <a:lnTo>
                    <a:pt x="295367" y="347120"/>
                  </a:lnTo>
                  <a:lnTo>
                    <a:pt x="298080" y="321954"/>
                  </a:lnTo>
                  <a:close/>
                  <a:moveTo>
                    <a:pt x="198057" y="230548"/>
                  </a:moveTo>
                  <a:lnTo>
                    <a:pt x="188017" y="255807"/>
                  </a:lnTo>
                  <a:lnTo>
                    <a:pt x="208301" y="235439"/>
                  </a:lnTo>
                  <a:close/>
                  <a:moveTo>
                    <a:pt x="959199" y="1174276"/>
                  </a:moveTo>
                  <a:lnTo>
                    <a:pt x="979759" y="1186178"/>
                  </a:lnTo>
                  <a:lnTo>
                    <a:pt x="980078" y="1156132"/>
                  </a:lnTo>
                  <a:close/>
                  <a:moveTo>
                    <a:pt x="980078" y="1156132"/>
                  </a:moveTo>
                  <a:lnTo>
                    <a:pt x="979759" y="1186178"/>
                  </a:lnTo>
                  <a:lnTo>
                    <a:pt x="998068" y="1139508"/>
                  </a:lnTo>
                  <a:close/>
                  <a:moveTo>
                    <a:pt x="959199" y="1174276"/>
                  </a:moveTo>
                  <a:lnTo>
                    <a:pt x="935991" y="1135799"/>
                  </a:lnTo>
                  <a:lnTo>
                    <a:pt x="927007" y="1149423"/>
                  </a:lnTo>
                  <a:close/>
                  <a:moveTo>
                    <a:pt x="752012" y="897944"/>
                  </a:moveTo>
                  <a:lnTo>
                    <a:pt x="791779" y="922049"/>
                  </a:lnTo>
                  <a:lnTo>
                    <a:pt x="773124" y="874955"/>
                  </a:lnTo>
                  <a:close/>
                  <a:moveTo>
                    <a:pt x="758166" y="885873"/>
                  </a:moveTo>
                  <a:lnTo>
                    <a:pt x="784383" y="846900"/>
                  </a:lnTo>
                  <a:lnTo>
                    <a:pt x="760176" y="839492"/>
                  </a:lnTo>
                  <a:close/>
                  <a:moveTo>
                    <a:pt x="758166" y="885873"/>
                  </a:moveTo>
                  <a:lnTo>
                    <a:pt x="760176" y="839492"/>
                  </a:lnTo>
                  <a:lnTo>
                    <a:pt x="770164" y="874955"/>
                  </a:lnTo>
                  <a:close/>
                  <a:moveTo>
                    <a:pt x="620950" y="781651"/>
                  </a:moveTo>
                  <a:lnTo>
                    <a:pt x="652884" y="776472"/>
                  </a:lnTo>
                  <a:lnTo>
                    <a:pt x="672109" y="752142"/>
                  </a:lnTo>
                  <a:close/>
                  <a:moveTo>
                    <a:pt x="637831" y="748560"/>
                  </a:moveTo>
                  <a:lnTo>
                    <a:pt x="620950" y="781651"/>
                  </a:lnTo>
                  <a:lnTo>
                    <a:pt x="672109" y="752142"/>
                  </a:lnTo>
                  <a:close/>
                  <a:moveTo>
                    <a:pt x="672109" y="752142"/>
                  </a:moveTo>
                  <a:lnTo>
                    <a:pt x="652884" y="776472"/>
                  </a:lnTo>
                  <a:lnTo>
                    <a:pt x="705892" y="753875"/>
                  </a:lnTo>
                  <a:close/>
                  <a:moveTo>
                    <a:pt x="285890" y="304745"/>
                  </a:moveTo>
                  <a:lnTo>
                    <a:pt x="298080" y="321954"/>
                  </a:lnTo>
                  <a:lnTo>
                    <a:pt x="319317" y="305148"/>
                  </a:lnTo>
                  <a:close/>
                  <a:moveTo>
                    <a:pt x="208301" y="235439"/>
                  </a:moveTo>
                  <a:lnTo>
                    <a:pt x="214678" y="213365"/>
                  </a:lnTo>
                  <a:lnTo>
                    <a:pt x="198057" y="230548"/>
                  </a:lnTo>
                  <a:close/>
                  <a:moveTo>
                    <a:pt x="232311" y="228999"/>
                  </a:moveTo>
                  <a:lnTo>
                    <a:pt x="214678" y="213365"/>
                  </a:lnTo>
                  <a:lnTo>
                    <a:pt x="208301" y="235439"/>
                  </a:lnTo>
                  <a:close/>
                  <a:moveTo>
                    <a:pt x="718968" y="764690"/>
                  </a:moveTo>
                  <a:lnTo>
                    <a:pt x="745901" y="778887"/>
                  </a:lnTo>
                  <a:lnTo>
                    <a:pt x="759154" y="784262"/>
                  </a:lnTo>
                  <a:close/>
                  <a:moveTo>
                    <a:pt x="440917" y="175814"/>
                  </a:moveTo>
                  <a:lnTo>
                    <a:pt x="409703" y="174102"/>
                  </a:lnTo>
                  <a:lnTo>
                    <a:pt x="405450" y="185616"/>
                  </a:lnTo>
                  <a:close/>
                  <a:moveTo>
                    <a:pt x="833826" y="585692"/>
                  </a:moveTo>
                  <a:lnTo>
                    <a:pt x="816388" y="552398"/>
                  </a:lnTo>
                  <a:lnTo>
                    <a:pt x="827290" y="573776"/>
                  </a:lnTo>
                  <a:close/>
                  <a:moveTo>
                    <a:pt x="822186" y="566120"/>
                  </a:moveTo>
                  <a:lnTo>
                    <a:pt x="816388" y="552398"/>
                  </a:lnTo>
                  <a:lnTo>
                    <a:pt x="833826" y="585692"/>
                  </a:lnTo>
                  <a:close/>
                  <a:moveTo>
                    <a:pt x="662935" y="333012"/>
                  </a:moveTo>
                  <a:lnTo>
                    <a:pt x="693026" y="330030"/>
                  </a:lnTo>
                  <a:lnTo>
                    <a:pt x="678038" y="328407"/>
                  </a:lnTo>
                  <a:close/>
                  <a:moveTo>
                    <a:pt x="563303" y="308835"/>
                  </a:moveTo>
                  <a:lnTo>
                    <a:pt x="563086" y="264910"/>
                  </a:lnTo>
                  <a:lnTo>
                    <a:pt x="562448" y="254897"/>
                  </a:lnTo>
                  <a:close/>
                  <a:moveTo>
                    <a:pt x="562448" y="254897"/>
                  </a:moveTo>
                  <a:lnTo>
                    <a:pt x="577628" y="263216"/>
                  </a:lnTo>
                  <a:lnTo>
                    <a:pt x="563303" y="308835"/>
                  </a:lnTo>
                  <a:close/>
                  <a:moveTo>
                    <a:pt x="591233" y="254897"/>
                  </a:moveTo>
                  <a:lnTo>
                    <a:pt x="563086" y="264910"/>
                  </a:lnTo>
                  <a:lnTo>
                    <a:pt x="562011" y="301033"/>
                  </a:lnTo>
                  <a:close/>
                  <a:moveTo>
                    <a:pt x="668642" y="322766"/>
                  </a:moveTo>
                  <a:lnTo>
                    <a:pt x="662935" y="333012"/>
                  </a:lnTo>
                  <a:lnTo>
                    <a:pt x="678038" y="328407"/>
                  </a:lnTo>
                  <a:close/>
                  <a:moveTo>
                    <a:pt x="668642" y="322766"/>
                  </a:moveTo>
                  <a:lnTo>
                    <a:pt x="678038" y="328407"/>
                  </a:lnTo>
                  <a:lnTo>
                    <a:pt x="655329" y="304573"/>
                  </a:lnTo>
                  <a:close/>
                  <a:moveTo>
                    <a:pt x="574305" y="250792"/>
                  </a:moveTo>
                  <a:lnTo>
                    <a:pt x="591233" y="254897"/>
                  </a:lnTo>
                  <a:lnTo>
                    <a:pt x="589241" y="210427"/>
                  </a:lnTo>
                  <a:close/>
                  <a:moveTo>
                    <a:pt x="589241" y="210427"/>
                  </a:moveTo>
                  <a:lnTo>
                    <a:pt x="591233" y="254897"/>
                  </a:lnTo>
                  <a:lnTo>
                    <a:pt x="614077" y="205797"/>
                  </a:lnTo>
                  <a:close/>
                  <a:moveTo>
                    <a:pt x="599438" y="200958"/>
                  </a:moveTo>
                  <a:lnTo>
                    <a:pt x="614077" y="205797"/>
                  </a:lnTo>
                  <a:lnTo>
                    <a:pt x="616789" y="188847"/>
                  </a:lnTo>
                  <a:close/>
                  <a:moveTo>
                    <a:pt x="515386" y="58872"/>
                  </a:moveTo>
                  <a:lnTo>
                    <a:pt x="538554" y="90693"/>
                  </a:lnTo>
                  <a:lnTo>
                    <a:pt x="545328" y="100359"/>
                  </a:lnTo>
                  <a:close/>
                  <a:moveTo>
                    <a:pt x="726804" y="220530"/>
                  </a:moveTo>
                  <a:lnTo>
                    <a:pt x="722064" y="261675"/>
                  </a:lnTo>
                  <a:lnTo>
                    <a:pt x="721885" y="236424"/>
                  </a:lnTo>
                  <a:close/>
                  <a:moveTo>
                    <a:pt x="700686" y="253372"/>
                  </a:moveTo>
                  <a:lnTo>
                    <a:pt x="735417" y="258647"/>
                  </a:lnTo>
                  <a:lnTo>
                    <a:pt x="726804" y="220530"/>
                  </a:lnTo>
                  <a:close/>
                  <a:moveTo>
                    <a:pt x="599438" y="200958"/>
                  </a:moveTo>
                  <a:lnTo>
                    <a:pt x="616789" y="188847"/>
                  </a:lnTo>
                  <a:lnTo>
                    <a:pt x="634937" y="160493"/>
                  </a:lnTo>
                  <a:close/>
                  <a:moveTo>
                    <a:pt x="538554" y="90693"/>
                  </a:moveTo>
                  <a:lnTo>
                    <a:pt x="515386" y="58872"/>
                  </a:lnTo>
                  <a:lnTo>
                    <a:pt x="537773" y="79412"/>
                  </a:lnTo>
                  <a:close/>
                  <a:moveTo>
                    <a:pt x="511478" y="53938"/>
                  </a:moveTo>
                  <a:lnTo>
                    <a:pt x="507832" y="14260"/>
                  </a:lnTo>
                  <a:lnTo>
                    <a:pt x="504766" y="0"/>
                  </a:lnTo>
                  <a:close/>
                </a:path>
              </a:pathLst>
            </a:custGeom>
            <a:solidFill>
              <a:srgbClr val="BCC7CF"/>
            </a:solidFill>
            <a:ln w="1524">
              <a:solidFill>
                <a:srgbClr val="BCC7CF"/>
              </a:solidFill>
            </a:ln>
          </p:spPr>
        </p:sp>
        <p:sp>
          <p:nvSpPr>
            <p:cNvPr id="109" name="Input_density__108">
              <a:extLst>
                <a:ext uri="{FF2B5EF4-FFF2-40B4-BE49-F238E27FC236}">
                  <a16:creationId xmlns:a16="http://schemas.microsoft.com/office/drawing/2014/main" id="{31F17660-CABB-EA10-1064-EDC6819CDAD7}"/>
                </a:ext>
              </a:extLst>
            </p:cNvPr>
            <p:cNvSpPr>
              <a:spLocks noGrp="1"/>
            </p:cNvSpPr>
            <p:nvPr/>
          </p:nvSpPr>
          <p:spPr>
            <a:xfrm>
              <a:off x="867017" y="1494251"/>
              <a:ext cx="1022164" cy="1648414"/>
            </a:xfrm>
            <a:custGeom>
              <a:avLst/>
              <a:gdLst/>
              <a:ahLst/>
              <a:cxnLst/>
              <a:rect l="0" t="0" r="0" b="0"/>
              <a:pathLst>
                <a:path w="1022164" h="1648414">
                  <a:moveTo>
                    <a:pt x="130409" y="1597237"/>
                  </a:moveTo>
                  <a:lnTo>
                    <a:pt x="147299" y="1633992"/>
                  </a:lnTo>
                  <a:lnTo>
                    <a:pt x="164430" y="1616809"/>
                  </a:lnTo>
                  <a:close/>
                  <a:moveTo>
                    <a:pt x="209416" y="1599625"/>
                  </a:moveTo>
                  <a:lnTo>
                    <a:pt x="228291" y="1648414"/>
                  </a:lnTo>
                  <a:lnTo>
                    <a:pt x="231090" y="1636380"/>
                  </a:lnTo>
                  <a:close/>
                  <a:moveTo>
                    <a:pt x="182883" y="1632048"/>
                  </a:moveTo>
                  <a:lnTo>
                    <a:pt x="228291" y="1648414"/>
                  </a:lnTo>
                  <a:lnTo>
                    <a:pt x="209416" y="1599625"/>
                  </a:lnTo>
                  <a:close/>
                  <a:moveTo>
                    <a:pt x="191409" y="1606563"/>
                  </a:moveTo>
                  <a:lnTo>
                    <a:pt x="209416" y="1599625"/>
                  </a:lnTo>
                  <a:lnTo>
                    <a:pt x="208046" y="1601551"/>
                  </a:lnTo>
                  <a:close/>
                  <a:moveTo>
                    <a:pt x="174162" y="1575838"/>
                  </a:moveTo>
                  <a:lnTo>
                    <a:pt x="191409" y="1606563"/>
                  </a:lnTo>
                  <a:lnTo>
                    <a:pt x="208046" y="1601551"/>
                  </a:lnTo>
                  <a:close/>
                  <a:moveTo>
                    <a:pt x="251860" y="1629253"/>
                  </a:moveTo>
                  <a:lnTo>
                    <a:pt x="291975" y="1623729"/>
                  </a:lnTo>
                  <a:lnTo>
                    <a:pt x="277400" y="1590831"/>
                  </a:lnTo>
                  <a:close/>
                  <a:moveTo>
                    <a:pt x="251860" y="1629253"/>
                  </a:moveTo>
                  <a:lnTo>
                    <a:pt x="277400" y="1590831"/>
                  </a:lnTo>
                  <a:lnTo>
                    <a:pt x="250428" y="1585670"/>
                  </a:lnTo>
                  <a:close/>
                  <a:moveTo>
                    <a:pt x="250428" y="1585670"/>
                  </a:moveTo>
                  <a:lnTo>
                    <a:pt x="277400" y="1590831"/>
                  </a:lnTo>
                  <a:lnTo>
                    <a:pt x="225897" y="1560866"/>
                  </a:lnTo>
                  <a:close/>
                  <a:moveTo>
                    <a:pt x="213363" y="1525223"/>
                  </a:moveTo>
                  <a:lnTo>
                    <a:pt x="233432" y="1504049"/>
                  </a:lnTo>
                  <a:lnTo>
                    <a:pt x="175286" y="1507435"/>
                  </a:lnTo>
                  <a:close/>
                  <a:moveTo>
                    <a:pt x="241125" y="1327546"/>
                  </a:moveTo>
                  <a:lnTo>
                    <a:pt x="260760" y="1335877"/>
                  </a:lnTo>
                  <a:lnTo>
                    <a:pt x="241264" y="1381484"/>
                  </a:lnTo>
                  <a:close/>
                  <a:moveTo>
                    <a:pt x="260760" y="1335877"/>
                  </a:moveTo>
                  <a:lnTo>
                    <a:pt x="241125" y="1327546"/>
                  </a:lnTo>
                  <a:lnTo>
                    <a:pt x="226071" y="1292243"/>
                  </a:lnTo>
                  <a:close/>
                  <a:moveTo>
                    <a:pt x="304627" y="1300213"/>
                  </a:moveTo>
                  <a:lnTo>
                    <a:pt x="335369" y="1302309"/>
                  </a:lnTo>
                  <a:lnTo>
                    <a:pt x="334673" y="1258128"/>
                  </a:lnTo>
                  <a:close/>
                  <a:moveTo>
                    <a:pt x="335369" y="1302309"/>
                  </a:moveTo>
                  <a:lnTo>
                    <a:pt x="368975" y="1257329"/>
                  </a:lnTo>
                  <a:lnTo>
                    <a:pt x="334673" y="1258128"/>
                  </a:lnTo>
                  <a:close/>
                  <a:moveTo>
                    <a:pt x="21398" y="888874"/>
                  </a:moveTo>
                  <a:lnTo>
                    <a:pt x="20578" y="903481"/>
                  </a:lnTo>
                  <a:lnTo>
                    <a:pt x="23596" y="942812"/>
                  </a:lnTo>
                  <a:close/>
                  <a:moveTo>
                    <a:pt x="21398" y="888874"/>
                  </a:moveTo>
                  <a:lnTo>
                    <a:pt x="15285" y="898116"/>
                  </a:lnTo>
                  <a:lnTo>
                    <a:pt x="20578" y="903481"/>
                  </a:lnTo>
                  <a:close/>
                  <a:moveTo>
                    <a:pt x="0" y="869302"/>
                  </a:moveTo>
                  <a:lnTo>
                    <a:pt x="15285" y="898116"/>
                  </a:lnTo>
                  <a:lnTo>
                    <a:pt x="21398" y="888874"/>
                  </a:lnTo>
                  <a:close/>
                  <a:moveTo>
                    <a:pt x="162741" y="913917"/>
                  </a:moveTo>
                  <a:lnTo>
                    <a:pt x="178368" y="941709"/>
                  </a:lnTo>
                  <a:lnTo>
                    <a:pt x="165666" y="908446"/>
                  </a:lnTo>
                  <a:close/>
                  <a:moveTo>
                    <a:pt x="178368" y="941709"/>
                  </a:moveTo>
                  <a:lnTo>
                    <a:pt x="162741" y="913917"/>
                  </a:lnTo>
                  <a:lnTo>
                    <a:pt x="179753" y="945200"/>
                  </a:lnTo>
                  <a:close/>
                  <a:moveTo>
                    <a:pt x="487934" y="1295567"/>
                  </a:moveTo>
                  <a:lnTo>
                    <a:pt x="447657" y="1312750"/>
                  </a:lnTo>
                  <a:lnTo>
                    <a:pt x="486824" y="1347520"/>
                  </a:lnTo>
                  <a:close/>
                  <a:moveTo>
                    <a:pt x="333378" y="1080192"/>
                  </a:moveTo>
                  <a:lnTo>
                    <a:pt x="375211" y="1083162"/>
                  </a:lnTo>
                  <a:lnTo>
                    <a:pt x="360272" y="1075037"/>
                  </a:lnTo>
                  <a:close/>
                  <a:moveTo>
                    <a:pt x="312857" y="1070813"/>
                  </a:moveTo>
                  <a:lnTo>
                    <a:pt x="328219" y="1075037"/>
                  </a:lnTo>
                  <a:lnTo>
                    <a:pt x="333378" y="1080192"/>
                  </a:lnTo>
                  <a:close/>
                  <a:moveTo>
                    <a:pt x="178368" y="941709"/>
                  </a:moveTo>
                  <a:lnTo>
                    <a:pt x="179753" y="945200"/>
                  </a:lnTo>
                  <a:lnTo>
                    <a:pt x="179633" y="944930"/>
                  </a:lnTo>
                  <a:close/>
                  <a:moveTo>
                    <a:pt x="176304" y="928017"/>
                  </a:moveTo>
                  <a:lnTo>
                    <a:pt x="178368" y="941709"/>
                  </a:lnTo>
                  <a:lnTo>
                    <a:pt x="179633" y="944930"/>
                  </a:lnTo>
                  <a:close/>
                  <a:moveTo>
                    <a:pt x="165666" y="908446"/>
                  </a:moveTo>
                  <a:lnTo>
                    <a:pt x="178368" y="941709"/>
                  </a:lnTo>
                  <a:lnTo>
                    <a:pt x="176304" y="928017"/>
                  </a:lnTo>
                  <a:close/>
                  <a:moveTo>
                    <a:pt x="158208" y="891262"/>
                  </a:moveTo>
                  <a:lnTo>
                    <a:pt x="156056" y="871690"/>
                  </a:lnTo>
                  <a:lnTo>
                    <a:pt x="165666" y="908446"/>
                  </a:lnTo>
                  <a:close/>
                  <a:moveTo>
                    <a:pt x="495056" y="1253751"/>
                  </a:moveTo>
                  <a:lnTo>
                    <a:pt x="520285" y="1251839"/>
                  </a:lnTo>
                  <a:lnTo>
                    <a:pt x="481191" y="1230251"/>
                  </a:lnTo>
                  <a:close/>
                  <a:moveTo>
                    <a:pt x="553994" y="1241629"/>
                  </a:moveTo>
                  <a:lnTo>
                    <a:pt x="533484" y="1294344"/>
                  </a:lnTo>
                  <a:lnTo>
                    <a:pt x="548322" y="1260457"/>
                  </a:lnTo>
                  <a:close/>
                  <a:moveTo>
                    <a:pt x="564943" y="1251110"/>
                  </a:moveTo>
                  <a:lnTo>
                    <a:pt x="553994" y="1241629"/>
                  </a:lnTo>
                  <a:lnTo>
                    <a:pt x="562416" y="1208418"/>
                  </a:lnTo>
                  <a:close/>
                  <a:moveTo>
                    <a:pt x="366840" y="1021099"/>
                  </a:moveTo>
                  <a:lnTo>
                    <a:pt x="342196" y="1001527"/>
                  </a:lnTo>
                  <a:lnTo>
                    <a:pt x="357888" y="1038282"/>
                  </a:lnTo>
                  <a:close/>
                  <a:moveTo>
                    <a:pt x="194035" y="843728"/>
                  </a:moveTo>
                  <a:lnTo>
                    <a:pt x="237077" y="880571"/>
                  </a:lnTo>
                  <a:lnTo>
                    <a:pt x="231036" y="840735"/>
                  </a:lnTo>
                  <a:close/>
                  <a:moveTo>
                    <a:pt x="226150" y="803369"/>
                  </a:moveTo>
                  <a:lnTo>
                    <a:pt x="224680" y="800569"/>
                  </a:lnTo>
                  <a:lnTo>
                    <a:pt x="231036" y="840735"/>
                  </a:lnTo>
                  <a:close/>
                  <a:moveTo>
                    <a:pt x="231036" y="840735"/>
                  </a:moveTo>
                  <a:lnTo>
                    <a:pt x="224680" y="800569"/>
                  </a:lnTo>
                  <a:lnTo>
                    <a:pt x="185283" y="806096"/>
                  </a:lnTo>
                  <a:close/>
                  <a:moveTo>
                    <a:pt x="231036" y="840735"/>
                  </a:moveTo>
                  <a:lnTo>
                    <a:pt x="185283" y="806096"/>
                  </a:lnTo>
                  <a:lnTo>
                    <a:pt x="194035" y="843728"/>
                  </a:lnTo>
                  <a:close/>
                  <a:moveTo>
                    <a:pt x="188256" y="786263"/>
                  </a:moveTo>
                  <a:lnTo>
                    <a:pt x="156768" y="763814"/>
                  </a:lnTo>
                  <a:lnTo>
                    <a:pt x="185283" y="806096"/>
                  </a:lnTo>
                  <a:close/>
                  <a:moveTo>
                    <a:pt x="150904" y="771188"/>
                  </a:moveTo>
                  <a:lnTo>
                    <a:pt x="180682" y="800569"/>
                  </a:lnTo>
                  <a:lnTo>
                    <a:pt x="185283" y="806096"/>
                  </a:lnTo>
                  <a:close/>
                  <a:moveTo>
                    <a:pt x="564787" y="1187690"/>
                  </a:moveTo>
                  <a:lnTo>
                    <a:pt x="557412" y="1169865"/>
                  </a:lnTo>
                  <a:lnTo>
                    <a:pt x="558706" y="1204874"/>
                  </a:lnTo>
                  <a:close/>
                  <a:moveTo>
                    <a:pt x="524942" y="1122301"/>
                  </a:moveTo>
                  <a:lnTo>
                    <a:pt x="557033" y="1168047"/>
                  </a:lnTo>
                  <a:lnTo>
                    <a:pt x="536198" y="1157897"/>
                  </a:lnTo>
                  <a:close/>
                  <a:moveTo>
                    <a:pt x="224680" y="800569"/>
                  </a:moveTo>
                  <a:lnTo>
                    <a:pt x="226150" y="803369"/>
                  </a:lnTo>
                  <a:lnTo>
                    <a:pt x="225715" y="800314"/>
                  </a:lnTo>
                  <a:close/>
                  <a:moveTo>
                    <a:pt x="225715" y="800314"/>
                  </a:moveTo>
                  <a:lnTo>
                    <a:pt x="188256" y="786263"/>
                  </a:lnTo>
                  <a:lnTo>
                    <a:pt x="224680" y="800569"/>
                  </a:lnTo>
                  <a:close/>
                  <a:moveTo>
                    <a:pt x="190837" y="756834"/>
                  </a:moveTo>
                  <a:lnTo>
                    <a:pt x="188256" y="786263"/>
                  </a:lnTo>
                  <a:lnTo>
                    <a:pt x="225715" y="800314"/>
                  </a:lnTo>
                  <a:close/>
                  <a:moveTo>
                    <a:pt x="225715" y="800314"/>
                  </a:moveTo>
                  <a:lnTo>
                    <a:pt x="226150" y="803369"/>
                  </a:lnTo>
                  <a:lnTo>
                    <a:pt x="225993" y="800569"/>
                  </a:lnTo>
                  <a:close/>
                  <a:moveTo>
                    <a:pt x="225993" y="800569"/>
                  </a:moveTo>
                  <a:lnTo>
                    <a:pt x="226660" y="754798"/>
                  </a:lnTo>
                  <a:lnTo>
                    <a:pt x="225715" y="800314"/>
                  </a:lnTo>
                  <a:close/>
                  <a:moveTo>
                    <a:pt x="537940" y="1150935"/>
                  </a:moveTo>
                  <a:lnTo>
                    <a:pt x="524942" y="1122301"/>
                  </a:lnTo>
                  <a:lnTo>
                    <a:pt x="536198" y="1157897"/>
                  </a:lnTo>
                  <a:close/>
                  <a:moveTo>
                    <a:pt x="300791" y="856895"/>
                  </a:moveTo>
                  <a:lnTo>
                    <a:pt x="309222" y="831348"/>
                  </a:lnTo>
                  <a:lnTo>
                    <a:pt x="312016" y="873823"/>
                  </a:lnTo>
                  <a:close/>
                  <a:moveTo>
                    <a:pt x="416843" y="921824"/>
                  </a:moveTo>
                  <a:lnTo>
                    <a:pt x="401832" y="917387"/>
                  </a:lnTo>
                  <a:lnTo>
                    <a:pt x="425361" y="925346"/>
                  </a:lnTo>
                  <a:close/>
                  <a:moveTo>
                    <a:pt x="425361" y="925346"/>
                  </a:moveTo>
                  <a:lnTo>
                    <a:pt x="429503" y="930405"/>
                  </a:lnTo>
                  <a:lnTo>
                    <a:pt x="416843" y="921824"/>
                  </a:lnTo>
                  <a:close/>
                  <a:moveTo>
                    <a:pt x="253831" y="746630"/>
                  </a:moveTo>
                  <a:lnTo>
                    <a:pt x="273860" y="760961"/>
                  </a:lnTo>
                  <a:lnTo>
                    <a:pt x="276151" y="729447"/>
                  </a:lnTo>
                  <a:close/>
                  <a:moveTo>
                    <a:pt x="774983" y="1233451"/>
                  </a:moveTo>
                  <a:lnTo>
                    <a:pt x="785752" y="1236661"/>
                  </a:lnTo>
                  <a:lnTo>
                    <a:pt x="770068" y="1226834"/>
                  </a:lnTo>
                  <a:close/>
                  <a:moveTo>
                    <a:pt x="774983" y="1233451"/>
                  </a:moveTo>
                  <a:lnTo>
                    <a:pt x="770068" y="1226834"/>
                  </a:lnTo>
                  <a:lnTo>
                    <a:pt x="781384" y="1220329"/>
                  </a:lnTo>
                  <a:close/>
                  <a:moveTo>
                    <a:pt x="784781" y="1190079"/>
                  </a:moveTo>
                  <a:lnTo>
                    <a:pt x="774983" y="1233451"/>
                  </a:lnTo>
                  <a:lnTo>
                    <a:pt x="781384" y="1220329"/>
                  </a:lnTo>
                  <a:close/>
                  <a:moveTo>
                    <a:pt x="540290" y="896039"/>
                  </a:moveTo>
                  <a:lnTo>
                    <a:pt x="542858" y="923035"/>
                  </a:lnTo>
                  <a:lnTo>
                    <a:pt x="536804" y="933669"/>
                  </a:lnTo>
                  <a:close/>
                  <a:moveTo>
                    <a:pt x="540290" y="896039"/>
                  </a:moveTo>
                  <a:lnTo>
                    <a:pt x="536804" y="933669"/>
                  </a:lnTo>
                  <a:lnTo>
                    <a:pt x="536463" y="927491"/>
                  </a:lnTo>
                  <a:close/>
                  <a:moveTo>
                    <a:pt x="287395" y="715360"/>
                  </a:moveTo>
                  <a:lnTo>
                    <a:pt x="307504" y="694338"/>
                  </a:lnTo>
                  <a:lnTo>
                    <a:pt x="318480" y="707006"/>
                  </a:lnTo>
                  <a:close/>
                  <a:moveTo>
                    <a:pt x="186105" y="528489"/>
                  </a:moveTo>
                  <a:lnTo>
                    <a:pt x="153108" y="491936"/>
                  </a:lnTo>
                  <a:lnTo>
                    <a:pt x="148278" y="508917"/>
                  </a:lnTo>
                  <a:close/>
                  <a:moveTo>
                    <a:pt x="186105" y="528489"/>
                  </a:moveTo>
                  <a:lnTo>
                    <a:pt x="148278" y="508917"/>
                  </a:lnTo>
                  <a:lnTo>
                    <a:pt x="151862" y="545672"/>
                  </a:lnTo>
                  <a:close/>
                  <a:moveTo>
                    <a:pt x="153108" y="491936"/>
                  </a:moveTo>
                  <a:lnTo>
                    <a:pt x="152392" y="488125"/>
                  </a:lnTo>
                  <a:lnTo>
                    <a:pt x="148278" y="508917"/>
                  </a:lnTo>
                  <a:close/>
                  <a:moveTo>
                    <a:pt x="536463" y="927491"/>
                  </a:moveTo>
                  <a:lnTo>
                    <a:pt x="536804" y="933669"/>
                  </a:lnTo>
                  <a:lnTo>
                    <a:pt x="536417" y="932794"/>
                  </a:lnTo>
                  <a:close/>
                  <a:moveTo>
                    <a:pt x="784781" y="1190079"/>
                  </a:moveTo>
                  <a:lnTo>
                    <a:pt x="781384" y="1220329"/>
                  </a:lnTo>
                  <a:lnTo>
                    <a:pt x="825175" y="1209650"/>
                  </a:lnTo>
                  <a:close/>
                  <a:moveTo>
                    <a:pt x="647548" y="952365"/>
                  </a:moveTo>
                  <a:lnTo>
                    <a:pt x="676980" y="990467"/>
                  </a:lnTo>
                  <a:lnTo>
                    <a:pt x="677852" y="986184"/>
                  </a:lnTo>
                  <a:close/>
                  <a:moveTo>
                    <a:pt x="639475" y="1006304"/>
                  </a:moveTo>
                  <a:lnTo>
                    <a:pt x="676980" y="990467"/>
                  </a:lnTo>
                  <a:lnTo>
                    <a:pt x="647548" y="952365"/>
                  </a:lnTo>
                  <a:close/>
                  <a:moveTo>
                    <a:pt x="641969" y="969549"/>
                  </a:moveTo>
                  <a:lnTo>
                    <a:pt x="639475" y="1006304"/>
                  </a:lnTo>
                  <a:lnTo>
                    <a:pt x="647548" y="952365"/>
                  </a:lnTo>
                  <a:close/>
                  <a:moveTo>
                    <a:pt x="664583" y="936577"/>
                  </a:moveTo>
                  <a:lnTo>
                    <a:pt x="641969" y="969549"/>
                  </a:lnTo>
                  <a:lnTo>
                    <a:pt x="647548" y="952365"/>
                  </a:lnTo>
                  <a:close/>
                  <a:moveTo>
                    <a:pt x="540290" y="896039"/>
                  </a:moveTo>
                  <a:lnTo>
                    <a:pt x="548343" y="879541"/>
                  </a:lnTo>
                  <a:lnTo>
                    <a:pt x="547560" y="859284"/>
                  </a:lnTo>
                  <a:close/>
                  <a:moveTo>
                    <a:pt x="393928" y="768308"/>
                  </a:moveTo>
                  <a:lnTo>
                    <a:pt x="411060" y="775643"/>
                  </a:lnTo>
                  <a:lnTo>
                    <a:pt x="424198" y="756907"/>
                  </a:lnTo>
                  <a:close/>
                  <a:moveTo>
                    <a:pt x="247946" y="558505"/>
                  </a:moveTo>
                  <a:lnTo>
                    <a:pt x="267293" y="525118"/>
                  </a:lnTo>
                  <a:lnTo>
                    <a:pt x="239804" y="520377"/>
                  </a:lnTo>
                  <a:close/>
                  <a:moveTo>
                    <a:pt x="129106" y="304855"/>
                  </a:moveTo>
                  <a:lnTo>
                    <a:pt x="94341" y="290776"/>
                  </a:lnTo>
                  <a:lnTo>
                    <a:pt x="129646" y="332022"/>
                  </a:lnTo>
                  <a:close/>
                  <a:moveTo>
                    <a:pt x="855486" y="1209650"/>
                  </a:moveTo>
                  <a:lnTo>
                    <a:pt x="879942" y="1157551"/>
                  </a:lnTo>
                  <a:lnTo>
                    <a:pt x="861325" y="1155712"/>
                  </a:lnTo>
                  <a:close/>
                  <a:moveTo>
                    <a:pt x="861325" y="1155712"/>
                  </a:moveTo>
                  <a:lnTo>
                    <a:pt x="883637" y="1161070"/>
                  </a:lnTo>
                  <a:lnTo>
                    <a:pt x="855486" y="1209650"/>
                  </a:lnTo>
                  <a:close/>
                  <a:moveTo>
                    <a:pt x="900514" y="1209650"/>
                  </a:moveTo>
                  <a:lnTo>
                    <a:pt x="883637" y="1161070"/>
                  </a:lnTo>
                  <a:lnTo>
                    <a:pt x="887308" y="1155712"/>
                  </a:lnTo>
                  <a:close/>
                  <a:moveTo>
                    <a:pt x="887308" y="1155712"/>
                  </a:moveTo>
                  <a:lnTo>
                    <a:pt x="879942" y="1157551"/>
                  </a:lnTo>
                  <a:lnTo>
                    <a:pt x="900514" y="1209650"/>
                  </a:lnTo>
                  <a:close/>
                  <a:moveTo>
                    <a:pt x="861325" y="1155712"/>
                  </a:moveTo>
                  <a:lnTo>
                    <a:pt x="879942" y="1157551"/>
                  </a:lnTo>
                  <a:lnTo>
                    <a:pt x="873134" y="1121799"/>
                  </a:lnTo>
                  <a:close/>
                  <a:moveTo>
                    <a:pt x="680196" y="987853"/>
                  </a:moveTo>
                  <a:lnTo>
                    <a:pt x="692817" y="945930"/>
                  </a:lnTo>
                  <a:lnTo>
                    <a:pt x="684307" y="989120"/>
                  </a:lnTo>
                  <a:close/>
                  <a:moveTo>
                    <a:pt x="684307" y="989120"/>
                  </a:moveTo>
                  <a:lnTo>
                    <a:pt x="692817" y="945930"/>
                  </a:lnTo>
                  <a:lnTo>
                    <a:pt x="694684" y="935182"/>
                  </a:lnTo>
                  <a:close/>
                  <a:moveTo>
                    <a:pt x="683379" y="940518"/>
                  </a:moveTo>
                  <a:lnTo>
                    <a:pt x="677852" y="986184"/>
                  </a:lnTo>
                  <a:lnTo>
                    <a:pt x="684307" y="989120"/>
                  </a:lnTo>
                  <a:close/>
                  <a:moveTo>
                    <a:pt x="647548" y="952365"/>
                  </a:moveTo>
                  <a:lnTo>
                    <a:pt x="677852" y="986184"/>
                  </a:lnTo>
                  <a:lnTo>
                    <a:pt x="683379" y="940518"/>
                  </a:lnTo>
                  <a:close/>
                  <a:moveTo>
                    <a:pt x="692817" y="945930"/>
                  </a:moveTo>
                  <a:lnTo>
                    <a:pt x="680196" y="987853"/>
                  </a:lnTo>
                  <a:lnTo>
                    <a:pt x="686363" y="971937"/>
                  </a:lnTo>
                  <a:close/>
                  <a:moveTo>
                    <a:pt x="664583" y="936577"/>
                  </a:moveTo>
                  <a:lnTo>
                    <a:pt x="647548" y="952365"/>
                  </a:lnTo>
                  <a:lnTo>
                    <a:pt x="683379" y="940518"/>
                  </a:lnTo>
                  <a:close/>
                  <a:moveTo>
                    <a:pt x="184563" y="291417"/>
                  </a:moveTo>
                  <a:lnTo>
                    <a:pt x="160786" y="273592"/>
                  </a:lnTo>
                  <a:lnTo>
                    <a:pt x="129106" y="304855"/>
                  </a:lnTo>
                  <a:close/>
                  <a:moveTo>
                    <a:pt x="165933" y="317969"/>
                  </a:moveTo>
                  <a:lnTo>
                    <a:pt x="184563" y="291417"/>
                  </a:lnTo>
                  <a:lnTo>
                    <a:pt x="129106" y="304855"/>
                  </a:lnTo>
                  <a:close/>
                  <a:moveTo>
                    <a:pt x="995711" y="1265977"/>
                  </a:moveTo>
                  <a:lnTo>
                    <a:pt x="1018281" y="1290751"/>
                  </a:lnTo>
                  <a:lnTo>
                    <a:pt x="1022164" y="1257433"/>
                  </a:lnTo>
                  <a:close/>
                  <a:moveTo>
                    <a:pt x="786887" y="1000038"/>
                  </a:moveTo>
                  <a:lnTo>
                    <a:pt x="835642" y="1032237"/>
                  </a:lnTo>
                  <a:lnTo>
                    <a:pt x="800480" y="1003103"/>
                  </a:lnTo>
                  <a:close/>
                  <a:moveTo>
                    <a:pt x="810618" y="1007834"/>
                  </a:moveTo>
                  <a:lnTo>
                    <a:pt x="786887" y="1000038"/>
                  </a:lnTo>
                  <a:lnTo>
                    <a:pt x="789077" y="954754"/>
                  </a:lnTo>
                  <a:close/>
                  <a:moveTo>
                    <a:pt x="740062" y="901786"/>
                  </a:moveTo>
                  <a:lnTo>
                    <a:pt x="776108" y="917999"/>
                  </a:lnTo>
                  <a:lnTo>
                    <a:pt x="715125" y="897050"/>
                  </a:lnTo>
                  <a:close/>
                  <a:moveTo>
                    <a:pt x="715125" y="897050"/>
                  </a:moveTo>
                  <a:lnTo>
                    <a:pt x="776129" y="919290"/>
                  </a:lnTo>
                  <a:lnTo>
                    <a:pt x="719305" y="898427"/>
                  </a:lnTo>
                  <a:close/>
                  <a:moveTo>
                    <a:pt x="348802" y="407173"/>
                  </a:moveTo>
                  <a:lnTo>
                    <a:pt x="368864" y="403429"/>
                  </a:lnTo>
                  <a:lnTo>
                    <a:pt x="335270" y="384946"/>
                  </a:lnTo>
                  <a:close/>
                  <a:moveTo>
                    <a:pt x="184563" y="291417"/>
                  </a:moveTo>
                  <a:lnTo>
                    <a:pt x="161134" y="261676"/>
                  </a:lnTo>
                  <a:lnTo>
                    <a:pt x="160786" y="273592"/>
                  </a:lnTo>
                  <a:close/>
                  <a:moveTo>
                    <a:pt x="361295" y="440184"/>
                  </a:moveTo>
                  <a:lnTo>
                    <a:pt x="366090" y="409480"/>
                  </a:lnTo>
                  <a:lnTo>
                    <a:pt x="363767" y="456115"/>
                  </a:lnTo>
                  <a:close/>
                  <a:moveTo>
                    <a:pt x="874384" y="938334"/>
                  </a:moveTo>
                  <a:lnTo>
                    <a:pt x="876184" y="940785"/>
                  </a:lnTo>
                  <a:lnTo>
                    <a:pt x="917605" y="971077"/>
                  </a:lnTo>
                  <a:close/>
                  <a:moveTo>
                    <a:pt x="744653" y="790550"/>
                  </a:moveTo>
                  <a:lnTo>
                    <a:pt x="721844" y="833674"/>
                  </a:lnTo>
                  <a:lnTo>
                    <a:pt x="734920" y="844489"/>
                  </a:lnTo>
                  <a:close/>
                  <a:moveTo>
                    <a:pt x="731855" y="793955"/>
                  </a:moveTo>
                  <a:lnTo>
                    <a:pt x="688061" y="831941"/>
                  </a:lnTo>
                  <a:lnTo>
                    <a:pt x="721844" y="833674"/>
                  </a:lnTo>
                  <a:close/>
                  <a:moveTo>
                    <a:pt x="731855" y="793955"/>
                  </a:moveTo>
                  <a:lnTo>
                    <a:pt x="692309" y="799017"/>
                  </a:lnTo>
                  <a:lnTo>
                    <a:pt x="688061" y="831941"/>
                  </a:lnTo>
                  <a:close/>
                  <a:moveTo>
                    <a:pt x="692309" y="799017"/>
                  </a:moveTo>
                  <a:lnTo>
                    <a:pt x="731855" y="793955"/>
                  </a:lnTo>
                  <a:lnTo>
                    <a:pt x="698456" y="774598"/>
                  </a:lnTo>
                  <a:close/>
                  <a:moveTo>
                    <a:pt x="755573" y="757013"/>
                  </a:moveTo>
                  <a:lnTo>
                    <a:pt x="734478" y="784701"/>
                  </a:lnTo>
                  <a:lnTo>
                    <a:pt x="731855" y="793955"/>
                  </a:lnTo>
                  <a:close/>
                  <a:moveTo>
                    <a:pt x="744653" y="790550"/>
                  </a:moveTo>
                  <a:lnTo>
                    <a:pt x="763163" y="767375"/>
                  </a:lnTo>
                  <a:lnTo>
                    <a:pt x="755573" y="757013"/>
                  </a:lnTo>
                  <a:close/>
                  <a:moveTo>
                    <a:pt x="731855" y="793955"/>
                  </a:moveTo>
                  <a:lnTo>
                    <a:pt x="744653" y="790550"/>
                  </a:lnTo>
                  <a:lnTo>
                    <a:pt x="755573" y="757013"/>
                  </a:lnTo>
                  <a:close/>
                  <a:moveTo>
                    <a:pt x="377541" y="355423"/>
                  </a:moveTo>
                  <a:lnTo>
                    <a:pt x="368864" y="403429"/>
                  </a:lnTo>
                  <a:lnTo>
                    <a:pt x="381338" y="397083"/>
                  </a:lnTo>
                  <a:close/>
                  <a:moveTo>
                    <a:pt x="381338" y="397083"/>
                  </a:moveTo>
                  <a:lnTo>
                    <a:pt x="426873" y="387152"/>
                  </a:lnTo>
                  <a:lnTo>
                    <a:pt x="377541" y="355423"/>
                  </a:lnTo>
                  <a:close/>
                  <a:moveTo>
                    <a:pt x="426873" y="387152"/>
                  </a:moveTo>
                  <a:lnTo>
                    <a:pt x="428404" y="387800"/>
                  </a:lnTo>
                  <a:lnTo>
                    <a:pt x="464062" y="396543"/>
                  </a:lnTo>
                  <a:close/>
                  <a:moveTo>
                    <a:pt x="219972" y="203021"/>
                  </a:moveTo>
                  <a:lnTo>
                    <a:pt x="243310" y="202470"/>
                  </a:lnTo>
                  <a:lnTo>
                    <a:pt x="245288" y="202689"/>
                  </a:lnTo>
                  <a:close/>
                  <a:moveTo>
                    <a:pt x="211369" y="199221"/>
                  </a:moveTo>
                  <a:lnTo>
                    <a:pt x="243310" y="202470"/>
                  </a:lnTo>
                  <a:lnTo>
                    <a:pt x="219972" y="203021"/>
                  </a:lnTo>
                  <a:close/>
                  <a:moveTo>
                    <a:pt x="893932" y="967189"/>
                  </a:moveTo>
                  <a:lnTo>
                    <a:pt x="917605" y="971077"/>
                  </a:lnTo>
                  <a:lnTo>
                    <a:pt x="876184" y="940785"/>
                  </a:lnTo>
                  <a:close/>
                  <a:moveTo>
                    <a:pt x="806096" y="787775"/>
                  </a:moveTo>
                  <a:lnTo>
                    <a:pt x="776343" y="784875"/>
                  </a:lnTo>
                  <a:lnTo>
                    <a:pt x="828476" y="790783"/>
                  </a:lnTo>
                  <a:close/>
                  <a:moveTo>
                    <a:pt x="736628" y="745327"/>
                  </a:moveTo>
                  <a:lnTo>
                    <a:pt x="698456" y="774598"/>
                  </a:lnTo>
                  <a:lnTo>
                    <a:pt x="734478" y="784701"/>
                  </a:lnTo>
                  <a:close/>
                  <a:moveTo>
                    <a:pt x="698913" y="525165"/>
                  </a:moveTo>
                  <a:lnTo>
                    <a:pt x="719126" y="535654"/>
                  </a:lnTo>
                  <a:lnTo>
                    <a:pt x="681304" y="518051"/>
                  </a:lnTo>
                  <a:close/>
                  <a:moveTo>
                    <a:pt x="666877" y="372222"/>
                  </a:moveTo>
                  <a:lnTo>
                    <a:pt x="671282" y="384372"/>
                  </a:lnTo>
                  <a:lnTo>
                    <a:pt x="708979" y="409829"/>
                  </a:lnTo>
                  <a:close/>
                  <a:moveTo>
                    <a:pt x="631398" y="373977"/>
                  </a:moveTo>
                  <a:lnTo>
                    <a:pt x="666877" y="372222"/>
                  </a:lnTo>
                  <a:lnTo>
                    <a:pt x="630512" y="356520"/>
                  </a:lnTo>
                  <a:close/>
                  <a:moveTo>
                    <a:pt x="666877" y="372222"/>
                  </a:moveTo>
                  <a:lnTo>
                    <a:pt x="631398" y="373977"/>
                  </a:lnTo>
                  <a:lnTo>
                    <a:pt x="671282" y="384372"/>
                  </a:lnTo>
                  <a:close/>
                  <a:moveTo>
                    <a:pt x="631398" y="373977"/>
                  </a:moveTo>
                  <a:lnTo>
                    <a:pt x="635490" y="375130"/>
                  </a:lnTo>
                  <a:lnTo>
                    <a:pt x="671282" y="384372"/>
                  </a:lnTo>
                  <a:close/>
                  <a:moveTo>
                    <a:pt x="607185" y="334695"/>
                  </a:moveTo>
                  <a:lnTo>
                    <a:pt x="630512" y="356520"/>
                  </a:lnTo>
                  <a:lnTo>
                    <a:pt x="626985" y="332818"/>
                  </a:lnTo>
                  <a:close/>
                  <a:moveTo>
                    <a:pt x="695478" y="317512"/>
                  </a:moveTo>
                  <a:lnTo>
                    <a:pt x="677975" y="371450"/>
                  </a:lnTo>
                  <a:lnTo>
                    <a:pt x="716639" y="333171"/>
                  </a:lnTo>
                  <a:close/>
                  <a:moveTo>
                    <a:pt x="665684" y="328444"/>
                  </a:moveTo>
                  <a:lnTo>
                    <a:pt x="626985" y="332818"/>
                  </a:lnTo>
                  <a:lnTo>
                    <a:pt x="630512" y="356520"/>
                  </a:lnTo>
                  <a:close/>
                  <a:moveTo>
                    <a:pt x="665684" y="328444"/>
                  </a:moveTo>
                  <a:lnTo>
                    <a:pt x="657807" y="280757"/>
                  </a:lnTo>
                  <a:lnTo>
                    <a:pt x="630029" y="285595"/>
                  </a:lnTo>
                  <a:close/>
                  <a:moveTo>
                    <a:pt x="665684" y="328444"/>
                  </a:moveTo>
                  <a:lnTo>
                    <a:pt x="630029" y="285595"/>
                  </a:lnTo>
                  <a:lnTo>
                    <a:pt x="626985" y="332818"/>
                  </a:lnTo>
                  <a:close/>
                  <a:moveTo>
                    <a:pt x="565672" y="142459"/>
                  </a:moveTo>
                  <a:lnTo>
                    <a:pt x="539390" y="133737"/>
                  </a:lnTo>
                  <a:lnTo>
                    <a:pt x="561281" y="180158"/>
                  </a:lnTo>
                  <a:close/>
                  <a:moveTo>
                    <a:pt x="527660" y="135655"/>
                  </a:moveTo>
                  <a:lnTo>
                    <a:pt x="539390" y="133737"/>
                  </a:lnTo>
                  <a:lnTo>
                    <a:pt x="526064" y="118947"/>
                  </a:lnTo>
                  <a:close/>
                  <a:moveTo>
                    <a:pt x="527430" y="133737"/>
                  </a:moveTo>
                  <a:lnTo>
                    <a:pt x="527660" y="135655"/>
                  </a:lnTo>
                  <a:lnTo>
                    <a:pt x="526064" y="118947"/>
                  </a:lnTo>
                  <a:close/>
                  <a:moveTo>
                    <a:pt x="716639" y="333171"/>
                  </a:moveTo>
                  <a:lnTo>
                    <a:pt x="728081" y="304805"/>
                  </a:lnTo>
                  <a:lnTo>
                    <a:pt x="695478" y="317512"/>
                  </a:lnTo>
                  <a:close/>
                  <a:moveTo>
                    <a:pt x="742756" y="300329"/>
                  </a:moveTo>
                  <a:lnTo>
                    <a:pt x="728081" y="304805"/>
                  </a:lnTo>
                  <a:lnTo>
                    <a:pt x="716639" y="333171"/>
                  </a:lnTo>
                  <a:close/>
                  <a:moveTo>
                    <a:pt x="728081" y="304805"/>
                  </a:moveTo>
                  <a:lnTo>
                    <a:pt x="742756" y="300329"/>
                  </a:lnTo>
                  <a:lnTo>
                    <a:pt x="732253" y="295343"/>
                  </a:lnTo>
                  <a:close/>
                  <a:moveTo>
                    <a:pt x="657807" y="280757"/>
                  </a:moveTo>
                  <a:lnTo>
                    <a:pt x="678689" y="273125"/>
                  </a:lnTo>
                  <a:lnTo>
                    <a:pt x="632742" y="268646"/>
                  </a:lnTo>
                  <a:close/>
                  <a:moveTo>
                    <a:pt x="632742" y="268646"/>
                  </a:moveTo>
                  <a:lnTo>
                    <a:pt x="678689" y="273125"/>
                  </a:lnTo>
                  <a:lnTo>
                    <a:pt x="686687" y="249552"/>
                  </a:lnTo>
                  <a:close/>
                  <a:moveTo>
                    <a:pt x="604536" y="190064"/>
                  </a:moveTo>
                  <a:lnTo>
                    <a:pt x="599149" y="170492"/>
                  </a:lnTo>
                  <a:lnTo>
                    <a:pt x="597326" y="207247"/>
                  </a:lnTo>
                  <a:close/>
                  <a:moveTo>
                    <a:pt x="539390" y="133737"/>
                  </a:moveTo>
                  <a:lnTo>
                    <a:pt x="565672" y="142459"/>
                  </a:lnTo>
                  <a:lnTo>
                    <a:pt x="568764" y="129326"/>
                  </a:lnTo>
                  <a:close/>
                  <a:moveTo>
                    <a:pt x="526064" y="118947"/>
                  </a:moveTo>
                  <a:lnTo>
                    <a:pt x="523784" y="94059"/>
                  </a:lnTo>
                  <a:lnTo>
                    <a:pt x="527430" y="133737"/>
                  </a:lnTo>
                  <a:close/>
                  <a:moveTo>
                    <a:pt x="568764" y="129326"/>
                  </a:moveTo>
                  <a:lnTo>
                    <a:pt x="526064" y="118947"/>
                  </a:lnTo>
                  <a:lnTo>
                    <a:pt x="539390" y="133737"/>
                  </a:lnTo>
                  <a:close/>
                  <a:moveTo>
                    <a:pt x="523784" y="94059"/>
                  </a:moveTo>
                  <a:lnTo>
                    <a:pt x="526064" y="118947"/>
                  </a:lnTo>
                  <a:lnTo>
                    <a:pt x="568764" y="129326"/>
                  </a:lnTo>
                  <a:close/>
                  <a:moveTo>
                    <a:pt x="570213" y="83402"/>
                  </a:moveTo>
                  <a:lnTo>
                    <a:pt x="523784" y="94059"/>
                  </a:lnTo>
                  <a:lnTo>
                    <a:pt x="568764" y="129326"/>
                  </a:lnTo>
                  <a:close/>
                  <a:moveTo>
                    <a:pt x="479350" y="68871"/>
                  </a:moveTo>
                  <a:lnTo>
                    <a:pt x="501096" y="53968"/>
                  </a:lnTo>
                  <a:lnTo>
                    <a:pt x="523784" y="94059"/>
                  </a:lnTo>
                  <a:close/>
                  <a:moveTo>
                    <a:pt x="523784" y="94059"/>
                  </a:moveTo>
                  <a:lnTo>
                    <a:pt x="535144" y="56691"/>
                  </a:lnTo>
                  <a:lnTo>
                    <a:pt x="508384" y="43044"/>
                  </a:lnTo>
                  <a:close/>
                  <a:moveTo>
                    <a:pt x="523784" y="94059"/>
                  </a:moveTo>
                  <a:lnTo>
                    <a:pt x="570213" y="83402"/>
                  </a:lnTo>
                  <a:lnTo>
                    <a:pt x="535144" y="56691"/>
                  </a:lnTo>
                  <a:close/>
                  <a:moveTo>
                    <a:pt x="570213" y="83402"/>
                  </a:moveTo>
                  <a:lnTo>
                    <a:pt x="570012" y="62480"/>
                  </a:lnTo>
                  <a:lnTo>
                    <a:pt x="535144" y="56691"/>
                  </a:lnTo>
                  <a:close/>
                  <a:moveTo>
                    <a:pt x="742756" y="300329"/>
                  </a:moveTo>
                  <a:lnTo>
                    <a:pt x="737838" y="316223"/>
                  </a:lnTo>
                  <a:lnTo>
                    <a:pt x="741430" y="293953"/>
                  </a:lnTo>
                  <a:close/>
                  <a:moveTo>
                    <a:pt x="686687" y="249552"/>
                  </a:moveTo>
                  <a:lnTo>
                    <a:pt x="698223" y="263574"/>
                  </a:lnTo>
                  <a:lnTo>
                    <a:pt x="725973" y="217024"/>
                  </a:lnTo>
                  <a:close/>
                  <a:moveTo>
                    <a:pt x="611004" y="99370"/>
                  </a:moveTo>
                  <a:lnTo>
                    <a:pt x="594288" y="63829"/>
                  </a:lnTo>
                  <a:lnTo>
                    <a:pt x="597418" y="79799"/>
                  </a:lnTo>
                  <a:close/>
                  <a:moveTo>
                    <a:pt x="508384" y="43044"/>
                  </a:moveTo>
                  <a:lnTo>
                    <a:pt x="535144" y="56691"/>
                  </a:lnTo>
                  <a:lnTo>
                    <a:pt x="548181" y="29477"/>
                  </a:lnTo>
                  <a:close/>
                  <a:moveTo>
                    <a:pt x="605466" y="70460"/>
                  </a:moveTo>
                  <a:lnTo>
                    <a:pt x="597418" y="79799"/>
                  </a:lnTo>
                  <a:lnTo>
                    <a:pt x="594288" y="63829"/>
                  </a:lnTo>
                  <a:close/>
                  <a:moveTo>
                    <a:pt x="548181" y="29477"/>
                  </a:moveTo>
                  <a:lnTo>
                    <a:pt x="558515" y="3418"/>
                  </a:lnTo>
                  <a:lnTo>
                    <a:pt x="529399" y="0"/>
                  </a:lnTo>
                  <a:close/>
                  <a:moveTo>
                    <a:pt x="769522" y="213899"/>
                  </a:moveTo>
                  <a:lnTo>
                    <a:pt x="759320" y="192452"/>
                  </a:lnTo>
                  <a:lnTo>
                    <a:pt x="775166" y="204120"/>
                  </a:lnTo>
                  <a:close/>
                </a:path>
              </a:pathLst>
            </a:custGeom>
            <a:solidFill>
              <a:srgbClr val="C9D2D8"/>
            </a:solidFill>
            <a:ln w="1524">
              <a:solidFill>
                <a:srgbClr val="C9D2D8"/>
              </a:solidFill>
            </a:ln>
          </p:spPr>
        </p:sp>
        <p:sp>
          <p:nvSpPr>
            <p:cNvPr id="110" name="Input_density__109">
              <a:extLst>
                <a:ext uri="{FF2B5EF4-FFF2-40B4-BE49-F238E27FC236}">
                  <a16:creationId xmlns:a16="http://schemas.microsoft.com/office/drawing/2014/main" id="{1D19A916-EAAB-A827-D418-EEDC40E88607}"/>
                </a:ext>
              </a:extLst>
            </p:cNvPr>
            <p:cNvSpPr>
              <a:spLocks noGrp="1"/>
            </p:cNvSpPr>
            <p:nvPr/>
          </p:nvSpPr>
          <p:spPr>
            <a:xfrm>
              <a:off x="885496" y="1490977"/>
              <a:ext cx="868829" cy="1620082"/>
            </a:xfrm>
            <a:custGeom>
              <a:avLst/>
              <a:gdLst/>
              <a:ahLst/>
              <a:cxnLst/>
              <a:rect l="0" t="0" r="0" b="0"/>
              <a:pathLst>
                <a:path w="868829" h="1620082">
                  <a:moveTo>
                    <a:pt x="111930" y="1600511"/>
                  </a:moveTo>
                  <a:lnTo>
                    <a:pt x="145951" y="1620082"/>
                  </a:lnTo>
                  <a:lnTo>
                    <a:pt x="147130" y="1583327"/>
                  </a:lnTo>
                  <a:close/>
                  <a:moveTo>
                    <a:pt x="147130" y="1583327"/>
                  </a:moveTo>
                  <a:lnTo>
                    <a:pt x="172930" y="1609837"/>
                  </a:lnTo>
                  <a:lnTo>
                    <a:pt x="155683" y="1579111"/>
                  </a:lnTo>
                  <a:close/>
                  <a:moveTo>
                    <a:pt x="147130" y="1583327"/>
                  </a:moveTo>
                  <a:lnTo>
                    <a:pt x="145951" y="1620082"/>
                  </a:lnTo>
                  <a:lnTo>
                    <a:pt x="172930" y="1609837"/>
                  </a:lnTo>
                  <a:close/>
                  <a:moveTo>
                    <a:pt x="144764" y="1561892"/>
                  </a:moveTo>
                  <a:lnTo>
                    <a:pt x="147130" y="1583327"/>
                  </a:lnTo>
                  <a:lnTo>
                    <a:pt x="155683" y="1579111"/>
                  </a:lnTo>
                  <a:close/>
                  <a:moveTo>
                    <a:pt x="146795" y="1492634"/>
                  </a:moveTo>
                  <a:lnTo>
                    <a:pt x="156807" y="1510708"/>
                  </a:lnTo>
                  <a:lnTo>
                    <a:pt x="156698" y="1488793"/>
                  </a:lnTo>
                  <a:close/>
                  <a:moveTo>
                    <a:pt x="131723" y="1455879"/>
                  </a:moveTo>
                  <a:lnTo>
                    <a:pt x="156698" y="1488793"/>
                  </a:lnTo>
                  <a:lnTo>
                    <a:pt x="148834" y="1450438"/>
                  </a:lnTo>
                  <a:close/>
                  <a:moveTo>
                    <a:pt x="131723" y="1455879"/>
                  </a:moveTo>
                  <a:lnTo>
                    <a:pt x="146795" y="1492634"/>
                  </a:lnTo>
                  <a:lnTo>
                    <a:pt x="156698" y="1488793"/>
                  </a:lnTo>
                  <a:close/>
                  <a:moveTo>
                    <a:pt x="156807" y="1510708"/>
                  </a:moveTo>
                  <a:lnTo>
                    <a:pt x="197855" y="1475451"/>
                  </a:lnTo>
                  <a:lnTo>
                    <a:pt x="156698" y="1488793"/>
                  </a:lnTo>
                  <a:close/>
                  <a:moveTo>
                    <a:pt x="214953" y="1507322"/>
                  </a:moveTo>
                  <a:lnTo>
                    <a:pt x="197855" y="1475451"/>
                  </a:lnTo>
                  <a:lnTo>
                    <a:pt x="156807" y="1510708"/>
                  </a:lnTo>
                  <a:close/>
                  <a:moveTo>
                    <a:pt x="197855" y="1475451"/>
                  </a:moveTo>
                  <a:lnTo>
                    <a:pt x="197301" y="1441325"/>
                  </a:lnTo>
                  <a:lnTo>
                    <a:pt x="156698" y="1488793"/>
                  </a:lnTo>
                  <a:close/>
                  <a:moveTo>
                    <a:pt x="156698" y="1488793"/>
                  </a:moveTo>
                  <a:lnTo>
                    <a:pt x="197301" y="1441325"/>
                  </a:lnTo>
                  <a:lnTo>
                    <a:pt x="196320" y="1438922"/>
                  </a:lnTo>
                  <a:close/>
                  <a:moveTo>
                    <a:pt x="156698" y="1488793"/>
                  </a:moveTo>
                  <a:lnTo>
                    <a:pt x="196320" y="1438922"/>
                  </a:lnTo>
                  <a:lnTo>
                    <a:pt x="148834" y="1450438"/>
                  </a:lnTo>
                  <a:close/>
                  <a:moveTo>
                    <a:pt x="226437" y="1458267"/>
                  </a:moveTo>
                  <a:lnTo>
                    <a:pt x="214953" y="1507322"/>
                  </a:lnTo>
                  <a:lnTo>
                    <a:pt x="228785" y="1462832"/>
                  </a:lnTo>
                  <a:close/>
                  <a:moveTo>
                    <a:pt x="226437" y="1458267"/>
                  </a:moveTo>
                  <a:lnTo>
                    <a:pt x="197855" y="1475451"/>
                  </a:lnTo>
                  <a:lnTo>
                    <a:pt x="214953" y="1507322"/>
                  </a:lnTo>
                  <a:close/>
                  <a:moveTo>
                    <a:pt x="225495" y="1450531"/>
                  </a:moveTo>
                  <a:lnTo>
                    <a:pt x="197855" y="1475451"/>
                  </a:lnTo>
                  <a:lnTo>
                    <a:pt x="226437" y="1458267"/>
                  </a:lnTo>
                  <a:close/>
                  <a:moveTo>
                    <a:pt x="225495" y="1450531"/>
                  </a:moveTo>
                  <a:lnTo>
                    <a:pt x="197301" y="1441325"/>
                  </a:lnTo>
                  <a:lnTo>
                    <a:pt x="197855" y="1475451"/>
                  </a:lnTo>
                  <a:close/>
                  <a:moveTo>
                    <a:pt x="197301" y="1441325"/>
                  </a:moveTo>
                  <a:lnTo>
                    <a:pt x="225495" y="1450531"/>
                  </a:lnTo>
                  <a:lnTo>
                    <a:pt x="196931" y="1438696"/>
                  </a:lnTo>
                  <a:close/>
                  <a:moveTo>
                    <a:pt x="225495" y="1450531"/>
                  </a:moveTo>
                  <a:lnTo>
                    <a:pt x="219332" y="1421512"/>
                  </a:lnTo>
                  <a:lnTo>
                    <a:pt x="196931" y="1438696"/>
                  </a:lnTo>
                  <a:close/>
                  <a:moveTo>
                    <a:pt x="222785" y="1384757"/>
                  </a:moveTo>
                  <a:lnTo>
                    <a:pt x="196931" y="1438696"/>
                  </a:lnTo>
                  <a:lnTo>
                    <a:pt x="219332" y="1421512"/>
                  </a:lnTo>
                  <a:close/>
                  <a:moveTo>
                    <a:pt x="225495" y="1450531"/>
                  </a:moveTo>
                  <a:lnTo>
                    <a:pt x="226437" y="1458267"/>
                  </a:lnTo>
                  <a:lnTo>
                    <a:pt x="228973" y="1457122"/>
                  </a:lnTo>
                  <a:close/>
                  <a:moveTo>
                    <a:pt x="225495" y="1450531"/>
                  </a:moveTo>
                  <a:lnTo>
                    <a:pt x="228973" y="1457122"/>
                  </a:lnTo>
                  <a:lnTo>
                    <a:pt x="219332" y="1421512"/>
                  </a:lnTo>
                  <a:close/>
                  <a:moveTo>
                    <a:pt x="222785" y="1384757"/>
                  </a:moveTo>
                  <a:lnTo>
                    <a:pt x="219332" y="1421512"/>
                  </a:lnTo>
                  <a:lnTo>
                    <a:pt x="247891" y="1404329"/>
                  </a:lnTo>
                  <a:close/>
                  <a:moveTo>
                    <a:pt x="222785" y="1384757"/>
                  </a:moveTo>
                  <a:lnTo>
                    <a:pt x="247891" y="1404329"/>
                  </a:lnTo>
                  <a:lnTo>
                    <a:pt x="240646" y="1367574"/>
                  </a:lnTo>
                  <a:close/>
                  <a:moveTo>
                    <a:pt x="240646" y="1367574"/>
                  </a:moveTo>
                  <a:lnTo>
                    <a:pt x="222646" y="1330819"/>
                  </a:lnTo>
                  <a:lnTo>
                    <a:pt x="222785" y="1384757"/>
                  </a:lnTo>
                  <a:close/>
                  <a:moveTo>
                    <a:pt x="220650" y="1284900"/>
                  </a:moveTo>
                  <a:lnTo>
                    <a:pt x="214537" y="1313351"/>
                  </a:lnTo>
                  <a:lnTo>
                    <a:pt x="232231" y="1276881"/>
                  </a:lnTo>
                  <a:close/>
                  <a:moveTo>
                    <a:pt x="232231" y="1276881"/>
                  </a:moveTo>
                  <a:lnTo>
                    <a:pt x="214537" y="1313351"/>
                  </a:lnTo>
                  <a:lnTo>
                    <a:pt x="222646" y="1330819"/>
                  </a:lnTo>
                  <a:close/>
                  <a:moveTo>
                    <a:pt x="208416" y="1290469"/>
                  </a:moveTo>
                  <a:lnTo>
                    <a:pt x="220650" y="1284900"/>
                  </a:lnTo>
                  <a:lnTo>
                    <a:pt x="212581" y="1257309"/>
                  </a:lnTo>
                  <a:close/>
                  <a:moveTo>
                    <a:pt x="212581" y="1257309"/>
                  </a:moveTo>
                  <a:lnTo>
                    <a:pt x="220650" y="1284900"/>
                  </a:lnTo>
                  <a:lnTo>
                    <a:pt x="232231" y="1276881"/>
                  </a:lnTo>
                  <a:close/>
                  <a:moveTo>
                    <a:pt x="212581" y="1257309"/>
                  </a:moveTo>
                  <a:lnTo>
                    <a:pt x="232231" y="1276881"/>
                  </a:lnTo>
                  <a:lnTo>
                    <a:pt x="249802" y="1240126"/>
                  </a:lnTo>
                  <a:close/>
                  <a:moveTo>
                    <a:pt x="253004" y="1236391"/>
                  </a:moveTo>
                  <a:lnTo>
                    <a:pt x="212581" y="1257309"/>
                  </a:lnTo>
                  <a:lnTo>
                    <a:pt x="249802" y="1240126"/>
                  </a:lnTo>
                  <a:close/>
                  <a:moveTo>
                    <a:pt x="286148" y="1303486"/>
                  </a:moveTo>
                  <a:lnTo>
                    <a:pt x="316193" y="1261401"/>
                  </a:lnTo>
                  <a:lnTo>
                    <a:pt x="276227" y="1266805"/>
                  </a:lnTo>
                  <a:close/>
                  <a:moveTo>
                    <a:pt x="249802" y="1240126"/>
                  </a:moveTo>
                  <a:lnTo>
                    <a:pt x="276227" y="1266805"/>
                  </a:lnTo>
                  <a:lnTo>
                    <a:pt x="256066" y="1238449"/>
                  </a:lnTo>
                  <a:close/>
                  <a:moveTo>
                    <a:pt x="249802" y="1240126"/>
                  </a:moveTo>
                  <a:lnTo>
                    <a:pt x="232231" y="1276881"/>
                  </a:lnTo>
                  <a:lnTo>
                    <a:pt x="276227" y="1266805"/>
                  </a:lnTo>
                  <a:close/>
                  <a:moveTo>
                    <a:pt x="276227" y="1266805"/>
                  </a:moveTo>
                  <a:lnTo>
                    <a:pt x="299545" y="1230189"/>
                  </a:lnTo>
                  <a:lnTo>
                    <a:pt x="256066" y="1238449"/>
                  </a:lnTo>
                  <a:close/>
                  <a:moveTo>
                    <a:pt x="253004" y="1236391"/>
                  </a:moveTo>
                  <a:lnTo>
                    <a:pt x="249802" y="1240126"/>
                  </a:lnTo>
                  <a:lnTo>
                    <a:pt x="256066" y="1238449"/>
                  </a:lnTo>
                  <a:close/>
                  <a:moveTo>
                    <a:pt x="132611" y="1063779"/>
                  </a:moveTo>
                  <a:lnTo>
                    <a:pt x="108396" y="1069451"/>
                  </a:lnTo>
                  <a:lnTo>
                    <a:pt x="81124" y="1092063"/>
                  </a:lnTo>
                  <a:close/>
                  <a:moveTo>
                    <a:pt x="108396" y="1069451"/>
                  </a:moveTo>
                  <a:lnTo>
                    <a:pt x="132611" y="1063779"/>
                  </a:lnTo>
                  <a:lnTo>
                    <a:pt x="117465" y="1056351"/>
                  </a:lnTo>
                  <a:close/>
                  <a:moveTo>
                    <a:pt x="132611" y="1063779"/>
                  </a:moveTo>
                  <a:lnTo>
                    <a:pt x="142388" y="1039167"/>
                  </a:lnTo>
                  <a:lnTo>
                    <a:pt x="117465" y="1056351"/>
                  </a:lnTo>
                  <a:close/>
                  <a:moveTo>
                    <a:pt x="106353" y="1019596"/>
                  </a:moveTo>
                  <a:lnTo>
                    <a:pt x="117465" y="1056351"/>
                  </a:lnTo>
                  <a:lnTo>
                    <a:pt x="142388" y="1039167"/>
                  </a:lnTo>
                  <a:close/>
                  <a:moveTo>
                    <a:pt x="106353" y="1019596"/>
                  </a:moveTo>
                  <a:lnTo>
                    <a:pt x="142388" y="1039167"/>
                  </a:lnTo>
                  <a:lnTo>
                    <a:pt x="136488" y="1002412"/>
                  </a:lnTo>
                  <a:close/>
                  <a:moveTo>
                    <a:pt x="168826" y="1021984"/>
                  </a:moveTo>
                  <a:lnTo>
                    <a:pt x="170810" y="985815"/>
                  </a:lnTo>
                  <a:lnTo>
                    <a:pt x="136488" y="1002412"/>
                  </a:lnTo>
                  <a:close/>
                  <a:moveTo>
                    <a:pt x="142388" y="1039167"/>
                  </a:moveTo>
                  <a:lnTo>
                    <a:pt x="168826" y="1021984"/>
                  </a:lnTo>
                  <a:lnTo>
                    <a:pt x="136488" y="1002412"/>
                  </a:lnTo>
                  <a:close/>
                  <a:moveTo>
                    <a:pt x="129638" y="965657"/>
                  </a:moveTo>
                  <a:lnTo>
                    <a:pt x="136488" y="1002412"/>
                  </a:lnTo>
                  <a:lnTo>
                    <a:pt x="170258" y="985550"/>
                  </a:lnTo>
                  <a:close/>
                  <a:moveTo>
                    <a:pt x="39116" y="770955"/>
                  </a:moveTo>
                  <a:lnTo>
                    <a:pt x="13050" y="769706"/>
                  </a:lnTo>
                  <a:lnTo>
                    <a:pt x="0" y="801454"/>
                  </a:lnTo>
                  <a:close/>
                  <a:moveTo>
                    <a:pt x="67416" y="752189"/>
                  </a:moveTo>
                  <a:lnTo>
                    <a:pt x="13050" y="769706"/>
                  </a:lnTo>
                  <a:lnTo>
                    <a:pt x="39116" y="770955"/>
                  </a:lnTo>
                  <a:close/>
                  <a:moveTo>
                    <a:pt x="462712" y="1233525"/>
                  </a:moveTo>
                  <a:lnTo>
                    <a:pt x="461442" y="1262086"/>
                  </a:lnTo>
                  <a:lnTo>
                    <a:pt x="476577" y="1257024"/>
                  </a:lnTo>
                  <a:close/>
                  <a:moveTo>
                    <a:pt x="91942" y="771308"/>
                  </a:moveTo>
                  <a:lnTo>
                    <a:pt x="128081" y="769016"/>
                  </a:lnTo>
                  <a:lnTo>
                    <a:pt x="100087" y="749764"/>
                  </a:lnTo>
                  <a:close/>
                  <a:moveTo>
                    <a:pt x="150192" y="733381"/>
                  </a:moveTo>
                  <a:lnTo>
                    <a:pt x="106673" y="747516"/>
                  </a:lnTo>
                  <a:lnTo>
                    <a:pt x="155029" y="734396"/>
                  </a:lnTo>
                  <a:close/>
                  <a:moveTo>
                    <a:pt x="155029" y="734396"/>
                  </a:moveTo>
                  <a:lnTo>
                    <a:pt x="100087" y="749764"/>
                  </a:lnTo>
                  <a:lnTo>
                    <a:pt x="138289" y="767087"/>
                  </a:lnTo>
                  <a:close/>
                  <a:moveTo>
                    <a:pt x="138289" y="767087"/>
                  </a:moveTo>
                  <a:lnTo>
                    <a:pt x="100087" y="749764"/>
                  </a:lnTo>
                  <a:lnTo>
                    <a:pt x="128081" y="769016"/>
                  </a:lnTo>
                  <a:close/>
                  <a:moveTo>
                    <a:pt x="150192" y="733381"/>
                  </a:moveTo>
                  <a:lnTo>
                    <a:pt x="155029" y="734396"/>
                  </a:lnTo>
                  <a:lnTo>
                    <a:pt x="156931" y="730332"/>
                  </a:lnTo>
                  <a:close/>
                  <a:moveTo>
                    <a:pt x="155029" y="734396"/>
                  </a:moveTo>
                  <a:lnTo>
                    <a:pt x="138289" y="767087"/>
                  </a:lnTo>
                  <a:lnTo>
                    <a:pt x="172358" y="760108"/>
                  </a:lnTo>
                  <a:close/>
                  <a:moveTo>
                    <a:pt x="172358" y="760108"/>
                  </a:moveTo>
                  <a:lnTo>
                    <a:pt x="156931" y="730332"/>
                  </a:lnTo>
                  <a:lnTo>
                    <a:pt x="155029" y="734396"/>
                  </a:lnTo>
                  <a:close/>
                  <a:moveTo>
                    <a:pt x="201952" y="718389"/>
                  </a:moveTo>
                  <a:lnTo>
                    <a:pt x="156931" y="730332"/>
                  </a:lnTo>
                  <a:lnTo>
                    <a:pt x="172358" y="760108"/>
                  </a:lnTo>
                  <a:close/>
                  <a:moveTo>
                    <a:pt x="185025" y="676394"/>
                  </a:moveTo>
                  <a:lnTo>
                    <a:pt x="201952" y="718389"/>
                  </a:lnTo>
                  <a:lnTo>
                    <a:pt x="203441" y="694619"/>
                  </a:lnTo>
                  <a:close/>
                  <a:moveTo>
                    <a:pt x="156931" y="730332"/>
                  </a:moveTo>
                  <a:lnTo>
                    <a:pt x="201952" y="718389"/>
                  </a:lnTo>
                  <a:lnTo>
                    <a:pt x="185025" y="676394"/>
                  </a:lnTo>
                  <a:close/>
                  <a:moveTo>
                    <a:pt x="218119" y="713149"/>
                  </a:moveTo>
                  <a:lnTo>
                    <a:pt x="268916" y="718634"/>
                  </a:lnTo>
                  <a:lnTo>
                    <a:pt x="253213" y="703803"/>
                  </a:lnTo>
                  <a:close/>
                  <a:moveTo>
                    <a:pt x="751589" y="1230107"/>
                  </a:moveTo>
                  <a:lnTo>
                    <a:pt x="767273" y="1239934"/>
                  </a:lnTo>
                  <a:lnTo>
                    <a:pt x="768167" y="1227243"/>
                  </a:lnTo>
                  <a:close/>
                  <a:moveTo>
                    <a:pt x="751589" y="1230107"/>
                  </a:moveTo>
                  <a:lnTo>
                    <a:pt x="768167" y="1227243"/>
                  </a:lnTo>
                  <a:lnTo>
                    <a:pt x="762904" y="1223603"/>
                  </a:lnTo>
                  <a:close/>
                  <a:moveTo>
                    <a:pt x="101648" y="274558"/>
                  </a:moveTo>
                  <a:lnTo>
                    <a:pt x="45170" y="284181"/>
                  </a:lnTo>
                  <a:lnTo>
                    <a:pt x="75862" y="294049"/>
                  </a:lnTo>
                  <a:close/>
                  <a:moveTo>
                    <a:pt x="423510" y="730487"/>
                  </a:moveTo>
                  <a:lnTo>
                    <a:pt x="410219" y="746919"/>
                  </a:lnTo>
                  <a:lnTo>
                    <a:pt x="420513" y="735109"/>
                  </a:lnTo>
                  <a:close/>
                  <a:moveTo>
                    <a:pt x="423510" y="730487"/>
                  </a:moveTo>
                  <a:lnTo>
                    <a:pt x="429585" y="731174"/>
                  </a:lnTo>
                  <a:lnTo>
                    <a:pt x="450930" y="708432"/>
                  </a:lnTo>
                  <a:close/>
                  <a:moveTo>
                    <a:pt x="450930" y="708432"/>
                  </a:moveTo>
                  <a:lnTo>
                    <a:pt x="429585" y="731174"/>
                  </a:lnTo>
                  <a:lnTo>
                    <a:pt x="456260" y="681171"/>
                  </a:lnTo>
                  <a:close/>
                  <a:moveTo>
                    <a:pt x="101648" y="274558"/>
                  </a:moveTo>
                  <a:lnTo>
                    <a:pt x="116971" y="285830"/>
                  </a:lnTo>
                  <a:lnTo>
                    <a:pt x="110850" y="257294"/>
                  </a:lnTo>
                  <a:close/>
                  <a:moveTo>
                    <a:pt x="868829" y="1158985"/>
                  </a:moveTo>
                  <a:lnTo>
                    <a:pt x="865158" y="1164344"/>
                  </a:lnTo>
                  <a:lnTo>
                    <a:pt x="866607" y="1156642"/>
                  </a:lnTo>
                  <a:close/>
                  <a:moveTo>
                    <a:pt x="342816" y="443457"/>
                  </a:moveTo>
                  <a:lnTo>
                    <a:pt x="350385" y="406702"/>
                  </a:lnTo>
                  <a:lnTo>
                    <a:pt x="347610" y="412753"/>
                  </a:lnTo>
                  <a:close/>
                  <a:moveTo>
                    <a:pt x="575488" y="636354"/>
                  </a:moveTo>
                  <a:lnTo>
                    <a:pt x="557470" y="610049"/>
                  </a:lnTo>
                  <a:lnTo>
                    <a:pt x="576597" y="648174"/>
                  </a:lnTo>
                  <a:close/>
                  <a:moveTo>
                    <a:pt x="576597" y="648174"/>
                  </a:moveTo>
                  <a:lnTo>
                    <a:pt x="557470" y="610049"/>
                  </a:lnTo>
                  <a:lnTo>
                    <a:pt x="519443" y="622804"/>
                  </a:lnTo>
                  <a:close/>
                  <a:moveTo>
                    <a:pt x="512226" y="620614"/>
                  </a:moveTo>
                  <a:lnTo>
                    <a:pt x="508947" y="627232"/>
                  </a:lnTo>
                  <a:lnTo>
                    <a:pt x="519443" y="622804"/>
                  </a:lnTo>
                  <a:close/>
                  <a:moveTo>
                    <a:pt x="557273" y="574390"/>
                  </a:moveTo>
                  <a:lnTo>
                    <a:pt x="519102" y="590477"/>
                  </a:lnTo>
                  <a:lnTo>
                    <a:pt x="560709" y="581099"/>
                  </a:lnTo>
                  <a:close/>
                  <a:moveTo>
                    <a:pt x="519102" y="590477"/>
                  </a:moveTo>
                  <a:lnTo>
                    <a:pt x="512226" y="620614"/>
                  </a:lnTo>
                  <a:lnTo>
                    <a:pt x="560709" y="581099"/>
                  </a:lnTo>
                  <a:close/>
                  <a:moveTo>
                    <a:pt x="560709" y="581099"/>
                  </a:moveTo>
                  <a:lnTo>
                    <a:pt x="512226" y="620614"/>
                  </a:lnTo>
                  <a:lnTo>
                    <a:pt x="557470" y="610049"/>
                  </a:lnTo>
                  <a:close/>
                  <a:moveTo>
                    <a:pt x="557470" y="610049"/>
                  </a:moveTo>
                  <a:lnTo>
                    <a:pt x="512226" y="620614"/>
                  </a:lnTo>
                  <a:lnTo>
                    <a:pt x="519443" y="622804"/>
                  </a:lnTo>
                  <a:close/>
                  <a:moveTo>
                    <a:pt x="564633" y="573294"/>
                  </a:moveTo>
                  <a:lnTo>
                    <a:pt x="529152" y="559322"/>
                  </a:lnTo>
                  <a:lnTo>
                    <a:pt x="557273" y="574390"/>
                  </a:lnTo>
                  <a:close/>
                  <a:moveTo>
                    <a:pt x="557273" y="574390"/>
                  </a:moveTo>
                  <a:lnTo>
                    <a:pt x="560709" y="581099"/>
                  </a:lnTo>
                  <a:lnTo>
                    <a:pt x="564633" y="573294"/>
                  </a:lnTo>
                  <a:close/>
                  <a:moveTo>
                    <a:pt x="350385" y="406702"/>
                  </a:moveTo>
                  <a:lnTo>
                    <a:pt x="379090" y="400362"/>
                  </a:lnTo>
                  <a:lnTo>
                    <a:pt x="362859" y="400356"/>
                  </a:lnTo>
                  <a:close/>
                  <a:moveTo>
                    <a:pt x="362859" y="400356"/>
                  </a:moveTo>
                  <a:lnTo>
                    <a:pt x="379090" y="400362"/>
                  </a:lnTo>
                  <a:lnTo>
                    <a:pt x="409925" y="391073"/>
                  </a:lnTo>
                  <a:close/>
                  <a:moveTo>
                    <a:pt x="560709" y="581099"/>
                  </a:moveTo>
                  <a:lnTo>
                    <a:pt x="557470" y="610049"/>
                  </a:lnTo>
                  <a:lnTo>
                    <a:pt x="583337" y="597947"/>
                  </a:lnTo>
                  <a:close/>
                  <a:moveTo>
                    <a:pt x="560709" y="581099"/>
                  </a:moveTo>
                  <a:lnTo>
                    <a:pt x="583337" y="597947"/>
                  </a:lnTo>
                  <a:lnTo>
                    <a:pt x="564633" y="573294"/>
                  </a:lnTo>
                  <a:close/>
                  <a:moveTo>
                    <a:pt x="564633" y="573294"/>
                  </a:moveTo>
                  <a:lnTo>
                    <a:pt x="592797" y="592865"/>
                  </a:lnTo>
                  <a:lnTo>
                    <a:pt x="596327" y="556111"/>
                  </a:lnTo>
                  <a:close/>
                  <a:moveTo>
                    <a:pt x="610832" y="547717"/>
                  </a:moveTo>
                  <a:lnTo>
                    <a:pt x="564633" y="573294"/>
                  </a:lnTo>
                  <a:lnTo>
                    <a:pt x="596327" y="556111"/>
                  </a:lnTo>
                  <a:close/>
                  <a:moveTo>
                    <a:pt x="610832" y="547717"/>
                  </a:moveTo>
                  <a:lnTo>
                    <a:pt x="588354" y="559883"/>
                  </a:lnTo>
                  <a:lnTo>
                    <a:pt x="564633" y="573294"/>
                  </a:lnTo>
                  <a:close/>
                  <a:moveTo>
                    <a:pt x="610832" y="547717"/>
                  </a:moveTo>
                  <a:lnTo>
                    <a:pt x="596327" y="556111"/>
                  </a:lnTo>
                  <a:lnTo>
                    <a:pt x="620211" y="550311"/>
                  </a:lnTo>
                  <a:close/>
                  <a:moveTo>
                    <a:pt x="662825" y="521325"/>
                  </a:moveTo>
                  <a:lnTo>
                    <a:pt x="620211" y="550311"/>
                  </a:lnTo>
                  <a:lnTo>
                    <a:pt x="645205" y="538927"/>
                  </a:lnTo>
                  <a:close/>
                  <a:moveTo>
                    <a:pt x="610832" y="547717"/>
                  </a:moveTo>
                  <a:lnTo>
                    <a:pt x="620211" y="550311"/>
                  </a:lnTo>
                  <a:lnTo>
                    <a:pt x="662825" y="521325"/>
                  </a:lnTo>
                  <a:close/>
                  <a:moveTo>
                    <a:pt x="638067" y="524966"/>
                  </a:moveTo>
                  <a:lnTo>
                    <a:pt x="610832" y="547717"/>
                  </a:lnTo>
                  <a:lnTo>
                    <a:pt x="662825" y="521325"/>
                  </a:lnTo>
                  <a:close/>
                  <a:moveTo>
                    <a:pt x="579351" y="119827"/>
                  </a:moveTo>
                  <a:lnTo>
                    <a:pt x="578939" y="83072"/>
                  </a:lnTo>
                  <a:lnTo>
                    <a:pt x="550285" y="132600"/>
                  </a:lnTo>
                  <a:close/>
                  <a:moveTo>
                    <a:pt x="468411" y="26746"/>
                  </a:moveTo>
                  <a:lnTo>
                    <a:pt x="459630" y="63501"/>
                  </a:lnTo>
                  <a:lnTo>
                    <a:pt x="489905" y="46317"/>
                  </a:lnTo>
                  <a:close/>
                  <a:moveTo>
                    <a:pt x="468411" y="26746"/>
                  </a:moveTo>
                  <a:lnTo>
                    <a:pt x="489905" y="46317"/>
                  </a:lnTo>
                  <a:lnTo>
                    <a:pt x="492646" y="9562"/>
                  </a:lnTo>
                  <a:close/>
                  <a:moveTo>
                    <a:pt x="500627" y="0"/>
                  </a:moveTo>
                  <a:lnTo>
                    <a:pt x="468411" y="26746"/>
                  </a:lnTo>
                  <a:lnTo>
                    <a:pt x="492646" y="9562"/>
                  </a:lnTo>
                  <a:close/>
                  <a:moveTo>
                    <a:pt x="707494" y="220298"/>
                  </a:moveTo>
                  <a:lnTo>
                    <a:pt x="724007" y="249664"/>
                  </a:lnTo>
                  <a:lnTo>
                    <a:pt x="724428" y="242242"/>
                  </a:lnTo>
                  <a:close/>
                  <a:moveTo>
                    <a:pt x="575041" y="153644"/>
                  </a:moveTo>
                  <a:lnTo>
                    <a:pt x="580149" y="153068"/>
                  </a:lnTo>
                  <a:lnTo>
                    <a:pt x="579351" y="119827"/>
                  </a:lnTo>
                  <a:close/>
                  <a:moveTo>
                    <a:pt x="500627" y="0"/>
                  </a:moveTo>
                  <a:lnTo>
                    <a:pt x="492646" y="9562"/>
                  </a:lnTo>
                  <a:lnTo>
                    <a:pt x="510920" y="3274"/>
                  </a:lnTo>
                  <a:close/>
                </a:path>
              </a:pathLst>
            </a:custGeom>
            <a:solidFill>
              <a:srgbClr val="D7DEE3"/>
            </a:solidFill>
            <a:ln w="1524">
              <a:solidFill>
                <a:srgbClr val="D7DEE3"/>
              </a:solidFill>
            </a:ln>
          </p:spPr>
        </p:sp>
        <p:sp>
          <p:nvSpPr>
            <p:cNvPr id="111" name="Input_density__110">
              <a:extLst>
                <a:ext uri="{FF2B5EF4-FFF2-40B4-BE49-F238E27FC236}">
                  <a16:creationId xmlns:a16="http://schemas.microsoft.com/office/drawing/2014/main" id="{9CDA2102-8D5A-941B-F588-C8809B8E76BB}"/>
                </a:ext>
              </a:extLst>
            </p:cNvPr>
            <p:cNvSpPr>
              <a:spLocks noGrp="1"/>
            </p:cNvSpPr>
            <p:nvPr/>
          </p:nvSpPr>
          <p:spPr>
            <a:xfrm>
              <a:off x="909826" y="1684314"/>
              <a:ext cx="972650" cy="1452325"/>
            </a:xfrm>
            <a:custGeom>
              <a:avLst/>
              <a:gdLst/>
              <a:ahLst/>
              <a:cxnLst/>
              <a:rect l="0" t="0" r="0" b="0"/>
              <a:pathLst>
                <a:path w="972650" h="1452325">
                  <a:moveTo>
                    <a:pt x="140074" y="1441984"/>
                  </a:moveTo>
                  <a:lnTo>
                    <a:pt x="116321" y="1449386"/>
                  </a:lnTo>
                  <a:lnTo>
                    <a:pt x="176159" y="1452325"/>
                  </a:lnTo>
                  <a:close/>
                  <a:moveTo>
                    <a:pt x="214585" y="1327537"/>
                  </a:moveTo>
                  <a:lnTo>
                    <a:pt x="230091" y="1336978"/>
                  </a:lnTo>
                  <a:lnTo>
                    <a:pt x="195446" y="1318869"/>
                  </a:lnTo>
                  <a:close/>
                  <a:moveTo>
                    <a:pt x="308034" y="1323401"/>
                  </a:moveTo>
                  <a:lnTo>
                    <a:pt x="307936" y="1321257"/>
                  </a:lnTo>
                  <a:lnTo>
                    <a:pt x="285723" y="1324190"/>
                  </a:lnTo>
                  <a:close/>
                  <a:moveTo>
                    <a:pt x="17548" y="842407"/>
                  </a:moveTo>
                  <a:lnTo>
                    <a:pt x="54181" y="826259"/>
                  </a:lnTo>
                  <a:lnTo>
                    <a:pt x="41063" y="839915"/>
                  </a:lnTo>
                  <a:close/>
                  <a:moveTo>
                    <a:pt x="15974" y="842318"/>
                  </a:moveTo>
                  <a:lnTo>
                    <a:pt x="17548" y="842407"/>
                  </a:lnTo>
                  <a:lnTo>
                    <a:pt x="0" y="829585"/>
                  </a:lnTo>
                  <a:close/>
                  <a:moveTo>
                    <a:pt x="41063" y="839915"/>
                  </a:moveTo>
                  <a:lnTo>
                    <a:pt x="0" y="829585"/>
                  </a:lnTo>
                  <a:lnTo>
                    <a:pt x="17548" y="842407"/>
                  </a:lnTo>
                  <a:close/>
                  <a:moveTo>
                    <a:pt x="48490" y="817251"/>
                  </a:moveTo>
                  <a:lnTo>
                    <a:pt x="41063" y="839915"/>
                  </a:lnTo>
                  <a:lnTo>
                    <a:pt x="54181" y="826259"/>
                  </a:lnTo>
                  <a:close/>
                  <a:moveTo>
                    <a:pt x="49412" y="727008"/>
                  </a:moveTo>
                  <a:lnTo>
                    <a:pt x="57867" y="735565"/>
                  </a:lnTo>
                  <a:lnTo>
                    <a:pt x="30226" y="703186"/>
                  </a:lnTo>
                  <a:close/>
                  <a:moveTo>
                    <a:pt x="26573" y="698810"/>
                  </a:moveTo>
                  <a:lnTo>
                    <a:pt x="49412" y="727008"/>
                  </a:lnTo>
                  <a:lnTo>
                    <a:pt x="30226" y="703186"/>
                  </a:lnTo>
                  <a:close/>
                  <a:moveTo>
                    <a:pt x="43193" y="655459"/>
                  </a:moveTo>
                  <a:lnTo>
                    <a:pt x="28813" y="697902"/>
                  </a:lnTo>
                  <a:lnTo>
                    <a:pt x="76964" y="657149"/>
                  </a:lnTo>
                  <a:close/>
                  <a:moveTo>
                    <a:pt x="455865" y="1122687"/>
                  </a:moveTo>
                  <a:lnTo>
                    <a:pt x="464588" y="1138166"/>
                  </a:lnTo>
                  <a:lnTo>
                    <a:pt x="444015" y="1157457"/>
                  </a:lnTo>
                  <a:close/>
                  <a:moveTo>
                    <a:pt x="332402" y="893099"/>
                  </a:moveTo>
                  <a:lnTo>
                    <a:pt x="304836" y="938912"/>
                  </a:lnTo>
                  <a:lnTo>
                    <a:pt x="316825" y="931068"/>
                  </a:lnTo>
                  <a:close/>
                  <a:moveTo>
                    <a:pt x="76964" y="657149"/>
                  </a:moveTo>
                  <a:lnTo>
                    <a:pt x="97821" y="644872"/>
                  </a:lnTo>
                  <a:lnTo>
                    <a:pt x="97074" y="670600"/>
                  </a:lnTo>
                  <a:close/>
                  <a:moveTo>
                    <a:pt x="76964" y="657149"/>
                  </a:moveTo>
                  <a:lnTo>
                    <a:pt x="88979" y="664444"/>
                  </a:lnTo>
                  <a:lnTo>
                    <a:pt x="66611" y="646810"/>
                  </a:lnTo>
                  <a:close/>
                  <a:moveTo>
                    <a:pt x="76964" y="657149"/>
                  </a:moveTo>
                  <a:lnTo>
                    <a:pt x="66611" y="646810"/>
                  </a:lnTo>
                  <a:lnTo>
                    <a:pt x="43193" y="655459"/>
                  </a:lnTo>
                  <a:close/>
                  <a:moveTo>
                    <a:pt x="228610" y="689676"/>
                  </a:moveTo>
                  <a:lnTo>
                    <a:pt x="193813" y="737953"/>
                  </a:lnTo>
                  <a:lnTo>
                    <a:pt x="218459" y="716238"/>
                  </a:lnTo>
                  <a:close/>
                  <a:moveTo>
                    <a:pt x="194214" y="735298"/>
                  </a:moveTo>
                  <a:lnTo>
                    <a:pt x="193813" y="737953"/>
                  </a:lnTo>
                  <a:lnTo>
                    <a:pt x="228610" y="689676"/>
                  </a:lnTo>
                  <a:close/>
                  <a:moveTo>
                    <a:pt x="194214" y="735298"/>
                  </a:moveTo>
                  <a:lnTo>
                    <a:pt x="194268" y="690507"/>
                  </a:lnTo>
                  <a:lnTo>
                    <a:pt x="197970" y="720770"/>
                  </a:lnTo>
                  <a:close/>
                  <a:moveTo>
                    <a:pt x="582062" y="1084162"/>
                  </a:moveTo>
                  <a:lnTo>
                    <a:pt x="568926" y="1071137"/>
                  </a:lnTo>
                  <a:lnTo>
                    <a:pt x="575270" y="1082050"/>
                  </a:lnTo>
                  <a:close/>
                  <a:moveTo>
                    <a:pt x="343694" y="839108"/>
                  </a:moveTo>
                  <a:lnTo>
                    <a:pt x="310942" y="828818"/>
                  </a:lnTo>
                  <a:lnTo>
                    <a:pt x="324031" y="831035"/>
                  </a:lnTo>
                  <a:close/>
                  <a:moveTo>
                    <a:pt x="394609" y="808687"/>
                  </a:moveTo>
                  <a:lnTo>
                    <a:pt x="415867" y="780033"/>
                  </a:lnTo>
                  <a:lnTo>
                    <a:pt x="413846" y="777097"/>
                  </a:lnTo>
                  <a:close/>
                  <a:moveTo>
                    <a:pt x="763335" y="1164218"/>
                  </a:moveTo>
                  <a:lnTo>
                    <a:pt x="745519" y="1166780"/>
                  </a:lnTo>
                  <a:lnTo>
                    <a:pt x="777752" y="1148378"/>
                  </a:lnTo>
                  <a:close/>
                  <a:moveTo>
                    <a:pt x="777752" y="1148378"/>
                  </a:moveTo>
                  <a:lnTo>
                    <a:pt x="745519" y="1166780"/>
                  </a:lnTo>
                  <a:lnTo>
                    <a:pt x="721265" y="1157963"/>
                  </a:lnTo>
                  <a:close/>
                  <a:moveTo>
                    <a:pt x="394609" y="808687"/>
                  </a:moveTo>
                  <a:lnTo>
                    <a:pt x="403740" y="762804"/>
                  </a:lnTo>
                  <a:lnTo>
                    <a:pt x="389839" y="813852"/>
                  </a:lnTo>
                  <a:close/>
                  <a:moveTo>
                    <a:pt x="403740" y="762804"/>
                  </a:moveTo>
                  <a:lnTo>
                    <a:pt x="394609" y="808687"/>
                  </a:lnTo>
                  <a:lnTo>
                    <a:pt x="413846" y="777097"/>
                  </a:lnTo>
                  <a:close/>
                  <a:moveTo>
                    <a:pt x="333964" y="702949"/>
                  </a:moveTo>
                  <a:lnTo>
                    <a:pt x="362990" y="718837"/>
                  </a:lnTo>
                  <a:lnTo>
                    <a:pt x="305539" y="698969"/>
                  </a:lnTo>
                  <a:close/>
                  <a:moveTo>
                    <a:pt x="20991" y="257896"/>
                  </a:moveTo>
                  <a:lnTo>
                    <a:pt x="69645" y="245344"/>
                  </a:lnTo>
                  <a:lnTo>
                    <a:pt x="42840" y="269309"/>
                  </a:lnTo>
                  <a:close/>
                  <a:moveTo>
                    <a:pt x="763335" y="1164218"/>
                  </a:moveTo>
                  <a:lnTo>
                    <a:pt x="777537" y="1123091"/>
                  </a:lnTo>
                  <a:lnTo>
                    <a:pt x="762211" y="1110280"/>
                  </a:lnTo>
                  <a:close/>
                  <a:moveTo>
                    <a:pt x="661693" y="805116"/>
                  </a:moveTo>
                  <a:lnTo>
                    <a:pt x="671104" y="806374"/>
                  </a:lnTo>
                  <a:lnTo>
                    <a:pt x="641498" y="799057"/>
                  </a:lnTo>
                  <a:close/>
                  <a:moveTo>
                    <a:pt x="392372" y="607906"/>
                  </a:moveTo>
                  <a:lnTo>
                    <a:pt x="437410" y="628278"/>
                  </a:lnTo>
                  <a:lnTo>
                    <a:pt x="448657" y="597565"/>
                  </a:lnTo>
                  <a:close/>
                  <a:moveTo>
                    <a:pt x="470100" y="578527"/>
                  </a:moveTo>
                  <a:lnTo>
                    <a:pt x="448657" y="597565"/>
                  </a:lnTo>
                  <a:lnTo>
                    <a:pt x="474072" y="580814"/>
                  </a:lnTo>
                  <a:close/>
                  <a:moveTo>
                    <a:pt x="474072" y="580814"/>
                  </a:moveTo>
                  <a:lnTo>
                    <a:pt x="448657" y="597565"/>
                  </a:lnTo>
                  <a:lnTo>
                    <a:pt x="437410" y="628278"/>
                  </a:lnTo>
                  <a:close/>
                  <a:moveTo>
                    <a:pt x="470100" y="578527"/>
                  </a:moveTo>
                  <a:lnTo>
                    <a:pt x="474072" y="580814"/>
                  </a:lnTo>
                  <a:lnTo>
                    <a:pt x="473597" y="566234"/>
                  </a:lnTo>
                  <a:close/>
                  <a:moveTo>
                    <a:pt x="224483" y="335054"/>
                  </a:moveTo>
                  <a:lnTo>
                    <a:pt x="236245" y="370239"/>
                  </a:lnTo>
                  <a:lnTo>
                    <a:pt x="235366" y="375180"/>
                  </a:lnTo>
                  <a:close/>
                  <a:moveTo>
                    <a:pt x="88539" y="185321"/>
                  </a:moveTo>
                  <a:lnTo>
                    <a:pt x="86301" y="211015"/>
                  </a:lnTo>
                  <a:lnTo>
                    <a:pt x="93080" y="191405"/>
                  </a:lnTo>
                  <a:close/>
                  <a:moveTo>
                    <a:pt x="88539" y="185321"/>
                  </a:moveTo>
                  <a:lnTo>
                    <a:pt x="93080" y="191405"/>
                  </a:lnTo>
                  <a:lnTo>
                    <a:pt x="118588" y="143233"/>
                  </a:lnTo>
                  <a:close/>
                  <a:moveTo>
                    <a:pt x="889292" y="1027627"/>
                  </a:moveTo>
                  <a:lnTo>
                    <a:pt x="857704" y="1019587"/>
                  </a:lnTo>
                  <a:lnTo>
                    <a:pt x="861849" y="1021232"/>
                  </a:lnTo>
                  <a:close/>
                  <a:moveTo>
                    <a:pt x="621894" y="676143"/>
                  </a:moveTo>
                  <a:lnTo>
                    <a:pt x="593983" y="671746"/>
                  </a:lnTo>
                  <a:lnTo>
                    <a:pt x="578533" y="709419"/>
                  </a:lnTo>
                  <a:close/>
                  <a:moveTo>
                    <a:pt x="593983" y="671746"/>
                  </a:moveTo>
                  <a:lnTo>
                    <a:pt x="621894" y="676143"/>
                  </a:lnTo>
                  <a:lnTo>
                    <a:pt x="574695" y="652037"/>
                  </a:lnTo>
                  <a:close/>
                  <a:moveTo>
                    <a:pt x="626027" y="666207"/>
                  </a:moveTo>
                  <a:lnTo>
                    <a:pt x="594093" y="671386"/>
                  </a:lnTo>
                  <a:lnTo>
                    <a:pt x="574695" y="652037"/>
                  </a:lnTo>
                  <a:close/>
                  <a:moveTo>
                    <a:pt x="263397" y="278635"/>
                  </a:moveTo>
                  <a:lnTo>
                    <a:pt x="268510" y="236855"/>
                  </a:lnTo>
                  <a:lnTo>
                    <a:pt x="246910" y="245364"/>
                  </a:lnTo>
                  <a:close/>
                  <a:moveTo>
                    <a:pt x="971211" y="1029243"/>
                  </a:moveTo>
                  <a:lnTo>
                    <a:pt x="965041" y="1021975"/>
                  </a:lnTo>
                  <a:lnTo>
                    <a:pt x="953222" y="1045867"/>
                  </a:lnTo>
                  <a:close/>
                  <a:moveTo>
                    <a:pt x="889292" y="1027627"/>
                  </a:moveTo>
                  <a:lnTo>
                    <a:pt x="900150" y="1039158"/>
                  </a:lnTo>
                  <a:lnTo>
                    <a:pt x="909134" y="1025534"/>
                  </a:lnTo>
                  <a:close/>
                  <a:moveTo>
                    <a:pt x="698679" y="813266"/>
                  </a:moveTo>
                  <a:lnTo>
                    <a:pt x="725156" y="787679"/>
                  </a:lnTo>
                  <a:lnTo>
                    <a:pt x="743307" y="764690"/>
                  </a:lnTo>
                  <a:close/>
                  <a:moveTo>
                    <a:pt x="594037" y="671608"/>
                  </a:moveTo>
                  <a:lnTo>
                    <a:pt x="594093" y="671386"/>
                  </a:lnTo>
                  <a:lnTo>
                    <a:pt x="610974" y="638295"/>
                  </a:lnTo>
                  <a:close/>
                  <a:moveTo>
                    <a:pt x="255202" y="220586"/>
                  </a:moveTo>
                  <a:lnTo>
                    <a:pt x="246910" y="245364"/>
                  </a:lnTo>
                  <a:lnTo>
                    <a:pt x="261849" y="230548"/>
                  </a:lnTo>
                  <a:close/>
                  <a:moveTo>
                    <a:pt x="255202" y="220586"/>
                  </a:moveTo>
                  <a:lnTo>
                    <a:pt x="261849" y="230548"/>
                  </a:lnTo>
                  <a:lnTo>
                    <a:pt x="259033" y="194480"/>
                  </a:lnTo>
                  <a:close/>
                  <a:moveTo>
                    <a:pt x="259033" y="194480"/>
                  </a:moveTo>
                  <a:lnTo>
                    <a:pt x="261849" y="230548"/>
                  </a:lnTo>
                  <a:lnTo>
                    <a:pt x="271223" y="211689"/>
                  </a:lnTo>
                  <a:close/>
                  <a:moveTo>
                    <a:pt x="965041" y="1021975"/>
                  </a:moveTo>
                  <a:lnTo>
                    <a:pt x="972650" y="993929"/>
                  </a:lnTo>
                  <a:lnTo>
                    <a:pt x="962482" y="1009251"/>
                  </a:lnTo>
                  <a:close/>
                  <a:moveTo>
                    <a:pt x="334732" y="165359"/>
                  </a:moveTo>
                  <a:lnTo>
                    <a:pt x="327158" y="159427"/>
                  </a:lnTo>
                  <a:lnTo>
                    <a:pt x="311731" y="170725"/>
                  </a:lnTo>
                  <a:close/>
                  <a:moveTo>
                    <a:pt x="334732" y="165359"/>
                  </a:moveTo>
                  <a:lnTo>
                    <a:pt x="345474" y="176610"/>
                  </a:lnTo>
                  <a:lnTo>
                    <a:pt x="337157" y="141212"/>
                  </a:lnTo>
                  <a:close/>
                  <a:moveTo>
                    <a:pt x="327158" y="159427"/>
                  </a:moveTo>
                  <a:lnTo>
                    <a:pt x="334732" y="165359"/>
                  </a:lnTo>
                  <a:lnTo>
                    <a:pt x="337157" y="141212"/>
                  </a:lnTo>
                  <a:close/>
                  <a:moveTo>
                    <a:pt x="700160" y="530176"/>
                  </a:moveTo>
                  <a:lnTo>
                    <a:pt x="693818" y="555264"/>
                  </a:lnTo>
                  <a:lnTo>
                    <a:pt x="730687" y="519737"/>
                  </a:lnTo>
                  <a:close/>
                  <a:moveTo>
                    <a:pt x="325978" y="127785"/>
                  </a:moveTo>
                  <a:lnTo>
                    <a:pt x="337157" y="141212"/>
                  </a:lnTo>
                  <a:lnTo>
                    <a:pt x="342597" y="114218"/>
                  </a:lnTo>
                  <a:close/>
                  <a:moveTo>
                    <a:pt x="327158" y="159427"/>
                  </a:moveTo>
                  <a:lnTo>
                    <a:pt x="337157" y="141212"/>
                  </a:lnTo>
                  <a:lnTo>
                    <a:pt x="319942" y="150295"/>
                  </a:lnTo>
                  <a:close/>
                  <a:moveTo>
                    <a:pt x="368965" y="119869"/>
                  </a:moveTo>
                  <a:lnTo>
                    <a:pt x="337157" y="141212"/>
                  </a:lnTo>
                  <a:lnTo>
                    <a:pt x="366555" y="126549"/>
                  </a:lnTo>
                  <a:close/>
                  <a:moveTo>
                    <a:pt x="368965" y="119869"/>
                  </a:moveTo>
                  <a:lnTo>
                    <a:pt x="342597" y="114218"/>
                  </a:lnTo>
                  <a:lnTo>
                    <a:pt x="337157" y="141212"/>
                  </a:lnTo>
                  <a:close/>
                  <a:moveTo>
                    <a:pt x="342597" y="114218"/>
                  </a:moveTo>
                  <a:lnTo>
                    <a:pt x="368965" y="119869"/>
                  </a:lnTo>
                  <a:lnTo>
                    <a:pt x="347024" y="81895"/>
                  </a:lnTo>
                  <a:close/>
                  <a:moveTo>
                    <a:pt x="368965" y="119869"/>
                  </a:moveTo>
                  <a:lnTo>
                    <a:pt x="378593" y="75351"/>
                  </a:lnTo>
                  <a:lnTo>
                    <a:pt x="347024" y="81895"/>
                  </a:lnTo>
                  <a:close/>
                  <a:moveTo>
                    <a:pt x="340542" y="105489"/>
                  </a:moveTo>
                  <a:lnTo>
                    <a:pt x="342597" y="114218"/>
                  </a:lnTo>
                  <a:lnTo>
                    <a:pt x="347024" y="81895"/>
                  </a:lnTo>
                  <a:close/>
                  <a:moveTo>
                    <a:pt x="730687" y="519737"/>
                  </a:moveTo>
                  <a:lnTo>
                    <a:pt x="755840" y="531930"/>
                  </a:lnTo>
                  <a:lnTo>
                    <a:pt x="700160" y="530176"/>
                  </a:lnTo>
                  <a:close/>
                  <a:moveTo>
                    <a:pt x="621244" y="263492"/>
                  </a:moveTo>
                  <a:lnTo>
                    <a:pt x="585492" y="275925"/>
                  </a:lnTo>
                  <a:lnTo>
                    <a:pt x="565520" y="275934"/>
                  </a:lnTo>
                  <a:close/>
                  <a:moveTo>
                    <a:pt x="378593" y="75351"/>
                  </a:moveTo>
                  <a:lnTo>
                    <a:pt x="382847" y="63837"/>
                  </a:lnTo>
                  <a:lnTo>
                    <a:pt x="366358" y="57974"/>
                  </a:lnTo>
                  <a:close/>
                  <a:moveTo>
                    <a:pt x="347024" y="81895"/>
                  </a:moveTo>
                  <a:lnTo>
                    <a:pt x="378593" y="75351"/>
                  </a:lnTo>
                  <a:lnTo>
                    <a:pt x="366358" y="57974"/>
                  </a:lnTo>
                  <a:close/>
                  <a:moveTo>
                    <a:pt x="382847" y="63837"/>
                  </a:moveTo>
                  <a:lnTo>
                    <a:pt x="414061" y="65549"/>
                  </a:lnTo>
                  <a:lnTo>
                    <a:pt x="394193" y="37466"/>
                  </a:lnTo>
                  <a:close/>
                  <a:moveTo>
                    <a:pt x="375388" y="51550"/>
                  </a:moveTo>
                  <a:lnTo>
                    <a:pt x="382847" y="63837"/>
                  </a:lnTo>
                  <a:lnTo>
                    <a:pt x="394193" y="37466"/>
                  </a:lnTo>
                  <a:close/>
                  <a:moveTo>
                    <a:pt x="596237" y="272080"/>
                  </a:moveTo>
                  <a:lnTo>
                    <a:pt x="621244" y="263492"/>
                  </a:lnTo>
                  <a:lnTo>
                    <a:pt x="636078" y="222747"/>
                  </a:lnTo>
                  <a:close/>
                  <a:moveTo>
                    <a:pt x="636078" y="222747"/>
                  </a:moveTo>
                  <a:lnTo>
                    <a:pt x="641785" y="212501"/>
                  </a:lnTo>
                  <a:lnTo>
                    <a:pt x="616464" y="254897"/>
                  </a:lnTo>
                  <a:close/>
                  <a:moveTo>
                    <a:pt x="628472" y="194308"/>
                  </a:moveTo>
                  <a:lnTo>
                    <a:pt x="647879" y="200958"/>
                  </a:lnTo>
                  <a:lnTo>
                    <a:pt x="641785" y="212501"/>
                  </a:lnTo>
                  <a:close/>
                  <a:moveTo>
                    <a:pt x="708560" y="148382"/>
                  </a:moveTo>
                  <a:lnTo>
                    <a:pt x="731972" y="148610"/>
                  </a:lnTo>
                  <a:lnTo>
                    <a:pt x="699947" y="110265"/>
                  </a:lnTo>
                  <a:close/>
                  <a:moveTo>
                    <a:pt x="659489" y="19572"/>
                  </a:moveTo>
                  <a:lnTo>
                    <a:pt x="667019" y="21435"/>
                  </a:lnTo>
                  <a:lnTo>
                    <a:pt x="650510" y="0"/>
                  </a:lnTo>
                  <a:close/>
                </a:path>
              </a:pathLst>
            </a:custGeom>
            <a:solidFill>
              <a:srgbClr val="B5C1C9"/>
            </a:solidFill>
            <a:ln w="1524">
              <a:solidFill>
                <a:srgbClr val="B5C1C9"/>
              </a:solidFill>
            </a:ln>
          </p:spPr>
        </p:sp>
        <p:sp>
          <p:nvSpPr>
            <p:cNvPr id="112" name="Input_density__111">
              <a:extLst>
                <a:ext uri="{FF2B5EF4-FFF2-40B4-BE49-F238E27FC236}">
                  <a16:creationId xmlns:a16="http://schemas.microsoft.com/office/drawing/2014/main" id="{D53057FB-D8E1-4463-507C-FF232A50A7EA}"/>
                </a:ext>
              </a:extLst>
            </p:cNvPr>
            <p:cNvSpPr>
              <a:spLocks noGrp="1"/>
            </p:cNvSpPr>
            <p:nvPr/>
          </p:nvSpPr>
          <p:spPr>
            <a:xfrm>
              <a:off x="867017" y="1490977"/>
              <a:ext cx="876184" cy="1635321"/>
            </a:xfrm>
            <a:custGeom>
              <a:avLst/>
              <a:gdLst/>
              <a:ahLst/>
              <a:cxnLst/>
              <a:rect l="0" t="0" r="0" b="0"/>
              <a:pathLst>
                <a:path w="876184" h="1635321">
                  <a:moveTo>
                    <a:pt x="164430" y="1620082"/>
                  </a:moveTo>
                  <a:lnTo>
                    <a:pt x="182883" y="1635321"/>
                  </a:lnTo>
                  <a:lnTo>
                    <a:pt x="191409" y="1609837"/>
                  </a:lnTo>
                  <a:close/>
                  <a:moveTo>
                    <a:pt x="209416" y="1602899"/>
                  </a:moveTo>
                  <a:lnTo>
                    <a:pt x="191409" y="1609837"/>
                  </a:lnTo>
                  <a:lnTo>
                    <a:pt x="182883" y="1635321"/>
                  </a:lnTo>
                  <a:close/>
                  <a:moveTo>
                    <a:pt x="165274" y="1492634"/>
                  </a:moveTo>
                  <a:lnTo>
                    <a:pt x="157990" y="1542250"/>
                  </a:lnTo>
                  <a:lnTo>
                    <a:pt x="175286" y="1510708"/>
                  </a:lnTo>
                  <a:close/>
                  <a:moveTo>
                    <a:pt x="220093" y="1566144"/>
                  </a:moveTo>
                  <a:lnTo>
                    <a:pt x="209416" y="1602899"/>
                  </a:lnTo>
                  <a:lnTo>
                    <a:pt x="250428" y="1588944"/>
                  </a:lnTo>
                  <a:close/>
                  <a:moveTo>
                    <a:pt x="238255" y="1512206"/>
                  </a:moveTo>
                  <a:lnTo>
                    <a:pt x="264940" y="1495022"/>
                  </a:lnTo>
                  <a:lnTo>
                    <a:pt x="233432" y="1507322"/>
                  </a:lnTo>
                  <a:close/>
                  <a:moveTo>
                    <a:pt x="264940" y="1495022"/>
                  </a:moveTo>
                  <a:lnTo>
                    <a:pt x="247264" y="1462832"/>
                  </a:lnTo>
                  <a:lnTo>
                    <a:pt x="233432" y="1507322"/>
                  </a:lnTo>
                  <a:close/>
                  <a:moveTo>
                    <a:pt x="226071" y="1295517"/>
                  </a:moveTo>
                  <a:lnTo>
                    <a:pt x="241125" y="1330819"/>
                  </a:lnTo>
                  <a:lnTo>
                    <a:pt x="233016" y="1313351"/>
                  </a:lnTo>
                  <a:close/>
                  <a:moveTo>
                    <a:pt x="226655" y="1294064"/>
                  </a:moveTo>
                  <a:lnTo>
                    <a:pt x="226071" y="1295517"/>
                  </a:lnTo>
                  <a:lnTo>
                    <a:pt x="233016" y="1313351"/>
                  </a:lnTo>
                  <a:close/>
                  <a:moveTo>
                    <a:pt x="226895" y="1290469"/>
                  </a:moveTo>
                  <a:lnTo>
                    <a:pt x="226071" y="1295517"/>
                  </a:lnTo>
                  <a:lnTo>
                    <a:pt x="226655" y="1294064"/>
                  </a:lnTo>
                  <a:close/>
                  <a:moveTo>
                    <a:pt x="241125" y="1330819"/>
                  </a:moveTo>
                  <a:lnTo>
                    <a:pt x="259125" y="1367574"/>
                  </a:lnTo>
                  <a:lnTo>
                    <a:pt x="289208" y="1350391"/>
                  </a:lnTo>
                  <a:close/>
                  <a:moveTo>
                    <a:pt x="226655" y="1294064"/>
                  </a:moveTo>
                  <a:lnTo>
                    <a:pt x="233016" y="1313351"/>
                  </a:lnTo>
                  <a:lnTo>
                    <a:pt x="239129" y="1284900"/>
                  </a:lnTo>
                  <a:close/>
                  <a:moveTo>
                    <a:pt x="226895" y="1290469"/>
                  </a:moveTo>
                  <a:lnTo>
                    <a:pt x="226655" y="1294064"/>
                  </a:lnTo>
                  <a:lnTo>
                    <a:pt x="239129" y="1284900"/>
                  </a:lnTo>
                  <a:close/>
                  <a:moveTo>
                    <a:pt x="126875" y="1069451"/>
                  </a:moveTo>
                  <a:lnTo>
                    <a:pt x="103108" y="1076800"/>
                  </a:lnTo>
                  <a:lnTo>
                    <a:pt x="99603" y="1092063"/>
                  </a:lnTo>
                  <a:close/>
                  <a:moveTo>
                    <a:pt x="294706" y="1266805"/>
                  </a:moveTo>
                  <a:lnTo>
                    <a:pt x="334673" y="1261401"/>
                  </a:lnTo>
                  <a:lnTo>
                    <a:pt x="318024" y="1230189"/>
                  </a:lnTo>
                  <a:close/>
                  <a:moveTo>
                    <a:pt x="334673" y="1261401"/>
                  </a:moveTo>
                  <a:lnTo>
                    <a:pt x="368975" y="1260602"/>
                  </a:lnTo>
                  <a:lnTo>
                    <a:pt x="318024" y="1230189"/>
                  </a:lnTo>
                  <a:close/>
                  <a:moveTo>
                    <a:pt x="15074" y="855393"/>
                  </a:moveTo>
                  <a:lnTo>
                    <a:pt x="0" y="872576"/>
                  </a:lnTo>
                  <a:lnTo>
                    <a:pt x="21398" y="892147"/>
                  </a:lnTo>
                  <a:close/>
                  <a:moveTo>
                    <a:pt x="15074" y="855393"/>
                  </a:moveTo>
                  <a:lnTo>
                    <a:pt x="12148" y="818638"/>
                  </a:lnTo>
                  <a:lnTo>
                    <a:pt x="0" y="872576"/>
                  </a:lnTo>
                  <a:close/>
                  <a:moveTo>
                    <a:pt x="154967" y="1002412"/>
                  </a:moveTo>
                  <a:lnTo>
                    <a:pt x="189289" y="985815"/>
                  </a:lnTo>
                  <a:lnTo>
                    <a:pt x="188737" y="985550"/>
                  </a:lnTo>
                  <a:close/>
                  <a:moveTo>
                    <a:pt x="148117" y="965657"/>
                  </a:moveTo>
                  <a:lnTo>
                    <a:pt x="188737" y="985550"/>
                  </a:lnTo>
                  <a:lnTo>
                    <a:pt x="177834" y="949667"/>
                  </a:lnTo>
                  <a:close/>
                  <a:moveTo>
                    <a:pt x="189788" y="985229"/>
                  </a:moveTo>
                  <a:lnTo>
                    <a:pt x="179753" y="948474"/>
                  </a:lnTo>
                  <a:lnTo>
                    <a:pt x="188737" y="985550"/>
                  </a:lnTo>
                  <a:close/>
                  <a:moveTo>
                    <a:pt x="179753" y="948474"/>
                  </a:moveTo>
                  <a:lnTo>
                    <a:pt x="177834" y="949667"/>
                  </a:lnTo>
                  <a:lnTo>
                    <a:pt x="188737" y="985550"/>
                  </a:lnTo>
                  <a:close/>
                  <a:moveTo>
                    <a:pt x="188737" y="985550"/>
                  </a:moveTo>
                  <a:lnTo>
                    <a:pt x="189289" y="985815"/>
                  </a:lnTo>
                  <a:lnTo>
                    <a:pt x="189788" y="985229"/>
                  </a:lnTo>
                  <a:close/>
                  <a:moveTo>
                    <a:pt x="154266" y="951079"/>
                  </a:moveTo>
                  <a:lnTo>
                    <a:pt x="177834" y="949667"/>
                  </a:lnTo>
                  <a:lnTo>
                    <a:pt x="179753" y="948474"/>
                  </a:lnTo>
                  <a:close/>
                  <a:moveTo>
                    <a:pt x="15074" y="855393"/>
                  </a:moveTo>
                  <a:lnTo>
                    <a:pt x="21398" y="892147"/>
                  </a:lnTo>
                  <a:lnTo>
                    <a:pt x="37413" y="838209"/>
                  </a:lnTo>
                  <a:close/>
                  <a:moveTo>
                    <a:pt x="12148" y="818638"/>
                  </a:moveTo>
                  <a:lnTo>
                    <a:pt x="15074" y="855393"/>
                  </a:lnTo>
                  <a:lnTo>
                    <a:pt x="37413" y="838209"/>
                  </a:lnTo>
                  <a:close/>
                  <a:moveTo>
                    <a:pt x="12148" y="818638"/>
                  </a:moveTo>
                  <a:lnTo>
                    <a:pt x="37413" y="838209"/>
                  </a:lnTo>
                  <a:lnTo>
                    <a:pt x="18479" y="801454"/>
                  </a:lnTo>
                  <a:close/>
                  <a:moveTo>
                    <a:pt x="31529" y="769706"/>
                  </a:moveTo>
                  <a:lnTo>
                    <a:pt x="12148" y="818638"/>
                  </a:lnTo>
                  <a:lnTo>
                    <a:pt x="18479" y="801454"/>
                  </a:lnTo>
                  <a:close/>
                  <a:moveTo>
                    <a:pt x="456028" y="1279269"/>
                  </a:moveTo>
                  <a:lnTo>
                    <a:pt x="447657" y="1316024"/>
                  </a:lnTo>
                  <a:lnTo>
                    <a:pt x="487934" y="1298840"/>
                  </a:lnTo>
                  <a:close/>
                  <a:moveTo>
                    <a:pt x="456028" y="1279269"/>
                  </a:moveTo>
                  <a:lnTo>
                    <a:pt x="487934" y="1298840"/>
                  </a:lnTo>
                  <a:lnTo>
                    <a:pt x="479921" y="1262086"/>
                  </a:lnTo>
                  <a:close/>
                  <a:moveTo>
                    <a:pt x="481191" y="1233525"/>
                  </a:moveTo>
                  <a:lnTo>
                    <a:pt x="456028" y="1279269"/>
                  </a:lnTo>
                  <a:lnTo>
                    <a:pt x="479921" y="1262086"/>
                  </a:lnTo>
                  <a:close/>
                  <a:moveTo>
                    <a:pt x="323738" y="1058739"/>
                  </a:moveTo>
                  <a:lnTo>
                    <a:pt x="333378" y="1083466"/>
                  </a:lnTo>
                  <a:lnTo>
                    <a:pt x="360272" y="1078311"/>
                  </a:lnTo>
                  <a:close/>
                  <a:moveTo>
                    <a:pt x="187305" y="1021984"/>
                  </a:moveTo>
                  <a:lnTo>
                    <a:pt x="189272" y="985115"/>
                  </a:lnTo>
                  <a:lnTo>
                    <a:pt x="189289" y="985815"/>
                  </a:lnTo>
                  <a:close/>
                  <a:moveTo>
                    <a:pt x="75715" y="754776"/>
                  </a:moveTo>
                  <a:lnTo>
                    <a:pt x="44213" y="764699"/>
                  </a:lnTo>
                  <a:lnTo>
                    <a:pt x="85895" y="752189"/>
                  </a:lnTo>
                  <a:close/>
                  <a:moveTo>
                    <a:pt x="85895" y="752189"/>
                  </a:moveTo>
                  <a:lnTo>
                    <a:pt x="44213" y="764699"/>
                  </a:lnTo>
                  <a:lnTo>
                    <a:pt x="31529" y="769706"/>
                  </a:lnTo>
                  <a:close/>
                  <a:moveTo>
                    <a:pt x="562416" y="1211691"/>
                  </a:moveTo>
                  <a:lnTo>
                    <a:pt x="553994" y="1244902"/>
                  </a:lnTo>
                  <a:lnTo>
                    <a:pt x="558706" y="1208147"/>
                  </a:lnTo>
                  <a:close/>
                  <a:moveTo>
                    <a:pt x="185283" y="809369"/>
                  </a:moveTo>
                  <a:lnTo>
                    <a:pt x="156768" y="767087"/>
                  </a:lnTo>
                  <a:lnTo>
                    <a:pt x="146560" y="769016"/>
                  </a:lnTo>
                  <a:close/>
                  <a:moveTo>
                    <a:pt x="146560" y="769016"/>
                  </a:moveTo>
                  <a:lnTo>
                    <a:pt x="150904" y="774462"/>
                  </a:lnTo>
                  <a:lnTo>
                    <a:pt x="185283" y="809369"/>
                  </a:lnTo>
                  <a:close/>
                  <a:moveTo>
                    <a:pt x="110421" y="771308"/>
                  </a:moveTo>
                  <a:lnTo>
                    <a:pt x="118566" y="749764"/>
                  </a:lnTo>
                  <a:lnTo>
                    <a:pt x="85895" y="752189"/>
                  </a:lnTo>
                  <a:close/>
                  <a:moveTo>
                    <a:pt x="125152" y="747516"/>
                  </a:moveTo>
                  <a:lnTo>
                    <a:pt x="118566" y="749764"/>
                  </a:lnTo>
                  <a:lnTo>
                    <a:pt x="173508" y="734396"/>
                  </a:lnTo>
                  <a:close/>
                  <a:moveTo>
                    <a:pt x="558706" y="1208147"/>
                  </a:moveTo>
                  <a:lnTo>
                    <a:pt x="553994" y="1244902"/>
                  </a:lnTo>
                  <a:lnTo>
                    <a:pt x="586071" y="1227719"/>
                  </a:lnTo>
                  <a:close/>
                  <a:moveTo>
                    <a:pt x="558706" y="1208147"/>
                  </a:moveTo>
                  <a:lnTo>
                    <a:pt x="586071" y="1227719"/>
                  </a:lnTo>
                  <a:lnTo>
                    <a:pt x="564787" y="1190964"/>
                  </a:lnTo>
                  <a:close/>
                  <a:moveTo>
                    <a:pt x="156768" y="767087"/>
                  </a:moveTo>
                  <a:lnTo>
                    <a:pt x="188256" y="789537"/>
                  </a:lnTo>
                  <a:lnTo>
                    <a:pt x="190837" y="760108"/>
                  </a:lnTo>
                  <a:close/>
                  <a:moveTo>
                    <a:pt x="226660" y="758072"/>
                  </a:moveTo>
                  <a:lnTo>
                    <a:pt x="190837" y="760108"/>
                  </a:lnTo>
                  <a:lnTo>
                    <a:pt x="225715" y="803587"/>
                  </a:lnTo>
                  <a:close/>
                  <a:moveTo>
                    <a:pt x="226660" y="758072"/>
                  </a:moveTo>
                  <a:lnTo>
                    <a:pt x="220431" y="718389"/>
                  </a:lnTo>
                  <a:lnTo>
                    <a:pt x="190837" y="760108"/>
                  </a:lnTo>
                  <a:close/>
                  <a:moveTo>
                    <a:pt x="537940" y="1154209"/>
                  </a:moveTo>
                  <a:lnTo>
                    <a:pt x="526190" y="1117454"/>
                  </a:lnTo>
                  <a:lnTo>
                    <a:pt x="524942" y="1125574"/>
                  </a:lnTo>
                  <a:close/>
                  <a:moveTo>
                    <a:pt x="531954" y="1106324"/>
                  </a:moveTo>
                  <a:lnTo>
                    <a:pt x="524942" y="1125574"/>
                  </a:lnTo>
                  <a:lnTo>
                    <a:pt x="526190" y="1117454"/>
                  </a:lnTo>
                  <a:close/>
                  <a:moveTo>
                    <a:pt x="300791" y="860169"/>
                  </a:moveTo>
                  <a:lnTo>
                    <a:pt x="313241" y="823414"/>
                  </a:lnTo>
                  <a:lnTo>
                    <a:pt x="309222" y="834622"/>
                  </a:lnTo>
                  <a:close/>
                  <a:moveTo>
                    <a:pt x="316330" y="798450"/>
                  </a:moveTo>
                  <a:lnTo>
                    <a:pt x="309222" y="834622"/>
                  </a:lnTo>
                  <a:lnTo>
                    <a:pt x="313241" y="823414"/>
                  </a:lnTo>
                  <a:close/>
                  <a:moveTo>
                    <a:pt x="553074" y="1089082"/>
                  </a:moveTo>
                  <a:lnTo>
                    <a:pt x="531954" y="1106324"/>
                  </a:lnTo>
                  <a:lnTo>
                    <a:pt x="526190" y="1117454"/>
                  </a:lnTo>
                  <a:close/>
                  <a:moveTo>
                    <a:pt x="582948" y="1076198"/>
                  </a:moveTo>
                  <a:lnTo>
                    <a:pt x="531954" y="1106324"/>
                  </a:lnTo>
                  <a:lnTo>
                    <a:pt x="553074" y="1089082"/>
                  </a:lnTo>
                  <a:close/>
                  <a:moveTo>
                    <a:pt x="300791" y="860169"/>
                  </a:moveTo>
                  <a:lnTo>
                    <a:pt x="342831" y="806231"/>
                  </a:lnTo>
                  <a:lnTo>
                    <a:pt x="313241" y="823414"/>
                  </a:lnTo>
                  <a:close/>
                  <a:moveTo>
                    <a:pt x="342831" y="806231"/>
                  </a:moveTo>
                  <a:lnTo>
                    <a:pt x="316330" y="798450"/>
                  </a:lnTo>
                  <a:lnTo>
                    <a:pt x="313241" y="823414"/>
                  </a:lnTo>
                  <a:close/>
                  <a:moveTo>
                    <a:pt x="276151" y="732721"/>
                  </a:moveTo>
                  <a:lnTo>
                    <a:pt x="287395" y="718634"/>
                  </a:lnTo>
                  <a:lnTo>
                    <a:pt x="236598" y="713149"/>
                  </a:lnTo>
                  <a:close/>
                  <a:moveTo>
                    <a:pt x="253831" y="749904"/>
                  </a:moveTo>
                  <a:lnTo>
                    <a:pt x="276151" y="732721"/>
                  </a:lnTo>
                  <a:lnTo>
                    <a:pt x="236598" y="713149"/>
                  </a:lnTo>
                  <a:close/>
                  <a:moveTo>
                    <a:pt x="271692" y="703803"/>
                  </a:moveTo>
                  <a:lnTo>
                    <a:pt x="287395" y="718634"/>
                  </a:lnTo>
                  <a:lnTo>
                    <a:pt x="318480" y="710280"/>
                  </a:lnTo>
                  <a:close/>
                  <a:moveTo>
                    <a:pt x="203504" y="676394"/>
                  </a:moveTo>
                  <a:lnTo>
                    <a:pt x="221920" y="694619"/>
                  </a:lnTo>
                  <a:lnTo>
                    <a:pt x="226762" y="668495"/>
                  </a:lnTo>
                  <a:close/>
                  <a:moveTo>
                    <a:pt x="213544" y="663303"/>
                  </a:moveTo>
                  <a:lnTo>
                    <a:pt x="203504" y="676394"/>
                  </a:lnTo>
                  <a:lnTo>
                    <a:pt x="226762" y="668495"/>
                  </a:lnTo>
                  <a:close/>
                  <a:moveTo>
                    <a:pt x="785752" y="1239934"/>
                  </a:moveTo>
                  <a:lnTo>
                    <a:pt x="825175" y="1212924"/>
                  </a:lnTo>
                  <a:lnTo>
                    <a:pt x="786646" y="1227243"/>
                  </a:lnTo>
                  <a:close/>
                  <a:moveTo>
                    <a:pt x="781384" y="1223603"/>
                  </a:moveTo>
                  <a:lnTo>
                    <a:pt x="786646" y="1227243"/>
                  </a:lnTo>
                  <a:lnTo>
                    <a:pt x="825175" y="1212924"/>
                  </a:lnTo>
                  <a:close/>
                  <a:moveTo>
                    <a:pt x="745911" y="1065904"/>
                  </a:moveTo>
                  <a:lnTo>
                    <a:pt x="760729" y="1050172"/>
                  </a:lnTo>
                  <a:lnTo>
                    <a:pt x="713148" y="1083087"/>
                  </a:lnTo>
                  <a:close/>
                  <a:moveTo>
                    <a:pt x="639475" y="1009577"/>
                  </a:moveTo>
                  <a:lnTo>
                    <a:pt x="664097" y="1034242"/>
                  </a:lnTo>
                  <a:lnTo>
                    <a:pt x="676980" y="993741"/>
                  </a:lnTo>
                  <a:close/>
                  <a:moveTo>
                    <a:pt x="424198" y="760180"/>
                  </a:moveTo>
                  <a:lnTo>
                    <a:pt x="411060" y="778917"/>
                  </a:lnTo>
                  <a:lnTo>
                    <a:pt x="438992" y="735109"/>
                  </a:lnTo>
                  <a:close/>
                  <a:moveTo>
                    <a:pt x="424198" y="760180"/>
                  </a:moveTo>
                  <a:lnTo>
                    <a:pt x="438992" y="735109"/>
                  </a:lnTo>
                  <a:lnTo>
                    <a:pt x="428698" y="746919"/>
                  </a:lnTo>
                  <a:close/>
                  <a:moveTo>
                    <a:pt x="423466" y="752292"/>
                  </a:moveTo>
                  <a:lnTo>
                    <a:pt x="424198" y="760180"/>
                  </a:lnTo>
                  <a:lnTo>
                    <a:pt x="428698" y="746919"/>
                  </a:lnTo>
                  <a:close/>
                  <a:moveTo>
                    <a:pt x="441989" y="730487"/>
                  </a:moveTo>
                  <a:lnTo>
                    <a:pt x="423466" y="752292"/>
                  </a:lnTo>
                  <a:lnTo>
                    <a:pt x="428698" y="746919"/>
                  </a:lnTo>
                  <a:close/>
                  <a:moveTo>
                    <a:pt x="447513" y="722773"/>
                  </a:moveTo>
                  <a:lnTo>
                    <a:pt x="423466" y="752292"/>
                  </a:lnTo>
                  <a:lnTo>
                    <a:pt x="441989" y="730487"/>
                  </a:lnTo>
                  <a:close/>
                  <a:moveTo>
                    <a:pt x="469409" y="708432"/>
                  </a:moveTo>
                  <a:lnTo>
                    <a:pt x="447513" y="722773"/>
                  </a:lnTo>
                  <a:lnTo>
                    <a:pt x="441989" y="730487"/>
                  </a:lnTo>
                  <a:close/>
                  <a:moveTo>
                    <a:pt x="129646" y="335296"/>
                  </a:moveTo>
                  <a:lnTo>
                    <a:pt x="94341" y="294049"/>
                  </a:lnTo>
                  <a:lnTo>
                    <a:pt x="91378" y="294571"/>
                  </a:lnTo>
                  <a:close/>
                  <a:moveTo>
                    <a:pt x="63649" y="284181"/>
                  </a:moveTo>
                  <a:lnTo>
                    <a:pt x="40130" y="311232"/>
                  </a:lnTo>
                  <a:lnTo>
                    <a:pt x="91378" y="294571"/>
                  </a:lnTo>
                  <a:close/>
                  <a:moveTo>
                    <a:pt x="94341" y="294049"/>
                  </a:moveTo>
                  <a:lnTo>
                    <a:pt x="63649" y="284181"/>
                  </a:lnTo>
                  <a:lnTo>
                    <a:pt x="91378" y="294571"/>
                  </a:lnTo>
                  <a:close/>
                  <a:moveTo>
                    <a:pt x="694684" y="938455"/>
                  </a:moveTo>
                  <a:lnTo>
                    <a:pt x="683379" y="943791"/>
                  </a:lnTo>
                  <a:lnTo>
                    <a:pt x="684307" y="992394"/>
                  </a:lnTo>
                  <a:close/>
                  <a:moveTo>
                    <a:pt x="711557" y="901700"/>
                  </a:moveTo>
                  <a:lnTo>
                    <a:pt x="683379" y="943791"/>
                  </a:lnTo>
                  <a:lnTo>
                    <a:pt x="694684" y="938455"/>
                  </a:lnTo>
                  <a:close/>
                  <a:moveTo>
                    <a:pt x="469409" y="708432"/>
                  </a:moveTo>
                  <a:lnTo>
                    <a:pt x="474739" y="681171"/>
                  </a:lnTo>
                  <a:lnTo>
                    <a:pt x="474661" y="691893"/>
                  </a:lnTo>
                  <a:close/>
                  <a:moveTo>
                    <a:pt x="475951" y="698354"/>
                  </a:moveTo>
                  <a:lnTo>
                    <a:pt x="469409" y="708432"/>
                  </a:lnTo>
                  <a:lnTo>
                    <a:pt x="474661" y="691893"/>
                  </a:lnTo>
                  <a:close/>
                  <a:moveTo>
                    <a:pt x="483811" y="666071"/>
                  </a:moveTo>
                  <a:lnTo>
                    <a:pt x="475951" y="698354"/>
                  </a:lnTo>
                  <a:lnTo>
                    <a:pt x="474661" y="691893"/>
                  </a:lnTo>
                  <a:close/>
                  <a:moveTo>
                    <a:pt x="135450" y="285830"/>
                  </a:moveTo>
                  <a:lnTo>
                    <a:pt x="94341" y="294049"/>
                  </a:lnTo>
                  <a:lnTo>
                    <a:pt x="129106" y="308129"/>
                  </a:lnTo>
                  <a:close/>
                  <a:moveTo>
                    <a:pt x="120127" y="274558"/>
                  </a:moveTo>
                  <a:lnTo>
                    <a:pt x="94341" y="294049"/>
                  </a:lnTo>
                  <a:lnTo>
                    <a:pt x="135450" y="285830"/>
                  </a:lnTo>
                  <a:close/>
                  <a:moveTo>
                    <a:pt x="129106" y="308129"/>
                  </a:moveTo>
                  <a:lnTo>
                    <a:pt x="160786" y="276866"/>
                  </a:lnTo>
                  <a:lnTo>
                    <a:pt x="135450" y="285830"/>
                  </a:lnTo>
                  <a:close/>
                  <a:moveTo>
                    <a:pt x="129329" y="257294"/>
                  </a:moveTo>
                  <a:lnTo>
                    <a:pt x="135450" y="285830"/>
                  </a:lnTo>
                  <a:lnTo>
                    <a:pt x="160786" y="276866"/>
                  </a:lnTo>
                  <a:close/>
                  <a:moveTo>
                    <a:pt x="129329" y="257294"/>
                  </a:moveTo>
                  <a:lnTo>
                    <a:pt x="160786" y="276866"/>
                  </a:lnTo>
                  <a:lnTo>
                    <a:pt x="163732" y="240111"/>
                  </a:lnTo>
                  <a:close/>
                  <a:moveTo>
                    <a:pt x="483811" y="666071"/>
                  </a:moveTo>
                  <a:lnTo>
                    <a:pt x="474661" y="691893"/>
                  </a:lnTo>
                  <a:lnTo>
                    <a:pt x="474739" y="681171"/>
                  </a:lnTo>
                  <a:close/>
                  <a:moveTo>
                    <a:pt x="694684" y="938455"/>
                  </a:moveTo>
                  <a:lnTo>
                    <a:pt x="692817" y="949204"/>
                  </a:lnTo>
                  <a:lnTo>
                    <a:pt x="693782" y="935334"/>
                  </a:lnTo>
                  <a:close/>
                  <a:moveTo>
                    <a:pt x="786116" y="958027"/>
                  </a:moveTo>
                  <a:lnTo>
                    <a:pt x="789996" y="967181"/>
                  </a:lnTo>
                  <a:lnTo>
                    <a:pt x="786887" y="1003312"/>
                  </a:lnTo>
                  <a:close/>
                  <a:moveTo>
                    <a:pt x="789077" y="958027"/>
                  </a:moveTo>
                  <a:lnTo>
                    <a:pt x="786887" y="1003312"/>
                  </a:lnTo>
                  <a:lnTo>
                    <a:pt x="789996" y="967181"/>
                  </a:lnTo>
                  <a:close/>
                  <a:moveTo>
                    <a:pt x="694684" y="938455"/>
                  </a:moveTo>
                  <a:lnTo>
                    <a:pt x="693782" y="935334"/>
                  </a:lnTo>
                  <a:lnTo>
                    <a:pt x="711557" y="901700"/>
                  </a:lnTo>
                  <a:close/>
                  <a:moveTo>
                    <a:pt x="711557" y="901700"/>
                  </a:moveTo>
                  <a:lnTo>
                    <a:pt x="693782" y="935334"/>
                  </a:lnTo>
                  <a:lnTo>
                    <a:pt x="740062" y="905060"/>
                  </a:lnTo>
                  <a:close/>
                  <a:moveTo>
                    <a:pt x="740062" y="905060"/>
                  </a:moveTo>
                  <a:lnTo>
                    <a:pt x="715125" y="900323"/>
                  </a:lnTo>
                  <a:lnTo>
                    <a:pt x="711557" y="901700"/>
                  </a:lnTo>
                  <a:close/>
                  <a:moveTo>
                    <a:pt x="483811" y="666071"/>
                  </a:moveTo>
                  <a:lnTo>
                    <a:pt x="506878" y="665701"/>
                  </a:lnTo>
                  <a:lnTo>
                    <a:pt x="512717" y="649570"/>
                  </a:lnTo>
                  <a:close/>
                  <a:moveTo>
                    <a:pt x="512717" y="649570"/>
                  </a:moveTo>
                  <a:lnTo>
                    <a:pt x="506878" y="665701"/>
                  </a:lnTo>
                  <a:lnTo>
                    <a:pt x="527426" y="627232"/>
                  </a:lnTo>
                  <a:close/>
                  <a:moveTo>
                    <a:pt x="354036" y="458382"/>
                  </a:moveTo>
                  <a:lnTo>
                    <a:pt x="334169" y="480311"/>
                  </a:lnTo>
                  <a:lnTo>
                    <a:pt x="327066" y="497396"/>
                  </a:lnTo>
                  <a:close/>
                  <a:moveTo>
                    <a:pt x="160786" y="276866"/>
                  </a:moveTo>
                  <a:lnTo>
                    <a:pt x="171533" y="222927"/>
                  </a:lnTo>
                  <a:lnTo>
                    <a:pt x="163732" y="240111"/>
                  </a:lnTo>
                  <a:close/>
                  <a:moveTo>
                    <a:pt x="186675" y="206378"/>
                  </a:moveTo>
                  <a:lnTo>
                    <a:pt x="163732" y="240111"/>
                  </a:lnTo>
                  <a:lnTo>
                    <a:pt x="171533" y="222927"/>
                  </a:lnTo>
                  <a:close/>
                  <a:moveTo>
                    <a:pt x="186675" y="206378"/>
                  </a:moveTo>
                  <a:lnTo>
                    <a:pt x="168307" y="233912"/>
                  </a:lnTo>
                  <a:lnTo>
                    <a:pt x="163732" y="240111"/>
                  </a:lnTo>
                  <a:close/>
                  <a:moveTo>
                    <a:pt x="530705" y="620614"/>
                  </a:moveTo>
                  <a:lnTo>
                    <a:pt x="521888" y="635839"/>
                  </a:lnTo>
                  <a:lnTo>
                    <a:pt x="527426" y="627232"/>
                  </a:lnTo>
                  <a:close/>
                  <a:moveTo>
                    <a:pt x="838809" y="943441"/>
                  </a:moveTo>
                  <a:lnTo>
                    <a:pt x="789077" y="958027"/>
                  </a:lnTo>
                  <a:lnTo>
                    <a:pt x="844268" y="949309"/>
                  </a:lnTo>
                  <a:close/>
                  <a:moveTo>
                    <a:pt x="789077" y="958027"/>
                  </a:moveTo>
                  <a:lnTo>
                    <a:pt x="789996" y="967181"/>
                  </a:lnTo>
                  <a:lnTo>
                    <a:pt x="844268" y="949309"/>
                  </a:lnTo>
                  <a:close/>
                  <a:moveTo>
                    <a:pt x="814370" y="933731"/>
                  </a:moveTo>
                  <a:lnTo>
                    <a:pt x="789077" y="958027"/>
                  </a:lnTo>
                  <a:lnTo>
                    <a:pt x="838809" y="943441"/>
                  </a:lnTo>
                  <a:close/>
                  <a:moveTo>
                    <a:pt x="838809" y="943441"/>
                  </a:moveTo>
                  <a:lnTo>
                    <a:pt x="847571" y="933289"/>
                  </a:lnTo>
                  <a:lnTo>
                    <a:pt x="814370" y="933731"/>
                  </a:lnTo>
                  <a:close/>
                  <a:moveTo>
                    <a:pt x="838809" y="943441"/>
                  </a:moveTo>
                  <a:lnTo>
                    <a:pt x="874384" y="941607"/>
                  </a:lnTo>
                  <a:lnTo>
                    <a:pt x="847571" y="933289"/>
                  </a:lnTo>
                  <a:close/>
                  <a:moveTo>
                    <a:pt x="874384" y="941607"/>
                  </a:moveTo>
                  <a:lnTo>
                    <a:pt x="838809" y="943441"/>
                  </a:lnTo>
                  <a:lnTo>
                    <a:pt x="876184" y="944059"/>
                  </a:lnTo>
                  <a:close/>
                  <a:moveTo>
                    <a:pt x="838809" y="943441"/>
                  </a:moveTo>
                  <a:lnTo>
                    <a:pt x="844268" y="949309"/>
                  </a:lnTo>
                  <a:lnTo>
                    <a:pt x="876184" y="944059"/>
                  </a:lnTo>
                  <a:close/>
                  <a:moveTo>
                    <a:pt x="731855" y="797228"/>
                  </a:moveTo>
                  <a:lnTo>
                    <a:pt x="721844" y="836947"/>
                  </a:lnTo>
                  <a:lnTo>
                    <a:pt x="744653" y="793824"/>
                  </a:lnTo>
                  <a:close/>
                  <a:moveTo>
                    <a:pt x="744653" y="793824"/>
                  </a:moveTo>
                  <a:lnTo>
                    <a:pt x="734920" y="847762"/>
                  </a:lnTo>
                  <a:lnTo>
                    <a:pt x="747523" y="830579"/>
                  </a:lnTo>
                  <a:close/>
                  <a:moveTo>
                    <a:pt x="731855" y="797228"/>
                  </a:moveTo>
                  <a:lnTo>
                    <a:pt x="734478" y="787975"/>
                  </a:lnTo>
                  <a:lnTo>
                    <a:pt x="698456" y="777872"/>
                  </a:lnTo>
                  <a:close/>
                  <a:moveTo>
                    <a:pt x="426873" y="390425"/>
                  </a:moveTo>
                  <a:lnTo>
                    <a:pt x="381338" y="400356"/>
                  </a:lnTo>
                  <a:lnTo>
                    <a:pt x="428404" y="391073"/>
                  </a:lnTo>
                  <a:close/>
                  <a:moveTo>
                    <a:pt x="245288" y="205963"/>
                  </a:moveTo>
                  <a:lnTo>
                    <a:pt x="245664" y="206142"/>
                  </a:lnTo>
                  <a:lnTo>
                    <a:pt x="279128" y="206683"/>
                  </a:lnTo>
                  <a:close/>
                  <a:moveTo>
                    <a:pt x="245664" y="206142"/>
                  </a:moveTo>
                  <a:lnTo>
                    <a:pt x="245288" y="205963"/>
                  </a:lnTo>
                  <a:lnTo>
                    <a:pt x="243310" y="205744"/>
                  </a:lnTo>
                  <a:close/>
                  <a:moveTo>
                    <a:pt x="744653" y="793824"/>
                  </a:moveTo>
                  <a:lnTo>
                    <a:pt x="795468" y="795222"/>
                  </a:lnTo>
                  <a:lnTo>
                    <a:pt x="776343" y="788148"/>
                  </a:lnTo>
                  <a:close/>
                  <a:moveTo>
                    <a:pt x="776343" y="788148"/>
                  </a:moveTo>
                  <a:lnTo>
                    <a:pt x="763163" y="770648"/>
                  </a:lnTo>
                  <a:lnTo>
                    <a:pt x="744653" y="793824"/>
                  </a:lnTo>
                  <a:close/>
                  <a:moveTo>
                    <a:pt x="776343" y="788148"/>
                  </a:moveTo>
                  <a:lnTo>
                    <a:pt x="795468" y="795222"/>
                  </a:lnTo>
                  <a:lnTo>
                    <a:pt x="828476" y="794057"/>
                  </a:lnTo>
                  <a:close/>
                  <a:moveTo>
                    <a:pt x="450462" y="377337"/>
                  </a:moveTo>
                  <a:lnTo>
                    <a:pt x="428404" y="391073"/>
                  </a:lnTo>
                  <a:lnTo>
                    <a:pt x="397569" y="400362"/>
                  </a:lnTo>
                  <a:close/>
                  <a:moveTo>
                    <a:pt x="300044" y="188676"/>
                  </a:moveTo>
                  <a:lnTo>
                    <a:pt x="279128" y="206683"/>
                  </a:lnTo>
                  <a:lnTo>
                    <a:pt x="245664" y="206142"/>
                  </a:lnTo>
                  <a:close/>
                  <a:moveTo>
                    <a:pt x="681304" y="521325"/>
                  </a:moveTo>
                  <a:lnTo>
                    <a:pt x="663684" y="538927"/>
                  </a:lnTo>
                  <a:lnTo>
                    <a:pt x="698913" y="528439"/>
                  </a:lnTo>
                  <a:close/>
                  <a:moveTo>
                    <a:pt x="666877" y="375495"/>
                  </a:moveTo>
                  <a:lnTo>
                    <a:pt x="666292" y="368990"/>
                  </a:lnTo>
                  <a:lnTo>
                    <a:pt x="630512" y="359793"/>
                  </a:lnTo>
                  <a:close/>
                  <a:moveTo>
                    <a:pt x="666292" y="368990"/>
                  </a:moveTo>
                  <a:lnTo>
                    <a:pt x="666877" y="375495"/>
                  </a:lnTo>
                  <a:lnTo>
                    <a:pt x="677975" y="374724"/>
                  </a:lnTo>
                  <a:close/>
                  <a:moveTo>
                    <a:pt x="665684" y="331717"/>
                  </a:moveTo>
                  <a:lnTo>
                    <a:pt x="666292" y="368990"/>
                  </a:lnTo>
                  <a:lnTo>
                    <a:pt x="695478" y="320785"/>
                  </a:lnTo>
                  <a:close/>
                  <a:moveTo>
                    <a:pt x="666292" y="368990"/>
                  </a:moveTo>
                  <a:lnTo>
                    <a:pt x="677975" y="374724"/>
                  </a:lnTo>
                  <a:lnTo>
                    <a:pt x="695478" y="320785"/>
                  </a:lnTo>
                  <a:close/>
                  <a:moveTo>
                    <a:pt x="665684" y="331717"/>
                  </a:moveTo>
                  <a:lnTo>
                    <a:pt x="630512" y="359793"/>
                  </a:lnTo>
                  <a:lnTo>
                    <a:pt x="666292" y="368990"/>
                  </a:lnTo>
                  <a:close/>
                  <a:moveTo>
                    <a:pt x="672861" y="297344"/>
                  </a:moveTo>
                  <a:lnTo>
                    <a:pt x="657807" y="284031"/>
                  </a:lnTo>
                  <a:lnTo>
                    <a:pt x="665684" y="331717"/>
                  </a:lnTo>
                  <a:close/>
                  <a:moveTo>
                    <a:pt x="665684" y="331717"/>
                  </a:moveTo>
                  <a:lnTo>
                    <a:pt x="695478" y="320785"/>
                  </a:lnTo>
                  <a:lnTo>
                    <a:pt x="672861" y="297344"/>
                  </a:lnTo>
                  <a:close/>
                  <a:moveTo>
                    <a:pt x="479350" y="72144"/>
                  </a:moveTo>
                  <a:lnTo>
                    <a:pt x="478109" y="63501"/>
                  </a:lnTo>
                  <a:lnTo>
                    <a:pt x="462983" y="80684"/>
                  </a:lnTo>
                  <a:close/>
                  <a:moveTo>
                    <a:pt x="678689" y="276399"/>
                  </a:moveTo>
                  <a:lnTo>
                    <a:pt x="672861" y="297344"/>
                  </a:lnTo>
                  <a:lnTo>
                    <a:pt x="698223" y="266847"/>
                  </a:lnTo>
                  <a:close/>
                  <a:moveTo>
                    <a:pt x="672861" y="297344"/>
                  </a:moveTo>
                  <a:lnTo>
                    <a:pt x="695478" y="320785"/>
                  </a:lnTo>
                  <a:lnTo>
                    <a:pt x="698223" y="266847"/>
                  </a:lnTo>
                  <a:close/>
                  <a:moveTo>
                    <a:pt x="698223" y="266847"/>
                  </a:moveTo>
                  <a:lnTo>
                    <a:pt x="695478" y="320785"/>
                  </a:lnTo>
                  <a:lnTo>
                    <a:pt x="732253" y="298616"/>
                  </a:lnTo>
                  <a:close/>
                  <a:moveTo>
                    <a:pt x="732253" y="298616"/>
                  </a:moveTo>
                  <a:lnTo>
                    <a:pt x="695478" y="320785"/>
                  </a:lnTo>
                  <a:lnTo>
                    <a:pt x="728081" y="308079"/>
                  </a:lnTo>
                  <a:close/>
                  <a:moveTo>
                    <a:pt x="657807" y="284031"/>
                  </a:moveTo>
                  <a:lnTo>
                    <a:pt x="672861" y="297344"/>
                  </a:lnTo>
                  <a:lnTo>
                    <a:pt x="678689" y="276399"/>
                  </a:lnTo>
                  <a:close/>
                  <a:moveTo>
                    <a:pt x="678689" y="276399"/>
                  </a:moveTo>
                  <a:lnTo>
                    <a:pt x="698223" y="266847"/>
                  </a:lnTo>
                  <a:lnTo>
                    <a:pt x="686687" y="252826"/>
                  </a:lnTo>
                  <a:close/>
                  <a:moveTo>
                    <a:pt x="604536" y="193337"/>
                  </a:moveTo>
                  <a:lnTo>
                    <a:pt x="592771" y="157830"/>
                  </a:lnTo>
                  <a:lnTo>
                    <a:pt x="599149" y="173766"/>
                  </a:lnTo>
                  <a:close/>
                  <a:moveTo>
                    <a:pt x="592771" y="157830"/>
                  </a:moveTo>
                  <a:lnTo>
                    <a:pt x="593520" y="153644"/>
                  </a:lnTo>
                  <a:lnTo>
                    <a:pt x="599149" y="173766"/>
                  </a:lnTo>
                  <a:close/>
                  <a:moveTo>
                    <a:pt x="599149" y="173766"/>
                  </a:moveTo>
                  <a:lnTo>
                    <a:pt x="593520" y="153644"/>
                  </a:lnTo>
                  <a:lnTo>
                    <a:pt x="597830" y="119827"/>
                  </a:lnTo>
                  <a:close/>
                  <a:moveTo>
                    <a:pt x="597830" y="119827"/>
                  </a:moveTo>
                  <a:lnTo>
                    <a:pt x="568764" y="132600"/>
                  </a:lnTo>
                  <a:lnTo>
                    <a:pt x="599149" y="173766"/>
                  </a:lnTo>
                  <a:close/>
                  <a:moveTo>
                    <a:pt x="597418" y="83072"/>
                  </a:moveTo>
                  <a:lnTo>
                    <a:pt x="570213" y="86675"/>
                  </a:lnTo>
                  <a:lnTo>
                    <a:pt x="568764" y="132600"/>
                  </a:lnTo>
                  <a:close/>
                  <a:moveTo>
                    <a:pt x="478109" y="63501"/>
                  </a:moveTo>
                  <a:lnTo>
                    <a:pt x="479350" y="72144"/>
                  </a:lnTo>
                  <a:lnTo>
                    <a:pt x="523784" y="97333"/>
                  </a:lnTo>
                  <a:close/>
                  <a:moveTo>
                    <a:pt x="508384" y="46317"/>
                  </a:moveTo>
                  <a:lnTo>
                    <a:pt x="478109" y="63501"/>
                  </a:lnTo>
                  <a:lnTo>
                    <a:pt x="523784" y="97333"/>
                  </a:lnTo>
                  <a:close/>
                  <a:moveTo>
                    <a:pt x="732253" y="298616"/>
                  </a:moveTo>
                  <a:lnTo>
                    <a:pt x="742756" y="303602"/>
                  </a:lnTo>
                  <a:lnTo>
                    <a:pt x="741430" y="297226"/>
                  </a:lnTo>
                  <a:close/>
                  <a:moveTo>
                    <a:pt x="698223" y="266847"/>
                  </a:moveTo>
                  <a:lnTo>
                    <a:pt x="732253" y="298616"/>
                  </a:lnTo>
                  <a:lnTo>
                    <a:pt x="745727" y="286419"/>
                  </a:lnTo>
                  <a:close/>
                  <a:moveTo>
                    <a:pt x="698223" y="266847"/>
                  </a:moveTo>
                  <a:lnTo>
                    <a:pt x="742486" y="249664"/>
                  </a:lnTo>
                  <a:lnTo>
                    <a:pt x="725973" y="220298"/>
                  </a:lnTo>
                  <a:close/>
                  <a:moveTo>
                    <a:pt x="725973" y="220298"/>
                  </a:moveTo>
                  <a:lnTo>
                    <a:pt x="742907" y="242242"/>
                  </a:lnTo>
                  <a:lnTo>
                    <a:pt x="769522" y="217172"/>
                  </a:lnTo>
                  <a:close/>
                  <a:moveTo>
                    <a:pt x="611004" y="102644"/>
                  </a:moveTo>
                  <a:lnTo>
                    <a:pt x="597418" y="83072"/>
                  </a:lnTo>
                  <a:lnTo>
                    <a:pt x="597830" y="119827"/>
                  </a:lnTo>
                  <a:close/>
                  <a:moveTo>
                    <a:pt x="511125" y="9562"/>
                  </a:moveTo>
                  <a:lnTo>
                    <a:pt x="548181" y="32751"/>
                  </a:lnTo>
                  <a:lnTo>
                    <a:pt x="529399" y="3274"/>
                  </a:lnTo>
                  <a:close/>
                  <a:moveTo>
                    <a:pt x="508384" y="46317"/>
                  </a:moveTo>
                  <a:lnTo>
                    <a:pt x="548181" y="32751"/>
                  </a:lnTo>
                  <a:lnTo>
                    <a:pt x="511125" y="9562"/>
                  </a:lnTo>
                  <a:close/>
                  <a:moveTo>
                    <a:pt x="529399" y="3274"/>
                  </a:moveTo>
                  <a:lnTo>
                    <a:pt x="553254" y="3097"/>
                  </a:lnTo>
                  <a:lnTo>
                    <a:pt x="519106" y="0"/>
                  </a:lnTo>
                  <a:close/>
                  <a:moveTo>
                    <a:pt x="742907" y="242242"/>
                  </a:moveTo>
                  <a:lnTo>
                    <a:pt x="754225" y="242076"/>
                  </a:lnTo>
                  <a:lnTo>
                    <a:pt x="769522" y="217172"/>
                  </a:lnTo>
                  <a:close/>
                </a:path>
              </a:pathLst>
            </a:custGeom>
            <a:solidFill>
              <a:srgbClr val="CFD7DE"/>
            </a:solidFill>
            <a:ln w="1524">
              <a:solidFill>
                <a:srgbClr val="CFD7DE"/>
              </a:solidFill>
            </a:ln>
          </p:spPr>
        </p:sp>
        <p:sp>
          <p:nvSpPr>
            <p:cNvPr id="113" name="Input_density__112">
              <a:extLst>
                <a:ext uri="{FF2B5EF4-FFF2-40B4-BE49-F238E27FC236}">
                  <a16:creationId xmlns:a16="http://schemas.microsoft.com/office/drawing/2014/main" id="{02720D2D-71F1-1D5C-227D-0FD101FEB665}"/>
                </a:ext>
              </a:extLst>
            </p:cNvPr>
            <p:cNvSpPr>
              <a:spLocks noGrp="1"/>
            </p:cNvSpPr>
            <p:nvPr/>
          </p:nvSpPr>
          <p:spPr>
            <a:xfrm>
              <a:off x="979471" y="1711906"/>
              <a:ext cx="904426" cy="1309386"/>
            </a:xfrm>
            <a:custGeom>
              <a:avLst/>
              <a:gdLst/>
              <a:ahLst/>
              <a:cxnLst/>
              <a:rect l="0" t="0" r="0" b="0"/>
              <a:pathLst>
                <a:path w="904426" h="1309386">
                  <a:moveTo>
                    <a:pt x="182690" y="1296339"/>
                  </a:moveTo>
                  <a:lnTo>
                    <a:pt x="160447" y="1309386"/>
                  </a:lnTo>
                  <a:lnTo>
                    <a:pt x="216079" y="1296599"/>
                  </a:lnTo>
                  <a:close/>
                  <a:moveTo>
                    <a:pt x="238389" y="1295809"/>
                  </a:moveTo>
                  <a:lnTo>
                    <a:pt x="216079" y="1296599"/>
                  </a:lnTo>
                  <a:lnTo>
                    <a:pt x="246381" y="1293665"/>
                  </a:lnTo>
                  <a:close/>
                  <a:moveTo>
                    <a:pt x="224835" y="904105"/>
                  </a:moveTo>
                  <a:lnTo>
                    <a:pt x="189112" y="935521"/>
                  </a:lnTo>
                  <a:lnTo>
                    <a:pt x="219305" y="923830"/>
                  </a:lnTo>
                  <a:close/>
                  <a:moveTo>
                    <a:pt x="224835" y="904105"/>
                  </a:moveTo>
                  <a:lnTo>
                    <a:pt x="219305" y="923830"/>
                  </a:lnTo>
                  <a:lnTo>
                    <a:pt x="235192" y="911320"/>
                  </a:lnTo>
                  <a:close/>
                  <a:moveTo>
                    <a:pt x="124569" y="707707"/>
                  </a:moveTo>
                  <a:lnTo>
                    <a:pt x="125661" y="726654"/>
                  </a:lnTo>
                  <a:lnTo>
                    <a:pt x="124168" y="710362"/>
                  </a:lnTo>
                  <a:close/>
                  <a:moveTo>
                    <a:pt x="483989" y="1060728"/>
                  </a:moveTo>
                  <a:lnTo>
                    <a:pt x="484335" y="1052312"/>
                  </a:lnTo>
                  <a:lnTo>
                    <a:pt x="481430" y="1088572"/>
                  </a:lnTo>
                  <a:close/>
                  <a:moveTo>
                    <a:pt x="484335" y="1052312"/>
                  </a:moveTo>
                  <a:lnTo>
                    <a:pt x="483989" y="1060728"/>
                  </a:lnTo>
                  <a:lnTo>
                    <a:pt x="505625" y="1054458"/>
                  </a:lnTo>
                  <a:close/>
                  <a:moveTo>
                    <a:pt x="298890" y="808186"/>
                  </a:moveTo>
                  <a:lnTo>
                    <a:pt x="317403" y="793530"/>
                  </a:lnTo>
                  <a:lnTo>
                    <a:pt x="320194" y="786260"/>
                  </a:lnTo>
                  <a:close/>
                  <a:moveTo>
                    <a:pt x="307327" y="811359"/>
                  </a:moveTo>
                  <a:lnTo>
                    <a:pt x="317403" y="793530"/>
                  </a:lnTo>
                  <a:lnTo>
                    <a:pt x="298890" y="808186"/>
                  </a:lnTo>
                  <a:close/>
                  <a:moveTo>
                    <a:pt x="274049" y="811516"/>
                  </a:moveTo>
                  <a:lnTo>
                    <a:pt x="307327" y="811359"/>
                  </a:lnTo>
                  <a:lnTo>
                    <a:pt x="298890" y="808186"/>
                  </a:lnTo>
                  <a:close/>
                  <a:moveTo>
                    <a:pt x="317403" y="793530"/>
                  </a:moveTo>
                  <a:lnTo>
                    <a:pt x="307327" y="811359"/>
                  </a:lnTo>
                  <a:lnTo>
                    <a:pt x="321605" y="803443"/>
                  </a:lnTo>
                  <a:close/>
                  <a:moveTo>
                    <a:pt x="317403" y="793530"/>
                  </a:moveTo>
                  <a:lnTo>
                    <a:pt x="336670" y="796495"/>
                  </a:lnTo>
                  <a:lnTo>
                    <a:pt x="324965" y="781096"/>
                  </a:lnTo>
                  <a:close/>
                  <a:moveTo>
                    <a:pt x="320194" y="786260"/>
                  </a:moveTo>
                  <a:lnTo>
                    <a:pt x="317403" y="793530"/>
                  </a:lnTo>
                  <a:lnTo>
                    <a:pt x="324965" y="781096"/>
                  </a:lnTo>
                  <a:close/>
                  <a:moveTo>
                    <a:pt x="8568" y="200569"/>
                  </a:moveTo>
                  <a:lnTo>
                    <a:pt x="0" y="217752"/>
                  </a:lnTo>
                  <a:lnTo>
                    <a:pt x="16656" y="183424"/>
                  </a:lnTo>
                  <a:close/>
                  <a:moveTo>
                    <a:pt x="720566" y="1009178"/>
                  </a:moveTo>
                  <a:lnTo>
                    <a:pt x="731902" y="1017333"/>
                  </a:lnTo>
                  <a:lnTo>
                    <a:pt x="711158" y="1035983"/>
                  </a:lnTo>
                  <a:close/>
                  <a:moveTo>
                    <a:pt x="720566" y="1009178"/>
                  </a:moveTo>
                  <a:lnTo>
                    <a:pt x="743032" y="991995"/>
                  </a:lnTo>
                  <a:lnTo>
                    <a:pt x="731902" y="1017333"/>
                  </a:lnTo>
                  <a:close/>
                  <a:moveTo>
                    <a:pt x="743032" y="991995"/>
                  </a:moveTo>
                  <a:lnTo>
                    <a:pt x="720566" y="1009178"/>
                  </a:lnTo>
                  <a:lnTo>
                    <a:pt x="755996" y="982841"/>
                  </a:lnTo>
                  <a:close/>
                  <a:moveTo>
                    <a:pt x="785873" y="1014444"/>
                  </a:moveTo>
                  <a:lnTo>
                    <a:pt x="788060" y="991995"/>
                  </a:lnTo>
                  <a:lnTo>
                    <a:pt x="819647" y="1000035"/>
                  </a:lnTo>
                  <a:close/>
                  <a:moveTo>
                    <a:pt x="508888" y="681827"/>
                  </a:moveTo>
                  <a:lnTo>
                    <a:pt x="524338" y="644154"/>
                  </a:lnTo>
                  <a:lnTo>
                    <a:pt x="502898" y="697955"/>
                  </a:lnTo>
                  <a:close/>
                  <a:moveTo>
                    <a:pt x="502898" y="697955"/>
                  </a:moveTo>
                  <a:lnTo>
                    <a:pt x="524338" y="644154"/>
                  </a:lnTo>
                  <a:lnTo>
                    <a:pt x="524393" y="644017"/>
                  </a:lnTo>
                  <a:close/>
                  <a:moveTo>
                    <a:pt x="502898" y="697955"/>
                  </a:moveTo>
                  <a:lnTo>
                    <a:pt x="524393" y="644017"/>
                  </a:lnTo>
                  <a:lnTo>
                    <a:pt x="511865" y="680772"/>
                  </a:lnTo>
                  <a:close/>
                  <a:moveTo>
                    <a:pt x="524393" y="644017"/>
                  </a:moveTo>
                  <a:lnTo>
                    <a:pt x="524338" y="644154"/>
                  </a:lnTo>
                  <a:lnTo>
                    <a:pt x="524448" y="643794"/>
                  </a:lnTo>
                  <a:close/>
                  <a:moveTo>
                    <a:pt x="403495" y="571639"/>
                  </a:moveTo>
                  <a:lnTo>
                    <a:pt x="379013" y="569973"/>
                  </a:lnTo>
                  <a:lnTo>
                    <a:pt x="400455" y="550935"/>
                  </a:lnTo>
                  <a:close/>
                  <a:moveTo>
                    <a:pt x="400455" y="550935"/>
                  </a:moveTo>
                  <a:lnTo>
                    <a:pt x="403953" y="538642"/>
                  </a:lnTo>
                  <a:lnTo>
                    <a:pt x="422585" y="512097"/>
                  </a:lnTo>
                  <a:close/>
                  <a:moveTo>
                    <a:pt x="422585" y="512097"/>
                  </a:moveTo>
                  <a:lnTo>
                    <a:pt x="431097" y="513881"/>
                  </a:lnTo>
                  <a:lnTo>
                    <a:pt x="426210" y="496997"/>
                  </a:lnTo>
                  <a:close/>
                  <a:moveTo>
                    <a:pt x="891894" y="953163"/>
                  </a:moveTo>
                  <a:lnTo>
                    <a:pt x="904426" y="954579"/>
                  </a:lnTo>
                  <a:lnTo>
                    <a:pt x="892970" y="940445"/>
                  </a:lnTo>
                  <a:close/>
                  <a:moveTo>
                    <a:pt x="526592" y="244488"/>
                  </a:moveTo>
                  <a:lnTo>
                    <a:pt x="515848" y="248333"/>
                  </a:lnTo>
                  <a:lnTo>
                    <a:pt x="551600" y="235900"/>
                  </a:lnTo>
                  <a:close/>
                  <a:moveTo>
                    <a:pt x="344416" y="37957"/>
                  </a:moveTo>
                  <a:lnTo>
                    <a:pt x="357887" y="9948"/>
                  </a:lnTo>
                  <a:lnTo>
                    <a:pt x="324548" y="9875"/>
                  </a:lnTo>
                  <a:close/>
                  <a:moveTo>
                    <a:pt x="526592" y="244488"/>
                  </a:moveTo>
                  <a:lnTo>
                    <a:pt x="521544" y="248106"/>
                  </a:lnTo>
                  <a:lnTo>
                    <a:pt x="515848" y="248333"/>
                  </a:lnTo>
                  <a:close/>
                  <a:moveTo>
                    <a:pt x="526592" y="244488"/>
                  </a:moveTo>
                  <a:lnTo>
                    <a:pt x="542926" y="231839"/>
                  </a:lnTo>
                  <a:lnTo>
                    <a:pt x="521544" y="248106"/>
                  </a:lnTo>
                  <a:close/>
                  <a:moveTo>
                    <a:pt x="546819" y="227305"/>
                  </a:moveTo>
                  <a:lnTo>
                    <a:pt x="526592" y="244488"/>
                  </a:lnTo>
                  <a:lnTo>
                    <a:pt x="566434" y="195156"/>
                  </a:lnTo>
                  <a:close/>
                  <a:moveTo>
                    <a:pt x="324548" y="9875"/>
                  </a:moveTo>
                  <a:lnTo>
                    <a:pt x="357887" y="9948"/>
                  </a:lnTo>
                  <a:lnTo>
                    <a:pt x="380959" y="0"/>
                  </a:lnTo>
                  <a:close/>
                </a:path>
              </a:pathLst>
            </a:custGeom>
            <a:solidFill>
              <a:srgbClr val="AEBAC4"/>
            </a:solidFill>
            <a:ln w="1524">
              <a:solidFill>
                <a:srgbClr val="AEBAC4"/>
              </a:solidFill>
            </a:ln>
          </p:spPr>
        </p:sp>
        <p:sp>
          <p:nvSpPr>
            <p:cNvPr id="114" name="Input_density__113">
              <a:extLst>
                <a:ext uri="{FF2B5EF4-FFF2-40B4-BE49-F238E27FC236}">
                  <a16:creationId xmlns:a16="http://schemas.microsoft.com/office/drawing/2014/main" id="{5A9E22AD-C0E2-5C30-4FE7-4DF507B70662}"/>
                </a:ext>
              </a:extLst>
            </p:cNvPr>
            <p:cNvSpPr>
              <a:spLocks noGrp="1"/>
            </p:cNvSpPr>
            <p:nvPr/>
          </p:nvSpPr>
          <p:spPr>
            <a:xfrm>
              <a:off x="1182127" y="2623226"/>
              <a:ext cx="32536" cy="12509"/>
            </a:xfrm>
            <a:custGeom>
              <a:avLst/>
              <a:gdLst/>
              <a:ahLst/>
              <a:cxnLst/>
              <a:rect l="0" t="0" r="0" b="0"/>
              <a:pathLst>
                <a:path w="32536" h="12509">
                  <a:moveTo>
                    <a:pt x="32536" y="0"/>
                  </a:moveTo>
                  <a:lnTo>
                    <a:pt x="16649" y="12509"/>
                  </a:lnTo>
                  <a:lnTo>
                    <a:pt x="0" y="10816"/>
                  </a:lnTo>
                  <a:close/>
                </a:path>
              </a:pathLst>
            </a:custGeom>
            <a:solidFill>
              <a:srgbClr val="A8B5BF"/>
            </a:solidFill>
            <a:ln w="1524">
              <a:solidFill>
                <a:srgbClr val="A8B5BF"/>
              </a:solidFill>
            </a:ln>
          </p:spPr>
        </p:sp>
        <p:sp>
          <p:nvSpPr>
            <p:cNvPr id="115" name="Input_density__114">
              <a:extLst>
                <a:ext uri="{FF2B5EF4-FFF2-40B4-BE49-F238E27FC236}">
                  <a16:creationId xmlns:a16="http://schemas.microsoft.com/office/drawing/2014/main" id="{151B3A2B-428C-0B5B-734F-ACDA3686EAD0}"/>
                </a:ext>
              </a:extLst>
            </p:cNvPr>
            <p:cNvSpPr>
              <a:spLocks noGrp="1"/>
            </p:cNvSpPr>
            <p:nvPr/>
          </p:nvSpPr>
          <p:spPr>
            <a:xfrm>
              <a:off x="888415" y="1674945"/>
              <a:ext cx="940643" cy="1464050"/>
            </a:xfrm>
            <a:custGeom>
              <a:avLst/>
              <a:gdLst/>
              <a:ahLst/>
              <a:cxnLst/>
              <a:rect l="0" t="0" r="0" b="0"/>
              <a:pathLst>
                <a:path w="940643" h="1464050">
                  <a:moveTo>
                    <a:pt x="209692" y="1455686"/>
                  </a:moveTo>
                  <a:lnTo>
                    <a:pt x="223933" y="1464050"/>
                  </a:lnTo>
                  <a:lnTo>
                    <a:pt x="230463" y="1448559"/>
                  </a:lnTo>
                  <a:close/>
                  <a:moveTo>
                    <a:pt x="270578" y="1443034"/>
                  </a:moveTo>
                  <a:lnTo>
                    <a:pt x="230463" y="1448559"/>
                  </a:lnTo>
                  <a:lnTo>
                    <a:pt x="223933" y="1464050"/>
                  </a:lnTo>
                  <a:close/>
                  <a:moveTo>
                    <a:pt x="280468" y="1293871"/>
                  </a:moveTo>
                  <a:lnTo>
                    <a:pt x="273746" y="1333300"/>
                  </a:lnTo>
                  <a:lnTo>
                    <a:pt x="292147" y="1305890"/>
                  </a:lnTo>
                  <a:close/>
                  <a:moveTo>
                    <a:pt x="280468" y="1293871"/>
                  </a:moveTo>
                  <a:lnTo>
                    <a:pt x="243542" y="1311054"/>
                  </a:lnTo>
                  <a:lnTo>
                    <a:pt x="273746" y="1333300"/>
                  </a:lnTo>
                  <a:close/>
                  <a:moveTo>
                    <a:pt x="317511" y="1276688"/>
                  </a:moveTo>
                  <a:lnTo>
                    <a:pt x="292147" y="1305890"/>
                  </a:lnTo>
                  <a:lnTo>
                    <a:pt x="329348" y="1330626"/>
                  </a:lnTo>
                  <a:close/>
                  <a:moveTo>
                    <a:pt x="289902" y="1158841"/>
                  </a:moveTo>
                  <a:lnTo>
                    <a:pt x="327875" y="1155059"/>
                  </a:lnTo>
                  <a:lnTo>
                    <a:pt x="313971" y="1121615"/>
                  </a:lnTo>
                  <a:close/>
                  <a:moveTo>
                    <a:pt x="289902" y="1158841"/>
                  </a:moveTo>
                  <a:lnTo>
                    <a:pt x="313971" y="1121615"/>
                  </a:lnTo>
                  <a:lnTo>
                    <a:pt x="283230" y="1119519"/>
                  </a:lnTo>
                  <a:close/>
                  <a:moveTo>
                    <a:pt x="0" y="708180"/>
                  </a:moveTo>
                  <a:lnTo>
                    <a:pt x="36442" y="692493"/>
                  </a:lnTo>
                  <a:lnTo>
                    <a:pt x="16015" y="654241"/>
                  </a:lnTo>
                  <a:close/>
                  <a:moveTo>
                    <a:pt x="160050" y="784078"/>
                  </a:moveTo>
                  <a:lnTo>
                    <a:pt x="167875" y="801147"/>
                  </a:lnTo>
                  <a:lnTo>
                    <a:pt x="165908" y="838016"/>
                  </a:lnTo>
                  <a:close/>
                  <a:moveTo>
                    <a:pt x="179294" y="820833"/>
                  </a:moveTo>
                  <a:lnTo>
                    <a:pt x="160050" y="784078"/>
                  </a:lnTo>
                  <a:lnTo>
                    <a:pt x="165908" y="838016"/>
                  </a:lnTo>
                  <a:close/>
                  <a:moveTo>
                    <a:pt x="136810" y="710568"/>
                  </a:moveTo>
                  <a:lnTo>
                    <a:pt x="144269" y="727751"/>
                  </a:lnTo>
                  <a:lnTo>
                    <a:pt x="154906" y="747323"/>
                  </a:lnTo>
                  <a:close/>
                  <a:moveTo>
                    <a:pt x="37150" y="686756"/>
                  </a:moveTo>
                  <a:lnTo>
                    <a:pt x="36422" y="637058"/>
                  </a:lnTo>
                  <a:lnTo>
                    <a:pt x="16015" y="654241"/>
                  </a:lnTo>
                  <a:close/>
                  <a:moveTo>
                    <a:pt x="160050" y="784078"/>
                  </a:moveTo>
                  <a:lnTo>
                    <a:pt x="158236" y="764236"/>
                  </a:lnTo>
                  <a:lnTo>
                    <a:pt x="167875" y="801147"/>
                  </a:lnTo>
                  <a:close/>
                  <a:moveTo>
                    <a:pt x="160050" y="784078"/>
                  </a:moveTo>
                  <a:lnTo>
                    <a:pt x="154906" y="747323"/>
                  </a:lnTo>
                  <a:lnTo>
                    <a:pt x="158236" y="764236"/>
                  </a:lnTo>
                  <a:close/>
                  <a:moveTo>
                    <a:pt x="512087" y="1113650"/>
                  </a:moveTo>
                  <a:lnTo>
                    <a:pt x="500429" y="1097689"/>
                  </a:lnTo>
                  <a:lnTo>
                    <a:pt x="526924" y="1079763"/>
                  </a:lnTo>
                  <a:close/>
                  <a:moveTo>
                    <a:pt x="473659" y="1073056"/>
                  </a:moveTo>
                  <a:lnTo>
                    <a:pt x="496611" y="1099144"/>
                  </a:lnTo>
                  <a:lnTo>
                    <a:pt x="502862" y="1076403"/>
                  </a:lnTo>
                  <a:close/>
                  <a:moveTo>
                    <a:pt x="136810" y="710568"/>
                  </a:moveTo>
                  <a:lnTo>
                    <a:pt x="154906" y="747323"/>
                  </a:lnTo>
                  <a:lnTo>
                    <a:pt x="178205" y="730139"/>
                  </a:lnTo>
                  <a:close/>
                  <a:moveTo>
                    <a:pt x="136810" y="710568"/>
                  </a:moveTo>
                  <a:lnTo>
                    <a:pt x="178205" y="730139"/>
                  </a:lnTo>
                  <a:lnTo>
                    <a:pt x="157213" y="693385"/>
                  </a:lnTo>
                  <a:close/>
                  <a:moveTo>
                    <a:pt x="136810" y="710568"/>
                  </a:moveTo>
                  <a:lnTo>
                    <a:pt x="157213" y="693385"/>
                  </a:lnTo>
                  <a:lnTo>
                    <a:pt x="172638" y="663034"/>
                  </a:lnTo>
                  <a:close/>
                  <a:moveTo>
                    <a:pt x="172638" y="663034"/>
                  </a:moveTo>
                  <a:lnTo>
                    <a:pt x="157213" y="693385"/>
                  </a:lnTo>
                  <a:lnTo>
                    <a:pt x="183365" y="667284"/>
                  </a:lnTo>
                  <a:close/>
                  <a:moveTo>
                    <a:pt x="135206" y="708012"/>
                  </a:moveTo>
                  <a:lnTo>
                    <a:pt x="136810" y="710568"/>
                  </a:lnTo>
                  <a:lnTo>
                    <a:pt x="172638" y="663034"/>
                  </a:lnTo>
                  <a:close/>
                  <a:moveTo>
                    <a:pt x="172638" y="663034"/>
                  </a:moveTo>
                  <a:lnTo>
                    <a:pt x="163596" y="656629"/>
                  </a:lnTo>
                  <a:lnTo>
                    <a:pt x="156888" y="692869"/>
                  </a:lnTo>
                  <a:close/>
                  <a:moveTo>
                    <a:pt x="156888" y="692869"/>
                  </a:moveTo>
                  <a:lnTo>
                    <a:pt x="135206" y="708012"/>
                  </a:lnTo>
                  <a:lnTo>
                    <a:pt x="172638" y="663034"/>
                  </a:lnTo>
                  <a:close/>
                  <a:moveTo>
                    <a:pt x="183365" y="667284"/>
                  </a:moveTo>
                  <a:lnTo>
                    <a:pt x="211165" y="693385"/>
                  </a:lnTo>
                  <a:lnTo>
                    <a:pt x="172638" y="663034"/>
                  </a:lnTo>
                  <a:close/>
                  <a:moveTo>
                    <a:pt x="575391" y="1089273"/>
                  </a:moveTo>
                  <a:lnTo>
                    <a:pt x="584324" y="1073584"/>
                  </a:lnTo>
                  <a:lnTo>
                    <a:pt x="541586" y="1089668"/>
                  </a:lnTo>
                  <a:close/>
                  <a:moveTo>
                    <a:pt x="543390" y="1006996"/>
                  </a:moveTo>
                  <a:lnTo>
                    <a:pt x="527170" y="984472"/>
                  </a:lnTo>
                  <a:lnTo>
                    <a:pt x="514800" y="977203"/>
                  </a:lnTo>
                  <a:close/>
                  <a:moveTo>
                    <a:pt x="183365" y="667284"/>
                  </a:moveTo>
                  <a:lnTo>
                    <a:pt x="157213" y="693385"/>
                  </a:lnTo>
                  <a:lnTo>
                    <a:pt x="210045" y="670829"/>
                  </a:lnTo>
                  <a:close/>
                  <a:moveTo>
                    <a:pt x="183365" y="667284"/>
                  </a:moveTo>
                  <a:lnTo>
                    <a:pt x="216976" y="676201"/>
                  </a:lnTo>
                  <a:lnTo>
                    <a:pt x="211165" y="693385"/>
                  </a:lnTo>
                  <a:close/>
                  <a:moveTo>
                    <a:pt x="183365" y="667284"/>
                  </a:moveTo>
                  <a:lnTo>
                    <a:pt x="210045" y="670829"/>
                  </a:lnTo>
                  <a:lnTo>
                    <a:pt x="216976" y="676201"/>
                  </a:lnTo>
                  <a:close/>
                  <a:moveTo>
                    <a:pt x="129507" y="590494"/>
                  </a:moveTo>
                  <a:lnTo>
                    <a:pt x="99984" y="604691"/>
                  </a:lnTo>
                  <a:lnTo>
                    <a:pt x="157687" y="599647"/>
                  </a:lnTo>
                  <a:close/>
                  <a:moveTo>
                    <a:pt x="516542" y="970241"/>
                  </a:moveTo>
                  <a:lnTo>
                    <a:pt x="514800" y="977203"/>
                  </a:lnTo>
                  <a:lnTo>
                    <a:pt x="527170" y="984472"/>
                  </a:lnTo>
                  <a:close/>
                  <a:moveTo>
                    <a:pt x="543390" y="1006996"/>
                  </a:moveTo>
                  <a:lnTo>
                    <a:pt x="593476" y="1026568"/>
                  </a:lnTo>
                  <a:lnTo>
                    <a:pt x="554946" y="989813"/>
                  </a:lnTo>
                  <a:close/>
                  <a:moveTo>
                    <a:pt x="543390" y="1006996"/>
                  </a:moveTo>
                  <a:lnTo>
                    <a:pt x="554946" y="989813"/>
                  </a:lnTo>
                  <a:lnTo>
                    <a:pt x="527170" y="984472"/>
                  </a:lnTo>
                  <a:close/>
                  <a:moveTo>
                    <a:pt x="554946" y="989813"/>
                  </a:moveTo>
                  <a:lnTo>
                    <a:pt x="553934" y="988330"/>
                  </a:lnTo>
                  <a:lnTo>
                    <a:pt x="527170" y="984472"/>
                  </a:lnTo>
                  <a:close/>
                  <a:moveTo>
                    <a:pt x="380435" y="736692"/>
                  </a:moveTo>
                  <a:lnTo>
                    <a:pt x="339472" y="749711"/>
                  </a:lnTo>
                  <a:lnTo>
                    <a:pt x="386750" y="736986"/>
                  </a:lnTo>
                  <a:close/>
                  <a:moveTo>
                    <a:pt x="386750" y="736986"/>
                  </a:moveTo>
                  <a:lnTo>
                    <a:pt x="339472" y="749711"/>
                  </a:lnTo>
                  <a:lnTo>
                    <a:pt x="331707" y="751973"/>
                  </a:lnTo>
                  <a:close/>
                  <a:moveTo>
                    <a:pt x="386750" y="736986"/>
                  </a:moveTo>
                  <a:lnTo>
                    <a:pt x="331707" y="751973"/>
                  </a:lnTo>
                  <a:lnTo>
                    <a:pt x="352724" y="734346"/>
                  </a:lnTo>
                  <a:close/>
                  <a:moveTo>
                    <a:pt x="279394" y="676201"/>
                  </a:moveTo>
                  <a:lnTo>
                    <a:pt x="320489" y="710033"/>
                  </a:lnTo>
                  <a:lnTo>
                    <a:pt x="280091" y="674599"/>
                  </a:lnTo>
                  <a:close/>
                  <a:moveTo>
                    <a:pt x="736612" y="1084215"/>
                  </a:moveTo>
                  <a:lnTo>
                    <a:pt x="764593" y="1088555"/>
                  </a:lnTo>
                  <a:lnTo>
                    <a:pt x="726356" y="1047806"/>
                  </a:lnTo>
                  <a:close/>
                  <a:moveTo>
                    <a:pt x="736612" y="1084215"/>
                  </a:moveTo>
                  <a:lnTo>
                    <a:pt x="740181" y="1090163"/>
                  </a:lnTo>
                  <a:lnTo>
                    <a:pt x="780215" y="1115268"/>
                  </a:lnTo>
                  <a:close/>
                  <a:moveTo>
                    <a:pt x="726356" y="1047806"/>
                  </a:moveTo>
                  <a:lnTo>
                    <a:pt x="709585" y="1016694"/>
                  </a:lnTo>
                  <a:lnTo>
                    <a:pt x="704508" y="1046139"/>
                  </a:lnTo>
                  <a:close/>
                  <a:moveTo>
                    <a:pt x="561550" y="892231"/>
                  </a:moveTo>
                  <a:lnTo>
                    <a:pt x="531677" y="905114"/>
                  </a:lnTo>
                  <a:lnTo>
                    <a:pt x="586151" y="888000"/>
                  </a:lnTo>
                  <a:close/>
                  <a:moveTo>
                    <a:pt x="131711" y="311241"/>
                  </a:moveTo>
                  <a:lnTo>
                    <a:pt x="132035" y="311323"/>
                  </a:lnTo>
                  <a:lnTo>
                    <a:pt x="131470" y="311039"/>
                  </a:lnTo>
                  <a:close/>
                  <a:moveTo>
                    <a:pt x="130994" y="307431"/>
                  </a:moveTo>
                  <a:lnTo>
                    <a:pt x="131711" y="311241"/>
                  </a:lnTo>
                  <a:lnTo>
                    <a:pt x="131470" y="311039"/>
                  </a:lnTo>
                  <a:close/>
                  <a:moveTo>
                    <a:pt x="686250" y="1046139"/>
                  </a:moveTo>
                  <a:lnTo>
                    <a:pt x="701627" y="1070592"/>
                  </a:lnTo>
                  <a:lnTo>
                    <a:pt x="697089" y="1044511"/>
                  </a:lnTo>
                  <a:close/>
                  <a:moveTo>
                    <a:pt x="697089" y="1044511"/>
                  </a:moveTo>
                  <a:lnTo>
                    <a:pt x="701627" y="1070592"/>
                  </a:lnTo>
                  <a:lnTo>
                    <a:pt x="704508" y="1046139"/>
                  </a:lnTo>
                  <a:close/>
                  <a:moveTo>
                    <a:pt x="693899" y="1002358"/>
                  </a:moveTo>
                  <a:lnTo>
                    <a:pt x="697089" y="1044511"/>
                  </a:lnTo>
                  <a:lnTo>
                    <a:pt x="704508" y="1046139"/>
                  </a:lnTo>
                  <a:close/>
                  <a:moveTo>
                    <a:pt x="693899" y="1002358"/>
                  </a:moveTo>
                  <a:lnTo>
                    <a:pt x="687578" y="955446"/>
                  </a:lnTo>
                  <a:lnTo>
                    <a:pt x="649300" y="966780"/>
                  </a:lnTo>
                  <a:close/>
                  <a:moveTo>
                    <a:pt x="637683" y="956093"/>
                  </a:moveTo>
                  <a:lnTo>
                    <a:pt x="649300" y="966780"/>
                  </a:lnTo>
                  <a:lnTo>
                    <a:pt x="687578" y="955446"/>
                  </a:lnTo>
                  <a:close/>
                  <a:moveTo>
                    <a:pt x="515020" y="752100"/>
                  </a:moveTo>
                  <a:lnTo>
                    <a:pt x="517469" y="755784"/>
                  </a:lnTo>
                  <a:lnTo>
                    <a:pt x="521289" y="771671"/>
                  </a:lnTo>
                  <a:close/>
                  <a:moveTo>
                    <a:pt x="389663" y="594949"/>
                  </a:moveTo>
                  <a:lnTo>
                    <a:pt x="437971" y="611500"/>
                  </a:lnTo>
                  <a:lnTo>
                    <a:pt x="410240" y="587896"/>
                  </a:lnTo>
                  <a:close/>
                  <a:moveTo>
                    <a:pt x="364924" y="587973"/>
                  </a:moveTo>
                  <a:lnTo>
                    <a:pt x="400581" y="630819"/>
                  </a:lnTo>
                  <a:lnTo>
                    <a:pt x="389663" y="594949"/>
                  </a:lnTo>
                  <a:close/>
                  <a:moveTo>
                    <a:pt x="364924" y="587973"/>
                  </a:moveTo>
                  <a:lnTo>
                    <a:pt x="389663" y="594949"/>
                  </a:lnTo>
                  <a:lnTo>
                    <a:pt x="350024" y="555339"/>
                  </a:lnTo>
                  <a:close/>
                  <a:moveTo>
                    <a:pt x="305891" y="519383"/>
                  </a:moveTo>
                  <a:lnTo>
                    <a:pt x="321396" y="531570"/>
                  </a:lnTo>
                  <a:lnTo>
                    <a:pt x="286107" y="513643"/>
                  </a:lnTo>
                  <a:close/>
                  <a:moveTo>
                    <a:pt x="169309" y="370169"/>
                  </a:moveTo>
                  <a:lnTo>
                    <a:pt x="164707" y="347794"/>
                  </a:lnTo>
                  <a:lnTo>
                    <a:pt x="148525" y="372976"/>
                  </a:lnTo>
                  <a:close/>
                  <a:moveTo>
                    <a:pt x="178503" y="345036"/>
                  </a:moveTo>
                  <a:lnTo>
                    <a:pt x="164707" y="347794"/>
                  </a:lnTo>
                  <a:lnTo>
                    <a:pt x="169309" y="370169"/>
                  </a:lnTo>
                  <a:close/>
                  <a:moveTo>
                    <a:pt x="193588" y="377519"/>
                  </a:moveTo>
                  <a:lnTo>
                    <a:pt x="178503" y="345036"/>
                  </a:lnTo>
                  <a:lnTo>
                    <a:pt x="169309" y="370169"/>
                  </a:lnTo>
                  <a:close/>
                  <a:moveTo>
                    <a:pt x="193588" y="377519"/>
                  </a:moveTo>
                  <a:lnTo>
                    <a:pt x="226548" y="377811"/>
                  </a:lnTo>
                  <a:lnTo>
                    <a:pt x="218407" y="339683"/>
                  </a:lnTo>
                  <a:close/>
                  <a:moveTo>
                    <a:pt x="193588" y="377519"/>
                  </a:moveTo>
                  <a:lnTo>
                    <a:pt x="210498" y="383900"/>
                  </a:lnTo>
                  <a:lnTo>
                    <a:pt x="243612" y="383129"/>
                  </a:lnTo>
                  <a:close/>
                  <a:moveTo>
                    <a:pt x="131470" y="311039"/>
                  </a:moveTo>
                  <a:lnTo>
                    <a:pt x="132035" y="311323"/>
                  </a:lnTo>
                  <a:lnTo>
                    <a:pt x="132270" y="310787"/>
                  </a:lnTo>
                  <a:close/>
                  <a:moveTo>
                    <a:pt x="132270" y="310787"/>
                  </a:moveTo>
                  <a:lnTo>
                    <a:pt x="132035" y="311323"/>
                  </a:lnTo>
                  <a:lnTo>
                    <a:pt x="160951" y="293856"/>
                  </a:lnTo>
                  <a:close/>
                  <a:moveTo>
                    <a:pt x="132035" y="311323"/>
                  </a:moveTo>
                  <a:lnTo>
                    <a:pt x="164707" y="347794"/>
                  </a:lnTo>
                  <a:lnTo>
                    <a:pt x="160951" y="293856"/>
                  </a:lnTo>
                  <a:close/>
                  <a:moveTo>
                    <a:pt x="160951" y="293856"/>
                  </a:moveTo>
                  <a:lnTo>
                    <a:pt x="164707" y="347794"/>
                  </a:lnTo>
                  <a:lnTo>
                    <a:pt x="190503" y="309139"/>
                  </a:lnTo>
                  <a:close/>
                  <a:moveTo>
                    <a:pt x="178503" y="345036"/>
                  </a:moveTo>
                  <a:lnTo>
                    <a:pt x="218407" y="339683"/>
                  </a:lnTo>
                  <a:lnTo>
                    <a:pt x="190503" y="309139"/>
                  </a:lnTo>
                  <a:close/>
                  <a:moveTo>
                    <a:pt x="132270" y="310787"/>
                  </a:moveTo>
                  <a:lnTo>
                    <a:pt x="130994" y="307431"/>
                  </a:lnTo>
                  <a:lnTo>
                    <a:pt x="131470" y="311039"/>
                  </a:lnTo>
                  <a:close/>
                  <a:moveTo>
                    <a:pt x="130994" y="307431"/>
                  </a:moveTo>
                  <a:lnTo>
                    <a:pt x="132270" y="310787"/>
                  </a:lnTo>
                  <a:lnTo>
                    <a:pt x="160951" y="293856"/>
                  </a:lnTo>
                  <a:close/>
                  <a:moveTo>
                    <a:pt x="821474" y="1011773"/>
                  </a:moveTo>
                  <a:lnTo>
                    <a:pt x="803777" y="1028956"/>
                  </a:lnTo>
                  <a:lnTo>
                    <a:pt x="825219" y="1048527"/>
                  </a:lnTo>
                  <a:close/>
                  <a:moveTo>
                    <a:pt x="779789" y="986707"/>
                  </a:moveTo>
                  <a:lnTo>
                    <a:pt x="774954" y="999389"/>
                  </a:lnTo>
                  <a:lnTo>
                    <a:pt x="821647" y="975018"/>
                  </a:lnTo>
                  <a:close/>
                  <a:moveTo>
                    <a:pt x="821647" y="975018"/>
                  </a:moveTo>
                  <a:lnTo>
                    <a:pt x="774954" y="999389"/>
                  </a:lnTo>
                  <a:lnTo>
                    <a:pt x="803777" y="1028956"/>
                  </a:lnTo>
                  <a:close/>
                  <a:moveTo>
                    <a:pt x="821647" y="975018"/>
                  </a:moveTo>
                  <a:lnTo>
                    <a:pt x="803777" y="1028956"/>
                  </a:lnTo>
                  <a:lnTo>
                    <a:pt x="821474" y="1011773"/>
                  </a:lnTo>
                  <a:close/>
                  <a:moveTo>
                    <a:pt x="779789" y="986707"/>
                  </a:moveTo>
                  <a:lnTo>
                    <a:pt x="821647" y="975018"/>
                  </a:lnTo>
                  <a:lnTo>
                    <a:pt x="791942" y="966696"/>
                  </a:lnTo>
                  <a:close/>
                  <a:moveTo>
                    <a:pt x="550696" y="717733"/>
                  </a:moveTo>
                  <a:lnTo>
                    <a:pt x="503512" y="690809"/>
                  </a:lnTo>
                  <a:lnTo>
                    <a:pt x="526143" y="698161"/>
                  </a:lnTo>
                  <a:close/>
                  <a:moveTo>
                    <a:pt x="550696" y="717733"/>
                  </a:moveTo>
                  <a:lnTo>
                    <a:pt x="526143" y="698161"/>
                  </a:lnTo>
                  <a:lnTo>
                    <a:pt x="524874" y="734916"/>
                  </a:lnTo>
                  <a:close/>
                  <a:moveTo>
                    <a:pt x="410240" y="587896"/>
                  </a:moveTo>
                  <a:lnTo>
                    <a:pt x="437971" y="611500"/>
                  </a:lnTo>
                  <a:lnTo>
                    <a:pt x="451008" y="572164"/>
                  </a:lnTo>
                  <a:close/>
                  <a:moveTo>
                    <a:pt x="454390" y="570713"/>
                  </a:moveTo>
                  <a:lnTo>
                    <a:pt x="451008" y="572164"/>
                  </a:lnTo>
                  <a:lnTo>
                    <a:pt x="437971" y="611500"/>
                  </a:lnTo>
                  <a:close/>
                  <a:moveTo>
                    <a:pt x="791942" y="966696"/>
                  </a:moveTo>
                  <a:lnTo>
                    <a:pt x="821647" y="975018"/>
                  </a:lnTo>
                  <a:lnTo>
                    <a:pt x="808568" y="921079"/>
                  </a:lnTo>
                  <a:close/>
                  <a:moveTo>
                    <a:pt x="772113" y="858706"/>
                  </a:moveTo>
                  <a:lnTo>
                    <a:pt x="741849" y="864753"/>
                  </a:lnTo>
                  <a:lnTo>
                    <a:pt x="792452" y="872398"/>
                  </a:lnTo>
                  <a:close/>
                  <a:moveTo>
                    <a:pt x="741849" y="864753"/>
                  </a:moveTo>
                  <a:lnTo>
                    <a:pt x="731779" y="866335"/>
                  </a:lnTo>
                  <a:lnTo>
                    <a:pt x="792452" y="872398"/>
                  </a:lnTo>
                  <a:close/>
                  <a:moveTo>
                    <a:pt x="792452" y="872398"/>
                  </a:moveTo>
                  <a:lnTo>
                    <a:pt x="771958" y="864753"/>
                  </a:lnTo>
                  <a:lnTo>
                    <a:pt x="772113" y="858706"/>
                  </a:lnTo>
                  <a:close/>
                  <a:moveTo>
                    <a:pt x="139736" y="80981"/>
                  </a:moveTo>
                  <a:lnTo>
                    <a:pt x="149645" y="88542"/>
                  </a:lnTo>
                  <a:lnTo>
                    <a:pt x="132283" y="75715"/>
                  </a:lnTo>
                  <a:close/>
                  <a:moveTo>
                    <a:pt x="149645" y="88542"/>
                  </a:moveTo>
                  <a:lnTo>
                    <a:pt x="139736" y="80981"/>
                  </a:lnTo>
                  <a:lnTo>
                    <a:pt x="163166" y="110723"/>
                  </a:lnTo>
                  <a:close/>
                  <a:moveTo>
                    <a:pt x="780694" y="806983"/>
                  </a:moveTo>
                  <a:lnTo>
                    <a:pt x="745515" y="821484"/>
                  </a:lnTo>
                  <a:lnTo>
                    <a:pt x="779082" y="822409"/>
                  </a:lnTo>
                  <a:close/>
                  <a:moveTo>
                    <a:pt x="750272" y="759880"/>
                  </a:moveTo>
                  <a:lnTo>
                    <a:pt x="768599" y="783213"/>
                  </a:lnTo>
                  <a:lnTo>
                    <a:pt x="764719" y="774059"/>
                  </a:lnTo>
                  <a:close/>
                  <a:moveTo>
                    <a:pt x="780694" y="806983"/>
                  </a:moveTo>
                  <a:lnTo>
                    <a:pt x="768599" y="783213"/>
                  </a:lnTo>
                  <a:lnTo>
                    <a:pt x="750272" y="759880"/>
                  </a:lnTo>
                  <a:close/>
                  <a:moveTo>
                    <a:pt x="639963" y="579786"/>
                  </a:moveTo>
                  <a:lnTo>
                    <a:pt x="630465" y="573101"/>
                  </a:lnTo>
                  <a:lnTo>
                    <a:pt x="636186" y="619465"/>
                  </a:lnTo>
                  <a:close/>
                  <a:moveTo>
                    <a:pt x="636186" y="619465"/>
                  </a:moveTo>
                  <a:lnTo>
                    <a:pt x="595214" y="580939"/>
                  </a:lnTo>
                  <a:lnTo>
                    <a:pt x="612736" y="611441"/>
                  </a:lnTo>
                  <a:close/>
                  <a:moveTo>
                    <a:pt x="636186" y="619465"/>
                  </a:moveTo>
                  <a:lnTo>
                    <a:pt x="670911" y="618323"/>
                  </a:lnTo>
                  <a:lnTo>
                    <a:pt x="639963" y="579786"/>
                  </a:lnTo>
                  <a:close/>
                  <a:moveTo>
                    <a:pt x="670911" y="618323"/>
                  </a:moveTo>
                  <a:lnTo>
                    <a:pt x="677059" y="593904"/>
                  </a:lnTo>
                  <a:lnTo>
                    <a:pt x="639963" y="579786"/>
                  </a:lnTo>
                  <a:close/>
                  <a:moveTo>
                    <a:pt x="556586" y="585255"/>
                  </a:moveTo>
                  <a:lnTo>
                    <a:pt x="590461" y="540057"/>
                  </a:lnTo>
                  <a:lnTo>
                    <a:pt x="553558" y="542969"/>
                  </a:lnTo>
                  <a:close/>
                  <a:moveTo>
                    <a:pt x="893331" y="814335"/>
                  </a:moveTo>
                  <a:lnTo>
                    <a:pt x="899065" y="792014"/>
                  </a:lnTo>
                  <a:lnTo>
                    <a:pt x="872534" y="786495"/>
                  </a:lnTo>
                  <a:close/>
                  <a:moveTo>
                    <a:pt x="753708" y="683366"/>
                  </a:moveTo>
                  <a:lnTo>
                    <a:pt x="748168" y="638984"/>
                  </a:lnTo>
                  <a:lnTo>
                    <a:pt x="758745" y="629427"/>
                  </a:lnTo>
                  <a:close/>
                  <a:moveTo>
                    <a:pt x="753708" y="683366"/>
                  </a:moveTo>
                  <a:lnTo>
                    <a:pt x="758745" y="629427"/>
                  </a:lnTo>
                  <a:lnTo>
                    <a:pt x="726125" y="646611"/>
                  </a:lnTo>
                  <a:close/>
                  <a:moveTo>
                    <a:pt x="681473" y="564989"/>
                  </a:moveTo>
                  <a:lnTo>
                    <a:pt x="639963" y="579786"/>
                  </a:lnTo>
                  <a:lnTo>
                    <a:pt x="677059" y="593904"/>
                  </a:lnTo>
                  <a:close/>
                  <a:moveTo>
                    <a:pt x="681473" y="564989"/>
                  </a:moveTo>
                  <a:lnTo>
                    <a:pt x="715230" y="564633"/>
                  </a:lnTo>
                  <a:lnTo>
                    <a:pt x="685638" y="529774"/>
                  </a:lnTo>
                  <a:close/>
                  <a:moveTo>
                    <a:pt x="909906" y="845607"/>
                  </a:moveTo>
                  <a:lnTo>
                    <a:pt x="940643" y="847706"/>
                  </a:lnTo>
                  <a:lnTo>
                    <a:pt x="933719" y="834424"/>
                  </a:lnTo>
                  <a:close/>
                  <a:moveTo>
                    <a:pt x="832122" y="607515"/>
                  </a:moveTo>
                  <a:lnTo>
                    <a:pt x="807079" y="610089"/>
                  </a:lnTo>
                  <a:lnTo>
                    <a:pt x="774071" y="611254"/>
                  </a:lnTo>
                  <a:close/>
                  <a:moveTo>
                    <a:pt x="730728" y="507287"/>
                  </a:moveTo>
                  <a:lnTo>
                    <a:pt x="685638" y="529774"/>
                  </a:lnTo>
                  <a:lnTo>
                    <a:pt x="721571" y="539545"/>
                  </a:lnTo>
                  <a:close/>
                  <a:moveTo>
                    <a:pt x="730728" y="507287"/>
                  </a:moveTo>
                  <a:lnTo>
                    <a:pt x="734051" y="489997"/>
                  </a:lnTo>
                  <a:lnTo>
                    <a:pt x="698179" y="480452"/>
                  </a:lnTo>
                  <a:close/>
                  <a:moveTo>
                    <a:pt x="753184" y="501979"/>
                  </a:moveTo>
                  <a:lnTo>
                    <a:pt x="730728" y="507287"/>
                  </a:lnTo>
                  <a:lnTo>
                    <a:pt x="721571" y="539545"/>
                  </a:lnTo>
                  <a:close/>
                  <a:moveTo>
                    <a:pt x="730728" y="507287"/>
                  </a:moveTo>
                  <a:lnTo>
                    <a:pt x="753184" y="501979"/>
                  </a:lnTo>
                  <a:lnTo>
                    <a:pt x="734051" y="489997"/>
                  </a:lnTo>
                  <a:close/>
                  <a:moveTo>
                    <a:pt x="631660" y="482408"/>
                  </a:moveTo>
                  <a:lnTo>
                    <a:pt x="643731" y="479090"/>
                  </a:lnTo>
                  <a:lnTo>
                    <a:pt x="632103" y="428469"/>
                  </a:lnTo>
                  <a:close/>
                  <a:moveTo>
                    <a:pt x="619251" y="445653"/>
                  </a:moveTo>
                  <a:lnTo>
                    <a:pt x="631660" y="482408"/>
                  </a:lnTo>
                  <a:lnTo>
                    <a:pt x="632103" y="428469"/>
                  </a:lnTo>
                  <a:close/>
                  <a:moveTo>
                    <a:pt x="643731" y="479090"/>
                  </a:moveTo>
                  <a:lnTo>
                    <a:pt x="680845" y="465224"/>
                  </a:lnTo>
                  <a:lnTo>
                    <a:pt x="653201" y="436865"/>
                  </a:lnTo>
                  <a:close/>
                  <a:moveTo>
                    <a:pt x="589878" y="408897"/>
                  </a:moveTo>
                  <a:lnTo>
                    <a:pt x="619251" y="445653"/>
                  </a:lnTo>
                  <a:lnTo>
                    <a:pt x="632103" y="428469"/>
                  </a:lnTo>
                  <a:close/>
                  <a:moveTo>
                    <a:pt x="589878" y="408897"/>
                  </a:moveTo>
                  <a:lnTo>
                    <a:pt x="632103" y="428469"/>
                  </a:lnTo>
                  <a:lnTo>
                    <a:pt x="617174" y="391714"/>
                  </a:lnTo>
                  <a:close/>
                  <a:moveTo>
                    <a:pt x="771336" y="538734"/>
                  </a:moveTo>
                  <a:lnTo>
                    <a:pt x="764570" y="484796"/>
                  </a:lnTo>
                  <a:lnTo>
                    <a:pt x="753184" y="501979"/>
                  </a:lnTo>
                  <a:close/>
                  <a:moveTo>
                    <a:pt x="705644" y="455844"/>
                  </a:moveTo>
                  <a:lnTo>
                    <a:pt x="735251" y="414115"/>
                  </a:lnTo>
                  <a:lnTo>
                    <a:pt x="703803" y="412594"/>
                  </a:lnTo>
                  <a:close/>
                  <a:moveTo>
                    <a:pt x="761336" y="419997"/>
                  </a:moveTo>
                  <a:lnTo>
                    <a:pt x="735251" y="414115"/>
                  </a:lnTo>
                  <a:lnTo>
                    <a:pt x="778195" y="434260"/>
                  </a:lnTo>
                  <a:close/>
                  <a:moveTo>
                    <a:pt x="735251" y="414115"/>
                  </a:moveTo>
                  <a:lnTo>
                    <a:pt x="741888" y="423091"/>
                  </a:lnTo>
                  <a:lnTo>
                    <a:pt x="778195" y="434260"/>
                  </a:lnTo>
                  <a:close/>
                  <a:moveTo>
                    <a:pt x="691900" y="360768"/>
                  </a:moveTo>
                  <a:lnTo>
                    <a:pt x="709318" y="374531"/>
                  </a:lnTo>
                  <a:lnTo>
                    <a:pt x="677515" y="344471"/>
                  </a:lnTo>
                  <a:close/>
                  <a:moveTo>
                    <a:pt x="786401" y="444366"/>
                  </a:moveTo>
                  <a:lnTo>
                    <a:pt x="802273" y="448041"/>
                  </a:lnTo>
                  <a:lnTo>
                    <a:pt x="778195" y="434260"/>
                  </a:lnTo>
                  <a:close/>
                  <a:moveTo>
                    <a:pt x="702072" y="369254"/>
                  </a:moveTo>
                  <a:lnTo>
                    <a:pt x="709318" y="374531"/>
                  </a:lnTo>
                  <a:lnTo>
                    <a:pt x="691900" y="360768"/>
                  </a:lnTo>
                  <a:close/>
                  <a:moveTo>
                    <a:pt x="490332" y="80491"/>
                  </a:moveTo>
                  <a:lnTo>
                    <a:pt x="489400" y="101961"/>
                  </a:lnTo>
                  <a:lnTo>
                    <a:pt x="490264" y="75120"/>
                  </a:lnTo>
                  <a:close/>
                  <a:moveTo>
                    <a:pt x="704094" y="117734"/>
                  </a:moveTo>
                  <a:lnTo>
                    <a:pt x="720032" y="113258"/>
                  </a:lnTo>
                  <a:lnTo>
                    <a:pt x="716440" y="135528"/>
                  </a:lnTo>
                  <a:close/>
                  <a:moveTo>
                    <a:pt x="737923" y="11757"/>
                  </a:moveTo>
                  <a:lnTo>
                    <a:pt x="798821" y="30336"/>
                  </a:lnTo>
                  <a:lnTo>
                    <a:pt x="777795" y="3892"/>
                  </a:lnTo>
                  <a:close/>
                  <a:moveTo>
                    <a:pt x="799456" y="31329"/>
                  </a:moveTo>
                  <a:lnTo>
                    <a:pt x="777795" y="3892"/>
                  </a:lnTo>
                  <a:lnTo>
                    <a:pt x="798821" y="30336"/>
                  </a:lnTo>
                  <a:close/>
                  <a:moveTo>
                    <a:pt x="777795" y="3892"/>
                  </a:moveTo>
                  <a:lnTo>
                    <a:pt x="764975" y="0"/>
                  </a:lnTo>
                  <a:lnTo>
                    <a:pt x="737923" y="11757"/>
                  </a:lnTo>
                  <a:close/>
                  <a:moveTo>
                    <a:pt x="798821" y="30336"/>
                  </a:moveTo>
                  <a:lnTo>
                    <a:pt x="798293" y="31329"/>
                  </a:lnTo>
                  <a:lnTo>
                    <a:pt x="799512" y="30983"/>
                  </a:lnTo>
                  <a:close/>
                  <a:moveTo>
                    <a:pt x="799512" y="30983"/>
                  </a:moveTo>
                  <a:lnTo>
                    <a:pt x="799456" y="31329"/>
                  </a:lnTo>
                  <a:lnTo>
                    <a:pt x="798821" y="30336"/>
                  </a:lnTo>
                  <a:close/>
                </a:path>
              </a:pathLst>
            </a:custGeom>
            <a:solidFill>
              <a:srgbClr val="C9D2D8"/>
            </a:solidFill>
            <a:ln w="1524">
              <a:solidFill>
                <a:srgbClr val="C9D2D8"/>
              </a:solidFill>
            </a:ln>
          </p:spPr>
        </p:sp>
        <p:sp>
          <p:nvSpPr>
            <p:cNvPr id="116" name="Input_density__115">
              <a:extLst>
                <a:ext uri="{FF2B5EF4-FFF2-40B4-BE49-F238E27FC236}">
                  <a16:creationId xmlns:a16="http://schemas.microsoft.com/office/drawing/2014/main" id="{AC1C9803-5F5F-29E5-E8FE-4147261D63FB}"/>
                </a:ext>
              </a:extLst>
            </p:cNvPr>
            <p:cNvSpPr>
              <a:spLocks noGrp="1"/>
            </p:cNvSpPr>
            <p:nvPr/>
          </p:nvSpPr>
          <p:spPr>
            <a:xfrm>
              <a:off x="885496" y="1593621"/>
              <a:ext cx="936638" cy="1537010"/>
            </a:xfrm>
            <a:custGeom>
              <a:avLst/>
              <a:gdLst/>
              <a:ahLst/>
              <a:cxnLst/>
              <a:rect l="0" t="0" r="0" b="0"/>
              <a:pathLst>
                <a:path w="936638" h="1537010">
                  <a:moveTo>
                    <a:pt x="190937" y="1500255"/>
                  </a:moveTo>
                  <a:lnTo>
                    <a:pt x="233381" y="1529883"/>
                  </a:lnTo>
                  <a:lnTo>
                    <a:pt x="231949" y="1486300"/>
                  </a:lnTo>
                  <a:close/>
                  <a:moveTo>
                    <a:pt x="190937" y="1500255"/>
                  </a:moveTo>
                  <a:lnTo>
                    <a:pt x="212611" y="1537010"/>
                  </a:lnTo>
                  <a:lnTo>
                    <a:pt x="233381" y="1529883"/>
                  </a:lnTo>
                  <a:close/>
                  <a:moveTo>
                    <a:pt x="258037" y="1338441"/>
                  </a:moveTo>
                  <a:lnTo>
                    <a:pt x="246460" y="1392379"/>
                  </a:lnTo>
                  <a:lnTo>
                    <a:pt x="283387" y="1375195"/>
                  </a:lnTo>
                  <a:close/>
                  <a:moveTo>
                    <a:pt x="303119" y="1366034"/>
                  </a:moveTo>
                  <a:lnTo>
                    <a:pt x="295065" y="1387215"/>
                  </a:lnTo>
                  <a:lnTo>
                    <a:pt x="320429" y="1358012"/>
                  </a:lnTo>
                  <a:close/>
                  <a:moveTo>
                    <a:pt x="283387" y="1375195"/>
                  </a:moveTo>
                  <a:lnTo>
                    <a:pt x="295065" y="1387215"/>
                  </a:lnTo>
                  <a:lnTo>
                    <a:pt x="303119" y="1366034"/>
                  </a:lnTo>
                  <a:close/>
                  <a:moveTo>
                    <a:pt x="258037" y="1338441"/>
                  </a:moveTo>
                  <a:lnTo>
                    <a:pt x="283387" y="1375195"/>
                  </a:lnTo>
                  <a:lnTo>
                    <a:pt x="303119" y="1366034"/>
                  </a:lnTo>
                  <a:close/>
                  <a:moveTo>
                    <a:pt x="320429" y="1358012"/>
                  </a:moveTo>
                  <a:lnTo>
                    <a:pt x="303947" y="1321257"/>
                  </a:lnTo>
                  <a:lnTo>
                    <a:pt x="303119" y="1366034"/>
                  </a:lnTo>
                  <a:close/>
                  <a:moveTo>
                    <a:pt x="222646" y="1228176"/>
                  </a:moveTo>
                  <a:lnTo>
                    <a:pt x="270729" y="1247747"/>
                  </a:lnTo>
                  <a:lnTo>
                    <a:pt x="247440" y="1210992"/>
                  </a:lnTo>
                  <a:close/>
                  <a:moveTo>
                    <a:pt x="346662" y="1268229"/>
                  </a:moveTo>
                  <a:lnTo>
                    <a:pt x="350496" y="1267319"/>
                  </a:lnTo>
                  <a:lnTo>
                    <a:pt x="372091" y="1233631"/>
                  </a:lnTo>
                  <a:close/>
                  <a:moveTo>
                    <a:pt x="400914" y="1295958"/>
                  </a:moveTo>
                  <a:lnTo>
                    <a:pt x="395284" y="1255788"/>
                  </a:lnTo>
                  <a:lnTo>
                    <a:pt x="358209" y="1303588"/>
                  </a:lnTo>
                  <a:close/>
                  <a:moveTo>
                    <a:pt x="372091" y="1233631"/>
                  </a:moveTo>
                  <a:lnTo>
                    <a:pt x="350496" y="1267319"/>
                  </a:lnTo>
                  <a:lnTo>
                    <a:pt x="395284" y="1255788"/>
                  </a:lnTo>
                  <a:close/>
                  <a:moveTo>
                    <a:pt x="132611" y="961136"/>
                  </a:moveTo>
                  <a:lnTo>
                    <a:pt x="150848" y="961092"/>
                  </a:lnTo>
                  <a:lnTo>
                    <a:pt x="142388" y="936524"/>
                  </a:lnTo>
                  <a:close/>
                  <a:moveTo>
                    <a:pt x="142388" y="936524"/>
                  </a:moveTo>
                  <a:lnTo>
                    <a:pt x="167300" y="956095"/>
                  </a:lnTo>
                  <a:lnTo>
                    <a:pt x="168826" y="919340"/>
                  </a:lnTo>
                  <a:close/>
                  <a:moveTo>
                    <a:pt x="167300" y="956095"/>
                  </a:moveTo>
                  <a:lnTo>
                    <a:pt x="182213" y="902157"/>
                  </a:lnTo>
                  <a:lnTo>
                    <a:pt x="168826" y="919340"/>
                  </a:lnTo>
                  <a:close/>
                  <a:moveTo>
                    <a:pt x="0" y="698811"/>
                  </a:moveTo>
                  <a:lnTo>
                    <a:pt x="18933" y="735565"/>
                  </a:lnTo>
                  <a:lnTo>
                    <a:pt x="39341" y="718382"/>
                  </a:lnTo>
                  <a:close/>
                  <a:moveTo>
                    <a:pt x="603639" y="1198585"/>
                  </a:moveTo>
                  <a:lnTo>
                    <a:pt x="604197" y="1218299"/>
                  </a:lnTo>
                  <a:lnTo>
                    <a:pt x="609231" y="1190206"/>
                  </a:lnTo>
                  <a:close/>
                  <a:moveTo>
                    <a:pt x="603639" y="1198585"/>
                  </a:moveTo>
                  <a:lnTo>
                    <a:pt x="623547" y="1144647"/>
                  </a:lnTo>
                  <a:lnTo>
                    <a:pt x="593256" y="1161830"/>
                  </a:lnTo>
                  <a:close/>
                  <a:moveTo>
                    <a:pt x="593256" y="1161830"/>
                  </a:moveTo>
                  <a:lnTo>
                    <a:pt x="623547" y="1144647"/>
                  </a:lnTo>
                  <a:lnTo>
                    <a:pt x="587242" y="1154909"/>
                  </a:lnTo>
                  <a:close/>
                  <a:moveTo>
                    <a:pt x="623547" y="1144647"/>
                  </a:moveTo>
                  <a:lnTo>
                    <a:pt x="603073" y="1117890"/>
                  </a:lnTo>
                  <a:lnTo>
                    <a:pt x="587242" y="1154909"/>
                  </a:lnTo>
                  <a:close/>
                  <a:moveTo>
                    <a:pt x="596394" y="1107892"/>
                  </a:moveTo>
                  <a:lnTo>
                    <a:pt x="587242" y="1154909"/>
                  </a:lnTo>
                  <a:lnTo>
                    <a:pt x="603073" y="1117890"/>
                  </a:lnTo>
                  <a:close/>
                  <a:moveTo>
                    <a:pt x="596394" y="1107892"/>
                  </a:moveTo>
                  <a:lnTo>
                    <a:pt x="567592" y="1125075"/>
                  </a:lnTo>
                  <a:lnTo>
                    <a:pt x="587242" y="1154909"/>
                  </a:lnTo>
                  <a:close/>
                  <a:moveTo>
                    <a:pt x="546308" y="1088320"/>
                  </a:moveTo>
                  <a:lnTo>
                    <a:pt x="567592" y="1125075"/>
                  </a:lnTo>
                  <a:lnTo>
                    <a:pt x="596394" y="1107892"/>
                  </a:lnTo>
                  <a:close/>
                  <a:moveTo>
                    <a:pt x="533914" y="1034382"/>
                  </a:moveTo>
                  <a:lnTo>
                    <a:pt x="530088" y="1065796"/>
                  </a:lnTo>
                  <a:lnTo>
                    <a:pt x="556852" y="1069654"/>
                  </a:lnTo>
                  <a:close/>
                  <a:moveTo>
                    <a:pt x="533914" y="1034382"/>
                  </a:moveTo>
                  <a:lnTo>
                    <a:pt x="519460" y="1051565"/>
                  </a:lnTo>
                  <a:lnTo>
                    <a:pt x="530088" y="1065796"/>
                  </a:lnTo>
                  <a:close/>
                  <a:moveTo>
                    <a:pt x="507711" y="1014810"/>
                  </a:moveTo>
                  <a:lnTo>
                    <a:pt x="519460" y="1051565"/>
                  </a:lnTo>
                  <a:lnTo>
                    <a:pt x="533914" y="1034382"/>
                  </a:lnTo>
                  <a:close/>
                  <a:moveTo>
                    <a:pt x="283010" y="755924"/>
                  </a:moveTo>
                  <a:lnTo>
                    <a:pt x="297229" y="721849"/>
                  </a:lnTo>
                  <a:lnTo>
                    <a:pt x="282312" y="757525"/>
                  </a:lnTo>
                  <a:close/>
                  <a:moveTo>
                    <a:pt x="282312" y="757525"/>
                  </a:moveTo>
                  <a:lnTo>
                    <a:pt x="297229" y="721849"/>
                  </a:lnTo>
                  <a:lnTo>
                    <a:pt x="324352" y="703587"/>
                  </a:lnTo>
                  <a:close/>
                  <a:moveTo>
                    <a:pt x="297229" y="721849"/>
                  </a:moveTo>
                  <a:lnTo>
                    <a:pt x="283010" y="755924"/>
                  </a:lnTo>
                  <a:lnTo>
                    <a:pt x="286712" y="740342"/>
                  </a:lnTo>
                  <a:close/>
                  <a:moveTo>
                    <a:pt x="707426" y="1127463"/>
                  </a:moveTo>
                  <a:lnTo>
                    <a:pt x="704545" y="1151916"/>
                  </a:lnTo>
                  <a:lnTo>
                    <a:pt x="729275" y="1129130"/>
                  </a:lnTo>
                  <a:close/>
                  <a:moveTo>
                    <a:pt x="729275" y="1129130"/>
                  </a:moveTo>
                  <a:lnTo>
                    <a:pt x="704545" y="1151916"/>
                  </a:lnTo>
                  <a:lnTo>
                    <a:pt x="706337" y="1165437"/>
                  </a:lnTo>
                  <a:close/>
                  <a:moveTo>
                    <a:pt x="729275" y="1129130"/>
                  </a:moveTo>
                  <a:lnTo>
                    <a:pt x="706337" y="1165437"/>
                  </a:lnTo>
                  <a:lnTo>
                    <a:pt x="739530" y="1165540"/>
                  </a:lnTo>
                  <a:close/>
                  <a:moveTo>
                    <a:pt x="739530" y="1165540"/>
                  </a:moveTo>
                  <a:lnTo>
                    <a:pt x="706337" y="1165437"/>
                  </a:lnTo>
                  <a:lnTo>
                    <a:pt x="743099" y="1171487"/>
                  </a:lnTo>
                  <a:close/>
                  <a:moveTo>
                    <a:pt x="596394" y="1107892"/>
                  </a:moveTo>
                  <a:lnTo>
                    <a:pt x="603073" y="1117890"/>
                  </a:lnTo>
                  <a:lnTo>
                    <a:pt x="604593" y="1104482"/>
                  </a:lnTo>
                  <a:close/>
                  <a:moveTo>
                    <a:pt x="589069" y="969324"/>
                  </a:moveTo>
                  <a:lnTo>
                    <a:pt x="551718" y="986139"/>
                  </a:lnTo>
                  <a:lnTo>
                    <a:pt x="568319" y="980444"/>
                  </a:lnTo>
                  <a:close/>
                  <a:moveTo>
                    <a:pt x="534595" y="986438"/>
                  </a:moveTo>
                  <a:lnTo>
                    <a:pt x="551718" y="986139"/>
                  </a:lnTo>
                  <a:lnTo>
                    <a:pt x="589069" y="969324"/>
                  </a:lnTo>
                  <a:close/>
                  <a:moveTo>
                    <a:pt x="268916" y="615990"/>
                  </a:moveTo>
                  <a:lnTo>
                    <a:pt x="257672" y="630077"/>
                  </a:lnTo>
                  <a:lnTo>
                    <a:pt x="258433" y="605165"/>
                  </a:lnTo>
                  <a:close/>
                  <a:moveTo>
                    <a:pt x="126907" y="458770"/>
                  </a:moveTo>
                  <a:lnTo>
                    <a:pt x="108280" y="483057"/>
                  </a:lnTo>
                  <a:lnTo>
                    <a:pt x="151443" y="454300"/>
                  </a:lnTo>
                  <a:close/>
                  <a:moveTo>
                    <a:pt x="126907" y="458770"/>
                  </a:moveTo>
                  <a:lnTo>
                    <a:pt x="151443" y="454300"/>
                  </a:lnTo>
                  <a:lnTo>
                    <a:pt x="133383" y="446302"/>
                  </a:lnTo>
                  <a:close/>
                  <a:moveTo>
                    <a:pt x="151443" y="454300"/>
                  </a:moveTo>
                  <a:lnTo>
                    <a:pt x="167626" y="429119"/>
                  </a:lnTo>
                  <a:lnTo>
                    <a:pt x="133383" y="446302"/>
                  </a:lnTo>
                  <a:close/>
                  <a:moveTo>
                    <a:pt x="134954" y="392647"/>
                  </a:moveTo>
                  <a:lnTo>
                    <a:pt x="134629" y="392566"/>
                  </a:lnTo>
                  <a:lnTo>
                    <a:pt x="167626" y="429119"/>
                  </a:lnTo>
                  <a:close/>
                  <a:moveTo>
                    <a:pt x="527792" y="816240"/>
                  </a:moveTo>
                  <a:lnTo>
                    <a:pt x="517938" y="833424"/>
                  </a:lnTo>
                  <a:lnTo>
                    <a:pt x="524208" y="852995"/>
                  </a:lnTo>
                  <a:close/>
                  <a:moveTo>
                    <a:pt x="196507" y="458843"/>
                  </a:moveTo>
                  <a:lnTo>
                    <a:pt x="221325" y="421007"/>
                  </a:lnTo>
                  <a:lnTo>
                    <a:pt x="181421" y="426360"/>
                  </a:lnTo>
                  <a:close/>
                  <a:moveTo>
                    <a:pt x="229467" y="459135"/>
                  </a:moveTo>
                  <a:lnTo>
                    <a:pt x="196507" y="458843"/>
                  </a:lnTo>
                  <a:lnTo>
                    <a:pt x="246530" y="464453"/>
                  </a:lnTo>
                  <a:close/>
                  <a:moveTo>
                    <a:pt x="193421" y="390463"/>
                  </a:moveTo>
                  <a:lnTo>
                    <a:pt x="167626" y="429119"/>
                  </a:lnTo>
                  <a:lnTo>
                    <a:pt x="181421" y="426360"/>
                  </a:lnTo>
                  <a:close/>
                  <a:moveTo>
                    <a:pt x="277619" y="431507"/>
                  </a:moveTo>
                  <a:lnTo>
                    <a:pt x="280511" y="444726"/>
                  </a:lnTo>
                  <a:lnTo>
                    <a:pt x="270552" y="458060"/>
                  </a:lnTo>
                  <a:close/>
                  <a:moveTo>
                    <a:pt x="270552" y="458060"/>
                  </a:moveTo>
                  <a:lnTo>
                    <a:pt x="277514" y="455722"/>
                  </a:lnTo>
                  <a:lnTo>
                    <a:pt x="246530" y="464453"/>
                  </a:lnTo>
                  <a:close/>
                  <a:moveTo>
                    <a:pt x="824565" y="1056342"/>
                  </a:moveTo>
                  <a:lnTo>
                    <a:pt x="853877" y="1082007"/>
                  </a:lnTo>
                  <a:lnTo>
                    <a:pt x="833386" y="1053919"/>
                  </a:lnTo>
                  <a:close/>
                  <a:moveTo>
                    <a:pt x="865158" y="1061700"/>
                  </a:moveTo>
                  <a:lnTo>
                    <a:pt x="863681" y="1039159"/>
                  </a:lnTo>
                  <a:lnTo>
                    <a:pt x="866607" y="1053999"/>
                  </a:lnTo>
                  <a:close/>
                  <a:moveTo>
                    <a:pt x="865158" y="1061700"/>
                  </a:moveTo>
                  <a:lnTo>
                    <a:pt x="842846" y="1056342"/>
                  </a:lnTo>
                  <a:lnTo>
                    <a:pt x="833386" y="1053919"/>
                  </a:lnTo>
                  <a:close/>
                  <a:moveTo>
                    <a:pt x="811486" y="1002403"/>
                  </a:moveTo>
                  <a:lnTo>
                    <a:pt x="824565" y="1056342"/>
                  </a:lnTo>
                  <a:lnTo>
                    <a:pt x="847208" y="1022954"/>
                  </a:lnTo>
                  <a:close/>
                  <a:moveTo>
                    <a:pt x="847208" y="1022954"/>
                  </a:moveTo>
                  <a:lnTo>
                    <a:pt x="824565" y="1056342"/>
                  </a:lnTo>
                  <a:lnTo>
                    <a:pt x="833386" y="1053919"/>
                  </a:lnTo>
                  <a:close/>
                  <a:moveTo>
                    <a:pt x="795371" y="953722"/>
                  </a:moveTo>
                  <a:lnTo>
                    <a:pt x="734698" y="947659"/>
                  </a:lnTo>
                  <a:lnTo>
                    <a:pt x="789912" y="965648"/>
                  </a:lnTo>
                  <a:close/>
                  <a:moveTo>
                    <a:pt x="789912" y="965648"/>
                  </a:moveTo>
                  <a:lnTo>
                    <a:pt x="734698" y="947659"/>
                  </a:lnTo>
                  <a:lnTo>
                    <a:pt x="761054" y="969052"/>
                  </a:lnTo>
                  <a:close/>
                  <a:moveTo>
                    <a:pt x="670496" y="818629"/>
                  </a:moveTo>
                  <a:lnTo>
                    <a:pt x="675303" y="832690"/>
                  </a:lnTo>
                  <a:lnTo>
                    <a:pt x="662970" y="832427"/>
                  </a:lnTo>
                  <a:close/>
                  <a:moveTo>
                    <a:pt x="675303" y="832690"/>
                  </a:moveTo>
                  <a:lnTo>
                    <a:pt x="674338" y="846560"/>
                  </a:lnTo>
                  <a:lnTo>
                    <a:pt x="662970" y="832427"/>
                  </a:lnTo>
                  <a:close/>
                  <a:moveTo>
                    <a:pt x="721583" y="802416"/>
                  </a:moveTo>
                  <a:lnTo>
                    <a:pt x="675303" y="832690"/>
                  </a:lnTo>
                  <a:lnTo>
                    <a:pt x="687230" y="798554"/>
                  </a:lnTo>
                  <a:close/>
                  <a:moveTo>
                    <a:pt x="292241" y="414574"/>
                  </a:moveTo>
                  <a:lnTo>
                    <a:pt x="317205" y="411702"/>
                  </a:lnTo>
                  <a:lnTo>
                    <a:pt x="308587" y="394752"/>
                  </a:lnTo>
                  <a:close/>
                  <a:moveTo>
                    <a:pt x="317205" y="411702"/>
                  </a:moveTo>
                  <a:lnTo>
                    <a:pt x="319257" y="377569"/>
                  </a:lnTo>
                  <a:lnTo>
                    <a:pt x="308587" y="394752"/>
                  </a:lnTo>
                  <a:close/>
                  <a:moveTo>
                    <a:pt x="146684" y="147880"/>
                  </a:moveTo>
                  <a:lnTo>
                    <a:pt x="142655" y="162306"/>
                  </a:lnTo>
                  <a:lnTo>
                    <a:pt x="135201" y="157039"/>
                  </a:lnTo>
                  <a:close/>
                  <a:moveTo>
                    <a:pt x="142655" y="162306"/>
                  </a:moveTo>
                  <a:lnTo>
                    <a:pt x="146684" y="147880"/>
                  </a:lnTo>
                  <a:lnTo>
                    <a:pt x="142307" y="174222"/>
                  </a:lnTo>
                  <a:close/>
                  <a:moveTo>
                    <a:pt x="142307" y="174222"/>
                  </a:moveTo>
                  <a:lnTo>
                    <a:pt x="146684" y="147880"/>
                  </a:lnTo>
                  <a:lnTo>
                    <a:pt x="153054" y="120284"/>
                  </a:lnTo>
                  <a:close/>
                  <a:moveTo>
                    <a:pt x="687230" y="798554"/>
                  </a:moveTo>
                  <a:lnTo>
                    <a:pt x="675303" y="832690"/>
                  </a:lnTo>
                  <a:lnTo>
                    <a:pt x="670496" y="818629"/>
                  </a:lnTo>
                  <a:close/>
                  <a:moveTo>
                    <a:pt x="795371" y="953722"/>
                  </a:moveTo>
                  <a:lnTo>
                    <a:pt x="802004" y="962850"/>
                  </a:lnTo>
                  <a:lnTo>
                    <a:pt x="809768" y="928894"/>
                  </a:lnTo>
                  <a:close/>
                  <a:moveTo>
                    <a:pt x="809768" y="928894"/>
                  </a:moveTo>
                  <a:lnTo>
                    <a:pt x="802004" y="962850"/>
                  </a:lnTo>
                  <a:lnTo>
                    <a:pt x="846857" y="948465"/>
                  </a:lnTo>
                  <a:close/>
                  <a:moveTo>
                    <a:pt x="809768" y="928894"/>
                  </a:moveTo>
                  <a:lnTo>
                    <a:pt x="846857" y="948465"/>
                  </a:lnTo>
                  <a:lnTo>
                    <a:pt x="832743" y="911710"/>
                  </a:lnTo>
                  <a:close/>
                  <a:moveTo>
                    <a:pt x="815336" y="874955"/>
                  </a:moveTo>
                  <a:lnTo>
                    <a:pt x="782001" y="903733"/>
                  </a:lnTo>
                  <a:lnTo>
                    <a:pt x="809768" y="928894"/>
                  </a:lnTo>
                  <a:close/>
                  <a:moveTo>
                    <a:pt x="815336" y="874955"/>
                  </a:moveTo>
                  <a:lnTo>
                    <a:pt x="809768" y="928894"/>
                  </a:lnTo>
                  <a:lnTo>
                    <a:pt x="832743" y="911710"/>
                  </a:lnTo>
                  <a:close/>
                  <a:moveTo>
                    <a:pt x="639105" y="700789"/>
                  </a:moveTo>
                  <a:lnTo>
                    <a:pt x="633383" y="654425"/>
                  </a:lnTo>
                  <a:lnTo>
                    <a:pt x="598133" y="662263"/>
                  </a:lnTo>
                  <a:close/>
                  <a:moveTo>
                    <a:pt x="559505" y="666579"/>
                  </a:moveTo>
                  <a:lnTo>
                    <a:pt x="598133" y="662263"/>
                  </a:lnTo>
                  <a:lnTo>
                    <a:pt x="593379" y="621381"/>
                  </a:lnTo>
                  <a:close/>
                  <a:moveTo>
                    <a:pt x="633383" y="654425"/>
                  </a:moveTo>
                  <a:lnTo>
                    <a:pt x="610420" y="617670"/>
                  </a:lnTo>
                  <a:lnTo>
                    <a:pt x="598133" y="662263"/>
                  </a:lnTo>
                  <a:close/>
                  <a:moveTo>
                    <a:pt x="610420" y="617670"/>
                  </a:moveTo>
                  <a:lnTo>
                    <a:pt x="593379" y="621381"/>
                  </a:lnTo>
                  <a:lnTo>
                    <a:pt x="598133" y="662263"/>
                  </a:lnTo>
                  <a:close/>
                  <a:moveTo>
                    <a:pt x="594080" y="603223"/>
                  </a:moveTo>
                  <a:lnTo>
                    <a:pt x="569141" y="580915"/>
                  </a:lnTo>
                  <a:lnTo>
                    <a:pt x="593379" y="621381"/>
                  </a:lnTo>
                  <a:close/>
                  <a:moveTo>
                    <a:pt x="593379" y="621381"/>
                  </a:moveTo>
                  <a:lnTo>
                    <a:pt x="569141" y="580915"/>
                  </a:lnTo>
                  <a:lnTo>
                    <a:pt x="546289" y="587829"/>
                  </a:lnTo>
                  <a:close/>
                  <a:moveTo>
                    <a:pt x="593379" y="621381"/>
                  </a:moveTo>
                  <a:lnTo>
                    <a:pt x="546289" y="587829"/>
                  </a:lnTo>
                  <a:lnTo>
                    <a:pt x="556477" y="624293"/>
                  </a:lnTo>
                  <a:close/>
                  <a:moveTo>
                    <a:pt x="594080" y="603223"/>
                  </a:moveTo>
                  <a:lnTo>
                    <a:pt x="593379" y="621381"/>
                  </a:lnTo>
                  <a:lnTo>
                    <a:pt x="610420" y="617670"/>
                  </a:lnTo>
                  <a:close/>
                  <a:moveTo>
                    <a:pt x="359741" y="323630"/>
                  </a:moveTo>
                  <a:lnTo>
                    <a:pt x="379090" y="297718"/>
                  </a:lnTo>
                  <a:lnTo>
                    <a:pt x="350385" y="304059"/>
                  </a:lnTo>
                  <a:close/>
                  <a:moveTo>
                    <a:pt x="342816" y="340814"/>
                  </a:moveTo>
                  <a:lnTo>
                    <a:pt x="359741" y="323630"/>
                  </a:lnTo>
                  <a:lnTo>
                    <a:pt x="350385" y="304059"/>
                  </a:lnTo>
                  <a:close/>
                  <a:moveTo>
                    <a:pt x="166141" y="124419"/>
                  </a:moveTo>
                  <a:lnTo>
                    <a:pt x="146684" y="147880"/>
                  </a:lnTo>
                  <a:lnTo>
                    <a:pt x="135201" y="157039"/>
                  </a:lnTo>
                  <a:close/>
                  <a:moveTo>
                    <a:pt x="146684" y="147880"/>
                  </a:moveTo>
                  <a:lnTo>
                    <a:pt x="166141" y="124419"/>
                  </a:lnTo>
                  <a:lnTo>
                    <a:pt x="153054" y="120284"/>
                  </a:lnTo>
                  <a:close/>
                  <a:moveTo>
                    <a:pt x="166141" y="124419"/>
                  </a:moveTo>
                  <a:lnTo>
                    <a:pt x="187706" y="103100"/>
                  </a:lnTo>
                  <a:lnTo>
                    <a:pt x="153054" y="120284"/>
                  </a:lnTo>
                  <a:close/>
                  <a:moveTo>
                    <a:pt x="192889" y="99851"/>
                  </a:moveTo>
                  <a:lnTo>
                    <a:pt x="153054" y="120284"/>
                  </a:lnTo>
                  <a:lnTo>
                    <a:pt x="187706" y="103100"/>
                  </a:lnTo>
                  <a:close/>
                  <a:moveTo>
                    <a:pt x="192889" y="99851"/>
                  </a:moveTo>
                  <a:lnTo>
                    <a:pt x="168196" y="103734"/>
                  </a:lnTo>
                  <a:lnTo>
                    <a:pt x="153054" y="120284"/>
                  </a:lnTo>
                  <a:close/>
                  <a:moveTo>
                    <a:pt x="851184" y="905209"/>
                  </a:moveTo>
                  <a:lnTo>
                    <a:pt x="896249" y="895659"/>
                  </a:lnTo>
                  <a:lnTo>
                    <a:pt x="875453" y="867819"/>
                  </a:lnTo>
                  <a:close/>
                  <a:moveTo>
                    <a:pt x="851184" y="905209"/>
                  </a:moveTo>
                  <a:lnTo>
                    <a:pt x="875453" y="867819"/>
                  </a:lnTo>
                  <a:lnTo>
                    <a:pt x="842233" y="867738"/>
                  </a:lnTo>
                  <a:close/>
                  <a:moveTo>
                    <a:pt x="896249" y="895659"/>
                  </a:moveTo>
                  <a:lnTo>
                    <a:pt x="900012" y="903387"/>
                  </a:lnTo>
                  <a:lnTo>
                    <a:pt x="936638" y="915749"/>
                  </a:lnTo>
                  <a:close/>
                  <a:moveTo>
                    <a:pt x="842233" y="867738"/>
                  </a:moveTo>
                  <a:lnTo>
                    <a:pt x="857705" y="841415"/>
                  </a:lnTo>
                  <a:lnTo>
                    <a:pt x="825789" y="846666"/>
                  </a:lnTo>
                  <a:close/>
                  <a:moveTo>
                    <a:pt x="842233" y="867738"/>
                  </a:moveTo>
                  <a:lnTo>
                    <a:pt x="875453" y="867819"/>
                  </a:lnTo>
                  <a:lnTo>
                    <a:pt x="857705" y="841415"/>
                  </a:lnTo>
                  <a:close/>
                  <a:moveTo>
                    <a:pt x="633383" y="654425"/>
                  </a:moveTo>
                  <a:lnTo>
                    <a:pt x="642882" y="661110"/>
                  </a:lnTo>
                  <a:lnTo>
                    <a:pt x="643144" y="652758"/>
                  </a:lnTo>
                  <a:close/>
                  <a:moveTo>
                    <a:pt x="610420" y="617670"/>
                  </a:moveTo>
                  <a:lnTo>
                    <a:pt x="643144" y="652758"/>
                  </a:lnTo>
                  <a:lnTo>
                    <a:pt x="638350" y="611908"/>
                  </a:lnTo>
                  <a:close/>
                  <a:moveTo>
                    <a:pt x="610420" y="617670"/>
                  </a:moveTo>
                  <a:lnTo>
                    <a:pt x="633383" y="654425"/>
                  </a:lnTo>
                  <a:lnTo>
                    <a:pt x="643144" y="652758"/>
                  </a:lnTo>
                  <a:close/>
                  <a:moveTo>
                    <a:pt x="684391" y="646313"/>
                  </a:moveTo>
                  <a:lnTo>
                    <a:pt x="643144" y="652758"/>
                  </a:lnTo>
                  <a:lnTo>
                    <a:pt x="642882" y="661110"/>
                  </a:lnTo>
                  <a:close/>
                  <a:moveTo>
                    <a:pt x="688557" y="611098"/>
                  </a:moveTo>
                  <a:lnTo>
                    <a:pt x="677039" y="600487"/>
                  </a:lnTo>
                  <a:lnTo>
                    <a:pt x="684391" y="646313"/>
                  </a:lnTo>
                  <a:close/>
                  <a:moveTo>
                    <a:pt x="684391" y="646313"/>
                  </a:moveTo>
                  <a:lnTo>
                    <a:pt x="677039" y="600487"/>
                  </a:lnTo>
                  <a:lnTo>
                    <a:pt x="638350" y="611908"/>
                  </a:lnTo>
                  <a:close/>
                  <a:moveTo>
                    <a:pt x="684391" y="646313"/>
                  </a:moveTo>
                  <a:lnTo>
                    <a:pt x="638350" y="611908"/>
                  </a:lnTo>
                  <a:lnTo>
                    <a:pt x="643144" y="652758"/>
                  </a:lnTo>
                  <a:close/>
                  <a:moveTo>
                    <a:pt x="596533" y="574069"/>
                  </a:moveTo>
                  <a:lnTo>
                    <a:pt x="594080" y="603223"/>
                  </a:lnTo>
                  <a:lnTo>
                    <a:pt x="634579" y="563732"/>
                  </a:lnTo>
                  <a:close/>
                  <a:moveTo>
                    <a:pt x="594080" y="603223"/>
                  </a:moveTo>
                  <a:lnTo>
                    <a:pt x="610420" y="617670"/>
                  </a:lnTo>
                  <a:lnTo>
                    <a:pt x="634579" y="563732"/>
                  </a:lnTo>
                  <a:close/>
                  <a:moveTo>
                    <a:pt x="634579" y="563732"/>
                  </a:moveTo>
                  <a:lnTo>
                    <a:pt x="610420" y="617670"/>
                  </a:lnTo>
                  <a:lnTo>
                    <a:pt x="644355" y="570411"/>
                  </a:lnTo>
                  <a:close/>
                  <a:moveTo>
                    <a:pt x="644355" y="570411"/>
                  </a:moveTo>
                  <a:lnTo>
                    <a:pt x="610420" y="617670"/>
                  </a:lnTo>
                  <a:lnTo>
                    <a:pt x="638350" y="611908"/>
                  </a:lnTo>
                  <a:close/>
                  <a:moveTo>
                    <a:pt x="638350" y="611908"/>
                  </a:moveTo>
                  <a:lnTo>
                    <a:pt x="677039" y="600487"/>
                  </a:lnTo>
                  <a:lnTo>
                    <a:pt x="644355" y="570411"/>
                  </a:lnTo>
                  <a:close/>
                  <a:moveTo>
                    <a:pt x="581579" y="544160"/>
                  </a:moveTo>
                  <a:lnTo>
                    <a:pt x="634579" y="563732"/>
                  </a:lnTo>
                  <a:lnTo>
                    <a:pt x="622170" y="526977"/>
                  </a:lnTo>
                  <a:close/>
                  <a:moveTo>
                    <a:pt x="198962" y="98870"/>
                  </a:moveTo>
                  <a:lnTo>
                    <a:pt x="187706" y="103100"/>
                  </a:lnTo>
                  <a:lnTo>
                    <a:pt x="216946" y="93585"/>
                  </a:lnTo>
                  <a:close/>
                  <a:moveTo>
                    <a:pt x="224831" y="103100"/>
                  </a:moveTo>
                  <a:lnTo>
                    <a:pt x="198962" y="98870"/>
                  </a:lnTo>
                  <a:lnTo>
                    <a:pt x="227185" y="103499"/>
                  </a:lnTo>
                  <a:close/>
                  <a:moveTo>
                    <a:pt x="227185" y="103499"/>
                  </a:moveTo>
                  <a:lnTo>
                    <a:pt x="198962" y="98870"/>
                  </a:lnTo>
                  <a:lnTo>
                    <a:pt x="216946" y="93585"/>
                  </a:lnTo>
                  <a:close/>
                  <a:moveTo>
                    <a:pt x="227185" y="103499"/>
                  </a:moveTo>
                  <a:lnTo>
                    <a:pt x="216946" y="93585"/>
                  </a:lnTo>
                  <a:lnTo>
                    <a:pt x="254516" y="109477"/>
                  </a:lnTo>
                  <a:close/>
                  <a:moveTo>
                    <a:pt x="281565" y="86032"/>
                  </a:moveTo>
                  <a:lnTo>
                    <a:pt x="227185" y="103499"/>
                  </a:lnTo>
                  <a:lnTo>
                    <a:pt x="254516" y="109477"/>
                  </a:lnTo>
                  <a:close/>
                  <a:moveTo>
                    <a:pt x="192889" y="99851"/>
                  </a:moveTo>
                  <a:lnTo>
                    <a:pt x="187706" y="103100"/>
                  </a:lnTo>
                  <a:lnTo>
                    <a:pt x="198962" y="98870"/>
                  </a:lnTo>
                  <a:close/>
                  <a:moveTo>
                    <a:pt x="198962" y="98870"/>
                  </a:moveTo>
                  <a:lnTo>
                    <a:pt x="224831" y="103100"/>
                  </a:lnTo>
                  <a:lnTo>
                    <a:pt x="192889" y="99851"/>
                  </a:lnTo>
                  <a:close/>
                  <a:moveTo>
                    <a:pt x="912824" y="926931"/>
                  </a:moveTo>
                  <a:lnTo>
                    <a:pt x="936638" y="915749"/>
                  </a:lnTo>
                  <a:lnTo>
                    <a:pt x="900012" y="903387"/>
                  </a:lnTo>
                  <a:close/>
                  <a:moveTo>
                    <a:pt x="677039" y="600487"/>
                  </a:moveTo>
                  <a:lnTo>
                    <a:pt x="688557" y="611098"/>
                  </a:lnTo>
                  <a:lnTo>
                    <a:pt x="691824" y="595523"/>
                  </a:lnTo>
                  <a:close/>
                  <a:moveTo>
                    <a:pt x="646650" y="560414"/>
                  </a:moveTo>
                  <a:lnTo>
                    <a:pt x="644355" y="570411"/>
                  </a:lnTo>
                  <a:lnTo>
                    <a:pt x="683763" y="546548"/>
                  </a:lnTo>
                  <a:close/>
                  <a:moveTo>
                    <a:pt x="644355" y="570411"/>
                  </a:moveTo>
                  <a:lnTo>
                    <a:pt x="677039" y="600487"/>
                  </a:lnTo>
                  <a:lnTo>
                    <a:pt x="683763" y="546548"/>
                  </a:lnTo>
                  <a:close/>
                  <a:moveTo>
                    <a:pt x="683763" y="546548"/>
                  </a:moveTo>
                  <a:lnTo>
                    <a:pt x="677039" y="600487"/>
                  </a:lnTo>
                  <a:lnTo>
                    <a:pt x="701097" y="561777"/>
                  </a:lnTo>
                  <a:close/>
                  <a:moveTo>
                    <a:pt x="701097" y="561777"/>
                  </a:moveTo>
                  <a:lnTo>
                    <a:pt x="677039" y="600487"/>
                  </a:lnTo>
                  <a:lnTo>
                    <a:pt x="691824" y="595523"/>
                  </a:lnTo>
                  <a:close/>
                  <a:moveTo>
                    <a:pt x="733646" y="588611"/>
                  </a:moveTo>
                  <a:lnTo>
                    <a:pt x="691824" y="595523"/>
                  </a:lnTo>
                  <a:lnTo>
                    <a:pt x="688557" y="611098"/>
                  </a:lnTo>
                  <a:close/>
                  <a:moveTo>
                    <a:pt x="691824" y="595523"/>
                  </a:moveTo>
                  <a:lnTo>
                    <a:pt x="733646" y="588611"/>
                  </a:lnTo>
                  <a:lnTo>
                    <a:pt x="701097" y="561777"/>
                  </a:lnTo>
                  <a:close/>
                  <a:moveTo>
                    <a:pt x="634579" y="563732"/>
                  </a:moveTo>
                  <a:lnTo>
                    <a:pt x="644355" y="570411"/>
                  </a:lnTo>
                  <a:lnTo>
                    <a:pt x="646650" y="560414"/>
                  </a:lnTo>
                  <a:close/>
                  <a:moveTo>
                    <a:pt x="306179" y="81855"/>
                  </a:moveTo>
                  <a:lnTo>
                    <a:pt x="281565" y="86032"/>
                  </a:lnTo>
                  <a:lnTo>
                    <a:pt x="254516" y="109477"/>
                  </a:lnTo>
                  <a:close/>
                  <a:moveTo>
                    <a:pt x="327069" y="75985"/>
                  </a:moveTo>
                  <a:lnTo>
                    <a:pt x="282158" y="85917"/>
                  </a:lnTo>
                  <a:lnTo>
                    <a:pt x="337486" y="74328"/>
                  </a:lnTo>
                  <a:close/>
                  <a:moveTo>
                    <a:pt x="337486" y="74328"/>
                  </a:moveTo>
                  <a:lnTo>
                    <a:pt x="282158" y="85917"/>
                  </a:lnTo>
                  <a:lnTo>
                    <a:pt x="281565" y="86032"/>
                  </a:lnTo>
                  <a:close/>
                  <a:moveTo>
                    <a:pt x="337486" y="74328"/>
                  </a:moveTo>
                  <a:lnTo>
                    <a:pt x="281565" y="86032"/>
                  </a:lnTo>
                  <a:lnTo>
                    <a:pt x="306179" y="81855"/>
                  </a:lnTo>
                  <a:close/>
                  <a:moveTo>
                    <a:pt x="756102" y="583303"/>
                  </a:moveTo>
                  <a:lnTo>
                    <a:pt x="767488" y="566120"/>
                  </a:lnTo>
                  <a:lnTo>
                    <a:pt x="736970" y="571322"/>
                  </a:lnTo>
                  <a:close/>
                  <a:moveTo>
                    <a:pt x="767488" y="566120"/>
                  </a:moveTo>
                  <a:lnTo>
                    <a:pt x="758327" y="554965"/>
                  </a:lnTo>
                  <a:lnTo>
                    <a:pt x="736970" y="571322"/>
                  </a:lnTo>
                  <a:close/>
                  <a:moveTo>
                    <a:pt x="736970" y="571322"/>
                  </a:moveTo>
                  <a:lnTo>
                    <a:pt x="758327" y="554965"/>
                  </a:lnTo>
                  <a:lnTo>
                    <a:pt x="701097" y="561777"/>
                  </a:lnTo>
                  <a:close/>
                  <a:moveTo>
                    <a:pt x="708562" y="537168"/>
                  </a:moveTo>
                  <a:lnTo>
                    <a:pt x="744807" y="504415"/>
                  </a:lnTo>
                  <a:lnTo>
                    <a:pt x="738170" y="495439"/>
                  </a:lnTo>
                  <a:close/>
                  <a:moveTo>
                    <a:pt x="680434" y="425795"/>
                  </a:moveTo>
                  <a:lnTo>
                    <a:pt x="645205" y="436284"/>
                  </a:lnTo>
                  <a:lnTo>
                    <a:pt x="694819" y="442092"/>
                  </a:lnTo>
                  <a:close/>
                  <a:moveTo>
                    <a:pt x="694819" y="442092"/>
                  </a:moveTo>
                  <a:lnTo>
                    <a:pt x="645205" y="436284"/>
                  </a:lnTo>
                  <a:lnTo>
                    <a:pt x="637662" y="449180"/>
                  </a:lnTo>
                  <a:close/>
                  <a:moveTo>
                    <a:pt x="694819" y="442092"/>
                  </a:moveTo>
                  <a:lnTo>
                    <a:pt x="637662" y="449180"/>
                  </a:lnTo>
                  <a:lnTo>
                    <a:pt x="662418" y="445529"/>
                  </a:lnTo>
                  <a:close/>
                  <a:moveTo>
                    <a:pt x="446694" y="233486"/>
                  </a:moveTo>
                  <a:lnTo>
                    <a:pt x="467962" y="239354"/>
                  </a:lnTo>
                  <a:lnTo>
                    <a:pt x="459409" y="215754"/>
                  </a:lnTo>
                  <a:close/>
                  <a:moveTo>
                    <a:pt x="459409" y="215754"/>
                  </a:moveTo>
                  <a:lnTo>
                    <a:pt x="477933" y="235325"/>
                  </a:lnTo>
                  <a:lnTo>
                    <a:pt x="489095" y="198570"/>
                  </a:lnTo>
                  <a:close/>
                  <a:moveTo>
                    <a:pt x="492319" y="183285"/>
                  </a:moveTo>
                  <a:lnTo>
                    <a:pt x="459409" y="215754"/>
                  </a:lnTo>
                  <a:lnTo>
                    <a:pt x="489095" y="198570"/>
                  </a:lnTo>
                  <a:close/>
                  <a:moveTo>
                    <a:pt x="373485" y="51550"/>
                  </a:moveTo>
                  <a:lnTo>
                    <a:pt x="370317" y="67915"/>
                  </a:lnTo>
                  <a:lnTo>
                    <a:pt x="366165" y="85346"/>
                  </a:lnTo>
                  <a:close/>
                  <a:moveTo>
                    <a:pt x="366165" y="85346"/>
                  </a:moveTo>
                  <a:lnTo>
                    <a:pt x="370317" y="67915"/>
                  </a:lnTo>
                  <a:lnTo>
                    <a:pt x="369965" y="71185"/>
                  </a:lnTo>
                  <a:close/>
                  <a:moveTo>
                    <a:pt x="366165" y="85346"/>
                  </a:moveTo>
                  <a:lnTo>
                    <a:pt x="369965" y="71185"/>
                  </a:lnTo>
                  <a:lnTo>
                    <a:pt x="337486" y="74328"/>
                  </a:lnTo>
                  <a:close/>
                  <a:moveTo>
                    <a:pt x="385946" y="34729"/>
                  </a:moveTo>
                  <a:lnTo>
                    <a:pt x="370317" y="67915"/>
                  </a:lnTo>
                  <a:lnTo>
                    <a:pt x="373485" y="51550"/>
                  </a:lnTo>
                  <a:close/>
                  <a:moveTo>
                    <a:pt x="789320" y="525690"/>
                  </a:moveTo>
                  <a:lnTo>
                    <a:pt x="758320" y="523804"/>
                  </a:lnTo>
                  <a:lnTo>
                    <a:pt x="807736" y="555465"/>
                  </a:lnTo>
                  <a:close/>
                  <a:moveTo>
                    <a:pt x="758320" y="523804"/>
                  </a:moveTo>
                  <a:lnTo>
                    <a:pt x="781114" y="515584"/>
                  </a:lnTo>
                  <a:lnTo>
                    <a:pt x="744807" y="504415"/>
                  </a:lnTo>
                  <a:close/>
                  <a:moveTo>
                    <a:pt x="758320" y="523804"/>
                  </a:moveTo>
                  <a:lnTo>
                    <a:pt x="789320" y="525690"/>
                  </a:lnTo>
                  <a:lnTo>
                    <a:pt x="781114" y="515584"/>
                  </a:lnTo>
                  <a:close/>
                  <a:moveTo>
                    <a:pt x="405976" y="13411"/>
                  </a:moveTo>
                  <a:lnTo>
                    <a:pt x="385946" y="34729"/>
                  </a:lnTo>
                  <a:lnTo>
                    <a:pt x="373485" y="51550"/>
                  </a:lnTo>
                  <a:close/>
                  <a:moveTo>
                    <a:pt x="582870" y="80273"/>
                  </a:moveTo>
                  <a:lnTo>
                    <a:pt x="574292" y="55186"/>
                  </a:lnTo>
                  <a:lnTo>
                    <a:pt x="586057" y="90693"/>
                  </a:lnTo>
                  <a:close/>
                  <a:moveTo>
                    <a:pt x="570494" y="53939"/>
                  </a:moveTo>
                  <a:lnTo>
                    <a:pt x="574292" y="55186"/>
                  </a:lnTo>
                  <a:lnTo>
                    <a:pt x="582870" y="80273"/>
                  </a:lnTo>
                  <a:close/>
                  <a:moveTo>
                    <a:pt x="574292" y="55186"/>
                  </a:moveTo>
                  <a:lnTo>
                    <a:pt x="570494" y="53939"/>
                  </a:lnTo>
                  <a:lnTo>
                    <a:pt x="575041" y="51001"/>
                  </a:lnTo>
                  <a:close/>
                  <a:moveTo>
                    <a:pt x="727248" y="183775"/>
                  </a:moveTo>
                  <a:lnTo>
                    <a:pt x="722950" y="194583"/>
                  </a:lnTo>
                  <a:lnTo>
                    <a:pt x="707012" y="199058"/>
                  </a:lnTo>
                  <a:close/>
                  <a:moveTo>
                    <a:pt x="727248" y="183775"/>
                  </a:moveTo>
                  <a:lnTo>
                    <a:pt x="713774" y="195973"/>
                  </a:lnTo>
                  <a:lnTo>
                    <a:pt x="722950" y="194583"/>
                  </a:lnTo>
                  <a:close/>
                  <a:moveTo>
                    <a:pt x="724007" y="147020"/>
                  </a:moveTo>
                  <a:lnTo>
                    <a:pt x="679744" y="164204"/>
                  </a:lnTo>
                  <a:lnTo>
                    <a:pt x="727248" y="183775"/>
                  </a:lnTo>
                  <a:close/>
                  <a:moveTo>
                    <a:pt x="585804" y="91242"/>
                  </a:moveTo>
                  <a:lnTo>
                    <a:pt x="595360" y="73510"/>
                  </a:lnTo>
                  <a:lnTo>
                    <a:pt x="586903" y="89681"/>
                  </a:lnTo>
                  <a:close/>
                  <a:moveTo>
                    <a:pt x="586057" y="90693"/>
                  </a:moveTo>
                  <a:lnTo>
                    <a:pt x="585804" y="91242"/>
                  </a:lnTo>
                  <a:lnTo>
                    <a:pt x="586903" y="89681"/>
                  </a:lnTo>
                  <a:close/>
                  <a:moveTo>
                    <a:pt x="586903" y="89681"/>
                  </a:moveTo>
                  <a:lnTo>
                    <a:pt x="600708" y="50757"/>
                  </a:lnTo>
                  <a:lnTo>
                    <a:pt x="586057" y="90693"/>
                  </a:lnTo>
                  <a:close/>
                  <a:moveTo>
                    <a:pt x="580149" y="50424"/>
                  </a:moveTo>
                  <a:lnTo>
                    <a:pt x="582870" y="80273"/>
                  </a:lnTo>
                  <a:lnTo>
                    <a:pt x="586057" y="90693"/>
                  </a:lnTo>
                  <a:close/>
                  <a:moveTo>
                    <a:pt x="600052" y="36755"/>
                  </a:moveTo>
                  <a:lnTo>
                    <a:pt x="580149" y="50424"/>
                  </a:lnTo>
                  <a:lnTo>
                    <a:pt x="586057" y="90693"/>
                  </a:lnTo>
                  <a:close/>
                  <a:moveTo>
                    <a:pt x="570494" y="53939"/>
                  </a:moveTo>
                  <a:lnTo>
                    <a:pt x="582870" y="80273"/>
                  </a:lnTo>
                  <a:lnTo>
                    <a:pt x="580149" y="50424"/>
                  </a:lnTo>
                  <a:close/>
                  <a:moveTo>
                    <a:pt x="600708" y="50757"/>
                  </a:moveTo>
                  <a:lnTo>
                    <a:pt x="586903" y="89681"/>
                  </a:lnTo>
                  <a:lnTo>
                    <a:pt x="595360" y="73510"/>
                  </a:lnTo>
                  <a:close/>
                  <a:moveTo>
                    <a:pt x="575041" y="51001"/>
                  </a:moveTo>
                  <a:lnTo>
                    <a:pt x="570494" y="53939"/>
                  </a:lnTo>
                  <a:lnTo>
                    <a:pt x="580149" y="50424"/>
                  </a:lnTo>
                  <a:close/>
                  <a:moveTo>
                    <a:pt x="579351" y="17184"/>
                  </a:moveTo>
                  <a:lnTo>
                    <a:pt x="600052" y="36755"/>
                  </a:lnTo>
                  <a:lnTo>
                    <a:pt x="592525" y="0"/>
                  </a:lnTo>
                  <a:close/>
                  <a:moveTo>
                    <a:pt x="727248" y="183775"/>
                  </a:moveTo>
                  <a:lnTo>
                    <a:pt x="735511" y="166592"/>
                  </a:lnTo>
                  <a:lnTo>
                    <a:pt x="724007" y="147020"/>
                  </a:lnTo>
                  <a:close/>
                  <a:moveTo>
                    <a:pt x="751043" y="114529"/>
                  </a:moveTo>
                  <a:lnTo>
                    <a:pt x="735746" y="139433"/>
                  </a:lnTo>
                  <a:lnTo>
                    <a:pt x="740841" y="93082"/>
                  </a:lnTo>
                  <a:close/>
                  <a:moveTo>
                    <a:pt x="619331" y="19572"/>
                  </a:moveTo>
                  <a:lnTo>
                    <a:pt x="592525" y="0"/>
                  </a:lnTo>
                  <a:lnTo>
                    <a:pt x="600052" y="36755"/>
                  </a:lnTo>
                  <a:close/>
                  <a:moveTo>
                    <a:pt x="801212" y="112654"/>
                  </a:moveTo>
                  <a:lnTo>
                    <a:pt x="801740" y="111660"/>
                  </a:lnTo>
                  <a:lnTo>
                    <a:pt x="740841" y="93082"/>
                  </a:lnTo>
                  <a:close/>
                  <a:moveTo>
                    <a:pt x="749907" y="129837"/>
                  </a:moveTo>
                  <a:lnTo>
                    <a:pt x="801212" y="112654"/>
                  </a:lnTo>
                  <a:lnTo>
                    <a:pt x="740841" y="93082"/>
                  </a:lnTo>
                  <a:close/>
                </a:path>
              </a:pathLst>
            </a:custGeom>
            <a:solidFill>
              <a:srgbClr val="CFD7DE"/>
            </a:solidFill>
            <a:ln w="1524">
              <a:solidFill>
                <a:srgbClr val="CFD7DE"/>
              </a:solidFill>
            </a:ln>
          </p:spPr>
        </p:sp>
        <p:sp>
          <p:nvSpPr>
            <p:cNvPr id="117" name="Input_density__116">
              <a:extLst>
                <a:ext uri="{FF2B5EF4-FFF2-40B4-BE49-F238E27FC236}">
                  <a16:creationId xmlns:a16="http://schemas.microsoft.com/office/drawing/2014/main" id="{96E75CA7-55C7-2A6B-BA9F-0E78D1DA0F21}"/>
                </a:ext>
              </a:extLst>
            </p:cNvPr>
            <p:cNvSpPr>
              <a:spLocks noGrp="1"/>
            </p:cNvSpPr>
            <p:nvPr/>
          </p:nvSpPr>
          <p:spPr>
            <a:xfrm>
              <a:off x="885496" y="1610804"/>
              <a:ext cx="900012" cy="1375195"/>
            </a:xfrm>
            <a:custGeom>
              <a:avLst/>
              <a:gdLst/>
              <a:ahLst/>
              <a:cxnLst/>
              <a:rect l="0" t="0" r="0" b="0"/>
              <a:pathLst>
                <a:path w="900012" h="1375195">
                  <a:moveTo>
                    <a:pt x="228973" y="1337295"/>
                  </a:moveTo>
                  <a:lnTo>
                    <a:pt x="228785" y="1343005"/>
                  </a:lnTo>
                  <a:lnTo>
                    <a:pt x="258037" y="1321257"/>
                  </a:lnTo>
                  <a:close/>
                  <a:moveTo>
                    <a:pt x="258037" y="1321257"/>
                  </a:moveTo>
                  <a:lnTo>
                    <a:pt x="228785" y="1343005"/>
                  </a:lnTo>
                  <a:lnTo>
                    <a:pt x="246460" y="1375195"/>
                  </a:lnTo>
                  <a:close/>
                  <a:moveTo>
                    <a:pt x="226437" y="1338440"/>
                  </a:moveTo>
                  <a:lnTo>
                    <a:pt x="228785" y="1343005"/>
                  </a:lnTo>
                  <a:lnTo>
                    <a:pt x="228973" y="1337295"/>
                  </a:lnTo>
                  <a:close/>
                  <a:moveTo>
                    <a:pt x="219332" y="1301685"/>
                  </a:moveTo>
                  <a:lnTo>
                    <a:pt x="228973" y="1337295"/>
                  </a:lnTo>
                  <a:lnTo>
                    <a:pt x="258037" y="1321257"/>
                  </a:lnTo>
                  <a:close/>
                  <a:moveTo>
                    <a:pt x="219332" y="1301685"/>
                  </a:moveTo>
                  <a:lnTo>
                    <a:pt x="258037" y="1321257"/>
                  </a:lnTo>
                  <a:lnTo>
                    <a:pt x="247891" y="1284502"/>
                  </a:lnTo>
                  <a:close/>
                  <a:moveTo>
                    <a:pt x="258037" y="1321257"/>
                  </a:moveTo>
                  <a:lnTo>
                    <a:pt x="303119" y="1348851"/>
                  </a:lnTo>
                  <a:lnTo>
                    <a:pt x="302792" y="1304370"/>
                  </a:lnTo>
                  <a:close/>
                  <a:moveTo>
                    <a:pt x="303947" y="1304073"/>
                  </a:moveTo>
                  <a:lnTo>
                    <a:pt x="302792" y="1304370"/>
                  </a:lnTo>
                  <a:lnTo>
                    <a:pt x="303119" y="1348851"/>
                  </a:lnTo>
                  <a:close/>
                  <a:moveTo>
                    <a:pt x="288882" y="1267318"/>
                  </a:moveTo>
                  <a:lnTo>
                    <a:pt x="302792" y="1304370"/>
                  </a:lnTo>
                  <a:lnTo>
                    <a:pt x="302416" y="1301308"/>
                  </a:lnTo>
                  <a:close/>
                  <a:moveTo>
                    <a:pt x="258037" y="1321257"/>
                  </a:moveTo>
                  <a:lnTo>
                    <a:pt x="302792" y="1304370"/>
                  </a:lnTo>
                  <a:lnTo>
                    <a:pt x="288882" y="1267318"/>
                  </a:lnTo>
                  <a:close/>
                  <a:moveTo>
                    <a:pt x="247891" y="1284502"/>
                  </a:moveTo>
                  <a:lnTo>
                    <a:pt x="258037" y="1321257"/>
                  </a:lnTo>
                  <a:lnTo>
                    <a:pt x="288882" y="1267318"/>
                  </a:lnTo>
                  <a:close/>
                  <a:moveTo>
                    <a:pt x="302792" y="1304370"/>
                  </a:moveTo>
                  <a:lnTo>
                    <a:pt x="303947" y="1304073"/>
                  </a:lnTo>
                  <a:lnTo>
                    <a:pt x="302416" y="1301308"/>
                  </a:lnTo>
                  <a:close/>
                  <a:moveTo>
                    <a:pt x="240646" y="1247747"/>
                  </a:moveTo>
                  <a:lnTo>
                    <a:pt x="247891" y="1284502"/>
                  </a:lnTo>
                  <a:lnTo>
                    <a:pt x="288882" y="1267318"/>
                  </a:lnTo>
                  <a:close/>
                  <a:moveTo>
                    <a:pt x="240646" y="1247747"/>
                  </a:moveTo>
                  <a:lnTo>
                    <a:pt x="288882" y="1267318"/>
                  </a:lnTo>
                  <a:lnTo>
                    <a:pt x="270729" y="1230563"/>
                  </a:lnTo>
                  <a:close/>
                  <a:moveTo>
                    <a:pt x="232231" y="1157054"/>
                  </a:moveTo>
                  <a:lnTo>
                    <a:pt x="222646" y="1210992"/>
                  </a:lnTo>
                  <a:lnTo>
                    <a:pt x="247440" y="1193808"/>
                  </a:lnTo>
                  <a:close/>
                  <a:moveTo>
                    <a:pt x="356654" y="1286890"/>
                  </a:moveTo>
                  <a:lnTo>
                    <a:pt x="354707" y="1276028"/>
                  </a:lnTo>
                  <a:lnTo>
                    <a:pt x="303947" y="1304073"/>
                  </a:lnTo>
                  <a:close/>
                  <a:moveTo>
                    <a:pt x="303947" y="1304073"/>
                  </a:moveTo>
                  <a:lnTo>
                    <a:pt x="354707" y="1276028"/>
                  </a:lnTo>
                  <a:lnTo>
                    <a:pt x="297342" y="1264053"/>
                  </a:lnTo>
                  <a:close/>
                  <a:moveTo>
                    <a:pt x="297342" y="1264053"/>
                  </a:moveTo>
                  <a:lnTo>
                    <a:pt x="354707" y="1276028"/>
                  </a:lnTo>
                  <a:lnTo>
                    <a:pt x="346662" y="1251046"/>
                  </a:lnTo>
                  <a:close/>
                  <a:moveTo>
                    <a:pt x="303947" y="1304073"/>
                  </a:moveTo>
                  <a:lnTo>
                    <a:pt x="297342" y="1264053"/>
                  </a:lnTo>
                  <a:lnTo>
                    <a:pt x="302416" y="1301308"/>
                  </a:lnTo>
                  <a:close/>
                  <a:moveTo>
                    <a:pt x="288882" y="1267318"/>
                  </a:moveTo>
                  <a:lnTo>
                    <a:pt x="302416" y="1301308"/>
                  </a:lnTo>
                  <a:lnTo>
                    <a:pt x="297342" y="1264053"/>
                  </a:lnTo>
                  <a:close/>
                  <a:moveTo>
                    <a:pt x="270729" y="1230563"/>
                  </a:moveTo>
                  <a:lnTo>
                    <a:pt x="297342" y="1264053"/>
                  </a:lnTo>
                  <a:lnTo>
                    <a:pt x="292820" y="1222982"/>
                  </a:lnTo>
                  <a:close/>
                  <a:moveTo>
                    <a:pt x="270729" y="1230563"/>
                  </a:moveTo>
                  <a:lnTo>
                    <a:pt x="288882" y="1267318"/>
                  </a:lnTo>
                  <a:lnTo>
                    <a:pt x="297342" y="1264053"/>
                  </a:lnTo>
                  <a:close/>
                  <a:moveTo>
                    <a:pt x="297342" y="1264053"/>
                  </a:moveTo>
                  <a:lnTo>
                    <a:pt x="346662" y="1251046"/>
                  </a:lnTo>
                  <a:lnTo>
                    <a:pt x="330793" y="1219199"/>
                  </a:lnTo>
                  <a:close/>
                  <a:moveTo>
                    <a:pt x="297342" y="1264053"/>
                  </a:moveTo>
                  <a:lnTo>
                    <a:pt x="330793" y="1219199"/>
                  </a:lnTo>
                  <a:lnTo>
                    <a:pt x="292820" y="1222982"/>
                  </a:lnTo>
                  <a:close/>
                  <a:moveTo>
                    <a:pt x="346662" y="1251046"/>
                  </a:moveTo>
                  <a:lnTo>
                    <a:pt x="354707" y="1276028"/>
                  </a:lnTo>
                  <a:lnTo>
                    <a:pt x="350496" y="1250135"/>
                  </a:lnTo>
                  <a:close/>
                  <a:moveTo>
                    <a:pt x="247440" y="1193808"/>
                  </a:moveTo>
                  <a:lnTo>
                    <a:pt x="292820" y="1222982"/>
                  </a:lnTo>
                  <a:lnTo>
                    <a:pt x="286148" y="1183659"/>
                  </a:lnTo>
                  <a:close/>
                  <a:moveTo>
                    <a:pt x="247440" y="1193808"/>
                  </a:moveTo>
                  <a:lnTo>
                    <a:pt x="270729" y="1230563"/>
                  </a:lnTo>
                  <a:lnTo>
                    <a:pt x="292820" y="1222982"/>
                  </a:lnTo>
                  <a:close/>
                  <a:moveTo>
                    <a:pt x="232231" y="1157054"/>
                  </a:moveTo>
                  <a:lnTo>
                    <a:pt x="286148" y="1183659"/>
                  </a:lnTo>
                  <a:lnTo>
                    <a:pt x="276227" y="1146978"/>
                  </a:lnTo>
                  <a:close/>
                  <a:moveTo>
                    <a:pt x="232231" y="1157054"/>
                  </a:moveTo>
                  <a:lnTo>
                    <a:pt x="247440" y="1193808"/>
                  </a:lnTo>
                  <a:lnTo>
                    <a:pt x="286148" y="1183659"/>
                  </a:lnTo>
                  <a:close/>
                  <a:moveTo>
                    <a:pt x="358209" y="1286405"/>
                  </a:moveTo>
                  <a:lnTo>
                    <a:pt x="350496" y="1250135"/>
                  </a:lnTo>
                  <a:lnTo>
                    <a:pt x="354707" y="1276028"/>
                  </a:lnTo>
                  <a:close/>
                  <a:moveTo>
                    <a:pt x="395284" y="1238605"/>
                  </a:moveTo>
                  <a:lnTo>
                    <a:pt x="350496" y="1250135"/>
                  </a:lnTo>
                  <a:lnTo>
                    <a:pt x="358209" y="1286405"/>
                  </a:lnTo>
                  <a:close/>
                  <a:moveTo>
                    <a:pt x="0" y="681627"/>
                  </a:moveTo>
                  <a:lnTo>
                    <a:pt x="39341" y="701198"/>
                  </a:lnTo>
                  <a:lnTo>
                    <a:pt x="33669" y="664444"/>
                  </a:lnTo>
                  <a:close/>
                  <a:moveTo>
                    <a:pt x="39116" y="651128"/>
                  </a:moveTo>
                  <a:lnTo>
                    <a:pt x="0" y="681627"/>
                  </a:lnTo>
                  <a:lnTo>
                    <a:pt x="33669" y="664444"/>
                  </a:lnTo>
                  <a:close/>
                  <a:moveTo>
                    <a:pt x="469454" y="1179013"/>
                  </a:moveTo>
                  <a:lnTo>
                    <a:pt x="488918" y="1211676"/>
                  </a:lnTo>
                  <a:lnTo>
                    <a:pt x="499529" y="1163284"/>
                  </a:lnTo>
                  <a:close/>
                  <a:moveTo>
                    <a:pt x="461442" y="1142258"/>
                  </a:moveTo>
                  <a:lnTo>
                    <a:pt x="499529" y="1163284"/>
                  </a:lnTo>
                  <a:lnTo>
                    <a:pt x="476577" y="1137197"/>
                  </a:lnTo>
                  <a:close/>
                  <a:moveTo>
                    <a:pt x="461442" y="1142258"/>
                  </a:moveTo>
                  <a:lnTo>
                    <a:pt x="469454" y="1179013"/>
                  </a:lnTo>
                  <a:lnTo>
                    <a:pt x="499529" y="1163284"/>
                  </a:lnTo>
                  <a:close/>
                  <a:moveTo>
                    <a:pt x="33669" y="664444"/>
                  </a:moveTo>
                  <a:lnTo>
                    <a:pt x="69965" y="670258"/>
                  </a:lnTo>
                  <a:lnTo>
                    <a:pt x="49403" y="658976"/>
                  </a:lnTo>
                  <a:close/>
                  <a:moveTo>
                    <a:pt x="39116" y="651128"/>
                  </a:moveTo>
                  <a:lnTo>
                    <a:pt x="33669" y="664444"/>
                  </a:lnTo>
                  <a:lnTo>
                    <a:pt x="49403" y="658976"/>
                  </a:lnTo>
                  <a:close/>
                  <a:moveTo>
                    <a:pt x="49403" y="658976"/>
                  </a:moveTo>
                  <a:lnTo>
                    <a:pt x="67416" y="632361"/>
                  </a:lnTo>
                  <a:lnTo>
                    <a:pt x="39116" y="651128"/>
                  </a:lnTo>
                  <a:close/>
                  <a:moveTo>
                    <a:pt x="49403" y="658976"/>
                  </a:moveTo>
                  <a:lnTo>
                    <a:pt x="91942" y="651481"/>
                  </a:lnTo>
                  <a:lnTo>
                    <a:pt x="67416" y="632361"/>
                  </a:lnTo>
                  <a:close/>
                  <a:moveTo>
                    <a:pt x="91942" y="651481"/>
                  </a:moveTo>
                  <a:lnTo>
                    <a:pt x="49403" y="658976"/>
                  </a:lnTo>
                  <a:lnTo>
                    <a:pt x="102903" y="668832"/>
                  </a:lnTo>
                  <a:close/>
                  <a:moveTo>
                    <a:pt x="49403" y="658976"/>
                  </a:moveTo>
                  <a:lnTo>
                    <a:pt x="69965" y="670258"/>
                  </a:lnTo>
                  <a:lnTo>
                    <a:pt x="102903" y="668832"/>
                  </a:lnTo>
                  <a:close/>
                  <a:moveTo>
                    <a:pt x="128081" y="649189"/>
                  </a:moveTo>
                  <a:lnTo>
                    <a:pt x="91942" y="651481"/>
                  </a:lnTo>
                  <a:lnTo>
                    <a:pt x="132425" y="654635"/>
                  </a:lnTo>
                  <a:close/>
                  <a:moveTo>
                    <a:pt x="91942" y="651481"/>
                  </a:moveTo>
                  <a:lnTo>
                    <a:pt x="102903" y="668832"/>
                  </a:lnTo>
                  <a:lnTo>
                    <a:pt x="132425" y="654635"/>
                  </a:lnTo>
                  <a:close/>
                  <a:moveTo>
                    <a:pt x="503347" y="1161830"/>
                  </a:moveTo>
                  <a:lnTo>
                    <a:pt x="560754" y="1163268"/>
                  </a:lnTo>
                  <a:lnTo>
                    <a:pt x="544504" y="1153809"/>
                  </a:lnTo>
                  <a:close/>
                  <a:moveTo>
                    <a:pt x="544504" y="1153809"/>
                  </a:moveTo>
                  <a:lnTo>
                    <a:pt x="560754" y="1163268"/>
                  </a:lnTo>
                  <a:lnTo>
                    <a:pt x="586318" y="1181401"/>
                  </a:lnTo>
                  <a:close/>
                  <a:moveTo>
                    <a:pt x="529843" y="1143903"/>
                  </a:moveTo>
                  <a:lnTo>
                    <a:pt x="503347" y="1161830"/>
                  </a:lnTo>
                  <a:lnTo>
                    <a:pt x="544504" y="1153809"/>
                  </a:lnTo>
                  <a:close/>
                  <a:moveTo>
                    <a:pt x="544504" y="1153809"/>
                  </a:moveTo>
                  <a:lnTo>
                    <a:pt x="587242" y="1137725"/>
                  </a:lnTo>
                  <a:lnTo>
                    <a:pt x="535515" y="1125075"/>
                  </a:lnTo>
                  <a:close/>
                  <a:moveTo>
                    <a:pt x="535515" y="1125075"/>
                  </a:moveTo>
                  <a:lnTo>
                    <a:pt x="587242" y="1137725"/>
                  </a:lnTo>
                  <a:lnTo>
                    <a:pt x="567592" y="1107892"/>
                  </a:lnTo>
                  <a:close/>
                  <a:moveTo>
                    <a:pt x="535515" y="1125075"/>
                  </a:moveTo>
                  <a:lnTo>
                    <a:pt x="529843" y="1143903"/>
                  </a:lnTo>
                  <a:lnTo>
                    <a:pt x="544504" y="1153809"/>
                  </a:lnTo>
                  <a:close/>
                  <a:moveTo>
                    <a:pt x="507711" y="997627"/>
                  </a:moveTo>
                  <a:lnTo>
                    <a:pt x="533914" y="1017198"/>
                  </a:lnTo>
                  <a:lnTo>
                    <a:pt x="530488" y="980443"/>
                  </a:lnTo>
                  <a:close/>
                  <a:moveTo>
                    <a:pt x="534595" y="969254"/>
                  </a:moveTo>
                  <a:lnTo>
                    <a:pt x="507711" y="997627"/>
                  </a:lnTo>
                  <a:lnTo>
                    <a:pt x="530488" y="980443"/>
                  </a:lnTo>
                  <a:close/>
                  <a:moveTo>
                    <a:pt x="530488" y="980443"/>
                  </a:moveTo>
                  <a:lnTo>
                    <a:pt x="567184" y="994891"/>
                  </a:lnTo>
                  <a:lnTo>
                    <a:pt x="551718" y="968956"/>
                  </a:lnTo>
                  <a:close/>
                  <a:moveTo>
                    <a:pt x="534595" y="969254"/>
                  </a:moveTo>
                  <a:lnTo>
                    <a:pt x="530488" y="980443"/>
                  </a:lnTo>
                  <a:lnTo>
                    <a:pt x="551718" y="968956"/>
                  </a:lnTo>
                  <a:close/>
                  <a:moveTo>
                    <a:pt x="420513" y="615282"/>
                  </a:moveTo>
                  <a:lnTo>
                    <a:pt x="392581" y="659089"/>
                  </a:lnTo>
                  <a:lnTo>
                    <a:pt x="413158" y="652036"/>
                  </a:lnTo>
                  <a:close/>
                  <a:moveTo>
                    <a:pt x="420513" y="615282"/>
                  </a:moveTo>
                  <a:lnTo>
                    <a:pt x="453927" y="636305"/>
                  </a:lnTo>
                  <a:lnTo>
                    <a:pt x="429585" y="611347"/>
                  </a:lnTo>
                  <a:close/>
                  <a:moveTo>
                    <a:pt x="420513" y="615282"/>
                  </a:moveTo>
                  <a:lnTo>
                    <a:pt x="413158" y="652036"/>
                  </a:lnTo>
                  <a:lnTo>
                    <a:pt x="453927" y="636305"/>
                  </a:lnTo>
                  <a:close/>
                  <a:moveTo>
                    <a:pt x="457309" y="634853"/>
                  </a:moveTo>
                  <a:lnTo>
                    <a:pt x="461324" y="598098"/>
                  </a:lnTo>
                  <a:lnTo>
                    <a:pt x="453927" y="636305"/>
                  </a:lnTo>
                  <a:close/>
                  <a:moveTo>
                    <a:pt x="461324" y="598098"/>
                  </a:moveTo>
                  <a:lnTo>
                    <a:pt x="429585" y="611347"/>
                  </a:lnTo>
                  <a:lnTo>
                    <a:pt x="453927" y="636305"/>
                  </a:lnTo>
                  <a:close/>
                  <a:moveTo>
                    <a:pt x="423510" y="610660"/>
                  </a:moveTo>
                  <a:lnTo>
                    <a:pt x="420513" y="615282"/>
                  </a:lnTo>
                  <a:lnTo>
                    <a:pt x="429585" y="611347"/>
                  </a:lnTo>
                  <a:close/>
                  <a:moveTo>
                    <a:pt x="456260" y="561343"/>
                  </a:moveTo>
                  <a:lnTo>
                    <a:pt x="429585" y="611347"/>
                  </a:lnTo>
                  <a:lnTo>
                    <a:pt x="461324" y="598098"/>
                  </a:lnTo>
                  <a:close/>
                  <a:moveTo>
                    <a:pt x="824565" y="1039158"/>
                  </a:moveTo>
                  <a:lnTo>
                    <a:pt x="824393" y="1075913"/>
                  </a:lnTo>
                  <a:lnTo>
                    <a:pt x="853877" y="1064824"/>
                  </a:lnTo>
                  <a:close/>
                  <a:moveTo>
                    <a:pt x="872489" y="1058730"/>
                  </a:moveTo>
                  <a:lnTo>
                    <a:pt x="863681" y="1021975"/>
                  </a:lnTo>
                  <a:lnTo>
                    <a:pt x="865158" y="1044517"/>
                  </a:lnTo>
                  <a:close/>
                  <a:moveTo>
                    <a:pt x="853877" y="1064824"/>
                  </a:moveTo>
                  <a:lnTo>
                    <a:pt x="872489" y="1058730"/>
                  </a:lnTo>
                  <a:lnTo>
                    <a:pt x="865158" y="1044517"/>
                  </a:lnTo>
                  <a:close/>
                  <a:moveTo>
                    <a:pt x="833386" y="1036736"/>
                  </a:moveTo>
                  <a:lnTo>
                    <a:pt x="853877" y="1064824"/>
                  </a:lnTo>
                  <a:lnTo>
                    <a:pt x="865158" y="1044517"/>
                  </a:lnTo>
                  <a:close/>
                  <a:moveTo>
                    <a:pt x="456260" y="561343"/>
                  </a:moveTo>
                  <a:lnTo>
                    <a:pt x="491422" y="547583"/>
                  </a:lnTo>
                  <a:lnTo>
                    <a:pt x="488399" y="545874"/>
                  </a:lnTo>
                  <a:close/>
                  <a:moveTo>
                    <a:pt x="486655" y="580915"/>
                  </a:moveTo>
                  <a:lnTo>
                    <a:pt x="491422" y="547583"/>
                  </a:lnTo>
                  <a:lnTo>
                    <a:pt x="456260" y="561343"/>
                  </a:lnTo>
                  <a:close/>
                  <a:moveTo>
                    <a:pt x="461324" y="598098"/>
                  </a:moveTo>
                  <a:lnTo>
                    <a:pt x="486655" y="580915"/>
                  </a:lnTo>
                  <a:lnTo>
                    <a:pt x="456260" y="561343"/>
                  </a:lnTo>
                  <a:close/>
                  <a:moveTo>
                    <a:pt x="465332" y="546244"/>
                  </a:moveTo>
                  <a:lnTo>
                    <a:pt x="456260" y="561343"/>
                  </a:lnTo>
                  <a:lnTo>
                    <a:pt x="488399" y="545874"/>
                  </a:lnTo>
                  <a:close/>
                  <a:moveTo>
                    <a:pt x="508947" y="507405"/>
                  </a:moveTo>
                  <a:lnTo>
                    <a:pt x="488399" y="545874"/>
                  </a:lnTo>
                  <a:lnTo>
                    <a:pt x="491832" y="544160"/>
                  </a:lnTo>
                  <a:close/>
                  <a:moveTo>
                    <a:pt x="488399" y="545874"/>
                  </a:moveTo>
                  <a:lnTo>
                    <a:pt x="491422" y="547583"/>
                  </a:lnTo>
                  <a:lnTo>
                    <a:pt x="491832" y="544160"/>
                  </a:lnTo>
                  <a:close/>
                  <a:moveTo>
                    <a:pt x="317205" y="394518"/>
                  </a:moveTo>
                  <a:lnTo>
                    <a:pt x="292241" y="397390"/>
                  </a:lnTo>
                  <a:lnTo>
                    <a:pt x="277619" y="414323"/>
                  </a:lnTo>
                  <a:close/>
                  <a:moveTo>
                    <a:pt x="795371" y="936539"/>
                  </a:moveTo>
                  <a:lnTo>
                    <a:pt x="789912" y="948465"/>
                  </a:lnTo>
                  <a:lnTo>
                    <a:pt x="802004" y="945666"/>
                  </a:lnTo>
                  <a:close/>
                  <a:moveTo>
                    <a:pt x="783612" y="871124"/>
                  </a:moveTo>
                  <a:lnTo>
                    <a:pt x="782001" y="886549"/>
                  </a:lnTo>
                  <a:lnTo>
                    <a:pt x="815336" y="857771"/>
                  </a:lnTo>
                  <a:close/>
                  <a:moveTo>
                    <a:pt x="825789" y="829482"/>
                  </a:moveTo>
                  <a:lnTo>
                    <a:pt x="771517" y="847353"/>
                  </a:lnTo>
                  <a:lnTo>
                    <a:pt x="815336" y="857771"/>
                  </a:lnTo>
                  <a:close/>
                  <a:moveTo>
                    <a:pt x="815336" y="857771"/>
                  </a:moveTo>
                  <a:lnTo>
                    <a:pt x="771517" y="847353"/>
                  </a:lnTo>
                  <a:lnTo>
                    <a:pt x="783612" y="871124"/>
                  </a:lnTo>
                  <a:close/>
                  <a:moveTo>
                    <a:pt x="491422" y="547583"/>
                  </a:moveTo>
                  <a:lnTo>
                    <a:pt x="486655" y="580915"/>
                  </a:lnTo>
                  <a:lnTo>
                    <a:pt x="510728" y="572468"/>
                  </a:lnTo>
                  <a:close/>
                  <a:moveTo>
                    <a:pt x="510728" y="572468"/>
                  </a:moveTo>
                  <a:lnTo>
                    <a:pt x="491832" y="544160"/>
                  </a:lnTo>
                  <a:lnTo>
                    <a:pt x="491422" y="547583"/>
                  </a:lnTo>
                  <a:close/>
                  <a:moveTo>
                    <a:pt x="542340" y="529109"/>
                  </a:moveTo>
                  <a:lnTo>
                    <a:pt x="491832" y="544160"/>
                  </a:lnTo>
                  <a:lnTo>
                    <a:pt x="510728" y="572468"/>
                  </a:lnTo>
                  <a:close/>
                  <a:moveTo>
                    <a:pt x="546289" y="570645"/>
                  </a:moveTo>
                  <a:lnTo>
                    <a:pt x="542340" y="529109"/>
                  </a:lnTo>
                  <a:lnTo>
                    <a:pt x="510728" y="572468"/>
                  </a:lnTo>
                  <a:close/>
                  <a:moveTo>
                    <a:pt x="569141" y="563732"/>
                  </a:moveTo>
                  <a:lnTo>
                    <a:pt x="579729" y="532384"/>
                  </a:lnTo>
                  <a:lnTo>
                    <a:pt x="546289" y="570645"/>
                  </a:lnTo>
                  <a:close/>
                  <a:moveTo>
                    <a:pt x="546289" y="570645"/>
                  </a:moveTo>
                  <a:lnTo>
                    <a:pt x="579729" y="532384"/>
                  </a:lnTo>
                  <a:lnTo>
                    <a:pt x="576597" y="528347"/>
                  </a:lnTo>
                  <a:close/>
                  <a:moveTo>
                    <a:pt x="546289" y="570645"/>
                  </a:moveTo>
                  <a:lnTo>
                    <a:pt x="576597" y="528347"/>
                  </a:lnTo>
                  <a:lnTo>
                    <a:pt x="542340" y="529109"/>
                  </a:lnTo>
                  <a:close/>
                  <a:moveTo>
                    <a:pt x="581579" y="526977"/>
                  </a:moveTo>
                  <a:lnTo>
                    <a:pt x="576597" y="528347"/>
                  </a:lnTo>
                  <a:lnTo>
                    <a:pt x="579729" y="532384"/>
                  </a:lnTo>
                  <a:close/>
                  <a:moveTo>
                    <a:pt x="508947" y="507405"/>
                  </a:moveTo>
                  <a:lnTo>
                    <a:pt x="542340" y="529109"/>
                  </a:lnTo>
                  <a:lnTo>
                    <a:pt x="519443" y="502977"/>
                  </a:lnTo>
                  <a:close/>
                  <a:moveTo>
                    <a:pt x="508947" y="507405"/>
                  </a:moveTo>
                  <a:lnTo>
                    <a:pt x="491832" y="544160"/>
                  </a:lnTo>
                  <a:lnTo>
                    <a:pt x="542340" y="529109"/>
                  </a:lnTo>
                  <a:close/>
                  <a:moveTo>
                    <a:pt x="576597" y="528347"/>
                  </a:moveTo>
                  <a:lnTo>
                    <a:pt x="519443" y="502977"/>
                  </a:lnTo>
                  <a:lnTo>
                    <a:pt x="542340" y="529109"/>
                  </a:lnTo>
                  <a:close/>
                  <a:moveTo>
                    <a:pt x="576597" y="528347"/>
                  </a:moveTo>
                  <a:lnTo>
                    <a:pt x="581579" y="526977"/>
                  </a:lnTo>
                  <a:lnTo>
                    <a:pt x="575488" y="516527"/>
                  </a:lnTo>
                  <a:close/>
                  <a:moveTo>
                    <a:pt x="857396" y="927722"/>
                  </a:moveTo>
                  <a:lnTo>
                    <a:pt x="900012" y="886203"/>
                  </a:lnTo>
                  <a:lnTo>
                    <a:pt x="896249" y="878476"/>
                  </a:lnTo>
                  <a:close/>
                  <a:moveTo>
                    <a:pt x="857396" y="927722"/>
                  </a:moveTo>
                  <a:lnTo>
                    <a:pt x="896249" y="878476"/>
                  </a:lnTo>
                  <a:lnTo>
                    <a:pt x="851184" y="888025"/>
                  </a:lnTo>
                  <a:close/>
                  <a:moveTo>
                    <a:pt x="815336" y="857771"/>
                  </a:moveTo>
                  <a:lnTo>
                    <a:pt x="851184" y="888025"/>
                  </a:lnTo>
                  <a:lnTo>
                    <a:pt x="842233" y="850554"/>
                  </a:lnTo>
                  <a:close/>
                  <a:moveTo>
                    <a:pt x="815336" y="857771"/>
                  </a:moveTo>
                  <a:lnTo>
                    <a:pt x="832743" y="894526"/>
                  </a:lnTo>
                  <a:lnTo>
                    <a:pt x="851184" y="888025"/>
                  </a:lnTo>
                  <a:close/>
                  <a:moveTo>
                    <a:pt x="825789" y="829482"/>
                  </a:moveTo>
                  <a:lnTo>
                    <a:pt x="815336" y="857771"/>
                  </a:lnTo>
                  <a:lnTo>
                    <a:pt x="842233" y="850554"/>
                  </a:lnTo>
                  <a:close/>
                  <a:moveTo>
                    <a:pt x="761663" y="693568"/>
                  </a:moveTo>
                  <a:lnTo>
                    <a:pt x="776989" y="675395"/>
                  </a:lnTo>
                  <a:lnTo>
                    <a:pt x="726174" y="673996"/>
                  </a:lnTo>
                  <a:close/>
                  <a:moveTo>
                    <a:pt x="729044" y="710751"/>
                  </a:moveTo>
                  <a:lnTo>
                    <a:pt x="761663" y="693568"/>
                  </a:lnTo>
                  <a:lnTo>
                    <a:pt x="726174" y="673996"/>
                  </a:lnTo>
                  <a:close/>
                  <a:moveTo>
                    <a:pt x="569141" y="563732"/>
                  </a:moveTo>
                  <a:lnTo>
                    <a:pt x="594080" y="586039"/>
                  </a:lnTo>
                  <a:lnTo>
                    <a:pt x="596533" y="556886"/>
                  </a:lnTo>
                  <a:close/>
                  <a:moveTo>
                    <a:pt x="579729" y="532384"/>
                  </a:moveTo>
                  <a:lnTo>
                    <a:pt x="569141" y="563732"/>
                  </a:lnTo>
                  <a:lnTo>
                    <a:pt x="596533" y="556886"/>
                  </a:lnTo>
                  <a:close/>
                  <a:moveTo>
                    <a:pt x="579729" y="532384"/>
                  </a:moveTo>
                  <a:lnTo>
                    <a:pt x="596533" y="556886"/>
                  </a:lnTo>
                  <a:lnTo>
                    <a:pt x="581579" y="526977"/>
                  </a:lnTo>
                  <a:close/>
                  <a:moveTo>
                    <a:pt x="581579" y="526977"/>
                  </a:moveTo>
                  <a:lnTo>
                    <a:pt x="596533" y="556886"/>
                  </a:lnTo>
                  <a:lnTo>
                    <a:pt x="634579" y="546548"/>
                  </a:lnTo>
                  <a:close/>
                  <a:moveTo>
                    <a:pt x="583337" y="478120"/>
                  </a:moveTo>
                  <a:lnTo>
                    <a:pt x="575488" y="516527"/>
                  </a:lnTo>
                  <a:lnTo>
                    <a:pt x="592797" y="473038"/>
                  </a:lnTo>
                  <a:close/>
                  <a:moveTo>
                    <a:pt x="592797" y="473038"/>
                  </a:moveTo>
                  <a:lnTo>
                    <a:pt x="575488" y="516527"/>
                  </a:lnTo>
                  <a:lnTo>
                    <a:pt x="581579" y="526977"/>
                  </a:lnTo>
                  <a:close/>
                  <a:moveTo>
                    <a:pt x="592797" y="473038"/>
                  </a:moveTo>
                  <a:lnTo>
                    <a:pt x="581579" y="526977"/>
                  </a:lnTo>
                  <a:lnTo>
                    <a:pt x="622170" y="509793"/>
                  </a:lnTo>
                  <a:close/>
                  <a:moveTo>
                    <a:pt x="557470" y="490222"/>
                  </a:moveTo>
                  <a:lnTo>
                    <a:pt x="575488" y="516527"/>
                  </a:lnTo>
                  <a:lnTo>
                    <a:pt x="583337" y="478120"/>
                  </a:lnTo>
                  <a:close/>
                  <a:moveTo>
                    <a:pt x="564633" y="453467"/>
                  </a:moveTo>
                  <a:lnTo>
                    <a:pt x="583337" y="478120"/>
                  </a:lnTo>
                  <a:lnTo>
                    <a:pt x="592797" y="473038"/>
                  </a:lnTo>
                  <a:close/>
                  <a:moveTo>
                    <a:pt x="596327" y="436283"/>
                  </a:moveTo>
                  <a:lnTo>
                    <a:pt x="637662" y="431997"/>
                  </a:lnTo>
                  <a:lnTo>
                    <a:pt x="620211" y="430484"/>
                  </a:lnTo>
                  <a:close/>
                  <a:moveTo>
                    <a:pt x="620093" y="455855"/>
                  </a:moveTo>
                  <a:lnTo>
                    <a:pt x="637662" y="431997"/>
                  </a:lnTo>
                  <a:lnTo>
                    <a:pt x="596327" y="436283"/>
                  </a:lnTo>
                  <a:close/>
                  <a:moveTo>
                    <a:pt x="592797" y="473038"/>
                  </a:moveTo>
                  <a:lnTo>
                    <a:pt x="620093" y="455855"/>
                  </a:lnTo>
                  <a:lnTo>
                    <a:pt x="596327" y="436283"/>
                  </a:lnTo>
                  <a:close/>
                  <a:moveTo>
                    <a:pt x="620211" y="430484"/>
                  </a:moveTo>
                  <a:lnTo>
                    <a:pt x="637662" y="431997"/>
                  </a:lnTo>
                  <a:lnTo>
                    <a:pt x="645205" y="419100"/>
                  </a:lnTo>
                  <a:close/>
                  <a:moveTo>
                    <a:pt x="662418" y="428345"/>
                  </a:moveTo>
                  <a:lnTo>
                    <a:pt x="637662" y="431997"/>
                  </a:lnTo>
                  <a:lnTo>
                    <a:pt x="620093" y="455855"/>
                  </a:lnTo>
                  <a:close/>
                  <a:moveTo>
                    <a:pt x="337486" y="57144"/>
                  </a:moveTo>
                  <a:lnTo>
                    <a:pt x="306179" y="64671"/>
                  </a:lnTo>
                  <a:lnTo>
                    <a:pt x="366165" y="68162"/>
                  </a:lnTo>
                  <a:close/>
                  <a:moveTo>
                    <a:pt x="586057" y="73510"/>
                  </a:moveTo>
                  <a:lnTo>
                    <a:pt x="600708" y="33573"/>
                  </a:lnTo>
                  <a:lnTo>
                    <a:pt x="600052" y="19571"/>
                  </a:lnTo>
                  <a:close/>
                  <a:moveTo>
                    <a:pt x="579351" y="0"/>
                  </a:moveTo>
                  <a:lnTo>
                    <a:pt x="580149" y="33241"/>
                  </a:lnTo>
                  <a:lnTo>
                    <a:pt x="600052" y="19571"/>
                  </a:lnTo>
                  <a:close/>
                  <a:moveTo>
                    <a:pt x="724007" y="129837"/>
                  </a:moveTo>
                  <a:lnTo>
                    <a:pt x="748409" y="115867"/>
                  </a:lnTo>
                  <a:lnTo>
                    <a:pt x="735746" y="122249"/>
                  </a:lnTo>
                  <a:close/>
                  <a:moveTo>
                    <a:pt x="735511" y="149408"/>
                  </a:moveTo>
                  <a:lnTo>
                    <a:pt x="748409" y="115867"/>
                  </a:lnTo>
                  <a:lnTo>
                    <a:pt x="724007" y="129837"/>
                  </a:lnTo>
                  <a:close/>
                  <a:moveTo>
                    <a:pt x="735746" y="122249"/>
                  </a:moveTo>
                  <a:lnTo>
                    <a:pt x="724428" y="122414"/>
                  </a:lnTo>
                  <a:lnTo>
                    <a:pt x="724007" y="129837"/>
                  </a:lnTo>
                  <a:close/>
                  <a:moveTo>
                    <a:pt x="740841" y="75898"/>
                  </a:moveTo>
                  <a:lnTo>
                    <a:pt x="735746" y="122249"/>
                  </a:lnTo>
                  <a:lnTo>
                    <a:pt x="749907" y="112653"/>
                  </a:lnTo>
                  <a:close/>
                  <a:moveTo>
                    <a:pt x="735746" y="122249"/>
                  </a:moveTo>
                  <a:lnTo>
                    <a:pt x="748409" y="115867"/>
                  </a:lnTo>
                  <a:lnTo>
                    <a:pt x="749907" y="112653"/>
                  </a:lnTo>
                  <a:close/>
                </a:path>
              </a:pathLst>
            </a:custGeom>
            <a:solidFill>
              <a:srgbClr val="D7DEE3"/>
            </a:solidFill>
            <a:ln w="1524">
              <a:solidFill>
                <a:srgbClr val="D7DEE3"/>
              </a:solidFill>
            </a:ln>
          </p:spPr>
        </p:sp>
        <p:sp>
          <p:nvSpPr>
            <p:cNvPr id="118" name="Input_density__117">
              <a:extLst>
                <a:ext uri="{FF2B5EF4-FFF2-40B4-BE49-F238E27FC236}">
                  <a16:creationId xmlns:a16="http://schemas.microsoft.com/office/drawing/2014/main" id="{FA9B2043-B006-6910-6F93-511492A8D660}"/>
                </a:ext>
              </a:extLst>
            </p:cNvPr>
            <p:cNvSpPr>
              <a:spLocks noGrp="1"/>
            </p:cNvSpPr>
            <p:nvPr/>
          </p:nvSpPr>
          <p:spPr>
            <a:xfrm>
              <a:off x="901105" y="1610804"/>
              <a:ext cx="978324" cy="1397700"/>
            </a:xfrm>
            <a:custGeom>
              <a:avLst/>
              <a:gdLst/>
              <a:ahLst/>
              <a:cxnLst/>
              <a:rect l="0" t="0" r="0" b="0"/>
              <a:pathLst>
                <a:path w="978324" h="1397700">
                  <a:moveTo>
                    <a:pt x="294445" y="1397700"/>
                  </a:moveTo>
                  <a:lnTo>
                    <a:pt x="316658" y="1394767"/>
                  </a:lnTo>
                  <a:lnTo>
                    <a:pt x="279457" y="1370031"/>
                  </a:lnTo>
                  <a:close/>
                  <a:moveTo>
                    <a:pt x="340099" y="1377583"/>
                  </a:moveTo>
                  <a:lnTo>
                    <a:pt x="320151" y="1397602"/>
                  </a:lnTo>
                  <a:lnTo>
                    <a:pt x="340642" y="1378006"/>
                  </a:lnTo>
                  <a:close/>
                  <a:moveTo>
                    <a:pt x="340099" y="1377583"/>
                  </a:moveTo>
                  <a:lnTo>
                    <a:pt x="316658" y="1394767"/>
                  </a:lnTo>
                  <a:lnTo>
                    <a:pt x="320151" y="1397602"/>
                  </a:lnTo>
                  <a:close/>
                  <a:moveTo>
                    <a:pt x="324747" y="1394767"/>
                  </a:moveTo>
                  <a:lnTo>
                    <a:pt x="340642" y="1378006"/>
                  </a:lnTo>
                  <a:lnTo>
                    <a:pt x="320151" y="1397602"/>
                  </a:lnTo>
                  <a:close/>
                  <a:moveTo>
                    <a:pt x="324747" y="1394767"/>
                  </a:moveTo>
                  <a:lnTo>
                    <a:pt x="344844" y="1377583"/>
                  </a:lnTo>
                  <a:lnTo>
                    <a:pt x="340642" y="1378006"/>
                  </a:lnTo>
                  <a:close/>
                  <a:moveTo>
                    <a:pt x="0" y="899769"/>
                  </a:moveTo>
                  <a:lnTo>
                    <a:pt x="8722" y="903095"/>
                  </a:lnTo>
                  <a:lnTo>
                    <a:pt x="14783" y="907134"/>
                  </a:lnTo>
                  <a:close/>
                  <a:moveTo>
                    <a:pt x="353405" y="1329519"/>
                  </a:moveTo>
                  <a:lnTo>
                    <a:pt x="344844" y="1377583"/>
                  </a:lnTo>
                  <a:lnTo>
                    <a:pt x="372560" y="1372769"/>
                  </a:lnTo>
                  <a:close/>
                  <a:moveTo>
                    <a:pt x="18212" y="895379"/>
                  </a:moveTo>
                  <a:lnTo>
                    <a:pt x="0" y="899769"/>
                  </a:lnTo>
                  <a:lnTo>
                    <a:pt x="14783" y="907134"/>
                  </a:lnTo>
                  <a:close/>
                  <a:moveTo>
                    <a:pt x="27247" y="857527"/>
                  </a:moveTo>
                  <a:lnTo>
                    <a:pt x="0" y="899769"/>
                  </a:lnTo>
                  <a:lnTo>
                    <a:pt x="18212" y="895379"/>
                  </a:lnTo>
                  <a:close/>
                  <a:moveTo>
                    <a:pt x="18212" y="895379"/>
                  </a:moveTo>
                  <a:lnTo>
                    <a:pt x="57212" y="890761"/>
                  </a:lnTo>
                  <a:lnTo>
                    <a:pt x="27247" y="857527"/>
                  </a:lnTo>
                  <a:close/>
                  <a:moveTo>
                    <a:pt x="57212" y="890761"/>
                  </a:moveTo>
                  <a:lnTo>
                    <a:pt x="64153" y="870935"/>
                  </a:lnTo>
                  <a:lnTo>
                    <a:pt x="27247" y="857527"/>
                  </a:lnTo>
                  <a:close/>
                  <a:moveTo>
                    <a:pt x="391452" y="1318525"/>
                  </a:moveTo>
                  <a:lnTo>
                    <a:pt x="391743" y="1348279"/>
                  </a:lnTo>
                  <a:lnTo>
                    <a:pt x="415272" y="1323645"/>
                  </a:lnTo>
                  <a:close/>
                  <a:moveTo>
                    <a:pt x="69102" y="836348"/>
                  </a:moveTo>
                  <a:lnTo>
                    <a:pt x="34944" y="837030"/>
                  </a:lnTo>
                  <a:lnTo>
                    <a:pt x="27247" y="857527"/>
                  </a:lnTo>
                  <a:close/>
                  <a:moveTo>
                    <a:pt x="294131" y="958483"/>
                  </a:moveTo>
                  <a:lnTo>
                    <a:pt x="279498" y="985351"/>
                  </a:lnTo>
                  <a:lnTo>
                    <a:pt x="299290" y="963639"/>
                  </a:lnTo>
                  <a:close/>
                  <a:moveTo>
                    <a:pt x="299290" y="963639"/>
                  </a:moveTo>
                  <a:lnTo>
                    <a:pt x="279498" y="985351"/>
                  </a:lnTo>
                  <a:lnTo>
                    <a:pt x="277622" y="998913"/>
                  </a:lnTo>
                  <a:close/>
                  <a:moveTo>
                    <a:pt x="24460" y="750896"/>
                  </a:moveTo>
                  <a:lnTo>
                    <a:pt x="51914" y="728968"/>
                  </a:lnTo>
                  <a:lnTo>
                    <a:pt x="75333" y="720320"/>
                  </a:lnTo>
                  <a:close/>
                  <a:moveTo>
                    <a:pt x="202990" y="764017"/>
                  </a:moveTo>
                  <a:lnTo>
                    <a:pt x="198475" y="757525"/>
                  </a:lnTo>
                  <a:lnTo>
                    <a:pt x="206692" y="794280"/>
                  </a:lnTo>
                  <a:close/>
                  <a:moveTo>
                    <a:pt x="504806" y="1198585"/>
                  </a:moveTo>
                  <a:lnTo>
                    <a:pt x="510513" y="1213501"/>
                  </a:lnTo>
                  <a:lnTo>
                    <a:pt x="538007" y="1232784"/>
                  </a:lnTo>
                  <a:close/>
                  <a:moveTo>
                    <a:pt x="528896" y="1153809"/>
                  </a:moveTo>
                  <a:lnTo>
                    <a:pt x="559796" y="1189673"/>
                  </a:lnTo>
                  <a:lnTo>
                    <a:pt x="562701" y="1153414"/>
                  </a:lnTo>
                  <a:close/>
                  <a:moveTo>
                    <a:pt x="144198" y="757009"/>
                  </a:moveTo>
                  <a:lnTo>
                    <a:pt x="150906" y="720770"/>
                  </a:lnTo>
                  <a:lnTo>
                    <a:pt x="143595" y="713381"/>
                  </a:lnTo>
                  <a:close/>
                  <a:moveTo>
                    <a:pt x="314261" y="772479"/>
                  </a:moveTo>
                  <a:lnTo>
                    <a:pt x="371712" y="792347"/>
                  </a:lnTo>
                  <a:lnTo>
                    <a:pt x="337722" y="789840"/>
                  </a:lnTo>
                  <a:close/>
                  <a:moveTo>
                    <a:pt x="267401" y="738740"/>
                  </a:moveTo>
                  <a:lnTo>
                    <a:pt x="307800" y="774174"/>
                  </a:lnTo>
                  <a:lnTo>
                    <a:pt x="314261" y="772479"/>
                  </a:lnTo>
                  <a:close/>
                  <a:moveTo>
                    <a:pt x="767525" y="1179408"/>
                  </a:moveTo>
                  <a:lnTo>
                    <a:pt x="770933" y="1183790"/>
                  </a:lnTo>
                  <a:lnTo>
                    <a:pt x="751903" y="1152696"/>
                  </a:lnTo>
                  <a:close/>
                  <a:moveTo>
                    <a:pt x="393765" y="824426"/>
                  </a:moveTo>
                  <a:lnTo>
                    <a:pt x="405394" y="870178"/>
                  </a:lnTo>
                  <a:lnTo>
                    <a:pt x="407088" y="833423"/>
                  </a:lnTo>
                  <a:close/>
                  <a:moveTo>
                    <a:pt x="393765" y="824426"/>
                  </a:moveTo>
                  <a:lnTo>
                    <a:pt x="407088" y="833423"/>
                  </a:lnTo>
                  <a:lnTo>
                    <a:pt x="374060" y="801127"/>
                  </a:lnTo>
                  <a:close/>
                  <a:moveTo>
                    <a:pt x="369712" y="742730"/>
                  </a:moveTo>
                  <a:lnTo>
                    <a:pt x="344912" y="792308"/>
                  </a:lnTo>
                  <a:lnTo>
                    <a:pt x="371712" y="792347"/>
                  </a:lnTo>
                  <a:close/>
                  <a:moveTo>
                    <a:pt x="645764" y="1001686"/>
                  </a:moveTo>
                  <a:lnTo>
                    <a:pt x="627503" y="993578"/>
                  </a:lnTo>
                  <a:lnTo>
                    <a:pt x="674889" y="1019586"/>
                  </a:lnTo>
                  <a:close/>
                  <a:moveTo>
                    <a:pt x="698345" y="1034908"/>
                  </a:moveTo>
                  <a:lnTo>
                    <a:pt x="747797" y="1056341"/>
                  </a:lnTo>
                  <a:lnTo>
                    <a:pt x="725426" y="1050375"/>
                  </a:lnTo>
                  <a:close/>
                  <a:moveTo>
                    <a:pt x="387892" y="694960"/>
                  </a:moveTo>
                  <a:lnTo>
                    <a:pt x="392467" y="705975"/>
                  </a:lnTo>
                  <a:lnTo>
                    <a:pt x="376973" y="659089"/>
                  </a:lnTo>
                  <a:close/>
                  <a:moveTo>
                    <a:pt x="376973" y="659089"/>
                  </a:moveTo>
                  <a:lnTo>
                    <a:pt x="392467" y="705975"/>
                  </a:lnTo>
                  <a:lnTo>
                    <a:pt x="425281" y="675641"/>
                  </a:lnTo>
                  <a:close/>
                  <a:moveTo>
                    <a:pt x="791087" y="1093097"/>
                  </a:moveTo>
                  <a:lnTo>
                    <a:pt x="810269" y="1118435"/>
                  </a:lnTo>
                  <a:lnTo>
                    <a:pt x="812529" y="1112668"/>
                  </a:lnTo>
                  <a:close/>
                  <a:moveTo>
                    <a:pt x="725426" y="1050375"/>
                  </a:moveTo>
                  <a:lnTo>
                    <a:pt x="779252" y="1030836"/>
                  </a:lnTo>
                  <a:lnTo>
                    <a:pt x="745492" y="1029191"/>
                  </a:lnTo>
                  <a:close/>
                  <a:moveTo>
                    <a:pt x="481861" y="672741"/>
                  </a:moveTo>
                  <a:lnTo>
                    <a:pt x="440403" y="679357"/>
                  </a:lnTo>
                  <a:lnTo>
                    <a:pt x="441700" y="634853"/>
                  </a:lnTo>
                  <a:close/>
                  <a:moveTo>
                    <a:pt x="457379" y="671074"/>
                  </a:moveTo>
                  <a:lnTo>
                    <a:pt x="481861" y="672741"/>
                  </a:lnTo>
                  <a:lnTo>
                    <a:pt x="441700" y="634853"/>
                  </a:lnTo>
                  <a:close/>
                  <a:moveTo>
                    <a:pt x="425281" y="675641"/>
                  </a:moveTo>
                  <a:lnTo>
                    <a:pt x="457379" y="671074"/>
                  </a:lnTo>
                  <a:lnTo>
                    <a:pt x="441700" y="634853"/>
                  </a:lnTo>
                  <a:close/>
                  <a:moveTo>
                    <a:pt x="138133" y="349500"/>
                  </a:moveTo>
                  <a:lnTo>
                    <a:pt x="185023" y="348812"/>
                  </a:lnTo>
                  <a:lnTo>
                    <a:pt x="187023" y="311506"/>
                  </a:lnTo>
                  <a:close/>
                  <a:moveTo>
                    <a:pt x="210108" y="355506"/>
                  </a:moveTo>
                  <a:lnTo>
                    <a:pt x="177813" y="373279"/>
                  </a:lnTo>
                  <a:lnTo>
                    <a:pt x="208842" y="364717"/>
                  </a:lnTo>
                  <a:close/>
                  <a:moveTo>
                    <a:pt x="210108" y="355506"/>
                  </a:moveTo>
                  <a:lnTo>
                    <a:pt x="185023" y="348812"/>
                  </a:lnTo>
                  <a:lnTo>
                    <a:pt x="177813" y="373279"/>
                  </a:lnTo>
                  <a:close/>
                  <a:moveTo>
                    <a:pt x="185023" y="348812"/>
                  </a:moveTo>
                  <a:lnTo>
                    <a:pt x="210108" y="355506"/>
                  </a:lnTo>
                  <a:lnTo>
                    <a:pt x="187023" y="311506"/>
                  </a:lnTo>
                  <a:close/>
                  <a:moveTo>
                    <a:pt x="210108" y="355506"/>
                  </a:moveTo>
                  <a:lnTo>
                    <a:pt x="222199" y="318451"/>
                  </a:lnTo>
                  <a:lnTo>
                    <a:pt x="187023" y="311506"/>
                  </a:lnTo>
                  <a:close/>
                  <a:moveTo>
                    <a:pt x="801555" y="915683"/>
                  </a:moveTo>
                  <a:lnTo>
                    <a:pt x="804424" y="958097"/>
                  </a:lnTo>
                  <a:lnTo>
                    <a:pt x="779763" y="936539"/>
                  </a:lnTo>
                  <a:close/>
                  <a:moveTo>
                    <a:pt x="726176" y="878041"/>
                  </a:moveTo>
                  <a:lnTo>
                    <a:pt x="766393" y="886549"/>
                  </a:lnTo>
                  <a:lnTo>
                    <a:pt x="732826" y="885625"/>
                  </a:lnTo>
                  <a:close/>
                  <a:moveTo>
                    <a:pt x="590231" y="781873"/>
                  </a:moveTo>
                  <a:lnTo>
                    <a:pt x="606409" y="764690"/>
                  </a:lnTo>
                  <a:lnTo>
                    <a:pt x="597182" y="818628"/>
                  </a:lnTo>
                  <a:close/>
                  <a:moveTo>
                    <a:pt x="597442" y="727935"/>
                  </a:moveTo>
                  <a:lnTo>
                    <a:pt x="606409" y="764690"/>
                  </a:lnTo>
                  <a:lnTo>
                    <a:pt x="602759" y="745118"/>
                  </a:lnTo>
                  <a:close/>
                  <a:moveTo>
                    <a:pt x="597442" y="727935"/>
                  </a:moveTo>
                  <a:lnTo>
                    <a:pt x="602759" y="745118"/>
                  </a:lnTo>
                  <a:lnTo>
                    <a:pt x="619696" y="711805"/>
                  </a:lnTo>
                  <a:close/>
                  <a:moveTo>
                    <a:pt x="344913" y="434330"/>
                  </a:moveTo>
                  <a:lnTo>
                    <a:pt x="345751" y="451078"/>
                  </a:lnTo>
                  <a:lnTo>
                    <a:pt x="345065" y="432462"/>
                  </a:lnTo>
                  <a:close/>
                  <a:moveTo>
                    <a:pt x="239507" y="286954"/>
                  </a:moveTo>
                  <a:lnTo>
                    <a:pt x="237718" y="286875"/>
                  </a:lnTo>
                  <a:lnTo>
                    <a:pt x="187023" y="311506"/>
                  </a:lnTo>
                  <a:close/>
                  <a:moveTo>
                    <a:pt x="222199" y="318451"/>
                  </a:moveTo>
                  <a:lnTo>
                    <a:pt x="239507" y="286954"/>
                  </a:lnTo>
                  <a:lnTo>
                    <a:pt x="187023" y="311506"/>
                  </a:lnTo>
                  <a:close/>
                  <a:moveTo>
                    <a:pt x="222199" y="318451"/>
                  </a:moveTo>
                  <a:lnTo>
                    <a:pt x="255632" y="318874"/>
                  </a:lnTo>
                  <a:lnTo>
                    <a:pt x="239507" y="286954"/>
                  </a:lnTo>
                  <a:close/>
                  <a:moveTo>
                    <a:pt x="196544" y="176610"/>
                  </a:moveTo>
                  <a:lnTo>
                    <a:pt x="175098" y="170714"/>
                  </a:lnTo>
                  <a:lnTo>
                    <a:pt x="150476" y="174864"/>
                  </a:lnTo>
                  <a:close/>
                  <a:moveTo>
                    <a:pt x="768004" y="871124"/>
                  </a:moveTo>
                  <a:lnTo>
                    <a:pt x="735791" y="870224"/>
                  </a:lnTo>
                  <a:lnTo>
                    <a:pt x="732826" y="885625"/>
                  </a:lnTo>
                  <a:close/>
                  <a:moveTo>
                    <a:pt x="735791" y="870224"/>
                  </a:moveTo>
                  <a:lnTo>
                    <a:pt x="768004" y="871124"/>
                  </a:lnTo>
                  <a:lnTo>
                    <a:pt x="737582" y="824021"/>
                  </a:lnTo>
                  <a:close/>
                  <a:moveTo>
                    <a:pt x="727557" y="787424"/>
                  </a:moveTo>
                  <a:lnTo>
                    <a:pt x="737582" y="824021"/>
                  </a:lnTo>
                  <a:lnTo>
                    <a:pt x="752029" y="838200"/>
                  </a:lnTo>
                  <a:close/>
                  <a:moveTo>
                    <a:pt x="623496" y="683605"/>
                  </a:moveTo>
                  <a:lnTo>
                    <a:pt x="597442" y="727935"/>
                  </a:lnTo>
                  <a:lnTo>
                    <a:pt x="619696" y="711805"/>
                  </a:lnTo>
                  <a:close/>
                  <a:moveTo>
                    <a:pt x="239507" y="286954"/>
                  </a:moveTo>
                  <a:lnTo>
                    <a:pt x="239591" y="286790"/>
                  </a:lnTo>
                  <a:lnTo>
                    <a:pt x="237718" y="286875"/>
                  </a:lnTo>
                  <a:close/>
                  <a:moveTo>
                    <a:pt x="239591" y="286790"/>
                  </a:moveTo>
                  <a:lnTo>
                    <a:pt x="239507" y="286954"/>
                  </a:lnTo>
                  <a:lnTo>
                    <a:pt x="239644" y="286875"/>
                  </a:lnTo>
                  <a:close/>
                  <a:moveTo>
                    <a:pt x="255627" y="251014"/>
                  </a:moveTo>
                  <a:lnTo>
                    <a:pt x="239644" y="286875"/>
                  </a:lnTo>
                  <a:lnTo>
                    <a:pt x="267755" y="267989"/>
                  </a:lnTo>
                  <a:close/>
                  <a:moveTo>
                    <a:pt x="932246" y="914098"/>
                  </a:moveTo>
                  <a:lnTo>
                    <a:pt x="900495" y="889423"/>
                  </a:lnTo>
                  <a:lnTo>
                    <a:pt x="921029" y="898565"/>
                  </a:lnTo>
                  <a:close/>
                  <a:moveTo>
                    <a:pt x="939413" y="947277"/>
                  </a:moveTo>
                  <a:lnTo>
                    <a:pt x="978068" y="987247"/>
                  </a:lnTo>
                  <a:lnTo>
                    <a:pt x="944078" y="950853"/>
                  </a:lnTo>
                  <a:close/>
                  <a:moveTo>
                    <a:pt x="978267" y="987525"/>
                  </a:moveTo>
                  <a:lnTo>
                    <a:pt x="978068" y="987247"/>
                  </a:lnTo>
                  <a:lnTo>
                    <a:pt x="939413" y="947277"/>
                  </a:lnTo>
                  <a:close/>
                  <a:moveTo>
                    <a:pt x="978267" y="987525"/>
                  </a:moveTo>
                  <a:lnTo>
                    <a:pt x="978324" y="987608"/>
                  </a:lnTo>
                  <a:lnTo>
                    <a:pt x="978068" y="987247"/>
                  </a:lnTo>
                  <a:close/>
                  <a:moveTo>
                    <a:pt x="708882" y="603686"/>
                  </a:moveTo>
                  <a:lnTo>
                    <a:pt x="764561" y="605440"/>
                  </a:lnTo>
                  <a:lnTo>
                    <a:pt x="740494" y="566120"/>
                  </a:lnTo>
                  <a:close/>
                  <a:moveTo>
                    <a:pt x="822496" y="674922"/>
                  </a:moveTo>
                  <a:lnTo>
                    <a:pt x="841581" y="713140"/>
                  </a:lnTo>
                  <a:lnTo>
                    <a:pt x="823491" y="676385"/>
                  </a:lnTo>
                  <a:close/>
                  <a:moveTo>
                    <a:pt x="822496" y="674922"/>
                  </a:moveTo>
                  <a:lnTo>
                    <a:pt x="836936" y="707930"/>
                  </a:lnTo>
                  <a:lnTo>
                    <a:pt x="841581" y="713140"/>
                  </a:lnTo>
                  <a:close/>
                  <a:moveTo>
                    <a:pt x="696628" y="438672"/>
                  </a:moveTo>
                  <a:lnTo>
                    <a:pt x="690868" y="468497"/>
                  </a:lnTo>
                  <a:lnTo>
                    <a:pt x="698200" y="453313"/>
                  </a:lnTo>
                  <a:close/>
                  <a:moveTo>
                    <a:pt x="698200" y="453313"/>
                  </a:moveTo>
                  <a:lnTo>
                    <a:pt x="690868" y="468497"/>
                  </a:lnTo>
                  <a:lnTo>
                    <a:pt x="691113" y="476734"/>
                  </a:lnTo>
                  <a:close/>
                  <a:moveTo>
                    <a:pt x="792127" y="538282"/>
                  </a:moveTo>
                  <a:lnTo>
                    <a:pt x="817375" y="567754"/>
                  </a:lnTo>
                  <a:lnTo>
                    <a:pt x="813853" y="547708"/>
                  </a:lnTo>
                  <a:close/>
                  <a:moveTo>
                    <a:pt x="813853" y="547708"/>
                  </a:moveTo>
                  <a:lnTo>
                    <a:pt x="817375" y="567754"/>
                  </a:lnTo>
                  <a:lnTo>
                    <a:pt x="815691" y="548936"/>
                  </a:lnTo>
                  <a:close/>
                  <a:moveTo>
                    <a:pt x="813853" y="547708"/>
                  </a:moveTo>
                  <a:lnTo>
                    <a:pt x="815691" y="548936"/>
                  </a:lnTo>
                  <a:lnTo>
                    <a:pt x="809155" y="537021"/>
                  </a:lnTo>
                  <a:close/>
                  <a:moveTo>
                    <a:pt x="535590" y="208678"/>
                  </a:moveTo>
                  <a:lnTo>
                    <a:pt x="559493" y="226461"/>
                  </a:lnTo>
                  <a:lnTo>
                    <a:pt x="544313" y="218142"/>
                  </a:lnTo>
                  <a:close/>
                  <a:moveTo>
                    <a:pt x="575928" y="247719"/>
                  </a:moveTo>
                  <a:lnTo>
                    <a:pt x="559493" y="226461"/>
                  </a:lnTo>
                  <a:lnTo>
                    <a:pt x="535590" y="208678"/>
                  </a:lnTo>
                  <a:close/>
                  <a:moveTo>
                    <a:pt x="543886" y="196475"/>
                  </a:moveTo>
                  <a:lnTo>
                    <a:pt x="544313" y="218142"/>
                  </a:lnTo>
                  <a:lnTo>
                    <a:pt x="556170" y="214037"/>
                  </a:lnTo>
                  <a:close/>
                  <a:moveTo>
                    <a:pt x="515881" y="36755"/>
                  </a:moveTo>
                  <a:lnTo>
                    <a:pt x="493343" y="17183"/>
                  </a:lnTo>
                  <a:lnTo>
                    <a:pt x="495794" y="0"/>
                  </a:lnTo>
                  <a:close/>
                  <a:moveTo>
                    <a:pt x="691886" y="100470"/>
                  </a:moveTo>
                  <a:lnTo>
                    <a:pt x="668211" y="93081"/>
                  </a:lnTo>
                  <a:lnTo>
                    <a:pt x="667706" y="93273"/>
                  </a:lnTo>
                  <a:close/>
                  <a:moveTo>
                    <a:pt x="616802" y="123738"/>
                  </a:moveTo>
                  <a:lnTo>
                    <a:pt x="652599" y="132999"/>
                  </a:lnTo>
                  <a:lnTo>
                    <a:pt x="667706" y="93273"/>
                  </a:lnTo>
                  <a:close/>
                  <a:moveTo>
                    <a:pt x="786767" y="95470"/>
                  </a:moveTo>
                  <a:lnTo>
                    <a:pt x="810445" y="132225"/>
                  </a:lnTo>
                  <a:lnTo>
                    <a:pt x="789613" y="112653"/>
                  </a:lnTo>
                  <a:close/>
                </a:path>
              </a:pathLst>
            </a:custGeom>
            <a:solidFill>
              <a:srgbClr val="BCC7CF"/>
            </a:solidFill>
            <a:ln w="1524">
              <a:solidFill>
                <a:srgbClr val="BCC7CF"/>
              </a:solidFill>
            </a:ln>
          </p:spPr>
        </p:sp>
        <p:sp>
          <p:nvSpPr>
            <p:cNvPr id="119" name="Input_density__118">
              <a:extLst>
                <a:ext uri="{FF2B5EF4-FFF2-40B4-BE49-F238E27FC236}">
                  <a16:creationId xmlns:a16="http://schemas.microsoft.com/office/drawing/2014/main" id="{92E6EE6A-557A-F246-1CEC-1DD0C9C1479B}"/>
                </a:ext>
              </a:extLst>
            </p:cNvPr>
            <p:cNvSpPr>
              <a:spLocks noGrp="1"/>
            </p:cNvSpPr>
            <p:nvPr/>
          </p:nvSpPr>
          <p:spPr>
            <a:xfrm>
              <a:off x="936048" y="1672978"/>
              <a:ext cx="946428" cy="1335429"/>
            </a:xfrm>
            <a:custGeom>
              <a:avLst/>
              <a:gdLst/>
              <a:ahLst/>
              <a:cxnLst/>
              <a:rect l="0" t="0" r="0" b="0"/>
              <a:pathLst>
                <a:path w="946428" h="1335429">
                  <a:moveTo>
                    <a:pt x="281714" y="1332594"/>
                  </a:moveTo>
                  <a:lnTo>
                    <a:pt x="281812" y="1334738"/>
                  </a:lnTo>
                  <a:lnTo>
                    <a:pt x="285207" y="1335429"/>
                  </a:lnTo>
                  <a:close/>
                  <a:moveTo>
                    <a:pt x="289804" y="1332594"/>
                  </a:moveTo>
                  <a:lnTo>
                    <a:pt x="285207" y="1335429"/>
                  </a:lnTo>
                  <a:lnTo>
                    <a:pt x="281812" y="1334738"/>
                  </a:lnTo>
                  <a:close/>
                  <a:moveTo>
                    <a:pt x="309900" y="1315410"/>
                  </a:moveTo>
                  <a:lnTo>
                    <a:pt x="289804" y="1332594"/>
                  </a:lnTo>
                  <a:lnTo>
                    <a:pt x="337617" y="1310596"/>
                  </a:lnTo>
                  <a:close/>
                  <a:moveTo>
                    <a:pt x="347480" y="1278655"/>
                  </a:moveTo>
                  <a:lnTo>
                    <a:pt x="380328" y="1261472"/>
                  </a:lnTo>
                  <a:lnTo>
                    <a:pt x="356799" y="1286106"/>
                  </a:lnTo>
                  <a:close/>
                  <a:moveTo>
                    <a:pt x="356509" y="1256351"/>
                  </a:moveTo>
                  <a:lnTo>
                    <a:pt x="380328" y="1261472"/>
                  </a:lnTo>
                  <a:lnTo>
                    <a:pt x="375479" y="1223270"/>
                  </a:lnTo>
                  <a:close/>
                  <a:moveTo>
                    <a:pt x="350362" y="1216602"/>
                  </a:moveTo>
                  <a:lnTo>
                    <a:pt x="375479" y="1223270"/>
                  </a:lnTo>
                  <a:lnTo>
                    <a:pt x="371474" y="1181779"/>
                  </a:lnTo>
                  <a:close/>
                  <a:moveTo>
                    <a:pt x="23191" y="738344"/>
                  </a:moveTo>
                  <a:lnTo>
                    <a:pt x="0" y="774857"/>
                  </a:lnTo>
                  <a:lnTo>
                    <a:pt x="34158" y="774175"/>
                  </a:lnTo>
                  <a:close/>
                  <a:moveTo>
                    <a:pt x="209007" y="981773"/>
                  </a:moveTo>
                  <a:lnTo>
                    <a:pt x="204911" y="995742"/>
                  </a:lnTo>
                  <a:lnTo>
                    <a:pt x="215696" y="987003"/>
                  </a:lnTo>
                  <a:close/>
                  <a:moveTo>
                    <a:pt x="216419" y="942562"/>
                  </a:moveTo>
                  <a:lnTo>
                    <a:pt x="242678" y="936740"/>
                  </a:lnTo>
                  <a:lnTo>
                    <a:pt x="230424" y="933065"/>
                  </a:lnTo>
                  <a:close/>
                  <a:moveTo>
                    <a:pt x="216419" y="942562"/>
                  </a:moveTo>
                  <a:lnTo>
                    <a:pt x="232535" y="974450"/>
                  </a:lnTo>
                  <a:lnTo>
                    <a:pt x="242678" y="936740"/>
                  </a:lnTo>
                  <a:close/>
                  <a:moveTo>
                    <a:pt x="209007" y="981773"/>
                  </a:moveTo>
                  <a:lnTo>
                    <a:pt x="232535" y="974450"/>
                  </a:lnTo>
                  <a:lnTo>
                    <a:pt x="216419" y="942562"/>
                  </a:lnTo>
                  <a:close/>
                  <a:moveTo>
                    <a:pt x="215696" y="987003"/>
                  </a:moveTo>
                  <a:lnTo>
                    <a:pt x="232535" y="974450"/>
                  </a:lnTo>
                  <a:lnTo>
                    <a:pt x="209007" y="981773"/>
                  </a:lnTo>
                  <a:close/>
                  <a:moveTo>
                    <a:pt x="268257" y="943033"/>
                  </a:moveTo>
                  <a:lnTo>
                    <a:pt x="242678" y="936740"/>
                  </a:lnTo>
                  <a:lnTo>
                    <a:pt x="232535" y="974450"/>
                  </a:lnTo>
                  <a:close/>
                  <a:moveTo>
                    <a:pt x="230424" y="933065"/>
                  </a:moveTo>
                  <a:lnTo>
                    <a:pt x="242678" y="936740"/>
                  </a:lnTo>
                  <a:lnTo>
                    <a:pt x="244554" y="923178"/>
                  </a:lnTo>
                  <a:close/>
                  <a:moveTo>
                    <a:pt x="259188" y="896310"/>
                  </a:moveTo>
                  <a:lnTo>
                    <a:pt x="263863" y="899163"/>
                  </a:lnTo>
                  <a:lnTo>
                    <a:pt x="244554" y="923178"/>
                  </a:lnTo>
                  <a:close/>
                  <a:moveTo>
                    <a:pt x="111650" y="621842"/>
                  </a:moveTo>
                  <a:lnTo>
                    <a:pt x="112900" y="604658"/>
                  </a:lnTo>
                  <a:lnTo>
                    <a:pt x="115963" y="658597"/>
                  </a:lnTo>
                  <a:close/>
                  <a:moveTo>
                    <a:pt x="363617" y="825188"/>
                  </a:moveTo>
                  <a:lnTo>
                    <a:pt x="377518" y="774141"/>
                  </a:lnTo>
                  <a:lnTo>
                    <a:pt x="372144" y="771250"/>
                  </a:lnTo>
                  <a:close/>
                  <a:moveTo>
                    <a:pt x="363617" y="825188"/>
                  </a:moveTo>
                  <a:lnTo>
                    <a:pt x="372144" y="771250"/>
                  </a:lnTo>
                  <a:lnTo>
                    <a:pt x="370450" y="808005"/>
                  </a:lnTo>
                  <a:close/>
                  <a:moveTo>
                    <a:pt x="342884" y="685716"/>
                  </a:moveTo>
                  <a:lnTo>
                    <a:pt x="334769" y="680557"/>
                  </a:lnTo>
                  <a:lnTo>
                    <a:pt x="336768" y="730174"/>
                  </a:lnTo>
                  <a:close/>
                  <a:moveTo>
                    <a:pt x="342884" y="685716"/>
                  </a:moveTo>
                  <a:lnTo>
                    <a:pt x="336768" y="730174"/>
                  </a:lnTo>
                  <a:lnTo>
                    <a:pt x="349470" y="697740"/>
                  </a:lnTo>
                  <a:close/>
                  <a:moveTo>
                    <a:pt x="334769" y="680557"/>
                  </a:moveTo>
                  <a:lnTo>
                    <a:pt x="342884" y="685716"/>
                  </a:lnTo>
                  <a:lnTo>
                    <a:pt x="345697" y="667350"/>
                  </a:lnTo>
                  <a:close/>
                  <a:moveTo>
                    <a:pt x="636398" y="974597"/>
                  </a:moveTo>
                  <a:lnTo>
                    <a:pt x="646265" y="1004325"/>
                  </a:lnTo>
                  <a:lnTo>
                    <a:pt x="651033" y="1011352"/>
                  </a:lnTo>
                  <a:close/>
                  <a:moveTo>
                    <a:pt x="690483" y="988202"/>
                  </a:moveTo>
                  <a:lnTo>
                    <a:pt x="646265" y="1004325"/>
                  </a:lnTo>
                  <a:lnTo>
                    <a:pt x="636398" y="974597"/>
                  </a:lnTo>
                  <a:close/>
                  <a:moveTo>
                    <a:pt x="352948" y="632787"/>
                  </a:moveTo>
                  <a:lnTo>
                    <a:pt x="345697" y="667350"/>
                  </a:lnTo>
                  <a:lnTo>
                    <a:pt x="357523" y="643802"/>
                  </a:lnTo>
                  <a:close/>
                  <a:moveTo>
                    <a:pt x="390338" y="613468"/>
                  </a:moveTo>
                  <a:lnTo>
                    <a:pt x="357523" y="643802"/>
                  </a:lnTo>
                  <a:lnTo>
                    <a:pt x="366150" y="619243"/>
                  </a:lnTo>
                  <a:close/>
                  <a:moveTo>
                    <a:pt x="366150" y="619243"/>
                  </a:moveTo>
                  <a:lnTo>
                    <a:pt x="422436" y="608901"/>
                  </a:lnTo>
                  <a:lnTo>
                    <a:pt x="390338" y="613468"/>
                  </a:lnTo>
                  <a:close/>
                  <a:moveTo>
                    <a:pt x="41712" y="275816"/>
                  </a:moveTo>
                  <a:lnTo>
                    <a:pt x="103189" y="287327"/>
                  </a:lnTo>
                  <a:lnTo>
                    <a:pt x="70071" y="288079"/>
                  </a:lnTo>
                  <a:close/>
                  <a:moveTo>
                    <a:pt x="555288" y="719700"/>
                  </a:moveTo>
                  <a:lnTo>
                    <a:pt x="562238" y="756455"/>
                  </a:lnTo>
                  <a:lnTo>
                    <a:pt x="546321" y="736883"/>
                  </a:lnTo>
                  <a:close/>
                  <a:moveTo>
                    <a:pt x="888733" y="1038706"/>
                  </a:moveTo>
                  <a:lnTo>
                    <a:pt x="844308" y="1050495"/>
                  </a:lnTo>
                  <a:lnTo>
                    <a:pt x="882912" y="1036871"/>
                  </a:lnTo>
                  <a:close/>
                  <a:moveTo>
                    <a:pt x="882912" y="1036871"/>
                  </a:moveTo>
                  <a:lnTo>
                    <a:pt x="844308" y="1050495"/>
                  </a:lnTo>
                  <a:lnTo>
                    <a:pt x="863070" y="1038964"/>
                  </a:lnTo>
                  <a:close/>
                  <a:moveTo>
                    <a:pt x="888733" y="1038706"/>
                  </a:moveTo>
                  <a:lnTo>
                    <a:pt x="882912" y="1036871"/>
                  </a:lnTo>
                  <a:lnTo>
                    <a:pt x="906121" y="1075348"/>
                  </a:lnTo>
                  <a:close/>
                  <a:moveTo>
                    <a:pt x="927000" y="1057203"/>
                  </a:moveTo>
                  <a:lnTo>
                    <a:pt x="888733" y="1038706"/>
                  </a:lnTo>
                  <a:lnTo>
                    <a:pt x="906121" y="1075348"/>
                  </a:lnTo>
                  <a:close/>
                  <a:moveTo>
                    <a:pt x="691233" y="815868"/>
                  </a:moveTo>
                  <a:lnTo>
                    <a:pt x="672458" y="824603"/>
                  </a:lnTo>
                  <a:lnTo>
                    <a:pt x="717085" y="776027"/>
                  </a:lnTo>
                  <a:close/>
                  <a:moveTo>
                    <a:pt x="571465" y="702517"/>
                  </a:moveTo>
                  <a:lnTo>
                    <a:pt x="555288" y="719700"/>
                  </a:lnTo>
                  <a:lnTo>
                    <a:pt x="567816" y="682945"/>
                  </a:lnTo>
                  <a:close/>
                  <a:moveTo>
                    <a:pt x="204564" y="224781"/>
                  </a:moveTo>
                  <a:lnTo>
                    <a:pt x="228980" y="231923"/>
                  </a:lnTo>
                  <a:lnTo>
                    <a:pt x="204701" y="224702"/>
                  </a:lnTo>
                  <a:close/>
                  <a:moveTo>
                    <a:pt x="220689" y="256701"/>
                  </a:moveTo>
                  <a:lnTo>
                    <a:pt x="228980" y="231923"/>
                  </a:lnTo>
                  <a:lnTo>
                    <a:pt x="204564" y="224781"/>
                  </a:lnTo>
                  <a:close/>
                  <a:moveTo>
                    <a:pt x="204701" y="224702"/>
                  </a:moveTo>
                  <a:lnTo>
                    <a:pt x="228980" y="231923"/>
                  </a:lnTo>
                  <a:lnTo>
                    <a:pt x="232811" y="205816"/>
                  </a:lnTo>
                  <a:close/>
                  <a:moveTo>
                    <a:pt x="936261" y="1020588"/>
                  </a:moveTo>
                  <a:lnTo>
                    <a:pt x="888733" y="1038706"/>
                  </a:lnTo>
                  <a:lnTo>
                    <a:pt x="927000" y="1057203"/>
                  </a:lnTo>
                  <a:close/>
                  <a:moveTo>
                    <a:pt x="936261" y="1020588"/>
                  </a:moveTo>
                  <a:lnTo>
                    <a:pt x="897481" y="1025027"/>
                  </a:lnTo>
                  <a:lnTo>
                    <a:pt x="888733" y="1038706"/>
                  </a:lnTo>
                  <a:close/>
                  <a:moveTo>
                    <a:pt x="897481" y="1025027"/>
                  </a:moveTo>
                  <a:lnTo>
                    <a:pt x="936261" y="1020588"/>
                  </a:lnTo>
                  <a:lnTo>
                    <a:pt x="907437" y="1012428"/>
                  </a:lnTo>
                  <a:close/>
                  <a:moveTo>
                    <a:pt x="936261" y="1020588"/>
                  </a:moveTo>
                  <a:lnTo>
                    <a:pt x="935317" y="992091"/>
                  </a:lnTo>
                  <a:lnTo>
                    <a:pt x="907437" y="1012428"/>
                  </a:lnTo>
                  <a:close/>
                  <a:moveTo>
                    <a:pt x="936261" y="1020588"/>
                  </a:moveTo>
                  <a:lnTo>
                    <a:pt x="927000" y="1057203"/>
                  </a:lnTo>
                  <a:lnTo>
                    <a:pt x="938819" y="1033312"/>
                  </a:lnTo>
                  <a:close/>
                  <a:moveTo>
                    <a:pt x="936261" y="1020588"/>
                  </a:moveTo>
                  <a:lnTo>
                    <a:pt x="946428" y="1005265"/>
                  </a:lnTo>
                  <a:lnTo>
                    <a:pt x="935317" y="992091"/>
                  </a:lnTo>
                  <a:close/>
                  <a:moveTo>
                    <a:pt x="338480" y="351742"/>
                  </a:moveTo>
                  <a:lnTo>
                    <a:pt x="358927" y="331982"/>
                  </a:lnTo>
                  <a:lnTo>
                    <a:pt x="310121" y="370288"/>
                  </a:lnTo>
                  <a:close/>
                  <a:moveTo>
                    <a:pt x="220683" y="188840"/>
                  </a:moveTo>
                  <a:lnTo>
                    <a:pt x="232811" y="205816"/>
                  </a:lnTo>
                  <a:lnTo>
                    <a:pt x="254438" y="190468"/>
                  </a:lnTo>
                  <a:close/>
                  <a:moveTo>
                    <a:pt x="232811" y="205816"/>
                  </a:moveTo>
                  <a:lnTo>
                    <a:pt x="266239" y="206219"/>
                  </a:lnTo>
                  <a:lnTo>
                    <a:pt x="285510" y="182061"/>
                  </a:lnTo>
                  <a:close/>
                  <a:moveTo>
                    <a:pt x="254438" y="190468"/>
                  </a:moveTo>
                  <a:lnTo>
                    <a:pt x="232811" y="205816"/>
                  </a:lnTo>
                  <a:lnTo>
                    <a:pt x="285510" y="182061"/>
                  </a:lnTo>
                  <a:close/>
                  <a:moveTo>
                    <a:pt x="140155" y="108541"/>
                  </a:moveTo>
                  <a:lnTo>
                    <a:pt x="161600" y="114437"/>
                  </a:lnTo>
                  <a:lnTo>
                    <a:pt x="148847" y="108652"/>
                  </a:lnTo>
                  <a:close/>
                  <a:moveTo>
                    <a:pt x="293720" y="161632"/>
                  </a:moveTo>
                  <a:lnTo>
                    <a:pt x="254438" y="190468"/>
                  </a:lnTo>
                  <a:lnTo>
                    <a:pt x="285510" y="182061"/>
                  </a:lnTo>
                  <a:close/>
                  <a:moveTo>
                    <a:pt x="293720" y="161632"/>
                  </a:moveTo>
                  <a:lnTo>
                    <a:pt x="299757" y="139122"/>
                  </a:lnTo>
                  <a:lnTo>
                    <a:pt x="269423" y="150285"/>
                  </a:lnTo>
                  <a:close/>
                  <a:moveTo>
                    <a:pt x="293720" y="161632"/>
                  </a:moveTo>
                  <a:lnTo>
                    <a:pt x="285510" y="182061"/>
                  </a:lnTo>
                  <a:lnTo>
                    <a:pt x="300936" y="170764"/>
                  </a:lnTo>
                  <a:close/>
                  <a:moveTo>
                    <a:pt x="299757" y="139122"/>
                  </a:moveTo>
                  <a:lnTo>
                    <a:pt x="316375" y="125555"/>
                  </a:lnTo>
                  <a:lnTo>
                    <a:pt x="314321" y="116825"/>
                  </a:lnTo>
                  <a:close/>
                  <a:moveTo>
                    <a:pt x="293720" y="161632"/>
                  </a:moveTo>
                  <a:lnTo>
                    <a:pt x="310935" y="152548"/>
                  </a:lnTo>
                  <a:lnTo>
                    <a:pt x="299757" y="139122"/>
                  </a:lnTo>
                  <a:close/>
                  <a:moveTo>
                    <a:pt x="314321" y="116825"/>
                  </a:moveTo>
                  <a:lnTo>
                    <a:pt x="316409" y="105172"/>
                  </a:lnTo>
                  <a:lnTo>
                    <a:pt x="299757" y="139122"/>
                  </a:lnTo>
                  <a:close/>
                  <a:moveTo>
                    <a:pt x="314321" y="116825"/>
                  </a:moveTo>
                  <a:lnTo>
                    <a:pt x="320756" y="99642"/>
                  </a:lnTo>
                  <a:lnTo>
                    <a:pt x="316409" y="105172"/>
                  </a:lnTo>
                  <a:close/>
                  <a:moveTo>
                    <a:pt x="801992" y="645757"/>
                  </a:moveTo>
                  <a:lnTo>
                    <a:pt x="801889" y="674538"/>
                  </a:lnTo>
                  <a:lnTo>
                    <a:pt x="806637" y="650967"/>
                  </a:lnTo>
                  <a:close/>
                  <a:moveTo>
                    <a:pt x="785141" y="523518"/>
                  </a:moveTo>
                  <a:lnTo>
                    <a:pt x="782431" y="505581"/>
                  </a:lnTo>
                  <a:lnTo>
                    <a:pt x="775078" y="506335"/>
                  </a:lnTo>
                  <a:close/>
                  <a:moveTo>
                    <a:pt x="500646" y="146504"/>
                  </a:moveTo>
                  <a:lnTo>
                    <a:pt x="509369" y="155969"/>
                  </a:lnTo>
                  <a:lnTo>
                    <a:pt x="508942" y="134302"/>
                  </a:lnTo>
                  <a:close/>
                  <a:moveTo>
                    <a:pt x="508942" y="134302"/>
                  </a:moveTo>
                  <a:lnTo>
                    <a:pt x="521227" y="151864"/>
                  </a:lnTo>
                  <a:lnTo>
                    <a:pt x="536163" y="111499"/>
                  </a:lnTo>
                  <a:close/>
                  <a:moveTo>
                    <a:pt x="560998" y="106868"/>
                  </a:moveTo>
                  <a:lnTo>
                    <a:pt x="546359" y="102030"/>
                  </a:lnTo>
                  <a:lnTo>
                    <a:pt x="536163" y="111499"/>
                  </a:lnTo>
                  <a:close/>
                  <a:moveTo>
                    <a:pt x="398151" y="41414"/>
                  </a:moveTo>
                  <a:lnTo>
                    <a:pt x="399139" y="28520"/>
                  </a:lnTo>
                  <a:lnTo>
                    <a:pt x="391892" y="42031"/>
                  </a:lnTo>
                  <a:close/>
                  <a:moveTo>
                    <a:pt x="362333" y="43444"/>
                  </a:moveTo>
                  <a:lnTo>
                    <a:pt x="371576" y="45704"/>
                  </a:lnTo>
                  <a:lnTo>
                    <a:pt x="391892" y="42031"/>
                  </a:lnTo>
                  <a:close/>
                  <a:moveTo>
                    <a:pt x="632762" y="31100"/>
                  </a:moveTo>
                  <a:lnTo>
                    <a:pt x="633268" y="30908"/>
                  </a:lnTo>
                  <a:lnTo>
                    <a:pt x="632916" y="30742"/>
                  </a:lnTo>
                  <a:close/>
                  <a:moveTo>
                    <a:pt x="650524" y="1296"/>
                  </a:moveTo>
                  <a:lnTo>
                    <a:pt x="632916" y="30742"/>
                  </a:lnTo>
                  <a:lnTo>
                    <a:pt x="683496" y="0"/>
                  </a:lnTo>
                  <a:close/>
                </a:path>
              </a:pathLst>
            </a:custGeom>
            <a:solidFill>
              <a:srgbClr val="B5C1C9"/>
            </a:solidFill>
            <a:ln w="1524">
              <a:solidFill>
                <a:srgbClr val="B5C1C9"/>
              </a:solidFill>
            </a:ln>
          </p:spPr>
        </p:sp>
        <p:sp>
          <p:nvSpPr>
            <p:cNvPr id="120" name="Input_density__119">
              <a:extLst>
                <a:ext uri="{FF2B5EF4-FFF2-40B4-BE49-F238E27FC236}">
                  <a16:creationId xmlns:a16="http://schemas.microsoft.com/office/drawing/2014/main" id="{B4825C83-A141-F0BB-D380-F8919BEF45B7}"/>
                </a:ext>
              </a:extLst>
            </p:cNvPr>
            <p:cNvSpPr>
              <a:spLocks noGrp="1"/>
            </p:cNvSpPr>
            <p:nvPr/>
          </p:nvSpPr>
          <p:spPr>
            <a:xfrm>
              <a:off x="880375" y="1588833"/>
              <a:ext cx="964808" cy="1416738"/>
            </a:xfrm>
            <a:custGeom>
              <a:avLst/>
              <a:gdLst/>
              <a:ahLst/>
              <a:cxnLst/>
              <a:rect l="0" t="0" r="0" b="0"/>
              <a:pathLst>
                <a:path w="964808" h="1416738">
                  <a:moveTo>
                    <a:pt x="325550" y="1362800"/>
                  </a:moveTo>
                  <a:lnTo>
                    <a:pt x="337387" y="1416738"/>
                  </a:lnTo>
                  <a:lnTo>
                    <a:pt x="360828" y="1399555"/>
                  </a:lnTo>
                  <a:close/>
                  <a:moveTo>
                    <a:pt x="374135" y="1351490"/>
                  </a:moveTo>
                  <a:lnTo>
                    <a:pt x="393290" y="1394741"/>
                  </a:lnTo>
                  <a:lnTo>
                    <a:pt x="412472" y="1370251"/>
                  </a:lnTo>
                  <a:close/>
                  <a:moveTo>
                    <a:pt x="351783" y="1273017"/>
                  </a:moveTo>
                  <a:lnTo>
                    <a:pt x="343744" y="1252535"/>
                  </a:lnTo>
                  <a:lnTo>
                    <a:pt x="335914" y="1241171"/>
                  </a:lnTo>
                  <a:close/>
                  <a:moveTo>
                    <a:pt x="5122" y="884985"/>
                  </a:moveTo>
                  <a:lnTo>
                    <a:pt x="20729" y="921740"/>
                  </a:lnTo>
                  <a:lnTo>
                    <a:pt x="47976" y="879498"/>
                  </a:lnTo>
                  <a:close/>
                  <a:moveTo>
                    <a:pt x="0" y="877174"/>
                  </a:moveTo>
                  <a:lnTo>
                    <a:pt x="5122" y="884985"/>
                  </a:lnTo>
                  <a:lnTo>
                    <a:pt x="47976" y="879498"/>
                  </a:lnTo>
                  <a:close/>
                  <a:moveTo>
                    <a:pt x="406035" y="1300746"/>
                  </a:moveTo>
                  <a:lnTo>
                    <a:pt x="412182" y="1340496"/>
                  </a:lnTo>
                  <a:lnTo>
                    <a:pt x="431152" y="1307415"/>
                  </a:lnTo>
                  <a:close/>
                  <a:moveTo>
                    <a:pt x="406035" y="1300746"/>
                  </a:moveTo>
                  <a:lnTo>
                    <a:pt x="427147" y="1265924"/>
                  </a:lnTo>
                  <a:lnTo>
                    <a:pt x="400405" y="1260576"/>
                  </a:lnTo>
                  <a:close/>
                  <a:moveTo>
                    <a:pt x="89831" y="858320"/>
                  </a:moveTo>
                  <a:lnTo>
                    <a:pt x="47976" y="879498"/>
                  </a:lnTo>
                  <a:lnTo>
                    <a:pt x="84882" y="892906"/>
                  </a:lnTo>
                  <a:close/>
                  <a:moveTo>
                    <a:pt x="24054" y="740353"/>
                  </a:moveTo>
                  <a:lnTo>
                    <a:pt x="44482" y="778605"/>
                  </a:lnTo>
                  <a:lnTo>
                    <a:pt x="45189" y="772868"/>
                  </a:lnTo>
                  <a:close/>
                  <a:moveTo>
                    <a:pt x="474575" y="1200985"/>
                  </a:moveTo>
                  <a:lnTo>
                    <a:pt x="473466" y="1252938"/>
                  </a:lnTo>
                  <a:lnTo>
                    <a:pt x="494039" y="1233648"/>
                  </a:lnTo>
                  <a:close/>
                  <a:moveTo>
                    <a:pt x="143246" y="794124"/>
                  </a:moveTo>
                  <a:lnTo>
                    <a:pt x="126525" y="766082"/>
                  </a:lnTo>
                  <a:lnTo>
                    <a:pt x="144850" y="796680"/>
                  </a:lnTo>
                  <a:close/>
                  <a:moveTo>
                    <a:pt x="118430" y="759925"/>
                  </a:moveTo>
                  <a:lnTo>
                    <a:pt x="126525" y="766082"/>
                  </a:lnTo>
                  <a:lnTo>
                    <a:pt x="143246" y="794124"/>
                  </a:lnTo>
                  <a:close/>
                  <a:moveTo>
                    <a:pt x="508468" y="1183802"/>
                  </a:moveTo>
                  <a:lnTo>
                    <a:pt x="520126" y="1199762"/>
                  </a:lnTo>
                  <a:lnTo>
                    <a:pt x="525535" y="1220557"/>
                  </a:lnTo>
                  <a:close/>
                  <a:moveTo>
                    <a:pt x="515342" y="1200985"/>
                  </a:moveTo>
                  <a:lnTo>
                    <a:pt x="504650" y="1185256"/>
                  </a:lnTo>
                  <a:lnTo>
                    <a:pt x="494039" y="1233648"/>
                  </a:lnTo>
                  <a:close/>
                  <a:moveTo>
                    <a:pt x="168090" y="870190"/>
                  </a:moveTo>
                  <a:lnTo>
                    <a:pt x="186244" y="816252"/>
                  </a:lnTo>
                  <a:lnTo>
                    <a:pt x="162946" y="833435"/>
                  </a:lnTo>
                  <a:close/>
                  <a:moveTo>
                    <a:pt x="164928" y="778981"/>
                  </a:moveTo>
                  <a:lnTo>
                    <a:pt x="127512" y="763669"/>
                  </a:lnTo>
                  <a:lnTo>
                    <a:pt x="143246" y="794124"/>
                  </a:lnTo>
                  <a:close/>
                  <a:moveTo>
                    <a:pt x="171925" y="711514"/>
                  </a:moveTo>
                  <a:lnTo>
                    <a:pt x="167323" y="705987"/>
                  </a:lnTo>
                  <a:lnTo>
                    <a:pt x="171635" y="742742"/>
                  </a:lnTo>
                  <a:close/>
                  <a:moveTo>
                    <a:pt x="591439" y="1203373"/>
                  </a:moveTo>
                  <a:lnTo>
                    <a:pt x="580525" y="1211645"/>
                  </a:lnTo>
                  <a:lnTo>
                    <a:pt x="549625" y="1175780"/>
                  </a:lnTo>
                  <a:close/>
                  <a:moveTo>
                    <a:pt x="598377" y="1166618"/>
                  </a:moveTo>
                  <a:lnTo>
                    <a:pt x="611513" y="1179643"/>
                  </a:lnTo>
                  <a:lnTo>
                    <a:pt x="608760" y="1203373"/>
                  </a:lnTo>
                  <a:close/>
                  <a:moveTo>
                    <a:pt x="167323" y="705987"/>
                  </a:moveTo>
                  <a:lnTo>
                    <a:pt x="137546" y="676606"/>
                  </a:lnTo>
                  <a:lnTo>
                    <a:pt x="168573" y="688803"/>
                  </a:lnTo>
                  <a:close/>
                  <a:moveTo>
                    <a:pt x="394789" y="823098"/>
                  </a:moveTo>
                  <a:lnTo>
                    <a:pt x="427817" y="855395"/>
                  </a:lnTo>
                  <a:lnTo>
                    <a:pt x="388474" y="822804"/>
                  </a:lnTo>
                  <a:close/>
                  <a:moveTo>
                    <a:pt x="388474" y="822804"/>
                  </a:moveTo>
                  <a:lnTo>
                    <a:pt x="427817" y="855395"/>
                  </a:lnTo>
                  <a:lnTo>
                    <a:pt x="433191" y="858286"/>
                  </a:lnTo>
                  <a:close/>
                  <a:moveTo>
                    <a:pt x="772632" y="1174667"/>
                  </a:moveTo>
                  <a:lnTo>
                    <a:pt x="744651" y="1170328"/>
                  </a:lnTo>
                  <a:lnTo>
                    <a:pt x="788254" y="1201380"/>
                  </a:lnTo>
                  <a:close/>
                  <a:moveTo>
                    <a:pt x="717624" y="1102806"/>
                  </a:moveTo>
                  <a:lnTo>
                    <a:pt x="706706" y="1095497"/>
                  </a:lnTo>
                  <a:lnTo>
                    <a:pt x="712547" y="1132251"/>
                  </a:lnTo>
                  <a:close/>
                  <a:moveTo>
                    <a:pt x="360764" y="820458"/>
                  </a:moveTo>
                  <a:lnTo>
                    <a:pt x="414494" y="846398"/>
                  </a:lnTo>
                  <a:lnTo>
                    <a:pt x="394789" y="823098"/>
                  </a:lnTo>
                  <a:close/>
                  <a:moveTo>
                    <a:pt x="329472" y="708375"/>
                  </a:moveTo>
                  <a:lnTo>
                    <a:pt x="302350" y="726637"/>
                  </a:lnTo>
                  <a:lnTo>
                    <a:pt x="317571" y="692030"/>
                  </a:lnTo>
                  <a:close/>
                  <a:moveTo>
                    <a:pt x="701938" y="1088470"/>
                  </a:moveTo>
                  <a:lnTo>
                    <a:pt x="712547" y="1132251"/>
                  </a:lnTo>
                  <a:lnTo>
                    <a:pt x="706706" y="1095497"/>
                  </a:lnTo>
                  <a:close/>
                  <a:moveTo>
                    <a:pt x="776691" y="1081874"/>
                  </a:moveTo>
                  <a:lnTo>
                    <a:pt x="782993" y="1085501"/>
                  </a:lnTo>
                  <a:lnTo>
                    <a:pt x="768526" y="1078313"/>
                  </a:lnTo>
                  <a:close/>
                  <a:moveTo>
                    <a:pt x="782993" y="1085501"/>
                  </a:moveTo>
                  <a:lnTo>
                    <a:pt x="776691" y="1081874"/>
                  </a:lnTo>
                  <a:lnTo>
                    <a:pt x="811817" y="1115068"/>
                  </a:lnTo>
                  <a:close/>
                  <a:moveTo>
                    <a:pt x="706349" y="1048092"/>
                  </a:moveTo>
                  <a:lnTo>
                    <a:pt x="695618" y="1041558"/>
                  </a:lnTo>
                  <a:lnTo>
                    <a:pt x="701938" y="1088470"/>
                  </a:lnTo>
                  <a:close/>
                  <a:moveTo>
                    <a:pt x="706349" y="1048092"/>
                  </a:moveTo>
                  <a:lnTo>
                    <a:pt x="701938" y="1088470"/>
                  </a:lnTo>
                  <a:lnTo>
                    <a:pt x="746155" y="1072347"/>
                  </a:lnTo>
                  <a:close/>
                  <a:moveTo>
                    <a:pt x="633047" y="1021987"/>
                  </a:moveTo>
                  <a:lnTo>
                    <a:pt x="657339" y="1052893"/>
                  </a:lnTo>
                  <a:lnTo>
                    <a:pt x="645722" y="1042205"/>
                  </a:lnTo>
                  <a:close/>
                  <a:moveTo>
                    <a:pt x="654750" y="1021987"/>
                  </a:moveTo>
                  <a:lnTo>
                    <a:pt x="645722" y="1042205"/>
                  </a:lnTo>
                  <a:lnTo>
                    <a:pt x="695618" y="1041558"/>
                  </a:lnTo>
                  <a:close/>
                  <a:moveTo>
                    <a:pt x="397702" y="681061"/>
                  </a:moveTo>
                  <a:lnTo>
                    <a:pt x="380570" y="673726"/>
                  </a:lnTo>
                  <a:lnTo>
                    <a:pt x="358063" y="641452"/>
                  </a:lnTo>
                  <a:close/>
                  <a:moveTo>
                    <a:pt x="313930" y="605496"/>
                  </a:moveTo>
                  <a:lnTo>
                    <a:pt x="358063" y="641452"/>
                  </a:lnTo>
                  <a:lnTo>
                    <a:pt x="329435" y="617682"/>
                  </a:lnTo>
                  <a:close/>
                  <a:moveTo>
                    <a:pt x="329435" y="617682"/>
                  </a:moveTo>
                  <a:lnTo>
                    <a:pt x="358063" y="641452"/>
                  </a:lnTo>
                  <a:lnTo>
                    <a:pt x="333155" y="621025"/>
                  </a:lnTo>
                  <a:close/>
                  <a:moveTo>
                    <a:pt x="234587" y="463923"/>
                  </a:moveTo>
                  <a:lnTo>
                    <a:pt x="251651" y="469241"/>
                  </a:lnTo>
                  <a:lnTo>
                    <a:pt x="261963" y="507417"/>
                  </a:lnTo>
                  <a:close/>
                  <a:moveTo>
                    <a:pt x="226446" y="425795"/>
                  </a:moveTo>
                  <a:lnTo>
                    <a:pt x="229571" y="386688"/>
                  </a:lnTo>
                  <a:lnTo>
                    <a:pt x="198542" y="395251"/>
                  </a:lnTo>
                  <a:close/>
                  <a:moveTo>
                    <a:pt x="158862" y="371472"/>
                  </a:moveTo>
                  <a:lnTo>
                    <a:pt x="131004" y="359717"/>
                  </a:lnTo>
                  <a:lnTo>
                    <a:pt x="168990" y="379968"/>
                  </a:lnTo>
                  <a:close/>
                  <a:moveTo>
                    <a:pt x="134123" y="360397"/>
                  </a:moveTo>
                  <a:lnTo>
                    <a:pt x="139033" y="393543"/>
                  </a:lnTo>
                  <a:lnTo>
                    <a:pt x="168990" y="379968"/>
                  </a:lnTo>
                  <a:close/>
                  <a:moveTo>
                    <a:pt x="768526" y="1078313"/>
                  </a:moveTo>
                  <a:lnTo>
                    <a:pt x="782993" y="1085501"/>
                  </a:lnTo>
                  <a:lnTo>
                    <a:pt x="787829" y="1072819"/>
                  </a:lnTo>
                  <a:close/>
                  <a:moveTo>
                    <a:pt x="768526" y="1078313"/>
                  </a:moveTo>
                  <a:lnTo>
                    <a:pt x="787829" y="1072819"/>
                  </a:lnTo>
                  <a:lnTo>
                    <a:pt x="746155" y="1072347"/>
                  </a:lnTo>
                  <a:close/>
                  <a:moveTo>
                    <a:pt x="746155" y="1072347"/>
                  </a:moveTo>
                  <a:lnTo>
                    <a:pt x="787829" y="1072819"/>
                  </a:lnTo>
                  <a:lnTo>
                    <a:pt x="799981" y="1052808"/>
                  </a:lnTo>
                  <a:close/>
                  <a:moveTo>
                    <a:pt x="706349" y="1048092"/>
                  </a:moveTo>
                  <a:lnTo>
                    <a:pt x="746155" y="1072347"/>
                  </a:lnTo>
                  <a:lnTo>
                    <a:pt x="766221" y="1051162"/>
                  </a:lnTo>
                  <a:close/>
                  <a:moveTo>
                    <a:pt x="168990" y="379968"/>
                  </a:moveTo>
                  <a:lnTo>
                    <a:pt x="198542" y="395251"/>
                  </a:lnTo>
                  <a:lnTo>
                    <a:pt x="205752" y="370783"/>
                  </a:lnTo>
                  <a:close/>
                  <a:moveTo>
                    <a:pt x="168990" y="379968"/>
                  </a:moveTo>
                  <a:lnTo>
                    <a:pt x="205752" y="370783"/>
                  </a:lnTo>
                  <a:lnTo>
                    <a:pt x="158862" y="371472"/>
                  </a:lnTo>
                  <a:close/>
                  <a:moveTo>
                    <a:pt x="673005" y="877355"/>
                  </a:moveTo>
                  <a:lnTo>
                    <a:pt x="666838" y="893271"/>
                  </a:lnTo>
                  <a:lnTo>
                    <a:pt x="690243" y="891668"/>
                  </a:lnTo>
                  <a:close/>
                  <a:moveTo>
                    <a:pt x="859776" y="1027217"/>
                  </a:moveTo>
                  <a:lnTo>
                    <a:pt x="868802" y="1043947"/>
                  </a:lnTo>
                  <a:lnTo>
                    <a:pt x="852329" y="1027742"/>
                  </a:lnTo>
                  <a:close/>
                  <a:moveTo>
                    <a:pt x="852329" y="1027742"/>
                  </a:moveTo>
                  <a:lnTo>
                    <a:pt x="838507" y="1058707"/>
                  </a:lnTo>
                  <a:lnTo>
                    <a:pt x="859776" y="1027217"/>
                  </a:lnTo>
                  <a:close/>
                  <a:moveTo>
                    <a:pt x="721726" y="938142"/>
                  </a:moveTo>
                  <a:lnTo>
                    <a:pt x="739819" y="952447"/>
                  </a:lnTo>
                  <a:lnTo>
                    <a:pt x="734027" y="950865"/>
                  </a:lnTo>
                  <a:close/>
                  <a:moveTo>
                    <a:pt x="806616" y="987620"/>
                  </a:moveTo>
                  <a:lnTo>
                    <a:pt x="779998" y="950865"/>
                  </a:lnTo>
                  <a:lnTo>
                    <a:pt x="800492" y="958510"/>
                  </a:lnTo>
                  <a:close/>
                  <a:moveTo>
                    <a:pt x="800492" y="958510"/>
                  </a:moveTo>
                  <a:lnTo>
                    <a:pt x="814889" y="933682"/>
                  </a:lnTo>
                  <a:lnTo>
                    <a:pt x="822284" y="937654"/>
                  </a:lnTo>
                  <a:close/>
                  <a:moveTo>
                    <a:pt x="773529" y="905456"/>
                  </a:moveTo>
                  <a:lnTo>
                    <a:pt x="787122" y="908521"/>
                  </a:lnTo>
                  <a:lnTo>
                    <a:pt x="746905" y="900012"/>
                  </a:lnTo>
                  <a:close/>
                  <a:moveTo>
                    <a:pt x="822284" y="937654"/>
                  </a:moveTo>
                  <a:lnTo>
                    <a:pt x="814889" y="933682"/>
                  </a:lnTo>
                  <a:lnTo>
                    <a:pt x="787122" y="908521"/>
                  </a:lnTo>
                  <a:close/>
                  <a:moveTo>
                    <a:pt x="773529" y="905456"/>
                  </a:moveTo>
                  <a:lnTo>
                    <a:pt x="746905" y="900012"/>
                  </a:lnTo>
                  <a:lnTo>
                    <a:pt x="772758" y="860172"/>
                  </a:lnTo>
                  <a:close/>
                  <a:moveTo>
                    <a:pt x="195827" y="192686"/>
                  </a:moveTo>
                  <a:lnTo>
                    <a:pt x="157685" y="174655"/>
                  </a:lnTo>
                  <a:lnTo>
                    <a:pt x="171205" y="196835"/>
                  </a:lnTo>
                  <a:close/>
                  <a:moveTo>
                    <a:pt x="748287" y="809395"/>
                  </a:moveTo>
                  <a:lnTo>
                    <a:pt x="772758" y="860172"/>
                  </a:lnTo>
                  <a:lnTo>
                    <a:pt x="762750" y="823417"/>
                  </a:lnTo>
                  <a:close/>
                  <a:moveTo>
                    <a:pt x="614747" y="747202"/>
                  </a:moveTo>
                  <a:lnTo>
                    <a:pt x="618171" y="749906"/>
                  </a:lnTo>
                  <a:lnTo>
                    <a:pt x="644226" y="705577"/>
                  </a:lnTo>
                  <a:close/>
                  <a:moveTo>
                    <a:pt x="678950" y="704435"/>
                  </a:moveTo>
                  <a:lnTo>
                    <a:pt x="640425" y="733776"/>
                  </a:lnTo>
                  <a:lnTo>
                    <a:pt x="674703" y="737359"/>
                  </a:lnTo>
                  <a:close/>
                  <a:moveTo>
                    <a:pt x="678950" y="704435"/>
                  </a:moveTo>
                  <a:lnTo>
                    <a:pt x="644226" y="705577"/>
                  </a:lnTo>
                  <a:lnTo>
                    <a:pt x="640425" y="733776"/>
                  </a:lnTo>
                  <a:close/>
                  <a:moveTo>
                    <a:pt x="921224" y="911394"/>
                  </a:moveTo>
                  <a:lnTo>
                    <a:pt x="901370" y="900447"/>
                  </a:lnTo>
                  <a:lnTo>
                    <a:pt x="941759" y="920537"/>
                  </a:lnTo>
                  <a:close/>
                  <a:moveTo>
                    <a:pt x="723269" y="650745"/>
                  </a:moveTo>
                  <a:lnTo>
                    <a:pt x="689512" y="651101"/>
                  </a:lnTo>
                  <a:lnTo>
                    <a:pt x="685098" y="680016"/>
                  </a:lnTo>
                  <a:close/>
                  <a:moveTo>
                    <a:pt x="723269" y="650745"/>
                  </a:moveTo>
                  <a:lnTo>
                    <a:pt x="729611" y="625658"/>
                  </a:lnTo>
                  <a:lnTo>
                    <a:pt x="693678" y="615886"/>
                  </a:lnTo>
                  <a:close/>
                  <a:moveTo>
                    <a:pt x="948682" y="933819"/>
                  </a:moveTo>
                  <a:lnTo>
                    <a:pt x="964808" y="972825"/>
                  </a:lnTo>
                  <a:lnTo>
                    <a:pt x="952975" y="936070"/>
                  </a:lnTo>
                  <a:close/>
                  <a:moveTo>
                    <a:pt x="948682" y="933819"/>
                  </a:moveTo>
                  <a:lnTo>
                    <a:pt x="960142" y="969249"/>
                  </a:lnTo>
                  <a:lnTo>
                    <a:pt x="964808" y="972825"/>
                  </a:lnTo>
                  <a:close/>
                  <a:moveTo>
                    <a:pt x="948682" y="933819"/>
                  </a:moveTo>
                  <a:lnTo>
                    <a:pt x="952975" y="936070"/>
                  </a:lnTo>
                  <a:lnTo>
                    <a:pt x="941759" y="920537"/>
                  </a:lnTo>
                  <a:close/>
                  <a:moveTo>
                    <a:pt x="815118" y="696201"/>
                  </a:moveTo>
                  <a:lnTo>
                    <a:pt x="840161" y="693627"/>
                  </a:lnTo>
                  <a:lnTo>
                    <a:pt x="844221" y="698356"/>
                  </a:lnTo>
                  <a:close/>
                  <a:moveTo>
                    <a:pt x="843225" y="696894"/>
                  </a:moveTo>
                  <a:lnTo>
                    <a:pt x="844221" y="698356"/>
                  </a:lnTo>
                  <a:lnTo>
                    <a:pt x="840161" y="693627"/>
                  </a:lnTo>
                  <a:close/>
                  <a:moveTo>
                    <a:pt x="718930" y="475285"/>
                  </a:moveTo>
                  <a:lnTo>
                    <a:pt x="711842" y="498706"/>
                  </a:lnTo>
                  <a:lnTo>
                    <a:pt x="743291" y="500227"/>
                  </a:lnTo>
                  <a:close/>
                  <a:moveTo>
                    <a:pt x="717357" y="460643"/>
                  </a:moveTo>
                  <a:lnTo>
                    <a:pt x="718930" y="475285"/>
                  </a:lnTo>
                  <a:lnTo>
                    <a:pt x="685555" y="430583"/>
                  </a:lnTo>
                  <a:close/>
                  <a:moveTo>
                    <a:pt x="794441" y="530478"/>
                  </a:moveTo>
                  <a:lnTo>
                    <a:pt x="829884" y="558993"/>
                  </a:lnTo>
                  <a:lnTo>
                    <a:pt x="810313" y="534153"/>
                  </a:lnTo>
                  <a:close/>
                  <a:moveTo>
                    <a:pt x="834582" y="569680"/>
                  </a:moveTo>
                  <a:lnTo>
                    <a:pt x="829884" y="558993"/>
                  </a:lnTo>
                  <a:lnTo>
                    <a:pt x="794441" y="530478"/>
                  </a:lnTo>
                  <a:close/>
                  <a:moveTo>
                    <a:pt x="812857" y="560253"/>
                  </a:moveTo>
                  <a:lnTo>
                    <a:pt x="834582" y="569680"/>
                  </a:lnTo>
                  <a:lnTo>
                    <a:pt x="794441" y="530478"/>
                  </a:lnTo>
                  <a:close/>
                  <a:moveTo>
                    <a:pt x="710111" y="455366"/>
                  </a:moveTo>
                  <a:lnTo>
                    <a:pt x="711598" y="490468"/>
                  </a:lnTo>
                  <a:lnTo>
                    <a:pt x="717357" y="460643"/>
                  </a:lnTo>
                  <a:close/>
                  <a:moveTo>
                    <a:pt x="615114" y="276868"/>
                  </a:moveTo>
                  <a:lnTo>
                    <a:pt x="596657" y="269691"/>
                  </a:lnTo>
                  <a:lnTo>
                    <a:pt x="622132" y="280548"/>
                  </a:lnTo>
                  <a:close/>
                  <a:moveTo>
                    <a:pt x="569473" y="264702"/>
                  </a:moveTo>
                  <a:lnTo>
                    <a:pt x="596657" y="269691"/>
                  </a:lnTo>
                  <a:lnTo>
                    <a:pt x="556319" y="230649"/>
                  </a:lnTo>
                  <a:close/>
                  <a:moveTo>
                    <a:pt x="596657" y="269691"/>
                  </a:moveTo>
                  <a:lnTo>
                    <a:pt x="615114" y="276868"/>
                  </a:lnTo>
                  <a:lnTo>
                    <a:pt x="580223" y="248432"/>
                  </a:lnTo>
                  <a:close/>
                  <a:moveTo>
                    <a:pt x="540368" y="64629"/>
                  </a:moveTo>
                  <a:lnTo>
                    <a:pt x="517981" y="44088"/>
                  </a:lnTo>
                  <a:lnTo>
                    <a:pt x="536610" y="58727"/>
                  </a:lnTo>
                  <a:close/>
                  <a:moveTo>
                    <a:pt x="624452" y="24360"/>
                  </a:moveTo>
                  <a:lnTo>
                    <a:pt x="598143" y="0"/>
                  </a:lnTo>
                  <a:lnTo>
                    <a:pt x="597646" y="4788"/>
                  </a:lnTo>
                  <a:close/>
                </a:path>
              </a:pathLst>
            </a:custGeom>
            <a:solidFill>
              <a:srgbClr val="C2CCD3"/>
            </a:solidFill>
            <a:ln w="1524">
              <a:solidFill>
                <a:srgbClr val="C2CCD3"/>
              </a:solidFill>
            </a:ln>
          </p:spPr>
        </p:sp>
        <p:sp>
          <p:nvSpPr>
            <p:cNvPr id="121" name="Input_density__120">
              <a:extLst>
                <a:ext uri="{FF2B5EF4-FFF2-40B4-BE49-F238E27FC236}">
                  <a16:creationId xmlns:a16="http://schemas.microsoft.com/office/drawing/2014/main" id="{2BDD03B9-BB35-DBC1-8908-B8C184B0C703}"/>
                </a:ext>
              </a:extLst>
            </p:cNvPr>
            <p:cNvSpPr>
              <a:spLocks noGrp="1"/>
            </p:cNvSpPr>
            <p:nvPr/>
          </p:nvSpPr>
          <p:spPr>
            <a:xfrm>
              <a:off x="918033" y="1647642"/>
              <a:ext cx="975794" cy="1335931"/>
            </a:xfrm>
            <a:custGeom>
              <a:avLst/>
              <a:gdLst/>
              <a:ahLst/>
              <a:cxnLst/>
              <a:rect l="0" t="0" r="0" b="0"/>
              <a:pathLst>
                <a:path w="975794" h="1335931">
                  <a:moveTo>
                    <a:pt x="365495" y="1303990"/>
                  </a:moveTo>
                  <a:lnTo>
                    <a:pt x="374814" y="1311441"/>
                  </a:lnTo>
                  <a:lnTo>
                    <a:pt x="355632" y="1335931"/>
                  </a:lnTo>
                  <a:close/>
                  <a:moveTo>
                    <a:pt x="169651" y="1042675"/>
                  </a:moveTo>
                  <a:lnTo>
                    <a:pt x="199507" y="1029728"/>
                  </a:lnTo>
                  <a:lnTo>
                    <a:pt x="222926" y="1021077"/>
                  </a:lnTo>
                  <a:close/>
                  <a:moveTo>
                    <a:pt x="199677" y="1029522"/>
                  </a:moveTo>
                  <a:lnTo>
                    <a:pt x="222926" y="1021077"/>
                  </a:lnTo>
                  <a:lnTo>
                    <a:pt x="199507" y="1029728"/>
                  </a:lnTo>
                  <a:close/>
                  <a:moveTo>
                    <a:pt x="199677" y="1029522"/>
                  </a:moveTo>
                  <a:lnTo>
                    <a:pt x="233711" y="1012339"/>
                  </a:lnTo>
                  <a:lnTo>
                    <a:pt x="222926" y="1021077"/>
                  </a:lnTo>
                  <a:close/>
                  <a:moveTo>
                    <a:pt x="233711" y="1012339"/>
                  </a:moveTo>
                  <a:lnTo>
                    <a:pt x="199677" y="1029522"/>
                  </a:lnTo>
                  <a:lnTo>
                    <a:pt x="250550" y="999785"/>
                  </a:lnTo>
                  <a:close/>
                  <a:moveTo>
                    <a:pt x="10319" y="820689"/>
                  </a:moveTo>
                  <a:lnTo>
                    <a:pt x="18015" y="800192"/>
                  </a:lnTo>
                  <a:lnTo>
                    <a:pt x="0" y="845747"/>
                  </a:lnTo>
                  <a:close/>
                  <a:moveTo>
                    <a:pt x="248439" y="958400"/>
                  </a:moveTo>
                  <a:lnTo>
                    <a:pt x="262569" y="948513"/>
                  </a:lnTo>
                  <a:lnTo>
                    <a:pt x="281878" y="924498"/>
                  </a:lnTo>
                  <a:close/>
                  <a:moveTo>
                    <a:pt x="525434" y="1195516"/>
                  </a:moveTo>
                  <a:lnTo>
                    <a:pt x="521078" y="1195946"/>
                  </a:lnTo>
                  <a:lnTo>
                    <a:pt x="543220" y="1161747"/>
                  </a:lnTo>
                  <a:close/>
                  <a:moveTo>
                    <a:pt x="360328" y="872449"/>
                  </a:moveTo>
                  <a:lnTo>
                    <a:pt x="329780" y="882811"/>
                  </a:lnTo>
                  <a:lnTo>
                    <a:pt x="335487" y="875780"/>
                  </a:lnTo>
                  <a:close/>
                  <a:moveTo>
                    <a:pt x="381632" y="850523"/>
                  </a:moveTo>
                  <a:lnTo>
                    <a:pt x="380120" y="850238"/>
                  </a:lnTo>
                  <a:lnTo>
                    <a:pt x="360328" y="872449"/>
                  </a:lnTo>
                  <a:close/>
                  <a:moveTo>
                    <a:pt x="381632" y="850523"/>
                  </a:moveTo>
                  <a:lnTo>
                    <a:pt x="388465" y="833340"/>
                  </a:lnTo>
                  <a:lnTo>
                    <a:pt x="380120" y="850238"/>
                  </a:lnTo>
                  <a:close/>
                  <a:moveTo>
                    <a:pt x="367485" y="723075"/>
                  </a:moveTo>
                  <a:lnTo>
                    <a:pt x="363712" y="692685"/>
                  </a:lnTo>
                  <a:lnTo>
                    <a:pt x="360899" y="711051"/>
                  </a:lnTo>
                  <a:close/>
                  <a:moveTo>
                    <a:pt x="375538" y="669137"/>
                  </a:moveTo>
                  <a:lnTo>
                    <a:pt x="363712" y="692685"/>
                  </a:lnTo>
                  <a:lnTo>
                    <a:pt x="367485" y="723075"/>
                  </a:lnTo>
                  <a:close/>
                  <a:moveTo>
                    <a:pt x="793340" y="1081597"/>
                  </a:moveTo>
                  <a:lnTo>
                    <a:pt x="804470" y="1056259"/>
                  </a:lnTo>
                  <a:lnTo>
                    <a:pt x="807829" y="1083717"/>
                  </a:lnTo>
                  <a:close/>
                  <a:moveTo>
                    <a:pt x="327984" y="397492"/>
                  </a:moveTo>
                  <a:lnTo>
                    <a:pt x="314961" y="442571"/>
                  </a:lnTo>
                  <a:lnTo>
                    <a:pt x="328822" y="414240"/>
                  </a:lnTo>
                  <a:close/>
                  <a:moveTo>
                    <a:pt x="328136" y="395624"/>
                  </a:moveTo>
                  <a:lnTo>
                    <a:pt x="328822" y="414240"/>
                  </a:lnTo>
                  <a:lnTo>
                    <a:pt x="335925" y="396378"/>
                  </a:lnTo>
                  <a:close/>
                  <a:moveTo>
                    <a:pt x="328136" y="395624"/>
                  </a:moveTo>
                  <a:lnTo>
                    <a:pt x="335925" y="396378"/>
                  </a:lnTo>
                  <a:lnTo>
                    <a:pt x="356495" y="377077"/>
                  </a:lnTo>
                  <a:close/>
                  <a:moveTo>
                    <a:pt x="367489" y="360302"/>
                  </a:moveTo>
                  <a:lnTo>
                    <a:pt x="376942" y="357317"/>
                  </a:lnTo>
                  <a:lnTo>
                    <a:pt x="356495" y="377077"/>
                  </a:lnTo>
                  <a:close/>
                  <a:moveTo>
                    <a:pt x="367489" y="360302"/>
                  </a:moveTo>
                  <a:lnTo>
                    <a:pt x="385769" y="343119"/>
                  </a:lnTo>
                  <a:lnTo>
                    <a:pt x="376942" y="357317"/>
                  </a:lnTo>
                  <a:close/>
                  <a:moveTo>
                    <a:pt x="975794" y="1005202"/>
                  </a:moveTo>
                  <a:lnTo>
                    <a:pt x="925452" y="1037763"/>
                  </a:lnTo>
                  <a:lnTo>
                    <a:pt x="953332" y="1017426"/>
                  </a:lnTo>
                  <a:close/>
                  <a:moveTo>
                    <a:pt x="954408" y="1004708"/>
                  </a:moveTo>
                  <a:lnTo>
                    <a:pt x="975794" y="1005202"/>
                  </a:lnTo>
                  <a:lnTo>
                    <a:pt x="953332" y="1017426"/>
                  </a:lnTo>
                  <a:close/>
                  <a:moveTo>
                    <a:pt x="382810" y="306364"/>
                  </a:moveTo>
                  <a:lnTo>
                    <a:pt x="384084" y="334225"/>
                  </a:lnTo>
                  <a:lnTo>
                    <a:pt x="385769" y="343119"/>
                  </a:lnTo>
                  <a:close/>
                  <a:moveTo>
                    <a:pt x="424085" y="312793"/>
                  </a:moveTo>
                  <a:lnTo>
                    <a:pt x="384084" y="334225"/>
                  </a:lnTo>
                  <a:lnTo>
                    <a:pt x="382810" y="306364"/>
                  </a:lnTo>
                  <a:close/>
                  <a:moveTo>
                    <a:pt x="811612" y="693485"/>
                  </a:moveTo>
                  <a:lnTo>
                    <a:pt x="824652" y="676302"/>
                  </a:lnTo>
                  <a:lnTo>
                    <a:pt x="819903" y="699873"/>
                  </a:lnTo>
                  <a:close/>
                  <a:moveTo>
                    <a:pt x="338771" y="124977"/>
                  </a:moveTo>
                  <a:lnTo>
                    <a:pt x="332336" y="142160"/>
                  </a:lnTo>
                  <a:lnTo>
                    <a:pt x="358151" y="94646"/>
                  </a:lnTo>
                  <a:close/>
                  <a:moveTo>
                    <a:pt x="332336" y="142160"/>
                  </a:moveTo>
                  <a:lnTo>
                    <a:pt x="338817" y="118567"/>
                  </a:lnTo>
                  <a:lnTo>
                    <a:pt x="358151" y="94646"/>
                  </a:lnTo>
                  <a:close/>
                  <a:moveTo>
                    <a:pt x="358151" y="94646"/>
                  </a:moveTo>
                  <a:lnTo>
                    <a:pt x="374640" y="100509"/>
                  </a:lnTo>
                  <a:lnTo>
                    <a:pt x="367182" y="88222"/>
                  </a:lnTo>
                  <a:close/>
                  <a:moveTo>
                    <a:pt x="575063" y="311130"/>
                  </a:moveTo>
                  <a:lnTo>
                    <a:pt x="582982" y="312369"/>
                  </a:lnTo>
                  <a:lnTo>
                    <a:pt x="604363" y="296102"/>
                  </a:lnTo>
                  <a:close/>
                  <a:moveTo>
                    <a:pt x="588030" y="308752"/>
                  </a:moveTo>
                  <a:lnTo>
                    <a:pt x="608257" y="291569"/>
                  </a:lnTo>
                  <a:lnTo>
                    <a:pt x="604363" y="296102"/>
                  </a:lnTo>
                  <a:close/>
                  <a:moveTo>
                    <a:pt x="367182" y="88222"/>
                  </a:moveTo>
                  <a:lnTo>
                    <a:pt x="378441" y="74297"/>
                  </a:lnTo>
                  <a:lnTo>
                    <a:pt x="358151" y="94646"/>
                  </a:lnTo>
                  <a:close/>
                  <a:moveTo>
                    <a:pt x="367182" y="88222"/>
                  </a:moveTo>
                  <a:lnTo>
                    <a:pt x="389590" y="71039"/>
                  </a:lnTo>
                  <a:lnTo>
                    <a:pt x="378441" y="74297"/>
                  </a:lnTo>
                  <a:close/>
                  <a:moveTo>
                    <a:pt x="389590" y="71039"/>
                  </a:moveTo>
                  <a:lnTo>
                    <a:pt x="367182" y="88222"/>
                  </a:lnTo>
                  <a:lnTo>
                    <a:pt x="409907" y="67366"/>
                  </a:lnTo>
                  <a:close/>
                  <a:moveTo>
                    <a:pt x="367182" y="88222"/>
                  </a:moveTo>
                  <a:lnTo>
                    <a:pt x="385986" y="74138"/>
                  </a:lnTo>
                  <a:lnTo>
                    <a:pt x="409907" y="67366"/>
                  </a:lnTo>
                  <a:close/>
                  <a:moveTo>
                    <a:pt x="409907" y="67366"/>
                  </a:moveTo>
                  <a:lnTo>
                    <a:pt x="385986" y="74138"/>
                  </a:lnTo>
                  <a:lnTo>
                    <a:pt x="442396" y="64263"/>
                  </a:lnTo>
                  <a:close/>
                  <a:moveTo>
                    <a:pt x="409907" y="67366"/>
                  </a:moveTo>
                  <a:lnTo>
                    <a:pt x="442396" y="64263"/>
                  </a:lnTo>
                  <a:lnTo>
                    <a:pt x="416165" y="66749"/>
                  </a:lnTo>
                  <a:close/>
                  <a:moveTo>
                    <a:pt x="526957" y="159637"/>
                  </a:moveTo>
                  <a:lnTo>
                    <a:pt x="554178" y="136834"/>
                  </a:lnTo>
                  <a:lnTo>
                    <a:pt x="576691" y="124800"/>
                  </a:lnTo>
                  <a:close/>
                  <a:moveTo>
                    <a:pt x="564374" y="127365"/>
                  </a:moveTo>
                  <a:lnTo>
                    <a:pt x="576691" y="124800"/>
                  </a:lnTo>
                  <a:lnTo>
                    <a:pt x="554178" y="136834"/>
                  </a:lnTo>
                  <a:close/>
                  <a:moveTo>
                    <a:pt x="564374" y="127365"/>
                  </a:moveTo>
                  <a:lnTo>
                    <a:pt x="585271" y="110182"/>
                  </a:lnTo>
                  <a:lnTo>
                    <a:pt x="576691" y="124800"/>
                  </a:lnTo>
                  <a:close/>
                  <a:moveTo>
                    <a:pt x="585271" y="110182"/>
                  </a:moveTo>
                  <a:lnTo>
                    <a:pt x="564374" y="127365"/>
                  </a:lnTo>
                  <a:lnTo>
                    <a:pt x="599874" y="86900"/>
                  </a:lnTo>
                  <a:close/>
                  <a:moveTo>
                    <a:pt x="585271" y="110182"/>
                  </a:moveTo>
                  <a:lnTo>
                    <a:pt x="599874" y="86900"/>
                  </a:lnTo>
                  <a:lnTo>
                    <a:pt x="622518" y="75356"/>
                  </a:lnTo>
                  <a:close/>
                  <a:moveTo>
                    <a:pt x="622518" y="75356"/>
                  </a:moveTo>
                  <a:lnTo>
                    <a:pt x="599874" y="86900"/>
                  </a:lnTo>
                  <a:lnTo>
                    <a:pt x="650777" y="56435"/>
                  </a:lnTo>
                  <a:close/>
                  <a:moveTo>
                    <a:pt x="650777" y="56435"/>
                  </a:moveTo>
                  <a:lnTo>
                    <a:pt x="650931" y="56077"/>
                  </a:lnTo>
                  <a:lnTo>
                    <a:pt x="646150" y="67502"/>
                  </a:lnTo>
                  <a:close/>
                  <a:moveTo>
                    <a:pt x="664345" y="19489"/>
                  </a:moveTo>
                  <a:lnTo>
                    <a:pt x="650931" y="56077"/>
                  </a:lnTo>
                  <a:lnTo>
                    <a:pt x="651283" y="56243"/>
                  </a:lnTo>
                  <a:close/>
                  <a:moveTo>
                    <a:pt x="701511" y="25335"/>
                  </a:moveTo>
                  <a:lnTo>
                    <a:pt x="650931" y="56077"/>
                  </a:lnTo>
                  <a:lnTo>
                    <a:pt x="664345" y="19489"/>
                  </a:lnTo>
                  <a:close/>
                  <a:moveTo>
                    <a:pt x="654509" y="39060"/>
                  </a:moveTo>
                  <a:lnTo>
                    <a:pt x="650931" y="56077"/>
                  </a:lnTo>
                  <a:lnTo>
                    <a:pt x="668539" y="26631"/>
                  </a:lnTo>
                  <a:close/>
                  <a:moveTo>
                    <a:pt x="701511" y="25335"/>
                  </a:moveTo>
                  <a:lnTo>
                    <a:pt x="697856" y="269"/>
                  </a:lnTo>
                  <a:lnTo>
                    <a:pt x="687148" y="0"/>
                  </a:lnTo>
                  <a:close/>
                  <a:moveTo>
                    <a:pt x="668539" y="26631"/>
                  </a:moveTo>
                  <a:lnTo>
                    <a:pt x="701511" y="25335"/>
                  </a:lnTo>
                  <a:lnTo>
                    <a:pt x="687148" y="0"/>
                  </a:lnTo>
                  <a:close/>
                </a:path>
              </a:pathLst>
            </a:custGeom>
            <a:solidFill>
              <a:srgbClr val="AEBAC4"/>
            </a:solidFill>
            <a:ln w="1524">
              <a:solidFill>
                <a:srgbClr val="AEBAC4"/>
              </a:solidFill>
            </a:ln>
          </p:spPr>
        </p:sp>
        <p:sp>
          <p:nvSpPr>
            <p:cNvPr id="122" name="Input_density__121">
              <a:extLst>
                <a:ext uri="{FF2B5EF4-FFF2-40B4-BE49-F238E27FC236}">
                  <a16:creationId xmlns:a16="http://schemas.microsoft.com/office/drawing/2014/main" id="{7C72325B-028A-3A2E-E902-50F080E58D5E}"/>
                </a:ext>
              </a:extLst>
            </p:cNvPr>
            <p:cNvSpPr>
              <a:spLocks noGrp="1"/>
            </p:cNvSpPr>
            <p:nvPr/>
          </p:nvSpPr>
          <p:spPr>
            <a:xfrm>
              <a:off x="959659" y="1588833"/>
              <a:ext cx="919713" cy="1399978"/>
            </a:xfrm>
            <a:custGeom>
              <a:avLst/>
              <a:gdLst/>
              <a:ahLst/>
              <a:cxnLst/>
              <a:rect l="0" t="0" r="0" b="0"/>
              <a:pathLst>
                <a:path w="919713" h="1399978">
                  <a:moveTo>
                    <a:pt x="281544" y="1399555"/>
                  </a:moveTo>
                  <a:lnTo>
                    <a:pt x="282087" y="1399978"/>
                  </a:lnTo>
                  <a:lnTo>
                    <a:pt x="282385" y="1399221"/>
                  </a:lnTo>
                  <a:close/>
                  <a:moveTo>
                    <a:pt x="282385" y="1399221"/>
                  </a:moveTo>
                  <a:lnTo>
                    <a:pt x="282087" y="1399978"/>
                  </a:lnTo>
                  <a:lnTo>
                    <a:pt x="286289" y="1399555"/>
                  </a:lnTo>
                  <a:close/>
                  <a:moveTo>
                    <a:pt x="27021" y="1088332"/>
                  </a:moveTo>
                  <a:lnTo>
                    <a:pt x="0" y="1063542"/>
                  </a:lnTo>
                  <a:lnTo>
                    <a:pt x="20415" y="1068760"/>
                  </a:lnTo>
                  <a:close/>
                  <a:moveTo>
                    <a:pt x="27021" y="1088332"/>
                  </a:moveTo>
                  <a:lnTo>
                    <a:pt x="20415" y="1068760"/>
                  </a:lnTo>
                  <a:lnTo>
                    <a:pt x="6464" y="1105515"/>
                  </a:lnTo>
                  <a:close/>
                  <a:moveTo>
                    <a:pt x="149985" y="1067618"/>
                  </a:moveTo>
                  <a:lnTo>
                    <a:pt x="114433" y="1079035"/>
                  </a:lnTo>
                  <a:lnTo>
                    <a:pt x="147102" y="1076603"/>
                  </a:lnTo>
                  <a:close/>
                  <a:moveTo>
                    <a:pt x="149985" y="1067618"/>
                  </a:moveTo>
                  <a:lnTo>
                    <a:pt x="118053" y="1066490"/>
                  </a:lnTo>
                  <a:lnTo>
                    <a:pt x="114433" y="1079035"/>
                  </a:lnTo>
                  <a:close/>
                  <a:moveTo>
                    <a:pt x="160420" y="1030190"/>
                  </a:moveTo>
                  <a:lnTo>
                    <a:pt x="138247" y="1017210"/>
                  </a:lnTo>
                  <a:lnTo>
                    <a:pt x="149985" y="1067618"/>
                  </a:lnTo>
                  <a:close/>
                  <a:moveTo>
                    <a:pt x="94081" y="951738"/>
                  </a:moveTo>
                  <a:lnTo>
                    <a:pt x="111547" y="972037"/>
                  </a:lnTo>
                  <a:lnTo>
                    <a:pt x="79425" y="960883"/>
                  </a:lnTo>
                  <a:close/>
                  <a:moveTo>
                    <a:pt x="111516" y="982310"/>
                  </a:moveTo>
                  <a:lnTo>
                    <a:pt x="85945" y="972524"/>
                  </a:lnTo>
                  <a:lnTo>
                    <a:pt x="79425" y="960883"/>
                  </a:lnTo>
                  <a:close/>
                  <a:moveTo>
                    <a:pt x="105170" y="980455"/>
                  </a:moveTo>
                  <a:lnTo>
                    <a:pt x="111516" y="982310"/>
                  </a:lnTo>
                  <a:lnTo>
                    <a:pt x="79425" y="960883"/>
                  </a:lnTo>
                  <a:close/>
                  <a:moveTo>
                    <a:pt x="116604" y="980455"/>
                  </a:moveTo>
                  <a:lnTo>
                    <a:pt x="94081" y="951738"/>
                  </a:lnTo>
                  <a:lnTo>
                    <a:pt x="93137" y="960883"/>
                  </a:lnTo>
                  <a:close/>
                  <a:moveTo>
                    <a:pt x="93137" y="960883"/>
                  </a:moveTo>
                  <a:lnTo>
                    <a:pt x="85945" y="972524"/>
                  </a:lnTo>
                  <a:lnTo>
                    <a:pt x="116604" y="980455"/>
                  </a:lnTo>
                  <a:close/>
                  <a:moveTo>
                    <a:pt x="109344" y="867594"/>
                  </a:moveTo>
                  <a:lnTo>
                    <a:pt x="94673" y="861762"/>
                  </a:lnTo>
                  <a:lnTo>
                    <a:pt x="143594" y="889762"/>
                  </a:lnTo>
                  <a:close/>
                  <a:moveTo>
                    <a:pt x="143594" y="889762"/>
                  </a:moveTo>
                  <a:lnTo>
                    <a:pt x="94673" y="861762"/>
                  </a:lnTo>
                  <a:lnTo>
                    <a:pt x="88806" y="870190"/>
                  </a:lnTo>
                  <a:close/>
                  <a:moveTo>
                    <a:pt x="483808" y="1254326"/>
                  </a:moveTo>
                  <a:lnTo>
                    <a:pt x="521891" y="1276883"/>
                  </a:lnTo>
                  <a:lnTo>
                    <a:pt x="508825" y="1268368"/>
                  </a:lnTo>
                  <a:close/>
                  <a:moveTo>
                    <a:pt x="166534" y="764426"/>
                  </a:moveTo>
                  <a:lnTo>
                    <a:pt x="145731" y="762313"/>
                  </a:lnTo>
                  <a:lnTo>
                    <a:pt x="144814" y="758593"/>
                  </a:lnTo>
                  <a:close/>
                  <a:moveTo>
                    <a:pt x="635937" y="1256660"/>
                  </a:moveTo>
                  <a:lnTo>
                    <a:pt x="626743" y="1242516"/>
                  </a:lnTo>
                  <a:lnTo>
                    <a:pt x="628467" y="1245750"/>
                  </a:lnTo>
                  <a:close/>
                  <a:moveTo>
                    <a:pt x="193544" y="701317"/>
                  </a:moveTo>
                  <a:lnTo>
                    <a:pt x="223066" y="726637"/>
                  </a:lnTo>
                  <a:lnTo>
                    <a:pt x="225712" y="727947"/>
                  </a:lnTo>
                  <a:close/>
                  <a:moveTo>
                    <a:pt x="225712" y="727947"/>
                  </a:moveTo>
                  <a:lnTo>
                    <a:pt x="212083" y="713939"/>
                  </a:lnTo>
                  <a:lnTo>
                    <a:pt x="193544" y="701317"/>
                  </a:lnTo>
                  <a:close/>
                  <a:moveTo>
                    <a:pt x="547577" y="1050583"/>
                  </a:moveTo>
                  <a:lnTo>
                    <a:pt x="578055" y="1052893"/>
                  </a:lnTo>
                  <a:lnTo>
                    <a:pt x="553763" y="1021987"/>
                  </a:lnTo>
                  <a:close/>
                  <a:moveTo>
                    <a:pt x="550488" y="1010937"/>
                  </a:moveTo>
                  <a:lnTo>
                    <a:pt x="547577" y="1050583"/>
                  </a:lnTo>
                  <a:lnTo>
                    <a:pt x="553763" y="1021987"/>
                  </a:lnTo>
                  <a:close/>
                  <a:moveTo>
                    <a:pt x="587210" y="1023658"/>
                  </a:moveTo>
                  <a:lnTo>
                    <a:pt x="550488" y="1010937"/>
                  </a:lnTo>
                  <a:lnTo>
                    <a:pt x="553763" y="1021987"/>
                  </a:lnTo>
                  <a:close/>
                  <a:moveTo>
                    <a:pt x="486010" y="939306"/>
                  </a:moveTo>
                  <a:lnTo>
                    <a:pt x="514906" y="974112"/>
                  </a:lnTo>
                  <a:lnTo>
                    <a:pt x="515295" y="968048"/>
                  </a:lnTo>
                  <a:close/>
                  <a:moveTo>
                    <a:pt x="515295" y="968048"/>
                  </a:moveTo>
                  <a:lnTo>
                    <a:pt x="504083" y="962011"/>
                  </a:lnTo>
                  <a:lnTo>
                    <a:pt x="486010" y="939306"/>
                  </a:lnTo>
                  <a:close/>
                  <a:moveTo>
                    <a:pt x="304649" y="714668"/>
                  </a:moveTo>
                  <a:lnTo>
                    <a:pt x="329337" y="716931"/>
                  </a:lnTo>
                  <a:lnTo>
                    <a:pt x="306430" y="710763"/>
                  </a:lnTo>
                  <a:close/>
                  <a:moveTo>
                    <a:pt x="304649" y="714668"/>
                  </a:moveTo>
                  <a:lnTo>
                    <a:pt x="300332" y="710763"/>
                  </a:lnTo>
                  <a:lnTo>
                    <a:pt x="305535" y="753941"/>
                  </a:lnTo>
                  <a:close/>
                  <a:moveTo>
                    <a:pt x="240634" y="690122"/>
                  </a:moveTo>
                  <a:lnTo>
                    <a:pt x="217965" y="681463"/>
                  </a:lnTo>
                  <a:lnTo>
                    <a:pt x="266373" y="713944"/>
                  </a:lnTo>
                  <a:close/>
                  <a:moveTo>
                    <a:pt x="255338" y="654879"/>
                  </a:moveTo>
                  <a:lnTo>
                    <a:pt x="223466" y="637253"/>
                  </a:lnTo>
                  <a:lnTo>
                    <a:pt x="240634" y="690122"/>
                  </a:lnTo>
                  <a:close/>
                  <a:moveTo>
                    <a:pt x="240634" y="690122"/>
                  </a:moveTo>
                  <a:lnTo>
                    <a:pt x="223466" y="637253"/>
                  </a:lnTo>
                  <a:lnTo>
                    <a:pt x="216146" y="638194"/>
                  </a:lnTo>
                  <a:close/>
                  <a:moveTo>
                    <a:pt x="278779" y="641452"/>
                  </a:moveTo>
                  <a:lnTo>
                    <a:pt x="255338" y="654879"/>
                  </a:lnTo>
                  <a:lnTo>
                    <a:pt x="240634" y="690122"/>
                  </a:lnTo>
                  <a:close/>
                  <a:moveTo>
                    <a:pt x="278779" y="641452"/>
                  </a:moveTo>
                  <a:lnTo>
                    <a:pt x="240634" y="690122"/>
                  </a:lnTo>
                  <a:lnTo>
                    <a:pt x="293679" y="674085"/>
                  </a:lnTo>
                  <a:close/>
                  <a:moveTo>
                    <a:pt x="486635" y="931293"/>
                  </a:moveTo>
                  <a:lnTo>
                    <a:pt x="458189" y="894538"/>
                  </a:lnTo>
                  <a:lnTo>
                    <a:pt x="469729" y="907795"/>
                  </a:lnTo>
                  <a:close/>
                  <a:moveTo>
                    <a:pt x="619861" y="1024375"/>
                  </a:moveTo>
                  <a:lnTo>
                    <a:pt x="627065" y="1048092"/>
                  </a:lnTo>
                  <a:lnTo>
                    <a:pt x="650703" y="1040263"/>
                  </a:lnTo>
                  <a:close/>
                  <a:moveTo>
                    <a:pt x="619861" y="1024375"/>
                  </a:moveTo>
                  <a:lnTo>
                    <a:pt x="616334" y="1041558"/>
                  </a:lnTo>
                  <a:lnTo>
                    <a:pt x="627065" y="1048092"/>
                  </a:lnTo>
                  <a:close/>
                  <a:moveTo>
                    <a:pt x="616334" y="1041558"/>
                  </a:moveTo>
                  <a:lnTo>
                    <a:pt x="619861" y="1024375"/>
                  </a:lnTo>
                  <a:lnTo>
                    <a:pt x="587210" y="1023658"/>
                  </a:lnTo>
                  <a:close/>
                  <a:moveTo>
                    <a:pt x="619861" y="1024375"/>
                  </a:moveTo>
                  <a:lnTo>
                    <a:pt x="612105" y="1020530"/>
                  </a:lnTo>
                  <a:lnTo>
                    <a:pt x="587210" y="1023658"/>
                  </a:lnTo>
                  <a:close/>
                  <a:moveTo>
                    <a:pt x="650703" y="1040263"/>
                  </a:moveTo>
                  <a:lnTo>
                    <a:pt x="627065" y="1048092"/>
                  </a:lnTo>
                  <a:lnTo>
                    <a:pt x="686937" y="1051162"/>
                  </a:lnTo>
                  <a:close/>
                  <a:moveTo>
                    <a:pt x="550488" y="1010937"/>
                  </a:moveTo>
                  <a:lnTo>
                    <a:pt x="587210" y="1023658"/>
                  </a:lnTo>
                  <a:lnTo>
                    <a:pt x="612105" y="1020530"/>
                  </a:lnTo>
                  <a:close/>
                  <a:moveTo>
                    <a:pt x="523995" y="940254"/>
                  </a:moveTo>
                  <a:lnTo>
                    <a:pt x="515295" y="968048"/>
                  </a:lnTo>
                  <a:lnTo>
                    <a:pt x="540801" y="921850"/>
                  </a:lnTo>
                  <a:close/>
                  <a:moveTo>
                    <a:pt x="540801" y="921850"/>
                  </a:moveTo>
                  <a:lnTo>
                    <a:pt x="515295" y="968048"/>
                  </a:lnTo>
                  <a:lnTo>
                    <a:pt x="551391" y="957988"/>
                  </a:lnTo>
                  <a:close/>
                  <a:moveTo>
                    <a:pt x="511326" y="914110"/>
                  </a:moveTo>
                  <a:lnTo>
                    <a:pt x="486635" y="931293"/>
                  </a:lnTo>
                  <a:lnTo>
                    <a:pt x="504083" y="962011"/>
                  </a:lnTo>
                  <a:close/>
                  <a:moveTo>
                    <a:pt x="383199" y="662993"/>
                  </a:moveTo>
                  <a:lnTo>
                    <a:pt x="381848" y="701329"/>
                  </a:lnTo>
                  <a:lnTo>
                    <a:pt x="382211" y="693580"/>
                  </a:lnTo>
                  <a:close/>
                  <a:moveTo>
                    <a:pt x="127023" y="477485"/>
                  </a:moveTo>
                  <a:lnTo>
                    <a:pt x="139254" y="470012"/>
                  </a:lnTo>
                  <a:lnTo>
                    <a:pt x="101864" y="454792"/>
                  </a:lnTo>
                  <a:close/>
                  <a:moveTo>
                    <a:pt x="432630" y="767090"/>
                  </a:moveTo>
                  <a:lnTo>
                    <a:pt x="432267" y="776921"/>
                  </a:lnTo>
                  <a:lnTo>
                    <a:pt x="447934" y="780451"/>
                  </a:lnTo>
                  <a:close/>
                  <a:moveTo>
                    <a:pt x="440353" y="752107"/>
                  </a:moveTo>
                  <a:lnTo>
                    <a:pt x="432267" y="776921"/>
                  </a:lnTo>
                  <a:lnTo>
                    <a:pt x="432630" y="767090"/>
                  </a:lnTo>
                  <a:close/>
                  <a:moveTo>
                    <a:pt x="753974" y="1134640"/>
                  </a:moveTo>
                  <a:lnTo>
                    <a:pt x="778939" y="1145987"/>
                  </a:lnTo>
                  <a:lnTo>
                    <a:pt x="770728" y="1143658"/>
                  </a:lnTo>
                  <a:close/>
                  <a:moveTo>
                    <a:pt x="733237" y="1007998"/>
                  </a:moveTo>
                  <a:lnTo>
                    <a:pt x="686937" y="1051162"/>
                  </a:lnTo>
                  <a:lnTo>
                    <a:pt x="720697" y="1052808"/>
                  </a:lnTo>
                  <a:close/>
                  <a:moveTo>
                    <a:pt x="601982" y="899200"/>
                  </a:moveTo>
                  <a:lnTo>
                    <a:pt x="605896" y="901108"/>
                  </a:lnTo>
                  <a:lnTo>
                    <a:pt x="598071" y="896927"/>
                  </a:lnTo>
                  <a:close/>
                  <a:moveTo>
                    <a:pt x="547854" y="786662"/>
                  </a:moveTo>
                  <a:lnTo>
                    <a:pt x="550997" y="820423"/>
                  </a:lnTo>
                  <a:lnTo>
                    <a:pt x="538627" y="840600"/>
                  </a:lnTo>
                  <a:close/>
                  <a:moveTo>
                    <a:pt x="447934" y="780451"/>
                  </a:moveTo>
                  <a:lnTo>
                    <a:pt x="501434" y="759694"/>
                  </a:lnTo>
                  <a:lnTo>
                    <a:pt x="472402" y="775724"/>
                  </a:lnTo>
                  <a:close/>
                  <a:moveTo>
                    <a:pt x="447934" y="780451"/>
                  </a:moveTo>
                  <a:lnTo>
                    <a:pt x="422628" y="757670"/>
                  </a:lnTo>
                  <a:lnTo>
                    <a:pt x="432630" y="767090"/>
                  </a:lnTo>
                  <a:close/>
                  <a:moveTo>
                    <a:pt x="258838" y="496334"/>
                  </a:moveTo>
                  <a:lnTo>
                    <a:pt x="273335" y="501380"/>
                  </a:lnTo>
                  <a:lnTo>
                    <a:pt x="255703" y="463829"/>
                  </a:lnTo>
                  <a:close/>
                  <a:moveTo>
                    <a:pt x="279883" y="455867"/>
                  </a:moveTo>
                  <a:lnTo>
                    <a:pt x="286358" y="456302"/>
                  </a:lnTo>
                  <a:lnTo>
                    <a:pt x="286510" y="454433"/>
                  </a:lnTo>
                  <a:close/>
                  <a:moveTo>
                    <a:pt x="108859" y="313264"/>
                  </a:moveTo>
                  <a:lnTo>
                    <a:pt x="143859" y="311898"/>
                  </a:lnTo>
                  <a:lnTo>
                    <a:pt x="111114" y="296965"/>
                  </a:lnTo>
                  <a:close/>
                  <a:moveTo>
                    <a:pt x="143859" y="311898"/>
                  </a:moveTo>
                  <a:lnTo>
                    <a:pt x="147314" y="307732"/>
                  </a:lnTo>
                  <a:lnTo>
                    <a:pt x="111114" y="296965"/>
                  </a:lnTo>
                  <a:close/>
                  <a:moveTo>
                    <a:pt x="853803" y="1108900"/>
                  </a:moveTo>
                  <a:lnTo>
                    <a:pt x="839802" y="1100273"/>
                  </a:lnTo>
                  <a:lnTo>
                    <a:pt x="804810" y="1146507"/>
                  </a:lnTo>
                  <a:close/>
                  <a:moveTo>
                    <a:pt x="605896" y="901108"/>
                  </a:moveTo>
                  <a:lnTo>
                    <a:pt x="646918" y="929905"/>
                  </a:lnTo>
                  <a:lnTo>
                    <a:pt x="666122" y="905497"/>
                  </a:lnTo>
                  <a:close/>
                  <a:moveTo>
                    <a:pt x="632179" y="812244"/>
                  </a:moveTo>
                  <a:lnTo>
                    <a:pt x="675801" y="842988"/>
                  </a:lnTo>
                  <a:lnTo>
                    <a:pt x="679027" y="845992"/>
                  </a:lnTo>
                  <a:close/>
                  <a:moveTo>
                    <a:pt x="546916" y="782638"/>
                  </a:moveTo>
                  <a:lnTo>
                    <a:pt x="501434" y="759694"/>
                  </a:lnTo>
                  <a:lnTo>
                    <a:pt x="533685" y="786662"/>
                  </a:lnTo>
                  <a:close/>
                  <a:moveTo>
                    <a:pt x="502833" y="746641"/>
                  </a:moveTo>
                  <a:lnTo>
                    <a:pt x="501434" y="759694"/>
                  </a:lnTo>
                  <a:lnTo>
                    <a:pt x="546916" y="782638"/>
                  </a:lnTo>
                  <a:close/>
                  <a:moveTo>
                    <a:pt x="535463" y="747202"/>
                  </a:moveTo>
                  <a:lnTo>
                    <a:pt x="502833" y="746641"/>
                  </a:lnTo>
                  <a:lnTo>
                    <a:pt x="546916" y="782638"/>
                  </a:lnTo>
                  <a:close/>
                  <a:moveTo>
                    <a:pt x="546916" y="782638"/>
                  </a:moveTo>
                  <a:lnTo>
                    <a:pt x="550997" y="820423"/>
                  </a:lnTo>
                  <a:lnTo>
                    <a:pt x="547854" y="786662"/>
                  </a:lnTo>
                  <a:close/>
                  <a:moveTo>
                    <a:pt x="535463" y="747202"/>
                  </a:moveTo>
                  <a:lnTo>
                    <a:pt x="547854" y="786662"/>
                  </a:lnTo>
                  <a:lnTo>
                    <a:pt x="538887" y="749906"/>
                  </a:lnTo>
                  <a:close/>
                  <a:moveTo>
                    <a:pt x="535463" y="747202"/>
                  </a:moveTo>
                  <a:lnTo>
                    <a:pt x="546916" y="782638"/>
                  </a:lnTo>
                  <a:lnTo>
                    <a:pt x="547854" y="786662"/>
                  </a:lnTo>
                  <a:close/>
                  <a:moveTo>
                    <a:pt x="502833" y="746641"/>
                  </a:moveTo>
                  <a:lnTo>
                    <a:pt x="535463" y="747202"/>
                  </a:lnTo>
                  <a:lnTo>
                    <a:pt x="541492" y="697554"/>
                  </a:lnTo>
                  <a:close/>
                  <a:moveTo>
                    <a:pt x="541492" y="697554"/>
                  </a:moveTo>
                  <a:lnTo>
                    <a:pt x="535463" y="747202"/>
                  </a:lnTo>
                  <a:lnTo>
                    <a:pt x="564942" y="705577"/>
                  </a:lnTo>
                  <a:close/>
                  <a:moveTo>
                    <a:pt x="464243" y="706179"/>
                  </a:moveTo>
                  <a:lnTo>
                    <a:pt x="485342" y="671367"/>
                  </a:lnTo>
                  <a:lnTo>
                    <a:pt x="456835" y="667455"/>
                  </a:lnTo>
                  <a:close/>
                  <a:moveTo>
                    <a:pt x="255365" y="454410"/>
                  </a:moveTo>
                  <a:lnTo>
                    <a:pt x="286510" y="454433"/>
                  </a:lnTo>
                  <a:lnTo>
                    <a:pt x="265786" y="405318"/>
                  </a:lnTo>
                  <a:close/>
                  <a:moveTo>
                    <a:pt x="239501" y="377813"/>
                  </a:moveTo>
                  <a:lnTo>
                    <a:pt x="241899" y="419112"/>
                  </a:lnTo>
                  <a:lnTo>
                    <a:pt x="224539" y="407636"/>
                  </a:lnTo>
                  <a:close/>
                  <a:moveTo>
                    <a:pt x="853803" y="1108900"/>
                  </a:moveTo>
                  <a:lnTo>
                    <a:pt x="861469" y="1100273"/>
                  </a:lnTo>
                  <a:lnTo>
                    <a:pt x="856951" y="1095838"/>
                  </a:lnTo>
                  <a:close/>
                  <a:moveTo>
                    <a:pt x="883826" y="1096573"/>
                  </a:moveTo>
                  <a:lnTo>
                    <a:pt x="856951" y="1095838"/>
                  </a:lnTo>
                  <a:lnTo>
                    <a:pt x="861469" y="1100273"/>
                  </a:lnTo>
                  <a:close/>
                  <a:moveTo>
                    <a:pt x="897448" y="1083090"/>
                  </a:moveTo>
                  <a:lnTo>
                    <a:pt x="863026" y="1046335"/>
                  </a:lnTo>
                  <a:lnTo>
                    <a:pt x="883826" y="1096573"/>
                  </a:lnTo>
                  <a:close/>
                  <a:moveTo>
                    <a:pt x="646120" y="800910"/>
                  </a:moveTo>
                  <a:lnTo>
                    <a:pt x="642865" y="818543"/>
                  </a:lnTo>
                  <a:lnTo>
                    <a:pt x="668827" y="825805"/>
                  </a:lnTo>
                  <a:close/>
                  <a:moveTo>
                    <a:pt x="897862" y="1000172"/>
                  </a:moveTo>
                  <a:lnTo>
                    <a:pt x="919713" y="1009496"/>
                  </a:lnTo>
                  <a:lnTo>
                    <a:pt x="880858" y="969249"/>
                  </a:lnTo>
                  <a:close/>
                  <a:moveTo>
                    <a:pt x="560859" y="514582"/>
                  </a:moveTo>
                  <a:lnTo>
                    <a:pt x="572487" y="565202"/>
                  </a:lnTo>
                  <a:lnTo>
                    <a:pt x="581956" y="522977"/>
                  </a:lnTo>
                  <a:close/>
                  <a:moveTo>
                    <a:pt x="632558" y="498706"/>
                  </a:moveTo>
                  <a:lnTo>
                    <a:pt x="609600" y="551336"/>
                  </a:lnTo>
                  <a:lnTo>
                    <a:pt x="634399" y="541956"/>
                  </a:lnTo>
                  <a:close/>
                  <a:moveTo>
                    <a:pt x="751467" y="590480"/>
                  </a:moveTo>
                  <a:lnTo>
                    <a:pt x="758820" y="589726"/>
                  </a:lnTo>
                  <a:lnTo>
                    <a:pt x="733573" y="560253"/>
                  </a:lnTo>
                  <a:close/>
                  <a:moveTo>
                    <a:pt x="733573" y="560253"/>
                  </a:moveTo>
                  <a:lnTo>
                    <a:pt x="751410" y="590388"/>
                  </a:lnTo>
                  <a:lnTo>
                    <a:pt x="751467" y="590480"/>
                  </a:lnTo>
                  <a:close/>
                  <a:moveTo>
                    <a:pt x="640791" y="480215"/>
                  </a:moveTo>
                  <a:lnTo>
                    <a:pt x="632314" y="490468"/>
                  </a:lnTo>
                  <a:lnTo>
                    <a:pt x="598535" y="454531"/>
                  </a:lnTo>
                  <a:close/>
                  <a:moveTo>
                    <a:pt x="456148" y="265289"/>
                  </a:moveTo>
                  <a:lnTo>
                    <a:pt x="490189" y="264702"/>
                  </a:lnTo>
                  <a:lnTo>
                    <a:pt x="477035" y="230649"/>
                  </a:lnTo>
                  <a:close/>
                  <a:moveTo>
                    <a:pt x="456148" y="265289"/>
                  </a:moveTo>
                  <a:lnTo>
                    <a:pt x="477035" y="230649"/>
                  </a:lnTo>
                  <a:lnTo>
                    <a:pt x="446425" y="228446"/>
                  </a:lnTo>
                  <a:close/>
                  <a:moveTo>
                    <a:pt x="413661" y="199637"/>
                  </a:moveTo>
                  <a:lnTo>
                    <a:pt x="446425" y="228446"/>
                  </a:lnTo>
                  <a:lnTo>
                    <a:pt x="449219" y="208008"/>
                  </a:lnTo>
                  <a:close/>
                  <a:moveTo>
                    <a:pt x="446425" y="228446"/>
                  </a:moveTo>
                  <a:lnTo>
                    <a:pt x="477035" y="230649"/>
                  </a:lnTo>
                  <a:lnTo>
                    <a:pt x="449219" y="208008"/>
                  </a:lnTo>
                  <a:close/>
                  <a:moveTo>
                    <a:pt x="338722" y="127589"/>
                  </a:moveTo>
                  <a:lnTo>
                    <a:pt x="308067" y="125423"/>
                  </a:lnTo>
                  <a:lnTo>
                    <a:pt x="308302" y="151079"/>
                  </a:lnTo>
                  <a:close/>
                  <a:moveTo>
                    <a:pt x="368281" y="126175"/>
                  </a:moveTo>
                  <a:lnTo>
                    <a:pt x="375527" y="112665"/>
                  </a:lnTo>
                  <a:lnTo>
                    <a:pt x="349634" y="84829"/>
                  </a:lnTo>
                  <a:close/>
                  <a:moveTo>
                    <a:pt x="394335" y="127378"/>
                  </a:moveTo>
                  <a:lnTo>
                    <a:pt x="414760" y="149420"/>
                  </a:lnTo>
                  <a:lnTo>
                    <a:pt x="411046" y="140626"/>
                  </a:lnTo>
                  <a:close/>
                  <a:moveTo>
                    <a:pt x="375527" y="112665"/>
                  </a:moveTo>
                  <a:lnTo>
                    <a:pt x="394335" y="127378"/>
                  </a:lnTo>
                  <a:lnTo>
                    <a:pt x="398703" y="132237"/>
                  </a:lnTo>
                  <a:close/>
                  <a:moveTo>
                    <a:pt x="503363" y="115053"/>
                  </a:moveTo>
                  <a:lnTo>
                    <a:pt x="477807" y="95481"/>
                  </a:lnTo>
                  <a:lnTo>
                    <a:pt x="476678" y="78298"/>
                  </a:lnTo>
                  <a:close/>
                  <a:moveTo>
                    <a:pt x="457326" y="58727"/>
                  </a:moveTo>
                  <a:lnTo>
                    <a:pt x="449601" y="46876"/>
                  </a:lnTo>
                  <a:lnTo>
                    <a:pt x="476678" y="78298"/>
                  </a:lnTo>
                  <a:close/>
                  <a:moveTo>
                    <a:pt x="477807" y="95481"/>
                  </a:moveTo>
                  <a:lnTo>
                    <a:pt x="457326" y="58727"/>
                  </a:lnTo>
                  <a:lnTo>
                    <a:pt x="476678" y="78298"/>
                  </a:lnTo>
                  <a:close/>
                  <a:moveTo>
                    <a:pt x="543160" y="21456"/>
                  </a:moveTo>
                  <a:lnTo>
                    <a:pt x="518859" y="0"/>
                  </a:lnTo>
                  <a:lnTo>
                    <a:pt x="545168" y="24360"/>
                  </a:lnTo>
                  <a:close/>
                  <a:moveTo>
                    <a:pt x="543160" y="21456"/>
                  </a:moveTo>
                  <a:lnTo>
                    <a:pt x="545499" y="23089"/>
                  </a:lnTo>
                  <a:lnTo>
                    <a:pt x="521400" y="15593"/>
                  </a:lnTo>
                  <a:close/>
                  <a:moveTo>
                    <a:pt x="728268" y="117095"/>
                  </a:moveTo>
                  <a:lnTo>
                    <a:pt x="727049" y="117442"/>
                  </a:lnTo>
                  <a:lnTo>
                    <a:pt x="754208" y="140753"/>
                  </a:lnTo>
                  <a:close/>
                  <a:moveTo>
                    <a:pt x="728268" y="117095"/>
                  </a:moveTo>
                  <a:lnTo>
                    <a:pt x="751891" y="154196"/>
                  </a:lnTo>
                  <a:lnTo>
                    <a:pt x="728212" y="117442"/>
                  </a:lnTo>
                  <a:close/>
                </a:path>
              </a:pathLst>
            </a:custGeom>
            <a:solidFill>
              <a:srgbClr val="C2CCD3"/>
            </a:solidFill>
            <a:ln w="1524">
              <a:solidFill>
                <a:srgbClr val="C2CCD3"/>
              </a:solidFill>
            </a:ln>
          </p:spPr>
        </p:sp>
        <p:sp>
          <p:nvSpPr>
            <p:cNvPr id="123" name="Input_density__122">
              <a:extLst>
                <a:ext uri="{FF2B5EF4-FFF2-40B4-BE49-F238E27FC236}">
                  <a16:creationId xmlns:a16="http://schemas.microsoft.com/office/drawing/2014/main" id="{5A96469F-9EA3-9DAA-42AB-15F31FBFC3CD}"/>
                </a:ext>
              </a:extLst>
            </p:cNvPr>
            <p:cNvSpPr>
              <a:spLocks noGrp="1"/>
            </p:cNvSpPr>
            <p:nvPr/>
          </p:nvSpPr>
          <p:spPr>
            <a:xfrm>
              <a:off x="716452" y="1486489"/>
              <a:ext cx="1153527" cy="1501899"/>
            </a:xfrm>
            <a:custGeom>
              <a:avLst/>
              <a:gdLst/>
              <a:ahLst/>
              <a:cxnLst/>
              <a:rect l="0" t="0" r="0" b="0"/>
              <a:pathLst>
                <a:path w="1153527" h="1501899">
                  <a:moveTo>
                    <a:pt x="532552" y="1447961"/>
                  </a:moveTo>
                  <a:lnTo>
                    <a:pt x="525592" y="1501565"/>
                  </a:lnTo>
                  <a:lnTo>
                    <a:pt x="538058" y="1453835"/>
                  </a:lnTo>
                  <a:close/>
                  <a:moveTo>
                    <a:pt x="489473" y="1465144"/>
                  </a:moveTo>
                  <a:lnTo>
                    <a:pt x="524751" y="1501899"/>
                  </a:lnTo>
                  <a:lnTo>
                    <a:pt x="532552" y="1447961"/>
                  </a:lnTo>
                  <a:close/>
                  <a:moveTo>
                    <a:pt x="532552" y="1447961"/>
                  </a:moveTo>
                  <a:lnTo>
                    <a:pt x="538058" y="1453835"/>
                  </a:lnTo>
                  <a:lnTo>
                    <a:pt x="538295" y="1446491"/>
                  </a:lnTo>
                  <a:close/>
                  <a:moveTo>
                    <a:pt x="576105" y="1442840"/>
                  </a:moveTo>
                  <a:lnTo>
                    <a:pt x="538295" y="1446491"/>
                  </a:lnTo>
                  <a:lnTo>
                    <a:pt x="538058" y="1453835"/>
                  </a:lnTo>
                  <a:close/>
                  <a:moveTo>
                    <a:pt x="538295" y="1446491"/>
                  </a:moveTo>
                  <a:lnTo>
                    <a:pt x="576105" y="1442840"/>
                  </a:lnTo>
                  <a:lnTo>
                    <a:pt x="569958" y="1403091"/>
                  </a:lnTo>
                  <a:close/>
                  <a:moveTo>
                    <a:pt x="538295" y="1446491"/>
                  </a:moveTo>
                  <a:lnTo>
                    <a:pt x="569958" y="1403091"/>
                  </a:lnTo>
                  <a:lnTo>
                    <a:pt x="527253" y="1410721"/>
                  </a:lnTo>
                  <a:close/>
                  <a:moveTo>
                    <a:pt x="345314" y="1039088"/>
                  </a:moveTo>
                  <a:lnTo>
                    <a:pt x="362960" y="1033211"/>
                  </a:lnTo>
                  <a:lnTo>
                    <a:pt x="351257" y="1009289"/>
                  </a:lnTo>
                  <a:close/>
                  <a:moveTo>
                    <a:pt x="351257" y="1009289"/>
                  </a:moveTo>
                  <a:lnTo>
                    <a:pt x="370309" y="1028861"/>
                  </a:lnTo>
                  <a:lnTo>
                    <a:pt x="386801" y="992106"/>
                  </a:lnTo>
                  <a:close/>
                  <a:moveTo>
                    <a:pt x="228589" y="808331"/>
                  </a:moveTo>
                  <a:lnTo>
                    <a:pt x="239009" y="794574"/>
                  </a:lnTo>
                  <a:lnTo>
                    <a:pt x="202713" y="788759"/>
                  </a:lnTo>
                  <a:close/>
                  <a:moveTo>
                    <a:pt x="0" y="556961"/>
                  </a:moveTo>
                  <a:lnTo>
                    <a:pt x="25966" y="551046"/>
                  </a:lnTo>
                  <a:lnTo>
                    <a:pt x="4464" y="540532"/>
                  </a:lnTo>
                  <a:close/>
                  <a:moveTo>
                    <a:pt x="0" y="556961"/>
                  </a:moveTo>
                  <a:lnTo>
                    <a:pt x="11272" y="565985"/>
                  </a:lnTo>
                  <a:lnTo>
                    <a:pt x="25966" y="551046"/>
                  </a:lnTo>
                  <a:close/>
                  <a:moveTo>
                    <a:pt x="382008" y="859285"/>
                  </a:moveTo>
                  <a:lnTo>
                    <a:pt x="329175" y="881841"/>
                  </a:lnTo>
                  <a:lnTo>
                    <a:pt x="372890" y="864657"/>
                  </a:lnTo>
                  <a:close/>
                  <a:moveTo>
                    <a:pt x="770311" y="1325289"/>
                  </a:moveTo>
                  <a:lnTo>
                    <a:pt x="760212" y="1288534"/>
                  </a:lnTo>
                  <a:lnTo>
                    <a:pt x="773241" y="1325431"/>
                  </a:lnTo>
                  <a:close/>
                  <a:moveTo>
                    <a:pt x="773241" y="1325431"/>
                  </a:moveTo>
                  <a:lnTo>
                    <a:pt x="760212" y="1288534"/>
                  </a:lnTo>
                  <a:lnTo>
                    <a:pt x="778275" y="1297338"/>
                  </a:lnTo>
                  <a:close/>
                  <a:moveTo>
                    <a:pt x="759105" y="1330582"/>
                  </a:moveTo>
                  <a:lnTo>
                    <a:pt x="770311" y="1325289"/>
                  </a:lnTo>
                  <a:lnTo>
                    <a:pt x="773241" y="1325431"/>
                  </a:lnTo>
                  <a:close/>
                  <a:moveTo>
                    <a:pt x="773241" y="1325431"/>
                  </a:moveTo>
                  <a:lnTo>
                    <a:pt x="755362" y="1305717"/>
                  </a:lnTo>
                  <a:lnTo>
                    <a:pt x="753899" y="1290067"/>
                  </a:lnTo>
                  <a:close/>
                  <a:moveTo>
                    <a:pt x="753899" y="1290067"/>
                  </a:moveTo>
                  <a:lnTo>
                    <a:pt x="759105" y="1330582"/>
                  </a:lnTo>
                  <a:lnTo>
                    <a:pt x="773241" y="1325431"/>
                  </a:lnTo>
                  <a:close/>
                  <a:moveTo>
                    <a:pt x="49369" y="391431"/>
                  </a:moveTo>
                  <a:lnTo>
                    <a:pt x="5201" y="423597"/>
                  </a:lnTo>
                  <a:lnTo>
                    <a:pt x="31013" y="406414"/>
                  </a:lnTo>
                  <a:close/>
                  <a:moveTo>
                    <a:pt x="49369" y="391431"/>
                  </a:moveTo>
                  <a:lnTo>
                    <a:pt x="27032" y="404125"/>
                  </a:lnTo>
                  <a:lnTo>
                    <a:pt x="5201" y="423597"/>
                  </a:lnTo>
                  <a:close/>
                  <a:moveTo>
                    <a:pt x="871674" y="1348094"/>
                  </a:moveTo>
                  <a:lnTo>
                    <a:pt x="869950" y="1344861"/>
                  </a:lnTo>
                  <a:lnTo>
                    <a:pt x="857973" y="1325237"/>
                  </a:lnTo>
                  <a:close/>
                  <a:moveTo>
                    <a:pt x="826670" y="1240335"/>
                  </a:moveTo>
                  <a:lnTo>
                    <a:pt x="792591" y="1251779"/>
                  </a:lnTo>
                  <a:lnTo>
                    <a:pt x="795146" y="1283622"/>
                  </a:lnTo>
                  <a:close/>
                  <a:moveTo>
                    <a:pt x="828957" y="1283222"/>
                  </a:moveTo>
                  <a:lnTo>
                    <a:pt x="826670" y="1240335"/>
                  </a:lnTo>
                  <a:lnTo>
                    <a:pt x="795146" y="1283622"/>
                  </a:lnTo>
                  <a:close/>
                  <a:moveTo>
                    <a:pt x="873589" y="1259048"/>
                  </a:moveTo>
                  <a:lnTo>
                    <a:pt x="858213" y="1234596"/>
                  </a:lnTo>
                  <a:lnTo>
                    <a:pt x="875382" y="1272569"/>
                  </a:lnTo>
                  <a:close/>
                  <a:moveTo>
                    <a:pt x="875382" y="1272569"/>
                  </a:moveTo>
                  <a:lnTo>
                    <a:pt x="858213" y="1234596"/>
                  </a:lnTo>
                  <a:lnTo>
                    <a:pt x="826670" y="1240335"/>
                  </a:lnTo>
                  <a:close/>
                  <a:moveTo>
                    <a:pt x="875382" y="1272569"/>
                  </a:moveTo>
                  <a:lnTo>
                    <a:pt x="826670" y="1240335"/>
                  </a:lnTo>
                  <a:lnTo>
                    <a:pt x="828957" y="1283222"/>
                  </a:lnTo>
                  <a:close/>
                  <a:moveTo>
                    <a:pt x="875382" y="1272569"/>
                  </a:moveTo>
                  <a:lnTo>
                    <a:pt x="828957" y="1283222"/>
                  </a:lnTo>
                  <a:lnTo>
                    <a:pt x="879919" y="1282715"/>
                  </a:lnTo>
                  <a:close/>
                  <a:moveTo>
                    <a:pt x="875382" y="1272569"/>
                  </a:moveTo>
                  <a:lnTo>
                    <a:pt x="879919" y="1282715"/>
                  </a:lnTo>
                  <a:lnTo>
                    <a:pt x="912143" y="1278619"/>
                  </a:lnTo>
                  <a:close/>
                  <a:moveTo>
                    <a:pt x="773637" y="1211614"/>
                  </a:moveTo>
                  <a:lnTo>
                    <a:pt x="772117" y="1225022"/>
                  </a:lnTo>
                  <a:lnTo>
                    <a:pt x="804023" y="1197841"/>
                  </a:lnTo>
                  <a:close/>
                  <a:moveTo>
                    <a:pt x="772117" y="1225022"/>
                  </a:moveTo>
                  <a:lnTo>
                    <a:pt x="792591" y="1251779"/>
                  </a:lnTo>
                  <a:lnTo>
                    <a:pt x="804023" y="1197841"/>
                  </a:lnTo>
                  <a:close/>
                  <a:moveTo>
                    <a:pt x="804023" y="1197841"/>
                  </a:moveTo>
                  <a:lnTo>
                    <a:pt x="792591" y="1251779"/>
                  </a:lnTo>
                  <a:lnTo>
                    <a:pt x="831249" y="1225320"/>
                  </a:lnTo>
                  <a:close/>
                  <a:moveTo>
                    <a:pt x="831249" y="1225320"/>
                  </a:moveTo>
                  <a:lnTo>
                    <a:pt x="792591" y="1251779"/>
                  </a:lnTo>
                  <a:lnTo>
                    <a:pt x="826670" y="1240335"/>
                  </a:lnTo>
                  <a:close/>
                  <a:moveTo>
                    <a:pt x="826670" y="1240335"/>
                  </a:moveTo>
                  <a:lnTo>
                    <a:pt x="858213" y="1234596"/>
                  </a:lnTo>
                  <a:lnTo>
                    <a:pt x="831249" y="1225320"/>
                  </a:lnTo>
                  <a:close/>
                  <a:moveTo>
                    <a:pt x="760622" y="1161086"/>
                  </a:moveTo>
                  <a:lnTo>
                    <a:pt x="773637" y="1211614"/>
                  </a:lnTo>
                  <a:lnTo>
                    <a:pt x="785686" y="1179545"/>
                  </a:lnTo>
                  <a:close/>
                  <a:moveTo>
                    <a:pt x="765438" y="1215024"/>
                  </a:moveTo>
                  <a:lnTo>
                    <a:pt x="773637" y="1211614"/>
                  </a:lnTo>
                  <a:lnTo>
                    <a:pt x="760622" y="1161086"/>
                  </a:lnTo>
                  <a:close/>
                  <a:moveTo>
                    <a:pt x="726909" y="1178269"/>
                  </a:moveTo>
                  <a:lnTo>
                    <a:pt x="765438" y="1215024"/>
                  </a:lnTo>
                  <a:lnTo>
                    <a:pt x="760622" y="1161086"/>
                  </a:lnTo>
                  <a:close/>
                  <a:moveTo>
                    <a:pt x="773637" y="1211614"/>
                  </a:moveTo>
                  <a:lnTo>
                    <a:pt x="804023" y="1197841"/>
                  </a:lnTo>
                  <a:lnTo>
                    <a:pt x="785686" y="1179545"/>
                  </a:lnTo>
                  <a:close/>
                  <a:moveTo>
                    <a:pt x="726909" y="1178269"/>
                  </a:moveTo>
                  <a:lnTo>
                    <a:pt x="760622" y="1161086"/>
                  </a:lnTo>
                  <a:lnTo>
                    <a:pt x="725897" y="1176786"/>
                  </a:lnTo>
                  <a:close/>
                  <a:moveTo>
                    <a:pt x="760622" y="1161086"/>
                  </a:moveTo>
                  <a:lnTo>
                    <a:pt x="738193" y="1126552"/>
                  </a:lnTo>
                  <a:lnTo>
                    <a:pt x="725897" y="1176786"/>
                  </a:lnTo>
                  <a:close/>
                  <a:moveTo>
                    <a:pt x="736900" y="1124331"/>
                  </a:moveTo>
                  <a:lnTo>
                    <a:pt x="702958" y="1141514"/>
                  </a:lnTo>
                  <a:lnTo>
                    <a:pt x="725897" y="1176786"/>
                  </a:lnTo>
                  <a:close/>
                  <a:moveTo>
                    <a:pt x="468920" y="830291"/>
                  </a:moveTo>
                  <a:lnTo>
                    <a:pt x="466273" y="828981"/>
                  </a:lnTo>
                  <a:lnTo>
                    <a:pt x="455756" y="847474"/>
                  </a:lnTo>
                  <a:close/>
                  <a:moveTo>
                    <a:pt x="912143" y="1278619"/>
                  </a:moveTo>
                  <a:lnTo>
                    <a:pt x="879919" y="1282715"/>
                  </a:lnTo>
                  <a:lnTo>
                    <a:pt x="939788" y="1285768"/>
                  </a:lnTo>
                  <a:close/>
                  <a:moveTo>
                    <a:pt x="837745" y="1186584"/>
                  </a:moveTo>
                  <a:lnTo>
                    <a:pt x="831249" y="1225320"/>
                  </a:lnTo>
                  <a:lnTo>
                    <a:pt x="869052" y="1232968"/>
                  </a:lnTo>
                  <a:close/>
                  <a:moveTo>
                    <a:pt x="804023" y="1197841"/>
                  </a:moveTo>
                  <a:lnTo>
                    <a:pt x="831249" y="1225320"/>
                  </a:lnTo>
                  <a:lnTo>
                    <a:pt x="837745" y="1186584"/>
                  </a:lnTo>
                  <a:close/>
                  <a:moveTo>
                    <a:pt x="837745" y="1186584"/>
                  </a:moveTo>
                  <a:lnTo>
                    <a:pt x="785686" y="1179545"/>
                  </a:lnTo>
                  <a:lnTo>
                    <a:pt x="804023" y="1197841"/>
                  </a:lnTo>
                  <a:close/>
                  <a:moveTo>
                    <a:pt x="790784" y="1152927"/>
                  </a:moveTo>
                  <a:lnTo>
                    <a:pt x="785686" y="1179545"/>
                  </a:lnTo>
                  <a:lnTo>
                    <a:pt x="837745" y="1186584"/>
                  </a:lnTo>
                  <a:close/>
                  <a:moveTo>
                    <a:pt x="821263" y="1155237"/>
                  </a:moveTo>
                  <a:lnTo>
                    <a:pt x="790784" y="1152927"/>
                  </a:lnTo>
                  <a:lnTo>
                    <a:pt x="837745" y="1186584"/>
                  </a:lnTo>
                  <a:close/>
                  <a:moveTo>
                    <a:pt x="760622" y="1161086"/>
                  </a:moveTo>
                  <a:lnTo>
                    <a:pt x="785686" y="1179545"/>
                  </a:lnTo>
                  <a:lnTo>
                    <a:pt x="790784" y="1152927"/>
                  </a:lnTo>
                  <a:close/>
                  <a:moveTo>
                    <a:pt x="738905" y="1123268"/>
                  </a:moveTo>
                  <a:lnTo>
                    <a:pt x="738193" y="1126552"/>
                  </a:lnTo>
                  <a:lnTo>
                    <a:pt x="783482" y="1107147"/>
                  </a:lnTo>
                  <a:close/>
                  <a:moveTo>
                    <a:pt x="738193" y="1126552"/>
                  </a:moveTo>
                  <a:lnTo>
                    <a:pt x="760622" y="1161086"/>
                  </a:lnTo>
                  <a:lnTo>
                    <a:pt x="783482" y="1107147"/>
                  </a:lnTo>
                  <a:close/>
                  <a:moveTo>
                    <a:pt x="783482" y="1107147"/>
                  </a:moveTo>
                  <a:lnTo>
                    <a:pt x="760622" y="1161086"/>
                  </a:lnTo>
                  <a:lnTo>
                    <a:pt x="793695" y="1113281"/>
                  </a:lnTo>
                  <a:close/>
                  <a:moveTo>
                    <a:pt x="737364" y="1087576"/>
                  </a:moveTo>
                  <a:lnTo>
                    <a:pt x="738905" y="1123268"/>
                  </a:lnTo>
                  <a:lnTo>
                    <a:pt x="783482" y="1107147"/>
                  </a:lnTo>
                  <a:close/>
                  <a:moveTo>
                    <a:pt x="737364" y="1087576"/>
                  </a:moveTo>
                  <a:lnTo>
                    <a:pt x="783482" y="1107147"/>
                  </a:lnTo>
                  <a:lnTo>
                    <a:pt x="758503" y="1070392"/>
                  </a:lnTo>
                  <a:close/>
                  <a:moveTo>
                    <a:pt x="758503" y="1070392"/>
                  </a:moveTo>
                  <a:lnTo>
                    <a:pt x="758114" y="1076456"/>
                  </a:lnTo>
                  <a:lnTo>
                    <a:pt x="737364" y="1087576"/>
                  </a:lnTo>
                  <a:close/>
                  <a:moveTo>
                    <a:pt x="543539" y="813107"/>
                  </a:moveTo>
                  <a:lnTo>
                    <a:pt x="538043" y="780321"/>
                  </a:lnTo>
                  <a:lnTo>
                    <a:pt x="509580" y="816288"/>
                  </a:lnTo>
                  <a:close/>
                  <a:moveTo>
                    <a:pt x="509580" y="816288"/>
                  </a:moveTo>
                  <a:lnTo>
                    <a:pt x="538043" y="780321"/>
                  </a:lnTo>
                  <a:lnTo>
                    <a:pt x="536886" y="776429"/>
                  </a:lnTo>
                  <a:close/>
                  <a:moveTo>
                    <a:pt x="538043" y="780321"/>
                  </a:moveTo>
                  <a:lnTo>
                    <a:pt x="549637" y="813107"/>
                  </a:lnTo>
                  <a:lnTo>
                    <a:pt x="536886" y="776429"/>
                  </a:lnTo>
                  <a:close/>
                  <a:moveTo>
                    <a:pt x="403360" y="714226"/>
                  </a:moveTo>
                  <a:lnTo>
                    <a:pt x="459354" y="740538"/>
                  </a:lnTo>
                  <a:lnTo>
                    <a:pt x="438572" y="712686"/>
                  </a:lnTo>
                  <a:close/>
                  <a:moveTo>
                    <a:pt x="179406" y="372047"/>
                  </a:moveTo>
                  <a:lnTo>
                    <a:pt x="175772" y="388173"/>
                  </a:lnTo>
                  <a:lnTo>
                    <a:pt x="167165" y="390281"/>
                  </a:lnTo>
                  <a:close/>
                  <a:moveTo>
                    <a:pt x="179406" y="372047"/>
                  </a:moveTo>
                  <a:lnTo>
                    <a:pt x="176591" y="342760"/>
                  </a:lnTo>
                  <a:lnTo>
                    <a:pt x="175772" y="388173"/>
                  </a:lnTo>
                  <a:close/>
                  <a:moveTo>
                    <a:pt x="179406" y="372047"/>
                  </a:moveTo>
                  <a:lnTo>
                    <a:pt x="174225" y="335292"/>
                  </a:lnTo>
                  <a:lnTo>
                    <a:pt x="176591" y="342760"/>
                  </a:lnTo>
                  <a:close/>
                  <a:moveTo>
                    <a:pt x="180916" y="317117"/>
                  </a:moveTo>
                  <a:lnTo>
                    <a:pt x="176591" y="342760"/>
                  </a:lnTo>
                  <a:lnTo>
                    <a:pt x="174225" y="335292"/>
                  </a:lnTo>
                  <a:close/>
                  <a:moveTo>
                    <a:pt x="693252" y="960127"/>
                  </a:moveTo>
                  <a:lnTo>
                    <a:pt x="701396" y="996882"/>
                  </a:lnTo>
                  <a:lnTo>
                    <a:pt x="727217" y="979699"/>
                  </a:lnTo>
                  <a:close/>
                  <a:moveTo>
                    <a:pt x="538043" y="780321"/>
                  </a:moveTo>
                  <a:lnTo>
                    <a:pt x="543539" y="813107"/>
                  </a:lnTo>
                  <a:lnTo>
                    <a:pt x="547455" y="812585"/>
                  </a:lnTo>
                  <a:close/>
                  <a:moveTo>
                    <a:pt x="547455" y="812585"/>
                  </a:moveTo>
                  <a:lnTo>
                    <a:pt x="549637" y="813107"/>
                  </a:lnTo>
                  <a:lnTo>
                    <a:pt x="538043" y="780321"/>
                  </a:lnTo>
                  <a:close/>
                  <a:moveTo>
                    <a:pt x="382461" y="572357"/>
                  </a:moveTo>
                  <a:lnTo>
                    <a:pt x="400809" y="582058"/>
                  </a:lnTo>
                  <a:lnTo>
                    <a:pt x="439596" y="565192"/>
                  </a:lnTo>
                  <a:close/>
                  <a:moveTo>
                    <a:pt x="415574" y="571585"/>
                  </a:moveTo>
                  <a:lnTo>
                    <a:pt x="382461" y="572357"/>
                  </a:lnTo>
                  <a:lnTo>
                    <a:pt x="439596" y="565192"/>
                  </a:lnTo>
                  <a:close/>
                  <a:moveTo>
                    <a:pt x="202256" y="300697"/>
                  </a:moveTo>
                  <a:lnTo>
                    <a:pt x="180916" y="317117"/>
                  </a:lnTo>
                  <a:lnTo>
                    <a:pt x="174225" y="335292"/>
                  </a:lnTo>
                  <a:close/>
                  <a:moveTo>
                    <a:pt x="180916" y="317117"/>
                  </a:moveTo>
                  <a:lnTo>
                    <a:pt x="202256" y="300697"/>
                  </a:lnTo>
                  <a:lnTo>
                    <a:pt x="197214" y="298538"/>
                  </a:lnTo>
                  <a:close/>
                  <a:moveTo>
                    <a:pt x="202256" y="300697"/>
                  </a:moveTo>
                  <a:lnTo>
                    <a:pt x="215144" y="281354"/>
                  </a:lnTo>
                  <a:lnTo>
                    <a:pt x="197214" y="298538"/>
                  </a:lnTo>
                  <a:close/>
                  <a:moveTo>
                    <a:pt x="899600" y="1118638"/>
                  </a:moveTo>
                  <a:lnTo>
                    <a:pt x="939137" y="1113583"/>
                  </a:lnTo>
                  <a:lnTo>
                    <a:pt x="930099" y="1076184"/>
                  </a:lnTo>
                  <a:close/>
                  <a:moveTo>
                    <a:pt x="899600" y="1118638"/>
                  </a:moveTo>
                  <a:lnTo>
                    <a:pt x="930099" y="1076184"/>
                  </a:lnTo>
                  <a:lnTo>
                    <a:pt x="896547" y="1076373"/>
                  </a:lnTo>
                  <a:close/>
                  <a:moveTo>
                    <a:pt x="974619" y="1099003"/>
                  </a:moveTo>
                  <a:lnTo>
                    <a:pt x="958956" y="1072780"/>
                  </a:lnTo>
                  <a:lnTo>
                    <a:pt x="976444" y="1110342"/>
                  </a:lnTo>
                  <a:close/>
                  <a:moveTo>
                    <a:pt x="976444" y="1110342"/>
                  </a:moveTo>
                  <a:lnTo>
                    <a:pt x="958956" y="1072780"/>
                  </a:lnTo>
                  <a:lnTo>
                    <a:pt x="930099" y="1076184"/>
                  </a:lnTo>
                  <a:close/>
                  <a:moveTo>
                    <a:pt x="976444" y="1110342"/>
                  </a:moveTo>
                  <a:lnTo>
                    <a:pt x="930099" y="1076184"/>
                  </a:lnTo>
                  <a:lnTo>
                    <a:pt x="939137" y="1113583"/>
                  </a:lnTo>
                  <a:close/>
                  <a:moveTo>
                    <a:pt x="974619" y="1099003"/>
                  </a:moveTo>
                  <a:lnTo>
                    <a:pt x="976444" y="1110342"/>
                  </a:lnTo>
                  <a:lnTo>
                    <a:pt x="980530" y="1109536"/>
                  </a:lnTo>
                  <a:close/>
                  <a:moveTo>
                    <a:pt x="861223" y="1078003"/>
                  </a:moveTo>
                  <a:lnTo>
                    <a:pt x="885650" y="1040486"/>
                  </a:lnTo>
                  <a:lnTo>
                    <a:pt x="849040" y="1043160"/>
                  </a:lnTo>
                  <a:close/>
                  <a:moveTo>
                    <a:pt x="805817" y="1053209"/>
                  </a:moveTo>
                  <a:lnTo>
                    <a:pt x="849040" y="1043160"/>
                  </a:lnTo>
                  <a:lnTo>
                    <a:pt x="830527" y="1030205"/>
                  </a:lnTo>
                  <a:close/>
                  <a:moveTo>
                    <a:pt x="793238" y="927197"/>
                  </a:moveTo>
                  <a:lnTo>
                    <a:pt x="735369" y="902408"/>
                  </a:lnTo>
                  <a:lnTo>
                    <a:pt x="754307" y="931759"/>
                  </a:lnTo>
                  <a:close/>
                  <a:moveTo>
                    <a:pt x="793238" y="927197"/>
                  </a:moveTo>
                  <a:lnTo>
                    <a:pt x="754307" y="931759"/>
                  </a:lnTo>
                  <a:lnTo>
                    <a:pt x="795118" y="926184"/>
                  </a:lnTo>
                  <a:close/>
                  <a:moveTo>
                    <a:pt x="722659" y="906189"/>
                  </a:moveTo>
                  <a:lnTo>
                    <a:pt x="735369" y="902408"/>
                  </a:lnTo>
                  <a:lnTo>
                    <a:pt x="691142" y="882795"/>
                  </a:lnTo>
                  <a:close/>
                  <a:moveTo>
                    <a:pt x="646944" y="745918"/>
                  </a:moveTo>
                  <a:lnTo>
                    <a:pt x="625418" y="795924"/>
                  </a:lnTo>
                  <a:lnTo>
                    <a:pt x="636305" y="778741"/>
                  </a:lnTo>
                  <a:close/>
                  <a:moveTo>
                    <a:pt x="646944" y="745918"/>
                  </a:moveTo>
                  <a:lnTo>
                    <a:pt x="626406" y="765337"/>
                  </a:lnTo>
                  <a:lnTo>
                    <a:pt x="625418" y="795924"/>
                  </a:lnTo>
                  <a:close/>
                  <a:moveTo>
                    <a:pt x="498911" y="566173"/>
                  </a:moveTo>
                  <a:lnTo>
                    <a:pt x="494100" y="558211"/>
                  </a:lnTo>
                  <a:lnTo>
                    <a:pt x="502045" y="598678"/>
                  </a:lnTo>
                  <a:close/>
                  <a:moveTo>
                    <a:pt x="248361" y="266754"/>
                  </a:moveTo>
                  <a:lnTo>
                    <a:pt x="215144" y="281354"/>
                  </a:lnTo>
                  <a:lnTo>
                    <a:pt x="251942" y="265681"/>
                  </a:lnTo>
                  <a:close/>
                  <a:moveTo>
                    <a:pt x="215144" y="281354"/>
                  </a:moveTo>
                  <a:lnTo>
                    <a:pt x="202256" y="300697"/>
                  </a:lnTo>
                  <a:lnTo>
                    <a:pt x="251942" y="265681"/>
                  </a:lnTo>
                  <a:close/>
                  <a:moveTo>
                    <a:pt x="227530" y="270616"/>
                  </a:moveTo>
                  <a:lnTo>
                    <a:pt x="215144" y="281354"/>
                  </a:lnTo>
                  <a:lnTo>
                    <a:pt x="248361" y="266754"/>
                  </a:lnTo>
                  <a:close/>
                  <a:moveTo>
                    <a:pt x="1032725" y="1146291"/>
                  </a:moveTo>
                  <a:lnTo>
                    <a:pt x="1041533" y="1183046"/>
                  </a:lnTo>
                  <a:lnTo>
                    <a:pt x="1083957" y="1165862"/>
                  </a:lnTo>
                  <a:close/>
                  <a:moveTo>
                    <a:pt x="1032725" y="1146291"/>
                  </a:moveTo>
                  <a:lnTo>
                    <a:pt x="1083957" y="1165862"/>
                  </a:lnTo>
                  <a:lnTo>
                    <a:pt x="1050692" y="1129107"/>
                  </a:lnTo>
                  <a:close/>
                  <a:moveTo>
                    <a:pt x="1032725" y="1146291"/>
                  </a:moveTo>
                  <a:lnTo>
                    <a:pt x="1050692" y="1129107"/>
                  </a:lnTo>
                  <a:lnTo>
                    <a:pt x="1016252" y="1130086"/>
                  </a:lnTo>
                  <a:close/>
                  <a:moveTo>
                    <a:pt x="1050692" y="1129107"/>
                  </a:moveTo>
                  <a:lnTo>
                    <a:pt x="1037610" y="1113732"/>
                  </a:lnTo>
                  <a:lnTo>
                    <a:pt x="1016252" y="1130086"/>
                  </a:lnTo>
                  <a:close/>
                  <a:moveTo>
                    <a:pt x="1021750" y="1092352"/>
                  </a:moveTo>
                  <a:lnTo>
                    <a:pt x="1016252" y="1130086"/>
                  </a:lnTo>
                  <a:lnTo>
                    <a:pt x="1037610" y="1113732"/>
                  </a:lnTo>
                  <a:close/>
                  <a:moveTo>
                    <a:pt x="1021750" y="1092352"/>
                  </a:moveTo>
                  <a:lnTo>
                    <a:pt x="980530" y="1109536"/>
                  </a:lnTo>
                  <a:lnTo>
                    <a:pt x="1016252" y="1130086"/>
                  </a:lnTo>
                  <a:close/>
                  <a:moveTo>
                    <a:pt x="737555" y="811137"/>
                  </a:moveTo>
                  <a:lnTo>
                    <a:pt x="784699" y="799898"/>
                  </a:lnTo>
                  <a:lnTo>
                    <a:pt x="767177" y="769395"/>
                  </a:lnTo>
                  <a:close/>
                  <a:moveTo>
                    <a:pt x="737555" y="811137"/>
                  </a:moveTo>
                  <a:lnTo>
                    <a:pt x="767177" y="769395"/>
                  </a:lnTo>
                  <a:lnTo>
                    <a:pt x="728549" y="773711"/>
                  </a:lnTo>
                  <a:close/>
                  <a:moveTo>
                    <a:pt x="692296" y="731349"/>
                  </a:moveTo>
                  <a:lnTo>
                    <a:pt x="649613" y="741986"/>
                  </a:lnTo>
                  <a:lnTo>
                    <a:pt x="646944" y="745918"/>
                  </a:lnTo>
                  <a:close/>
                  <a:moveTo>
                    <a:pt x="655699" y="705231"/>
                  </a:moveTo>
                  <a:lnTo>
                    <a:pt x="692296" y="731349"/>
                  </a:lnTo>
                  <a:lnTo>
                    <a:pt x="679772" y="696784"/>
                  </a:lnTo>
                  <a:close/>
                  <a:moveTo>
                    <a:pt x="649613" y="741986"/>
                  </a:moveTo>
                  <a:lnTo>
                    <a:pt x="692296" y="731349"/>
                  </a:lnTo>
                  <a:lnTo>
                    <a:pt x="655699" y="705231"/>
                  </a:lnTo>
                  <a:close/>
                  <a:moveTo>
                    <a:pt x="692296" y="731349"/>
                  </a:moveTo>
                  <a:lnTo>
                    <a:pt x="715334" y="694961"/>
                  </a:lnTo>
                  <a:lnTo>
                    <a:pt x="679772" y="696784"/>
                  </a:lnTo>
                  <a:close/>
                  <a:moveTo>
                    <a:pt x="494100" y="558211"/>
                  </a:moveTo>
                  <a:lnTo>
                    <a:pt x="498911" y="566173"/>
                  </a:lnTo>
                  <a:lnTo>
                    <a:pt x="498572" y="556755"/>
                  </a:lnTo>
                  <a:close/>
                  <a:moveTo>
                    <a:pt x="498572" y="556755"/>
                  </a:moveTo>
                  <a:lnTo>
                    <a:pt x="498911" y="566173"/>
                  </a:lnTo>
                  <a:lnTo>
                    <a:pt x="523090" y="558211"/>
                  </a:lnTo>
                  <a:close/>
                  <a:moveTo>
                    <a:pt x="486249" y="518834"/>
                  </a:moveTo>
                  <a:lnTo>
                    <a:pt x="485106" y="521456"/>
                  </a:lnTo>
                  <a:lnTo>
                    <a:pt x="482709" y="480157"/>
                  </a:lnTo>
                  <a:close/>
                  <a:moveTo>
                    <a:pt x="335185" y="231551"/>
                  </a:moveTo>
                  <a:lnTo>
                    <a:pt x="304246" y="264171"/>
                  </a:lnTo>
                  <a:lnTo>
                    <a:pt x="322889" y="246988"/>
                  </a:lnTo>
                  <a:close/>
                  <a:moveTo>
                    <a:pt x="1083957" y="1165862"/>
                  </a:moveTo>
                  <a:lnTo>
                    <a:pt x="1100158" y="1198182"/>
                  </a:lnTo>
                  <a:lnTo>
                    <a:pt x="1101090" y="1152677"/>
                  </a:lnTo>
                  <a:close/>
                  <a:moveTo>
                    <a:pt x="1083957" y="1165862"/>
                  </a:moveTo>
                  <a:lnTo>
                    <a:pt x="1083009" y="1202617"/>
                  </a:lnTo>
                  <a:lnTo>
                    <a:pt x="1100158" y="1198182"/>
                  </a:lnTo>
                  <a:close/>
                  <a:moveTo>
                    <a:pt x="1050692" y="1129107"/>
                  </a:moveTo>
                  <a:lnTo>
                    <a:pt x="1083957" y="1165862"/>
                  </a:lnTo>
                  <a:lnTo>
                    <a:pt x="1091053" y="1111924"/>
                  </a:lnTo>
                  <a:close/>
                  <a:moveTo>
                    <a:pt x="1073617" y="1075169"/>
                  </a:moveTo>
                  <a:lnTo>
                    <a:pt x="1037610" y="1113732"/>
                  </a:lnTo>
                  <a:lnTo>
                    <a:pt x="1050692" y="1129107"/>
                  </a:lnTo>
                  <a:close/>
                  <a:moveTo>
                    <a:pt x="1073617" y="1075169"/>
                  </a:moveTo>
                  <a:lnTo>
                    <a:pt x="1050692" y="1129107"/>
                  </a:lnTo>
                  <a:lnTo>
                    <a:pt x="1091053" y="1111924"/>
                  </a:lnTo>
                  <a:close/>
                  <a:moveTo>
                    <a:pt x="354587" y="207884"/>
                  </a:moveTo>
                  <a:lnTo>
                    <a:pt x="335185" y="231551"/>
                  </a:lnTo>
                  <a:lnTo>
                    <a:pt x="322889" y="246988"/>
                  </a:lnTo>
                  <a:close/>
                  <a:moveTo>
                    <a:pt x="385990" y="200717"/>
                  </a:moveTo>
                  <a:lnTo>
                    <a:pt x="356750" y="210232"/>
                  </a:lnTo>
                  <a:lnTo>
                    <a:pt x="335185" y="231551"/>
                  </a:lnTo>
                  <a:close/>
                  <a:moveTo>
                    <a:pt x="385990" y="200717"/>
                  </a:moveTo>
                  <a:lnTo>
                    <a:pt x="335185" y="231551"/>
                  </a:lnTo>
                  <a:lnTo>
                    <a:pt x="354587" y="207884"/>
                  </a:lnTo>
                  <a:close/>
                  <a:moveTo>
                    <a:pt x="1141069" y="1102517"/>
                  </a:moveTo>
                  <a:lnTo>
                    <a:pt x="1099707" y="1109055"/>
                  </a:lnTo>
                  <a:lnTo>
                    <a:pt x="1153527" y="1137135"/>
                  </a:lnTo>
                  <a:close/>
                  <a:moveTo>
                    <a:pt x="1099707" y="1109055"/>
                  </a:moveTo>
                  <a:lnTo>
                    <a:pt x="1124065" y="1071593"/>
                  </a:lnTo>
                  <a:lnTo>
                    <a:pt x="1094710" y="1068370"/>
                  </a:lnTo>
                  <a:close/>
                  <a:moveTo>
                    <a:pt x="1094710" y="1068370"/>
                  </a:moveTo>
                  <a:lnTo>
                    <a:pt x="1112605" y="1036163"/>
                  </a:lnTo>
                  <a:lnTo>
                    <a:pt x="1081869" y="1034063"/>
                  </a:lnTo>
                  <a:close/>
                  <a:moveTo>
                    <a:pt x="667429" y="533881"/>
                  </a:moveTo>
                  <a:lnTo>
                    <a:pt x="684602" y="506661"/>
                  </a:lnTo>
                  <a:lnTo>
                    <a:pt x="664316" y="523844"/>
                  </a:lnTo>
                  <a:close/>
                  <a:moveTo>
                    <a:pt x="689174" y="490606"/>
                  </a:moveTo>
                  <a:lnTo>
                    <a:pt x="664316" y="523844"/>
                  </a:lnTo>
                  <a:lnTo>
                    <a:pt x="684602" y="506661"/>
                  </a:lnTo>
                  <a:close/>
                  <a:moveTo>
                    <a:pt x="689174" y="490606"/>
                  </a:moveTo>
                  <a:lnTo>
                    <a:pt x="669885" y="514697"/>
                  </a:lnTo>
                  <a:lnTo>
                    <a:pt x="664316" y="523844"/>
                  </a:lnTo>
                  <a:close/>
                  <a:moveTo>
                    <a:pt x="718392" y="475272"/>
                  </a:moveTo>
                  <a:lnTo>
                    <a:pt x="669885" y="514697"/>
                  </a:lnTo>
                  <a:lnTo>
                    <a:pt x="689174" y="490606"/>
                  </a:lnTo>
                  <a:close/>
                  <a:moveTo>
                    <a:pt x="410657" y="196737"/>
                  </a:moveTo>
                  <a:lnTo>
                    <a:pt x="385990" y="200717"/>
                  </a:lnTo>
                  <a:lnTo>
                    <a:pt x="354587" y="207884"/>
                  </a:lnTo>
                  <a:close/>
                  <a:moveTo>
                    <a:pt x="447343" y="209322"/>
                  </a:moveTo>
                  <a:lnTo>
                    <a:pt x="423560" y="216609"/>
                  </a:lnTo>
                  <a:lnTo>
                    <a:pt x="385990" y="200717"/>
                  </a:lnTo>
                  <a:close/>
                  <a:moveTo>
                    <a:pt x="475224" y="188987"/>
                  </a:moveTo>
                  <a:lnTo>
                    <a:pt x="423560" y="216609"/>
                  </a:lnTo>
                  <a:lnTo>
                    <a:pt x="447343" y="209322"/>
                  </a:lnTo>
                  <a:close/>
                  <a:moveTo>
                    <a:pt x="870142" y="668909"/>
                  </a:moveTo>
                  <a:lnTo>
                    <a:pt x="907869" y="636497"/>
                  </a:lnTo>
                  <a:lnTo>
                    <a:pt x="877607" y="644300"/>
                  </a:lnTo>
                  <a:close/>
                  <a:moveTo>
                    <a:pt x="927371" y="662097"/>
                  </a:moveTo>
                  <a:lnTo>
                    <a:pt x="907869" y="636497"/>
                  </a:lnTo>
                  <a:lnTo>
                    <a:pt x="870142" y="668909"/>
                  </a:lnTo>
                  <a:close/>
                  <a:moveTo>
                    <a:pt x="907869" y="636497"/>
                  </a:moveTo>
                  <a:lnTo>
                    <a:pt x="913851" y="611547"/>
                  </a:lnTo>
                  <a:lnTo>
                    <a:pt x="877607" y="644300"/>
                  </a:lnTo>
                  <a:close/>
                  <a:moveTo>
                    <a:pt x="804066" y="616926"/>
                  </a:moveTo>
                  <a:lnTo>
                    <a:pt x="822810" y="562987"/>
                  </a:lnTo>
                  <a:lnTo>
                    <a:pt x="789137" y="580171"/>
                  </a:lnTo>
                  <a:close/>
                  <a:moveTo>
                    <a:pt x="689174" y="490606"/>
                  </a:moveTo>
                  <a:lnTo>
                    <a:pt x="706433" y="496120"/>
                  </a:lnTo>
                  <a:lnTo>
                    <a:pt x="740514" y="461774"/>
                  </a:lnTo>
                  <a:close/>
                  <a:moveTo>
                    <a:pt x="643110" y="346749"/>
                  </a:moveTo>
                  <a:lnTo>
                    <a:pt x="597664" y="359641"/>
                  </a:lnTo>
                  <a:lnTo>
                    <a:pt x="588623" y="363818"/>
                  </a:lnTo>
                  <a:close/>
                  <a:moveTo>
                    <a:pt x="643110" y="346749"/>
                  </a:moveTo>
                  <a:lnTo>
                    <a:pt x="588623" y="363818"/>
                  </a:lnTo>
                  <a:lnTo>
                    <a:pt x="614846" y="365650"/>
                  </a:lnTo>
                  <a:close/>
                  <a:moveTo>
                    <a:pt x="615738" y="340619"/>
                  </a:moveTo>
                  <a:lnTo>
                    <a:pt x="597664" y="359641"/>
                  </a:lnTo>
                  <a:lnTo>
                    <a:pt x="637006" y="346486"/>
                  </a:lnTo>
                  <a:close/>
                  <a:moveTo>
                    <a:pt x="628453" y="322886"/>
                  </a:moveTo>
                  <a:lnTo>
                    <a:pt x="637006" y="346486"/>
                  </a:lnTo>
                  <a:lnTo>
                    <a:pt x="646978" y="342457"/>
                  </a:lnTo>
                  <a:close/>
                  <a:moveTo>
                    <a:pt x="451014" y="210354"/>
                  </a:moveTo>
                  <a:lnTo>
                    <a:pt x="475224" y="188987"/>
                  </a:lnTo>
                  <a:lnTo>
                    <a:pt x="447343" y="209322"/>
                  </a:lnTo>
                  <a:close/>
                  <a:moveTo>
                    <a:pt x="451014" y="210354"/>
                  </a:moveTo>
                  <a:lnTo>
                    <a:pt x="496086" y="200799"/>
                  </a:lnTo>
                  <a:lnTo>
                    <a:pt x="475224" y="188987"/>
                  </a:lnTo>
                  <a:close/>
                  <a:moveTo>
                    <a:pt x="496086" y="200799"/>
                  </a:moveTo>
                  <a:lnTo>
                    <a:pt x="451014" y="210354"/>
                  </a:lnTo>
                  <a:lnTo>
                    <a:pt x="511078" y="226832"/>
                  </a:lnTo>
                  <a:close/>
                  <a:moveTo>
                    <a:pt x="955200" y="669935"/>
                  </a:moveTo>
                  <a:lnTo>
                    <a:pt x="932383" y="680835"/>
                  </a:lnTo>
                  <a:lnTo>
                    <a:pt x="903088" y="695882"/>
                  </a:lnTo>
                  <a:close/>
                  <a:moveTo>
                    <a:pt x="994617" y="692733"/>
                  </a:moveTo>
                  <a:lnTo>
                    <a:pt x="936533" y="673252"/>
                  </a:lnTo>
                  <a:lnTo>
                    <a:pt x="932383" y="680835"/>
                  </a:lnTo>
                  <a:close/>
                  <a:moveTo>
                    <a:pt x="927364" y="630936"/>
                  </a:moveTo>
                  <a:lnTo>
                    <a:pt x="927371" y="662097"/>
                  </a:lnTo>
                  <a:lnTo>
                    <a:pt x="976780" y="662597"/>
                  </a:lnTo>
                  <a:close/>
                  <a:moveTo>
                    <a:pt x="913851" y="611547"/>
                  </a:moveTo>
                  <a:lnTo>
                    <a:pt x="907869" y="636497"/>
                  </a:lnTo>
                  <a:lnTo>
                    <a:pt x="927364" y="630936"/>
                  </a:lnTo>
                  <a:close/>
                  <a:moveTo>
                    <a:pt x="841742" y="556875"/>
                  </a:moveTo>
                  <a:lnTo>
                    <a:pt x="822810" y="562987"/>
                  </a:lnTo>
                  <a:lnTo>
                    <a:pt x="860352" y="564466"/>
                  </a:lnTo>
                  <a:close/>
                  <a:moveTo>
                    <a:pt x="841742" y="556875"/>
                  </a:moveTo>
                  <a:lnTo>
                    <a:pt x="863863" y="549224"/>
                  </a:lnTo>
                  <a:lnTo>
                    <a:pt x="831462" y="552661"/>
                  </a:lnTo>
                  <a:close/>
                  <a:moveTo>
                    <a:pt x="689633" y="330790"/>
                  </a:moveTo>
                  <a:lnTo>
                    <a:pt x="646978" y="342457"/>
                  </a:lnTo>
                  <a:lnTo>
                    <a:pt x="669426" y="364876"/>
                  </a:lnTo>
                  <a:close/>
                  <a:moveTo>
                    <a:pt x="733397" y="367046"/>
                  </a:moveTo>
                  <a:lnTo>
                    <a:pt x="699355" y="367633"/>
                  </a:lnTo>
                  <a:lnTo>
                    <a:pt x="741808" y="370405"/>
                  </a:lnTo>
                  <a:close/>
                  <a:moveTo>
                    <a:pt x="646978" y="342457"/>
                  </a:moveTo>
                  <a:lnTo>
                    <a:pt x="689633" y="330790"/>
                  </a:lnTo>
                  <a:lnTo>
                    <a:pt x="658139" y="305702"/>
                  </a:lnTo>
                  <a:close/>
                  <a:moveTo>
                    <a:pt x="648103" y="292718"/>
                  </a:moveTo>
                  <a:lnTo>
                    <a:pt x="661363" y="290417"/>
                  </a:lnTo>
                  <a:lnTo>
                    <a:pt x="658139" y="305702"/>
                  </a:lnTo>
                  <a:close/>
                  <a:moveTo>
                    <a:pt x="551274" y="227767"/>
                  </a:moveTo>
                  <a:lnTo>
                    <a:pt x="537996" y="193816"/>
                  </a:lnTo>
                  <a:lnTo>
                    <a:pt x="513885" y="231075"/>
                  </a:lnTo>
                  <a:close/>
                  <a:moveTo>
                    <a:pt x="597076" y="172872"/>
                  </a:moveTo>
                  <a:lnTo>
                    <a:pt x="592842" y="187173"/>
                  </a:lnTo>
                  <a:lnTo>
                    <a:pt x="621482" y="161071"/>
                  </a:lnTo>
                  <a:close/>
                  <a:moveTo>
                    <a:pt x="582214" y="178254"/>
                  </a:moveTo>
                  <a:lnTo>
                    <a:pt x="592842" y="187173"/>
                  </a:lnTo>
                  <a:lnTo>
                    <a:pt x="597076" y="172872"/>
                  </a:lnTo>
                  <a:close/>
                  <a:moveTo>
                    <a:pt x="582214" y="178254"/>
                  </a:moveTo>
                  <a:lnTo>
                    <a:pt x="597076" y="172872"/>
                  </a:lnTo>
                  <a:lnTo>
                    <a:pt x="586066" y="124316"/>
                  </a:lnTo>
                  <a:close/>
                  <a:moveTo>
                    <a:pt x="575021" y="120543"/>
                  </a:moveTo>
                  <a:lnTo>
                    <a:pt x="593658" y="94018"/>
                  </a:lnTo>
                  <a:lnTo>
                    <a:pt x="596264" y="104744"/>
                  </a:lnTo>
                  <a:close/>
                  <a:moveTo>
                    <a:pt x="593658" y="94018"/>
                  </a:moveTo>
                  <a:lnTo>
                    <a:pt x="595182" y="87561"/>
                  </a:lnTo>
                  <a:lnTo>
                    <a:pt x="596264" y="104744"/>
                  </a:lnTo>
                  <a:close/>
                  <a:moveTo>
                    <a:pt x="754848" y="198374"/>
                  </a:moveTo>
                  <a:lnTo>
                    <a:pt x="749102" y="220036"/>
                  </a:lnTo>
                  <a:lnTo>
                    <a:pt x="764404" y="180642"/>
                  </a:lnTo>
                  <a:close/>
                  <a:moveTo>
                    <a:pt x="764404" y="180642"/>
                  </a:moveTo>
                  <a:lnTo>
                    <a:pt x="749102" y="220036"/>
                  </a:lnTo>
                  <a:lnTo>
                    <a:pt x="755818" y="217397"/>
                  </a:lnTo>
                  <a:close/>
                  <a:moveTo>
                    <a:pt x="749102" y="220036"/>
                  </a:moveTo>
                  <a:lnTo>
                    <a:pt x="753197" y="220570"/>
                  </a:lnTo>
                  <a:lnTo>
                    <a:pt x="755818" y="217397"/>
                  </a:lnTo>
                  <a:close/>
                  <a:moveTo>
                    <a:pt x="637196" y="36013"/>
                  </a:moveTo>
                  <a:lnTo>
                    <a:pt x="595182" y="87561"/>
                  </a:lnTo>
                  <a:lnTo>
                    <a:pt x="613775" y="70377"/>
                  </a:lnTo>
                  <a:close/>
                  <a:moveTo>
                    <a:pt x="876056" y="306191"/>
                  </a:moveTo>
                  <a:lnTo>
                    <a:pt x="845888" y="317972"/>
                  </a:lnTo>
                  <a:lnTo>
                    <a:pt x="896213" y="285345"/>
                  </a:lnTo>
                  <a:close/>
                  <a:moveTo>
                    <a:pt x="876056" y="306191"/>
                  </a:moveTo>
                  <a:lnTo>
                    <a:pt x="896213" y="285345"/>
                  </a:lnTo>
                  <a:lnTo>
                    <a:pt x="896292" y="290907"/>
                  </a:lnTo>
                  <a:close/>
                  <a:moveTo>
                    <a:pt x="896213" y="285345"/>
                  </a:moveTo>
                  <a:lnTo>
                    <a:pt x="904556" y="273724"/>
                  </a:lnTo>
                  <a:lnTo>
                    <a:pt x="896292" y="290907"/>
                  </a:lnTo>
                  <a:close/>
                  <a:moveTo>
                    <a:pt x="764404" y="180642"/>
                  </a:moveTo>
                  <a:lnTo>
                    <a:pt x="755818" y="217397"/>
                  </a:lnTo>
                  <a:lnTo>
                    <a:pt x="776325" y="200214"/>
                  </a:lnTo>
                  <a:close/>
                  <a:moveTo>
                    <a:pt x="787930" y="129646"/>
                  </a:moveTo>
                  <a:lnTo>
                    <a:pt x="764404" y="180642"/>
                  </a:lnTo>
                  <a:lnTo>
                    <a:pt x="785890" y="163459"/>
                  </a:lnTo>
                  <a:close/>
                  <a:moveTo>
                    <a:pt x="787930" y="129646"/>
                  </a:moveTo>
                  <a:lnTo>
                    <a:pt x="769752" y="157889"/>
                  </a:lnTo>
                  <a:lnTo>
                    <a:pt x="764404" y="180642"/>
                  </a:lnTo>
                  <a:close/>
                  <a:moveTo>
                    <a:pt x="769752" y="157889"/>
                  </a:moveTo>
                  <a:lnTo>
                    <a:pt x="787930" y="129646"/>
                  </a:lnTo>
                  <a:lnTo>
                    <a:pt x="769096" y="143887"/>
                  </a:lnTo>
                  <a:close/>
                  <a:moveTo>
                    <a:pt x="787930" y="129646"/>
                  </a:moveTo>
                  <a:lnTo>
                    <a:pt x="788376" y="126704"/>
                  </a:lnTo>
                  <a:lnTo>
                    <a:pt x="769096" y="143887"/>
                  </a:lnTo>
                  <a:close/>
                  <a:moveTo>
                    <a:pt x="637196" y="36013"/>
                  </a:moveTo>
                  <a:lnTo>
                    <a:pt x="661029" y="28914"/>
                  </a:lnTo>
                  <a:lnTo>
                    <a:pt x="652942" y="33622"/>
                  </a:lnTo>
                  <a:close/>
                  <a:moveTo>
                    <a:pt x="661029" y="28914"/>
                  </a:moveTo>
                  <a:lnTo>
                    <a:pt x="681232" y="16439"/>
                  </a:lnTo>
                  <a:lnTo>
                    <a:pt x="652942" y="33622"/>
                  </a:lnTo>
                  <a:close/>
                  <a:moveTo>
                    <a:pt x="942345" y="237042"/>
                  </a:moveTo>
                  <a:lnTo>
                    <a:pt x="904556" y="273724"/>
                  </a:lnTo>
                  <a:lnTo>
                    <a:pt x="929480" y="256540"/>
                  </a:lnTo>
                  <a:close/>
                  <a:moveTo>
                    <a:pt x="942345" y="237042"/>
                  </a:moveTo>
                  <a:lnTo>
                    <a:pt x="970256" y="219786"/>
                  </a:lnTo>
                  <a:lnTo>
                    <a:pt x="918951" y="236969"/>
                  </a:lnTo>
                  <a:close/>
                  <a:moveTo>
                    <a:pt x="822694" y="146275"/>
                  </a:moveTo>
                  <a:lnTo>
                    <a:pt x="788706" y="125433"/>
                  </a:lnTo>
                  <a:lnTo>
                    <a:pt x="788376" y="126704"/>
                  </a:lnTo>
                  <a:close/>
                  <a:moveTo>
                    <a:pt x="788376" y="126704"/>
                  </a:moveTo>
                  <a:lnTo>
                    <a:pt x="787930" y="129646"/>
                  </a:lnTo>
                  <a:lnTo>
                    <a:pt x="822694" y="146275"/>
                  </a:lnTo>
                  <a:close/>
                  <a:moveTo>
                    <a:pt x="689389" y="10371"/>
                  </a:moveTo>
                  <a:lnTo>
                    <a:pt x="681232" y="16439"/>
                  </a:lnTo>
                  <a:lnTo>
                    <a:pt x="697194" y="11413"/>
                  </a:lnTo>
                  <a:close/>
                  <a:moveTo>
                    <a:pt x="742442" y="1716"/>
                  </a:moveTo>
                  <a:lnTo>
                    <a:pt x="697194" y="11413"/>
                  </a:lnTo>
                  <a:lnTo>
                    <a:pt x="745667" y="0"/>
                  </a:lnTo>
                  <a:close/>
                </a:path>
              </a:pathLst>
            </a:custGeom>
            <a:solidFill>
              <a:srgbClr val="CFD7DE"/>
            </a:solidFill>
            <a:ln w="1524">
              <a:solidFill>
                <a:srgbClr val="CFD7DE"/>
              </a:solidFill>
            </a:ln>
          </p:spPr>
        </p:sp>
        <p:sp>
          <p:nvSpPr>
            <p:cNvPr id="124" name="Input_density__123">
              <a:extLst>
                <a:ext uri="{FF2B5EF4-FFF2-40B4-BE49-F238E27FC236}">
                  <a16:creationId xmlns:a16="http://schemas.microsoft.com/office/drawing/2014/main" id="{87A51577-2DBE-9217-92C5-3D9181F9D533}"/>
                </a:ext>
              </a:extLst>
            </p:cNvPr>
            <p:cNvSpPr>
              <a:spLocks noGrp="1"/>
            </p:cNvSpPr>
            <p:nvPr/>
          </p:nvSpPr>
          <p:spPr>
            <a:xfrm>
              <a:off x="945874" y="1610289"/>
              <a:ext cx="933498" cy="1378099"/>
            </a:xfrm>
            <a:custGeom>
              <a:avLst/>
              <a:gdLst/>
              <a:ahLst/>
              <a:cxnLst/>
              <a:rect l="0" t="0" r="0" b="0"/>
              <a:pathLst>
                <a:path w="933498" h="1378099">
                  <a:moveTo>
                    <a:pt x="295330" y="1378099"/>
                  </a:moveTo>
                  <a:lnTo>
                    <a:pt x="296171" y="1377764"/>
                  </a:lnTo>
                  <a:lnTo>
                    <a:pt x="303131" y="1324160"/>
                  </a:lnTo>
                  <a:close/>
                  <a:moveTo>
                    <a:pt x="296171" y="1377764"/>
                  </a:moveTo>
                  <a:lnTo>
                    <a:pt x="300074" y="1378099"/>
                  </a:lnTo>
                  <a:lnTo>
                    <a:pt x="308636" y="1330034"/>
                  </a:lnTo>
                  <a:close/>
                  <a:moveTo>
                    <a:pt x="10774" y="1030120"/>
                  </a:moveTo>
                  <a:lnTo>
                    <a:pt x="2676" y="1006370"/>
                  </a:lnTo>
                  <a:lnTo>
                    <a:pt x="13786" y="1042085"/>
                  </a:lnTo>
                  <a:close/>
                  <a:moveTo>
                    <a:pt x="10774" y="1030120"/>
                  </a:moveTo>
                  <a:lnTo>
                    <a:pt x="0" y="993366"/>
                  </a:lnTo>
                  <a:lnTo>
                    <a:pt x="2676" y="1006370"/>
                  </a:lnTo>
                  <a:close/>
                  <a:moveTo>
                    <a:pt x="346683" y="1319040"/>
                  </a:moveTo>
                  <a:lnTo>
                    <a:pt x="308636" y="1330034"/>
                  </a:lnTo>
                  <a:lnTo>
                    <a:pt x="346973" y="1348795"/>
                  </a:lnTo>
                  <a:close/>
                  <a:moveTo>
                    <a:pt x="163771" y="1046162"/>
                  </a:moveTo>
                  <a:lnTo>
                    <a:pt x="152032" y="995754"/>
                  </a:lnTo>
                  <a:lnTo>
                    <a:pt x="126325" y="1004769"/>
                  </a:lnTo>
                  <a:close/>
                  <a:moveTo>
                    <a:pt x="163771" y="1046162"/>
                  </a:moveTo>
                  <a:lnTo>
                    <a:pt x="126325" y="1004769"/>
                  </a:lnTo>
                  <a:lnTo>
                    <a:pt x="131839" y="1045033"/>
                  </a:lnTo>
                  <a:close/>
                  <a:moveTo>
                    <a:pt x="93211" y="939427"/>
                  </a:moveTo>
                  <a:lnTo>
                    <a:pt x="125332" y="950581"/>
                  </a:lnTo>
                  <a:lnTo>
                    <a:pt x="118956" y="958999"/>
                  </a:lnTo>
                  <a:close/>
                  <a:moveTo>
                    <a:pt x="125332" y="950581"/>
                  </a:moveTo>
                  <a:lnTo>
                    <a:pt x="107866" y="930281"/>
                  </a:lnTo>
                  <a:lnTo>
                    <a:pt x="130389" y="958999"/>
                  </a:lnTo>
                  <a:close/>
                  <a:moveTo>
                    <a:pt x="99731" y="951068"/>
                  </a:moveTo>
                  <a:lnTo>
                    <a:pt x="125302" y="960854"/>
                  </a:lnTo>
                  <a:lnTo>
                    <a:pt x="130389" y="958999"/>
                  </a:lnTo>
                  <a:close/>
                  <a:moveTo>
                    <a:pt x="106922" y="939427"/>
                  </a:moveTo>
                  <a:lnTo>
                    <a:pt x="115893" y="915288"/>
                  </a:lnTo>
                  <a:lnTo>
                    <a:pt x="121835" y="885489"/>
                  </a:lnTo>
                  <a:close/>
                  <a:moveTo>
                    <a:pt x="121835" y="885489"/>
                  </a:moveTo>
                  <a:lnTo>
                    <a:pt x="133539" y="909410"/>
                  </a:lnTo>
                  <a:lnTo>
                    <a:pt x="140887" y="905060"/>
                  </a:lnTo>
                  <a:close/>
                  <a:moveTo>
                    <a:pt x="157379" y="868305"/>
                  </a:moveTo>
                  <a:lnTo>
                    <a:pt x="102591" y="848734"/>
                  </a:lnTo>
                  <a:lnTo>
                    <a:pt x="121835" y="885489"/>
                  </a:lnTo>
                  <a:close/>
                  <a:moveTo>
                    <a:pt x="460037" y="1199100"/>
                  </a:moveTo>
                  <a:lnTo>
                    <a:pt x="493238" y="1233299"/>
                  </a:lnTo>
                  <a:lnTo>
                    <a:pt x="505996" y="1218672"/>
                  </a:lnTo>
                  <a:close/>
                  <a:moveTo>
                    <a:pt x="120746" y="794795"/>
                  </a:moveTo>
                  <a:lnTo>
                    <a:pt x="143469" y="740857"/>
                  </a:lnTo>
                  <a:lnTo>
                    <a:pt x="99754" y="758040"/>
                  </a:lnTo>
                  <a:close/>
                  <a:moveTo>
                    <a:pt x="505996" y="1218672"/>
                  </a:moveTo>
                  <a:lnTo>
                    <a:pt x="497594" y="1232870"/>
                  </a:lnTo>
                  <a:lnTo>
                    <a:pt x="522611" y="1246911"/>
                  </a:lnTo>
                  <a:close/>
                  <a:moveTo>
                    <a:pt x="158599" y="737137"/>
                  </a:moveTo>
                  <a:lnTo>
                    <a:pt x="143469" y="740857"/>
                  </a:lnTo>
                  <a:lnTo>
                    <a:pt x="180320" y="742970"/>
                  </a:lnTo>
                  <a:close/>
                  <a:moveTo>
                    <a:pt x="152586" y="735485"/>
                  </a:moveTo>
                  <a:lnTo>
                    <a:pt x="143469" y="740857"/>
                  </a:lnTo>
                  <a:lnTo>
                    <a:pt x="158599" y="737137"/>
                  </a:lnTo>
                  <a:close/>
                  <a:moveTo>
                    <a:pt x="158599" y="737137"/>
                  </a:moveTo>
                  <a:lnTo>
                    <a:pt x="159517" y="740857"/>
                  </a:lnTo>
                  <a:lnTo>
                    <a:pt x="152586" y="735485"/>
                  </a:lnTo>
                  <a:close/>
                  <a:moveTo>
                    <a:pt x="87145" y="522715"/>
                  </a:moveTo>
                  <a:lnTo>
                    <a:pt x="81251" y="485961"/>
                  </a:lnTo>
                  <a:lnTo>
                    <a:pt x="77219" y="525385"/>
                  </a:lnTo>
                  <a:close/>
                  <a:moveTo>
                    <a:pt x="740941" y="1151707"/>
                  </a:moveTo>
                  <a:lnTo>
                    <a:pt x="682722" y="1154819"/>
                  </a:lnTo>
                  <a:lnTo>
                    <a:pt x="710366" y="1161968"/>
                  </a:lnTo>
                  <a:close/>
                  <a:moveTo>
                    <a:pt x="639630" y="1109167"/>
                  </a:moveTo>
                  <a:lnTo>
                    <a:pt x="601827" y="1101519"/>
                  </a:lnTo>
                  <a:lnTo>
                    <a:pt x="628791" y="1110795"/>
                  </a:lnTo>
                  <a:close/>
                  <a:moveTo>
                    <a:pt x="636440" y="1067014"/>
                  </a:moveTo>
                  <a:lnTo>
                    <a:pt x="608323" y="1062784"/>
                  </a:lnTo>
                  <a:lnTo>
                    <a:pt x="639630" y="1109167"/>
                  </a:lnTo>
                  <a:close/>
                  <a:moveTo>
                    <a:pt x="636440" y="1067014"/>
                  </a:moveTo>
                  <a:lnTo>
                    <a:pt x="591841" y="1031436"/>
                  </a:lnTo>
                  <a:lnTo>
                    <a:pt x="608323" y="1062784"/>
                  </a:lnTo>
                  <a:close/>
                  <a:moveTo>
                    <a:pt x="564273" y="989480"/>
                  </a:moveTo>
                  <a:lnTo>
                    <a:pt x="531200" y="1037285"/>
                  </a:lnTo>
                  <a:lnTo>
                    <a:pt x="561363" y="1029126"/>
                  </a:lnTo>
                  <a:close/>
                  <a:moveTo>
                    <a:pt x="319321" y="732484"/>
                  </a:moveTo>
                  <a:lnTo>
                    <a:pt x="314117" y="689307"/>
                  </a:lnTo>
                  <a:lnTo>
                    <a:pt x="280158" y="692487"/>
                  </a:lnTo>
                  <a:close/>
                  <a:moveTo>
                    <a:pt x="280158" y="692487"/>
                  </a:moveTo>
                  <a:lnTo>
                    <a:pt x="307465" y="652629"/>
                  </a:lnTo>
                  <a:lnTo>
                    <a:pt x="254420" y="668665"/>
                  </a:lnTo>
                  <a:close/>
                  <a:moveTo>
                    <a:pt x="307465" y="652629"/>
                  </a:moveTo>
                  <a:lnTo>
                    <a:pt x="320216" y="689307"/>
                  </a:lnTo>
                  <a:lnTo>
                    <a:pt x="343122" y="695475"/>
                  </a:lnTo>
                  <a:close/>
                  <a:moveTo>
                    <a:pt x="284500" y="615797"/>
                  </a:moveTo>
                  <a:lnTo>
                    <a:pt x="269124" y="633423"/>
                  </a:lnTo>
                  <a:lnTo>
                    <a:pt x="292565" y="619995"/>
                  </a:lnTo>
                  <a:close/>
                  <a:moveTo>
                    <a:pt x="237251" y="615797"/>
                  </a:moveTo>
                  <a:lnTo>
                    <a:pt x="259241" y="596472"/>
                  </a:lnTo>
                  <a:lnTo>
                    <a:pt x="229932" y="616738"/>
                  </a:lnTo>
                  <a:close/>
                  <a:moveTo>
                    <a:pt x="229932" y="616738"/>
                  </a:moveTo>
                  <a:lnTo>
                    <a:pt x="259241" y="596472"/>
                  </a:lnTo>
                  <a:lnTo>
                    <a:pt x="248432" y="584039"/>
                  </a:lnTo>
                  <a:close/>
                  <a:moveTo>
                    <a:pt x="229932" y="616738"/>
                  </a:moveTo>
                  <a:lnTo>
                    <a:pt x="248432" y="584039"/>
                  </a:lnTo>
                  <a:lnTo>
                    <a:pt x="209151" y="588886"/>
                  </a:lnTo>
                  <a:close/>
                  <a:moveTo>
                    <a:pt x="259241" y="596472"/>
                  </a:moveTo>
                  <a:lnTo>
                    <a:pt x="284500" y="615797"/>
                  </a:lnTo>
                  <a:lnTo>
                    <a:pt x="248432" y="584039"/>
                  </a:lnTo>
                  <a:close/>
                  <a:moveTo>
                    <a:pt x="284500" y="615797"/>
                  </a:moveTo>
                  <a:lnTo>
                    <a:pt x="292565" y="619995"/>
                  </a:lnTo>
                  <a:lnTo>
                    <a:pt x="248432" y="584039"/>
                  </a:lnTo>
                  <a:close/>
                  <a:moveTo>
                    <a:pt x="471974" y="873082"/>
                  </a:moveTo>
                  <a:lnTo>
                    <a:pt x="463830" y="836327"/>
                  </a:lnTo>
                  <a:lnTo>
                    <a:pt x="474057" y="849281"/>
                  </a:lnTo>
                  <a:close/>
                  <a:moveTo>
                    <a:pt x="761385" y="1131935"/>
                  </a:moveTo>
                  <a:lnTo>
                    <a:pt x="710366" y="1161968"/>
                  </a:lnTo>
                  <a:lnTo>
                    <a:pt x="729669" y="1137929"/>
                  </a:lnTo>
                  <a:close/>
                  <a:moveTo>
                    <a:pt x="471974" y="873082"/>
                  </a:moveTo>
                  <a:lnTo>
                    <a:pt x="500421" y="909837"/>
                  </a:lnTo>
                  <a:lnTo>
                    <a:pt x="525111" y="892653"/>
                  </a:lnTo>
                  <a:close/>
                  <a:moveTo>
                    <a:pt x="461720" y="758995"/>
                  </a:moveTo>
                  <a:lnTo>
                    <a:pt x="446053" y="755465"/>
                  </a:lnTo>
                  <a:lnTo>
                    <a:pt x="493237" y="782388"/>
                  </a:lnTo>
                  <a:close/>
                  <a:moveTo>
                    <a:pt x="314117" y="689307"/>
                  </a:moveTo>
                  <a:lnTo>
                    <a:pt x="318435" y="693211"/>
                  </a:lnTo>
                  <a:lnTo>
                    <a:pt x="318033" y="688784"/>
                  </a:lnTo>
                  <a:close/>
                  <a:moveTo>
                    <a:pt x="318033" y="688784"/>
                  </a:moveTo>
                  <a:lnTo>
                    <a:pt x="318435" y="693211"/>
                  </a:lnTo>
                  <a:lnTo>
                    <a:pt x="320216" y="689307"/>
                  </a:lnTo>
                  <a:close/>
                  <a:moveTo>
                    <a:pt x="396931" y="635368"/>
                  </a:moveTo>
                  <a:lnTo>
                    <a:pt x="395634" y="679873"/>
                  </a:lnTo>
                  <a:lnTo>
                    <a:pt x="396984" y="641537"/>
                  </a:lnTo>
                  <a:close/>
                  <a:moveTo>
                    <a:pt x="237251" y="615797"/>
                  </a:moveTo>
                  <a:lnTo>
                    <a:pt x="269124" y="633423"/>
                  </a:lnTo>
                  <a:lnTo>
                    <a:pt x="270410" y="610918"/>
                  </a:lnTo>
                  <a:close/>
                  <a:moveTo>
                    <a:pt x="259241" y="596472"/>
                  </a:moveTo>
                  <a:lnTo>
                    <a:pt x="237251" y="615797"/>
                  </a:lnTo>
                  <a:lnTo>
                    <a:pt x="270410" y="610918"/>
                  </a:lnTo>
                  <a:close/>
                  <a:moveTo>
                    <a:pt x="270410" y="610918"/>
                  </a:moveTo>
                  <a:lnTo>
                    <a:pt x="269124" y="633423"/>
                  </a:lnTo>
                  <a:lnTo>
                    <a:pt x="284500" y="615797"/>
                  </a:lnTo>
                  <a:close/>
                  <a:moveTo>
                    <a:pt x="270410" y="610918"/>
                  </a:moveTo>
                  <a:lnTo>
                    <a:pt x="284500" y="615797"/>
                  </a:lnTo>
                  <a:lnTo>
                    <a:pt x="259241" y="596472"/>
                  </a:lnTo>
                  <a:close/>
                  <a:moveTo>
                    <a:pt x="140809" y="456029"/>
                  </a:moveTo>
                  <a:lnTo>
                    <a:pt x="171387" y="458258"/>
                  </a:lnTo>
                  <a:lnTo>
                    <a:pt x="153039" y="448556"/>
                  </a:lnTo>
                  <a:close/>
                  <a:moveTo>
                    <a:pt x="767760" y="1113183"/>
                  </a:moveTo>
                  <a:lnTo>
                    <a:pt x="784514" y="1122201"/>
                  </a:lnTo>
                  <a:lnTo>
                    <a:pt x="763736" y="1107195"/>
                  </a:lnTo>
                  <a:close/>
                  <a:moveTo>
                    <a:pt x="767760" y="1113183"/>
                  </a:moveTo>
                  <a:lnTo>
                    <a:pt x="763736" y="1107195"/>
                  </a:lnTo>
                  <a:lnTo>
                    <a:pt x="764015" y="1076428"/>
                  </a:lnTo>
                  <a:close/>
                  <a:moveTo>
                    <a:pt x="747022" y="986541"/>
                  </a:moveTo>
                  <a:lnTo>
                    <a:pt x="734483" y="1031351"/>
                  </a:lnTo>
                  <a:lnTo>
                    <a:pt x="751109" y="985735"/>
                  </a:lnTo>
                  <a:close/>
                  <a:moveTo>
                    <a:pt x="633647" y="1002918"/>
                  </a:moveTo>
                  <a:lnTo>
                    <a:pt x="664488" y="1018807"/>
                  </a:lnTo>
                  <a:lnTo>
                    <a:pt x="670179" y="994838"/>
                  </a:lnTo>
                  <a:close/>
                  <a:moveTo>
                    <a:pt x="709715" y="989783"/>
                  </a:moveTo>
                  <a:lnTo>
                    <a:pt x="664488" y="1018807"/>
                  </a:lnTo>
                  <a:lnTo>
                    <a:pt x="700723" y="1029706"/>
                  </a:lnTo>
                  <a:close/>
                  <a:moveTo>
                    <a:pt x="709715" y="989783"/>
                  </a:moveTo>
                  <a:lnTo>
                    <a:pt x="670179" y="994838"/>
                  </a:lnTo>
                  <a:lnTo>
                    <a:pt x="664488" y="1018807"/>
                  </a:lnTo>
                  <a:close/>
                  <a:moveTo>
                    <a:pt x="747022" y="986541"/>
                  </a:moveTo>
                  <a:lnTo>
                    <a:pt x="709715" y="989783"/>
                  </a:lnTo>
                  <a:lnTo>
                    <a:pt x="700723" y="1029706"/>
                  </a:lnTo>
                  <a:close/>
                  <a:moveTo>
                    <a:pt x="631801" y="954202"/>
                  </a:moveTo>
                  <a:lnTo>
                    <a:pt x="667126" y="952572"/>
                  </a:lnTo>
                  <a:lnTo>
                    <a:pt x="656228" y="916685"/>
                  </a:lnTo>
                  <a:close/>
                  <a:moveTo>
                    <a:pt x="700677" y="952384"/>
                  </a:moveTo>
                  <a:lnTo>
                    <a:pt x="674320" y="930991"/>
                  </a:lnTo>
                  <a:lnTo>
                    <a:pt x="656228" y="916685"/>
                  </a:lnTo>
                  <a:close/>
                  <a:moveTo>
                    <a:pt x="667126" y="952572"/>
                  </a:moveTo>
                  <a:lnTo>
                    <a:pt x="700677" y="952384"/>
                  </a:lnTo>
                  <a:lnTo>
                    <a:pt x="656228" y="916685"/>
                  </a:lnTo>
                  <a:close/>
                  <a:moveTo>
                    <a:pt x="619618" y="919360"/>
                  </a:moveTo>
                  <a:lnTo>
                    <a:pt x="656228" y="916685"/>
                  </a:lnTo>
                  <a:lnTo>
                    <a:pt x="636894" y="915634"/>
                  </a:lnTo>
                  <a:close/>
                  <a:moveTo>
                    <a:pt x="565696" y="802383"/>
                  </a:moveTo>
                  <a:lnTo>
                    <a:pt x="552413" y="819143"/>
                  </a:lnTo>
                  <a:lnTo>
                    <a:pt x="563816" y="803396"/>
                  </a:lnTo>
                  <a:close/>
                  <a:moveTo>
                    <a:pt x="564782" y="798967"/>
                  </a:moveTo>
                  <a:lnTo>
                    <a:pt x="547470" y="765205"/>
                  </a:lnTo>
                  <a:lnTo>
                    <a:pt x="563816" y="803396"/>
                  </a:lnTo>
                  <a:close/>
                  <a:moveTo>
                    <a:pt x="563816" y="803396"/>
                  </a:moveTo>
                  <a:lnTo>
                    <a:pt x="547470" y="765205"/>
                  </a:lnTo>
                  <a:lnTo>
                    <a:pt x="505947" y="778608"/>
                  </a:lnTo>
                  <a:close/>
                  <a:moveTo>
                    <a:pt x="552413" y="819143"/>
                  </a:moveTo>
                  <a:lnTo>
                    <a:pt x="564782" y="798967"/>
                  </a:lnTo>
                  <a:lnTo>
                    <a:pt x="563816" y="803396"/>
                  </a:lnTo>
                  <a:close/>
                  <a:moveTo>
                    <a:pt x="461720" y="758995"/>
                  </a:moveTo>
                  <a:lnTo>
                    <a:pt x="505947" y="778608"/>
                  </a:lnTo>
                  <a:lnTo>
                    <a:pt x="515220" y="738237"/>
                  </a:lnTo>
                  <a:close/>
                  <a:moveTo>
                    <a:pt x="505947" y="778608"/>
                  </a:moveTo>
                  <a:lnTo>
                    <a:pt x="547470" y="765205"/>
                  </a:lnTo>
                  <a:lnTo>
                    <a:pt x="515220" y="738237"/>
                  </a:lnTo>
                  <a:close/>
                  <a:moveTo>
                    <a:pt x="269489" y="442373"/>
                  </a:moveTo>
                  <a:lnTo>
                    <a:pt x="300143" y="434846"/>
                  </a:lnTo>
                  <a:lnTo>
                    <a:pt x="293668" y="434410"/>
                  </a:lnTo>
                  <a:close/>
                  <a:moveTo>
                    <a:pt x="656651" y="797086"/>
                  </a:moveTo>
                  <a:lnTo>
                    <a:pt x="689587" y="821532"/>
                  </a:lnTo>
                  <a:lnTo>
                    <a:pt x="645964" y="790788"/>
                  </a:lnTo>
                  <a:close/>
                  <a:moveTo>
                    <a:pt x="547470" y="765205"/>
                  </a:moveTo>
                  <a:lnTo>
                    <a:pt x="564782" y="798967"/>
                  </a:lnTo>
                  <a:lnTo>
                    <a:pt x="560701" y="761182"/>
                  </a:lnTo>
                  <a:close/>
                  <a:moveTo>
                    <a:pt x="516618" y="725185"/>
                  </a:moveTo>
                  <a:lnTo>
                    <a:pt x="555277" y="676097"/>
                  </a:lnTo>
                  <a:lnTo>
                    <a:pt x="508133" y="687336"/>
                  </a:lnTo>
                  <a:close/>
                  <a:moveTo>
                    <a:pt x="478029" y="684722"/>
                  </a:moveTo>
                  <a:lnTo>
                    <a:pt x="508133" y="687336"/>
                  </a:lnTo>
                  <a:lnTo>
                    <a:pt x="499127" y="649911"/>
                  </a:lnTo>
                  <a:close/>
                  <a:moveTo>
                    <a:pt x="470620" y="645998"/>
                  </a:moveTo>
                  <a:lnTo>
                    <a:pt x="499127" y="649911"/>
                  </a:lnTo>
                  <a:lnTo>
                    <a:pt x="496099" y="607625"/>
                  </a:lnTo>
                  <a:close/>
                  <a:moveTo>
                    <a:pt x="470620" y="645998"/>
                  </a:moveTo>
                  <a:lnTo>
                    <a:pt x="496099" y="607625"/>
                  </a:lnTo>
                  <a:lnTo>
                    <a:pt x="462874" y="607548"/>
                  </a:lnTo>
                  <a:close/>
                  <a:moveTo>
                    <a:pt x="462874" y="607548"/>
                  </a:moveTo>
                  <a:lnTo>
                    <a:pt x="496099" y="607625"/>
                  </a:lnTo>
                  <a:lnTo>
                    <a:pt x="485912" y="571160"/>
                  </a:lnTo>
                  <a:close/>
                  <a:moveTo>
                    <a:pt x="293668" y="434410"/>
                  </a:moveTo>
                  <a:lnTo>
                    <a:pt x="300296" y="432977"/>
                  </a:lnTo>
                  <a:lnTo>
                    <a:pt x="269151" y="432954"/>
                  </a:lnTo>
                  <a:close/>
                  <a:moveTo>
                    <a:pt x="871669" y="1028877"/>
                  </a:moveTo>
                  <a:lnTo>
                    <a:pt x="870736" y="1074382"/>
                  </a:lnTo>
                  <a:lnTo>
                    <a:pt x="897611" y="1075116"/>
                  </a:lnTo>
                  <a:close/>
                  <a:moveTo>
                    <a:pt x="876812" y="1024878"/>
                  </a:moveTo>
                  <a:lnTo>
                    <a:pt x="871669" y="1028877"/>
                  </a:lnTo>
                  <a:lnTo>
                    <a:pt x="897611" y="1075116"/>
                  </a:lnTo>
                  <a:close/>
                  <a:moveTo>
                    <a:pt x="924105" y="1013335"/>
                  </a:moveTo>
                  <a:lnTo>
                    <a:pt x="933498" y="988040"/>
                  </a:lnTo>
                  <a:lnTo>
                    <a:pt x="911647" y="978716"/>
                  </a:lnTo>
                  <a:close/>
                  <a:moveTo>
                    <a:pt x="870285" y="985254"/>
                  </a:moveTo>
                  <a:lnTo>
                    <a:pt x="911647" y="978716"/>
                  </a:lnTo>
                  <a:lnTo>
                    <a:pt x="894644" y="947792"/>
                  </a:lnTo>
                  <a:close/>
                  <a:moveTo>
                    <a:pt x="865288" y="944570"/>
                  </a:moveTo>
                  <a:lnTo>
                    <a:pt x="894644" y="947792"/>
                  </a:lnTo>
                  <a:lnTo>
                    <a:pt x="883184" y="912362"/>
                  </a:lnTo>
                  <a:close/>
                  <a:moveTo>
                    <a:pt x="217921" y="85522"/>
                  </a:moveTo>
                  <a:lnTo>
                    <a:pt x="156568" y="76917"/>
                  </a:lnTo>
                  <a:lnTo>
                    <a:pt x="181236" y="72937"/>
                  </a:lnTo>
                  <a:close/>
                  <a:moveTo>
                    <a:pt x="713877" y="603390"/>
                  </a:moveTo>
                  <a:lnTo>
                    <a:pt x="702961" y="557034"/>
                  </a:lnTo>
                  <a:lnTo>
                    <a:pt x="707111" y="549452"/>
                  </a:lnTo>
                  <a:close/>
                  <a:moveTo>
                    <a:pt x="623386" y="529880"/>
                  </a:moveTo>
                  <a:lnTo>
                    <a:pt x="640720" y="545108"/>
                  </a:lnTo>
                  <a:lnTo>
                    <a:pt x="648185" y="520500"/>
                  </a:lnTo>
                  <a:close/>
                  <a:moveTo>
                    <a:pt x="574644" y="493125"/>
                  </a:moveTo>
                  <a:lnTo>
                    <a:pt x="577029" y="459925"/>
                  </a:lnTo>
                  <a:lnTo>
                    <a:pt x="593388" y="439187"/>
                  </a:lnTo>
                  <a:close/>
                  <a:moveTo>
                    <a:pt x="488970" y="351472"/>
                  </a:moveTo>
                  <a:lnTo>
                    <a:pt x="459752" y="366806"/>
                  </a:lnTo>
                  <a:lnTo>
                    <a:pt x="511092" y="337973"/>
                  </a:lnTo>
                  <a:close/>
                  <a:moveTo>
                    <a:pt x="747358" y="538797"/>
                  </a:moveTo>
                  <a:lnTo>
                    <a:pt x="707111" y="549452"/>
                  </a:lnTo>
                  <a:lnTo>
                    <a:pt x="765195" y="568932"/>
                  </a:lnTo>
                  <a:close/>
                  <a:moveTo>
                    <a:pt x="765195" y="568932"/>
                  </a:moveTo>
                  <a:lnTo>
                    <a:pt x="702961" y="557034"/>
                  </a:lnTo>
                  <a:lnTo>
                    <a:pt x="725778" y="546135"/>
                  </a:lnTo>
                  <a:close/>
                  <a:moveTo>
                    <a:pt x="612320" y="433075"/>
                  </a:moveTo>
                  <a:lnTo>
                    <a:pt x="646099" y="469012"/>
                  </a:lnTo>
                  <a:lnTo>
                    <a:pt x="644613" y="433910"/>
                  </a:lnTo>
                  <a:close/>
                  <a:moveTo>
                    <a:pt x="612320" y="433075"/>
                  </a:moveTo>
                  <a:lnTo>
                    <a:pt x="644613" y="433910"/>
                  </a:lnTo>
                  <a:lnTo>
                    <a:pt x="634441" y="425424"/>
                  </a:lnTo>
                  <a:close/>
                  <a:moveTo>
                    <a:pt x="469934" y="243832"/>
                  </a:moveTo>
                  <a:lnTo>
                    <a:pt x="480331" y="251332"/>
                  </a:lnTo>
                  <a:lnTo>
                    <a:pt x="512386" y="246604"/>
                  </a:lnTo>
                  <a:close/>
                  <a:moveTo>
                    <a:pt x="531158" y="248234"/>
                  </a:moveTo>
                  <a:lnTo>
                    <a:pt x="503975" y="243246"/>
                  </a:lnTo>
                  <a:lnTo>
                    <a:pt x="547642" y="253844"/>
                  </a:lnTo>
                  <a:close/>
                  <a:moveTo>
                    <a:pt x="503975" y="243246"/>
                  </a:moveTo>
                  <a:lnTo>
                    <a:pt x="512386" y="246604"/>
                  </a:lnTo>
                  <a:lnTo>
                    <a:pt x="547642" y="253844"/>
                  </a:lnTo>
                  <a:close/>
                  <a:moveTo>
                    <a:pt x="428717" y="181902"/>
                  </a:moveTo>
                  <a:lnTo>
                    <a:pt x="460211" y="206990"/>
                  </a:lnTo>
                  <a:lnTo>
                    <a:pt x="427447" y="178181"/>
                  </a:lnTo>
                  <a:close/>
                  <a:moveTo>
                    <a:pt x="418681" y="168917"/>
                  </a:moveTo>
                  <a:lnTo>
                    <a:pt x="428717" y="181902"/>
                  </a:lnTo>
                  <a:lnTo>
                    <a:pt x="427447" y="178181"/>
                  </a:lnTo>
                  <a:close/>
                  <a:moveTo>
                    <a:pt x="432805" y="139776"/>
                  </a:moveTo>
                  <a:lnTo>
                    <a:pt x="431941" y="166617"/>
                  </a:lnTo>
                  <a:lnTo>
                    <a:pt x="420651" y="152774"/>
                  </a:lnTo>
                  <a:close/>
                  <a:moveTo>
                    <a:pt x="420651" y="152774"/>
                  </a:moveTo>
                  <a:lnTo>
                    <a:pt x="431941" y="166617"/>
                  </a:lnTo>
                  <a:lnTo>
                    <a:pt x="418681" y="168917"/>
                  </a:lnTo>
                  <a:close/>
                  <a:moveTo>
                    <a:pt x="363420" y="63372"/>
                  </a:moveTo>
                  <a:lnTo>
                    <a:pt x="352792" y="54454"/>
                  </a:lnTo>
                  <a:lnTo>
                    <a:pt x="352508" y="106133"/>
                  </a:lnTo>
                  <a:close/>
                  <a:moveTo>
                    <a:pt x="352508" y="106133"/>
                  </a:moveTo>
                  <a:lnTo>
                    <a:pt x="352792" y="54454"/>
                  </a:lnTo>
                  <a:lnTo>
                    <a:pt x="308574" y="70015"/>
                  </a:lnTo>
                  <a:close/>
                  <a:moveTo>
                    <a:pt x="352508" y="106133"/>
                  </a:moveTo>
                  <a:lnTo>
                    <a:pt x="308574" y="70015"/>
                  </a:lnTo>
                  <a:lnTo>
                    <a:pt x="321853" y="103967"/>
                  </a:lnTo>
                  <a:close/>
                  <a:moveTo>
                    <a:pt x="566801" y="229267"/>
                  </a:moveTo>
                  <a:lnTo>
                    <a:pt x="547642" y="253844"/>
                  </a:lnTo>
                  <a:lnTo>
                    <a:pt x="512386" y="246604"/>
                  </a:lnTo>
                  <a:close/>
                  <a:moveTo>
                    <a:pt x="392060" y="37270"/>
                  </a:moveTo>
                  <a:lnTo>
                    <a:pt x="363420" y="63372"/>
                  </a:lnTo>
                  <a:lnTo>
                    <a:pt x="389313" y="91209"/>
                  </a:lnTo>
                  <a:close/>
                  <a:moveTo>
                    <a:pt x="556945" y="0"/>
                  </a:moveTo>
                  <a:lnTo>
                    <a:pt x="558954" y="2903"/>
                  </a:lnTo>
                  <a:lnTo>
                    <a:pt x="559285" y="1633"/>
                  </a:lnTo>
                  <a:close/>
                </a:path>
              </a:pathLst>
            </a:custGeom>
            <a:solidFill>
              <a:srgbClr val="C9D2D8"/>
            </a:solidFill>
            <a:ln w="1524">
              <a:solidFill>
                <a:srgbClr val="C9D2D8"/>
              </a:solidFill>
            </a:ln>
          </p:spPr>
        </p:sp>
        <p:sp>
          <p:nvSpPr>
            <p:cNvPr id="125" name="Input_density__124">
              <a:extLst>
                <a:ext uri="{FF2B5EF4-FFF2-40B4-BE49-F238E27FC236}">
                  <a16:creationId xmlns:a16="http://schemas.microsoft.com/office/drawing/2014/main" id="{69E100E5-1BB4-2A74-C244-481B3E5C0E4E}"/>
                </a:ext>
              </a:extLst>
            </p:cNvPr>
            <p:cNvSpPr>
              <a:spLocks noGrp="1"/>
            </p:cNvSpPr>
            <p:nvPr/>
          </p:nvSpPr>
          <p:spPr>
            <a:xfrm>
              <a:off x="890677" y="1562114"/>
              <a:ext cx="926865" cy="1389519"/>
            </a:xfrm>
            <a:custGeom>
              <a:avLst/>
              <a:gdLst/>
              <a:ahLst/>
              <a:cxnLst/>
              <a:rect l="0" t="0" r="0" b="0"/>
              <a:pathLst>
                <a:path w="926865" h="1389519">
                  <a:moveTo>
                    <a:pt x="298766" y="1352764"/>
                  </a:moveTo>
                  <a:lnTo>
                    <a:pt x="315249" y="1389519"/>
                  </a:lnTo>
                  <a:lnTo>
                    <a:pt x="358327" y="1372335"/>
                  </a:lnTo>
                  <a:close/>
                  <a:moveTo>
                    <a:pt x="298766" y="1352764"/>
                  </a:moveTo>
                  <a:lnTo>
                    <a:pt x="358327" y="1372335"/>
                  </a:lnTo>
                  <a:lnTo>
                    <a:pt x="351474" y="1335580"/>
                  </a:lnTo>
                  <a:close/>
                  <a:moveTo>
                    <a:pt x="351474" y="1335580"/>
                  </a:moveTo>
                  <a:lnTo>
                    <a:pt x="364070" y="1370866"/>
                  </a:lnTo>
                  <a:lnTo>
                    <a:pt x="353028" y="1335095"/>
                  </a:lnTo>
                  <a:close/>
                  <a:moveTo>
                    <a:pt x="351474" y="1335580"/>
                  </a:moveTo>
                  <a:lnTo>
                    <a:pt x="358327" y="1372335"/>
                  </a:lnTo>
                  <a:lnTo>
                    <a:pt x="364070" y="1370866"/>
                  </a:lnTo>
                  <a:close/>
                  <a:moveTo>
                    <a:pt x="349526" y="1324718"/>
                  </a:moveTo>
                  <a:lnTo>
                    <a:pt x="351474" y="1335580"/>
                  </a:lnTo>
                  <a:lnTo>
                    <a:pt x="353028" y="1335095"/>
                  </a:lnTo>
                  <a:close/>
                  <a:moveTo>
                    <a:pt x="34160" y="749889"/>
                  </a:moveTo>
                  <a:lnTo>
                    <a:pt x="54364" y="732705"/>
                  </a:lnTo>
                  <a:lnTo>
                    <a:pt x="28489" y="713134"/>
                  </a:lnTo>
                  <a:close/>
                  <a:moveTo>
                    <a:pt x="546395" y="1230092"/>
                  </a:moveTo>
                  <a:lnTo>
                    <a:pt x="515234" y="1247275"/>
                  </a:lnTo>
                  <a:lnTo>
                    <a:pt x="561193" y="1266847"/>
                  </a:lnTo>
                  <a:close/>
                  <a:moveTo>
                    <a:pt x="546395" y="1230092"/>
                  </a:moveTo>
                  <a:lnTo>
                    <a:pt x="555574" y="1211958"/>
                  </a:lnTo>
                  <a:lnTo>
                    <a:pt x="498167" y="1210520"/>
                  </a:lnTo>
                  <a:close/>
                  <a:moveTo>
                    <a:pt x="515234" y="1247275"/>
                  </a:moveTo>
                  <a:lnTo>
                    <a:pt x="546395" y="1230092"/>
                  </a:lnTo>
                  <a:lnTo>
                    <a:pt x="498167" y="1210520"/>
                  </a:lnTo>
                  <a:close/>
                  <a:moveTo>
                    <a:pt x="546395" y="1230092"/>
                  </a:moveTo>
                  <a:lnTo>
                    <a:pt x="584880" y="1254957"/>
                  </a:lnTo>
                  <a:lnTo>
                    <a:pt x="579674" y="1214442"/>
                  </a:lnTo>
                  <a:close/>
                  <a:moveTo>
                    <a:pt x="546395" y="1230092"/>
                  </a:moveTo>
                  <a:lnTo>
                    <a:pt x="561193" y="1266847"/>
                  </a:lnTo>
                  <a:lnTo>
                    <a:pt x="584880" y="1254957"/>
                  </a:lnTo>
                  <a:close/>
                  <a:moveTo>
                    <a:pt x="555574" y="1211958"/>
                  </a:moveTo>
                  <a:lnTo>
                    <a:pt x="546395" y="1230092"/>
                  </a:lnTo>
                  <a:lnTo>
                    <a:pt x="579674" y="1214442"/>
                  </a:lnTo>
                  <a:close/>
                  <a:moveTo>
                    <a:pt x="612100" y="1202516"/>
                  </a:moveTo>
                  <a:lnTo>
                    <a:pt x="604050" y="1221713"/>
                  </a:lnTo>
                  <a:lnTo>
                    <a:pt x="585987" y="1212909"/>
                  </a:lnTo>
                  <a:close/>
                  <a:moveTo>
                    <a:pt x="579674" y="1214442"/>
                  </a:moveTo>
                  <a:lnTo>
                    <a:pt x="581137" y="1230092"/>
                  </a:lnTo>
                  <a:lnTo>
                    <a:pt x="555574" y="1211958"/>
                  </a:lnTo>
                  <a:close/>
                  <a:moveTo>
                    <a:pt x="604050" y="1221713"/>
                  </a:moveTo>
                  <a:lnTo>
                    <a:pt x="612100" y="1202516"/>
                  </a:lnTo>
                  <a:lnTo>
                    <a:pt x="598458" y="1230092"/>
                  </a:lnTo>
                  <a:close/>
                  <a:moveTo>
                    <a:pt x="598458" y="1230092"/>
                  </a:moveTo>
                  <a:lnTo>
                    <a:pt x="612100" y="1202516"/>
                  </a:lnTo>
                  <a:lnTo>
                    <a:pt x="618366" y="1176154"/>
                  </a:lnTo>
                  <a:close/>
                  <a:moveTo>
                    <a:pt x="639962" y="1237264"/>
                  </a:moveTo>
                  <a:lnTo>
                    <a:pt x="677271" y="1225396"/>
                  </a:lnTo>
                  <a:lnTo>
                    <a:pt x="654733" y="1207597"/>
                  </a:lnTo>
                  <a:close/>
                  <a:moveTo>
                    <a:pt x="639962" y="1237264"/>
                  </a:moveTo>
                  <a:lnTo>
                    <a:pt x="654733" y="1207597"/>
                  </a:lnTo>
                  <a:lnTo>
                    <a:pt x="620921" y="1207997"/>
                  </a:lnTo>
                  <a:close/>
                  <a:moveTo>
                    <a:pt x="612100" y="1202516"/>
                  </a:moveTo>
                  <a:lnTo>
                    <a:pt x="585987" y="1212909"/>
                  </a:lnTo>
                  <a:lnTo>
                    <a:pt x="620921" y="1207997"/>
                  </a:lnTo>
                  <a:close/>
                  <a:moveTo>
                    <a:pt x="620921" y="1207997"/>
                  </a:moveTo>
                  <a:lnTo>
                    <a:pt x="618366" y="1176154"/>
                  </a:lnTo>
                  <a:lnTo>
                    <a:pt x="612100" y="1202516"/>
                  </a:lnTo>
                  <a:close/>
                  <a:moveTo>
                    <a:pt x="654733" y="1207597"/>
                  </a:moveTo>
                  <a:lnTo>
                    <a:pt x="677271" y="1225396"/>
                  </a:lnTo>
                  <a:lnTo>
                    <a:pt x="705694" y="1207089"/>
                  </a:lnTo>
                  <a:close/>
                  <a:moveTo>
                    <a:pt x="562675" y="1048705"/>
                  </a:moveTo>
                  <a:lnTo>
                    <a:pt x="551672" y="1101161"/>
                  </a:lnTo>
                  <a:lnTo>
                    <a:pt x="563968" y="1050926"/>
                  </a:lnTo>
                  <a:close/>
                  <a:moveTo>
                    <a:pt x="562675" y="1048705"/>
                  </a:moveTo>
                  <a:lnTo>
                    <a:pt x="562003" y="1043581"/>
                  </a:lnTo>
                  <a:lnTo>
                    <a:pt x="525307" y="1029134"/>
                  </a:lnTo>
                  <a:close/>
                  <a:moveTo>
                    <a:pt x="528733" y="1065889"/>
                  </a:moveTo>
                  <a:lnTo>
                    <a:pt x="562675" y="1048705"/>
                  </a:lnTo>
                  <a:lnTo>
                    <a:pt x="525307" y="1029134"/>
                  </a:lnTo>
                  <a:close/>
                  <a:moveTo>
                    <a:pt x="546537" y="1017646"/>
                  </a:moveTo>
                  <a:lnTo>
                    <a:pt x="562003" y="1043581"/>
                  </a:lnTo>
                  <a:lnTo>
                    <a:pt x="563139" y="1011950"/>
                  </a:lnTo>
                  <a:close/>
                  <a:moveTo>
                    <a:pt x="288380" y="768007"/>
                  </a:moveTo>
                  <a:lnTo>
                    <a:pt x="294695" y="754666"/>
                  </a:lnTo>
                  <a:lnTo>
                    <a:pt x="281531" y="771849"/>
                  </a:lnTo>
                  <a:close/>
                  <a:moveTo>
                    <a:pt x="681216" y="1230813"/>
                  </a:moveTo>
                  <a:lnTo>
                    <a:pt x="705694" y="1207089"/>
                  </a:lnTo>
                  <a:lnTo>
                    <a:pt x="677271" y="1225396"/>
                  </a:lnTo>
                  <a:close/>
                  <a:moveTo>
                    <a:pt x="681216" y="1230813"/>
                  </a:moveTo>
                  <a:lnTo>
                    <a:pt x="729816" y="1218391"/>
                  </a:lnTo>
                  <a:lnTo>
                    <a:pt x="705694" y="1207089"/>
                  </a:lnTo>
                  <a:close/>
                  <a:moveTo>
                    <a:pt x="765563" y="1210143"/>
                  </a:moveTo>
                  <a:lnTo>
                    <a:pt x="729816" y="1218391"/>
                  </a:lnTo>
                  <a:lnTo>
                    <a:pt x="743594" y="1215297"/>
                  </a:lnTo>
                  <a:close/>
                  <a:moveTo>
                    <a:pt x="705694" y="1207089"/>
                  </a:moveTo>
                  <a:lnTo>
                    <a:pt x="729816" y="1218391"/>
                  </a:lnTo>
                  <a:lnTo>
                    <a:pt x="765563" y="1210143"/>
                  </a:lnTo>
                  <a:close/>
                  <a:moveTo>
                    <a:pt x="562675" y="1048705"/>
                  </a:moveTo>
                  <a:lnTo>
                    <a:pt x="563968" y="1050926"/>
                  </a:lnTo>
                  <a:lnTo>
                    <a:pt x="564681" y="1047643"/>
                  </a:lnTo>
                  <a:close/>
                  <a:moveTo>
                    <a:pt x="562003" y="1043581"/>
                  </a:moveTo>
                  <a:lnTo>
                    <a:pt x="562675" y="1048705"/>
                  </a:lnTo>
                  <a:lnTo>
                    <a:pt x="564681" y="1047643"/>
                  </a:lnTo>
                  <a:close/>
                  <a:moveTo>
                    <a:pt x="562003" y="1043581"/>
                  </a:moveTo>
                  <a:lnTo>
                    <a:pt x="564681" y="1047643"/>
                  </a:lnTo>
                  <a:lnTo>
                    <a:pt x="563139" y="1011950"/>
                  </a:lnTo>
                  <a:close/>
                  <a:moveTo>
                    <a:pt x="630336" y="982071"/>
                  </a:moveTo>
                  <a:lnTo>
                    <a:pt x="620373" y="984707"/>
                  </a:lnTo>
                  <a:lnTo>
                    <a:pt x="584278" y="994767"/>
                  </a:lnTo>
                  <a:close/>
                  <a:moveTo>
                    <a:pt x="620373" y="984707"/>
                  </a:moveTo>
                  <a:lnTo>
                    <a:pt x="631592" y="977584"/>
                  </a:lnTo>
                  <a:lnTo>
                    <a:pt x="656302" y="954580"/>
                  </a:lnTo>
                  <a:close/>
                  <a:moveTo>
                    <a:pt x="620373" y="984707"/>
                  </a:moveTo>
                  <a:lnTo>
                    <a:pt x="630336" y="982071"/>
                  </a:lnTo>
                  <a:lnTo>
                    <a:pt x="631592" y="977584"/>
                  </a:lnTo>
                  <a:close/>
                  <a:moveTo>
                    <a:pt x="519027" y="884502"/>
                  </a:moveTo>
                  <a:lnTo>
                    <a:pt x="552992" y="904074"/>
                  </a:lnTo>
                  <a:lnTo>
                    <a:pt x="544780" y="867319"/>
                  </a:lnTo>
                  <a:close/>
                  <a:moveTo>
                    <a:pt x="522612" y="847747"/>
                  </a:moveTo>
                  <a:lnTo>
                    <a:pt x="519027" y="884502"/>
                  </a:lnTo>
                  <a:lnTo>
                    <a:pt x="544780" y="867319"/>
                  </a:lnTo>
                  <a:close/>
                  <a:moveTo>
                    <a:pt x="522612" y="847747"/>
                  </a:moveTo>
                  <a:lnTo>
                    <a:pt x="544780" y="867319"/>
                  </a:lnTo>
                  <a:lnTo>
                    <a:pt x="548434" y="830564"/>
                  </a:lnTo>
                  <a:close/>
                  <a:moveTo>
                    <a:pt x="254013" y="499769"/>
                  </a:moveTo>
                  <a:lnTo>
                    <a:pt x="226584" y="506433"/>
                  </a:lnTo>
                  <a:lnTo>
                    <a:pt x="233582" y="545490"/>
                  </a:lnTo>
                  <a:close/>
                  <a:moveTo>
                    <a:pt x="265371" y="489566"/>
                  </a:moveTo>
                  <a:lnTo>
                    <a:pt x="226584" y="506433"/>
                  </a:lnTo>
                  <a:lnTo>
                    <a:pt x="254013" y="499769"/>
                  </a:lnTo>
                  <a:close/>
                  <a:moveTo>
                    <a:pt x="0" y="259667"/>
                  </a:moveTo>
                  <a:lnTo>
                    <a:pt x="5181" y="296422"/>
                  </a:lnTo>
                  <a:lnTo>
                    <a:pt x="22492" y="242484"/>
                  </a:lnTo>
                  <a:close/>
                  <a:moveTo>
                    <a:pt x="28031" y="225072"/>
                  </a:moveTo>
                  <a:lnTo>
                    <a:pt x="0" y="259667"/>
                  </a:lnTo>
                  <a:lnTo>
                    <a:pt x="22492" y="242484"/>
                  </a:lnTo>
                  <a:close/>
                  <a:moveTo>
                    <a:pt x="819212" y="1124604"/>
                  </a:moveTo>
                  <a:lnTo>
                    <a:pt x="818933" y="1155370"/>
                  </a:lnTo>
                  <a:lnTo>
                    <a:pt x="861976" y="1129048"/>
                  </a:lnTo>
                  <a:close/>
                  <a:moveTo>
                    <a:pt x="861976" y="1129048"/>
                  </a:moveTo>
                  <a:lnTo>
                    <a:pt x="818933" y="1155370"/>
                  </a:lnTo>
                  <a:lnTo>
                    <a:pt x="828995" y="1130312"/>
                  </a:lnTo>
                  <a:close/>
                  <a:moveTo>
                    <a:pt x="861976" y="1129048"/>
                  </a:moveTo>
                  <a:lnTo>
                    <a:pt x="848696" y="1113514"/>
                  </a:lnTo>
                  <a:lnTo>
                    <a:pt x="819212" y="1124604"/>
                  </a:lnTo>
                  <a:close/>
                  <a:moveTo>
                    <a:pt x="848696" y="1113514"/>
                  </a:moveTo>
                  <a:lnTo>
                    <a:pt x="861976" y="1129048"/>
                  </a:lnTo>
                  <a:lnTo>
                    <a:pt x="867308" y="1107420"/>
                  </a:lnTo>
                  <a:close/>
                  <a:moveTo>
                    <a:pt x="548434" y="830564"/>
                  </a:moveTo>
                  <a:lnTo>
                    <a:pt x="580082" y="856133"/>
                  </a:lnTo>
                  <a:lnTo>
                    <a:pt x="561144" y="826783"/>
                  </a:lnTo>
                  <a:close/>
                  <a:moveTo>
                    <a:pt x="548434" y="830564"/>
                  </a:moveTo>
                  <a:lnTo>
                    <a:pt x="544780" y="867319"/>
                  </a:lnTo>
                  <a:lnTo>
                    <a:pt x="580082" y="856133"/>
                  </a:lnTo>
                  <a:close/>
                  <a:moveTo>
                    <a:pt x="452181" y="689712"/>
                  </a:moveTo>
                  <a:lnTo>
                    <a:pt x="472720" y="670293"/>
                  </a:lnTo>
                  <a:lnTo>
                    <a:pt x="452128" y="683544"/>
                  </a:lnTo>
                  <a:close/>
                  <a:moveTo>
                    <a:pt x="472720" y="670293"/>
                  </a:moveTo>
                  <a:lnTo>
                    <a:pt x="475389" y="666360"/>
                  </a:lnTo>
                  <a:lnTo>
                    <a:pt x="452128" y="683544"/>
                  </a:lnTo>
                  <a:close/>
                  <a:moveTo>
                    <a:pt x="456143" y="646789"/>
                  </a:moveTo>
                  <a:lnTo>
                    <a:pt x="452128" y="683544"/>
                  </a:lnTo>
                  <a:lnTo>
                    <a:pt x="475389" y="666360"/>
                  </a:lnTo>
                  <a:close/>
                  <a:moveTo>
                    <a:pt x="456143" y="646789"/>
                  </a:moveTo>
                  <a:lnTo>
                    <a:pt x="475389" y="666360"/>
                  </a:lnTo>
                  <a:lnTo>
                    <a:pt x="481474" y="629605"/>
                  </a:lnTo>
                  <a:close/>
                  <a:moveTo>
                    <a:pt x="254013" y="499769"/>
                  </a:moveTo>
                  <a:lnTo>
                    <a:pt x="290263" y="526497"/>
                  </a:lnTo>
                  <a:lnTo>
                    <a:pt x="272473" y="496213"/>
                  </a:lnTo>
                  <a:close/>
                  <a:moveTo>
                    <a:pt x="327820" y="523053"/>
                  </a:moveTo>
                  <a:lnTo>
                    <a:pt x="319875" y="482586"/>
                  </a:lnTo>
                  <a:lnTo>
                    <a:pt x="272473" y="496213"/>
                  </a:lnTo>
                  <a:close/>
                  <a:moveTo>
                    <a:pt x="265371" y="489566"/>
                  </a:moveTo>
                  <a:lnTo>
                    <a:pt x="254013" y="499769"/>
                  </a:lnTo>
                  <a:lnTo>
                    <a:pt x="272473" y="496213"/>
                  </a:lnTo>
                  <a:close/>
                  <a:moveTo>
                    <a:pt x="265371" y="489566"/>
                  </a:moveTo>
                  <a:lnTo>
                    <a:pt x="272473" y="496213"/>
                  </a:lnTo>
                  <a:lnTo>
                    <a:pt x="272438" y="463014"/>
                  </a:lnTo>
                  <a:close/>
                  <a:moveTo>
                    <a:pt x="272438" y="463014"/>
                  </a:moveTo>
                  <a:lnTo>
                    <a:pt x="272473" y="496213"/>
                  </a:lnTo>
                  <a:lnTo>
                    <a:pt x="319875" y="482586"/>
                  </a:lnTo>
                  <a:close/>
                  <a:moveTo>
                    <a:pt x="272438" y="463014"/>
                  </a:moveTo>
                  <a:lnTo>
                    <a:pt x="319875" y="482586"/>
                  </a:lnTo>
                  <a:lnTo>
                    <a:pt x="310882" y="445830"/>
                  </a:lnTo>
                  <a:close/>
                  <a:moveTo>
                    <a:pt x="312024" y="443209"/>
                  </a:moveTo>
                  <a:lnTo>
                    <a:pt x="272438" y="463014"/>
                  </a:lnTo>
                  <a:lnTo>
                    <a:pt x="310882" y="445830"/>
                  </a:lnTo>
                  <a:close/>
                  <a:moveTo>
                    <a:pt x="861976" y="1129048"/>
                  </a:moveTo>
                  <a:lnTo>
                    <a:pt x="881283" y="1131769"/>
                  </a:lnTo>
                  <a:lnTo>
                    <a:pt x="867308" y="1107420"/>
                  </a:lnTo>
                  <a:close/>
                  <a:moveTo>
                    <a:pt x="867308" y="1107420"/>
                  </a:moveTo>
                  <a:lnTo>
                    <a:pt x="881283" y="1131769"/>
                  </a:lnTo>
                  <a:lnTo>
                    <a:pt x="908784" y="1126992"/>
                  </a:lnTo>
                  <a:close/>
                  <a:moveTo>
                    <a:pt x="867308" y="1107420"/>
                  </a:moveTo>
                  <a:lnTo>
                    <a:pt x="908784" y="1126992"/>
                  </a:lnTo>
                  <a:lnTo>
                    <a:pt x="909732" y="1090237"/>
                  </a:lnTo>
                  <a:close/>
                  <a:moveTo>
                    <a:pt x="796823" y="994356"/>
                  </a:moveTo>
                  <a:lnTo>
                    <a:pt x="800394" y="1023377"/>
                  </a:lnTo>
                  <a:lnTo>
                    <a:pt x="841676" y="979972"/>
                  </a:lnTo>
                  <a:close/>
                  <a:moveTo>
                    <a:pt x="841676" y="979972"/>
                  </a:moveTo>
                  <a:lnTo>
                    <a:pt x="800394" y="1023377"/>
                  </a:lnTo>
                  <a:lnTo>
                    <a:pt x="806305" y="1033910"/>
                  </a:lnTo>
                  <a:close/>
                  <a:moveTo>
                    <a:pt x="841676" y="979972"/>
                  </a:moveTo>
                  <a:lnTo>
                    <a:pt x="806305" y="1033910"/>
                  </a:lnTo>
                  <a:lnTo>
                    <a:pt x="847525" y="1016727"/>
                  </a:lnTo>
                  <a:close/>
                  <a:moveTo>
                    <a:pt x="784731" y="997155"/>
                  </a:moveTo>
                  <a:lnTo>
                    <a:pt x="800394" y="1023377"/>
                  </a:lnTo>
                  <a:lnTo>
                    <a:pt x="796823" y="994356"/>
                  </a:lnTo>
                  <a:close/>
                  <a:moveTo>
                    <a:pt x="319875" y="482586"/>
                  </a:moveTo>
                  <a:lnTo>
                    <a:pt x="324347" y="481129"/>
                  </a:lnTo>
                  <a:lnTo>
                    <a:pt x="310882" y="445830"/>
                  </a:lnTo>
                  <a:close/>
                  <a:moveTo>
                    <a:pt x="909732" y="1090237"/>
                  </a:moveTo>
                  <a:lnTo>
                    <a:pt x="926865" y="1077052"/>
                  </a:lnTo>
                  <a:lnTo>
                    <a:pt x="916828" y="1036298"/>
                  </a:lnTo>
                  <a:close/>
                  <a:moveTo>
                    <a:pt x="865748" y="1010156"/>
                  </a:moveTo>
                  <a:lnTo>
                    <a:pt x="863385" y="1038106"/>
                  </a:lnTo>
                  <a:lnTo>
                    <a:pt x="899393" y="999543"/>
                  </a:lnTo>
                  <a:close/>
                  <a:moveTo>
                    <a:pt x="847525" y="1016727"/>
                  </a:moveTo>
                  <a:lnTo>
                    <a:pt x="863385" y="1038106"/>
                  </a:lnTo>
                  <a:lnTo>
                    <a:pt x="865748" y="1010156"/>
                  </a:lnTo>
                  <a:close/>
                  <a:moveTo>
                    <a:pt x="841676" y="979972"/>
                  </a:moveTo>
                  <a:lnTo>
                    <a:pt x="865748" y="1010156"/>
                  </a:lnTo>
                  <a:lnTo>
                    <a:pt x="852215" y="976412"/>
                  </a:lnTo>
                  <a:close/>
                  <a:moveTo>
                    <a:pt x="841676" y="979972"/>
                  </a:moveTo>
                  <a:lnTo>
                    <a:pt x="847525" y="1016727"/>
                  </a:lnTo>
                  <a:lnTo>
                    <a:pt x="865748" y="1010156"/>
                  </a:lnTo>
                  <a:close/>
                  <a:moveTo>
                    <a:pt x="899393" y="999543"/>
                  </a:moveTo>
                  <a:lnTo>
                    <a:pt x="893619" y="962788"/>
                  </a:lnTo>
                  <a:lnTo>
                    <a:pt x="865748" y="1010156"/>
                  </a:lnTo>
                  <a:close/>
                  <a:moveTo>
                    <a:pt x="893619" y="962788"/>
                  </a:moveTo>
                  <a:lnTo>
                    <a:pt x="852215" y="976412"/>
                  </a:lnTo>
                  <a:lnTo>
                    <a:pt x="865748" y="1010156"/>
                  </a:lnTo>
                  <a:close/>
                  <a:moveTo>
                    <a:pt x="827563" y="943217"/>
                  </a:moveTo>
                  <a:lnTo>
                    <a:pt x="852215" y="976412"/>
                  </a:lnTo>
                  <a:lnTo>
                    <a:pt x="846003" y="936715"/>
                  </a:lnTo>
                  <a:close/>
                  <a:moveTo>
                    <a:pt x="827563" y="943217"/>
                  </a:moveTo>
                  <a:lnTo>
                    <a:pt x="841676" y="979972"/>
                  </a:lnTo>
                  <a:lnTo>
                    <a:pt x="852215" y="976412"/>
                  </a:lnTo>
                  <a:close/>
                  <a:moveTo>
                    <a:pt x="893619" y="962788"/>
                  </a:moveTo>
                  <a:lnTo>
                    <a:pt x="894831" y="934893"/>
                  </a:lnTo>
                  <a:lnTo>
                    <a:pt x="852215" y="976412"/>
                  </a:lnTo>
                  <a:close/>
                  <a:moveTo>
                    <a:pt x="899393" y="999543"/>
                  </a:moveTo>
                  <a:lnTo>
                    <a:pt x="925482" y="1033430"/>
                  </a:lnTo>
                  <a:lnTo>
                    <a:pt x="920485" y="992745"/>
                  </a:lnTo>
                  <a:close/>
                  <a:moveTo>
                    <a:pt x="899393" y="999543"/>
                  </a:moveTo>
                  <a:lnTo>
                    <a:pt x="916828" y="1036298"/>
                  </a:lnTo>
                  <a:lnTo>
                    <a:pt x="925482" y="1033430"/>
                  </a:lnTo>
                  <a:close/>
                  <a:moveTo>
                    <a:pt x="893619" y="962788"/>
                  </a:moveTo>
                  <a:lnTo>
                    <a:pt x="920485" y="992745"/>
                  </a:lnTo>
                  <a:lnTo>
                    <a:pt x="907644" y="958438"/>
                  </a:lnTo>
                  <a:close/>
                  <a:moveTo>
                    <a:pt x="893619" y="962788"/>
                  </a:moveTo>
                  <a:lnTo>
                    <a:pt x="899393" y="999543"/>
                  </a:lnTo>
                  <a:lnTo>
                    <a:pt x="920485" y="992745"/>
                  </a:lnTo>
                  <a:close/>
                  <a:moveTo>
                    <a:pt x="894831" y="934893"/>
                  </a:moveTo>
                  <a:lnTo>
                    <a:pt x="893619" y="962788"/>
                  </a:lnTo>
                  <a:lnTo>
                    <a:pt x="907644" y="958438"/>
                  </a:lnTo>
                  <a:close/>
                  <a:moveTo>
                    <a:pt x="657237" y="477036"/>
                  </a:moveTo>
                  <a:lnTo>
                    <a:pt x="614912" y="504545"/>
                  </a:lnTo>
                  <a:lnTo>
                    <a:pt x="648585" y="487362"/>
                  </a:lnTo>
                  <a:close/>
                  <a:moveTo>
                    <a:pt x="514949" y="414981"/>
                  </a:moveTo>
                  <a:lnTo>
                    <a:pt x="510378" y="431035"/>
                  </a:lnTo>
                  <a:lnTo>
                    <a:pt x="532208" y="420494"/>
                  </a:lnTo>
                  <a:close/>
                  <a:moveTo>
                    <a:pt x="462781" y="270861"/>
                  </a:moveTo>
                  <a:lnTo>
                    <a:pt x="423439" y="284015"/>
                  </a:lnTo>
                  <a:lnTo>
                    <a:pt x="468885" y="271124"/>
                  </a:lnTo>
                  <a:close/>
                  <a:moveTo>
                    <a:pt x="462781" y="270861"/>
                  </a:moveTo>
                  <a:lnTo>
                    <a:pt x="468885" y="271124"/>
                  </a:lnTo>
                  <a:lnTo>
                    <a:pt x="472753" y="266832"/>
                  </a:lnTo>
                  <a:close/>
                  <a:moveTo>
                    <a:pt x="360984" y="116853"/>
                  </a:moveTo>
                  <a:lnTo>
                    <a:pt x="321861" y="125174"/>
                  </a:lnTo>
                  <a:lnTo>
                    <a:pt x="358108" y="119812"/>
                  </a:lnTo>
                  <a:close/>
                  <a:moveTo>
                    <a:pt x="300999" y="113362"/>
                  </a:moveTo>
                  <a:lnTo>
                    <a:pt x="321861" y="125174"/>
                  </a:lnTo>
                  <a:lnTo>
                    <a:pt x="360984" y="116853"/>
                  </a:lnTo>
                  <a:close/>
                  <a:moveTo>
                    <a:pt x="321861" y="125174"/>
                  </a:moveTo>
                  <a:lnTo>
                    <a:pt x="336853" y="151207"/>
                  </a:lnTo>
                  <a:lnTo>
                    <a:pt x="358108" y="119812"/>
                  </a:lnTo>
                  <a:close/>
                  <a:moveTo>
                    <a:pt x="802555" y="586972"/>
                  </a:moveTo>
                  <a:lnTo>
                    <a:pt x="753146" y="586472"/>
                  </a:lnTo>
                  <a:lnTo>
                    <a:pt x="762308" y="597627"/>
                  </a:lnTo>
                  <a:close/>
                  <a:moveTo>
                    <a:pt x="733644" y="560872"/>
                  </a:moveTo>
                  <a:lnTo>
                    <a:pt x="753146" y="586472"/>
                  </a:lnTo>
                  <a:lnTo>
                    <a:pt x="753139" y="555311"/>
                  </a:lnTo>
                  <a:close/>
                  <a:moveTo>
                    <a:pt x="657237" y="477036"/>
                  </a:moveTo>
                  <a:lnTo>
                    <a:pt x="648585" y="487362"/>
                  </a:lnTo>
                  <a:lnTo>
                    <a:pt x="667517" y="481250"/>
                  </a:lnTo>
                  <a:close/>
                  <a:moveTo>
                    <a:pt x="495201" y="289251"/>
                  </a:moveTo>
                  <a:lnTo>
                    <a:pt x="472753" y="266832"/>
                  </a:lnTo>
                  <a:lnTo>
                    <a:pt x="468885" y="271124"/>
                  </a:lnTo>
                  <a:close/>
                  <a:moveTo>
                    <a:pt x="363771" y="118190"/>
                  </a:moveTo>
                  <a:lnTo>
                    <a:pt x="358108" y="119812"/>
                  </a:lnTo>
                  <a:lnTo>
                    <a:pt x="339661" y="155450"/>
                  </a:lnTo>
                  <a:close/>
                  <a:moveTo>
                    <a:pt x="360984" y="116853"/>
                  </a:moveTo>
                  <a:lnTo>
                    <a:pt x="358108" y="119812"/>
                  </a:lnTo>
                  <a:lnTo>
                    <a:pt x="363771" y="118190"/>
                  </a:lnTo>
                  <a:close/>
                  <a:moveTo>
                    <a:pt x="360984" y="116853"/>
                  </a:moveTo>
                  <a:lnTo>
                    <a:pt x="363771" y="118190"/>
                  </a:lnTo>
                  <a:lnTo>
                    <a:pt x="368304" y="83057"/>
                  </a:lnTo>
                  <a:close/>
                  <a:moveTo>
                    <a:pt x="368304" y="83057"/>
                  </a:moveTo>
                  <a:lnTo>
                    <a:pt x="363771" y="118190"/>
                  </a:lnTo>
                  <a:lnTo>
                    <a:pt x="407989" y="102629"/>
                  </a:lnTo>
                  <a:close/>
                  <a:moveTo>
                    <a:pt x="368304" y="83057"/>
                  </a:moveTo>
                  <a:lnTo>
                    <a:pt x="407989" y="102629"/>
                  </a:lnTo>
                  <a:lnTo>
                    <a:pt x="389642" y="65874"/>
                  </a:lnTo>
                  <a:close/>
                  <a:moveTo>
                    <a:pt x="400796" y="44918"/>
                  </a:moveTo>
                  <a:lnTo>
                    <a:pt x="368304" y="83057"/>
                  </a:lnTo>
                  <a:lnTo>
                    <a:pt x="389642" y="65874"/>
                  </a:lnTo>
                  <a:close/>
                  <a:moveTo>
                    <a:pt x="389642" y="65874"/>
                  </a:moveTo>
                  <a:lnTo>
                    <a:pt x="407989" y="102629"/>
                  </a:lnTo>
                  <a:lnTo>
                    <a:pt x="411841" y="48690"/>
                  </a:lnTo>
                  <a:close/>
                  <a:moveTo>
                    <a:pt x="419433" y="18393"/>
                  </a:moveTo>
                  <a:lnTo>
                    <a:pt x="389642" y="65874"/>
                  </a:lnTo>
                  <a:lnTo>
                    <a:pt x="411841" y="48690"/>
                  </a:lnTo>
                  <a:close/>
                  <a:moveTo>
                    <a:pt x="419433" y="18393"/>
                  </a:moveTo>
                  <a:lnTo>
                    <a:pt x="400796" y="44918"/>
                  </a:lnTo>
                  <a:lnTo>
                    <a:pt x="389642" y="65874"/>
                  </a:lnTo>
                  <a:close/>
                  <a:moveTo>
                    <a:pt x="671663" y="242346"/>
                  </a:moveTo>
                  <a:lnTo>
                    <a:pt x="630794" y="269220"/>
                  </a:lnTo>
                  <a:lnTo>
                    <a:pt x="664020" y="252037"/>
                  </a:lnTo>
                  <a:close/>
                  <a:moveTo>
                    <a:pt x="419433" y="18393"/>
                  </a:moveTo>
                  <a:lnTo>
                    <a:pt x="440246" y="0"/>
                  </a:lnTo>
                  <a:lnTo>
                    <a:pt x="420957" y="11935"/>
                  </a:lnTo>
                  <a:close/>
                  <a:moveTo>
                    <a:pt x="671663" y="242346"/>
                  </a:moveTo>
                  <a:lnTo>
                    <a:pt x="680305" y="247118"/>
                  </a:lnTo>
                  <a:lnTo>
                    <a:pt x="721988" y="209719"/>
                  </a:lnTo>
                  <a:close/>
                  <a:moveTo>
                    <a:pt x="768120" y="161416"/>
                  </a:moveTo>
                  <a:lnTo>
                    <a:pt x="743228" y="164557"/>
                  </a:lnTo>
                  <a:lnTo>
                    <a:pt x="730331" y="198098"/>
                  </a:lnTo>
                  <a:close/>
                  <a:moveTo>
                    <a:pt x="743228" y="164557"/>
                  </a:moveTo>
                  <a:lnTo>
                    <a:pt x="768120" y="161416"/>
                  </a:lnTo>
                  <a:lnTo>
                    <a:pt x="744726" y="161344"/>
                  </a:lnTo>
                  <a:close/>
                </a:path>
              </a:pathLst>
            </a:custGeom>
            <a:solidFill>
              <a:srgbClr val="D7DEE3"/>
            </a:solidFill>
            <a:ln w="1524">
              <a:solidFill>
                <a:srgbClr val="D7DEE3"/>
              </a:solidFill>
            </a:ln>
          </p:spPr>
        </p:sp>
        <p:sp>
          <p:nvSpPr>
            <p:cNvPr id="126" name="Input_density__125">
              <a:extLst>
                <a:ext uri="{FF2B5EF4-FFF2-40B4-BE49-F238E27FC236}">
                  <a16:creationId xmlns:a16="http://schemas.microsoft.com/office/drawing/2014/main" id="{03B094CF-886A-A8DA-F39F-8E07ACA3DA34}"/>
                </a:ext>
              </a:extLst>
            </p:cNvPr>
            <p:cNvSpPr>
              <a:spLocks noGrp="1"/>
            </p:cNvSpPr>
            <p:nvPr/>
          </p:nvSpPr>
          <p:spPr>
            <a:xfrm>
              <a:off x="966123" y="1539776"/>
              <a:ext cx="926918" cy="1332257"/>
            </a:xfrm>
            <a:custGeom>
              <a:avLst/>
              <a:gdLst/>
              <a:ahLst/>
              <a:cxnLst/>
              <a:rect l="0" t="0" r="0" b="0"/>
              <a:pathLst>
                <a:path w="926918" h="1332257">
                  <a:moveTo>
                    <a:pt x="20557" y="1137388"/>
                  </a:moveTo>
                  <a:lnTo>
                    <a:pt x="34455" y="1170228"/>
                  </a:lnTo>
                  <a:lnTo>
                    <a:pt x="57930" y="1161788"/>
                  </a:lnTo>
                  <a:close/>
                  <a:moveTo>
                    <a:pt x="20557" y="1137388"/>
                  </a:moveTo>
                  <a:lnTo>
                    <a:pt x="0" y="1154571"/>
                  </a:lnTo>
                  <a:lnTo>
                    <a:pt x="34455" y="1170228"/>
                  </a:lnTo>
                  <a:close/>
                  <a:moveTo>
                    <a:pt x="90053" y="1157316"/>
                  </a:moveTo>
                  <a:lnTo>
                    <a:pt x="107969" y="1128091"/>
                  </a:lnTo>
                  <a:lnTo>
                    <a:pt x="57930" y="1161788"/>
                  </a:lnTo>
                  <a:close/>
                  <a:moveTo>
                    <a:pt x="107969" y="1128091"/>
                  </a:moveTo>
                  <a:lnTo>
                    <a:pt x="90053" y="1157316"/>
                  </a:lnTo>
                  <a:lnTo>
                    <a:pt x="140638" y="1125659"/>
                  </a:lnTo>
                  <a:close/>
                  <a:moveTo>
                    <a:pt x="178932" y="1114974"/>
                  </a:moveTo>
                  <a:lnTo>
                    <a:pt x="140638" y="1125659"/>
                  </a:lnTo>
                  <a:lnTo>
                    <a:pt x="174836" y="1128943"/>
                  </a:lnTo>
                  <a:close/>
                  <a:moveTo>
                    <a:pt x="178932" y="1114974"/>
                  </a:moveTo>
                  <a:lnTo>
                    <a:pt x="143521" y="1116675"/>
                  </a:lnTo>
                  <a:lnTo>
                    <a:pt x="140638" y="1125659"/>
                  </a:lnTo>
                  <a:close/>
                  <a:moveTo>
                    <a:pt x="143521" y="1116675"/>
                  </a:moveTo>
                  <a:lnTo>
                    <a:pt x="178932" y="1114974"/>
                  </a:lnTo>
                  <a:lnTo>
                    <a:pt x="153956" y="1079246"/>
                  </a:lnTo>
                  <a:close/>
                  <a:moveTo>
                    <a:pt x="485746" y="1289185"/>
                  </a:moveTo>
                  <a:lnTo>
                    <a:pt x="472988" y="1303812"/>
                  </a:lnTo>
                  <a:lnTo>
                    <a:pt x="477344" y="1303382"/>
                  </a:lnTo>
                  <a:close/>
                  <a:moveTo>
                    <a:pt x="622003" y="1294806"/>
                  </a:moveTo>
                  <a:lnTo>
                    <a:pt x="632485" y="1308756"/>
                  </a:lnTo>
                  <a:lnTo>
                    <a:pt x="629473" y="1305716"/>
                  </a:lnTo>
                  <a:close/>
                  <a:moveTo>
                    <a:pt x="622003" y="1294806"/>
                  </a:moveTo>
                  <a:lnTo>
                    <a:pt x="608302" y="1271949"/>
                  </a:lnTo>
                  <a:lnTo>
                    <a:pt x="591754" y="1306289"/>
                  </a:lnTo>
                  <a:close/>
                  <a:moveTo>
                    <a:pt x="317186" y="887268"/>
                  </a:moveTo>
                  <a:lnTo>
                    <a:pt x="310706" y="906747"/>
                  </a:lnTo>
                  <a:lnTo>
                    <a:pt x="328746" y="895454"/>
                  </a:lnTo>
                  <a:close/>
                  <a:moveTo>
                    <a:pt x="328746" y="895454"/>
                  </a:moveTo>
                  <a:lnTo>
                    <a:pt x="310706" y="906747"/>
                  </a:lnTo>
                  <a:lnTo>
                    <a:pt x="311943" y="926774"/>
                  </a:lnTo>
                  <a:close/>
                  <a:moveTo>
                    <a:pt x="328746" y="895454"/>
                  </a:moveTo>
                  <a:lnTo>
                    <a:pt x="311943" y="926774"/>
                  </a:lnTo>
                  <a:lnTo>
                    <a:pt x="335565" y="934658"/>
                  </a:lnTo>
                  <a:close/>
                  <a:moveTo>
                    <a:pt x="317186" y="887268"/>
                  </a:moveTo>
                  <a:lnTo>
                    <a:pt x="328746" y="895454"/>
                  </a:lnTo>
                  <a:lnTo>
                    <a:pt x="309542" y="850513"/>
                  </a:lnTo>
                  <a:close/>
                  <a:moveTo>
                    <a:pt x="641234" y="1328328"/>
                  </a:moveTo>
                  <a:lnTo>
                    <a:pt x="629473" y="1305716"/>
                  </a:lnTo>
                  <a:lnTo>
                    <a:pt x="651867" y="1332257"/>
                  </a:lnTo>
                  <a:close/>
                  <a:moveTo>
                    <a:pt x="298185" y="763724"/>
                  </a:moveTo>
                  <a:lnTo>
                    <a:pt x="315622" y="800551"/>
                  </a:lnTo>
                  <a:lnTo>
                    <a:pt x="322873" y="765988"/>
                  </a:lnTo>
                  <a:close/>
                  <a:moveTo>
                    <a:pt x="299071" y="802997"/>
                  </a:moveTo>
                  <a:lnTo>
                    <a:pt x="315622" y="800551"/>
                  </a:lnTo>
                  <a:lnTo>
                    <a:pt x="298185" y="763724"/>
                  </a:lnTo>
                  <a:close/>
                  <a:moveTo>
                    <a:pt x="234170" y="739178"/>
                  </a:moveTo>
                  <a:lnTo>
                    <a:pt x="209682" y="687251"/>
                  </a:lnTo>
                  <a:lnTo>
                    <a:pt x="211501" y="730519"/>
                  </a:lnTo>
                  <a:close/>
                  <a:moveTo>
                    <a:pt x="118265" y="589338"/>
                  </a:moveTo>
                  <a:lnTo>
                    <a:pt x="131739" y="611348"/>
                  </a:lnTo>
                  <a:lnTo>
                    <a:pt x="157382" y="611013"/>
                  </a:lnTo>
                  <a:close/>
                  <a:moveTo>
                    <a:pt x="480172" y="980349"/>
                  </a:moveTo>
                  <a:lnTo>
                    <a:pt x="479546" y="988363"/>
                  </a:lnTo>
                  <a:lnTo>
                    <a:pt x="497619" y="1011068"/>
                  </a:lnTo>
                  <a:close/>
                  <a:moveTo>
                    <a:pt x="480172" y="980349"/>
                  </a:moveTo>
                  <a:lnTo>
                    <a:pt x="463265" y="956852"/>
                  </a:lnTo>
                  <a:lnTo>
                    <a:pt x="479546" y="988363"/>
                  </a:lnTo>
                  <a:close/>
                  <a:moveTo>
                    <a:pt x="715525" y="1231273"/>
                  </a:moveTo>
                  <a:lnTo>
                    <a:pt x="712037" y="1274389"/>
                  </a:lnTo>
                  <a:lnTo>
                    <a:pt x="728522" y="1251496"/>
                  </a:lnTo>
                  <a:close/>
                  <a:moveTo>
                    <a:pt x="715525" y="1231273"/>
                  </a:moveTo>
                  <a:lnTo>
                    <a:pt x="728522" y="1251496"/>
                  </a:lnTo>
                  <a:lnTo>
                    <a:pt x="747951" y="1227931"/>
                  </a:lnTo>
                  <a:close/>
                  <a:moveTo>
                    <a:pt x="73114" y="420528"/>
                  </a:moveTo>
                  <a:lnTo>
                    <a:pt x="122004" y="382534"/>
                  </a:lnTo>
                  <a:lnTo>
                    <a:pt x="93110" y="399080"/>
                  </a:lnTo>
                  <a:close/>
                  <a:moveTo>
                    <a:pt x="764264" y="1192714"/>
                  </a:moveTo>
                  <a:lnTo>
                    <a:pt x="772475" y="1195044"/>
                  </a:lnTo>
                  <a:lnTo>
                    <a:pt x="798346" y="1195564"/>
                  </a:lnTo>
                  <a:close/>
                  <a:moveTo>
                    <a:pt x="599432" y="950164"/>
                  </a:moveTo>
                  <a:lnTo>
                    <a:pt x="617954" y="957104"/>
                  </a:lnTo>
                  <a:lnTo>
                    <a:pt x="640454" y="978961"/>
                  </a:lnTo>
                  <a:close/>
                  <a:moveTo>
                    <a:pt x="595518" y="948256"/>
                  </a:moveTo>
                  <a:lnTo>
                    <a:pt x="617954" y="957104"/>
                  </a:lnTo>
                  <a:lnTo>
                    <a:pt x="599432" y="950164"/>
                  </a:lnTo>
                  <a:close/>
                  <a:moveTo>
                    <a:pt x="249239" y="512885"/>
                  </a:moveTo>
                  <a:lnTo>
                    <a:pt x="266871" y="550437"/>
                  </a:lnTo>
                  <a:lnTo>
                    <a:pt x="279894" y="505358"/>
                  </a:lnTo>
                  <a:close/>
                  <a:moveTo>
                    <a:pt x="102395" y="362320"/>
                  </a:moveTo>
                  <a:lnTo>
                    <a:pt x="93110" y="399080"/>
                  </a:lnTo>
                  <a:lnTo>
                    <a:pt x="137395" y="360954"/>
                  </a:lnTo>
                  <a:close/>
                  <a:moveTo>
                    <a:pt x="122004" y="382534"/>
                  </a:moveTo>
                  <a:lnTo>
                    <a:pt x="172699" y="357903"/>
                  </a:lnTo>
                  <a:lnTo>
                    <a:pt x="137395" y="360954"/>
                  </a:lnTo>
                  <a:close/>
                  <a:moveTo>
                    <a:pt x="137395" y="360954"/>
                  </a:moveTo>
                  <a:lnTo>
                    <a:pt x="172699" y="357903"/>
                  </a:lnTo>
                  <a:lnTo>
                    <a:pt x="140850" y="356788"/>
                  </a:lnTo>
                  <a:close/>
                  <a:moveTo>
                    <a:pt x="847339" y="1157957"/>
                  </a:moveTo>
                  <a:lnTo>
                    <a:pt x="867406" y="1158228"/>
                  </a:lnTo>
                  <a:lnTo>
                    <a:pt x="855005" y="1149329"/>
                  </a:lnTo>
                  <a:close/>
                  <a:moveTo>
                    <a:pt x="858658" y="1171907"/>
                  </a:moveTo>
                  <a:lnTo>
                    <a:pt x="867406" y="1158228"/>
                  </a:lnTo>
                  <a:lnTo>
                    <a:pt x="847339" y="1157957"/>
                  </a:lnTo>
                  <a:close/>
                  <a:moveTo>
                    <a:pt x="259322" y="454374"/>
                  </a:moveTo>
                  <a:lnTo>
                    <a:pt x="280046" y="503490"/>
                  </a:lnTo>
                  <a:lnTo>
                    <a:pt x="290456" y="452025"/>
                  </a:lnTo>
                  <a:close/>
                  <a:moveTo>
                    <a:pt x="282464" y="450985"/>
                  </a:moveTo>
                  <a:lnTo>
                    <a:pt x="290456" y="452025"/>
                  </a:lnTo>
                  <a:lnTo>
                    <a:pt x="291388" y="449687"/>
                  </a:lnTo>
                  <a:close/>
                  <a:moveTo>
                    <a:pt x="280046" y="503490"/>
                  </a:moveTo>
                  <a:lnTo>
                    <a:pt x="294536" y="450985"/>
                  </a:lnTo>
                  <a:lnTo>
                    <a:pt x="290456" y="452025"/>
                  </a:lnTo>
                  <a:close/>
                  <a:moveTo>
                    <a:pt x="328852" y="465183"/>
                  </a:moveTo>
                  <a:lnTo>
                    <a:pt x="294536" y="450985"/>
                  </a:lnTo>
                  <a:lnTo>
                    <a:pt x="280046" y="503490"/>
                  </a:lnTo>
                  <a:close/>
                  <a:moveTo>
                    <a:pt x="290456" y="452025"/>
                  </a:moveTo>
                  <a:lnTo>
                    <a:pt x="294536" y="450985"/>
                  </a:lnTo>
                  <a:lnTo>
                    <a:pt x="291388" y="449687"/>
                  </a:lnTo>
                  <a:close/>
                  <a:moveTo>
                    <a:pt x="172699" y="357903"/>
                  </a:moveTo>
                  <a:lnTo>
                    <a:pt x="174572" y="357818"/>
                  </a:lnTo>
                  <a:lnTo>
                    <a:pt x="140850" y="356788"/>
                  </a:lnTo>
                  <a:close/>
                  <a:moveTo>
                    <a:pt x="140850" y="356788"/>
                  </a:moveTo>
                  <a:lnTo>
                    <a:pt x="174572" y="357818"/>
                  </a:lnTo>
                  <a:lnTo>
                    <a:pt x="190608" y="322041"/>
                  </a:lnTo>
                  <a:close/>
                  <a:moveTo>
                    <a:pt x="174572" y="357818"/>
                  </a:moveTo>
                  <a:lnTo>
                    <a:pt x="174626" y="357903"/>
                  </a:lnTo>
                  <a:lnTo>
                    <a:pt x="190608" y="322041"/>
                  </a:lnTo>
                  <a:close/>
                  <a:moveTo>
                    <a:pt x="104650" y="346021"/>
                  </a:moveTo>
                  <a:lnTo>
                    <a:pt x="140850" y="356788"/>
                  </a:lnTo>
                  <a:lnTo>
                    <a:pt x="159160" y="329039"/>
                  </a:lnTo>
                  <a:close/>
                  <a:moveTo>
                    <a:pt x="328852" y="465183"/>
                  </a:moveTo>
                  <a:lnTo>
                    <a:pt x="335994" y="442091"/>
                  </a:lnTo>
                  <a:lnTo>
                    <a:pt x="294536" y="450985"/>
                  </a:lnTo>
                  <a:close/>
                  <a:moveTo>
                    <a:pt x="291388" y="449687"/>
                  </a:moveTo>
                  <a:lnTo>
                    <a:pt x="294536" y="450985"/>
                  </a:lnTo>
                  <a:lnTo>
                    <a:pt x="344307" y="426758"/>
                  </a:lnTo>
                  <a:close/>
                  <a:moveTo>
                    <a:pt x="903856" y="1083847"/>
                  </a:moveTo>
                  <a:lnTo>
                    <a:pt x="901503" y="1130508"/>
                  </a:lnTo>
                  <a:lnTo>
                    <a:pt x="926918" y="1092186"/>
                  </a:lnTo>
                  <a:close/>
                  <a:moveTo>
                    <a:pt x="903856" y="1083847"/>
                  </a:moveTo>
                  <a:lnTo>
                    <a:pt x="926918" y="1092186"/>
                  </a:lnTo>
                  <a:lnTo>
                    <a:pt x="913249" y="1058553"/>
                  </a:lnTo>
                  <a:close/>
                  <a:moveTo>
                    <a:pt x="748334" y="771043"/>
                  </a:moveTo>
                  <a:lnTo>
                    <a:pt x="745650" y="817972"/>
                  </a:lnTo>
                  <a:lnTo>
                    <a:pt x="771917" y="778958"/>
                  </a:lnTo>
                  <a:close/>
                  <a:moveTo>
                    <a:pt x="757477" y="745950"/>
                  </a:moveTo>
                  <a:lnTo>
                    <a:pt x="744571" y="734251"/>
                  </a:lnTo>
                  <a:lnTo>
                    <a:pt x="748334" y="771043"/>
                  </a:lnTo>
                  <a:close/>
                  <a:moveTo>
                    <a:pt x="757477" y="745950"/>
                  </a:moveTo>
                  <a:lnTo>
                    <a:pt x="748334" y="771043"/>
                  </a:lnTo>
                  <a:lnTo>
                    <a:pt x="771917" y="778958"/>
                  </a:lnTo>
                  <a:close/>
                  <a:moveTo>
                    <a:pt x="575493" y="572033"/>
                  </a:moveTo>
                  <a:lnTo>
                    <a:pt x="603136" y="600393"/>
                  </a:lnTo>
                  <a:lnTo>
                    <a:pt x="600652" y="569893"/>
                  </a:lnTo>
                  <a:close/>
                  <a:moveTo>
                    <a:pt x="600652" y="569893"/>
                  </a:moveTo>
                  <a:lnTo>
                    <a:pt x="603136" y="600393"/>
                  </a:lnTo>
                  <a:lnTo>
                    <a:pt x="626094" y="547762"/>
                  </a:lnTo>
                  <a:close/>
                  <a:moveTo>
                    <a:pt x="625346" y="546455"/>
                  </a:moveTo>
                  <a:lnTo>
                    <a:pt x="626094" y="547762"/>
                  </a:lnTo>
                  <a:lnTo>
                    <a:pt x="625850" y="539525"/>
                  </a:lnTo>
                  <a:close/>
                  <a:moveTo>
                    <a:pt x="625346" y="546455"/>
                  </a:moveTo>
                  <a:lnTo>
                    <a:pt x="625850" y="539525"/>
                  </a:lnTo>
                  <a:lnTo>
                    <a:pt x="634327" y="529271"/>
                  </a:lnTo>
                  <a:close/>
                  <a:moveTo>
                    <a:pt x="332258" y="176645"/>
                  </a:moveTo>
                  <a:lnTo>
                    <a:pt x="301838" y="200135"/>
                  </a:lnTo>
                  <a:lnTo>
                    <a:pt x="330351" y="182163"/>
                  </a:lnTo>
                  <a:close/>
                  <a:moveTo>
                    <a:pt x="369064" y="161721"/>
                  </a:moveTo>
                  <a:lnTo>
                    <a:pt x="368076" y="174615"/>
                  </a:lnTo>
                  <a:lnTo>
                    <a:pt x="387871" y="176435"/>
                  </a:lnTo>
                  <a:close/>
                  <a:moveTo>
                    <a:pt x="343171" y="133885"/>
                  </a:moveTo>
                  <a:lnTo>
                    <a:pt x="332258" y="176645"/>
                  </a:lnTo>
                  <a:lnTo>
                    <a:pt x="361817" y="175232"/>
                  </a:lnTo>
                  <a:close/>
                  <a:moveTo>
                    <a:pt x="368076" y="174615"/>
                  </a:moveTo>
                  <a:lnTo>
                    <a:pt x="408296" y="198476"/>
                  </a:lnTo>
                  <a:lnTo>
                    <a:pt x="387871" y="176435"/>
                  </a:lnTo>
                  <a:close/>
                  <a:moveTo>
                    <a:pt x="744988" y="639521"/>
                  </a:moveTo>
                  <a:lnTo>
                    <a:pt x="751290" y="676291"/>
                  </a:lnTo>
                  <a:lnTo>
                    <a:pt x="745047" y="639824"/>
                  </a:lnTo>
                  <a:close/>
                  <a:moveTo>
                    <a:pt x="744988" y="639521"/>
                  </a:moveTo>
                  <a:lnTo>
                    <a:pt x="745047" y="639824"/>
                  </a:lnTo>
                  <a:lnTo>
                    <a:pt x="745003" y="639536"/>
                  </a:lnTo>
                  <a:close/>
                  <a:moveTo>
                    <a:pt x="744988" y="639521"/>
                  </a:moveTo>
                  <a:lnTo>
                    <a:pt x="745003" y="639536"/>
                  </a:lnTo>
                  <a:lnTo>
                    <a:pt x="744946" y="639445"/>
                  </a:lnTo>
                  <a:close/>
                  <a:moveTo>
                    <a:pt x="470214" y="127355"/>
                  </a:moveTo>
                  <a:lnTo>
                    <a:pt x="443137" y="95932"/>
                  </a:lnTo>
                  <a:lnTo>
                    <a:pt x="454175" y="107345"/>
                  </a:lnTo>
                  <a:close/>
                  <a:moveTo>
                    <a:pt x="503013" y="69154"/>
                  </a:moveTo>
                  <a:lnTo>
                    <a:pt x="536696" y="70513"/>
                  </a:lnTo>
                  <a:lnTo>
                    <a:pt x="514936" y="64650"/>
                  </a:lnTo>
                  <a:close/>
                  <a:moveTo>
                    <a:pt x="721804" y="166152"/>
                  </a:moveTo>
                  <a:lnTo>
                    <a:pt x="747745" y="189810"/>
                  </a:lnTo>
                  <a:lnTo>
                    <a:pt x="745427" y="203253"/>
                  </a:lnTo>
                  <a:close/>
                  <a:moveTo>
                    <a:pt x="637651" y="1402"/>
                  </a:moveTo>
                  <a:lnTo>
                    <a:pt x="652972" y="39050"/>
                  </a:lnTo>
                  <a:lnTo>
                    <a:pt x="637897" y="2295"/>
                  </a:lnTo>
                  <a:close/>
                  <a:moveTo>
                    <a:pt x="637651" y="1402"/>
                  </a:moveTo>
                  <a:lnTo>
                    <a:pt x="656997" y="30421"/>
                  </a:lnTo>
                  <a:lnTo>
                    <a:pt x="652972" y="39050"/>
                  </a:lnTo>
                  <a:close/>
                  <a:moveTo>
                    <a:pt x="637651" y="1402"/>
                  </a:moveTo>
                  <a:lnTo>
                    <a:pt x="637897" y="2295"/>
                  </a:lnTo>
                  <a:lnTo>
                    <a:pt x="635939" y="0"/>
                  </a:lnTo>
                  <a:close/>
                </a:path>
              </a:pathLst>
            </a:custGeom>
            <a:solidFill>
              <a:srgbClr val="BCC7CF"/>
            </a:solidFill>
            <a:ln w="1524">
              <a:solidFill>
                <a:srgbClr val="BCC7CF"/>
              </a:solidFill>
            </a:ln>
          </p:spPr>
        </p:sp>
        <p:sp>
          <p:nvSpPr>
            <p:cNvPr id="127" name="Input_density__126">
              <a:extLst>
                <a:ext uri="{FF2B5EF4-FFF2-40B4-BE49-F238E27FC236}">
                  <a16:creationId xmlns:a16="http://schemas.microsoft.com/office/drawing/2014/main" id="{B0D0D9C2-12A0-87A6-FB77-4D6D044CE020}"/>
                </a:ext>
              </a:extLst>
            </p:cNvPr>
            <p:cNvSpPr>
              <a:spLocks noGrp="1"/>
            </p:cNvSpPr>
            <p:nvPr/>
          </p:nvSpPr>
          <p:spPr>
            <a:xfrm>
              <a:off x="1000578" y="1624010"/>
              <a:ext cx="893250" cy="1263234"/>
            </a:xfrm>
            <a:custGeom>
              <a:avLst/>
              <a:gdLst/>
              <a:ahLst/>
              <a:cxnLst/>
              <a:rect l="0" t="0" r="0" b="0"/>
              <a:pathLst>
                <a:path w="893250" h="1263234">
                  <a:moveTo>
                    <a:pt x="23475" y="1077555"/>
                  </a:moveTo>
                  <a:lnTo>
                    <a:pt x="0" y="1085995"/>
                  </a:lnTo>
                  <a:lnTo>
                    <a:pt x="55598" y="1073083"/>
                  </a:lnTo>
                  <a:close/>
                  <a:moveTo>
                    <a:pt x="55598" y="1073083"/>
                  </a:moveTo>
                  <a:lnTo>
                    <a:pt x="87106" y="1066308"/>
                  </a:lnTo>
                  <a:lnTo>
                    <a:pt x="106183" y="1041426"/>
                  </a:lnTo>
                  <a:close/>
                  <a:moveTo>
                    <a:pt x="106183" y="1041426"/>
                  </a:moveTo>
                  <a:lnTo>
                    <a:pt x="87106" y="1066308"/>
                  </a:lnTo>
                  <a:lnTo>
                    <a:pt x="140381" y="1044710"/>
                  </a:lnTo>
                  <a:close/>
                  <a:moveTo>
                    <a:pt x="144477" y="1030741"/>
                  </a:moveTo>
                  <a:lnTo>
                    <a:pt x="151889" y="991530"/>
                  </a:lnTo>
                  <a:lnTo>
                    <a:pt x="119501" y="995013"/>
                  </a:lnTo>
                  <a:close/>
                  <a:moveTo>
                    <a:pt x="119501" y="995013"/>
                  </a:moveTo>
                  <a:lnTo>
                    <a:pt x="151889" y="991530"/>
                  </a:lnTo>
                  <a:lnTo>
                    <a:pt x="176271" y="986483"/>
                  </a:lnTo>
                  <a:close/>
                  <a:moveTo>
                    <a:pt x="165894" y="982033"/>
                  </a:moveTo>
                  <a:lnTo>
                    <a:pt x="176271" y="986483"/>
                  </a:lnTo>
                  <a:lnTo>
                    <a:pt x="151889" y="991530"/>
                  </a:lnTo>
                  <a:close/>
                  <a:moveTo>
                    <a:pt x="44725" y="743804"/>
                  </a:moveTo>
                  <a:lnTo>
                    <a:pt x="44121" y="700176"/>
                  </a:lnTo>
                  <a:lnTo>
                    <a:pt x="26694" y="704759"/>
                  </a:lnTo>
                  <a:close/>
                  <a:moveTo>
                    <a:pt x="7309" y="728492"/>
                  </a:moveTo>
                  <a:lnTo>
                    <a:pt x="44725" y="743804"/>
                  </a:lnTo>
                  <a:lnTo>
                    <a:pt x="26694" y="704759"/>
                  </a:lnTo>
                  <a:close/>
                  <a:moveTo>
                    <a:pt x="497218" y="1246817"/>
                  </a:moveTo>
                  <a:lnTo>
                    <a:pt x="480972" y="1241706"/>
                  </a:lnTo>
                  <a:lnTo>
                    <a:pt x="442889" y="1219149"/>
                  </a:lnTo>
                  <a:close/>
                  <a:moveTo>
                    <a:pt x="513694" y="1241706"/>
                  </a:moveTo>
                  <a:lnTo>
                    <a:pt x="532064" y="1263234"/>
                  </a:lnTo>
                  <a:lnTo>
                    <a:pt x="507367" y="1256151"/>
                  </a:lnTo>
                  <a:close/>
                  <a:moveTo>
                    <a:pt x="573847" y="1187716"/>
                  </a:moveTo>
                  <a:lnTo>
                    <a:pt x="556090" y="1224523"/>
                  </a:lnTo>
                  <a:lnTo>
                    <a:pt x="557299" y="1222056"/>
                  </a:lnTo>
                  <a:close/>
                  <a:moveTo>
                    <a:pt x="301110" y="850425"/>
                  </a:moveTo>
                  <a:lnTo>
                    <a:pt x="268299" y="888992"/>
                  </a:lnTo>
                  <a:lnTo>
                    <a:pt x="297575" y="873871"/>
                  </a:lnTo>
                  <a:close/>
                  <a:moveTo>
                    <a:pt x="301110" y="850425"/>
                  </a:moveTo>
                  <a:lnTo>
                    <a:pt x="277488" y="842541"/>
                  </a:lnTo>
                  <a:lnTo>
                    <a:pt x="268299" y="888992"/>
                  </a:lnTo>
                  <a:close/>
                  <a:moveTo>
                    <a:pt x="301110" y="850425"/>
                  </a:moveTo>
                  <a:lnTo>
                    <a:pt x="297575" y="873871"/>
                  </a:lnTo>
                  <a:lnTo>
                    <a:pt x="305920" y="856973"/>
                  </a:lnTo>
                  <a:close/>
                  <a:moveTo>
                    <a:pt x="294291" y="811221"/>
                  </a:moveTo>
                  <a:lnTo>
                    <a:pt x="301110" y="850425"/>
                  </a:lnTo>
                  <a:lnTo>
                    <a:pt x="305920" y="856973"/>
                  </a:lnTo>
                  <a:close/>
                  <a:moveTo>
                    <a:pt x="65685" y="593151"/>
                  </a:moveTo>
                  <a:lnTo>
                    <a:pt x="75553" y="545750"/>
                  </a:lnTo>
                  <a:lnTo>
                    <a:pt x="71197" y="554157"/>
                  </a:lnTo>
                  <a:close/>
                  <a:moveTo>
                    <a:pt x="171164" y="678762"/>
                  </a:moveTo>
                  <a:lnTo>
                    <a:pt x="111374" y="672588"/>
                  </a:lnTo>
                  <a:lnTo>
                    <a:pt x="152625" y="666140"/>
                  </a:lnTo>
                  <a:close/>
                  <a:moveTo>
                    <a:pt x="663152" y="1244095"/>
                  </a:moveTo>
                  <a:lnTo>
                    <a:pt x="677582" y="1190156"/>
                  </a:lnTo>
                  <a:lnTo>
                    <a:pt x="685552" y="1226911"/>
                  </a:lnTo>
                  <a:close/>
                  <a:moveTo>
                    <a:pt x="677582" y="1190156"/>
                  </a:moveTo>
                  <a:lnTo>
                    <a:pt x="690539" y="1198003"/>
                  </a:lnTo>
                  <a:lnTo>
                    <a:pt x="694067" y="1167263"/>
                  </a:lnTo>
                  <a:close/>
                  <a:moveTo>
                    <a:pt x="268756" y="760145"/>
                  </a:moveTo>
                  <a:lnTo>
                    <a:pt x="282731" y="803035"/>
                  </a:lnTo>
                  <a:lnTo>
                    <a:pt x="275087" y="766280"/>
                  </a:lnTo>
                  <a:close/>
                  <a:moveTo>
                    <a:pt x="270239" y="729525"/>
                  </a:moveTo>
                  <a:lnTo>
                    <a:pt x="281167" y="716318"/>
                  </a:lnTo>
                  <a:lnTo>
                    <a:pt x="264616" y="718764"/>
                  </a:lnTo>
                  <a:close/>
                  <a:moveTo>
                    <a:pt x="71197" y="554157"/>
                  </a:moveTo>
                  <a:lnTo>
                    <a:pt x="75553" y="545750"/>
                  </a:lnTo>
                  <a:lnTo>
                    <a:pt x="71825" y="543412"/>
                  </a:lnTo>
                  <a:close/>
                  <a:moveTo>
                    <a:pt x="83810" y="505105"/>
                  </a:moveTo>
                  <a:lnTo>
                    <a:pt x="75553" y="545750"/>
                  </a:lnTo>
                  <a:lnTo>
                    <a:pt x="97284" y="527115"/>
                  </a:lnTo>
                  <a:close/>
                  <a:moveTo>
                    <a:pt x="58655" y="314847"/>
                  </a:moveTo>
                  <a:lnTo>
                    <a:pt x="5541" y="337047"/>
                  </a:lnTo>
                  <a:lnTo>
                    <a:pt x="38659" y="336295"/>
                  </a:lnTo>
                  <a:close/>
                  <a:moveTo>
                    <a:pt x="723342" y="1126588"/>
                  </a:moveTo>
                  <a:lnTo>
                    <a:pt x="713496" y="1143698"/>
                  </a:lnTo>
                  <a:lnTo>
                    <a:pt x="717565" y="1136218"/>
                  </a:lnTo>
                  <a:close/>
                  <a:moveTo>
                    <a:pt x="723342" y="1126588"/>
                  </a:moveTo>
                  <a:lnTo>
                    <a:pt x="717565" y="1136218"/>
                  </a:lnTo>
                  <a:lnTo>
                    <a:pt x="706681" y="1118215"/>
                  </a:lnTo>
                  <a:close/>
                  <a:moveTo>
                    <a:pt x="605999" y="894728"/>
                  </a:moveTo>
                  <a:lnTo>
                    <a:pt x="583499" y="872871"/>
                  </a:lnTo>
                  <a:lnTo>
                    <a:pt x="633352" y="872420"/>
                  </a:lnTo>
                  <a:close/>
                  <a:moveTo>
                    <a:pt x="528601" y="854503"/>
                  </a:moveTo>
                  <a:lnTo>
                    <a:pt x="517988" y="842178"/>
                  </a:lnTo>
                  <a:lnTo>
                    <a:pt x="561063" y="864023"/>
                  </a:lnTo>
                  <a:close/>
                  <a:moveTo>
                    <a:pt x="192049" y="511383"/>
                  </a:moveTo>
                  <a:lnTo>
                    <a:pt x="208093" y="499843"/>
                  </a:lnTo>
                  <a:lnTo>
                    <a:pt x="217919" y="461157"/>
                  </a:lnTo>
                  <a:close/>
                  <a:moveTo>
                    <a:pt x="217919" y="461157"/>
                  </a:moveTo>
                  <a:lnTo>
                    <a:pt x="208093" y="499843"/>
                  </a:lnTo>
                  <a:lnTo>
                    <a:pt x="228387" y="474628"/>
                  </a:lnTo>
                  <a:close/>
                  <a:moveTo>
                    <a:pt x="228387" y="474628"/>
                  </a:moveTo>
                  <a:lnTo>
                    <a:pt x="232416" y="466204"/>
                  </a:lnTo>
                  <a:lnTo>
                    <a:pt x="217919" y="461157"/>
                  </a:lnTo>
                  <a:close/>
                  <a:moveTo>
                    <a:pt x="40680" y="327608"/>
                  </a:moveTo>
                  <a:lnTo>
                    <a:pt x="58655" y="314847"/>
                  </a:lnTo>
                  <a:lnTo>
                    <a:pt x="67940" y="278087"/>
                  </a:lnTo>
                  <a:close/>
                  <a:moveTo>
                    <a:pt x="102940" y="276721"/>
                  </a:moveTo>
                  <a:lnTo>
                    <a:pt x="58655" y="314847"/>
                  </a:lnTo>
                  <a:lnTo>
                    <a:pt x="87549" y="298301"/>
                  </a:lnTo>
                  <a:close/>
                  <a:moveTo>
                    <a:pt x="796260" y="1107778"/>
                  </a:moveTo>
                  <a:lnTo>
                    <a:pt x="812884" y="1073724"/>
                  </a:lnTo>
                  <a:lnTo>
                    <a:pt x="763891" y="1111331"/>
                  </a:lnTo>
                  <a:close/>
                  <a:moveTo>
                    <a:pt x="796260" y="1107778"/>
                  </a:moveTo>
                  <a:lnTo>
                    <a:pt x="824203" y="1087674"/>
                  </a:lnTo>
                  <a:lnTo>
                    <a:pt x="812884" y="1073724"/>
                  </a:lnTo>
                  <a:close/>
                  <a:moveTo>
                    <a:pt x="820550" y="1065096"/>
                  </a:moveTo>
                  <a:lnTo>
                    <a:pt x="832951" y="1073995"/>
                  </a:lnTo>
                  <a:lnTo>
                    <a:pt x="842907" y="1061396"/>
                  </a:lnTo>
                  <a:close/>
                  <a:moveTo>
                    <a:pt x="625203" y="870320"/>
                  </a:moveTo>
                  <a:lnTo>
                    <a:pt x="636317" y="857019"/>
                  </a:lnTo>
                  <a:lnTo>
                    <a:pt x="648036" y="844566"/>
                  </a:lnTo>
                  <a:close/>
                  <a:moveTo>
                    <a:pt x="605999" y="894728"/>
                  </a:moveTo>
                  <a:lnTo>
                    <a:pt x="633352" y="872420"/>
                  </a:lnTo>
                  <a:lnTo>
                    <a:pt x="625203" y="870320"/>
                  </a:lnTo>
                  <a:close/>
                  <a:moveTo>
                    <a:pt x="636317" y="857019"/>
                  </a:moveTo>
                  <a:lnTo>
                    <a:pt x="638109" y="810816"/>
                  </a:lnTo>
                  <a:lnTo>
                    <a:pt x="648036" y="844566"/>
                  </a:lnTo>
                  <a:close/>
                  <a:moveTo>
                    <a:pt x="638109" y="810816"/>
                  </a:moveTo>
                  <a:lnTo>
                    <a:pt x="634882" y="807811"/>
                  </a:lnTo>
                  <a:lnTo>
                    <a:pt x="648036" y="844566"/>
                  </a:lnTo>
                  <a:close/>
                  <a:moveTo>
                    <a:pt x="224867" y="370141"/>
                  </a:moveTo>
                  <a:lnTo>
                    <a:pt x="256001" y="367792"/>
                  </a:lnTo>
                  <a:lnTo>
                    <a:pt x="248009" y="366751"/>
                  </a:lnTo>
                  <a:close/>
                  <a:moveTo>
                    <a:pt x="106395" y="272555"/>
                  </a:moveTo>
                  <a:lnTo>
                    <a:pt x="156153" y="237808"/>
                  </a:lnTo>
                  <a:lnTo>
                    <a:pt x="124705" y="244806"/>
                  </a:lnTo>
                  <a:close/>
                  <a:moveTo>
                    <a:pt x="842907" y="1061396"/>
                  </a:moveTo>
                  <a:lnTo>
                    <a:pt x="858772" y="1053002"/>
                  </a:lnTo>
                  <a:lnTo>
                    <a:pt x="856529" y="1047913"/>
                  </a:lnTo>
                  <a:close/>
                  <a:moveTo>
                    <a:pt x="873089" y="1047913"/>
                  </a:moveTo>
                  <a:lnTo>
                    <a:pt x="858772" y="1053002"/>
                  </a:lnTo>
                  <a:lnTo>
                    <a:pt x="893250" y="1028835"/>
                  </a:lnTo>
                  <a:close/>
                  <a:moveTo>
                    <a:pt x="893250" y="1028835"/>
                  </a:moveTo>
                  <a:lnTo>
                    <a:pt x="858772" y="1053002"/>
                  </a:lnTo>
                  <a:lnTo>
                    <a:pt x="842907" y="1061396"/>
                  </a:lnTo>
                  <a:close/>
                  <a:moveTo>
                    <a:pt x="634882" y="807811"/>
                  </a:moveTo>
                  <a:lnTo>
                    <a:pt x="630852" y="790628"/>
                  </a:lnTo>
                  <a:lnTo>
                    <a:pt x="648036" y="844566"/>
                  </a:lnTo>
                  <a:close/>
                  <a:moveTo>
                    <a:pt x="634882" y="807811"/>
                  </a:moveTo>
                  <a:lnTo>
                    <a:pt x="659467" y="777644"/>
                  </a:lnTo>
                  <a:lnTo>
                    <a:pt x="630852" y="790628"/>
                  </a:lnTo>
                  <a:close/>
                  <a:moveTo>
                    <a:pt x="267263" y="358635"/>
                  </a:moveTo>
                  <a:lnTo>
                    <a:pt x="248009" y="366751"/>
                  </a:lnTo>
                  <a:lnTo>
                    <a:pt x="256933" y="365454"/>
                  </a:lnTo>
                  <a:close/>
                  <a:moveTo>
                    <a:pt x="281718" y="349568"/>
                  </a:moveTo>
                  <a:lnTo>
                    <a:pt x="267263" y="358635"/>
                  </a:lnTo>
                  <a:lnTo>
                    <a:pt x="309852" y="342525"/>
                  </a:lnTo>
                  <a:close/>
                  <a:moveTo>
                    <a:pt x="309852" y="342525"/>
                  </a:moveTo>
                  <a:lnTo>
                    <a:pt x="267263" y="358635"/>
                  </a:lnTo>
                  <a:lnTo>
                    <a:pt x="256933" y="365454"/>
                  </a:lnTo>
                  <a:close/>
                  <a:moveTo>
                    <a:pt x="260081" y="366751"/>
                  </a:moveTo>
                  <a:lnTo>
                    <a:pt x="301539" y="357858"/>
                  </a:lnTo>
                  <a:lnTo>
                    <a:pt x="309852" y="342525"/>
                  </a:lnTo>
                  <a:close/>
                  <a:moveTo>
                    <a:pt x="301539" y="357858"/>
                  </a:moveTo>
                  <a:lnTo>
                    <a:pt x="294397" y="380950"/>
                  </a:lnTo>
                  <a:lnTo>
                    <a:pt x="303225" y="366751"/>
                  </a:lnTo>
                  <a:close/>
                  <a:moveTo>
                    <a:pt x="229190" y="210600"/>
                  </a:moveTo>
                  <a:lnTo>
                    <a:pt x="204121" y="203892"/>
                  </a:lnTo>
                  <a:lnTo>
                    <a:pt x="189908" y="239436"/>
                  </a:lnTo>
                  <a:close/>
                  <a:moveTo>
                    <a:pt x="204121" y="203892"/>
                  </a:moveTo>
                  <a:lnTo>
                    <a:pt x="229190" y="210600"/>
                  </a:lnTo>
                  <a:lnTo>
                    <a:pt x="204893" y="199253"/>
                  </a:lnTo>
                  <a:close/>
                  <a:moveTo>
                    <a:pt x="201980" y="202548"/>
                  </a:moveTo>
                  <a:lnTo>
                    <a:pt x="204121" y="203892"/>
                  </a:lnTo>
                  <a:lnTo>
                    <a:pt x="204893" y="199253"/>
                  </a:lnTo>
                  <a:close/>
                  <a:moveTo>
                    <a:pt x="873089" y="1047913"/>
                  </a:moveTo>
                  <a:lnTo>
                    <a:pt x="866266" y="1052524"/>
                  </a:lnTo>
                  <a:lnTo>
                    <a:pt x="858772" y="1053002"/>
                  </a:lnTo>
                  <a:close/>
                  <a:moveTo>
                    <a:pt x="892463" y="1007953"/>
                  </a:moveTo>
                  <a:lnTo>
                    <a:pt x="873089" y="1047913"/>
                  </a:lnTo>
                  <a:lnTo>
                    <a:pt x="893250" y="1028835"/>
                  </a:lnTo>
                  <a:close/>
                  <a:moveTo>
                    <a:pt x="867048" y="1046275"/>
                  </a:moveTo>
                  <a:lnTo>
                    <a:pt x="873089" y="1047913"/>
                  </a:lnTo>
                  <a:lnTo>
                    <a:pt x="892463" y="1007953"/>
                  </a:lnTo>
                  <a:close/>
                  <a:moveTo>
                    <a:pt x="329986" y="321596"/>
                  </a:moveTo>
                  <a:lnTo>
                    <a:pt x="309852" y="342525"/>
                  </a:lnTo>
                  <a:lnTo>
                    <a:pt x="363795" y="323424"/>
                  </a:lnTo>
                  <a:close/>
                  <a:moveTo>
                    <a:pt x="204893" y="199253"/>
                  </a:moveTo>
                  <a:lnTo>
                    <a:pt x="235227" y="188090"/>
                  </a:lnTo>
                  <a:lnTo>
                    <a:pt x="251879" y="154140"/>
                  </a:lnTo>
                  <a:close/>
                  <a:moveTo>
                    <a:pt x="711195" y="733738"/>
                  </a:moveTo>
                  <a:lnTo>
                    <a:pt x="709075" y="742335"/>
                  </a:lnTo>
                  <a:lnTo>
                    <a:pt x="719985" y="736690"/>
                  </a:lnTo>
                  <a:close/>
                  <a:moveTo>
                    <a:pt x="737462" y="694725"/>
                  </a:moveTo>
                  <a:lnTo>
                    <a:pt x="719985" y="736690"/>
                  </a:lnTo>
                  <a:lnTo>
                    <a:pt x="737359" y="723506"/>
                  </a:lnTo>
                  <a:close/>
                  <a:moveTo>
                    <a:pt x="711195" y="733738"/>
                  </a:moveTo>
                  <a:lnTo>
                    <a:pt x="719985" y="736690"/>
                  </a:lnTo>
                  <a:lnTo>
                    <a:pt x="737462" y="694725"/>
                  </a:lnTo>
                  <a:close/>
                  <a:moveTo>
                    <a:pt x="710423" y="645996"/>
                  </a:moveTo>
                  <a:lnTo>
                    <a:pt x="710116" y="650018"/>
                  </a:lnTo>
                  <a:lnTo>
                    <a:pt x="723022" y="661717"/>
                  </a:lnTo>
                  <a:close/>
                  <a:moveTo>
                    <a:pt x="591639" y="463529"/>
                  </a:moveTo>
                  <a:lnTo>
                    <a:pt x="590891" y="462222"/>
                  </a:lnTo>
                  <a:lnTo>
                    <a:pt x="566197" y="485660"/>
                  </a:lnTo>
                  <a:close/>
                  <a:moveTo>
                    <a:pt x="566197" y="485660"/>
                  </a:moveTo>
                  <a:lnTo>
                    <a:pt x="519940" y="479405"/>
                  </a:lnTo>
                  <a:lnTo>
                    <a:pt x="541038" y="487800"/>
                  </a:lnTo>
                  <a:close/>
                  <a:moveTo>
                    <a:pt x="259277" y="141393"/>
                  </a:moveTo>
                  <a:lnTo>
                    <a:pt x="263271" y="131426"/>
                  </a:lnTo>
                  <a:lnTo>
                    <a:pt x="251879" y="154140"/>
                  </a:lnTo>
                  <a:close/>
                  <a:moveTo>
                    <a:pt x="259277" y="141393"/>
                  </a:moveTo>
                  <a:lnTo>
                    <a:pt x="251879" y="154140"/>
                  </a:lnTo>
                  <a:lnTo>
                    <a:pt x="256226" y="148610"/>
                  </a:lnTo>
                  <a:close/>
                  <a:moveTo>
                    <a:pt x="259277" y="141393"/>
                  </a:moveTo>
                  <a:lnTo>
                    <a:pt x="256226" y="148610"/>
                  </a:lnTo>
                  <a:lnTo>
                    <a:pt x="267383" y="115902"/>
                  </a:lnTo>
                  <a:close/>
                  <a:moveTo>
                    <a:pt x="267383" y="115902"/>
                  </a:moveTo>
                  <a:lnTo>
                    <a:pt x="256226" y="148610"/>
                  </a:lnTo>
                  <a:lnTo>
                    <a:pt x="275606" y="118279"/>
                  </a:lnTo>
                  <a:close/>
                  <a:moveTo>
                    <a:pt x="267383" y="115902"/>
                  </a:moveTo>
                  <a:lnTo>
                    <a:pt x="275606" y="118279"/>
                  </a:lnTo>
                  <a:lnTo>
                    <a:pt x="295896" y="97930"/>
                  </a:lnTo>
                  <a:close/>
                  <a:moveTo>
                    <a:pt x="263271" y="131426"/>
                  </a:moveTo>
                  <a:lnTo>
                    <a:pt x="259277" y="141393"/>
                  </a:lnTo>
                  <a:lnTo>
                    <a:pt x="267383" y="115902"/>
                  </a:lnTo>
                  <a:close/>
                  <a:moveTo>
                    <a:pt x="716039" y="609241"/>
                  </a:moveTo>
                  <a:lnTo>
                    <a:pt x="710592" y="555591"/>
                  </a:lnTo>
                  <a:lnTo>
                    <a:pt x="716709" y="595014"/>
                  </a:lnTo>
                  <a:close/>
                  <a:moveTo>
                    <a:pt x="710548" y="555303"/>
                  </a:moveTo>
                  <a:lnTo>
                    <a:pt x="710592" y="555591"/>
                  </a:lnTo>
                  <a:lnTo>
                    <a:pt x="716039" y="609241"/>
                  </a:lnTo>
                  <a:close/>
                  <a:moveTo>
                    <a:pt x="720611" y="572487"/>
                  </a:moveTo>
                  <a:lnTo>
                    <a:pt x="710548" y="555303"/>
                  </a:lnTo>
                  <a:lnTo>
                    <a:pt x="716039" y="609241"/>
                  </a:lnTo>
                  <a:close/>
                  <a:moveTo>
                    <a:pt x="436116" y="195472"/>
                  </a:moveTo>
                  <a:lnTo>
                    <a:pt x="444412" y="183270"/>
                  </a:lnTo>
                  <a:lnTo>
                    <a:pt x="408301" y="172831"/>
                  </a:lnTo>
                  <a:close/>
                  <a:moveTo>
                    <a:pt x="295896" y="97930"/>
                  </a:moveTo>
                  <a:lnTo>
                    <a:pt x="307046" y="94672"/>
                  </a:lnTo>
                  <a:lnTo>
                    <a:pt x="297803" y="92412"/>
                  </a:lnTo>
                  <a:close/>
                  <a:moveTo>
                    <a:pt x="408301" y="172831"/>
                  </a:moveTo>
                  <a:lnTo>
                    <a:pt x="444412" y="183270"/>
                  </a:lnTo>
                  <a:lnTo>
                    <a:pt x="464948" y="163843"/>
                  </a:lnTo>
                  <a:close/>
                  <a:moveTo>
                    <a:pt x="416407" y="23550"/>
                  </a:moveTo>
                  <a:lnTo>
                    <a:pt x="413539" y="0"/>
                  </a:lnTo>
                  <a:lnTo>
                    <a:pt x="408682" y="11699"/>
                  </a:lnTo>
                  <a:close/>
                  <a:moveTo>
                    <a:pt x="419720" y="23111"/>
                  </a:moveTo>
                  <a:lnTo>
                    <a:pt x="408682" y="11699"/>
                  </a:lnTo>
                  <a:lnTo>
                    <a:pt x="397022" y="6366"/>
                  </a:lnTo>
                  <a:close/>
                </a:path>
              </a:pathLst>
            </a:custGeom>
            <a:solidFill>
              <a:srgbClr val="B5C1C9"/>
            </a:solidFill>
            <a:ln w="1524">
              <a:solidFill>
                <a:srgbClr val="B5C1C9"/>
              </a:solidFill>
            </a:ln>
          </p:spPr>
        </p:sp>
        <p:sp>
          <p:nvSpPr>
            <p:cNvPr id="128" name="Input_density__127">
              <a:extLst>
                <a:ext uri="{FF2B5EF4-FFF2-40B4-BE49-F238E27FC236}">
                  <a16:creationId xmlns:a16="http://schemas.microsoft.com/office/drawing/2014/main" id="{5941FFD2-56BA-8CEC-A488-3DE03B1291E5}"/>
                </a:ext>
              </a:extLst>
            </p:cNvPr>
            <p:cNvSpPr>
              <a:spLocks noGrp="1"/>
            </p:cNvSpPr>
            <p:nvPr/>
          </p:nvSpPr>
          <p:spPr>
            <a:xfrm>
              <a:off x="661527" y="1624010"/>
              <a:ext cx="1076410" cy="1259926"/>
            </a:xfrm>
            <a:custGeom>
              <a:avLst/>
              <a:gdLst/>
              <a:ahLst/>
              <a:cxnLst/>
              <a:rect l="0" t="0" r="0" b="0"/>
              <a:pathLst>
                <a:path w="1076410" h="1259926">
                  <a:moveTo>
                    <a:pt x="53600" y="573785"/>
                  </a:moveTo>
                  <a:lnTo>
                    <a:pt x="18657" y="567714"/>
                  </a:lnTo>
                  <a:lnTo>
                    <a:pt x="0" y="571247"/>
                  </a:lnTo>
                  <a:close/>
                  <a:moveTo>
                    <a:pt x="504945" y="982033"/>
                  </a:moveTo>
                  <a:lnTo>
                    <a:pt x="535324" y="964850"/>
                  </a:lnTo>
                  <a:lnTo>
                    <a:pt x="515322" y="986483"/>
                  </a:lnTo>
                  <a:close/>
                  <a:moveTo>
                    <a:pt x="535324" y="964850"/>
                  </a:moveTo>
                  <a:lnTo>
                    <a:pt x="504945" y="982033"/>
                  </a:lnTo>
                  <a:lnTo>
                    <a:pt x="538384" y="948131"/>
                  </a:lnTo>
                  <a:close/>
                  <a:moveTo>
                    <a:pt x="140522" y="577728"/>
                  </a:moveTo>
                  <a:lnTo>
                    <a:pt x="149869" y="530671"/>
                  </a:lnTo>
                  <a:lnTo>
                    <a:pt x="149751" y="523790"/>
                  </a:lnTo>
                  <a:close/>
                  <a:moveTo>
                    <a:pt x="149751" y="523790"/>
                  </a:moveTo>
                  <a:lnTo>
                    <a:pt x="149869" y="530671"/>
                  </a:lnTo>
                  <a:lnTo>
                    <a:pt x="157710" y="521463"/>
                  </a:lnTo>
                  <a:close/>
                  <a:moveTo>
                    <a:pt x="178669" y="487035"/>
                  </a:moveTo>
                  <a:lnTo>
                    <a:pt x="174771" y="489045"/>
                  </a:lnTo>
                  <a:lnTo>
                    <a:pt x="157710" y="521463"/>
                  </a:lnTo>
                  <a:close/>
                  <a:moveTo>
                    <a:pt x="178669" y="487035"/>
                  </a:moveTo>
                  <a:lnTo>
                    <a:pt x="188006" y="469852"/>
                  </a:lnTo>
                  <a:lnTo>
                    <a:pt x="174771" y="489045"/>
                  </a:lnTo>
                  <a:close/>
                  <a:moveTo>
                    <a:pt x="597868" y="893728"/>
                  </a:moveTo>
                  <a:lnTo>
                    <a:pt x="582037" y="910912"/>
                  </a:lnTo>
                  <a:lnTo>
                    <a:pt x="607351" y="888992"/>
                  </a:lnTo>
                  <a:close/>
                  <a:moveTo>
                    <a:pt x="582037" y="910912"/>
                  </a:moveTo>
                  <a:lnTo>
                    <a:pt x="586286" y="906444"/>
                  </a:lnTo>
                  <a:lnTo>
                    <a:pt x="607351" y="888992"/>
                  </a:lnTo>
                  <a:close/>
                  <a:moveTo>
                    <a:pt x="586286" y="906444"/>
                  </a:moveTo>
                  <a:lnTo>
                    <a:pt x="616834" y="896082"/>
                  </a:lnTo>
                  <a:lnTo>
                    <a:pt x="636626" y="873871"/>
                  </a:lnTo>
                  <a:close/>
                  <a:moveTo>
                    <a:pt x="607351" y="888992"/>
                  </a:moveTo>
                  <a:lnTo>
                    <a:pt x="586286" y="906444"/>
                  </a:lnTo>
                  <a:lnTo>
                    <a:pt x="636626" y="873871"/>
                  </a:lnTo>
                  <a:close/>
                  <a:moveTo>
                    <a:pt x="1002203" y="1244095"/>
                  </a:moveTo>
                  <a:lnTo>
                    <a:pt x="1022043" y="1250431"/>
                  </a:lnTo>
                  <a:lnTo>
                    <a:pt x="998850" y="1259926"/>
                  </a:lnTo>
                  <a:close/>
                  <a:moveTo>
                    <a:pt x="1002203" y="1244095"/>
                  </a:moveTo>
                  <a:lnTo>
                    <a:pt x="1029590" y="1198003"/>
                  </a:lnTo>
                  <a:lnTo>
                    <a:pt x="1016633" y="1190156"/>
                  </a:lnTo>
                  <a:close/>
                  <a:moveTo>
                    <a:pt x="603667" y="718764"/>
                  </a:moveTo>
                  <a:lnTo>
                    <a:pt x="614138" y="766280"/>
                  </a:lnTo>
                  <a:lnTo>
                    <a:pt x="609290" y="729525"/>
                  </a:lnTo>
                  <a:close/>
                  <a:moveTo>
                    <a:pt x="827273" y="878933"/>
                  </a:moveTo>
                  <a:lnTo>
                    <a:pt x="838933" y="886673"/>
                  </a:lnTo>
                  <a:lnTo>
                    <a:pt x="846397" y="871239"/>
                  </a:lnTo>
                  <a:close/>
                  <a:moveTo>
                    <a:pt x="972403" y="872420"/>
                  </a:moveTo>
                  <a:lnTo>
                    <a:pt x="975368" y="857019"/>
                  </a:lnTo>
                  <a:lnTo>
                    <a:pt x="964254" y="870320"/>
                  </a:lnTo>
                  <a:close/>
                  <a:moveTo>
                    <a:pt x="648903" y="342525"/>
                  </a:moveTo>
                  <a:lnTo>
                    <a:pt x="640590" y="357858"/>
                  </a:lnTo>
                  <a:lnTo>
                    <a:pt x="680591" y="336426"/>
                  </a:lnTo>
                  <a:close/>
                  <a:moveTo>
                    <a:pt x="516590" y="221559"/>
                  </a:moveTo>
                  <a:lnTo>
                    <a:pt x="463756" y="244806"/>
                  </a:lnTo>
                  <a:lnTo>
                    <a:pt x="495204" y="237808"/>
                  </a:lnTo>
                  <a:close/>
                  <a:moveTo>
                    <a:pt x="516590" y="221559"/>
                  </a:moveTo>
                  <a:lnTo>
                    <a:pt x="543172" y="203892"/>
                  </a:lnTo>
                  <a:lnTo>
                    <a:pt x="541031" y="202548"/>
                  </a:lnTo>
                  <a:close/>
                  <a:moveTo>
                    <a:pt x="528959" y="239436"/>
                  </a:moveTo>
                  <a:lnTo>
                    <a:pt x="543172" y="203892"/>
                  </a:lnTo>
                  <a:lnTo>
                    <a:pt x="516590" y="221559"/>
                  </a:lnTo>
                  <a:close/>
                  <a:moveTo>
                    <a:pt x="495204" y="237808"/>
                  </a:moveTo>
                  <a:lnTo>
                    <a:pt x="528959" y="239436"/>
                  </a:lnTo>
                  <a:lnTo>
                    <a:pt x="516590" y="221559"/>
                  </a:lnTo>
                  <a:close/>
                  <a:moveTo>
                    <a:pt x="998518" y="777644"/>
                  </a:moveTo>
                  <a:lnTo>
                    <a:pt x="1025636" y="754456"/>
                  </a:lnTo>
                  <a:lnTo>
                    <a:pt x="1048126" y="742335"/>
                  </a:lnTo>
                  <a:close/>
                  <a:moveTo>
                    <a:pt x="1026625" y="753873"/>
                  </a:moveTo>
                  <a:lnTo>
                    <a:pt x="1048126" y="742335"/>
                  </a:lnTo>
                  <a:lnTo>
                    <a:pt x="1025636" y="754456"/>
                  </a:lnTo>
                  <a:close/>
                  <a:moveTo>
                    <a:pt x="1026625" y="753873"/>
                  </a:moveTo>
                  <a:lnTo>
                    <a:pt x="1059036" y="736690"/>
                  </a:lnTo>
                  <a:lnTo>
                    <a:pt x="1048126" y="742335"/>
                  </a:lnTo>
                  <a:close/>
                  <a:moveTo>
                    <a:pt x="1059036" y="736690"/>
                  </a:moveTo>
                  <a:lnTo>
                    <a:pt x="1026625" y="753873"/>
                  </a:lnTo>
                  <a:lnTo>
                    <a:pt x="1076410" y="723506"/>
                  </a:lnTo>
                  <a:close/>
                  <a:moveTo>
                    <a:pt x="648903" y="342525"/>
                  </a:moveTo>
                  <a:lnTo>
                    <a:pt x="680591" y="336426"/>
                  </a:lnTo>
                  <a:lnTo>
                    <a:pt x="702846" y="323424"/>
                  </a:lnTo>
                  <a:close/>
                  <a:moveTo>
                    <a:pt x="702846" y="323424"/>
                  </a:moveTo>
                  <a:lnTo>
                    <a:pt x="680591" y="336426"/>
                  </a:lnTo>
                  <a:lnTo>
                    <a:pt x="735574" y="321214"/>
                  </a:lnTo>
                  <a:close/>
                  <a:moveTo>
                    <a:pt x="1049415" y="644920"/>
                  </a:moveTo>
                  <a:lnTo>
                    <a:pt x="1049167" y="650018"/>
                  </a:lnTo>
                  <a:lnTo>
                    <a:pt x="1049474" y="645996"/>
                  </a:lnTo>
                  <a:close/>
                  <a:moveTo>
                    <a:pt x="1055760" y="595014"/>
                  </a:moveTo>
                  <a:lnTo>
                    <a:pt x="1049415" y="644920"/>
                  </a:lnTo>
                  <a:lnTo>
                    <a:pt x="1049474" y="645996"/>
                  </a:lnTo>
                  <a:close/>
                  <a:moveTo>
                    <a:pt x="825475" y="351957"/>
                  </a:moveTo>
                  <a:lnTo>
                    <a:pt x="829923" y="334773"/>
                  </a:lnTo>
                  <a:lnTo>
                    <a:pt x="827665" y="388711"/>
                  </a:lnTo>
                  <a:close/>
                  <a:moveTo>
                    <a:pt x="803999" y="163843"/>
                  </a:moveTo>
                  <a:lnTo>
                    <a:pt x="783463" y="183270"/>
                  </a:lnTo>
                  <a:lnTo>
                    <a:pt x="833197" y="148433"/>
                  </a:lnTo>
                  <a:close/>
                  <a:moveTo>
                    <a:pt x="736073" y="6366"/>
                  </a:moveTo>
                  <a:lnTo>
                    <a:pt x="747733" y="11699"/>
                  </a:lnTo>
                  <a:lnTo>
                    <a:pt x="752590" y="0"/>
                  </a:lnTo>
                  <a:close/>
                  <a:moveTo>
                    <a:pt x="902656" y="91134"/>
                  </a:moveTo>
                  <a:lnTo>
                    <a:pt x="907437" y="79710"/>
                  </a:lnTo>
                  <a:lnTo>
                    <a:pt x="911015" y="62693"/>
                  </a:lnTo>
                  <a:close/>
                  <a:moveTo>
                    <a:pt x="911015" y="62693"/>
                  </a:moveTo>
                  <a:lnTo>
                    <a:pt x="925045" y="50264"/>
                  </a:lnTo>
                  <a:lnTo>
                    <a:pt x="943654" y="23633"/>
                  </a:lnTo>
                  <a:close/>
                </a:path>
              </a:pathLst>
            </a:custGeom>
            <a:solidFill>
              <a:srgbClr val="AEBAC4"/>
            </a:solidFill>
            <a:ln w="1524">
              <a:solidFill>
                <a:srgbClr val="AEBAC4"/>
              </a:solidFill>
            </a:ln>
          </p:spPr>
        </p:sp>
        <p:sp>
          <p:nvSpPr>
            <p:cNvPr id="129" name="Input_density__128">
              <a:extLst>
                <a:ext uri="{FF2B5EF4-FFF2-40B4-BE49-F238E27FC236}">
                  <a16:creationId xmlns:a16="http://schemas.microsoft.com/office/drawing/2014/main" id="{911B14A0-BC77-5889-6314-722478E70F8F}"/>
                </a:ext>
              </a:extLst>
            </p:cNvPr>
            <p:cNvSpPr>
              <a:spLocks noGrp="1"/>
            </p:cNvSpPr>
            <p:nvPr/>
          </p:nvSpPr>
          <p:spPr>
            <a:xfrm>
              <a:off x="660805" y="1491545"/>
              <a:ext cx="1209174" cy="1395698"/>
            </a:xfrm>
            <a:custGeom>
              <a:avLst/>
              <a:gdLst/>
              <a:ahLst/>
              <a:cxnLst/>
              <a:rect l="0" t="0" r="0" b="0"/>
              <a:pathLst>
                <a:path w="1209174" h="1395698">
                  <a:moveTo>
                    <a:pt x="322581" y="1182552"/>
                  </a:moveTo>
                  <a:lnTo>
                    <a:pt x="298854" y="1160829"/>
                  </a:lnTo>
                  <a:lnTo>
                    <a:pt x="325874" y="1185619"/>
                  </a:lnTo>
                  <a:close/>
                  <a:moveTo>
                    <a:pt x="295842" y="1148864"/>
                  </a:moveTo>
                  <a:lnTo>
                    <a:pt x="298854" y="1160829"/>
                  </a:lnTo>
                  <a:lnTo>
                    <a:pt x="322581" y="1182552"/>
                  </a:lnTo>
                  <a:close/>
                  <a:moveTo>
                    <a:pt x="325874" y="1185619"/>
                  </a:moveTo>
                  <a:lnTo>
                    <a:pt x="376351" y="1169660"/>
                  </a:lnTo>
                  <a:lnTo>
                    <a:pt x="322581" y="1182552"/>
                  </a:lnTo>
                  <a:close/>
                  <a:moveTo>
                    <a:pt x="322581" y="1182552"/>
                  </a:moveTo>
                  <a:lnTo>
                    <a:pt x="376351" y="1169660"/>
                  </a:lnTo>
                  <a:lnTo>
                    <a:pt x="376570" y="1163622"/>
                  </a:lnTo>
                  <a:close/>
                  <a:moveTo>
                    <a:pt x="322581" y="1182552"/>
                  </a:moveTo>
                  <a:lnTo>
                    <a:pt x="376570" y="1163622"/>
                  </a:lnTo>
                  <a:lnTo>
                    <a:pt x="340109" y="1151877"/>
                  </a:lnTo>
                  <a:close/>
                  <a:moveTo>
                    <a:pt x="376351" y="1169660"/>
                  </a:moveTo>
                  <a:lnTo>
                    <a:pt x="383848" y="1168436"/>
                  </a:lnTo>
                  <a:lnTo>
                    <a:pt x="376570" y="1163622"/>
                  </a:lnTo>
                  <a:close/>
                  <a:moveTo>
                    <a:pt x="314291" y="1131681"/>
                  </a:moveTo>
                  <a:lnTo>
                    <a:pt x="322581" y="1182552"/>
                  </a:lnTo>
                  <a:lnTo>
                    <a:pt x="340109" y="1151877"/>
                  </a:lnTo>
                  <a:close/>
                  <a:moveTo>
                    <a:pt x="314291" y="1131681"/>
                  </a:moveTo>
                  <a:lnTo>
                    <a:pt x="295842" y="1148864"/>
                  </a:lnTo>
                  <a:lnTo>
                    <a:pt x="322581" y="1182552"/>
                  </a:lnTo>
                  <a:close/>
                  <a:moveTo>
                    <a:pt x="314291" y="1131681"/>
                  </a:moveTo>
                  <a:lnTo>
                    <a:pt x="285068" y="1112109"/>
                  </a:lnTo>
                  <a:lnTo>
                    <a:pt x="295842" y="1148864"/>
                  </a:lnTo>
                  <a:close/>
                  <a:moveTo>
                    <a:pt x="383848" y="1168436"/>
                  </a:moveTo>
                  <a:lnTo>
                    <a:pt x="413286" y="1176323"/>
                  </a:lnTo>
                  <a:lnTo>
                    <a:pt x="416907" y="1163777"/>
                  </a:lnTo>
                  <a:close/>
                  <a:moveTo>
                    <a:pt x="416907" y="1163777"/>
                  </a:moveTo>
                  <a:lnTo>
                    <a:pt x="376570" y="1163622"/>
                  </a:lnTo>
                  <a:lnTo>
                    <a:pt x="383848" y="1168436"/>
                  </a:lnTo>
                  <a:close/>
                  <a:moveTo>
                    <a:pt x="377024" y="1124367"/>
                  </a:moveTo>
                  <a:lnTo>
                    <a:pt x="376570" y="1163622"/>
                  </a:lnTo>
                  <a:lnTo>
                    <a:pt x="416907" y="1163777"/>
                  </a:lnTo>
                  <a:close/>
                  <a:moveTo>
                    <a:pt x="411393" y="1123513"/>
                  </a:moveTo>
                  <a:lnTo>
                    <a:pt x="377024" y="1124367"/>
                  </a:lnTo>
                  <a:lnTo>
                    <a:pt x="416907" y="1163777"/>
                  </a:lnTo>
                  <a:close/>
                  <a:moveTo>
                    <a:pt x="377024" y="1124367"/>
                  </a:moveTo>
                  <a:lnTo>
                    <a:pt x="340109" y="1151877"/>
                  </a:lnTo>
                  <a:lnTo>
                    <a:pt x="376570" y="1163622"/>
                  </a:lnTo>
                  <a:close/>
                  <a:moveTo>
                    <a:pt x="404024" y="1077743"/>
                  </a:moveTo>
                  <a:lnTo>
                    <a:pt x="381330" y="1085212"/>
                  </a:lnTo>
                  <a:lnTo>
                    <a:pt x="410370" y="1079598"/>
                  </a:lnTo>
                  <a:close/>
                  <a:moveTo>
                    <a:pt x="410370" y="1079598"/>
                  </a:moveTo>
                  <a:lnTo>
                    <a:pt x="381330" y="1085212"/>
                  </a:lnTo>
                  <a:lnTo>
                    <a:pt x="377024" y="1124367"/>
                  </a:lnTo>
                  <a:close/>
                  <a:moveTo>
                    <a:pt x="410370" y="1079598"/>
                  </a:moveTo>
                  <a:lnTo>
                    <a:pt x="377024" y="1124367"/>
                  </a:lnTo>
                  <a:lnTo>
                    <a:pt x="411393" y="1123513"/>
                  </a:lnTo>
                  <a:close/>
                  <a:moveTo>
                    <a:pt x="35825" y="675173"/>
                  </a:moveTo>
                  <a:lnTo>
                    <a:pt x="37649" y="672278"/>
                  </a:lnTo>
                  <a:lnTo>
                    <a:pt x="0" y="656093"/>
                  </a:lnTo>
                  <a:close/>
                  <a:moveTo>
                    <a:pt x="35825" y="675173"/>
                  </a:moveTo>
                  <a:lnTo>
                    <a:pt x="38779" y="673438"/>
                  </a:lnTo>
                  <a:lnTo>
                    <a:pt x="37649" y="672278"/>
                  </a:lnTo>
                  <a:close/>
                  <a:moveTo>
                    <a:pt x="415457" y="1077743"/>
                  </a:moveTo>
                  <a:lnTo>
                    <a:pt x="437100" y="1114498"/>
                  </a:lnTo>
                  <a:lnTo>
                    <a:pt x="456068" y="1097314"/>
                  </a:lnTo>
                  <a:close/>
                  <a:moveTo>
                    <a:pt x="393494" y="1034481"/>
                  </a:moveTo>
                  <a:lnTo>
                    <a:pt x="410400" y="1069325"/>
                  </a:lnTo>
                  <a:lnTo>
                    <a:pt x="418607" y="1028154"/>
                  </a:lnTo>
                  <a:close/>
                  <a:moveTo>
                    <a:pt x="404024" y="1077743"/>
                  </a:moveTo>
                  <a:lnTo>
                    <a:pt x="410400" y="1069325"/>
                  </a:lnTo>
                  <a:lnTo>
                    <a:pt x="384765" y="1073326"/>
                  </a:lnTo>
                  <a:close/>
                  <a:moveTo>
                    <a:pt x="418607" y="1028154"/>
                  </a:moveTo>
                  <a:lnTo>
                    <a:pt x="410400" y="1069325"/>
                  </a:lnTo>
                  <a:lnTo>
                    <a:pt x="425955" y="1023804"/>
                  </a:lnTo>
                  <a:close/>
                  <a:moveTo>
                    <a:pt x="425955" y="1023804"/>
                  </a:moveTo>
                  <a:lnTo>
                    <a:pt x="415457" y="1077743"/>
                  </a:lnTo>
                  <a:lnTo>
                    <a:pt x="462788" y="1060559"/>
                  </a:lnTo>
                  <a:close/>
                  <a:moveTo>
                    <a:pt x="18421" y="600389"/>
                  </a:moveTo>
                  <a:lnTo>
                    <a:pt x="42873" y="624696"/>
                  </a:lnTo>
                  <a:lnTo>
                    <a:pt x="63073" y="619499"/>
                  </a:lnTo>
                  <a:close/>
                  <a:moveTo>
                    <a:pt x="18978" y="599928"/>
                  </a:moveTo>
                  <a:lnTo>
                    <a:pt x="18421" y="600389"/>
                  </a:lnTo>
                  <a:lnTo>
                    <a:pt x="63073" y="619499"/>
                  </a:lnTo>
                  <a:close/>
                  <a:moveTo>
                    <a:pt x="271221" y="826478"/>
                  </a:moveTo>
                  <a:lnTo>
                    <a:pt x="243043" y="838796"/>
                  </a:lnTo>
                  <a:lnTo>
                    <a:pt x="278772" y="786091"/>
                  </a:lnTo>
                  <a:close/>
                  <a:moveTo>
                    <a:pt x="136642" y="647386"/>
                  </a:moveTo>
                  <a:lnTo>
                    <a:pt x="150472" y="656254"/>
                  </a:lnTo>
                  <a:lnTo>
                    <a:pt x="142838" y="623994"/>
                  </a:lnTo>
                  <a:close/>
                  <a:moveTo>
                    <a:pt x="82354" y="574939"/>
                  </a:moveTo>
                  <a:lnTo>
                    <a:pt x="40079" y="582220"/>
                  </a:lnTo>
                  <a:lnTo>
                    <a:pt x="92250" y="611641"/>
                  </a:lnTo>
                  <a:close/>
                  <a:moveTo>
                    <a:pt x="66919" y="560929"/>
                  </a:moveTo>
                  <a:lnTo>
                    <a:pt x="40079" y="582220"/>
                  </a:lnTo>
                  <a:lnTo>
                    <a:pt x="82354" y="574939"/>
                  </a:lnTo>
                  <a:close/>
                  <a:moveTo>
                    <a:pt x="849357" y="1356987"/>
                  </a:moveTo>
                  <a:lnTo>
                    <a:pt x="820744" y="1374171"/>
                  </a:lnTo>
                  <a:lnTo>
                    <a:pt x="873525" y="1393742"/>
                  </a:lnTo>
                  <a:close/>
                  <a:moveTo>
                    <a:pt x="825957" y="1320233"/>
                  </a:moveTo>
                  <a:lnTo>
                    <a:pt x="807679" y="1365655"/>
                  </a:lnTo>
                  <a:lnTo>
                    <a:pt x="820744" y="1374171"/>
                  </a:lnTo>
                  <a:close/>
                  <a:moveTo>
                    <a:pt x="114217" y="474868"/>
                  </a:moveTo>
                  <a:lnTo>
                    <a:pt x="88620" y="438113"/>
                  </a:lnTo>
                  <a:lnTo>
                    <a:pt x="80456" y="486988"/>
                  </a:lnTo>
                  <a:close/>
                  <a:moveTo>
                    <a:pt x="88620" y="438113"/>
                  </a:moveTo>
                  <a:lnTo>
                    <a:pt x="80985" y="441811"/>
                  </a:lnTo>
                  <a:lnTo>
                    <a:pt x="80456" y="486988"/>
                  </a:lnTo>
                  <a:close/>
                  <a:moveTo>
                    <a:pt x="60847" y="418541"/>
                  </a:moveTo>
                  <a:lnTo>
                    <a:pt x="80985" y="441811"/>
                  </a:lnTo>
                  <a:lnTo>
                    <a:pt x="88620" y="438113"/>
                  </a:lnTo>
                  <a:close/>
                  <a:moveTo>
                    <a:pt x="873525" y="1393742"/>
                  </a:moveTo>
                  <a:lnTo>
                    <a:pt x="871837" y="1395698"/>
                  </a:lnTo>
                  <a:lnTo>
                    <a:pt x="874520" y="1394778"/>
                  </a:lnTo>
                  <a:close/>
                  <a:moveTo>
                    <a:pt x="873525" y="1393742"/>
                  </a:moveTo>
                  <a:lnTo>
                    <a:pt x="874520" y="1394778"/>
                  </a:lnTo>
                  <a:lnTo>
                    <a:pt x="875240" y="1392932"/>
                  </a:lnTo>
                  <a:close/>
                  <a:moveTo>
                    <a:pt x="849357" y="1356987"/>
                  </a:moveTo>
                  <a:lnTo>
                    <a:pt x="873525" y="1393742"/>
                  </a:lnTo>
                  <a:lnTo>
                    <a:pt x="875240" y="1392932"/>
                  </a:lnTo>
                  <a:close/>
                  <a:moveTo>
                    <a:pt x="878996" y="1345131"/>
                  </a:moveTo>
                  <a:lnTo>
                    <a:pt x="875240" y="1392932"/>
                  </a:lnTo>
                  <a:lnTo>
                    <a:pt x="890927" y="1393742"/>
                  </a:lnTo>
                  <a:close/>
                  <a:moveTo>
                    <a:pt x="869834" y="1307833"/>
                  </a:moveTo>
                  <a:lnTo>
                    <a:pt x="895862" y="1356987"/>
                  </a:lnTo>
                  <a:lnTo>
                    <a:pt x="913619" y="1320180"/>
                  </a:lnTo>
                  <a:close/>
                  <a:moveTo>
                    <a:pt x="405457" y="725615"/>
                  </a:moveTo>
                  <a:lnTo>
                    <a:pt x="380060" y="719174"/>
                  </a:lnTo>
                  <a:lnTo>
                    <a:pt x="422393" y="729332"/>
                  </a:lnTo>
                  <a:close/>
                  <a:moveTo>
                    <a:pt x="380060" y="719174"/>
                  </a:moveTo>
                  <a:lnTo>
                    <a:pt x="387865" y="724814"/>
                  </a:lnTo>
                  <a:lnTo>
                    <a:pt x="422393" y="729332"/>
                  </a:lnTo>
                  <a:close/>
                  <a:moveTo>
                    <a:pt x="287419" y="658643"/>
                  </a:moveTo>
                  <a:lnTo>
                    <a:pt x="324826" y="647496"/>
                  </a:lnTo>
                  <a:lnTo>
                    <a:pt x="284033" y="621888"/>
                  </a:lnTo>
                  <a:close/>
                  <a:moveTo>
                    <a:pt x="351988" y="607755"/>
                  </a:moveTo>
                  <a:lnTo>
                    <a:pt x="324826" y="647496"/>
                  </a:lnTo>
                  <a:lnTo>
                    <a:pt x="362287" y="644129"/>
                  </a:lnTo>
                  <a:close/>
                  <a:moveTo>
                    <a:pt x="946552" y="1376559"/>
                  </a:moveTo>
                  <a:lnTo>
                    <a:pt x="925596" y="1339804"/>
                  </a:lnTo>
                  <a:lnTo>
                    <a:pt x="934791" y="1353947"/>
                  </a:lnTo>
                  <a:close/>
                  <a:moveTo>
                    <a:pt x="977025" y="1359375"/>
                  </a:moveTo>
                  <a:lnTo>
                    <a:pt x="967075" y="1395466"/>
                  </a:lnTo>
                  <a:lnTo>
                    <a:pt x="986187" y="1370714"/>
                  </a:lnTo>
                  <a:close/>
                  <a:moveTo>
                    <a:pt x="977025" y="1359375"/>
                  </a:moveTo>
                  <a:lnTo>
                    <a:pt x="946552" y="1376559"/>
                  </a:lnTo>
                  <a:lnTo>
                    <a:pt x="967075" y="1395466"/>
                  </a:lnTo>
                  <a:close/>
                  <a:moveTo>
                    <a:pt x="565226" y="811231"/>
                  </a:moveTo>
                  <a:lnTo>
                    <a:pt x="571378" y="816424"/>
                  </a:lnTo>
                  <a:lnTo>
                    <a:pt x="604389" y="851228"/>
                  </a:lnTo>
                  <a:close/>
                  <a:moveTo>
                    <a:pt x="516819" y="778750"/>
                  </a:moveTo>
                  <a:lnTo>
                    <a:pt x="510936" y="811226"/>
                  </a:lnTo>
                  <a:lnTo>
                    <a:pt x="565226" y="811231"/>
                  </a:lnTo>
                  <a:close/>
                  <a:moveTo>
                    <a:pt x="510529" y="734541"/>
                  </a:moveTo>
                  <a:lnTo>
                    <a:pt x="488632" y="756202"/>
                  </a:lnTo>
                  <a:lnTo>
                    <a:pt x="515000" y="735482"/>
                  </a:lnTo>
                  <a:close/>
                  <a:moveTo>
                    <a:pt x="411598" y="675876"/>
                  </a:moveTo>
                  <a:lnTo>
                    <a:pt x="385654" y="669879"/>
                  </a:lnTo>
                  <a:lnTo>
                    <a:pt x="382441" y="704532"/>
                  </a:lnTo>
                  <a:close/>
                  <a:moveTo>
                    <a:pt x="372213" y="641459"/>
                  </a:moveTo>
                  <a:lnTo>
                    <a:pt x="423582" y="637569"/>
                  </a:lnTo>
                  <a:lnTo>
                    <a:pt x="394084" y="624276"/>
                  </a:lnTo>
                  <a:close/>
                  <a:moveTo>
                    <a:pt x="165840" y="382255"/>
                  </a:moveTo>
                  <a:lnTo>
                    <a:pt x="168758" y="384174"/>
                  </a:lnTo>
                  <a:lnTo>
                    <a:pt x="162929" y="382118"/>
                  </a:lnTo>
                  <a:close/>
                  <a:moveTo>
                    <a:pt x="1022184" y="1354733"/>
                  </a:moveTo>
                  <a:lnTo>
                    <a:pt x="985838" y="1357194"/>
                  </a:lnTo>
                  <a:lnTo>
                    <a:pt x="986187" y="1370714"/>
                  </a:lnTo>
                  <a:close/>
                  <a:moveTo>
                    <a:pt x="985838" y="1357194"/>
                  </a:moveTo>
                  <a:lnTo>
                    <a:pt x="1022184" y="1354733"/>
                  </a:lnTo>
                  <a:lnTo>
                    <a:pt x="1016882" y="1314297"/>
                  </a:lnTo>
                  <a:close/>
                  <a:moveTo>
                    <a:pt x="849341" y="1108224"/>
                  </a:moveTo>
                  <a:lnTo>
                    <a:pt x="823786" y="1094445"/>
                  </a:lnTo>
                  <a:lnTo>
                    <a:pt x="839129" y="1102091"/>
                  </a:lnTo>
                  <a:close/>
                  <a:moveTo>
                    <a:pt x="873307" y="1101620"/>
                  </a:moveTo>
                  <a:lnTo>
                    <a:pt x="838978" y="1097843"/>
                  </a:lnTo>
                  <a:lnTo>
                    <a:pt x="849341" y="1108224"/>
                  </a:lnTo>
                  <a:close/>
                  <a:moveTo>
                    <a:pt x="839129" y="1102091"/>
                  </a:moveTo>
                  <a:lnTo>
                    <a:pt x="823786" y="1094445"/>
                  </a:lnTo>
                  <a:lnTo>
                    <a:pt x="814149" y="1065336"/>
                  </a:lnTo>
                  <a:close/>
                  <a:moveTo>
                    <a:pt x="873307" y="1101620"/>
                  </a:moveTo>
                  <a:lnTo>
                    <a:pt x="849341" y="1108224"/>
                  </a:lnTo>
                  <a:lnTo>
                    <a:pt x="910959" y="1117818"/>
                  </a:lnTo>
                  <a:close/>
                  <a:moveTo>
                    <a:pt x="802936" y="1059299"/>
                  </a:moveTo>
                  <a:lnTo>
                    <a:pt x="814149" y="1065336"/>
                  </a:lnTo>
                  <a:lnTo>
                    <a:pt x="822849" y="1037541"/>
                  </a:lnTo>
                  <a:close/>
                  <a:moveTo>
                    <a:pt x="810180" y="1011397"/>
                  </a:moveTo>
                  <a:lnTo>
                    <a:pt x="802936" y="1059299"/>
                  </a:lnTo>
                  <a:lnTo>
                    <a:pt x="822849" y="1037541"/>
                  </a:lnTo>
                  <a:close/>
                  <a:moveTo>
                    <a:pt x="592424" y="833867"/>
                  </a:moveTo>
                  <a:lnTo>
                    <a:pt x="605197" y="844806"/>
                  </a:lnTo>
                  <a:lnTo>
                    <a:pt x="571378" y="816424"/>
                  </a:lnTo>
                  <a:close/>
                  <a:moveTo>
                    <a:pt x="489496" y="729129"/>
                  </a:moveTo>
                  <a:lnTo>
                    <a:pt x="488632" y="756202"/>
                  </a:lnTo>
                  <a:lnTo>
                    <a:pt x="510529" y="734541"/>
                  </a:lnTo>
                  <a:close/>
                  <a:moveTo>
                    <a:pt x="463454" y="616059"/>
                  </a:moveTo>
                  <a:lnTo>
                    <a:pt x="423582" y="637569"/>
                  </a:lnTo>
                  <a:lnTo>
                    <a:pt x="462699" y="659244"/>
                  </a:lnTo>
                  <a:close/>
                  <a:moveTo>
                    <a:pt x="463454" y="616059"/>
                  </a:moveTo>
                  <a:lnTo>
                    <a:pt x="428353" y="617507"/>
                  </a:lnTo>
                  <a:lnTo>
                    <a:pt x="423582" y="637569"/>
                  </a:lnTo>
                  <a:close/>
                  <a:moveTo>
                    <a:pt x="428353" y="617507"/>
                  </a:moveTo>
                  <a:lnTo>
                    <a:pt x="456455" y="577002"/>
                  </a:lnTo>
                  <a:lnTo>
                    <a:pt x="425877" y="574773"/>
                  </a:lnTo>
                  <a:close/>
                  <a:moveTo>
                    <a:pt x="399578" y="570338"/>
                  </a:moveTo>
                  <a:lnTo>
                    <a:pt x="425877" y="574773"/>
                  </a:lnTo>
                  <a:lnTo>
                    <a:pt x="386112" y="535266"/>
                  </a:lnTo>
                  <a:close/>
                  <a:moveTo>
                    <a:pt x="826808" y="1052345"/>
                  </a:moveTo>
                  <a:lnTo>
                    <a:pt x="823786" y="1094445"/>
                  </a:lnTo>
                  <a:lnTo>
                    <a:pt x="817328" y="1084907"/>
                  </a:lnTo>
                  <a:close/>
                  <a:moveTo>
                    <a:pt x="1063114" y="1259052"/>
                  </a:moveTo>
                  <a:lnTo>
                    <a:pt x="1021557" y="1265749"/>
                  </a:lnTo>
                  <a:lnTo>
                    <a:pt x="1020843" y="1279504"/>
                  </a:lnTo>
                  <a:close/>
                  <a:moveTo>
                    <a:pt x="955247" y="1113582"/>
                  </a:moveTo>
                  <a:lnTo>
                    <a:pt x="910959" y="1117818"/>
                  </a:lnTo>
                  <a:lnTo>
                    <a:pt x="918715" y="1121662"/>
                  </a:lnTo>
                  <a:close/>
                  <a:moveTo>
                    <a:pt x="916869" y="1072946"/>
                  </a:moveTo>
                  <a:lnTo>
                    <a:pt x="910959" y="1117818"/>
                  </a:lnTo>
                  <a:lnTo>
                    <a:pt x="955247" y="1113582"/>
                  </a:lnTo>
                  <a:close/>
                  <a:moveTo>
                    <a:pt x="878382" y="1077148"/>
                  </a:moveTo>
                  <a:lnTo>
                    <a:pt x="838978" y="1097843"/>
                  </a:lnTo>
                  <a:lnTo>
                    <a:pt x="873307" y="1101620"/>
                  </a:lnTo>
                  <a:close/>
                  <a:moveTo>
                    <a:pt x="916869" y="1072946"/>
                  </a:moveTo>
                  <a:lnTo>
                    <a:pt x="873307" y="1101620"/>
                  </a:lnTo>
                  <a:lnTo>
                    <a:pt x="910959" y="1117818"/>
                  </a:lnTo>
                  <a:close/>
                  <a:moveTo>
                    <a:pt x="916869" y="1072946"/>
                  </a:moveTo>
                  <a:lnTo>
                    <a:pt x="878382" y="1077148"/>
                  </a:lnTo>
                  <a:lnTo>
                    <a:pt x="873307" y="1101620"/>
                  </a:lnTo>
                  <a:close/>
                  <a:moveTo>
                    <a:pt x="810180" y="1011397"/>
                  </a:moveTo>
                  <a:lnTo>
                    <a:pt x="822849" y="1037541"/>
                  </a:lnTo>
                  <a:lnTo>
                    <a:pt x="821180" y="1007070"/>
                  </a:lnTo>
                  <a:close/>
                  <a:moveTo>
                    <a:pt x="810180" y="1011397"/>
                  </a:moveTo>
                  <a:lnTo>
                    <a:pt x="821180" y="1007070"/>
                  </a:lnTo>
                  <a:lnTo>
                    <a:pt x="824104" y="957459"/>
                  </a:lnTo>
                  <a:close/>
                  <a:moveTo>
                    <a:pt x="821180" y="1007070"/>
                  </a:moveTo>
                  <a:lnTo>
                    <a:pt x="822849" y="1037541"/>
                  </a:lnTo>
                  <a:lnTo>
                    <a:pt x="827994" y="1011397"/>
                  </a:lnTo>
                  <a:close/>
                  <a:moveTo>
                    <a:pt x="821180" y="1007070"/>
                  </a:moveTo>
                  <a:lnTo>
                    <a:pt x="827994" y="1011397"/>
                  </a:lnTo>
                  <a:lnTo>
                    <a:pt x="829309" y="965486"/>
                  </a:lnTo>
                  <a:close/>
                  <a:moveTo>
                    <a:pt x="520135" y="597066"/>
                  </a:moveTo>
                  <a:lnTo>
                    <a:pt x="533993" y="608808"/>
                  </a:lnTo>
                  <a:lnTo>
                    <a:pt x="531822" y="643847"/>
                  </a:lnTo>
                  <a:close/>
                  <a:moveTo>
                    <a:pt x="1111154" y="1202338"/>
                  </a:moveTo>
                  <a:lnTo>
                    <a:pt x="1069582" y="1240945"/>
                  </a:lnTo>
                  <a:lnTo>
                    <a:pt x="1103664" y="1243795"/>
                  </a:lnTo>
                  <a:close/>
                  <a:moveTo>
                    <a:pt x="1103664" y="1243795"/>
                  </a:moveTo>
                  <a:lnTo>
                    <a:pt x="1138656" y="1197561"/>
                  </a:lnTo>
                  <a:lnTo>
                    <a:pt x="1111154" y="1202338"/>
                  </a:lnTo>
                  <a:close/>
                  <a:moveTo>
                    <a:pt x="906924" y="977031"/>
                  </a:moveTo>
                  <a:lnTo>
                    <a:pt x="904750" y="998395"/>
                  </a:lnTo>
                  <a:lnTo>
                    <a:pt x="927779" y="988289"/>
                  </a:lnTo>
                  <a:close/>
                  <a:moveTo>
                    <a:pt x="906924" y="977031"/>
                  </a:moveTo>
                  <a:lnTo>
                    <a:pt x="886459" y="958375"/>
                  </a:lnTo>
                  <a:lnTo>
                    <a:pt x="868374" y="986968"/>
                  </a:lnTo>
                  <a:close/>
                  <a:moveTo>
                    <a:pt x="755688" y="764742"/>
                  </a:moveTo>
                  <a:lnTo>
                    <a:pt x="747942" y="726292"/>
                  </a:lnTo>
                  <a:lnTo>
                    <a:pt x="725666" y="762062"/>
                  </a:lnTo>
                  <a:close/>
                  <a:moveTo>
                    <a:pt x="540753" y="516399"/>
                  </a:moveTo>
                  <a:lnTo>
                    <a:pt x="554219" y="551698"/>
                  </a:lnTo>
                  <a:lnTo>
                    <a:pt x="532276" y="506179"/>
                  </a:lnTo>
                  <a:close/>
                  <a:moveTo>
                    <a:pt x="1138656" y="1197561"/>
                  </a:moveTo>
                  <a:lnTo>
                    <a:pt x="1152657" y="1206188"/>
                  </a:lnTo>
                  <a:lnTo>
                    <a:pt x="1155804" y="1193125"/>
                  </a:lnTo>
                  <a:close/>
                  <a:moveTo>
                    <a:pt x="906924" y="977031"/>
                  </a:moveTo>
                  <a:lnTo>
                    <a:pt x="927779" y="988289"/>
                  </a:lnTo>
                  <a:lnTo>
                    <a:pt x="933945" y="969570"/>
                  </a:lnTo>
                  <a:close/>
                  <a:moveTo>
                    <a:pt x="972215" y="965545"/>
                  </a:moveTo>
                  <a:lnTo>
                    <a:pt x="933945" y="969570"/>
                  </a:lnTo>
                  <a:lnTo>
                    <a:pt x="927779" y="988289"/>
                  </a:lnTo>
                  <a:close/>
                  <a:moveTo>
                    <a:pt x="972215" y="965545"/>
                  </a:moveTo>
                  <a:lnTo>
                    <a:pt x="930454" y="927661"/>
                  </a:lnTo>
                  <a:lnTo>
                    <a:pt x="933945" y="969570"/>
                  </a:lnTo>
                  <a:close/>
                  <a:moveTo>
                    <a:pt x="894457" y="929838"/>
                  </a:moveTo>
                  <a:lnTo>
                    <a:pt x="930454" y="927661"/>
                  </a:lnTo>
                  <a:lnTo>
                    <a:pt x="910232" y="922684"/>
                  </a:lnTo>
                  <a:close/>
                  <a:moveTo>
                    <a:pt x="1161880" y="1143622"/>
                  </a:moveTo>
                  <a:lnTo>
                    <a:pt x="1206821" y="1178739"/>
                  </a:lnTo>
                  <a:lnTo>
                    <a:pt x="1209174" y="1132079"/>
                  </a:lnTo>
                  <a:close/>
                  <a:moveTo>
                    <a:pt x="619562" y="480916"/>
                  </a:moveTo>
                  <a:lnTo>
                    <a:pt x="599229" y="428094"/>
                  </a:lnTo>
                  <a:lnTo>
                    <a:pt x="595076" y="428988"/>
                  </a:lnTo>
                  <a:close/>
                  <a:moveTo>
                    <a:pt x="676646" y="416849"/>
                  </a:moveTo>
                  <a:lnTo>
                    <a:pt x="635591" y="450887"/>
                  </a:lnTo>
                  <a:lnTo>
                    <a:pt x="669759" y="454060"/>
                  </a:lnTo>
                  <a:close/>
                  <a:moveTo>
                    <a:pt x="676646" y="416849"/>
                  </a:moveTo>
                  <a:lnTo>
                    <a:pt x="645753" y="414876"/>
                  </a:lnTo>
                  <a:lnTo>
                    <a:pt x="635591" y="450887"/>
                  </a:lnTo>
                  <a:close/>
                  <a:moveTo>
                    <a:pt x="705539" y="410911"/>
                  </a:moveTo>
                  <a:lnTo>
                    <a:pt x="676646" y="416849"/>
                  </a:lnTo>
                  <a:lnTo>
                    <a:pt x="669759" y="454060"/>
                  </a:lnTo>
                  <a:close/>
                  <a:moveTo>
                    <a:pt x="506660" y="205297"/>
                  </a:moveTo>
                  <a:lnTo>
                    <a:pt x="483361" y="197151"/>
                  </a:lnTo>
                  <a:lnTo>
                    <a:pt x="532988" y="220216"/>
                  </a:lnTo>
                  <a:close/>
                  <a:moveTo>
                    <a:pt x="897389" y="551819"/>
                  </a:moveTo>
                  <a:lnTo>
                    <a:pt x="915998" y="559410"/>
                  </a:lnTo>
                  <a:lnTo>
                    <a:pt x="939645" y="577502"/>
                  </a:lnTo>
                  <a:close/>
                  <a:moveTo>
                    <a:pt x="776624" y="484421"/>
                  </a:moveTo>
                  <a:lnTo>
                    <a:pt x="798592" y="494175"/>
                  </a:lnTo>
                  <a:lnTo>
                    <a:pt x="779527" y="476879"/>
                  </a:lnTo>
                  <a:close/>
                  <a:moveTo>
                    <a:pt x="798827" y="505936"/>
                  </a:moveTo>
                  <a:lnTo>
                    <a:pt x="827900" y="509388"/>
                  </a:lnTo>
                  <a:lnTo>
                    <a:pt x="776624" y="484421"/>
                  </a:lnTo>
                  <a:close/>
                  <a:moveTo>
                    <a:pt x="725073" y="359820"/>
                  </a:moveTo>
                  <a:lnTo>
                    <a:pt x="686034" y="364469"/>
                  </a:lnTo>
                  <a:lnTo>
                    <a:pt x="705539" y="410911"/>
                  </a:lnTo>
                  <a:close/>
                  <a:moveTo>
                    <a:pt x="705539" y="410911"/>
                  </a:moveTo>
                  <a:lnTo>
                    <a:pt x="686034" y="364469"/>
                  </a:lnTo>
                  <a:lnTo>
                    <a:pt x="676014" y="381241"/>
                  </a:lnTo>
                  <a:close/>
                  <a:moveTo>
                    <a:pt x="697913" y="366908"/>
                  </a:moveTo>
                  <a:lnTo>
                    <a:pt x="730276" y="363331"/>
                  </a:lnTo>
                  <a:lnTo>
                    <a:pt x="705539" y="410911"/>
                  </a:lnTo>
                  <a:close/>
                  <a:moveTo>
                    <a:pt x="686034" y="364469"/>
                  </a:moveTo>
                  <a:lnTo>
                    <a:pt x="698757" y="341693"/>
                  </a:lnTo>
                  <a:lnTo>
                    <a:pt x="670492" y="360593"/>
                  </a:lnTo>
                  <a:close/>
                  <a:moveTo>
                    <a:pt x="686034" y="364469"/>
                  </a:moveTo>
                  <a:lnTo>
                    <a:pt x="725073" y="359820"/>
                  </a:lnTo>
                  <a:lnTo>
                    <a:pt x="698757" y="341693"/>
                  </a:lnTo>
                  <a:close/>
                  <a:moveTo>
                    <a:pt x="755002" y="362576"/>
                  </a:moveTo>
                  <a:lnTo>
                    <a:pt x="725073" y="359820"/>
                  </a:lnTo>
                  <a:lnTo>
                    <a:pt x="765400" y="370076"/>
                  </a:lnTo>
                  <a:close/>
                  <a:moveTo>
                    <a:pt x="725073" y="359820"/>
                  </a:moveTo>
                  <a:lnTo>
                    <a:pt x="730276" y="363331"/>
                  </a:lnTo>
                  <a:lnTo>
                    <a:pt x="765400" y="370076"/>
                  </a:lnTo>
                  <a:close/>
                  <a:moveTo>
                    <a:pt x="569532" y="226019"/>
                  </a:moveTo>
                  <a:lnTo>
                    <a:pt x="590691" y="253564"/>
                  </a:lnTo>
                  <a:lnTo>
                    <a:pt x="606921" y="222711"/>
                  </a:lnTo>
                  <a:close/>
                  <a:moveTo>
                    <a:pt x="537841" y="224695"/>
                  </a:moveTo>
                  <a:lnTo>
                    <a:pt x="590691" y="253564"/>
                  </a:lnTo>
                  <a:lnTo>
                    <a:pt x="569532" y="226019"/>
                  </a:lnTo>
                  <a:close/>
                  <a:moveTo>
                    <a:pt x="537841" y="224695"/>
                  </a:moveTo>
                  <a:lnTo>
                    <a:pt x="566724" y="221775"/>
                  </a:lnTo>
                  <a:lnTo>
                    <a:pt x="532988" y="220216"/>
                  </a:lnTo>
                  <a:close/>
                  <a:moveTo>
                    <a:pt x="996039" y="677694"/>
                  </a:moveTo>
                  <a:lnTo>
                    <a:pt x="1027103" y="679528"/>
                  </a:lnTo>
                  <a:lnTo>
                    <a:pt x="1010846" y="664879"/>
                  </a:lnTo>
                  <a:close/>
                  <a:moveTo>
                    <a:pt x="1027103" y="679528"/>
                  </a:moveTo>
                  <a:lnTo>
                    <a:pt x="1050264" y="687676"/>
                  </a:lnTo>
                  <a:lnTo>
                    <a:pt x="1010846" y="664879"/>
                  </a:lnTo>
                  <a:close/>
                  <a:moveTo>
                    <a:pt x="697729" y="192769"/>
                  </a:moveTo>
                  <a:lnTo>
                    <a:pt x="674381" y="209952"/>
                  </a:lnTo>
                  <a:lnTo>
                    <a:pt x="697557" y="229524"/>
                  </a:lnTo>
                  <a:close/>
                  <a:moveTo>
                    <a:pt x="677128" y="156014"/>
                  </a:moveTo>
                  <a:lnTo>
                    <a:pt x="674381" y="209952"/>
                  </a:lnTo>
                  <a:lnTo>
                    <a:pt x="697729" y="192769"/>
                  </a:lnTo>
                  <a:close/>
                  <a:moveTo>
                    <a:pt x="819149" y="350253"/>
                  </a:moveTo>
                  <a:lnTo>
                    <a:pt x="793356" y="339789"/>
                  </a:lnTo>
                  <a:lnTo>
                    <a:pt x="842603" y="341734"/>
                  </a:lnTo>
                  <a:close/>
                  <a:moveTo>
                    <a:pt x="697729" y="192769"/>
                  </a:moveTo>
                  <a:lnTo>
                    <a:pt x="697174" y="171729"/>
                  </a:lnTo>
                  <a:lnTo>
                    <a:pt x="709202" y="138831"/>
                  </a:lnTo>
                  <a:close/>
                  <a:moveTo>
                    <a:pt x="697729" y="192769"/>
                  </a:moveTo>
                  <a:lnTo>
                    <a:pt x="709202" y="138831"/>
                  </a:lnTo>
                  <a:lnTo>
                    <a:pt x="677128" y="156014"/>
                  </a:lnTo>
                  <a:close/>
                  <a:moveTo>
                    <a:pt x="677128" y="156014"/>
                  </a:moveTo>
                  <a:lnTo>
                    <a:pt x="709202" y="138831"/>
                  </a:lnTo>
                  <a:lnTo>
                    <a:pt x="664264" y="144891"/>
                  </a:lnTo>
                  <a:close/>
                  <a:moveTo>
                    <a:pt x="972402" y="378932"/>
                  </a:moveTo>
                  <a:lnTo>
                    <a:pt x="943496" y="342177"/>
                  </a:lnTo>
                  <a:lnTo>
                    <a:pt x="935079" y="386935"/>
                  </a:lnTo>
                  <a:close/>
                  <a:moveTo>
                    <a:pt x="802217" y="212341"/>
                  </a:moveTo>
                  <a:lnTo>
                    <a:pt x="787686" y="201763"/>
                  </a:lnTo>
                  <a:lnTo>
                    <a:pt x="808844" y="215514"/>
                  </a:lnTo>
                  <a:close/>
                  <a:moveTo>
                    <a:pt x="808844" y="215514"/>
                  </a:moveTo>
                  <a:lnTo>
                    <a:pt x="787686" y="201763"/>
                  </a:lnTo>
                  <a:lnTo>
                    <a:pt x="801340" y="215825"/>
                  </a:lnTo>
                  <a:close/>
                  <a:moveTo>
                    <a:pt x="770130" y="171289"/>
                  </a:moveTo>
                  <a:lnTo>
                    <a:pt x="802217" y="212341"/>
                  </a:lnTo>
                  <a:lnTo>
                    <a:pt x="775532" y="175586"/>
                  </a:lnTo>
                  <a:close/>
                  <a:moveTo>
                    <a:pt x="742453" y="120234"/>
                  </a:moveTo>
                  <a:lnTo>
                    <a:pt x="740158" y="123821"/>
                  </a:lnTo>
                  <a:lnTo>
                    <a:pt x="753312" y="132464"/>
                  </a:lnTo>
                  <a:close/>
                  <a:moveTo>
                    <a:pt x="844353" y="120377"/>
                  </a:moveTo>
                  <a:lnTo>
                    <a:pt x="871761" y="133758"/>
                  </a:lnTo>
                  <a:lnTo>
                    <a:pt x="820254" y="112881"/>
                  </a:lnTo>
                  <a:close/>
                  <a:moveTo>
                    <a:pt x="916972" y="124036"/>
                  </a:moveTo>
                  <a:lnTo>
                    <a:pt x="887508" y="96424"/>
                  </a:lnTo>
                  <a:lnTo>
                    <a:pt x="871761" y="133758"/>
                  </a:lnTo>
                  <a:close/>
                  <a:moveTo>
                    <a:pt x="871761" y="133758"/>
                  </a:moveTo>
                  <a:lnTo>
                    <a:pt x="887508" y="96424"/>
                  </a:lnTo>
                  <a:lnTo>
                    <a:pt x="831653" y="108377"/>
                  </a:lnTo>
                  <a:close/>
                  <a:moveTo>
                    <a:pt x="882340" y="0"/>
                  </a:moveTo>
                  <a:lnTo>
                    <a:pt x="920759" y="33342"/>
                  </a:lnTo>
                  <a:lnTo>
                    <a:pt x="927073" y="35467"/>
                  </a:lnTo>
                  <a:close/>
                </a:path>
              </a:pathLst>
            </a:custGeom>
            <a:solidFill>
              <a:srgbClr val="C9D2D8"/>
            </a:solidFill>
            <a:ln w="1524">
              <a:solidFill>
                <a:srgbClr val="C9D2D8"/>
              </a:solidFill>
            </a:ln>
          </p:spPr>
        </p:sp>
        <p:sp>
          <p:nvSpPr>
            <p:cNvPr id="130" name="Input_density__129">
              <a:extLst>
                <a:ext uri="{FF2B5EF4-FFF2-40B4-BE49-F238E27FC236}">
                  <a16:creationId xmlns:a16="http://schemas.microsoft.com/office/drawing/2014/main" id="{4787A6C7-1A74-FC20-0ED9-4280A2EDECF8}"/>
                </a:ext>
              </a:extLst>
            </p:cNvPr>
            <p:cNvSpPr>
              <a:spLocks noGrp="1"/>
            </p:cNvSpPr>
            <p:nvPr/>
          </p:nvSpPr>
          <p:spPr>
            <a:xfrm>
              <a:off x="679784" y="1491545"/>
              <a:ext cx="1187842" cy="1395698"/>
            </a:xfrm>
            <a:custGeom>
              <a:avLst/>
              <a:gdLst/>
              <a:ahLst/>
              <a:cxnLst/>
              <a:rect l="0" t="0" r="0" b="0"/>
              <a:pathLst>
                <a:path w="1187842" h="1395698">
                  <a:moveTo>
                    <a:pt x="306896" y="1185619"/>
                  </a:moveTo>
                  <a:lnTo>
                    <a:pt x="344269" y="1210019"/>
                  </a:lnTo>
                  <a:lnTo>
                    <a:pt x="357373" y="1169660"/>
                  </a:lnTo>
                  <a:close/>
                  <a:moveTo>
                    <a:pt x="344269" y="1210019"/>
                  </a:moveTo>
                  <a:lnTo>
                    <a:pt x="364870" y="1168436"/>
                  </a:lnTo>
                  <a:lnTo>
                    <a:pt x="357373" y="1169660"/>
                  </a:lnTo>
                  <a:close/>
                  <a:moveTo>
                    <a:pt x="394308" y="1176323"/>
                  </a:moveTo>
                  <a:lnTo>
                    <a:pt x="364870" y="1168436"/>
                  </a:lnTo>
                  <a:lnTo>
                    <a:pt x="344269" y="1210019"/>
                  </a:lnTo>
                  <a:close/>
                  <a:moveTo>
                    <a:pt x="295312" y="1131681"/>
                  </a:moveTo>
                  <a:lnTo>
                    <a:pt x="263543" y="1102272"/>
                  </a:lnTo>
                  <a:lnTo>
                    <a:pt x="266090" y="1112109"/>
                  </a:lnTo>
                  <a:close/>
                  <a:moveTo>
                    <a:pt x="243745" y="1083329"/>
                  </a:moveTo>
                  <a:lnTo>
                    <a:pt x="266090" y="1112109"/>
                  </a:lnTo>
                  <a:lnTo>
                    <a:pt x="263543" y="1102272"/>
                  </a:lnTo>
                  <a:close/>
                  <a:moveTo>
                    <a:pt x="358045" y="1124367"/>
                  </a:moveTo>
                  <a:lnTo>
                    <a:pt x="325832" y="1123468"/>
                  </a:lnTo>
                  <a:lnTo>
                    <a:pt x="321131" y="1151877"/>
                  </a:lnTo>
                  <a:close/>
                  <a:moveTo>
                    <a:pt x="358045" y="1124367"/>
                  </a:moveTo>
                  <a:lnTo>
                    <a:pt x="362352" y="1085212"/>
                  </a:lnTo>
                  <a:lnTo>
                    <a:pt x="330441" y="1090479"/>
                  </a:lnTo>
                  <a:close/>
                  <a:moveTo>
                    <a:pt x="220353" y="928031"/>
                  </a:moveTo>
                  <a:lnTo>
                    <a:pt x="190317" y="910980"/>
                  </a:lnTo>
                  <a:lnTo>
                    <a:pt x="244429" y="930722"/>
                  </a:lnTo>
                  <a:close/>
                  <a:moveTo>
                    <a:pt x="190410" y="912286"/>
                  </a:moveTo>
                  <a:lnTo>
                    <a:pt x="216846" y="934159"/>
                  </a:lnTo>
                  <a:lnTo>
                    <a:pt x="244429" y="930722"/>
                  </a:lnTo>
                  <a:close/>
                  <a:moveTo>
                    <a:pt x="401" y="700179"/>
                  </a:moveTo>
                  <a:lnTo>
                    <a:pt x="19800" y="673438"/>
                  </a:lnTo>
                  <a:lnTo>
                    <a:pt x="16846" y="675173"/>
                  </a:lnTo>
                  <a:close/>
                  <a:moveTo>
                    <a:pt x="437089" y="1097314"/>
                  </a:moveTo>
                  <a:lnTo>
                    <a:pt x="418122" y="1114498"/>
                  </a:lnTo>
                  <a:lnTo>
                    <a:pt x="440295" y="1127477"/>
                  </a:lnTo>
                  <a:close/>
                  <a:moveTo>
                    <a:pt x="396479" y="1077743"/>
                  </a:moveTo>
                  <a:lnTo>
                    <a:pt x="437089" y="1097314"/>
                  </a:lnTo>
                  <a:lnTo>
                    <a:pt x="443810" y="1060559"/>
                  </a:lnTo>
                  <a:close/>
                  <a:moveTo>
                    <a:pt x="365786" y="1073326"/>
                  </a:moveTo>
                  <a:lnTo>
                    <a:pt x="362352" y="1085212"/>
                  </a:lnTo>
                  <a:lnTo>
                    <a:pt x="385046" y="1077743"/>
                  </a:lnTo>
                  <a:close/>
                  <a:moveTo>
                    <a:pt x="374515" y="1034481"/>
                  </a:moveTo>
                  <a:lnTo>
                    <a:pt x="399628" y="1028154"/>
                  </a:lnTo>
                  <a:lnTo>
                    <a:pt x="396583" y="1023804"/>
                  </a:lnTo>
                  <a:close/>
                  <a:moveTo>
                    <a:pt x="365786" y="1073326"/>
                  </a:moveTo>
                  <a:lnTo>
                    <a:pt x="391422" y="1069325"/>
                  </a:lnTo>
                  <a:lnTo>
                    <a:pt x="374515" y="1034481"/>
                  </a:lnTo>
                  <a:close/>
                  <a:moveTo>
                    <a:pt x="44095" y="619499"/>
                  </a:moveTo>
                  <a:lnTo>
                    <a:pt x="9915" y="591313"/>
                  </a:lnTo>
                  <a:lnTo>
                    <a:pt x="0" y="599928"/>
                  </a:lnTo>
                  <a:close/>
                  <a:moveTo>
                    <a:pt x="12363" y="552488"/>
                  </a:moveTo>
                  <a:lnTo>
                    <a:pt x="47940" y="560929"/>
                  </a:lnTo>
                  <a:lnTo>
                    <a:pt x="0" y="599928"/>
                  </a:lnTo>
                  <a:close/>
                  <a:moveTo>
                    <a:pt x="36668" y="551905"/>
                  </a:moveTo>
                  <a:lnTo>
                    <a:pt x="41132" y="535476"/>
                  </a:lnTo>
                  <a:lnTo>
                    <a:pt x="10600" y="545897"/>
                  </a:lnTo>
                  <a:close/>
                  <a:moveTo>
                    <a:pt x="406977" y="1023804"/>
                  </a:moveTo>
                  <a:lnTo>
                    <a:pt x="443810" y="1060559"/>
                  </a:lnTo>
                  <a:lnTo>
                    <a:pt x="406666" y="1022433"/>
                  </a:lnTo>
                  <a:close/>
                  <a:moveTo>
                    <a:pt x="423469" y="987049"/>
                  </a:moveTo>
                  <a:lnTo>
                    <a:pt x="406977" y="1023804"/>
                  </a:lnTo>
                  <a:lnTo>
                    <a:pt x="401093" y="982216"/>
                  </a:lnTo>
                  <a:close/>
                  <a:moveTo>
                    <a:pt x="130262" y="647933"/>
                  </a:moveTo>
                  <a:lnTo>
                    <a:pt x="131494" y="656254"/>
                  </a:lnTo>
                  <a:lnTo>
                    <a:pt x="117664" y="647386"/>
                  </a:lnTo>
                  <a:close/>
                  <a:moveTo>
                    <a:pt x="58222" y="503163"/>
                  </a:moveTo>
                  <a:lnTo>
                    <a:pt x="10600" y="545897"/>
                  </a:lnTo>
                  <a:lnTo>
                    <a:pt x="41132" y="535476"/>
                  </a:lnTo>
                  <a:close/>
                  <a:moveTo>
                    <a:pt x="854546" y="1393742"/>
                  </a:moveTo>
                  <a:lnTo>
                    <a:pt x="828161" y="1388615"/>
                  </a:lnTo>
                  <a:lnTo>
                    <a:pt x="852859" y="1395698"/>
                  </a:lnTo>
                  <a:close/>
                  <a:moveTo>
                    <a:pt x="58222" y="503163"/>
                  </a:moveTo>
                  <a:lnTo>
                    <a:pt x="61478" y="486988"/>
                  </a:lnTo>
                  <a:lnTo>
                    <a:pt x="40362" y="528806"/>
                  </a:lnTo>
                  <a:close/>
                  <a:moveTo>
                    <a:pt x="38897" y="430910"/>
                  </a:moveTo>
                  <a:lnTo>
                    <a:pt x="63048" y="438113"/>
                  </a:lnTo>
                  <a:lnTo>
                    <a:pt x="62006" y="441811"/>
                  </a:lnTo>
                  <a:close/>
                  <a:moveTo>
                    <a:pt x="871949" y="1393742"/>
                  </a:moveTo>
                  <a:lnTo>
                    <a:pt x="855541" y="1394778"/>
                  </a:lnTo>
                  <a:lnTo>
                    <a:pt x="852859" y="1395698"/>
                  </a:lnTo>
                  <a:close/>
                  <a:moveTo>
                    <a:pt x="856261" y="1392932"/>
                  </a:moveTo>
                  <a:lnTo>
                    <a:pt x="855541" y="1394778"/>
                  </a:lnTo>
                  <a:lnTo>
                    <a:pt x="871949" y="1393742"/>
                  </a:lnTo>
                  <a:close/>
                  <a:moveTo>
                    <a:pt x="860017" y="1345131"/>
                  </a:moveTo>
                  <a:lnTo>
                    <a:pt x="876884" y="1356987"/>
                  </a:lnTo>
                  <a:lnTo>
                    <a:pt x="850855" y="1307833"/>
                  </a:lnTo>
                  <a:close/>
                  <a:moveTo>
                    <a:pt x="571911" y="985582"/>
                  </a:moveTo>
                  <a:lnTo>
                    <a:pt x="598282" y="975005"/>
                  </a:lnTo>
                  <a:lnTo>
                    <a:pt x="588007" y="972254"/>
                  </a:lnTo>
                  <a:close/>
                  <a:moveTo>
                    <a:pt x="588007" y="972254"/>
                  </a:moveTo>
                  <a:lnTo>
                    <a:pt x="598282" y="975005"/>
                  </a:lnTo>
                  <a:lnTo>
                    <a:pt x="597046" y="954978"/>
                  </a:lnTo>
                  <a:close/>
                  <a:moveTo>
                    <a:pt x="361082" y="719174"/>
                  </a:moveTo>
                  <a:lnTo>
                    <a:pt x="386479" y="725615"/>
                  </a:lnTo>
                  <a:lnTo>
                    <a:pt x="363462" y="704532"/>
                  </a:lnTo>
                  <a:close/>
                  <a:moveTo>
                    <a:pt x="386479" y="725615"/>
                  </a:moveTo>
                  <a:lnTo>
                    <a:pt x="391991" y="686621"/>
                  </a:lnTo>
                  <a:lnTo>
                    <a:pt x="363462" y="704532"/>
                  </a:lnTo>
                  <a:close/>
                  <a:moveTo>
                    <a:pt x="189364" y="551912"/>
                  </a:moveTo>
                  <a:lnTo>
                    <a:pt x="193348" y="548378"/>
                  </a:lnTo>
                  <a:lnTo>
                    <a:pt x="174654" y="538648"/>
                  </a:lnTo>
                  <a:close/>
                  <a:moveTo>
                    <a:pt x="69642" y="438113"/>
                  </a:moveTo>
                  <a:lnTo>
                    <a:pt x="95238" y="474868"/>
                  </a:lnTo>
                  <a:lnTo>
                    <a:pt x="69038" y="436095"/>
                  </a:lnTo>
                  <a:close/>
                  <a:moveTo>
                    <a:pt x="967209" y="1370714"/>
                  </a:moveTo>
                  <a:lnTo>
                    <a:pt x="948097" y="1395466"/>
                  </a:lnTo>
                  <a:lnTo>
                    <a:pt x="1003786" y="1382895"/>
                  </a:lnTo>
                  <a:close/>
                  <a:moveTo>
                    <a:pt x="597749" y="930692"/>
                  </a:moveTo>
                  <a:lnTo>
                    <a:pt x="588007" y="972254"/>
                  </a:lnTo>
                  <a:lnTo>
                    <a:pt x="597046" y="954978"/>
                  </a:lnTo>
                  <a:close/>
                  <a:moveTo>
                    <a:pt x="574728" y="967066"/>
                  </a:moveTo>
                  <a:lnTo>
                    <a:pt x="588007" y="972254"/>
                  </a:lnTo>
                  <a:lnTo>
                    <a:pt x="597749" y="930692"/>
                  </a:lnTo>
                  <a:close/>
                  <a:moveTo>
                    <a:pt x="570955" y="925386"/>
                  </a:moveTo>
                  <a:lnTo>
                    <a:pt x="574728" y="967066"/>
                  </a:lnTo>
                  <a:lnTo>
                    <a:pt x="597749" y="930692"/>
                  </a:lnTo>
                  <a:close/>
                  <a:moveTo>
                    <a:pt x="597749" y="930692"/>
                  </a:moveTo>
                  <a:lnTo>
                    <a:pt x="597046" y="954978"/>
                  </a:lnTo>
                  <a:lnTo>
                    <a:pt x="603525" y="935499"/>
                  </a:lnTo>
                  <a:close/>
                  <a:moveTo>
                    <a:pt x="552400" y="816424"/>
                  </a:moveTo>
                  <a:lnTo>
                    <a:pt x="586219" y="844806"/>
                  </a:lnTo>
                  <a:lnTo>
                    <a:pt x="585411" y="851228"/>
                  </a:lnTo>
                  <a:close/>
                  <a:moveTo>
                    <a:pt x="496022" y="735482"/>
                  </a:moveTo>
                  <a:lnTo>
                    <a:pt x="469654" y="756202"/>
                  </a:lnTo>
                  <a:lnTo>
                    <a:pt x="466224" y="777366"/>
                  </a:lnTo>
                  <a:close/>
                  <a:moveTo>
                    <a:pt x="496022" y="735482"/>
                  </a:moveTo>
                  <a:lnTo>
                    <a:pt x="466224" y="777366"/>
                  </a:lnTo>
                  <a:lnTo>
                    <a:pt x="497841" y="778750"/>
                  </a:lnTo>
                  <a:close/>
                  <a:moveTo>
                    <a:pt x="392619" y="675876"/>
                  </a:moveTo>
                  <a:lnTo>
                    <a:pt x="404604" y="637569"/>
                  </a:lnTo>
                  <a:lnTo>
                    <a:pt x="366676" y="669879"/>
                  </a:lnTo>
                  <a:close/>
                  <a:moveTo>
                    <a:pt x="375106" y="624276"/>
                  </a:moveTo>
                  <a:lnTo>
                    <a:pt x="347341" y="604704"/>
                  </a:lnTo>
                  <a:lnTo>
                    <a:pt x="353235" y="641459"/>
                  </a:lnTo>
                  <a:close/>
                  <a:moveTo>
                    <a:pt x="1003206" y="1354733"/>
                  </a:moveTo>
                  <a:lnTo>
                    <a:pt x="967209" y="1370714"/>
                  </a:lnTo>
                  <a:lnTo>
                    <a:pt x="1003786" y="1382895"/>
                  </a:lnTo>
                  <a:close/>
                  <a:moveTo>
                    <a:pt x="997903" y="1314297"/>
                  </a:moveTo>
                  <a:lnTo>
                    <a:pt x="998376" y="1322621"/>
                  </a:lnTo>
                  <a:lnTo>
                    <a:pt x="1001865" y="1279504"/>
                  </a:lnTo>
                  <a:close/>
                  <a:moveTo>
                    <a:pt x="819999" y="1097843"/>
                  </a:moveTo>
                  <a:lnTo>
                    <a:pt x="804807" y="1094445"/>
                  </a:lnTo>
                  <a:lnTo>
                    <a:pt x="830363" y="1108224"/>
                  </a:lnTo>
                  <a:close/>
                  <a:moveTo>
                    <a:pt x="404604" y="637569"/>
                  </a:moveTo>
                  <a:lnTo>
                    <a:pt x="409374" y="617507"/>
                  </a:lnTo>
                  <a:lnTo>
                    <a:pt x="375106" y="624276"/>
                  </a:lnTo>
                  <a:close/>
                  <a:moveTo>
                    <a:pt x="406899" y="574773"/>
                  </a:moveTo>
                  <a:lnTo>
                    <a:pt x="380600" y="570338"/>
                  </a:lnTo>
                  <a:lnTo>
                    <a:pt x="366801" y="620807"/>
                  </a:lnTo>
                  <a:close/>
                  <a:moveTo>
                    <a:pt x="409374" y="617507"/>
                  </a:moveTo>
                  <a:lnTo>
                    <a:pt x="406899" y="574773"/>
                  </a:lnTo>
                  <a:lnTo>
                    <a:pt x="366801" y="620807"/>
                  </a:lnTo>
                  <a:close/>
                  <a:moveTo>
                    <a:pt x="469276" y="607092"/>
                  </a:moveTo>
                  <a:lnTo>
                    <a:pt x="480608" y="658519"/>
                  </a:lnTo>
                  <a:lnTo>
                    <a:pt x="482365" y="643847"/>
                  </a:lnTo>
                  <a:close/>
                  <a:moveTo>
                    <a:pt x="443721" y="659244"/>
                  </a:moveTo>
                  <a:lnTo>
                    <a:pt x="480608" y="658519"/>
                  </a:lnTo>
                  <a:lnTo>
                    <a:pt x="469276" y="607092"/>
                  </a:lnTo>
                  <a:close/>
                  <a:moveTo>
                    <a:pt x="367134" y="535266"/>
                  </a:moveTo>
                  <a:lnTo>
                    <a:pt x="406899" y="574773"/>
                  </a:lnTo>
                  <a:lnTo>
                    <a:pt x="380144" y="550766"/>
                  </a:lnTo>
                  <a:close/>
                  <a:moveTo>
                    <a:pt x="1044136" y="1259052"/>
                  </a:moveTo>
                  <a:lnTo>
                    <a:pt x="1001865" y="1279504"/>
                  </a:lnTo>
                  <a:lnTo>
                    <a:pt x="1034291" y="1276162"/>
                  </a:lnTo>
                  <a:close/>
                  <a:moveTo>
                    <a:pt x="1044136" y="1259052"/>
                  </a:moveTo>
                  <a:lnTo>
                    <a:pt x="1027475" y="1250679"/>
                  </a:lnTo>
                  <a:lnTo>
                    <a:pt x="1002579" y="1265749"/>
                  </a:lnTo>
                  <a:close/>
                  <a:moveTo>
                    <a:pt x="810330" y="965486"/>
                  </a:moveTo>
                  <a:lnTo>
                    <a:pt x="809016" y="1011397"/>
                  </a:lnTo>
                  <a:lnTo>
                    <a:pt x="828140" y="1003703"/>
                  </a:lnTo>
                  <a:close/>
                  <a:moveTo>
                    <a:pt x="810330" y="965486"/>
                  </a:moveTo>
                  <a:lnTo>
                    <a:pt x="828140" y="1003703"/>
                  </a:lnTo>
                  <a:lnTo>
                    <a:pt x="849396" y="986968"/>
                  </a:lnTo>
                  <a:close/>
                  <a:moveTo>
                    <a:pt x="715095" y="858570"/>
                  </a:moveTo>
                  <a:lnTo>
                    <a:pt x="702503" y="854958"/>
                  </a:lnTo>
                  <a:lnTo>
                    <a:pt x="727810" y="877739"/>
                  </a:lnTo>
                  <a:close/>
                  <a:moveTo>
                    <a:pt x="515015" y="608808"/>
                  </a:moveTo>
                  <a:lnTo>
                    <a:pt x="546434" y="601704"/>
                  </a:lnTo>
                  <a:lnTo>
                    <a:pt x="512844" y="643847"/>
                  </a:lnTo>
                  <a:close/>
                  <a:moveTo>
                    <a:pt x="538713" y="593622"/>
                  </a:moveTo>
                  <a:lnTo>
                    <a:pt x="501157" y="597066"/>
                  </a:lnTo>
                  <a:lnTo>
                    <a:pt x="512844" y="643847"/>
                  </a:lnTo>
                  <a:close/>
                  <a:moveTo>
                    <a:pt x="887946" y="977031"/>
                  </a:moveTo>
                  <a:lnTo>
                    <a:pt x="877946" y="994214"/>
                  </a:lnTo>
                  <a:lnTo>
                    <a:pt x="885772" y="998395"/>
                  </a:lnTo>
                  <a:close/>
                  <a:moveTo>
                    <a:pt x="877946" y="994214"/>
                  </a:moveTo>
                  <a:lnTo>
                    <a:pt x="887946" y="977031"/>
                  </a:lnTo>
                  <a:lnTo>
                    <a:pt x="849396" y="986968"/>
                  </a:lnTo>
                  <a:close/>
                  <a:moveTo>
                    <a:pt x="908801" y="988289"/>
                  </a:moveTo>
                  <a:lnTo>
                    <a:pt x="885772" y="998395"/>
                  </a:lnTo>
                  <a:lnTo>
                    <a:pt x="945998" y="1002785"/>
                  </a:lnTo>
                  <a:close/>
                  <a:moveTo>
                    <a:pt x="763706" y="832289"/>
                  </a:moveTo>
                  <a:lnTo>
                    <a:pt x="782708" y="843929"/>
                  </a:lnTo>
                  <a:lnTo>
                    <a:pt x="774223" y="806080"/>
                  </a:lnTo>
                  <a:close/>
                  <a:moveTo>
                    <a:pt x="717076" y="769768"/>
                  </a:moveTo>
                  <a:lnTo>
                    <a:pt x="737854" y="793256"/>
                  </a:lnTo>
                  <a:lnTo>
                    <a:pt x="706687" y="762062"/>
                  </a:lnTo>
                  <a:close/>
                  <a:moveTo>
                    <a:pt x="706687" y="762062"/>
                  </a:moveTo>
                  <a:lnTo>
                    <a:pt x="737854" y="793256"/>
                  </a:lnTo>
                  <a:lnTo>
                    <a:pt x="744119" y="803466"/>
                  </a:lnTo>
                  <a:close/>
                  <a:moveTo>
                    <a:pt x="706687" y="762062"/>
                  </a:moveTo>
                  <a:lnTo>
                    <a:pt x="744119" y="803466"/>
                  </a:lnTo>
                  <a:lnTo>
                    <a:pt x="736710" y="764742"/>
                  </a:lnTo>
                  <a:close/>
                  <a:moveTo>
                    <a:pt x="504415" y="504923"/>
                  </a:moveTo>
                  <a:lnTo>
                    <a:pt x="521775" y="516399"/>
                  </a:lnTo>
                  <a:lnTo>
                    <a:pt x="513298" y="506179"/>
                  </a:lnTo>
                  <a:close/>
                  <a:moveTo>
                    <a:pt x="953237" y="965545"/>
                  </a:moveTo>
                  <a:lnTo>
                    <a:pt x="908801" y="988289"/>
                  </a:lnTo>
                  <a:lnTo>
                    <a:pt x="945998" y="1002785"/>
                  </a:lnTo>
                  <a:close/>
                  <a:moveTo>
                    <a:pt x="953237" y="965545"/>
                  </a:moveTo>
                  <a:lnTo>
                    <a:pt x="948702" y="923092"/>
                  </a:lnTo>
                  <a:lnTo>
                    <a:pt x="911476" y="927661"/>
                  </a:lnTo>
                  <a:close/>
                  <a:moveTo>
                    <a:pt x="922741" y="915830"/>
                  </a:moveTo>
                  <a:lnTo>
                    <a:pt x="891254" y="922684"/>
                  </a:lnTo>
                  <a:lnTo>
                    <a:pt x="948702" y="923092"/>
                  </a:lnTo>
                  <a:close/>
                  <a:moveTo>
                    <a:pt x="948702" y="923092"/>
                  </a:moveTo>
                  <a:lnTo>
                    <a:pt x="891254" y="922684"/>
                  </a:lnTo>
                  <a:lnTo>
                    <a:pt x="911476" y="927661"/>
                  </a:lnTo>
                  <a:close/>
                  <a:moveTo>
                    <a:pt x="1142902" y="1143622"/>
                  </a:moveTo>
                  <a:lnTo>
                    <a:pt x="1177323" y="1180377"/>
                  </a:lnTo>
                  <a:lnTo>
                    <a:pt x="1187842" y="1178739"/>
                  </a:lnTo>
                  <a:close/>
                  <a:moveTo>
                    <a:pt x="616612" y="450887"/>
                  </a:moveTo>
                  <a:lnTo>
                    <a:pt x="580251" y="428094"/>
                  </a:lnTo>
                  <a:lnTo>
                    <a:pt x="600584" y="480916"/>
                  </a:lnTo>
                  <a:close/>
                  <a:moveTo>
                    <a:pt x="1007580" y="819831"/>
                  </a:moveTo>
                  <a:lnTo>
                    <a:pt x="993877" y="815216"/>
                  </a:lnTo>
                  <a:lnTo>
                    <a:pt x="1004040" y="861836"/>
                  </a:lnTo>
                  <a:close/>
                  <a:moveTo>
                    <a:pt x="1004040" y="861836"/>
                  </a:moveTo>
                  <a:lnTo>
                    <a:pt x="993877" y="815216"/>
                  </a:lnTo>
                  <a:lnTo>
                    <a:pt x="970086" y="817606"/>
                  </a:lnTo>
                  <a:close/>
                  <a:moveTo>
                    <a:pt x="1013687" y="815216"/>
                  </a:moveTo>
                  <a:lnTo>
                    <a:pt x="1007580" y="819831"/>
                  </a:lnTo>
                  <a:lnTo>
                    <a:pt x="1034673" y="819274"/>
                  </a:lnTo>
                  <a:close/>
                  <a:moveTo>
                    <a:pt x="963526" y="795644"/>
                  </a:moveTo>
                  <a:lnTo>
                    <a:pt x="970086" y="817606"/>
                  </a:lnTo>
                  <a:lnTo>
                    <a:pt x="993877" y="815216"/>
                  </a:lnTo>
                  <a:close/>
                  <a:moveTo>
                    <a:pt x="963526" y="795644"/>
                  </a:moveTo>
                  <a:lnTo>
                    <a:pt x="993877" y="815216"/>
                  </a:lnTo>
                  <a:lnTo>
                    <a:pt x="964592" y="778461"/>
                  </a:lnTo>
                  <a:close/>
                  <a:moveTo>
                    <a:pt x="657667" y="416849"/>
                  </a:moveTo>
                  <a:lnTo>
                    <a:pt x="657036" y="381241"/>
                  </a:lnTo>
                  <a:lnTo>
                    <a:pt x="629124" y="401456"/>
                  </a:lnTo>
                  <a:close/>
                  <a:moveTo>
                    <a:pt x="650780" y="454060"/>
                  </a:moveTo>
                  <a:lnTo>
                    <a:pt x="697321" y="456447"/>
                  </a:lnTo>
                  <a:lnTo>
                    <a:pt x="686560" y="410911"/>
                  </a:lnTo>
                  <a:close/>
                  <a:moveTo>
                    <a:pt x="993877" y="815216"/>
                  </a:moveTo>
                  <a:lnTo>
                    <a:pt x="1007580" y="819831"/>
                  </a:lnTo>
                  <a:lnTo>
                    <a:pt x="1008492" y="813471"/>
                  </a:lnTo>
                  <a:close/>
                  <a:moveTo>
                    <a:pt x="993877" y="815216"/>
                  </a:moveTo>
                  <a:lnTo>
                    <a:pt x="1008492" y="813471"/>
                  </a:lnTo>
                  <a:lnTo>
                    <a:pt x="964592" y="778461"/>
                  </a:lnTo>
                  <a:close/>
                  <a:moveTo>
                    <a:pt x="1008492" y="813471"/>
                  </a:moveTo>
                  <a:lnTo>
                    <a:pt x="1007580" y="819831"/>
                  </a:lnTo>
                  <a:lnTo>
                    <a:pt x="1013687" y="815216"/>
                  </a:lnTo>
                  <a:close/>
                  <a:moveTo>
                    <a:pt x="807722" y="474692"/>
                  </a:moveTo>
                  <a:lnTo>
                    <a:pt x="779613" y="494175"/>
                  </a:lnTo>
                  <a:lnTo>
                    <a:pt x="757646" y="484421"/>
                  </a:lnTo>
                  <a:close/>
                  <a:moveTo>
                    <a:pt x="808922" y="509388"/>
                  </a:moveTo>
                  <a:lnTo>
                    <a:pt x="807722" y="474692"/>
                  </a:lnTo>
                  <a:lnTo>
                    <a:pt x="757646" y="484421"/>
                  </a:lnTo>
                  <a:close/>
                  <a:moveTo>
                    <a:pt x="778925" y="444280"/>
                  </a:moveTo>
                  <a:lnTo>
                    <a:pt x="757646" y="484421"/>
                  </a:lnTo>
                  <a:lnTo>
                    <a:pt x="760548" y="476879"/>
                  </a:lnTo>
                  <a:close/>
                  <a:moveTo>
                    <a:pt x="686560" y="410911"/>
                  </a:moveTo>
                  <a:lnTo>
                    <a:pt x="690910" y="447666"/>
                  </a:lnTo>
                  <a:lnTo>
                    <a:pt x="679073" y="399447"/>
                  </a:lnTo>
                  <a:close/>
                  <a:moveTo>
                    <a:pt x="587942" y="222711"/>
                  </a:moveTo>
                  <a:lnTo>
                    <a:pt x="584065" y="263891"/>
                  </a:lnTo>
                  <a:lnTo>
                    <a:pt x="588178" y="248367"/>
                  </a:lnTo>
                  <a:close/>
                  <a:moveTo>
                    <a:pt x="571713" y="253564"/>
                  </a:moveTo>
                  <a:lnTo>
                    <a:pt x="584065" y="263891"/>
                  </a:lnTo>
                  <a:lnTo>
                    <a:pt x="587942" y="222711"/>
                  </a:lnTo>
                  <a:close/>
                  <a:moveTo>
                    <a:pt x="1008124" y="679528"/>
                  </a:moveTo>
                  <a:lnTo>
                    <a:pt x="1020885" y="713901"/>
                  </a:lnTo>
                  <a:lnTo>
                    <a:pt x="1031328" y="687753"/>
                  </a:lnTo>
                  <a:close/>
                  <a:moveTo>
                    <a:pt x="1008124" y="679528"/>
                  </a:moveTo>
                  <a:lnTo>
                    <a:pt x="1031328" y="687753"/>
                  </a:lnTo>
                  <a:lnTo>
                    <a:pt x="1031285" y="687676"/>
                  </a:lnTo>
                  <a:close/>
                  <a:moveTo>
                    <a:pt x="912092" y="569183"/>
                  </a:moveTo>
                  <a:lnTo>
                    <a:pt x="920667" y="577502"/>
                  </a:lnTo>
                  <a:lnTo>
                    <a:pt x="897020" y="559410"/>
                  </a:lnTo>
                  <a:close/>
                  <a:moveTo>
                    <a:pt x="916101" y="386935"/>
                  </a:moveTo>
                  <a:lnTo>
                    <a:pt x="960822" y="384754"/>
                  </a:lnTo>
                  <a:lnTo>
                    <a:pt x="953423" y="378932"/>
                  </a:lnTo>
                  <a:close/>
                  <a:moveTo>
                    <a:pt x="751152" y="171289"/>
                  </a:moveTo>
                  <a:lnTo>
                    <a:pt x="768708" y="201763"/>
                  </a:lnTo>
                  <a:lnTo>
                    <a:pt x="783238" y="212341"/>
                  </a:lnTo>
                  <a:close/>
                  <a:moveTo>
                    <a:pt x="768708" y="201763"/>
                  </a:moveTo>
                  <a:lnTo>
                    <a:pt x="751152" y="171289"/>
                  </a:lnTo>
                  <a:lnTo>
                    <a:pt x="769792" y="195157"/>
                  </a:lnTo>
                  <a:close/>
                  <a:moveTo>
                    <a:pt x="756554" y="175586"/>
                  </a:moveTo>
                  <a:lnTo>
                    <a:pt x="740515" y="155576"/>
                  </a:lnTo>
                  <a:lnTo>
                    <a:pt x="751152" y="171289"/>
                  </a:lnTo>
                  <a:close/>
                  <a:moveTo>
                    <a:pt x="721179" y="123821"/>
                  </a:moveTo>
                  <a:lnTo>
                    <a:pt x="751152" y="171289"/>
                  </a:lnTo>
                  <a:lnTo>
                    <a:pt x="717816" y="138831"/>
                  </a:lnTo>
                  <a:close/>
                  <a:moveTo>
                    <a:pt x="749329" y="158403"/>
                  </a:moveTo>
                  <a:lnTo>
                    <a:pt x="751152" y="171289"/>
                  </a:lnTo>
                  <a:lnTo>
                    <a:pt x="721179" y="123821"/>
                  </a:lnTo>
                  <a:close/>
                  <a:moveTo>
                    <a:pt x="801275" y="112881"/>
                  </a:moveTo>
                  <a:lnTo>
                    <a:pt x="852783" y="133758"/>
                  </a:lnTo>
                  <a:lnTo>
                    <a:pt x="812675" y="108377"/>
                  </a:lnTo>
                  <a:close/>
                  <a:moveTo>
                    <a:pt x="915898" y="52743"/>
                  </a:moveTo>
                  <a:lnTo>
                    <a:pt x="938369" y="70097"/>
                  </a:lnTo>
                  <a:lnTo>
                    <a:pt x="908095" y="35467"/>
                  </a:lnTo>
                  <a:close/>
                  <a:moveTo>
                    <a:pt x="908095" y="35467"/>
                  </a:moveTo>
                  <a:lnTo>
                    <a:pt x="938369" y="70097"/>
                  </a:lnTo>
                  <a:lnTo>
                    <a:pt x="943337" y="78652"/>
                  </a:lnTo>
                  <a:close/>
                  <a:moveTo>
                    <a:pt x="908095" y="35467"/>
                  </a:moveTo>
                  <a:lnTo>
                    <a:pt x="943337" y="78652"/>
                  </a:lnTo>
                  <a:lnTo>
                    <a:pt x="923990" y="49633"/>
                  </a:lnTo>
                  <a:close/>
                  <a:moveTo>
                    <a:pt x="863361" y="0"/>
                  </a:moveTo>
                  <a:lnTo>
                    <a:pt x="908095" y="35467"/>
                  </a:lnTo>
                  <a:lnTo>
                    <a:pt x="886007" y="8677"/>
                  </a:lnTo>
                  <a:close/>
                  <a:moveTo>
                    <a:pt x="915898" y="52743"/>
                  </a:moveTo>
                  <a:lnTo>
                    <a:pt x="908095" y="35467"/>
                  </a:lnTo>
                  <a:lnTo>
                    <a:pt x="901781" y="33342"/>
                  </a:lnTo>
                  <a:close/>
                </a:path>
              </a:pathLst>
            </a:custGeom>
            <a:solidFill>
              <a:srgbClr val="C2CCD3"/>
            </a:solidFill>
            <a:ln w="1524">
              <a:solidFill>
                <a:srgbClr val="C2CCD3"/>
              </a:solidFill>
            </a:ln>
          </p:spPr>
        </p:sp>
        <p:sp>
          <p:nvSpPr>
            <p:cNvPr id="131" name="Input_density__130">
              <a:extLst>
                <a:ext uri="{FF2B5EF4-FFF2-40B4-BE49-F238E27FC236}">
                  <a16:creationId xmlns:a16="http://schemas.microsoft.com/office/drawing/2014/main" id="{7C576854-1B7E-E883-3C4A-9C5F50CB8F6C}"/>
                </a:ext>
              </a:extLst>
            </p:cNvPr>
            <p:cNvSpPr>
              <a:spLocks noGrp="1"/>
            </p:cNvSpPr>
            <p:nvPr/>
          </p:nvSpPr>
          <p:spPr>
            <a:xfrm>
              <a:off x="679784" y="1500223"/>
              <a:ext cx="1193883" cy="1387021"/>
            </a:xfrm>
            <a:custGeom>
              <a:avLst/>
              <a:gdLst/>
              <a:ahLst/>
              <a:cxnLst/>
              <a:rect l="0" t="0" r="0" b="0"/>
              <a:pathLst>
                <a:path w="1193883" h="1387021">
                  <a:moveTo>
                    <a:pt x="233660" y="1066677"/>
                  </a:moveTo>
                  <a:lnTo>
                    <a:pt x="263543" y="1093595"/>
                  </a:lnTo>
                  <a:lnTo>
                    <a:pt x="226368" y="1051982"/>
                  </a:lnTo>
                  <a:close/>
                  <a:moveTo>
                    <a:pt x="226368" y="1051982"/>
                  </a:moveTo>
                  <a:lnTo>
                    <a:pt x="223808" y="1049493"/>
                  </a:lnTo>
                  <a:lnTo>
                    <a:pt x="201223" y="1040246"/>
                  </a:lnTo>
                  <a:close/>
                  <a:moveTo>
                    <a:pt x="60493" y="695392"/>
                  </a:moveTo>
                  <a:lnTo>
                    <a:pt x="19800" y="664760"/>
                  </a:lnTo>
                  <a:lnTo>
                    <a:pt x="401" y="691501"/>
                  </a:lnTo>
                  <a:close/>
                  <a:moveTo>
                    <a:pt x="437089" y="1088637"/>
                  </a:moveTo>
                  <a:lnTo>
                    <a:pt x="440295" y="1118800"/>
                  </a:lnTo>
                  <a:lnTo>
                    <a:pt x="463254" y="1108428"/>
                  </a:lnTo>
                  <a:close/>
                  <a:moveTo>
                    <a:pt x="365786" y="1064649"/>
                  </a:moveTo>
                  <a:lnTo>
                    <a:pt x="330441" y="1081802"/>
                  </a:lnTo>
                  <a:lnTo>
                    <a:pt x="362352" y="1076535"/>
                  </a:lnTo>
                  <a:close/>
                  <a:moveTo>
                    <a:pt x="244429" y="922045"/>
                  </a:moveTo>
                  <a:lnTo>
                    <a:pt x="222027" y="925611"/>
                  </a:lnTo>
                  <a:lnTo>
                    <a:pt x="228168" y="916277"/>
                  </a:lnTo>
                  <a:close/>
                  <a:moveTo>
                    <a:pt x="220353" y="919353"/>
                  </a:moveTo>
                  <a:lnTo>
                    <a:pt x="244429" y="922045"/>
                  </a:lnTo>
                  <a:lnTo>
                    <a:pt x="228168" y="916277"/>
                  </a:lnTo>
                  <a:close/>
                  <a:moveTo>
                    <a:pt x="73661" y="701515"/>
                  </a:moveTo>
                  <a:lnTo>
                    <a:pt x="100102" y="718907"/>
                  </a:lnTo>
                  <a:lnTo>
                    <a:pt x="72304" y="693245"/>
                  </a:lnTo>
                  <a:close/>
                  <a:moveTo>
                    <a:pt x="60493" y="695392"/>
                  </a:moveTo>
                  <a:lnTo>
                    <a:pt x="73661" y="701515"/>
                  </a:lnTo>
                  <a:lnTo>
                    <a:pt x="72304" y="693245"/>
                  </a:lnTo>
                  <a:close/>
                  <a:moveTo>
                    <a:pt x="20734" y="575107"/>
                  </a:moveTo>
                  <a:lnTo>
                    <a:pt x="9915" y="582636"/>
                  </a:lnTo>
                  <a:lnTo>
                    <a:pt x="44095" y="610822"/>
                  </a:lnTo>
                  <a:close/>
                  <a:moveTo>
                    <a:pt x="36668" y="543227"/>
                  </a:moveTo>
                  <a:lnTo>
                    <a:pt x="9675" y="538084"/>
                  </a:lnTo>
                  <a:lnTo>
                    <a:pt x="0" y="591250"/>
                  </a:lnTo>
                  <a:close/>
                  <a:moveTo>
                    <a:pt x="123860" y="615317"/>
                  </a:moveTo>
                  <a:lnTo>
                    <a:pt x="131494" y="647577"/>
                  </a:lnTo>
                  <a:lnTo>
                    <a:pt x="139453" y="645250"/>
                  </a:lnTo>
                  <a:close/>
                  <a:moveTo>
                    <a:pt x="123860" y="615317"/>
                  </a:moveTo>
                  <a:lnTo>
                    <a:pt x="139453" y="645250"/>
                  </a:lnTo>
                  <a:lnTo>
                    <a:pt x="156514" y="612831"/>
                  </a:lnTo>
                  <a:close/>
                  <a:moveTo>
                    <a:pt x="21100" y="573543"/>
                  </a:moveTo>
                  <a:lnTo>
                    <a:pt x="20734" y="575107"/>
                  </a:lnTo>
                  <a:lnTo>
                    <a:pt x="73272" y="602963"/>
                  </a:lnTo>
                  <a:close/>
                  <a:moveTo>
                    <a:pt x="12363" y="543810"/>
                  </a:moveTo>
                  <a:lnTo>
                    <a:pt x="21100" y="573543"/>
                  </a:lnTo>
                  <a:lnTo>
                    <a:pt x="47940" y="552251"/>
                  </a:lnTo>
                  <a:close/>
                  <a:moveTo>
                    <a:pt x="801766" y="1365493"/>
                  </a:moveTo>
                  <a:lnTo>
                    <a:pt x="828161" y="1379937"/>
                  </a:lnTo>
                  <a:lnTo>
                    <a:pt x="854546" y="1385065"/>
                  </a:lnTo>
                  <a:close/>
                  <a:moveTo>
                    <a:pt x="871949" y="1385065"/>
                  </a:moveTo>
                  <a:lnTo>
                    <a:pt x="852859" y="1387021"/>
                  </a:lnTo>
                  <a:lnTo>
                    <a:pt x="834489" y="1365493"/>
                  </a:lnTo>
                  <a:close/>
                  <a:moveTo>
                    <a:pt x="61478" y="478310"/>
                  </a:moveTo>
                  <a:lnTo>
                    <a:pt x="62006" y="433134"/>
                  </a:lnTo>
                  <a:lnTo>
                    <a:pt x="64997" y="466190"/>
                  </a:lnTo>
                  <a:close/>
                  <a:moveTo>
                    <a:pt x="860017" y="1336454"/>
                  </a:moveTo>
                  <a:lnTo>
                    <a:pt x="871949" y="1385065"/>
                  </a:lnTo>
                  <a:lnTo>
                    <a:pt x="876884" y="1348310"/>
                  </a:lnTo>
                  <a:close/>
                  <a:moveTo>
                    <a:pt x="571911" y="976904"/>
                  </a:moveTo>
                  <a:lnTo>
                    <a:pt x="589094" y="1012779"/>
                  </a:lnTo>
                  <a:lnTo>
                    <a:pt x="598282" y="966328"/>
                  </a:lnTo>
                  <a:close/>
                  <a:moveTo>
                    <a:pt x="565321" y="1010784"/>
                  </a:moveTo>
                  <a:lnTo>
                    <a:pt x="589094" y="1012779"/>
                  </a:lnTo>
                  <a:lnTo>
                    <a:pt x="571911" y="976904"/>
                  </a:lnTo>
                  <a:close/>
                  <a:moveTo>
                    <a:pt x="265055" y="613210"/>
                  </a:moveTo>
                  <a:lnTo>
                    <a:pt x="305848" y="638819"/>
                  </a:lnTo>
                  <a:lnTo>
                    <a:pt x="278367" y="626851"/>
                  </a:lnTo>
                  <a:close/>
                  <a:moveTo>
                    <a:pt x="333010" y="599078"/>
                  </a:moveTo>
                  <a:lnTo>
                    <a:pt x="308901" y="616434"/>
                  </a:lnTo>
                  <a:lnTo>
                    <a:pt x="305848" y="638819"/>
                  </a:lnTo>
                  <a:close/>
                  <a:moveTo>
                    <a:pt x="174654" y="529971"/>
                  </a:moveTo>
                  <a:lnTo>
                    <a:pt x="193348" y="539700"/>
                  </a:lnTo>
                  <a:lnTo>
                    <a:pt x="174453" y="487486"/>
                  </a:lnTo>
                  <a:close/>
                  <a:moveTo>
                    <a:pt x="174453" y="487486"/>
                  </a:moveTo>
                  <a:lnTo>
                    <a:pt x="195327" y="537163"/>
                  </a:lnTo>
                  <a:lnTo>
                    <a:pt x="215960" y="518096"/>
                  </a:lnTo>
                  <a:close/>
                  <a:moveTo>
                    <a:pt x="927574" y="1367882"/>
                  </a:moveTo>
                  <a:lnTo>
                    <a:pt x="938206" y="1371811"/>
                  </a:lnTo>
                  <a:lnTo>
                    <a:pt x="948097" y="1386788"/>
                  </a:lnTo>
                  <a:close/>
                  <a:moveTo>
                    <a:pt x="589551" y="883932"/>
                  </a:moveTo>
                  <a:lnTo>
                    <a:pt x="570955" y="916709"/>
                  </a:lnTo>
                  <a:lnTo>
                    <a:pt x="597749" y="922015"/>
                  </a:lnTo>
                  <a:close/>
                  <a:moveTo>
                    <a:pt x="589551" y="883932"/>
                  </a:moveTo>
                  <a:lnTo>
                    <a:pt x="597749" y="922015"/>
                  </a:lnTo>
                  <a:lnTo>
                    <a:pt x="603525" y="926822"/>
                  </a:lnTo>
                  <a:close/>
                  <a:moveTo>
                    <a:pt x="497841" y="770073"/>
                  </a:moveTo>
                  <a:lnTo>
                    <a:pt x="456953" y="796246"/>
                  </a:lnTo>
                  <a:lnTo>
                    <a:pt x="491958" y="802549"/>
                  </a:lnTo>
                  <a:close/>
                  <a:moveTo>
                    <a:pt x="392619" y="667198"/>
                  </a:moveTo>
                  <a:lnTo>
                    <a:pt x="363462" y="695854"/>
                  </a:lnTo>
                  <a:lnTo>
                    <a:pt x="391991" y="677944"/>
                  </a:lnTo>
                  <a:close/>
                  <a:moveTo>
                    <a:pt x="392619" y="667198"/>
                  </a:moveTo>
                  <a:lnTo>
                    <a:pt x="396348" y="669537"/>
                  </a:lnTo>
                  <a:lnTo>
                    <a:pt x="404604" y="628892"/>
                  </a:lnTo>
                  <a:close/>
                  <a:moveTo>
                    <a:pt x="330869" y="602361"/>
                  </a:moveTo>
                  <a:lnTo>
                    <a:pt x="308901" y="616434"/>
                  </a:lnTo>
                  <a:lnTo>
                    <a:pt x="366801" y="612129"/>
                  </a:lnTo>
                  <a:close/>
                  <a:moveTo>
                    <a:pt x="1003206" y="1346056"/>
                  </a:moveTo>
                  <a:lnTo>
                    <a:pt x="1003786" y="1374217"/>
                  </a:lnTo>
                  <a:lnTo>
                    <a:pt x="1006346" y="1350698"/>
                  </a:lnTo>
                  <a:close/>
                  <a:moveTo>
                    <a:pt x="997903" y="1305620"/>
                  </a:moveTo>
                  <a:lnTo>
                    <a:pt x="1006346" y="1350698"/>
                  </a:lnTo>
                  <a:lnTo>
                    <a:pt x="998376" y="1313943"/>
                  </a:lnTo>
                  <a:close/>
                  <a:moveTo>
                    <a:pt x="997903" y="1305620"/>
                  </a:moveTo>
                  <a:lnTo>
                    <a:pt x="1003206" y="1346056"/>
                  </a:lnTo>
                  <a:lnTo>
                    <a:pt x="1006346" y="1350698"/>
                  </a:lnTo>
                  <a:close/>
                  <a:moveTo>
                    <a:pt x="820677" y="1010460"/>
                  </a:moveTo>
                  <a:lnTo>
                    <a:pt x="809016" y="1002720"/>
                  </a:lnTo>
                  <a:lnTo>
                    <a:pt x="803871" y="1028864"/>
                  </a:lnTo>
                  <a:close/>
                  <a:moveTo>
                    <a:pt x="573446" y="825190"/>
                  </a:moveTo>
                  <a:lnTo>
                    <a:pt x="589266" y="872883"/>
                  </a:lnTo>
                  <a:lnTo>
                    <a:pt x="586219" y="836128"/>
                  </a:lnTo>
                  <a:close/>
                  <a:moveTo>
                    <a:pt x="366801" y="612129"/>
                  </a:moveTo>
                  <a:lnTo>
                    <a:pt x="375106" y="615599"/>
                  </a:lnTo>
                  <a:lnTo>
                    <a:pt x="409374" y="608830"/>
                  </a:lnTo>
                  <a:close/>
                  <a:moveTo>
                    <a:pt x="380144" y="542088"/>
                  </a:moveTo>
                  <a:lnTo>
                    <a:pt x="368093" y="520751"/>
                  </a:lnTo>
                  <a:lnTo>
                    <a:pt x="367134" y="526588"/>
                  </a:lnTo>
                  <a:close/>
                  <a:moveTo>
                    <a:pt x="361815" y="524905"/>
                  </a:moveTo>
                  <a:lnTo>
                    <a:pt x="367134" y="526588"/>
                  </a:lnTo>
                  <a:lnTo>
                    <a:pt x="368093" y="520751"/>
                  </a:lnTo>
                  <a:close/>
                  <a:moveTo>
                    <a:pt x="877946" y="985537"/>
                  </a:moveTo>
                  <a:lnTo>
                    <a:pt x="849396" y="978290"/>
                  </a:lnTo>
                  <a:lnTo>
                    <a:pt x="881857" y="987810"/>
                  </a:lnTo>
                  <a:close/>
                  <a:moveTo>
                    <a:pt x="752277" y="864334"/>
                  </a:moveTo>
                  <a:lnTo>
                    <a:pt x="715095" y="849892"/>
                  </a:lnTo>
                  <a:lnTo>
                    <a:pt x="727810" y="869061"/>
                  </a:lnTo>
                  <a:close/>
                  <a:moveTo>
                    <a:pt x="357537" y="400149"/>
                  </a:moveTo>
                  <a:lnTo>
                    <a:pt x="388735" y="401874"/>
                  </a:lnTo>
                  <a:lnTo>
                    <a:pt x="360302" y="395414"/>
                  </a:lnTo>
                  <a:close/>
                  <a:moveTo>
                    <a:pt x="388735" y="401874"/>
                  </a:moveTo>
                  <a:lnTo>
                    <a:pt x="390990" y="385575"/>
                  </a:lnTo>
                  <a:lnTo>
                    <a:pt x="360302" y="395414"/>
                  </a:lnTo>
                  <a:close/>
                  <a:moveTo>
                    <a:pt x="696804" y="838517"/>
                  </a:moveTo>
                  <a:lnTo>
                    <a:pt x="702503" y="846280"/>
                  </a:lnTo>
                  <a:lnTo>
                    <a:pt x="715095" y="849892"/>
                  </a:lnTo>
                  <a:close/>
                  <a:moveTo>
                    <a:pt x="696804" y="838517"/>
                  </a:moveTo>
                  <a:lnTo>
                    <a:pt x="683611" y="816892"/>
                  </a:lnTo>
                  <a:lnTo>
                    <a:pt x="702503" y="846280"/>
                  </a:lnTo>
                  <a:close/>
                  <a:moveTo>
                    <a:pt x="696804" y="838517"/>
                  </a:moveTo>
                  <a:lnTo>
                    <a:pt x="678683" y="801762"/>
                  </a:lnTo>
                  <a:lnTo>
                    <a:pt x="683611" y="816892"/>
                  </a:lnTo>
                  <a:close/>
                  <a:moveTo>
                    <a:pt x="782708" y="835251"/>
                  </a:moveTo>
                  <a:lnTo>
                    <a:pt x="752277" y="864334"/>
                  </a:lnTo>
                  <a:lnTo>
                    <a:pt x="781310" y="848304"/>
                  </a:lnTo>
                  <a:close/>
                  <a:moveTo>
                    <a:pt x="763706" y="823611"/>
                  </a:moveTo>
                  <a:lnTo>
                    <a:pt x="774223" y="797403"/>
                  </a:lnTo>
                  <a:lnTo>
                    <a:pt x="744119" y="794789"/>
                  </a:lnTo>
                  <a:close/>
                  <a:moveTo>
                    <a:pt x="513298" y="497502"/>
                  </a:moveTo>
                  <a:lnTo>
                    <a:pt x="535240" y="543021"/>
                  </a:lnTo>
                  <a:lnTo>
                    <a:pt x="545661" y="493928"/>
                  </a:lnTo>
                  <a:close/>
                  <a:moveTo>
                    <a:pt x="1177323" y="1171700"/>
                  </a:moveTo>
                  <a:lnTo>
                    <a:pt x="1179567" y="1176789"/>
                  </a:lnTo>
                  <a:lnTo>
                    <a:pt x="1187060" y="1176311"/>
                  </a:lnTo>
                  <a:close/>
                  <a:moveTo>
                    <a:pt x="950640" y="915255"/>
                  </a:moveTo>
                  <a:lnTo>
                    <a:pt x="948702" y="914415"/>
                  </a:lnTo>
                  <a:lnTo>
                    <a:pt x="953237" y="956868"/>
                  </a:lnTo>
                  <a:close/>
                  <a:moveTo>
                    <a:pt x="953237" y="956868"/>
                  </a:moveTo>
                  <a:lnTo>
                    <a:pt x="945998" y="994107"/>
                  </a:lnTo>
                  <a:lnTo>
                    <a:pt x="968830" y="968353"/>
                  </a:lnTo>
                  <a:close/>
                  <a:moveTo>
                    <a:pt x="968830" y="968353"/>
                  </a:moveTo>
                  <a:lnTo>
                    <a:pt x="950640" y="915255"/>
                  </a:lnTo>
                  <a:lnTo>
                    <a:pt x="953237" y="956868"/>
                  </a:lnTo>
                  <a:close/>
                  <a:moveTo>
                    <a:pt x="881544" y="906071"/>
                  </a:moveTo>
                  <a:lnTo>
                    <a:pt x="897899" y="885274"/>
                  </a:lnTo>
                  <a:lnTo>
                    <a:pt x="914198" y="903585"/>
                  </a:lnTo>
                  <a:close/>
                  <a:moveTo>
                    <a:pt x="1177323" y="1171700"/>
                  </a:moveTo>
                  <a:lnTo>
                    <a:pt x="1187060" y="1176311"/>
                  </a:lnTo>
                  <a:lnTo>
                    <a:pt x="1187842" y="1170061"/>
                  </a:lnTo>
                  <a:close/>
                  <a:moveTo>
                    <a:pt x="1187842" y="1170061"/>
                  </a:moveTo>
                  <a:lnTo>
                    <a:pt x="1187060" y="1176311"/>
                  </a:lnTo>
                  <a:lnTo>
                    <a:pt x="1193883" y="1171700"/>
                  </a:lnTo>
                  <a:close/>
                  <a:moveTo>
                    <a:pt x="959271" y="897232"/>
                  </a:moveTo>
                  <a:lnTo>
                    <a:pt x="948702" y="914415"/>
                  </a:lnTo>
                  <a:lnTo>
                    <a:pt x="950640" y="915255"/>
                  </a:lnTo>
                  <a:close/>
                  <a:moveTo>
                    <a:pt x="948702" y="914415"/>
                  </a:moveTo>
                  <a:lnTo>
                    <a:pt x="959271" y="897232"/>
                  </a:lnTo>
                  <a:lnTo>
                    <a:pt x="914198" y="903585"/>
                  </a:lnTo>
                  <a:close/>
                  <a:moveTo>
                    <a:pt x="951647" y="914415"/>
                  </a:moveTo>
                  <a:lnTo>
                    <a:pt x="974053" y="906586"/>
                  </a:lnTo>
                  <a:lnTo>
                    <a:pt x="950640" y="915255"/>
                  </a:lnTo>
                  <a:close/>
                  <a:moveTo>
                    <a:pt x="951647" y="914415"/>
                  </a:moveTo>
                  <a:lnTo>
                    <a:pt x="994907" y="897232"/>
                  </a:lnTo>
                  <a:lnTo>
                    <a:pt x="974053" y="906586"/>
                  </a:lnTo>
                  <a:close/>
                  <a:moveTo>
                    <a:pt x="600584" y="472239"/>
                  </a:moveTo>
                  <a:lnTo>
                    <a:pt x="595666" y="493895"/>
                  </a:lnTo>
                  <a:lnTo>
                    <a:pt x="599868" y="475814"/>
                  </a:lnTo>
                  <a:close/>
                  <a:moveTo>
                    <a:pt x="600584" y="472239"/>
                  </a:moveTo>
                  <a:lnTo>
                    <a:pt x="602513" y="473355"/>
                  </a:lnTo>
                  <a:lnTo>
                    <a:pt x="616612" y="442209"/>
                  </a:lnTo>
                  <a:close/>
                  <a:moveTo>
                    <a:pt x="616612" y="442209"/>
                  </a:moveTo>
                  <a:lnTo>
                    <a:pt x="602513" y="473355"/>
                  </a:lnTo>
                  <a:lnTo>
                    <a:pt x="630646" y="466312"/>
                  </a:lnTo>
                  <a:close/>
                  <a:moveTo>
                    <a:pt x="616612" y="442209"/>
                  </a:moveTo>
                  <a:lnTo>
                    <a:pt x="630646" y="466312"/>
                  </a:lnTo>
                  <a:lnTo>
                    <a:pt x="650780" y="445382"/>
                  </a:lnTo>
                  <a:close/>
                  <a:moveTo>
                    <a:pt x="978652" y="891459"/>
                  </a:moveTo>
                  <a:lnTo>
                    <a:pt x="994907" y="897232"/>
                  </a:lnTo>
                  <a:lnTo>
                    <a:pt x="1004040" y="853159"/>
                  </a:lnTo>
                  <a:close/>
                  <a:moveTo>
                    <a:pt x="1034673" y="810597"/>
                  </a:moveTo>
                  <a:lnTo>
                    <a:pt x="1007580" y="811153"/>
                  </a:lnTo>
                  <a:lnTo>
                    <a:pt x="1004040" y="853159"/>
                  </a:lnTo>
                  <a:close/>
                  <a:moveTo>
                    <a:pt x="1034673" y="810597"/>
                  </a:moveTo>
                  <a:lnTo>
                    <a:pt x="1004040" y="853159"/>
                  </a:lnTo>
                  <a:lnTo>
                    <a:pt x="1031989" y="857525"/>
                  </a:lnTo>
                  <a:close/>
                  <a:moveTo>
                    <a:pt x="1013687" y="806538"/>
                  </a:moveTo>
                  <a:lnTo>
                    <a:pt x="1034673" y="810597"/>
                  </a:lnTo>
                  <a:lnTo>
                    <a:pt x="1030910" y="773805"/>
                  </a:lnTo>
                  <a:close/>
                  <a:moveTo>
                    <a:pt x="962893" y="768654"/>
                  </a:moveTo>
                  <a:lnTo>
                    <a:pt x="934392" y="748453"/>
                  </a:lnTo>
                  <a:lnTo>
                    <a:pt x="964592" y="769783"/>
                  </a:lnTo>
                  <a:close/>
                  <a:moveTo>
                    <a:pt x="686560" y="402233"/>
                  </a:moveTo>
                  <a:lnTo>
                    <a:pt x="697321" y="447769"/>
                  </a:lnTo>
                  <a:lnTo>
                    <a:pt x="690910" y="438988"/>
                  </a:lnTo>
                  <a:close/>
                  <a:moveTo>
                    <a:pt x="1008492" y="804793"/>
                  </a:moveTo>
                  <a:lnTo>
                    <a:pt x="1030910" y="773805"/>
                  </a:lnTo>
                  <a:lnTo>
                    <a:pt x="1018473" y="755674"/>
                  </a:lnTo>
                  <a:close/>
                  <a:moveTo>
                    <a:pt x="1013687" y="806538"/>
                  </a:moveTo>
                  <a:lnTo>
                    <a:pt x="1030910" y="773805"/>
                  </a:lnTo>
                  <a:lnTo>
                    <a:pt x="1008492" y="804793"/>
                  </a:lnTo>
                  <a:close/>
                  <a:moveTo>
                    <a:pt x="962893" y="768654"/>
                  </a:moveTo>
                  <a:lnTo>
                    <a:pt x="964592" y="769783"/>
                  </a:lnTo>
                  <a:lnTo>
                    <a:pt x="966031" y="767478"/>
                  </a:lnTo>
                  <a:close/>
                  <a:moveTo>
                    <a:pt x="672320" y="348295"/>
                  </a:moveTo>
                  <a:lnTo>
                    <a:pt x="657036" y="372563"/>
                  </a:lnTo>
                  <a:lnTo>
                    <a:pt x="667056" y="355792"/>
                  </a:lnTo>
                  <a:close/>
                  <a:moveTo>
                    <a:pt x="667056" y="355792"/>
                  </a:moveTo>
                  <a:lnTo>
                    <a:pt x="651514" y="351916"/>
                  </a:lnTo>
                  <a:lnTo>
                    <a:pt x="672320" y="348295"/>
                  </a:lnTo>
                  <a:close/>
                  <a:moveTo>
                    <a:pt x="1020885" y="705224"/>
                  </a:moveTo>
                  <a:lnTo>
                    <a:pt x="1021330" y="752600"/>
                  </a:lnTo>
                  <a:lnTo>
                    <a:pt x="1037630" y="715845"/>
                  </a:lnTo>
                  <a:close/>
                  <a:moveTo>
                    <a:pt x="1020885" y="705224"/>
                  </a:moveTo>
                  <a:lnTo>
                    <a:pt x="1037630" y="715845"/>
                  </a:lnTo>
                  <a:lnTo>
                    <a:pt x="1031328" y="679075"/>
                  </a:lnTo>
                  <a:close/>
                  <a:moveTo>
                    <a:pt x="912092" y="560505"/>
                  </a:moveTo>
                  <a:lnTo>
                    <a:pt x="925454" y="605580"/>
                  </a:lnTo>
                  <a:lnTo>
                    <a:pt x="920667" y="568825"/>
                  </a:lnTo>
                  <a:close/>
                  <a:moveTo>
                    <a:pt x="693537" y="288247"/>
                  </a:moveTo>
                  <a:lnTo>
                    <a:pt x="729095" y="296618"/>
                  </a:lnTo>
                  <a:lnTo>
                    <a:pt x="753207" y="290559"/>
                  </a:lnTo>
                  <a:close/>
                  <a:moveTo>
                    <a:pt x="916101" y="378258"/>
                  </a:moveTo>
                  <a:lnTo>
                    <a:pt x="915545" y="424193"/>
                  </a:lnTo>
                  <a:lnTo>
                    <a:pt x="960822" y="376077"/>
                  </a:lnTo>
                  <a:close/>
                  <a:moveTo>
                    <a:pt x="717816" y="130153"/>
                  </a:moveTo>
                  <a:lnTo>
                    <a:pt x="751152" y="162612"/>
                  </a:lnTo>
                  <a:lnTo>
                    <a:pt x="740515" y="146898"/>
                  </a:lnTo>
                  <a:close/>
                  <a:moveTo>
                    <a:pt x="734333" y="123787"/>
                  </a:moveTo>
                  <a:lnTo>
                    <a:pt x="747105" y="112970"/>
                  </a:lnTo>
                  <a:lnTo>
                    <a:pt x="723475" y="111557"/>
                  </a:lnTo>
                  <a:close/>
                  <a:moveTo>
                    <a:pt x="721179" y="115143"/>
                  </a:moveTo>
                  <a:lnTo>
                    <a:pt x="717816" y="130153"/>
                  </a:lnTo>
                  <a:lnTo>
                    <a:pt x="734333" y="123787"/>
                  </a:lnTo>
                  <a:close/>
                  <a:moveTo>
                    <a:pt x="994774" y="378439"/>
                  </a:moveTo>
                  <a:lnTo>
                    <a:pt x="981746" y="358101"/>
                  </a:lnTo>
                  <a:lnTo>
                    <a:pt x="960822" y="376077"/>
                  </a:lnTo>
                  <a:close/>
                  <a:moveTo>
                    <a:pt x="797933" y="95787"/>
                  </a:moveTo>
                  <a:lnTo>
                    <a:pt x="801275" y="104203"/>
                  </a:lnTo>
                  <a:lnTo>
                    <a:pt x="812675" y="99699"/>
                  </a:lnTo>
                  <a:close/>
                  <a:moveTo>
                    <a:pt x="908095" y="26790"/>
                  </a:moveTo>
                  <a:lnTo>
                    <a:pt x="923990" y="40956"/>
                  </a:lnTo>
                  <a:lnTo>
                    <a:pt x="886007" y="0"/>
                  </a:lnTo>
                  <a:close/>
                </a:path>
              </a:pathLst>
            </a:custGeom>
            <a:solidFill>
              <a:srgbClr val="BCC7CF"/>
            </a:solidFill>
            <a:ln w="1524">
              <a:solidFill>
                <a:srgbClr val="BCC7CF"/>
              </a:solidFill>
            </a:ln>
          </p:spPr>
        </p:sp>
        <p:sp>
          <p:nvSpPr>
            <p:cNvPr id="132" name="Input_density__131">
              <a:extLst>
                <a:ext uri="{FF2B5EF4-FFF2-40B4-BE49-F238E27FC236}">
                  <a16:creationId xmlns:a16="http://schemas.microsoft.com/office/drawing/2014/main" id="{1C2F106E-4F99-9B4A-D16B-36EF355F4C46}"/>
                </a:ext>
              </a:extLst>
            </p:cNvPr>
            <p:cNvSpPr>
              <a:spLocks noGrp="1"/>
            </p:cNvSpPr>
            <p:nvPr/>
          </p:nvSpPr>
          <p:spPr>
            <a:xfrm>
              <a:off x="679784" y="1485900"/>
              <a:ext cx="1190195" cy="1398577"/>
            </a:xfrm>
            <a:custGeom>
              <a:avLst/>
              <a:gdLst/>
              <a:ahLst/>
              <a:cxnLst/>
              <a:rect l="0" t="0" r="0" b="0"/>
              <a:pathLst>
                <a:path w="1190195" h="1398577">
                  <a:moveTo>
                    <a:pt x="418122" y="1120143"/>
                  </a:moveTo>
                  <a:lnTo>
                    <a:pt x="396479" y="1083388"/>
                  </a:lnTo>
                  <a:lnTo>
                    <a:pt x="392415" y="1129158"/>
                  </a:lnTo>
                  <a:close/>
                  <a:moveTo>
                    <a:pt x="396479" y="1083388"/>
                  </a:moveTo>
                  <a:lnTo>
                    <a:pt x="391392" y="1085243"/>
                  </a:lnTo>
                  <a:lnTo>
                    <a:pt x="392415" y="1129158"/>
                  </a:lnTo>
                  <a:close/>
                  <a:moveTo>
                    <a:pt x="244429" y="936368"/>
                  </a:moveTo>
                  <a:lnTo>
                    <a:pt x="190317" y="916625"/>
                  </a:lnTo>
                  <a:lnTo>
                    <a:pt x="190369" y="916796"/>
                  </a:lnTo>
                  <a:close/>
                  <a:moveTo>
                    <a:pt x="190369" y="916796"/>
                  </a:moveTo>
                  <a:lnTo>
                    <a:pt x="190410" y="917931"/>
                  </a:lnTo>
                  <a:lnTo>
                    <a:pt x="244429" y="936368"/>
                  </a:lnTo>
                  <a:close/>
                  <a:moveTo>
                    <a:pt x="406977" y="1029449"/>
                  </a:moveTo>
                  <a:lnTo>
                    <a:pt x="391422" y="1074970"/>
                  </a:lnTo>
                  <a:lnTo>
                    <a:pt x="396479" y="1083388"/>
                  </a:lnTo>
                  <a:close/>
                  <a:moveTo>
                    <a:pt x="222159" y="844222"/>
                  </a:moveTo>
                  <a:lnTo>
                    <a:pt x="184870" y="862858"/>
                  </a:lnTo>
                  <a:lnTo>
                    <a:pt x="219936" y="845674"/>
                  </a:lnTo>
                  <a:close/>
                  <a:moveTo>
                    <a:pt x="252243" y="832123"/>
                  </a:moveTo>
                  <a:lnTo>
                    <a:pt x="198525" y="852065"/>
                  </a:lnTo>
                  <a:lnTo>
                    <a:pt x="222159" y="844222"/>
                  </a:lnTo>
                  <a:close/>
                  <a:moveTo>
                    <a:pt x="23895" y="630341"/>
                  </a:moveTo>
                  <a:lnTo>
                    <a:pt x="18670" y="677923"/>
                  </a:lnTo>
                  <a:lnTo>
                    <a:pt x="44095" y="625145"/>
                  </a:lnTo>
                  <a:close/>
                  <a:moveTo>
                    <a:pt x="44095" y="625145"/>
                  </a:moveTo>
                  <a:lnTo>
                    <a:pt x="18670" y="677923"/>
                  </a:lnTo>
                  <a:lnTo>
                    <a:pt x="19800" y="679083"/>
                  </a:lnTo>
                  <a:close/>
                  <a:moveTo>
                    <a:pt x="47940" y="566574"/>
                  </a:moveTo>
                  <a:lnTo>
                    <a:pt x="36668" y="557550"/>
                  </a:lnTo>
                  <a:lnTo>
                    <a:pt x="0" y="605573"/>
                  </a:lnTo>
                  <a:close/>
                  <a:moveTo>
                    <a:pt x="222159" y="844222"/>
                  </a:moveTo>
                  <a:lnTo>
                    <a:pt x="224065" y="844441"/>
                  </a:lnTo>
                  <a:lnTo>
                    <a:pt x="252243" y="832123"/>
                  </a:lnTo>
                  <a:close/>
                  <a:moveTo>
                    <a:pt x="62634" y="551635"/>
                  </a:moveTo>
                  <a:lnTo>
                    <a:pt x="84503" y="571206"/>
                  </a:lnTo>
                  <a:lnTo>
                    <a:pt x="76689" y="534451"/>
                  </a:lnTo>
                  <a:close/>
                  <a:moveTo>
                    <a:pt x="62634" y="551635"/>
                  </a:moveTo>
                  <a:lnTo>
                    <a:pt x="76689" y="534451"/>
                  </a:lnTo>
                  <a:lnTo>
                    <a:pt x="41132" y="541121"/>
                  </a:lnTo>
                  <a:close/>
                  <a:moveTo>
                    <a:pt x="76689" y="534451"/>
                  </a:moveTo>
                  <a:lnTo>
                    <a:pt x="58222" y="508809"/>
                  </a:lnTo>
                  <a:lnTo>
                    <a:pt x="41132" y="541121"/>
                  </a:lnTo>
                  <a:close/>
                  <a:moveTo>
                    <a:pt x="795773" y="1331171"/>
                  </a:moveTo>
                  <a:lnTo>
                    <a:pt x="788701" y="1371301"/>
                  </a:lnTo>
                  <a:lnTo>
                    <a:pt x="806979" y="1325878"/>
                  </a:lnTo>
                  <a:close/>
                  <a:moveTo>
                    <a:pt x="806979" y="1325878"/>
                  </a:moveTo>
                  <a:lnTo>
                    <a:pt x="801766" y="1379816"/>
                  </a:lnTo>
                  <a:lnTo>
                    <a:pt x="830379" y="1362633"/>
                  </a:lnTo>
                  <a:close/>
                  <a:moveTo>
                    <a:pt x="772086" y="1343061"/>
                  </a:moveTo>
                  <a:lnTo>
                    <a:pt x="788701" y="1371301"/>
                  </a:lnTo>
                  <a:lnTo>
                    <a:pt x="795773" y="1331171"/>
                  </a:lnTo>
                  <a:close/>
                  <a:moveTo>
                    <a:pt x="263570" y="682056"/>
                  </a:moveTo>
                  <a:lnTo>
                    <a:pt x="268441" y="664288"/>
                  </a:lnTo>
                  <a:lnTo>
                    <a:pt x="243097" y="681471"/>
                  </a:lnTo>
                  <a:close/>
                  <a:moveTo>
                    <a:pt x="76689" y="534451"/>
                  </a:moveTo>
                  <a:lnTo>
                    <a:pt x="84503" y="571206"/>
                  </a:lnTo>
                  <a:lnTo>
                    <a:pt x="121215" y="554023"/>
                  </a:lnTo>
                  <a:close/>
                  <a:moveTo>
                    <a:pt x="61478" y="492633"/>
                  </a:moveTo>
                  <a:lnTo>
                    <a:pt x="58222" y="508809"/>
                  </a:lnTo>
                  <a:lnTo>
                    <a:pt x="95238" y="480513"/>
                  </a:lnTo>
                  <a:close/>
                  <a:moveTo>
                    <a:pt x="95238" y="480513"/>
                  </a:moveTo>
                  <a:lnTo>
                    <a:pt x="58222" y="508809"/>
                  </a:lnTo>
                  <a:lnTo>
                    <a:pt x="76689" y="534451"/>
                  </a:lnTo>
                  <a:close/>
                  <a:moveTo>
                    <a:pt x="95238" y="480513"/>
                  </a:moveTo>
                  <a:lnTo>
                    <a:pt x="76689" y="534451"/>
                  </a:lnTo>
                  <a:lnTo>
                    <a:pt x="99817" y="517268"/>
                  </a:lnTo>
                  <a:close/>
                  <a:moveTo>
                    <a:pt x="38897" y="436555"/>
                  </a:moveTo>
                  <a:lnTo>
                    <a:pt x="62006" y="447457"/>
                  </a:lnTo>
                  <a:lnTo>
                    <a:pt x="41869" y="424186"/>
                  </a:lnTo>
                  <a:close/>
                  <a:moveTo>
                    <a:pt x="41869" y="424186"/>
                  </a:moveTo>
                  <a:lnTo>
                    <a:pt x="69642" y="443758"/>
                  </a:lnTo>
                  <a:lnTo>
                    <a:pt x="67681" y="407003"/>
                  </a:lnTo>
                  <a:close/>
                  <a:moveTo>
                    <a:pt x="830379" y="1362633"/>
                  </a:moveTo>
                  <a:lnTo>
                    <a:pt x="856261" y="1398577"/>
                  </a:lnTo>
                  <a:lnTo>
                    <a:pt x="860017" y="1350777"/>
                  </a:lnTo>
                  <a:close/>
                  <a:moveTo>
                    <a:pt x="363462" y="710177"/>
                  </a:moveTo>
                  <a:lnTo>
                    <a:pt x="340097" y="683860"/>
                  </a:lnTo>
                  <a:lnTo>
                    <a:pt x="361082" y="724819"/>
                  </a:lnTo>
                  <a:close/>
                  <a:moveTo>
                    <a:pt x="361082" y="724819"/>
                  </a:moveTo>
                  <a:lnTo>
                    <a:pt x="340097" y="683860"/>
                  </a:lnTo>
                  <a:lnTo>
                    <a:pt x="309199" y="695164"/>
                  </a:lnTo>
                  <a:close/>
                  <a:moveTo>
                    <a:pt x="361082" y="724819"/>
                  </a:moveTo>
                  <a:lnTo>
                    <a:pt x="309199" y="695164"/>
                  </a:lnTo>
                  <a:lnTo>
                    <a:pt x="330291" y="722763"/>
                  </a:lnTo>
                  <a:close/>
                  <a:moveTo>
                    <a:pt x="278956" y="692663"/>
                  </a:moveTo>
                  <a:lnTo>
                    <a:pt x="268441" y="664288"/>
                  </a:lnTo>
                  <a:lnTo>
                    <a:pt x="263570" y="682056"/>
                  </a:lnTo>
                  <a:close/>
                  <a:moveTo>
                    <a:pt x="305848" y="653141"/>
                  </a:moveTo>
                  <a:lnTo>
                    <a:pt x="268441" y="664288"/>
                  </a:lnTo>
                  <a:lnTo>
                    <a:pt x="278956" y="692663"/>
                  </a:lnTo>
                  <a:close/>
                  <a:moveTo>
                    <a:pt x="309199" y="695164"/>
                  </a:moveTo>
                  <a:lnTo>
                    <a:pt x="305848" y="653141"/>
                  </a:lnTo>
                  <a:lnTo>
                    <a:pt x="278956" y="692663"/>
                  </a:lnTo>
                  <a:close/>
                  <a:moveTo>
                    <a:pt x="113611" y="398904"/>
                  </a:moveTo>
                  <a:lnTo>
                    <a:pt x="105989" y="394041"/>
                  </a:lnTo>
                  <a:lnTo>
                    <a:pt x="67681" y="407003"/>
                  </a:lnTo>
                  <a:close/>
                  <a:moveTo>
                    <a:pt x="86037" y="392019"/>
                  </a:moveTo>
                  <a:lnTo>
                    <a:pt x="67681" y="407003"/>
                  </a:lnTo>
                  <a:lnTo>
                    <a:pt x="105989" y="394041"/>
                  </a:lnTo>
                  <a:close/>
                  <a:moveTo>
                    <a:pt x="143950" y="387763"/>
                  </a:moveTo>
                  <a:lnTo>
                    <a:pt x="105989" y="394041"/>
                  </a:lnTo>
                  <a:lnTo>
                    <a:pt x="136849" y="389819"/>
                  </a:lnTo>
                  <a:close/>
                  <a:moveTo>
                    <a:pt x="86037" y="392019"/>
                  </a:moveTo>
                  <a:lnTo>
                    <a:pt x="105989" y="394041"/>
                  </a:lnTo>
                  <a:lnTo>
                    <a:pt x="143950" y="387763"/>
                  </a:lnTo>
                  <a:close/>
                  <a:moveTo>
                    <a:pt x="105989" y="394041"/>
                  </a:moveTo>
                  <a:lnTo>
                    <a:pt x="113611" y="398904"/>
                  </a:lnTo>
                  <a:lnTo>
                    <a:pt x="136849" y="389819"/>
                  </a:lnTo>
                  <a:close/>
                  <a:moveTo>
                    <a:pt x="906618" y="1345449"/>
                  </a:moveTo>
                  <a:lnTo>
                    <a:pt x="927574" y="1382204"/>
                  </a:lnTo>
                  <a:lnTo>
                    <a:pt x="958047" y="1365021"/>
                  </a:lnTo>
                  <a:close/>
                  <a:moveTo>
                    <a:pt x="522862" y="836206"/>
                  </a:moveTo>
                  <a:lnTo>
                    <a:pt x="499273" y="844221"/>
                  </a:lnTo>
                  <a:lnTo>
                    <a:pt x="466384" y="845831"/>
                  </a:lnTo>
                  <a:close/>
                  <a:moveTo>
                    <a:pt x="552400" y="822069"/>
                  </a:moveTo>
                  <a:lnTo>
                    <a:pt x="499273" y="844221"/>
                  </a:lnTo>
                  <a:lnTo>
                    <a:pt x="522862" y="836206"/>
                  </a:lnTo>
                  <a:close/>
                  <a:moveTo>
                    <a:pt x="546248" y="816877"/>
                  </a:moveTo>
                  <a:lnTo>
                    <a:pt x="491958" y="816872"/>
                  </a:lnTo>
                  <a:lnTo>
                    <a:pt x="505588" y="830880"/>
                  </a:lnTo>
                  <a:close/>
                  <a:moveTo>
                    <a:pt x="440028" y="714814"/>
                  </a:moveTo>
                  <a:lnTo>
                    <a:pt x="423689" y="720615"/>
                  </a:lnTo>
                  <a:lnTo>
                    <a:pt x="458470" y="720035"/>
                  </a:lnTo>
                  <a:close/>
                  <a:moveTo>
                    <a:pt x="458470" y="720035"/>
                  </a:moveTo>
                  <a:lnTo>
                    <a:pt x="491551" y="740186"/>
                  </a:lnTo>
                  <a:lnTo>
                    <a:pt x="440028" y="714814"/>
                  </a:lnTo>
                  <a:close/>
                  <a:moveTo>
                    <a:pt x="440028" y="714814"/>
                  </a:moveTo>
                  <a:lnTo>
                    <a:pt x="491551" y="740186"/>
                  </a:lnTo>
                  <a:lnTo>
                    <a:pt x="496022" y="741127"/>
                  </a:lnTo>
                  <a:close/>
                  <a:moveTo>
                    <a:pt x="340097" y="683860"/>
                  </a:moveTo>
                  <a:lnTo>
                    <a:pt x="363462" y="710177"/>
                  </a:lnTo>
                  <a:lnTo>
                    <a:pt x="366676" y="675525"/>
                  </a:lnTo>
                  <a:close/>
                  <a:moveTo>
                    <a:pt x="366676" y="675525"/>
                  </a:moveTo>
                  <a:lnTo>
                    <a:pt x="404604" y="643215"/>
                  </a:lnTo>
                  <a:lnTo>
                    <a:pt x="353235" y="647104"/>
                  </a:lnTo>
                  <a:close/>
                  <a:moveTo>
                    <a:pt x="146862" y="387900"/>
                  </a:moveTo>
                  <a:lnTo>
                    <a:pt x="136849" y="389819"/>
                  </a:lnTo>
                  <a:lnTo>
                    <a:pt x="168695" y="384071"/>
                  </a:lnTo>
                  <a:close/>
                  <a:moveTo>
                    <a:pt x="168695" y="384071"/>
                  </a:moveTo>
                  <a:lnTo>
                    <a:pt x="136849" y="389819"/>
                  </a:lnTo>
                  <a:lnTo>
                    <a:pt x="113611" y="398904"/>
                  </a:lnTo>
                  <a:close/>
                  <a:moveTo>
                    <a:pt x="143950" y="387763"/>
                  </a:moveTo>
                  <a:lnTo>
                    <a:pt x="136849" y="389819"/>
                  </a:lnTo>
                  <a:lnTo>
                    <a:pt x="146862" y="387900"/>
                  </a:lnTo>
                  <a:close/>
                  <a:moveTo>
                    <a:pt x="966859" y="1362840"/>
                  </a:moveTo>
                  <a:lnTo>
                    <a:pt x="997903" y="1319942"/>
                  </a:lnTo>
                  <a:lnTo>
                    <a:pt x="957755" y="1325494"/>
                  </a:lnTo>
                  <a:close/>
                  <a:moveTo>
                    <a:pt x="997903" y="1319942"/>
                  </a:moveTo>
                  <a:lnTo>
                    <a:pt x="1001865" y="1285149"/>
                  </a:lnTo>
                  <a:lnTo>
                    <a:pt x="957755" y="1325494"/>
                  </a:lnTo>
                  <a:close/>
                  <a:moveTo>
                    <a:pt x="795171" y="1070981"/>
                  </a:moveTo>
                  <a:lnTo>
                    <a:pt x="804807" y="1100090"/>
                  </a:lnTo>
                  <a:lnTo>
                    <a:pt x="841229" y="1058285"/>
                  </a:lnTo>
                  <a:close/>
                  <a:moveTo>
                    <a:pt x="841229" y="1058285"/>
                  </a:moveTo>
                  <a:lnTo>
                    <a:pt x="804807" y="1100090"/>
                  </a:lnTo>
                  <a:lnTo>
                    <a:pt x="807830" y="1057990"/>
                  </a:lnTo>
                  <a:close/>
                  <a:moveTo>
                    <a:pt x="738064" y="997471"/>
                  </a:moveTo>
                  <a:lnTo>
                    <a:pt x="791201" y="1017043"/>
                  </a:lnTo>
                  <a:lnTo>
                    <a:pt x="763885" y="980288"/>
                  </a:lnTo>
                  <a:close/>
                  <a:moveTo>
                    <a:pt x="458470" y="720035"/>
                  </a:moveTo>
                  <a:lnTo>
                    <a:pt x="445186" y="740186"/>
                  </a:lnTo>
                  <a:lnTo>
                    <a:pt x="470517" y="734774"/>
                  </a:lnTo>
                  <a:close/>
                  <a:moveTo>
                    <a:pt x="470517" y="734774"/>
                  </a:moveTo>
                  <a:lnTo>
                    <a:pt x="491551" y="740186"/>
                  </a:lnTo>
                  <a:lnTo>
                    <a:pt x="458470" y="720035"/>
                  </a:lnTo>
                  <a:close/>
                  <a:moveTo>
                    <a:pt x="409374" y="623153"/>
                  </a:moveTo>
                  <a:lnTo>
                    <a:pt x="444475" y="621704"/>
                  </a:lnTo>
                  <a:lnTo>
                    <a:pt x="437477" y="582647"/>
                  </a:lnTo>
                  <a:close/>
                  <a:moveTo>
                    <a:pt x="469276" y="612738"/>
                  </a:moveTo>
                  <a:lnTo>
                    <a:pt x="444475" y="621704"/>
                  </a:lnTo>
                  <a:lnTo>
                    <a:pt x="443721" y="664889"/>
                  </a:lnTo>
                  <a:close/>
                  <a:moveTo>
                    <a:pt x="221463" y="399086"/>
                  </a:moveTo>
                  <a:lnTo>
                    <a:pt x="216074" y="372636"/>
                  </a:lnTo>
                  <a:lnTo>
                    <a:pt x="203833" y="390869"/>
                  </a:lnTo>
                  <a:close/>
                  <a:moveTo>
                    <a:pt x="252597" y="356115"/>
                  </a:moveTo>
                  <a:lnTo>
                    <a:pt x="216074" y="372636"/>
                  </a:lnTo>
                  <a:lnTo>
                    <a:pt x="221463" y="399086"/>
                  </a:lnTo>
                  <a:close/>
                  <a:moveTo>
                    <a:pt x="257823" y="396614"/>
                  </a:moveTo>
                  <a:lnTo>
                    <a:pt x="252597" y="356115"/>
                  </a:lnTo>
                  <a:lnTo>
                    <a:pt x="221463" y="399086"/>
                  </a:lnTo>
                  <a:close/>
                  <a:moveTo>
                    <a:pt x="1002579" y="1271394"/>
                  </a:moveTo>
                  <a:lnTo>
                    <a:pt x="1027475" y="1256324"/>
                  </a:lnTo>
                  <a:lnTo>
                    <a:pt x="995758" y="1262318"/>
                  </a:lnTo>
                  <a:close/>
                  <a:moveTo>
                    <a:pt x="1029826" y="1231584"/>
                  </a:moveTo>
                  <a:lnTo>
                    <a:pt x="1050604" y="1246591"/>
                  </a:lnTo>
                  <a:lnTo>
                    <a:pt x="1035059" y="1220389"/>
                  </a:lnTo>
                  <a:close/>
                  <a:moveTo>
                    <a:pt x="933215" y="1076962"/>
                  </a:moveTo>
                  <a:lnTo>
                    <a:pt x="897891" y="1078592"/>
                  </a:lnTo>
                  <a:lnTo>
                    <a:pt x="936269" y="1119227"/>
                  </a:lnTo>
                  <a:close/>
                  <a:moveTo>
                    <a:pt x="833171" y="1077032"/>
                  </a:moveTo>
                  <a:lnTo>
                    <a:pt x="841229" y="1058285"/>
                  </a:lnTo>
                  <a:lnTo>
                    <a:pt x="807830" y="1057990"/>
                  </a:lnTo>
                  <a:close/>
                  <a:moveTo>
                    <a:pt x="833171" y="1077032"/>
                  </a:moveTo>
                  <a:lnTo>
                    <a:pt x="859404" y="1082793"/>
                  </a:lnTo>
                  <a:lnTo>
                    <a:pt x="841229" y="1058285"/>
                  </a:lnTo>
                  <a:close/>
                  <a:moveTo>
                    <a:pt x="897891" y="1078592"/>
                  </a:moveTo>
                  <a:lnTo>
                    <a:pt x="885708" y="1043749"/>
                  </a:lnTo>
                  <a:lnTo>
                    <a:pt x="859404" y="1082793"/>
                  </a:lnTo>
                  <a:close/>
                  <a:moveTo>
                    <a:pt x="805126" y="963104"/>
                  </a:moveTo>
                  <a:lnTo>
                    <a:pt x="802201" y="1012715"/>
                  </a:lnTo>
                  <a:lnTo>
                    <a:pt x="810330" y="971131"/>
                  </a:lnTo>
                  <a:close/>
                  <a:moveTo>
                    <a:pt x="763885" y="980288"/>
                  </a:moveTo>
                  <a:lnTo>
                    <a:pt x="791201" y="1017043"/>
                  </a:lnTo>
                  <a:lnTo>
                    <a:pt x="805126" y="963104"/>
                  </a:lnTo>
                  <a:close/>
                  <a:moveTo>
                    <a:pt x="672973" y="779329"/>
                  </a:moveTo>
                  <a:lnTo>
                    <a:pt x="662086" y="796513"/>
                  </a:lnTo>
                  <a:lnTo>
                    <a:pt x="678683" y="816084"/>
                  </a:lnTo>
                  <a:close/>
                  <a:moveTo>
                    <a:pt x="491130" y="632309"/>
                  </a:moveTo>
                  <a:lnTo>
                    <a:pt x="515015" y="614454"/>
                  </a:lnTo>
                  <a:lnTo>
                    <a:pt x="469276" y="612738"/>
                  </a:lnTo>
                  <a:close/>
                  <a:moveTo>
                    <a:pt x="482365" y="649493"/>
                  </a:moveTo>
                  <a:lnTo>
                    <a:pt x="491130" y="632309"/>
                  </a:lnTo>
                  <a:lnTo>
                    <a:pt x="469276" y="612738"/>
                  </a:lnTo>
                  <a:close/>
                  <a:moveTo>
                    <a:pt x="849396" y="992613"/>
                  </a:moveTo>
                  <a:lnTo>
                    <a:pt x="867480" y="964020"/>
                  </a:lnTo>
                  <a:lnTo>
                    <a:pt x="810330" y="971131"/>
                  </a:lnTo>
                  <a:close/>
                  <a:moveTo>
                    <a:pt x="891254" y="928329"/>
                  </a:moveTo>
                  <a:lnTo>
                    <a:pt x="831786" y="926773"/>
                  </a:lnTo>
                  <a:lnTo>
                    <a:pt x="857445" y="926499"/>
                  </a:lnTo>
                  <a:close/>
                  <a:moveTo>
                    <a:pt x="678683" y="816084"/>
                  </a:moveTo>
                  <a:lnTo>
                    <a:pt x="678870" y="807981"/>
                  </a:lnTo>
                  <a:lnTo>
                    <a:pt x="672973" y="779329"/>
                  </a:lnTo>
                  <a:close/>
                  <a:moveTo>
                    <a:pt x="672973" y="779329"/>
                  </a:moveTo>
                  <a:lnTo>
                    <a:pt x="678870" y="807981"/>
                  </a:lnTo>
                  <a:lnTo>
                    <a:pt x="717076" y="775414"/>
                  </a:lnTo>
                  <a:close/>
                  <a:moveTo>
                    <a:pt x="717076" y="775414"/>
                  </a:moveTo>
                  <a:lnTo>
                    <a:pt x="706687" y="767707"/>
                  </a:lnTo>
                  <a:lnTo>
                    <a:pt x="672973" y="779329"/>
                  </a:lnTo>
                  <a:close/>
                  <a:moveTo>
                    <a:pt x="706687" y="767707"/>
                  </a:moveTo>
                  <a:lnTo>
                    <a:pt x="728964" y="731938"/>
                  </a:lnTo>
                  <a:lnTo>
                    <a:pt x="683613" y="746507"/>
                  </a:lnTo>
                  <a:close/>
                  <a:moveTo>
                    <a:pt x="568358" y="593111"/>
                  </a:moveTo>
                  <a:lnTo>
                    <a:pt x="546434" y="607350"/>
                  </a:lnTo>
                  <a:lnTo>
                    <a:pt x="515015" y="614454"/>
                  </a:lnTo>
                  <a:close/>
                  <a:moveTo>
                    <a:pt x="344796" y="255555"/>
                  </a:moveTo>
                  <a:lnTo>
                    <a:pt x="288610" y="266269"/>
                  </a:lnTo>
                  <a:lnTo>
                    <a:pt x="314208" y="265767"/>
                  </a:lnTo>
                  <a:close/>
                  <a:moveTo>
                    <a:pt x="914967" y="975215"/>
                  </a:moveTo>
                  <a:lnTo>
                    <a:pt x="867480" y="964020"/>
                  </a:lnTo>
                  <a:lnTo>
                    <a:pt x="887946" y="982676"/>
                  </a:lnTo>
                  <a:close/>
                  <a:moveTo>
                    <a:pt x="857445" y="926499"/>
                  </a:moveTo>
                  <a:lnTo>
                    <a:pt x="875478" y="935483"/>
                  </a:lnTo>
                  <a:lnTo>
                    <a:pt x="891254" y="928329"/>
                  </a:lnTo>
                  <a:close/>
                  <a:moveTo>
                    <a:pt x="344796" y="255555"/>
                  </a:moveTo>
                  <a:lnTo>
                    <a:pt x="367873" y="245629"/>
                  </a:lnTo>
                  <a:lnTo>
                    <a:pt x="359558" y="247576"/>
                  </a:lnTo>
                  <a:close/>
                  <a:moveTo>
                    <a:pt x="391255" y="208472"/>
                  </a:moveTo>
                  <a:lnTo>
                    <a:pt x="359558" y="247576"/>
                  </a:lnTo>
                  <a:lnTo>
                    <a:pt x="373312" y="230393"/>
                  </a:lnTo>
                  <a:close/>
                  <a:moveTo>
                    <a:pt x="1190195" y="1137724"/>
                  </a:moveTo>
                  <a:lnTo>
                    <a:pt x="1142336" y="1147993"/>
                  </a:lnTo>
                  <a:lnTo>
                    <a:pt x="1142902" y="1149268"/>
                  </a:lnTo>
                  <a:close/>
                  <a:moveTo>
                    <a:pt x="1136375" y="1109644"/>
                  </a:moveTo>
                  <a:lnTo>
                    <a:pt x="1142336" y="1147993"/>
                  </a:lnTo>
                  <a:lnTo>
                    <a:pt x="1190195" y="1137724"/>
                  </a:lnTo>
                  <a:close/>
                  <a:moveTo>
                    <a:pt x="447325" y="197326"/>
                  </a:moveTo>
                  <a:lnTo>
                    <a:pt x="391255" y="208472"/>
                  </a:lnTo>
                  <a:lnTo>
                    <a:pt x="414408" y="198829"/>
                  </a:lnTo>
                  <a:close/>
                  <a:moveTo>
                    <a:pt x="777182" y="462362"/>
                  </a:moveTo>
                  <a:lnTo>
                    <a:pt x="743102" y="496709"/>
                  </a:lnTo>
                  <a:lnTo>
                    <a:pt x="757646" y="490066"/>
                  </a:lnTo>
                  <a:close/>
                  <a:moveTo>
                    <a:pt x="657667" y="422495"/>
                  </a:moveTo>
                  <a:lnTo>
                    <a:pt x="686560" y="416556"/>
                  </a:lnTo>
                  <a:lnTo>
                    <a:pt x="657036" y="386886"/>
                  </a:lnTo>
                  <a:close/>
                  <a:moveTo>
                    <a:pt x="428470" y="204904"/>
                  </a:moveTo>
                  <a:lnTo>
                    <a:pt x="447325" y="197326"/>
                  </a:lnTo>
                  <a:lnTo>
                    <a:pt x="414408" y="198829"/>
                  </a:lnTo>
                  <a:close/>
                  <a:moveTo>
                    <a:pt x="428470" y="204904"/>
                  </a:moveTo>
                  <a:lnTo>
                    <a:pt x="464382" y="202796"/>
                  </a:lnTo>
                  <a:lnTo>
                    <a:pt x="447325" y="197326"/>
                  </a:lnTo>
                  <a:close/>
                  <a:moveTo>
                    <a:pt x="464382" y="202796"/>
                  </a:moveTo>
                  <a:lnTo>
                    <a:pt x="484011" y="209911"/>
                  </a:lnTo>
                  <a:lnTo>
                    <a:pt x="447325" y="197326"/>
                  </a:lnTo>
                  <a:close/>
                  <a:moveTo>
                    <a:pt x="464382" y="202796"/>
                  </a:moveTo>
                  <a:lnTo>
                    <a:pt x="487682" y="210942"/>
                  </a:lnTo>
                  <a:lnTo>
                    <a:pt x="484011" y="209911"/>
                  </a:lnTo>
                  <a:close/>
                  <a:moveTo>
                    <a:pt x="464382" y="202796"/>
                  </a:moveTo>
                  <a:lnTo>
                    <a:pt x="476906" y="211713"/>
                  </a:lnTo>
                  <a:lnTo>
                    <a:pt x="514009" y="225862"/>
                  </a:lnTo>
                  <a:close/>
                  <a:moveTo>
                    <a:pt x="487682" y="210942"/>
                  </a:moveTo>
                  <a:lnTo>
                    <a:pt x="514009" y="225862"/>
                  </a:lnTo>
                  <a:lnTo>
                    <a:pt x="547746" y="227421"/>
                  </a:lnTo>
                  <a:close/>
                  <a:moveTo>
                    <a:pt x="897020" y="565055"/>
                  </a:moveTo>
                  <a:lnTo>
                    <a:pt x="859478" y="563576"/>
                  </a:lnTo>
                  <a:lnTo>
                    <a:pt x="843119" y="584314"/>
                  </a:lnTo>
                  <a:close/>
                  <a:moveTo>
                    <a:pt x="897020" y="565055"/>
                  </a:moveTo>
                  <a:lnTo>
                    <a:pt x="843119" y="584314"/>
                  </a:lnTo>
                  <a:lnTo>
                    <a:pt x="865169" y="570547"/>
                  </a:lnTo>
                  <a:close/>
                  <a:moveTo>
                    <a:pt x="757646" y="490066"/>
                  </a:moveTo>
                  <a:lnTo>
                    <a:pt x="753385" y="497963"/>
                  </a:lnTo>
                  <a:lnTo>
                    <a:pt x="779848" y="511581"/>
                  </a:lnTo>
                  <a:close/>
                  <a:moveTo>
                    <a:pt x="711298" y="368977"/>
                  </a:moveTo>
                  <a:lnTo>
                    <a:pt x="706094" y="365465"/>
                  </a:lnTo>
                  <a:lnTo>
                    <a:pt x="686560" y="416556"/>
                  </a:lnTo>
                  <a:close/>
                  <a:moveTo>
                    <a:pt x="736024" y="368222"/>
                  </a:moveTo>
                  <a:lnTo>
                    <a:pt x="726301" y="331379"/>
                  </a:lnTo>
                  <a:lnTo>
                    <a:pt x="706094" y="365465"/>
                  </a:lnTo>
                  <a:close/>
                  <a:moveTo>
                    <a:pt x="518862" y="230340"/>
                  </a:moveTo>
                  <a:lnTo>
                    <a:pt x="550554" y="231664"/>
                  </a:lnTo>
                  <a:lnTo>
                    <a:pt x="547746" y="227421"/>
                  </a:lnTo>
                  <a:close/>
                  <a:moveTo>
                    <a:pt x="550554" y="231664"/>
                  </a:moveTo>
                  <a:lnTo>
                    <a:pt x="569001" y="196026"/>
                  </a:lnTo>
                  <a:lnTo>
                    <a:pt x="547746" y="227421"/>
                  </a:lnTo>
                  <a:close/>
                  <a:moveTo>
                    <a:pt x="977061" y="683340"/>
                  </a:moveTo>
                  <a:lnTo>
                    <a:pt x="991868" y="670524"/>
                  </a:lnTo>
                  <a:lnTo>
                    <a:pt x="960562" y="678052"/>
                  </a:lnTo>
                  <a:close/>
                  <a:moveTo>
                    <a:pt x="877270" y="576050"/>
                  </a:moveTo>
                  <a:lnTo>
                    <a:pt x="897020" y="565055"/>
                  </a:lnTo>
                  <a:lnTo>
                    <a:pt x="865169" y="570547"/>
                  </a:lnTo>
                  <a:close/>
                  <a:moveTo>
                    <a:pt x="877270" y="576050"/>
                  </a:moveTo>
                  <a:lnTo>
                    <a:pt x="912092" y="574828"/>
                  </a:lnTo>
                  <a:lnTo>
                    <a:pt x="897020" y="565055"/>
                  </a:lnTo>
                  <a:close/>
                  <a:moveTo>
                    <a:pt x="622734" y="124904"/>
                  </a:moveTo>
                  <a:lnTo>
                    <a:pt x="633744" y="173461"/>
                  </a:lnTo>
                  <a:lnTo>
                    <a:pt x="645285" y="150536"/>
                  </a:lnTo>
                  <a:close/>
                  <a:moveTo>
                    <a:pt x="633744" y="173461"/>
                  </a:moveTo>
                  <a:lnTo>
                    <a:pt x="658150" y="161660"/>
                  </a:lnTo>
                  <a:lnTo>
                    <a:pt x="645285" y="150536"/>
                  </a:lnTo>
                  <a:close/>
                  <a:moveTo>
                    <a:pt x="857760" y="350427"/>
                  </a:moveTo>
                  <a:lnTo>
                    <a:pt x="832891" y="353656"/>
                  </a:lnTo>
                  <a:lnTo>
                    <a:pt x="800171" y="355898"/>
                  </a:lnTo>
                  <a:close/>
                  <a:moveTo>
                    <a:pt x="857760" y="350427"/>
                  </a:moveTo>
                  <a:lnTo>
                    <a:pt x="800171" y="355898"/>
                  </a:lnTo>
                  <a:lnTo>
                    <a:pt x="823625" y="347379"/>
                  </a:lnTo>
                  <a:close/>
                  <a:moveTo>
                    <a:pt x="832891" y="353656"/>
                  </a:moveTo>
                  <a:lnTo>
                    <a:pt x="857760" y="350427"/>
                  </a:lnTo>
                  <a:lnTo>
                    <a:pt x="841687" y="345434"/>
                  </a:lnTo>
                  <a:close/>
                  <a:moveTo>
                    <a:pt x="789865" y="221159"/>
                  </a:moveTo>
                  <a:lnTo>
                    <a:pt x="785770" y="220625"/>
                  </a:lnTo>
                  <a:lnTo>
                    <a:pt x="783238" y="217986"/>
                  </a:lnTo>
                  <a:close/>
                  <a:moveTo>
                    <a:pt x="690224" y="144476"/>
                  </a:moveTo>
                  <a:lnTo>
                    <a:pt x="663192" y="121279"/>
                  </a:lnTo>
                  <a:lnTo>
                    <a:pt x="645285" y="150536"/>
                  </a:lnTo>
                  <a:close/>
                  <a:moveTo>
                    <a:pt x="924518" y="347823"/>
                  </a:moveTo>
                  <a:lnTo>
                    <a:pt x="912622" y="350662"/>
                  </a:lnTo>
                  <a:lnTo>
                    <a:pt x="916101" y="392581"/>
                  </a:lnTo>
                  <a:close/>
                  <a:moveTo>
                    <a:pt x="789865" y="221159"/>
                  </a:moveTo>
                  <a:lnTo>
                    <a:pt x="782361" y="221470"/>
                  </a:lnTo>
                  <a:lnTo>
                    <a:pt x="810803" y="203233"/>
                  </a:lnTo>
                  <a:close/>
                  <a:moveTo>
                    <a:pt x="789865" y="221159"/>
                  </a:moveTo>
                  <a:lnTo>
                    <a:pt x="810803" y="203233"/>
                  </a:lnTo>
                  <a:lnTo>
                    <a:pt x="792486" y="217986"/>
                  </a:lnTo>
                  <a:close/>
                  <a:moveTo>
                    <a:pt x="810803" y="203233"/>
                  </a:moveTo>
                  <a:lnTo>
                    <a:pt x="812993" y="200802"/>
                  </a:lnTo>
                  <a:lnTo>
                    <a:pt x="792486" y="217986"/>
                  </a:lnTo>
                  <a:close/>
                  <a:moveTo>
                    <a:pt x="663192" y="121279"/>
                  </a:moveTo>
                  <a:lnTo>
                    <a:pt x="690224" y="144476"/>
                  </a:lnTo>
                  <a:lnTo>
                    <a:pt x="694101" y="90538"/>
                  </a:lnTo>
                  <a:close/>
                  <a:moveTo>
                    <a:pt x="957320" y="281099"/>
                  </a:moveTo>
                  <a:lnTo>
                    <a:pt x="966148" y="257129"/>
                  </a:lnTo>
                  <a:lnTo>
                    <a:pt x="941224" y="274313"/>
                  </a:lnTo>
                  <a:close/>
                  <a:moveTo>
                    <a:pt x="852783" y="139404"/>
                  </a:moveTo>
                  <a:lnTo>
                    <a:pt x="825375" y="126022"/>
                  </a:lnTo>
                  <a:lnTo>
                    <a:pt x="859362" y="146864"/>
                  </a:lnTo>
                  <a:close/>
                  <a:moveTo>
                    <a:pt x="733863" y="12001"/>
                  </a:moveTo>
                  <a:lnTo>
                    <a:pt x="717901" y="17027"/>
                  </a:lnTo>
                  <a:lnTo>
                    <a:pt x="751704" y="10637"/>
                  </a:lnTo>
                  <a:close/>
                  <a:moveTo>
                    <a:pt x="733863" y="12001"/>
                  </a:moveTo>
                  <a:lnTo>
                    <a:pt x="751704" y="10637"/>
                  </a:lnTo>
                  <a:lnTo>
                    <a:pt x="782335" y="589"/>
                  </a:lnTo>
                  <a:close/>
                  <a:moveTo>
                    <a:pt x="782335" y="589"/>
                  </a:moveTo>
                  <a:lnTo>
                    <a:pt x="751704" y="10637"/>
                  </a:lnTo>
                  <a:lnTo>
                    <a:pt x="809263" y="5059"/>
                  </a:lnTo>
                  <a:close/>
                  <a:moveTo>
                    <a:pt x="841229" y="0"/>
                  </a:moveTo>
                  <a:lnTo>
                    <a:pt x="782335" y="589"/>
                  </a:lnTo>
                  <a:lnTo>
                    <a:pt x="809263" y="5059"/>
                  </a:lnTo>
                  <a:close/>
                  <a:moveTo>
                    <a:pt x="823041" y="11336"/>
                  </a:moveTo>
                  <a:lnTo>
                    <a:pt x="841229" y="0"/>
                  </a:lnTo>
                  <a:lnTo>
                    <a:pt x="809263" y="5059"/>
                  </a:lnTo>
                  <a:close/>
                  <a:moveTo>
                    <a:pt x="823041" y="11336"/>
                  </a:moveTo>
                  <a:lnTo>
                    <a:pt x="863361" y="5645"/>
                  </a:lnTo>
                  <a:lnTo>
                    <a:pt x="841229" y="0"/>
                  </a:lnTo>
                  <a:close/>
                </a:path>
              </a:pathLst>
            </a:custGeom>
            <a:solidFill>
              <a:srgbClr val="CFD7DE"/>
            </a:solidFill>
            <a:ln w="1524">
              <a:solidFill>
                <a:srgbClr val="CFD7DE"/>
              </a:solidFill>
            </a:ln>
          </p:spPr>
        </p:sp>
        <p:sp>
          <p:nvSpPr>
            <p:cNvPr id="133" name="Input_density__132">
              <a:extLst>
                <a:ext uri="{FF2B5EF4-FFF2-40B4-BE49-F238E27FC236}">
                  <a16:creationId xmlns:a16="http://schemas.microsoft.com/office/drawing/2014/main" id="{CBD30EDD-E807-B759-C188-3E5198F8EFD9}"/>
                </a:ext>
              </a:extLst>
            </p:cNvPr>
            <p:cNvSpPr>
              <a:spLocks noGrp="1"/>
            </p:cNvSpPr>
            <p:nvPr/>
          </p:nvSpPr>
          <p:spPr>
            <a:xfrm>
              <a:off x="666662" y="1588968"/>
              <a:ext cx="1050752" cy="1298043"/>
            </a:xfrm>
            <a:custGeom>
              <a:avLst/>
              <a:gdLst/>
              <a:ahLst/>
              <a:cxnLst/>
              <a:rect l="0" t="0" r="0" b="0"/>
              <a:pathLst>
                <a:path w="1050752" h="1298043">
                  <a:moveTo>
                    <a:pt x="29968" y="577750"/>
                  </a:moveTo>
                  <a:lnTo>
                    <a:pt x="0" y="629953"/>
                  </a:lnTo>
                  <a:lnTo>
                    <a:pt x="13522" y="602756"/>
                  </a:lnTo>
                  <a:close/>
                  <a:moveTo>
                    <a:pt x="48466" y="608826"/>
                  </a:moveTo>
                  <a:lnTo>
                    <a:pt x="73615" y="606646"/>
                  </a:lnTo>
                  <a:lnTo>
                    <a:pt x="13522" y="602756"/>
                  </a:lnTo>
                  <a:close/>
                  <a:moveTo>
                    <a:pt x="80342" y="603432"/>
                  </a:moveTo>
                  <a:lnTo>
                    <a:pt x="86783" y="612770"/>
                  </a:lnTo>
                  <a:lnTo>
                    <a:pt x="73615" y="606646"/>
                  </a:lnTo>
                  <a:close/>
                  <a:moveTo>
                    <a:pt x="476375" y="1019682"/>
                  </a:moveTo>
                  <a:lnTo>
                    <a:pt x="453417" y="1030054"/>
                  </a:lnTo>
                  <a:lnTo>
                    <a:pt x="510187" y="1021524"/>
                  </a:lnTo>
                  <a:close/>
                  <a:moveTo>
                    <a:pt x="22797" y="449338"/>
                  </a:moveTo>
                  <a:lnTo>
                    <a:pt x="49790" y="454482"/>
                  </a:lnTo>
                  <a:lnTo>
                    <a:pt x="23722" y="448474"/>
                  </a:lnTo>
                  <a:close/>
                  <a:moveTo>
                    <a:pt x="476375" y="1019682"/>
                  </a:moveTo>
                  <a:lnTo>
                    <a:pt x="510187" y="1021524"/>
                  </a:lnTo>
                  <a:lnTo>
                    <a:pt x="527956" y="991749"/>
                  </a:lnTo>
                  <a:close/>
                  <a:moveTo>
                    <a:pt x="53484" y="431383"/>
                  </a:moveTo>
                  <a:lnTo>
                    <a:pt x="24098" y="448281"/>
                  </a:lnTo>
                  <a:lnTo>
                    <a:pt x="71344" y="405741"/>
                  </a:lnTo>
                  <a:close/>
                  <a:moveTo>
                    <a:pt x="71344" y="405741"/>
                  </a:moveTo>
                  <a:lnTo>
                    <a:pt x="24098" y="448281"/>
                  </a:lnTo>
                  <a:lnTo>
                    <a:pt x="23722" y="448474"/>
                  </a:lnTo>
                  <a:close/>
                  <a:moveTo>
                    <a:pt x="536113" y="974111"/>
                  </a:moveTo>
                  <a:lnTo>
                    <a:pt x="527956" y="991749"/>
                  </a:lnTo>
                  <a:lnTo>
                    <a:pt x="539202" y="982708"/>
                  </a:lnTo>
                  <a:close/>
                  <a:moveTo>
                    <a:pt x="544318" y="956717"/>
                  </a:moveTo>
                  <a:lnTo>
                    <a:pt x="555299" y="969404"/>
                  </a:lnTo>
                  <a:lnTo>
                    <a:pt x="573045" y="939545"/>
                  </a:lnTo>
                  <a:close/>
                  <a:moveTo>
                    <a:pt x="578443" y="922038"/>
                  </a:moveTo>
                  <a:lnTo>
                    <a:pt x="573045" y="939545"/>
                  </a:lnTo>
                  <a:lnTo>
                    <a:pt x="592733" y="928770"/>
                  </a:lnTo>
                  <a:close/>
                  <a:moveTo>
                    <a:pt x="592733" y="928770"/>
                  </a:moveTo>
                  <a:lnTo>
                    <a:pt x="602216" y="924033"/>
                  </a:lnTo>
                  <a:lnTo>
                    <a:pt x="578443" y="922038"/>
                  </a:lnTo>
                  <a:close/>
                  <a:moveTo>
                    <a:pt x="291489" y="538106"/>
                  </a:moveTo>
                  <a:lnTo>
                    <a:pt x="318970" y="550073"/>
                  </a:lnTo>
                  <a:lnTo>
                    <a:pt x="322023" y="527689"/>
                  </a:lnTo>
                  <a:close/>
                  <a:moveTo>
                    <a:pt x="505080" y="713804"/>
                  </a:moveTo>
                  <a:lnTo>
                    <a:pt x="470074" y="707500"/>
                  </a:lnTo>
                  <a:lnTo>
                    <a:pt x="445290" y="707630"/>
                  </a:lnTo>
                  <a:close/>
                  <a:moveTo>
                    <a:pt x="961219" y="1298043"/>
                  </a:moveTo>
                  <a:lnTo>
                    <a:pt x="993715" y="1294967"/>
                  </a:lnTo>
                  <a:lnTo>
                    <a:pt x="1016908" y="1285472"/>
                  </a:lnTo>
                  <a:close/>
                  <a:moveTo>
                    <a:pt x="997069" y="1279136"/>
                  </a:moveTo>
                  <a:lnTo>
                    <a:pt x="1019468" y="1261953"/>
                  </a:lnTo>
                  <a:lnTo>
                    <a:pt x="1016908" y="1285472"/>
                  </a:lnTo>
                  <a:close/>
                  <a:moveTo>
                    <a:pt x="602388" y="784138"/>
                  </a:moveTo>
                  <a:lnTo>
                    <a:pt x="589016" y="806842"/>
                  </a:lnTo>
                  <a:lnTo>
                    <a:pt x="602672" y="795187"/>
                  </a:lnTo>
                  <a:close/>
                  <a:moveTo>
                    <a:pt x="602672" y="795187"/>
                  </a:moveTo>
                  <a:lnTo>
                    <a:pt x="589016" y="806842"/>
                  </a:lnTo>
                  <a:lnTo>
                    <a:pt x="584077" y="827963"/>
                  </a:lnTo>
                  <a:close/>
                  <a:moveTo>
                    <a:pt x="602672" y="795187"/>
                  </a:moveTo>
                  <a:lnTo>
                    <a:pt x="598533" y="753805"/>
                  </a:lnTo>
                  <a:lnTo>
                    <a:pt x="602388" y="784138"/>
                  </a:lnTo>
                  <a:close/>
                  <a:moveTo>
                    <a:pt x="598533" y="753805"/>
                  </a:moveTo>
                  <a:lnTo>
                    <a:pt x="599341" y="747383"/>
                  </a:lnTo>
                  <a:lnTo>
                    <a:pt x="602388" y="784138"/>
                  </a:lnTo>
                  <a:close/>
                  <a:moveTo>
                    <a:pt x="510962" y="681328"/>
                  </a:moveTo>
                  <a:lnTo>
                    <a:pt x="479346" y="679943"/>
                  </a:lnTo>
                  <a:lnTo>
                    <a:pt x="470074" y="707500"/>
                  </a:lnTo>
                  <a:close/>
                  <a:moveTo>
                    <a:pt x="379923" y="523384"/>
                  </a:moveTo>
                  <a:lnTo>
                    <a:pt x="352281" y="505333"/>
                  </a:lnTo>
                  <a:lnTo>
                    <a:pt x="388228" y="526853"/>
                  </a:lnTo>
                  <a:close/>
                  <a:moveTo>
                    <a:pt x="399748" y="405092"/>
                  </a:moveTo>
                  <a:lnTo>
                    <a:pt x="395710" y="399405"/>
                  </a:lnTo>
                  <a:lnTo>
                    <a:pt x="433043" y="422016"/>
                  </a:lnTo>
                  <a:close/>
                  <a:moveTo>
                    <a:pt x="381215" y="432005"/>
                  </a:moveTo>
                  <a:lnTo>
                    <a:pt x="395710" y="399405"/>
                  </a:lnTo>
                  <a:lnTo>
                    <a:pt x="399748" y="405092"/>
                  </a:lnTo>
                  <a:close/>
                  <a:moveTo>
                    <a:pt x="401857" y="313128"/>
                  </a:moveTo>
                  <a:lnTo>
                    <a:pt x="370659" y="311404"/>
                  </a:lnTo>
                  <a:lnTo>
                    <a:pt x="374596" y="362650"/>
                  </a:lnTo>
                  <a:close/>
                  <a:moveTo>
                    <a:pt x="367216" y="308711"/>
                  </a:moveTo>
                  <a:lnTo>
                    <a:pt x="370659" y="311404"/>
                  </a:lnTo>
                  <a:lnTo>
                    <a:pt x="373424" y="306669"/>
                  </a:lnTo>
                  <a:close/>
                  <a:moveTo>
                    <a:pt x="374470" y="310579"/>
                  </a:moveTo>
                  <a:lnTo>
                    <a:pt x="370659" y="311404"/>
                  </a:lnTo>
                  <a:lnTo>
                    <a:pt x="367216" y="308711"/>
                  </a:lnTo>
                  <a:close/>
                  <a:moveTo>
                    <a:pt x="795830" y="746506"/>
                  </a:moveTo>
                  <a:lnTo>
                    <a:pt x="776828" y="734866"/>
                  </a:lnTo>
                  <a:lnTo>
                    <a:pt x="765399" y="775589"/>
                  </a:lnTo>
                  <a:close/>
                  <a:moveTo>
                    <a:pt x="373424" y="306669"/>
                  </a:moveTo>
                  <a:lnTo>
                    <a:pt x="404112" y="296829"/>
                  </a:lnTo>
                  <a:lnTo>
                    <a:pt x="426023" y="282542"/>
                  </a:lnTo>
                  <a:close/>
                  <a:moveTo>
                    <a:pt x="426023" y="282542"/>
                  </a:moveTo>
                  <a:lnTo>
                    <a:pt x="404112" y="296829"/>
                  </a:lnTo>
                  <a:lnTo>
                    <a:pt x="458622" y="279847"/>
                  </a:lnTo>
                  <a:close/>
                  <a:moveTo>
                    <a:pt x="526420" y="408756"/>
                  </a:moveTo>
                  <a:lnTo>
                    <a:pt x="485732" y="406269"/>
                  </a:lnTo>
                  <a:lnTo>
                    <a:pt x="517537" y="407500"/>
                  </a:lnTo>
                  <a:close/>
                  <a:moveTo>
                    <a:pt x="964769" y="825670"/>
                  </a:moveTo>
                  <a:lnTo>
                    <a:pt x="963762" y="826510"/>
                  </a:lnTo>
                  <a:lnTo>
                    <a:pt x="981952" y="879608"/>
                  </a:lnTo>
                  <a:close/>
                  <a:moveTo>
                    <a:pt x="961824" y="825670"/>
                  </a:moveTo>
                  <a:lnTo>
                    <a:pt x="927320" y="814839"/>
                  </a:lnTo>
                  <a:lnTo>
                    <a:pt x="911021" y="796529"/>
                  </a:lnTo>
                  <a:close/>
                  <a:moveTo>
                    <a:pt x="558783" y="405183"/>
                  </a:moveTo>
                  <a:lnTo>
                    <a:pt x="584350" y="425018"/>
                  </a:lnTo>
                  <a:lnTo>
                    <a:pt x="526420" y="408756"/>
                  </a:lnTo>
                  <a:close/>
                  <a:moveTo>
                    <a:pt x="612990" y="387069"/>
                  </a:moveTo>
                  <a:lnTo>
                    <a:pt x="581925" y="401793"/>
                  </a:lnTo>
                  <a:lnTo>
                    <a:pt x="601179" y="393677"/>
                  </a:lnTo>
                  <a:close/>
                  <a:moveTo>
                    <a:pt x="1008029" y="808486"/>
                  </a:moveTo>
                  <a:lnTo>
                    <a:pt x="964769" y="825670"/>
                  </a:lnTo>
                  <a:lnTo>
                    <a:pt x="1015582" y="799475"/>
                  </a:lnTo>
                  <a:close/>
                  <a:moveTo>
                    <a:pt x="1017162" y="764414"/>
                  </a:moveTo>
                  <a:lnTo>
                    <a:pt x="1008029" y="808486"/>
                  </a:lnTo>
                  <a:lnTo>
                    <a:pt x="1015582" y="799475"/>
                  </a:lnTo>
                  <a:close/>
                  <a:moveTo>
                    <a:pt x="1045111" y="768780"/>
                  </a:moveTo>
                  <a:lnTo>
                    <a:pt x="1015582" y="799475"/>
                  </a:lnTo>
                  <a:lnTo>
                    <a:pt x="1042991" y="777376"/>
                  </a:lnTo>
                  <a:close/>
                  <a:moveTo>
                    <a:pt x="1045111" y="768780"/>
                  </a:moveTo>
                  <a:lnTo>
                    <a:pt x="1017162" y="764414"/>
                  </a:lnTo>
                  <a:lnTo>
                    <a:pt x="1015582" y="799475"/>
                  </a:lnTo>
                  <a:close/>
                  <a:moveTo>
                    <a:pt x="697711" y="358465"/>
                  </a:moveTo>
                  <a:lnTo>
                    <a:pt x="710443" y="359024"/>
                  </a:lnTo>
                  <a:lnTo>
                    <a:pt x="663902" y="356637"/>
                  </a:lnTo>
                  <a:close/>
                  <a:moveTo>
                    <a:pt x="1031595" y="666928"/>
                  </a:moveTo>
                  <a:lnTo>
                    <a:pt x="1044280" y="679961"/>
                  </a:lnTo>
                  <a:lnTo>
                    <a:pt x="1034452" y="663854"/>
                  </a:lnTo>
                  <a:close/>
                  <a:moveTo>
                    <a:pt x="1031595" y="666928"/>
                  </a:moveTo>
                  <a:lnTo>
                    <a:pt x="1044032" y="685059"/>
                  </a:lnTo>
                  <a:lnTo>
                    <a:pt x="1044280" y="679961"/>
                  </a:lnTo>
                  <a:close/>
                  <a:moveTo>
                    <a:pt x="1044280" y="679961"/>
                  </a:moveTo>
                  <a:lnTo>
                    <a:pt x="1050626" y="630056"/>
                  </a:lnTo>
                  <a:lnTo>
                    <a:pt x="1034452" y="663854"/>
                  </a:lnTo>
                  <a:close/>
                  <a:moveTo>
                    <a:pt x="1050626" y="630056"/>
                  </a:moveTo>
                  <a:lnTo>
                    <a:pt x="1050752" y="627099"/>
                  </a:lnTo>
                  <a:lnTo>
                    <a:pt x="1034452" y="663854"/>
                  </a:lnTo>
                  <a:close/>
                  <a:moveTo>
                    <a:pt x="1050752" y="627099"/>
                  </a:moveTo>
                  <a:lnTo>
                    <a:pt x="1050626" y="630056"/>
                  </a:lnTo>
                  <a:lnTo>
                    <a:pt x="1044509" y="590633"/>
                  </a:lnTo>
                  <a:close/>
                  <a:moveTo>
                    <a:pt x="933789" y="480080"/>
                  </a:moveTo>
                  <a:lnTo>
                    <a:pt x="938576" y="516834"/>
                  </a:lnTo>
                  <a:lnTo>
                    <a:pt x="924808" y="497263"/>
                  </a:lnTo>
                  <a:close/>
                  <a:moveTo>
                    <a:pt x="822531" y="423753"/>
                  </a:moveTo>
                  <a:lnTo>
                    <a:pt x="820844" y="377269"/>
                  </a:lnTo>
                  <a:lnTo>
                    <a:pt x="822044" y="411965"/>
                  </a:lnTo>
                  <a:close/>
                  <a:moveTo>
                    <a:pt x="925214" y="471760"/>
                  </a:moveTo>
                  <a:lnTo>
                    <a:pt x="935899" y="507821"/>
                  </a:lnTo>
                  <a:lnTo>
                    <a:pt x="938576" y="516834"/>
                  </a:lnTo>
                  <a:close/>
                  <a:moveTo>
                    <a:pt x="766328" y="201814"/>
                  </a:moveTo>
                  <a:lnTo>
                    <a:pt x="742217" y="207873"/>
                  </a:lnTo>
                  <a:lnTo>
                    <a:pt x="798865" y="198884"/>
                  </a:lnTo>
                  <a:close/>
                  <a:moveTo>
                    <a:pt x="928686" y="334696"/>
                  </a:moveTo>
                  <a:lnTo>
                    <a:pt x="928667" y="335448"/>
                  </a:lnTo>
                  <a:lnTo>
                    <a:pt x="929223" y="289512"/>
                  </a:lnTo>
                  <a:close/>
                  <a:moveTo>
                    <a:pt x="770435" y="24750"/>
                  </a:moveTo>
                  <a:lnTo>
                    <a:pt x="769250" y="25073"/>
                  </a:lnTo>
                  <a:lnTo>
                    <a:pt x="772418" y="24225"/>
                  </a:lnTo>
                  <a:close/>
                  <a:moveTo>
                    <a:pt x="769250" y="25073"/>
                  </a:moveTo>
                  <a:lnTo>
                    <a:pt x="770435" y="24750"/>
                  </a:lnTo>
                  <a:lnTo>
                    <a:pt x="760227" y="24225"/>
                  </a:lnTo>
                  <a:close/>
                  <a:moveTo>
                    <a:pt x="760227" y="24225"/>
                  </a:moveTo>
                  <a:lnTo>
                    <a:pt x="770435" y="24750"/>
                  </a:lnTo>
                  <a:lnTo>
                    <a:pt x="771291" y="23414"/>
                  </a:lnTo>
                  <a:close/>
                  <a:moveTo>
                    <a:pt x="789547" y="0"/>
                  </a:moveTo>
                  <a:lnTo>
                    <a:pt x="760227" y="24225"/>
                  </a:lnTo>
                  <a:lnTo>
                    <a:pt x="771291" y="23414"/>
                  </a:lnTo>
                  <a:close/>
                  <a:moveTo>
                    <a:pt x="770435" y="24750"/>
                  </a:moveTo>
                  <a:lnTo>
                    <a:pt x="772418" y="24225"/>
                  </a:lnTo>
                  <a:lnTo>
                    <a:pt x="771291" y="23414"/>
                  </a:lnTo>
                  <a:close/>
                  <a:moveTo>
                    <a:pt x="814397" y="15458"/>
                  </a:moveTo>
                  <a:lnTo>
                    <a:pt x="811055" y="7041"/>
                  </a:lnTo>
                  <a:lnTo>
                    <a:pt x="802474" y="19963"/>
                  </a:lnTo>
                  <a:close/>
                  <a:moveTo>
                    <a:pt x="802474" y="19963"/>
                  </a:moveTo>
                  <a:lnTo>
                    <a:pt x="811055" y="7041"/>
                  </a:lnTo>
                  <a:lnTo>
                    <a:pt x="789547" y="0"/>
                  </a:lnTo>
                  <a:close/>
                  <a:moveTo>
                    <a:pt x="771291" y="23414"/>
                  </a:moveTo>
                  <a:lnTo>
                    <a:pt x="772418" y="24225"/>
                  </a:lnTo>
                  <a:lnTo>
                    <a:pt x="802474" y="19963"/>
                  </a:lnTo>
                  <a:close/>
                  <a:moveTo>
                    <a:pt x="789547" y="0"/>
                  </a:moveTo>
                  <a:lnTo>
                    <a:pt x="771291" y="23414"/>
                  </a:lnTo>
                  <a:lnTo>
                    <a:pt x="802474" y="19963"/>
                  </a:lnTo>
                  <a:close/>
                </a:path>
              </a:pathLst>
            </a:custGeom>
            <a:solidFill>
              <a:srgbClr val="B5C1C9"/>
            </a:solidFill>
            <a:ln w="1524">
              <a:solidFill>
                <a:srgbClr val="B5C1C9"/>
              </a:solidFill>
            </a:ln>
          </p:spPr>
        </p:sp>
        <p:sp>
          <p:nvSpPr>
            <p:cNvPr id="134" name="Input_density__133">
              <a:extLst>
                <a:ext uri="{FF2B5EF4-FFF2-40B4-BE49-F238E27FC236}">
                  <a16:creationId xmlns:a16="http://schemas.microsoft.com/office/drawing/2014/main" id="{E3F70684-F78C-0A1B-9CFD-AF17F2C7E162}"/>
                </a:ext>
              </a:extLst>
            </p:cNvPr>
            <p:cNvSpPr>
              <a:spLocks noGrp="1"/>
            </p:cNvSpPr>
            <p:nvPr/>
          </p:nvSpPr>
          <p:spPr>
            <a:xfrm>
              <a:off x="753445" y="1608931"/>
              <a:ext cx="956208" cy="1001562"/>
            </a:xfrm>
            <a:custGeom>
              <a:avLst/>
              <a:gdLst/>
              <a:ahLst/>
              <a:cxnLst/>
              <a:rect l="0" t="0" r="0" b="0"/>
              <a:pathLst>
                <a:path w="956208" h="1001562">
                  <a:moveTo>
                    <a:pt x="0" y="592807"/>
                  </a:moveTo>
                  <a:lnTo>
                    <a:pt x="13795" y="599306"/>
                  </a:lnTo>
                  <a:lnTo>
                    <a:pt x="26440" y="610199"/>
                  </a:lnTo>
                  <a:close/>
                  <a:moveTo>
                    <a:pt x="443406" y="979929"/>
                  </a:moveTo>
                  <a:lnTo>
                    <a:pt x="441173" y="971786"/>
                  </a:lnTo>
                  <a:lnTo>
                    <a:pt x="423404" y="1001562"/>
                  </a:lnTo>
                  <a:close/>
                  <a:moveTo>
                    <a:pt x="443406" y="979929"/>
                  </a:moveTo>
                  <a:lnTo>
                    <a:pt x="452419" y="962745"/>
                  </a:lnTo>
                  <a:lnTo>
                    <a:pt x="441173" y="971786"/>
                  </a:lnTo>
                  <a:close/>
                  <a:moveTo>
                    <a:pt x="452419" y="962745"/>
                  </a:moveTo>
                  <a:lnTo>
                    <a:pt x="443406" y="979929"/>
                  </a:lnTo>
                  <a:lnTo>
                    <a:pt x="468516" y="949442"/>
                  </a:lnTo>
                  <a:close/>
                  <a:moveTo>
                    <a:pt x="457535" y="936755"/>
                  </a:moveTo>
                  <a:lnTo>
                    <a:pt x="452419" y="962745"/>
                  </a:lnTo>
                  <a:lnTo>
                    <a:pt x="468516" y="949442"/>
                  </a:lnTo>
                  <a:close/>
                  <a:moveTo>
                    <a:pt x="490119" y="925990"/>
                  </a:moveTo>
                  <a:lnTo>
                    <a:pt x="486262" y="919583"/>
                  </a:lnTo>
                  <a:lnTo>
                    <a:pt x="468516" y="949442"/>
                  </a:lnTo>
                  <a:close/>
                  <a:moveTo>
                    <a:pt x="490119" y="925990"/>
                  </a:moveTo>
                  <a:lnTo>
                    <a:pt x="505950" y="908807"/>
                  </a:lnTo>
                  <a:lnTo>
                    <a:pt x="486262" y="919583"/>
                  </a:lnTo>
                  <a:close/>
                  <a:moveTo>
                    <a:pt x="100792" y="378778"/>
                  </a:moveTo>
                  <a:lnTo>
                    <a:pt x="119687" y="430992"/>
                  </a:lnTo>
                  <a:lnTo>
                    <a:pt x="121666" y="428455"/>
                  </a:lnTo>
                  <a:close/>
                  <a:moveTo>
                    <a:pt x="383291" y="687538"/>
                  </a:moveTo>
                  <a:lnTo>
                    <a:pt x="392562" y="659981"/>
                  </a:lnTo>
                  <a:lnTo>
                    <a:pt x="359899" y="707849"/>
                  </a:lnTo>
                  <a:close/>
                  <a:moveTo>
                    <a:pt x="235239" y="507726"/>
                  </a:moveTo>
                  <a:lnTo>
                    <a:pt x="255253" y="487319"/>
                  </a:lnTo>
                  <a:lnTo>
                    <a:pt x="293140" y="503421"/>
                  </a:lnTo>
                  <a:close/>
                  <a:moveTo>
                    <a:pt x="346260" y="402053"/>
                  </a:moveTo>
                  <a:lnTo>
                    <a:pt x="379009" y="382905"/>
                  </a:lnTo>
                  <a:lnTo>
                    <a:pt x="353709" y="399014"/>
                  </a:lnTo>
                  <a:close/>
                  <a:moveTo>
                    <a:pt x="356501" y="393727"/>
                  </a:moveTo>
                  <a:lnTo>
                    <a:pt x="353709" y="399014"/>
                  </a:lnTo>
                  <a:lnTo>
                    <a:pt x="379009" y="382905"/>
                  </a:lnTo>
                  <a:close/>
                  <a:moveTo>
                    <a:pt x="526207" y="367106"/>
                  </a:moveTo>
                  <a:lnTo>
                    <a:pt x="472000" y="385220"/>
                  </a:lnTo>
                  <a:lnTo>
                    <a:pt x="495142" y="381830"/>
                  </a:lnTo>
                  <a:close/>
                  <a:moveTo>
                    <a:pt x="514396" y="373714"/>
                  </a:moveTo>
                  <a:lnTo>
                    <a:pt x="528851" y="364647"/>
                  </a:lnTo>
                  <a:lnTo>
                    <a:pt x="526207" y="367106"/>
                  </a:lnTo>
                  <a:close/>
                  <a:moveTo>
                    <a:pt x="877985" y="805707"/>
                  </a:moveTo>
                  <a:lnTo>
                    <a:pt x="906600" y="792723"/>
                  </a:lnTo>
                  <a:lnTo>
                    <a:pt x="928799" y="779512"/>
                  </a:lnTo>
                  <a:close/>
                  <a:moveTo>
                    <a:pt x="928799" y="779512"/>
                  </a:moveTo>
                  <a:lnTo>
                    <a:pt x="906600" y="792723"/>
                  </a:lnTo>
                  <a:lnTo>
                    <a:pt x="956208" y="757414"/>
                  </a:lnTo>
                  <a:close/>
                  <a:moveTo>
                    <a:pt x="526922" y="363531"/>
                  </a:moveTo>
                  <a:lnTo>
                    <a:pt x="526207" y="367106"/>
                  </a:lnTo>
                  <a:lnTo>
                    <a:pt x="528851" y="364647"/>
                  </a:lnTo>
                  <a:close/>
                  <a:moveTo>
                    <a:pt x="735260" y="392003"/>
                  </a:moveTo>
                  <a:lnTo>
                    <a:pt x="727613" y="429407"/>
                  </a:lnTo>
                  <a:lnTo>
                    <a:pt x="735747" y="403790"/>
                  </a:lnTo>
                  <a:close/>
                  <a:moveTo>
                    <a:pt x="738005" y="349852"/>
                  </a:moveTo>
                  <a:lnTo>
                    <a:pt x="734061" y="357306"/>
                  </a:lnTo>
                  <a:lnTo>
                    <a:pt x="735747" y="403790"/>
                  </a:lnTo>
                  <a:close/>
                  <a:moveTo>
                    <a:pt x="788069" y="338450"/>
                  </a:moveTo>
                  <a:lnTo>
                    <a:pt x="738005" y="349852"/>
                  </a:lnTo>
                  <a:lnTo>
                    <a:pt x="781255" y="336951"/>
                  </a:lnTo>
                  <a:close/>
                  <a:moveTo>
                    <a:pt x="734061" y="357306"/>
                  </a:moveTo>
                  <a:lnTo>
                    <a:pt x="738005" y="349852"/>
                  </a:lnTo>
                  <a:lnTo>
                    <a:pt x="788069" y="338450"/>
                  </a:lnTo>
                  <a:close/>
                  <a:moveTo>
                    <a:pt x="781255" y="336951"/>
                  </a:moveTo>
                  <a:lnTo>
                    <a:pt x="738005" y="349852"/>
                  </a:lnTo>
                  <a:lnTo>
                    <a:pt x="763010" y="340966"/>
                  </a:lnTo>
                  <a:close/>
                  <a:moveTo>
                    <a:pt x="887161" y="267369"/>
                  </a:moveTo>
                  <a:lnTo>
                    <a:pt x="841884" y="315485"/>
                  </a:lnTo>
                  <a:lnTo>
                    <a:pt x="867111" y="288613"/>
                  </a:lnTo>
                  <a:close/>
                  <a:moveTo>
                    <a:pt x="887161" y="267369"/>
                  </a:moveTo>
                  <a:lnTo>
                    <a:pt x="867111" y="288613"/>
                  </a:lnTo>
                  <a:lnTo>
                    <a:pt x="921112" y="269731"/>
                  </a:lnTo>
                  <a:close/>
                  <a:moveTo>
                    <a:pt x="682467" y="5111"/>
                  </a:moveTo>
                  <a:lnTo>
                    <a:pt x="673444" y="4262"/>
                  </a:lnTo>
                  <a:lnTo>
                    <a:pt x="660672" y="15079"/>
                  </a:lnTo>
                  <a:close/>
                  <a:moveTo>
                    <a:pt x="685635" y="4262"/>
                  </a:moveTo>
                  <a:lnTo>
                    <a:pt x="660672" y="15079"/>
                  </a:lnTo>
                  <a:lnTo>
                    <a:pt x="715691" y="0"/>
                  </a:lnTo>
                  <a:close/>
                  <a:moveTo>
                    <a:pt x="682467" y="5111"/>
                  </a:moveTo>
                  <a:lnTo>
                    <a:pt x="660672" y="15079"/>
                  </a:lnTo>
                  <a:lnTo>
                    <a:pt x="685635" y="4262"/>
                  </a:lnTo>
                  <a:close/>
                </a:path>
              </a:pathLst>
            </a:custGeom>
            <a:solidFill>
              <a:srgbClr val="AEBAC4"/>
            </a:solidFill>
            <a:ln w="1524">
              <a:solidFill>
                <a:srgbClr val="AEBAC4"/>
              </a:solidFill>
            </a:ln>
          </p:spPr>
        </p:sp>
        <p:sp>
          <p:nvSpPr>
            <p:cNvPr id="135" name="Input_density__134">
              <a:extLst>
                <a:ext uri="{FF2B5EF4-FFF2-40B4-BE49-F238E27FC236}">
                  <a16:creationId xmlns:a16="http://schemas.microsoft.com/office/drawing/2014/main" id="{3EAB8CBA-8E89-7B19-14A5-CB7AAC6AD6D0}"/>
                </a:ext>
              </a:extLst>
            </p:cNvPr>
            <p:cNvSpPr>
              <a:spLocks noGrp="1"/>
            </p:cNvSpPr>
            <p:nvPr/>
          </p:nvSpPr>
          <p:spPr>
            <a:xfrm>
              <a:off x="727724" y="1490959"/>
              <a:ext cx="1094961" cy="1359961"/>
            </a:xfrm>
            <a:custGeom>
              <a:avLst/>
              <a:gdLst/>
              <a:ahLst/>
              <a:cxnLst/>
              <a:rect l="0" t="0" r="0" b="0"/>
              <a:pathLst>
                <a:path w="1094961" h="1359961">
                  <a:moveTo>
                    <a:pt x="36563" y="566147"/>
                  </a:moveTo>
                  <a:lnTo>
                    <a:pt x="15436" y="575525"/>
                  </a:lnTo>
                  <a:lnTo>
                    <a:pt x="25332" y="612226"/>
                  </a:lnTo>
                  <a:close/>
                  <a:moveTo>
                    <a:pt x="0" y="561515"/>
                  </a:moveTo>
                  <a:lnTo>
                    <a:pt x="15436" y="575525"/>
                  </a:lnTo>
                  <a:lnTo>
                    <a:pt x="14694" y="546575"/>
                  </a:lnTo>
                  <a:close/>
                  <a:moveTo>
                    <a:pt x="14694" y="546575"/>
                  </a:moveTo>
                  <a:lnTo>
                    <a:pt x="15436" y="575525"/>
                  </a:lnTo>
                  <a:lnTo>
                    <a:pt x="36563" y="566147"/>
                  </a:lnTo>
                  <a:close/>
                  <a:moveTo>
                    <a:pt x="759039" y="1320818"/>
                  </a:moveTo>
                  <a:lnTo>
                    <a:pt x="812077" y="1345717"/>
                  </a:lnTo>
                  <a:lnTo>
                    <a:pt x="802915" y="1308419"/>
                  </a:lnTo>
                  <a:close/>
                  <a:moveTo>
                    <a:pt x="759039" y="1320818"/>
                  </a:moveTo>
                  <a:lnTo>
                    <a:pt x="782438" y="1357573"/>
                  </a:lnTo>
                  <a:lnTo>
                    <a:pt x="812077" y="1345717"/>
                  </a:lnTo>
                  <a:close/>
                  <a:moveTo>
                    <a:pt x="802915" y="1308419"/>
                  </a:moveTo>
                  <a:lnTo>
                    <a:pt x="846701" y="1320766"/>
                  </a:lnTo>
                  <a:lnTo>
                    <a:pt x="833824" y="1303635"/>
                  </a:lnTo>
                  <a:close/>
                  <a:moveTo>
                    <a:pt x="748940" y="1284063"/>
                  </a:moveTo>
                  <a:lnTo>
                    <a:pt x="802915" y="1308419"/>
                  </a:lnTo>
                  <a:lnTo>
                    <a:pt x="783874" y="1279151"/>
                  </a:lnTo>
                  <a:close/>
                  <a:moveTo>
                    <a:pt x="748940" y="1284063"/>
                  </a:moveTo>
                  <a:lnTo>
                    <a:pt x="759039" y="1320818"/>
                  </a:lnTo>
                  <a:lnTo>
                    <a:pt x="802915" y="1308419"/>
                  </a:lnTo>
                  <a:close/>
                  <a:moveTo>
                    <a:pt x="833824" y="1303635"/>
                  </a:moveTo>
                  <a:lnTo>
                    <a:pt x="840224" y="1296551"/>
                  </a:lnTo>
                  <a:lnTo>
                    <a:pt x="802915" y="1308419"/>
                  </a:lnTo>
                  <a:close/>
                  <a:moveTo>
                    <a:pt x="292157" y="678800"/>
                  </a:moveTo>
                  <a:lnTo>
                    <a:pt x="301022" y="650902"/>
                  </a:lnTo>
                  <a:lnTo>
                    <a:pt x="261259" y="690105"/>
                  </a:lnTo>
                  <a:close/>
                  <a:moveTo>
                    <a:pt x="261259" y="690105"/>
                  </a:moveTo>
                  <a:lnTo>
                    <a:pt x="301022" y="650902"/>
                  </a:lnTo>
                  <a:lnTo>
                    <a:pt x="295369" y="644715"/>
                  </a:lnTo>
                  <a:close/>
                  <a:moveTo>
                    <a:pt x="261259" y="690105"/>
                  </a:moveTo>
                  <a:lnTo>
                    <a:pt x="295369" y="644715"/>
                  </a:lnTo>
                  <a:lnTo>
                    <a:pt x="257908" y="648082"/>
                  </a:lnTo>
                  <a:close/>
                  <a:moveTo>
                    <a:pt x="295369" y="644715"/>
                  </a:moveTo>
                  <a:lnTo>
                    <a:pt x="301022" y="650902"/>
                  </a:lnTo>
                  <a:lnTo>
                    <a:pt x="305295" y="642045"/>
                  </a:lnTo>
                  <a:close/>
                  <a:moveTo>
                    <a:pt x="858678" y="1340390"/>
                  </a:moveTo>
                  <a:lnTo>
                    <a:pt x="910107" y="1359961"/>
                  </a:lnTo>
                  <a:lnTo>
                    <a:pt x="900855" y="1323207"/>
                  </a:lnTo>
                  <a:close/>
                  <a:moveTo>
                    <a:pt x="900855" y="1323207"/>
                  </a:moveTo>
                  <a:lnTo>
                    <a:pt x="899595" y="1297742"/>
                  </a:lnTo>
                  <a:lnTo>
                    <a:pt x="858678" y="1340390"/>
                  </a:lnTo>
                  <a:close/>
                  <a:moveTo>
                    <a:pt x="858678" y="1340390"/>
                  </a:moveTo>
                  <a:lnTo>
                    <a:pt x="899595" y="1297742"/>
                  </a:lnTo>
                  <a:lnTo>
                    <a:pt x="844169" y="1301968"/>
                  </a:lnTo>
                  <a:close/>
                  <a:moveTo>
                    <a:pt x="844169" y="1301968"/>
                  </a:moveTo>
                  <a:lnTo>
                    <a:pt x="899595" y="1297742"/>
                  </a:lnTo>
                  <a:lnTo>
                    <a:pt x="892769" y="1289545"/>
                  </a:lnTo>
                  <a:close/>
                  <a:moveTo>
                    <a:pt x="858678" y="1340390"/>
                  </a:moveTo>
                  <a:lnTo>
                    <a:pt x="844169" y="1301968"/>
                  </a:lnTo>
                  <a:lnTo>
                    <a:pt x="846701" y="1320766"/>
                  </a:lnTo>
                  <a:close/>
                  <a:moveTo>
                    <a:pt x="833824" y="1303635"/>
                  </a:moveTo>
                  <a:lnTo>
                    <a:pt x="846701" y="1320766"/>
                  </a:lnTo>
                  <a:lnTo>
                    <a:pt x="844169" y="1301968"/>
                  </a:lnTo>
                  <a:close/>
                  <a:moveTo>
                    <a:pt x="840224" y="1296551"/>
                  </a:moveTo>
                  <a:lnTo>
                    <a:pt x="833824" y="1303635"/>
                  </a:lnTo>
                  <a:lnTo>
                    <a:pt x="844169" y="1301968"/>
                  </a:lnTo>
                  <a:close/>
                  <a:moveTo>
                    <a:pt x="892769" y="1289545"/>
                  </a:moveTo>
                  <a:lnTo>
                    <a:pt x="899595" y="1297742"/>
                  </a:lnTo>
                  <a:lnTo>
                    <a:pt x="906547" y="1286451"/>
                  </a:lnTo>
                  <a:close/>
                  <a:moveTo>
                    <a:pt x="498308" y="811817"/>
                  </a:moveTo>
                  <a:lnTo>
                    <a:pt x="457648" y="825820"/>
                  </a:lnTo>
                  <a:lnTo>
                    <a:pt x="504460" y="817010"/>
                  </a:lnTo>
                  <a:close/>
                  <a:moveTo>
                    <a:pt x="504460" y="817010"/>
                  </a:moveTo>
                  <a:lnTo>
                    <a:pt x="457648" y="825820"/>
                  </a:lnTo>
                  <a:lnTo>
                    <a:pt x="451333" y="839161"/>
                  </a:lnTo>
                  <a:close/>
                  <a:moveTo>
                    <a:pt x="375749" y="715555"/>
                  </a:moveTo>
                  <a:lnTo>
                    <a:pt x="355475" y="729918"/>
                  </a:lnTo>
                  <a:lnTo>
                    <a:pt x="410530" y="714975"/>
                  </a:lnTo>
                  <a:close/>
                  <a:moveTo>
                    <a:pt x="410530" y="714975"/>
                  </a:moveTo>
                  <a:lnTo>
                    <a:pt x="355475" y="729918"/>
                  </a:lnTo>
                  <a:lnTo>
                    <a:pt x="397246" y="735127"/>
                  </a:lnTo>
                  <a:close/>
                  <a:moveTo>
                    <a:pt x="397246" y="735127"/>
                  </a:moveTo>
                  <a:lnTo>
                    <a:pt x="355475" y="729918"/>
                  </a:lnTo>
                  <a:lnTo>
                    <a:pt x="375968" y="740518"/>
                  </a:lnTo>
                  <a:close/>
                  <a:moveTo>
                    <a:pt x="301022" y="650902"/>
                  </a:moveTo>
                  <a:lnTo>
                    <a:pt x="292157" y="678800"/>
                  </a:lnTo>
                  <a:lnTo>
                    <a:pt x="318735" y="670465"/>
                  </a:lnTo>
                  <a:close/>
                  <a:moveTo>
                    <a:pt x="305295" y="642045"/>
                  </a:moveTo>
                  <a:lnTo>
                    <a:pt x="301022" y="650902"/>
                  </a:lnTo>
                  <a:lnTo>
                    <a:pt x="318735" y="670465"/>
                  </a:lnTo>
                  <a:close/>
                  <a:moveTo>
                    <a:pt x="900855" y="1323207"/>
                  </a:moveTo>
                  <a:lnTo>
                    <a:pt x="918919" y="1357780"/>
                  </a:lnTo>
                  <a:lnTo>
                    <a:pt x="909815" y="1320434"/>
                  </a:lnTo>
                  <a:close/>
                  <a:moveTo>
                    <a:pt x="900855" y="1323207"/>
                  </a:moveTo>
                  <a:lnTo>
                    <a:pt x="910107" y="1359961"/>
                  </a:lnTo>
                  <a:lnTo>
                    <a:pt x="918919" y="1357780"/>
                  </a:lnTo>
                  <a:close/>
                  <a:moveTo>
                    <a:pt x="899595" y="1297742"/>
                  </a:moveTo>
                  <a:lnTo>
                    <a:pt x="900855" y="1323207"/>
                  </a:lnTo>
                  <a:lnTo>
                    <a:pt x="909815" y="1320434"/>
                  </a:lnTo>
                  <a:close/>
                  <a:moveTo>
                    <a:pt x="909815" y="1320434"/>
                  </a:moveTo>
                  <a:lnTo>
                    <a:pt x="953925" y="1280090"/>
                  </a:lnTo>
                  <a:lnTo>
                    <a:pt x="906547" y="1286451"/>
                  </a:lnTo>
                  <a:close/>
                  <a:moveTo>
                    <a:pt x="906547" y="1286451"/>
                  </a:moveTo>
                  <a:lnTo>
                    <a:pt x="953925" y="1280090"/>
                  </a:lnTo>
                  <a:lnTo>
                    <a:pt x="940390" y="1269268"/>
                  </a:lnTo>
                  <a:close/>
                  <a:moveTo>
                    <a:pt x="906547" y="1286451"/>
                  </a:moveTo>
                  <a:lnTo>
                    <a:pt x="899595" y="1297742"/>
                  </a:lnTo>
                  <a:lnTo>
                    <a:pt x="909815" y="1320434"/>
                  </a:lnTo>
                  <a:close/>
                  <a:moveTo>
                    <a:pt x="947818" y="1257259"/>
                  </a:moveTo>
                  <a:lnTo>
                    <a:pt x="906547" y="1286451"/>
                  </a:lnTo>
                  <a:lnTo>
                    <a:pt x="940390" y="1269268"/>
                  </a:lnTo>
                  <a:close/>
                  <a:moveTo>
                    <a:pt x="947818" y="1257259"/>
                  </a:moveTo>
                  <a:lnTo>
                    <a:pt x="928516" y="1281297"/>
                  </a:lnTo>
                  <a:lnTo>
                    <a:pt x="906547" y="1286451"/>
                  </a:lnTo>
                  <a:close/>
                  <a:moveTo>
                    <a:pt x="421336" y="607678"/>
                  </a:moveTo>
                  <a:lnTo>
                    <a:pt x="416966" y="570923"/>
                  </a:lnTo>
                  <a:lnTo>
                    <a:pt x="396535" y="616645"/>
                  </a:lnTo>
                  <a:close/>
                  <a:moveTo>
                    <a:pt x="209882" y="391555"/>
                  </a:moveTo>
                  <a:lnTo>
                    <a:pt x="173522" y="394027"/>
                  </a:lnTo>
                  <a:lnTo>
                    <a:pt x="216972" y="393391"/>
                  </a:lnTo>
                  <a:close/>
                  <a:moveTo>
                    <a:pt x="221063" y="387148"/>
                  </a:moveTo>
                  <a:lnTo>
                    <a:pt x="205757" y="350393"/>
                  </a:lnTo>
                  <a:lnTo>
                    <a:pt x="209882" y="391555"/>
                  </a:lnTo>
                  <a:close/>
                  <a:moveTo>
                    <a:pt x="205757" y="350393"/>
                  </a:moveTo>
                  <a:lnTo>
                    <a:pt x="204657" y="351056"/>
                  </a:lnTo>
                  <a:lnTo>
                    <a:pt x="209882" y="391555"/>
                  </a:lnTo>
                  <a:close/>
                  <a:moveTo>
                    <a:pt x="209882" y="391555"/>
                  </a:moveTo>
                  <a:lnTo>
                    <a:pt x="216972" y="393391"/>
                  </a:lnTo>
                  <a:lnTo>
                    <a:pt x="221063" y="387148"/>
                  </a:lnTo>
                  <a:close/>
                  <a:moveTo>
                    <a:pt x="185445" y="313638"/>
                  </a:moveTo>
                  <a:lnTo>
                    <a:pt x="204657" y="351056"/>
                  </a:lnTo>
                  <a:lnTo>
                    <a:pt x="205100" y="349004"/>
                  </a:lnTo>
                  <a:close/>
                  <a:moveTo>
                    <a:pt x="168134" y="367577"/>
                  </a:moveTo>
                  <a:lnTo>
                    <a:pt x="204657" y="351056"/>
                  </a:lnTo>
                  <a:lnTo>
                    <a:pt x="185445" y="313638"/>
                  </a:lnTo>
                  <a:close/>
                  <a:moveTo>
                    <a:pt x="204657" y="351056"/>
                  </a:moveTo>
                  <a:lnTo>
                    <a:pt x="205757" y="350393"/>
                  </a:lnTo>
                  <a:lnTo>
                    <a:pt x="205100" y="349004"/>
                  </a:lnTo>
                  <a:close/>
                  <a:moveTo>
                    <a:pt x="940390" y="1269268"/>
                  </a:moveTo>
                  <a:lnTo>
                    <a:pt x="953925" y="1280090"/>
                  </a:lnTo>
                  <a:lnTo>
                    <a:pt x="954639" y="1266335"/>
                  </a:lnTo>
                  <a:close/>
                  <a:moveTo>
                    <a:pt x="947818" y="1257259"/>
                  </a:moveTo>
                  <a:lnTo>
                    <a:pt x="940390" y="1269268"/>
                  </a:lnTo>
                  <a:lnTo>
                    <a:pt x="954639" y="1266335"/>
                  </a:lnTo>
                  <a:close/>
                  <a:moveTo>
                    <a:pt x="811464" y="1077733"/>
                  </a:moveTo>
                  <a:lnTo>
                    <a:pt x="794545" y="1048738"/>
                  </a:lnTo>
                  <a:lnTo>
                    <a:pt x="793288" y="1053226"/>
                  </a:lnTo>
                  <a:close/>
                  <a:moveTo>
                    <a:pt x="837768" y="1038690"/>
                  </a:moveTo>
                  <a:lnTo>
                    <a:pt x="794545" y="1048738"/>
                  </a:lnTo>
                  <a:lnTo>
                    <a:pt x="811464" y="1077733"/>
                  </a:lnTo>
                  <a:close/>
                  <a:moveTo>
                    <a:pt x="707733" y="938473"/>
                  </a:moveTo>
                  <a:lnTo>
                    <a:pt x="758348" y="950957"/>
                  </a:lnTo>
                  <a:lnTo>
                    <a:pt x="743035" y="927288"/>
                  </a:lnTo>
                  <a:close/>
                  <a:moveTo>
                    <a:pt x="757186" y="958045"/>
                  </a:moveTo>
                  <a:lnTo>
                    <a:pt x="758348" y="950957"/>
                  </a:lnTo>
                  <a:lnTo>
                    <a:pt x="707733" y="938473"/>
                  </a:lnTo>
                  <a:close/>
                  <a:moveTo>
                    <a:pt x="715945" y="975228"/>
                  </a:moveTo>
                  <a:lnTo>
                    <a:pt x="757186" y="958045"/>
                  </a:lnTo>
                  <a:lnTo>
                    <a:pt x="707733" y="938473"/>
                  </a:lnTo>
                  <a:close/>
                  <a:moveTo>
                    <a:pt x="743035" y="927288"/>
                  </a:moveTo>
                  <a:lnTo>
                    <a:pt x="758348" y="950957"/>
                  </a:lnTo>
                  <a:lnTo>
                    <a:pt x="783846" y="921713"/>
                  </a:lnTo>
                  <a:close/>
                  <a:moveTo>
                    <a:pt x="421336" y="607678"/>
                  </a:moveTo>
                  <a:lnTo>
                    <a:pt x="467075" y="609394"/>
                  </a:lnTo>
                  <a:lnTo>
                    <a:pt x="453216" y="597652"/>
                  </a:lnTo>
                  <a:close/>
                  <a:moveTo>
                    <a:pt x="416966" y="570923"/>
                  </a:moveTo>
                  <a:lnTo>
                    <a:pt x="421336" y="607678"/>
                  </a:lnTo>
                  <a:lnTo>
                    <a:pt x="453216" y="597652"/>
                  </a:lnTo>
                  <a:close/>
                  <a:moveTo>
                    <a:pt x="490773" y="594207"/>
                  </a:moveTo>
                  <a:lnTo>
                    <a:pt x="435426" y="567368"/>
                  </a:lnTo>
                  <a:lnTo>
                    <a:pt x="453216" y="597652"/>
                  </a:lnTo>
                  <a:close/>
                  <a:moveTo>
                    <a:pt x="205757" y="350393"/>
                  </a:moveTo>
                  <a:lnTo>
                    <a:pt x="221063" y="387148"/>
                  </a:lnTo>
                  <a:lnTo>
                    <a:pt x="253041" y="369965"/>
                  </a:lnTo>
                  <a:close/>
                  <a:moveTo>
                    <a:pt x="205757" y="350393"/>
                  </a:moveTo>
                  <a:lnTo>
                    <a:pt x="253041" y="369965"/>
                  </a:lnTo>
                  <a:lnTo>
                    <a:pt x="229620" y="333210"/>
                  </a:lnTo>
                  <a:close/>
                  <a:moveTo>
                    <a:pt x="211158" y="301024"/>
                  </a:moveTo>
                  <a:lnTo>
                    <a:pt x="205100" y="349004"/>
                  </a:lnTo>
                  <a:lnTo>
                    <a:pt x="219625" y="296455"/>
                  </a:lnTo>
                  <a:close/>
                  <a:moveTo>
                    <a:pt x="219625" y="296455"/>
                  </a:moveTo>
                  <a:lnTo>
                    <a:pt x="205100" y="349004"/>
                  </a:lnTo>
                  <a:lnTo>
                    <a:pt x="205757" y="350393"/>
                  </a:lnTo>
                  <a:close/>
                  <a:moveTo>
                    <a:pt x="219625" y="296455"/>
                  </a:moveTo>
                  <a:lnTo>
                    <a:pt x="205757" y="350393"/>
                  </a:lnTo>
                  <a:lnTo>
                    <a:pt x="229620" y="333210"/>
                  </a:lnTo>
                  <a:close/>
                  <a:moveTo>
                    <a:pt x="185445" y="313638"/>
                  </a:moveTo>
                  <a:lnTo>
                    <a:pt x="205100" y="349004"/>
                  </a:lnTo>
                  <a:lnTo>
                    <a:pt x="211158" y="301024"/>
                  </a:lnTo>
                  <a:close/>
                  <a:moveTo>
                    <a:pt x="190984" y="296226"/>
                  </a:moveTo>
                  <a:lnTo>
                    <a:pt x="185445" y="313638"/>
                  </a:lnTo>
                  <a:lnTo>
                    <a:pt x="211158" y="301024"/>
                  </a:lnTo>
                  <a:close/>
                  <a:moveTo>
                    <a:pt x="240670" y="261210"/>
                  </a:moveTo>
                  <a:lnTo>
                    <a:pt x="190984" y="296226"/>
                  </a:lnTo>
                  <a:lnTo>
                    <a:pt x="219625" y="296455"/>
                  </a:lnTo>
                  <a:close/>
                  <a:moveTo>
                    <a:pt x="219625" y="296455"/>
                  </a:moveTo>
                  <a:lnTo>
                    <a:pt x="190984" y="296226"/>
                  </a:lnTo>
                  <a:lnTo>
                    <a:pt x="211158" y="301024"/>
                  </a:lnTo>
                  <a:close/>
                  <a:moveTo>
                    <a:pt x="991948" y="1201467"/>
                  </a:moveTo>
                  <a:lnTo>
                    <a:pt x="981886" y="1226524"/>
                  </a:lnTo>
                  <a:lnTo>
                    <a:pt x="987119" y="1215330"/>
                  </a:lnTo>
                  <a:close/>
                  <a:moveTo>
                    <a:pt x="987119" y="1215330"/>
                  </a:moveTo>
                  <a:lnTo>
                    <a:pt x="1002663" y="1241531"/>
                  </a:lnTo>
                  <a:lnTo>
                    <a:pt x="1002803" y="1209520"/>
                  </a:lnTo>
                  <a:close/>
                  <a:moveTo>
                    <a:pt x="991948" y="1201467"/>
                  </a:moveTo>
                  <a:lnTo>
                    <a:pt x="987119" y="1215330"/>
                  </a:lnTo>
                  <a:lnTo>
                    <a:pt x="1002803" y="1209520"/>
                  </a:lnTo>
                  <a:close/>
                  <a:moveTo>
                    <a:pt x="1044236" y="1202923"/>
                  </a:moveTo>
                  <a:lnTo>
                    <a:pt x="1002803" y="1209520"/>
                  </a:lnTo>
                  <a:lnTo>
                    <a:pt x="1002663" y="1241531"/>
                  </a:lnTo>
                  <a:close/>
                  <a:moveTo>
                    <a:pt x="1002803" y="1209520"/>
                  </a:moveTo>
                  <a:lnTo>
                    <a:pt x="1024929" y="1200203"/>
                  </a:lnTo>
                  <a:lnTo>
                    <a:pt x="991948" y="1201467"/>
                  </a:lnTo>
                  <a:close/>
                  <a:moveTo>
                    <a:pt x="1002803" y="1209520"/>
                  </a:moveTo>
                  <a:lnTo>
                    <a:pt x="1044236" y="1202923"/>
                  </a:lnTo>
                  <a:lnTo>
                    <a:pt x="1024929" y="1200203"/>
                  </a:lnTo>
                  <a:close/>
                  <a:moveTo>
                    <a:pt x="757186" y="958045"/>
                  </a:moveTo>
                  <a:lnTo>
                    <a:pt x="762390" y="966072"/>
                  </a:lnTo>
                  <a:lnTo>
                    <a:pt x="762943" y="955850"/>
                  </a:lnTo>
                  <a:close/>
                  <a:moveTo>
                    <a:pt x="758348" y="950957"/>
                  </a:moveTo>
                  <a:lnTo>
                    <a:pt x="757186" y="958045"/>
                  </a:lnTo>
                  <a:lnTo>
                    <a:pt x="762943" y="955850"/>
                  </a:lnTo>
                  <a:close/>
                  <a:moveTo>
                    <a:pt x="762390" y="966072"/>
                  </a:moveTo>
                  <a:lnTo>
                    <a:pt x="802724" y="940862"/>
                  </a:lnTo>
                  <a:lnTo>
                    <a:pt x="762943" y="955850"/>
                  </a:lnTo>
                  <a:close/>
                  <a:moveTo>
                    <a:pt x="819540" y="958961"/>
                  </a:moveTo>
                  <a:lnTo>
                    <a:pt x="802724" y="940862"/>
                  </a:lnTo>
                  <a:lnTo>
                    <a:pt x="762390" y="966072"/>
                  </a:lnTo>
                  <a:close/>
                  <a:moveTo>
                    <a:pt x="809505" y="921439"/>
                  </a:moveTo>
                  <a:lnTo>
                    <a:pt x="762943" y="955850"/>
                  </a:lnTo>
                  <a:lnTo>
                    <a:pt x="802724" y="940862"/>
                  </a:lnTo>
                  <a:close/>
                  <a:moveTo>
                    <a:pt x="758348" y="950957"/>
                  </a:moveTo>
                  <a:lnTo>
                    <a:pt x="762943" y="955850"/>
                  </a:lnTo>
                  <a:lnTo>
                    <a:pt x="809505" y="921439"/>
                  </a:lnTo>
                  <a:close/>
                  <a:moveTo>
                    <a:pt x="783846" y="921713"/>
                  </a:moveTo>
                  <a:lnTo>
                    <a:pt x="758348" y="950957"/>
                  </a:lnTo>
                  <a:lnTo>
                    <a:pt x="809505" y="921439"/>
                  </a:lnTo>
                  <a:close/>
                  <a:moveTo>
                    <a:pt x="625033" y="774270"/>
                  </a:moveTo>
                  <a:lnTo>
                    <a:pt x="658747" y="762647"/>
                  </a:lnTo>
                  <a:lnTo>
                    <a:pt x="635672" y="741447"/>
                  </a:lnTo>
                  <a:close/>
                  <a:moveTo>
                    <a:pt x="266268" y="260707"/>
                  </a:moveTo>
                  <a:lnTo>
                    <a:pt x="219625" y="296455"/>
                  </a:lnTo>
                  <a:lnTo>
                    <a:pt x="255334" y="279272"/>
                  </a:lnTo>
                  <a:close/>
                  <a:moveTo>
                    <a:pt x="266268" y="260707"/>
                  </a:moveTo>
                  <a:lnTo>
                    <a:pt x="240670" y="261210"/>
                  </a:lnTo>
                  <a:lnTo>
                    <a:pt x="219625" y="296455"/>
                  </a:lnTo>
                  <a:close/>
                  <a:moveTo>
                    <a:pt x="1079781" y="1107453"/>
                  </a:moveTo>
                  <a:lnTo>
                    <a:pt x="1089818" y="1148207"/>
                  </a:lnTo>
                  <a:lnTo>
                    <a:pt x="1094396" y="1142934"/>
                  </a:lnTo>
                  <a:close/>
                  <a:moveTo>
                    <a:pt x="1089818" y="1148207"/>
                  </a:moveTo>
                  <a:lnTo>
                    <a:pt x="1094961" y="1144208"/>
                  </a:lnTo>
                  <a:lnTo>
                    <a:pt x="1094396" y="1142934"/>
                  </a:lnTo>
                  <a:close/>
                  <a:moveTo>
                    <a:pt x="296856" y="250496"/>
                  </a:moveTo>
                  <a:lnTo>
                    <a:pt x="266268" y="260707"/>
                  </a:lnTo>
                  <a:lnTo>
                    <a:pt x="319933" y="240569"/>
                  </a:lnTo>
                  <a:close/>
                  <a:moveTo>
                    <a:pt x="319933" y="240569"/>
                  </a:moveTo>
                  <a:lnTo>
                    <a:pt x="325371" y="225334"/>
                  </a:lnTo>
                  <a:lnTo>
                    <a:pt x="311617" y="242517"/>
                  </a:lnTo>
                  <a:close/>
                  <a:moveTo>
                    <a:pt x="1079781" y="1107453"/>
                  </a:moveTo>
                  <a:lnTo>
                    <a:pt x="1094396" y="1142934"/>
                  </a:lnTo>
                  <a:lnTo>
                    <a:pt x="1088435" y="1104584"/>
                  </a:lnTo>
                  <a:close/>
                  <a:moveTo>
                    <a:pt x="366468" y="193770"/>
                  </a:moveTo>
                  <a:lnTo>
                    <a:pt x="325371" y="225334"/>
                  </a:lnTo>
                  <a:lnTo>
                    <a:pt x="355395" y="208150"/>
                  </a:lnTo>
                  <a:close/>
                  <a:moveTo>
                    <a:pt x="366468" y="193770"/>
                  </a:moveTo>
                  <a:lnTo>
                    <a:pt x="343315" y="203413"/>
                  </a:lnTo>
                  <a:lnTo>
                    <a:pt x="325371" y="225334"/>
                  </a:lnTo>
                  <a:close/>
                  <a:moveTo>
                    <a:pt x="695161" y="491649"/>
                  </a:moveTo>
                  <a:lnTo>
                    <a:pt x="673330" y="502190"/>
                  </a:lnTo>
                  <a:lnTo>
                    <a:pt x="705444" y="492904"/>
                  </a:lnTo>
                  <a:close/>
                  <a:moveTo>
                    <a:pt x="705444" y="492904"/>
                  </a:moveTo>
                  <a:lnTo>
                    <a:pt x="673330" y="502190"/>
                  </a:lnTo>
                  <a:lnTo>
                    <a:pt x="656157" y="529411"/>
                  </a:lnTo>
                  <a:close/>
                  <a:moveTo>
                    <a:pt x="705444" y="492904"/>
                  </a:moveTo>
                  <a:lnTo>
                    <a:pt x="656157" y="529411"/>
                  </a:lnTo>
                  <a:lnTo>
                    <a:pt x="676703" y="510023"/>
                  </a:lnTo>
                  <a:close/>
                  <a:moveTo>
                    <a:pt x="695161" y="491649"/>
                  </a:moveTo>
                  <a:lnTo>
                    <a:pt x="705444" y="492904"/>
                  </a:lnTo>
                  <a:lnTo>
                    <a:pt x="709706" y="485007"/>
                  </a:lnTo>
                  <a:close/>
                  <a:moveTo>
                    <a:pt x="809819" y="345368"/>
                  </a:moveTo>
                  <a:lnTo>
                    <a:pt x="826973" y="323191"/>
                  </a:lnTo>
                  <a:lnTo>
                    <a:pt x="793747" y="340375"/>
                  </a:lnTo>
                  <a:close/>
                  <a:moveTo>
                    <a:pt x="605379" y="102661"/>
                  </a:moveTo>
                  <a:lnTo>
                    <a:pt x="597345" y="145476"/>
                  </a:lnTo>
                  <a:lnTo>
                    <a:pt x="615252" y="116220"/>
                  </a:lnTo>
                  <a:close/>
                  <a:moveTo>
                    <a:pt x="605379" y="102661"/>
                  </a:moveTo>
                  <a:lnTo>
                    <a:pt x="574794" y="119845"/>
                  </a:lnTo>
                  <a:lnTo>
                    <a:pt x="597345" y="145476"/>
                  </a:lnTo>
                  <a:close/>
                  <a:moveTo>
                    <a:pt x="603199" y="71155"/>
                  </a:moveTo>
                  <a:lnTo>
                    <a:pt x="574794" y="119845"/>
                  </a:lnTo>
                  <a:lnTo>
                    <a:pt x="605379" y="102661"/>
                  </a:lnTo>
                  <a:close/>
                  <a:moveTo>
                    <a:pt x="603199" y="71155"/>
                  </a:moveTo>
                  <a:lnTo>
                    <a:pt x="582386" y="89547"/>
                  </a:lnTo>
                  <a:lnTo>
                    <a:pt x="574794" y="119845"/>
                  </a:lnTo>
                  <a:close/>
                  <a:moveTo>
                    <a:pt x="603199" y="71155"/>
                  </a:moveTo>
                  <a:lnTo>
                    <a:pt x="602503" y="65907"/>
                  </a:lnTo>
                  <a:lnTo>
                    <a:pt x="583910" y="83090"/>
                  </a:lnTo>
                  <a:close/>
                  <a:moveTo>
                    <a:pt x="819822" y="354985"/>
                  </a:moveTo>
                  <a:lnTo>
                    <a:pt x="826973" y="323191"/>
                  </a:lnTo>
                  <a:lnTo>
                    <a:pt x="809819" y="345368"/>
                  </a:lnTo>
                  <a:close/>
                  <a:moveTo>
                    <a:pt x="843258" y="318273"/>
                  </a:moveTo>
                  <a:lnTo>
                    <a:pt x="826973" y="323191"/>
                  </a:lnTo>
                  <a:lnTo>
                    <a:pt x="819822" y="354985"/>
                  </a:lnTo>
                  <a:close/>
                  <a:moveTo>
                    <a:pt x="864681" y="345603"/>
                  </a:moveTo>
                  <a:lnTo>
                    <a:pt x="843258" y="318273"/>
                  </a:lnTo>
                  <a:lnTo>
                    <a:pt x="819822" y="354985"/>
                  </a:lnTo>
                  <a:close/>
                  <a:moveTo>
                    <a:pt x="876578" y="342763"/>
                  </a:moveTo>
                  <a:lnTo>
                    <a:pt x="874623" y="306008"/>
                  </a:lnTo>
                  <a:lnTo>
                    <a:pt x="864681" y="345603"/>
                  </a:lnTo>
                  <a:close/>
                  <a:moveTo>
                    <a:pt x="874623" y="306008"/>
                  </a:moveTo>
                  <a:lnTo>
                    <a:pt x="843258" y="318273"/>
                  </a:lnTo>
                  <a:lnTo>
                    <a:pt x="864681" y="345603"/>
                  </a:lnTo>
                  <a:close/>
                  <a:moveTo>
                    <a:pt x="834616" y="313501"/>
                  </a:moveTo>
                  <a:lnTo>
                    <a:pt x="826973" y="323191"/>
                  </a:lnTo>
                  <a:lnTo>
                    <a:pt x="843258" y="318273"/>
                  </a:lnTo>
                  <a:close/>
                  <a:moveTo>
                    <a:pt x="884941" y="280874"/>
                  </a:moveTo>
                  <a:lnTo>
                    <a:pt x="843258" y="318273"/>
                  </a:lnTo>
                  <a:lnTo>
                    <a:pt x="874623" y="306008"/>
                  </a:lnTo>
                  <a:close/>
                  <a:moveTo>
                    <a:pt x="753132" y="176172"/>
                  </a:moveTo>
                  <a:lnTo>
                    <a:pt x="765053" y="195743"/>
                  </a:lnTo>
                  <a:lnTo>
                    <a:pt x="774618" y="158988"/>
                  </a:lnTo>
                  <a:close/>
                  <a:moveTo>
                    <a:pt x="605379" y="102661"/>
                  </a:moveTo>
                  <a:lnTo>
                    <a:pt x="615252" y="116220"/>
                  </a:lnTo>
                  <a:lnTo>
                    <a:pt x="617667" y="97750"/>
                  </a:lnTo>
                  <a:close/>
                  <a:moveTo>
                    <a:pt x="603199" y="71155"/>
                  </a:moveTo>
                  <a:lnTo>
                    <a:pt x="605379" y="102661"/>
                  </a:lnTo>
                  <a:lnTo>
                    <a:pt x="617667" y="97750"/>
                  </a:lnTo>
                  <a:close/>
                  <a:moveTo>
                    <a:pt x="603199" y="71155"/>
                  </a:moveTo>
                  <a:lnTo>
                    <a:pt x="617667" y="97750"/>
                  </a:lnTo>
                  <a:lnTo>
                    <a:pt x="602503" y="65907"/>
                  </a:lnTo>
                  <a:close/>
                  <a:moveTo>
                    <a:pt x="602503" y="65907"/>
                  </a:moveTo>
                  <a:lnTo>
                    <a:pt x="617667" y="97750"/>
                  </a:lnTo>
                  <a:lnTo>
                    <a:pt x="646161" y="85478"/>
                  </a:lnTo>
                  <a:close/>
                  <a:moveTo>
                    <a:pt x="602503" y="65907"/>
                  </a:moveTo>
                  <a:lnTo>
                    <a:pt x="646161" y="85478"/>
                  </a:lnTo>
                  <a:lnTo>
                    <a:pt x="637080" y="48723"/>
                  </a:lnTo>
                  <a:close/>
                  <a:moveTo>
                    <a:pt x="649757" y="24443"/>
                  </a:moveTo>
                  <a:lnTo>
                    <a:pt x="602503" y="65907"/>
                  </a:lnTo>
                  <a:lnTo>
                    <a:pt x="637080" y="48723"/>
                  </a:lnTo>
                  <a:close/>
                  <a:moveTo>
                    <a:pt x="649757" y="24443"/>
                  </a:moveTo>
                  <a:lnTo>
                    <a:pt x="625924" y="31542"/>
                  </a:lnTo>
                  <a:lnTo>
                    <a:pt x="602503" y="65907"/>
                  </a:lnTo>
                  <a:close/>
                  <a:moveTo>
                    <a:pt x="874623" y="306008"/>
                  </a:moveTo>
                  <a:lnTo>
                    <a:pt x="876578" y="342763"/>
                  </a:lnTo>
                  <a:lnTo>
                    <a:pt x="908999" y="325580"/>
                  </a:lnTo>
                  <a:close/>
                  <a:moveTo>
                    <a:pt x="874623" y="306008"/>
                  </a:moveTo>
                  <a:lnTo>
                    <a:pt x="908999" y="325580"/>
                  </a:lnTo>
                  <a:lnTo>
                    <a:pt x="906512" y="288825"/>
                  </a:lnTo>
                  <a:close/>
                  <a:moveTo>
                    <a:pt x="909380" y="276040"/>
                  </a:moveTo>
                  <a:lnTo>
                    <a:pt x="874623" y="306008"/>
                  </a:lnTo>
                  <a:lnTo>
                    <a:pt x="906512" y="288825"/>
                  </a:lnTo>
                  <a:close/>
                  <a:moveTo>
                    <a:pt x="909380" y="276040"/>
                  </a:moveTo>
                  <a:lnTo>
                    <a:pt x="884941" y="280874"/>
                  </a:lnTo>
                  <a:lnTo>
                    <a:pt x="874623" y="306008"/>
                  </a:lnTo>
                  <a:close/>
                  <a:moveTo>
                    <a:pt x="884941" y="280874"/>
                  </a:moveTo>
                  <a:lnTo>
                    <a:pt x="909380" y="276040"/>
                  </a:lnTo>
                  <a:lnTo>
                    <a:pt x="893284" y="269253"/>
                  </a:lnTo>
                  <a:close/>
                  <a:moveTo>
                    <a:pt x="774618" y="158988"/>
                  </a:moveTo>
                  <a:lnTo>
                    <a:pt x="808532" y="148137"/>
                  </a:lnTo>
                  <a:lnTo>
                    <a:pt x="802247" y="145537"/>
                  </a:lnTo>
                  <a:close/>
                  <a:moveTo>
                    <a:pt x="797441" y="178560"/>
                  </a:moveTo>
                  <a:lnTo>
                    <a:pt x="808532" y="148137"/>
                  </a:lnTo>
                  <a:lnTo>
                    <a:pt x="774618" y="158988"/>
                  </a:lnTo>
                  <a:close/>
                  <a:moveTo>
                    <a:pt x="765053" y="195743"/>
                  </a:moveTo>
                  <a:lnTo>
                    <a:pt x="797441" y="178560"/>
                  </a:lnTo>
                  <a:lnTo>
                    <a:pt x="774618" y="158988"/>
                  </a:lnTo>
                  <a:close/>
                  <a:moveTo>
                    <a:pt x="802247" y="145537"/>
                  </a:moveTo>
                  <a:lnTo>
                    <a:pt x="776658" y="125175"/>
                  </a:lnTo>
                  <a:lnTo>
                    <a:pt x="774618" y="158988"/>
                  </a:lnTo>
                  <a:close/>
                  <a:moveTo>
                    <a:pt x="776658" y="125175"/>
                  </a:moveTo>
                  <a:lnTo>
                    <a:pt x="802247" y="145537"/>
                  </a:lnTo>
                  <a:lnTo>
                    <a:pt x="811422" y="141805"/>
                  </a:lnTo>
                  <a:close/>
                  <a:moveTo>
                    <a:pt x="802247" y="145537"/>
                  </a:moveTo>
                  <a:lnTo>
                    <a:pt x="808532" y="148137"/>
                  </a:lnTo>
                  <a:lnTo>
                    <a:pt x="811422" y="141805"/>
                  </a:lnTo>
                  <a:close/>
                  <a:moveTo>
                    <a:pt x="649757" y="24443"/>
                  </a:moveTo>
                  <a:lnTo>
                    <a:pt x="637080" y="48723"/>
                  </a:lnTo>
                  <a:lnTo>
                    <a:pt x="669404" y="38030"/>
                  </a:lnTo>
                  <a:close/>
                  <a:moveTo>
                    <a:pt x="669960" y="11968"/>
                  </a:moveTo>
                  <a:lnTo>
                    <a:pt x="649757" y="24443"/>
                  </a:lnTo>
                  <a:lnTo>
                    <a:pt x="703763" y="5578"/>
                  </a:lnTo>
                  <a:close/>
                  <a:moveTo>
                    <a:pt x="703763" y="5578"/>
                  </a:moveTo>
                  <a:lnTo>
                    <a:pt x="649757" y="24443"/>
                  </a:lnTo>
                  <a:lnTo>
                    <a:pt x="688326" y="31540"/>
                  </a:lnTo>
                  <a:close/>
                  <a:moveTo>
                    <a:pt x="688326" y="31540"/>
                  </a:moveTo>
                  <a:lnTo>
                    <a:pt x="649757" y="24443"/>
                  </a:lnTo>
                  <a:lnTo>
                    <a:pt x="669404" y="38030"/>
                  </a:lnTo>
                  <a:close/>
                  <a:moveTo>
                    <a:pt x="808532" y="148137"/>
                  </a:moveTo>
                  <a:lnTo>
                    <a:pt x="835065" y="151133"/>
                  </a:lnTo>
                  <a:lnTo>
                    <a:pt x="811422" y="141805"/>
                  </a:lnTo>
                  <a:close/>
                  <a:moveTo>
                    <a:pt x="811422" y="141805"/>
                  </a:moveTo>
                  <a:lnTo>
                    <a:pt x="850053" y="124621"/>
                  </a:lnTo>
                  <a:lnTo>
                    <a:pt x="804843" y="134344"/>
                  </a:lnTo>
                  <a:close/>
                  <a:moveTo>
                    <a:pt x="703763" y="5578"/>
                  </a:moveTo>
                  <a:lnTo>
                    <a:pt x="688326" y="31540"/>
                  </a:lnTo>
                  <a:lnTo>
                    <a:pt x="726869" y="18401"/>
                  </a:lnTo>
                  <a:close/>
                  <a:moveTo>
                    <a:pt x="703763" y="5578"/>
                  </a:moveTo>
                  <a:lnTo>
                    <a:pt x="726869" y="18401"/>
                  </a:lnTo>
                  <a:lnTo>
                    <a:pt x="761323" y="0"/>
                  </a:lnTo>
                  <a:close/>
                </a:path>
              </a:pathLst>
            </a:custGeom>
            <a:solidFill>
              <a:srgbClr val="D7DEE3"/>
            </a:solidFill>
            <a:ln w="1524">
              <a:solidFill>
                <a:srgbClr val="D7DEE3"/>
              </a:solidFill>
            </a:ln>
          </p:spPr>
        </p:sp>
        <p:sp>
          <p:nvSpPr>
            <p:cNvPr id="136" name="Input_density__135">
              <a:extLst>
                <a:ext uri="{FF2B5EF4-FFF2-40B4-BE49-F238E27FC236}">
                  <a16:creationId xmlns:a16="http://schemas.microsoft.com/office/drawing/2014/main" id="{8C287A3A-EBD4-1FF2-8351-4E9A4A6E3983}"/>
                </a:ext>
              </a:extLst>
            </p:cNvPr>
            <p:cNvSpPr>
              <a:spLocks noGrp="1"/>
            </p:cNvSpPr>
            <p:nvPr/>
          </p:nvSpPr>
          <p:spPr>
            <a:xfrm>
              <a:off x="651365" y="1542071"/>
              <a:ext cx="1049303" cy="1081155"/>
            </a:xfrm>
            <a:custGeom>
              <a:avLst/>
              <a:gdLst/>
              <a:ahLst/>
              <a:cxnLst/>
              <a:rect l="0" t="0" r="0" b="0"/>
              <a:pathLst>
                <a:path w="1049303" h="1081155">
                  <a:moveTo>
                    <a:pt x="306010" y="1063142"/>
                  </a:moveTo>
                  <a:lnTo>
                    <a:pt x="291961" y="1051746"/>
                  </a:lnTo>
                  <a:lnTo>
                    <a:pt x="323731" y="1081155"/>
                  </a:lnTo>
                  <a:close/>
                  <a:moveTo>
                    <a:pt x="254786" y="1010134"/>
                  </a:moveTo>
                  <a:lnTo>
                    <a:pt x="289691" y="1044400"/>
                  </a:lnTo>
                  <a:lnTo>
                    <a:pt x="258764" y="1011076"/>
                  </a:lnTo>
                  <a:close/>
                  <a:moveTo>
                    <a:pt x="254786" y="1010134"/>
                  </a:moveTo>
                  <a:lnTo>
                    <a:pt x="291961" y="1051746"/>
                  </a:lnTo>
                  <a:lnTo>
                    <a:pt x="289691" y="1044400"/>
                  </a:lnTo>
                  <a:close/>
                  <a:moveTo>
                    <a:pt x="289691" y="1044400"/>
                  </a:moveTo>
                  <a:lnTo>
                    <a:pt x="291961" y="1051746"/>
                  </a:lnTo>
                  <a:lnTo>
                    <a:pt x="306010" y="1063142"/>
                  </a:lnTo>
                  <a:close/>
                  <a:moveTo>
                    <a:pt x="252226" y="1007645"/>
                  </a:moveTo>
                  <a:lnTo>
                    <a:pt x="254786" y="1010134"/>
                  </a:lnTo>
                  <a:lnTo>
                    <a:pt x="258764" y="1011076"/>
                  </a:lnTo>
                  <a:close/>
                  <a:moveTo>
                    <a:pt x="306010" y="1063142"/>
                  </a:moveTo>
                  <a:lnTo>
                    <a:pt x="354250" y="1072942"/>
                  </a:lnTo>
                  <a:lnTo>
                    <a:pt x="358859" y="1039953"/>
                  </a:lnTo>
                  <a:close/>
                  <a:moveTo>
                    <a:pt x="354250" y="1072942"/>
                  </a:moveTo>
                  <a:lnTo>
                    <a:pt x="386464" y="1073841"/>
                  </a:lnTo>
                  <a:lnTo>
                    <a:pt x="358859" y="1039953"/>
                  </a:lnTo>
                  <a:close/>
                  <a:moveTo>
                    <a:pt x="297682" y="1027217"/>
                  </a:moveTo>
                  <a:lnTo>
                    <a:pt x="306010" y="1063142"/>
                  </a:lnTo>
                  <a:lnTo>
                    <a:pt x="328406" y="1050668"/>
                  </a:lnTo>
                  <a:close/>
                  <a:moveTo>
                    <a:pt x="297682" y="1027217"/>
                  </a:moveTo>
                  <a:lnTo>
                    <a:pt x="289691" y="1044400"/>
                  </a:lnTo>
                  <a:lnTo>
                    <a:pt x="306010" y="1063142"/>
                  </a:lnTo>
                  <a:close/>
                  <a:moveTo>
                    <a:pt x="266321" y="1000756"/>
                  </a:moveTo>
                  <a:lnTo>
                    <a:pt x="258764" y="1011076"/>
                  </a:lnTo>
                  <a:lnTo>
                    <a:pt x="284031" y="990462"/>
                  </a:lnTo>
                  <a:close/>
                  <a:moveTo>
                    <a:pt x="284031" y="990462"/>
                  </a:moveTo>
                  <a:lnTo>
                    <a:pt x="258764" y="1011076"/>
                  </a:lnTo>
                  <a:lnTo>
                    <a:pt x="289691" y="1044400"/>
                  </a:lnTo>
                  <a:close/>
                  <a:moveTo>
                    <a:pt x="284031" y="990462"/>
                  </a:moveTo>
                  <a:lnTo>
                    <a:pt x="289691" y="1044400"/>
                  </a:lnTo>
                  <a:lnTo>
                    <a:pt x="297682" y="1027217"/>
                  </a:lnTo>
                  <a:close/>
                  <a:moveTo>
                    <a:pt x="252226" y="1007645"/>
                  </a:moveTo>
                  <a:lnTo>
                    <a:pt x="258764" y="1011076"/>
                  </a:lnTo>
                  <a:lnTo>
                    <a:pt x="266321" y="1000756"/>
                  </a:lnTo>
                  <a:close/>
                  <a:moveTo>
                    <a:pt x="221575" y="996607"/>
                  </a:moveTo>
                  <a:lnTo>
                    <a:pt x="266321" y="1000756"/>
                  </a:lnTo>
                  <a:lnTo>
                    <a:pt x="277329" y="984276"/>
                  </a:lnTo>
                  <a:close/>
                  <a:moveTo>
                    <a:pt x="0" y="634358"/>
                  </a:moveTo>
                  <a:lnTo>
                    <a:pt x="14224" y="667541"/>
                  </a:lnTo>
                  <a:lnTo>
                    <a:pt x="45265" y="624647"/>
                  </a:lnTo>
                  <a:close/>
                  <a:moveTo>
                    <a:pt x="0" y="634358"/>
                  </a:moveTo>
                  <a:lnTo>
                    <a:pt x="45265" y="624647"/>
                  </a:lnTo>
                  <a:lnTo>
                    <a:pt x="9440" y="605567"/>
                  </a:lnTo>
                  <a:close/>
                  <a:moveTo>
                    <a:pt x="47089" y="621752"/>
                  </a:moveTo>
                  <a:lnTo>
                    <a:pt x="52313" y="574170"/>
                  </a:lnTo>
                  <a:lnTo>
                    <a:pt x="25892" y="570872"/>
                  </a:lnTo>
                  <a:close/>
                  <a:moveTo>
                    <a:pt x="304051" y="862928"/>
                  </a:moveTo>
                  <a:lnTo>
                    <a:pt x="277064" y="813033"/>
                  </a:lnTo>
                  <a:lnTo>
                    <a:pt x="276703" y="858074"/>
                  </a:lnTo>
                  <a:close/>
                  <a:moveTo>
                    <a:pt x="306183" y="809075"/>
                  </a:moveTo>
                  <a:lnTo>
                    <a:pt x="318188" y="820051"/>
                  </a:lnTo>
                  <a:lnTo>
                    <a:pt x="291770" y="801078"/>
                  </a:lnTo>
                  <a:close/>
                  <a:moveTo>
                    <a:pt x="284660" y="672617"/>
                  </a:moveTo>
                  <a:lnTo>
                    <a:pt x="307374" y="636492"/>
                  </a:lnTo>
                  <a:lnTo>
                    <a:pt x="279220" y="632292"/>
                  </a:lnTo>
                  <a:close/>
                  <a:moveTo>
                    <a:pt x="307374" y="636492"/>
                  </a:moveTo>
                  <a:lnTo>
                    <a:pt x="291988" y="625885"/>
                  </a:lnTo>
                  <a:lnTo>
                    <a:pt x="279220" y="632292"/>
                  </a:lnTo>
                  <a:close/>
                  <a:moveTo>
                    <a:pt x="174926" y="483917"/>
                  </a:moveTo>
                  <a:lnTo>
                    <a:pt x="149633" y="497852"/>
                  </a:lnTo>
                  <a:lnTo>
                    <a:pt x="188737" y="517436"/>
                  </a:lnTo>
                  <a:close/>
                  <a:moveTo>
                    <a:pt x="188737" y="517436"/>
                  </a:moveTo>
                  <a:lnTo>
                    <a:pt x="217782" y="501386"/>
                  </a:lnTo>
                  <a:lnTo>
                    <a:pt x="203072" y="488122"/>
                  </a:lnTo>
                  <a:close/>
                  <a:moveTo>
                    <a:pt x="202871" y="445637"/>
                  </a:moveTo>
                  <a:lnTo>
                    <a:pt x="192735" y="443913"/>
                  </a:lnTo>
                  <a:lnTo>
                    <a:pt x="203072" y="488122"/>
                  </a:lnTo>
                  <a:close/>
                  <a:moveTo>
                    <a:pt x="203072" y="488122"/>
                  </a:moveTo>
                  <a:lnTo>
                    <a:pt x="167324" y="445350"/>
                  </a:lnTo>
                  <a:lnTo>
                    <a:pt x="174926" y="483917"/>
                  </a:lnTo>
                  <a:close/>
                  <a:moveTo>
                    <a:pt x="128972" y="418491"/>
                  </a:moveTo>
                  <a:lnTo>
                    <a:pt x="167324" y="445350"/>
                  </a:lnTo>
                  <a:lnTo>
                    <a:pt x="167932" y="439580"/>
                  </a:lnTo>
                  <a:close/>
                  <a:moveTo>
                    <a:pt x="123657" y="424342"/>
                  </a:moveTo>
                  <a:lnTo>
                    <a:pt x="167324" y="445350"/>
                  </a:lnTo>
                  <a:lnTo>
                    <a:pt x="128972" y="418491"/>
                  </a:lnTo>
                  <a:close/>
                  <a:moveTo>
                    <a:pt x="599374" y="874860"/>
                  </a:moveTo>
                  <a:lnTo>
                    <a:pt x="571913" y="914844"/>
                  </a:lnTo>
                  <a:lnTo>
                    <a:pt x="603147" y="916540"/>
                  </a:lnTo>
                  <a:close/>
                  <a:moveTo>
                    <a:pt x="603147" y="916540"/>
                  </a:moveTo>
                  <a:lnTo>
                    <a:pt x="600329" y="935056"/>
                  </a:lnTo>
                  <a:lnTo>
                    <a:pt x="616426" y="921728"/>
                  </a:lnTo>
                  <a:close/>
                  <a:moveTo>
                    <a:pt x="498072" y="705676"/>
                  </a:moveTo>
                  <a:lnTo>
                    <a:pt x="473604" y="684015"/>
                  </a:lnTo>
                  <a:lnTo>
                    <a:pt x="494642" y="726840"/>
                  </a:lnTo>
                  <a:close/>
                  <a:moveTo>
                    <a:pt x="467940" y="717596"/>
                  </a:moveTo>
                  <a:lnTo>
                    <a:pt x="471994" y="720770"/>
                  </a:lnTo>
                  <a:lnTo>
                    <a:pt x="494642" y="726840"/>
                  </a:lnTo>
                  <a:close/>
                  <a:moveTo>
                    <a:pt x="452327" y="689407"/>
                  </a:moveTo>
                  <a:lnTo>
                    <a:pt x="467940" y="717596"/>
                  </a:lnTo>
                  <a:lnTo>
                    <a:pt x="494642" y="726840"/>
                  </a:lnTo>
                  <a:close/>
                  <a:moveTo>
                    <a:pt x="579989" y="818784"/>
                  </a:moveTo>
                  <a:lnTo>
                    <a:pt x="607621" y="823408"/>
                  </a:lnTo>
                  <a:lnTo>
                    <a:pt x="601864" y="783341"/>
                  </a:lnTo>
                  <a:close/>
                  <a:moveTo>
                    <a:pt x="579989" y="818784"/>
                  </a:moveTo>
                  <a:lnTo>
                    <a:pt x="601864" y="783341"/>
                  </a:lnTo>
                  <a:lnTo>
                    <a:pt x="569565" y="782511"/>
                  </a:lnTo>
                  <a:close/>
                  <a:moveTo>
                    <a:pt x="427211" y="682737"/>
                  </a:moveTo>
                  <a:lnTo>
                    <a:pt x="467940" y="717596"/>
                  </a:lnTo>
                  <a:lnTo>
                    <a:pt x="427308" y="684015"/>
                  </a:lnTo>
                  <a:close/>
                  <a:moveTo>
                    <a:pt x="470331" y="719516"/>
                  </a:moveTo>
                  <a:lnTo>
                    <a:pt x="467940" y="717596"/>
                  </a:lnTo>
                  <a:lnTo>
                    <a:pt x="427211" y="682737"/>
                  </a:lnTo>
                  <a:close/>
                  <a:moveTo>
                    <a:pt x="470331" y="719516"/>
                  </a:moveTo>
                  <a:lnTo>
                    <a:pt x="471994" y="720770"/>
                  </a:lnTo>
                  <a:lnTo>
                    <a:pt x="467940" y="717596"/>
                  </a:lnTo>
                  <a:close/>
                  <a:moveTo>
                    <a:pt x="359287" y="560512"/>
                  </a:moveTo>
                  <a:lnTo>
                    <a:pt x="404554" y="566916"/>
                  </a:lnTo>
                  <a:lnTo>
                    <a:pt x="405670" y="519812"/>
                  </a:lnTo>
                  <a:close/>
                  <a:moveTo>
                    <a:pt x="826768" y="1034381"/>
                  </a:moveTo>
                  <a:lnTo>
                    <a:pt x="833226" y="1043919"/>
                  </a:lnTo>
                  <a:lnTo>
                    <a:pt x="848418" y="1047317"/>
                  </a:lnTo>
                  <a:close/>
                  <a:moveTo>
                    <a:pt x="826768" y="1034381"/>
                  </a:moveTo>
                  <a:lnTo>
                    <a:pt x="848418" y="1047317"/>
                  </a:lnTo>
                  <a:lnTo>
                    <a:pt x="861589" y="1020861"/>
                  </a:lnTo>
                  <a:close/>
                  <a:moveTo>
                    <a:pt x="432468" y="517133"/>
                  </a:moveTo>
                  <a:lnTo>
                    <a:pt x="408243" y="519169"/>
                  </a:lnTo>
                  <a:lnTo>
                    <a:pt x="405670" y="519812"/>
                  </a:lnTo>
                  <a:close/>
                  <a:moveTo>
                    <a:pt x="409018" y="519812"/>
                  </a:moveTo>
                  <a:lnTo>
                    <a:pt x="408243" y="519169"/>
                  </a:lnTo>
                  <a:lnTo>
                    <a:pt x="455678" y="539383"/>
                  </a:lnTo>
                  <a:close/>
                  <a:moveTo>
                    <a:pt x="374602" y="429937"/>
                  </a:moveTo>
                  <a:lnTo>
                    <a:pt x="390234" y="483057"/>
                  </a:lnTo>
                  <a:lnTo>
                    <a:pt x="415045" y="451989"/>
                  </a:lnTo>
                  <a:close/>
                  <a:moveTo>
                    <a:pt x="725222" y="796668"/>
                  </a:moveTo>
                  <a:lnTo>
                    <a:pt x="716520" y="789052"/>
                  </a:lnTo>
                  <a:lnTo>
                    <a:pt x="707288" y="751810"/>
                  </a:lnTo>
                  <a:close/>
                  <a:moveTo>
                    <a:pt x="361269" y="306534"/>
                  </a:moveTo>
                  <a:lnTo>
                    <a:pt x="382512" y="355608"/>
                  </a:lnTo>
                  <a:lnTo>
                    <a:pt x="410352" y="338235"/>
                  </a:lnTo>
                  <a:close/>
                  <a:moveTo>
                    <a:pt x="715230" y="779485"/>
                  </a:moveTo>
                  <a:lnTo>
                    <a:pt x="707288" y="751810"/>
                  </a:lnTo>
                  <a:lnTo>
                    <a:pt x="716520" y="789052"/>
                  </a:lnTo>
                  <a:close/>
                  <a:moveTo>
                    <a:pt x="745495" y="719243"/>
                  </a:moveTo>
                  <a:lnTo>
                    <a:pt x="757882" y="725547"/>
                  </a:lnTo>
                  <a:lnTo>
                    <a:pt x="768550" y="729094"/>
                  </a:lnTo>
                  <a:close/>
                  <a:moveTo>
                    <a:pt x="552929" y="438060"/>
                  </a:moveTo>
                  <a:lnTo>
                    <a:pt x="559354" y="425389"/>
                  </a:lnTo>
                  <a:lnTo>
                    <a:pt x="524953" y="421348"/>
                  </a:lnTo>
                  <a:close/>
                  <a:moveTo>
                    <a:pt x="552929" y="438060"/>
                  </a:moveTo>
                  <a:lnTo>
                    <a:pt x="567394" y="431507"/>
                  </a:lnTo>
                  <a:lnTo>
                    <a:pt x="559354" y="425389"/>
                  </a:lnTo>
                  <a:close/>
                  <a:moveTo>
                    <a:pt x="438600" y="347641"/>
                  </a:moveTo>
                  <a:lnTo>
                    <a:pt x="458469" y="326436"/>
                  </a:lnTo>
                  <a:lnTo>
                    <a:pt x="446859" y="350153"/>
                  </a:lnTo>
                  <a:close/>
                  <a:moveTo>
                    <a:pt x="987690" y="855383"/>
                  </a:moveTo>
                  <a:lnTo>
                    <a:pt x="962174" y="838650"/>
                  </a:lnTo>
                  <a:lnTo>
                    <a:pt x="942617" y="861736"/>
                  </a:lnTo>
                  <a:close/>
                  <a:moveTo>
                    <a:pt x="909962" y="864223"/>
                  </a:moveTo>
                  <a:lnTo>
                    <a:pt x="882215" y="825104"/>
                  </a:lnTo>
                  <a:lnTo>
                    <a:pt x="872872" y="835812"/>
                  </a:lnTo>
                  <a:close/>
                  <a:moveTo>
                    <a:pt x="909962" y="864223"/>
                  </a:moveTo>
                  <a:lnTo>
                    <a:pt x="942617" y="861736"/>
                  </a:lnTo>
                  <a:lnTo>
                    <a:pt x="962174" y="838650"/>
                  </a:lnTo>
                  <a:close/>
                  <a:moveTo>
                    <a:pt x="928042" y="835613"/>
                  </a:moveTo>
                  <a:lnTo>
                    <a:pt x="909962" y="864223"/>
                  </a:lnTo>
                  <a:lnTo>
                    <a:pt x="962174" y="838650"/>
                  </a:lnTo>
                  <a:close/>
                  <a:moveTo>
                    <a:pt x="567394" y="431507"/>
                  </a:moveTo>
                  <a:lnTo>
                    <a:pt x="596940" y="468262"/>
                  </a:lnTo>
                  <a:lnTo>
                    <a:pt x="624085" y="452047"/>
                  </a:lnTo>
                  <a:close/>
                  <a:moveTo>
                    <a:pt x="607930" y="420433"/>
                  </a:moveTo>
                  <a:lnTo>
                    <a:pt x="624085" y="452047"/>
                  </a:lnTo>
                  <a:lnTo>
                    <a:pt x="629002" y="430391"/>
                  </a:lnTo>
                  <a:close/>
                  <a:moveTo>
                    <a:pt x="629002" y="430391"/>
                  </a:moveTo>
                  <a:lnTo>
                    <a:pt x="604516" y="378462"/>
                  </a:lnTo>
                  <a:lnTo>
                    <a:pt x="607930" y="420433"/>
                  </a:lnTo>
                  <a:close/>
                  <a:moveTo>
                    <a:pt x="569697" y="379681"/>
                  </a:moveTo>
                  <a:lnTo>
                    <a:pt x="524953" y="421348"/>
                  </a:lnTo>
                  <a:lnTo>
                    <a:pt x="559354" y="425389"/>
                  </a:lnTo>
                  <a:close/>
                  <a:moveTo>
                    <a:pt x="549041" y="340813"/>
                  </a:moveTo>
                  <a:lnTo>
                    <a:pt x="541612" y="359058"/>
                  </a:lnTo>
                  <a:lnTo>
                    <a:pt x="540059" y="357997"/>
                  </a:lnTo>
                  <a:close/>
                  <a:moveTo>
                    <a:pt x="535492" y="380400"/>
                  </a:moveTo>
                  <a:lnTo>
                    <a:pt x="541612" y="359058"/>
                  </a:lnTo>
                  <a:lnTo>
                    <a:pt x="549041" y="340813"/>
                  </a:lnTo>
                  <a:close/>
                  <a:moveTo>
                    <a:pt x="569697" y="379681"/>
                  </a:moveTo>
                  <a:lnTo>
                    <a:pt x="541612" y="359058"/>
                  </a:lnTo>
                  <a:lnTo>
                    <a:pt x="535492" y="380400"/>
                  </a:lnTo>
                  <a:close/>
                  <a:moveTo>
                    <a:pt x="544998" y="357997"/>
                  </a:moveTo>
                  <a:lnTo>
                    <a:pt x="603344" y="369079"/>
                  </a:lnTo>
                  <a:lnTo>
                    <a:pt x="571118" y="340813"/>
                  </a:lnTo>
                  <a:close/>
                  <a:moveTo>
                    <a:pt x="544998" y="357997"/>
                  </a:moveTo>
                  <a:lnTo>
                    <a:pt x="541612" y="359058"/>
                  </a:lnTo>
                  <a:lnTo>
                    <a:pt x="569697" y="379681"/>
                  </a:lnTo>
                  <a:close/>
                  <a:moveTo>
                    <a:pt x="1007070" y="849611"/>
                  </a:moveTo>
                  <a:lnTo>
                    <a:pt x="962174" y="838650"/>
                  </a:lnTo>
                  <a:lnTo>
                    <a:pt x="987690" y="855383"/>
                  </a:lnTo>
                  <a:close/>
                  <a:moveTo>
                    <a:pt x="969643" y="808202"/>
                  </a:moveTo>
                  <a:lnTo>
                    <a:pt x="962174" y="838650"/>
                  </a:lnTo>
                  <a:lnTo>
                    <a:pt x="1007070" y="849611"/>
                  </a:lnTo>
                  <a:close/>
                  <a:moveTo>
                    <a:pt x="1006487" y="805337"/>
                  </a:moveTo>
                  <a:lnTo>
                    <a:pt x="969643" y="808202"/>
                  </a:lnTo>
                  <a:lnTo>
                    <a:pt x="1007070" y="849611"/>
                  </a:lnTo>
                  <a:close/>
                  <a:moveTo>
                    <a:pt x="1006487" y="805337"/>
                  </a:moveTo>
                  <a:lnTo>
                    <a:pt x="1007070" y="849611"/>
                  </a:lnTo>
                  <a:lnTo>
                    <a:pt x="1032459" y="811311"/>
                  </a:lnTo>
                  <a:close/>
                  <a:moveTo>
                    <a:pt x="969643" y="808202"/>
                  </a:moveTo>
                  <a:lnTo>
                    <a:pt x="928042" y="835613"/>
                  </a:lnTo>
                  <a:lnTo>
                    <a:pt x="962174" y="838650"/>
                  </a:lnTo>
                  <a:close/>
                  <a:moveTo>
                    <a:pt x="966278" y="766191"/>
                  </a:moveTo>
                  <a:lnTo>
                    <a:pt x="937630" y="746885"/>
                  </a:lnTo>
                  <a:lnTo>
                    <a:pt x="920999" y="731167"/>
                  </a:lnTo>
                  <a:close/>
                  <a:moveTo>
                    <a:pt x="889827" y="729421"/>
                  </a:moveTo>
                  <a:lnTo>
                    <a:pt x="920999" y="731167"/>
                  </a:lnTo>
                  <a:lnTo>
                    <a:pt x="898860" y="726505"/>
                  </a:lnTo>
                  <a:close/>
                  <a:moveTo>
                    <a:pt x="608669" y="377568"/>
                  </a:moveTo>
                  <a:lnTo>
                    <a:pt x="655193" y="364351"/>
                  </a:lnTo>
                  <a:lnTo>
                    <a:pt x="657542" y="350931"/>
                  </a:lnTo>
                  <a:close/>
                  <a:moveTo>
                    <a:pt x="526822" y="297955"/>
                  </a:moveTo>
                  <a:lnTo>
                    <a:pt x="537011" y="334419"/>
                  </a:lnTo>
                  <a:lnTo>
                    <a:pt x="559500" y="329731"/>
                  </a:lnTo>
                  <a:close/>
                  <a:moveTo>
                    <a:pt x="571118" y="340813"/>
                  </a:moveTo>
                  <a:lnTo>
                    <a:pt x="603344" y="369079"/>
                  </a:lnTo>
                  <a:lnTo>
                    <a:pt x="566594" y="337456"/>
                  </a:lnTo>
                  <a:close/>
                  <a:moveTo>
                    <a:pt x="862333" y="528038"/>
                  </a:moveTo>
                  <a:lnTo>
                    <a:pt x="835487" y="517933"/>
                  </a:lnTo>
                  <a:lnTo>
                    <a:pt x="812627" y="496612"/>
                  </a:lnTo>
                  <a:close/>
                  <a:moveTo>
                    <a:pt x="808267" y="455410"/>
                  </a:moveTo>
                  <a:lnTo>
                    <a:pt x="812627" y="496612"/>
                  </a:lnTo>
                  <a:lnTo>
                    <a:pt x="837340" y="458862"/>
                  </a:lnTo>
                  <a:close/>
                  <a:moveTo>
                    <a:pt x="1018300" y="706240"/>
                  </a:moveTo>
                  <a:lnTo>
                    <a:pt x="1049303" y="663376"/>
                  </a:lnTo>
                  <a:lnTo>
                    <a:pt x="1020307" y="659861"/>
                  </a:lnTo>
                  <a:close/>
                  <a:moveTo>
                    <a:pt x="1020307" y="659861"/>
                  </a:moveTo>
                  <a:lnTo>
                    <a:pt x="1049303" y="663376"/>
                  </a:lnTo>
                  <a:lnTo>
                    <a:pt x="1036543" y="629002"/>
                  </a:lnTo>
                  <a:close/>
                  <a:moveTo>
                    <a:pt x="926496" y="547710"/>
                  </a:moveTo>
                  <a:lnTo>
                    <a:pt x="951195" y="554718"/>
                  </a:lnTo>
                  <a:lnTo>
                    <a:pt x="940511" y="518657"/>
                  </a:lnTo>
                  <a:close/>
                  <a:moveTo>
                    <a:pt x="887158" y="382345"/>
                  </a:moveTo>
                  <a:lnTo>
                    <a:pt x="865879" y="390914"/>
                  </a:lnTo>
                  <a:lnTo>
                    <a:pt x="859487" y="415248"/>
                  </a:lnTo>
                  <a:close/>
                  <a:moveTo>
                    <a:pt x="911309" y="336320"/>
                  </a:moveTo>
                  <a:lnTo>
                    <a:pt x="943983" y="381593"/>
                  </a:lnTo>
                  <a:lnTo>
                    <a:pt x="944519" y="336410"/>
                  </a:lnTo>
                  <a:close/>
                  <a:moveTo>
                    <a:pt x="810780" y="165299"/>
                  </a:moveTo>
                  <a:lnTo>
                    <a:pt x="797126" y="151237"/>
                  </a:lnTo>
                  <a:lnTo>
                    <a:pt x="798210" y="144631"/>
                  </a:lnTo>
                  <a:close/>
                  <a:moveTo>
                    <a:pt x="1006855" y="311223"/>
                  </a:moveTo>
                  <a:lnTo>
                    <a:pt x="989241" y="334229"/>
                  </a:lnTo>
                  <a:lnTo>
                    <a:pt x="1010165" y="316253"/>
                  </a:lnTo>
                  <a:close/>
                  <a:moveTo>
                    <a:pt x="1006855" y="311223"/>
                  </a:moveTo>
                  <a:lnTo>
                    <a:pt x="981842" y="328406"/>
                  </a:lnTo>
                  <a:lnTo>
                    <a:pt x="989241" y="334229"/>
                  </a:lnTo>
                  <a:close/>
                  <a:moveTo>
                    <a:pt x="772525" y="17183"/>
                  </a:moveTo>
                  <a:lnTo>
                    <a:pt x="775523" y="71122"/>
                  </a:lnTo>
                  <a:lnTo>
                    <a:pt x="804844" y="46897"/>
                  </a:lnTo>
                  <a:close/>
                  <a:moveTo>
                    <a:pt x="1006855" y="311223"/>
                  </a:moveTo>
                  <a:lnTo>
                    <a:pt x="1010165" y="316253"/>
                  </a:lnTo>
                  <a:lnTo>
                    <a:pt x="1004905" y="294040"/>
                  </a:lnTo>
                  <a:close/>
                  <a:moveTo>
                    <a:pt x="952999" y="195274"/>
                  </a:moveTo>
                  <a:lnTo>
                    <a:pt x="985739" y="224928"/>
                  </a:lnTo>
                  <a:lnTo>
                    <a:pt x="1005510" y="220530"/>
                  </a:lnTo>
                  <a:close/>
                  <a:moveTo>
                    <a:pt x="812497" y="0"/>
                  </a:moveTo>
                  <a:lnTo>
                    <a:pt x="804844" y="46897"/>
                  </a:lnTo>
                  <a:lnTo>
                    <a:pt x="774078" y="53393"/>
                  </a:lnTo>
                  <a:close/>
                  <a:moveTo>
                    <a:pt x="896948" y="45898"/>
                  </a:moveTo>
                  <a:lnTo>
                    <a:pt x="926412" y="73510"/>
                  </a:lnTo>
                  <a:lnTo>
                    <a:pt x="915560" y="64382"/>
                  </a:lnTo>
                  <a:close/>
                </a:path>
              </a:pathLst>
            </a:custGeom>
            <a:solidFill>
              <a:srgbClr val="C2CCD3"/>
            </a:solidFill>
            <a:ln w="1524">
              <a:solidFill>
                <a:srgbClr val="C2CCD3"/>
              </a:solidFill>
            </a:ln>
          </p:spPr>
        </p:sp>
        <p:sp>
          <p:nvSpPr>
            <p:cNvPr id="137" name="Input_density__136">
              <a:extLst>
                <a:ext uri="{FF2B5EF4-FFF2-40B4-BE49-F238E27FC236}">
                  <a16:creationId xmlns:a16="http://schemas.microsoft.com/office/drawing/2014/main" id="{FA26406A-C765-A294-1E53-B70E38E87C4A}"/>
                </a:ext>
              </a:extLst>
            </p:cNvPr>
            <p:cNvSpPr>
              <a:spLocks noGrp="1"/>
            </p:cNvSpPr>
            <p:nvPr/>
          </p:nvSpPr>
          <p:spPr>
            <a:xfrm>
              <a:off x="647003" y="1569731"/>
              <a:ext cx="995674" cy="1038920"/>
            </a:xfrm>
            <a:custGeom>
              <a:avLst/>
              <a:gdLst/>
              <a:ahLst/>
              <a:cxnLst/>
              <a:rect l="0" t="0" r="0" b="0"/>
              <a:pathLst>
                <a:path w="995674" h="1038920">
                  <a:moveTo>
                    <a:pt x="225937" y="968947"/>
                  </a:moveTo>
                  <a:lnTo>
                    <a:pt x="190997" y="962887"/>
                  </a:lnTo>
                  <a:lnTo>
                    <a:pt x="198505" y="962591"/>
                  </a:lnTo>
                  <a:close/>
                  <a:moveTo>
                    <a:pt x="398567" y="995141"/>
                  </a:moveTo>
                  <a:lnTo>
                    <a:pt x="377015" y="985573"/>
                  </a:lnTo>
                  <a:lnTo>
                    <a:pt x="363221" y="1012293"/>
                  </a:lnTo>
                  <a:close/>
                  <a:moveTo>
                    <a:pt x="398567" y="995141"/>
                  </a:moveTo>
                  <a:lnTo>
                    <a:pt x="407296" y="956295"/>
                  </a:lnTo>
                  <a:lnTo>
                    <a:pt x="378253" y="972286"/>
                  </a:lnTo>
                  <a:close/>
                  <a:moveTo>
                    <a:pt x="378253" y="972286"/>
                  </a:moveTo>
                  <a:lnTo>
                    <a:pt x="357325" y="945619"/>
                  </a:lnTo>
                  <a:lnTo>
                    <a:pt x="377015" y="985573"/>
                  </a:lnTo>
                  <a:close/>
                  <a:moveTo>
                    <a:pt x="0" y="595252"/>
                  </a:moveTo>
                  <a:lnTo>
                    <a:pt x="13802" y="577907"/>
                  </a:lnTo>
                  <a:lnTo>
                    <a:pt x="30254" y="543212"/>
                  </a:lnTo>
                  <a:close/>
                  <a:moveTo>
                    <a:pt x="518511" y="1026748"/>
                  </a:moveTo>
                  <a:lnTo>
                    <a:pt x="488125" y="1037718"/>
                  </a:lnTo>
                  <a:lnTo>
                    <a:pt x="496034" y="1038920"/>
                  </a:lnTo>
                  <a:close/>
                  <a:moveTo>
                    <a:pt x="518511" y="1026748"/>
                  </a:moveTo>
                  <a:lnTo>
                    <a:pt x="496034" y="1038920"/>
                  </a:lnTo>
                  <a:lnTo>
                    <a:pt x="547614" y="1010986"/>
                  </a:lnTo>
                  <a:close/>
                  <a:moveTo>
                    <a:pt x="357325" y="945619"/>
                  </a:moveTo>
                  <a:lnTo>
                    <a:pt x="378253" y="972286"/>
                  </a:lnTo>
                  <a:lnTo>
                    <a:pt x="384419" y="979554"/>
                  </a:lnTo>
                  <a:close/>
                  <a:moveTo>
                    <a:pt x="535367" y="993564"/>
                  </a:moveTo>
                  <a:lnTo>
                    <a:pt x="555771" y="993348"/>
                  </a:lnTo>
                  <a:lnTo>
                    <a:pt x="548486" y="984762"/>
                  </a:lnTo>
                  <a:close/>
                  <a:moveTo>
                    <a:pt x="547614" y="1010986"/>
                  </a:moveTo>
                  <a:lnTo>
                    <a:pt x="555771" y="993348"/>
                  </a:lnTo>
                  <a:lnTo>
                    <a:pt x="535367" y="993564"/>
                  </a:lnTo>
                  <a:close/>
                  <a:moveTo>
                    <a:pt x="518511" y="1026748"/>
                  </a:moveTo>
                  <a:lnTo>
                    <a:pt x="547614" y="1010986"/>
                  </a:lnTo>
                  <a:lnTo>
                    <a:pt x="535367" y="993564"/>
                  </a:lnTo>
                  <a:close/>
                  <a:moveTo>
                    <a:pt x="555771" y="993348"/>
                  </a:moveTo>
                  <a:lnTo>
                    <a:pt x="558860" y="1001945"/>
                  </a:lnTo>
                  <a:lnTo>
                    <a:pt x="563977" y="975955"/>
                  </a:lnTo>
                  <a:close/>
                  <a:moveTo>
                    <a:pt x="548486" y="984762"/>
                  </a:moveTo>
                  <a:lnTo>
                    <a:pt x="555771" y="993348"/>
                  </a:lnTo>
                  <a:lnTo>
                    <a:pt x="563977" y="975955"/>
                  </a:lnTo>
                  <a:close/>
                  <a:moveTo>
                    <a:pt x="548486" y="984762"/>
                  </a:moveTo>
                  <a:lnTo>
                    <a:pt x="563977" y="975955"/>
                  </a:lnTo>
                  <a:lnTo>
                    <a:pt x="538543" y="980266"/>
                  </a:lnTo>
                  <a:close/>
                  <a:moveTo>
                    <a:pt x="598101" y="941276"/>
                  </a:moveTo>
                  <a:lnTo>
                    <a:pt x="563977" y="975955"/>
                  </a:lnTo>
                  <a:lnTo>
                    <a:pt x="592703" y="958782"/>
                  </a:lnTo>
                  <a:close/>
                  <a:moveTo>
                    <a:pt x="598101" y="941276"/>
                  </a:moveTo>
                  <a:lnTo>
                    <a:pt x="575045" y="932932"/>
                  </a:lnTo>
                  <a:lnTo>
                    <a:pt x="563977" y="975955"/>
                  </a:lnTo>
                  <a:close/>
                  <a:moveTo>
                    <a:pt x="283582" y="604632"/>
                  </a:moveTo>
                  <a:lnTo>
                    <a:pt x="296350" y="598225"/>
                  </a:lnTo>
                  <a:lnTo>
                    <a:pt x="310118" y="563274"/>
                  </a:lnTo>
                  <a:close/>
                  <a:moveTo>
                    <a:pt x="121381" y="386752"/>
                  </a:moveTo>
                  <a:lnTo>
                    <a:pt x="128019" y="396682"/>
                  </a:lnTo>
                  <a:lnTo>
                    <a:pt x="133334" y="390831"/>
                  </a:lnTo>
                  <a:close/>
                  <a:moveTo>
                    <a:pt x="128019" y="396682"/>
                  </a:moveTo>
                  <a:lnTo>
                    <a:pt x="121381" y="386752"/>
                  </a:lnTo>
                  <a:lnTo>
                    <a:pt x="101818" y="357909"/>
                  </a:lnTo>
                  <a:close/>
                  <a:moveTo>
                    <a:pt x="466340" y="747049"/>
                  </a:moveTo>
                  <a:lnTo>
                    <a:pt x="499004" y="699181"/>
                  </a:lnTo>
                  <a:lnTo>
                    <a:pt x="476356" y="693110"/>
                  </a:lnTo>
                  <a:close/>
                  <a:moveTo>
                    <a:pt x="311148" y="557343"/>
                  </a:moveTo>
                  <a:lnTo>
                    <a:pt x="341681" y="546926"/>
                  </a:lnTo>
                  <a:lnTo>
                    <a:pt x="363649" y="532853"/>
                  </a:lnTo>
                  <a:close/>
                  <a:moveTo>
                    <a:pt x="329530" y="529862"/>
                  </a:moveTo>
                  <a:lnTo>
                    <a:pt x="311148" y="557343"/>
                  </a:lnTo>
                  <a:lnTo>
                    <a:pt x="363649" y="532853"/>
                  </a:lnTo>
                  <a:close/>
                  <a:moveTo>
                    <a:pt x="611984" y="795748"/>
                  </a:moveTo>
                  <a:lnTo>
                    <a:pt x="608674" y="826079"/>
                  </a:lnTo>
                  <a:lnTo>
                    <a:pt x="622047" y="803375"/>
                  </a:lnTo>
                  <a:close/>
                  <a:moveTo>
                    <a:pt x="399582" y="542621"/>
                  </a:moveTo>
                  <a:lnTo>
                    <a:pt x="428930" y="528907"/>
                  </a:lnTo>
                  <a:lnTo>
                    <a:pt x="408916" y="539256"/>
                  </a:lnTo>
                  <a:close/>
                  <a:moveTo>
                    <a:pt x="374028" y="475451"/>
                  </a:moveTo>
                  <a:lnTo>
                    <a:pt x="394596" y="455397"/>
                  </a:lnTo>
                  <a:lnTo>
                    <a:pt x="377924" y="447869"/>
                  </a:lnTo>
                  <a:close/>
                  <a:moveTo>
                    <a:pt x="452701" y="441253"/>
                  </a:moveTo>
                  <a:lnTo>
                    <a:pt x="457157" y="440895"/>
                  </a:lnTo>
                  <a:lnTo>
                    <a:pt x="453111" y="438214"/>
                  </a:lnTo>
                  <a:close/>
                  <a:moveTo>
                    <a:pt x="460150" y="438214"/>
                  </a:moveTo>
                  <a:lnTo>
                    <a:pt x="457157" y="440895"/>
                  </a:lnTo>
                  <a:lnTo>
                    <a:pt x="452701" y="441253"/>
                  </a:lnTo>
                  <a:close/>
                  <a:moveTo>
                    <a:pt x="747876" y="780384"/>
                  </a:moveTo>
                  <a:lnTo>
                    <a:pt x="785058" y="794826"/>
                  </a:lnTo>
                  <a:lnTo>
                    <a:pt x="773726" y="780827"/>
                  </a:lnTo>
                  <a:close/>
                  <a:moveTo>
                    <a:pt x="453111" y="438214"/>
                  </a:moveTo>
                  <a:lnTo>
                    <a:pt x="457157" y="440895"/>
                  </a:lnTo>
                  <a:lnTo>
                    <a:pt x="462942" y="432927"/>
                  </a:lnTo>
                  <a:close/>
                  <a:moveTo>
                    <a:pt x="462942" y="432927"/>
                  </a:moveTo>
                  <a:lnTo>
                    <a:pt x="457157" y="440895"/>
                  </a:lnTo>
                  <a:lnTo>
                    <a:pt x="460150" y="438214"/>
                  </a:lnTo>
                  <a:close/>
                  <a:moveTo>
                    <a:pt x="492392" y="421030"/>
                  </a:moveTo>
                  <a:lnTo>
                    <a:pt x="505391" y="425506"/>
                  </a:lnTo>
                  <a:lnTo>
                    <a:pt x="512334" y="426406"/>
                  </a:lnTo>
                  <a:close/>
                  <a:moveTo>
                    <a:pt x="485451" y="422105"/>
                  </a:moveTo>
                  <a:lnTo>
                    <a:pt x="492392" y="421030"/>
                  </a:lnTo>
                  <a:lnTo>
                    <a:pt x="476546" y="417178"/>
                  </a:lnTo>
                  <a:close/>
                  <a:moveTo>
                    <a:pt x="476546" y="417178"/>
                  </a:moveTo>
                  <a:lnTo>
                    <a:pt x="462942" y="432927"/>
                  </a:lnTo>
                  <a:lnTo>
                    <a:pt x="485451" y="422105"/>
                  </a:lnTo>
                  <a:close/>
                  <a:moveTo>
                    <a:pt x="546078" y="427993"/>
                  </a:moveTo>
                  <a:lnTo>
                    <a:pt x="512334" y="426406"/>
                  </a:lnTo>
                  <a:lnTo>
                    <a:pt x="505391" y="425506"/>
                  </a:lnTo>
                  <a:close/>
                  <a:moveTo>
                    <a:pt x="492392" y="421030"/>
                  </a:moveTo>
                  <a:lnTo>
                    <a:pt x="512334" y="426406"/>
                  </a:lnTo>
                  <a:lnTo>
                    <a:pt x="519708" y="413866"/>
                  </a:lnTo>
                  <a:close/>
                  <a:moveTo>
                    <a:pt x="557291" y="410400"/>
                  </a:moveTo>
                  <a:lnTo>
                    <a:pt x="512334" y="426406"/>
                  </a:lnTo>
                  <a:lnTo>
                    <a:pt x="546078" y="427993"/>
                  </a:lnTo>
                  <a:close/>
                  <a:moveTo>
                    <a:pt x="872686" y="805458"/>
                  </a:moveTo>
                  <a:lnTo>
                    <a:pt x="837010" y="796652"/>
                  </a:lnTo>
                  <a:lnTo>
                    <a:pt x="809304" y="788431"/>
                  </a:lnTo>
                  <a:close/>
                  <a:moveTo>
                    <a:pt x="570956" y="309797"/>
                  </a:moveTo>
                  <a:lnTo>
                    <a:pt x="624090" y="338435"/>
                  </a:lnTo>
                  <a:lnTo>
                    <a:pt x="583017" y="344738"/>
                  </a:lnTo>
                  <a:close/>
                  <a:moveTo>
                    <a:pt x="961941" y="697602"/>
                  </a:moveTo>
                  <a:lnTo>
                    <a:pt x="965317" y="698112"/>
                  </a:lnTo>
                  <a:lnTo>
                    <a:pt x="946660" y="686191"/>
                  </a:lnTo>
                  <a:close/>
                  <a:moveTo>
                    <a:pt x="961941" y="697602"/>
                  </a:moveTo>
                  <a:lnTo>
                    <a:pt x="995674" y="699146"/>
                  </a:lnTo>
                  <a:lnTo>
                    <a:pt x="965317" y="698112"/>
                  </a:lnTo>
                  <a:close/>
                  <a:moveTo>
                    <a:pt x="883086" y="555721"/>
                  </a:moveTo>
                  <a:lnTo>
                    <a:pt x="877355" y="590010"/>
                  </a:lnTo>
                  <a:lnTo>
                    <a:pt x="895117" y="572335"/>
                  </a:lnTo>
                  <a:close/>
                  <a:moveTo>
                    <a:pt x="816989" y="468952"/>
                  </a:moveTo>
                  <a:lnTo>
                    <a:pt x="829245" y="479745"/>
                  </a:lnTo>
                  <a:lnTo>
                    <a:pt x="841702" y="431202"/>
                  </a:lnTo>
                  <a:close/>
                  <a:moveTo>
                    <a:pt x="756793" y="401308"/>
                  </a:moveTo>
                  <a:lnTo>
                    <a:pt x="793329" y="398694"/>
                  </a:lnTo>
                  <a:lnTo>
                    <a:pt x="777800" y="411227"/>
                  </a:lnTo>
                  <a:close/>
                  <a:moveTo>
                    <a:pt x="777800" y="411227"/>
                  </a:moveTo>
                  <a:lnTo>
                    <a:pt x="812394" y="415989"/>
                  </a:lnTo>
                  <a:lnTo>
                    <a:pt x="827637" y="376774"/>
                  </a:lnTo>
                  <a:close/>
                  <a:moveTo>
                    <a:pt x="812394" y="415989"/>
                  </a:moveTo>
                  <a:lnTo>
                    <a:pt x="840502" y="396506"/>
                  </a:lnTo>
                  <a:lnTo>
                    <a:pt x="863849" y="387588"/>
                  </a:lnTo>
                  <a:close/>
                  <a:moveTo>
                    <a:pt x="827637" y="376774"/>
                  </a:moveTo>
                  <a:lnTo>
                    <a:pt x="812394" y="415989"/>
                  </a:lnTo>
                  <a:lnTo>
                    <a:pt x="863849" y="387588"/>
                  </a:lnTo>
                  <a:close/>
                  <a:moveTo>
                    <a:pt x="863849" y="387588"/>
                  </a:moveTo>
                  <a:lnTo>
                    <a:pt x="870241" y="363254"/>
                  </a:lnTo>
                  <a:lnTo>
                    <a:pt x="827637" y="376774"/>
                  </a:lnTo>
                  <a:close/>
                  <a:moveTo>
                    <a:pt x="863401" y="1080"/>
                  </a:moveTo>
                  <a:lnTo>
                    <a:pt x="819788" y="19206"/>
                  </a:lnTo>
                  <a:lnTo>
                    <a:pt x="809206" y="19237"/>
                  </a:lnTo>
                  <a:close/>
                  <a:moveTo>
                    <a:pt x="884302" y="9095"/>
                  </a:moveTo>
                  <a:lnTo>
                    <a:pt x="901310" y="18238"/>
                  </a:lnTo>
                  <a:lnTo>
                    <a:pt x="876732" y="0"/>
                  </a:lnTo>
                  <a:close/>
                  <a:moveTo>
                    <a:pt x="863401" y="1080"/>
                  </a:moveTo>
                  <a:lnTo>
                    <a:pt x="884302" y="9095"/>
                  </a:lnTo>
                  <a:lnTo>
                    <a:pt x="876732" y="0"/>
                  </a:lnTo>
                  <a:close/>
                </a:path>
              </a:pathLst>
            </a:custGeom>
            <a:solidFill>
              <a:srgbClr val="B5C1C9"/>
            </a:solidFill>
            <a:ln w="1524">
              <a:solidFill>
                <a:srgbClr val="B5C1C9"/>
              </a:solidFill>
            </a:ln>
          </p:spPr>
        </p:sp>
        <p:sp>
          <p:nvSpPr>
            <p:cNvPr id="138" name="Input_density__137">
              <a:extLst>
                <a:ext uri="{FF2B5EF4-FFF2-40B4-BE49-F238E27FC236}">
                  <a16:creationId xmlns:a16="http://schemas.microsoft.com/office/drawing/2014/main" id="{29631BAF-7A22-944E-5213-72A9F322DC27}"/>
                </a:ext>
              </a:extLst>
            </p:cNvPr>
            <p:cNvSpPr>
              <a:spLocks noGrp="1"/>
            </p:cNvSpPr>
            <p:nvPr/>
          </p:nvSpPr>
          <p:spPr>
            <a:xfrm>
              <a:off x="647003" y="1570810"/>
              <a:ext cx="1054111" cy="1037840"/>
            </a:xfrm>
            <a:custGeom>
              <a:avLst/>
              <a:gdLst/>
              <a:ahLst/>
              <a:cxnLst/>
              <a:rect l="0" t="0" r="0" b="0"/>
              <a:pathLst>
                <a:path w="1054111" h="1037840">
                  <a:moveTo>
                    <a:pt x="234003" y="969659"/>
                  </a:moveTo>
                  <a:lnTo>
                    <a:pt x="256588" y="978906"/>
                  </a:lnTo>
                  <a:lnTo>
                    <a:pt x="225937" y="967868"/>
                  </a:lnTo>
                  <a:close/>
                  <a:moveTo>
                    <a:pt x="310372" y="1034403"/>
                  </a:moveTo>
                  <a:lnTo>
                    <a:pt x="363221" y="1011214"/>
                  </a:lnTo>
                  <a:lnTo>
                    <a:pt x="332768" y="1021929"/>
                  </a:lnTo>
                  <a:close/>
                  <a:moveTo>
                    <a:pt x="256588" y="978906"/>
                  </a:moveTo>
                  <a:lnTo>
                    <a:pt x="270683" y="972016"/>
                  </a:lnTo>
                  <a:lnTo>
                    <a:pt x="225937" y="967868"/>
                  </a:lnTo>
                  <a:close/>
                  <a:moveTo>
                    <a:pt x="18586" y="638802"/>
                  </a:moveTo>
                  <a:lnTo>
                    <a:pt x="19659" y="648111"/>
                  </a:lnTo>
                  <a:lnTo>
                    <a:pt x="49627" y="595908"/>
                  </a:lnTo>
                  <a:close/>
                  <a:moveTo>
                    <a:pt x="18586" y="638802"/>
                  </a:moveTo>
                  <a:lnTo>
                    <a:pt x="4362" y="605619"/>
                  </a:lnTo>
                  <a:lnTo>
                    <a:pt x="13289" y="630927"/>
                  </a:lnTo>
                  <a:close/>
                  <a:moveTo>
                    <a:pt x="4362" y="605619"/>
                  </a:moveTo>
                  <a:lnTo>
                    <a:pt x="0" y="594173"/>
                  </a:lnTo>
                  <a:lnTo>
                    <a:pt x="13289" y="630927"/>
                  </a:lnTo>
                  <a:close/>
                  <a:moveTo>
                    <a:pt x="0" y="594173"/>
                  </a:moveTo>
                  <a:lnTo>
                    <a:pt x="4362" y="605619"/>
                  </a:lnTo>
                  <a:lnTo>
                    <a:pt x="13802" y="576828"/>
                  </a:lnTo>
                  <a:close/>
                  <a:moveTo>
                    <a:pt x="30254" y="542132"/>
                  </a:moveTo>
                  <a:lnTo>
                    <a:pt x="56675" y="545430"/>
                  </a:lnTo>
                  <a:lnTo>
                    <a:pt x="34066" y="540234"/>
                  </a:lnTo>
                  <a:close/>
                  <a:moveTo>
                    <a:pt x="13802" y="576828"/>
                  </a:moveTo>
                  <a:lnTo>
                    <a:pt x="51451" y="593013"/>
                  </a:lnTo>
                  <a:lnTo>
                    <a:pt x="30254" y="542132"/>
                  </a:lnTo>
                  <a:close/>
                  <a:moveTo>
                    <a:pt x="34066" y="540234"/>
                  </a:moveTo>
                  <a:lnTo>
                    <a:pt x="56675" y="545430"/>
                  </a:lnTo>
                  <a:lnTo>
                    <a:pt x="31644" y="520662"/>
                  </a:lnTo>
                  <a:close/>
                  <a:moveTo>
                    <a:pt x="496034" y="1037840"/>
                  </a:moveTo>
                  <a:lnTo>
                    <a:pt x="462141" y="1014211"/>
                  </a:lnTo>
                  <a:lnTo>
                    <a:pt x="469870" y="1018049"/>
                  </a:lnTo>
                  <a:close/>
                  <a:moveTo>
                    <a:pt x="488125" y="1036638"/>
                  </a:moveTo>
                  <a:lnTo>
                    <a:pt x="462141" y="1014211"/>
                  </a:lnTo>
                  <a:lnTo>
                    <a:pt x="496034" y="1037840"/>
                  </a:lnTo>
                  <a:close/>
                  <a:moveTo>
                    <a:pt x="407296" y="955216"/>
                  </a:moveTo>
                  <a:lnTo>
                    <a:pt x="429364" y="944539"/>
                  </a:lnTo>
                  <a:lnTo>
                    <a:pt x="430186" y="968355"/>
                  </a:lnTo>
                  <a:close/>
                  <a:moveTo>
                    <a:pt x="295017" y="862739"/>
                  </a:moveTo>
                  <a:lnTo>
                    <a:pt x="308413" y="834189"/>
                  </a:lnTo>
                  <a:lnTo>
                    <a:pt x="281065" y="829335"/>
                  </a:lnTo>
                  <a:close/>
                  <a:moveTo>
                    <a:pt x="488125" y="1036638"/>
                  </a:moveTo>
                  <a:lnTo>
                    <a:pt x="436417" y="1008036"/>
                  </a:lnTo>
                  <a:lnTo>
                    <a:pt x="462141" y="1014211"/>
                  </a:lnTo>
                  <a:close/>
                  <a:moveTo>
                    <a:pt x="315625" y="726397"/>
                  </a:moveTo>
                  <a:lnTo>
                    <a:pt x="284625" y="692200"/>
                  </a:lnTo>
                  <a:lnTo>
                    <a:pt x="292574" y="706826"/>
                  </a:lnTo>
                  <a:close/>
                  <a:moveTo>
                    <a:pt x="549191" y="947962"/>
                  </a:moveTo>
                  <a:lnTo>
                    <a:pt x="563977" y="974875"/>
                  </a:lnTo>
                  <a:lnTo>
                    <a:pt x="575045" y="931852"/>
                  </a:lnTo>
                  <a:close/>
                  <a:moveTo>
                    <a:pt x="575045" y="931852"/>
                  </a:moveTo>
                  <a:lnTo>
                    <a:pt x="598101" y="940196"/>
                  </a:lnTo>
                  <a:lnTo>
                    <a:pt x="575193" y="920604"/>
                  </a:lnTo>
                  <a:close/>
                  <a:moveTo>
                    <a:pt x="598101" y="940196"/>
                  </a:moveTo>
                  <a:lnTo>
                    <a:pt x="604691" y="906316"/>
                  </a:lnTo>
                  <a:lnTo>
                    <a:pt x="575193" y="920604"/>
                  </a:lnTo>
                  <a:close/>
                  <a:moveTo>
                    <a:pt x="572447" y="929744"/>
                  </a:moveTo>
                  <a:lnTo>
                    <a:pt x="575045" y="931852"/>
                  </a:lnTo>
                  <a:lnTo>
                    <a:pt x="575193" y="920604"/>
                  </a:lnTo>
                  <a:close/>
                  <a:moveTo>
                    <a:pt x="576275" y="886104"/>
                  </a:moveTo>
                  <a:lnTo>
                    <a:pt x="572447" y="929744"/>
                  </a:lnTo>
                  <a:lnTo>
                    <a:pt x="575193" y="920604"/>
                  </a:lnTo>
                  <a:close/>
                  <a:moveTo>
                    <a:pt x="607509" y="887801"/>
                  </a:moveTo>
                  <a:lnTo>
                    <a:pt x="575193" y="920604"/>
                  </a:lnTo>
                  <a:lnTo>
                    <a:pt x="604691" y="906316"/>
                  </a:lnTo>
                  <a:close/>
                  <a:moveTo>
                    <a:pt x="607509" y="887801"/>
                  </a:moveTo>
                  <a:lnTo>
                    <a:pt x="576275" y="886104"/>
                  </a:lnTo>
                  <a:lnTo>
                    <a:pt x="575193" y="920604"/>
                  </a:lnTo>
                  <a:close/>
                  <a:moveTo>
                    <a:pt x="586407" y="839050"/>
                  </a:moveTo>
                  <a:lnTo>
                    <a:pt x="580430" y="843973"/>
                  </a:lnTo>
                  <a:lnTo>
                    <a:pt x="603736" y="846121"/>
                  </a:lnTo>
                  <a:close/>
                  <a:moveTo>
                    <a:pt x="603736" y="846121"/>
                  </a:moveTo>
                  <a:lnTo>
                    <a:pt x="580430" y="843973"/>
                  </a:lnTo>
                  <a:lnTo>
                    <a:pt x="576275" y="886104"/>
                  </a:lnTo>
                  <a:close/>
                  <a:moveTo>
                    <a:pt x="586407" y="839050"/>
                  </a:moveTo>
                  <a:lnTo>
                    <a:pt x="603736" y="846121"/>
                  </a:lnTo>
                  <a:lnTo>
                    <a:pt x="608674" y="825000"/>
                  </a:lnTo>
                  <a:close/>
                  <a:moveTo>
                    <a:pt x="177871" y="411582"/>
                  </a:moveTo>
                  <a:lnTo>
                    <a:pt x="207234" y="416898"/>
                  </a:lnTo>
                  <a:lnTo>
                    <a:pt x="237169" y="435209"/>
                  </a:lnTo>
                  <a:close/>
                  <a:moveTo>
                    <a:pt x="581051" y="837475"/>
                  </a:moveTo>
                  <a:lnTo>
                    <a:pt x="580430" y="843973"/>
                  </a:lnTo>
                  <a:lnTo>
                    <a:pt x="586407" y="839050"/>
                  </a:lnTo>
                  <a:close/>
                  <a:moveTo>
                    <a:pt x="611984" y="794668"/>
                  </a:moveTo>
                  <a:lnTo>
                    <a:pt x="586407" y="839050"/>
                  </a:lnTo>
                  <a:lnTo>
                    <a:pt x="608674" y="825000"/>
                  </a:lnTo>
                  <a:close/>
                  <a:moveTo>
                    <a:pt x="581051" y="837475"/>
                  </a:moveTo>
                  <a:lnTo>
                    <a:pt x="586407" y="839050"/>
                  </a:lnTo>
                  <a:lnTo>
                    <a:pt x="611984" y="794668"/>
                  </a:lnTo>
                  <a:close/>
                  <a:moveTo>
                    <a:pt x="584351" y="790045"/>
                  </a:moveTo>
                  <a:lnTo>
                    <a:pt x="581051" y="837475"/>
                  </a:lnTo>
                  <a:lnTo>
                    <a:pt x="611984" y="794668"/>
                  </a:lnTo>
                  <a:close/>
                  <a:moveTo>
                    <a:pt x="606226" y="754602"/>
                  </a:moveTo>
                  <a:lnTo>
                    <a:pt x="611984" y="794668"/>
                  </a:lnTo>
                  <a:lnTo>
                    <a:pt x="622047" y="802295"/>
                  </a:lnTo>
                  <a:close/>
                  <a:moveTo>
                    <a:pt x="413380" y="491072"/>
                  </a:moveTo>
                  <a:lnTo>
                    <a:pt x="428930" y="527827"/>
                  </a:lnTo>
                  <a:lnTo>
                    <a:pt x="399582" y="541542"/>
                  </a:lnTo>
                  <a:close/>
                  <a:moveTo>
                    <a:pt x="366975" y="500438"/>
                  </a:moveTo>
                  <a:lnTo>
                    <a:pt x="329530" y="528782"/>
                  </a:lnTo>
                  <a:lnTo>
                    <a:pt x="363649" y="531773"/>
                  </a:lnTo>
                  <a:close/>
                  <a:moveTo>
                    <a:pt x="340641" y="494759"/>
                  </a:moveTo>
                  <a:lnTo>
                    <a:pt x="329530" y="528782"/>
                  </a:lnTo>
                  <a:lnTo>
                    <a:pt x="366975" y="500438"/>
                  </a:lnTo>
                  <a:close/>
                  <a:moveTo>
                    <a:pt x="366975" y="500438"/>
                  </a:moveTo>
                  <a:lnTo>
                    <a:pt x="374028" y="474371"/>
                  </a:lnTo>
                  <a:lnTo>
                    <a:pt x="344252" y="487620"/>
                  </a:lnTo>
                  <a:close/>
                  <a:moveTo>
                    <a:pt x="410033" y="491072"/>
                  </a:moveTo>
                  <a:lnTo>
                    <a:pt x="408916" y="538176"/>
                  </a:lnTo>
                  <a:lnTo>
                    <a:pt x="412582" y="527827"/>
                  </a:lnTo>
                  <a:close/>
                  <a:moveTo>
                    <a:pt x="399582" y="541542"/>
                  </a:moveTo>
                  <a:lnTo>
                    <a:pt x="408916" y="538176"/>
                  </a:lnTo>
                  <a:lnTo>
                    <a:pt x="363649" y="531773"/>
                  </a:lnTo>
                  <a:close/>
                  <a:moveTo>
                    <a:pt x="394596" y="454317"/>
                  </a:moveTo>
                  <a:lnTo>
                    <a:pt x="374028" y="474371"/>
                  </a:lnTo>
                  <a:lnTo>
                    <a:pt x="399914" y="456000"/>
                  </a:lnTo>
                  <a:close/>
                  <a:moveTo>
                    <a:pt x="399914" y="456000"/>
                  </a:moveTo>
                  <a:lnTo>
                    <a:pt x="374028" y="474371"/>
                  </a:lnTo>
                  <a:lnTo>
                    <a:pt x="366975" y="500438"/>
                  </a:lnTo>
                  <a:close/>
                  <a:moveTo>
                    <a:pt x="377924" y="446789"/>
                  </a:moveTo>
                  <a:lnTo>
                    <a:pt x="394596" y="454317"/>
                  </a:lnTo>
                  <a:lnTo>
                    <a:pt x="378964" y="401197"/>
                  </a:lnTo>
                  <a:close/>
                  <a:moveTo>
                    <a:pt x="419407" y="423249"/>
                  </a:moveTo>
                  <a:lnTo>
                    <a:pt x="394596" y="454317"/>
                  </a:lnTo>
                  <a:lnTo>
                    <a:pt x="400873" y="450163"/>
                  </a:lnTo>
                  <a:close/>
                  <a:moveTo>
                    <a:pt x="453111" y="437134"/>
                  </a:moveTo>
                  <a:lnTo>
                    <a:pt x="419407" y="423249"/>
                  </a:lnTo>
                  <a:lnTo>
                    <a:pt x="452701" y="440174"/>
                  </a:lnTo>
                  <a:close/>
                  <a:moveTo>
                    <a:pt x="747876" y="779305"/>
                  </a:moveTo>
                  <a:lnTo>
                    <a:pt x="720882" y="760312"/>
                  </a:lnTo>
                  <a:lnTo>
                    <a:pt x="729584" y="767929"/>
                  </a:lnTo>
                  <a:close/>
                  <a:moveTo>
                    <a:pt x="736944" y="766800"/>
                  </a:moveTo>
                  <a:lnTo>
                    <a:pt x="720882" y="760312"/>
                  </a:lnTo>
                  <a:lnTo>
                    <a:pt x="747876" y="779305"/>
                  </a:lnTo>
                  <a:close/>
                  <a:moveTo>
                    <a:pt x="773726" y="779747"/>
                  </a:moveTo>
                  <a:lnTo>
                    <a:pt x="736944" y="766800"/>
                  </a:lnTo>
                  <a:lnTo>
                    <a:pt x="747876" y="779305"/>
                  </a:lnTo>
                  <a:close/>
                  <a:moveTo>
                    <a:pt x="453111" y="437134"/>
                  </a:moveTo>
                  <a:lnTo>
                    <a:pt x="462942" y="431848"/>
                  </a:lnTo>
                  <a:lnTo>
                    <a:pt x="419407" y="423249"/>
                  </a:lnTo>
                  <a:close/>
                  <a:moveTo>
                    <a:pt x="419407" y="423249"/>
                  </a:moveTo>
                  <a:lnTo>
                    <a:pt x="462942" y="431848"/>
                  </a:lnTo>
                  <a:lnTo>
                    <a:pt x="476546" y="416098"/>
                  </a:lnTo>
                  <a:close/>
                  <a:moveTo>
                    <a:pt x="419407" y="423249"/>
                  </a:moveTo>
                  <a:lnTo>
                    <a:pt x="476546" y="416098"/>
                  </a:lnTo>
                  <a:lnTo>
                    <a:pt x="442799" y="414500"/>
                  </a:lnTo>
                  <a:close/>
                  <a:moveTo>
                    <a:pt x="891688" y="819298"/>
                  </a:moveTo>
                  <a:lnTo>
                    <a:pt x="914324" y="835483"/>
                  </a:lnTo>
                  <a:lnTo>
                    <a:pt x="877235" y="807072"/>
                  </a:lnTo>
                  <a:close/>
                  <a:moveTo>
                    <a:pt x="492392" y="419951"/>
                  </a:moveTo>
                  <a:lnTo>
                    <a:pt x="519708" y="412786"/>
                  </a:lnTo>
                  <a:lnTo>
                    <a:pt x="476546" y="416098"/>
                  </a:lnTo>
                  <a:close/>
                  <a:moveTo>
                    <a:pt x="476546" y="416098"/>
                  </a:moveTo>
                  <a:lnTo>
                    <a:pt x="519708" y="412786"/>
                  </a:lnTo>
                  <a:lnTo>
                    <a:pt x="529315" y="392609"/>
                  </a:lnTo>
                  <a:close/>
                  <a:moveTo>
                    <a:pt x="557291" y="409321"/>
                  </a:moveTo>
                  <a:lnTo>
                    <a:pt x="519708" y="412786"/>
                  </a:lnTo>
                  <a:lnTo>
                    <a:pt x="512334" y="425326"/>
                  </a:lnTo>
                  <a:close/>
                  <a:moveTo>
                    <a:pt x="519708" y="412786"/>
                  </a:moveTo>
                  <a:lnTo>
                    <a:pt x="557291" y="409321"/>
                  </a:lnTo>
                  <a:lnTo>
                    <a:pt x="529315" y="392609"/>
                  </a:lnTo>
                  <a:close/>
                  <a:moveTo>
                    <a:pt x="571756" y="402767"/>
                  </a:moveTo>
                  <a:lnTo>
                    <a:pt x="604008" y="443176"/>
                  </a:lnTo>
                  <a:lnTo>
                    <a:pt x="601302" y="439522"/>
                  </a:lnTo>
                  <a:close/>
                  <a:moveTo>
                    <a:pt x="546078" y="426914"/>
                  </a:moveTo>
                  <a:lnTo>
                    <a:pt x="604008" y="443176"/>
                  </a:lnTo>
                  <a:lnTo>
                    <a:pt x="571756" y="402767"/>
                  </a:lnTo>
                  <a:close/>
                  <a:moveTo>
                    <a:pt x="571756" y="402767"/>
                  </a:moveTo>
                  <a:lnTo>
                    <a:pt x="557291" y="409321"/>
                  </a:lnTo>
                  <a:lnTo>
                    <a:pt x="546078" y="426914"/>
                  </a:lnTo>
                  <a:close/>
                  <a:moveTo>
                    <a:pt x="462831" y="297697"/>
                  </a:moveTo>
                  <a:lnTo>
                    <a:pt x="460543" y="292502"/>
                  </a:lnTo>
                  <a:lnTo>
                    <a:pt x="445681" y="300699"/>
                  </a:lnTo>
                  <a:close/>
                  <a:moveTo>
                    <a:pt x="445681" y="300699"/>
                  </a:moveTo>
                  <a:lnTo>
                    <a:pt x="460543" y="292502"/>
                  </a:lnTo>
                  <a:lnTo>
                    <a:pt x="432466" y="279660"/>
                  </a:lnTo>
                  <a:close/>
                  <a:moveTo>
                    <a:pt x="445681" y="300699"/>
                  </a:moveTo>
                  <a:lnTo>
                    <a:pt x="432466" y="279660"/>
                  </a:lnTo>
                  <a:lnTo>
                    <a:pt x="414714" y="309495"/>
                  </a:lnTo>
                  <a:close/>
                  <a:moveTo>
                    <a:pt x="992052" y="826644"/>
                  </a:moveTo>
                  <a:lnTo>
                    <a:pt x="983420" y="844667"/>
                  </a:lnTo>
                  <a:lnTo>
                    <a:pt x="1006833" y="835998"/>
                  </a:lnTo>
                  <a:close/>
                  <a:moveTo>
                    <a:pt x="872686" y="804379"/>
                  </a:moveTo>
                  <a:lnTo>
                    <a:pt x="877235" y="807072"/>
                  </a:lnTo>
                  <a:lnTo>
                    <a:pt x="886577" y="796364"/>
                  </a:lnTo>
                  <a:close/>
                  <a:moveTo>
                    <a:pt x="992052" y="826644"/>
                  </a:moveTo>
                  <a:lnTo>
                    <a:pt x="1006833" y="835998"/>
                  </a:lnTo>
                  <a:lnTo>
                    <a:pt x="1011432" y="820871"/>
                  </a:lnTo>
                  <a:close/>
                  <a:moveTo>
                    <a:pt x="1011432" y="820871"/>
                  </a:moveTo>
                  <a:lnTo>
                    <a:pt x="1006833" y="835998"/>
                  </a:lnTo>
                  <a:lnTo>
                    <a:pt x="1027688" y="826644"/>
                  </a:lnTo>
                  <a:close/>
                  <a:moveTo>
                    <a:pt x="789349" y="521164"/>
                  </a:moveTo>
                  <a:lnTo>
                    <a:pt x="808267" y="515421"/>
                  </a:lnTo>
                  <a:lnTo>
                    <a:pt x="778247" y="508027"/>
                  </a:lnTo>
                  <a:close/>
                  <a:moveTo>
                    <a:pt x="661904" y="322191"/>
                  </a:moveTo>
                  <a:lnTo>
                    <a:pt x="624090" y="337355"/>
                  </a:lnTo>
                  <a:lnTo>
                    <a:pt x="607706" y="340340"/>
                  </a:lnTo>
                  <a:close/>
                  <a:moveTo>
                    <a:pt x="659555" y="335611"/>
                  </a:moveTo>
                  <a:lnTo>
                    <a:pt x="690448" y="337584"/>
                  </a:lnTo>
                  <a:lnTo>
                    <a:pt x="661904" y="322191"/>
                  </a:lnTo>
                  <a:close/>
                  <a:moveTo>
                    <a:pt x="563862" y="300991"/>
                  </a:moveTo>
                  <a:lnTo>
                    <a:pt x="541373" y="305679"/>
                  </a:lnTo>
                  <a:lnTo>
                    <a:pt x="553403" y="312074"/>
                  </a:lnTo>
                  <a:close/>
                  <a:moveTo>
                    <a:pt x="563862" y="300991"/>
                  </a:moveTo>
                  <a:lnTo>
                    <a:pt x="570956" y="308717"/>
                  </a:lnTo>
                  <a:lnTo>
                    <a:pt x="567231" y="294890"/>
                  </a:lnTo>
                  <a:close/>
                  <a:moveTo>
                    <a:pt x="570956" y="308717"/>
                  </a:moveTo>
                  <a:lnTo>
                    <a:pt x="607706" y="340340"/>
                  </a:lnTo>
                  <a:lnTo>
                    <a:pt x="624090" y="337355"/>
                  </a:lnTo>
                  <a:close/>
                  <a:moveTo>
                    <a:pt x="1019730" y="691800"/>
                  </a:moveTo>
                  <a:lnTo>
                    <a:pt x="1041272" y="734205"/>
                  </a:lnTo>
                  <a:lnTo>
                    <a:pt x="1051254" y="685086"/>
                  </a:lnTo>
                  <a:close/>
                  <a:moveTo>
                    <a:pt x="997373" y="699195"/>
                  </a:moveTo>
                  <a:lnTo>
                    <a:pt x="1041272" y="734205"/>
                  </a:lnTo>
                  <a:lnTo>
                    <a:pt x="1019730" y="691800"/>
                  </a:lnTo>
                  <a:close/>
                  <a:moveTo>
                    <a:pt x="998811" y="696891"/>
                  </a:moveTo>
                  <a:lnTo>
                    <a:pt x="997373" y="699195"/>
                  </a:lnTo>
                  <a:lnTo>
                    <a:pt x="1019730" y="691800"/>
                  </a:lnTo>
                  <a:close/>
                  <a:moveTo>
                    <a:pt x="995674" y="698066"/>
                  </a:moveTo>
                  <a:lnTo>
                    <a:pt x="998811" y="696891"/>
                  </a:lnTo>
                  <a:lnTo>
                    <a:pt x="965317" y="697032"/>
                  </a:lnTo>
                  <a:close/>
                  <a:moveTo>
                    <a:pt x="873958" y="582887"/>
                  </a:moveTo>
                  <a:lnTo>
                    <a:pt x="877355" y="588930"/>
                  </a:lnTo>
                  <a:lnTo>
                    <a:pt x="883086" y="554642"/>
                  </a:lnTo>
                  <a:close/>
                  <a:moveTo>
                    <a:pt x="883086" y="554642"/>
                  </a:moveTo>
                  <a:lnTo>
                    <a:pt x="895117" y="571255"/>
                  </a:lnTo>
                  <a:lnTo>
                    <a:pt x="917730" y="559592"/>
                  </a:lnTo>
                  <a:close/>
                  <a:moveTo>
                    <a:pt x="777800" y="410147"/>
                  </a:moveTo>
                  <a:lnTo>
                    <a:pt x="793329" y="397614"/>
                  </a:lnTo>
                  <a:lnTo>
                    <a:pt x="812394" y="414909"/>
                  </a:lnTo>
                  <a:close/>
                  <a:moveTo>
                    <a:pt x="661904" y="322191"/>
                  </a:moveTo>
                  <a:lnTo>
                    <a:pt x="689816" y="301975"/>
                  </a:lnTo>
                  <a:lnTo>
                    <a:pt x="705101" y="277707"/>
                  </a:lnTo>
                  <a:close/>
                  <a:moveTo>
                    <a:pt x="1019730" y="691800"/>
                  </a:moveTo>
                  <a:lnTo>
                    <a:pt x="965317" y="697032"/>
                  </a:lnTo>
                  <a:lnTo>
                    <a:pt x="998811" y="696891"/>
                  </a:lnTo>
                  <a:close/>
                  <a:moveTo>
                    <a:pt x="1019730" y="691800"/>
                  </a:moveTo>
                  <a:lnTo>
                    <a:pt x="986440" y="691912"/>
                  </a:lnTo>
                  <a:lnTo>
                    <a:pt x="965317" y="697032"/>
                  </a:lnTo>
                  <a:close/>
                  <a:moveTo>
                    <a:pt x="1022662" y="677500"/>
                  </a:moveTo>
                  <a:lnTo>
                    <a:pt x="986440" y="691912"/>
                  </a:lnTo>
                  <a:lnTo>
                    <a:pt x="1019730" y="691800"/>
                  </a:lnTo>
                  <a:close/>
                  <a:moveTo>
                    <a:pt x="1051822" y="680881"/>
                  </a:moveTo>
                  <a:lnTo>
                    <a:pt x="1019730" y="691800"/>
                  </a:lnTo>
                  <a:lnTo>
                    <a:pt x="1051254" y="685086"/>
                  </a:lnTo>
                  <a:close/>
                  <a:moveTo>
                    <a:pt x="1051822" y="680881"/>
                  </a:moveTo>
                  <a:lnTo>
                    <a:pt x="1022662" y="677500"/>
                  </a:lnTo>
                  <a:lnTo>
                    <a:pt x="1019730" y="691800"/>
                  </a:lnTo>
                  <a:close/>
                  <a:moveTo>
                    <a:pt x="1022662" y="677500"/>
                  </a:moveTo>
                  <a:lnTo>
                    <a:pt x="1051822" y="680881"/>
                  </a:lnTo>
                  <a:lnTo>
                    <a:pt x="1053665" y="634636"/>
                  </a:lnTo>
                  <a:close/>
                  <a:moveTo>
                    <a:pt x="1051822" y="680881"/>
                  </a:moveTo>
                  <a:lnTo>
                    <a:pt x="1051254" y="685086"/>
                  </a:lnTo>
                  <a:lnTo>
                    <a:pt x="1054111" y="682012"/>
                  </a:lnTo>
                  <a:close/>
                  <a:moveTo>
                    <a:pt x="1053665" y="634636"/>
                  </a:moveTo>
                  <a:lnTo>
                    <a:pt x="1051822" y="680881"/>
                  </a:lnTo>
                  <a:lnTo>
                    <a:pt x="1054111" y="682012"/>
                  </a:lnTo>
                  <a:close/>
                  <a:moveTo>
                    <a:pt x="955557" y="525978"/>
                  </a:moveTo>
                  <a:lnTo>
                    <a:pt x="930858" y="518970"/>
                  </a:lnTo>
                  <a:lnTo>
                    <a:pt x="917730" y="559592"/>
                  </a:lnTo>
                  <a:close/>
                  <a:moveTo>
                    <a:pt x="837062" y="362060"/>
                  </a:moveTo>
                  <a:lnTo>
                    <a:pt x="870241" y="362175"/>
                  </a:lnTo>
                  <a:lnTo>
                    <a:pt x="868818" y="318584"/>
                  </a:lnTo>
                  <a:close/>
                  <a:moveTo>
                    <a:pt x="863849" y="386508"/>
                  </a:moveTo>
                  <a:lnTo>
                    <a:pt x="894511" y="376570"/>
                  </a:lnTo>
                  <a:lnTo>
                    <a:pt x="891520" y="353606"/>
                  </a:lnTo>
                  <a:close/>
                  <a:moveTo>
                    <a:pt x="807362" y="98709"/>
                  </a:moveTo>
                  <a:lnTo>
                    <a:pt x="815142" y="136560"/>
                  </a:lnTo>
                  <a:lnTo>
                    <a:pt x="802572" y="115892"/>
                  </a:lnTo>
                  <a:close/>
                  <a:moveTo>
                    <a:pt x="852508" y="18614"/>
                  </a:moveTo>
                  <a:lnTo>
                    <a:pt x="830713" y="25199"/>
                  </a:lnTo>
                  <a:lnTo>
                    <a:pt x="845455" y="29112"/>
                  </a:lnTo>
                  <a:close/>
                  <a:moveTo>
                    <a:pt x="830713" y="25199"/>
                  </a:moveTo>
                  <a:lnTo>
                    <a:pt x="852508" y="18614"/>
                  </a:lnTo>
                  <a:lnTo>
                    <a:pt x="863401" y="0"/>
                  </a:lnTo>
                  <a:close/>
                  <a:moveTo>
                    <a:pt x="809206" y="18158"/>
                  </a:moveTo>
                  <a:lnTo>
                    <a:pt x="830713" y="25199"/>
                  </a:lnTo>
                  <a:lnTo>
                    <a:pt x="863401" y="0"/>
                  </a:lnTo>
                  <a:close/>
                  <a:moveTo>
                    <a:pt x="845455" y="29112"/>
                  </a:moveTo>
                  <a:lnTo>
                    <a:pt x="884302" y="8016"/>
                  </a:lnTo>
                  <a:lnTo>
                    <a:pt x="852508" y="18614"/>
                  </a:lnTo>
                  <a:close/>
                  <a:moveTo>
                    <a:pt x="901310" y="17158"/>
                  </a:moveTo>
                  <a:lnTo>
                    <a:pt x="884302" y="8016"/>
                  </a:lnTo>
                  <a:lnTo>
                    <a:pt x="845455" y="29112"/>
                  </a:lnTo>
                  <a:close/>
                  <a:moveTo>
                    <a:pt x="852508" y="18614"/>
                  </a:moveTo>
                  <a:lnTo>
                    <a:pt x="884302" y="8016"/>
                  </a:lnTo>
                  <a:lnTo>
                    <a:pt x="863401" y="0"/>
                  </a:lnTo>
                  <a:close/>
                  <a:moveTo>
                    <a:pt x="1019121" y="9172"/>
                  </a:moveTo>
                  <a:lnTo>
                    <a:pt x="1035318" y="40751"/>
                  </a:lnTo>
                  <a:lnTo>
                    <a:pt x="1044476" y="47159"/>
                  </a:lnTo>
                  <a:close/>
                </a:path>
              </a:pathLst>
            </a:custGeom>
            <a:solidFill>
              <a:srgbClr val="BCC7CF"/>
            </a:solidFill>
            <a:ln w="1524">
              <a:solidFill>
                <a:srgbClr val="BCC7CF"/>
              </a:solidFill>
            </a:ln>
          </p:spPr>
        </p:sp>
        <p:sp>
          <p:nvSpPr>
            <p:cNvPr id="139" name="Input_density__138">
              <a:extLst>
                <a:ext uri="{FF2B5EF4-FFF2-40B4-BE49-F238E27FC236}">
                  <a16:creationId xmlns:a16="http://schemas.microsoft.com/office/drawing/2014/main" id="{7A7FCE75-82E7-940B-F594-CBED1B6BDC0F}"/>
                </a:ext>
              </a:extLst>
            </p:cNvPr>
            <p:cNvSpPr>
              <a:spLocks noGrp="1"/>
            </p:cNvSpPr>
            <p:nvPr/>
          </p:nvSpPr>
          <p:spPr>
            <a:xfrm>
              <a:off x="699584" y="1491545"/>
              <a:ext cx="988324" cy="1151877"/>
            </a:xfrm>
            <a:custGeom>
              <a:avLst/>
              <a:gdLst/>
              <a:ahLst/>
              <a:cxnLst/>
              <a:rect l="0" t="0" r="0" b="0"/>
              <a:pathLst>
                <a:path w="988324" h="1151877">
                  <a:moveTo>
                    <a:pt x="275512" y="1131681"/>
                  </a:moveTo>
                  <a:lnTo>
                    <a:pt x="301330" y="1151877"/>
                  </a:lnTo>
                  <a:lnTo>
                    <a:pt x="306031" y="1123468"/>
                  </a:lnTo>
                  <a:close/>
                  <a:moveTo>
                    <a:pt x="275512" y="1131681"/>
                  </a:moveTo>
                  <a:lnTo>
                    <a:pt x="306031" y="1123468"/>
                  </a:lnTo>
                  <a:lnTo>
                    <a:pt x="257791" y="1113668"/>
                  </a:lnTo>
                  <a:close/>
                  <a:moveTo>
                    <a:pt x="218102" y="1051282"/>
                  </a:moveTo>
                  <a:lnTo>
                    <a:pt x="235813" y="1040987"/>
                  </a:lnTo>
                  <a:lnTo>
                    <a:pt x="229110" y="1034802"/>
                  </a:lnTo>
                  <a:close/>
                  <a:moveTo>
                    <a:pt x="324435" y="1063759"/>
                  </a:moveTo>
                  <a:lnTo>
                    <a:pt x="304744" y="1023804"/>
                  </a:lnTo>
                  <a:lnTo>
                    <a:pt x="278666" y="1029133"/>
                  </a:lnTo>
                  <a:close/>
                  <a:moveTo>
                    <a:pt x="272919" y="989058"/>
                  </a:moveTo>
                  <a:lnTo>
                    <a:pt x="272737" y="977132"/>
                  </a:lnTo>
                  <a:lnTo>
                    <a:pt x="237428" y="969695"/>
                  </a:lnTo>
                  <a:close/>
                  <a:moveTo>
                    <a:pt x="56482" y="693009"/>
                  </a:moveTo>
                  <a:lnTo>
                    <a:pt x="40693" y="704069"/>
                  </a:lnTo>
                  <a:lnTo>
                    <a:pt x="52503" y="701922"/>
                  </a:lnTo>
                  <a:close/>
                  <a:moveTo>
                    <a:pt x="0" y="673438"/>
                  </a:moveTo>
                  <a:lnTo>
                    <a:pt x="40693" y="704069"/>
                  </a:lnTo>
                  <a:lnTo>
                    <a:pt x="56482" y="693009"/>
                  </a:lnTo>
                  <a:close/>
                  <a:moveTo>
                    <a:pt x="52503" y="701922"/>
                  </a:moveTo>
                  <a:lnTo>
                    <a:pt x="35461" y="712878"/>
                  </a:lnTo>
                  <a:lnTo>
                    <a:pt x="56482" y="693009"/>
                  </a:lnTo>
                  <a:close/>
                  <a:moveTo>
                    <a:pt x="242436" y="942005"/>
                  </a:moveTo>
                  <a:lnTo>
                    <a:pt x="282809" y="918581"/>
                  </a:lnTo>
                  <a:lnTo>
                    <a:pt x="255833" y="913454"/>
                  </a:lnTo>
                  <a:close/>
                  <a:moveTo>
                    <a:pt x="269970" y="870576"/>
                  </a:moveTo>
                  <a:lnTo>
                    <a:pt x="257964" y="859601"/>
                  </a:lnTo>
                  <a:lnTo>
                    <a:pt x="255833" y="913454"/>
                  </a:lnTo>
                  <a:close/>
                  <a:moveTo>
                    <a:pt x="255833" y="913454"/>
                  </a:moveTo>
                  <a:lnTo>
                    <a:pt x="292119" y="896356"/>
                  </a:lnTo>
                  <a:lnTo>
                    <a:pt x="269970" y="870576"/>
                  </a:lnTo>
                  <a:close/>
                  <a:moveTo>
                    <a:pt x="255833" y="913454"/>
                  </a:moveTo>
                  <a:lnTo>
                    <a:pt x="282809" y="918581"/>
                  </a:lnTo>
                  <a:lnTo>
                    <a:pt x="292119" y="896356"/>
                  </a:lnTo>
                  <a:close/>
                  <a:moveTo>
                    <a:pt x="257964" y="859601"/>
                  </a:moveTo>
                  <a:lnTo>
                    <a:pt x="238946" y="822846"/>
                  </a:lnTo>
                  <a:lnTo>
                    <a:pt x="228846" y="863559"/>
                  </a:lnTo>
                  <a:close/>
                  <a:moveTo>
                    <a:pt x="53472" y="611641"/>
                  </a:moveTo>
                  <a:lnTo>
                    <a:pt x="934" y="583785"/>
                  </a:lnTo>
                  <a:lnTo>
                    <a:pt x="24294" y="619499"/>
                  </a:lnTo>
                  <a:close/>
                  <a:moveTo>
                    <a:pt x="257964" y="859601"/>
                  </a:moveTo>
                  <a:lnTo>
                    <a:pt x="263045" y="805663"/>
                  </a:lnTo>
                  <a:lnTo>
                    <a:pt x="238946" y="822846"/>
                  </a:lnTo>
                  <a:close/>
                  <a:moveTo>
                    <a:pt x="263045" y="805663"/>
                  </a:moveTo>
                  <a:lnTo>
                    <a:pt x="239993" y="786091"/>
                  </a:lnTo>
                  <a:lnTo>
                    <a:pt x="238946" y="822846"/>
                  </a:lnTo>
                  <a:close/>
                  <a:moveTo>
                    <a:pt x="79066" y="590833"/>
                  </a:moveTo>
                  <a:lnTo>
                    <a:pt x="83149" y="574181"/>
                  </a:lnTo>
                  <a:lnTo>
                    <a:pt x="84908" y="602316"/>
                  </a:lnTo>
                  <a:close/>
                  <a:moveTo>
                    <a:pt x="104059" y="623994"/>
                  </a:moveTo>
                  <a:lnTo>
                    <a:pt x="136714" y="621509"/>
                  </a:lnTo>
                  <a:lnTo>
                    <a:pt x="120489" y="628992"/>
                  </a:lnTo>
                  <a:close/>
                  <a:moveTo>
                    <a:pt x="341282" y="719174"/>
                  </a:moveTo>
                  <a:lnTo>
                    <a:pt x="310491" y="717118"/>
                  </a:lnTo>
                  <a:lnTo>
                    <a:pt x="349087" y="724814"/>
                  </a:lnTo>
                  <a:close/>
                  <a:moveTo>
                    <a:pt x="80017" y="511623"/>
                  </a:moveTo>
                  <a:lnTo>
                    <a:pt x="126707" y="534443"/>
                  </a:lnTo>
                  <a:lnTo>
                    <a:pt x="119105" y="495876"/>
                  </a:lnTo>
                  <a:close/>
                  <a:moveTo>
                    <a:pt x="80017" y="511623"/>
                  </a:moveTo>
                  <a:lnTo>
                    <a:pt x="101415" y="548378"/>
                  </a:lnTo>
                  <a:lnTo>
                    <a:pt x="126707" y="534443"/>
                  </a:lnTo>
                  <a:close/>
                  <a:moveTo>
                    <a:pt x="154854" y="538648"/>
                  </a:moveTo>
                  <a:lnTo>
                    <a:pt x="144516" y="494439"/>
                  </a:lnTo>
                  <a:lnTo>
                    <a:pt x="119105" y="495876"/>
                  </a:lnTo>
                  <a:close/>
                  <a:moveTo>
                    <a:pt x="119105" y="495876"/>
                  </a:moveTo>
                  <a:lnTo>
                    <a:pt x="144516" y="494439"/>
                  </a:lnTo>
                  <a:lnTo>
                    <a:pt x="119713" y="490106"/>
                  </a:lnTo>
                  <a:close/>
                  <a:moveTo>
                    <a:pt x="446423" y="777366"/>
                  </a:moveTo>
                  <a:lnTo>
                    <a:pt x="425386" y="734541"/>
                  </a:lnTo>
                  <a:lnTo>
                    <a:pt x="404108" y="739933"/>
                  </a:lnTo>
                  <a:close/>
                  <a:moveTo>
                    <a:pt x="377185" y="733659"/>
                  </a:moveTo>
                  <a:lnTo>
                    <a:pt x="349087" y="724814"/>
                  </a:lnTo>
                  <a:lnTo>
                    <a:pt x="315427" y="723542"/>
                  </a:lnTo>
                  <a:close/>
                  <a:moveTo>
                    <a:pt x="377185" y="733659"/>
                  </a:moveTo>
                  <a:lnTo>
                    <a:pt x="315427" y="723542"/>
                  </a:lnTo>
                  <a:lnTo>
                    <a:pt x="339198" y="716208"/>
                  </a:lnTo>
                  <a:close/>
                  <a:moveTo>
                    <a:pt x="377185" y="733659"/>
                  </a:moveTo>
                  <a:lnTo>
                    <a:pt x="379090" y="734541"/>
                  </a:lnTo>
                  <a:lnTo>
                    <a:pt x="383615" y="729332"/>
                  </a:lnTo>
                  <a:close/>
                  <a:moveTo>
                    <a:pt x="349087" y="724814"/>
                  </a:moveTo>
                  <a:lnTo>
                    <a:pt x="377185" y="733659"/>
                  </a:lnTo>
                  <a:lnTo>
                    <a:pt x="383615" y="729332"/>
                  </a:lnTo>
                  <a:close/>
                  <a:moveTo>
                    <a:pt x="419722" y="768121"/>
                  </a:moveTo>
                  <a:lnTo>
                    <a:pt x="404108" y="739933"/>
                  </a:lnTo>
                  <a:lnTo>
                    <a:pt x="379090" y="734541"/>
                  </a:lnTo>
                  <a:close/>
                  <a:moveTo>
                    <a:pt x="144516" y="494439"/>
                  </a:moveTo>
                  <a:lnTo>
                    <a:pt x="154653" y="496163"/>
                  </a:lnTo>
                  <a:lnTo>
                    <a:pt x="125291" y="490847"/>
                  </a:lnTo>
                  <a:close/>
                  <a:moveTo>
                    <a:pt x="119713" y="490106"/>
                  </a:moveTo>
                  <a:lnTo>
                    <a:pt x="144516" y="494439"/>
                  </a:lnTo>
                  <a:lnTo>
                    <a:pt x="125291" y="490847"/>
                  </a:lnTo>
                  <a:close/>
                  <a:moveTo>
                    <a:pt x="148895" y="378426"/>
                  </a:moveTo>
                  <a:lnTo>
                    <a:pt x="93810" y="393259"/>
                  </a:lnTo>
                  <a:lnTo>
                    <a:pt x="117034" y="383880"/>
                  </a:lnTo>
                  <a:close/>
                  <a:moveTo>
                    <a:pt x="521347" y="833037"/>
                  </a:moveTo>
                  <a:lnTo>
                    <a:pt x="532600" y="816424"/>
                  </a:lnTo>
                  <a:lnTo>
                    <a:pt x="503061" y="830561"/>
                  </a:lnTo>
                  <a:close/>
                  <a:moveTo>
                    <a:pt x="521347" y="833037"/>
                  </a:moveTo>
                  <a:lnTo>
                    <a:pt x="553645" y="833867"/>
                  </a:lnTo>
                  <a:lnTo>
                    <a:pt x="532600" y="816424"/>
                  </a:lnTo>
                  <a:close/>
                  <a:moveTo>
                    <a:pt x="357452" y="570338"/>
                  </a:moveTo>
                  <a:lnTo>
                    <a:pt x="314395" y="579703"/>
                  </a:lnTo>
                  <a:lnTo>
                    <a:pt x="311069" y="611038"/>
                  </a:lnTo>
                  <a:close/>
                  <a:moveTo>
                    <a:pt x="357452" y="570338"/>
                  </a:moveTo>
                  <a:lnTo>
                    <a:pt x="357841" y="565126"/>
                  </a:lnTo>
                  <a:lnTo>
                    <a:pt x="347333" y="535266"/>
                  </a:lnTo>
                  <a:close/>
                  <a:moveTo>
                    <a:pt x="314395" y="579703"/>
                  </a:moveTo>
                  <a:lnTo>
                    <a:pt x="357452" y="570338"/>
                  </a:lnTo>
                  <a:lnTo>
                    <a:pt x="347333" y="535266"/>
                  </a:lnTo>
                  <a:close/>
                  <a:moveTo>
                    <a:pt x="357841" y="565126"/>
                  </a:moveTo>
                  <a:lnTo>
                    <a:pt x="360799" y="570338"/>
                  </a:lnTo>
                  <a:lnTo>
                    <a:pt x="347333" y="535266"/>
                  </a:lnTo>
                  <a:close/>
                  <a:moveTo>
                    <a:pt x="148895" y="378426"/>
                  </a:moveTo>
                  <a:lnTo>
                    <a:pt x="117034" y="383880"/>
                  </a:lnTo>
                  <a:lnTo>
                    <a:pt x="175617" y="382126"/>
                  </a:lnTo>
                  <a:close/>
                  <a:moveTo>
                    <a:pt x="184033" y="385224"/>
                  </a:moveTo>
                  <a:lnTo>
                    <a:pt x="186259" y="386563"/>
                  </a:lnTo>
                  <a:lnTo>
                    <a:pt x="201662" y="393441"/>
                  </a:lnTo>
                  <a:close/>
                  <a:moveTo>
                    <a:pt x="212758" y="396417"/>
                  </a:moveTo>
                  <a:lnTo>
                    <a:pt x="201662" y="393441"/>
                  </a:lnTo>
                  <a:lnTo>
                    <a:pt x="186259" y="386563"/>
                  </a:lnTo>
                  <a:close/>
                  <a:moveTo>
                    <a:pt x="839604" y="1077148"/>
                  </a:moveTo>
                  <a:lnTo>
                    <a:pt x="813370" y="1071386"/>
                  </a:lnTo>
                  <a:lnTo>
                    <a:pt x="800199" y="1097843"/>
                  </a:lnTo>
                  <a:close/>
                  <a:moveTo>
                    <a:pt x="326383" y="480463"/>
                  </a:moveTo>
                  <a:lnTo>
                    <a:pt x="366826" y="502514"/>
                  </a:lnTo>
                  <a:lnTo>
                    <a:pt x="329079" y="479644"/>
                  </a:lnTo>
                  <a:close/>
                  <a:moveTo>
                    <a:pt x="263531" y="461671"/>
                  </a:moveTo>
                  <a:lnTo>
                    <a:pt x="286002" y="449479"/>
                  </a:lnTo>
                  <a:lnTo>
                    <a:pt x="326383" y="480463"/>
                  </a:lnTo>
                  <a:close/>
                  <a:moveTo>
                    <a:pt x="265824" y="460072"/>
                  </a:moveTo>
                  <a:lnTo>
                    <a:pt x="263531" y="461671"/>
                  </a:lnTo>
                  <a:lnTo>
                    <a:pt x="326383" y="480463"/>
                  </a:lnTo>
                  <a:close/>
                  <a:moveTo>
                    <a:pt x="277241" y="442889"/>
                  </a:moveTo>
                  <a:lnTo>
                    <a:pt x="262245" y="456862"/>
                  </a:lnTo>
                  <a:lnTo>
                    <a:pt x="235686" y="410527"/>
                  </a:lnTo>
                  <a:close/>
                  <a:moveTo>
                    <a:pt x="284312" y="406134"/>
                  </a:moveTo>
                  <a:lnTo>
                    <a:pt x="262245" y="456862"/>
                  </a:lnTo>
                  <a:lnTo>
                    <a:pt x="265824" y="460072"/>
                  </a:lnTo>
                  <a:close/>
                  <a:moveTo>
                    <a:pt x="658883" y="810439"/>
                  </a:moveTo>
                  <a:lnTo>
                    <a:pt x="677003" y="847194"/>
                  </a:lnTo>
                  <a:lnTo>
                    <a:pt x="659070" y="802336"/>
                  </a:lnTo>
                  <a:close/>
                  <a:moveTo>
                    <a:pt x="697276" y="769768"/>
                  </a:moveTo>
                  <a:lnTo>
                    <a:pt x="659070" y="802336"/>
                  </a:lnTo>
                  <a:lnTo>
                    <a:pt x="665756" y="776498"/>
                  </a:lnTo>
                  <a:close/>
                  <a:moveTo>
                    <a:pt x="362209" y="389042"/>
                  </a:moveTo>
                  <a:lnTo>
                    <a:pt x="334294" y="406134"/>
                  </a:lnTo>
                  <a:lnTo>
                    <a:pt x="329466" y="433209"/>
                  </a:lnTo>
                  <a:close/>
                  <a:moveTo>
                    <a:pt x="329466" y="433209"/>
                  </a:moveTo>
                  <a:lnTo>
                    <a:pt x="334294" y="406134"/>
                  </a:lnTo>
                  <a:lnTo>
                    <a:pt x="319319" y="396712"/>
                  </a:lnTo>
                  <a:close/>
                  <a:moveTo>
                    <a:pt x="319319" y="396712"/>
                  </a:moveTo>
                  <a:lnTo>
                    <a:pt x="334294" y="406134"/>
                  </a:lnTo>
                  <a:lnTo>
                    <a:pt x="313051" y="357060"/>
                  </a:lnTo>
                  <a:close/>
                  <a:moveTo>
                    <a:pt x="313051" y="357060"/>
                  </a:moveTo>
                  <a:lnTo>
                    <a:pt x="362134" y="388761"/>
                  </a:lnTo>
                  <a:lnTo>
                    <a:pt x="326342" y="352196"/>
                  </a:lnTo>
                  <a:close/>
                  <a:moveTo>
                    <a:pt x="313051" y="357060"/>
                  </a:moveTo>
                  <a:lnTo>
                    <a:pt x="326342" y="352196"/>
                  </a:lnTo>
                  <a:lnTo>
                    <a:pt x="317706" y="347229"/>
                  </a:lnTo>
                  <a:close/>
                  <a:moveTo>
                    <a:pt x="667012" y="830011"/>
                  </a:moveTo>
                  <a:lnTo>
                    <a:pt x="662438" y="793256"/>
                  </a:lnTo>
                  <a:lnTo>
                    <a:pt x="659070" y="802336"/>
                  </a:lnTo>
                  <a:close/>
                  <a:moveTo>
                    <a:pt x="891676" y="927661"/>
                  </a:moveTo>
                  <a:lnTo>
                    <a:pt x="855678" y="929838"/>
                  </a:lnTo>
                  <a:lnTo>
                    <a:pt x="895166" y="969570"/>
                  </a:lnTo>
                  <a:close/>
                  <a:moveTo>
                    <a:pt x="686619" y="758293"/>
                  </a:moveTo>
                  <a:lnTo>
                    <a:pt x="709663" y="776072"/>
                  </a:lnTo>
                  <a:lnTo>
                    <a:pt x="697276" y="769768"/>
                  </a:lnTo>
                  <a:close/>
                  <a:moveTo>
                    <a:pt x="665756" y="776498"/>
                  </a:moveTo>
                  <a:lnTo>
                    <a:pt x="686619" y="758293"/>
                  </a:lnTo>
                  <a:lnTo>
                    <a:pt x="697276" y="769768"/>
                  </a:lnTo>
                  <a:close/>
                  <a:moveTo>
                    <a:pt x="548558" y="587466"/>
                  </a:moveTo>
                  <a:lnTo>
                    <a:pt x="541895" y="592596"/>
                  </a:lnTo>
                  <a:lnTo>
                    <a:pt x="564806" y="555543"/>
                  </a:lnTo>
                  <a:close/>
                  <a:moveTo>
                    <a:pt x="407962" y="371767"/>
                  </a:moveTo>
                  <a:lnTo>
                    <a:pt x="410251" y="376962"/>
                  </a:lnTo>
                  <a:lnTo>
                    <a:pt x="390382" y="398167"/>
                  </a:lnTo>
                  <a:close/>
                  <a:moveTo>
                    <a:pt x="346567" y="335013"/>
                  </a:moveTo>
                  <a:lnTo>
                    <a:pt x="362134" y="388761"/>
                  </a:lnTo>
                  <a:lnTo>
                    <a:pt x="379886" y="358925"/>
                  </a:lnTo>
                  <a:close/>
                  <a:moveTo>
                    <a:pt x="346567" y="335013"/>
                  </a:moveTo>
                  <a:lnTo>
                    <a:pt x="326342" y="352196"/>
                  </a:lnTo>
                  <a:lnTo>
                    <a:pt x="362134" y="388761"/>
                  </a:lnTo>
                  <a:close/>
                  <a:moveTo>
                    <a:pt x="326342" y="352196"/>
                  </a:moveTo>
                  <a:lnTo>
                    <a:pt x="346567" y="335013"/>
                  </a:lnTo>
                  <a:lnTo>
                    <a:pt x="317706" y="347229"/>
                  </a:lnTo>
                  <a:close/>
                  <a:moveTo>
                    <a:pt x="657609" y="702562"/>
                  </a:moveTo>
                  <a:lnTo>
                    <a:pt x="654685" y="716406"/>
                  </a:lnTo>
                  <a:lnTo>
                    <a:pt x="679510" y="731711"/>
                  </a:lnTo>
                  <a:close/>
                  <a:moveTo>
                    <a:pt x="519175" y="482032"/>
                  </a:moveTo>
                  <a:lnTo>
                    <a:pt x="575866" y="502572"/>
                  </a:lnTo>
                  <a:lnTo>
                    <a:pt x="559712" y="470959"/>
                  </a:lnTo>
                  <a:close/>
                  <a:moveTo>
                    <a:pt x="559712" y="470959"/>
                  </a:moveTo>
                  <a:lnTo>
                    <a:pt x="511135" y="475915"/>
                  </a:lnTo>
                  <a:lnTo>
                    <a:pt x="519175" y="482032"/>
                  </a:lnTo>
                  <a:close/>
                  <a:moveTo>
                    <a:pt x="521479" y="430206"/>
                  </a:moveTo>
                  <a:lnTo>
                    <a:pt x="511135" y="475915"/>
                  </a:lnTo>
                  <a:lnTo>
                    <a:pt x="559712" y="470959"/>
                  </a:lnTo>
                  <a:close/>
                  <a:moveTo>
                    <a:pt x="556297" y="428988"/>
                  </a:moveTo>
                  <a:lnTo>
                    <a:pt x="521479" y="430206"/>
                  </a:lnTo>
                  <a:lnTo>
                    <a:pt x="559712" y="470959"/>
                  </a:lnTo>
                  <a:close/>
                  <a:moveTo>
                    <a:pt x="521479" y="430206"/>
                  </a:moveTo>
                  <a:lnTo>
                    <a:pt x="555126" y="419605"/>
                  </a:lnTo>
                  <a:lnTo>
                    <a:pt x="496780" y="408522"/>
                  </a:lnTo>
                  <a:close/>
                  <a:moveTo>
                    <a:pt x="407962" y="371767"/>
                  </a:moveTo>
                  <a:lnTo>
                    <a:pt x="428708" y="361956"/>
                  </a:lnTo>
                  <a:lnTo>
                    <a:pt x="379886" y="358925"/>
                  </a:lnTo>
                  <a:close/>
                  <a:moveTo>
                    <a:pt x="921425" y="858728"/>
                  </a:moveTo>
                  <a:lnTo>
                    <a:pt x="958268" y="855863"/>
                  </a:lnTo>
                  <a:lnTo>
                    <a:pt x="950286" y="817606"/>
                  </a:lnTo>
                  <a:close/>
                  <a:moveTo>
                    <a:pt x="921425" y="858728"/>
                  </a:moveTo>
                  <a:lnTo>
                    <a:pt x="950286" y="817606"/>
                  </a:lnTo>
                  <a:lnTo>
                    <a:pt x="918059" y="816717"/>
                  </a:lnTo>
                  <a:close/>
                  <a:moveTo>
                    <a:pt x="984240" y="861836"/>
                  </a:moveTo>
                  <a:lnTo>
                    <a:pt x="950286" y="817606"/>
                  </a:lnTo>
                  <a:lnTo>
                    <a:pt x="958268" y="855863"/>
                  </a:lnTo>
                  <a:close/>
                  <a:moveTo>
                    <a:pt x="882004" y="818941"/>
                  </a:moveTo>
                  <a:lnTo>
                    <a:pt x="918059" y="816717"/>
                  </a:lnTo>
                  <a:lnTo>
                    <a:pt x="872780" y="781693"/>
                  </a:lnTo>
                  <a:close/>
                  <a:moveTo>
                    <a:pt x="918059" y="816717"/>
                  </a:moveTo>
                  <a:lnTo>
                    <a:pt x="950286" y="817606"/>
                  </a:lnTo>
                  <a:lnTo>
                    <a:pt x="925060" y="806117"/>
                  </a:lnTo>
                  <a:close/>
                  <a:moveTo>
                    <a:pt x="735274" y="623214"/>
                  </a:moveTo>
                  <a:lnTo>
                    <a:pt x="741250" y="617189"/>
                  </a:lnTo>
                  <a:lnTo>
                    <a:pt x="712273" y="633424"/>
                  </a:lnTo>
                  <a:close/>
                  <a:moveTo>
                    <a:pt x="757353" y="597621"/>
                  </a:moveTo>
                  <a:lnTo>
                    <a:pt x="755686" y="594686"/>
                  </a:lnTo>
                  <a:lnTo>
                    <a:pt x="736768" y="600430"/>
                  </a:lnTo>
                  <a:close/>
                  <a:moveTo>
                    <a:pt x="606974" y="414876"/>
                  </a:moveTo>
                  <a:lnTo>
                    <a:pt x="560451" y="428094"/>
                  </a:lnTo>
                  <a:lnTo>
                    <a:pt x="596812" y="450887"/>
                  </a:lnTo>
                  <a:close/>
                  <a:moveTo>
                    <a:pt x="555126" y="419605"/>
                  </a:moveTo>
                  <a:lnTo>
                    <a:pt x="560451" y="428094"/>
                  </a:lnTo>
                  <a:lnTo>
                    <a:pt x="609324" y="401456"/>
                  </a:lnTo>
                  <a:close/>
                  <a:moveTo>
                    <a:pt x="501924" y="337401"/>
                  </a:moveTo>
                  <a:lnTo>
                    <a:pt x="478604" y="348480"/>
                  </a:lnTo>
                  <a:lnTo>
                    <a:pt x="511282" y="380257"/>
                  </a:lnTo>
                  <a:close/>
                  <a:moveTo>
                    <a:pt x="762788" y="593203"/>
                  </a:moveTo>
                  <a:lnTo>
                    <a:pt x="725667" y="587292"/>
                  </a:lnTo>
                  <a:lnTo>
                    <a:pt x="755686" y="594686"/>
                  </a:lnTo>
                  <a:close/>
                  <a:moveTo>
                    <a:pt x="732924" y="545647"/>
                  </a:moveTo>
                  <a:lnTo>
                    <a:pt x="725667" y="587292"/>
                  </a:lnTo>
                  <a:lnTo>
                    <a:pt x="762788" y="593203"/>
                  </a:lnTo>
                  <a:close/>
                  <a:moveTo>
                    <a:pt x="764409" y="547138"/>
                  </a:moveTo>
                  <a:lnTo>
                    <a:pt x="732924" y="545647"/>
                  </a:lnTo>
                  <a:lnTo>
                    <a:pt x="762788" y="593203"/>
                  </a:lnTo>
                  <a:close/>
                  <a:moveTo>
                    <a:pt x="787269" y="568458"/>
                  </a:moveTo>
                  <a:lnTo>
                    <a:pt x="814114" y="578564"/>
                  </a:lnTo>
                  <a:lnTo>
                    <a:pt x="845369" y="564902"/>
                  </a:lnTo>
                  <a:close/>
                  <a:moveTo>
                    <a:pt x="732924" y="545647"/>
                  </a:moveTo>
                  <a:lnTo>
                    <a:pt x="764409" y="547138"/>
                  </a:lnTo>
                  <a:lnTo>
                    <a:pt x="760048" y="505936"/>
                  </a:lnTo>
                  <a:close/>
                  <a:moveTo>
                    <a:pt x="666760" y="410911"/>
                  </a:moveTo>
                  <a:lnTo>
                    <a:pt x="659273" y="399447"/>
                  </a:lnTo>
                  <a:lnTo>
                    <a:pt x="659135" y="366908"/>
                  </a:lnTo>
                  <a:close/>
                  <a:moveTo>
                    <a:pt x="525649" y="241558"/>
                  </a:moveTo>
                  <a:lnTo>
                    <a:pt x="535812" y="246707"/>
                  </a:lnTo>
                  <a:lnTo>
                    <a:pt x="499062" y="224695"/>
                  </a:lnTo>
                  <a:close/>
                  <a:moveTo>
                    <a:pt x="499062" y="224695"/>
                  </a:moveTo>
                  <a:lnTo>
                    <a:pt x="535812" y="246707"/>
                  </a:lnTo>
                  <a:lnTo>
                    <a:pt x="551913" y="253564"/>
                  </a:lnTo>
                  <a:close/>
                  <a:moveTo>
                    <a:pt x="972088" y="710387"/>
                  </a:moveTo>
                  <a:lnTo>
                    <a:pt x="988324" y="679528"/>
                  </a:lnTo>
                  <a:lnTo>
                    <a:pt x="957261" y="677694"/>
                  </a:lnTo>
                  <a:close/>
                  <a:moveTo>
                    <a:pt x="927662" y="674669"/>
                  </a:moveTo>
                  <a:lnTo>
                    <a:pt x="972088" y="710387"/>
                  </a:lnTo>
                  <a:lnTo>
                    <a:pt x="957261" y="677694"/>
                  </a:lnTo>
                  <a:close/>
                  <a:moveTo>
                    <a:pt x="927662" y="674669"/>
                  </a:moveTo>
                  <a:lnTo>
                    <a:pt x="957261" y="677694"/>
                  </a:lnTo>
                  <a:lnTo>
                    <a:pt x="940762" y="672406"/>
                  </a:lnTo>
                  <a:close/>
                  <a:moveTo>
                    <a:pt x="878277" y="598235"/>
                  </a:moveTo>
                  <a:lnTo>
                    <a:pt x="830506" y="633907"/>
                  </a:lnTo>
                  <a:lnTo>
                    <a:pt x="865149" y="638857"/>
                  </a:lnTo>
                  <a:close/>
                  <a:moveTo>
                    <a:pt x="535812" y="246707"/>
                  </a:moveTo>
                  <a:lnTo>
                    <a:pt x="532713" y="242084"/>
                  </a:lnTo>
                  <a:lnTo>
                    <a:pt x="562815" y="255937"/>
                  </a:lnTo>
                  <a:close/>
                  <a:moveTo>
                    <a:pt x="838940" y="432871"/>
                  </a:moveTo>
                  <a:lnTo>
                    <a:pt x="825451" y="396116"/>
                  </a:lnTo>
                  <a:lnTo>
                    <a:pt x="817660" y="441440"/>
                  </a:lnTo>
                  <a:close/>
                  <a:moveTo>
                    <a:pt x="825451" y="396116"/>
                  </a:moveTo>
                  <a:lnTo>
                    <a:pt x="816237" y="397849"/>
                  </a:lnTo>
                  <a:lnTo>
                    <a:pt x="817660" y="441440"/>
                  </a:lnTo>
                  <a:close/>
                  <a:moveTo>
                    <a:pt x="715278" y="336256"/>
                  </a:moveTo>
                  <a:lnTo>
                    <a:pt x="744174" y="359361"/>
                  </a:lnTo>
                  <a:lnTo>
                    <a:pt x="769466" y="364038"/>
                  </a:lnTo>
                  <a:close/>
                  <a:moveTo>
                    <a:pt x="715278" y="336256"/>
                  </a:moveTo>
                  <a:lnTo>
                    <a:pt x="769466" y="364038"/>
                  </a:lnTo>
                  <a:lnTo>
                    <a:pt x="753768" y="332053"/>
                  </a:lnTo>
                  <a:close/>
                  <a:moveTo>
                    <a:pt x="657698" y="176992"/>
                  </a:moveTo>
                  <a:lnTo>
                    <a:pt x="658396" y="171729"/>
                  </a:lnTo>
                  <a:lnTo>
                    <a:pt x="658950" y="192769"/>
                  </a:lnTo>
                  <a:close/>
                  <a:moveTo>
                    <a:pt x="838940" y="432871"/>
                  </a:moveTo>
                  <a:lnTo>
                    <a:pt x="836648" y="426003"/>
                  </a:lnTo>
                  <a:lnTo>
                    <a:pt x="825451" y="396116"/>
                  </a:lnTo>
                  <a:close/>
                  <a:moveTo>
                    <a:pt x="701379" y="123821"/>
                  </a:moveTo>
                  <a:lnTo>
                    <a:pt x="704411" y="122987"/>
                  </a:lnTo>
                  <a:lnTo>
                    <a:pt x="729529" y="158403"/>
                  </a:lnTo>
                  <a:close/>
                  <a:moveTo>
                    <a:pt x="904718" y="342177"/>
                  </a:moveTo>
                  <a:lnTo>
                    <a:pt x="933623" y="378932"/>
                  </a:lnTo>
                  <a:lnTo>
                    <a:pt x="958637" y="361749"/>
                  </a:lnTo>
                  <a:close/>
                  <a:moveTo>
                    <a:pt x="937139" y="324994"/>
                  </a:moveTo>
                  <a:lnTo>
                    <a:pt x="958637" y="361749"/>
                  </a:lnTo>
                  <a:lnTo>
                    <a:pt x="956687" y="344566"/>
                  </a:lnTo>
                  <a:close/>
                  <a:moveTo>
                    <a:pt x="934652" y="288239"/>
                  </a:moveTo>
                  <a:lnTo>
                    <a:pt x="958616" y="307811"/>
                  </a:lnTo>
                  <a:lnTo>
                    <a:pt x="957292" y="271055"/>
                  </a:lnTo>
                  <a:close/>
                  <a:moveTo>
                    <a:pt x="878193" y="124036"/>
                  </a:moveTo>
                  <a:lnTo>
                    <a:pt x="863205" y="150547"/>
                  </a:lnTo>
                  <a:lnTo>
                    <a:pt x="867342" y="114908"/>
                  </a:lnTo>
                  <a:close/>
                  <a:moveTo>
                    <a:pt x="850756" y="7795"/>
                  </a:moveTo>
                  <a:lnTo>
                    <a:pt x="881981" y="33342"/>
                  </a:lnTo>
                  <a:lnTo>
                    <a:pt x="843561" y="0"/>
                  </a:lnTo>
                  <a:close/>
                  <a:moveTo>
                    <a:pt x="910041" y="52914"/>
                  </a:moveTo>
                  <a:lnTo>
                    <a:pt x="915282" y="58274"/>
                  </a:lnTo>
                  <a:lnTo>
                    <a:pt x="866681" y="25951"/>
                  </a:lnTo>
                  <a:close/>
                  <a:moveTo>
                    <a:pt x="866681" y="25951"/>
                  </a:moveTo>
                  <a:lnTo>
                    <a:pt x="915282" y="58274"/>
                  </a:lnTo>
                  <a:lnTo>
                    <a:pt x="881981" y="33342"/>
                  </a:lnTo>
                  <a:close/>
                  <a:moveTo>
                    <a:pt x="881981" y="33342"/>
                  </a:moveTo>
                  <a:lnTo>
                    <a:pt x="915282" y="58274"/>
                  </a:lnTo>
                  <a:lnTo>
                    <a:pt x="896098" y="52743"/>
                  </a:lnTo>
                  <a:close/>
                  <a:moveTo>
                    <a:pt x="866681" y="25951"/>
                  </a:moveTo>
                  <a:lnTo>
                    <a:pt x="881981" y="33342"/>
                  </a:lnTo>
                  <a:lnTo>
                    <a:pt x="850756" y="7795"/>
                  </a:lnTo>
                  <a:close/>
                </a:path>
              </a:pathLst>
            </a:custGeom>
            <a:solidFill>
              <a:srgbClr val="C9D2D8"/>
            </a:solidFill>
            <a:ln w="1524">
              <a:solidFill>
                <a:srgbClr val="C9D2D8"/>
              </a:solidFill>
            </a:ln>
          </p:spPr>
        </p:sp>
        <p:sp>
          <p:nvSpPr>
            <p:cNvPr id="140" name="Input_density__139">
              <a:extLst>
                <a:ext uri="{FF2B5EF4-FFF2-40B4-BE49-F238E27FC236}">
                  <a16:creationId xmlns:a16="http://schemas.microsoft.com/office/drawing/2014/main" id="{FC1E9925-8CB2-8608-565A-3E868E0E5D44}"/>
                </a:ext>
              </a:extLst>
            </p:cNvPr>
            <p:cNvSpPr>
              <a:spLocks noGrp="1"/>
            </p:cNvSpPr>
            <p:nvPr/>
          </p:nvSpPr>
          <p:spPr>
            <a:xfrm>
              <a:off x="681070" y="1570810"/>
              <a:ext cx="1067378" cy="994061"/>
            </a:xfrm>
            <a:custGeom>
              <a:avLst/>
              <a:gdLst/>
              <a:ahLst/>
              <a:cxnLst/>
              <a:rect l="0" t="0" r="0" b="0"/>
              <a:pathLst>
                <a:path w="1067378" h="994061">
                  <a:moveTo>
                    <a:pt x="342949" y="984494"/>
                  </a:moveTo>
                  <a:lnTo>
                    <a:pt x="364500" y="994061"/>
                  </a:lnTo>
                  <a:lnTo>
                    <a:pt x="344187" y="971206"/>
                  </a:lnTo>
                  <a:close/>
                  <a:moveTo>
                    <a:pt x="344187" y="971206"/>
                  </a:moveTo>
                  <a:lnTo>
                    <a:pt x="373229" y="955216"/>
                  </a:lnTo>
                  <a:lnTo>
                    <a:pt x="350352" y="978475"/>
                  </a:lnTo>
                  <a:close/>
                  <a:moveTo>
                    <a:pt x="0" y="540234"/>
                  </a:moveTo>
                  <a:lnTo>
                    <a:pt x="19814" y="502955"/>
                  </a:lnTo>
                  <a:lnTo>
                    <a:pt x="26242" y="486296"/>
                  </a:lnTo>
                  <a:close/>
                  <a:moveTo>
                    <a:pt x="39076" y="449541"/>
                  </a:moveTo>
                  <a:lnTo>
                    <a:pt x="60192" y="407723"/>
                  </a:lnTo>
                  <a:lnTo>
                    <a:pt x="63711" y="395602"/>
                  </a:lnTo>
                  <a:close/>
                  <a:moveTo>
                    <a:pt x="265500" y="541330"/>
                  </a:moveTo>
                  <a:lnTo>
                    <a:pt x="276052" y="562194"/>
                  </a:lnTo>
                  <a:lnTo>
                    <a:pt x="277082" y="556263"/>
                  </a:lnTo>
                  <a:close/>
                  <a:moveTo>
                    <a:pt x="265500" y="541330"/>
                  </a:moveTo>
                  <a:lnTo>
                    <a:pt x="277082" y="556263"/>
                  </a:lnTo>
                  <a:lnTo>
                    <a:pt x="295463" y="528782"/>
                  </a:lnTo>
                  <a:close/>
                  <a:moveTo>
                    <a:pt x="471324" y="424426"/>
                  </a:moveTo>
                  <a:lnTo>
                    <a:pt x="458326" y="419951"/>
                  </a:lnTo>
                  <a:lnTo>
                    <a:pt x="451385" y="421025"/>
                  </a:lnTo>
                  <a:close/>
                  <a:moveTo>
                    <a:pt x="836361" y="603518"/>
                  </a:moveTo>
                  <a:lnTo>
                    <a:pt x="843289" y="588930"/>
                  </a:lnTo>
                  <a:lnTo>
                    <a:pt x="839892" y="582887"/>
                  </a:lnTo>
                  <a:close/>
                  <a:moveTo>
                    <a:pt x="712497" y="417932"/>
                  </a:moveTo>
                  <a:lnTo>
                    <a:pt x="722727" y="400229"/>
                  </a:lnTo>
                  <a:lnTo>
                    <a:pt x="743734" y="410147"/>
                  </a:lnTo>
                  <a:close/>
                  <a:moveTo>
                    <a:pt x="921491" y="525978"/>
                  </a:moveTo>
                  <a:lnTo>
                    <a:pt x="883664" y="559592"/>
                  </a:lnTo>
                  <a:lnTo>
                    <a:pt x="915305" y="553316"/>
                  </a:lnTo>
                  <a:close/>
                  <a:moveTo>
                    <a:pt x="829783" y="386508"/>
                  </a:moveTo>
                  <a:lnTo>
                    <a:pt x="806436" y="395426"/>
                  </a:lnTo>
                  <a:lnTo>
                    <a:pt x="860444" y="376570"/>
                  </a:lnTo>
                  <a:close/>
                  <a:moveTo>
                    <a:pt x="1040251" y="319239"/>
                  </a:moveTo>
                  <a:lnTo>
                    <a:pt x="1061413" y="302055"/>
                  </a:lnTo>
                  <a:lnTo>
                    <a:pt x="1047591" y="317720"/>
                  </a:lnTo>
                  <a:close/>
                  <a:moveTo>
                    <a:pt x="816818" y="8016"/>
                  </a:moveTo>
                  <a:lnTo>
                    <a:pt x="785722" y="18126"/>
                  </a:lnTo>
                  <a:lnTo>
                    <a:pt x="829335" y="0"/>
                  </a:lnTo>
                  <a:close/>
                  <a:moveTo>
                    <a:pt x="1061413" y="302055"/>
                  </a:moveTo>
                  <a:lnTo>
                    <a:pt x="1067378" y="267123"/>
                  </a:lnTo>
                  <a:lnTo>
                    <a:pt x="1060019" y="288546"/>
                  </a:lnTo>
                  <a:close/>
                </a:path>
              </a:pathLst>
            </a:custGeom>
            <a:solidFill>
              <a:srgbClr val="AEBAC4"/>
            </a:solidFill>
            <a:ln w="1524">
              <a:solidFill>
                <a:srgbClr val="AEBAC4"/>
              </a:solidFill>
            </a:ln>
          </p:spPr>
        </p:sp>
        <p:sp>
          <p:nvSpPr>
            <p:cNvPr id="141" name="Input_density__140">
              <a:extLst>
                <a:ext uri="{FF2B5EF4-FFF2-40B4-BE49-F238E27FC236}">
                  <a16:creationId xmlns:a16="http://schemas.microsoft.com/office/drawing/2014/main" id="{20DFF550-4F41-8DBA-4795-2C6C53020078}"/>
                </a:ext>
              </a:extLst>
            </p:cNvPr>
            <p:cNvSpPr>
              <a:spLocks noGrp="1"/>
            </p:cNvSpPr>
            <p:nvPr/>
          </p:nvSpPr>
          <p:spPr>
            <a:xfrm>
              <a:off x="723878" y="1490959"/>
              <a:ext cx="868527" cy="1029718"/>
            </a:xfrm>
            <a:custGeom>
              <a:avLst/>
              <a:gdLst/>
              <a:ahLst/>
              <a:cxnLst/>
              <a:rect l="0" t="0" r="0" b="0"/>
              <a:pathLst>
                <a:path w="868527" h="1029718">
                  <a:moveTo>
                    <a:pt x="280450" y="1024390"/>
                  </a:moveTo>
                  <a:lnTo>
                    <a:pt x="256568" y="987635"/>
                  </a:lnTo>
                  <a:lnTo>
                    <a:pt x="254372" y="1029718"/>
                  </a:lnTo>
                  <a:close/>
                  <a:moveTo>
                    <a:pt x="0" y="620085"/>
                  </a:moveTo>
                  <a:lnTo>
                    <a:pt x="30379" y="655997"/>
                  </a:lnTo>
                  <a:lnTo>
                    <a:pt x="29177" y="612226"/>
                  </a:lnTo>
                  <a:close/>
                  <a:moveTo>
                    <a:pt x="0" y="620085"/>
                  </a:moveTo>
                  <a:lnTo>
                    <a:pt x="27137" y="656840"/>
                  </a:lnTo>
                  <a:lnTo>
                    <a:pt x="30379" y="655997"/>
                  </a:lnTo>
                  <a:close/>
                  <a:moveTo>
                    <a:pt x="60614" y="602902"/>
                  </a:moveTo>
                  <a:lnTo>
                    <a:pt x="40408" y="566147"/>
                  </a:lnTo>
                  <a:lnTo>
                    <a:pt x="29177" y="612226"/>
                  </a:lnTo>
                  <a:close/>
                  <a:moveTo>
                    <a:pt x="60614" y="602902"/>
                  </a:moveTo>
                  <a:lnTo>
                    <a:pt x="77120" y="548964"/>
                  </a:lnTo>
                  <a:lnTo>
                    <a:pt x="40408" y="566147"/>
                  </a:lnTo>
                  <a:close/>
                  <a:moveTo>
                    <a:pt x="273107" y="752310"/>
                  </a:moveTo>
                  <a:lnTo>
                    <a:pt x="291133" y="724127"/>
                  </a:lnTo>
                  <a:lnTo>
                    <a:pt x="258440" y="757928"/>
                  </a:lnTo>
                  <a:close/>
                  <a:moveTo>
                    <a:pt x="211392" y="411113"/>
                  </a:moveTo>
                  <a:lnTo>
                    <a:pt x="246164" y="409932"/>
                  </a:lnTo>
                  <a:lnTo>
                    <a:pt x="220817" y="393391"/>
                  </a:lnTo>
                  <a:close/>
                  <a:moveTo>
                    <a:pt x="220817" y="393391"/>
                  </a:moveTo>
                  <a:lnTo>
                    <a:pt x="246164" y="409932"/>
                  </a:lnTo>
                  <a:lnTo>
                    <a:pt x="224909" y="387148"/>
                  </a:lnTo>
                  <a:close/>
                  <a:moveTo>
                    <a:pt x="224909" y="387148"/>
                  </a:moveTo>
                  <a:lnTo>
                    <a:pt x="246164" y="409932"/>
                  </a:lnTo>
                  <a:lnTo>
                    <a:pt x="260017" y="406720"/>
                  </a:lnTo>
                  <a:close/>
                  <a:moveTo>
                    <a:pt x="224909" y="387148"/>
                  </a:moveTo>
                  <a:lnTo>
                    <a:pt x="260017" y="406720"/>
                  </a:lnTo>
                  <a:lnTo>
                    <a:pt x="256886" y="369965"/>
                  </a:lnTo>
                  <a:close/>
                  <a:moveTo>
                    <a:pt x="271257" y="443475"/>
                  </a:moveTo>
                  <a:lnTo>
                    <a:pt x="300692" y="471243"/>
                  </a:lnTo>
                  <a:lnTo>
                    <a:pt x="305172" y="433795"/>
                  </a:lnTo>
                  <a:close/>
                  <a:moveTo>
                    <a:pt x="260017" y="406720"/>
                  </a:moveTo>
                  <a:lnTo>
                    <a:pt x="305172" y="433795"/>
                  </a:lnTo>
                  <a:lnTo>
                    <a:pt x="295024" y="397297"/>
                  </a:lnTo>
                  <a:close/>
                  <a:moveTo>
                    <a:pt x="260017" y="406720"/>
                  </a:moveTo>
                  <a:lnTo>
                    <a:pt x="271257" y="443475"/>
                  </a:lnTo>
                  <a:lnTo>
                    <a:pt x="305172" y="433795"/>
                  </a:lnTo>
                  <a:close/>
                  <a:moveTo>
                    <a:pt x="305172" y="433795"/>
                  </a:moveTo>
                  <a:lnTo>
                    <a:pt x="319034" y="426292"/>
                  </a:lnTo>
                  <a:lnTo>
                    <a:pt x="337914" y="389628"/>
                  </a:lnTo>
                  <a:close/>
                  <a:moveTo>
                    <a:pt x="256886" y="369965"/>
                  </a:moveTo>
                  <a:lnTo>
                    <a:pt x="260017" y="406720"/>
                  </a:lnTo>
                  <a:lnTo>
                    <a:pt x="295024" y="397297"/>
                  </a:lnTo>
                  <a:close/>
                  <a:moveTo>
                    <a:pt x="233465" y="333210"/>
                  </a:moveTo>
                  <a:lnTo>
                    <a:pt x="256886" y="369965"/>
                  </a:lnTo>
                  <a:lnTo>
                    <a:pt x="262972" y="316027"/>
                  </a:lnTo>
                  <a:close/>
                  <a:moveTo>
                    <a:pt x="223470" y="296455"/>
                  </a:moveTo>
                  <a:lnTo>
                    <a:pt x="233465" y="333210"/>
                  </a:lnTo>
                  <a:lnTo>
                    <a:pt x="262972" y="316027"/>
                  </a:lnTo>
                  <a:close/>
                  <a:moveTo>
                    <a:pt x="223470" y="296455"/>
                  </a:moveTo>
                  <a:lnTo>
                    <a:pt x="262972" y="316027"/>
                  </a:lnTo>
                  <a:lnTo>
                    <a:pt x="259180" y="279272"/>
                  </a:lnTo>
                  <a:close/>
                  <a:moveTo>
                    <a:pt x="806569" y="940862"/>
                  </a:moveTo>
                  <a:lnTo>
                    <a:pt x="831384" y="930424"/>
                  </a:lnTo>
                  <a:lnTo>
                    <a:pt x="813350" y="921439"/>
                  </a:lnTo>
                  <a:close/>
                  <a:moveTo>
                    <a:pt x="297549" y="298843"/>
                  </a:moveTo>
                  <a:lnTo>
                    <a:pt x="262972" y="316027"/>
                  </a:lnTo>
                  <a:lnTo>
                    <a:pt x="293411" y="347814"/>
                  </a:lnTo>
                  <a:close/>
                  <a:moveTo>
                    <a:pt x="259180" y="279272"/>
                  </a:moveTo>
                  <a:lnTo>
                    <a:pt x="299396" y="273984"/>
                  </a:lnTo>
                  <a:lnTo>
                    <a:pt x="291903" y="265593"/>
                  </a:lnTo>
                  <a:close/>
                  <a:moveTo>
                    <a:pt x="297549" y="298843"/>
                  </a:moveTo>
                  <a:lnTo>
                    <a:pt x="299396" y="273984"/>
                  </a:lnTo>
                  <a:lnTo>
                    <a:pt x="259180" y="279272"/>
                  </a:lnTo>
                  <a:close/>
                  <a:moveTo>
                    <a:pt x="262972" y="316027"/>
                  </a:moveTo>
                  <a:lnTo>
                    <a:pt x="297549" y="298843"/>
                  </a:lnTo>
                  <a:lnTo>
                    <a:pt x="259180" y="279272"/>
                  </a:lnTo>
                  <a:close/>
                  <a:moveTo>
                    <a:pt x="270113" y="260707"/>
                  </a:moveTo>
                  <a:lnTo>
                    <a:pt x="259180" y="279272"/>
                  </a:lnTo>
                  <a:lnTo>
                    <a:pt x="291903" y="265593"/>
                  </a:lnTo>
                  <a:close/>
                  <a:moveTo>
                    <a:pt x="323779" y="240569"/>
                  </a:moveTo>
                  <a:lnTo>
                    <a:pt x="291903" y="265593"/>
                  </a:lnTo>
                  <a:lnTo>
                    <a:pt x="306569" y="262088"/>
                  </a:lnTo>
                  <a:close/>
                  <a:moveTo>
                    <a:pt x="270113" y="260707"/>
                  </a:moveTo>
                  <a:lnTo>
                    <a:pt x="291903" y="265593"/>
                  </a:lnTo>
                  <a:lnTo>
                    <a:pt x="323779" y="240569"/>
                  </a:lnTo>
                  <a:close/>
                  <a:moveTo>
                    <a:pt x="291903" y="265593"/>
                  </a:moveTo>
                  <a:lnTo>
                    <a:pt x="299396" y="273984"/>
                  </a:lnTo>
                  <a:lnTo>
                    <a:pt x="306569" y="262088"/>
                  </a:lnTo>
                  <a:close/>
                  <a:moveTo>
                    <a:pt x="349272" y="246042"/>
                  </a:moveTo>
                  <a:lnTo>
                    <a:pt x="306569" y="262088"/>
                  </a:lnTo>
                  <a:lnTo>
                    <a:pt x="350984" y="246077"/>
                  </a:lnTo>
                  <a:close/>
                  <a:moveTo>
                    <a:pt x="306569" y="262088"/>
                  </a:moveTo>
                  <a:lnTo>
                    <a:pt x="299396" y="273984"/>
                  </a:lnTo>
                  <a:lnTo>
                    <a:pt x="350984" y="246077"/>
                  </a:lnTo>
                  <a:close/>
                  <a:moveTo>
                    <a:pt x="323779" y="240569"/>
                  </a:moveTo>
                  <a:lnTo>
                    <a:pt x="306569" y="262088"/>
                  </a:lnTo>
                  <a:lnTo>
                    <a:pt x="349272" y="246042"/>
                  </a:lnTo>
                  <a:close/>
                  <a:moveTo>
                    <a:pt x="323779" y="240569"/>
                  </a:moveTo>
                  <a:lnTo>
                    <a:pt x="349272" y="246042"/>
                  </a:lnTo>
                  <a:lnTo>
                    <a:pt x="329217" y="225334"/>
                  </a:lnTo>
                  <a:close/>
                  <a:moveTo>
                    <a:pt x="329217" y="225334"/>
                  </a:moveTo>
                  <a:lnTo>
                    <a:pt x="349272" y="246042"/>
                  </a:lnTo>
                  <a:lnTo>
                    <a:pt x="351490" y="244905"/>
                  </a:lnTo>
                  <a:close/>
                  <a:moveTo>
                    <a:pt x="329217" y="225334"/>
                  </a:moveTo>
                  <a:lnTo>
                    <a:pt x="351490" y="244905"/>
                  </a:lnTo>
                  <a:lnTo>
                    <a:pt x="359241" y="208150"/>
                  </a:lnTo>
                  <a:close/>
                  <a:moveTo>
                    <a:pt x="349272" y="246042"/>
                  </a:moveTo>
                  <a:lnTo>
                    <a:pt x="350984" y="246077"/>
                  </a:lnTo>
                  <a:lnTo>
                    <a:pt x="351490" y="244905"/>
                  </a:lnTo>
                  <a:close/>
                  <a:moveTo>
                    <a:pt x="731392" y="595272"/>
                  </a:moveTo>
                  <a:lnTo>
                    <a:pt x="733059" y="598207"/>
                  </a:lnTo>
                  <a:lnTo>
                    <a:pt x="710980" y="623799"/>
                  </a:lnTo>
                  <a:close/>
                  <a:moveTo>
                    <a:pt x="359241" y="208150"/>
                  </a:moveTo>
                  <a:lnTo>
                    <a:pt x="404885" y="226821"/>
                  </a:lnTo>
                  <a:lnTo>
                    <a:pt x="384375" y="199845"/>
                  </a:lnTo>
                  <a:close/>
                  <a:moveTo>
                    <a:pt x="404544" y="227722"/>
                  </a:moveTo>
                  <a:lnTo>
                    <a:pt x="404885" y="226821"/>
                  </a:lnTo>
                  <a:lnTo>
                    <a:pt x="359241" y="208150"/>
                  </a:lnTo>
                  <a:close/>
                  <a:moveTo>
                    <a:pt x="351490" y="244905"/>
                  </a:moveTo>
                  <a:lnTo>
                    <a:pt x="404544" y="227722"/>
                  </a:lnTo>
                  <a:lnTo>
                    <a:pt x="359241" y="208150"/>
                  </a:lnTo>
                  <a:close/>
                  <a:moveTo>
                    <a:pt x="370313" y="193770"/>
                  </a:moveTo>
                  <a:lnTo>
                    <a:pt x="359241" y="208150"/>
                  </a:lnTo>
                  <a:lnTo>
                    <a:pt x="384375" y="199845"/>
                  </a:lnTo>
                  <a:close/>
                  <a:moveTo>
                    <a:pt x="384375" y="199845"/>
                  </a:moveTo>
                  <a:lnTo>
                    <a:pt x="404885" y="226821"/>
                  </a:lnTo>
                  <a:lnTo>
                    <a:pt x="432811" y="206654"/>
                  </a:lnTo>
                  <a:close/>
                  <a:moveTo>
                    <a:pt x="738494" y="593788"/>
                  </a:moveTo>
                  <a:lnTo>
                    <a:pt x="731392" y="595272"/>
                  </a:lnTo>
                  <a:lnTo>
                    <a:pt x="715478" y="630159"/>
                  </a:lnTo>
                  <a:close/>
                  <a:moveTo>
                    <a:pt x="761505" y="619828"/>
                  </a:moveTo>
                  <a:lnTo>
                    <a:pt x="791768" y="580492"/>
                  </a:lnTo>
                  <a:lnTo>
                    <a:pt x="789820" y="579150"/>
                  </a:lnTo>
                  <a:close/>
                  <a:moveTo>
                    <a:pt x="761505" y="619828"/>
                  </a:moveTo>
                  <a:lnTo>
                    <a:pt x="789820" y="579150"/>
                  </a:lnTo>
                  <a:lnTo>
                    <a:pt x="738494" y="593788"/>
                  </a:lnTo>
                  <a:close/>
                  <a:moveTo>
                    <a:pt x="821075" y="565488"/>
                  </a:moveTo>
                  <a:lnTo>
                    <a:pt x="789820" y="579150"/>
                  </a:lnTo>
                  <a:lnTo>
                    <a:pt x="795330" y="578088"/>
                  </a:lnTo>
                  <a:close/>
                  <a:moveTo>
                    <a:pt x="789820" y="579150"/>
                  </a:moveTo>
                  <a:lnTo>
                    <a:pt x="791768" y="580492"/>
                  </a:lnTo>
                  <a:lnTo>
                    <a:pt x="795330" y="578088"/>
                  </a:lnTo>
                  <a:close/>
                  <a:moveTo>
                    <a:pt x="680549" y="510023"/>
                  </a:moveTo>
                  <a:lnTo>
                    <a:pt x="688400" y="517931"/>
                  </a:lnTo>
                  <a:lnTo>
                    <a:pt x="709290" y="492904"/>
                  </a:lnTo>
                  <a:close/>
                  <a:moveTo>
                    <a:pt x="405402" y="227498"/>
                  </a:moveTo>
                  <a:lnTo>
                    <a:pt x="432811" y="206654"/>
                  </a:lnTo>
                  <a:lnTo>
                    <a:pt x="404885" y="226821"/>
                  </a:lnTo>
                  <a:close/>
                  <a:moveTo>
                    <a:pt x="812999" y="605052"/>
                  </a:moveTo>
                  <a:lnTo>
                    <a:pt x="795330" y="578088"/>
                  </a:lnTo>
                  <a:lnTo>
                    <a:pt x="791768" y="580492"/>
                  </a:lnTo>
                  <a:close/>
                  <a:moveTo>
                    <a:pt x="833176" y="570990"/>
                  </a:moveTo>
                  <a:lnTo>
                    <a:pt x="795330" y="578088"/>
                  </a:lnTo>
                  <a:lnTo>
                    <a:pt x="812999" y="605052"/>
                  </a:lnTo>
                  <a:close/>
                  <a:moveTo>
                    <a:pt x="821075" y="565488"/>
                  </a:moveTo>
                  <a:lnTo>
                    <a:pt x="795330" y="578088"/>
                  </a:lnTo>
                  <a:lnTo>
                    <a:pt x="833176" y="570990"/>
                  </a:lnTo>
                  <a:close/>
                  <a:moveTo>
                    <a:pt x="745172" y="364624"/>
                  </a:moveTo>
                  <a:lnTo>
                    <a:pt x="772754" y="359947"/>
                  </a:lnTo>
                  <a:lnTo>
                    <a:pt x="779530" y="342320"/>
                  </a:lnTo>
                  <a:close/>
                  <a:moveTo>
                    <a:pt x="823667" y="354985"/>
                  </a:moveTo>
                  <a:lnTo>
                    <a:pt x="790347" y="354986"/>
                  </a:lnTo>
                  <a:lnTo>
                    <a:pt x="838796" y="387432"/>
                  </a:lnTo>
                  <a:close/>
                  <a:moveTo>
                    <a:pt x="838796" y="387432"/>
                  </a:moveTo>
                  <a:lnTo>
                    <a:pt x="868527" y="345603"/>
                  </a:lnTo>
                  <a:lnTo>
                    <a:pt x="823667" y="354985"/>
                  </a:lnTo>
                  <a:close/>
                  <a:moveTo>
                    <a:pt x="772754" y="359947"/>
                  </a:moveTo>
                  <a:lnTo>
                    <a:pt x="790347" y="354986"/>
                  </a:lnTo>
                  <a:lnTo>
                    <a:pt x="779530" y="342320"/>
                  </a:lnTo>
                  <a:close/>
                  <a:moveTo>
                    <a:pt x="813665" y="345368"/>
                  </a:moveTo>
                  <a:lnTo>
                    <a:pt x="790347" y="354986"/>
                  </a:lnTo>
                  <a:lnTo>
                    <a:pt x="823667" y="354985"/>
                  </a:lnTo>
                  <a:close/>
                  <a:moveTo>
                    <a:pt x="779530" y="342320"/>
                  </a:moveTo>
                  <a:lnTo>
                    <a:pt x="790347" y="354986"/>
                  </a:lnTo>
                  <a:lnTo>
                    <a:pt x="813665" y="345368"/>
                  </a:lnTo>
                  <a:close/>
                  <a:moveTo>
                    <a:pt x="621512" y="97750"/>
                  </a:moveTo>
                  <a:lnTo>
                    <a:pt x="619098" y="116220"/>
                  </a:lnTo>
                  <a:lnTo>
                    <a:pt x="650006" y="85478"/>
                  </a:lnTo>
                  <a:close/>
                  <a:moveTo>
                    <a:pt x="766709" y="198173"/>
                  </a:moveTo>
                  <a:lnTo>
                    <a:pt x="793602" y="202514"/>
                  </a:lnTo>
                  <a:lnTo>
                    <a:pt x="768898" y="195743"/>
                  </a:lnTo>
                  <a:close/>
                  <a:moveTo>
                    <a:pt x="793602" y="202514"/>
                  </a:moveTo>
                  <a:lnTo>
                    <a:pt x="801286" y="178560"/>
                  </a:lnTo>
                  <a:lnTo>
                    <a:pt x="768898" y="195743"/>
                  </a:lnTo>
                  <a:close/>
                  <a:moveTo>
                    <a:pt x="683633" y="74336"/>
                  </a:moveTo>
                  <a:lnTo>
                    <a:pt x="679380" y="120820"/>
                  </a:lnTo>
                  <a:lnTo>
                    <a:pt x="700012" y="68295"/>
                  </a:lnTo>
                  <a:close/>
                  <a:moveTo>
                    <a:pt x="650006" y="85478"/>
                  </a:moveTo>
                  <a:lnTo>
                    <a:pt x="679380" y="120820"/>
                  </a:lnTo>
                  <a:lnTo>
                    <a:pt x="683633" y="74336"/>
                  </a:lnTo>
                  <a:close/>
                  <a:moveTo>
                    <a:pt x="640925" y="48723"/>
                  </a:moveTo>
                  <a:lnTo>
                    <a:pt x="683633" y="74336"/>
                  </a:lnTo>
                  <a:lnTo>
                    <a:pt x="673249" y="38030"/>
                  </a:lnTo>
                  <a:close/>
                  <a:moveTo>
                    <a:pt x="640925" y="48723"/>
                  </a:moveTo>
                  <a:lnTo>
                    <a:pt x="650006" y="85478"/>
                  </a:lnTo>
                  <a:lnTo>
                    <a:pt x="683633" y="74336"/>
                  </a:lnTo>
                  <a:close/>
                  <a:moveTo>
                    <a:pt x="700012" y="68295"/>
                  </a:moveTo>
                  <a:lnTo>
                    <a:pt x="692171" y="31540"/>
                  </a:lnTo>
                  <a:lnTo>
                    <a:pt x="683633" y="74336"/>
                  </a:lnTo>
                  <a:close/>
                  <a:moveTo>
                    <a:pt x="692171" y="31540"/>
                  </a:moveTo>
                  <a:lnTo>
                    <a:pt x="673249" y="38030"/>
                  </a:lnTo>
                  <a:lnTo>
                    <a:pt x="683633" y="74336"/>
                  </a:lnTo>
                  <a:close/>
                  <a:moveTo>
                    <a:pt x="793602" y="202514"/>
                  </a:moveTo>
                  <a:lnTo>
                    <a:pt x="809601" y="205091"/>
                  </a:lnTo>
                  <a:lnTo>
                    <a:pt x="801286" y="178560"/>
                  </a:lnTo>
                  <a:close/>
                  <a:moveTo>
                    <a:pt x="801286" y="178560"/>
                  </a:moveTo>
                  <a:lnTo>
                    <a:pt x="828133" y="198131"/>
                  </a:lnTo>
                  <a:lnTo>
                    <a:pt x="833390" y="161376"/>
                  </a:lnTo>
                  <a:close/>
                  <a:moveTo>
                    <a:pt x="838911" y="151133"/>
                  </a:moveTo>
                  <a:lnTo>
                    <a:pt x="801286" y="178560"/>
                  </a:lnTo>
                  <a:lnTo>
                    <a:pt x="833390" y="161376"/>
                  </a:lnTo>
                  <a:close/>
                  <a:moveTo>
                    <a:pt x="838911" y="151133"/>
                  </a:moveTo>
                  <a:lnTo>
                    <a:pt x="812377" y="148137"/>
                  </a:lnTo>
                  <a:lnTo>
                    <a:pt x="801286" y="178560"/>
                  </a:lnTo>
                  <a:close/>
                  <a:moveTo>
                    <a:pt x="838911" y="151133"/>
                  </a:moveTo>
                  <a:lnTo>
                    <a:pt x="853899" y="124621"/>
                  </a:lnTo>
                  <a:lnTo>
                    <a:pt x="815267" y="141805"/>
                  </a:lnTo>
                  <a:close/>
                  <a:moveTo>
                    <a:pt x="692171" y="31540"/>
                  </a:moveTo>
                  <a:lnTo>
                    <a:pt x="743331" y="42928"/>
                  </a:lnTo>
                  <a:lnTo>
                    <a:pt x="730715" y="18401"/>
                  </a:lnTo>
                  <a:close/>
                  <a:moveTo>
                    <a:pt x="739984" y="51112"/>
                  </a:moveTo>
                  <a:lnTo>
                    <a:pt x="743331" y="42928"/>
                  </a:lnTo>
                  <a:lnTo>
                    <a:pt x="692171" y="31540"/>
                  </a:lnTo>
                  <a:close/>
                  <a:moveTo>
                    <a:pt x="700012" y="68295"/>
                  </a:moveTo>
                  <a:lnTo>
                    <a:pt x="739984" y="51112"/>
                  </a:lnTo>
                  <a:lnTo>
                    <a:pt x="692171" y="31540"/>
                  </a:lnTo>
                  <a:close/>
                  <a:moveTo>
                    <a:pt x="765169" y="0"/>
                  </a:moveTo>
                  <a:lnTo>
                    <a:pt x="730715" y="18401"/>
                  </a:lnTo>
                  <a:lnTo>
                    <a:pt x="747725" y="14357"/>
                  </a:lnTo>
                  <a:close/>
                  <a:moveTo>
                    <a:pt x="730715" y="18401"/>
                  </a:moveTo>
                  <a:lnTo>
                    <a:pt x="743331" y="42928"/>
                  </a:lnTo>
                  <a:lnTo>
                    <a:pt x="747725" y="14357"/>
                  </a:lnTo>
                  <a:close/>
                  <a:moveTo>
                    <a:pt x="743331" y="42928"/>
                  </a:moveTo>
                  <a:lnTo>
                    <a:pt x="739984" y="51112"/>
                  </a:lnTo>
                  <a:lnTo>
                    <a:pt x="754062" y="44166"/>
                  </a:lnTo>
                  <a:close/>
                  <a:moveTo>
                    <a:pt x="778947" y="6277"/>
                  </a:moveTo>
                  <a:lnTo>
                    <a:pt x="747725" y="14357"/>
                  </a:lnTo>
                  <a:lnTo>
                    <a:pt x="798426" y="28135"/>
                  </a:lnTo>
                  <a:close/>
                  <a:moveTo>
                    <a:pt x="747725" y="14357"/>
                  </a:moveTo>
                  <a:lnTo>
                    <a:pt x="743331" y="42928"/>
                  </a:lnTo>
                  <a:lnTo>
                    <a:pt x="798426" y="28135"/>
                  </a:lnTo>
                  <a:close/>
                  <a:moveTo>
                    <a:pt x="798426" y="28135"/>
                  </a:moveTo>
                  <a:lnTo>
                    <a:pt x="743331" y="42928"/>
                  </a:lnTo>
                  <a:lnTo>
                    <a:pt x="784351" y="33928"/>
                  </a:lnTo>
                  <a:close/>
                  <a:moveTo>
                    <a:pt x="765169" y="0"/>
                  </a:moveTo>
                  <a:lnTo>
                    <a:pt x="747725" y="14357"/>
                  </a:lnTo>
                  <a:lnTo>
                    <a:pt x="778947" y="6277"/>
                  </a:lnTo>
                  <a:close/>
                  <a:moveTo>
                    <a:pt x="778947" y="6277"/>
                  </a:moveTo>
                  <a:lnTo>
                    <a:pt x="798426" y="28135"/>
                  </a:lnTo>
                  <a:lnTo>
                    <a:pt x="826462" y="8381"/>
                  </a:lnTo>
                  <a:close/>
                </a:path>
              </a:pathLst>
            </a:custGeom>
            <a:solidFill>
              <a:srgbClr val="D7DEE3"/>
            </a:solidFill>
            <a:ln w="1524">
              <a:solidFill>
                <a:srgbClr val="D7DEE3"/>
              </a:solidFill>
            </a:ln>
          </p:spPr>
        </p:sp>
        <p:sp>
          <p:nvSpPr>
            <p:cNvPr id="142" name="Input_density__141">
              <a:extLst>
                <a:ext uri="{FF2B5EF4-FFF2-40B4-BE49-F238E27FC236}">
                  <a16:creationId xmlns:a16="http://schemas.microsoft.com/office/drawing/2014/main" id="{52A22132-890A-E420-D2AA-CCDD2C706A54}"/>
                </a:ext>
              </a:extLst>
            </p:cNvPr>
            <p:cNvSpPr>
              <a:spLocks noGrp="1"/>
            </p:cNvSpPr>
            <p:nvPr/>
          </p:nvSpPr>
          <p:spPr>
            <a:xfrm>
              <a:off x="615759" y="1491545"/>
              <a:ext cx="1042462" cy="1370714"/>
            </a:xfrm>
            <a:custGeom>
              <a:avLst/>
              <a:gdLst/>
              <a:ahLst/>
              <a:cxnLst/>
              <a:rect l="0" t="0" r="0" b="0"/>
              <a:pathLst>
                <a:path w="1042462" h="1370714">
                  <a:moveTo>
                    <a:pt x="364688" y="987049"/>
                  </a:moveTo>
                  <a:lnTo>
                    <a:pt x="356745" y="989058"/>
                  </a:lnTo>
                  <a:lnTo>
                    <a:pt x="362491" y="1029133"/>
                  </a:lnTo>
                  <a:close/>
                  <a:moveTo>
                    <a:pt x="356745" y="989058"/>
                  </a:moveTo>
                  <a:lnTo>
                    <a:pt x="364688" y="987049"/>
                  </a:lnTo>
                  <a:lnTo>
                    <a:pt x="356562" y="977132"/>
                  </a:lnTo>
                  <a:close/>
                  <a:moveTo>
                    <a:pt x="135257" y="656254"/>
                  </a:moveTo>
                  <a:lnTo>
                    <a:pt x="83825" y="673438"/>
                  </a:lnTo>
                  <a:lnTo>
                    <a:pt x="140307" y="693009"/>
                  </a:lnTo>
                  <a:close/>
                  <a:moveTo>
                    <a:pt x="108120" y="619499"/>
                  </a:moveTo>
                  <a:lnTo>
                    <a:pt x="83825" y="673438"/>
                  </a:lnTo>
                  <a:lnTo>
                    <a:pt x="135257" y="656254"/>
                  </a:lnTo>
                  <a:close/>
                  <a:moveTo>
                    <a:pt x="339658" y="913454"/>
                  </a:moveTo>
                  <a:lnTo>
                    <a:pt x="341789" y="859601"/>
                  </a:lnTo>
                  <a:lnTo>
                    <a:pt x="312671" y="863559"/>
                  </a:lnTo>
                  <a:close/>
                  <a:moveTo>
                    <a:pt x="288090" y="838796"/>
                  </a:moveTo>
                  <a:lnTo>
                    <a:pt x="283961" y="840029"/>
                  </a:lnTo>
                  <a:lnTo>
                    <a:pt x="312671" y="863559"/>
                  </a:lnTo>
                  <a:close/>
                  <a:moveTo>
                    <a:pt x="322771" y="822846"/>
                  </a:moveTo>
                  <a:lnTo>
                    <a:pt x="288090" y="838796"/>
                  </a:lnTo>
                  <a:lnTo>
                    <a:pt x="312671" y="863559"/>
                  </a:lnTo>
                  <a:close/>
                  <a:moveTo>
                    <a:pt x="286184" y="838576"/>
                  </a:moveTo>
                  <a:lnTo>
                    <a:pt x="283961" y="840029"/>
                  </a:lnTo>
                  <a:lnTo>
                    <a:pt x="288090" y="838796"/>
                  </a:lnTo>
                  <a:close/>
                  <a:moveTo>
                    <a:pt x="323819" y="786091"/>
                  </a:moveTo>
                  <a:lnTo>
                    <a:pt x="288090" y="838796"/>
                  </a:lnTo>
                  <a:lnTo>
                    <a:pt x="322771" y="822846"/>
                  </a:lnTo>
                  <a:close/>
                  <a:moveTo>
                    <a:pt x="135257" y="656254"/>
                  </a:moveTo>
                  <a:lnTo>
                    <a:pt x="165950" y="666561"/>
                  </a:lnTo>
                  <a:lnTo>
                    <a:pt x="138499" y="655411"/>
                  </a:lnTo>
                  <a:close/>
                  <a:moveTo>
                    <a:pt x="160517" y="675826"/>
                  </a:moveTo>
                  <a:lnTo>
                    <a:pt x="165950" y="666561"/>
                  </a:lnTo>
                  <a:lnTo>
                    <a:pt x="135257" y="656254"/>
                  </a:lnTo>
                  <a:close/>
                  <a:moveTo>
                    <a:pt x="140307" y="693009"/>
                  </a:moveTo>
                  <a:lnTo>
                    <a:pt x="160517" y="675826"/>
                  </a:lnTo>
                  <a:lnTo>
                    <a:pt x="135257" y="656254"/>
                  </a:lnTo>
                  <a:close/>
                  <a:moveTo>
                    <a:pt x="187885" y="623994"/>
                  </a:moveTo>
                  <a:lnTo>
                    <a:pt x="168733" y="602316"/>
                  </a:lnTo>
                  <a:lnTo>
                    <a:pt x="181689" y="647386"/>
                  </a:lnTo>
                  <a:close/>
                  <a:moveTo>
                    <a:pt x="181689" y="647386"/>
                  </a:moveTo>
                  <a:lnTo>
                    <a:pt x="168733" y="602316"/>
                  </a:lnTo>
                  <a:lnTo>
                    <a:pt x="137297" y="611641"/>
                  </a:lnTo>
                  <a:close/>
                  <a:moveTo>
                    <a:pt x="181689" y="647386"/>
                  </a:moveTo>
                  <a:lnTo>
                    <a:pt x="137297" y="611641"/>
                  </a:lnTo>
                  <a:lnTo>
                    <a:pt x="138499" y="655411"/>
                  </a:lnTo>
                  <a:close/>
                  <a:moveTo>
                    <a:pt x="181689" y="647386"/>
                  </a:moveTo>
                  <a:lnTo>
                    <a:pt x="138499" y="655411"/>
                  </a:lnTo>
                  <a:lnTo>
                    <a:pt x="194287" y="647933"/>
                  </a:lnTo>
                  <a:close/>
                  <a:moveTo>
                    <a:pt x="138499" y="655411"/>
                  </a:moveTo>
                  <a:lnTo>
                    <a:pt x="165950" y="666561"/>
                  </a:lnTo>
                  <a:lnTo>
                    <a:pt x="194287" y="647933"/>
                  </a:lnTo>
                  <a:close/>
                  <a:moveTo>
                    <a:pt x="395" y="509234"/>
                  </a:moveTo>
                  <a:lnTo>
                    <a:pt x="0" y="516039"/>
                  </a:lnTo>
                  <a:lnTo>
                    <a:pt x="4070" y="504446"/>
                  </a:lnTo>
                  <a:close/>
                  <a:moveTo>
                    <a:pt x="184645" y="640252"/>
                  </a:moveTo>
                  <a:lnTo>
                    <a:pt x="204314" y="628992"/>
                  </a:lnTo>
                  <a:lnTo>
                    <a:pt x="194287" y="647933"/>
                  </a:lnTo>
                  <a:close/>
                  <a:moveTo>
                    <a:pt x="162891" y="590833"/>
                  </a:moveTo>
                  <a:lnTo>
                    <a:pt x="204314" y="628992"/>
                  </a:lnTo>
                  <a:lnTo>
                    <a:pt x="206123" y="621888"/>
                  </a:lnTo>
                  <a:close/>
                  <a:moveTo>
                    <a:pt x="168733" y="602316"/>
                  </a:moveTo>
                  <a:lnTo>
                    <a:pt x="204314" y="628992"/>
                  </a:lnTo>
                  <a:lnTo>
                    <a:pt x="162891" y="590833"/>
                  </a:lnTo>
                  <a:close/>
                  <a:moveTo>
                    <a:pt x="187885" y="623994"/>
                  </a:moveTo>
                  <a:lnTo>
                    <a:pt x="204314" y="628992"/>
                  </a:lnTo>
                  <a:lnTo>
                    <a:pt x="168733" y="602316"/>
                  </a:lnTo>
                  <a:close/>
                  <a:moveTo>
                    <a:pt x="168733" y="602316"/>
                  </a:moveTo>
                  <a:lnTo>
                    <a:pt x="166974" y="574181"/>
                  </a:lnTo>
                  <a:lnTo>
                    <a:pt x="185240" y="548378"/>
                  </a:lnTo>
                  <a:close/>
                  <a:moveTo>
                    <a:pt x="140714" y="528806"/>
                  </a:moveTo>
                  <a:lnTo>
                    <a:pt x="185240" y="548378"/>
                  </a:lnTo>
                  <a:lnTo>
                    <a:pt x="163842" y="511623"/>
                  </a:lnTo>
                  <a:close/>
                  <a:moveTo>
                    <a:pt x="366560" y="757343"/>
                  </a:moveTo>
                  <a:lnTo>
                    <a:pt x="399252" y="723542"/>
                  </a:lnTo>
                  <a:lnTo>
                    <a:pt x="394316" y="717118"/>
                  </a:lnTo>
                  <a:close/>
                  <a:moveTo>
                    <a:pt x="366560" y="757343"/>
                  </a:moveTo>
                  <a:lnTo>
                    <a:pt x="394316" y="717118"/>
                  </a:lnTo>
                  <a:lnTo>
                    <a:pt x="361465" y="716737"/>
                  </a:lnTo>
                  <a:close/>
                  <a:moveTo>
                    <a:pt x="320266" y="723143"/>
                  </a:moveTo>
                  <a:lnTo>
                    <a:pt x="361465" y="716737"/>
                  </a:lnTo>
                  <a:lnTo>
                    <a:pt x="342981" y="687018"/>
                  </a:lnTo>
                  <a:close/>
                  <a:moveTo>
                    <a:pt x="361465" y="716737"/>
                  </a:moveTo>
                  <a:lnTo>
                    <a:pt x="394316" y="717118"/>
                  </a:lnTo>
                  <a:lnTo>
                    <a:pt x="373224" y="689519"/>
                  </a:lnTo>
                  <a:close/>
                  <a:moveTo>
                    <a:pt x="361465" y="716737"/>
                  </a:moveTo>
                  <a:lnTo>
                    <a:pt x="373224" y="689519"/>
                  </a:lnTo>
                  <a:lnTo>
                    <a:pt x="342981" y="687018"/>
                  </a:lnTo>
                  <a:close/>
                  <a:moveTo>
                    <a:pt x="394316" y="717118"/>
                  </a:moveTo>
                  <a:lnTo>
                    <a:pt x="399252" y="723542"/>
                  </a:lnTo>
                  <a:lnTo>
                    <a:pt x="432912" y="724814"/>
                  </a:lnTo>
                  <a:close/>
                  <a:moveTo>
                    <a:pt x="163842" y="511623"/>
                  </a:moveTo>
                  <a:lnTo>
                    <a:pt x="202930" y="495876"/>
                  </a:lnTo>
                  <a:lnTo>
                    <a:pt x="159263" y="474868"/>
                  </a:lnTo>
                  <a:close/>
                  <a:moveTo>
                    <a:pt x="467440" y="729332"/>
                  </a:moveTo>
                  <a:lnTo>
                    <a:pt x="462915" y="734541"/>
                  </a:lnTo>
                  <a:lnTo>
                    <a:pt x="487933" y="739933"/>
                  </a:lnTo>
                  <a:close/>
                  <a:moveTo>
                    <a:pt x="1022072" y="1359375"/>
                  </a:moveTo>
                  <a:lnTo>
                    <a:pt x="1031234" y="1370714"/>
                  </a:lnTo>
                  <a:lnTo>
                    <a:pt x="1030884" y="1357194"/>
                  </a:lnTo>
                  <a:close/>
                  <a:moveTo>
                    <a:pt x="509211" y="734541"/>
                  </a:moveTo>
                  <a:lnTo>
                    <a:pt x="533679" y="756202"/>
                  </a:lnTo>
                  <a:lnTo>
                    <a:pt x="534542" y="729129"/>
                  </a:lnTo>
                  <a:close/>
                  <a:moveTo>
                    <a:pt x="200859" y="383880"/>
                  </a:moveTo>
                  <a:lnTo>
                    <a:pt x="223110" y="389976"/>
                  </a:lnTo>
                  <a:lnTo>
                    <a:pt x="259442" y="382126"/>
                  </a:lnTo>
                  <a:close/>
                  <a:moveTo>
                    <a:pt x="259442" y="382126"/>
                  </a:moveTo>
                  <a:lnTo>
                    <a:pt x="270084" y="386563"/>
                  </a:lnTo>
                  <a:lnTo>
                    <a:pt x="267858" y="385224"/>
                  </a:lnTo>
                  <a:close/>
                  <a:moveTo>
                    <a:pt x="232720" y="378426"/>
                  </a:moveTo>
                  <a:lnTo>
                    <a:pt x="259442" y="382126"/>
                  </a:lnTo>
                  <a:lnTo>
                    <a:pt x="267858" y="385224"/>
                  </a:lnTo>
                  <a:close/>
                  <a:moveTo>
                    <a:pt x="285488" y="393441"/>
                  </a:moveTo>
                  <a:lnTo>
                    <a:pt x="296583" y="396417"/>
                  </a:lnTo>
                  <a:lnTo>
                    <a:pt x="328937" y="392805"/>
                  </a:lnTo>
                  <a:close/>
                  <a:moveTo>
                    <a:pt x="871855" y="1052345"/>
                  </a:moveTo>
                  <a:lnTo>
                    <a:pt x="862375" y="1084907"/>
                  </a:lnTo>
                  <a:lnTo>
                    <a:pt x="897196" y="1071386"/>
                  </a:lnTo>
                  <a:close/>
                  <a:moveTo>
                    <a:pt x="443850" y="569695"/>
                  </a:moveTo>
                  <a:lnTo>
                    <a:pt x="441666" y="565126"/>
                  </a:lnTo>
                  <a:lnTo>
                    <a:pt x="441277" y="570338"/>
                  </a:lnTo>
                  <a:close/>
                  <a:moveTo>
                    <a:pt x="443850" y="569695"/>
                  </a:moveTo>
                  <a:lnTo>
                    <a:pt x="444624" y="570338"/>
                  </a:lnTo>
                  <a:lnTo>
                    <a:pt x="441666" y="565126"/>
                  </a:lnTo>
                  <a:close/>
                  <a:moveTo>
                    <a:pt x="410208" y="480463"/>
                  </a:moveTo>
                  <a:lnTo>
                    <a:pt x="408811" y="470657"/>
                  </a:lnTo>
                  <a:lnTo>
                    <a:pt x="379376" y="442889"/>
                  </a:lnTo>
                  <a:close/>
                  <a:moveTo>
                    <a:pt x="379376" y="442889"/>
                  </a:moveTo>
                  <a:lnTo>
                    <a:pt x="349649" y="460072"/>
                  </a:lnTo>
                  <a:lnTo>
                    <a:pt x="410208" y="480463"/>
                  </a:lnTo>
                  <a:close/>
                  <a:moveTo>
                    <a:pt x="410208" y="480463"/>
                  </a:moveTo>
                  <a:lnTo>
                    <a:pt x="412904" y="479644"/>
                  </a:lnTo>
                  <a:lnTo>
                    <a:pt x="408811" y="470657"/>
                  </a:lnTo>
                  <a:close/>
                  <a:moveTo>
                    <a:pt x="319511" y="410527"/>
                  </a:moveTo>
                  <a:lnTo>
                    <a:pt x="346070" y="456862"/>
                  </a:lnTo>
                  <a:lnTo>
                    <a:pt x="354283" y="409346"/>
                  </a:lnTo>
                  <a:close/>
                  <a:moveTo>
                    <a:pt x="354283" y="409346"/>
                  </a:moveTo>
                  <a:lnTo>
                    <a:pt x="346070" y="456862"/>
                  </a:lnTo>
                  <a:lnTo>
                    <a:pt x="368137" y="406134"/>
                  </a:lnTo>
                  <a:close/>
                  <a:moveTo>
                    <a:pt x="368137" y="406134"/>
                  </a:moveTo>
                  <a:lnTo>
                    <a:pt x="349649" y="460072"/>
                  </a:lnTo>
                  <a:lnTo>
                    <a:pt x="379376" y="442889"/>
                  </a:lnTo>
                  <a:close/>
                  <a:moveTo>
                    <a:pt x="263110" y="384545"/>
                  </a:moveTo>
                  <a:lnTo>
                    <a:pt x="296583" y="396417"/>
                  </a:lnTo>
                  <a:lnTo>
                    <a:pt x="270084" y="386563"/>
                  </a:lnTo>
                  <a:close/>
                  <a:moveTo>
                    <a:pt x="319511" y="410527"/>
                  </a:moveTo>
                  <a:lnTo>
                    <a:pt x="296583" y="396417"/>
                  </a:lnTo>
                  <a:lnTo>
                    <a:pt x="263110" y="384545"/>
                  </a:lnTo>
                  <a:close/>
                  <a:moveTo>
                    <a:pt x="319511" y="410527"/>
                  </a:moveTo>
                  <a:lnTo>
                    <a:pt x="328937" y="392805"/>
                  </a:lnTo>
                  <a:lnTo>
                    <a:pt x="296583" y="396417"/>
                  </a:lnTo>
                  <a:close/>
                  <a:moveTo>
                    <a:pt x="259442" y="382126"/>
                  </a:moveTo>
                  <a:lnTo>
                    <a:pt x="247250" y="386563"/>
                  </a:lnTo>
                  <a:lnTo>
                    <a:pt x="263110" y="384545"/>
                  </a:lnTo>
                  <a:close/>
                  <a:moveTo>
                    <a:pt x="263110" y="384545"/>
                  </a:moveTo>
                  <a:lnTo>
                    <a:pt x="270084" y="386563"/>
                  </a:lnTo>
                  <a:lnTo>
                    <a:pt x="259442" y="382126"/>
                  </a:lnTo>
                  <a:close/>
                  <a:moveTo>
                    <a:pt x="598661" y="585960"/>
                  </a:moveTo>
                  <a:lnTo>
                    <a:pt x="555155" y="626664"/>
                  </a:lnTo>
                  <a:lnTo>
                    <a:pt x="578585" y="609481"/>
                  </a:lnTo>
                  <a:close/>
                  <a:moveTo>
                    <a:pt x="598661" y="585960"/>
                  </a:moveTo>
                  <a:lnTo>
                    <a:pt x="579040" y="608808"/>
                  </a:lnTo>
                  <a:lnTo>
                    <a:pt x="555155" y="626664"/>
                  </a:lnTo>
                  <a:close/>
                  <a:moveTo>
                    <a:pt x="365006" y="369379"/>
                  </a:moveTo>
                  <a:lnTo>
                    <a:pt x="403144" y="396712"/>
                  </a:lnTo>
                  <a:lnTo>
                    <a:pt x="396876" y="357060"/>
                  </a:lnTo>
                  <a:close/>
                  <a:moveTo>
                    <a:pt x="371091" y="315441"/>
                  </a:moveTo>
                  <a:lnTo>
                    <a:pt x="396876" y="357060"/>
                  </a:lnTo>
                  <a:lnTo>
                    <a:pt x="401531" y="347229"/>
                  </a:lnTo>
                  <a:close/>
                  <a:moveTo>
                    <a:pt x="365006" y="369379"/>
                  </a:moveTo>
                  <a:lnTo>
                    <a:pt x="396876" y="357060"/>
                  </a:lnTo>
                  <a:lnTo>
                    <a:pt x="371091" y="315441"/>
                  </a:lnTo>
                  <a:close/>
                  <a:moveTo>
                    <a:pt x="749581" y="776498"/>
                  </a:moveTo>
                  <a:lnTo>
                    <a:pt x="742895" y="802336"/>
                  </a:lnTo>
                  <a:lnTo>
                    <a:pt x="746264" y="793256"/>
                  </a:lnTo>
                  <a:close/>
                  <a:moveTo>
                    <a:pt x="939503" y="929838"/>
                  </a:moveTo>
                  <a:lnTo>
                    <a:pt x="931505" y="958375"/>
                  </a:lnTo>
                  <a:lnTo>
                    <a:pt x="978992" y="969570"/>
                  </a:lnTo>
                  <a:close/>
                  <a:moveTo>
                    <a:pt x="914689" y="940276"/>
                  </a:moveTo>
                  <a:lnTo>
                    <a:pt x="931505" y="958375"/>
                  </a:lnTo>
                  <a:lnTo>
                    <a:pt x="939503" y="929838"/>
                  </a:lnTo>
                  <a:close/>
                  <a:moveTo>
                    <a:pt x="770444" y="758293"/>
                  </a:moveTo>
                  <a:lnTo>
                    <a:pt x="749581" y="776498"/>
                  </a:lnTo>
                  <a:lnTo>
                    <a:pt x="746264" y="793256"/>
                  </a:lnTo>
                  <a:close/>
                  <a:moveTo>
                    <a:pt x="598661" y="585960"/>
                  </a:moveTo>
                  <a:lnTo>
                    <a:pt x="625721" y="592596"/>
                  </a:lnTo>
                  <a:lnTo>
                    <a:pt x="632383" y="587466"/>
                  </a:lnTo>
                  <a:close/>
                  <a:moveTo>
                    <a:pt x="640122" y="428988"/>
                  </a:moveTo>
                  <a:lnTo>
                    <a:pt x="638951" y="419605"/>
                  </a:lnTo>
                  <a:lnTo>
                    <a:pt x="605304" y="430206"/>
                  </a:lnTo>
                  <a:close/>
                  <a:moveTo>
                    <a:pt x="640122" y="428988"/>
                  </a:moveTo>
                  <a:lnTo>
                    <a:pt x="644276" y="428094"/>
                  </a:lnTo>
                  <a:lnTo>
                    <a:pt x="638951" y="419605"/>
                  </a:lnTo>
                  <a:close/>
                  <a:moveTo>
                    <a:pt x="819100" y="623214"/>
                  </a:moveTo>
                  <a:lnTo>
                    <a:pt x="841178" y="597621"/>
                  </a:lnTo>
                  <a:lnTo>
                    <a:pt x="825076" y="617189"/>
                  </a:lnTo>
                  <a:close/>
                  <a:moveTo>
                    <a:pt x="528407" y="197151"/>
                  </a:moveTo>
                  <a:lnTo>
                    <a:pt x="492495" y="199259"/>
                  </a:lnTo>
                  <a:lnTo>
                    <a:pt x="540931" y="206068"/>
                  </a:lnTo>
                  <a:close/>
                  <a:moveTo>
                    <a:pt x="846613" y="593203"/>
                  </a:moveTo>
                  <a:lnTo>
                    <a:pt x="897939" y="578564"/>
                  </a:lnTo>
                  <a:lnTo>
                    <a:pt x="848234" y="547138"/>
                  </a:lnTo>
                  <a:close/>
                  <a:moveTo>
                    <a:pt x="816749" y="545647"/>
                  </a:moveTo>
                  <a:lnTo>
                    <a:pt x="843873" y="505936"/>
                  </a:lnTo>
                  <a:lnTo>
                    <a:pt x="796520" y="517345"/>
                  </a:lnTo>
                  <a:close/>
                  <a:moveTo>
                    <a:pt x="759283" y="520530"/>
                  </a:moveTo>
                  <a:lnTo>
                    <a:pt x="796520" y="517345"/>
                  </a:lnTo>
                  <a:lnTo>
                    <a:pt x="788669" y="509437"/>
                  </a:lnTo>
                  <a:close/>
                  <a:moveTo>
                    <a:pt x="796520" y="517345"/>
                  </a:moveTo>
                  <a:lnTo>
                    <a:pt x="843873" y="505936"/>
                  </a:lnTo>
                  <a:lnTo>
                    <a:pt x="817410" y="492318"/>
                  </a:lnTo>
                  <a:close/>
                  <a:moveTo>
                    <a:pt x="573380" y="250083"/>
                  </a:moveTo>
                  <a:lnTo>
                    <a:pt x="609475" y="241558"/>
                  </a:lnTo>
                  <a:lnTo>
                    <a:pt x="582887" y="224695"/>
                  </a:lnTo>
                  <a:close/>
                  <a:moveTo>
                    <a:pt x="573380" y="250083"/>
                  </a:moveTo>
                  <a:lnTo>
                    <a:pt x="582887" y="224695"/>
                  </a:lnTo>
                  <a:lnTo>
                    <a:pt x="555616" y="219778"/>
                  </a:lnTo>
                  <a:close/>
                  <a:moveTo>
                    <a:pt x="513521" y="226912"/>
                  </a:moveTo>
                  <a:lnTo>
                    <a:pt x="555616" y="219778"/>
                  </a:lnTo>
                  <a:lnTo>
                    <a:pt x="540931" y="206068"/>
                  </a:lnTo>
                  <a:close/>
                  <a:moveTo>
                    <a:pt x="555616" y="219778"/>
                  </a:moveTo>
                  <a:lnTo>
                    <a:pt x="578034" y="220216"/>
                  </a:lnTo>
                  <a:lnTo>
                    <a:pt x="540931" y="206068"/>
                  </a:lnTo>
                  <a:close/>
                  <a:moveTo>
                    <a:pt x="555616" y="219778"/>
                  </a:moveTo>
                  <a:lnTo>
                    <a:pt x="582887" y="224695"/>
                  </a:lnTo>
                  <a:lnTo>
                    <a:pt x="578034" y="220216"/>
                  </a:lnTo>
                  <a:close/>
                  <a:moveTo>
                    <a:pt x="962102" y="598235"/>
                  </a:moveTo>
                  <a:lnTo>
                    <a:pt x="941295" y="570404"/>
                  </a:lnTo>
                  <a:lnTo>
                    <a:pt x="921119" y="604466"/>
                  </a:lnTo>
                  <a:close/>
                  <a:moveTo>
                    <a:pt x="962102" y="598235"/>
                  </a:moveTo>
                  <a:lnTo>
                    <a:pt x="976117" y="569183"/>
                  </a:lnTo>
                  <a:lnTo>
                    <a:pt x="941295" y="570404"/>
                  </a:lnTo>
                  <a:close/>
                  <a:moveTo>
                    <a:pt x="616539" y="242084"/>
                  </a:moveTo>
                  <a:lnTo>
                    <a:pt x="619637" y="246707"/>
                  </a:lnTo>
                  <a:lnTo>
                    <a:pt x="609475" y="241558"/>
                  </a:lnTo>
                  <a:close/>
                  <a:moveTo>
                    <a:pt x="897664" y="379174"/>
                  </a:moveTo>
                  <a:lnTo>
                    <a:pt x="880873" y="359361"/>
                  </a:lnTo>
                  <a:lnTo>
                    <a:pt x="900063" y="397849"/>
                  </a:lnTo>
                  <a:close/>
                  <a:moveTo>
                    <a:pt x="900063" y="397849"/>
                  </a:moveTo>
                  <a:lnTo>
                    <a:pt x="880873" y="359361"/>
                  </a:lnTo>
                  <a:lnTo>
                    <a:pt x="853291" y="364038"/>
                  </a:lnTo>
                  <a:close/>
                  <a:moveTo>
                    <a:pt x="900063" y="397849"/>
                  </a:moveTo>
                  <a:lnTo>
                    <a:pt x="853291" y="364038"/>
                  </a:lnTo>
                  <a:lnTo>
                    <a:pt x="868271" y="396607"/>
                  </a:lnTo>
                  <a:close/>
                  <a:moveTo>
                    <a:pt x="900063" y="397849"/>
                  </a:moveTo>
                  <a:lnTo>
                    <a:pt x="909277" y="396116"/>
                  </a:lnTo>
                  <a:lnTo>
                    <a:pt x="897664" y="379174"/>
                  </a:lnTo>
                  <a:close/>
                  <a:moveTo>
                    <a:pt x="887650" y="341734"/>
                  </a:moveTo>
                  <a:lnTo>
                    <a:pt x="838402" y="339789"/>
                  </a:lnTo>
                  <a:lnTo>
                    <a:pt x="853291" y="364038"/>
                  </a:lnTo>
                  <a:close/>
                  <a:moveTo>
                    <a:pt x="963178" y="403338"/>
                  </a:moveTo>
                  <a:lnTo>
                    <a:pt x="946916" y="386846"/>
                  </a:lnTo>
                  <a:lnTo>
                    <a:pt x="909277" y="396116"/>
                  </a:lnTo>
                  <a:close/>
                  <a:moveTo>
                    <a:pt x="946916" y="386846"/>
                  </a:moveTo>
                  <a:lnTo>
                    <a:pt x="897664" y="379174"/>
                  </a:lnTo>
                  <a:lnTo>
                    <a:pt x="909277" y="396116"/>
                  </a:lnTo>
                  <a:close/>
                  <a:moveTo>
                    <a:pt x="898466" y="354400"/>
                  </a:moveTo>
                  <a:lnTo>
                    <a:pt x="897664" y="379174"/>
                  </a:lnTo>
                  <a:lnTo>
                    <a:pt x="946916" y="386846"/>
                  </a:lnTo>
                  <a:close/>
                  <a:moveTo>
                    <a:pt x="946916" y="386846"/>
                  </a:moveTo>
                  <a:lnTo>
                    <a:pt x="980126" y="386935"/>
                  </a:lnTo>
                  <a:lnTo>
                    <a:pt x="976646" y="345017"/>
                  </a:lnTo>
                  <a:close/>
                  <a:moveTo>
                    <a:pt x="880873" y="359361"/>
                  </a:moveTo>
                  <a:lnTo>
                    <a:pt x="897664" y="379174"/>
                  </a:lnTo>
                  <a:lnTo>
                    <a:pt x="898466" y="354400"/>
                  </a:lnTo>
                  <a:close/>
                  <a:moveTo>
                    <a:pt x="785204" y="123821"/>
                  </a:moveTo>
                  <a:lnTo>
                    <a:pt x="754249" y="138831"/>
                  </a:lnTo>
                  <a:lnTo>
                    <a:pt x="788236" y="122987"/>
                  </a:lnTo>
                  <a:close/>
                  <a:moveTo>
                    <a:pt x="788236" y="122987"/>
                  </a:moveTo>
                  <a:lnTo>
                    <a:pt x="754249" y="138831"/>
                  </a:lnTo>
                  <a:lnTo>
                    <a:pt x="742221" y="171729"/>
                  </a:lnTo>
                  <a:close/>
                  <a:moveTo>
                    <a:pt x="788236" y="122987"/>
                  </a:moveTo>
                  <a:lnTo>
                    <a:pt x="742221" y="171729"/>
                  </a:lnTo>
                  <a:lnTo>
                    <a:pt x="759152" y="138823"/>
                  </a:lnTo>
                  <a:close/>
                  <a:moveTo>
                    <a:pt x="758126" y="84892"/>
                  </a:moveTo>
                  <a:lnTo>
                    <a:pt x="754249" y="138831"/>
                  </a:lnTo>
                  <a:lnTo>
                    <a:pt x="787500" y="120234"/>
                  </a:lnTo>
                  <a:close/>
                  <a:moveTo>
                    <a:pt x="787500" y="120234"/>
                  </a:moveTo>
                  <a:lnTo>
                    <a:pt x="754249" y="138831"/>
                  </a:lnTo>
                  <a:lnTo>
                    <a:pt x="785204" y="123821"/>
                  </a:lnTo>
                  <a:close/>
                  <a:moveTo>
                    <a:pt x="988543" y="342177"/>
                  </a:moveTo>
                  <a:lnTo>
                    <a:pt x="1042462" y="361749"/>
                  </a:lnTo>
                  <a:lnTo>
                    <a:pt x="1020964" y="324994"/>
                  </a:lnTo>
                  <a:close/>
                  <a:moveTo>
                    <a:pt x="846386" y="215825"/>
                  </a:moveTo>
                  <a:lnTo>
                    <a:pt x="865668" y="219735"/>
                  </a:lnTo>
                  <a:lnTo>
                    <a:pt x="901721" y="201928"/>
                  </a:lnTo>
                  <a:close/>
                  <a:moveTo>
                    <a:pt x="874828" y="197587"/>
                  </a:moveTo>
                  <a:lnTo>
                    <a:pt x="846386" y="215825"/>
                  </a:lnTo>
                  <a:lnTo>
                    <a:pt x="901721" y="201928"/>
                  </a:lnTo>
                  <a:close/>
                  <a:moveTo>
                    <a:pt x="787500" y="120234"/>
                  </a:moveTo>
                  <a:lnTo>
                    <a:pt x="811130" y="121647"/>
                  </a:lnTo>
                  <a:lnTo>
                    <a:pt x="808132" y="67709"/>
                  </a:lnTo>
                  <a:close/>
                  <a:moveTo>
                    <a:pt x="1018477" y="288239"/>
                  </a:moveTo>
                  <a:lnTo>
                    <a:pt x="1020964" y="324994"/>
                  </a:lnTo>
                  <a:lnTo>
                    <a:pt x="1042441" y="307811"/>
                  </a:lnTo>
                  <a:close/>
                  <a:moveTo>
                    <a:pt x="1041117" y="271055"/>
                  </a:moveTo>
                  <a:lnTo>
                    <a:pt x="1021345" y="275454"/>
                  </a:lnTo>
                  <a:lnTo>
                    <a:pt x="1018477" y="288239"/>
                  </a:lnTo>
                  <a:close/>
                  <a:moveTo>
                    <a:pt x="808132" y="67709"/>
                  </a:moveTo>
                  <a:lnTo>
                    <a:pt x="840450" y="97423"/>
                  </a:lnTo>
                  <a:lnTo>
                    <a:pt x="848104" y="50526"/>
                  </a:lnTo>
                  <a:close/>
                  <a:moveTo>
                    <a:pt x="947030" y="150547"/>
                  </a:moveTo>
                  <a:lnTo>
                    <a:pt x="941510" y="160790"/>
                  </a:lnTo>
                  <a:lnTo>
                    <a:pt x="951167" y="114908"/>
                  </a:lnTo>
                  <a:close/>
                  <a:moveTo>
                    <a:pt x="927386" y="0"/>
                  </a:moveTo>
                  <a:lnTo>
                    <a:pt x="887066" y="5691"/>
                  </a:lnTo>
                  <a:lnTo>
                    <a:pt x="934581" y="7795"/>
                  </a:lnTo>
                  <a:close/>
                  <a:moveTo>
                    <a:pt x="911493" y="30579"/>
                  </a:moveTo>
                  <a:lnTo>
                    <a:pt x="934581" y="7795"/>
                  </a:lnTo>
                  <a:lnTo>
                    <a:pt x="906545" y="27549"/>
                  </a:lnTo>
                  <a:close/>
                  <a:moveTo>
                    <a:pt x="911493" y="30579"/>
                  </a:moveTo>
                  <a:lnTo>
                    <a:pt x="950506" y="25951"/>
                  </a:lnTo>
                  <a:lnTo>
                    <a:pt x="934581" y="7795"/>
                  </a:lnTo>
                  <a:close/>
                </a:path>
              </a:pathLst>
            </a:custGeom>
            <a:solidFill>
              <a:srgbClr val="CFD7DE"/>
            </a:solidFill>
            <a:ln w="1524">
              <a:solidFill>
                <a:srgbClr val="CFD7DE"/>
              </a:solidFill>
            </a:ln>
          </p:spPr>
        </p:sp>
        <p:sp>
          <p:nvSpPr>
            <p:cNvPr id="143" name="Input_density__142">
              <a:extLst>
                <a:ext uri="{FF2B5EF4-FFF2-40B4-BE49-F238E27FC236}">
                  <a16:creationId xmlns:a16="http://schemas.microsoft.com/office/drawing/2014/main" id="{6BC9CEE1-B813-B2B5-3373-53248B6C4849}"/>
                </a:ext>
              </a:extLst>
            </p:cNvPr>
            <p:cNvSpPr>
              <a:spLocks noGrp="1"/>
            </p:cNvSpPr>
            <p:nvPr/>
          </p:nvSpPr>
          <p:spPr>
            <a:xfrm>
              <a:off x="516200" y="1669519"/>
              <a:ext cx="1155472" cy="937929"/>
            </a:xfrm>
            <a:custGeom>
              <a:avLst/>
              <a:gdLst/>
              <a:ahLst/>
              <a:cxnLst/>
              <a:rect l="0" t="0" r="0" b="0"/>
              <a:pathLst>
                <a:path w="1155472" h="937929">
                  <a:moveTo>
                    <a:pt x="37176" y="546394"/>
                  </a:moveTo>
                  <a:lnTo>
                    <a:pt x="0" y="531974"/>
                  </a:lnTo>
                  <a:lnTo>
                    <a:pt x="8776" y="536418"/>
                  </a:lnTo>
                  <a:close/>
                  <a:moveTo>
                    <a:pt x="277176" y="843442"/>
                  </a:moveTo>
                  <a:lnTo>
                    <a:pt x="278699" y="847120"/>
                  </a:lnTo>
                  <a:lnTo>
                    <a:pt x="285161" y="850684"/>
                  </a:lnTo>
                  <a:close/>
                  <a:moveTo>
                    <a:pt x="321801" y="863099"/>
                  </a:moveTo>
                  <a:lnTo>
                    <a:pt x="278699" y="847120"/>
                  </a:lnTo>
                  <a:lnTo>
                    <a:pt x="299077" y="857642"/>
                  </a:lnTo>
                  <a:close/>
                  <a:moveTo>
                    <a:pt x="321801" y="863099"/>
                  </a:moveTo>
                  <a:lnTo>
                    <a:pt x="285161" y="850684"/>
                  </a:lnTo>
                  <a:lnTo>
                    <a:pt x="278699" y="847120"/>
                  </a:lnTo>
                  <a:close/>
                  <a:moveTo>
                    <a:pt x="80030" y="586157"/>
                  </a:moveTo>
                  <a:lnTo>
                    <a:pt x="80509" y="586662"/>
                  </a:lnTo>
                  <a:lnTo>
                    <a:pt x="81547" y="587713"/>
                  </a:lnTo>
                  <a:close/>
                  <a:moveTo>
                    <a:pt x="80030" y="586157"/>
                  </a:moveTo>
                  <a:lnTo>
                    <a:pt x="40793" y="549402"/>
                  </a:lnTo>
                  <a:lnTo>
                    <a:pt x="57895" y="560300"/>
                  </a:lnTo>
                  <a:close/>
                  <a:moveTo>
                    <a:pt x="356741" y="869159"/>
                  </a:moveTo>
                  <a:lnTo>
                    <a:pt x="412494" y="856828"/>
                  </a:lnTo>
                  <a:lnTo>
                    <a:pt x="376602" y="847206"/>
                  </a:lnTo>
                  <a:close/>
                  <a:moveTo>
                    <a:pt x="285161" y="850684"/>
                  </a:moveTo>
                  <a:lnTo>
                    <a:pt x="321801" y="863099"/>
                  </a:lnTo>
                  <a:lnTo>
                    <a:pt x="345078" y="853922"/>
                  </a:lnTo>
                  <a:close/>
                  <a:moveTo>
                    <a:pt x="40793" y="549402"/>
                  </a:moveTo>
                  <a:lnTo>
                    <a:pt x="80030" y="586157"/>
                  </a:lnTo>
                  <a:lnTo>
                    <a:pt x="41487" y="546552"/>
                  </a:lnTo>
                  <a:close/>
                  <a:moveTo>
                    <a:pt x="37176" y="546394"/>
                  </a:moveTo>
                  <a:lnTo>
                    <a:pt x="40793" y="549402"/>
                  </a:lnTo>
                  <a:lnTo>
                    <a:pt x="41487" y="546552"/>
                  </a:lnTo>
                  <a:close/>
                  <a:moveTo>
                    <a:pt x="484792" y="906350"/>
                  </a:moveTo>
                  <a:lnTo>
                    <a:pt x="447586" y="891819"/>
                  </a:lnTo>
                  <a:lnTo>
                    <a:pt x="463572" y="923220"/>
                  </a:lnTo>
                  <a:close/>
                  <a:moveTo>
                    <a:pt x="463572" y="923220"/>
                  </a:moveTo>
                  <a:lnTo>
                    <a:pt x="494025" y="912505"/>
                  </a:lnTo>
                  <a:lnTo>
                    <a:pt x="484792" y="906350"/>
                  </a:lnTo>
                  <a:close/>
                  <a:moveTo>
                    <a:pt x="412494" y="856828"/>
                  </a:moveTo>
                  <a:lnTo>
                    <a:pt x="420013" y="813499"/>
                  </a:lnTo>
                  <a:lnTo>
                    <a:pt x="420221" y="809075"/>
                  </a:lnTo>
                  <a:close/>
                  <a:moveTo>
                    <a:pt x="399547" y="836786"/>
                  </a:moveTo>
                  <a:lnTo>
                    <a:pt x="412494" y="856828"/>
                  </a:lnTo>
                  <a:lnTo>
                    <a:pt x="420221" y="809075"/>
                  </a:lnTo>
                  <a:close/>
                  <a:moveTo>
                    <a:pt x="376602" y="847206"/>
                  </a:moveTo>
                  <a:lnTo>
                    <a:pt x="412494" y="856828"/>
                  </a:lnTo>
                  <a:lnTo>
                    <a:pt x="399547" y="836786"/>
                  </a:lnTo>
                  <a:close/>
                  <a:moveTo>
                    <a:pt x="144093" y="532219"/>
                  </a:moveTo>
                  <a:lnTo>
                    <a:pt x="135995" y="523895"/>
                  </a:lnTo>
                  <a:lnTo>
                    <a:pt x="162128" y="543630"/>
                  </a:lnTo>
                  <a:close/>
                  <a:moveTo>
                    <a:pt x="144093" y="532219"/>
                  </a:moveTo>
                  <a:lnTo>
                    <a:pt x="137438" y="479687"/>
                  </a:lnTo>
                  <a:lnTo>
                    <a:pt x="135995" y="523895"/>
                  </a:lnTo>
                  <a:close/>
                  <a:moveTo>
                    <a:pt x="479277" y="837154"/>
                  </a:moveTo>
                  <a:lnTo>
                    <a:pt x="488129" y="845830"/>
                  </a:lnTo>
                  <a:lnTo>
                    <a:pt x="515223" y="879766"/>
                  </a:lnTo>
                  <a:close/>
                  <a:moveTo>
                    <a:pt x="420221" y="809075"/>
                  </a:moveTo>
                  <a:lnTo>
                    <a:pt x="425821" y="764031"/>
                  </a:lnTo>
                  <a:lnTo>
                    <a:pt x="417088" y="755137"/>
                  </a:lnTo>
                  <a:close/>
                  <a:moveTo>
                    <a:pt x="425821" y="764031"/>
                  </a:moveTo>
                  <a:lnTo>
                    <a:pt x="411869" y="730626"/>
                  </a:lnTo>
                  <a:lnTo>
                    <a:pt x="417088" y="755137"/>
                  </a:lnTo>
                  <a:close/>
                  <a:moveTo>
                    <a:pt x="567221" y="909328"/>
                  </a:moveTo>
                  <a:lnTo>
                    <a:pt x="562772" y="902157"/>
                  </a:lnTo>
                  <a:lnTo>
                    <a:pt x="515223" y="879766"/>
                  </a:lnTo>
                  <a:close/>
                  <a:moveTo>
                    <a:pt x="562772" y="902157"/>
                  </a:moveTo>
                  <a:lnTo>
                    <a:pt x="589585" y="884974"/>
                  </a:lnTo>
                  <a:lnTo>
                    <a:pt x="536730" y="879754"/>
                  </a:lnTo>
                  <a:close/>
                  <a:moveTo>
                    <a:pt x="634500" y="899941"/>
                  </a:moveTo>
                  <a:lnTo>
                    <a:pt x="618929" y="937929"/>
                  </a:lnTo>
                  <a:lnTo>
                    <a:pt x="666171" y="893776"/>
                  </a:lnTo>
                  <a:close/>
                  <a:moveTo>
                    <a:pt x="441349" y="681627"/>
                  </a:moveTo>
                  <a:lnTo>
                    <a:pt x="432081" y="641436"/>
                  </a:lnTo>
                  <a:lnTo>
                    <a:pt x="446429" y="627689"/>
                  </a:lnTo>
                  <a:close/>
                  <a:moveTo>
                    <a:pt x="669347" y="880478"/>
                  </a:moveTo>
                  <a:lnTo>
                    <a:pt x="634500" y="899941"/>
                  </a:lnTo>
                  <a:lnTo>
                    <a:pt x="666171" y="893776"/>
                  </a:lnTo>
                  <a:close/>
                  <a:moveTo>
                    <a:pt x="669347" y="880478"/>
                  </a:moveTo>
                  <a:lnTo>
                    <a:pt x="639478" y="877673"/>
                  </a:lnTo>
                  <a:lnTo>
                    <a:pt x="634500" y="899941"/>
                  </a:lnTo>
                  <a:close/>
                  <a:moveTo>
                    <a:pt x="669347" y="880478"/>
                  </a:moveTo>
                  <a:lnTo>
                    <a:pt x="666171" y="893776"/>
                  </a:lnTo>
                  <a:lnTo>
                    <a:pt x="679290" y="884974"/>
                  </a:lnTo>
                  <a:close/>
                  <a:moveTo>
                    <a:pt x="679995" y="849253"/>
                  </a:moveTo>
                  <a:lnTo>
                    <a:pt x="705849" y="833143"/>
                  </a:lnTo>
                  <a:lnTo>
                    <a:pt x="703251" y="831035"/>
                  </a:lnTo>
                  <a:close/>
                  <a:moveTo>
                    <a:pt x="669347" y="880478"/>
                  </a:moveTo>
                  <a:lnTo>
                    <a:pt x="694781" y="876166"/>
                  </a:lnTo>
                  <a:lnTo>
                    <a:pt x="679995" y="849253"/>
                  </a:lnTo>
                  <a:close/>
                  <a:moveTo>
                    <a:pt x="421105" y="588876"/>
                  </a:moveTo>
                  <a:lnTo>
                    <a:pt x="421534" y="602001"/>
                  </a:lnTo>
                  <a:lnTo>
                    <a:pt x="474180" y="617562"/>
                  </a:lnTo>
                  <a:close/>
                  <a:moveTo>
                    <a:pt x="323903" y="389987"/>
                  </a:moveTo>
                  <a:lnTo>
                    <a:pt x="323906" y="389975"/>
                  </a:lnTo>
                  <a:lnTo>
                    <a:pt x="294105" y="403084"/>
                  </a:lnTo>
                  <a:close/>
                  <a:moveTo>
                    <a:pt x="423400" y="446302"/>
                  </a:moveTo>
                  <a:lnTo>
                    <a:pt x="428896" y="448300"/>
                  </a:lnTo>
                  <a:lnTo>
                    <a:pt x="430370" y="442621"/>
                  </a:lnTo>
                  <a:close/>
                  <a:moveTo>
                    <a:pt x="315085" y="352409"/>
                  </a:moveTo>
                  <a:lnTo>
                    <a:pt x="317706" y="372792"/>
                  </a:lnTo>
                  <a:lnTo>
                    <a:pt x="302284" y="336037"/>
                  </a:lnTo>
                  <a:close/>
                  <a:moveTo>
                    <a:pt x="640667" y="697717"/>
                  </a:moveTo>
                  <a:lnTo>
                    <a:pt x="630550" y="692755"/>
                  </a:lnTo>
                  <a:lnTo>
                    <a:pt x="610867" y="666832"/>
                  </a:lnTo>
                  <a:close/>
                  <a:moveTo>
                    <a:pt x="683382" y="690079"/>
                  </a:moveTo>
                  <a:lnTo>
                    <a:pt x="685920" y="678988"/>
                  </a:lnTo>
                  <a:lnTo>
                    <a:pt x="637453" y="666832"/>
                  </a:lnTo>
                  <a:close/>
                  <a:moveTo>
                    <a:pt x="704731" y="655063"/>
                  </a:moveTo>
                  <a:lnTo>
                    <a:pt x="685920" y="678988"/>
                  </a:lnTo>
                  <a:lnTo>
                    <a:pt x="683382" y="690079"/>
                  </a:lnTo>
                  <a:close/>
                  <a:moveTo>
                    <a:pt x="704731" y="655063"/>
                  </a:moveTo>
                  <a:lnTo>
                    <a:pt x="683382" y="690079"/>
                  </a:lnTo>
                  <a:lnTo>
                    <a:pt x="715155" y="691336"/>
                  </a:lnTo>
                  <a:close/>
                  <a:moveTo>
                    <a:pt x="555554" y="578495"/>
                  </a:moveTo>
                  <a:lnTo>
                    <a:pt x="582724" y="583494"/>
                  </a:lnTo>
                  <a:lnTo>
                    <a:pt x="562377" y="555289"/>
                  </a:lnTo>
                  <a:close/>
                  <a:moveTo>
                    <a:pt x="582724" y="583494"/>
                  </a:moveTo>
                  <a:lnTo>
                    <a:pt x="605497" y="592068"/>
                  </a:lnTo>
                  <a:lnTo>
                    <a:pt x="562377" y="555289"/>
                  </a:lnTo>
                  <a:close/>
                  <a:moveTo>
                    <a:pt x="430370" y="442621"/>
                  </a:moveTo>
                  <a:lnTo>
                    <a:pt x="441493" y="393313"/>
                  </a:lnTo>
                  <a:lnTo>
                    <a:pt x="423400" y="446302"/>
                  </a:lnTo>
                  <a:close/>
                  <a:moveTo>
                    <a:pt x="430370" y="442621"/>
                  </a:moveTo>
                  <a:lnTo>
                    <a:pt x="471445" y="396050"/>
                  </a:lnTo>
                  <a:lnTo>
                    <a:pt x="441493" y="393313"/>
                  </a:lnTo>
                  <a:close/>
                  <a:moveTo>
                    <a:pt x="471445" y="396050"/>
                  </a:moveTo>
                  <a:lnTo>
                    <a:pt x="475056" y="388911"/>
                  </a:lnTo>
                  <a:lnTo>
                    <a:pt x="441484" y="387966"/>
                  </a:lnTo>
                  <a:close/>
                  <a:moveTo>
                    <a:pt x="471445" y="396050"/>
                  </a:moveTo>
                  <a:lnTo>
                    <a:pt x="497779" y="401729"/>
                  </a:lnTo>
                  <a:lnTo>
                    <a:pt x="475056" y="388911"/>
                  </a:lnTo>
                  <a:close/>
                  <a:moveTo>
                    <a:pt x="508728" y="348081"/>
                  </a:moveTo>
                  <a:lnTo>
                    <a:pt x="509768" y="302489"/>
                  </a:lnTo>
                  <a:lnTo>
                    <a:pt x="508185" y="338425"/>
                  </a:lnTo>
                  <a:close/>
                  <a:moveTo>
                    <a:pt x="508185" y="338425"/>
                  </a:moveTo>
                  <a:lnTo>
                    <a:pt x="506745" y="301670"/>
                  </a:lnTo>
                  <a:lnTo>
                    <a:pt x="526241" y="321242"/>
                  </a:lnTo>
                  <a:close/>
                  <a:moveTo>
                    <a:pt x="867748" y="668091"/>
                  </a:moveTo>
                  <a:lnTo>
                    <a:pt x="904530" y="681038"/>
                  </a:lnTo>
                  <a:lnTo>
                    <a:pt x="892781" y="672941"/>
                  </a:lnTo>
                  <a:close/>
                  <a:moveTo>
                    <a:pt x="695884" y="523827"/>
                  </a:moveTo>
                  <a:lnTo>
                    <a:pt x="725020" y="508184"/>
                  </a:lnTo>
                  <a:lnTo>
                    <a:pt x="744888" y="487833"/>
                  </a:lnTo>
                  <a:close/>
                  <a:moveTo>
                    <a:pt x="932495" y="689386"/>
                  </a:moveTo>
                  <a:lnTo>
                    <a:pt x="892781" y="672941"/>
                  </a:lnTo>
                  <a:lnTo>
                    <a:pt x="910360" y="685738"/>
                  </a:lnTo>
                  <a:close/>
                  <a:moveTo>
                    <a:pt x="932495" y="689386"/>
                  </a:moveTo>
                  <a:lnTo>
                    <a:pt x="967814" y="696863"/>
                  </a:lnTo>
                  <a:lnTo>
                    <a:pt x="989163" y="680473"/>
                  </a:lnTo>
                  <a:close/>
                  <a:moveTo>
                    <a:pt x="1003490" y="705670"/>
                  </a:moveTo>
                  <a:lnTo>
                    <a:pt x="989163" y="680473"/>
                  </a:lnTo>
                  <a:lnTo>
                    <a:pt x="967814" y="696863"/>
                  </a:lnTo>
                  <a:close/>
                  <a:moveTo>
                    <a:pt x="880335" y="548819"/>
                  </a:moveTo>
                  <a:lnTo>
                    <a:pt x="924495" y="563269"/>
                  </a:lnTo>
                  <a:lnTo>
                    <a:pt x="893048" y="598098"/>
                  </a:lnTo>
                  <a:close/>
                  <a:moveTo>
                    <a:pt x="852369" y="507405"/>
                  </a:moveTo>
                  <a:lnTo>
                    <a:pt x="834230" y="474934"/>
                  </a:lnTo>
                  <a:lnTo>
                    <a:pt x="832124" y="471430"/>
                  </a:lnTo>
                  <a:close/>
                  <a:moveTo>
                    <a:pt x="862894" y="553737"/>
                  </a:moveTo>
                  <a:lnTo>
                    <a:pt x="895784" y="552128"/>
                  </a:lnTo>
                  <a:lnTo>
                    <a:pt x="880335" y="548819"/>
                  </a:lnTo>
                  <a:close/>
                  <a:moveTo>
                    <a:pt x="712196" y="232937"/>
                  </a:moveTo>
                  <a:lnTo>
                    <a:pt x="701760" y="210008"/>
                  </a:lnTo>
                  <a:lnTo>
                    <a:pt x="713821" y="244950"/>
                  </a:lnTo>
                  <a:close/>
                  <a:moveTo>
                    <a:pt x="991517" y="593068"/>
                  </a:moveTo>
                  <a:lnTo>
                    <a:pt x="1022810" y="585489"/>
                  </a:lnTo>
                  <a:lnTo>
                    <a:pt x="1046084" y="576299"/>
                  </a:lnTo>
                  <a:close/>
                  <a:moveTo>
                    <a:pt x="1077464" y="586403"/>
                  </a:moveTo>
                  <a:lnTo>
                    <a:pt x="1078319" y="583303"/>
                  </a:lnTo>
                  <a:lnTo>
                    <a:pt x="1057573" y="590887"/>
                  </a:lnTo>
                  <a:close/>
                  <a:moveTo>
                    <a:pt x="975227" y="481102"/>
                  </a:moveTo>
                  <a:lnTo>
                    <a:pt x="990731" y="493921"/>
                  </a:lnTo>
                  <a:lnTo>
                    <a:pt x="982428" y="526977"/>
                  </a:lnTo>
                  <a:close/>
                  <a:moveTo>
                    <a:pt x="1078319" y="583303"/>
                  </a:moveTo>
                  <a:lnTo>
                    <a:pt x="1077464" y="586403"/>
                  </a:lnTo>
                  <a:lnTo>
                    <a:pt x="1081485" y="584080"/>
                  </a:lnTo>
                  <a:close/>
                  <a:moveTo>
                    <a:pt x="1117244" y="593203"/>
                  </a:moveTo>
                  <a:lnTo>
                    <a:pt x="1077464" y="586403"/>
                  </a:lnTo>
                  <a:lnTo>
                    <a:pt x="1096121" y="598323"/>
                  </a:lnTo>
                  <a:close/>
                  <a:moveTo>
                    <a:pt x="1117244" y="593203"/>
                  </a:moveTo>
                  <a:lnTo>
                    <a:pt x="1081485" y="584080"/>
                  </a:lnTo>
                  <a:lnTo>
                    <a:pt x="1077464" y="586403"/>
                  </a:lnTo>
                  <a:close/>
                  <a:moveTo>
                    <a:pt x="1078319" y="583303"/>
                  </a:moveTo>
                  <a:lnTo>
                    <a:pt x="1081485" y="584080"/>
                  </a:lnTo>
                  <a:lnTo>
                    <a:pt x="1082760" y="582097"/>
                  </a:lnTo>
                  <a:close/>
                  <a:moveTo>
                    <a:pt x="1123250" y="576268"/>
                  </a:moveTo>
                  <a:lnTo>
                    <a:pt x="1081485" y="584080"/>
                  </a:lnTo>
                  <a:lnTo>
                    <a:pt x="1117244" y="593203"/>
                  </a:lnTo>
                  <a:close/>
                  <a:moveTo>
                    <a:pt x="1123250" y="576268"/>
                  </a:moveTo>
                  <a:lnTo>
                    <a:pt x="1082760" y="582097"/>
                  </a:lnTo>
                  <a:lnTo>
                    <a:pt x="1081485" y="584080"/>
                  </a:lnTo>
                  <a:close/>
                  <a:moveTo>
                    <a:pt x="1082760" y="582097"/>
                  </a:moveTo>
                  <a:lnTo>
                    <a:pt x="1123250" y="576268"/>
                  </a:lnTo>
                  <a:lnTo>
                    <a:pt x="1099426" y="554951"/>
                  </a:lnTo>
                  <a:close/>
                  <a:moveTo>
                    <a:pt x="1123250" y="576268"/>
                  </a:moveTo>
                  <a:lnTo>
                    <a:pt x="1128507" y="539104"/>
                  </a:lnTo>
                  <a:lnTo>
                    <a:pt x="1099426" y="554951"/>
                  </a:lnTo>
                  <a:close/>
                  <a:moveTo>
                    <a:pt x="1153466" y="578791"/>
                  </a:moveTo>
                  <a:lnTo>
                    <a:pt x="1123250" y="576268"/>
                  </a:lnTo>
                  <a:lnTo>
                    <a:pt x="1117244" y="593203"/>
                  </a:lnTo>
                  <a:close/>
                  <a:moveTo>
                    <a:pt x="1155472" y="532413"/>
                  </a:moveTo>
                  <a:lnTo>
                    <a:pt x="1123250" y="576268"/>
                  </a:lnTo>
                  <a:lnTo>
                    <a:pt x="1153466" y="578791"/>
                  </a:lnTo>
                  <a:close/>
                  <a:moveTo>
                    <a:pt x="938955" y="232499"/>
                  </a:moveTo>
                  <a:lnTo>
                    <a:pt x="969080" y="254897"/>
                  </a:lnTo>
                  <a:lnTo>
                    <a:pt x="933550" y="219414"/>
                  </a:lnTo>
                  <a:close/>
                  <a:moveTo>
                    <a:pt x="927558" y="181387"/>
                  </a:moveTo>
                  <a:lnTo>
                    <a:pt x="927565" y="189913"/>
                  </a:lnTo>
                  <a:lnTo>
                    <a:pt x="952851" y="186064"/>
                  </a:lnTo>
                  <a:close/>
                  <a:moveTo>
                    <a:pt x="933158" y="18408"/>
                  </a:moveTo>
                  <a:lnTo>
                    <a:pt x="928825" y="44267"/>
                  </a:lnTo>
                  <a:lnTo>
                    <a:pt x="938166" y="0"/>
                  </a:lnTo>
                  <a:close/>
                </a:path>
              </a:pathLst>
            </a:custGeom>
            <a:solidFill>
              <a:srgbClr val="BCC7CF"/>
            </a:solidFill>
            <a:ln w="1524">
              <a:solidFill>
                <a:srgbClr val="BCC7CF"/>
              </a:solidFill>
            </a:ln>
          </p:spPr>
        </p:sp>
        <p:sp>
          <p:nvSpPr>
            <p:cNvPr id="144" name="Input_density__143">
              <a:extLst>
                <a:ext uri="{FF2B5EF4-FFF2-40B4-BE49-F238E27FC236}">
                  <a16:creationId xmlns:a16="http://schemas.microsoft.com/office/drawing/2014/main" id="{CFAC945D-7A86-8427-0336-4B239AF475AC}"/>
                </a:ext>
              </a:extLst>
            </p:cNvPr>
            <p:cNvSpPr>
              <a:spLocks noGrp="1"/>
            </p:cNvSpPr>
            <p:nvPr/>
          </p:nvSpPr>
          <p:spPr>
            <a:xfrm>
              <a:off x="553376" y="1669519"/>
              <a:ext cx="1055569" cy="937929"/>
            </a:xfrm>
            <a:custGeom>
              <a:avLst/>
              <a:gdLst/>
              <a:ahLst/>
              <a:cxnLst/>
              <a:rect l="0" t="0" r="0" b="0"/>
              <a:pathLst>
                <a:path w="1055569" h="937929">
                  <a:moveTo>
                    <a:pt x="3223" y="530076"/>
                  </a:moveTo>
                  <a:lnTo>
                    <a:pt x="3617" y="549402"/>
                  </a:lnTo>
                  <a:lnTo>
                    <a:pt x="0" y="546394"/>
                  </a:lnTo>
                  <a:close/>
                  <a:moveTo>
                    <a:pt x="83300" y="608686"/>
                  </a:moveTo>
                  <a:lnTo>
                    <a:pt x="44371" y="587713"/>
                  </a:lnTo>
                  <a:lnTo>
                    <a:pt x="43333" y="586662"/>
                  </a:lnTo>
                  <a:close/>
                  <a:moveTo>
                    <a:pt x="284625" y="863099"/>
                  </a:moveTo>
                  <a:lnTo>
                    <a:pt x="319565" y="869159"/>
                  </a:lnTo>
                  <a:lnTo>
                    <a:pt x="339425" y="847206"/>
                  </a:lnTo>
                  <a:close/>
                  <a:moveTo>
                    <a:pt x="307902" y="853922"/>
                  </a:moveTo>
                  <a:lnTo>
                    <a:pt x="284625" y="863099"/>
                  </a:lnTo>
                  <a:lnTo>
                    <a:pt x="339425" y="847206"/>
                  </a:lnTo>
                  <a:close/>
                  <a:moveTo>
                    <a:pt x="456849" y="912505"/>
                  </a:moveTo>
                  <a:lnTo>
                    <a:pt x="470643" y="885785"/>
                  </a:lnTo>
                  <a:lnTo>
                    <a:pt x="447615" y="906350"/>
                  </a:lnTo>
                  <a:close/>
                  <a:moveTo>
                    <a:pt x="307902" y="853922"/>
                  </a:moveTo>
                  <a:lnTo>
                    <a:pt x="339425" y="847206"/>
                  </a:lnTo>
                  <a:lnTo>
                    <a:pt x="362371" y="836786"/>
                  </a:lnTo>
                  <a:close/>
                  <a:moveTo>
                    <a:pt x="383045" y="809075"/>
                  </a:moveTo>
                  <a:lnTo>
                    <a:pt x="382837" y="813499"/>
                  </a:lnTo>
                  <a:lnTo>
                    <a:pt x="383637" y="791721"/>
                  </a:lnTo>
                  <a:close/>
                  <a:moveTo>
                    <a:pt x="100487" y="478280"/>
                  </a:moveTo>
                  <a:lnTo>
                    <a:pt x="100262" y="479687"/>
                  </a:lnTo>
                  <a:lnTo>
                    <a:pt x="106917" y="532219"/>
                  </a:lnTo>
                  <a:close/>
                  <a:moveTo>
                    <a:pt x="93628" y="495464"/>
                  </a:moveTo>
                  <a:lnTo>
                    <a:pt x="100487" y="478280"/>
                  </a:lnTo>
                  <a:lnTo>
                    <a:pt x="106917" y="532219"/>
                  </a:lnTo>
                  <a:close/>
                  <a:moveTo>
                    <a:pt x="383637" y="791721"/>
                  </a:moveTo>
                  <a:lnTo>
                    <a:pt x="388645" y="764031"/>
                  </a:lnTo>
                  <a:lnTo>
                    <a:pt x="383045" y="809075"/>
                  </a:lnTo>
                  <a:close/>
                  <a:moveTo>
                    <a:pt x="374693" y="730626"/>
                  </a:moveTo>
                  <a:lnTo>
                    <a:pt x="369714" y="718382"/>
                  </a:lnTo>
                  <a:lnTo>
                    <a:pt x="379912" y="755137"/>
                  </a:lnTo>
                  <a:close/>
                  <a:moveTo>
                    <a:pt x="374693" y="730626"/>
                  </a:moveTo>
                  <a:lnTo>
                    <a:pt x="375054" y="685585"/>
                  </a:lnTo>
                  <a:lnTo>
                    <a:pt x="369714" y="718382"/>
                  </a:lnTo>
                  <a:close/>
                  <a:moveTo>
                    <a:pt x="478047" y="879766"/>
                  </a:moveTo>
                  <a:lnTo>
                    <a:pt x="525595" y="902157"/>
                  </a:lnTo>
                  <a:lnTo>
                    <a:pt x="499554" y="879754"/>
                  </a:lnTo>
                  <a:close/>
                  <a:moveTo>
                    <a:pt x="581753" y="937929"/>
                  </a:moveTo>
                  <a:lnTo>
                    <a:pt x="612139" y="926960"/>
                  </a:lnTo>
                  <a:lnTo>
                    <a:pt x="628995" y="893776"/>
                  </a:lnTo>
                  <a:close/>
                  <a:moveTo>
                    <a:pt x="383929" y="588876"/>
                  </a:moveTo>
                  <a:lnTo>
                    <a:pt x="382650" y="545169"/>
                  </a:lnTo>
                  <a:lnTo>
                    <a:pt x="380389" y="573750"/>
                  </a:lnTo>
                  <a:close/>
                  <a:moveTo>
                    <a:pt x="382650" y="545169"/>
                  </a:moveTo>
                  <a:lnTo>
                    <a:pt x="377210" y="504844"/>
                  </a:lnTo>
                  <a:lnTo>
                    <a:pt x="369002" y="536995"/>
                  </a:lnTo>
                  <a:close/>
                  <a:moveTo>
                    <a:pt x="256928" y="403084"/>
                  </a:moveTo>
                  <a:lnTo>
                    <a:pt x="233689" y="389975"/>
                  </a:lnTo>
                  <a:lnTo>
                    <a:pt x="235083" y="417616"/>
                  </a:lnTo>
                  <a:close/>
                  <a:moveTo>
                    <a:pt x="377668" y="500240"/>
                  </a:moveTo>
                  <a:lnTo>
                    <a:pt x="391720" y="448300"/>
                  </a:lnTo>
                  <a:lnTo>
                    <a:pt x="386224" y="446302"/>
                  </a:lnTo>
                  <a:close/>
                  <a:moveTo>
                    <a:pt x="386224" y="446302"/>
                  </a:moveTo>
                  <a:lnTo>
                    <a:pt x="396853" y="456302"/>
                  </a:lnTo>
                  <a:lnTo>
                    <a:pt x="377668" y="500240"/>
                  </a:lnTo>
                  <a:close/>
                  <a:moveTo>
                    <a:pt x="391720" y="448300"/>
                  </a:moveTo>
                  <a:lnTo>
                    <a:pt x="403746" y="463485"/>
                  </a:lnTo>
                  <a:lnTo>
                    <a:pt x="393194" y="442621"/>
                  </a:lnTo>
                  <a:close/>
                  <a:moveTo>
                    <a:pt x="226962" y="291043"/>
                  </a:moveTo>
                  <a:lnTo>
                    <a:pt x="265922" y="312132"/>
                  </a:lnTo>
                  <a:lnTo>
                    <a:pt x="251094" y="302373"/>
                  </a:lnTo>
                  <a:close/>
                  <a:moveTo>
                    <a:pt x="669072" y="649648"/>
                  </a:moveTo>
                  <a:lnTo>
                    <a:pt x="648743" y="678988"/>
                  </a:lnTo>
                  <a:lnTo>
                    <a:pt x="667555" y="655063"/>
                  </a:lnTo>
                  <a:close/>
                  <a:moveTo>
                    <a:pt x="423157" y="430073"/>
                  </a:moveTo>
                  <a:lnTo>
                    <a:pt x="434269" y="396050"/>
                  </a:lnTo>
                  <a:lnTo>
                    <a:pt x="393194" y="442621"/>
                  </a:lnTo>
                  <a:close/>
                  <a:moveTo>
                    <a:pt x="404316" y="393313"/>
                  </a:moveTo>
                  <a:lnTo>
                    <a:pt x="434269" y="396050"/>
                  </a:lnTo>
                  <a:lnTo>
                    <a:pt x="404308" y="387966"/>
                  </a:lnTo>
                  <a:close/>
                  <a:moveTo>
                    <a:pt x="456849" y="363625"/>
                  </a:moveTo>
                  <a:lnTo>
                    <a:pt x="404308" y="387966"/>
                  </a:lnTo>
                  <a:lnTo>
                    <a:pt x="437880" y="388911"/>
                  </a:lnTo>
                  <a:close/>
                  <a:moveTo>
                    <a:pt x="437880" y="388911"/>
                  </a:moveTo>
                  <a:lnTo>
                    <a:pt x="467656" y="375662"/>
                  </a:lnTo>
                  <a:lnTo>
                    <a:pt x="456849" y="363625"/>
                  </a:lnTo>
                  <a:close/>
                  <a:moveTo>
                    <a:pt x="867354" y="681038"/>
                  </a:moveTo>
                  <a:lnTo>
                    <a:pt x="873184" y="685738"/>
                  </a:lnTo>
                  <a:lnTo>
                    <a:pt x="855605" y="672941"/>
                  </a:lnTo>
                  <a:close/>
                  <a:moveTo>
                    <a:pt x="570174" y="317390"/>
                  </a:moveTo>
                  <a:lnTo>
                    <a:pt x="622943" y="293900"/>
                  </a:lnTo>
                  <a:lnTo>
                    <a:pt x="590607" y="297579"/>
                  </a:lnTo>
                  <a:close/>
                  <a:moveTo>
                    <a:pt x="930638" y="696863"/>
                  </a:moveTo>
                  <a:lnTo>
                    <a:pt x="895319" y="689386"/>
                  </a:lnTo>
                  <a:lnTo>
                    <a:pt x="873184" y="685738"/>
                  </a:lnTo>
                  <a:close/>
                  <a:moveTo>
                    <a:pt x="870668" y="553542"/>
                  </a:moveTo>
                  <a:lnTo>
                    <a:pt x="887319" y="563269"/>
                  </a:lnTo>
                  <a:lnTo>
                    <a:pt x="843159" y="548819"/>
                  </a:lnTo>
                  <a:close/>
                  <a:moveTo>
                    <a:pt x="858607" y="552128"/>
                  </a:moveTo>
                  <a:lnTo>
                    <a:pt x="870668" y="553542"/>
                  </a:lnTo>
                  <a:lnTo>
                    <a:pt x="843159" y="548819"/>
                  </a:lnTo>
                  <a:close/>
                  <a:moveTo>
                    <a:pt x="590607" y="297579"/>
                  </a:moveTo>
                  <a:lnTo>
                    <a:pt x="622943" y="293900"/>
                  </a:lnTo>
                  <a:lnTo>
                    <a:pt x="629075" y="250120"/>
                  </a:lnTo>
                  <a:close/>
                  <a:moveTo>
                    <a:pt x="799994" y="467329"/>
                  </a:moveTo>
                  <a:lnTo>
                    <a:pt x="797054" y="474934"/>
                  </a:lnTo>
                  <a:lnTo>
                    <a:pt x="849793" y="453467"/>
                  </a:lnTo>
                  <a:close/>
                  <a:moveTo>
                    <a:pt x="1020397" y="590887"/>
                  </a:moveTo>
                  <a:lnTo>
                    <a:pt x="1041143" y="583303"/>
                  </a:lnTo>
                  <a:lnTo>
                    <a:pt x="1008908" y="576299"/>
                  </a:lnTo>
                  <a:close/>
                  <a:moveTo>
                    <a:pt x="1020397" y="590887"/>
                  </a:moveTo>
                  <a:lnTo>
                    <a:pt x="1008908" y="576299"/>
                  </a:lnTo>
                  <a:lnTo>
                    <a:pt x="985634" y="585489"/>
                  </a:lnTo>
                  <a:close/>
                  <a:moveTo>
                    <a:pt x="1020397" y="590887"/>
                  </a:moveTo>
                  <a:lnTo>
                    <a:pt x="1055569" y="597814"/>
                  </a:lnTo>
                  <a:lnTo>
                    <a:pt x="1040288" y="586403"/>
                  </a:lnTo>
                  <a:close/>
                  <a:moveTo>
                    <a:pt x="967586" y="484179"/>
                  </a:moveTo>
                  <a:lnTo>
                    <a:pt x="938051" y="481102"/>
                  </a:lnTo>
                  <a:lnTo>
                    <a:pt x="945251" y="526977"/>
                  </a:lnTo>
                  <a:close/>
                  <a:moveTo>
                    <a:pt x="867038" y="416712"/>
                  </a:moveTo>
                  <a:lnTo>
                    <a:pt x="871875" y="409318"/>
                  </a:lnTo>
                  <a:lnTo>
                    <a:pt x="861917" y="399528"/>
                  </a:lnTo>
                  <a:close/>
                  <a:moveTo>
                    <a:pt x="821666" y="342556"/>
                  </a:moveTo>
                  <a:lnTo>
                    <a:pt x="829710" y="326018"/>
                  </a:lnTo>
                  <a:lnTo>
                    <a:pt x="814866" y="349115"/>
                  </a:lnTo>
                  <a:close/>
                  <a:moveTo>
                    <a:pt x="857774" y="288756"/>
                  </a:moveTo>
                  <a:lnTo>
                    <a:pt x="840191" y="319223"/>
                  </a:lnTo>
                  <a:lnTo>
                    <a:pt x="893511" y="297794"/>
                  </a:lnTo>
                  <a:close/>
                  <a:moveTo>
                    <a:pt x="893511" y="297794"/>
                  </a:moveTo>
                  <a:lnTo>
                    <a:pt x="871428" y="311438"/>
                  </a:lnTo>
                  <a:lnTo>
                    <a:pt x="921265" y="276985"/>
                  </a:lnTo>
                  <a:close/>
                  <a:moveTo>
                    <a:pt x="921265" y="276985"/>
                  </a:moveTo>
                  <a:lnTo>
                    <a:pt x="963869" y="263466"/>
                  </a:lnTo>
                  <a:lnTo>
                    <a:pt x="930690" y="263351"/>
                  </a:lnTo>
                  <a:close/>
                  <a:moveTo>
                    <a:pt x="934418" y="126079"/>
                  </a:moveTo>
                  <a:lnTo>
                    <a:pt x="930537" y="127448"/>
                  </a:lnTo>
                  <a:lnTo>
                    <a:pt x="932593" y="126921"/>
                  </a:lnTo>
                  <a:close/>
                  <a:moveTo>
                    <a:pt x="970605" y="144468"/>
                  </a:moveTo>
                  <a:lnTo>
                    <a:pt x="934418" y="126079"/>
                  </a:lnTo>
                  <a:lnTo>
                    <a:pt x="933699" y="127448"/>
                  </a:lnTo>
                  <a:close/>
                  <a:moveTo>
                    <a:pt x="932593" y="126921"/>
                  </a:moveTo>
                  <a:lnTo>
                    <a:pt x="933699" y="127448"/>
                  </a:lnTo>
                  <a:lnTo>
                    <a:pt x="934418" y="126079"/>
                  </a:lnTo>
                  <a:close/>
                  <a:moveTo>
                    <a:pt x="900990" y="0"/>
                  </a:moveTo>
                  <a:lnTo>
                    <a:pt x="916941" y="564"/>
                  </a:lnTo>
                  <a:lnTo>
                    <a:pt x="895982" y="18408"/>
                  </a:lnTo>
                  <a:close/>
                </a:path>
              </a:pathLst>
            </a:custGeom>
            <a:solidFill>
              <a:srgbClr val="B5C1C9"/>
            </a:solidFill>
            <a:ln w="1524">
              <a:solidFill>
                <a:srgbClr val="B5C1C9"/>
              </a:solidFill>
            </a:ln>
          </p:spPr>
        </p:sp>
        <p:sp>
          <p:nvSpPr>
            <p:cNvPr id="145" name="Input_density__144">
              <a:extLst>
                <a:ext uri="{FF2B5EF4-FFF2-40B4-BE49-F238E27FC236}">
                  <a16:creationId xmlns:a16="http://schemas.microsoft.com/office/drawing/2014/main" id="{BC3EF2BD-2FCD-5439-7DCD-F0986F09E1DD}"/>
                </a:ext>
              </a:extLst>
            </p:cNvPr>
            <p:cNvSpPr>
              <a:spLocks noGrp="1"/>
            </p:cNvSpPr>
            <p:nvPr/>
          </p:nvSpPr>
          <p:spPr>
            <a:xfrm>
              <a:off x="652195" y="1546804"/>
              <a:ext cx="1117869" cy="1060645"/>
            </a:xfrm>
            <a:custGeom>
              <a:avLst/>
              <a:gdLst/>
              <a:ahLst/>
              <a:cxnLst/>
              <a:rect l="0" t="0" r="0" b="0"/>
              <a:pathLst>
                <a:path w="1117869" h="1060645">
                  <a:moveTo>
                    <a:pt x="141180" y="966157"/>
                  </a:moveTo>
                  <a:lnTo>
                    <a:pt x="124974" y="939503"/>
                  </a:lnTo>
                  <a:lnTo>
                    <a:pt x="142704" y="969836"/>
                  </a:lnTo>
                  <a:close/>
                  <a:moveTo>
                    <a:pt x="327576" y="1045935"/>
                  </a:moveTo>
                  <a:lnTo>
                    <a:pt x="297946" y="1014386"/>
                  </a:lnTo>
                  <a:lnTo>
                    <a:pt x="296852" y="1022484"/>
                  </a:lnTo>
                  <a:close/>
                  <a:moveTo>
                    <a:pt x="311590" y="1014535"/>
                  </a:moveTo>
                  <a:lnTo>
                    <a:pt x="297946" y="1014386"/>
                  </a:lnTo>
                  <a:lnTo>
                    <a:pt x="327576" y="1045935"/>
                  </a:lnTo>
                  <a:close/>
                  <a:moveTo>
                    <a:pt x="326055" y="973874"/>
                  </a:moveTo>
                  <a:lnTo>
                    <a:pt x="334810" y="976771"/>
                  </a:lnTo>
                  <a:lnTo>
                    <a:pt x="371824" y="1008500"/>
                  </a:lnTo>
                  <a:close/>
                  <a:moveTo>
                    <a:pt x="284018" y="936215"/>
                  </a:moveTo>
                  <a:lnTo>
                    <a:pt x="320309" y="933799"/>
                  </a:lnTo>
                  <a:lnTo>
                    <a:pt x="284818" y="914436"/>
                  </a:lnTo>
                  <a:close/>
                  <a:moveTo>
                    <a:pt x="26132" y="666345"/>
                  </a:moveTo>
                  <a:lnTo>
                    <a:pt x="0" y="646610"/>
                  </a:lnTo>
                  <a:lnTo>
                    <a:pt x="14571" y="651487"/>
                  </a:lnTo>
                  <a:close/>
                  <a:moveTo>
                    <a:pt x="284818" y="914436"/>
                  </a:moveTo>
                  <a:lnTo>
                    <a:pt x="340120" y="917693"/>
                  </a:lnTo>
                  <a:lnTo>
                    <a:pt x="317710" y="877852"/>
                  </a:lnTo>
                  <a:close/>
                  <a:moveTo>
                    <a:pt x="320126" y="921873"/>
                  </a:moveTo>
                  <a:lnTo>
                    <a:pt x="340120" y="917693"/>
                  </a:lnTo>
                  <a:lnTo>
                    <a:pt x="284818" y="914436"/>
                  </a:lnTo>
                  <a:close/>
                  <a:moveTo>
                    <a:pt x="317710" y="877852"/>
                  </a:moveTo>
                  <a:lnTo>
                    <a:pt x="289825" y="886746"/>
                  </a:lnTo>
                  <a:lnTo>
                    <a:pt x="284818" y="914436"/>
                  </a:lnTo>
                  <a:close/>
                  <a:moveTo>
                    <a:pt x="426776" y="1024872"/>
                  </a:moveTo>
                  <a:lnTo>
                    <a:pt x="431226" y="1032043"/>
                  </a:lnTo>
                  <a:lnTo>
                    <a:pt x="443851" y="1039096"/>
                  </a:lnTo>
                  <a:close/>
                  <a:moveTo>
                    <a:pt x="482934" y="1060645"/>
                  </a:moveTo>
                  <a:lnTo>
                    <a:pt x="443851" y="1039096"/>
                  </a:lnTo>
                  <a:lnTo>
                    <a:pt x="431226" y="1032043"/>
                  </a:lnTo>
                  <a:close/>
                  <a:moveTo>
                    <a:pt x="453590" y="1007689"/>
                  </a:moveTo>
                  <a:lnTo>
                    <a:pt x="426776" y="1024872"/>
                  </a:lnTo>
                  <a:lnTo>
                    <a:pt x="443851" y="1039096"/>
                  </a:lnTo>
                  <a:close/>
                  <a:moveTo>
                    <a:pt x="443851" y="1039096"/>
                  </a:moveTo>
                  <a:lnTo>
                    <a:pt x="482934" y="1060645"/>
                  </a:lnTo>
                  <a:lnTo>
                    <a:pt x="498505" y="1022656"/>
                  </a:lnTo>
                  <a:close/>
                  <a:moveTo>
                    <a:pt x="462469" y="1012498"/>
                  </a:moveTo>
                  <a:lnTo>
                    <a:pt x="443851" y="1039096"/>
                  </a:lnTo>
                  <a:lnTo>
                    <a:pt x="498505" y="1022656"/>
                  </a:lnTo>
                  <a:close/>
                  <a:moveTo>
                    <a:pt x="503482" y="1000388"/>
                  </a:moveTo>
                  <a:lnTo>
                    <a:pt x="533352" y="1003193"/>
                  </a:lnTo>
                  <a:lnTo>
                    <a:pt x="508666" y="964437"/>
                  </a:lnTo>
                  <a:close/>
                  <a:moveTo>
                    <a:pt x="533352" y="1003193"/>
                  </a:moveTo>
                  <a:lnTo>
                    <a:pt x="544000" y="971969"/>
                  </a:lnTo>
                  <a:lnTo>
                    <a:pt x="508666" y="964437"/>
                  </a:lnTo>
                  <a:close/>
                  <a:moveTo>
                    <a:pt x="450706" y="881965"/>
                  </a:moveTo>
                  <a:lnTo>
                    <a:pt x="467757" y="880241"/>
                  </a:lnTo>
                  <a:lnTo>
                    <a:pt x="451832" y="876519"/>
                  </a:lnTo>
                  <a:close/>
                  <a:moveTo>
                    <a:pt x="445343" y="880241"/>
                  </a:moveTo>
                  <a:lnTo>
                    <a:pt x="450706" y="881965"/>
                  </a:lnTo>
                  <a:lnTo>
                    <a:pt x="451832" y="876519"/>
                  </a:lnTo>
                  <a:close/>
                  <a:moveTo>
                    <a:pt x="338185" y="740278"/>
                  </a:moveTo>
                  <a:lnTo>
                    <a:pt x="285539" y="724716"/>
                  </a:lnTo>
                  <a:lnTo>
                    <a:pt x="310434" y="750404"/>
                  </a:lnTo>
                  <a:close/>
                  <a:moveTo>
                    <a:pt x="285110" y="711591"/>
                  </a:moveTo>
                  <a:lnTo>
                    <a:pt x="330124" y="702084"/>
                  </a:lnTo>
                  <a:lnTo>
                    <a:pt x="325029" y="661479"/>
                  </a:lnTo>
                  <a:close/>
                  <a:moveTo>
                    <a:pt x="285110" y="711591"/>
                  </a:moveTo>
                  <a:lnTo>
                    <a:pt x="325029" y="661479"/>
                  </a:lnTo>
                  <a:lnTo>
                    <a:pt x="283831" y="667884"/>
                  </a:lnTo>
                  <a:close/>
                  <a:moveTo>
                    <a:pt x="136264" y="540332"/>
                  </a:moveTo>
                  <a:lnTo>
                    <a:pt x="169687" y="566629"/>
                  </a:lnTo>
                  <a:lnTo>
                    <a:pt x="158109" y="525799"/>
                  </a:lnTo>
                  <a:close/>
                  <a:moveTo>
                    <a:pt x="158109" y="525799"/>
                  </a:moveTo>
                  <a:lnTo>
                    <a:pt x="169687" y="566629"/>
                  </a:lnTo>
                  <a:lnTo>
                    <a:pt x="187908" y="512703"/>
                  </a:lnTo>
                  <a:close/>
                  <a:moveTo>
                    <a:pt x="187908" y="512703"/>
                  </a:moveTo>
                  <a:lnTo>
                    <a:pt x="148804" y="493119"/>
                  </a:lnTo>
                  <a:lnTo>
                    <a:pt x="150561" y="497575"/>
                  </a:lnTo>
                  <a:close/>
                  <a:moveTo>
                    <a:pt x="549042" y="945690"/>
                  </a:moveTo>
                  <a:lnTo>
                    <a:pt x="544000" y="971969"/>
                  </a:lnTo>
                  <a:lnTo>
                    <a:pt x="567256" y="953751"/>
                  </a:lnTo>
                  <a:close/>
                  <a:moveTo>
                    <a:pt x="549042" y="945690"/>
                  </a:moveTo>
                  <a:lnTo>
                    <a:pt x="567256" y="953751"/>
                  </a:lnTo>
                  <a:lnTo>
                    <a:pt x="571084" y="910111"/>
                  </a:lnTo>
                  <a:close/>
                  <a:moveTo>
                    <a:pt x="543146" y="905736"/>
                  </a:moveTo>
                  <a:lnTo>
                    <a:pt x="549042" y="945690"/>
                  </a:lnTo>
                  <a:lnTo>
                    <a:pt x="571084" y="910111"/>
                  </a:lnTo>
                  <a:close/>
                  <a:moveTo>
                    <a:pt x="543146" y="905736"/>
                  </a:moveTo>
                  <a:lnTo>
                    <a:pt x="571084" y="910111"/>
                  </a:lnTo>
                  <a:lnTo>
                    <a:pt x="543568" y="874145"/>
                  </a:lnTo>
                  <a:close/>
                  <a:moveTo>
                    <a:pt x="571084" y="910111"/>
                  </a:moveTo>
                  <a:lnTo>
                    <a:pt x="575238" y="867980"/>
                  </a:lnTo>
                  <a:lnTo>
                    <a:pt x="543568" y="874145"/>
                  </a:lnTo>
                  <a:close/>
                  <a:moveTo>
                    <a:pt x="494555" y="815471"/>
                  </a:moveTo>
                  <a:lnTo>
                    <a:pt x="473548" y="800989"/>
                  </a:lnTo>
                  <a:lnTo>
                    <a:pt x="474872" y="789547"/>
                  </a:lnTo>
                  <a:close/>
                  <a:moveTo>
                    <a:pt x="235781" y="532262"/>
                  </a:moveTo>
                  <a:lnTo>
                    <a:pt x="187927" y="512687"/>
                  </a:lnTo>
                  <a:lnTo>
                    <a:pt x="187930" y="512691"/>
                  </a:lnTo>
                  <a:close/>
                  <a:moveTo>
                    <a:pt x="158109" y="525799"/>
                  </a:moveTo>
                  <a:lnTo>
                    <a:pt x="187911" y="512691"/>
                  </a:lnTo>
                  <a:lnTo>
                    <a:pt x="170070" y="500117"/>
                  </a:lnTo>
                  <a:close/>
                  <a:moveTo>
                    <a:pt x="170070" y="500117"/>
                  </a:moveTo>
                  <a:lnTo>
                    <a:pt x="187911" y="512691"/>
                  </a:lnTo>
                  <a:lnTo>
                    <a:pt x="150561" y="497575"/>
                  </a:lnTo>
                  <a:close/>
                  <a:moveTo>
                    <a:pt x="167103" y="434848"/>
                  </a:moveTo>
                  <a:lnTo>
                    <a:pt x="172680" y="435589"/>
                  </a:lnTo>
                  <a:lnTo>
                    <a:pt x="152275" y="425089"/>
                  </a:lnTo>
                  <a:close/>
                  <a:moveTo>
                    <a:pt x="547387" y="812794"/>
                  </a:moveTo>
                  <a:lnTo>
                    <a:pt x="504672" y="820433"/>
                  </a:lnTo>
                  <a:lnTo>
                    <a:pt x="545106" y="859396"/>
                  </a:lnTo>
                  <a:close/>
                  <a:moveTo>
                    <a:pt x="575860" y="861482"/>
                  </a:moveTo>
                  <a:lnTo>
                    <a:pt x="543568" y="874145"/>
                  </a:lnTo>
                  <a:lnTo>
                    <a:pt x="575238" y="867980"/>
                  </a:lnTo>
                  <a:close/>
                  <a:moveTo>
                    <a:pt x="575860" y="861482"/>
                  </a:moveTo>
                  <a:lnTo>
                    <a:pt x="545106" y="859396"/>
                  </a:lnTo>
                  <a:lnTo>
                    <a:pt x="543568" y="874145"/>
                  </a:lnTo>
                  <a:close/>
                  <a:moveTo>
                    <a:pt x="545106" y="859396"/>
                  </a:moveTo>
                  <a:lnTo>
                    <a:pt x="575860" y="861482"/>
                  </a:lnTo>
                  <a:lnTo>
                    <a:pt x="579160" y="814052"/>
                  </a:lnTo>
                  <a:close/>
                  <a:moveTo>
                    <a:pt x="545106" y="859396"/>
                  </a:moveTo>
                  <a:lnTo>
                    <a:pt x="579160" y="814052"/>
                  </a:lnTo>
                  <a:lnTo>
                    <a:pt x="547387" y="812794"/>
                  </a:lnTo>
                  <a:close/>
                  <a:moveTo>
                    <a:pt x="504672" y="820433"/>
                  </a:moveTo>
                  <a:lnTo>
                    <a:pt x="547387" y="812794"/>
                  </a:lnTo>
                  <a:lnTo>
                    <a:pt x="501458" y="789547"/>
                  </a:lnTo>
                  <a:close/>
                  <a:moveTo>
                    <a:pt x="489837" y="742999"/>
                  </a:moveTo>
                  <a:lnTo>
                    <a:pt x="475207" y="772552"/>
                  </a:lnTo>
                  <a:lnTo>
                    <a:pt x="483663" y="774749"/>
                  </a:lnTo>
                  <a:close/>
                  <a:moveTo>
                    <a:pt x="452853" y="745978"/>
                  </a:moveTo>
                  <a:lnTo>
                    <a:pt x="469502" y="714784"/>
                  </a:lnTo>
                  <a:lnTo>
                    <a:pt x="446729" y="706209"/>
                  </a:lnTo>
                  <a:close/>
                  <a:moveTo>
                    <a:pt x="489837" y="742999"/>
                  </a:moveTo>
                  <a:lnTo>
                    <a:pt x="493316" y="752792"/>
                  </a:lnTo>
                  <a:lnTo>
                    <a:pt x="469502" y="714784"/>
                  </a:lnTo>
                  <a:close/>
                  <a:moveTo>
                    <a:pt x="419559" y="701210"/>
                  </a:moveTo>
                  <a:lnTo>
                    <a:pt x="426382" y="678005"/>
                  </a:lnTo>
                  <a:lnTo>
                    <a:pt x="406529" y="667056"/>
                  </a:lnTo>
                  <a:close/>
                  <a:moveTo>
                    <a:pt x="373773" y="425204"/>
                  </a:moveTo>
                  <a:lnTo>
                    <a:pt x="370750" y="424386"/>
                  </a:lnTo>
                  <a:lnTo>
                    <a:pt x="372190" y="461141"/>
                  </a:lnTo>
                  <a:close/>
                  <a:moveTo>
                    <a:pt x="370750" y="424386"/>
                  </a:moveTo>
                  <a:lnTo>
                    <a:pt x="361706" y="407926"/>
                  </a:lnTo>
                  <a:lnTo>
                    <a:pt x="390246" y="443957"/>
                  </a:lnTo>
                  <a:close/>
                  <a:moveTo>
                    <a:pt x="397088" y="407202"/>
                  </a:moveTo>
                  <a:lnTo>
                    <a:pt x="414216" y="447256"/>
                  </a:lnTo>
                  <a:lnTo>
                    <a:pt x="437608" y="438507"/>
                  </a:lnTo>
                  <a:close/>
                  <a:moveTo>
                    <a:pt x="714401" y="774752"/>
                  </a:moveTo>
                  <a:lnTo>
                    <a:pt x="715691" y="784319"/>
                  </a:lnTo>
                  <a:lnTo>
                    <a:pt x="731752" y="790806"/>
                  </a:lnTo>
                  <a:close/>
                  <a:moveTo>
                    <a:pt x="756850" y="794324"/>
                  </a:moveTo>
                  <a:lnTo>
                    <a:pt x="731752" y="790806"/>
                  </a:lnTo>
                  <a:lnTo>
                    <a:pt x="756786" y="795656"/>
                  </a:lnTo>
                  <a:close/>
                  <a:moveTo>
                    <a:pt x="714401" y="774752"/>
                  </a:moveTo>
                  <a:lnTo>
                    <a:pt x="731752" y="790806"/>
                  </a:lnTo>
                  <a:lnTo>
                    <a:pt x="756850" y="794324"/>
                  </a:lnTo>
                  <a:close/>
                  <a:moveTo>
                    <a:pt x="889841" y="815728"/>
                  </a:moveTo>
                  <a:lnTo>
                    <a:pt x="881386" y="820371"/>
                  </a:lnTo>
                  <a:lnTo>
                    <a:pt x="909133" y="859490"/>
                  </a:lnTo>
                  <a:close/>
                  <a:moveTo>
                    <a:pt x="927213" y="830880"/>
                  </a:moveTo>
                  <a:lnTo>
                    <a:pt x="889841" y="815728"/>
                  </a:lnTo>
                  <a:lnTo>
                    <a:pt x="909133" y="859490"/>
                  </a:lnTo>
                  <a:close/>
                  <a:moveTo>
                    <a:pt x="881386" y="820371"/>
                  </a:moveTo>
                  <a:lnTo>
                    <a:pt x="885628" y="813895"/>
                  </a:lnTo>
                  <a:lnTo>
                    <a:pt x="867494" y="828385"/>
                  </a:lnTo>
                  <a:close/>
                  <a:moveTo>
                    <a:pt x="867494" y="828385"/>
                  </a:moveTo>
                  <a:lnTo>
                    <a:pt x="885628" y="813895"/>
                  </a:lnTo>
                  <a:lnTo>
                    <a:pt x="853167" y="803188"/>
                  </a:lnTo>
                  <a:close/>
                  <a:moveTo>
                    <a:pt x="696129" y="594146"/>
                  </a:moveTo>
                  <a:lnTo>
                    <a:pt x="714318" y="629413"/>
                  </a:lnTo>
                  <a:lnTo>
                    <a:pt x="716374" y="630120"/>
                  </a:lnTo>
                  <a:close/>
                  <a:moveTo>
                    <a:pt x="530256" y="372836"/>
                  </a:moveTo>
                  <a:lnTo>
                    <a:pt x="524124" y="416615"/>
                  </a:lnTo>
                  <a:lnTo>
                    <a:pt x="534663" y="375668"/>
                  </a:lnTo>
                  <a:close/>
                  <a:moveTo>
                    <a:pt x="534663" y="375668"/>
                  </a:moveTo>
                  <a:lnTo>
                    <a:pt x="524124" y="416615"/>
                  </a:lnTo>
                  <a:lnTo>
                    <a:pt x="568868" y="374948"/>
                  </a:lnTo>
                  <a:close/>
                  <a:moveTo>
                    <a:pt x="533237" y="354481"/>
                  </a:moveTo>
                  <a:lnTo>
                    <a:pt x="534663" y="375668"/>
                  </a:lnTo>
                  <a:lnTo>
                    <a:pt x="548212" y="336081"/>
                  </a:lnTo>
                  <a:close/>
                  <a:moveTo>
                    <a:pt x="530256" y="372836"/>
                  </a:moveTo>
                  <a:lnTo>
                    <a:pt x="534663" y="375668"/>
                  </a:lnTo>
                  <a:lnTo>
                    <a:pt x="533237" y="354481"/>
                  </a:lnTo>
                  <a:close/>
                  <a:moveTo>
                    <a:pt x="885628" y="813895"/>
                  </a:moveTo>
                  <a:lnTo>
                    <a:pt x="881386" y="820371"/>
                  </a:lnTo>
                  <a:lnTo>
                    <a:pt x="889841" y="815728"/>
                  </a:lnTo>
                  <a:close/>
                  <a:moveTo>
                    <a:pt x="885628" y="813895"/>
                  </a:moveTo>
                  <a:lnTo>
                    <a:pt x="889841" y="815728"/>
                  </a:lnTo>
                  <a:lnTo>
                    <a:pt x="890823" y="812698"/>
                  </a:lnTo>
                  <a:close/>
                  <a:moveTo>
                    <a:pt x="890823" y="812698"/>
                  </a:moveTo>
                  <a:lnTo>
                    <a:pt x="853167" y="803188"/>
                  </a:lnTo>
                  <a:lnTo>
                    <a:pt x="885628" y="813895"/>
                  </a:lnTo>
                  <a:close/>
                  <a:moveTo>
                    <a:pt x="935049" y="803832"/>
                  </a:moveTo>
                  <a:lnTo>
                    <a:pt x="889841" y="815728"/>
                  </a:lnTo>
                  <a:lnTo>
                    <a:pt x="927213" y="830880"/>
                  </a:lnTo>
                  <a:close/>
                  <a:moveTo>
                    <a:pt x="935049" y="803832"/>
                  </a:moveTo>
                  <a:lnTo>
                    <a:pt x="890823" y="812698"/>
                  </a:lnTo>
                  <a:lnTo>
                    <a:pt x="889841" y="815728"/>
                  </a:lnTo>
                  <a:close/>
                  <a:moveTo>
                    <a:pt x="797215" y="718569"/>
                  </a:moveTo>
                  <a:lnTo>
                    <a:pt x="814706" y="730910"/>
                  </a:lnTo>
                  <a:lnTo>
                    <a:pt x="830055" y="716775"/>
                  </a:lnTo>
                  <a:close/>
                  <a:moveTo>
                    <a:pt x="750974" y="576182"/>
                  </a:moveTo>
                  <a:lnTo>
                    <a:pt x="698235" y="597650"/>
                  </a:lnTo>
                  <a:lnTo>
                    <a:pt x="716374" y="630120"/>
                  </a:lnTo>
                  <a:close/>
                  <a:moveTo>
                    <a:pt x="782664" y="567955"/>
                  </a:moveTo>
                  <a:lnTo>
                    <a:pt x="759663" y="578165"/>
                  </a:lnTo>
                  <a:lnTo>
                    <a:pt x="768219" y="539427"/>
                  </a:lnTo>
                  <a:close/>
                  <a:moveTo>
                    <a:pt x="562040" y="318897"/>
                  </a:moveTo>
                  <a:lnTo>
                    <a:pt x="565764" y="332724"/>
                  </a:lnTo>
                  <a:lnTo>
                    <a:pt x="576201" y="355652"/>
                  </a:lnTo>
                  <a:close/>
                  <a:moveTo>
                    <a:pt x="548212" y="336081"/>
                  </a:moveTo>
                  <a:lnTo>
                    <a:pt x="536182" y="329686"/>
                  </a:lnTo>
                  <a:lnTo>
                    <a:pt x="533237" y="354481"/>
                  </a:lnTo>
                  <a:close/>
                  <a:moveTo>
                    <a:pt x="763098" y="522244"/>
                  </a:moveTo>
                  <a:lnTo>
                    <a:pt x="782664" y="567955"/>
                  </a:lnTo>
                  <a:lnTo>
                    <a:pt x="768219" y="539427"/>
                  </a:lnTo>
                  <a:close/>
                  <a:moveTo>
                    <a:pt x="746545" y="490752"/>
                  </a:moveTo>
                  <a:lnTo>
                    <a:pt x="773056" y="532033"/>
                  </a:lnTo>
                  <a:lnTo>
                    <a:pt x="780313" y="490388"/>
                  </a:lnTo>
                  <a:close/>
                  <a:moveTo>
                    <a:pt x="763098" y="522244"/>
                  </a:moveTo>
                  <a:lnTo>
                    <a:pt x="773056" y="532033"/>
                  </a:lnTo>
                  <a:lnTo>
                    <a:pt x="746545" y="490752"/>
                  </a:lnTo>
                  <a:close/>
                  <a:moveTo>
                    <a:pt x="716047" y="471831"/>
                  </a:moveTo>
                  <a:lnTo>
                    <a:pt x="705515" y="502672"/>
                  </a:lnTo>
                  <a:lnTo>
                    <a:pt x="722847" y="465271"/>
                  </a:lnTo>
                  <a:close/>
                  <a:moveTo>
                    <a:pt x="1002718" y="652081"/>
                  </a:moveTo>
                  <a:lnTo>
                    <a:pt x="992511" y="661819"/>
                  </a:lnTo>
                  <a:lnTo>
                    <a:pt x="1019477" y="655128"/>
                  </a:lnTo>
                  <a:close/>
                  <a:moveTo>
                    <a:pt x="1019477" y="655128"/>
                  </a:moveTo>
                  <a:lnTo>
                    <a:pt x="992511" y="661819"/>
                  </a:lnTo>
                  <a:lnTo>
                    <a:pt x="987254" y="698984"/>
                  </a:lnTo>
                  <a:close/>
                  <a:moveTo>
                    <a:pt x="993173" y="649425"/>
                  </a:moveTo>
                  <a:lnTo>
                    <a:pt x="963430" y="677666"/>
                  </a:lnTo>
                  <a:lnTo>
                    <a:pt x="992511" y="661819"/>
                  </a:lnTo>
                  <a:close/>
                  <a:moveTo>
                    <a:pt x="949746" y="612895"/>
                  </a:moveTo>
                  <a:lnTo>
                    <a:pt x="984393" y="631466"/>
                  </a:lnTo>
                  <a:lnTo>
                    <a:pt x="962009" y="615325"/>
                  </a:lnTo>
                  <a:close/>
                  <a:moveTo>
                    <a:pt x="993173" y="649425"/>
                  </a:moveTo>
                  <a:lnTo>
                    <a:pt x="984393" y="631466"/>
                  </a:lnTo>
                  <a:lnTo>
                    <a:pt x="949746" y="612895"/>
                  </a:lnTo>
                  <a:close/>
                  <a:moveTo>
                    <a:pt x="993173" y="649425"/>
                  </a:moveTo>
                  <a:lnTo>
                    <a:pt x="992511" y="661819"/>
                  </a:lnTo>
                  <a:lnTo>
                    <a:pt x="1002718" y="652081"/>
                  </a:lnTo>
                  <a:close/>
                  <a:moveTo>
                    <a:pt x="993173" y="649425"/>
                  </a:moveTo>
                  <a:lnTo>
                    <a:pt x="1002718" y="652081"/>
                  </a:lnTo>
                  <a:lnTo>
                    <a:pt x="984393" y="631466"/>
                  </a:lnTo>
                  <a:close/>
                  <a:moveTo>
                    <a:pt x="949746" y="612895"/>
                  </a:moveTo>
                  <a:lnTo>
                    <a:pt x="962009" y="615325"/>
                  </a:lnTo>
                  <a:lnTo>
                    <a:pt x="944262" y="605997"/>
                  </a:lnTo>
                  <a:close/>
                  <a:moveTo>
                    <a:pt x="831871" y="386067"/>
                  </a:moveTo>
                  <a:lnTo>
                    <a:pt x="863627" y="342590"/>
                  </a:lnTo>
                  <a:lnTo>
                    <a:pt x="831835" y="341349"/>
                  </a:lnTo>
                  <a:close/>
                  <a:moveTo>
                    <a:pt x="797554" y="342130"/>
                  </a:moveTo>
                  <a:lnTo>
                    <a:pt x="831871" y="386067"/>
                  </a:lnTo>
                  <a:lnTo>
                    <a:pt x="831835" y="341349"/>
                  </a:lnTo>
                  <a:close/>
                  <a:moveTo>
                    <a:pt x="816856" y="308779"/>
                  </a:moveTo>
                  <a:lnTo>
                    <a:pt x="791570" y="312629"/>
                  </a:lnTo>
                  <a:lnTo>
                    <a:pt x="797554" y="342130"/>
                  </a:lnTo>
                  <a:close/>
                  <a:moveTo>
                    <a:pt x="780792" y="340857"/>
                  </a:moveTo>
                  <a:lnTo>
                    <a:pt x="797554" y="342130"/>
                  </a:lnTo>
                  <a:lnTo>
                    <a:pt x="791570" y="312629"/>
                  </a:lnTo>
                  <a:close/>
                  <a:moveTo>
                    <a:pt x="688168" y="175180"/>
                  </a:moveTo>
                  <a:lnTo>
                    <a:pt x="709007" y="156883"/>
                  </a:lnTo>
                  <a:lnTo>
                    <a:pt x="747262" y="176940"/>
                  </a:lnTo>
                  <a:close/>
                  <a:moveTo>
                    <a:pt x="792829" y="166983"/>
                  </a:moveTo>
                  <a:lnTo>
                    <a:pt x="809950" y="160566"/>
                  </a:lnTo>
                  <a:lnTo>
                    <a:pt x="802171" y="122715"/>
                  </a:lnTo>
                  <a:close/>
                  <a:moveTo>
                    <a:pt x="902657" y="93981"/>
                  </a:moveTo>
                  <a:lnTo>
                    <a:pt x="898925" y="90158"/>
                  </a:lnTo>
                  <a:lnTo>
                    <a:pt x="943615" y="125104"/>
                  </a:lnTo>
                  <a:close/>
                  <a:moveTo>
                    <a:pt x="914731" y="59650"/>
                  </a:moveTo>
                  <a:lnTo>
                    <a:pt x="905074" y="105532"/>
                  </a:lnTo>
                  <a:lnTo>
                    <a:pt x="898925" y="90158"/>
                  </a:lnTo>
                  <a:close/>
                  <a:moveTo>
                    <a:pt x="1117869" y="164247"/>
                  </a:moveTo>
                  <a:lnTo>
                    <a:pt x="1091301" y="131607"/>
                  </a:lnTo>
                  <a:lnTo>
                    <a:pt x="1099330" y="138585"/>
                  </a:lnTo>
                  <a:close/>
                  <a:moveTo>
                    <a:pt x="1057633" y="131891"/>
                  </a:moveTo>
                  <a:lnTo>
                    <a:pt x="1091301" y="131607"/>
                  </a:lnTo>
                  <a:lnTo>
                    <a:pt x="1067697" y="106049"/>
                  </a:lnTo>
                  <a:close/>
                  <a:moveTo>
                    <a:pt x="1057633" y="131891"/>
                  </a:moveTo>
                  <a:lnTo>
                    <a:pt x="1067697" y="106049"/>
                  </a:lnTo>
                  <a:lnTo>
                    <a:pt x="1046087" y="96530"/>
                  </a:lnTo>
                  <a:close/>
                  <a:moveTo>
                    <a:pt x="1018129" y="92171"/>
                  </a:moveTo>
                  <a:lnTo>
                    <a:pt x="1046087" y="96530"/>
                  </a:lnTo>
                  <a:lnTo>
                    <a:pt x="1030127" y="64758"/>
                  </a:lnTo>
                  <a:close/>
                  <a:moveTo>
                    <a:pt x="1046087" y="96530"/>
                  </a:moveTo>
                  <a:lnTo>
                    <a:pt x="1067697" y="106049"/>
                  </a:lnTo>
                  <a:lnTo>
                    <a:pt x="1030127" y="64758"/>
                  </a:lnTo>
                  <a:close/>
                  <a:moveTo>
                    <a:pt x="1007285" y="56240"/>
                  </a:moveTo>
                  <a:lnTo>
                    <a:pt x="1030127" y="64758"/>
                  </a:lnTo>
                  <a:lnTo>
                    <a:pt x="1013930" y="33179"/>
                  </a:lnTo>
                  <a:close/>
                  <a:moveTo>
                    <a:pt x="1007285" y="56240"/>
                  </a:moveTo>
                  <a:lnTo>
                    <a:pt x="1013930" y="33179"/>
                  </a:lnTo>
                  <a:lnTo>
                    <a:pt x="995114" y="21387"/>
                  </a:lnTo>
                  <a:close/>
                  <a:moveTo>
                    <a:pt x="995114" y="21387"/>
                  </a:moveTo>
                  <a:lnTo>
                    <a:pt x="1011461" y="30843"/>
                  </a:lnTo>
                  <a:lnTo>
                    <a:pt x="969892" y="0"/>
                  </a:lnTo>
                  <a:close/>
                  <a:moveTo>
                    <a:pt x="995114" y="21387"/>
                  </a:moveTo>
                  <a:lnTo>
                    <a:pt x="1013930" y="33179"/>
                  </a:lnTo>
                  <a:lnTo>
                    <a:pt x="1011461" y="30843"/>
                  </a:lnTo>
                  <a:close/>
                </a:path>
              </a:pathLst>
            </a:custGeom>
            <a:solidFill>
              <a:srgbClr val="C2CCD3"/>
            </a:solidFill>
            <a:ln w="1524">
              <a:solidFill>
                <a:srgbClr val="C2CCD3"/>
              </a:solidFill>
            </a:ln>
          </p:spPr>
        </p:sp>
        <p:sp>
          <p:nvSpPr>
            <p:cNvPr id="146" name="Input_density__145">
              <a:extLst>
                <a:ext uri="{FF2B5EF4-FFF2-40B4-BE49-F238E27FC236}">
                  <a16:creationId xmlns:a16="http://schemas.microsoft.com/office/drawing/2014/main" id="{DF2A209B-8AB8-0FBD-4A6C-01E8056026F9}"/>
                </a:ext>
              </a:extLst>
            </p:cNvPr>
            <p:cNvSpPr>
              <a:spLocks noGrp="1"/>
            </p:cNvSpPr>
            <p:nvPr/>
          </p:nvSpPr>
          <p:spPr>
            <a:xfrm>
              <a:off x="496477" y="1517496"/>
              <a:ext cx="1255047" cy="1051792"/>
            </a:xfrm>
            <a:custGeom>
              <a:avLst/>
              <a:gdLst/>
              <a:ahLst/>
              <a:cxnLst/>
              <a:rect l="0" t="0" r="0" b="0"/>
              <a:pathLst>
                <a:path w="1255047" h="1051792">
                  <a:moveTo>
                    <a:pt x="296898" y="995465"/>
                  </a:moveTo>
                  <a:lnTo>
                    <a:pt x="278022" y="958710"/>
                  </a:lnTo>
                  <a:lnTo>
                    <a:pt x="280691" y="968811"/>
                  </a:lnTo>
                  <a:close/>
                  <a:moveTo>
                    <a:pt x="284747" y="927422"/>
                  </a:moveTo>
                  <a:lnTo>
                    <a:pt x="280691" y="968811"/>
                  </a:lnTo>
                  <a:lnTo>
                    <a:pt x="278022" y="958710"/>
                  </a:lnTo>
                  <a:close/>
                  <a:moveTo>
                    <a:pt x="1524" y="664671"/>
                  </a:moveTo>
                  <a:lnTo>
                    <a:pt x="1113" y="630850"/>
                  </a:lnTo>
                  <a:lnTo>
                    <a:pt x="5475" y="672051"/>
                  </a:lnTo>
                  <a:close/>
                  <a:moveTo>
                    <a:pt x="1524" y="664671"/>
                  </a:moveTo>
                  <a:lnTo>
                    <a:pt x="0" y="627915"/>
                  </a:lnTo>
                  <a:lnTo>
                    <a:pt x="1113" y="630850"/>
                  </a:lnTo>
                  <a:close/>
                  <a:moveTo>
                    <a:pt x="2336" y="618991"/>
                  </a:moveTo>
                  <a:lnTo>
                    <a:pt x="1113" y="630850"/>
                  </a:lnTo>
                  <a:lnTo>
                    <a:pt x="0" y="627915"/>
                  </a:lnTo>
                  <a:close/>
                  <a:moveTo>
                    <a:pt x="452570" y="1051792"/>
                  </a:moveTo>
                  <a:lnTo>
                    <a:pt x="453663" y="1043693"/>
                  </a:lnTo>
                  <a:lnTo>
                    <a:pt x="490527" y="1006079"/>
                  </a:lnTo>
                  <a:close/>
                  <a:moveTo>
                    <a:pt x="438919" y="1015037"/>
                  </a:moveTo>
                  <a:lnTo>
                    <a:pt x="452570" y="1051792"/>
                  </a:lnTo>
                  <a:lnTo>
                    <a:pt x="490527" y="1006079"/>
                  </a:lnTo>
                  <a:close/>
                  <a:moveTo>
                    <a:pt x="438919" y="1015037"/>
                  </a:moveTo>
                  <a:lnTo>
                    <a:pt x="481773" y="1003182"/>
                  </a:lnTo>
                  <a:lnTo>
                    <a:pt x="439735" y="965523"/>
                  </a:lnTo>
                  <a:close/>
                  <a:moveTo>
                    <a:pt x="438919" y="1015037"/>
                  </a:moveTo>
                  <a:lnTo>
                    <a:pt x="439735" y="965523"/>
                  </a:lnTo>
                  <a:lnTo>
                    <a:pt x="432217" y="1008851"/>
                  </a:lnTo>
                  <a:close/>
                  <a:moveTo>
                    <a:pt x="457976" y="1034609"/>
                  </a:moveTo>
                  <a:lnTo>
                    <a:pt x="454006" y="998668"/>
                  </a:lnTo>
                  <a:lnTo>
                    <a:pt x="453663" y="1043693"/>
                  </a:lnTo>
                  <a:close/>
                  <a:moveTo>
                    <a:pt x="507851" y="997854"/>
                  </a:moveTo>
                  <a:lnTo>
                    <a:pt x="498999" y="989177"/>
                  </a:lnTo>
                  <a:lnTo>
                    <a:pt x="495838" y="947001"/>
                  </a:lnTo>
                  <a:close/>
                  <a:moveTo>
                    <a:pt x="473427" y="907160"/>
                  </a:moveTo>
                  <a:lnTo>
                    <a:pt x="495838" y="947001"/>
                  </a:lnTo>
                  <a:lnTo>
                    <a:pt x="494202" y="943915"/>
                  </a:lnTo>
                  <a:close/>
                  <a:moveTo>
                    <a:pt x="473427" y="907160"/>
                  </a:moveTo>
                  <a:lnTo>
                    <a:pt x="485916" y="892630"/>
                  </a:lnTo>
                  <a:lnTo>
                    <a:pt x="445543" y="916054"/>
                  </a:lnTo>
                  <a:close/>
                  <a:moveTo>
                    <a:pt x="494202" y="943915"/>
                  </a:moveTo>
                  <a:lnTo>
                    <a:pt x="483497" y="889977"/>
                  </a:lnTo>
                  <a:lnTo>
                    <a:pt x="473427" y="907160"/>
                  </a:lnTo>
                  <a:close/>
                  <a:moveTo>
                    <a:pt x="282173" y="564883"/>
                  </a:moveTo>
                  <a:lnTo>
                    <a:pt x="325404" y="595937"/>
                  </a:lnTo>
                  <a:lnTo>
                    <a:pt x="291982" y="569640"/>
                  </a:lnTo>
                  <a:close/>
                  <a:moveTo>
                    <a:pt x="623474" y="909549"/>
                  </a:moveTo>
                  <a:lnTo>
                    <a:pt x="606423" y="911273"/>
                  </a:lnTo>
                  <a:lnTo>
                    <a:pt x="613276" y="950449"/>
                  </a:lnTo>
                  <a:close/>
                  <a:moveTo>
                    <a:pt x="485841" y="731392"/>
                  </a:moveTo>
                  <a:lnTo>
                    <a:pt x="440828" y="740899"/>
                  </a:lnTo>
                  <a:lnTo>
                    <a:pt x="493902" y="769585"/>
                  </a:lnTo>
                  <a:close/>
                  <a:moveTo>
                    <a:pt x="343625" y="542011"/>
                  </a:moveTo>
                  <a:lnTo>
                    <a:pt x="325404" y="595937"/>
                  </a:lnTo>
                  <a:lnTo>
                    <a:pt x="351517" y="580342"/>
                  </a:lnTo>
                  <a:close/>
                  <a:moveTo>
                    <a:pt x="306278" y="526883"/>
                  </a:moveTo>
                  <a:lnTo>
                    <a:pt x="304522" y="522427"/>
                  </a:lnTo>
                  <a:lnTo>
                    <a:pt x="286256" y="548231"/>
                  </a:lnTo>
                  <a:close/>
                  <a:moveTo>
                    <a:pt x="704760" y="974998"/>
                  </a:moveTo>
                  <a:lnTo>
                    <a:pt x="664383" y="993745"/>
                  </a:lnTo>
                  <a:lnTo>
                    <a:pt x="699717" y="1001277"/>
                  </a:lnTo>
                  <a:close/>
                  <a:moveTo>
                    <a:pt x="666073" y="979362"/>
                  </a:moveTo>
                  <a:lnTo>
                    <a:pt x="704760" y="974998"/>
                  </a:lnTo>
                  <a:lnTo>
                    <a:pt x="698864" y="935044"/>
                  </a:lnTo>
                  <a:close/>
                  <a:moveTo>
                    <a:pt x="699285" y="903453"/>
                  </a:moveTo>
                  <a:lnTo>
                    <a:pt x="679047" y="892365"/>
                  </a:lnTo>
                  <a:lnTo>
                    <a:pt x="698864" y="935044"/>
                  </a:lnTo>
                  <a:close/>
                  <a:moveTo>
                    <a:pt x="698864" y="935044"/>
                  </a:moveTo>
                  <a:lnTo>
                    <a:pt x="679047" y="892365"/>
                  </a:lnTo>
                  <a:lnTo>
                    <a:pt x="651142" y="902006"/>
                  </a:lnTo>
                  <a:close/>
                  <a:moveTo>
                    <a:pt x="623474" y="909549"/>
                  </a:moveTo>
                  <a:lnTo>
                    <a:pt x="651142" y="902006"/>
                  </a:lnTo>
                  <a:lnTo>
                    <a:pt x="607549" y="905827"/>
                  </a:lnTo>
                  <a:close/>
                  <a:moveTo>
                    <a:pt x="607549" y="905827"/>
                  </a:moveTo>
                  <a:lnTo>
                    <a:pt x="651142" y="902006"/>
                  </a:lnTo>
                  <a:lnTo>
                    <a:pt x="656179" y="866863"/>
                  </a:lnTo>
                  <a:close/>
                  <a:moveTo>
                    <a:pt x="369703" y="543233"/>
                  </a:moveTo>
                  <a:lnTo>
                    <a:pt x="343645" y="541995"/>
                  </a:lnTo>
                  <a:lnTo>
                    <a:pt x="391499" y="561570"/>
                  </a:lnTo>
                  <a:close/>
                  <a:moveTo>
                    <a:pt x="679047" y="892365"/>
                  </a:moveTo>
                  <a:lnTo>
                    <a:pt x="699285" y="903453"/>
                  </a:lnTo>
                  <a:lnTo>
                    <a:pt x="700823" y="888704"/>
                  </a:lnTo>
                  <a:close/>
                  <a:moveTo>
                    <a:pt x="700823" y="888704"/>
                  </a:moveTo>
                  <a:lnTo>
                    <a:pt x="656179" y="866863"/>
                  </a:lnTo>
                  <a:lnTo>
                    <a:pt x="679047" y="892365"/>
                  </a:lnTo>
                  <a:close/>
                  <a:moveTo>
                    <a:pt x="660389" y="849740"/>
                  </a:moveTo>
                  <a:lnTo>
                    <a:pt x="656179" y="866863"/>
                  </a:lnTo>
                  <a:lnTo>
                    <a:pt x="700823" y="888704"/>
                  </a:lnTo>
                  <a:close/>
                  <a:moveTo>
                    <a:pt x="657175" y="818855"/>
                  </a:moveTo>
                  <a:lnTo>
                    <a:pt x="650272" y="844779"/>
                  </a:lnTo>
                  <a:lnTo>
                    <a:pt x="660389" y="849740"/>
                  </a:lnTo>
                  <a:close/>
                  <a:moveTo>
                    <a:pt x="608570" y="775286"/>
                  </a:moveTo>
                  <a:lnTo>
                    <a:pt x="645555" y="772307"/>
                  </a:lnTo>
                  <a:lnTo>
                    <a:pt x="625220" y="744092"/>
                  </a:lnTo>
                  <a:close/>
                  <a:moveTo>
                    <a:pt x="310671" y="362726"/>
                  </a:moveTo>
                  <a:lnTo>
                    <a:pt x="283421" y="345216"/>
                  </a:lnTo>
                  <a:lnTo>
                    <a:pt x="255941" y="335385"/>
                  </a:lnTo>
                  <a:close/>
                  <a:moveTo>
                    <a:pt x="310671" y="362726"/>
                  </a:moveTo>
                  <a:lnTo>
                    <a:pt x="320141" y="357930"/>
                  </a:lnTo>
                  <a:lnTo>
                    <a:pt x="283421" y="345216"/>
                  </a:lnTo>
                  <a:close/>
                  <a:moveTo>
                    <a:pt x="255941" y="335385"/>
                  </a:moveTo>
                  <a:lnTo>
                    <a:pt x="272035" y="341040"/>
                  </a:lnTo>
                  <a:lnTo>
                    <a:pt x="245731" y="328877"/>
                  </a:lnTo>
                  <a:close/>
                  <a:moveTo>
                    <a:pt x="529490" y="454512"/>
                  </a:moveTo>
                  <a:lnTo>
                    <a:pt x="489109" y="423529"/>
                  </a:lnTo>
                  <a:lnTo>
                    <a:pt x="526467" y="453694"/>
                  </a:lnTo>
                  <a:close/>
                  <a:moveTo>
                    <a:pt x="438793" y="384576"/>
                  </a:moveTo>
                  <a:lnTo>
                    <a:pt x="447407" y="392188"/>
                  </a:lnTo>
                  <a:lnTo>
                    <a:pt x="480348" y="416939"/>
                  </a:lnTo>
                  <a:close/>
                  <a:moveTo>
                    <a:pt x="517424" y="437233"/>
                  </a:moveTo>
                  <a:lnTo>
                    <a:pt x="526467" y="453694"/>
                  </a:lnTo>
                  <a:lnTo>
                    <a:pt x="489109" y="423529"/>
                  </a:lnTo>
                  <a:close/>
                  <a:moveTo>
                    <a:pt x="469475" y="404380"/>
                  </a:moveTo>
                  <a:lnTo>
                    <a:pt x="517424" y="437233"/>
                  </a:lnTo>
                  <a:lnTo>
                    <a:pt x="480348" y="416939"/>
                  </a:lnTo>
                  <a:close/>
                  <a:moveTo>
                    <a:pt x="480348" y="416939"/>
                  </a:moveTo>
                  <a:lnTo>
                    <a:pt x="517424" y="437233"/>
                  </a:lnTo>
                  <a:lnTo>
                    <a:pt x="489109" y="423529"/>
                  </a:lnTo>
                  <a:close/>
                  <a:moveTo>
                    <a:pt x="552805" y="436510"/>
                  </a:moveTo>
                  <a:lnTo>
                    <a:pt x="532186" y="453694"/>
                  </a:lnTo>
                  <a:lnTo>
                    <a:pt x="569933" y="476564"/>
                  </a:lnTo>
                  <a:close/>
                  <a:moveTo>
                    <a:pt x="469475" y="404380"/>
                  </a:moveTo>
                  <a:lnTo>
                    <a:pt x="480348" y="416939"/>
                  </a:lnTo>
                  <a:lnTo>
                    <a:pt x="447407" y="392188"/>
                  </a:lnTo>
                  <a:close/>
                  <a:moveTo>
                    <a:pt x="881777" y="786877"/>
                  </a:moveTo>
                  <a:lnTo>
                    <a:pt x="870119" y="804060"/>
                  </a:lnTo>
                  <a:lnTo>
                    <a:pt x="912568" y="823632"/>
                  </a:lnTo>
                  <a:close/>
                  <a:moveTo>
                    <a:pt x="865545" y="767305"/>
                  </a:moveTo>
                  <a:lnTo>
                    <a:pt x="870119" y="804060"/>
                  </a:lnTo>
                  <a:lnTo>
                    <a:pt x="881777" y="786877"/>
                  </a:lnTo>
                  <a:close/>
                  <a:moveTo>
                    <a:pt x="552805" y="436510"/>
                  </a:moveTo>
                  <a:lnTo>
                    <a:pt x="593325" y="467815"/>
                  </a:lnTo>
                  <a:lnTo>
                    <a:pt x="576420" y="419327"/>
                  </a:lnTo>
                  <a:close/>
                  <a:moveTo>
                    <a:pt x="903380" y="696183"/>
                  </a:moveTo>
                  <a:lnTo>
                    <a:pt x="882617" y="705761"/>
                  </a:lnTo>
                  <a:lnTo>
                    <a:pt x="900057" y="700842"/>
                  </a:lnTo>
                  <a:close/>
                  <a:moveTo>
                    <a:pt x="860716" y="676612"/>
                  </a:moveTo>
                  <a:lnTo>
                    <a:pt x="882617" y="705761"/>
                  </a:lnTo>
                  <a:lnTo>
                    <a:pt x="903380" y="696183"/>
                  </a:lnTo>
                  <a:close/>
                  <a:moveTo>
                    <a:pt x="872092" y="659428"/>
                  </a:moveTo>
                  <a:lnTo>
                    <a:pt x="860716" y="676612"/>
                  </a:lnTo>
                  <a:lnTo>
                    <a:pt x="903380" y="696183"/>
                  </a:lnTo>
                  <a:close/>
                  <a:moveTo>
                    <a:pt x="872092" y="659428"/>
                  </a:moveTo>
                  <a:lnTo>
                    <a:pt x="870035" y="658720"/>
                  </a:lnTo>
                  <a:lnTo>
                    <a:pt x="860716" y="676612"/>
                  </a:lnTo>
                  <a:close/>
                  <a:moveTo>
                    <a:pt x="767913" y="529592"/>
                  </a:moveTo>
                  <a:lnTo>
                    <a:pt x="791339" y="549163"/>
                  </a:lnTo>
                  <a:lnTo>
                    <a:pt x="764537" y="512408"/>
                  </a:lnTo>
                  <a:close/>
                  <a:moveTo>
                    <a:pt x="595874" y="291879"/>
                  </a:moveTo>
                  <a:lnTo>
                    <a:pt x="582993" y="332975"/>
                  </a:lnTo>
                  <a:lnTo>
                    <a:pt x="598308" y="294030"/>
                  </a:lnTo>
                  <a:close/>
                  <a:moveTo>
                    <a:pt x="595874" y="291879"/>
                  </a:moveTo>
                  <a:lnTo>
                    <a:pt x="549674" y="309062"/>
                  </a:lnTo>
                  <a:lnTo>
                    <a:pt x="582993" y="332975"/>
                  </a:lnTo>
                  <a:close/>
                  <a:moveTo>
                    <a:pt x="1051586" y="793157"/>
                  </a:moveTo>
                  <a:lnTo>
                    <a:pt x="1017709" y="793611"/>
                  </a:lnTo>
                  <a:lnTo>
                    <a:pt x="1046541" y="842006"/>
                  </a:lnTo>
                  <a:close/>
                  <a:moveTo>
                    <a:pt x="1046541" y="842006"/>
                  </a:moveTo>
                  <a:lnTo>
                    <a:pt x="1090767" y="833140"/>
                  </a:lnTo>
                  <a:lnTo>
                    <a:pt x="1085111" y="792991"/>
                  </a:lnTo>
                  <a:close/>
                  <a:moveTo>
                    <a:pt x="1046541" y="842006"/>
                  </a:moveTo>
                  <a:lnTo>
                    <a:pt x="1085111" y="792991"/>
                  </a:lnTo>
                  <a:lnTo>
                    <a:pt x="1051586" y="793157"/>
                  </a:lnTo>
                  <a:close/>
                  <a:moveTo>
                    <a:pt x="1124532" y="832777"/>
                  </a:moveTo>
                  <a:lnTo>
                    <a:pt x="1090767" y="833140"/>
                  </a:lnTo>
                  <a:lnTo>
                    <a:pt x="1082931" y="860188"/>
                  </a:lnTo>
                  <a:close/>
                  <a:moveTo>
                    <a:pt x="1090767" y="833140"/>
                  </a:moveTo>
                  <a:lnTo>
                    <a:pt x="1124532" y="832777"/>
                  </a:lnTo>
                  <a:lnTo>
                    <a:pt x="1121166" y="790766"/>
                  </a:lnTo>
                  <a:close/>
                  <a:moveTo>
                    <a:pt x="1090767" y="833140"/>
                  </a:moveTo>
                  <a:lnTo>
                    <a:pt x="1121166" y="790766"/>
                  </a:lnTo>
                  <a:lnTo>
                    <a:pt x="1085111" y="792991"/>
                  </a:lnTo>
                  <a:close/>
                  <a:moveTo>
                    <a:pt x="1017709" y="793611"/>
                  </a:moveTo>
                  <a:lnTo>
                    <a:pt x="1051586" y="793157"/>
                  </a:lnTo>
                  <a:lnTo>
                    <a:pt x="1044715" y="753996"/>
                  </a:lnTo>
                  <a:close/>
                  <a:moveTo>
                    <a:pt x="1051586" y="793157"/>
                  </a:moveTo>
                  <a:lnTo>
                    <a:pt x="1085111" y="792991"/>
                  </a:lnTo>
                  <a:lnTo>
                    <a:pt x="1075887" y="755742"/>
                  </a:lnTo>
                  <a:close/>
                  <a:moveTo>
                    <a:pt x="1051586" y="793157"/>
                  </a:moveTo>
                  <a:lnTo>
                    <a:pt x="1075887" y="755742"/>
                  </a:lnTo>
                  <a:lnTo>
                    <a:pt x="1044715" y="753996"/>
                  </a:lnTo>
                  <a:close/>
                  <a:moveTo>
                    <a:pt x="970423" y="760218"/>
                  </a:moveTo>
                  <a:lnTo>
                    <a:pt x="1011103" y="754234"/>
                  </a:lnTo>
                  <a:lnTo>
                    <a:pt x="985773" y="746083"/>
                  </a:lnTo>
                  <a:close/>
                  <a:moveTo>
                    <a:pt x="1011103" y="754234"/>
                  </a:moveTo>
                  <a:lnTo>
                    <a:pt x="1044715" y="753996"/>
                  </a:lnTo>
                  <a:lnTo>
                    <a:pt x="1021537" y="755226"/>
                  </a:lnTo>
                  <a:close/>
                  <a:moveTo>
                    <a:pt x="781477" y="495225"/>
                  </a:moveTo>
                  <a:lnTo>
                    <a:pt x="780285" y="476103"/>
                  </a:lnTo>
                  <a:lnTo>
                    <a:pt x="764537" y="512408"/>
                  </a:lnTo>
                  <a:close/>
                  <a:moveTo>
                    <a:pt x="686171" y="384960"/>
                  </a:moveTo>
                  <a:lnTo>
                    <a:pt x="688955" y="383789"/>
                  </a:lnTo>
                  <a:lnTo>
                    <a:pt x="651508" y="364743"/>
                  </a:lnTo>
                  <a:close/>
                  <a:moveTo>
                    <a:pt x="685974" y="402144"/>
                  </a:moveTo>
                  <a:lnTo>
                    <a:pt x="688955" y="383789"/>
                  </a:lnTo>
                  <a:lnTo>
                    <a:pt x="686171" y="384960"/>
                  </a:lnTo>
                  <a:close/>
                  <a:moveTo>
                    <a:pt x="717757" y="348205"/>
                  </a:moveTo>
                  <a:lnTo>
                    <a:pt x="705031" y="311450"/>
                  </a:lnTo>
                  <a:lnTo>
                    <a:pt x="714389" y="354306"/>
                  </a:lnTo>
                  <a:close/>
                  <a:moveTo>
                    <a:pt x="1033612" y="607956"/>
                  </a:moveTo>
                  <a:lnTo>
                    <a:pt x="1008478" y="588307"/>
                  </a:lnTo>
                  <a:lnTo>
                    <a:pt x="1024485" y="636202"/>
                  </a:lnTo>
                  <a:close/>
                  <a:moveTo>
                    <a:pt x="1024485" y="636202"/>
                  </a:moveTo>
                  <a:lnTo>
                    <a:pt x="1008478" y="588307"/>
                  </a:lnTo>
                  <a:lnTo>
                    <a:pt x="988906" y="593291"/>
                  </a:lnTo>
                  <a:close/>
                  <a:moveTo>
                    <a:pt x="1024485" y="636202"/>
                  </a:moveTo>
                  <a:lnTo>
                    <a:pt x="988906" y="593291"/>
                  </a:lnTo>
                  <a:lnTo>
                    <a:pt x="994949" y="633125"/>
                  </a:lnTo>
                  <a:close/>
                  <a:moveTo>
                    <a:pt x="907472" y="605319"/>
                  </a:moveTo>
                  <a:lnTo>
                    <a:pt x="938381" y="597263"/>
                  </a:lnTo>
                  <a:lnTo>
                    <a:pt x="918815" y="551552"/>
                  </a:lnTo>
                  <a:close/>
                  <a:moveTo>
                    <a:pt x="851326" y="520931"/>
                  </a:moveTo>
                  <a:lnTo>
                    <a:pt x="861233" y="531980"/>
                  </a:lnTo>
                  <a:lnTo>
                    <a:pt x="871765" y="501139"/>
                  </a:lnTo>
                  <a:close/>
                  <a:moveTo>
                    <a:pt x="1140110" y="660774"/>
                  </a:moveTo>
                  <a:lnTo>
                    <a:pt x="1158436" y="681388"/>
                  </a:lnTo>
                  <a:lnTo>
                    <a:pt x="1130768" y="648719"/>
                  </a:lnTo>
                  <a:close/>
                  <a:moveTo>
                    <a:pt x="1130768" y="648719"/>
                  </a:moveTo>
                  <a:lnTo>
                    <a:pt x="1158436" y="681388"/>
                  </a:lnTo>
                  <a:lnTo>
                    <a:pt x="1175195" y="684436"/>
                  </a:lnTo>
                  <a:close/>
                  <a:moveTo>
                    <a:pt x="1140110" y="660774"/>
                  </a:moveTo>
                  <a:lnTo>
                    <a:pt x="1130768" y="648719"/>
                  </a:lnTo>
                  <a:lnTo>
                    <a:pt x="1117727" y="644633"/>
                  </a:lnTo>
                  <a:close/>
                  <a:moveTo>
                    <a:pt x="718439" y="220757"/>
                  </a:moveTo>
                  <a:lnTo>
                    <a:pt x="754598" y="216016"/>
                  </a:lnTo>
                  <a:lnTo>
                    <a:pt x="735820" y="216133"/>
                  </a:lnTo>
                  <a:close/>
                  <a:moveTo>
                    <a:pt x="1028558" y="370165"/>
                  </a:moveTo>
                  <a:lnTo>
                    <a:pt x="1039754" y="400053"/>
                  </a:lnTo>
                  <a:lnTo>
                    <a:pt x="1082460" y="377388"/>
                  </a:lnTo>
                  <a:close/>
                  <a:moveTo>
                    <a:pt x="902980" y="206248"/>
                  </a:moveTo>
                  <a:lnTo>
                    <a:pt x="903073" y="204996"/>
                  </a:lnTo>
                  <a:lnTo>
                    <a:pt x="863926" y="169207"/>
                  </a:lnTo>
                  <a:close/>
                  <a:moveTo>
                    <a:pt x="863926" y="169207"/>
                  </a:moveTo>
                  <a:lnTo>
                    <a:pt x="840258" y="186390"/>
                  </a:lnTo>
                  <a:lnTo>
                    <a:pt x="902980" y="206248"/>
                  </a:lnTo>
                  <a:close/>
                  <a:moveTo>
                    <a:pt x="903073" y="204996"/>
                  </a:moveTo>
                  <a:lnTo>
                    <a:pt x="948547" y="196290"/>
                  </a:lnTo>
                  <a:lnTo>
                    <a:pt x="952880" y="170432"/>
                  </a:lnTo>
                  <a:close/>
                  <a:moveTo>
                    <a:pt x="1140246" y="299043"/>
                  </a:moveTo>
                  <a:lnTo>
                    <a:pt x="1159794" y="318615"/>
                  </a:lnTo>
                  <a:lnTo>
                    <a:pt x="1161722" y="281860"/>
                  </a:lnTo>
                  <a:close/>
                  <a:moveTo>
                    <a:pt x="1099333" y="154412"/>
                  </a:moveTo>
                  <a:lnTo>
                    <a:pt x="1054642" y="119466"/>
                  </a:lnTo>
                  <a:lnTo>
                    <a:pt x="1060791" y="134840"/>
                  </a:lnTo>
                  <a:close/>
                  <a:moveTo>
                    <a:pt x="1090001" y="20750"/>
                  </a:moveTo>
                  <a:lnTo>
                    <a:pt x="1113148" y="26963"/>
                  </a:lnTo>
                  <a:lnTo>
                    <a:pt x="1069788" y="0"/>
                  </a:lnTo>
                  <a:close/>
                  <a:moveTo>
                    <a:pt x="1247018" y="160915"/>
                  </a:moveTo>
                  <a:lnTo>
                    <a:pt x="1213350" y="161199"/>
                  </a:lnTo>
                  <a:lnTo>
                    <a:pt x="1255047" y="167893"/>
                  </a:lnTo>
                  <a:close/>
                  <a:moveTo>
                    <a:pt x="1094669" y="24519"/>
                  </a:moveTo>
                  <a:lnTo>
                    <a:pt x="1125610" y="29308"/>
                  </a:lnTo>
                  <a:lnTo>
                    <a:pt x="1113148" y="26963"/>
                  </a:lnTo>
                  <a:close/>
                  <a:moveTo>
                    <a:pt x="1150832" y="50695"/>
                  </a:moveTo>
                  <a:lnTo>
                    <a:pt x="1125610" y="29308"/>
                  </a:lnTo>
                  <a:lnTo>
                    <a:pt x="1094669" y="24519"/>
                  </a:lnTo>
                  <a:close/>
                  <a:moveTo>
                    <a:pt x="1116945" y="51157"/>
                  </a:moveTo>
                  <a:lnTo>
                    <a:pt x="1150832" y="50695"/>
                  </a:lnTo>
                  <a:lnTo>
                    <a:pt x="1094669" y="24519"/>
                  </a:lnTo>
                  <a:close/>
                  <a:moveTo>
                    <a:pt x="1063262" y="22965"/>
                  </a:moveTo>
                  <a:lnTo>
                    <a:pt x="1090001" y="20750"/>
                  </a:lnTo>
                  <a:lnTo>
                    <a:pt x="1055525" y="16425"/>
                  </a:lnTo>
                  <a:close/>
                  <a:moveTo>
                    <a:pt x="1063262" y="22965"/>
                  </a:moveTo>
                  <a:lnTo>
                    <a:pt x="1094669" y="24519"/>
                  </a:lnTo>
                  <a:lnTo>
                    <a:pt x="1090001" y="20750"/>
                  </a:lnTo>
                  <a:close/>
                  <a:moveTo>
                    <a:pt x="1094669" y="24519"/>
                  </a:moveTo>
                  <a:lnTo>
                    <a:pt x="1113148" y="26963"/>
                  </a:lnTo>
                  <a:lnTo>
                    <a:pt x="1090001" y="20750"/>
                  </a:lnTo>
                  <a:close/>
                </a:path>
              </a:pathLst>
            </a:custGeom>
            <a:solidFill>
              <a:srgbClr val="C9D2D8"/>
            </a:solidFill>
            <a:ln w="1524">
              <a:solidFill>
                <a:srgbClr val="C9D2D8"/>
              </a:solidFill>
            </a:ln>
          </p:spPr>
        </p:sp>
        <p:sp>
          <p:nvSpPr>
            <p:cNvPr id="147" name="Input_density__146">
              <a:extLst>
                <a:ext uri="{FF2B5EF4-FFF2-40B4-BE49-F238E27FC236}">
                  <a16:creationId xmlns:a16="http://schemas.microsoft.com/office/drawing/2014/main" id="{856B3365-C7AD-DF91-BBC7-97770883C511}"/>
                </a:ext>
              </a:extLst>
            </p:cNvPr>
            <p:cNvSpPr>
              <a:spLocks noGrp="1"/>
            </p:cNvSpPr>
            <p:nvPr/>
          </p:nvSpPr>
          <p:spPr>
            <a:xfrm>
              <a:off x="496477" y="1517496"/>
              <a:ext cx="1090001" cy="1015037"/>
            </a:xfrm>
            <a:custGeom>
              <a:avLst/>
              <a:gdLst/>
              <a:ahLst/>
              <a:cxnLst/>
              <a:rect l="0" t="0" r="0" b="0"/>
              <a:pathLst>
                <a:path w="1090001" h="1015037">
                  <a:moveTo>
                    <a:pt x="278022" y="958710"/>
                  </a:moveTo>
                  <a:lnTo>
                    <a:pt x="296764" y="910997"/>
                  </a:lnTo>
                  <a:lnTo>
                    <a:pt x="284747" y="927422"/>
                  </a:lnTo>
                  <a:close/>
                  <a:moveTo>
                    <a:pt x="302389" y="904772"/>
                  </a:moveTo>
                  <a:lnTo>
                    <a:pt x="296764" y="910997"/>
                  </a:lnTo>
                  <a:lnTo>
                    <a:pt x="278022" y="958710"/>
                  </a:lnTo>
                  <a:close/>
                  <a:moveTo>
                    <a:pt x="303518" y="901396"/>
                  </a:moveTo>
                  <a:lnTo>
                    <a:pt x="294597" y="921955"/>
                  </a:lnTo>
                  <a:lnTo>
                    <a:pt x="296764" y="910997"/>
                  </a:lnTo>
                  <a:close/>
                  <a:moveTo>
                    <a:pt x="20680" y="591370"/>
                  </a:moveTo>
                  <a:lnTo>
                    <a:pt x="2336" y="618991"/>
                  </a:lnTo>
                  <a:lnTo>
                    <a:pt x="0" y="627915"/>
                  </a:lnTo>
                  <a:close/>
                  <a:moveTo>
                    <a:pt x="2336" y="618991"/>
                  </a:moveTo>
                  <a:lnTo>
                    <a:pt x="20680" y="591370"/>
                  </a:lnTo>
                  <a:lnTo>
                    <a:pt x="17852" y="591160"/>
                  </a:lnTo>
                  <a:close/>
                  <a:moveTo>
                    <a:pt x="20680" y="591370"/>
                  </a:moveTo>
                  <a:lnTo>
                    <a:pt x="47475" y="573977"/>
                  </a:lnTo>
                  <a:lnTo>
                    <a:pt x="17852" y="591160"/>
                  </a:lnTo>
                  <a:close/>
                  <a:moveTo>
                    <a:pt x="49009" y="572713"/>
                  </a:moveTo>
                  <a:lnTo>
                    <a:pt x="17852" y="591160"/>
                  </a:lnTo>
                  <a:lnTo>
                    <a:pt x="47475" y="573977"/>
                  </a:lnTo>
                  <a:close/>
                  <a:moveTo>
                    <a:pt x="49009" y="572713"/>
                  </a:moveTo>
                  <a:lnTo>
                    <a:pt x="26113" y="583317"/>
                  </a:lnTo>
                  <a:lnTo>
                    <a:pt x="17852" y="591160"/>
                  </a:lnTo>
                  <a:close/>
                  <a:moveTo>
                    <a:pt x="490527" y="1006079"/>
                  </a:moveTo>
                  <a:lnTo>
                    <a:pt x="481773" y="1003182"/>
                  </a:lnTo>
                  <a:lnTo>
                    <a:pt x="438919" y="1015037"/>
                  </a:lnTo>
                  <a:close/>
                  <a:moveTo>
                    <a:pt x="439735" y="965523"/>
                  </a:moveTo>
                  <a:lnTo>
                    <a:pt x="481773" y="1003182"/>
                  </a:lnTo>
                  <a:lnTo>
                    <a:pt x="476026" y="963107"/>
                  </a:lnTo>
                  <a:close/>
                  <a:moveTo>
                    <a:pt x="303518" y="901396"/>
                  </a:moveTo>
                  <a:lnTo>
                    <a:pt x="311006" y="899418"/>
                  </a:lnTo>
                  <a:lnTo>
                    <a:pt x="328182" y="869037"/>
                  </a:lnTo>
                  <a:close/>
                  <a:moveTo>
                    <a:pt x="49009" y="572713"/>
                  </a:moveTo>
                  <a:lnTo>
                    <a:pt x="47475" y="573977"/>
                  </a:lnTo>
                  <a:lnTo>
                    <a:pt x="67386" y="559312"/>
                  </a:lnTo>
                  <a:close/>
                  <a:moveTo>
                    <a:pt x="49009" y="572713"/>
                  </a:moveTo>
                  <a:lnTo>
                    <a:pt x="67386" y="559312"/>
                  </a:lnTo>
                  <a:lnTo>
                    <a:pt x="96669" y="530121"/>
                  </a:lnTo>
                  <a:close/>
                  <a:moveTo>
                    <a:pt x="73119" y="538279"/>
                  </a:moveTo>
                  <a:lnTo>
                    <a:pt x="49009" y="572713"/>
                  </a:lnTo>
                  <a:lnTo>
                    <a:pt x="96669" y="530121"/>
                  </a:lnTo>
                  <a:close/>
                  <a:moveTo>
                    <a:pt x="96669" y="530121"/>
                  </a:moveTo>
                  <a:lnTo>
                    <a:pt x="104881" y="520039"/>
                  </a:lnTo>
                  <a:lnTo>
                    <a:pt x="75033" y="537222"/>
                  </a:lnTo>
                  <a:close/>
                  <a:moveTo>
                    <a:pt x="483970" y="961099"/>
                  </a:moveTo>
                  <a:lnTo>
                    <a:pt x="507851" y="997854"/>
                  </a:lnTo>
                  <a:lnTo>
                    <a:pt x="495838" y="947001"/>
                  </a:lnTo>
                  <a:close/>
                  <a:moveTo>
                    <a:pt x="475844" y="951181"/>
                  </a:moveTo>
                  <a:lnTo>
                    <a:pt x="483970" y="961099"/>
                  </a:lnTo>
                  <a:lnTo>
                    <a:pt x="495838" y="947001"/>
                  </a:lnTo>
                  <a:close/>
                  <a:moveTo>
                    <a:pt x="259335" y="668364"/>
                  </a:moveTo>
                  <a:lnTo>
                    <a:pt x="279799" y="649875"/>
                  </a:lnTo>
                  <a:lnTo>
                    <a:pt x="259588" y="667059"/>
                  </a:lnTo>
                  <a:close/>
                  <a:moveTo>
                    <a:pt x="483497" y="889977"/>
                  </a:moveTo>
                  <a:lnTo>
                    <a:pt x="485916" y="892630"/>
                  </a:lnTo>
                  <a:lnTo>
                    <a:pt x="473427" y="907160"/>
                  </a:lnTo>
                  <a:close/>
                  <a:moveTo>
                    <a:pt x="303927" y="614301"/>
                  </a:moveTo>
                  <a:lnTo>
                    <a:pt x="279799" y="649875"/>
                  </a:lnTo>
                  <a:lnTo>
                    <a:pt x="286031" y="632692"/>
                  </a:lnTo>
                  <a:close/>
                  <a:moveTo>
                    <a:pt x="303927" y="614301"/>
                  </a:moveTo>
                  <a:lnTo>
                    <a:pt x="285232" y="640610"/>
                  </a:lnTo>
                  <a:lnTo>
                    <a:pt x="279799" y="649875"/>
                  </a:lnTo>
                  <a:close/>
                  <a:moveTo>
                    <a:pt x="325404" y="595937"/>
                  </a:moveTo>
                  <a:lnTo>
                    <a:pt x="323596" y="603042"/>
                  </a:lnTo>
                  <a:lnTo>
                    <a:pt x="303927" y="614301"/>
                  </a:lnTo>
                  <a:close/>
                  <a:moveTo>
                    <a:pt x="303927" y="614301"/>
                  </a:moveTo>
                  <a:lnTo>
                    <a:pt x="313569" y="621982"/>
                  </a:lnTo>
                  <a:lnTo>
                    <a:pt x="285232" y="640610"/>
                  </a:lnTo>
                  <a:close/>
                  <a:moveTo>
                    <a:pt x="632115" y="946303"/>
                  </a:moveTo>
                  <a:lnTo>
                    <a:pt x="623474" y="909549"/>
                  </a:lnTo>
                  <a:lnTo>
                    <a:pt x="613276" y="950449"/>
                  </a:lnTo>
                  <a:close/>
                  <a:moveTo>
                    <a:pt x="493902" y="769585"/>
                  </a:moveTo>
                  <a:lnTo>
                    <a:pt x="466152" y="779712"/>
                  </a:lnTo>
                  <a:lnTo>
                    <a:pt x="503688" y="766660"/>
                  </a:lnTo>
                  <a:close/>
                  <a:moveTo>
                    <a:pt x="353890" y="578754"/>
                  </a:moveTo>
                  <a:lnTo>
                    <a:pt x="343648" y="541999"/>
                  </a:lnTo>
                  <a:lnTo>
                    <a:pt x="351517" y="580342"/>
                  </a:lnTo>
                  <a:close/>
                  <a:moveTo>
                    <a:pt x="666073" y="979362"/>
                  </a:moveTo>
                  <a:lnTo>
                    <a:pt x="698864" y="935044"/>
                  </a:lnTo>
                  <a:lnTo>
                    <a:pt x="659086" y="940294"/>
                  </a:lnTo>
                  <a:close/>
                  <a:moveTo>
                    <a:pt x="623474" y="909549"/>
                  </a:moveTo>
                  <a:lnTo>
                    <a:pt x="659086" y="940294"/>
                  </a:lnTo>
                  <a:lnTo>
                    <a:pt x="651142" y="902006"/>
                  </a:lnTo>
                  <a:close/>
                  <a:moveTo>
                    <a:pt x="623474" y="909549"/>
                  </a:moveTo>
                  <a:lnTo>
                    <a:pt x="632115" y="946303"/>
                  </a:lnTo>
                  <a:lnTo>
                    <a:pt x="659086" y="940294"/>
                  </a:lnTo>
                  <a:close/>
                  <a:moveTo>
                    <a:pt x="698864" y="935044"/>
                  </a:moveTo>
                  <a:lnTo>
                    <a:pt x="651142" y="902006"/>
                  </a:lnTo>
                  <a:lnTo>
                    <a:pt x="659086" y="940294"/>
                  </a:lnTo>
                  <a:close/>
                  <a:moveTo>
                    <a:pt x="651142" y="902006"/>
                  </a:moveTo>
                  <a:lnTo>
                    <a:pt x="679047" y="892365"/>
                  </a:lnTo>
                  <a:lnTo>
                    <a:pt x="656179" y="866863"/>
                  </a:lnTo>
                  <a:close/>
                  <a:moveTo>
                    <a:pt x="629266" y="830297"/>
                  </a:moveTo>
                  <a:lnTo>
                    <a:pt x="650272" y="844779"/>
                  </a:lnTo>
                  <a:lnTo>
                    <a:pt x="657175" y="818855"/>
                  </a:lnTo>
                  <a:close/>
                  <a:moveTo>
                    <a:pt x="542305" y="690258"/>
                  </a:moveTo>
                  <a:lnTo>
                    <a:pt x="500508" y="725774"/>
                  </a:lnTo>
                  <a:lnTo>
                    <a:pt x="515321" y="708590"/>
                  </a:lnTo>
                  <a:close/>
                  <a:moveTo>
                    <a:pt x="542305" y="690258"/>
                  </a:moveTo>
                  <a:lnTo>
                    <a:pt x="518534" y="697591"/>
                  </a:lnTo>
                  <a:lnTo>
                    <a:pt x="500508" y="725774"/>
                  </a:lnTo>
                  <a:close/>
                  <a:moveTo>
                    <a:pt x="391499" y="561570"/>
                  </a:moveTo>
                  <a:lnTo>
                    <a:pt x="343648" y="541999"/>
                  </a:lnTo>
                  <a:lnTo>
                    <a:pt x="353890" y="578754"/>
                  </a:lnTo>
                  <a:close/>
                  <a:moveTo>
                    <a:pt x="245731" y="328877"/>
                  </a:moveTo>
                  <a:lnTo>
                    <a:pt x="192640" y="351162"/>
                  </a:lnTo>
                  <a:lnTo>
                    <a:pt x="215374" y="339952"/>
                  </a:lnTo>
                  <a:close/>
                  <a:moveTo>
                    <a:pt x="310671" y="362726"/>
                  </a:moveTo>
                  <a:lnTo>
                    <a:pt x="342392" y="364026"/>
                  </a:lnTo>
                  <a:lnTo>
                    <a:pt x="320141" y="357930"/>
                  </a:lnTo>
                  <a:close/>
                  <a:moveTo>
                    <a:pt x="342392" y="364026"/>
                  </a:moveTo>
                  <a:lnTo>
                    <a:pt x="310671" y="362726"/>
                  </a:lnTo>
                  <a:lnTo>
                    <a:pt x="351381" y="378524"/>
                  </a:lnTo>
                  <a:close/>
                  <a:moveTo>
                    <a:pt x="310671" y="362726"/>
                  </a:moveTo>
                  <a:lnTo>
                    <a:pt x="318128" y="378773"/>
                  </a:lnTo>
                  <a:lnTo>
                    <a:pt x="351381" y="378524"/>
                  </a:lnTo>
                  <a:close/>
                  <a:moveTo>
                    <a:pt x="378723" y="356175"/>
                  </a:moveTo>
                  <a:lnTo>
                    <a:pt x="342392" y="364026"/>
                  </a:lnTo>
                  <a:lnTo>
                    <a:pt x="366531" y="360612"/>
                  </a:lnTo>
                  <a:close/>
                  <a:moveTo>
                    <a:pt x="342392" y="364026"/>
                  </a:moveTo>
                  <a:lnTo>
                    <a:pt x="351381" y="378524"/>
                  </a:lnTo>
                  <a:lnTo>
                    <a:pt x="366531" y="360612"/>
                  </a:lnTo>
                  <a:close/>
                  <a:moveTo>
                    <a:pt x="216402" y="340440"/>
                  </a:moveTo>
                  <a:lnTo>
                    <a:pt x="245731" y="328877"/>
                  </a:lnTo>
                  <a:lnTo>
                    <a:pt x="215374" y="339952"/>
                  </a:lnTo>
                  <a:close/>
                  <a:moveTo>
                    <a:pt x="216402" y="340440"/>
                  </a:moveTo>
                  <a:lnTo>
                    <a:pt x="255941" y="335385"/>
                  </a:lnTo>
                  <a:lnTo>
                    <a:pt x="245731" y="328877"/>
                  </a:lnTo>
                  <a:close/>
                  <a:moveTo>
                    <a:pt x="702366" y="722555"/>
                  </a:moveTo>
                  <a:lnTo>
                    <a:pt x="665248" y="764917"/>
                  </a:lnTo>
                  <a:lnTo>
                    <a:pt x="684101" y="747734"/>
                  </a:lnTo>
                  <a:close/>
                  <a:moveTo>
                    <a:pt x="382391" y="358595"/>
                  </a:moveTo>
                  <a:lnTo>
                    <a:pt x="366531" y="360612"/>
                  </a:lnTo>
                  <a:lnTo>
                    <a:pt x="363718" y="391435"/>
                  </a:lnTo>
                  <a:close/>
                  <a:moveTo>
                    <a:pt x="406702" y="383578"/>
                  </a:moveTo>
                  <a:lnTo>
                    <a:pt x="382391" y="358595"/>
                  </a:lnTo>
                  <a:lnTo>
                    <a:pt x="363718" y="391435"/>
                  </a:lnTo>
                  <a:close/>
                  <a:moveTo>
                    <a:pt x="406702" y="383578"/>
                  </a:moveTo>
                  <a:lnTo>
                    <a:pt x="363718" y="391435"/>
                  </a:lnTo>
                  <a:lnTo>
                    <a:pt x="413264" y="389111"/>
                  </a:lnTo>
                  <a:close/>
                  <a:moveTo>
                    <a:pt x="406702" y="383578"/>
                  </a:moveTo>
                  <a:lnTo>
                    <a:pt x="438793" y="384576"/>
                  </a:lnTo>
                  <a:lnTo>
                    <a:pt x="382391" y="358595"/>
                  </a:lnTo>
                  <a:close/>
                  <a:moveTo>
                    <a:pt x="438793" y="384576"/>
                  </a:moveTo>
                  <a:lnTo>
                    <a:pt x="406702" y="383578"/>
                  </a:lnTo>
                  <a:lnTo>
                    <a:pt x="447407" y="392188"/>
                  </a:lnTo>
                  <a:close/>
                  <a:moveTo>
                    <a:pt x="406702" y="383578"/>
                  </a:moveTo>
                  <a:lnTo>
                    <a:pt x="413264" y="389111"/>
                  </a:lnTo>
                  <a:lnTo>
                    <a:pt x="447407" y="392188"/>
                  </a:lnTo>
                  <a:close/>
                  <a:moveTo>
                    <a:pt x="692113" y="588014"/>
                  </a:moveTo>
                  <a:lnTo>
                    <a:pt x="697866" y="583530"/>
                  </a:lnTo>
                  <a:lnTo>
                    <a:pt x="674437" y="600714"/>
                  </a:lnTo>
                  <a:close/>
                  <a:moveTo>
                    <a:pt x="546436" y="399755"/>
                  </a:moveTo>
                  <a:lnTo>
                    <a:pt x="528093" y="444707"/>
                  </a:lnTo>
                  <a:lnTo>
                    <a:pt x="532186" y="453694"/>
                  </a:lnTo>
                  <a:close/>
                  <a:moveTo>
                    <a:pt x="865545" y="767305"/>
                  </a:moveTo>
                  <a:lnTo>
                    <a:pt x="881777" y="786877"/>
                  </a:lnTo>
                  <a:lnTo>
                    <a:pt x="888944" y="750122"/>
                  </a:lnTo>
                  <a:close/>
                  <a:moveTo>
                    <a:pt x="889726" y="732342"/>
                  </a:moveTo>
                  <a:lnTo>
                    <a:pt x="865545" y="767305"/>
                  </a:lnTo>
                  <a:lnTo>
                    <a:pt x="888944" y="750122"/>
                  </a:lnTo>
                  <a:close/>
                  <a:moveTo>
                    <a:pt x="672398" y="616242"/>
                  </a:moveTo>
                  <a:lnTo>
                    <a:pt x="692113" y="588014"/>
                  </a:lnTo>
                  <a:lnTo>
                    <a:pt x="660695" y="595122"/>
                  </a:lnTo>
                  <a:close/>
                  <a:moveTo>
                    <a:pt x="767913" y="529592"/>
                  </a:moveTo>
                  <a:lnTo>
                    <a:pt x="745002" y="566646"/>
                  </a:lnTo>
                  <a:lnTo>
                    <a:pt x="746079" y="566347"/>
                  </a:lnTo>
                  <a:close/>
                  <a:moveTo>
                    <a:pt x="549674" y="309062"/>
                  </a:moveTo>
                  <a:lnTo>
                    <a:pt x="539417" y="294628"/>
                  </a:lnTo>
                  <a:lnTo>
                    <a:pt x="520813" y="321278"/>
                  </a:lnTo>
                  <a:close/>
                  <a:moveTo>
                    <a:pt x="524951" y="272307"/>
                  </a:moveTo>
                  <a:lnTo>
                    <a:pt x="520813" y="321278"/>
                  </a:lnTo>
                  <a:lnTo>
                    <a:pt x="539417" y="294628"/>
                  </a:lnTo>
                  <a:close/>
                  <a:moveTo>
                    <a:pt x="888944" y="750122"/>
                  </a:moveTo>
                  <a:lnTo>
                    <a:pt x="900057" y="700842"/>
                  </a:lnTo>
                  <a:lnTo>
                    <a:pt x="889726" y="732342"/>
                  </a:lnTo>
                  <a:close/>
                  <a:moveTo>
                    <a:pt x="903380" y="696183"/>
                  </a:moveTo>
                  <a:lnTo>
                    <a:pt x="900057" y="700842"/>
                  </a:lnTo>
                  <a:lnTo>
                    <a:pt x="888944" y="750122"/>
                  </a:lnTo>
                  <a:close/>
                  <a:moveTo>
                    <a:pt x="908805" y="732938"/>
                  </a:moveTo>
                  <a:lnTo>
                    <a:pt x="903380" y="696183"/>
                  </a:lnTo>
                  <a:lnTo>
                    <a:pt x="888944" y="750122"/>
                  </a:lnTo>
                  <a:close/>
                  <a:moveTo>
                    <a:pt x="889726" y="732342"/>
                  </a:moveTo>
                  <a:lnTo>
                    <a:pt x="900057" y="700842"/>
                  </a:lnTo>
                  <a:lnTo>
                    <a:pt x="912770" y="750122"/>
                  </a:lnTo>
                  <a:close/>
                  <a:moveTo>
                    <a:pt x="767913" y="529592"/>
                  </a:moveTo>
                  <a:lnTo>
                    <a:pt x="746079" y="566347"/>
                  </a:lnTo>
                  <a:lnTo>
                    <a:pt x="791339" y="549163"/>
                  </a:lnTo>
                  <a:close/>
                  <a:moveTo>
                    <a:pt x="631815" y="336006"/>
                  </a:moveTo>
                  <a:lnTo>
                    <a:pt x="611069" y="345817"/>
                  </a:lnTo>
                  <a:lnTo>
                    <a:pt x="649208" y="359757"/>
                  </a:lnTo>
                  <a:close/>
                  <a:moveTo>
                    <a:pt x="611069" y="345817"/>
                  </a:moveTo>
                  <a:lnTo>
                    <a:pt x="593488" y="372216"/>
                  </a:lnTo>
                  <a:lnTo>
                    <a:pt x="649208" y="359757"/>
                  </a:lnTo>
                  <a:close/>
                  <a:moveTo>
                    <a:pt x="582993" y="332975"/>
                  </a:moveTo>
                  <a:lnTo>
                    <a:pt x="631815" y="336006"/>
                  </a:lnTo>
                  <a:lnTo>
                    <a:pt x="638520" y="319796"/>
                  </a:lnTo>
                  <a:close/>
                  <a:moveTo>
                    <a:pt x="582993" y="332975"/>
                  </a:moveTo>
                  <a:lnTo>
                    <a:pt x="638520" y="319796"/>
                  </a:lnTo>
                  <a:lnTo>
                    <a:pt x="598308" y="294030"/>
                  </a:lnTo>
                  <a:close/>
                  <a:moveTo>
                    <a:pt x="631815" y="336006"/>
                  </a:moveTo>
                  <a:lnTo>
                    <a:pt x="653286" y="328634"/>
                  </a:lnTo>
                  <a:lnTo>
                    <a:pt x="638520" y="319796"/>
                  </a:lnTo>
                  <a:close/>
                  <a:moveTo>
                    <a:pt x="631815" y="336006"/>
                  </a:moveTo>
                  <a:lnTo>
                    <a:pt x="649208" y="359757"/>
                  </a:lnTo>
                  <a:lnTo>
                    <a:pt x="653286" y="328634"/>
                  </a:lnTo>
                  <a:close/>
                  <a:moveTo>
                    <a:pt x="566959" y="255123"/>
                  </a:moveTo>
                  <a:lnTo>
                    <a:pt x="549674" y="309062"/>
                  </a:lnTo>
                  <a:lnTo>
                    <a:pt x="595874" y="291879"/>
                  </a:lnTo>
                  <a:close/>
                  <a:moveTo>
                    <a:pt x="812595" y="538782"/>
                  </a:moveTo>
                  <a:lnTo>
                    <a:pt x="838478" y="544828"/>
                  </a:lnTo>
                  <a:lnTo>
                    <a:pt x="819888" y="527966"/>
                  </a:lnTo>
                  <a:close/>
                  <a:moveTo>
                    <a:pt x="651508" y="364743"/>
                  </a:moveTo>
                  <a:lnTo>
                    <a:pt x="688955" y="383789"/>
                  </a:lnTo>
                  <a:lnTo>
                    <a:pt x="691899" y="358994"/>
                  </a:lnTo>
                  <a:close/>
                  <a:moveTo>
                    <a:pt x="681711" y="322530"/>
                  </a:moveTo>
                  <a:lnTo>
                    <a:pt x="653286" y="328634"/>
                  </a:lnTo>
                  <a:lnTo>
                    <a:pt x="651508" y="364743"/>
                  </a:lnTo>
                  <a:close/>
                  <a:moveTo>
                    <a:pt x="691899" y="358994"/>
                  </a:moveTo>
                  <a:lnTo>
                    <a:pt x="681711" y="322530"/>
                  </a:lnTo>
                  <a:lnTo>
                    <a:pt x="651508" y="364743"/>
                  </a:lnTo>
                  <a:close/>
                  <a:moveTo>
                    <a:pt x="641711" y="283214"/>
                  </a:moveTo>
                  <a:lnTo>
                    <a:pt x="638520" y="319796"/>
                  </a:lnTo>
                  <a:lnTo>
                    <a:pt x="675619" y="274695"/>
                  </a:lnTo>
                  <a:close/>
                  <a:moveTo>
                    <a:pt x="638520" y="319796"/>
                  </a:moveTo>
                  <a:lnTo>
                    <a:pt x="653286" y="328634"/>
                  </a:lnTo>
                  <a:lnTo>
                    <a:pt x="675619" y="274695"/>
                  </a:lnTo>
                  <a:close/>
                  <a:moveTo>
                    <a:pt x="675619" y="274695"/>
                  </a:moveTo>
                  <a:lnTo>
                    <a:pt x="653286" y="328634"/>
                  </a:lnTo>
                  <a:lnTo>
                    <a:pt x="688456" y="285714"/>
                  </a:lnTo>
                  <a:close/>
                  <a:moveTo>
                    <a:pt x="688456" y="285714"/>
                  </a:moveTo>
                  <a:lnTo>
                    <a:pt x="653286" y="328634"/>
                  </a:lnTo>
                  <a:lnTo>
                    <a:pt x="681711" y="322530"/>
                  </a:lnTo>
                  <a:close/>
                  <a:moveTo>
                    <a:pt x="681711" y="322530"/>
                  </a:moveTo>
                  <a:lnTo>
                    <a:pt x="705031" y="311450"/>
                  </a:lnTo>
                  <a:lnTo>
                    <a:pt x="688456" y="285714"/>
                  </a:lnTo>
                  <a:close/>
                  <a:moveTo>
                    <a:pt x="595874" y="291879"/>
                  </a:moveTo>
                  <a:lnTo>
                    <a:pt x="598308" y="294030"/>
                  </a:lnTo>
                  <a:lnTo>
                    <a:pt x="598725" y="291072"/>
                  </a:lnTo>
                  <a:close/>
                  <a:moveTo>
                    <a:pt x="566959" y="255123"/>
                  </a:moveTo>
                  <a:lnTo>
                    <a:pt x="595874" y="291879"/>
                  </a:lnTo>
                  <a:lnTo>
                    <a:pt x="598725" y="291072"/>
                  </a:lnTo>
                  <a:close/>
                  <a:moveTo>
                    <a:pt x="641711" y="283214"/>
                  </a:moveTo>
                  <a:lnTo>
                    <a:pt x="598308" y="294030"/>
                  </a:lnTo>
                  <a:lnTo>
                    <a:pt x="638520" y="319796"/>
                  </a:lnTo>
                  <a:close/>
                  <a:moveTo>
                    <a:pt x="641711" y="283214"/>
                  </a:moveTo>
                  <a:lnTo>
                    <a:pt x="598725" y="291072"/>
                  </a:lnTo>
                  <a:lnTo>
                    <a:pt x="598308" y="294030"/>
                  </a:lnTo>
                  <a:close/>
                  <a:moveTo>
                    <a:pt x="644434" y="245702"/>
                  </a:moveTo>
                  <a:lnTo>
                    <a:pt x="636845" y="237940"/>
                  </a:lnTo>
                  <a:lnTo>
                    <a:pt x="641711" y="283214"/>
                  </a:lnTo>
                  <a:close/>
                  <a:moveTo>
                    <a:pt x="641711" y="283214"/>
                  </a:moveTo>
                  <a:lnTo>
                    <a:pt x="636845" y="237940"/>
                  </a:lnTo>
                  <a:lnTo>
                    <a:pt x="600258" y="245078"/>
                  </a:lnTo>
                  <a:close/>
                  <a:moveTo>
                    <a:pt x="641711" y="283214"/>
                  </a:moveTo>
                  <a:lnTo>
                    <a:pt x="600258" y="245078"/>
                  </a:lnTo>
                  <a:lnTo>
                    <a:pt x="598725" y="291072"/>
                  </a:lnTo>
                  <a:close/>
                  <a:moveTo>
                    <a:pt x="641711" y="283214"/>
                  </a:moveTo>
                  <a:lnTo>
                    <a:pt x="675619" y="274695"/>
                  </a:lnTo>
                  <a:lnTo>
                    <a:pt x="644434" y="245702"/>
                  </a:lnTo>
                  <a:close/>
                  <a:moveTo>
                    <a:pt x="994949" y="633125"/>
                  </a:moveTo>
                  <a:lnTo>
                    <a:pt x="956945" y="642245"/>
                  </a:lnTo>
                  <a:lnTo>
                    <a:pt x="1010454" y="645944"/>
                  </a:lnTo>
                  <a:close/>
                  <a:moveTo>
                    <a:pt x="1010454" y="645944"/>
                  </a:moveTo>
                  <a:lnTo>
                    <a:pt x="956945" y="642245"/>
                  </a:lnTo>
                  <a:lnTo>
                    <a:pt x="955207" y="660174"/>
                  </a:lnTo>
                  <a:close/>
                  <a:moveTo>
                    <a:pt x="907472" y="605319"/>
                  </a:moveTo>
                  <a:lnTo>
                    <a:pt x="920702" y="639311"/>
                  </a:lnTo>
                  <a:lnTo>
                    <a:pt x="942879" y="603622"/>
                  </a:lnTo>
                  <a:close/>
                  <a:moveTo>
                    <a:pt x="994949" y="633125"/>
                  </a:moveTo>
                  <a:lnTo>
                    <a:pt x="944458" y="619984"/>
                  </a:lnTo>
                  <a:lnTo>
                    <a:pt x="956945" y="642245"/>
                  </a:lnTo>
                  <a:close/>
                  <a:moveTo>
                    <a:pt x="942879" y="603622"/>
                  </a:moveTo>
                  <a:lnTo>
                    <a:pt x="938381" y="597263"/>
                  </a:lnTo>
                  <a:lnTo>
                    <a:pt x="907472" y="605319"/>
                  </a:lnTo>
                  <a:close/>
                  <a:moveTo>
                    <a:pt x="902263" y="520060"/>
                  </a:moveTo>
                  <a:lnTo>
                    <a:pt x="861233" y="531980"/>
                  </a:lnTo>
                  <a:lnTo>
                    <a:pt x="918435" y="551056"/>
                  </a:lnTo>
                  <a:close/>
                  <a:moveTo>
                    <a:pt x="878565" y="494579"/>
                  </a:moveTo>
                  <a:lnTo>
                    <a:pt x="861233" y="531980"/>
                  </a:lnTo>
                  <a:lnTo>
                    <a:pt x="902263" y="520060"/>
                  </a:lnTo>
                  <a:close/>
                  <a:moveTo>
                    <a:pt x="902263" y="520060"/>
                  </a:moveTo>
                  <a:lnTo>
                    <a:pt x="936030" y="519696"/>
                  </a:lnTo>
                  <a:lnTo>
                    <a:pt x="915802" y="491395"/>
                  </a:lnTo>
                  <a:close/>
                  <a:moveTo>
                    <a:pt x="902263" y="520060"/>
                  </a:moveTo>
                  <a:lnTo>
                    <a:pt x="915802" y="491395"/>
                  </a:lnTo>
                  <a:lnTo>
                    <a:pt x="878565" y="494579"/>
                  </a:lnTo>
                  <a:close/>
                  <a:moveTo>
                    <a:pt x="705031" y="311450"/>
                  </a:moveTo>
                  <a:lnTo>
                    <a:pt x="717757" y="348205"/>
                  </a:lnTo>
                  <a:lnTo>
                    <a:pt x="734701" y="331022"/>
                  </a:lnTo>
                  <a:close/>
                  <a:moveTo>
                    <a:pt x="675619" y="274695"/>
                  </a:moveTo>
                  <a:lnTo>
                    <a:pt x="688456" y="285714"/>
                  </a:lnTo>
                  <a:lnTo>
                    <a:pt x="695563" y="266521"/>
                  </a:lnTo>
                  <a:close/>
                  <a:moveTo>
                    <a:pt x="695563" y="266521"/>
                  </a:moveTo>
                  <a:lnTo>
                    <a:pt x="644434" y="245702"/>
                  </a:lnTo>
                  <a:lnTo>
                    <a:pt x="675619" y="274695"/>
                  </a:lnTo>
                  <a:close/>
                  <a:moveTo>
                    <a:pt x="718439" y="220757"/>
                  </a:moveTo>
                  <a:lnTo>
                    <a:pt x="728756" y="215608"/>
                  </a:lnTo>
                  <a:lnTo>
                    <a:pt x="692661" y="224133"/>
                  </a:lnTo>
                  <a:close/>
                  <a:moveTo>
                    <a:pt x="1081384" y="572285"/>
                  </a:moveTo>
                  <a:lnTo>
                    <a:pt x="1040401" y="578516"/>
                  </a:lnTo>
                  <a:lnTo>
                    <a:pt x="1033612" y="607956"/>
                  </a:lnTo>
                  <a:close/>
                  <a:moveTo>
                    <a:pt x="741340" y="240329"/>
                  </a:moveTo>
                  <a:lnTo>
                    <a:pt x="754598" y="216016"/>
                  </a:lnTo>
                  <a:lnTo>
                    <a:pt x="718439" y="220757"/>
                  </a:lnTo>
                  <a:close/>
                  <a:moveTo>
                    <a:pt x="728756" y="215608"/>
                  </a:moveTo>
                  <a:lnTo>
                    <a:pt x="718439" y="220757"/>
                  </a:lnTo>
                  <a:lnTo>
                    <a:pt x="735820" y="216133"/>
                  </a:lnTo>
                  <a:close/>
                  <a:moveTo>
                    <a:pt x="972573" y="338087"/>
                  </a:moveTo>
                  <a:lnTo>
                    <a:pt x="953272" y="371438"/>
                  </a:lnTo>
                  <a:lnTo>
                    <a:pt x="987552" y="370656"/>
                  </a:lnTo>
                  <a:close/>
                  <a:moveTo>
                    <a:pt x="840258" y="186390"/>
                  </a:moveTo>
                  <a:lnTo>
                    <a:pt x="843886" y="204488"/>
                  </a:lnTo>
                  <a:lnTo>
                    <a:pt x="902980" y="206248"/>
                  </a:lnTo>
                  <a:close/>
                  <a:moveTo>
                    <a:pt x="902980" y="206248"/>
                  </a:moveTo>
                  <a:lnTo>
                    <a:pt x="904335" y="205962"/>
                  </a:lnTo>
                  <a:lnTo>
                    <a:pt x="903073" y="204996"/>
                  </a:lnTo>
                  <a:close/>
                  <a:moveTo>
                    <a:pt x="902980" y="206248"/>
                  </a:moveTo>
                  <a:lnTo>
                    <a:pt x="906400" y="217436"/>
                  </a:lnTo>
                  <a:lnTo>
                    <a:pt x="904335" y="205962"/>
                  </a:lnTo>
                  <a:close/>
                  <a:moveTo>
                    <a:pt x="906400" y="217436"/>
                  </a:moveTo>
                  <a:lnTo>
                    <a:pt x="902980" y="206248"/>
                  </a:lnTo>
                  <a:lnTo>
                    <a:pt x="898178" y="205962"/>
                  </a:lnTo>
                  <a:close/>
                  <a:moveTo>
                    <a:pt x="948547" y="196290"/>
                  </a:moveTo>
                  <a:lnTo>
                    <a:pt x="904335" y="205962"/>
                  </a:lnTo>
                  <a:lnTo>
                    <a:pt x="964908" y="215401"/>
                  </a:lnTo>
                  <a:close/>
                  <a:moveTo>
                    <a:pt x="904335" y="205962"/>
                  </a:moveTo>
                  <a:lnTo>
                    <a:pt x="948547" y="196290"/>
                  </a:lnTo>
                  <a:lnTo>
                    <a:pt x="903073" y="204996"/>
                  </a:lnTo>
                  <a:close/>
                  <a:moveTo>
                    <a:pt x="984950" y="193784"/>
                  </a:moveTo>
                  <a:lnTo>
                    <a:pt x="965668" y="189874"/>
                  </a:lnTo>
                  <a:lnTo>
                    <a:pt x="948547" y="196290"/>
                  </a:lnTo>
                  <a:close/>
                  <a:moveTo>
                    <a:pt x="984950" y="193784"/>
                  </a:moveTo>
                  <a:lnTo>
                    <a:pt x="948547" y="196290"/>
                  </a:lnTo>
                  <a:lnTo>
                    <a:pt x="992326" y="193337"/>
                  </a:lnTo>
                  <a:close/>
                  <a:moveTo>
                    <a:pt x="948547" y="196290"/>
                  </a:moveTo>
                  <a:lnTo>
                    <a:pt x="964908" y="215401"/>
                  </a:lnTo>
                  <a:lnTo>
                    <a:pt x="992326" y="193337"/>
                  </a:lnTo>
                  <a:close/>
                  <a:moveTo>
                    <a:pt x="984950" y="193784"/>
                  </a:moveTo>
                  <a:lnTo>
                    <a:pt x="992326" y="193337"/>
                  </a:lnTo>
                  <a:lnTo>
                    <a:pt x="999176" y="188779"/>
                  </a:lnTo>
                  <a:close/>
                  <a:moveTo>
                    <a:pt x="869470" y="107728"/>
                  </a:moveTo>
                  <a:lnTo>
                    <a:pt x="878434" y="112873"/>
                  </a:lnTo>
                  <a:lnTo>
                    <a:pt x="866160" y="119599"/>
                  </a:lnTo>
                  <a:close/>
                  <a:moveTo>
                    <a:pt x="995015" y="10974"/>
                  </a:moveTo>
                  <a:lnTo>
                    <a:pt x="967385" y="24575"/>
                  </a:lnTo>
                  <a:lnTo>
                    <a:pt x="942767" y="36414"/>
                  </a:lnTo>
                  <a:close/>
                  <a:moveTo>
                    <a:pt x="1011753" y="7392"/>
                  </a:moveTo>
                  <a:lnTo>
                    <a:pt x="981464" y="17630"/>
                  </a:lnTo>
                  <a:lnTo>
                    <a:pt x="995015" y="10974"/>
                  </a:lnTo>
                  <a:close/>
                  <a:moveTo>
                    <a:pt x="1030775" y="4629"/>
                  </a:moveTo>
                  <a:lnTo>
                    <a:pt x="1011753" y="7392"/>
                  </a:lnTo>
                  <a:lnTo>
                    <a:pt x="1055525" y="16425"/>
                  </a:lnTo>
                  <a:close/>
                  <a:moveTo>
                    <a:pt x="1055525" y="16425"/>
                  </a:moveTo>
                  <a:lnTo>
                    <a:pt x="1011753" y="7392"/>
                  </a:lnTo>
                  <a:lnTo>
                    <a:pt x="995015" y="10974"/>
                  </a:lnTo>
                  <a:close/>
                  <a:moveTo>
                    <a:pt x="1069788" y="0"/>
                  </a:moveTo>
                  <a:lnTo>
                    <a:pt x="1030775" y="4629"/>
                  </a:lnTo>
                  <a:lnTo>
                    <a:pt x="1090001" y="20750"/>
                  </a:lnTo>
                  <a:close/>
                  <a:moveTo>
                    <a:pt x="1030775" y="4629"/>
                  </a:moveTo>
                  <a:lnTo>
                    <a:pt x="1055525" y="16425"/>
                  </a:lnTo>
                  <a:lnTo>
                    <a:pt x="1090001" y="20750"/>
                  </a:lnTo>
                  <a:close/>
                </a:path>
              </a:pathLst>
            </a:custGeom>
            <a:solidFill>
              <a:srgbClr val="CFD7DE"/>
            </a:solidFill>
            <a:ln w="1524">
              <a:solidFill>
                <a:srgbClr val="CFD7DE"/>
              </a:solidFill>
            </a:ln>
          </p:spPr>
        </p:sp>
        <p:sp>
          <p:nvSpPr>
            <p:cNvPr id="148" name="Input_density__147">
              <a:extLst>
                <a:ext uri="{FF2B5EF4-FFF2-40B4-BE49-F238E27FC236}">
                  <a16:creationId xmlns:a16="http://schemas.microsoft.com/office/drawing/2014/main" id="{1D49E24B-25F3-217C-8E34-F76DDD5DE311}"/>
                </a:ext>
              </a:extLst>
            </p:cNvPr>
            <p:cNvSpPr>
              <a:spLocks noGrp="1"/>
            </p:cNvSpPr>
            <p:nvPr/>
          </p:nvSpPr>
          <p:spPr>
            <a:xfrm>
              <a:off x="755812" y="1519094"/>
              <a:ext cx="839998" cy="957112"/>
            </a:xfrm>
            <a:custGeom>
              <a:avLst/>
              <a:gdLst/>
              <a:ahLst/>
              <a:cxnLst/>
              <a:rect l="0" t="0" r="0" b="0"/>
              <a:pathLst>
                <a:path w="839998" h="957112">
                  <a:moveTo>
                    <a:pt x="41559" y="939928"/>
                  </a:moveTo>
                  <a:lnTo>
                    <a:pt x="43054" y="903173"/>
                  </a:lnTo>
                  <a:lnTo>
                    <a:pt x="18686" y="957112"/>
                  </a:lnTo>
                  <a:close/>
                  <a:moveTo>
                    <a:pt x="44183" y="899797"/>
                  </a:moveTo>
                  <a:lnTo>
                    <a:pt x="37429" y="909398"/>
                  </a:lnTo>
                  <a:lnTo>
                    <a:pt x="43054" y="903173"/>
                  </a:lnTo>
                  <a:close/>
                  <a:moveTo>
                    <a:pt x="44183" y="899797"/>
                  </a:moveTo>
                  <a:lnTo>
                    <a:pt x="43054" y="903173"/>
                  </a:lnTo>
                  <a:lnTo>
                    <a:pt x="51671" y="897819"/>
                  </a:lnTo>
                  <a:close/>
                  <a:moveTo>
                    <a:pt x="0" y="666765"/>
                  </a:moveTo>
                  <a:lnTo>
                    <a:pt x="20786" y="672105"/>
                  </a:lnTo>
                  <a:lnTo>
                    <a:pt x="20463" y="648277"/>
                  </a:lnTo>
                  <a:close/>
                  <a:moveTo>
                    <a:pt x="249375" y="760930"/>
                  </a:moveTo>
                  <a:lnTo>
                    <a:pt x="241173" y="724175"/>
                  </a:lnTo>
                  <a:lnTo>
                    <a:pt x="234567" y="767987"/>
                  </a:lnTo>
                  <a:close/>
                  <a:moveTo>
                    <a:pt x="241173" y="724175"/>
                  </a:moveTo>
                  <a:lnTo>
                    <a:pt x="226506" y="729793"/>
                  </a:lnTo>
                  <a:lnTo>
                    <a:pt x="234567" y="767987"/>
                  </a:lnTo>
                  <a:close/>
                  <a:moveTo>
                    <a:pt x="234567" y="767987"/>
                  </a:moveTo>
                  <a:lnTo>
                    <a:pt x="244352" y="765061"/>
                  </a:lnTo>
                  <a:lnTo>
                    <a:pt x="249375" y="760930"/>
                  </a:lnTo>
                  <a:close/>
                  <a:moveTo>
                    <a:pt x="92182" y="578744"/>
                  </a:moveTo>
                  <a:lnTo>
                    <a:pt x="66069" y="594339"/>
                  </a:lnTo>
                  <a:lnTo>
                    <a:pt x="94286" y="577716"/>
                  </a:lnTo>
                  <a:close/>
                  <a:moveTo>
                    <a:pt x="66069" y="594339"/>
                  </a:moveTo>
                  <a:lnTo>
                    <a:pt x="44592" y="612703"/>
                  </a:lnTo>
                  <a:lnTo>
                    <a:pt x="94286" y="577716"/>
                  </a:lnTo>
                  <a:close/>
                  <a:moveTo>
                    <a:pt x="92182" y="578744"/>
                  </a:moveTo>
                  <a:lnTo>
                    <a:pt x="94286" y="577716"/>
                  </a:lnTo>
                  <a:lnTo>
                    <a:pt x="94554" y="577155"/>
                  </a:lnTo>
                  <a:close/>
                  <a:moveTo>
                    <a:pt x="244352" y="765061"/>
                  </a:moveTo>
                  <a:lnTo>
                    <a:pt x="266584" y="751973"/>
                  </a:lnTo>
                  <a:lnTo>
                    <a:pt x="249375" y="760930"/>
                  </a:lnTo>
                  <a:close/>
                  <a:moveTo>
                    <a:pt x="241173" y="724175"/>
                  </a:moveTo>
                  <a:lnTo>
                    <a:pt x="249375" y="760930"/>
                  </a:lnTo>
                  <a:lnTo>
                    <a:pt x="267011" y="743746"/>
                  </a:lnTo>
                  <a:close/>
                  <a:moveTo>
                    <a:pt x="241173" y="724175"/>
                  </a:moveTo>
                  <a:lnTo>
                    <a:pt x="267011" y="743746"/>
                  </a:lnTo>
                  <a:lnTo>
                    <a:pt x="255986" y="706992"/>
                  </a:lnTo>
                  <a:close/>
                  <a:moveTo>
                    <a:pt x="104383" y="389836"/>
                  </a:moveTo>
                  <a:lnTo>
                    <a:pt x="107196" y="359013"/>
                  </a:lnTo>
                  <a:lnTo>
                    <a:pt x="92046" y="376926"/>
                  </a:lnTo>
                  <a:close/>
                  <a:moveTo>
                    <a:pt x="273238" y="405660"/>
                  </a:moveTo>
                  <a:lnTo>
                    <a:pt x="268758" y="443108"/>
                  </a:lnTo>
                  <a:lnTo>
                    <a:pt x="287100" y="398157"/>
                  </a:lnTo>
                  <a:close/>
                  <a:moveTo>
                    <a:pt x="287100" y="398157"/>
                  </a:moveTo>
                  <a:lnTo>
                    <a:pt x="272851" y="452095"/>
                  </a:lnTo>
                  <a:lnTo>
                    <a:pt x="293470" y="434912"/>
                  </a:lnTo>
                  <a:close/>
                  <a:moveTo>
                    <a:pt x="510332" y="601503"/>
                  </a:moveTo>
                  <a:lnTo>
                    <a:pt x="492430" y="604296"/>
                  </a:lnTo>
                  <a:lnTo>
                    <a:pt x="505354" y="636980"/>
                  </a:lnTo>
                  <a:close/>
                  <a:moveTo>
                    <a:pt x="454926" y="607697"/>
                  </a:moveTo>
                  <a:lnTo>
                    <a:pt x="438531" y="581931"/>
                  </a:lnTo>
                  <a:lnTo>
                    <a:pt x="432778" y="586416"/>
                  </a:lnTo>
                  <a:close/>
                  <a:moveTo>
                    <a:pt x="485667" y="565047"/>
                  </a:moveTo>
                  <a:lnTo>
                    <a:pt x="438531" y="581931"/>
                  </a:lnTo>
                  <a:lnTo>
                    <a:pt x="454926" y="607697"/>
                  </a:lnTo>
                  <a:close/>
                  <a:moveTo>
                    <a:pt x="492430" y="604296"/>
                  </a:moveTo>
                  <a:lnTo>
                    <a:pt x="485667" y="565047"/>
                  </a:lnTo>
                  <a:lnTo>
                    <a:pt x="454926" y="607697"/>
                  </a:lnTo>
                  <a:close/>
                  <a:moveTo>
                    <a:pt x="510332" y="601503"/>
                  </a:moveTo>
                  <a:lnTo>
                    <a:pt x="486744" y="564748"/>
                  </a:lnTo>
                  <a:lnTo>
                    <a:pt x="492430" y="604296"/>
                  </a:lnTo>
                  <a:close/>
                  <a:moveTo>
                    <a:pt x="486744" y="564748"/>
                  </a:moveTo>
                  <a:lnTo>
                    <a:pt x="485667" y="565047"/>
                  </a:lnTo>
                  <a:lnTo>
                    <a:pt x="492430" y="604296"/>
                  </a:lnTo>
                  <a:close/>
                  <a:moveTo>
                    <a:pt x="458608" y="558410"/>
                  </a:moveTo>
                  <a:lnTo>
                    <a:pt x="438531" y="581931"/>
                  </a:lnTo>
                  <a:lnTo>
                    <a:pt x="485667" y="565047"/>
                  </a:lnTo>
                  <a:close/>
                  <a:moveTo>
                    <a:pt x="287100" y="398157"/>
                  </a:moveTo>
                  <a:lnTo>
                    <a:pt x="293470" y="434912"/>
                  </a:lnTo>
                  <a:lnTo>
                    <a:pt x="317084" y="417728"/>
                  </a:lnTo>
                  <a:close/>
                  <a:moveTo>
                    <a:pt x="287100" y="398157"/>
                  </a:moveTo>
                  <a:lnTo>
                    <a:pt x="317084" y="417728"/>
                  </a:lnTo>
                  <a:lnTo>
                    <a:pt x="328028" y="380973"/>
                  </a:lnTo>
                  <a:close/>
                  <a:moveTo>
                    <a:pt x="334153" y="370618"/>
                  </a:moveTo>
                  <a:lnTo>
                    <a:pt x="287100" y="398157"/>
                  </a:lnTo>
                  <a:lnTo>
                    <a:pt x="328028" y="380973"/>
                  </a:lnTo>
                  <a:close/>
                  <a:moveTo>
                    <a:pt x="334153" y="370618"/>
                  </a:moveTo>
                  <a:lnTo>
                    <a:pt x="305981" y="361493"/>
                  </a:lnTo>
                  <a:lnTo>
                    <a:pt x="287100" y="398157"/>
                  </a:lnTo>
                  <a:close/>
                  <a:moveTo>
                    <a:pt x="486744" y="564748"/>
                  </a:moveTo>
                  <a:lnTo>
                    <a:pt x="510332" y="601503"/>
                  </a:lnTo>
                  <a:lnTo>
                    <a:pt x="541427" y="584320"/>
                  </a:lnTo>
                  <a:close/>
                  <a:moveTo>
                    <a:pt x="486744" y="564748"/>
                  </a:moveTo>
                  <a:lnTo>
                    <a:pt x="541427" y="584320"/>
                  </a:lnTo>
                  <a:lnTo>
                    <a:pt x="532004" y="547565"/>
                  </a:lnTo>
                  <a:close/>
                  <a:moveTo>
                    <a:pt x="328028" y="380973"/>
                  </a:moveTo>
                  <a:lnTo>
                    <a:pt x="362220" y="379345"/>
                  </a:lnTo>
                  <a:lnTo>
                    <a:pt x="345050" y="374366"/>
                  </a:lnTo>
                  <a:close/>
                  <a:moveTo>
                    <a:pt x="334153" y="370618"/>
                  </a:moveTo>
                  <a:lnTo>
                    <a:pt x="328028" y="380973"/>
                  </a:lnTo>
                  <a:lnTo>
                    <a:pt x="345050" y="374366"/>
                  </a:lnTo>
                  <a:close/>
                  <a:moveTo>
                    <a:pt x="389873" y="358159"/>
                  </a:moveTo>
                  <a:lnTo>
                    <a:pt x="334153" y="370618"/>
                  </a:lnTo>
                  <a:lnTo>
                    <a:pt x="389018" y="363790"/>
                  </a:lnTo>
                  <a:close/>
                  <a:moveTo>
                    <a:pt x="389018" y="363790"/>
                  </a:moveTo>
                  <a:lnTo>
                    <a:pt x="334153" y="370618"/>
                  </a:lnTo>
                  <a:lnTo>
                    <a:pt x="345050" y="374366"/>
                  </a:lnTo>
                  <a:close/>
                  <a:moveTo>
                    <a:pt x="345050" y="374366"/>
                  </a:moveTo>
                  <a:lnTo>
                    <a:pt x="362220" y="379345"/>
                  </a:lnTo>
                  <a:lnTo>
                    <a:pt x="389018" y="363790"/>
                  </a:lnTo>
                  <a:close/>
                  <a:moveTo>
                    <a:pt x="283111" y="263391"/>
                  </a:moveTo>
                  <a:lnTo>
                    <a:pt x="280081" y="293029"/>
                  </a:lnTo>
                  <a:lnTo>
                    <a:pt x="307624" y="253525"/>
                  </a:lnTo>
                  <a:close/>
                  <a:moveTo>
                    <a:pt x="307624" y="253525"/>
                  </a:moveTo>
                  <a:lnTo>
                    <a:pt x="280081" y="293029"/>
                  </a:lnTo>
                  <a:lnTo>
                    <a:pt x="290339" y="307463"/>
                  </a:lnTo>
                  <a:close/>
                  <a:moveTo>
                    <a:pt x="265615" y="270708"/>
                  </a:moveTo>
                  <a:lnTo>
                    <a:pt x="280081" y="293029"/>
                  </a:lnTo>
                  <a:lnTo>
                    <a:pt x="283111" y="263391"/>
                  </a:lnTo>
                  <a:close/>
                  <a:moveTo>
                    <a:pt x="267462" y="245848"/>
                  </a:moveTo>
                  <a:lnTo>
                    <a:pt x="265615" y="270708"/>
                  </a:lnTo>
                  <a:lnTo>
                    <a:pt x="283111" y="263391"/>
                  </a:lnTo>
                  <a:close/>
                  <a:moveTo>
                    <a:pt x="319050" y="217942"/>
                  </a:moveTo>
                  <a:lnTo>
                    <a:pt x="267462" y="245848"/>
                  </a:lnTo>
                  <a:lnTo>
                    <a:pt x="307624" y="253525"/>
                  </a:lnTo>
                  <a:close/>
                  <a:moveTo>
                    <a:pt x="307624" y="253525"/>
                  </a:moveTo>
                  <a:lnTo>
                    <a:pt x="267462" y="245848"/>
                  </a:lnTo>
                  <a:lnTo>
                    <a:pt x="283111" y="263391"/>
                  </a:lnTo>
                  <a:close/>
                  <a:moveTo>
                    <a:pt x="685493" y="677402"/>
                  </a:moveTo>
                  <a:lnTo>
                    <a:pt x="695872" y="658575"/>
                  </a:lnTo>
                  <a:lnTo>
                    <a:pt x="688259" y="642938"/>
                  </a:lnTo>
                  <a:close/>
                  <a:moveTo>
                    <a:pt x="688259" y="642938"/>
                  </a:moveTo>
                  <a:lnTo>
                    <a:pt x="697610" y="640646"/>
                  </a:lnTo>
                  <a:lnTo>
                    <a:pt x="685123" y="618386"/>
                  </a:lnTo>
                  <a:close/>
                  <a:moveTo>
                    <a:pt x="673717" y="640646"/>
                  </a:moveTo>
                  <a:lnTo>
                    <a:pt x="688259" y="642938"/>
                  </a:lnTo>
                  <a:lnTo>
                    <a:pt x="685123" y="618386"/>
                  </a:lnTo>
                  <a:close/>
                  <a:moveTo>
                    <a:pt x="688259" y="642938"/>
                  </a:moveTo>
                  <a:lnTo>
                    <a:pt x="695872" y="658575"/>
                  </a:lnTo>
                  <a:lnTo>
                    <a:pt x="697610" y="640646"/>
                  </a:lnTo>
                  <a:close/>
                  <a:moveTo>
                    <a:pt x="579143" y="543230"/>
                  </a:moveTo>
                  <a:lnTo>
                    <a:pt x="591991" y="519333"/>
                  </a:lnTo>
                  <a:lnTo>
                    <a:pt x="560553" y="526367"/>
                  </a:lnTo>
                  <a:close/>
                  <a:moveTo>
                    <a:pt x="579143" y="543230"/>
                  </a:moveTo>
                  <a:lnTo>
                    <a:pt x="553260" y="537183"/>
                  </a:lnTo>
                  <a:lnTo>
                    <a:pt x="596830" y="537423"/>
                  </a:lnTo>
                  <a:close/>
                  <a:moveTo>
                    <a:pt x="591991" y="519333"/>
                  </a:moveTo>
                  <a:lnTo>
                    <a:pt x="579143" y="543230"/>
                  </a:lnTo>
                  <a:lnTo>
                    <a:pt x="601898" y="530382"/>
                  </a:lnTo>
                  <a:close/>
                  <a:moveTo>
                    <a:pt x="579143" y="543230"/>
                  </a:moveTo>
                  <a:lnTo>
                    <a:pt x="596830" y="537423"/>
                  </a:lnTo>
                  <a:lnTo>
                    <a:pt x="601898" y="530382"/>
                  </a:lnTo>
                  <a:close/>
                  <a:moveTo>
                    <a:pt x="389873" y="358159"/>
                  </a:moveTo>
                  <a:lnTo>
                    <a:pt x="389018" y="363790"/>
                  </a:lnTo>
                  <a:lnTo>
                    <a:pt x="392172" y="363144"/>
                  </a:lnTo>
                  <a:close/>
                  <a:moveTo>
                    <a:pt x="392172" y="363144"/>
                  </a:moveTo>
                  <a:lnTo>
                    <a:pt x="393951" y="327035"/>
                  </a:lnTo>
                  <a:lnTo>
                    <a:pt x="389873" y="358159"/>
                  </a:lnTo>
                  <a:close/>
                  <a:moveTo>
                    <a:pt x="307624" y="253525"/>
                  </a:moveTo>
                  <a:lnTo>
                    <a:pt x="339390" y="289473"/>
                  </a:lnTo>
                  <a:lnTo>
                    <a:pt x="340923" y="243480"/>
                  </a:lnTo>
                  <a:close/>
                  <a:moveTo>
                    <a:pt x="319050" y="217942"/>
                  </a:moveTo>
                  <a:lnTo>
                    <a:pt x="307624" y="253525"/>
                  </a:lnTo>
                  <a:lnTo>
                    <a:pt x="340923" y="243480"/>
                  </a:lnTo>
                  <a:close/>
                  <a:moveTo>
                    <a:pt x="319050" y="217942"/>
                  </a:moveTo>
                  <a:lnTo>
                    <a:pt x="340923" y="243480"/>
                  </a:lnTo>
                  <a:lnTo>
                    <a:pt x="319556" y="216770"/>
                  </a:lnTo>
                  <a:close/>
                  <a:moveTo>
                    <a:pt x="319556" y="216770"/>
                  </a:moveTo>
                  <a:lnTo>
                    <a:pt x="340923" y="243480"/>
                  </a:lnTo>
                  <a:lnTo>
                    <a:pt x="377510" y="236341"/>
                  </a:lnTo>
                  <a:close/>
                  <a:moveTo>
                    <a:pt x="319556" y="216770"/>
                  </a:moveTo>
                  <a:lnTo>
                    <a:pt x="377510" y="236341"/>
                  </a:lnTo>
                  <a:lnTo>
                    <a:pt x="372611" y="199587"/>
                  </a:lnTo>
                  <a:close/>
                  <a:moveTo>
                    <a:pt x="683544" y="602024"/>
                  </a:moveTo>
                  <a:lnTo>
                    <a:pt x="673717" y="640646"/>
                  </a:lnTo>
                  <a:lnTo>
                    <a:pt x="685123" y="618386"/>
                  </a:lnTo>
                  <a:close/>
                  <a:moveTo>
                    <a:pt x="661367" y="637712"/>
                  </a:moveTo>
                  <a:lnTo>
                    <a:pt x="673717" y="640646"/>
                  </a:lnTo>
                  <a:lnTo>
                    <a:pt x="683544" y="602024"/>
                  </a:lnTo>
                  <a:close/>
                  <a:moveTo>
                    <a:pt x="683544" y="602024"/>
                  </a:moveTo>
                  <a:lnTo>
                    <a:pt x="685123" y="618386"/>
                  </a:lnTo>
                  <a:lnTo>
                    <a:pt x="735614" y="631527"/>
                  </a:lnTo>
                  <a:close/>
                  <a:moveTo>
                    <a:pt x="729571" y="591693"/>
                  </a:moveTo>
                  <a:lnTo>
                    <a:pt x="683544" y="602024"/>
                  </a:lnTo>
                  <a:lnTo>
                    <a:pt x="735614" y="631527"/>
                  </a:lnTo>
                  <a:close/>
                  <a:moveTo>
                    <a:pt x="683544" y="602024"/>
                  </a:moveTo>
                  <a:lnTo>
                    <a:pt x="699458" y="567137"/>
                  </a:lnTo>
                  <a:lnTo>
                    <a:pt x="679046" y="595664"/>
                  </a:lnTo>
                  <a:close/>
                  <a:moveTo>
                    <a:pt x="729571" y="591693"/>
                  </a:moveTo>
                  <a:lnTo>
                    <a:pt x="706560" y="565653"/>
                  </a:lnTo>
                  <a:lnTo>
                    <a:pt x="683544" y="602024"/>
                  </a:lnTo>
                  <a:close/>
                  <a:moveTo>
                    <a:pt x="749143" y="586708"/>
                  </a:moveTo>
                  <a:lnTo>
                    <a:pt x="759834" y="552357"/>
                  </a:lnTo>
                  <a:lnTo>
                    <a:pt x="729571" y="591693"/>
                  </a:lnTo>
                  <a:close/>
                  <a:moveTo>
                    <a:pt x="445695" y="309852"/>
                  </a:moveTo>
                  <a:lnTo>
                    <a:pt x="475366" y="329423"/>
                  </a:lnTo>
                  <a:lnTo>
                    <a:pt x="469803" y="292668"/>
                  </a:lnTo>
                  <a:close/>
                  <a:moveTo>
                    <a:pt x="436228" y="264922"/>
                  </a:moveTo>
                  <a:lnTo>
                    <a:pt x="429120" y="284116"/>
                  </a:lnTo>
                  <a:lnTo>
                    <a:pt x="453357" y="255913"/>
                  </a:lnTo>
                  <a:close/>
                  <a:moveTo>
                    <a:pt x="453357" y="255913"/>
                  </a:moveTo>
                  <a:lnTo>
                    <a:pt x="429120" y="284116"/>
                  </a:lnTo>
                  <a:lnTo>
                    <a:pt x="445695" y="309852"/>
                  </a:lnTo>
                  <a:close/>
                  <a:moveTo>
                    <a:pt x="453357" y="255913"/>
                  </a:moveTo>
                  <a:lnTo>
                    <a:pt x="445695" y="309852"/>
                  </a:lnTo>
                  <a:lnTo>
                    <a:pt x="469803" y="292668"/>
                  </a:lnTo>
                  <a:close/>
                  <a:moveTo>
                    <a:pt x="385973" y="233943"/>
                  </a:moveTo>
                  <a:lnTo>
                    <a:pt x="385099" y="244103"/>
                  </a:lnTo>
                  <a:lnTo>
                    <a:pt x="436228" y="264922"/>
                  </a:lnTo>
                  <a:close/>
                  <a:moveTo>
                    <a:pt x="433326" y="222534"/>
                  </a:moveTo>
                  <a:lnTo>
                    <a:pt x="385973" y="233943"/>
                  </a:lnTo>
                  <a:lnTo>
                    <a:pt x="436228" y="264922"/>
                  </a:lnTo>
                  <a:close/>
                  <a:moveTo>
                    <a:pt x="453357" y="255913"/>
                  </a:moveTo>
                  <a:lnTo>
                    <a:pt x="459104" y="219158"/>
                  </a:lnTo>
                  <a:lnTo>
                    <a:pt x="436228" y="264922"/>
                  </a:lnTo>
                  <a:close/>
                  <a:moveTo>
                    <a:pt x="459104" y="219158"/>
                  </a:moveTo>
                  <a:lnTo>
                    <a:pt x="433326" y="222534"/>
                  </a:lnTo>
                  <a:lnTo>
                    <a:pt x="436228" y="264922"/>
                  </a:lnTo>
                  <a:close/>
                  <a:moveTo>
                    <a:pt x="377510" y="236341"/>
                  </a:moveTo>
                  <a:lnTo>
                    <a:pt x="385099" y="244103"/>
                  </a:lnTo>
                  <a:lnTo>
                    <a:pt x="385973" y="233943"/>
                  </a:lnTo>
                  <a:close/>
                  <a:moveTo>
                    <a:pt x="372611" y="199587"/>
                  </a:moveTo>
                  <a:lnTo>
                    <a:pt x="385973" y="233943"/>
                  </a:lnTo>
                  <a:lnTo>
                    <a:pt x="373468" y="199363"/>
                  </a:lnTo>
                  <a:close/>
                  <a:moveTo>
                    <a:pt x="372611" y="199587"/>
                  </a:moveTo>
                  <a:lnTo>
                    <a:pt x="377510" y="236341"/>
                  </a:lnTo>
                  <a:lnTo>
                    <a:pt x="385973" y="233943"/>
                  </a:lnTo>
                  <a:close/>
                  <a:moveTo>
                    <a:pt x="385973" y="233943"/>
                  </a:moveTo>
                  <a:lnTo>
                    <a:pt x="433326" y="222534"/>
                  </a:lnTo>
                  <a:lnTo>
                    <a:pt x="415563" y="192229"/>
                  </a:lnTo>
                  <a:close/>
                  <a:moveTo>
                    <a:pt x="385973" y="233943"/>
                  </a:moveTo>
                  <a:lnTo>
                    <a:pt x="415563" y="192229"/>
                  </a:lnTo>
                  <a:lnTo>
                    <a:pt x="373468" y="199363"/>
                  </a:lnTo>
                  <a:close/>
                  <a:moveTo>
                    <a:pt x="372951" y="198686"/>
                  </a:moveTo>
                  <a:lnTo>
                    <a:pt x="372611" y="199587"/>
                  </a:lnTo>
                  <a:lnTo>
                    <a:pt x="373468" y="199363"/>
                  </a:lnTo>
                  <a:close/>
                  <a:moveTo>
                    <a:pt x="749143" y="586708"/>
                  </a:moveTo>
                  <a:lnTo>
                    <a:pt x="774277" y="606358"/>
                  </a:lnTo>
                  <a:lnTo>
                    <a:pt x="781066" y="576917"/>
                  </a:lnTo>
                  <a:close/>
                  <a:moveTo>
                    <a:pt x="759834" y="552357"/>
                  </a:moveTo>
                  <a:lnTo>
                    <a:pt x="749143" y="586708"/>
                  </a:lnTo>
                  <a:lnTo>
                    <a:pt x="781066" y="576917"/>
                  </a:lnTo>
                  <a:close/>
                  <a:moveTo>
                    <a:pt x="453357" y="255913"/>
                  </a:moveTo>
                  <a:lnTo>
                    <a:pt x="482005" y="238730"/>
                  </a:lnTo>
                  <a:lnTo>
                    <a:pt x="459104" y="219158"/>
                  </a:lnTo>
                  <a:close/>
                  <a:moveTo>
                    <a:pt x="761668" y="174379"/>
                  </a:moveTo>
                  <a:lnTo>
                    <a:pt x="725615" y="192186"/>
                  </a:lnTo>
                  <a:lnTo>
                    <a:pt x="739841" y="187180"/>
                  </a:lnTo>
                  <a:close/>
                  <a:moveTo>
                    <a:pt x="777667" y="176956"/>
                  </a:moveTo>
                  <a:lnTo>
                    <a:pt x="739841" y="187180"/>
                  </a:lnTo>
                  <a:lnTo>
                    <a:pt x="788628" y="178972"/>
                  </a:lnTo>
                  <a:close/>
                  <a:moveTo>
                    <a:pt x="788628" y="178972"/>
                  </a:moveTo>
                  <a:lnTo>
                    <a:pt x="739841" y="187180"/>
                  </a:lnTo>
                  <a:lnTo>
                    <a:pt x="732991" y="191738"/>
                  </a:lnTo>
                  <a:close/>
                  <a:moveTo>
                    <a:pt x="788628" y="178972"/>
                  </a:moveTo>
                  <a:lnTo>
                    <a:pt x="732991" y="191738"/>
                  </a:lnTo>
                  <a:lnTo>
                    <a:pt x="761904" y="203633"/>
                  </a:lnTo>
                  <a:close/>
                  <a:moveTo>
                    <a:pt x="761668" y="174379"/>
                  </a:moveTo>
                  <a:lnTo>
                    <a:pt x="739841" y="187180"/>
                  </a:lnTo>
                  <a:lnTo>
                    <a:pt x="777667" y="176956"/>
                  </a:lnTo>
                  <a:close/>
                  <a:moveTo>
                    <a:pt x="769352" y="150425"/>
                  </a:moveTo>
                  <a:lnTo>
                    <a:pt x="777667" y="176956"/>
                  </a:lnTo>
                  <a:lnTo>
                    <a:pt x="796199" y="169996"/>
                  </a:lnTo>
                  <a:close/>
                  <a:moveTo>
                    <a:pt x="777667" y="176956"/>
                  </a:moveTo>
                  <a:lnTo>
                    <a:pt x="788628" y="178972"/>
                  </a:lnTo>
                  <a:lnTo>
                    <a:pt x="796199" y="169996"/>
                  </a:lnTo>
                  <a:close/>
                  <a:moveTo>
                    <a:pt x="788628" y="178972"/>
                  </a:moveTo>
                  <a:lnTo>
                    <a:pt x="815219" y="182184"/>
                  </a:lnTo>
                  <a:lnTo>
                    <a:pt x="796199" y="169996"/>
                  </a:lnTo>
                  <a:close/>
                  <a:moveTo>
                    <a:pt x="815219" y="182184"/>
                  </a:moveTo>
                  <a:lnTo>
                    <a:pt x="839998" y="152813"/>
                  </a:lnTo>
                  <a:lnTo>
                    <a:pt x="796199" y="169996"/>
                  </a:lnTo>
                  <a:close/>
                  <a:moveTo>
                    <a:pt x="839998" y="152813"/>
                  </a:moveTo>
                  <a:lnTo>
                    <a:pt x="801456" y="133241"/>
                  </a:lnTo>
                  <a:lnTo>
                    <a:pt x="796199" y="169996"/>
                  </a:lnTo>
                  <a:close/>
                  <a:moveTo>
                    <a:pt x="722128" y="16031"/>
                  </a:moveTo>
                  <a:lnTo>
                    <a:pt x="708050" y="22977"/>
                  </a:lnTo>
                  <a:lnTo>
                    <a:pt x="735680" y="9375"/>
                  </a:lnTo>
                  <a:close/>
                  <a:moveTo>
                    <a:pt x="752418" y="5793"/>
                  </a:moveTo>
                  <a:lnTo>
                    <a:pt x="711397" y="14793"/>
                  </a:lnTo>
                  <a:lnTo>
                    <a:pt x="722128" y="16031"/>
                  </a:lnTo>
                  <a:close/>
                  <a:moveTo>
                    <a:pt x="766492" y="0"/>
                  </a:moveTo>
                  <a:lnTo>
                    <a:pt x="752418" y="5793"/>
                  </a:lnTo>
                  <a:lnTo>
                    <a:pt x="771440" y="3030"/>
                  </a:lnTo>
                  <a:close/>
                </a:path>
              </a:pathLst>
            </a:custGeom>
            <a:solidFill>
              <a:srgbClr val="D7DEE3"/>
            </a:solidFill>
            <a:ln w="1524">
              <a:solidFill>
                <a:srgbClr val="D7DEE3"/>
              </a:solidFill>
            </a:ln>
          </p:spPr>
        </p:sp>
        <p:sp>
          <p:nvSpPr>
            <p:cNvPr id="149" name="Input_density__148">
              <a:extLst>
                <a:ext uri="{FF2B5EF4-FFF2-40B4-BE49-F238E27FC236}">
                  <a16:creationId xmlns:a16="http://schemas.microsoft.com/office/drawing/2014/main" id="{A4E0EC6A-0124-75CC-3994-1E2772154000}"/>
                </a:ext>
              </a:extLst>
            </p:cNvPr>
            <p:cNvSpPr>
              <a:spLocks noGrp="1"/>
            </p:cNvSpPr>
            <p:nvPr/>
          </p:nvSpPr>
          <p:spPr>
            <a:xfrm>
              <a:off x="647003" y="1792041"/>
              <a:ext cx="1115623" cy="783828"/>
            </a:xfrm>
            <a:custGeom>
              <a:avLst/>
              <a:gdLst/>
              <a:ahLst/>
              <a:cxnLst/>
              <a:rect l="0" t="0" r="0" b="0"/>
              <a:pathLst>
                <a:path w="1115623" h="783828">
                  <a:moveTo>
                    <a:pt x="353988" y="783828"/>
                  </a:moveTo>
                  <a:lnTo>
                    <a:pt x="377015" y="763263"/>
                  </a:lnTo>
                  <a:lnTo>
                    <a:pt x="378567" y="760063"/>
                  </a:lnTo>
                  <a:close/>
                  <a:moveTo>
                    <a:pt x="6859" y="355758"/>
                  </a:moveTo>
                  <a:lnTo>
                    <a:pt x="0" y="372942"/>
                  </a:lnTo>
                  <a:lnTo>
                    <a:pt x="30254" y="320902"/>
                  </a:lnTo>
                  <a:close/>
                  <a:moveTo>
                    <a:pt x="353988" y="783828"/>
                  </a:moveTo>
                  <a:lnTo>
                    <a:pt x="378567" y="760063"/>
                  </a:lnTo>
                  <a:lnTo>
                    <a:pt x="405926" y="757232"/>
                  </a:lnTo>
                  <a:close/>
                  <a:moveTo>
                    <a:pt x="9894" y="352802"/>
                  </a:moveTo>
                  <a:lnTo>
                    <a:pt x="6634" y="357165"/>
                  </a:lnTo>
                  <a:lnTo>
                    <a:pt x="6859" y="355758"/>
                  </a:lnTo>
                  <a:close/>
                  <a:moveTo>
                    <a:pt x="284040" y="377718"/>
                  </a:moveTo>
                  <a:lnTo>
                    <a:pt x="283582" y="382322"/>
                  </a:lnTo>
                  <a:lnTo>
                    <a:pt x="288570" y="375194"/>
                  </a:lnTo>
                  <a:close/>
                  <a:moveTo>
                    <a:pt x="288570" y="375194"/>
                  </a:moveTo>
                  <a:lnTo>
                    <a:pt x="298092" y="325778"/>
                  </a:lnTo>
                  <a:lnTo>
                    <a:pt x="284040" y="377718"/>
                  </a:lnTo>
                  <a:close/>
                  <a:moveTo>
                    <a:pt x="303225" y="333780"/>
                  </a:moveTo>
                  <a:lnTo>
                    <a:pt x="292904" y="374743"/>
                  </a:lnTo>
                  <a:lnTo>
                    <a:pt x="284040" y="377718"/>
                  </a:lnTo>
                  <a:close/>
                  <a:moveTo>
                    <a:pt x="298092" y="325778"/>
                  </a:moveTo>
                  <a:lnTo>
                    <a:pt x="288570" y="375194"/>
                  </a:lnTo>
                  <a:lnTo>
                    <a:pt x="310118" y="340963"/>
                  </a:lnTo>
                  <a:close/>
                  <a:moveTo>
                    <a:pt x="575445" y="527126"/>
                  </a:moveTo>
                  <a:lnTo>
                    <a:pt x="564648" y="557744"/>
                  </a:lnTo>
                  <a:lnTo>
                    <a:pt x="555116" y="556466"/>
                  </a:lnTo>
                  <a:close/>
                  <a:moveTo>
                    <a:pt x="374028" y="253140"/>
                  </a:moveTo>
                  <a:lnTo>
                    <a:pt x="377924" y="225559"/>
                  </a:lnTo>
                  <a:lnTo>
                    <a:pt x="363221" y="241103"/>
                  </a:lnTo>
                  <a:close/>
                  <a:moveTo>
                    <a:pt x="746563" y="196701"/>
                  </a:moveTo>
                  <a:lnTo>
                    <a:pt x="777800" y="188916"/>
                  </a:lnTo>
                  <a:lnTo>
                    <a:pt x="799883" y="175272"/>
                  </a:lnTo>
                  <a:close/>
                  <a:moveTo>
                    <a:pt x="836909" y="4926"/>
                  </a:moveTo>
                  <a:lnTo>
                    <a:pt x="793446" y="14959"/>
                  </a:lnTo>
                  <a:lnTo>
                    <a:pt x="838965" y="4399"/>
                  </a:lnTo>
                  <a:close/>
                  <a:moveTo>
                    <a:pt x="838965" y="4399"/>
                  </a:moveTo>
                  <a:lnTo>
                    <a:pt x="793446" y="14959"/>
                  </a:lnTo>
                  <a:lnTo>
                    <a:pt x="783349" y="17245"/>
                  </a:lnTo>
                  <a:close/>
                  <a:moveTo>
                    <a:pt x="836909" y="4926"/>
                  </a:moveTo>
                  <a:lnTo>
                    <a:pt x="840790" y="3557"/>
                  </a:lnTo>
                  <a:lnTo>
                    <a:pt x="863520" y="0"/>
                  </a:lnTo>
                  <a:close/>
                  <a:moveTo>
                    <a:pt x="863520" y="0"/>
                  </a:moveTo>
                  <a:lnTo>
                    <a:pt x="840790" y="3557"/>
                  </a:lnTo>
                  <a:lnTo>
                    <a:pt x="876978" y="21946"/>
                  </a:lnTo>
                  <a:close/>
                  <a:moveTo>
                    <a:pt x="1069813" y="80571"/>
                  </a:moveTo>
                  <a:lnTo>
                    <a:pt x="1081657" y="96489"/>
                  </a:lnTo>
                  <a:lnTo>
                    <a:pt x="1094085" y="67315"/>
                  </a:lnTo>
                  <a:close/>
                  <a:moveTo>
                    <a:pt x="1057666" y="114582"/>
                  </a:moveTo>
                  <a:lnTo>
                    <a:pt x="1081657" y="96489"/>
                  </a:lnTo>
                  <a:lnTo>
                    <a:pt x="1069813" y="80571"/>
                  </a:lnTo>
                  <a:close/>
                  <a:moveTo>
                    <a:pt x="1094085" y="67315"/>
                  </a:moveTo>
                  <a:lnTo>
                    <a:pt x="1081657" y="96489"/>
                  </a:lnTo>
                  <a:lnTo>
                    <a:pt x="1095480" y="80825"/>
                  </a:lnTo>
                  <a:close/>
                  <a:moveTo>
                    <a:pt x="1094085" y="67315"/>
                  </a:moveTo>
                  <a:lnTo>
                    <a:pt x="1101444" y="45892"/>
                  </a:lnTo>
                  <a:lnTo>
                    <a:pt x="1096711" y="56563"/>
                  </a:lnTo>
                  <a:close/>
                  <a:moveTo>
                    <a:pt x="1089492" y="63641"/>
                  </a:moveTo>
                  <a:lnTo>
                    <a:pt x="1094085" y="67315"/>
                  </a:lnTo>
                  <a:lnTo>
                    <a:pt x="1096711" y="56563"/>
                  </a:lnTo>
                  <a:close/>
                  <a:moveTo>
                    <a:pt x="1108140" y="26886"/>
                  </a:moveTo>
                  <a:lnTo>
                    <a:pt x="1115623" y="31064"/>
                  </a:lnTo>
                  <a:lnTo>
                    <a:pt x="1096711" y="56563"/>
                  </a:lnTo>
                  <a:close/>
                </a:path>
              </a:pathLst>
            </a:custGeom>
            <a:solidFill>
              <a:srgbClr val="AEBAC4"/>
            </a:solidFill>
            <a:ln w="1524">
              <a:solidFill>
                <a:srgbClr val="AEBAC4"/>
              </a:solidFill>
            </a:ln>
          </p:spPr>
        </p:sp>
        <p:sp>
          <p:nvSpPr>
            <p:cNvPr id="150" name="Input_density__149">
              <a:extLst>
                <a:ext uri="{FF2B5EF4-FFF2-40B4-BE49-F238E27FC236}">
                  <a16:creationId xmlns:a16="http://schemas.microsoft.com/office/drawing/2014/main" id="{B92ADB2A-DF95-3B9B-3D4E-25E8F2A0A5A3}"/>
                </a:ext>
              </a:extLst>
            </p:cNvPr>
            <p:cNvSpPr>
              <a:spLocks noGrp="1"/>
            </p:cNvSpPr>
            <p:nvPr/>
          </p:nvSpPr>
          <p:spPr>
            <a:xfrm>
              <a:off x="1226387" y="2174536"/>
              <a:ext cx="17542" cy="17183"/>
            </a:xfrm>
            <a:custGeom>
              <a:avLst/>
              <a:gdLst/>
              <a:ahLst/>
              <a:cxnLst/>
              <a:rect l="0" t="0" r="0" b="0"/>
              <a:pathLst>
                <a:path w="17542" h="17183">
                  <a:moveTo>
                    <a:pt x="0" y="17183"/>
                  </a:moveTo>
                  <a:lnTo>
                    <a:pt x="17542" y="0"/>
                  </a:lnTo>
                  <a:lnTo>
                    <a:pt x="14832" y="3167"/>
                  </a:lnTo>
                  <a:close/>
                </a:path>
              </a:pathLst>
            </a:custGeom>
            <a:solidFill>
              <a:srgbClr val="A8B5BF"/>
            </a:solidFill>
            <a:ln w="1524">
              <a:solidFill>
                <a:srgbClr val="A8B5BF"/>
              </a:solidFill>
            </a:ln>
          </p:spPr>
        </p:sp>
        <p:sp>
          <p:nvSpPr>
            <p:cNvPr id="151" name="Input_density__150">
              <a:extLst>
                <a:ext uri="{FF2B5EF4-FFF2-40B4-BE49-F238E27FC236}">
                  <a16:creationId xmlns:a16="http://schemas.microsoft.com/office/drawing/2014/main" id="{E4CCC484-D9E5-87A4-C9BB-E042EB143340}"/>
                </a:ext>
              </a:extLst>
            </p:cNvPr>
            <p:cNvSpPr>
              <a:spLocks noGrp="1"/>
            </p:cNvSpPr>
            <p:nvPr/>
          </p:nvSpPr>
          <p:spPr>
            <a:xfrm>
              <a:off x="498001" y="1603044"/>
              <a:ext cx="1287253" cy="982856"/>
            </a:xfrm>
            <a:custGeom>
              <a:avLst/>
              <a:gdLst/>
              <a:ahLst/>
              <a:cxnLst/>
              <a:rect l="0" t="0" r="0" b="0"/>
              <a:pathLst>
                <a:path w="1287253" h="982856">
                  <a:moveTo>
                    <a:pt x="0" y="579122"/>
                  </a:moveTo>
                  <a:lnTo>
                    <a:pt x="3951" y="586502"/>
                  </a:lnTo>
                  <a:lnTo>
                    <a:pt x="18199" y="598449"/>
                  </a:lnTo>
                  <a:close/>
                  <a:moveTo>
                    <a:pt x="311305" y="892734"/>
                  </a:moveTo>
                  <a:lnTo>
                    <a:pt x="295374" y="909917"/>
                  </a:lnTo>
                  <a:lnTo>
                    <a:pt x="303359" y="917159"/>
                  </a:lnTo>
                  <a:close/>
                  <a:moveTo>
                    <a:pt x="0" y="579122"/>
                  </a:moveTo>
                  <a:lnTo>
                    <a:pt x="18199" y="598449"/>
                  </a:lnTo>
                  <a:lnTo>
                    <a:pt x="29890" y="598694"/>
                  </a:lnTo>
                  <a:close/>
                  <a:moveTo>
                    <a:pt x="4954" y="561939"/>
                  </a:moveTo>
                  <a:lnTo>
                    <a:pt x="0" y="579122"/>
                  </a:lnTo>
                  <a:lnTo>
                    <a:pt x="29890" y="598694"/>
                  </a:lnTo>
                  <a:close/>
                  <a:moveTo>
                    <a:pt x="465784" y="958294"/>
                  </a:moveTo>
                  <a:lnTo>
                    <a:pt x="502990" y="972825"/>
                  </a:lnTo>
                  <a:lnTo>
                    <a:pt x="522014" y="947744"/>
                  </a:lnTo>
                  <a:close/>
                  <a:moveTo>
                    <a:pt x="335721" y="784857"/>
                  </a:moveTo>
                  <a:lnTo>
                    <a:pt x="317050" y="762971"/>
                  </a:lnTo>
                  <a:lnTo>
                    <a:pt x="334971" y="793149"/>
                  </a:lnTo>
                  <a:close/>
                  <a:moveTo>
                    <a:pt x="607784" y="951449"/>
                  </a:moveTo>
                  <a:lnTo>
                    <a:pt x="598044" y="982856"/>
                  </a:lnTo>
                  <a:lnTo>
                    <a:pt x="616662" y="956258"/>
                  </a:lnTo>
                  <a:close/>
                  <a:moveTo>
                    <a:pt x="522014" y="947744"/>
                  </a:moveTo>
                  <a:lnTo>
                    <a:pt x="541856" y="925721"/>
                  </a:lnTo>
                  <a:lnTo>
                    <a:pt x="485608" y="936205"/>
                  </a:lnTo>
                  <a:close/>
                  <a:moveTo>
                    <a:pt x="541856" y="925721"/>
                  </a:moveTo>
                  <a:lnTo>
                    <a:pt x="522014" y="947744"/>
                  </a:lnTo>
                  <a:lnTo>
                    <a:pt x="578014" y="936332"/>
                  </a:lnTo>
                  <a:close/>
                  <a:moveTo>
                    <a:pt x="438935" y="852298"/>
                  </a:moveTo>
                  <a:lnTo>
                    <a:pt x="435768" y="874437"/>
                  </a:lnTo>
                  <a:lnTo>
                    <a:pt x="454352" y="858367"/>
                  </a:lnTo>
                  <a:close/>
                  <a:moveTo>
                    <a:pt x="425637" y="818362"/>
                  </a:moveTo>
                  <a:lnTo>
                    <a:pt x="454352" y="858367"/>
                  </a:lnTo>
                  <a:lnTo>
                    <a:pt x="435287" y="821612"/>
                  </a:lnTo>
                  <a:close/>
                  <a:moveTo>
                    <a:pt x="438935" y="852298"/>
                  </a:moveTo>
                  <a:lnTo>
                    <a:pt x="454352" y="858367"/>
                  </a:lnTo>
                  <a:lnTo>
                    <a:pt x="425637" y="818362"/>
                  </a:lnTo>
                  <a:close/>
                  <a:moveTo>
                    <a:pt x="425088" y="784857"/>
                  </a:moveTo>
                  <a:lnTo>
                    <a:pt x="425637" y="818362"/>
                  </a:lnTo>
                  <a:lnTo>
                    <a:pt x="435287" y="821612"/>
                  </a:lnTo>
                  <a:close/>
                  <a:moveTo>
                    <a:pt x="473475" y="794632"/>
                  </a:moveTo>
                  <a:lnTo>
                    <a:pt x="425637" y="818362"/>
                  </a:lnTo>
                  <a:lnTo>
                    <a:pt x="425088" y="784857"/>
                  </a:lnTo>
                  <a:close/>
                  <a:moveTo>
                    <a:pt x="437979" y="786495"/>
                  </a:moveTo>
                  <a:lnTo>
                    <a:pt x="425637" y="818362"/>
                  </a:lnTo>
                  <a:lnTo>
                    <a:pt x="473475" y="794632"/>
                  </a:lnTo>
                  <a:close/>
                  <a:moveTo>
                    <a:pt x="351265" y="711347"/>
                  </a:moveTo>
                  <a:lnTo>
                    <a:pt x="337989" y="657409"/>
                  </a:lnTo>
                  <a:lnTo>
                    <a:pt x="325492" y="674592"/>
                  </a:lnTo>
                  <a:close/>
                  <a:moveTo>
                    <a:pt x="281464" y="671248"/>
                  </a:moveTo>
                  <a:lnTo>
                    <a:pt x="315505" y="673945"/>
                  </a:lnTo>
                  <a:lnTo>
                    <a:pt x="335496" y="652482"/>
                  </a:lnTo>
                  <a:close/>
                  <a:moveTo>
                    <a:pt x="607784" y="951449"/>
                  </a:moveTo>
                  <a:lnTo>
                    <a:pt x="616662" y="956258"/>
                  </a:lnTo>
                  <a:lnTo>
                    <a:pt x="618138" y="949204"/>
                  </a:lnTo>
                  <a:close/>
                  <a:moveTo>
                    <a:pt x="618138" y="949204"/>
                  </a:moveTo>
                  <a:lnTo>
                    <a:pt x="578014" y="936332"/>
                  </a:lnTo>
                  <a:lnTo>
                    <a:pt x="607784" y="951449"/>
                  </a:lnTo>
                  <a:close/>
                  <a:moveTo>
                    <a:pt x="657676" y="944148"/>
                  </a:moveTo>
                  <a:lnTo>
                    <a:pt x="616662" y="956258"/>
                  </a:lnTo>
                  <a:lnTo>
                    <a:pt x="652699" y="966416"/>
                  </a:lnTo>
                  <a:close/>
                  <a:moveTo>
                    <a:pt x="657676" y="944148"/>
                  </a:moveTo>
                  <a:lnTo>
                    <a:pt x="618138" y="949204"/>
                  </a:lnTo>
                  <a:lnTo>
                    <a:pt x="616662" y="956258"/>
                  </a:lnTo>
                  <a:close/>
                  <a:moveTo>
                    <a:pt x="578342" y="864974"/>
                  </a:moveTo>
                  <a:lnTo>
                    <a:pt x="579365" y="845178"/>
                  </a:lnTo>
                  <a:lnTo>
                    <a:pt x="549891" y="859555"/>
                  </a:lnTo>
                  <a:close/>
                  <a:moveTo>
                    <a:pt x="599537" y="824000"/>
                  </a:moveTo>
                  <a:lnTo>
                    <a:pt x="579365" y="845178"/>
                  </a:lnTo>
                  <a:lnTo>
                    <a:pt x="604900" y="825725"/>
                  </a:lnTo>
                  <a:close/>
                  <a:moveTo>
                    <a:pt x="604900" y="825725"/>
                  </a:moveTo>
                  <a:lnTo>
                    <a:pt x="579365" y="845178"/>
                  </a:lnTo>
                  <a:lnTo>
                    <a:pt x="578342" y="864974"/>
                  </a:lnTo>
                  <a:close/>
                  <a:moveTo>
                    <a:pt x="473960" y="700237"/>
                  </a:moveTo>
                  <a:lnTo>
                    <a:pt x="450280" y="707911"/>
                  </a:lnTo>
                  <a:lnTo>
                    <a:pt x="444643" y="676980"/>
                  </a:lnTo>
                  <a:close/>
                  <a:moveTo>
                    <a:pt x="591422" y="794049"/>
                  </a:moveTo>
                  <a:lnTo>
                    <a:pt x="599537" y="824000"/>
                  </a:lnTo>
                  <a:lnTo>
                    <a:pt x="606025" y="820279"/>
                  </a:lnTo>
                  <a:close/>
                  <a:moveTo>
                    <a:pt x="591422" y="794049"/>
                  </a:moveTo>
                  <a:lnTo>
                    <a:pt x="606025" y="820279"/>
                  </a:lnTo>
                  <a:lnTo>
                    <a:pt x="624543" y="793304"/>
                  </a:lnTo>
                  <a:close/>
                  <a:moveTo>
                    <a:pt x="606025" y="820279"/>
                  </a:moveTo>
                  <a:lnTo>
                    <a:pt x="654656" y="781315"/>
                  </a:lnTo>
                  <a:lnTo>
                    <a:pt x="624543" y="793304"/>
                  </a:lnTo>
                  <a:close/>
                  <a:moveTo>
                    <a:pt x="335905" y="439267"/>
                  </a:moveTo>
                  <a:lnTo>
                    <a:pt x="342121" y="456447"/>
                  </a:lnTo>
                  <a:lnTo>
                    <a:pt x="368179" y="457685"/>
                  </a:lnTo>
                  <a:close/>
                  <a:moveTo>
                    <a:pt x="629401" y="716311"/>
                  </a:moveTo>
                  <a:lnTo>
                    <a:pt x="658866" y="764192"/>
                  </a:lnTo>
                  <a:lnTo>
                    <a:pt x="629066" y="733307"/>
                  </a:lnTo>
                  <a:close/>
                  <a:moveTo>
                    <a:pt x="635790" y="755864"/>
                  </a:moveTo>
                  <a:lnTo>
                    <a:pt x="658866" y="764192"/>
                  </a:lnTo>
                  <a:lnTo>
                    <a:pt x="629401" y="716311"/>
                  </a:lnTo>
                  <a:close/>
                  <a:moveTo>
                    <a:pt x="579459" y="685078"/>
                  </a:moveTo>
                  <a:lnTo>
                    <a:pt x="607046" y="689738"/>
                  </a:lnTo>
                  <a:lnTo>
                    <a:pt x="600923" y="649969"/>
                  </a:lnTo>
                  <a:close/>
                  <a:moveTo>
                    <a:pt x="579459" y="685078"/>
                  </a:moveTo>
                  <a:lnTo>
                    <a:pt x="600923" y="649969"/>
                  </a:lnTo>
                  <a:lnTo>
                    <a:pt x="573752" y="644970"/>
                  </a:lnTo>
                  <a:close/>
                  <a:moveTo>
                    <a:pt x="368179" y="457685"/>
                  </a:moveTo>
                  <a:lnTo>
                    <a:pt x="389975" y="476022"/>
                  </a:lnTo>
                  <a:lnTo>
                    <a:pt x="390433" y="461918"/>
                  </a:lnTo>
                  <a:close/>
                  <a:moveTo>
                    <a:pt x="349102" y="422084"/>
                  </a:moveTo>
                  <a:lnTo>
                    <a:pt x="320433" y="439267"/>
                  </a:lnTo>
                  <a:lnTo>
                    <a:pt x="319433" y="402512"/>
                  </a:lnTo>
                  <a:close/>
                  <a:moveTo>
                    <a:pt x="451447" y="495594"/>
                  </a:moveTo>
                  <a:lnTo>
                    <a:pt x="447365" y="458839"/>
                  </a:lnTo>
                  <a:lnTo>
                    <a:pt x="457691" y="475362"/>
                  </a:lnTo>
                  <a:close/>
                  <a:moveTo>
                    <a:pt x="477465" y="328509"/>
                  </a:moveTo>
                  <a:lnTo>
                    <a:pt x="467951" y="318831"/>
                  </a:lnTo>
                  <a:lnTo>
                    <a:pt x="454688" y="314207"/>
                  </a:lnTo>
                  <a:close/>
                  <a:moveTo>
                    <a:pt x="454688" y="314207"/>
                  </a:moveTo>
                  <a:lnTo>
                    <a:pt x="490605" y="345161"/>
                  </a:lnTo>
                  <a:lnTo>
                    <a:pt x="477465" y="328509"/>
                  </a:lnTo>
                  <a:close/>
                  <a:moveTo>
                    <a:pt x="911044" y="738083"/>
                  </a:moveTo>
                  <a:lnTo>
                    <a:pt x="910980" y="739416"/>
                  </a:lnTo>
                  <a:lnTo>
                    <a:pt x="913057" y="739721"/>
                  </a:lnTo>
                  <a:close/>
                  <a:moveTo>
                    <a:pt x="950694" y="755861"/>
                  </a:moveTo>
                  <a:lnTo>
                    <a:pt x="913057" y="739721"/>
                  </a:lnTo>
                  <a:lnTo>
                    <a:pt x="910980" y="739416"/>
                  </a:lnTo>
                  <a:close/>
                  <a:moveTo>
                    <a:pt x="932456" y="720900"/>
                  </a:moveTo>
                  <a:lnTo>
                    <a:pt x="911044" y="738083"/>
                  </a:lnTo>
                  <a:lnTo>
                    <a:pt x="913057" y="739721"/>
                  </a:lnTo>
                  <a:close/>
                  <a:moveTo>
                    <a:pt x="913057" y="739721"/>
                  </a:moveTo>
                  <a:lnTo>
                    <a:pt x="950694" y="755861"/>
                  </a:lnTo>
                  <a:lnTo>
                    <a:pt x="969349" y="729405"/>
                  </a:lnTo>
                  <a:close/>
                  <a:moveTo>
                    <a:pt x="969349" y="729405"/>
                  </a:moveTo>
                  <a:lnTo>
                    <a:pt x="950694" y="755861"/>
                  </a:lnTo>
                  <a:lnTo>
                    <a:pt x="1007361" y="746948"/>
                  </a:lnTo>
                  <a:close/>
                  <a:moveTo>
                    <a:pt x="962655" y="634999"/>
                  </a:moveTo>
                  <a:lnTo>
                    <a:pt x="970964" y="639234"/>
                  </a:lnTo>
                  <a:lnTo>
                    <a:pt x="954123" y="630207"/>
                  </a:lnTo>
                  <a:close/>
                  <a:moveTo>
                    <a:pt x="909843" y="606099"/>
                  </a:moveTo>
                  <a:lnTo>
                    <a:pt x="925701" y="637954"/>
                  </a:lnTo>
                  <a:lnTo>
                    <a:pt x="942694" y="629744"/>
                  </a:lnTo>
                  <a:close/>
                  <a:moveTo>
                    <a:pt x="942694" y="629744"/>
                  </a:moveTo>
                  <a:lnTo>
                    <a:pt x="925701" y="637954"/>
                  </a:lnTo>
                  <a:lnTo>
                    <a:pt x="926807" y="647390"/>
                  </a:lnTo>
                  <a:close/>
                  <a:moveTo>
                    <a:pt x="943305" y="593452"/>
                  </a:moveTo>
                  <a:lnTo>
                    <a:pt x="909843" y="606099"/>
                  </a:lnTo>
                  <a:lnTo>
                    <a:pt x="942694" y="629744"/>
                  </a:lnTo>
                  <a:close/>
                  <a:moveTo>
                    <a:pt x="954123" y="630207"/>
                  </a:moveTo>
                  <a:lnTo>
                    <a:pt x="943305" y="593452"/>
                  </a:lnTo>
                  <a:lnTo>
                    <a:pt x="942694" y="629744"/>
                  </a:lnTo>
                  <a:close/>
                  <a:moveTo>
                    <a:pt x="970964" y="639234"/>
                  </a:moveTo>
                  <a:lnTo>
                    <a:pt x="1009716" y="659543"/>
                  </a:lnTo>
                  <a:lnTo>
                    <a:pt x="1030590" y="641380"/>
                  </a:lnTo>
                  <a:close/>
                  <a:moveTo>
                    <a:pt x="991749" y="620737"/>
                  </a:moveTo>
                  <a:lnTo>
                    <a:pt x="970964" y="639234"/>
                  </a:lnTo>
                  <a:lnTo>
                    <a:pt x="1030590" y="641380"/>
                  </a:lnTo>
                  <a:close/>
                  <a:moveTo>
                    <a:pt x="905168" y="519942"/>
                  </a:moveTo>
                  <a:lnTo>
                    <a:pt x="905949" y="519771"/>
                  </a:lnTo>
                  <a:lnTo>
                    <a:pt x="870737" y="513652"/>
                  </a:lnTo>
                  <a:close/>
                  <a:moveTo>
                    <a:pt x="870737" y="513652"/>
                  </a:moveTo>
                  <a:lnTo>
                    <a:pt x="905949" y="519771"/>
                  </a:lnTo>
                  <a:lnTo>
                    <a:pt x="917191" y="466553"/>
                  </a:lnTo>
                  <a:close/>
                  <a:moveTo>
                    <a:pt x="870737" y="513652"/>
                  </a:moveTo>
                  <a:lnTo>
                    <a:pt x="917191" y="466553"/>
                  </a:lnTo>
                  <a:lnTo>
                    <a:pt x="887864" y="481481"/>
                  </a:lnTo>
                  <a:close/>
                  <a:moveTo>
                    <a:pt x="917191" y="466553"/>
                  </a:moveTo>
                  <a:lnTo>
                    <a:pt x="905949" y="519771"/>
                  </a:lnTo>
                  <a:lnTo>
                    <a:pt x="917292" y="466004"/>
                  </a:lnTo>
                  <a:close/>
                  <a:moveTo>
                    <a:pt x="846505" y="451423"/>
                  </a:moveTo>
                  <a:lnTo>
                    <a:pt x="825169" y="441773"/>
                  </a:lnTo>
                  <a:lnTo>
                    <a:pt x="861922" y="429248"/>
                  </a:lnTo>
                  <a:close/>
                  <a:moveTo>
                    <a:pt x="779954" y="409677"/>
                  </a:moveTo>
                  <a:lnTo>
                    <a:pt x="825169" y="441773"/>
                  </a:lnTo>
                  <a:lnTo>
                    <a:pt x="786211" y="401610"/>
                  </a:lnTo>
                  <a:close/>
                  <a:moveTo>
                    <a:pt x="870241" y="415591"/>
                  </a:moveTo>
                  <a:lnTo>
                    <a:pt x="825169" y="441773"/>
                  </a:lnTo>
                  <a:lnTo>
                    <a:pt x="818364" y="442417"/>
                  </a:lnTo>
                  <a:close/>
                  <a:moveTo>
                    <a:pt x="917194" y="465881"/>
                  </a:moveTo>
                  <a:lnTo>
                    <a:pt x="917191" y="466553"/>
                  </a:lnTo>
                  <a:lnTo>
                    <a:pt x="917292" y="466004"/>
                  </a:lnTo>
                  <a:close/>
                  <a:moveTo>
                    <a:pt x="917194" y="465881"/>
                  </a:moveTo>
                  <a:lnTo>
                    <a:pt x="917292" y="466004"/>
                  </a:lnTo>
                  <a:lnTo>
                    <a:pt x="916911" y="465507"/>
                  </a:lnTo>
                  <a:close/>
                  <a:moveTo>
                    <a:pt x="1092186" y="583869"/>
                  </a:moveTo>
                  <a:lnTo>
                    <a:pt x="1122320" y="586459"/>
                  </a:lnTo>
                  <a:lnTo>
                    <a:pt x="1103939" y="556655"/>
                  </a:lnTo>
                  <a:close/>
                  <a:moveTo>
                    <a:pt x="1092186" y="583869"/>
                  </a:moveTo>
                  <a:lnTo>
                    <a:pt x="1103939" y="556655"/>
                  </a:lnTo>
                  <a:lnTo>
                    <a:pt x="1084285" y="545546"/>
                  </a:lnTo>
                  <a:close/>
                  <a:moveTo>
                    <a:pt x="1147366" y="593185"/>
                  </a:moveTo>
                  <a:lnTo>
                    <a:pt x="1122320" y="586459"/>
                  </a:lnTo>
                  <a:lnTo>
                    <a:pt x="1117624" y="621426"/>
                  </a:lnTo>
                  <a:close/>
                  <a:moveTo>
                    <a:pt x="1122320" y="586459"/>
                  </a:moveTo>
                  <a:lnTo>
                    <a:pt x="1147366" y="593185"/>
                  </a:lnTo>
                  <a:lnTo>
                    <a:pt x="1103939" y="556655"/>
                  </a:lnTo>
                  <a:close/>
                  <a:moveTo>
                    <a:pt x="1084285" y="545546"/>
                  </a:moveTo>
                  <a:lnTo>
                    <a:pt x="1103939" y="556655"/>
                  </a:lnTo>
                  <a:lnTo>
                    <a:pt x="1098456" y="549757"/>
                  </a:lnTo>
                  <a:close/>
                  <a:moveTo>
                    <a:pt x="912125" y="284617"/>
                  </a:moveTo>
                  <a:lnTo>
                    <a:pt x="882156" y="288291"/>
                  </a:lnTo>
                  <a:lnTo>
                    <a:pt x="895865" y="321892"/>
                  </a:lnTo>
                  <a:close/>
                  <a:moveTo>
                    <a:pt x="882156" y="288291"/>
                  </a:moveTo>
                  <a:lnTo>
                    <a:pt x="912125" y="284617"/>
                  </a:lnTo>
                  <a:lnTo>
                    <a:pt x="884053" y="274816"/>
                  </a:lnTo>
                  <a:close/>
                  <a:moveTo>
                    <a:pt x="1000143" y="267433"/>
                  </a:moveTo>
                  <a:lnTo>
                    <a:pt x="957154" y="298974"/>
                  </a:lnTo>
                  <a:lnTo>
                    <a:pt x="958451" y="280440"/>
                  </a:lnTo>
                  <a:close/>
                  <a:moveTo>
                    <a:pt x="928839" y="277426"/>
                  </a:moveTo>
                  <a:lnTo>
                    <a:pt x="934985" y="284617"/>
                  </a:lnTo>
                  <a:lnTo>
                    <a:pt x="945764" y="256388"/>
                  </a:lnTo>
                  <a:close/>
                  <a:moveTo>
                    <a:pt x="901456" y="120699"/>
                  </a:moveTo>
                  <a:lnTo>
                    <a:pt x="863201" y="100642"/>
                  </a:lnTo>
                  <a:lnTo>
                    <a:pt x="896654" y="120414"/>
                  </a:lnTo>
                  <a:close/>
                  <a:moveTo>
                    <a:pt x="904877" y="131888"/>
                  </a:moveTo>
                  <a:lnTo>
                    <a:pt x="896654" y="120414"/>
                  </a:lnTo>
                  <a:lnTo>
                    <a:pt x="901659" y="103230"/>
                  </a:lnTo>
                  <a:close/>
                  <a:moveTo>
                    <a:pt x="901550" y="119448"/>
                  </a:moveTo>
                  <a:lnTo>
                    <a:pt x="951357" y="84884"/>
                  </a:lnTo>
                  <a:lnTo>
                    <a:pt x="916524" y="79228"/>
                  </a:lnTo>
                  <a:close/>
                  <a:moveTo>
                    <a:pt x="1172323" y="35931"/>
                  </a:moveTo>
                  <a:lnTo>
                    <a:pt x="1184321" y="8518"/>
                  </a:lnTo>
                  <a:lnTo>
                    <a:pt x="1161478" y="0"/>
                  </a:lnTo>
                  <a:close/>
                  <a:moveTo>
                    <a:pt x="1266945" y="102675"/>
                  </a:moveTo>
                  <a:lnTo>
                    <a:pt x="1279884" y="136903"/>
                  </a:lnTo>
                  <a:lnTo>
                    <a:pt x="1287253" y="144762"/>
                  </a:lnTo>
                  <a:close/>
                  <a:moveTo>
                    <a:pt x="1266945" y="102675"/>
                  </a:moveTo>
                  <a:lnTo>
                    <a:pt x="1272063" y="108007"/>
                  </a:lnTo>
                  <a:lnTo>
                    <a:pt x="1253523" y="82344"/>
                  </a:lnTo>
                  <a:close/>
                </a:path>
              </a:pathLst>
            </a:custGeom>
            <a:solidFill>
              <a:srgbClr val="C2CCD3"/>
            </a:solidFill>
            <a:ln w="1524">
              <a:solidFill>
                <a:srgbClr val="C2CCD3"/>
              </a:solidFill>
            </a:ln>
          </p:spPr>
        </p:sp>
        <p:sp>
          <p:nvSpPr>
            <p:cNvPr id="152" name="Input_density__151">
              <a:extLst>
                <a:ext uri="{FF2B5EF4-FFF2-40B4-BE49-F238E27FC236}">
                  <a16:creationId xmlns:a16="http://schemas.microsoft.com/office/drawing/2014/main" id="{7B3FC3DE-B214-0B26-B914-B1027F80D19E}"/>
                </a:ext>
              </a:extLst>
            </p:cNvPr>
            <p:cNvSpPr>
              <a:spLocks noGrp="1"/>
            </p:cNvSpPr>
            <p:nvPr/>
          </p:nvSpPr>
          <p:spPr>
            <a:xfrm>
              <a:off x="496477" y="1568191"/>
              <a:ext cx="1268468" cy="993147"/>
            </a:xfrm>
            <a:custGeom>
              <a:avLst/>
              <a:gdLst/>
              <a:ahLst/>
              <a:cxnLst/>
              <a:rect l="0" t="0" r="0" b="0"/>
              <a:pathLst>
                <a:path w="1268468" h="993147">
                  <a:moveTo>
                    <a:pt x="312828" y="927587"/>
                  </a:moveTo>
                  <a:lnTo>
                    <a:pt x="304883" y="952013"/>
                  </a:lnTo>
                  <a:lnTo>
                    <a:pt x="327886" y="941808"/>
                  </a:lnTo>
                  <a:close/>
                  <a:moveTo>
                    <a:pt x="278022" y="908015"/>
                  </a:moveTo>
                  <a:lnTo>
                    <a:pt x="296898" y="944770"/>
                  </a:lnTo>
                  <a:lnTo>
                    <a:pt x="312828" y="927587"/>
                  </a:lnTo>
                  <a:close/>
                  <a:moveTo>
                    <a:pt x="0" y="577220"/>
                  </a:moveTo>
                  <a:lnTo>
                    <a:pt x="1524" y="613976"/>
                  </a:lnTo>
                  <a:lnTo>
                    <a:pt x="6478" y="596792"/>
                  </a:lnTo>
                  <a:close/>
                  <a:moveTo>
                    <a:pt x="386907" y="941695"/>
                  </a:moveTo>
                  <a:lnTo>
                    <a:pt x="348276" y="910404"/>
                  </a:lnTo>
                  <a:lnTo>
                    <a:pt x="327886" y="941808"/>
                  </a:lnTo>
                  <a:close/>
                  <a:moveTo>
                    <a:pt x="457976" y="983914"/>
                  </a:moveTo>
                  <a:lnTo>
                    <a:pt x="453663" y="992999"/>
                  </a:lnTo>
                  <a:lnTo>
                    <a:pt x="467308" y="993147"/>
                  </a:lnTo>
                  <a:close/>
                  <a:moveTo>
                    <a:pt x="481780" y="966730"/>
                  </a:moveTo>
                  <a:lnTo>
                    <a:pt x="467308" y="993147"/>
                  </a:lnTo>
                  <a:lnTo>
                    <a:pt x="487132" y="971058"/>
                  </a:lnTo>
                  <a:close/>
                  <a:moveTo>
                    <a:pt x="481780" y="966730"/>
                  </a:moveTo>
                  <a:lnTo>
                    <a:pt x="457976" y="983914"/>
                  </a:lnTo>
                  <a:lnTo>
                    <a:pt x="467308" y="993147"/>
                  </a:lnTo>
                  <a:close/>
                  <a:moveTo>
                    <a:pt x="454464" y="947159"/>
                  </a:moveTo>
                  <a:lnTo>
                    <a:pt x="457976" y="983914"/>
                  </a:lnTo>
                  <a:lnTo>
                    <a:pt x="481780" y="966730"/>
                  </a:lnTo>
                  <a:close/>
                  <a:moveTo>
                    <a:pt x="454464" y="947159"/>
                  </a:moveTo>
                  <a:lnTo>
                    <a:pt x="481780" y="966730"/>
                  </a:lnTo>
                  <a:lnTo>
                    <a:pt x="465225" y="929975"/>
                  </a:lnTo>
                  <a:close/>
                  <a:moveTo>
                    <a:pt x="487132" y="971058"/>
                  </a:moveTo>
                  <a:lnTo>
                    <a:pt x="467308" y="993147"/>
                  </a:lnTo>
                  <a:lnTo>
                    <a:pt x="523538" y="982597"/>
                  </a:lnTo>
                  <a:close/>
                  <a:moveTo>
                    <a:pt x="321857" y="800139"/>
                  </a:moveTo>
                  <a:lnTo>
                    <a:pt x="329245" y="836894"/>
                  </a:lnTo>
                  <a:lnTo>
                    <a:pt x="318573" y="797824"/>
                  </a:lnTo>
                  <a:close/>
                  <a:moveTo>
                    <a:pt x="329245" y="836894"/>
                  </a:moveTo>
                  <a:lnTo>
                    <a:pt x="336494" y="828002"/>
                  </a:lnTo>
                  <a:lnTo>
                    <a:pt x="318573" y="797824"/>
                  </a:lnTo>
                  <a:close/>
                  <a:moveTo>
                    <a:pt x="191745" y="640680"/>
                  </a:moveTo>
                  <a:lnTo>
                    <a:pt x="170289" y="630100"/>
                  </a:lnTo>
                  <a:lnTo>
                    <a:pt x="157205" y="641672"/>
                  </a:lnTo>
                  <a:close/>
                  <a:moveTo>
                    <a:pt x="191745" y="640680"/>
                  </a:moveTo>
                  <a:lnTo>
                    <a:pt x="205568" y="637427"/>
                  </a:lnTo>
                  <a:lnTo>
                    <a:pt x="170289" y="630100"/>
                  </a:lnTo>
                  <a:close/>
                  <a:moveTo>
                    <a:pt x="481780" y="966730"/>
                  </a:moveTo>
                  <a:lnTo>
                    <a:pt x="487132" y="971058"/>
                  </a:lnTo>
                  <a:lnTo>
                    <a:pt x="491666" y="962103"/>
                  </a:lnTo>
                  <a:close/>
                  <a:moveTo>
                    <a:pt x="470452" y="908692"/>
                  </a:moveTo>
                  <a:lnTo>
                    <a:pt x="465225" y="929975"/>
                  </a:lnTo>
                  <a:lnTo>
                    <a:pt x="473708" y="876037"/>
                  </a:lnTo>
                  <a:close/>
                  <a:moveTo>
                    <a:pt x="471849" y="888719"/>
                  </a:moveTo>
                  <a:lnTo>
                    <a:pt x="473708" y="876037"/>
                  </a:lnTo>
                  <a:lnTo>
                    <a:pt x="479613" y="846740"/>
                  </a:lnTo>
                  <a:close/>
                  <a:moveTo>
                    <a:pt x="494202" y="893220"/>
                  </a:moveTo>
                  <a:lnTo>
                    <a:pt x="479613" y="846740"/>
                  </a:lnTo>
                  <a:lnTo>
                    <a:pt x="483497" y="839282"/>
                  </a:lnTo>
                  <a:close/>
                  <a:moveTo>
                    <a:pt x="341944" y="734077"/>
                  </a:moveTo>
                  <a:lnTo>
                    <a:pt x="340453" y="700171"/>
                  </a:lnTo>
                  <a:lnTo>
                    <a:pt x="352789" y="746200"/>
                  </a:lnTo>
                  <a:close/>
                  <a:moveTo>
                    <a:pt x="339513" y="692262"/>
                  </a:moveTo>
                  <a:lnTo>
                    <a:pt x="337020" y="687336"/>
                  </a:lnTo>
                  <a:lnTo>
                    <a:pt x="317028" y="708798"/>
                  </a:lnTo>
                  <a:close/>
                  <a:moveTo>
                    <a:pt x="297376" y="663688"/>
                  </a:moveTo>
                  <a:lnTo>
                    <a:pt x="282988" y="706102"/>
                  </a:lnTo>
                  <a:lnTo>
                    <a:pt x="337020" y="687336"/>
                  </a:lnTo>
                  <a:close/>
                  <a:moveTo>
                    <a:pt x="583098" y="941947"/>
                  </a:moveTo>
                  <a:lnTo>
                    <a:pt x="579537" y="971186"/>
                  </a:lnTo>
                  <a:lnTo>
                    <a:pt x="619661" y="984057"/>
                  </a:lnTo>
                  <a:close/>
                  <a:moveTo>
                    <a:pt x="623154" y="936470"/>
                  </a:moveTo>
                  <a:lnTo>
                    <a:pt x="583098" y="941947"/>
                  </a:lnTo>
                  <a:lnTo>
                    <a:pt x="619661" y="984057"/>
                  </a:lnTo>
                  <a:close/>
                  <a:moveTo>
                    <a:pt x="664383" y="943050"/>
                  </a:moveTo>
                  <a:lnTo>
                    <a:pt x="647914" y="932364"/>
                  </a:lnTo>
                  <a:lnTo>
                    <a:pt x="659200" y="979001"/>
                  </a:lnTo>
                  <a:close/>
                  <a:moveTo>
                    <a:pt x="659200" y="979001"/>
                  </a:moveTo>
                  <a:lnTo>
                    <a:pt x="647914" y="932364"/>
                  </a:lnTo>
                  <a:lnTo>
                    <a:pt x="623154" y="936470"/>
                  </a:lnTo>
                  <a:close/>
                  <a:moveTo>
                    <a:pt x="659200" y="979001"/>
                  </a:moveTo>
                  <a:lnTo>
                    <a:pt x="623154" y="936470"/>
                  </a:lnTo>
                  <a:lnTo>
                    <a:pt x="619661" y="984057"/>
                  </a:lnTo>
                  <a:close/>
                  <a:moveTo>
                    <a:pt x="583098" y="941947"/>
                  </a:moveTo>
                  <a:lnTo>
                    <a:pt x="543379" y="960574"/>
                  </a:lnTo>
                  <a:lnTo>
                    <a:pt x="579537" y="971186"/>
                  </a:lnTo>
                  <a:close/>
                  <a:moveTo>
                    <a:pt x="545418" y="945492"/>
                  </a:moveTo>
                  <a:lnTo>
                    <a:pt x="583098" y="941947"/>
                  </a:lnTo>
                  <a:lnTo>
                    <a:pt x="579866" y="899828"/>
                  </a:lnTo>
                  <a:close/>
                  <a:moveTo>
                    <a:pt x="583098" y="941947"/>
                  </a:moveTo>
                  <a:lnTo>
                    <a:pt x="613276" y="899754"/>
                  </a:lnTo>
                  <a:lnTo>
                    <a:pt x="579866" y="899828"/>
                  </a:lnTo>
                  <a:close/>
                  <a:moveTo>
                    <a:pt x="606423" y="860578"/>
                  </a:moveTo>
                  <a:lnTo>
                    <a:pt x="579866" y="899828"/>
                  </a:lnTo>
                  <a:lnTo>
                    <a:pt x="613276" y="899754"/>
                  </a:lnTo>
                  <a:close/>
                  <a:moveTo>
                    <a:pt x="483497" y="839282"/>
                  </a:moveTo>
                  <a:lnTo>
                    <a:pt x="479613" y="846740"/>
                  </a:lnTo>
                  <a:lnTo>
                    <a:pt x="482351" y="835435"/>
                  </a:lnTo>
                  <a:close/>
                  <a:moveTo>
                    <a:pt x="474998" y="829485"/>
                  </a:moveTo>
                  <a:lnTo>
                    <a:pt x="483497" y="839282"/>
                  </a:lnTo>
                  <a:lnTo>
                    <a:pt x="482351" y="835435"/>
                  </a:lnTo>
                  <a:close/>
                  <a:moveTo>
                    <a:pt x="704760" y="924303"/>
                  </a:moveTo>
                  <a:lnTo>
                    <a:pt x="666073" y="928667"/>
                  </a:lnTo>
                  <a:lnTo>
                    <a:pt x="664383" y="943050"/>
                  </a:lnTo>
                  <a:close/>
                  <a:moveTo>
                    <a:pt x="442073" y="706850"/>
                  </a:moveTo>
                  <a:lnTo>
                    <a:pt x="475483" y="735090"/>
                  </a:lnTo>
                  <a:lnTo>
                    <a:pt x="446167" y="711834"/>
                  </a:lnTo>
                  <a:close/>
                  <a:moveTo>
                    <a:pt x="660389" y="799046"/>
                  </a:moveTo>
                  <a:lnTo>
                    <a:pt x="626066" y="828158"/>
                  </a:lnTo>
                  <a:lnTo>
                    <a:pt x="656179" y="816168"/>
                  </a:lnTo>
                  <a:close/>
                  <a:moveTo>
                    <a:pt x="596818" y="751804"/>
                  </a:moveTo>
                  <a:lnTo>
                    <a:pt x="608570" y="724591"/>
                  </a:lnTo>
                  <a:lnTo>
                    <a:pt x="580983" y="719931"/>
                  </a:lnTo>
                  <a:close/>
                  <a:moveTo>
                    <a:pt x="649809" y="762900"/>
                  </a:moveTo>
                  <a:lnTo>
                    <a:pt x="631415" y="750977"/>
                  </a:lnTo>
                  <a:lnTo>
                    <a:pt x="657894" y="726373"/>
                  </a:lnTo>
                  <a:close/>
                  <a:moveTo>
                    <a:pt x="580983" y="719931"/>
                  </a:moveTo>
                  <a:lnTo>
                    <a:pt x="575276" y="679823"/>
                  </a:lnTo>
                  <a:lnTo>
                    <a:pt x="542222" y="724355"/>
                  </a:lnTo>
                  <a:close/>
                  <a:moveTo>
                    <a:pt x="562246" y="645669"/>
                  </a:moveTo>
                  <a:lnTo>
                    <a:pt x="515321" y="657895"/>
                  </a:lnTo>
                  <a:lnTo>
                    <a:pt x="575276" y="679823"/>
                  </a:lnTo>
                  <a:close/>
                  <a:moveTo>
                    <a:pt x="426377" y="530447"/>
                  </a:moveTo>
                  <a:lnTo>
                    <a:pt x="391957" y="496771"/>
                  </a:lnTo>
                  <a:lnTo>
                    <a:pt x="391499" y="510875"/>
                  </a:lnTo>
                  <a:close/>
                  <a:moveTo>
                    <a:pt x="337428" y="474120"/>
                  </a:moveTo>
                  <a:lnTo>
                    <a:pt x="369703" y="492539"/>
                  </a:lnTo>
                  <a:lnTo>
                    <a:pt x="354058" y="456937"/>
                  </a:lnTo>
                  <a:close/>
                  <a:moveTo>
                    <a:pt x="322006" y="437365"/>
                  </a:moveTo>
                  <a:lnTo>
                    <a:pt x="337428" y="474120"/>
                  </a:lnTo>
                  <a:lnTo>
                    <a:pt x="354058" y="456937"/>
                  </a:lnTo>
                  <a:close/>
                  <a:moveTo>
                    <a:pt x="322006" y="437365"/>
                  </a:moveTo>
                  <a:lnTo>
                    <a:pt x="354058" y="456937"/>
                  </a:lnTo>
                  <a:lnTo>
                    <a:pt x="348553" y="420182"/>
                  </a:lnTo>
                  <a:close/>
                  <a:moveTo>
                    <a:pt x="322006" y="437365"/>
                  </a:moveTo>
                  <a:lnTo>
                    <a:pt x="348553" y="420182"/>
                  </a:lnTo>
                  <a:lnTo>
                    <a:pt x="320842" y="434433"/>
                  </a:lnTo>
                  <a:close/>
                  <a:moveTo>
                    <a:pt x="631415" y="750977"/>
                  </a:moveTo>
                  <a:lnTo>
                    <a:pt x="671728" y="778096"/>
                  </a:lnTo>
                  <a:lnTo>
                    <a:pt x="631401" y="750777"/>
                  </a:lnTo>
                  <a:close/>
                  <a:moveTo>
                    <a:pt x="473985" y="537073"/>
                  </a:moveTo>
                  <a:lnTo>
                    <a:pt x="452971" y="530447"/>
                  </a:lnTo>
                  <a:lnTo>
                    <a:pt x="455575" y="516885"/>
                  </a:lnTo>
                  <a:close/>
                  <a:moveTo>
                    <a:pt x="318128" y="328078"/>
                  </a:moveTo>
                  <a:lnTo>
                    <a:pt x="330047" y="329489"/>
                  </a:lnTo>
                  <a:lnTo>
                    <a:pt x="333567" y="338164"/>
                  </a:lnTo>
                  <a:close/>
                  <a:moveTo>
                    <a:pt x="282507" y="319472"/>
                  </a:moveTo>
                  <a:lnTo>
                    <a:pt x="308392" y="320043"/>
                  </a:lnTo>
                  <a:lnTo>
                    <a:pt x="318128" y="328078"/>
                  </a:lnTo>
                  <a:close/>
                  <a:moveTo>
                    <a:pt x="478988" y="363362"/>
                  </a:moveTo>
                  <a:lnTo>
                    <a:pt x="515492" y="385815"/>
                  </a:lnTo>
                  <a:lnTo>
                    <a:pt x="469475" y="353685"/>
                  </a:lnTo>
                  <a:close/>
                  <a:moveTo>
                    <a:pt x="515492" y="385815"/>
                  </a:moveTo>
                  <a:lnTo>
                    <a:pt x="517424" y="386538"/>
                  </a:lnTo>
                  <a:lnTo>
                    <a:pt x="469475" y="353685"/>
                  </a:lnTo>
                  <a:close/>
                  <a:moveTo>
                    <a:pt x="518784" y="387574"/>
                  </a:moveTo>
                  <a:lnTo>
                    <a:pt x="517424" y="386538"/>
                  </a:lnTo>
                  <a:lnTo>
                    <a:pt x="515492" y="385815"/>
                  </a:lnTo>
                  <a:close/>
                  <a:moveTo>
                    <a:pt x="440270" y="343177"/>
                  </a:moveTo>
                  <a:lnTo>
                    <a:pt x="413264" y="338416"/>
                  </a:lnTo>
                  <a:lnTo>
                    <a:pt x="381530" y="344343"/>
                  </a:lnTo>
                  <a:close/>
                  <a:moveTo>
                    <a:pt x="447407" y="341493"/>
                  </a:moveTo>
                  <a:lnTo>
                    <a:pt x="456212" y="349060"/>
                  </a:lnTo>
                  <a:lnTo>
                    <a:pt x="469475" y="353685"/>
                  </a:lnTo>
                  <a:close/>
                  <a:moveTo>
                    <a:pt x="440270" y="343177"/>
                  </a:moveTo>
                  <a:lnTo>
                    <a:pt x="456212" y="349060"/>
                  </a:lnTo>
                  <a:lnTo>
                    <a:pt x="447407" y="341493"/>
                  </a:lnTo>
                  <a:close/>
                  <a:moveTo>
                    <a:pt x="413264" y="338416"/>
                  </a:moveTo>
                  <a:lnTo>
                    <a:pt x="440270" y="343177"/>
                  </a:lnTo>
                  <a:lnTo>
                    <a:pt x="447407" y="341493"/>
                  </a:lnTo>
                  <a:close/>
                  <a:moveTo>
                    <a:pt x="687447" y="598060"/>
                  </a:moveTo>
                  <a:lnTo>
                    <a:pt x="718892" y="599584"/>
                  </a:lnTo>
                  <a:lnTo>
                    <a:pt x="714262" y="558601"/>
                  </a:lnTo>
                  <a:close/>
                  <a:moveTo>
                    <a:pt x="764611" y="589162"/>
                  </a:moveTo>
                  <a:lnTo>
                    <a:pt x="764689" y="587884"/>
                  </a:lnTo>
                  <a:lnTo>
                    <a:pt x="718892" y="599584"/>
                  </a:lnTo>
                  <a:close/>
                  <a:moveTo>
                    <a:pt x="718892" y="599584"/>
                  </a:moveTo>
                  <a:lnTo>
                    <a:pt x="764689" y="587884"/>
                  </a:lnTo>
                  <a:lnTo>
                    <a:pt x="751765" y="555199"/>
                  </a:lnTo>
                  <a:close/>
                  <a:moveTo>
                    <a:pt x="672398" y="565548"/>
                  </a:moveTo>
                  <a:lnTo>
                    <a:pt x="660695" y="544427"/>
                  </a:lnTo>
                  <a:lnTo>
                    <a:pt x="645291" y="515749"/>
                  </a:lnTo>
                  <a:close/>
                  <a:moveTo>
                    <a:pt x="492129" y="380015"/>
                  </a:moveTo>
                  <a:lnTo>
                    <a:pt x="543345" y="410212"/>
                  </a:lnTo>
                  <a:lnTo>
                    <a:pt x="515492" y="385815"/>
                  </a:lnTo>
                  <a:close/>
                  <a:moveTo>
                    <a:pt x="515492" y="385815"/>
                  </a:moveTo>
                  <a:lnTo>
                    <a:pt x="543345" y="410212"/>
                  </a:lnTo>
                  <a:lnTo>
                    <a:pt x="518784" y="387574"/>
                  </a:lnTo>
                  <a:close/>
                  <a:moveTo>
                    <a:pt x="492129" y="380015"/>
                  </a:moveTo>
                  <a:lnTo>
                    <a:pt x="515492" y="385815"/>
                  </a:lnTo>
                  <a:lnTo>
                    <a:pt x="478988" y="363362"/>
                  </a:lnTo>
                  <a:close/>
                  <a:moveTo>
                    <a:pt x="576420" y="368632"/>
                  </a:moveTo>
                  <a:lnTo>
                    <a:pt x="573448" y="412827"/>
                  </a:lnTo>
                  <a:lnTo>
                    <a:pt x="575453" y="378668"/>
                  </a:lnTo>
                  <a:close/>
                  <a:moveTo>
                    <a:pt x="933980" y="755753"/>
                  </a:moveTo>
                  <a:lnTo>
                    <a:pt x="914581" y="774574"/>
                  </a:lnTo>
                  <a:lnTo>
                    <a:pt x="935624" y="757043"/>
                  </a:lnTo>
                  <a:close/>
                  <a:moveTo>
                    <a:pt x="881777" y="736182"/>
                  </a:moveTo>
                  <a:lnTo>
                    <a:pt x="912568" y="772937"/>
                  </a:lnTo>
                  <a:lnTo>
                    <a:pt x="933980" y="755753"/>
                  </a:lnTo>
                  <a:close/>
                  <a:moveTo>
                    <a:pt x="935624" y="757043"/>
                  </a:moveTo>
                  <a:lnTo>
                    <a:pt x="914581" y="774574"/>
                  </a:lnTo>
                  <a:lnTo>
                    <a:pt x="970873" y="764258"/>
                  </a:lnTo>
                  <a:close/>
                  <a:moveTo>
                    <a:pt x="783392" y="561602"/>
                  </a:moveTo>
                  <a:lnTo>
                    <a:pt x="800762" y="535224"/>
                  </a:lnTo>
                  <a:lnTo>
                    <a:pt x="769667" y="552407"/>
                  </a:lnTo>
                  <a:close/>
                  <a:moveTo>
                    <a:pt x="1017709" y="742916"/>
                  </a:moveTo>
                  <a:lnTo>
                    <a:pt x="1008885" y="781801"/>
                  </a:lnTo>
                  <a:lnTo>
                    <a:pt x="1046541" y="791311"/>
                  </a:lnTo>
                  <a:close/>
                  <a:moveTo>
                    <a:pt x="933980" y="755753"/>
                  </a:moveTo>
                  <a:lnTo>
                    <a:pt x="935624" y="757043"/>
                  </a:lnTo>
                  <a:lnTo>
                    <a:pt x="936218" y="754990"/>
                  </a:lnTo>
                  <a:close/>
                  <a:moveTo>
                    <a:pt x="974153" y="751238"/>
                  </a:moveTo>
                  <a:lnTo>
                    <a:pt x="935624" y="757043"/>
                  </a:lnTo>
                  <a:lnTo>
                    <a:pt x="970873" y="764258"/>
                  </a:lnTo>
                  <a:close/>
                  <a:moveTo>
                    <a:pt x="974153" y="751238"/>
                  </a:moveTo>
                  <a:lnTo>
                    <a:pt x="936218" y="754990"/>
                  </a:lnTo>
                  <a:lnTo>
                    <a:pt x="935624" y="757043"/>
                  </a:lnTo>
                  <a:close/>
                  <a:moveTo>
                    <a:pt x="936218" y="754990"/>
                  </a:moveTo>
                  <a:lnTo>
                    <a:pt x="974153" y="751238"/>
                  </a:lnTo>
                  <a:lnTo>
                    <a:pt x="970423" y="709523"/>
                  </a:lnTo>
                  <a:close/>
                  <a:moveTo>
                    <a:pt x="1017709" y="742916"/>
                  </a:moveTo>
                  <a:lnTo>
                    <a:pt x="970873" y="764258"/>
                  </a:lnTo>
                  <a:lnTo>
                    <a:pt x="1008885" y="781801"/>
                  </a:lnTo>
                  <a:close/>
                  <a:moveTo>
                    <a:pt x="1017709" y="742916"/>
                  </a:moveTo>
                  <a:lnTo>
                    <a:pt x="974153" y="751238"/>
                  </a:lnTo>
                  <a:lnTo>
                    <a:pt x="970873" y="764258"/>
                  </a:lnTo>
                  <a:close/>
                  <a:moveTo>
                    <a:pt x="974153" y="751238"/>
                  </a:moveTo>
                  <a:lnTo>
                    <a:pt x="1017709" y="742916"/>
                  </a:lnTo>
                  <a:lnTo>
                    <a:pt x="1011103" y="703539"/>
                  </a:lnTo>
                  <a:close/>
                  <a:moveTo>
                    <a:pt x="1017709" y="742916"/>
                  </a:moveTo>
                  <a:lnTo>
                    <a:pt x="1044715" y="703301"/>
                  </a:lnTo>
                  <a:lnTo>
                    <a:pt x="1011103" y="703539"/>
                  </a:lnTo>
                  <a:close/>
                  <a:moveTo>
                    <a:pt x="970423" y="709523"/>
                  </a:moveTo>
                  <a:lnTo>
                    <a:pt x="952933" y="697182"/>
                  </a:lnTo>
                  <a:lnTo>
                    <a:pt x="928331" y="682243"/>
                  </a:lnTo>
                  <a:close/>
                  <a:moveTo>
                    <a:pt x="906692" y="554795"/>
                  </a:moveTo>
                  <a:lnTo>
                    <a:pt x="872092" y="608733"/>
                  </a:lnTo>
                  <a:lnTo>
                    <a:pt x="910110" y="591550"/>
                  </a:lnTo>
                  <a:close/>
                  <a:moveTo>
                    <a:pt x="804791" y="518040"/>
                  </a:moveTo>
                  <a:lnTo>
                    <a:pt x="822602" y="487419"/>
                  </a:lnTo>
                  <a:lnTo>
                    <a:pt x="791339" y="498468"/>
                  </a:lnTo>
                  <a:close/>
                  <a:moveTo>
                    <a:pt x="781477" y="444530"/>
                  </a:moveTo>
                  <a:lnTo>
                    <a:pt x="812595" y="488087"/>
                  </a:lnTo>
                  <a:lnTo>
                    <a:pt x="819888" y="477271"/>
                  </a:lnTo>
                  <a:close/>
                  <a:moveTo>
                    <a:pt x="791339" y="498468"/>
                  </a:moveTo>
                  <a:lnTo>
                    <a:pt x="812595" y="488087"/>
                  </a:lnTo>
                  <a:lnTo>
                    <a:pt x="781477" y="444530"/>
                  </a:lnTo>
                  <a:close/>
                  <a:moveTo>
                    <a:pt x="764537" y="461714"/>
                  </a:moveTo>
                  <a:lnTo>
                    <a:pt x="791339" y="498468"/>
                  </a:lnTo>
                  <a:lnTo>
                    <a:pt x="781477" y="444530"/>
                  </a:lnTo>
                  <a:close/>
                  <a:moveTo>
                    <a:pt x="982370" y="647877"/>
                  </a:moveTo>
                  <a:lnTo>
                    <a:pt x="955647" y="665060"/>
                  </a:lnTo>
                  <a:lnTo>
                    <a:pt x="972488" y="674087"/>
                  </a:lnTo>
                  <a:close/>
                  <a:moveTo>
                    <a:pt x="906692" y="554795"/>
                  </a:moveTo>
                  <a:lnTo>
                    <a:pt x="920702" y="588616"/>
                  </a:lnTo>
                  <a:lnTo>
                    <a:pt x="907472" y="554624"/>
                  </a:lnTo>
                  <a:close/>
                  <a:moveTo>
                    <a:pt x="906692" y="554795"/>
                  </a:moveTo>
                  <a:lnTo>
                    <a:pt x="910110" y="591550"/>
                  </a:lnTo>
                  <a:lnTo>
                    <a:pt x="920702" y="588616"/>
                  </a:lnTo>
                  <a:close/>
                  <a:moveTo>
                    <a:pt x="902263" y="469365"/>
                  </a:moveTo>
                  <a:lnTo>
                    <a:pt x="918435" y="500361"/>
                  </a:lnTo>
                  <a:lnTo>
                    <a:pt x="918815" y="500857"/>
                  </a:lnTo>
                  <a:close/>
                  <a:moveTo>
                    <a:pt x="819888" y="477271"/>
                  </a:moveTo>
                  <a:lnTo>
                    <a:pt x="826693" y="476626"/>
                  </a:lnTo>
                  <a:lnTo>
                    <a:pt x="781477" y="444530"/>
                  </a:lnTo>
                  <a:close/>
                  <a:moveTo>
                    <a:pt x="871765" y="450444"/>
                  </a:moveTo>
                  <a:lnTo>
                    <a:pt x="819888" y="477271"/>
                  </a:lnTo>
                  <a:lnTo>
                    <a:pt x="851326" y="470236"/>
                  </a:lnTo>
                  <a:close/>
                  <a:moveTo>
                    <a:pt x="683237" y="333000"/>
                  </a:moveTo>
                  <a:lnTo>
                    <a:pt x="720533" y="354951"/>
                  </a:lnTo>
                  <a:lnTo>
                    <a:pt x="686171" y="334265"/>
                  </a:lnTo>
                  <a:close/>
                  <a:moveTo>
                    <a:pt x="743576" y="317082"/>
                  </a:moveTo>
                  <a:lnTo>
                    <a:pt x="731919" y="334265"/>
                  </a:lnTo>
                  <a:lnTo>
                    <a:pt x="747978" y="353837"/>
                  </a:lnTo>
                  <a:close/>
                  <a:moveTo>
                    <a:pt x="717757" y="297510"/>
                  </a:moveTo>
                  <a:lnTo>
                    <a:pt x="731919" y="334265"/>
                  </a:lnTo>
                  <a:lnTo>
                    <a:pt x="743576" y="317082"/>
                  </a:lnTo>
                  <a:close/>
                  <a:moveTo>
                    <a:pt x="918718" y="500735"/>
                  </a:moveTo>
                  <a:lnTo>
                    <a:pt x="889388" y="516334"/>
                  </a:lnTo>
                  <a:lnTo>
                    <a:pt x="918715" y="501407"/>
                  </a:lnTo>
                  <a:close/>
                  <a:moveTo>
                    <a:pt x="918718" y="500735"/>
                  </a:moveTo>
                  <a:lnTo>
                    <a:pt x="888731" y="498025"/>
                  </a:lnTo>
                  <a:lnTo>
                    <a:pt x="889388" y="516334"/>
                  </a:lnTo>
                  <a:close/>
                  <a:moveTo>
                    <a:pt x="888731" y="498025"/>
                  </a:moveTo>
                  <a:lnTo>
                    <a:pt x="918435" y="500361"/>
                  </a:lnTo>
                  <a:lnTo>
                    <a:pt x="882394" y="490185"/>
                  </a:lnTo>
                  <a:close/>
                  <a:moveTo>
                    <a:pt x="888731" y="498025"/>
                  </a:moveTo>
                  <a:lnTo>
                    <a:pt x="918718" y="500735"/>
                  </a:lnTo>
                  <a:lnTo>
                    <a:pt x="918435" y="500361"/>
                  </a:lnTo>
                  <a:close/>
                  <a:moveTo>
                    <a:pt x="1054736" y="578572"/>
                  </a:moveTo>
                  <a:lnTo>
                    <a:pt x="1085809" y="580399"/>
                  </a:lnTo>
                  <a:lnTo>
                    <a:pt x="1064015" y="574722"/>
                  </a:lnTo>
                  <a:close/>
                  <a:moveTo>
                    <a:pt x="1085809" y="580399"/>
                  </a:moveTo>
                  <a:lnTo>
                    <a:pt x="1099979" y="584610"/>
                  </a:lnTo>
                  <a:lnTo>
                    <a:pt x="1064015" y="574722"/>
                  </a:lnTo>
                  <a:close/>
                  <a:moveTo>
                    <a:pt x="958677" y="333827"/>
                  </a:moveTo>
                  <a:lnTo>
                    <a:pt x="953272" y="320743"/>
                  </a:lnTo>
                  <a:lnTo>
                    <a:pt x="936509" y="319470"/>
                  </a:lnTo>
                  <a:close/>
                  <a:moveTo>
                    <a:pt x="913648" y="319470"/>
                  </a:moveTo>
                  <a:lnTo>
                    <a:pt x="930363" y="312279"/>
                  </a:lnTo>
                  <a:lnTo>
                    <a:pt x="885577" y="309669"/>
                  </a:lnTo>
                  <a:close/>
                  <a:moveTo>
                    <a:pt x="959975" y="315294"/>
                  </a:moveTo>
                  <a:lnTo>
                    <a:pt x="951563" y="302287"/>
                  </a:lnTo>
                  <a:lnTo>
                    <a:pt x="947287" y="291242"/>
                  </a:lnTo>
                  <a:close/>
                  <a:moveTo>
                    <a:pt x="947287" y="291242"/>
                  </a:moveTo>
                  <a:lnTo>
                    <a:pt x="951563" y="302287"/>
                  </a:lnTo>
                  <a:lnTo>
                    <a:pt x="940445" y="294026"/>
                  </a:lnTo>
                  <a:close/>
                  <a:moveTo>
                    <a:pt x="940445" y="294026"/>
                  </a:moveTo>
                  <a:lnTo>
                    <a:pt x="930363" y="312279"/>
                  </a:lnTo>
                  <a:lnTo>
                    <a:pt x="947287" y="291242"/>
                  </a:lnTo>
                  <a:close/>
                  <a:moveTo>
                    <a:pt x="964908" y="164706"/>
                  </a:moveTo>
                  <a:lnTo>
                    <a:pt x="906400" y="166741"/>
                  </a:lnTo>
                  <a:lnTo>
                    <a:pt x="929393" y="156497"/>
                  </a:lnTo>
                  <a:close/>
                  <a:moveTo>
                    <a:pt x="1191179" y="146187"/>
                  </a:moveTo>
                  <a:lnTo>
                    <a:pt x="1213350" y="110504"/>
                  </a:lnTo>
                  <a:lnTo>
                    <a:pt x="1183320" y="107829"/>
                  </a:lnTo>
                  <a:close/>
                  <a:moveTo>
                    <a:pt x="1183320" y="107829"/>
                  </a:moveTo>
                  <a:lnTo>
                    <a:pt x="1213350" y="110504"/>
                  </a:lnTo>
                  <a:lnTo>
                    <a:pt x="1201805" y="75143"/>
                  </a:lnTo>
                  <a:close/>
                  <a:moveTo>
                    <a:pt x="1183320" y="107829"/>
                  </a:moveTo>
                  <a:lnTo>
                    <a:pt x="1201805" y="75143"/>
                  </a:lnTo>
                  <a:lnTo>
                    <a:pt x="1173846" y="70784"/>
                  </a:lnTo>
                  <a:close/>
                  <a:moveTo>
                    <a:pt x="1183320" y="107829"/>
                  </a:moveTo>
                  <a:lnTo>
                    <a:pt x="1173846" y="70784"/>
                  </a:lnTo>
                  <a:lnTo>
                    <a:pt x="1174060" y="106105"/>
                  </a:lnTo>
                  <a:close/>
                  <a:moveTo>
                    <a:pt x="1173846" y="70784"/>
                  </a:moveTo>
                  <a:lnTo>
                    <a:pt x="1167201" y="69350"/>
                  </a:lnTo>
                  <a:lnTo>
                    <a:pt x="1174060" y="106105"/>
                  </a:lnTo>
                  <a:close/>
                  <a:moveTo>
                    <a:pt x="1213350" y="110504"/>
                  </a:moveTo>
                  <a:lnTo>
                    <a:pt x="1224161" y="126296"/>
                  </a:lnTo>
                  <a:lnTo>
                    <a:pt x="1255047" y="117198"/>
                  </a:lnTo>
                  <a:close/>
                  <a:moveTo>
                    <a:pt x="1136023" y="45916"/>
                  </a:moveTo>
                  <a:lnTo>
                    <a:pt x="1167201" y="69350"/>
                  </a:lnTo>
                  <a:lnTo>
                    <a:pt x="1128785" y="35583"/>
                  </a:lnTo>
                  <a:close/>
                  <a:moveTo>
                    <a:pt x="1128785" y="35583"/>
                  </a:moveTo>
                  <a:lnTo>
                    <a:pt x="1167201" y="69350"/>
                  </a:lnTo>
                  <a:lnTo>
                    <a:pt x="1173846" y="70784"/>
                  </a:lnTo>
                  <a:close/>
                  <a:moveTo>
                    <a:pt x="1128785" y="35583"/>
                  </a:moveTo>
                  <a:lnTo>
                    <a:pt x="1173846" y="70784"/>
                  </a:lnTo>
                  <a:lnTo>
                    <a:pt x="1163002" y="34853"/>
                  </a:lnTo>
                  <a:close/>
                  <a:moveTo>
                    <a:pt x="1128785" y="35583"/>
                  </a:moveTo>
                  <a:lnTo>
                    <a:pt x="1163002" y="34853"/>
                  </a:lnTo>
                  <a:lnTo>
                    <a:pt x="1150832" y="0"/>
                  </a:lnTo>
                  <a:close/>
                  <a:moveTo>
                    <a:pt x="1233681" y="138722"/>
                  </a:moveTo>
                  <a:lnTo>
                    <a:pt x="1268468" y="137528"/>
                  </a:lnTo>
                  <a:lnTo>
                    <a:pt x="1255047" y="117198"/>
                  </a:lnTo>
                  <a:close/>
                </a:path>
              </a:pathLst>
            </a:custGeom>
            <a:solidFill>
              <a:srgbClr val="C9D2D8"/>
            </a:solidFill>
            <a:ln w="1524">
              <a:solidFill>
                <a:srgbClr val="C9D2D8"/>
              </a:solidFill>
            </a:ln>
          </p:spPr>
        </p:sp>
        <p:sp>
          <p:nvSpPr>
            <p:cNvPr id="153" name="Input_density__152">
              <a:extLst>
                <a:ext uri="{FF2B5EF4-FFF2-40B4-BE49-F238E27FC236}">
                  <a16:creationId xmlns:a16="http://schemas.microsoft.com/office/drawing/2014/main" id="{D97C5D30-A161-B1A7-317C-A2A2879F1950}"/>
                </a:ext>
              </a:extLst>
            </p:cNvPr>
            <p:cNvSpPr>
              <a:spLocks noGrp="1"/>
            </p:cNvSpPr>
            <p:nvPr/>
          </p:nvSpPr>
          <p:spPr>
            <a:xfrm>
              <a:off x="496477" y="1528465"/>
              <a:ext cx="1255047" cy="982776"/>
            </a:xfrm>
            <a:custGeom>
              <a:avLst/>
              <a:gdLst/>
              <a:ahLst/>
              <a:cxnLst/>
              <a:rect l="0" t="0" r="0" b="0"/>
              <a:pathLst>
                <a:path w="1255047" h="982776">
                  <a:moveTo>
                    <a:pt x="278022" y="947742"/>
                  </a:moveTo>
                  <a:lnTo>
                    <a:pt x="312828" y="967313"/>
                  </a:lnTo>
                  <a:lnTo>
                    <a:pt x="300895" y="930558"/>
                  </a:lnTo>
                  <a:close/>
                  <a:moveTo>
                    <a:pt x="0" y="616947"/>
                  </a:moveTo>
                  <a:lnTo>
                    <a:pt x="6478" y="636519"/>
                  </a:lnTo>
                  <a:lnTo>
                    <a:pt x="8435" y="599763"/>
                  </a:lnTo>
                  <a:close/>
                  <a:moveTo>
                    <a:pt x="20680" y="580402"/>
                  </a:moveTo>
                  <a:lnTo>
                    <a:pt x="0" y="616947"/>
                  </a:lnTo>
                  <a:lnTo>
                    <a:pt x="8435" y="599763"/>
                  </a:lnTo>
                  <a:close/>
                  <a:moveTo>
                    <a:pt x="312828" y="967313"/>
                  </a:moveTo>
                  <a:lnTo>
                    <a:pt x="327886" y="981535"/>
                  </a:lnTo>
                  <a:lnTo>
                    <a:pt x="340179" y="954227"/>
                  </a:lnTo>
                  <a:close/>
                  <a:moveTo>
                    <a:pt x="327886" y="981535"/>
                  </a:moveTo>
                  <a:lnTo>
                    <a:pt x="348276" y="950130"/>
                  </a:lnTo>
                  <a:lnTo>
                    <a:pt x="340179" y="954227"/>
                  </a:lnTo>
                  <a:close/>
                  <a:moveTo>
                    <a:pt x="321857" y="839865"/>
                  </a:moveTo>
                  <a:lnTo>
                    <a:pt x="311006" y="888449"/>
                  </a:lnTo>
                  <a:lnTo>
                    <a:pt x="329245" y="876620"/>
                  </a:lnTo>
                  <a:close/>
                  <a:moveTo>
                    <a:pt x="40990" y="560128"/>
                  </a:moveTo>
                  <a:lnTo>
                    <a:pt x="20680" y="580402"/>
                  </a:lnTo>
                  <a:lnTo>
                    <a:pt x="8435" y="599763"/>
                  </a:lnTo>
                  <a:close/>
                  <a:moveTo>
                    <a:pt x="70542" y="546043"/>
                  </a:moveTo>
                  <a:lnTo>
                    <a:pt x="47475" y="563008"/>
                  </a:lnTo>
                  <a:lnTo>
                    <a:pt x="20680" y="580402"/>
                  </a:lnTo>
                  <a:close/>
                  <a:moveTo>
                    <a:pt x="388897" y="896191"/>
                  </a:moveTo>
                  <a:lnTo>
                    <a:pt x="336494" y="867728"/>
                  </a:lnTo>
                  <a:lnTo>
                    <a:pt x="329245" y="876620"/>
                  </a:lnTo>
                  <a:close/>
                  <a:moveTo>
                    <a:pt x="191745" y="680407"/>
                  </a:moveTo>
                  <a:lnTo>
                    <a:pt x="225047" y="680421"/>
                  </a:lnTo>
                  <a:lnTo>
                    <a:pt x="205568" y="677153"/>
                  </a:lnTo>
                  <a:close/>
                  <a:moveTo>
                    <a:pt x="205568" y="677153"/>
                  </a:moveTo>
                  <a:lnTo>
                    <a:pt x="225047" y="680421"/>
                  </a:lnTo>
                  <a:lnTo>
                    <a:pt x="259335" y="657395"/>
                  </a:lnTo>
                  <a:close/>
                  <a:moveTo>
                    <a:pt x="352789" y="785926"/>
                  </a:moveTo>
                  <a:lnTo>
                    <a:pt x="340453" y="739897"/>
                  </a:lnTo>
                  <a:lnTo>
                    <a:pt x="339513" y="731988"/>
                  </a:lnTo>
                  <a:close/>
                  <a:moveTo>
                    <a:pt x="583098" y="981673"/>
                  </a:moveTo>
                  <a:lnTo>
                    <a:pt x="623154" y="976197"/>
                  </a:lnTo>
                  <a:lnTo>
                    <a:pt x="613276" y="939480"/>
                  </a:lnTo>
                  <a:close/>
                  <a:moveTo>
                    <a:pt x="647914" y="972090"/>
                  </a:moveTo>
                  <a:lnTo>
                    <a:pt x="632115" y="935335"/>
                  </a:lnTo>
                  <a:lnTo>
                    <a:pt x="623154" y="976197"/>
                  </a:lnTo>
                  <a:close/>
                  <a:moveTo>
                    <a:pt x="473708" y="915763"/>
                  </a:moveTo>
                  <a:lnTo>
                    <a:pt x="482351" y="875161"/>
                  </a:lnTo>
                  <a:lnTo>
                    <a:pt x="479613" y="886467"/>
                  </a:lnTo>
                  <a:close/>
                  <a:moveTo>
                    <a:pt x="482351" y="875161"/>
                  </a:moveTo>
                  <a:lnTo>
                    <a:pt x="484183" y="861825"/>
                  </a:lnTo>
                  <a:lnTo>
                    <a:pt x="474998" y="869211"/>
                  </a:lnTo>
                  <a:close/>
                  <a:moveTo>
                    <a:pt x="334453" y="690400"/>
                  </a:moveTo>
                  <a:lnTo>
                    <a:pt x="297376" y="703415"/>
                  </a:lnTo>
                  <a:lnTo>
                    <a:pt x="337020" y="727062"/>
                  </a:lnTo>
                  <a:close/>
                  <a:moveTo>
                    <a:pt x="334453" y="690400"/>
                  </a:moveTo>
                  <a:lnTo>
                    <a:pt x="332365" y="647349"/>
                  </a:lnTo>
                  <a:lnTo>
                    <a:pt x="300942" y="690555"/>
                  </a:lnTo>
                  <a:close/>
                  <a:moveTo>
                    <a:pt x="370246" y="678050"/>
                  </a:moveTo>
                  <a:lnTo>
                    <a:pt x="358046" y="641295"/>
                  </a:lnTo>
                  <a:lnTo>
                    <a:pt x="334453" y="690400"/>
                  </a:lnTo>
                  <a:close/>
                  <a:moveTo>
                    <a:pt x="358046" y="641295"/>
                  </a:moveTo>
                  <a:lnTo>
                    <a:pt x="332365" y="647349"/>
                  </a:lnTo>
                  <a:lnTo>
                    <a:pt x="334453" y="690400"/>
                  </a:lnTo>
                  <a:close/>
                  <a:moveTo>
                    <a:pt x="647914" y="972090"/>
                  </a:moveTo>
                  <a:lnTo>
                    <a:pt x="664383" y="982776"/>
                  </a:lnTo>
                  <a:lnTo>
                    <a:pt x="666073" y="968393"/>
                  </a:lnTo>
                  <a:close/>
                  <a:moveTo>
                    <a:pt x="632115" y="935335"/>
                  </a:moveTo>
                  <a:lnTo>
                    <a:pt x="666073" y="968393"/>
                  </a:lnTo>
                  <a:lnTo>
                    <a:pt x="659086" y="929326"/>
                  </a:lnTo>
                  <a:close/>
                  <a:moveTo>
                    <a:pt x="632115" y="935335"/>
                  </a:moveTo>
                  <a:lnTo>
                    <a:pt x="647914" y="972090"/>
                  </a:lnTo>
                  <a:lnTo>
                    <a:pt x="666073" y="968393"/>
                  </a:lnTo>
                  <a:close/>
                  <a:moveTo>
                    <a:pt x="488080" y="781009"/>
                  </a:moveTo>
                  <a:lnTo>
                    <a:pt x="475483" y="774817"/>
                  </a:lnTo>
                  <a:lnTo>
                    <a:pt x="442073" y="746576"/>
                  </a:lnTo>
                  <a:close/>
                  <a:moveTo>
                    <a:pt x="332562" y="604540"/>
                  </a:moveTo>
                  <a:lnTo>
                    <a:pt x="384499" y="632054"/>
                  </a:lnTo>
                  <a:lnTo>
                    <a:pt x="351672" y="589426"/>
                  </a:lnTo>
                  <a:close/>
                  <a:moveTo>
                    <a:pt x="353621" y="568346"/>
                  </a:moveTo>
                  <a:lnTo>
                    <a:pt x="332562" y="604540"/>
                  </a:lnTo>
                  <a:lnTo>
                    <a:pt x="349838" y="582572"/>
                  </a:lnTo>
                  <a:close/>
                  <a:moveTo>
                    <a:pt x="379756" y="569850"/>
                  </a:moveTo>
                  <a:lnTo>
                    <a:pt x="353621" y="568346"/>
                  </a:lnTo>
                  <a:lnTo>
                    <a:pt x="349838" y="582572"/>
                  </a:lnTo>
                  <a:close/>
                  <a:moveTo>
                    <a:pt x="171125" y="339194"/>
                  </a:moveTo>
                  <a:lnTo>
                    <a:pt x="151276" y="347255"/>
                  </a:lnTo>
                  <a:lnTo>
                    <a:pt x="184192" y="336975"/>
                  </a:lnTo>
                  <a:close/>
                  <a:moveTo>
                    <a:pt x="184192" y="336975"/>
                  </a:moveTo>
                  <a:lnTo>
                    <a:pt x="151276" y="347255"/>
                  </a:lnTo>
                  <a:lnTo>
                    <a:pt x="131328" y="360112"/>
                  </a:lnTo>
                  <a:close/>
                  <a:moveTo>
                    <a:pt x="184192" y="336975"/>
                  </a:moveTo>
                  <a:lnTo>
                    <a:pt x="131328" y="360112"/>
                  </a:lnTo>
                  <a:lnTo>
                    <a:pt x="154302" y="349799"/>
                  </a:lnTo>
                  <a:close/>
                  <a:moveTo>
                    <a:pt x="215374" y="328984"/>
                  </a:moveTo>
                  <a:lnTo>
                    <a:pt x="171125" y="339194"/>
                  </a:lnTo>
                  <a:lnTo>
                    <a:pt x="212049" y="330072"/>
                  </a:lnTo>
                  <a:close/>
                  <a:moveTo>
                    <a:pt x="159701" y="341616"/>
                  </a:moveTo>
                  <a:lnTo>
                    <a:pt x="171125" y="339194"/>
                  </a:lnTo>
                  <a:lnTo>
                    <a:pt x="215374" y="328984"/>
                  </a:lnTo>
                  <a:close/>
                  <a:moveTo>
                    <a:pt x="171125" y="339194"/>
                  </a:moveTo>
                  <a:lnTo>
                    <a:pt x="184192" y="336975"/>
                  </a:lnTo>
                  <a:lnTo>
                    <a:pt x="212049" y="330072"/>
                  </a:lnTo>
                  <a:close/>
                  <a:moveTo>
                    <a:pt x="596818" y="791530"/>
                  </a:moveTo>
                  <a:lnTo>
                    <a:pt x="630925" y="790891"/>
                  </a:lnTo>
                  <a:lnTo>
                    <a:pt x="608570" y="764318"/>
                  </a:lnTo>
                  <a:close/>
                  <a:moveTo>
                    <a:pt x="608570" y="764318"/>
                  </a:moveTo>
                  <a:lnTo>
                    <a:pt x="630925" y="790891"/>
                  </a:lnTo>
                  <a:lnTo>
                    <a:pt x="645555" y="761338"/>
                  </a:lnTo>
                  <a:close/>
                  <a:moveTo>
                    <a:pt x="575276" y="719549"/>
                  </a:moveTo>
                  <a:lnTo>
                    <a:pt x="526346" y="734376"/>
                  </a:lnTo>
                  <a:lnTo>
                    <a:pt x="542222" y="764081"/>
                  </a:lnTo>
                  <a:close/>
                  <a:moveTo>
                    <a:pt x="575276" y="719549"/>
                  </a:moveTo>
                  <a:lnTo>
                    <a:pt x="515321" y="697622"/>
                  </a:lnTo>
                  <a:lnTo>
                    <a:pt x="526346" y="734376"/>
                  </a:lnTo>
                  <a:close/>
                  <a:moveTo>
                    <a:pt x="210932" y="351579"/>
                  </a:moveTo>
                  <a:lnTo>
                    <a:pt x="212049" y="330072"/>
                  </a:lnTo>
                  <a:lnTo>
                    <a:pt x="184192" y="336975"/>
                  </a:lnTo>
                  <a:close/>
                  <a:moveTo>
                    <a:pt x="216402" y="329472"/>
                  </a:moveTo>
                  <a:lnTo>
                    <a:pt x="212049" y="330072"/>
                  </a:lnTo>
                  <a:lnTo>
                    <a:pt x="210932" y="351579"/>
                  </a:lnTo>
                  <a:close/>
                  <a:moveTo>
                    <a:pt x="238085" y="356592"/>
                  </a:moveTo>
                  <a:lnTo>
                    <a:pt x="216402" y="329472"/>
                  </a:lnTo>
                  <a:lnTo>
                    <a:pt x="210932" y="351579"/>
                  </a:lnTo>
                  <a:close/>
                  <a:moveTo>
                    <a:pt x="238085" y="356592"/>
                  </a:moveTo>
                  <a:lnTo>
                    <a:pt x="276049" y="352816"/>
                  </a:lnTo>
                  <a:lnTo>
                    <a:pt x="255941" y="324416"/>
                  </a:lnTo>
                  <a:close/>
                  <a:moveTo>
                    <a:pt x="238085" y="356592"/>
                  </a:moveTo>
                  <a:lnTo>
                    <a:pt x="255941" y="324416"/>
                  </a:lnTo>
                  <a:lnTo>
                    <a:pt x="216402" y="329472"/>
                  </a:lnTo>
                  <a:close/>
                  <a:moveTo>
                    <a:pt x="276049" y="352816"/>
                  </a:moveTo>
                  <a:lnTo>
                    <a:pt x="238085" y="356592"/>
                  </a:lnTo>
                  <a:lnTo>
                    <a:pt x="282507" y="359198"/>
                  </a:lnTo>
                  <a:close/>
                  <a:moveTo>
                    <a:pt x="238085" y="356592"/>
                  </a:moveTo>
                  <a:lnTo>
                    <a:pt x="250842" y="365384"/>
                  </a:lnTo>
                  <a:lnTo>
                    <a:pt x="282507" y="359198"/>
                  </a:lnTo>
                  <a:close/>
                  <a:moveTo>
                    <a:pt x="276049" y="352816"/>
                  </a:moveTo>
                  <a:lnTo>
                    <a:pt x="310671" y="351757"/>
                  </a:lnTo>
                  <a:lnTo>
                    <a:pt x="255941" y="324416"/>
                  </a:lnTo>
                  <a:close/>
                  <a:moveTo>
                    <a:pt x="310671" y="351757"/>
                  </a:moveTo>
                  <a:lnTo>
                    <a:pt x="276049" y="352816"/>
                  </a:lnTo>
                  <a:lnTo>
                    <a:pt x="318128" y="367805"/>
                  </a:lnTo>
                  <a:close/>
                  <a:moveTo>
                    <a:pt x="276049" y="352816"/>
                  </a:moveTo>
                  <a:lnTo>
                    <a:pt x="282507" y="359198"/>
                  </a:lnTo>
                  <a:lnTo>
                    <a:pt x="318128" y="367805"/>
                  </a:lnTo>
                  <a:close/>
                  <a:moveTo>
                    <a:pt x="333567" y="377890"/>
                  </a:moveTo>
                  <a:lnTo>
                    <a:pt x="351381" y="367556"/>
                  </a:lnTo>
                  <a:lnTo>
                    <a:pt x="318128" y="367805"/>
                  </a:lnTo>
                  <a:close/>
                  <a:moveTo>
                    <a:pt x="333567" y="377890"/>
                  </a:moveTo>
                  <a:lnTo>
                    <a:pt x="363718" y="380466"/>
                  </a:lnTo>
                  <a:lnTo>
                    <a:pt x="351381" y="367556"/>
                  </a:lnTo>
                  <a:close/>
                  <a:moveTo>
                    <a:pt x="363718" y="380466"/>
                  </a:moveTo>
                  <a:lnTo>
                    <a:pt x="333567" y="377890"/>
                  </a:lnTo>
                  <a:lnTo>
                    <a:pt x="381530" y="384070"/>
                  </a:lnTo>
                  <a:close/>
                  <a:moveTo>
                    <a:pt x="363718" y="380466"/>
                  </a:moveTo>
                  <a:lnTo>
                    <a:pt x="381530" y="384070"/>
                  </a:lnTo>
                  <a:lnTo>
                    <a:pt x="413264" y="378142"/>
                  </a:lnTo>
                  <a:close/>
                  <a:moveTo>
                    <a:pt x="716298" y="719581"/>
                  </a:moveTo>
                  <a:lnTo>
                    <a:pt x="724793" y="699229"/>
                  </a:lnTo>
                  <a:lnTo>
                    <a:pt x="684101" y="736765"/>
                  </a:lnTo>
                  <a:close/>
                  <a:moveTo>
                    <a:pt x="724793" y="699229"/>
                  </a:moveTo>
                  <a:lnTo>
                    <a:pt x="716298" y="719581"/>
                  </a:lnTo>
                  <a:lnTo>
                    <a:pt x="739420" y="665643"/>
                  </a:lnTo>
                  <a:close/>
                  <a:moveTo>
                    <a:pt x="687447" y="637786"/>
                  </a:moveTo>
                  <a:lnTo>
                    <a:pt x="714262" y="598327"/>
                  </a:lnTo>
                  <a:lnTo>
                    <a:pt x="672398" y="605274"/>
                  </a:lnTo>
                  <a:close/>
                  <a:moveTo>
                    <a:pt x="718892" y="639310"/>
                  </a:moveTo>
                  <a:lnTo>
                    <a:pt x="751765" y="594926"/>
                  </a:lnTo>
                  <a:lnTo>
                    <a:pt x="714262" y="598327"/>
                  </a:lnTo>
                  <a:close/>
                  <a:moveTo>
                    <a:pt x="639636" y="604820"/>
                  </a:moveTo>
                  <a:lnTo>
                    <a:pt x="672398" y="605274"/>
                  </a:lnTo>
                  <a:lnTo>
                    <a:pt x="645291" y="555476"/>
                  </a:lnTo>
                  <a:close/>
                  <a:moveTo>
                    <a:pt x="881777" y="775908"/>
                  </a:moveTo>
                  <a:lnTo>
                    <a:pt x="933980" y="795480"/>
                  </a:lnTo>
                  <a:lnTo>
                    <a:pt x="909244" y="758725"/>
                  </a:lnTo>
                  <a:close/>
                  <a:moveTo>
                    <a:pt x="888944" y="739153"/>
                  </a:moveTo>
                  <a:lnTo>
                    <a:pt x="881777" y="775908"/>
                  </a:lnTo>
                  <a:lnTo>
                    <a:pt x="909244" y="758725"/>
                  </a:lnTo>
                  <a:close/>
                  <a:moveTo>
                    <a:pt x="764689" y="627610"/>
                  </a:moveTo>
                  <a:lnTo>
                    <a:pt x="783392" y="601328"/>
                  </a:lnTo>
                  <a:lnTo>
                    <a:pt x="769667" y="592133"/>
                  </a:lnTo>
                  <a:close/>
                  <a:moveTo>
                    <a:pt x="909244" y="758725"/>
                  </a:moveTo>
                  <a:lnTo>
                    <a:pt x="936218" y="794716"/>
                  </a:lnTo>
                  <a:lnTo>
                    <a:pt x="937407" y="749002"/>
                  </a:lnTo>
                  <a:close/>
                  <a:moveTo>
                    <a:pt x="909244" y="758725"/>
                  </a:moveTo>
                  <a:lnTo>
                    <a:pt x="933980" y="795480"/>
                  </a:lnTo>
                  <a:lnTo>
                    <a:pt x="936218" y="794716"/>
                  </a:lnTo>
                  <a:close/>
                  <a:moveTo>
                    <a:pt x="936218" y="794716"/>
                  </a:moveTo>
                  <a:lnTo>
                    <a:pt x="970423" y="749249"/>
                  </a:lnTo>
                  <a:lnTo>
                    <a:pt x="937407" y="749002"/>
                  </a:lnTo>
                  <a:close/>
                  <a:moveTo>
                    <a:pt x="974153" y="790964"/>
                  </a:moveTo>
                  <a:lnTo>
                    <a:pt x="1011103" y="743265"/>
                  </a:lnTo>
                  <a:lnTo>
                    <a:pt x="970423" y="749249"/>
                  </a:lnTo>
                  <a:close/>
                  <a:moveTo>
                    <a:pt x="927224" y="712534"/>
                  </a:moveTo>
                  <a:lnTo>
                    <a:pt x="970423" y="749249"/>
                  </a:lnTo>
                  <a:lnTo>
                    <a:pt x="928331" y="721970"/>
                  </a:lnTo>
                  <a:close/>
                  <a:moveTo>
                    <a:pt x="903380" y="685215"/>
                  </a:moveTo>
                  <a:lnTo>
                    <a:pt x="927224" y="712534"/>
                  </a:lnTo>
                  <a:lnTo>
                    <a:pt x="911367" y="680678"/>
                  </a:lnTo>
                  <a:close/>
                  <a:moveTo>
                    <a:pt x="910110" y="631276"/>
                  </a:moveTo>
                  <a:lnTo>
                    <a:pt x="911367" y="680678"/>
                  </a:lnTo>
                  <a:lnTo>
                    <a:pt x="921318" y="647073"/>
                  </a:lnTo>
                  <a:close/>
                  <a:moveTo>
                    <a:pt x="903380" y="685215"/>
                  </a:moveTo>
                  <a:lnTo>
                    <a:pt x="911367" y="680678"/>
                  </a:lnTo>
                  <a:lnTo>
                    <a:pt x="910110" y="631276"/>
                  </a:lnTo>
                  <a:close/>
                  <a:moveTo>
                    <a:pt x="872092" y="648460"/>
                  </a:moveTo>
                  <a:lnTo>
                    <a:pt x="903380" y="685215"/>
                  </a:lnTo>
                  <a:lnTo>
                    <a:pt x="910110" y="631276"/>
                  </a:lnTo>
                  <a:close/>
                  <a:moveTo>
                    <a:pt x="933053" y="631276"/>
                  </a:moveTo>
                  <a:lnTo>
                    <a:pt x="921318" y="647073"/>
                  </a:lnTo>
                  <a:lnTo>
                    <a:pt x="947594" y="633567"/>
                  </a:lnTo>
                  <a:close/>
                  <a:moveTo>
                    <a:pt x="947594" y="633567"/>
                  </a:moveTo>
                  <a:lnTo>
                    <a:pt x="921318" y="647073"/>
                  </a:lnTo>
                  <a:lnTo>
                    <a:pt x="911367" y="680678"/>
                  </a:lnTo>
                  <a:close/>
                  <a:moveTo>
                    <a:pt x="791339" y="538195"/>
                  </a:moveTo>
                  <a:lnTo>
                    <a:pt x="822602" y="527145"/>
                  </a:lnTo>
                  <a:lnTo>
                    <a:pt x="812595" y="527813"/>
                  </a:lnTo>
                  <a:close/>
                  <a:moveTo>
                    <a:pt x="800762" y="574950"/>
                  </a:moveTo>
                  <a:lnTo>
                    <a:pt x="804791" y="557767"/>
                  </a:lnTo>
                  <a:lnTo>
                    <a:pt x="791339" y="538195"/>
                  </a:lnTo>
                  <a:close/>
                  <a:moveTo>
                    <a:pt x="812595" y="527813"/>
                  </a:moveTo>
                  <a:lnTo>
                    <a:pt x="822602" y="527145"/>
                  </a:lnTo>
                  <a:lnTo>
                    <a:pt x="856165" y="528053"/>
                  </a:lnTo>
                  <a:close/>
                  <a:moveTo>
                    <a:pt x="651508" y="353774"/>
                  </a:moveTo>
                  <a:lnTo>
                    <a:pt x="648353" y="354420"/>
                  </a:lnTo>
                  <a:lnTo>
                    <a:pt x="680748" y="370506"/>
                  </a:lnTo>
                  <a:close/>
                  <a:moveTo>
                    <a:pt x="680748" y="370506"/>
                  </a:moveTo>
                  <a:lnTo>
                    <a:pt x="621555" y="369975"/>
                  </a:lnTo>
                  <a:lnTo>
                    <a:pt x="673392" y="373991"/>
                  </a:lnTo>
                  <a:close/>
                  <a:moveTo>
                    <a:pt x="651508" y="353774"/>
                  </a:moveTo>
                  <a:lnTo>
                    <a:pt x="680748" y="370506"/>
                  </a:lnTo>
                  <a:lnTo>
                    <a:pt x="686171" y="373991"/>
                  </a:lnTo>
                  <a:close/>
                  <a:moveTo>
                    <a:pt x="944828" y="668032"/>
                  </a:moveTo>
                  <a:lnTo>
                    <a:pt x="955647" y="704786"/>
                  </a:lnTo>
                  <a:lnTo>
                    <a:pt x="982370" y="687603"/>
                  </a:lnTo>
                  <a:close/>
                  <a:moveTo>
                    <a:pt x="944828" y="668032"/>
                  </a:moveTo>
                  <a:lnTo>
                    <a:pt x="982370" y="687603"/>
                  </a:lnTo>
                  <a:lnTo>
                    <a:pt x="969455" y="650848"/>
                  </a:lnTo>
                  <a:close/>
                  <a:moveTo>
                    <a:pt x="921318" y="647073"/>
                  </a:moveTo>
                  <a:lnTo>
                    <a:pt x="933053" y="631276"/>
                  </a:lnTo>
                  <a:lnTo>
                    <a:pt x="920702" y="628342"/>
                  </a:lnTo>
                  <a:close/>
                  <a:moveTo>
                    <a:pt x="1010454" y="634976"/>
                  </a:moveTo>
                  <a:lnTo>
                    <a:pt x="955207" y="649205"/>
                  </a:lnTo>
                  <a:lnTo>
                    <a:pt x="976758" y="633571"/>
                  </a:lnTo>
                  <a:close/>
                  <a:moveTo>
                    <a:pt x="910110" y="631276"/>
                  </a:moveTo>
                  <a:lnTo>
                    <a:pt x="921318" y="647073"/>
                  </a:lnTo>
                  <a:lnTo>
                    <a:pt x="920702" y="628342"/>
                  </a:lnTo>
                  <a:close/>
                  <a:moveTo>
                    <a:pt x="822602" y="527145"/>
                  </a:moveTo>
                  <a:lnTo>
                    <a:pt x="846402" y="545076"/>
                  </a:lnTo>
                  <a:lnTo>
                    <a:pt x="876629" y="540583"/>
                  </a:lnTo>
                  <a:close/>
                  <a:moveTo>
                    <a:pt x="882394" y="529911"/>
                  </a:moveTo>
                  <a:lnTo>
                    <a:pt x="822602" y="527145"/>
                  </a:lnTo>
                  <a:lnTo>
                    <a:pt x="876629" y="540583"/>
                  </a:lnTo>
                  <a:close/>
                  <a:moveTo>
                    <a:pt x="856165" y="528053"/>
                  </a:moveTo>
                  <a:lnTo>
                    <a:pt x="822602" y="527145"/>
                  </a:lnTo>
                  <a:lnTo>
                    <a:pt x="882394" y="529911"/>
                  </a:lnTo>
                  <a:close/>
                  <a:moveTo>
                    <a:pt x="918435" y="540087"/>
                  </a:moveTo>
                  <a:lnTo>
                    <a:pt x="861233" y="521011"/>
                  </a:lnTo>
                  <a:lnTo>
                    <a:pt x="856165" y="528053"/>
                  </a:lnTo>
                  <a:close/>
                  <a:moveTo>
                    <a:pt x="918435" y="540087"/>
                  </a:moveTo>
                  <a:lnTo>
                    <a:pt x="856165" y="528053"/>
                  </a:lnTo>
                  <a:lnTo>
                    <a:pt x="882394" y="529911"/>
                  </a:lnTo>
                  <a:close/>
                  <a:moveTo>
                    <a:pt x="680748" y="370506"/>
                  </a:moveTo>
                  <a:lnTo>
                    <a:pt x="673392" y="373991"/>
                  </a:lnTo>
                  <a:lnTo>
                    <a:pt x="683237" y="372726"/>
                  </a:lnTo>
                  <a:close/>
                  <a:moveTo>
                    <a:pt x="683237" y="372726"/>
                  </a:moveTo>
                  <a:lnTo>
                    <a:pt x="686171" y="373991"/>
                  </a:lnTo>
                  <a:lnTo>
                    <a:pt x="680748" y="370506"/>
                  </a:lnTo>
                  <a:close/>
                  <a:moveTo>
                    <a:pt x="717757" y="337236"/>
                  </a:moveTo>
                  <a:lnTo>
                    <a:pt x="743576" y="356808"/>
                  </a:lnTo>
                  <a:lnTo>
                    <a:pt x="734701" y="320053"/>
                  </a:lnTo>
                  <a:close/>
                  <a:moveTo>
                    <a:pt x="1031253" y="616535"/>
                  </a:moveTo>
                  <a:lnTo>
                    <a:pt x="976758" y="633571"/>
                  </a:lnTo>
                  <a:lnTo>
                    <a:pt x="997051" y="613233"/>
                  </a:lnTo>
                  <a:close/>
                  <a:moveTo>
                    <a:pt x="1054736" y="618298"/>
                  </a:moveTo>
                  <a:lnTo>
                    <a:pt x="1064015" y="614448"/>
                  </a:lnTo>
                  <a:lnTo>
                    <a:pt x="1031253" y="616535"/>
                  </a:lnTo>
                  <a:close/>
                  <a:moveTo>
                    <a:pt x="741340" y="229360"/>
                  </a:moveTo>
                  <a:lnTo>
                    <a:pt x="750016" y="266115"/>
                  </a:lnTo>
                  <a:lnTo>
                    <a:pt x="768117" y="248931"/>
                  </a:lnTo>
                  <a:close/>
                  <a:moveTo>
                    <a:pt x="749304" y="175421"/>
                  </a:moveTo>
                  <a:lnTo>
                    <a:pt x="755725" y="188982"/>
                  </a:lnTo>
                  <a:lnTo>
                    <a:pt x="741340" y="229360"/>
                  </a:lnTo>
                  <a:close/>
                  <a:moveTo>
                    <a:pt x="943820" y="346372"/>
                  </a:moveTo>
                  <a:lnTo>
                    <a:pt x="930363" y="352005"/>
                  </a:lnTo>
                  <a:lnTo>
                    <a:pt x="913648" y="359196"/>
                  </a:lnTo>
                  <a:close/>
                  <a:moveTo>
                    <a:pt x="936509" y="359196"/>
                  </a:moveTo>
                  <a:lnTo>
                    <a:pt x="930363" y="352005"/>
                  </a:lnTo>
                  <a:lnTo>
                    <a:pt x="958677" y="373553"/>
                  </a:lnTo>
                  <a:close/>
                  <a:moveTo>
                    <a:pt x="958677" y="373553"/>
                  </a:moveTo>
                  <a:lnTo>
                    <a:pt x="930363" y="352005"/>
                  </a:lnTo>
                  <a:lnTo>
                    <a:pt x="943820" y="346372"/>
                  </a:lnTo>
                  <a:close/>
                  <a:moveTo>
                    <a:pt x="951563" y="342013"/>
                  </a:moveTo>
                  <a:lnTo>
                    <a:pt x="959975" y="355020"/>
                  </a:lnTo>
                  <a:lnTo>
                    <a:pt x="958677" y="373553"/>
                  </a:lnTo>
                  <a:close/>
                  <a:moveTo>
                    <a:pt x="943820" y="346372"/>
                  </a:moveTo>
                  <a:lnTo>
                    <a:pt x="951563" y="342013"/>
                  </a:lnTo>
                  <a:lnTo>
                    <a:pt x="958677" y="373553"/>
                  </a:lnTo>
                  <a:close/>
                  <a:moveTo>
                    <a:pt x="885577" y="349395"/>
                  </a:moveTo>
                  <a:lnTo>
                    <a:pt x="930363" y="352005"/>
                  </a:lnTo>
                  <a:lnTo>
                    <a:pt x="940445" y="333753"/>
                  </a:lnTo>
                  <a:close/>
                  <a:moveTo>
                    <a:pt x="788358" y="138854"/>
                  </a:moveTo>
                  <a:lnTo>
                    <a:pt x="766057" y="151685"/>
                  </a:lnTo>
                  <a:lnTo>
                    <a:pt x="749304" y="175421"/>
                  </a:lnTo>
                  <a:close/>
                  <a:moveTo>
                    <a:pt x="964908" y="204432"/>
                  </a:moveTo>
                  <a:lnTo>
                    <a:pt x="904335" y="194993"/>
                  </a:lnTo>
                  <a:lnTo>
                    <a:pt x="906400" y="206467"/>
                  </a:lnTo>
                  <a:close/>
                  <a:moveTo>
                    <a:pt x="820110" y="132994"/>
                  </a:moveTo>
                  <a:lnTo>
                    <a:pt x="788358" y="138854"/>
                  </a:lnTo>
                  <a:lnTo>
                    <a:pt x="842939" y="122141"/>
                  </a:lnTo>
                  <a:close/>
                  <a:moveTo>
                    <a:pt x="842939" y="122141"/>
                  </a:moveTo>
                  <a:lnTo>
                    <a:pt x="864674" y="104300"/>
                  </a:lnTo>
                  <a:lnTo>
                    <a:pt x="866160" y="108630"/>
                  </a:lnTo>
                  <a:close/>
                  <a:moveTo>
                    <a:pt x="869470" y="96760"/>
                  </a:moveTo>
                  <a:lnTo>
                    <a:pt x="866160" y="108630"/>
                  </a:lnTo>
                  <a:lnTo>
                    <a:pt x="864674" y="104300"/>
                  </a:lnTo>
                  <a:close/>
                  <a:moveTo>
                    <a:pt x="1021239" y="194263"/>
                  </a:moveTo>
                  <a:lnTo>
                    <a:pt x="992326" y="182368"/>
                  </a:lnTo>
                  <a:lnTo>
                    <a:pt x="964908" y="204432"/>
                  </a:lnTo>
                  <a:close/>
                  <a:moveTo>
                    <a:pt x="869470" y="96760"/>
                  </a:moveTo>
                  <a:lnTo>
                    <a:pt x="888210" y="90704"/>
                  </a:lnTo>
                  <a:lnTo>
                    <a:pt x="885842" y="67545"/>
                  </a:lnTo>
                  <a:close/>
                  <a:moveTo>
                    <a:pt x="885842" y="67545"/>
                  </a:moveTo>
                  <a:lnTo>
                    <a:pt x="888210" y="90704"/>
                  </a:lnTo>
                  <a:lnTo>
                    <a:pt x="893379" y="87116"/>
                  </a:lnTo>
                  <a:close/>
                  <a:moveTo>
                    <a:pt x="885842" y="67545"/>
                  </a:moveTo>
                  <a:lnTo>
                    <a:pt x="893379" y="87116"/>
                  </a:lnTo>
                  <a:lnTo>
                    <a:pt x="891164" y="50362"/>
                  </a:lnTo>
                  <a:close/>
                  <a:moveTo>
                    <a:pt x="1074555" y="172814"/>
                  </a:moveTo>
                  <a:lnTo>
                    <a:pt x="1047963" y="169602"/>
                  </a:lnTo>
                  <a:lnTo>
                    <a:pt x="1021239" y="194263"/>
                  </a:lnTo>
                  <a:close/>
                  <a:moveTo>
                    <a:pt x="962274" y="2169"/>
                  </a:moveTo>
                  <a:lnTo>
                    <a:pt x="908981" y="23700"/>
                  </a:lnTo>
                  <a:lnTo>
                    <a:pt x="933561" y="19393"/>
                  </a:lnTo>
                  <a:close/>
                  <a:moveTo>
                    <a:pt x="1020746" y="0"/>
                  </a:moveTo>
                  <a:lnTo>
                    <a:pt x="995015" y="5"/>
                  </a:lnTo>
                  <a:lnTo>
                    <a:pt x="962274" y="2169"/>
                  </a:lnTo>
                  <a:close/>
                  <a:moveTo>
                    <a:pt x="1020746" y="0"/>
                  </a:moveTo>
                  <a:lnTo>
                    <a:pt x="962274" y="2169"/>
                  </a:lnTo>
                  <a:lnTo>
                    <a:pt x="990573" y="11764"/>
                  </a:lnTo>
                  <a:close/>
                  <a:moveTo>
                    <a:pt x="1055525" y="5456"/>
                  </a:moveTo>
                  <a:lnTo>
                    <a:pt x="995015" y="5"/>
                  </a:lnTo>
                  <a:lnTo>
                    <a:pt x="1020746" y="0"/>
                  </a:lnTo>
                  <a:close/>
                  <a:moveTo>
                    <a:pt x="1213024" y="182586"/>
                  </a:moveTo>
                  <a:lnTo>
                    <a:pt x="1224161" y="166022"/>
                  </a:lnTo>
                  <a:lnTo>
                    <a:pt x="1191179" y="185913"/>
                  </a:lnTo>
                  <a:close/>
                  <a:moveTo>
                    <a:pt x="1191179" y="185913"/>
                  </a:moveTo>
                  <a:lnTo>
                    <a:pt x="1224161" y="166022"/>
                  </a:lnTo>
                  <a:lnTo>
                    <a:pt x="1213350" y="150230"/>
                  </a:lnTo>
                  <a:close/>
                  <a:moveTo>
                    <a:pt x="1090321" y="79491"/>
                  </a:moveTo>
                  <a:lnTo>
                    <a:pt x="1128785" y="75309"/>
                  </a:lnTo>
                  <a:lnTo>
                    <a:pt x="1116945" y="40188"/>
                  </a:lnTo>
                  <a:close/>
                  <a:moveTo>
                    <a:pt x="1090321" y="79491"/>
                  </a:moveTo>
                  <a:lnTo>
                    <a:pt x="1116945" y="40188"/>
                  </a:lnTo>
                  <a:lnTo>
                    <a:pt x="1082799" y="40860"/>
                  </a:lnTo>
                  <a:close/>
                  <a:moveTo>
                    <a:pt x="1128785" y="75309"/>
                  </a:moveTo>
                  <a:lnTo>
                    <a:pt x="1150832" y="39726"/>
                  </a:lnTo>
                  <a:lnTo>
                    <a:pt x="1116945" y="40188"/>
                  </a:lnTo>
                  <a:close/>
                  <a:moveTo>
                    <a:pt x="1047774" y="42246"/>
                  </a:moveTo>
                  <a:lnTo>
                    <a:pt x="1082799" y="40860"/>
                  </a:lnTo>
                  <a:lnTo>
                    <a:pt x="1063262" y="11996"/>
                  </a:lnTo>
                  <a:close/>
                  <a:moveTo>
                    <a:pt x="1047774" y="42246"/>
                  </a:moveTo>
                  <a:lnTo>
                    <a:pt x="1063262" y="11996"/>
                  </a:lnTo>
                  <a:lnTo>
                    <a:pt x="1032924" y="9572"/>
                  </a:lnTo>
                  <a:close/>
                  <a:moveTo>
                    <a:pt x="1082799" y="40860"/>
                  </a:moveTo>
                  <a:lnTo>
                    <a:pt x="1116945" y="40188"/>
                  </a:lnTo>
                  <a:lnTo>
                    <a:pt x="1094669" y="13550"/>
                  </a:lnTo>
                  <a:close/>
                  <a:moveTo>
                    <a:pt x="1082799" y="40860"/>
                  </a:moveTo>
                  <a:lnTo>
                    <a:pt x="1094669" y="13550"/>
                  </a:lnTo>
                  <a:lnTo>
                    <a:pt x="1063262" y="11996"/>
                  </a:lnTo>
                  <a:close/>
                  <a:moveTo>
                    <a:pt x="993409" y="14609"/>
                  </a:moveTo>
                  <a:lnTo>
                    <a:pt x="1032924" y="9572"/>
                  </a:lnTo>
                  <a:lnTo>
                    <a:pt x="1020746" y="0"/>
                  </a:lnTo>
                  <a:close/>
                  <a:moveTo>
                    <a:pt x="1032924" y="9572"/>
                  </a:moveTo>
                  <a:lnTo>
                    <a:pt x="1055525" y="5456"/>
                  </a:lnTo>
                  <a:lnTo>
                    <a:pt x="1020746" y="0"/>
                  </a:lnTo>
                  <a:close/>
                  <a:moveTo>
                    <a:pt x="1032924" y="9572"/>
                  </a:moveTo>
                  <a:lnTo>
                    <a:pt x="1063262" y="11996"/>
                  </a:lnTo>
                  <a:lnTo>
                    <a:pt x="1055525" y="5456"/>
                  </a:lnTo>
                  <a:close/>
                  <a:moveTo>
                    <a:pt x="1233681" y="178448"/>
                  </a:moveTo>
                  <a:lnTo>
                    <a:pt x="1255047" y="156924"/>
                  </a:lnTo>
                  <a:lnTo>
                    <a:pt x="1224161" y="166022"/>
                  </a:lnTo>
                  <a:close/>
                </a:path>
              </a:pathLst>
            </a:custGeom>
            <a:solidFill>
              <a:srgbClr val="CFD7DE"/>
            </a:solidFill>
            <a:ln w="1524">
              <a:solidFill>
                <a:srgbClr val="CFD7DE"/>
              </a:solidFill>
            </a:ln>
          </p:spPr>
        </p:sp>
        <p:sp>
          <p:nvSpPr>
            <p:cNvPr id="154" name="Input_density__153">
              <a:extLst>
                <a:ext uri="{FF2B5EF4-FFF2-40B4-BE49-F238E27FC236}">
                  <a16:creationId xmlns:a16="http://schemas.microsoft.com/office/drawing/2014/main" id="{15B091DC-D41A-94A0-9EE0-80F9B1481C74}"/>
                </a:ext>
              </a:extLst>
            </p:cNvPr>
            <p:cNvSpPr>
              <a:spLocks noGrp="1"/>
            </p:cNvSpPr>
            <p:nvPr/>
          </p:nvSpPr>
          <p:spPr>
            <a:xfrm>
              <a:off x="516200" y="1621843"/>
              <a:ext cx="1269166" cy="932649"/>
            </a:xfrm>
            <a:custGeom>
              <a:avLst/>
              <a:gdLst/>
              <a:ahLst/>
              <a:cxnLst/>
              <a:rect l="0" t="0" r="0" b="0"/>
              <a:pathLst>
                <a:path w="1269166" h="932649">
                  <a:moveTo>
                    <a:pt x="308163" y="888156"/>
                  </a:moveTo>
                  <a:lnTo>
                    <a:pt x="285161" y="898360"/>
                  </a:lnTo>
                  <a:lnTo>
                    <a:pt x="345078" y="901598"/>
                  </a:lnTo>
                  <a:close/>
                  <a:moveTo>
                    <a:pt x="61591" y="622630"/>
                  </a:moveTo>
                  <a:lnTo>
                    <a:pt x="86449" y="653405"/>
                  </a:lnTo>
                  <a:lnTo>
                    <a:pt x="76358" y="644354"/>
                  </a:lnTo>
                  <a:close/>
                  <a:moveTo>
                    <a:pt x="80030" y="633833"/>
                  </a:moveTo>
                  <a:lnTo>
                    <a:pt x="61591" y="622630"/>
                  </a:lnTo>
                  <a:lnTo>
                    <a:pt x="41487" y="594228"/>
                  </a:lnTo>
                  <a:close/>
                  <a:moveTo>
                    <a:pt x="11691" y="579895"/>
                  </a:moveTo>
                  <a:lnTo>
                    <a:pt x="0" y="579650"/>
                  </a:lnTo>
                  <a:lnTo>
                    <a:pt x="17615" y="586547"/>
                  </a:lnTo>
                  <a:close/>
                  <a:moveTo>
                    <a:pt x="0" y="579650"/>
                  </a:moveTo>
                  <a:lnTo>
                    <a:pt x="37176" y="594070"/>
                  </a:lnTo>
                  <a:lnTo>
                    <a:pt x="17615" y="586547"/>
                  </a:lnTo>
                  <a:close/>
                  <a:moveTo>
                    <a:pt x="37176" y="594070"/>
                  </a:moveTo>
                  <a:lnTo>
                    <a:pt x="41487" y="594228"/>
                  </a:lnTo>
                  <a:lnTo>
                    <a:pt x="17615" y="586547"/>
                  </a:lnTo>
                  <a:close/>
                  <a:moveTo>
                    <a:pt x="52280" y="616650"/>
                  </a:moveTo>
                  <a:lnTo>
                    <a:pt x="61591" y="622630"/>
                  </a:lnTo>
                  <a:lnTo>
                    <a:pt x="76358" y="644354"/>
                  </a:lnTo>
                  <a:close/>
                  <a:moveTo>
                    <a:pt x="61591" y="622630"/>
                  </a:moveTo>
                  <a:lnTo>
                    <a:pt x="52280" y="616650"/>
                  </a:lnTo>
                  <a:lnTo>
                    <a:pt x="17615" y="586547"/>
                  </a:lnTo>
                  <a:close/>
                  <a:moveTo>
                    <a:pt x="41487" y="594228"/>
                  </a:moveTo>
                  <a:lnTo>
                    <a:pt x="61591" y="622630"/>
                  </a:lnTo>
                  <a:lnTo>
                    <a:pt x="17615" y="586547"/>
                  </a:lnTo>
                  <a:close/>
                  <a:moveTo>
                    <a:pt x="345078" y="901598"/>
                  </a:moveTo>
                  <a:lnTo>
                    <a:pt x="367185" y="888042"/>
                  </a:lnTo>
                  <a:lnTo>
                    <a:pt x="308163" y="888156"/>
                  </a:lnTo>
                  <a:close/>
                  <a:moveTo>
                    <a:pt x="150566" y="576448"/>
                  </a:moveTo>
                  <a:lnTo>
                    <a:pt x="135995" y="571570"/>
                  </a:lnTo>
                  <a:lnTo>
                    <a:pt x="124902" y="562711"/>
                  </a:lnTo>
                  <a:close/>
                  <a:moveTo>
                    <a:pt x="367185" y="888042"/>
                  </a:moveTo>
                  <a:lnTo>
                    <a:pt x="399547" y="884462"/>
                  </a:lnTo>
                  <a:lnTo>
                    <a:pt x="417569" y="855638"/>
                  </a:lnTo>
                  <a:close/>
                  <a:moveTo>
                    <a:pt x="589585" y="932649"/>
                  </a:moveTo>
                  <a:lnTo>
                    <a:pt x="559815" y="917533"/>
                  </a:lnTo>
                  <a:lnTo>
                    <a:pt x="536730" y="927430"/>
                  </a:lnTo>
                  <a:close/>
                  <a:moveTo>
                    <a:pt x="503815" y="928944"/>
                  </a:moveTo>
                  <a:lnTo>
                    <a:pt x="536730" y="927430"/>
                  </a:lnTo>
                  <a:lnTo>
                    <a:pt x="559815" y="917533"/>
                  </a:lnTo>
                  <a:close/>
                  <a:moveTo>
                    <a:pt x="307293" y="655793"/>
                  </a:moveTo>
                  <a:lnTo>
                    <a:pt x="319790" y="638610"/>
                  </a:lnTo>
                  <a:lnTo>
                    <a:pt x="297306" y="655146"/>
                  </a:lnTo>
                  <a:close/>
                  <a:moveTo>
                    <a:pt x="567334" y="795582"/>
                  </a:moveTo>
                  <a:lnTo>
                    <a:pt x="561167" y="826379"/>
                  </a:lnTo>
                  <a:lnTo>
                    <a:pt x="581338" y="805201"/>
                  </a:lnTo>
                  <a:close/>
                  <a:moveTo>
                    <a:pt x="567334" y="795582"/>
                  </a:moveTo>
                  <a:lnTo>
                    <a:pt x="581338" y="805201"/>
                  </a:lnTo>
                  <a:lnTo>
                    <a:pt x="573224" y="775249"/>
                  </a:lnTo>
                  <a:close/>
                  <a:moveTo>
                    <a:pt x="417565" y="621426"/>
                  </a:moveTo>
                  <a:lnTo>
                    <a:pt x="422351" y="653198"/>
                  </a:lnTo>
                  <a:lnTo>
                    <a:pt x="426444" y="658181"/>
                  </a:lnTo>
                  <a:close/>
                  <a:moveTo>
                    <a:pt x="270865" y="437651"/>
                  </a:moveTo>
                  <a:lnTo>
                    <a:pt x="294105" y="450760"/>
                  </a:lnTo>
                  <a:lnTo>
                    <a:pt x="306065" y="425077"/>
                  </a:lnTo>
                  <a:close/>
                  <a:moveTo>
                    <a:pt x="306065" y="425077"/>
                  </a:moveTo>
                  <a:lnTo>
                    <a:pt x="286556" y="422536"/>
                  </a:lnTo>
                  <a:lnTo>
                    <a:pt x="270865" y="437651"/>
                  </a:lnTo>
                  <a:close/>
                  <a:moveTo>
                    <a:pt x="302234" y="420468"/>
                  </a:moveTo>
                  <a:lnTo>
                    <a:pt x="266487" y="400896"/>
                  </a:lnTo>
                  <a:lnTo>
                    <a:pt x="301234" y="383713"/>
                  </a:lnTo>
                  <a:close/>
                  <a:moveTo>
                    <a:pt x="288271" y="350049"/>
                  </a:moveTo>
                  <a:lnTo>
                    <a:pt x="302284" y="383713"/>
                  </a:lnTo>
                  <a:lnTo>
                    <a:pt x="301120" y="380780"/>
                  </a:lnTo>
                  <a:close/>
                  <a:moveTo>
                    <a:pt x="617592" y="737065"/>
                  </a:moveTo>
                  <a:lnTo>
                    <a:pt x="573224" y="775249"/>
                  </a:lnTo>
                  <a:lnTo>
                    <a:pt x="606344" y="774505"/>
                  </a:lnTo>
                  <a:close/>
                  <a:moveTo>
                    <a:pt x="640667" y="745393"/>
                  </a:moveTo>
                  <a:lnTo>
                    <a:pt x="617592" y="737065"/>
                  </a:lnTo>
                  <a:lnTo>
                    <a:pt x="606344" y="774505"/>
                  </a:lnTo>
                  <a:close/>
                  <a:moveTo>
                    <a:pt x="434029" y="503978"/>
                  </a:moveTo>
                  <a:lnTo>
                    <a:pt x="423400" y="493978"/>
                  </a:lnTo>
                  <a:lnTo>
                    <a:pt x="433248" y="476794"/>
                  </a:lnTo>
                  <a:close/>
                  <a:moveTo>
                    <a:pt x="423400" y="493978"/>
                  </a:moveTo>
                  <a:lnTo>
                    <a:pt x="429167" y="440040"/>
                  </a:lnTo>
                  <a:lnTo>
                    <a:pt x="433248" y="476794"/>
                  </a:lnTo>
                  <a:close/>
                  <a:moveTo>
                    <a:pt x="303200" y="366530"/>
                  </a:moveTo>
                  <a:lnTo>
                    <a:pt x="301234" y="383713"/>
                  </a:lnTo>
                  <a:lnTo>
                    <a:pt x="318011" y="347727"/>
                  </a:lnTo>
                  <a:close/>
                  <a:moveTo>
                    <a:pt x="301234" y="383713"/>
                  </a:moveTo>
                  <a:lnTo>
                    <a:pt x="301120" y="380780"/>
                  </a:lnTo>
                  <a:lnTo>
                    <a:pt x="318011" y="347727"/>
                  </a:lnTo>
                  <a:close/>
                  <a:moveTo>
                    <a:pt x="328830" y="366530"/>
                  </a:moveTo>
                  <a:lnTo>
                    <a:pt x="318011" y="347727"/>
                  </a:lnTo>
                  <a:lnTo>
                    <a:pt x="301120" y="380780"/>
                  </a:lnTo>
                  <a:close/>
                  <a:moveTo>
                    <a:pt x="611679" y="697124"/>
                  </a:moveTo>
                  <a:lnTo>
                    <a:pt x="658113" y="731210"/>
                  </a:lnTo>
                  <a:lnTo>
                    <a:pt x="624012" y="731845"/>
                  </a:lnTo>
                  <a:close/>
                  <a:moveTo>
                    <a:pt x="444225" y="438767"/>
                  </a:moveTo>
                  <a:lnTo>
                    <a:pt x="463728" y="467659"/>
                  </a:lnTo>
                  <a:lnTo>
                    <a:pt x="439492" y="456563"/>
                  </a:lnTo>
                  <a:close/>
                  <a:moveTo>
                    <a:pt x="667725" y="544407"/>
                  </a:moveTo>
                  <a:lnTo>
                    <a:pt x="668468" y="588550"/>
                  </a:lnTo>
                  <a:lnTo>
                    <a:pt x="699170" y="545932"/>
                  </a:lnTo>
                  <a:close/>
                  <a:moveTo>
                    <a:pt x="744888" y="535509"/>
                  </a:moveTo>
                  <a:lnTo>
                    <a:pt x="699170" y="545932"/>
                  </a:lnTo>
                  <a:lnTo>
                    <a:pt x="695884" y="571503"/>
                  </a:lnTo>
                  <a:close/>
                  <a:moveTo>
                    <a:pt x="625568" y="462097"/>
                  </a:moveTo>
                  <a:lnTo>
                    <a:pt x="640973" y="490774"/>
                  </a:lnTo>
                  <a:lnTo>
                    <a:pt x="629879" y="479183"/>
                  </a:lnTo>
                  <a:close/>
                  <a:moveTo>
                    <a:pt x="625568" y="462097"/>
                  </a:moveTo>
                  <a:lnTo>
                    <a:pt x="629879" y="479183"/>
                  </a:lnTo>
                  <a:lnTo>
                    <a:pt x="625663" y="461903"/>
                  </a:lnTo>
                  <a:close/>
                  <a:moveTo>
                    <a:pt x="952766" y="620435"/>
                  </a:moveTo>
                  <a:lnTo>
                    <a:pt x="974329" y="619002"/>
                  </a:lnTo>
                  <a:lnTo>
                    <a:pt x="991517" y="640744"/>
                  </a:lnTo>
                  <a:close/>
                  <a:moveTo>
                    <a:pt x="837170" y="515005"/>
                  </a:moveTo>
                  <a:lnTo>
                    <a:pt x="886969" y="501143"/>
                  </a:lnTo>
                  <a:lnTo>
                    <a:pt x="852538" y="494853"/>
                  </a:lnTo>
                  <a:close/>
                  <a:moveTo>
                    <a:pt x="1012391" y="622581"/>
                  </a:moveTo>
                  <a:lnTo>
                    <a:pt x="991517" y="640744"/>
                  </a:lnTo>
                  <a:lnTo>
                    <a:pt x="1046084" y="623975"/>
                  </a:lnTo>
                  <a:close/>
                  <a:moveTo>
                    <a:pt x="869665" y="462682"/>
                  </a:moveTo>
                  <a:lnTo>
                    <a:pt x="827308" y="501143"/>
                  </a:lnTo>
                  <a:lnTo>
                    <a:pt x="852538" y="494853"/>
                  </a:lnTo>
                  <a:close/>
                  <a:moveTo>
                    <a:pt x="754180" y="376261"/>
                  </a:moveTo>
                  <a:lnTo>
                    <a:pt x="761755" y="390878"/>
                  </a:lnTo>
                  <a:lnTo>
                    <a:pt x="768012" y="382810"/>
                  </a:lnTo>
                  <a:close/>
                  <a:moveTo>
                    <a:pt x="843724" y="410449"/>
                  </a:moveTo>
                  <a:lnTo>
                    <a:pt x="806970" y="422973"/>
                  </a:lnTo>
                  <a:lnTo>
                    <a:pt x="852042" y="396791"/>
                  </a:lnTo>
                  <a:close/>
                  <a:moveTo>
                    <a:pt x="1078319" y="630979"/>
                  </a:moveTo>
                  <a:lnTo>
                    <a:pt x="1082760" y="629773"/>
                  </a:lnTo>
                  <a:lnTo>
                    <a:pt x="1046084" y="623975"/>
                  </a:lnTo>
                  <a:close/>
                  <a:moveTo>
                    <a:pt x="1046084" y="623975"/>
                  </a:moveTo>
                  <a:lnTo>
                    <a:pt x="1082760" y="629773"/>
                  </a:lnTo>
                  <a:lnTo>
                    <a:pt x="1099426" y="602627"/>
                  </a:lnTo>
                  <a:close/>
                  <a:moveTo>
                    <a:pt x="1046084" y="623975"/>
                  </a:moveTo>
                  <a:lnTo>
                    <a:pt x="1099426" y="602627"/>
                  </a:lnTo>
                  <a:lnTo>
                    <a:pt x="1068366" y="611078"/>
                  </a:lnTo>
                  <a:close/>
                  <a:moveTo>
                    <a:pt x="1012391" y="622581"/>
                  </a:moveTo>
                  <a:lnTo>
                    <a:pt x="1046084" y="623975"/>
                  </a:lnTo>
                  <a:lnTo>
                    <a:pt x="1068366" y="611078"/>
                  </a:lnTo>
                  <a:close/>
                  <a:moveTo>
                    <a:pt x="1104122" y="567660"/>
                  </a:moveTo>
                  <a:lnTo>
                    <a:pt x="1068366" y="611078"/>
                  </a:lnTo>
                  <a:lnTo>
                    <a:pt x="1099426" y="602627"/>
                  </a:lnTo>
                  <a:close/>
                  <a:moveTo>
                    <a:pt x="962461" y="198839"/>
                  </a:moveTo>
                  <a:lnTo>
                    <a:pt x="967207" y="239727"/>
                  </a:lnTo>
                  <a:lnTo>
                    <a:pt x="981944" y="248634"/>
                  </a:lnTo>
                  <a:close/>
                  <a:moveTo>
                    <a:pt x="883351" y="100649"/>
                  </a:moveTo>
                  <a:lnTo>
                    <a:pt x="898326" y="60429"/>
                  </a:lnTo>
                  <a:lnTo>
                    <a:pt x="851003" y="56287"/>
                  </a:lnTo>
                  <a:close/>
                  <a:moveTo>
                    <a:pt x="1025291" y="13309"/>
                  </a:moveTo>
                  <a:lnTo>
                    <a:pt x="1038652" y="18942"/>
                  </a:lnTo>
                  <a:lnTo>
                    <a:pt x="1020197" y="0"/>
                  </a:lnTo>
                  <a:close/>
                  <a:moveTo>
                    <a:pt x="1261685" y="118104"/>
                  </a:moveTo>
                  <a:lnTo>
                    <a:pt x="1269166" y="162717"/>
                  </a:lnTo>
                  <a:lnTo>
                    <a:pt x="1269054" y="125963"/>
                  </a:lnTo>
                  <a:close/>
                  <a:moveTo>
                    <a:pt x="1261685" y="118104"/>
                  </a:moveTo>
                  <a:lnTo>
                    <a:pt x="1266302" y="159098"/>
                  </a:lnTo>
                  <a:lnTo>
                    <a:pt x="1269166" y="162717"/>
                  </a:lnTo>
                  <a:close/>
                  <a:moveTo>
                    <a:pt x="1248746" y="83876"/>
                  </a:moveTo>
                  <a:lnTo>
                    <a:pt x="1269054" y="125963"/>
                  </a:lnTo>
                  <a:lnTo>
                    <a:pt x="1253864" y="89208"/>
                  </a:lnTo>
                  <a:close/>
                </a:path>
              </a:pathLst>
            </a:custGeom>
            <a:solidFill>
              <a:srgbClr val="BCC7CF"/>
            </a:solidFill>
            <a:ln w="1524">
              <a:solidFill>
                <a:srgbClr val="BCC7CF"/>
              </a:solidFill>
            </a:ln>
          </p:spPr>
        </p:sp>
        <p:sp>
          <p:nvSpPr>
            <p:cNvPr id="155" name="Input_density__154">
              <a:extLst>
                <a:ext uri="{FF2B5EF4-FFF2-40B4-BE49-F238E27FC236}">
                  <a16:creationId xmlns:a16="http://schemas.microsoft.com/office/drawing/2014/main" id="{96E911C8-8BCE-4138-2ED8-5CCE9CCCDC46}"/>
                </a:ext>
              </a:extLst>
            </p:cNvPr>
            <p:cNvSpPr>
              <a:spLocks noGrp="1"/>
            </p:cNvSpPr>
            <p:nvPr/>
          </p:nvSpPr>
          <p:spPr>
            <a:xfrm>
              <a:off x="688222" y="1528465"/>
              <a:ext cx="1041936" cy="976197"/>
            </a:xfrm>
            <a:custGeom>
              <a:avLst/>
              <a:gdLst/>
              <a:ahLst/>
              <a:cxnLst/>
              <a:rect l="0" t="0" r="0" b="0"/>
              <a:pathLst>
                <a:path w="1041936" h="976197">
                  <a:moveTo>
                    <a:pt x="109150" y="930558"/>
                  </a:moveTo>
                  <a:lnTo>
                    <a:pt x="148434" y="954227"/>
                  </a:lnTo>
                  <a:lnTo>
                    <a:pt x="138407" y="917632"/>
                  </a:lnTo>
                  <a:close/>
                  <a:moveTo>
                    <a:pt x="109150" y="930558"/>
                  </a:moveTo>
                  <a:lnTo>
                    <a:pt x="121083" y="967313"/>
                  </a:lnTo>
                  <a:lnTo>
                    <a:pt x="148434" y="954227"/>
                  </a:lnTo>
                  <a:close/>
                  <a:moveTo>
                    <a:pt x="156531" y="950130"/>
                  </a:moveTo>
                  <a:lnTo>
                    <a:pt x="147782" y="913375"/>
                  </a:lnTo>
                  <a:lnTo>
                    <a:pt x="148434" y="954227"/>
                  </a:lnTo>
                  <a:close/>
                  <a:moveTo>
                    <a:pt x="147782" y="913375"/>
                  </a:moveTo>
                  <a:lnTo>
                    <a:pt x="138407" y="917632"/>
                  </a:lnTo>
                  <a:lnTo>
                    <a:pt x="148434" y="954227"/>
                  </a:lnTo>
                  <a:close/>
                  <a:moveTo>
                    <a:pt x="110645" y="893803"/>
                  </a:moveTo>
                  <a:lnTo>
                    <a:pt x="138407" y="917632"/>
                  </a:lnTo>
                  <a:lnTo>
                    <a:pt x="119262" y="888449"/>
                  </a:lnTo>
                  <a:close/>
                  <a:moveTo>
                    <a:pt x="110645" y="893803"/>
                  </a:moveTo>
                  <a:lnTo>
                    <a:pt x="109150" y="930558"/>
                  </a:lnTo>
                  <a:lnTo>
                    <a:pt x="138407" y="917632"/>
                  </a:lnTo>
                  <a:close/>
                  <a:moveTo>
                    <a:pt x="147782" y="913375"/>
                  </a:moveTo>
                  <a:lnTo>
                    <a:pt x="137501" y="876620"/>
                  </a:lnTo>
                  <a:lnTo>
                    <a:pt x="138407" y="917632"/>
                  </a:lnTo>
                  <a:close/>
                  <a:moveTo>
                    <a:pt x="137501" y="876620"/>
                  </a:moveTo>
                  <a:lnTo>
                    <a:pt x="119262" y="888449"/>
                  </a:lnTo>
                  <a:lnTo>
                    <a:pt x="138407" y="917632"/>
                  </a:lnTo>
                  <a:close/>
                  <a:moveTo>
                    <a:pt x="197152" y="896191"/>
                  </a:moveTo>
                  <a:lnTo>
                    <a:pt x="137501" y="876620"/>
                  </a:lnTo>
                  <a:lnTo>
                    <a:pt x="147782" y="913375"/>
                  </a:lnTo>
                  <a:close/>
                  <a:moveTo>
                    <a:pt x="33302" y="680421"/>
                  </a:moveTo>
                  <a:lnTo>
                    <a:pt x="0" y="680407"/>
                  </a:lnTo>
                  <a:lnTo>
                    <a:pt x="41228" y="683406"/>
                  </a:lnTo>
                  <a:close/>
                  <a:moveTo>
                    <a:pt x="67590" y="657395"/>
                  </a:moveTo>
                  <a:lnTo>
                    <a:pt x="33302" y="680421"/>
                  </a:lnTo>
                  <a:lnTo>
                    <a:pt x="44646" y="675661"/>
                  </a:lnTo>
                  <a:close/>
                  <a:moveTo>
                    <a:pt x="33302" y="680421"/>
                  </a:moveTo>
                  <a:lnTo>
                    <a:pt x="41228" y="683406"/>
                  </a:lnTo>
                  <a:lnTo>
                    <a:pt x="44646" y="675661"/>
                  </a:lnTo>
                  <a:close/>
                  <a:moveTo>
                    <a:pt x="88376" y="662735"/>
                  </a:moveTo>
                  <a:lnTo>
                    <a:pt x="44646" y="675661"/>
                  </a:lnTo>
                  <a:lnTo>
                    <a:pt x="98722" y="677582"/>
                  </a:lnTo>
                  <a:close/>
                  <a:moveTo>
                    <a:pt x="44646" y="675661"/>
                  </a:moveTo>
                  <a:lnTo>
                    <a:pt x="41228" y="683406"/>
                  </a:lnTo>
                  <a:lnTo>
                    <a:pt x="98722" y="677582"/>
                  </a:lnTo>
                  <a:close/>
                  <a:moveTo>
                    <a:pt x="67590" y="657395"/>
                  </a:moveTo>
                  <a:lnTo>
                    <a:pt x="44646" y="675661"/>
                  </a:lnTo>
                  <a:lnTo>
                    <a:pt x="88376" y="662735"/>
                  </a:lnTo>
                  <a:close/>
                  <a:moveTo>
                    <a:pt x="88054" y="638907"/>
                  </a:moveTo>
                  <a:lnTo>
                    <a:pt x="88376" y="662735"/>
                  </a:lnTo>
                  <a:lnTo>
                    <a:pt x="100523" y="658478"/>
                  </a:lnTo>
                  <a:close/>
                  <a:moveTo>
                    <a:pt x="88054" y="638907"/>
                  </a:moveTo>
                  <a:lnTo>
                    <a:pt x="100523" y="658478"/>
                  </a:lnTo>
                  <a:lnTo>
                    <a:pt x="94286" y="621723"/>
                  </a:lnTo>
                  <a:close/>
                  <a:moveTo>
                    <a:pt x="88376" y="662735"/>
                  </a:moveTo>
                  <a:lnTo>
                    <a:pt x="98722" y="677582"/>
                  </a:lnTo>
                  <a:lnTo>
                    <a:pt x="100523" y="658478"/>
                  </a:lnTo>
                  <a:close/>
                  <a:moveTo>
                    <a:pt x="440370" y="935335"/>
                  </a:moveTo>
                  <a:lnTo>
                    <a:pt x="421531" y="939480"/>
                  </a:lnTo>
                  <a:lnTo>
                    <a:pt x="431409" y="976197"/>
                  </a:lnTo>
                  <a:close/>
                  <a:moveTo>
                    <a:pt x="142708" y="690400"/>
                  </a:moveTo>
                  <a:lnTo>
                    <a:pt x="145275" y="727062"/>
                  </a:lnTo>
                  <a:lnTo>
                    <a:pt x="178501" y="678050"/>
                  </a:lnTo>
                  <a:close/>
                  <a:moveTo>
                    <a:pt x="178501" y="678050"/>
                  </a:moveTo>
                  <a:lnTo>
                    <a:pt x="145275" y="727062"/>
                  </a:lnTo>
                  <a:lnTo>
                    <a:pt x="147768" y="731988"/>
                  </a:lnTo>
                  <a:close/>
                  <a:moveTo>
                    <a:pt x="140620" y="647349"/>
                  </a:moveTo>
                  <a:lnTo>
                    <a:pt x="100523" y="658478"/>
                  </a:lnTo>
                  <a:lnTo>
                    <a:pt x="109197" y="690555"/>
                  </a:lnTo>
                  <a:close/>
                  <a:moveTo>
                    <a:pt x="94286" y="621723"/>
                  </a:moveTo>
                  <a:lnTo>
                    <a:pt x="140620" y="647349"/>
                  </a:lnTo>
                  <a:lnTo>
                    <a:pt x="135567" y="606711"/>
                  </a:lnTo>
                  <a:close/>
                  <a:moveTo>
                    <a:pt x="94286" y="621723"/>
                  </a:moveTo>
                  <a:lnTo>
                    <a:pt x="100523" y="658478"/>
                  </a:lnTo>
                  <a:lnTo>
                    <a:pt x="140620" y="647349"/>
                  </a:lnTo>
                  <a:close/>
                  <a:moveTo>
                    <a:pt x="166301" y="641295"/>
                  </a:moveTo>
                  <a:lnTo>
                    <a:pt x="140817" y="604540"/>
                  </a:lnTo>
                  <a:lnTo>
                    <a:pt x="140620" y="647349"/>
                  </a:lnTo>
                  <a:close/>
                  <a:moveTo>
                    <a:pt x="140817" y="604540"/>
                  </a:moveTo>
                  <a:lnTo>
                    <a:pt x="135567" y="606711"/>
                  </a:lnTo>
                  <a:lnTo>
                    <a:pt x="140620" y="647349"/>
                  </a:lnTo>
                  <a:close/>
                  <a:moveTo>
                    <a:pt x="112182" y="603333"/>
                  </a:moveTo>
                  <a:lnTo>
                    <a:pt x="94286" y="621723"/>
                  </a:lnTo>
                  <a:lnTo>
                    <a:pt x="135567" y="606711"/>
                  </a:lnTo>
                  <a:close/>
                  <a:moveTo>
                    <a:pt x="161876" y="568346"/>
                  </a:moveTo>
                  <a:lnTo>
                    <a:pt x="112182" y="603333"/>
                  </a:lnTo>
                  <a:lnTo>
                    <a:pt x="140817" y="604540"/>
                  </a:lnTo>
                  <a:close/>
                  <a:moveTo>
                    <a:pt x="140817" y="604540"/>
                  </a:moveTo>
                  <a:lnTo>
                    <a:pt x="112182" y="603333"/>
                  </a:lnTo>
                  <a:lnTo>
                    <a:pt x="135567" y="606711"/>
                  </a:lnTo>
                  <a:close/>
                  <a:moveTo>
                    <a:pt x="334175" y="742603"/>
                  </a:moveTo>
                  <a:lnTo>
                    <a:pt x="296336" y="781009"/>
                  </a:lnTo>
                  <a:lnTo>
                    <a:pt x="322623" y="771131"/>
                  </a:lnTo>
                  <a:close/>
                  <a:moveTo>
                    <a:pt x="283739" y="774817"/>
                  </a:moveTo>
                  <a:lnTo>
                    <a:pt x="296336" y="781009"/>
                  </a:lnTo>
                  <a:lnTo>
                    <a:pt x="334175" y="742603"/>
                  </a:lnTo>
                  <a:close/>
                  <a:moveTo>
                    <a:pt x="311943" y="755691"/>
                  </a:moveTo>
                  <a:lnTo>
                    <a:pt x="283739" y="774817"/>
                  </a:lnTo>
                  <a:lnTo>
                    <a:pt x="334175" y="742603"/>
                  </a:lnTo>
                  <a:close/>
                  <a:moveTo>
                    <a:pt x="334175" y="742603"/>
                  </a:moveTo>
                  <a:lnTo>
                    <a:pt x="334601" y="734376"/>
                  </a:lnTo>
                  <a:lnTo>
                    <a:pt x="316966" y="751560"/>
                  </a:lnTo>
                  <a:close/>
                  <a:moveTo>
                    <a:pt x="166301" y="641295"/>
                  </a:moveTo>
                  <a:lnTo>
                    <a:pt x="206102" y="637491"/>
                  </a:lnTo>
                  <a:lnTo>
                    <a:pt x="192754" y="632054"/>
                  </a:lnTo>
                  <a:close/>
                  <a:moveTo>
                    <a:pt x="166301" y="641295"/>
                  </a:moveTo>
                  <a:lnTo>
                    <a:pt x="192754" y="632054"/>
                  </a:lnTo>
                  <a:lnTo>
                    <a:pt x="140817" y="604540"/>
                  </a:lnTo>
                  <a:close/>
                  <a:moveTo>
                    <a:pt x="192754" y="632054"/>
                  </a:moveTo>
                  <a:lnTo>
                    <a:pt x="233416" y="624111"/>
                  </a:lnTo>
                  <a:lnTo>
                    <a:pt x="197144" y="603997"/>
                  </a:lnTo>
                  <a:close/>
                  <a:moveTo>
                    <a:pt x="192754" y="632054"/>
                  </a:moveTo>
                  <a:lnTo>
                    <a:pt x="206102" y="637491"/>
                  </a:lnTo>
                  <a:lnTo>
                    <a:pt x="233416" y="624111"/>
                  </a:lnTo>
                  <a:close/>
                  <a:moveTo>
                    <a:pt x="161876" y="568346"/>
                  </a:moveTo>
                  <a:lnTo>
                    <a:pt x="188011" y="569850"/>
                  </a:lnTo>
                  <a:lnTo>
                    <a:pt x="162145" y="567785"/>
                  </a:lnTo>
                  <a:close/>
                  <a:moveTo>
                    <a:pt x="188011" y="569850"/>
                  </a:moveTo>
                  <a:lnTo>
                    <a:pt x="199754" y="550602"/>
                  </a:lnTo>
                  <a:lnTo>
                    <a:pt x="162145" y="567785"/>
                  </a:lnTo>
                  <a:close/>
                  <a:moveTo>
                    <a:pt x="334175" y="742603"/>
                  </a:moveTo>
                  <a:lnTo>
                    <a:pt x="322623" y="771131"/>
                  </a:lnTo>
                  <a:lnTo>
                    <a:pt x="350477" y="764081"/>
                  </a:lnTo>
                  <a:close/>
                  <a:moveTo>
                    <a:pt x="350477" y="764081"/>
                  </a:moveTo>
                  <a:lnTo>
                    <a:pt x="334601" y="734376"/>
                  </a:lnTo>
                  <a:lnTo>
                    <a:pt x="334175" y="742603"/>
                  </a:lnTo>
                  <a:close/>
                  <a:moveTo>
                    <a:pt x="234632" y="570173"/>
                  </a:moveTo>
                  <a:lnTo>
                    <a:pt x="197144" y="603997"/>
                  </a:lnTo>
                  <a:lnTo>
                    <a:pt x="233416" y="624111"/>
                  </a:lnTo>
                  <a:close/>
                  <a:moveTo>
                    <a:pt x="188011" y="569850"/>
                  </a:moveTo>
                  <a:lnTo>
                    <a:pt x="202667" y="579247"/>
                  </a:lnTo>
                  <a:lnTo>
                    <a:pt x="234632" y="570173"/>
                  </a:lnTo>
                  <a:close/>
                  <a:moveTo>
                    <a:pt x="199754" y="550602"/>
                  </a:moveTo>
                  <a:lnTo>
                    <a:pt x="188011" y="569850"/>
                  </a:lnTo>
                  <a:lnTo>
                    <a:pt x="234632" y="570173"/>
                  </a:lnTo>
                  <a:close/>
                  <a:moveTo>
                    <a:pt x="23629" y="328984"/>
                  </a:moveTo>
                  <a:lnTo>
                    <a:pt x="20305" y="330072"/>
                  </a:lnTo>
                  <a:lnTo>
                    <a:pt x="24658" y="329472"/>
                  </a:lnTo>
                  <a:close/>
                  <a:moveTo>
                    <a:pt x="457610" y="762541"/>
                  </a:moveTo>
                  <a:lnTo>
                    <a:pt x="439671" y="790703"/>
                  </a:lnTo>
                  <a:lnTo>
                    <a:pt x="439657" y="790503"/>
                  </a:lnTo>
                  <a:close/>
                  <a:moveTo>
                    <a:pt x="466150" y="766099"/>
                  </a:moveTo>
                  <a:lnTo>
                    <a:pt x="439671" y="790703"/>
                  </a:lnTo>
                  <a:lnTo>
                    <a:pt x="457610" y="762541"/>
                  </a:lnTo>
                  <a:close/>
                  <a:moveTo>
                    <a:pt x="485756" y="743196"/>
                  </a:moveTo>
                  <a:lnTo>
                    <a:pt x="466150" y="766099"/>
                  </a:lnTo>
                  <a:lnTo>
                    <a:pt x="457610" y="762541"/>
                  </a:lnTo>
                  <a:close/>
                  <a:moveTo>
                    <a:pt x="466150" y="766099"/>
                  </a:moveTo>
                  <a:lnTo>
                    <a:pt x="485756" y="743196"/>
                  </a:lnTo>
                  <a:lnTo>
                    <a:pt x="473503" y="753948"/>
                  </a:lnTo>
                  <a:close/>
                  <a:moveTo>
                    <a:pt x="485756" y="743196"/>
                  </a:moveTo>
                  <a:lnTo>
                    <a:pt x="492356" y="736765"/>
                  </a:lnTo>
                  <a:lnTo>
                    <a:pt x="473503" y="753948"/>
                  </a:lnTo>
                  <a:close/>
                  <a:moveTo>
                    <a:pt x="485756" y="743196"/>
                  </a:moveTo>
                  <a:lnTo>
                    <a:pt x="512677" y="747642"/>
                  </a:lnTo>
                  <a:lnTo>
                    <a:pt x="492356" y="736765"/>
                  </a:lnTo>
                  <a:close/>
                  <a:moveTo>
                    <a:pt x="512677" y="747642"/>
                  </a:moveTo>
                  <a:lnTo>
                    <a:pt x="524554" y="719581"/>
                  </a:lnTo>
                  <a:lnTo>
                    <a:pt x="492356" y="736765"/>
                  </a:lnTo>
                  <a:close/>
                  <a:moveTo>
                    <a:pt x="480653" y="605274"/>
                  </a:moveTo>
                  <a:lnTo>
                    <a:pt x="522517" y="598327"/>
                  </a:lnTo>
                  <a:lnTo>
                    <a:pt x="500369" y="577046"/>
                  </a:lnTo>
                  <a:close/>
                  <a:moveTo>
                    <a:pt x="697199" y="739153"/>
                  </a:moveTo>
                  <a:lnTo>
                    <a:pt x="717500" y="758725"/>
                  </a:lnTo>
                  <a:lnTo>
                    <a:pt x="717060" y="721970"/>
                  </a:lnTo>
                  <a:close/>
                  <a:moveTo>
                    <a:pt x="383708" y="418394"/>
                  </a:moveTo>
                  <a:lnTo>
                    <a:pt x="409203" y="417506"/>
                  </a:lnTo>
                  <a:lnTo>
                    <a:pt x="384675" y="408358"/>
                  </a:lnTo>
                  <a:close/>
                  <a:moveTo>
                    <a:pt x="409203" y="417506"/>
                  </a:moveTo>
                  <a:lnTo>
                    <a:pt x="419385" y="391175"/>
                  </a:lnTo>
                  <a:lnTo>
                    <a:pt x="384675" y="408358"/>
                  </a:lnTo>
                  <a:close/>
                  <a:moveTo>
                    <a:pt x="419385" y="391175"/>
                  </a:moveTo>
                  <a:lnTo>
                    <a:pt x="429810" y="369975"/>
                  </a:lnTo>
                  <a:lnTo>
                    <a:pt x="395618" y="371603"/>
                  </a:lnTo>
                  <a:close/>
                  <a:moveTo>
                    <a:pt x="384675" y="408358"/>
                  </a:moveTo>
                  <a:lnTo>
                    <a:pt x="419385" y="391175"/>
                  </a:lnTo>
                  <a:lnTo>
                    <a:pt x="395618" y="371603"/>
                  </a:lnTo>
                  <a:close/>
                  <a:moveTo>
                    <a:pt x="717060" y="721970"/>
                  </a:moveTo>
                  <a:lnTo>
                    <a:pt x="745663" y="749002"/>
                  </a:lnTo>
                  <a:lnTo>
                    <a:pt x="735480" y="712534"/>
                  </a:lnTo>
                  <a:close/>
                  <a:moveTo>
                    <a:pt x="717060" y="721970"/>
                  </a:moveTo>
                  <a:lnTo>
                    <a:pt x="717500" y="758725"/>
                  </a:lnTo>
                  <a:lnTo>
                    <a:pt x="745663" y="749002"/>
                  </a:lnTo>
                  <a:close/>
                  <a:moveTo>
                    <a:pt x="745663" y="749002"/>
                  </a:moveTo>
                  <a:lnTo>
                    <a:pt x="778678" y="749249"/>
                  </a:lnTo>
                  <a:lnTo>
                    <a:pt x="735480" y="712534"/>
                  </a:lnTo>
                  <a:close/>
                  <a:moveTo>
                    <a:pt x="711635" y="685215"/>
                  </a:moveTo>
                  <a:lnTo>
                    <a:pt x="717060" y="721970"/>
                  </a:lnTo>
                  <a:lnTo>
                    <a:pt x="735480" y="712534"/>
                  </a:lnTo>
                  <a:close/>
                  <a:moveTo>
                    <a:pt x="719622" y="680678"/>
                  </a:moveTo>
                  <a:lnTo>
                    <a:pt x="753083" y="668032"/>
                  </a:lnTo>
                  <a:lnTo>
                    <a:pt x="755849" y="633567"/>
                  </a:lnTo>
                  <a:close/>
                  <a:moveTo>
                    <a:pt x="429810" y="369975"/>
                  </a:moveTo>
                  <a:lnTo>
                    <a:pt x="419385" y="391175"/>
                  </a:lnTo>
                  <a:lnTo>
                    <a:pt x="450020" y="379354"/>
                  </a:lnTo>
                  <a:close/>
                  <a:moveTo>
                    <a:pt x="456609" y="354420"/>
                  </a:moveTo>
                  <a:lnTo>
                    <a:pt x="429810" y="369975"/>
                  </a:lnTo>
                  <a:lnTo>
                    <a:pt x="489003" y="370506"/>
                  </a:lnTo>
                  <a:close/>
                  <a:moveTo>
                    <a:pt x="481647" y="373991"/>
                  </a:moveTo>
                  <a:lnTo>
                    <a:pt x="429810" y="369975"/>
                  </a:lnTo>
                  <a:lnTo>
                    <a:pt x="450020" y="379354"/>
                  </a:lnTo>
                  <a:close/>
                  <a:moveTo>
                    <a:pt x="785013" y="633571"/>
                  </a:moveTo>
                  <a:lnTo>
                    <a:pt x="753083" y="668032"/>
                  </a:lnTo>
                  <a:lnTo>
                    <a:pt x="777710" y="650848"/>
                  </a:lnTo>
                  <a:close/>
                  <a:moveTo>
                    <a:pt x="763463" y="649205"/>
                  </a:moveTo>
                  <a:lnTo>
                    <a:pt x="753083" y="668032"/>
                  </a:lnTo>
                  <a:lnTo>
                    <a:pt x="785013" y="633571"/>
                  </a:lnTo>
                  <a:close/>
                  <a:moveTo>
                    <a:pt x="542956" y="320053"/>
                  </a:moveTo>
                  <a:lnTo>
                    <a:pt x="551831" y="356808"/>
                  </a:lnTo>
                  <a:lnTo>
                    <a:pt x="575193" y="339625"/>
                  </a:lnTo>
                  <a:close/>
                  <a:moveTo>
                    <a:pt x="537393" y="283298"/>
                  </a:moveTo>
                  <a:lnTo>
                    <a:pt x="542956" y="320053"/>
                  </a:lnTo>
                  <a:lnTo>
                    <a:pt x="566140" y="302870"/>
                  </a:lnTo>
                  <a:close/>
                  <a:moveTo>
                    <a:pt x="537393" y="283298"/>
                  </a:moveTo>
                  <a:lnTo>
                    <a:pt x="566140" y="302870"/>
                  </a:lnTo>
                  <a:lnTo>
                    <a:pt x="558272" y="266115"/>
                  </a:lnTo>
                  <a:close/>
                  <a:moveTo>
                    <a:pt x="520948" y="246543"/>
                  </a:moveTo>
                  <a:lnTo>
                    <a:pt x="537393" y="283298"/>
                  </a:lnTo>
                  <a:lnTo>
                    <a:pt x="558272" y="266115"/>
                  </a:lnTo>
                  <a:close/>
                  <a:moveTo>
                    <a:pt x="520948" y="246543"/>
                  </a:moveTo>
                  <a:lnTo>
                    <a:pt x="558272" y="266115"/>
                  </a:lnTo>
                  <a:lnTo>
                    <a:pt x="549595" y="229360"/>
                  </a:lnTo>
                  <a:close/>
                  <a:moveTo>
                    <a:pt x="560699" y="212177"/>
                  </a:moveTo>
                  <a:lnTo>
                    <a:pt x="557559" y="175421"/>
                  </a:lnTo>
                  <a:lnTo>
                    <a:pt x="549595" y="229360"/>
                  </a:lnTo>
                  <a:close/>
                  <a:moveTo>
                    <a:pt x="696465" y="90704"/>
                  </a:moveTo>
                  <a:lnTo>
                    <a:pt x="672929" y="104300"/>
                  </a:lnTo>
                  <a:lnTo>
                    <a:pt x="704345" y="100077"/>
                  </a:lnTo>
                  <a:close/>
                  <a:moveTo>
                    <a:pt x="677726" y="96760"/>
                  </a:moveTo>
                  <a:lnTo>
                    <a:pt x="672929" y="104300"/>
                  </a:lnTo>
                  <a:lnTo>
                    <a:pt x="696465" y="90704"/>
                  </a:lnTo>
                  <a:close/>
                  <a:moveTo>
                    <a:pt x="741817" y="19393"/>
                  </a:moveTo>
                  <a:lnTo>
                    <a:pt x="699420" y="50362"/>
                  </a:lnTo>
                  <a:lnTo>
                    <a:pt x="733520" y="33178"/>
                  </a:lnTo>
                  <a:close/>
                  <a:moveTo>
                    <a:pt x="741817" y="19393"/>
                  </a:moveTo>
                  <a:lnTo>
                    <a:pt x="717236" y="23700"/>
                  </a:lnTo>
                  <a:lnTo>
                    <a:pt x="699420" y="50362"/>
                  </a:lnTo>
                  <a:close/>
                  <a:moveTo>
                    <a:pt x="770530" y="2169"/>
                  </a:moveTo>
                  <a:lnTo>
                    <a:pt x="741817" y="19393"/>
                  </a:lnTo>
                  <a:lnTo>
                    <a:pt x="798828" y="11764"/>
                  </a:lnTo>
                  <a:close/>
                  <a:moveTo>
                    <a:pt x="801664" y="14609"/>
                  </a:moveTo>
                  <a:lnTo>
                    <a:pt x="829001" y="0"/>
                  </a:lnTo>
                  <a:lnTo>
                    <a:pt x="798828" y="11764"/>
                  </a:lnTo>
                  <a:close/>
                  <a:moveTo>
                    <a:pt x="1032416" y="166022"/>
                  </a:moveTo>
                  <a:lnTo>
                    <a:pt x="1021279" y="182586"/>
                  </a:lnTo>
                  <a:lnTo>
                    <a:pt x="1041936" y="178448"/>
                  </a:lnTo>
                  <a:close/>
                </a:path>
              </a:pathLst>
            </a:custGeom>
            <a:solidFill>
              <a:srgbClr val="D7DEE3"/>
            </a:solidFill>
            <a:ln w="1524">
              <a:solidFill>
                <a:srgbClr val="D7DEE3"/>
              </a:solidFill>
            </a:ln>
          </p:spPr>
        </p:sp>
        <p:sp>
          <p:nvSpPr>
            <p:cNvPr id="156" name="Input_density__155">
              <a:extLst>
                <a:ext uri="{FF2B5EF4-FFF2-40B4-BE49-F238E27FC236}">
                  <a16:creationId xmlns:a16="http://schemas.microsoft.com/office/drawing/2014/main" id="{72EC5496-A61D-F325-F8BE-45689C212B1B}"/>
                </a:ext>
              </a:extLst>
            </p:cNvPr>
            <p:cNvSpPr>
              <a:spLocks noGrp="1"/>
            </p:cNvSpPr>
            <p:nvPr/>
          </p:nvSpPr>
          <p:spPr>
            <a:xfrm>
              <a:off x="641101" y="1621843"/>
              <a:ext cx="1144264" cy="954026"/>
            </a:xfrm>
            <a:custGeom>
              <a:avLst/>
              <a:gdLst/>
              <a:ahLst/>
              <a:cxnLst/>
              <a:rect l="0" t="0" r="0" b="0"/>
              <a:pathLst>
                <a:path w="1144264" h="954026">
                  <a:moveTo>
                    <a:pt x="242283" y="888042"/>
                  </a:moveTo>
                  <a:lnTo>
                    <a:pt x="220176" y="901598"/>
                  </a:lnTo>
                  <a:lnTo>
                    <a:pt x="274645" y="884462"/>
                  </a:lnTo>
                  <a:close/>
                  <a:moveTo>
                    <a:pt x="0" y="562711"/>
                  </a:moveTo>
                  <a:lnTo>
                    <a:pt x="11093" y="571570"/>
                  </a:lnTo>
                  <a:lnTo>
                    <a:pt x="12536" y="527363"/>
                  </a:lnTo>
                  <a:close/>
                  <a:moveTo>
                    <a:pt x="378913" y="928944"/>
                  </a:moveTo>
                  <a:lnTo>
                    <a:pt x="359890" y="954026"/>
                  </a:lnTo>
                  <a:lnTo>
                    <a:pt x="411828" y="927430"/>
                  </a:lnTo>
                  <a:close/>
                  <a:moveTo>
                    <a:pt x="292667" y="855638"/>
                  </a:moveTo>
                  <a:lnTo>
                    <a:pt x="274645" y="884462"/>
                  </a:lnTo>
                  <a:lnTo>
                    <a:pt x="311251" y="839568"/>
                  </a:lnTo>
                  <a:close/>
                  <a:moveTo>
                    <a:pt x="295319" y="856751"/>
                  </a:moveTo>
                  <a:lnTo>
                    <a:pt x="292186" y="802813"/>
                  </a:lnTo>
                  <a:lnTo>
                    <a:pt x="311251" y="839568"/>
                  </a:lnTo>
                  <a:close/>
                  <a:moveTo>
                    <a:pt x="112821" y="672976"/>
                  </a:moveTo>
                  <a:lnTo>
                    <a:pt x="122485" y="655793"/>
                  </a:lnTo>
                  <a:lnTo>
                    <a:pt x="108445" y="665165"/>
                  </a:lnTo>
                  <a:close/>
                  <a:moveTo>
                    <a:pt x="122485" y="655793"/>
                  </a:moveTo>
                  <a:lnTo>
                    <a:pt x="112821" y="672976"/>
                  </a:lnTo>
                  <a:lnTo>
                    <a:pt x="138363" y="652449"/>
                  </a:lnTo>
                  <a:close/>
                  <a:moveTo>
                    <a:pt x="138363" y="652449"/>
                  </a:moveTo>
                  <a:lnTo>
                    <a:pt x="116850" y="668221"/>
                  </a:lnTo>
                  <a:lnTo>
                    <a:pt x="172404" y="655146"/>
                  </a:lnTo>
                  <a:close/>
                  <a:moveTo>
                    <a:pt x="298498" y="493978"/>
                  </a:moveTo>
                  <a:lnTo>
                    <a:pt x="316591" y="440989"/>
                  </a:lnTo>
                  <a:lnTo>
                    <a:pt x="304265" y="440040"/>
                  </a:lnTo>
                  <a:close/>
                  <a:moveTo>
                    <a:pt x="304265" y="440040"/>
                  </a:moveTo>
                  <a:lnTo>
                    <a:pt x="316591" y="440989"/>
                  </a:lnTo>
                  <a:lnTo>
                    <a:pt x="316582" y="435642"/>
                  </a:lnTo>
                  <a:close/>
                  <a:moveTo>
                    <a:pt x="304265" y="440040"/>
                  </a:moveTo>
                  <a:lnTo>
                    <a:pt x="319324" y="438767"/>
                  </a:lnTo>
                  <a:lnTo>
                    <a:pt x="314590" y="456563"/>
                  </a:lnTo>
                  <a:close/>
                  <a:moveTo>
                    <a:pt x="319324" y="438767"/>
                  </a:moveTo>
                  <a:lnTo>
                    <a:pt x="304265" y="440040"/>
                  </a:lnTo>
                  <a:lnTo>
                    <a:pt x="316582" y="435642"/>
                  </a:lnTo>
                  <a:close/>
                  <a:moveTo>
                    <a:pt x="545651" y="589448"/>
                  </a:moveTo>
                  <a:lnTo>
                    <a:pt x="543030" y="591572"/>
                  </a:lnTo>
                  <a:lnTo>
                    <a:pt x="539676" y="591712"/>
                  </a:lnTo>
                  <a:close/>
                  <a:moveTo>
                    <a:pt x="519265" y="598925"/>
                  </a:moveTo>
                  <a:lnTo>
                    <a:pt x="533177" y="589448"/>
                  </a:lnTo>
                  <a:lnTo>
                    <a:pt x="508239" y="586071"/>
                  </a:lnTo>
                  <a:close/>
                  <a:moveTo>
                    <a:pt x="545651" y="589448"/>
                  </a:moveTo>
                  <a:lnTo>
                    <a:pt x="539676" y="591712"/>
                  </a:lnTo>
                  <a:lnTo>
                    <a:pt x="570982" y="571503"/>
                  </a:lnTo>
                  <a:close/>
                  <a:moveTo>
                    <a:pt x="543566" y="588550"/>
                  </a:moveTo>
                  <a:lnTo>
                    <a:pt x="543030" y="591572"/>
                  </a:lnTo>
                  <a:lnTo>
                    <a:pt x="545651" y="589448"/>
                  </a:lnTo>
                  <a:close/>
                  <a:moveTo>
                    <a:pt x="543566" y="588550"/>
                  </a:moveTo>
                  <a:lnTo>
                    <a:pt x="545651" y="589448"/>
                  </a:lnTo>
                  <a:lnTo>
                    <a:pt x="570982" y="571503"/>
                  </a:lnTo>
                  <a:close/>
                  <a:moveTo>
                    <a:pt x="574268" y="545932"/>
                  </a:moveTo>
                  <a:lnTo>
                    <a:pt x="543566" y="588550"/>
                  </a:lnTo>
                  <a:lnTo>
                    <a:pt x="570982" y="571503"/>
                  </a:lnTo>
                  <a:close/>
                  <a:moveTo>
                    <a:pt x="799593" y="610945"/>
                  </a:moveTo>
                  <a:lnTo>
                    <a:pt x="819554" y="616200"/>
                  </a:lnTo>
                  <a:lnTo>
                    <a:pt x="811023" y="611407"/>
                  </a:lnTo>
                  <a:close/>
                  <a:moveTo>
                    <a:pt x="702407" y="501143"/>
                  </a:moveTo>
                  <a:lnTo>
                    <a:pt x="712268" y="515005"/>
                  </a:lnTo>
                  <a:lnTo>
                    <a:pt x="727636" y="494853"/>
                  </a:lnTo>
                  <a:close/>
                  <a:moveTo>
                    <a:pt x="564016" y="381413"/>
                  </a:moveTo>
                  <a:lnTo>
                    <a:pt x="577683" y="408061"/>
                  </a:lnTo>
                  <a:lnTo>
                    <a:pt x="578498" y="407188"/>
                  </a:lnTo>
                  <a:close/>
                  <a:moveTo>
                    <a:pt x="597993" y="383868"/>
                  </a:moveTo>
                  <a:lnTo>
                    <a:pt x="578498" y="407188"/>
                  </a:lnTo>
                  <a:lnTo>
                    <a:pt x="629278" y="376261"/>
                  </a:lnTo>
                  <a:close/>
                  <a:moveTo>
                    <a:pt x="731794" y="364889"/>
                  </a:moveTo>
                  <a:lnTo>
                    <a:pt x="718822" y="410449"/>
                  </a:lnTo>
                  <a:lnTo>
                    <a:pt x="727141" y="396791"/>
                  </a:lnTo>
                  <a:close/>
                  <a:moveTo>
                    <a:pt x="731794" y="364889"/>
                  </a:moveTo>
                  <a:lnTo>
                    <a:pt x="727141" y="396791"/>
                  </a:lnTo>
                  <a:lnTo>
                    <a:pt x="741984" y="373694"/>
                  </a:lnTo>
                  <a:close/>
                  <a:moveTo>
                    <a:pt x="731794" y="364889"/>
                  </a:moveTo>
                  <a:lnTo>
                    <a:pt x="741984" y="373694"/>
                  </a:lnTo>
                  <a:lnTo>
                    <a:pt x="740012" y="348708"/>
                  </a:lnTo>
                  <a:close/>
                  <a:moveTo>
                    <a:pt x="740012" y="348708"/>
                  </a:moveTo>
                  <a:lnTo>
                    <a:pt x="741984" y="373694"/>
                  </a:lnTo>
                  <a:lnTo>
                    <a:pt x="752465" y="366899"/>
                  </a:lnTo>
                  <a:close/>
                  <a:moveTo>
                    <a:pt x="740012" y="348708"/>
                  </a:moveTo>
                  <a:lnTo>
                    <a:pt x="752465" y="366899"/>
                  </a:lnTo>
                  <a:lnTo>
                    <a:pt x="770048" y="336432"/>
                  </a:lnTo>
                  <a:close/>
                  <a:moveTo>
                    <a:pt x="770048" y="336432"/>
                  </a:moveTo>
                  <a:lnTo>
                    <a:pt x="793304" y="327176"/>
                  </a:lnTo>
                  <a:lnTo>
                    <a:pt x="740012" y="348708"/>
                  </a:lnTo>
                  <a:close/>
                  <a:moveTo>
                    <a:pt x="805785" y="345470"/>
                  </a:moveTo>
                  <a:lnTo>
                    <a:pt x="793304" y="327176"/>
                  </a:lnTo>
                  <a:lnTo>
                    <a:pt x="770048" y="336432"/>
                  </a:lnTo>
                  <a:close/>
                  <a:moveTo>
                    <a:pt x="864822" y="345416"/>
                  </a:moveTo>
                  <a:lnTo>
                    <a:pt x="882880" y="368071"/>
                  </a:lnTo>
                  <a:lnTo>
                    <a:pt x="860429" y="359234"/>
                  </a:lnTo>
                  <a:close/>
                  <a:moveTo>
                    <a:pt x="929778" y="367490"/>
                  </a:moveTo>
                  <a:lnTo>
                    <a:pt x="882880" y="368071"/>
                  </a:lnTo>
                  <a:lnTo>
                    <a:pt x="916375" y="367927"/>
                  </a:lnTo>
                  <a:close/>
                  <a:moveTo>
                    <a:pt x="929778" y="367490"/>
                  </a:moveTo>
                  <a:lnTo>
                    <a:pt x="896986" y="369462"/>
                  </a:lnTo>
                  <a:lnTo>
                    <a:pt x="882880" y="368071"/>
                  </a:lnTo>
                  <a:close/>
                  <a:moveTo>
                    <a:pt x="951088" y="350958"/>
                  </a:moveTo>
                  <a:lnTo>
                    <a:pt x="929778" y="367490"/>
                  </a:lnTo>
                  <a:lnTo>
                    <a:pt x="986427" y="358508"/>
                  </a:lnTo>
                  <a:close/>
                  <a:moveTo>
                    <a:pt x="842811" y="175124"/>
                  </a:moveTo>
                  <a:lnTo>
                    <a:pt x="837559" y="198839"/>
                  </a:lnTo>
                  <a:lnTo>
                    <a:pt x="843065" y="211879"/>
                  </a:lnTo>
                  <a:close/>
                  <a:moveTo>
                    <a:pt x="869422" y="170198"/>
                  </a:moveTo>
                  <a:lnTo>
                    <a:pt x="837559" y="198839"/>
                  </a:lnTo>
                  <a:lnTo>
                    <a:pt x="842811" y="175124"/>
                  </a:lnTo>
                  <a:close/>
                  <a:moveTo>
                    <a:pt x="840371" y="186156"/>
                  </a:moveTo>
                  <a:lnTo>
                    <a:pt x="837559" y="198839"/>
                  </a:lnTo>
                  <a:lnTo>
                    <a:pt x="869422" y="170198"/>
                  </a:lnTo>
                  <a:close/>
                  <a:moveTo>
                    <a:pt x="1014050" y="341716"/>
                  </a:moveTo>
                  <a:lnTo>
                    <a:pt x="1005158" y="332328"/>
                  </a:lnTo>
                  <a:lnTo>
                    <a:pt x="986427" y="358508"/>
                  </a:lnTo>
                  <a:close/>
                  <a:moveTo>
                    <a:pt x="1014050" y="341716"/>
                  </a:moveTo>
                  <a:lnTo>
                    <a:pt x="1035177" y="324532"/>
                  </a:lnTo>
                  <a:lnTo>
                    <a:pt x="1005158" y="332328"/>
                  </a:lnTo>
                  <a:close/>
                  <a:moveTo>
                    <a:pt x="773424" y="60429"/>
                  </a:moveTo>
                  <a:lnTo>
                    <a:pt x="808256" y="66084"/>
                  </a:lnTo>
                  <a:lnTo>
                    <a:pt x="829216" y="48240"/>
                  </a:lnTo>
                  <a:close/>
                  <a:moveTo>
                    <a:pt x="1048212" y="272517"/>
                  </a:moveTo>
                  <a:lnTo>
                    <a:pt x="1063568" y="284780"/>
                  </a:lnTo>
                  <a:lnTo>
                    <a:pt x="1050490" y="270594"/>
                  </a:lnTo>
                  <a:close/>
                  <a:moveTo>
                    <a:pt x="1036311" y="324232"/>
                  </a:moveTo>
                  <a:lnTo>
                    <a:pt x="1060900" y="291588"/>
                  </a:lnTo>
                  <a:lnTo>
                    <a:pt x="1048212" y="272517"/>
                  </a:lnTo>
                  <a:close/>
                  <a:moveTo>
                    <a:pt x="1050490" y="270594"/>
                  </a:moveTo>
                  <a:lnTo>
                    <a:pt x="1063568" y="284780"/>
                  </a:lnTo>
                  <a:lnTo>
                    <a:pt x="1075715" y="250769"/>
                  </a:lnTo>
                  <a:close/>
                  <a:moveTo>
                    <a:pt x="833314" y="30492"/>
                  </a:moveTo>
                  <a:lnTo>
                    <a:pt x="857880" y="13309"/>
                  </a:lnTo>
                  <a:lnTo>
                    <a:pt x="847755" y="21347"/>
                  </a:lnTo>
                  <a:close/>
                  <a:moveTo>
                    <a:pt x="900389" y="13309"/>
                  </a:moveTo>
                  <a:lnTo>
                    <a:pt x="877936" y="9614"/>
                  </a:lnTo>
                  <a:lnTo>
                    <a:pt x="910018" y="15119"/>
                  </a:lnTo>
                  <a:close/>
                  <a:moveTo>
                    <a:pt x="900389" y="13309"/>
                  </a:moveTo>
                  <a:lnTo>
                    <a:pt x="910018" y="15119"/>
                  </a:lnTo>
                  <a:lnTo>
                    <a:pt x="913751" y="18942"/>
                  </a:lnTo>
                  <a:close/>
                  <a:moveTo>
                    <a:pt x="1089337" y="219084"/>
                  </a:moveTo>
                  <a:lnTo>
                    <a:pt x="1050490" y="270594"/>
                  </a:lnTo>
                  <a:lnTo>
                    <a:pt x="1075715" y="250769"/>
                  </a:lnTo>
                  <a:close/>
                  <a:moveTo>
                    <a:pt x="1089337" y="219084"/>
                  </a:moveTo>
                  <a:lnTo>
                    <a:pt x="1075715" y="250769"/>
                  </a:lnTo>
                  <a:lnTo>
                    <a:pt x="1095395" y="233839"/>
                  </a:lnTo>
                  <a:close/>
                  <a:moveTo>
                    <a:pt x="1089337" y="219084"/>
                  </a:moveTo>
                  <a:lnTo>
                    <a:pt x="1095395" y="233839"/>
                  </a:lnTo>
                  <a:lnTo>
                    <a:pt x="1091766" y="214576"/>
                  </a:lnTo>
                  <a:close/>
                  <a:moveTo>
                    <a:pt x="1091766" y="214576"/>
                  </a:moveTo>
                  <a:lnTo>
                    <a:pt x="1095395" y="233839"/>
                  </a:lnTo>
                  <a:lnTo>
                    <a:pt x="1102613" y="226761"/>
                  </a:lnTo>
                  <a:close/>
                  <a:moveTo>
                    <a:pt x="1091766" y="214576"/>
                  </a:moveTo>
                  <a:lnTo>
                    <a:pt x="1102613" y="226761"/>
                  </a:lnTo>
                  <a:lnTo>
                    <a:pt x="1121525" y="201262"/>
                  </a:lnTo>
                  <a:close/>
                  <a:moveTo>
                    <a:pt x="849160" y="10419"/>
                  </a:moveTo>
                  <a:lnTo>
                    <a:pt x="857880" y="13309"/>
                  </a:lnTo>
                  <a:lnTo>
                    <a:pt x="877936" y="9614"/>
                  </a:lnTo>
                  <a:close/>
                  <a:moveTo>
                    <a:pt x="877936" y="9614"/>
                  </a:moveTo>
                  <a:lnTo>
                    <a:pt x="900389" y="13309"/>
                  </a:lnTo>
                  <a:lnTo>
                    <a:pt x="895295" y="0"/>
                  </a:lnTo>
                  <a:close/>
                  <a:moveTo>
                    <a:pt x="1091766" y="214576"/>
                  </a:moveTo>
                  <a:lnTo>
                    <a:pt x="1121525" y="201262"/>
                  </a:lnTo>
                  <a:lnTo>
                    <a:pt x="1139454" y="172089"/>
                  </a:lnTo>
                  <a:close/>
                  <a:moveTo>
                    <a:pt x="1144153" y="125963"/>
                  </a:moveTo>
                  <a:lnTo>
                    <a:pt x="1144264" y="162717"/>
                  </a:lnTo>
                  <a:lnTo>
                    <a:pt x="1134498" y="143146"/>
                  </a:lnTo>
                  <a:close/>
                  <a:moveTo>
                    <a:pt x="1141400" y="159098"/>
                  </a:moveTo>
                  <a:lnTo>
                    <a:pt x="1139454" y="172089"/>
                  </a:lnTo>
                  <a:lnTo>
                    <a:pt x="1144264" y="162717"/>
                  </a:lnTo>
                  <a:close/>
                </a:path>
              </a:pathLst>
            </a:custGeom>
            <a:solidFill>
              <a:srgbClr val="B5C1C9"/>
            </a:solidFill>
            <a:ln w="1524">
              <a:solidFill>
                <a:srgbClr val="B5C1C9"/>
              </a:solidFill>
            </a:ln>
          </p:spPr>
        </p:sp>
        <p:sp>
          <p:nvSpPr>
            <p:cNvPr id="157" name="Input_density__156">
              <a:extLst>
                <a:ext uri="{FF2B5EF4-FFF2-40B4-BE49-F238E27FC236}">
                  <a16:creationId xmlns:a16="http://schemas.microsoft.com/office/drawing/2014/main" id="{68D9A704-97AB-AA83-771B-D88B62519C4E}"/>
                </a:ext>
              </a:extLst>
            </p:cNvPr>
            <p:cNvSpPr>
              <a:spLocks noGrp="1"/>
            </p:cNvSpPr>
            <p:nvPr/>
          </p:nvSpPr>
          <p:spPr>
            <a:xfrm>
              <a:off x="641101" y="1631457"/>
              <a:ext cx="1144264" cy="732204"/>
            </a:xfrm>
            <a:custGeom>
              <a:avLst/>
              <a:gdLst/>
              <a:ahLst/>
              <a:cxnLst/>
              <a:rect l="0" t="0" r="0" b="0"/>
              <a:pathLst>
                <a:path w="1144264" h="732204">
                  <a:moveTo>
                    <a:pt x="112821" y="663362"/>
                  </a:moveTo>
                  <a:lnTo>
                    <a:pt x="108445" y="655551"/>
                  </a:lnTo>
                  <a:lnTo>
                    <a:pt x="90979" y="686456"/>
                  </a:lnTo>
                  <a:close/>
                  <a:moveTo>
                    <a:pt x="112821" y="663362"/>
                  </a:moveTo>
                  <a:lnTo>
                    <a:pt x="116850" y="658607"/>
                  </a:lnTo>
                  <a:lnTo>
                    <a:pt x="138363" y="642835"/>
                  </a:lnTo>
                  <a:close/>
                  <a:moveTo>
                    <a:pt x="12536" y="517749"/>
                  </a:moveTo>
                  <a:lnTo>
                    <a:pt x="15796" y="513386"/>
                  </a:lnTo>
                  <a:lnTo>
                    <a:pt x="0" y="553097"/>
                  </a:lnTo>
                  <a:close/>
                  <a:moveTo>
                    <a:pt x="527104" y="714830"/>
                  </a:moveTo>
                  <a:lnTo>
                    <a:pt x="561018" y="717050"/>
                  </a:lnTo>
                  <a:lnTo>
                    <a:pt x="533211" y="721596"/>
                  </a:lnTo>
                  <a:close/>
                  <a:moveTo>
                    <a:pt x="561018" y="717050"/>
                  </a:moveTo>
                  <a:lnTo>
                    <a:pt x="570550" y="718328"/>
                  </a:lnTo>
                  <a:lnTo>
                    <a:pt x="533211" y="721596"/>
                  </a:lnTo>
                  <a:close/>
                  <a:moveTo>
                    <a:pt x="369123" y="401687"/>
                  </a:moveTo>
                  <a:lnTo>
                    <a:pt x="319324" y="429153"/>
                  </a:lnTo>
                  <a:lnTo>
                    <a:pt x="316582" y="426028"/>
                  </a:lnTo>
                  <a:close/>
                  <a:moveTo>
                    <a:pt x="587265" y="718975"/>
                  </a:moveTo>
                  <a:lnTo>
                    <a:pt x="533211" y="721596"/>
                  </a:lnTo>
                  <a:lnTo>
                    <a:pt x="570550" y="718328"/>
                  </a:lnTo>
                  <a:close/>
                  <a:moveTo>
                    <a:pt x="587265" y="718975"/>
                  </a:moveTo>
                  <a:lnTo>
                    <a:pt x="557483" y="732204"/>
                  </a:lnTo>
                  <a:lnTo>
                    <a:pt x="533211" y="721596"/>
                  </a:lnTo>
                  <a:close/>
                  <a:moveTo>
                    <a:pt x="598237" y="707282"/>
                  </a:moveTo>
                  <a:lnTo>
                    <a:pt x="587265" y="718975"/>
                  </a:lnTo>
                  <a:lnTo>
                    <a:pt x="570550" y="718328"/>
                  </a:lnTo>
                  <a:close/>
                  <a:moveTo>
                    <a:pt x="490195" y="605200"/>
                  </a:moveTo>
                  <a:lnTo>
                    <a:pt x="438523" y="610158"/>
                  </a:lnTo>
                  <a:lnTo>
                    <a:pt x="480596" y="603042"/>
                  </a:lnTo>
                  <a:close/>
                  <a:moveTo>
                    <a:pt x="502101" y="597017"/>
                  </a:moveTo>
                  <a:lnTo>
                    <a:pt x="490195" y="605200"/>
                  </a:lnTo>
                  <a:lnTo>
                    <a:pt x="480596" y="603042"/>
                  </a:lnTo>
                  <a:close/>
                  <a:moveTo>
                    <a:pt x="490195" y="605200"/>
                  </a:moveTo>
                  <a:lnTo>
                    <a:pt x="502101" y="597017"/>
                  </a:lnTo>
                  <a:lnTo>
                    <a:pt x="501767" y="585830"/>
                  </a:lnTo>
                  <a:close/>
                  <a:moveTo>
                    <a:pt x="539676" y="582098"/>
                  </a:moveTo>
                  <a:lnTo>
                    <a:pt x="533177" y="579834"/>
                  </a:lnTo>
                  <a:lnTo>
                    <a:pt x="519265" y="589311"/>
                  </a:lnTo>
                  <a:close/>
                  <a:moveTo>
                    <a:pt x="501767" y="585830"/>
                  </a:moveTo>
                  <a:lnTo>
                    <a:pt x="502101" y="597017"/>
                  </a:lnTo>
                  <a:lnTo>
                    <a:pt x="519265" y="589311"/>
                  </a:lnTo>
                  <a:close/>
                  <a:moveTo>
                    <a:pt x="508239" y="576457"/>
                  </a:moveTo>
                  <a:lnTo>
                    <a:pt x="501767" y="585830"/>
                  </a:lnTo>
                  <a:lnTo>
                    <a:pt x="519265" y="589311"/>
                  </a:lnTo>
                  <a:close/>
                  <a:moveTo>
                    <a:pt x="570982" y="561889"/>
                  </a:moveTo>
                  <a:lnTo>
                    <a:pt x="539676" y="582098"/>
                  </a:lnTo>
                  <a:lnTo>
                    <a:pt x="519265" y="589311"/>
                  </a:lnTo>
                  <a:close/>
                  <a:moveTo>
                    <a:pt x="500761" y="452289"/>
                  </a:moveTo>
                  <a:lnTo>
                    <a:pt x="505728" y="442491"/>
                  </a:lnTo>
                  <a:lnTo>
                    <a:pt x="530854" y="440224"/>
                  </a:lnTo>
                  <a:close/>
                  <a:moveTo>
                    <a:pt x="545079" y="415631"/>
                  </a:moveTo>
                  <a:lnTo>
                    <a:pt x="549582" y="414037"/>
                  </a:lnTo>
                  <a:lnTo>
                    <a:pt x="530854" y="440224"/>
                  </a:lnTo>
                  <a:close/>
                  <a:moveTo>
                    <a:pt x="545079" y="415631"/>
                  </a:moveTo>
                  <a:lnTo>
                    <a:pt x="577683" y="398447"/>
                  </a:lnTo>
                  <a:lnTo>
                    <a:pt x="549582" y="414037"/>
                  </a:lnTo>
                  <a:close/>
                  <a:moveTo>
                    <a:pt x="696961" y="495125"/>
                  </a:moveTo>
                  <a:lnTo>
                    <a:pt x="712268" y="505391"/>
                  </a:lnTo>
                  <a:lnTo>
                    <a:pt x="702407" y="491529"/>
                  </a:lnTo>
                  <a:close/>
                  <a:moveTo>
                    <a:pt x="709328" y="512996"/>
                  </a:moveTo>
                  <a:lnTo>
                    <a:pt x="712268" y="505391"/>
                  </a:lnTo>
                  <a:lnTo>
                    <a:pt x="696961" y="495125"/>
                  </a:lnTo>
                  <a:close/>
                  <a:moveTo>
                    <a:pt x="676977" y="516618"/>
                  </a:moveTo>
                  <a:lnTo>
                    <a:pt x="709328" y="512996"/>
                  </a:lnTo>
                  <a:lnTo>
                    <a:pt x="696961" y="495125"/>
                  </a:lnTo>
                  <a:close/>
                  <a:moveTo>
                    <a:pt x="963247" y="358436"/>
                  </a:moveTo>
                  <a:lnTo>
                    <a:pt x="929778" y="357876"/>
                  </a:lnTo>
                  <a:lnTo>
                    <a:pt x="916375" y="358314"/>
                  </a:lnTo>
                  <a:close/>
                  <a:moveTo>
                    <a:pt x="929778" y="357876"/>
                  </a:moveTo>
                  <a:lnTo>
                    <a:pt x="963247" y="358436"/>
                  </a:lnTo>
                  <a:lnTo>
                    <a:pt x="986427" y="348894"/>
                  </a:lnTo>
                  <a:close/>
                  <a:moveTo>
                    <a:pt x="970614" y="349285"/>
                  </a:moveTo>
                  <a:lnTo>
                    <a:pt x="986427" y="348894"/>
                  </a:lnTo>
                  <a:lnTo>
                    <a:pt x="963247" y="358436"/>
                  </a:lnTo>
                  <a:close/>
                  <a:moveTo>
                    <a:pt x="1035177" y="314919"/>
                  </a:moveTo>
                  <a:lnTo>
                    <a:pt x="1014050" y="332102"/>
                  </a:lnTo>
                  <a:lnTo>
                    <a:pt x="1036311" y="314618"/>
                  </a:lnTo>
                  <a:close/>
                  <a:moveTo>
                    <a:pt x="895879" y="163292"/>
                  </a:moveTo>
                  <a:lnTo>
                    <a:pt x="840371" y="176542"/>
                  </a:lnTo>
                  <a:lnTo>
                    <a:pt x="869422" y="160584"/>
                  </a:lnTo>
                  <a:close/>
                  <a:moveTo>
                    <a:pt x="813264" y="38062"/>
                  </a:moveTo>
                  <a:lnTo>
                    <a:pt x="833314" y="20878"/>
                  </a:lnTo>
                  <a:lnTo>
                    <a:pt x="829216" y="38626"/>
                  </a:lnTo>
                  <a:close/>
                  <a:moveTo>
                    <a:pt x="1060900" y="281974"/>
                  </a:moveTo>
                  <a:lnTo>
                    <a:pt x="1063568" y="275166"/>
                  </a:lnTo>
                  <a:lnTo>
                    <a:pt x="1048212" y="262903"/>
                  </a:lnTo>
                  <a:close/>
                  <a:moveTo>
                    <a:pt x="1075715" y="241155"/>
                  </a:moveTo>
                  <a:lnTo>
                    <a:pt x="1099987" y="227899"/>
                  </a:lnTo>
                  <a:lnTo>
                    <a:pt x="1095395" y="224225"/>
                  </a:lnTo>
                  <a:close/>
                  <a:moveTo>
                    <a:pt x="833314" y="20878"/>
                  </a:moveTo>
                  <a:lnTo>
                    <a:pt x="847755" y="11733"/>
                  </a:lnTo>
                  <a:lnTo>
                    <a:pt x="829216" y="38626"/>
                  </a:lnTo>
                  <a:close/>
                  <a:moveTo>
                    <a:pt x="857880" y="3695"/>
                  </a:moveTo>
                  <a:lnTo>
                    <a:pt x="833314" y="20878"/>
                  </a:lnTo>
                  <a:lnTo>
                    <a:pt x="877936" y="0"/>
                  </a:lnTo>
                  <a:close/>
                  <a:moveTo>
                    <a:pt x="1133456" y="170287"/>
                  </a:moveTo>
                  <a:lnTo>
                    <a:pt x="1139454" y="162475"/>
                  </a:lnTo>
                  <a:lnTo>
                    <a:pt x="1121525" y="191648"/>
                  </a:lnTo>
                  <a:close/>
                  <a:moveTo>
                    <a:pt x="1133456" y="170287"/>
                  </a:moveTo>
                  <a:lnTo>
                    <a:pt x="1144264" y="153103"/>
                  </a:lnTo>
                  <a:lnTo>
                    <a:pt x="1139454" y="162475"/>
                  </a:lnTo>
                  <a:close/>
                </a:path>
              </a:pathLst>
            </a:custGeom>
            <a:solidFill>
              <a:srgbClr val="AEBAC4"/>
            </a:solidFill>
            <a:ln w="1524">
              <a:solidFill>
                <a:srgbClr val="AEBAC4"/>
              </a:solidFill>
            </a:ln>
          </p:spPr>
        </p:sp>
        <p:sp>
          <p:nvSpPr>
            <p:cNvPr id="158" name="Input_density__157">
              <a:extLst>
                <a:ext uri="{FF2B5EF4-FFF2-40B4-BE49-F238E27FC236}">
                  <a16:creationId xmlns:a16="http://schemas.microsoft.com/office/drawing/2014/main" id="{5E64DBAF-4D14-1FC8-0424-032BAC17B696}"/>
                </a:ext>
              </a:extLst>
            </p:cNvPr>
            <p:cNvSpPr>
              <a:spLocks noGrp="1"/>
            </p:cNvSpPr>
            <p:nvPr/>
          </p:nvSpPr>
          <p:spPr>
            <a:xfrm>
              <a:off x="1228366" y="2323297"/>
              <a:ext cx="15867" cy="27135"/>
            </a:xfrm>
            <a:custGeom>
              <a:avLst/>
              <a:gdLst/>
              <a:ahLst/>
              <a:cxnLst/>
              <a:rect l="0" t="0" r="0" b="0"/>
              <a:pathLst>
                <a:path w="15867" h="27135">
                  <a:moveTo>
                    <a:pt x="15867" y="0"/>
                  </a:moveTo>
                  <a:lnTo>
                    <a:pt x="0" y="27135"/>
                  </a:lnTo>
                  <a:lnTo>
                    <a:pt x="10972" y="15442"/>
                  </a:lnTo>
                  <a:close/>
                </a:path>
              </a:pathLst>
            </a:custGeom>
            <a:solidFill>
              <a:srgbClr val="A8B5BF"/>
            </a:solidFill>
            <a:ln w="1524">
              <a:solidFill>
                <a:srgbClr val="A8B5BF"/>
              </a:solidFill>
            </a:ln>
          </p:spPr>
        </p:sp>
        <p:sp>
          <p:nvSpPr>
            <p:cNvPr id="159" name="Input_density__158">
              <a:extLst>
                <a:ext uri="{FF2B5EF4-FFF2-40B4-BE49-F238E27FC236}">
                  <a16:creationId xmlns:a16="http://schemas.microsoft.com/office/drawing/2014/main" id="{06F1C48D-E8E6-4ABC-41E1-8F5F622C3264}"/>
                </a:ext>
              </a:extLst>
            </p:cNvPr>
            <p:cNvSpPr>
              <a:spLocks noGrp="1"/>
            </p:cNvSpPr>
            <p:nvPr/>
          </p:nvSpPr>
          <p:spPr>
            <a:xfrm>
              <a:off x="527891" y="1632262"/>
              <a:ext cx="1254611" cy="830338"/>
            </a:xfrm>
            <a:custGeom>
              <a:avLst/>
              <a:gdLst/>
              <a:ahLst/>
              <a:cxnLst/>
              <a:rect l="0" t="0" r="0" b="0"/>
              <a:pathLst>
                <a:path w="1254611" h="830338">
                  <a:moveTo>
                    <a:pt x="5924" y="576128"/>
                  </a:moveTo>
                  <a:lnTo>
                    <a:pt x="40589" y="606231"/>
                  </a:lnTo>
                  <a:lnTo>
                    <a:pt x="17131" y="580785"/>
                  </a:lnTo>
                  <a:close/>
                  <a:moveTo>
                    <a:pt x="0" y="569476"/>
                  </a:moveTo>
                  <a:lnTo>
                    <a:pt x="5924" y="576128"/>
                  </a:lnTo>
                  <a:lnTo>
                    <a:pt x="17131" y="580785"/>
                  </a:lnTo>
                  <a:close/>
                  <a:moveTo>
                    <a:pt x="71652" y="639275"/>
                  </a:moveTo>
                  <a:lnTo>
                    <a:pt x="116518" y="674635"/>
                  </a:lnTo>
                  <a:lnTo>
                    <a:pt x="93840" y="665983"/>
                  </a:lnTo>
                  <a:close/>
                  <a:moveTo>
                    <a:pt x="64666" y="633935"/>
                  </a:moveTo>
                  <a:lnTo>
                    <a:pt x="74758" y="642986"/>
                  </a:lnTo>
                  <a:lnTo>
                    <a:pt x="71652" y="639275"/>
                  </a:lnTo>
                  <a:close/>
                  <a:moveTo>
                    <a:pt x="125792" y="577601"/>
                  </a:moveTo>
                  <a:lnTo>
                    <a:pt x="124822" y="541856"/>
                  </a:lnTo>
                  <a:lnTo>
                    <a:pt x="96504" y="560555"/>
                  </a:lnTo>
                  <a:close/>
                  <a:moveTo>
                    <a:pt x="125792" y="577601"/>
                  </a:moveTo>
                  <a:lnTo>
                    <a:pt x="138875" y="566029"/>
                  </a:lnTo>
                  <a:lnTo>
                    <a:pt x="126566" y="535109"/>
                  </a:lnTo>
                  <a:close/>
                  <a:moveTo>
                    <a:pt x="317434" y="763692"/>
                  </a:moveTo>
                  <a:lnTo>
                    <a:pt x="378208" y="770133"/>
                  </a:lnTo>
                  <a:lnTo>
                    <a:pt x="341870" y="758846"/>
                  </a:lnTo>
                  <a:close/>
                  <a:moveTo>
                    <a:pt x="395747" y="789144"/>
                  </a:moveTo>
                  <a:lnTo>
                    <a:pt x="408089" y="757277"/>
                  </a:lnTo>
                  <a:lnTo>
                    <a:pt x="378208" y="770133"/>
                  </a:lnTo>
                  <a:close/>
                  <a:moveTo>
                    <a:pt x="310851" y="738456"/>
                  </a:moveTo>
                  <a:lnTo>
                    <a:pt x="305831" y="755639"/>
                  </a:lnTo>
                  <a:lnTo>
                    <a:pt x="317434" y="763692"/>
                  </a:lnTo>
                  <a:close/>
                  <a:moveTo>
                    <a:pt x="310851" y="738456"/>
                  </a:moveTo>
                  <a:lnTo>
                    <a:pt x="281305" y="718884"/>
                  </a:lnTo>
                  <a:lnTo>
                    <a:pt x="305831" y="755639"/>
                  </a:lnTo>
                  <a:close/>
                  <a:moveTo>
                    <a:pt x="221538" y="643432"/>
                  </a:moveTo>
                  <a:lnTo>
                    <a:pt x="221656" y="654747"/>
                  </a:lnTo>
                  <a:lnTo>
                    <a:pt x="235696" y="645374"/>
                  </a:lnTo>
                  <a:close/>
                  <a:moveTo>
                    <a:pt x="443585" y="765414"/>
                  </a:moveTo>
                  <a:lnTo>
                    <a:pt x="425864" y="727526"/>
                  </a:lnTo>
                  <a:lnTo>
                    <a:pt x="408089" y="757277"/>
                  </a:lnTo>
                  <a:close/>
                  <a:moveTo>
                    <a:pt x="555643" y="785163"/>
                  </a:moveTo>
                  <a:lnTo>
                    <a:pt x="520001" y="830338"/>
                  </a:lnTo>
                  <a:lnTo>
                    <a:pt x="549475" y="815960"/>
                  </a:lnTo>
                  <a:close/>
                  <a:moveTo>
                    <a:pt x="431635" y="715221"/>
                  </a:moveTo>
                  <a:lnTo>
                    <a:pt x="415001" y="683997"/>
                  </a:lnTo>
                  <a:lnTo>
                    <a:pt x="436061" y="704089"/>
                  </a:lnTo>
                  <a:close/>
                  <a:moveTo>
                    <a:pt x="415001" y="683997"/>
                  </a:moveTo>
                  <a:lnTo>
                    <a:pt x="410660" y="642779"/>
                  </a:lnTo>
                  <a:lnTo>
                    <a:pt x="433226" y="667334"/>
                  </a:lnTo>
                  <a:close/>
                  <a:moveTo>
                    <a:pt x="285319" y="484426"/>
                  </a:moveTo>
                  <a:lnTo>
                    <a:pt x="318425" y="478774"/>
                  </a:lnTo>
                  <a:lnTo>
                    <a:pt x="313680" y="488457"/>
                  </a:lnTo>
                  <a:close/>
                  <a:moveTo>
                    <a:pt x="313680" y="488457"/>
                  </a:moveTo>
                  <a:lnTo>
                    <a:pt x="320258" y="485628"/>
                  </a:lnTo>
                  <a:lnTo>
                    <a:pt x="290463" y="524991"/>
                  </a:lnTo>
                  <a:close/>
                  <a:moveTo>
                    <a:pt x="605901" y="726646"/>
                  </a:moveTo>
                  <a:lnTo>
                    <a:pt x="570010" y="728736"/>
                  </a:lnTo>
                  <a:lnTo>
                    <a:pt x="561532" y="764831"/>
                  </a:lnTo>
                  <a:close/>
                  <a:moveTo>
                    <a:pt x="474881" y="593800"/>
                  </a:moveTo>
                  <a:lnTo>
                    <a:pt x="514924" y="612190"/>
                  </a:lnTo>
                  <a:lnTo>
                    <a:pt x="494703" y="559457"/>
                  </a:lnTo>
                  <a:close/>
                  <a:moveTo>
                    <a:pt x="366066" y="436112"/>
                  </a:moveTo>
                  <a:lnTo>
                    <a:pt x="424162" y="452814"/>
                  </a:lnTo>
                  <a:lnTo>
                    <a:pt x="427801" y="446144"/>
                  </a:lnTo>
                  <a:close/>
                  <a:moveTo>
                    <a:pt x="319925" y="349139"/>
                  </a:moveTo>
                  <a:lnTo>
                    <a:pt x="291508" y="356111"/>
                  </a:lnTo>
                  <a:lnTo>
                    <a:pt x="306320" y="337308"/>
                  </a:lnTo>
                  <a:close/>
                  <a:moveTo>
                    <a:pt x="306320" y="337308"/>
                  </a:moveTo>
                  <a:lnTo>
                    <a:pt x="317139" y="356111"/>
                  </a:lnTo>
                  <a:lnTo>
                    <a:pt x="319925" y="349139"/>
                  </a:lnTo>
                  <a:close/>
                  <a:moveTo>
                    <a:pt x="588873" y="713401"/>
                  </a:moveTo>
                  <a:lnTo>
                    <a:pt x="612320" y="721427"/>
                  </a:lnTo>
                  <a:lnTo>
                    <a:pt x="604069" y="745794"/>
                  </a:lnTo>
                  <a:close/>
                  <a:moveTo>
                    <a:pt x="626095" y="531240"/>
                  </a:moveTo>
                  <a:lnTo>
                    <a:pt x="615817" y="579029"/>
                  </a:lnTo>
                  <a:lnTo>
                    <a:pt x="621450" y="575652"/>
                  </a:lnTo>
                  <a:close/>
                  <a:moveTo>
                    <a:pt x="602052" y="568445"/>
                  </a:moveTo>
                  <a:lnTo>
                    <a:pt x="615817" y="579029"/>
                  </a:lnTo>
                  <a:lnTo>
                    <a:pt x="626095" y="531240"/>
                  </a:lnTo>
                  <a:close/>
                  <a:moveTo>
                    <a:pt x="626095" y="531240"/>
                  </a:moveTo>
                  <a:lnTo>
                    <a:pt x="621450" y="575652"/>
                  </a:lnTo>
                  <a:lnTo>
                    <a:pt x="656777" y="578131"/>
                  </a:lnTo>
                  <a:close/>
                  <a:moveTo>
                    <a:pt x="522911" y="426709"/>
                  </a:moveTo>
                  <a:lnTo>
                    <a:pt x="528641" y="381600"/>
                  </a:lnTo>
                  <a:lnTo>
                    <a:pt x="503556" y="412386"/>
                  </a:lnTo>
                  <a:close/>
                  <a:moveTo>
                    <a:pt x="672845" y="386080"/>
                  </a:moveTo>
                  <a:lnTo>
                    <a:pt x="690894" y="397642"/>
                  </a:lnTo>
                  <a:lnTo>
                    <a:pt x="677227" y="370994"/>
                  </a:lnTo>
                  <a:close/>
                  <a:moveTo>
                    <a:pt x="810804" y="489428"/>
                  </a:moveTo>
                  <a:lnTo>
                    <a:pt x="814989" y="441278"/>
                  </a:lnTo>
                  <a:lnTo>
                    <a:pt x="767777" y="460392"/>
                  </a:lnTo>
                  <a:close/>
                  <a:moveTo>
                    <a:pt x="756321" y="372392"/>
                  </a:moveTo>
                  <a:lnTo>
                    <a:pt x="793477" y="400030"/>
                  </a:lnTo>
                  <a:lnTo>
                    <a:pt x="770597" y="374728"/>
                  </a:lnTo>
                  <a:close/>
                  <a:moveTo>
                    <a:pt x="756321" y="372392"/>
                  </a:moveTo>
                  <a:lnTo>
                    <a:pt x="751400" y="363276"/>
                  </a:lnTo>
                  <a:lnTo>
                    <a:pt x="742489" y="365842"/>
                  </a:lnTo>
                  <a:close/>
                  <a:moveTo>
                    <a:pt x="756321" y="372392"/>
                  </a:moveTo>
                  <a:lnTo>
                    <a:pt x="770597" y="374728"/>
                  </a:lnTo>
                  <a:lnTo>
                    <a:pt x="751400" y="363276"/>
                  </a:lnTo>
                  <a:close/>
                  <a:moveTo>
                    <a:pt x="1022176" y="596250"/>
                  </a:moveTo>
                  <a:lnTo>
                    <a:pt x="1000700" y="612162"/>
                  </a:lnTo>
                  <a:lnTo>
                    <a:pt x="1056675" y="600659"/>
                  </a:lnTo>
                  <a:close/>
                  <a:moveTo>
                    <a:pt x="793477" y="400030"/>
                  </a:moveTo>
                  <a:lnTo>
                    <a:pt x="816615" y="422206"/>
                  </a:lnTo>
                  <a:lnTo>
                    <a:pt x="821934" y="390884"/>
                  </a:lnTo>
                  <a:close/>
                  <a:moveTo>
                    <a:pt x="816615" y="422206"/>
                  </a:moveTo>
                  <a:lnTo>
                    <a:pt x="832032" y="400030"/>
                  </a:lnTo>
                  <a:lnTo>
                    <a:pt x="821934" y="390884"/>
                  </a:lnTo>
                  <a:close/>
                  <a:moveTo>
                    <a:pt x="751400" y="363276"/>
                  </a:moveTo>
                  <a:lnTo>
                    <a:pt x="770597" y="374728"/>
                  </a:lnTo>
                  <a:lnTo>
                    <a:pt x="774667" y="357477"/>
                  </a:lnTo>
                  <a:close/>
                  <a:moveTo>
                    <a:pt x="821934" y="390884"/>
                  </a:moveTo>
                  <a:lnTo>
                    <a:pt x="770597" y="374728"/>
                  </a:lnTo>
                  <a:lnTo>
                    <a:pt x="793477" y="400030"/>
                  </a:lnTo>
                  <a:close/>
                  <a:moveTo>
                    <a:pt x="774667" y="357477"/>
                  </a:moveTo>
                  <a:lnTo>
                    <a:pt x="770597" y="374728"/>
                  </a:lnTo>
                  <a:lnTo>
                    <a:pt x="821934" y="390884"/>
                  </a:lnTo>
                  <a:close/>
                  <a:moveTo>
                    <a:pt x="814864" y="351885"/>
                  </a:moveTo>
                  <a:lnTo>
                    <a:pt x="821934" y="390884"/>
                  </a:lnTo>
                  <a:lnTo>
                    <a:pt x="845004" y="354470"/>
                  </a:lnTo>
                  <a:close/>
                  <a:moveTo>
                    <a:pt x="732734" y="357740"/>
                  </a:moveTo>
                  <a:lnTo>
                    <a:pt x="751400" y="363276"/>
                  </a:lnTo>
                  <a:lnTo>
                    <a:pt x="782130" y="321640"/>
                  </a:lnTo>
                  <a:close/>
                  <a:moveTo>
                    <a:pt x="814864" y="351885"/>
                  </a:moveTo>
                  <a:lnTo>
                    <a:pt x="845004" y="354470"/>
                  </a:lnTo>
                  <a:lnTo>
                    <a:pt x="819116" y="335346"/>
                  </a:lnTo>
                  <a:close/>
                  <a:moveTo>
                    <a:pt x="845004" y="354470"/>
                  </a:moveTo>
                  <a:lnTo>
                    <a:pt x="853223" y="338289"/>
                  </a:lnTo>
                  <a:lnTo>
                    <a:pt x="819116" y="335346"/>
                  </a:lnTo>
                  <a:close/>
                  <a:moveTo>
                    <a:pt x="782130" y="321640"/>
                  </a:moveTo>
                  <a:lnTo>
                    <a:pt x="819116" y="335346"/>
                  </a:lnTo>
                  <a:lnTo>
                    <a:pt x="842009" y="324733"/>
                  </a:lnTo>
                  <a:close/>
                  <a:moveTo>
                    <a:pt x="853223" y="338289"/>
                  </a:moveTo>
                  <a:lnTo>
                    <a:pt x="870180" y="292154"/>
                  </a:lnTo>
                  <a:lnTo>
                    <a:pt x="865976" y="292674"/>
                  </a:lnTo>
                  <a:close/>
                  <a:moveTo>
                    <a:pt x="906515" y="316757"/>
                  </a:moveTo>
                  <a:lnTo>
                    <a:pt x="870180" y="292154"/>
                  </a:lnTo>
                  <a:lnTo>
                    <a:pt x="853223" y="338289"/>
                  </a:lnTo>
                  <a:close/>
                  <a:moveTo>
                    <a:pt x="852266" y="259073"/>
                  </a:moveTo>
                  <a:lnTo>
                    <a:pt x="847109" y="255399"/>
                  </a:lnTo>
                  <a:lnTo>
                    <a:pt x="865125" y="292154"/>
                  </a:lnTo>
                  <a:close/>
                  <a:moveTo>
                    <a:pt x="847109" y="255399"/>
                  </a:moveTo>
                  <a:lnTo>
                    <a:pt x="852266" y="259073"/>
                  </a:lnTo>
                  <a:lnTo>
                    <a:pt x="854163" y="245598"/>
                  </a:lnTo>
                  <a:close/>
                  <a:moveTo>
                    <a:pt x="870180" y="292154"/>
                  </a:moveTo>
                  <a:lnTo>
                    <a:pt x="906515" y="316757"/>
                  </a:lnTo>
                  <a:lnTo>
                    <a:pt x="868116" y="290934"/>
                  </a:lnTo>
                  <a:close/>
                  <a:moveTo>
                    <a:pt x="854163" y="245598"/>
                  </a:moveTo>
                  <a:lnTo>
                    <a:pt x="909031" y="229955"/>
                  </a:lnTo>
                  <a:lnTo>
                    <a:pt x="870943" y="212127"/>
                  </a:lnTo>
                  <a:close/>
                  <a:moveTo>
                    <a:pt x="973418" y="348480"/>
                  </a:moveTo>
                  <a:lnTo>
                    <a:pt x="973640" y="348816"/>
                  </a:lnTo>
                  <a:lnTo>
                    <a:pt x="974127" y="348760"/>
                  </a:lnTo>
                  <a:close/>
                  <a:moveTo>
                    <a:pt x="1010197" y="359043"/>
                  </a:moveTo>
                  <a:lnTo>
                    <a:pt x="974127" y="348760"/>
                  </a:lnTo>
                  <a:lnTo>
                    <a:pt x="973640" y="348816"/>
                  </a:lnTo>
                  <a:close/>
                  <a:moveTo>
                    <a:pt x="973418" y="348480"/>
                  </a:moveTo>
                  <a:lnTo>
                    <a:pt x="974127" y="348760"/>
                  </a:lnTo>
                  <a:lnTo>
                    <a:pt x="974792" y="347879"/>
                  </a:lnTo>
                  <a:close/>
                  <a:moveTo>
                    <a:pt x="1022904" y="335853"/>
                  </a:moveTo>
                  <a:lnTo>
                    <a:pt x="974127" y="348760"/>
                  </a:lnTo>
                  <a:lnTo>
                    <a:pt x="1010197" y="359043"/>
                  </a:lnTo>
                  <a:close/>
                  <a:moveTo>
                    <a:pt x="1022904" y="335853"/>
                  </a:moveTo>
                  <a:lnTo>
                    <a:pt x="974792" y="347879"/>
                  </a:lnTo>
                  <a:lnTo>
                    <a:pt x="974127" y="348760"/>
                  </a:lnTo>
                  <a:close/>
                  <a:moveTo>
                    <a:pt x="1022904" y="335853"/>
                  </a:moveTo>
                  <a:lnTo>
                    <a:pt x="1027592" y="327873"/>
                  </a:lnTo>
                  <a:lnTo>
                    <a:pt x="993645" y="325527"/>
                  </a:lnTo>
                  <a:close/>
                  <a:moveTo>
                    <a:pt x="1010197" y="359043"/>
                  </a:moveTo>
                  <a:lnTo>
                    <a:pt x="1038229" y="331297"/>
                  </a:lnTo>
                  <a:lnTo>
                    <a:pt x="1022904" y="335853"/>
                  </a:lnTo>
                  <a:close/>
                  <a:moveTo>
                    <a:pt x="1064299" y="340539"/>
                  </a:moveTo>
                  <a:lnTo>
                    <a:pt x="1038229" y="331297"/>
                  </a:lnTo>
                  <a:lnTo>
                    <a:pt x="1010197" y="359043"/>
                  </a:lnTo>
                  <a:close/>
                  <a:moveTo>
                    <a:pt x="1022904" y="335853"/>
                  </a:moveTo>
                  <a:lnTo>
                    <a:pt x="1038229" y="331297"/>
                  </a:lnTo>
                  <a:lnTo>
                    <a:pt x="1027592" y="327873"/>
                  </a:lnTo>
                  <a:close/>
                  <a:moveTo>
                    <a:pt x="912643" y="192328"/>
                  </a:moveTo>
                  <a:lnTo>
                    <a:pt x="950770" y="188420"/>
                  </a:lnTo>
                  <a:lnTo>
                    <a:pt x="917042" y="163697"/>
                  </a:lnTo>
                  <a:close/>
                  <a:moveTo>
                    <a:pt x="1064299" y="340539"/>
                  </a:moveTo>
                  <a:lnTo>
                    <a:pt x="1074665" y="320860"/>
                  </a:lnTo>
                  <a:lnTo>
                    <a:pt x="1038229" y="331297"/>
                  </a:lnTo>
                  <a:close/>
                  <a:moveTo>
                    <a:pt x="1064299" y="340539"/>
                  </a:moveTo>
                  <a:lnTo>
                    <a:pt x="1098704" y="314114"/>
                  </a:lnTo>
                  <a:lnTo>
                    <a:pt x="1074665" y="320860"/>
                  </a:lnTo>
                  <a:close/>
                  <a:moveTo>
                    <a:pt x="1118368" y="321910"/>
                  </a:moveTo>
                  <a:lnTo>
                    <a:pt x="1098704" y="314114"/>
                  </a:lnTo>
                  <a:lnTo>
                    <a:pt x="1064299" y="340539"/>
                  </a:lnTo>
                  <a:close/>
                  <a:moveTo>
                    <a:pt x="1099638" y="348089"/>
                  </a:moveTo>
                  <a:lnTo>
                    <a:pt x="1118368" y="321910"/>
                  </a:lnTo>
                  <a:lnTo>
                    <a:pt x="1064299" y="340539"/>
                  </a:lnTo>
                  <a:close/>
                  <a:moveTo>
                    <a:pt x="1098704" y="314114"/>
                  </a:moveTo>
                  <a:lnTo>
                    <a:pt x="1118368" y="321910"/>
                  </a:lnTo>
                  <a:lnTo>
                    <a:pt x="1122020" y="309450"/>
                  </a:lnTo>
                  <a:close/>
                  <a:moveTo>
                    <a:pt x="1122020" y="309450"/>
                  </a:moveTo>
                  <a:lnTo>
                    <a:pt x="1118368" y="321910"/>
                  </a:lnTo>
                  <a:lnTo>
                    <a:pt x="1148388" y="314114"/>
                  </a:lnTo>
                  <a:close/>
                  <a:moveTo>
                    <a:pt x="1122020" y="309450"/>
                  </a:moveTo>
                  <a:lnTo>
                    <a:pt x="1148388" y="314114"/>
                  </a:lnTo>
                  <a:lnTo>
                    <a:pt x="1129048" y="265631"/>
                  </a:lnTo>
                  <a:close/>
                  <a:moveTo>
                    <a:pt x="1129048" y="265631"/>
                  </a:moveTo>
                  <a:lnTo>
                    <a:pt x="1148388" y="314114"/>
                  </a:lnTo>
                  <a:lnTo>
                    <a:pt x="1149522" y="313813"/>
                  </a:lnTo>
                  <a:close/>
                  <a:moveTo>
                    <a:pt x="1129048" y="265631"/>
                  </a:moveTo>
                  <a:lnTo>
                    <a:pt x="1149522" y="313813"/>
                  </a:lnTo>
                  <a:lnTo>
                    <a:pt x="1161422" y="262098"/>
                  </a:lnTo>
                  <a:close/>
                  <a:moveTo>
                    <a:pt x="875299" y="16612"/>
                  </a:moveTo>
                  <a:lnTo>
                    <a:pt x="911076" y="45185"/>
                  </a:lnTo>
                  <a:lnTo>
                    <a:pt x="919243" y="7974"/>
                  </a:lnTo>
                  <a:close/>
                  <a:moveTo>
                    <a:pt x="1161971" y="259311"/>
                  </a:moveTo>
                  <a:lnTo>
                    <a:pt x="1161422" y="262098"/>
                  </a:lnTo>
                  <a:lnTo>
                    <a:pt x="1163700" y="260175"/>
                  </a:lnTo>
                  <a:close/>
                  <a:moveTo>
                    <a:pt x="1161971" y="259311"/>
                  </a:moveTo>
                  <a:lnTo>
                    <a:pt x="1163700" y="260175"/>
                  </a:lnTo>
                  <a:lnTo>
                    <a:pt x="1202547" y="208665"/>
                  </a:lnTo>
                  <a:close/>
                  <a:moveTo>
                    <a:pt x="1171508" y="206811"/>
                  </a:moveTo>
                  <a:lnTo>
                    <a:pt x="1161971" y="259311"/>
                  </a:lnTo>
                  <a:lnTo>
                    <a:pt x="1202547" y="208665"/>
                  </a:lnTo>
                  <a:close/>
                  <a:moveTo>
                    <a:pt x="1171508" y="206811"/>
                  </a:moveTo>
                  <a:lnTo>
                    <a:pt x="1202547" y="208665"/>
                  </a:lnTo>
                  <a:lnTo>
                    <a:pt x="1171857" y="204902"/>
                  </a:lnTo>
                  <a:close/>
                  <a:moveTo>
                    <a:pt x="1202547" y="208665"/>
                  </a:moveTo>
                  <a:lnTo>
                    <a:pt x="1204977" y="204157"/>
                  </a:lnTo>
                  <a:lnTo>
                    <a:pt x="1171857" y="204902"/>
                  </a:lnTo>
                  <a:close/>
                  <a:moveTo>
                    <a:pt x="960965" y="10928"/>
                  </a:moveTo>
                  <a:lnTo>
                    <a:pt x="962371" y="0"/>
                  </a:lnTo>
                  <a:lnTo>
                    <a:pt x="946219" y="2890"/>
                  </a:lnTo>
                  <a:close/>
                  <a:moveTo>
                    <a:pt x="960965" y="10928"/>
                  </a:moveTo>
                  <a:lnTo>
                    <a:pt x="971090" y="2890"/>
                  </a:lnTo>
                  <a:lnTo>
                    <a:pt x="962371" y="0"/>
                  </a:lnTo>
                  <a:close/>
                  <a:moveTo>
                    <a:pt x="1221700" y="170474"/>
                  </a:moveTo>
                  <a:lnTo>
                    <a:pt x="1204977" y="204157"/>
                  </a:lnTo>
                  <a:lnTo>
                    <a:pt x="1252665" y="161670"/>
                  </a:lnTo>
                  <a:close/>
                  <a:moveTo>
                    <a:pt x="1254611" y="148679"/>
                  </a:moveTo>
                  <a:lnTo>
                    <a:pt x="1221700" y="170474"/>
                  </a:lnTo>
                  <a:lnTo>
                    <a:pt x="1252665" y="161670"/>
                  </a:lnTo>
                  <a:close/>
                </a:path>
              </a:pathLst>
            </a:custGeom>
            <a:solidFill>
              <a:srgbClr val="BCC7CF"/>
            </a:solidFill>
            <a:ln w="1524">
              <a:solidFill>
                <a:srgbClr val="BCC7CF"/>
              </a:solidFill>
            </a:ln>
          </p:spPr>
        </p:sp>
        <p:sp>
          <p:nvSpPr>
            <p:cNvPr id="160" name="Input_density__159">
              <a:extLst>
                <a:ext uri="{FF2B5EF4-FFF2-40B4-BE49-F238E27FC236}">
                  <a16:creationId xmlns:a16="http://schemas.microsoft.com/office/drawing/2014/main" id="{34F87126-A184-C8E3-79EA-A18EA469FACA}"/>
                </a:ext>
              </a:extLst>
            </p:cNvPr>
            <p:cNvSpPr>
              <a:spLocks noGrp="1"/>
            </p:cNvSpPr>
            <p:nvPr/>
          </p:nvSpPr>
          <p:spPr>
            <a:xfrm>
              <a:off x="527891" y="1582970"/>
              <a:ext cx="1254611" cy="930713"/>
            </a:xfrm>
            <a:custGeom>
              <a:avLst/>
              <a:gdLst/>
              <a:ahLst/>
              <a:cxnLst/>
              <a:rect l="0" t="0" r="0" b="0"/>
              <a:pathLst>
                <a:path w="1254611" h="930713">
                  <a:moveTo>
                    <a:pt x="71423" y="675095"/>
                  </a:moveTo>
                  <a:lnTo>
                    <a:pt x="64666" y="683228"/>
                  </a:lnTo>
                  <a:lnTo>
                    <a:pt x="71652" y="688567"/>
                  </a:lnTo>
                  <a:close/>
                  <a:moveTo>
                    <a:pt x="40589" y="655523"/>
                  </a:moveTo>
                  <a:lnTo>
                    <a:pt x="64666" y="683228"/>
                  </a:lnTo>
                  <a:lnTo>
                    <a:pt x="71423" y="675095"/>
                  </a:lnTo>
                  <a:close/>
                  <a:moveTo>
                    <a:pt x="40589" y="655523"/>
                  </a:moveTo>
                  <a:lnTo>
                    <a:pt x="57126" y="638340"/>
                  </a:lnTo>
                  <a:lnTo>
                    <a:pt x="17131" y="630077"/>
                  </a:lnTo>
                  <a:close/>
                  <a:moveTo>
                    <a:pt x="57126" y="638340"/>
                  </a:moveTo>
                  <a:lnTo>
                    <a:pt x="41007" y="623137"/>
                  </a:lnTo>
                  <a:lnTo>
                    <a:pt x="17131" y="630077"/>
                  </a:lnTo>
                  <a:close/>
                  <a:moveTo>
                    <a:pt x="7699" y="601585"/>
                  </a:moveTo>
                  <a:lnTo>
                    <a:pt x="17131" y="630077"/>
                  </a:lnTo>
                  <a:lnTo>
                    <a:pt x="41007" y="623137"/>
                  </a:lnTo>
                  <a:close/>
                  <a:moveTo>
                    <a:pt x="7699" y="601585"/>
                  </a:moveTo>
                  <a:lnTo>
                    <a:pt x="0" y="618768"/>
                  </a:lnTo>
                  <a:lnTo>
                    <a:pt x="17131" y="630077"/>
                  </a:lnTo>
                  <a:close/>
                  <a:moveTo>
                    <a:pt x="91621" y="711850"/>
                  </a:moveTo>
                  <a:lnTo>
                    <a:pt x="71652" y="688567"/>
                  </a:lnTo>
                  <a:lnTo>
                    <a:pt x="93840" y="715275"/>
                  </a:lnTo>
                  <a:close/>
                  <a:moveTo>
                    <a:pt x="92648" y="626751"/>
                  </a:moveTo>
                  <a:lnTo>
                    <a:pt x="125792" y="626893"/>
                  </a:lnTo>
                  <a:lnTo>
                    <a:pt x="96504" y="609847"/>
                  </a:lnTo>
                  <a:close/>
                  <a:moveTo>
                    <a:pt x="305831" y="804931"/>
                  </a:moveTo>
                  <a:lnTo>
                    <a:pt x="305081" y="813223"/>
                  </a:lnTo>
                  <a:lnTo>
                    <a:pt x="317434" y="812984"/>
                  </a:lnTo>
                  <a:close/>
                  <a:moveTo>
                    <a:pt x="317434" y="812984"/>
                  </a:moveTo>
                  <a:lnTo>
                    <a:pt x="359736" y="840624"/>
                  </a:lnTo>
                  <a:lnTo>
                    <a:pt x="378208" y="819425"/>
                  </a:lnTo>
                  <a:close/>
                  <a:moveTo>
                    <a:pt x="310851" y="787748"/>
                  </a:moveTo>
                  <a:lnTo>
                    <a:pt x="317434" y="812984"/>
                  </a:lnTo>
                  <a:lnTo>
                    <a:pt x="341870" y="808139"/>
                  </a:lnTo>
                  <a:close/>
                  <a:moveTo>
                    <a:pt x="265962" y="648910"/>
                  </a:moveTo>
                  <a:lnTo>
                    <a:pt x="235696" y="694666"/>
                  </a:lnTo>
                  <a:lnTo>
                    <a:pt x="251574" y="691323"/>
                  </a:lnTo>
                  <a:close/>
                  <a:moveTo>
                    <a:pt x="514004" y="930713"/>
                  </a:moveTo>
                  <a:lnTo>
                    <a:pt x="548452" y="885049"/>
                  </a:lnTo>
                  <a:lnTo>
                    <a:pt x="519564" y="881446"/>
                  </a:lnTo>
                  <a:close/>
                  <a:moveTo>
                    <a:pt x="519564" y="881446"/>
                  </a:moveTo>
                  <a:lnTo>
                    <a:pt x="548452" y="885049"/>
                  </a:lnTo>
                  <a:lnTo>
                    <a:pt x="520001" y="879630"/>
                  </a:lnTo>
                  <a:close/>
                  <a:moveTo>
                    <a:pt x="555643" y="834456"/>
                  </a:moveTo>
                  <a:lnTo>
                    <a:pt x="526232" y="831278"/>
                  </a:lnTo>
                  <a:lnTo>
                    <a:pt x="520001" y="879630"/>
                  </a:lnTo>
                  <a:close/>
                  <a:moveTo>
                    <a:pt x="555643" y="834456"/>
                  </a:moveTo>
                  <a:lnTo>
                    <a:pt x="561532" y="814123"/>
                  </a:lnTo>
                  <a:lnTo>
                    <a:pt x="524079" y="798666"/>
                  </a:lnTo>
                  <a:close/>
                  <a:moveTo>
                    <a:pt x="431635" y="764513"/>
                  </a:moveTo>
                  <a:lnTo>
                    <a:pt x="425864" y="776818"/>
                  </a:lnTo>
                  <a:lnTo>
                    <a:pt x="479164" y="797708"/>
                  </a:lnTo>
                  <a:close/>
                  <a:moveTo>
                    <a:pt x="137681" y="446810"/>
                  </a:moveTo>
                  <a:lnTo>
                    <a:pt x="161023" y="439770"/>
                  </a:lnTo>
                  <a:lnTo>
                    <a:pt x="139557" y="436714"/>
                  </a:lnTo>
                  <a:close/>
                  <a:moveTo>
                    <a:pt x="139557" y="436714"/>
                  </a:moveTo>
                  <a:lnTo>
                    <a:pt x="161023" y="439770"/>
                  </a:lnTo>
                  <a:lnTo>
                    <a:pt x="177105" y="388529"/>
                  </a:lnTo>
                  <a:close/>
                  <a:moveTo>
                    <a:pt x="141915" y="390050"/>
                  </a:moveTo>
                  <a:lnTo>
                    <a:pt x="139557" y="436714"/>
                  </a:lnTo>
                  <a:lnTo>
                    <a:pt x="177105" y="388529"/>
                  </a:lnTo>
                  <a:close/>
                  <a:moveTo>
                    <a:pt x="570010" y="778029"/>
                  </a:moveTo>
                  <a:lnTo>
                    <a:pt x="605901" y="775938"/>
                  </a:lnTo>
                  <a:lnTo>
                    <a:pt x="599511" y="736386"/>
                  </a:lnTo>
                  <a:close/>
                  <a:moveTo>
                    <a:pt x="324367" y="529061"/>
                  </a:moveTo>
                  <a:lnTo>
                    <a:pt x="320258" y="534920"/>
                  </a:lnTo>
                  <a:lnTo>
                    <a:pt x="362999" y="524742"/>
                  </a:lnTo>
                  <a:close/>
                  <a:moveTo>
                    <a:pt x="318425" y="528066"/>
                  </a:moveTo>
                  <a:lnTo>
                    <a:pt x="324367" y="529061"/>
                  </a:lnTo>
                  <a:lnTo>
                    <a:pt x="348342" y="515345"/>
                  </a:lnTo>
                  <a:close/>
                  <a:moveTo>
                    <a:pt x="494703" y="608750"/>
                  </a:moveTo>
                  <a:lnTo>
                    <a:pt x="514924" y="661482"/>
                  </a:lnTo>
                  <a:lnTo>
                    <a:pt x="502200" y="645505"/>
                  </a:lnTo>
                  <a:close/>
                  <a:moveTo>
                    <a:pt x="494703" y="608750"/>
                  </a:moveTo>
                  <a:lnTo>
                    <a:pt x="486712" y="612583"/>
                  </a:lnTo>
                  <a:lnTo>
                    <a:pt x="474881" y="643092"/>
                  </a:lnTo>
                  <a:close/>
                  <a:moveTo>
                    <a:pt x="394963" y="515668"/>
                  </a:moveTo>
                  <a:lnTo>
                    <a:pt x="424162" y="502106"/>
                  </a:lnTo>
                  <a:lnTo>
                    <a:pt x="366066" y="485404"/>
                  </a:lnTo>
                  <a:close/>
                  <a:moveTo>
                    <a:pt x="427801" y="495436"/>
                  </a:moveTo>
                  <a:lnTo>
                    <a:pt x="452036" y="506533"/>
                  </a:lnTo>
                  <a:lnTo>
                    <a:pt x="434663" y="498485"/>
                  </a:lnTo>
                  <a:close/>
                  <a:moveTo>
                    <a:pt x="427801" y="495436"/>
                  </a:moveTo>
                  <a:lnTo>
                    <a:pt x="434663" y="498485"/>
                  </a:lnTo>
                  <a:lnTo>
                    <a:pt x="438282" y="490627"/>
                  </a:lnTo>
                  <a:close/>
                  <a:moveTo>
                    <a:pt x="427801" y="495436"/>
                  </a:moveTo>
                  <a:lnTo>
                    <a:pt x="438282" y="490627"/>
                  </a:lnTo>
                  <a:lnTo>
                    <a:pt x="390966" y="482294"/>
                  </a:lnTo>
                  <a:close/>
                  <a:moveTo>
                    <a:pt x="656034" y="583281"/>
                  </a:moveTo>
                  <a:lnTo>
                    <a:pt x="626095" y="580532"/>
                  </a:lnTo>
                  <a:lnTo>
                    <a:pt x="656777" y="627424"/>
                  </a:lnTo>
                  <a:close/>
                  <a:moveTo>
                    <a:pt x="613972" y="500777"/>
                  </a:moveTo>
                  <a:lnTo>
                    <a:pt x="573075" y="464118"/>
                  </a:lnTo>
                  <a:lnTo>
                    <a:pt x="613877" y="500971"/>
                  </a:lnTo>
                  <a:close/>
                  <a:moveTo>
                    <a:pt x="569594" y="465137"/>
                  </a:moveTo>
                  <a:lnTo>
                    <a:pt x="567496" y="451589"/>
                  </a:lnTo>
                  <a:lnTo>
                    <a:pt x="528641" y="430892"/>
                  </a:lnTo>
                  <a:close/>
                  <a:moveTo>
                    <a:pt x="481580" y="379515"/>
                  </a:moveTo>
                  <a:lnTo>
                    <a:pt x="502583" y="390608"/>
                  </a:lnTo>
                  <a:lnTo>
                    <a:pt x="460715" y="365236"/>
                  </a:lnTo>
                  <a:close/>
                  <a:moveTo>
                    <a:pt x="445010" y="353853"/>
                  </a:moveTo>
                  <a:lnTo>
                    <a:pt x="460715" y="365236"/>
                  </a:lnTo>
                  <a:lnTo>
                    <a:pt x="415635" y="330050"/>
                  </a:lnTo>
                  <a:close/>
                  <a:moveTo>
                    <a:pt x="415635" y="330050"/>
                  </a:moveTo>
                  <a:lnTo>
                    <a:pt x="460715" y="365236"/>
                  </a:lnTo>
                  <a:lnTo>
                    <a:pt x="424798" y="334281"/>
                  </a:lnTo>
                  <a:close/>
                  <a:moveTo>
                    <a:pt x="481580" y="379515"/>
                  </a:moveTo>
                  <a:lnTo>
                    <a:pt x="460715" y="365236"/>
                  </a:lnTo>
                  <a:lnTo>
                    <a:pt x="445010" y="353853"/>
                  </a:lnTo>
                  <a:close/>
                  <a:moveTo>
                    <a:pt x="662793" y="462525"/>
                  </a:moveTo>
                  <a:lnTo>
                    <a:pt x="632575" y="446935"/>
                  </a:lnTo>
                  <a:lnTo>
                    <a:pt x="613972" y="500777"/>
                  </a:lnTo>
                  <a:close/>
                  <a:moveTo>
                    <a:pt x="528641" y="430892"/>
                  </a:moveTo>
                  <a:lnTo>
                    <a:pt x="567496" y="451589"/>
                  </a:lnTo>
                  <a:lnTo>
                    <a:pt x="583840" y="416488"/>
                  </a:lnTo>
                  <a:close/>
                  <a:moveTo>
                    <a:pt x="632575" y="446935"/>
                  </a:moveTo>
                  <a:lnTo>
                    <a:pt x="662793" y="462525"/>
                  </a:lnTo>
                  <a:lnTo>
                    <a:pt x="672845" y="435372"/>
                  </a:lnTo>
                  <a:close/>
                  <a:moveTo>
                    <a:pt x="623308" y="439476"/>
                  </a:moveTo>
                  <a:lnTo>
                    <a:pt x="672845" y="435372"/>
                  </a:lnTo>
                  <a:lnTo>
                    <a:pt x="677227" y="420286"/>
                  </a:lnTo>
                  <a:close/>
                  <a:moveTo>
                    <a:pt x="814989" y="490571"/>
                  </a:moveTo>
                  <a:lnTo>
                    <a:pt x="815617" y="540016"/>
                  </a:lnTo>
                  <a:lnTo>
                    <a:pt x="857974" y="501555"/>
                  </a:lnTo>
                  <a:close/>
                  <a:moveTo>
                    <a:pt x="795279" y="461847"/>
                  </a:moveTo>
                  <a:lnTo>
                    <a:pt x="816615" y="471498"/>
                  </a:lnTo>
                  <a:lnTo>
                    <a:pt x="793477" y="449323"/>
                  </a:lnTo>
                  <a:close/>
                  <a:moveTo>
                    <a:pt x="756321" y="421684"/>
                  </a:moveTo>
                  <a:lnTo>
                    <a:pt x="795279" y="461847"/>
                  </a:lnTo>
                  <a:lnTo>
                    <a:pt x="793477" y="449323"/>
                  </a:lnTo>
                  <a:close/>
                  <a:moveTo>
                    <a:pt x="961859" y="640812"/>
                  </a:moveTo>
                  <a:lnTo>
                    <a:pt x="1000700" y="661454"/>
                  </a:lnTo>
                  <a:lnTo>
                    <a:pt x="1022176" y="645542"/>
                  </a:lnTo>
                  <a:close/>
                  <a:moveTo>
                    <a:pt x="814864" y="401178"/>
                  </a:moveTo>
                  <a:lnTo>
                    <a:pt x="774667" y="406769"/>
                  </a:lnTo>
                  <a:lnTo>
                    <a:pt x="821934" y="440177"/>
                  </a:lnTo>
                  <a:close/>
                  <a:moveTo>
                    <a:pt x="751400" y="412568"/>
                  </a:moveTo>
                  <a:lnTo>
                    <a:pt x="774667" y="406769"/>
                  </a:lnTo>
                  <a:lnTo>
                    <a:pt x="782130" y="370932"/>
                  </a:lnTo>
                  <a:close/>
                  <a:moveTo>
                    <a:pt x="774667" y="406769"/>
                  </a:moveTo>
                  <a:lnTo>
                    <a:pt x="814864" y="401178"/>
                  </a:lnTo>
                  <a:lnTo>
                    <a:pt x="782130" y="370932"/>
                  </a:lnTo>
                  <a:close/>
                  <a:moveTo>
                    <a:pt x="814864" y="401178"/>
                  </a:moveTo>
                  <a:lnTo>
                    <a:pt x="819116" y="384638"/>
                  </a:lnTo>
                  <a:lnTo>
                    <a:pt x="782130" y="370932"/>
                  </a:lnTo>
                  <a:close/>
                  <a:moveTo>
                    <a:pt x="1062297" y="603943"/>
                  </a:moveTo>
                  <a:lnTo>
                    <a:pt x="1022176" y="645542"/>
                  </a:lnTo>
                  <a:lnTo>
                    <a:pt x="1056675" y="649951"/>
                  </a:lnTo>
                  <a:close/>
                  <a:moveTo>
                    <a:pt x="1092430" y="606533"/>
                  </a:moveTo>
                  <a:lnTo>
                    <a:pt x="1062297" y="603943"/>
                  </a:lnTo>
                  <a:lnTo>
                    <a:pt x="1056675" y="649951"/>
                  </a:lnTo>
                  <a:close/>
                  <a:moveTo>
                    <a:pt x="870180" y="341446"/>
                  </a:moveTo>
                  <a:lnTo>
                    <a:pt x="882235" y="304691"/>
                  </a:lnTo>
                  <a:lnTo>
                    <a:pt x="865976" y="341966"/>
                  </a:lnTo>
                  <a:close/>
                  <a:moveTo>
                    <a:pt x="865976" y="341966"/>
                  </a:moveTo>
                  <a:lnTo>
                    <a:pt x="852266" y="308365"/>
                  </a:lnTo>
                  <a:lnTo>
                    <a:pt x="865125" y="341446"/>
                  </a:lnTo>
                  <a:close/>
                  <a:moveTo>
                    <a:pt x="870180" y="341446"/>
                  </a:moveTo>
                  <a:lnTo>
                    <a:pt x="868116" y="340226"/>
                  </a:lnTo>
                  <a:lnTo>
                    <a:pt x="882235" y="304691"/>
                  </a:lnTo>
                  <a:close/>
                  <a:moveTo>
                    <a:pt x="950770" y="237712"/>
                  </a:moveTo>
                  <a:lnTo>
                    <a:pt x="912643" y="241620"/>
                  </a:lnTo>
                  <a:lnTo>
                    <a:pt x="955516" y="278601"/>
                  </a:lnTo>
                  <a:close/>
                  <a:moveTo>
                    <a:pt x="912643" y="241620"/>
                  </a:moveTo>
                  <a:lnTo>
                    <a:pt x="908255" y="233570"/>
                  </a:lnTo>
                  <a:lnTo>
                    <a:pt x="909031" y="279247"/>
                  </a:lnTo>
                  <a:close/>
                  <a:moveTo>
                    <a:pt x="1038229" y="380589"/>
                  </a:moveTo>
                  <a:lnTo>
                    <a:pt x="1074665" y="370153"/>
                  </a:lnTo>
                  <a:lnTo>
                    <a:pt x="1080381" y="353751"/>
                  </a:lnTo>
                  <a:close/>
                  <a:moveTo>
                    <a:pt x="1027592" y="377165"/>
                  </a:moveTo>
                  <a:lnTo>
                    <a:pt x="1038229" y="380589"/>
                  </a:lnTo>
                  <a:lnTo>
                    <a:pt x="1080381" y="353751"/>
                  </a:lnTo>
                  <a:close/>
                  <a:moveTo>
                    <a:pt x="1074665" y="370153"/>
                  </a:moveTo>
                  <a:lnTo>
                    <a:pt x="1098704" y="363406"/>
                  </a:lnTo>
                  <a:lnTo>
                    <a:pt x="1080381" y="353751"/>
                  </a:lnTo>
                  <a:close/>
                  <a:moveTo>
                    <a:pt x="987723" y="297164"/>
                  </a:moveTo>
                  <a:lnTo>
                    <a:pt x="1003246" y="286141"/>
                  </a:lnTo>
                  <a:lnTo>
                    <a:pt x="969717" y="285359"/>
                  </a:lnTo>
                  <a:close/>
                  <a:moveTo>
                    <a:pt x="1101528" y="309468"/>
                  </a:moveTo>
                  <a:lnTo>
                    <a:pt x="1098704" y="363406"/>
                  </a:lnTo>
                  <a:lnTo>
                    <a:pt x="1129048" y="314923"/>
                  </a:lnTo>
                  <a:close/>
                  <a:moveTo>
                    <a:pt x="1129048" y="314923"/>
                  </a:moveTo>
                  <a:lnTo>
                    <a:pt x="1098704" y="363406"/>
                  </a:lnTo>
                  <a:lnTo>
                    <a:pt x="1122020" y="358742"/>
                  </a:lnTo>
                  <a:close/>
                  <a:moveTo>
                    <a:pt x="1041798" y="253141"/>
                  </a:moveTo>
                  <a:lnTo>
                    <a:pt x="1059869" y="289896"/>
                  </a:lnTo>
                  <a:lnTo>
                    <a:pt x="1031135" y="244212"/>
                  </a:lnTo>
                  <a:close/>
                  <a:moveTo>
                    <a:pt x="919243" y="57266"/>
                  </a:moveTo>
                  <a:lnTo>
                    <a:pt x="946219" y="52183"/>
                  </a:lnTo>
                  <a:lnTo>
                    <a:pt x="923766" y="45717"/>
                  </a:lnTo>
                  <a:close/>
                  <a:moveTo>
                    <a:pt x="1161971" y="308604"/>
                  </a:moveTo>
                  <a:lnTo>
                    <a:pt x="1129048" y="314923"/>
                  </a:lnTo>
                  <a:lnTo>
                    <a:pt x="1161422" y="311390"/>
                  </a:lnTo>
                  <a:close/>
                  <a:moveTo>
                    <a:pt x="1161971" y="308604"/>
                  </a:moveTo>
                  <a:lnTo>
                    <a:pt x="1130274" y="307284"/>
                  </a:lnTo>
                  <a:lnTo>
                    <a:pt x="1129048" y="314923"/>
                  </a:lnTo>
                  <a:close/>
                  <a:moveTo>
                    <a:pt x="1130274" y="307284"/>
                  </a:moveTo>
                  <a:lnTo>
                    <a:pt x="1161971" y="308604"/>
                  </a:lnTo>
                  <a:lnTo>
                    <a:pt x="1171508" y="256103"/>
                  </a:lnTo>
                  <a:close/>
                  <a:moveTo>
                    <a:pt x="1130274" y="307284"/>
                  </a:moveTo>
                  <a:lnTo>
                    <a:pt x="1171508" y="256103"/>
                  </a:lnTo>
                  <a:lnTo>
                    <a:pt x="1136735" y="257285"/>
                  </a:lnTo>
                  <a:close/>
                  <a:moveTo>
                    <a:pt x="1171508" y="256103"/>
                  </a:moveTo>
                  <a:lnTo>
                    <a:pt x="1171857" y="254194"/>
                  </a:lnTo>
                  <a:lnTo>
                    <a:pt x="1138219" y="253007"/>
                  </a:lnTo>
                  <a:close/>
                  <a:moveTo>
                    <a:pt x="970591" y="0"/>
                  </a:moveTo>
                  <a:lnTo>
                    <a:pt x="946219" y="52183"/>
                  </a:lnTo>
                  <a:lnTo>
                    <a:pt x="962371" y="49292"/>
                  </a:lnTo>
                  <a:close/>
                  <a:moveTo>
                    <a:pt x="1008506" y="38874"/>
                  </a:moveTo>
                  <a:lnTo>
                    <a:pt x="1010217" y="34999"/>
                  </a:lnTo>
                  <a:lnTo>
                    <a:pt x="991147" y="48487"/>
                  </a:lnTo>
                  <a:close/>
                  <a:moveTo>
                    <a:pt x="970591" y="0"/>
                  </a:moveTo>
                  <a:lnTo>
                    <a:pt x="962371" y="49292"/>
                  </a:lnTo>
                  <a:lnTo>
                    <a:pt x="991147" y="48487"/>
                  </a:lnTo>
                  <a:close/>
                  <a:moveTo>
                    <a:pt x="1171857" y="254194"/>
                  </a:moveTo>
                  <a:lnTo>
                    <a:pt x="1183774" y="202544"/>
                  </a:lnTo>
                  <a:lnTo>
                    <a:pt x="1138219" y="253007"/>
                  </a:lnTo>
                  <a:close/>
                  <a:moveTo>
                    <a:pt x="1171857" y="254194"/>
                  </a:moveTo>
                  <a:lnTo>
                    <a:pt x="1204977" y="253450"/>
                  </a:lnTo>
                  <a:lnTo>
                    <a:pt x="1221700" y="219766"/>
                  </a:lnTo>
                  <a:close/>
                  <a:moveTo>
                    <a:pt x="1254611" y="197971"/>
                  </a:moveTo>
                  <a:lnTo>
                    <a:pt x="1226822" y="193475"/>
                  </a:lnTo>
                  <a:lnTo>
                    <a:pt x="1221700" y="219766"/>
                  </a:lnTo>
                  <a:close/>
                  <a:moveTo>
                    <a:pt x="1226822" y="193475"/>
                  </a:moveTo>
                  <a:lnTo>
                    <a:pt x="1254611" y="197971"/>
                  </a:lnTo>
                  <a:lnTo>
                    <a:pt x="1249994" y="156978"/>
                  </a:lnTo>
                  <a:close/>
                  <a:moveTo>
                    <a:pt x="1096510" y="83910"/>
                  </a:moveTo>
                  <a:lnTo>
                    <a:pt x="1125166" y="87702"/>
                  </a:lnTo>
                  <a:lnTo>
                    <a:pt x="1115678" y="50668"/>
                  </a:lnTo>
                  <a:close/>
                  <a:moveTo>
                    <a:pt x="1115678" y="50668"/>
                  </a:moveTo>
                  <a:lnTo>
                    <a:pt x="1142646" y="91326"/>
                  </a:lnTo>
                  <a:lnTo>
                    <a:pt x="1135787" y="54571"/>
                  </a:lnTo>
                  <a:close/>
                  <a:moveTo>
                    <a:pt x="1115678" y="50668"/>
                  </a:moveTo>
                  <a:lnTo>
                    <a:pt x="1125166" y="87702"/>
                  </a:lnTo>
                  <a:lnTo>
                    <a:pt x="1142646" y="91326"/>
                  </a:lnTo>
                  <a:close/>
                </a:path>
              </a:pathLst>
            </a:custGeom>
            <a:solidFill>
              <a:srgbClr val="C2CCD3"/>
            </a:solidFill>
            <a:ln w="1524">
              <a:solidFill>
                <a:srgbClr val="C2CCD3"/>
              </a:solidFill>
            </a:ln>
          </p:spPr>
        </p:sp>
        <p:sp>
          <p:nvSpPr>
            <p:cNvPr id="161" name="Input_density__160">
              <a:extLst>
                <a:ext uri="{FF2B5EF4-FFF2-40B4-BE49-F238E27FC236}">
                  <a16:creationId xmlns:a16="http://schemas.microsoft.com/office/drawing/2014/main" id="{C4FA9F6F-2B9C-2B6A-AF79-A4BA113B1F49}"/>
                </a:ext>
              </a:extLst>
            </p:cNvPr>
            <p:cNvSpPr>
              <a:spLocks noGrp="1"/>
            </p:cNvSpPr>
            <p:nvPr/>
          </p:nvSpPr>
          <p:spPr>
            <a:xfrm>
              <a:off x="502955" y="1581214"/>
              <a:ext cx="1274929" cy="958035"/>
            </a:xfrm>
            <a:custGeom>
              <a:avLst/>
              <a:gdLst/>
              <a:ahLst/>
              <a:cxnLst/>
              <a:rect l="0" t="0" r="0" b="0"/>
              <a:pathLst>
                <a:path w="1274929" h="958035">
                  <a:moveTo>
                    <a:pt x="82061" y="640096"/>
                  </a:moveTo>
                  <a:lnTo>
                    <a:pt x="65524" y="657279"/>
                  </a:lnTo>
                  <a:lnTo>
                    <a:pt x="96359" y="676851"/>
                  </a:lnTo>
                  <a:close/>
                  <a:moveTo>
                    <a:pt x="32635" y="603341"/>
                  </a:moveTo>
                  <a:lnTo>
                    <a:pt x="6123" y="575451"/>
                  </a:lnTo>
                  <a:lnTo>
                    <a:pt x="0" y="583769"/>
                  </a:lnTo>
                  <a:close/>
                  <a:moveTo>
                    <a:pt x="32635" y="603341"/>
                  </a:moveTo>
                  <a:lnTo>
                    <a:pt x="0" y="583769"/>
                  </a:lnTo>
                  <a:lnTo>
                    <a:pt x="24935" y="620524"/>
                  </a:lnTo>
                  <a:close/>
                  <a:moveTo>
                    <a:pt x="383415" y="880197"/>
                  </a:moveTo>
                  <a:lnTo>
                    <a:pt x="380429" y="928672"/>
                  </a:lnTo>
                  <a:lnTo>
                    <a:pt x="396093" y="891027"/>
                  </a:lnTo>
                  <a:close/>
                  <a:moveTo>
                    <a:pt x="383415" y="880197"/>
                  </a:moveTo>
                  <a:lnTo>
                    <a:pt x="341797" y="897381"/>
                  </a:lnTo>
                  <a:lnTo>
                    <a:pt x="380429" y="928672"/>
                  </a:lnTo>
                  <a:close/>
                  <a:moveTo>
                    <a:pt x="396093" y="891027"/>
                  </a:moveTo>
                  <a:lnTo>
                    <a:pt x="380429" y="928672"/>
                  </a:lnTo>
                  <a:lnTo>
                    <a:pt x="430814" y="896267"/>
                  </a:lnTo>
                  <a:close/>
                  <a:moveTo>
                    <a:pt x="342369" y="814740"/>
                  </a:moveTo>
                  <a:lnTo>
                    <a:pt x="330016" y="814979"/>
                  </a:lnTo>
                  <a:lnTo>
                    <a:pt x="382419" y="843442"/>
                  </a:lnTo>
                  <a:close/>
                  <a:moveTo>
                    <a:pt x="480654" y="958035"/>
                  </a:moveTo>
                  <a:lnTo>
                    <a:pt x="519364" y="936524"/>
                  </a:lnTo>
                  <a:lnTo>
                    <a:pt x="485188" y="949080"/>
                  </a:lnTo>
                  <a:close/>
                  <a:moveTo>
                    <a:pt x="536901" y="947551"/>
                  </a:moveTo>
                  <a:lnTo>
                    <a:pt x="519364" y="936524"/>
                  </a:lnTo>
                  <a:lnTo>
                    <a:pt x="480654" y="958035"/>
                  </a:lnTo>
                  <a:close/>
                  <a:moveTo>
                    <a:pt x="485188" y="949080"/>
                  </a:moveTo>
                  <a:lnTo>
                    <a:pt x="519364" y="936524"/>
                  </a:lnTo>
                  <a:lnTo>
                    <a:pt x="496997" y="922931"/>
                  </a:lnTo>
                  <a:close/>
                  <a:moveTo>
                    <a:pt x="433981" y="874128"/>
                  </a:moveTo>
                  <a:lnTo>
                    <a:pt x="396093" y="891027"/>
                  </a:lnTo>
                  <a:lnTo>
                    <a:pt x="430814" y="896267"/>
                  </a:lnTo>
                  <a:close/>
                  <a:moveTo>
                    <a:pt x="382419" y="843442"/>
                  </a:moveTo>
                  <a:lnTo>
                    <a:pt x="384672" y="842380"/>
                  </a:lnTo>
                  <a:lnTo>
                    <a:pt x="342369" y="814740"/>
                  </a:lnTo>
                  <a:close/>
                  <a:moveTo>
                    <a:pt x="384672" y="842380"/>
                  </a:moveTo>
                  <a:lnTo>
                    <a:pt x="420683" y="840192"/>
                  </a:lnTo>
                  <a:lnTo>
                    <a:pt x="403143" y="821181"/>
                  </a:lnTo>
                  <a:close/>
                  <a:moveTo>
                    <a:pt x="221942" y="687335"/>
                  </a:moveTo>
                  <a:lnTo>
                    <a:pt x="246474" y="694480"/>
                  </a:lnTo>
                  <a:lnTo>
                    <a:pt x="243335" y="652284"/>
                  </a:lnTo>
                  <a:close/>
                  <a:moveTo>
                    <a:pt x="246474" y="694480"/>
                  </a:moveTo>
                  <a:lnTo>
                    <a:pt x="260631" y="696422"/>
                  </a:lnTo>
                  <a:lnTo>
                    <a:pt x="243335" y="652284"/>
                  </a:lnTo>
                  <a:close/>
                  <a:moveTo>
                    <a:pt x="519364" y="936524"/>
                  </a:moveTo>
                  <a:lnTo>
                    <a:pt x="536901" y="947551"/>
                  </a:lnTo>
                  <a:lnTo>
                    <a:pt x="538940" y="932469"/>
                  </a:lnTo>
                  <a:close/>
                  <a:moveTo>
                    <a:pt x="538940" y="932469"/>
                  </a:moveTo>
                  <a:lnTo>
                    <a:pt x="496997" y="922931"/>
                  </a:lnTo>
                  <a:lnTo>
                    <a:pt x="519364" y="936524"/>
                  </a:lnTo>
                  <a:close/>
                  <a:moveTo>
                    <a:pt x="505635" y="887709"/>
                  </a:moveTo>
                  <a:lnTo>
                    <a:pt x="496997" y="922931"/>
                  </a:lnTo>
                  <a:lnTo>
                    <a:pt x="538940" y="932469"/>
                  </a:lnTo>
                  <a:close/>
                  <a:moveTo>
                    <a:pt x="544499" y="883202"/>
                  </a:moveTo>
                  <a:lnTo>
                    <a:pt x="505635" y="887709"/>
                  </a:lnTo>
                  <a:lnTo>
                    <a:pt x="538940" y="932469"/>
                  </a:lnTo>
                  <a:close/>
                  <a:moveTo>
                    <a:pt x="576620" y="928924"/>
                  </a:moveTo>
                  <a:lnTo>
                    <a:pt x="538940" y="932469"/>
                  </a:lnTo>
                  <a:lnTo>
                    <a:pt x="536901" y="947551"/>
                  </a:lnTo>
                  <a:close/>
                  <a:moveTo>
                    <a:pt x="505635" y="887709"/>
                  </a:moveTo>
                  <a:lnTo>
                    <a:pt x="544499" y="883202"/>
                  </a:lnTo>
                  <a:lnTo>
                    <a:pt x="508093" y="868210"/>
                  </a:lnTo>
                  <a:close/>
                  <a:moveTo>
                    <a:pt x="544499" y="883202"/>
                  </a:moveTo>
                  <a:lnTo>
                    <a:pt x="544937" y="881386"/>
                  </a:lnTo>
                  <a:lnTo>
                    <a:pt x="508093" y="868210"/>
                  </a:lnTo>
                  <a:close/>
                  <a:moveTo>
                    <a:pt x="468520" y="816462"/>
                  </a:moveTo>
                  <a:lnTo>
                    <a:pt x="477705" y="809075"/>
                  </a:lnTo>
                  <a:lnTo>
                    <a:pt x="450799" y="778574"/>
                  </a:lnTo>
                  <a:close/>
                  <a:moveTo>
                    <a:pt x="185958" y="441526"/>
                  </a:moveTo>
                  <a:lnTo>
                    <a:pt x="162617" y="448566"/>
                  </a:lnTo>
                  <a:lnTo>
                    <a:pt x="192346" y="442914"/>
                  </a:lnTo>
                  <a:close/>
                  <a:moveTo>
                    <a:pt x="551167" y="833034"/>
                  </a:moveTo>
                  <a:lnTo>
                    <a:pt x="508093" y="868210"/>
                  </a:lnTo>
                  <a:lnTo>
                    <a:pt x="544937" y="881386"/>
                  </a:lnTo>
                  <a:close/>
                  <a:moveTo>
                    <a:pt x="551167" y="833034"/>
                  </a:moveTo>
                  <a:lnTo>
                    <a:pt x="580579" y="836211"/>
                  </a:lnTo>
                  <a:lnTo>
                    <a:pt x="549014" y="800422"/>
                  </a:lnTo>
                  <a:close/>
                  <a:moveTo>
                    <a:pt x="504099" y="799464"/>
                  </a:moveTo>
                  <a:lnTo>
                    <a:pt x="450799" y="778574"/>
                  </a:lnTo>
                  <a:lnTo>
                    <a:pt x="477705" y="809075"/>
                  </a:lnTo>
                  <a:close/>
                  <a:moveTo>
                    <a:pt x="495300" y="761870"/>
                  </a:moveTo>
                  <a:lnTo>
                    <a:pt x="456570" y="766269"/>
                  </a:lnTo>
                  <a:lnTo>
                    <a:pt x="504099" y="799464"/>
                  </a:lnTo>
                  <a:close/>
                  <a:moveTo>
                    <a:pt x="456570" y="766269"/>
                  </a:moveTo>
                  <a:lnTo>
                    <a:pt x="495300" y="761870"/>
                  </a:lnTo>
                  <a:lnTo>
                    <a:pt x="481602" y="728260"/>
                  </a:lnTo>
                  <a:close/>
                  <a:moveTo>
                    <a:pt x="456570" y="766269"/>
                  </a:moveTo>
                  <a:lnTo>
                    <a:pt x="481602" y="728260"/>
                  </a:lnTo>
                  <a:lnTo>
                    <a:pt x="439937" y="735045"/>
                  </a:lnTo>
                  <a:close/>
                  <a:moveTo>
                    <a:pt x="439937" y="735045"/>
                  </a:moveTo>
                  <a:lnTo>
                    <a:pt x="481602" y="728260"/>
                  </a:lnTo>
                  <a:lnTo>
                    <a:pt x="435595" y="693827"/>
                  </a:lnTo>
                  <a:close/>
                  <a:moveTo>
                    <a:pt x="343360" y="529822"/>
                  </a:moveTo>
                  <a:lnTo>
                    <a:pt x="326084" y="551790"/>
                  </a:lnTo>
                  <a:lnTo>
                    <a:pt x="338616" y="539505"/>
                  </a:lnTo>
                  <a:close/>
                  <a:moveTo>
                    <a:pt x="166851" y="391805"/>
                  </a:moveTo>
                  <a:lnTo>
                    <a:pt x="202040" y="390285"/>
                  </a:lnTo>
                  <a:lnTo>
                    <a:pt x="168974" y="376128"/>
                  </a:lnTo>
                  <a:close/>
                  <a:moveTo>
                    <a:pt x="202040" y="390285"/>
                  </a:moveTo>
                  <a:lnTo>
                    <a:pt x="203882" y="382067"/>
                  </a:lnTo>
                  <a:lnTo>
                    <a:pt x="168974" y="376128"/>
                  </a:lnTo>
                  <a:close/>
                  <a:moveTo>
                    <a:pt x="202040" y="390285"/>
                  </a:moveTo>
                  <a:lnTo>
                    <a:pt x="211229" y="387587"/>
                  </a:lnTo>
                  <a:lnTo>
                    <a:pt x="203882" y="382067"/>
                  </a:lnTo>
                  <a:close/>
                  <a:moveTo>
                    <a:pt x="594945" y="779784"/>
                  </a:moveTo>
                  <a:lnTo>
                    <a:pt x="549014" y="800422"/>
                  </a:lnTo>
                  <a:lnTo>
                    <a:pt x="586468" y="815879"/>
                  </a:lnTo>
                  <a:close/>
                  <a:moveTo>
                    <a:pt x="349302" y="530817"/>
                  </a:moveTo>
                  <a:lnTo>
                    <a:pt x="387934" y="526498"/>
                  </a:lnTo>
                  <a:lnTo>
                    <a:pt x="373277" y="517101"/>
                  </a:lnTo>
                  <a:close/>
                  <a:moveTo>
                    <a:pt x="316444" y="407159"/>
                  </a:moveTo>
                  <a:lnTo>
                    <a:pt x="344148" y="443914"/>
                  </a:lnTo>
                  <a:lnTo>
                    <a:pt x="314478" y="424342"/>
                  </a:lnTo>
                  <a:close/>
                  <a:moveTo>
                    <a:pt x="261484" y="413794"/>
                  </a:moveTo>
                  <a:lnTo>
                    <a:pt x="294532" y="407159"/>
                  </a:lnTo>
                  <a:lnTo>
                    <a:pt x="263605" y="384576"/>
                  </a:lnTo>
                  <a:close/>
                  <a:moveTo>
                    <a:pt x="211229" y="387587"/>
                  </a:moveTo>
                  <a:lnTo>
                    <a:pt x="236020" y="370404"/>
                  </a:lnTo>
                  <a:lnTo>
                    <a:pt x="203882" y="382067"/>
                  </a:lnTo>
                  <a:close/>
                  <a:moveTo>
                    <a:pt x="466628" y="536995"/>
                  </a:moveTo>
                  <a:lnTo>
                    <a:pt x="459599" y="500241"/>
                  </a:lnTo>
                  <a:lnTo>
                    <a:pt x="467507" y="524050"/>
                  </a:lnTo>
                  <a:close/>
                  <a:moveTo>
                    <a:pt x="452736" y="497192"/>
                  </a:moveTo>
                  <a:lnTo>
                    <a:pt x="449097" y="503862"/>
                  </a:lnTo>
                  <a:lnTo>
                    <a:pt x="446493" y="517424"/>
                  </a:lnTo>
                  <a:close/>
                  <a:moveTo>
                    <a:pt x="346432" y="445100"/>
                  </a:moveTo>
                  <a:lnTo>
                    <a:pt x="344148" y="443914"/>
                  </a:lnTo>
                  <a:lnTo>
                    <a:pt x="365652" y="426730"/>
                  </a:lnTo>
                  <a:close/>
                  <a:moveTo>
                    <a:pt x="346432" y="445100"/>
                  </a:moveTo>
                  <a:lnTo>
                    <a:pt x="367510" y="427696"/>
                  </a:lnTo>
                  <a:lnTo>
                    <a:pt x="347580" y="443914"/>
                  </a:lnTo>
                  <a:close/>
                  <a:moveTo>
                    <a:pt x="344861" y="400187"/>
                  </a:moveTo>
                  <a:lnTo>
                    <a:pt x="367002" y="425798"/>
                  </a:lnTo>
                  <a:lnTo>
                    <a:pt x="316444" y="407159"/>
                  </a:lnTo>
                  <a:close/>
                  <a:moveTo>
                    <a:pt x="316444" y="407159"/>
                  </a:moveTo>
                  <a:lnTo>
                    <a:pt x="365652" y="426730"/>
                  </a:lnTo>
                  <a:lnTo>
                    <a:pt x="344148" y="443914"/>
                  </a:lnTo>
                  <a:close/>
                  <a:moveTo>
                    <a:pt x="301914" y="307020"/>
                  </a:moveTo>
                  <a:lnTo>
                    <a:pt x="276029" y="306449"/>
                  </a:lnTo>
                  <a:lnTo>
                    <a:pt x="244364" y="312635"/>
                  </a:lnTo>
                  <a:close/>
                  <a:moveTo>
                    <a:pt x="301914" y="307020"/>
                  </a:moveTo>
                  <a:lnTo>
                    <a:pt x="323569" y="316466"/>
                  </a:lnTo>
                  <a:lnTo>
                    <a:pt x="311650" y="315055"/>
                  </a:lnTo>
                  <a:close/>
                  <a:moveTo>
                    <a:pt x="637256" y="772475"/>
                  </a:moveTo>
                  <a:lnTo>
                    <a:pt x="613808" y="764449"/>
                  </a:lnTo>
                  <a:lnTo>
                    <a:pt x="624923" y="737754"/>
                  </a:lnTo>
                  <a:close/>
                  <a:moveTo>
                    <a:pt x="732942" y="612893"/>
                  </a:moveTo>
                  <a:lnTo>
                    <a:pt x="709820" y="666832"/>
                  </a:lnTo>
                  <a:lnTo>
                    <a:pt x="742890" y="649649"/>
                  </a:lnTo>
                  <a:close/>
                  <a:moveTo>
                    <a:pt x="638813" y="502726"/>
                  </a:moveTo>
                  <a:lnTo>
                    <a:pt x="600604" y="506701"/>
                  </a:lnTo>
                  <a:lnTo>
                    <a:pt x="633158" y="552071"/>
                  </a:lnTo>
                  <a:close/>
                  <a:moveTo>
                    <a:pt x="547846" y="477757"/>
                  </a:moveTo>
                  <a:lnTo>
                    <a:pt x="524540" y="469616"/>
                  </a:lnTo>
                  <a:lnTo>
                    <a:pt x="559609" y="512941"/>
                  </a:lnTo>
                  <a:close/>
                  <a:moveTo>
                    <a:pt x="638813" y="502726"/>
                  </a:moveTo>
                  <a:lnTo>
                    <a:pt x="594529" y="466893"/>
                  </a:lnTo>
                  <a:lnTo>
                    <a:pt x="600604" y="506701"/>
                  </a:lnTo>
                  <a:close/>
                  <a:moveTo>
                    <a:pt x="547846" y="477757"/>
                  </a:moveTo>
                  <a:lnTo>
                    <a:pt x="594529" y="466893"/>
                  </a:lnTo>
                  <a:lnTo>
                    <a:pt x="553576" y="432648"/>
                  </a:lnTo>
                  <a:close/>
                  <a:moveTo>
                    <a:pt x="527519" y="392364"/>
                  </a:moveTo>
                  <a:lnTo>
                    <a:pt x="536867" y="397189"/>
                  </a:lnTo>
                  <a:lnTo>
                    <a:pt x="485651" y="366991"/>
                  </a:lnTo>
                  <a:close/>
                  <a:moveTo>
                    <a:pt x="440570" y="331806"/>
                  </a:moveTo>
                  <a:lnTo>
                    <a:pt x="449734" y="336037"/>
                  </a:lnTo>
                  <a:lnTo>
                    <a:pt x="433792" y="330154"/>
                  </a:lnTo>
                  <a:close/>
                  <a:moveTo>
                    <a:pt x="598011" y="465874"/>
                  </a:moveTo>
                  <a:lnTo>
                    <a:pt x="638907" y="502532"/>
                  </a:lnTo>
                  <a:lnTo>
                    <a:pt x="646671" y="451591"/>
                  </a:lnTo>
                  <a:close/>
                  <a:moveTo>
                    <a:pt x="592432" y="453344"/>
                  </a:moveTo>
                  <a:lnTo>
                    <a:pt x="648244" y="441232"/>
                  </a:lnTo>
                  <a:lnTo>
                    <a:pt x="608775" y="418244"/>
                  </a:lnTo>
                  <a:close/>
                  <a:moveTo>
                    <a:pt x="638907" y="502532"/>
                  </a:moveTo>
                  <a:lnTo>
                    <a:pt x="657511" y="448690"/>
                  </a:lnTo>
                  <a:lnTo>
                    <a:pt x="646671" y="451591"/>
                  </a:lnTo>
                  <a:close/>
                  <a:moveTo>
                    <a:pt x="646671" y="451591"/>
                  </a:moveTo>
                  <a:lnTo>
                    <a:pt x="657511" y="448690"/>
                  </a:lnTo>
                  <a:lnTo>
                    <a:pt x="648244" y="441232"/>
                  </a:lnTo>
                  <a:close/>
                  <a:moveTo>
                    <a:pt x="657511" y="448690"/>
                  </a:moveTo>
                  <a:lnTo>
                    <a:pt x="697780" y="437128"/>
                  </a:lnTo>
                  <a:lnTo>
                    <a:pt x="648244" y="441232"/>
                  </a:lnTo>
                  <a:close/>
                  <a:moveTo>
                    <a:pt x="648244" y="441232"/>
                  </a:moveTo>
                  <a:lnTo>
                    <a:pt x="702163" y="422042"/>
                  </a:lnTo>
                  <a:lnTo>
                    <a:pt x="661877" y="395994"/>
                  </a:lnTo>
                  <a:close/>
                  <a:moveTo>
                    <a:pt x="608775" y="418244"/>
                  </a:moveTo>
                  <a:lnTo>
                    <a:pt x="648244" y="441232"/>
                  </a:lnTo>
                  <a:lnTo>
                    <a:pt x="661877" y="395994"/>
                  </a:lnTo>
                  <a:close/>
                  <a:moveTo>
                    <a:pt x="975892" y="634854"/>
                  </a:moveTo>
                  <a:lnTo>
                    <a:pt x="966010" y="661064"/>
                  </a:lnTo>
                  <a:lnTo>
                    <a:pt x="986795" y="642567"/>
                  </a:lnTo>
                  <a:close/>
                  <a:moveTo>
                    <a:pt x="792713" y="511440"/>
                  </a:moveTo>
                  <a:lnTo>
                    <a:pt x="839924" y="492327"/>
                  </a:lnTo>
                  <a:lnTo>
                    <a:pt x="798313" y="505017"/>
                  </a:lnTo>
                  <a:close/>
                  <a:moveTo>
                    <a:pt x="839924" y="492327"/>
                  </a:moveTo>
                  <a:lnTo>
                    <a:pt x="816124" y="474396"/>
                  </a:lnTo>
                  <a:lnTo>
                    <a:pt x="798313" y="505017"/>
                  </a:lnTo>
                  <a:close/>
                  <a:moveTo>
                    <a:pt x="999943" y="617670"/>
                  </a:moveTo>
                  <a:lnTo>
                    <a:pt x="986795" y="642567"/>
                  </a:lnTo>
                  <a:lnTo>
                    <a:pt x="1007489" y="623731"/>
                  </a:lnTo>
                  <a:close/>
                  <a:moveTo>
                    <a:pt x="999943" y="617670"/>
                  </a:moveTo>
                  <a:lnTo>
                    <a:pt x="975892" y="634854"/>
                  </a:lnTo>
                  <a:lnTo>
                    <a:pt x="986795" y="642567"/>
                  </a:lnTo>
                  <a:close/>
                  <a:moveTo>
                    <a:pt x="1007489" y="623731"/>
                  </a:moveTo>
                  <a:lnTo>
                    <a:pt x="986795" y="642567"/>
                  </a:lnTo>
                  <a:lnTo>
                    <a:pt x="1047112" y="647298"/>
                  </a:lnTo>
                  <a:close/>
                  <a:moveTo>
                    <a:pt x="1056784" y="603364"/>
                  </a:moveTo>
                  <a:lnTo>
                    <a:pt x="1007489" y="623731"/>
                  </a:lnTo>
                  <a:lnTo>
                    <a:pt x="1047112" y="647298"/>
                  </a:lnTo>
                  <a:close/>
                  <a:moveTo>
                    <a:pt x="1087232" y="605699"/>
                  </a:moveTo>
                  <a:lnTo>
                    <a:pt x="1056784" y="603364"/>
                  </a:lnTo>
                  <a:lnTo>
                    <a:pt x="1047112" y="647298"/>
                  </a:lnTo>
                  <a:close/>
                  <a:moveTo>
                    <a:pt x="1056784" y="603364"/>
                  </a:moveTo>
                  <a:lnTo>
                    <a:pt x="1087232" y="605699"/>
                  </a:lnTo>
                  <a:lnTo>
                    <a:pt x="1079331" y="567376"/>
                  </a:lnTo>
                  <a:close/>
                  <a:moveTo>
                    <a:pt x="1056784" y="603364"/>
                  </a:moveTo>
                  <a:lnTo>
                    <a:pt x="1079331" y="567376"/>
                  </a:lnTo>
                  <a:lnTo>
                    <a:pt x="1048258" y="565549"/>
                  </a:lnTo>
                  <a:close/>
                  <a:moveTo>
                    <a:pt x="907170" y="306447"/>
                  </a:moveTo>
                  <a:lnTo>
                    <a:pt x="893052" y="341982"/>
                  </a:lnTo>
                  <a:lnTo>
                    <a:pt x="937342" y="293623"/>
                  </a:lnTo>
                  <a:close/>
                  <a:moveTo>
                    <a:pt x="937578" y="243376"/>
                  </a:moveTo>
                  <a:lnTo>
                    <a:pt x="933967" y="281003"/>
                  </a:lnTo>
                  <a:lnTo>
                    <a:pt x="980451" y="280357"/>
                  </a:lnTo>
                  <a:close/>
                  <a:moveTo>
                    <a:pt x="1012659" y="298920"/>
                  </a:moveTo>
                  <a:lnTo>
                    <a:pt x="1048277" y="297051"/>
                  </a:lnTo>
                  <a:lnTo>
                    <a:pt x="1028182" y="287897"/>
                  </a:lnTo>
                  <a:close/>
                  <a:moveTo>
                    <a:pt x="1028182" y="287897"/>
                  </a:moveTo>
                  <a:lnTo>
                    <a:pt x="1048277" y="297051"/>
                  </a:lnTo>
                  <a:lnTo>
                    <a:pt x="1062909" y="293160"/>
                  </a:lnTo>
                  <a:close/>
                  <a:moveTo>
                    <a:pt x="1066734" y="254897"/>
                  </a:moveTo>
                  <a:lnTo>
                    <a:pt x="1048277" y="297051"/>
                  </a:lnTo>
                  <a:lnTo>
                    <a:pt x="1084804" y="291652"/>
                  </a:lnTo>
                  <a:close/>
                  <a:moveTo>
                    <a:pt x="1084804" y="291652"/>
                  </a:moveTo>
                  <a:lnTo>
                    <a:pt x="1066907" y="281905"/>
                  </a:lnTo>
                  <a:lnTo>
                    <a:pt x="1056071" y="245968"/>
                  </a:lnTo>
                  <a:close/>
                  <a:moveTo>
                    <a:pt x="948702" y="47473"/>
                  </a:moveTo>
                  <a:lnTo>
                    <a:pt x="971155" y="53938"/>
                  </a:lnTo>
                  <a:lnTo>
                    <a:pt x="993806" y="0"/>
                  </a:lnTo>
                  <a:close/>
                  <a:moveTo>
                    <a:pt x="1035153" y="36755"/>
                  </a:moveTo>
                  <a:lnTo>
                    <a:pt x="1033441" y="40629"/>
                  </a:lnTo>
                  <a:lnTo>
                    <a:pt x="1006874" y="79887"/>
                  </a:lnTo>
                  <a:close/>
                  <a:moveTo>
                    <a:pt x="1016082" y="50243"/>
                  </a:moveTo>
                  <a:lnTo>
                    <a:pt x="1035153" y="36755"/>
                  </a:lnTo>
                  <a:lnTo>
                    <a:pt x="995526" y="1756"/>
                  </a:lnTo>
                  <a:close/>
                  <a:moveTo>
                    <a:pt x="1208710" y="204300"/>
                  </a:moveTo>
                  <a:lnTo>
                    <a:pt x="1196792" y="255950"/>
                  </a:lnTo>
                  <a:lnTo>
                    <a:pt x="1246636" y="221522"/>
                  </a:lnTo>
                  <a:close/>
                  <a:moveTo>
                    <a:pt x="1167582" y="93082"/>
                  </a:moveTo>
                  <a:lnTo>
                    <a:pt x="1151193" y="113832"/>
                  </a:lnTo>
                  <a:lnTo>
                    <a:pt x="1176842" y="94806"/>
                  </a:lnTo>
                  <a:close/>
                  <a:moveTo>
                    <a:pt x="1176842" y="94806"/>
                  </a:moveTo>
                  <a:lnTo>
                    <a:pt x="1151193" y="113832"/>
                  </a:lnTo>
                  <a:lnTo>
                    <a:pt x="1152983" y="131862"/>
                  </a:lnTo>
                  <a:close/>
                  <a:moveTo>
                    <a:pt x="1176842" y="94806"/>
                  </a:moveTo>
                  <a:lnTo>
                    <a:pt x="1152983" y="131862"/>
                  </a:lnTo>
                  <a:lnTo>
                    <a:pt x="1184701" y="133164"/>
                  </a:lnTo>
                  <a:close/>
                  <a:moveTo>
                    <a:pt x="1251758" y="195231"/>
                  </a:moveTo>
                  <a:lnTo>
                    <a:pt x="1208710" y="204300"/>
                  </a:lnTo>
                  <a:lnTo>
                    <a:pt x="1246636" y="221522"/>
                  </a:lnTo>
                  <a:close/>
                  <a:moveTo>
                    <a:pt x="1251758" y="195231"/>
                  </a:moveTo>
                  <a:lnTo>
                    <a:pt x="1274929" y="158733"/>
                  </a:lnTo>
                  <a:lnTo>
                    <a:pt x="1245833" y="155300"/>
                  </a:lnTo>
                  <a:close/>
                  <a:moveTo>
                    <a:pt x="1245833" y="155300"/>
                  </a:moveTo>
                  <a:lnTo>
                    <a:pt x="1274929" y="158733"/>
                  </a:lnTo>
                  <a:lnTo>
                    <a:pt x="1261990" y="124505"/>
                  </a:lnTo>
                  <a:close/>
                  <a:moveTo>
                    <a:pt x="1150102" y="89458"/>
                  </a:moveTo>
                  <a:lnTo>
                    <a:pt x="1151193" y="113832"/>
                  </a:lnTo>
                  <a:lnTo>
                    <a:pt x="1167582" y="93082"/>
                  </a:lnTo>
                  <a:close/>
                  <a:moveTo>
                    <a:pt x="1113395" y="47464"/>
                  </a:moveTo>
                  <a:lnTo>
                    <a:pt x="1129545" y="32892"/>
                  </a:lnTo>
                  <a:lnTo>
                    <a:pt x="1095672" y="30825"/>
                  </a:lnTo>
                  <a:close/>
                  <a:moveTo>
                    <a:pt x="1113395" y="47464"/>
                  </a:moveTo>
                  <a:lnTo>
                    <a:pt x="1140614" y="52424"/>
                  </a:lnTo>
                  <a:lnTo>
                    <a:pt x="1129545" y="32892"/>
                  </a:lnTo>
                  <a:close/>
                  <a:moveTo>
                    <a:pt x="1140614" y="52424"/>
                  </a:moveTo>
                  <a:lnTo>
                    <a:pt x="1160723" y="56327"/>
                  </a:lnTo>
                  <a:lnTo>
                    <a:pt x="1129545" y="32892"/>
                  </a:lnTo>
                  <a:close/>
                </a:path>
              </a:pathLst>
            </a:custGeom>
            <a:solidFill>
              <a:srgbClr val="C9D2D8"/>
            </a:solidFill>
            <a:ln w="1524">
              <a:solidFill>
                <a:srgbClr val="C9D2D8"/>
              </a:solidFill>
            </a:ln>
          </p:spPr>
        </p:sp>
        <p:sp>
          <p:nvSpPr>
            <p:cNvPr id="162" name="Input_density__161">
              <a:extLst>
                <a:ext uri="{FF2B5EF4-FFF2-40B4-BE49-F238E27FC236}">
                  <a16:creationId xmlns:a16="http://schemas.microsoft.com/office/drawing/2014/main" id="{2C9806F5-9D73-941B-78E9-C4965E6DB170}"/>
                </a:ext>
              </a:extLst>
            </p:cNvPr>
            <p:cNvSpPr>
              <a:spLocks noGrp="1"/>
            </p:cNvSpPr>
            <p:nvPr/>
          </p:nvSpPr>
          <p:spPr>
            <a:xfrm>
              <a:off x="502955" y="1538036"/>
              <a:ext cx="1261990" cy="996885"/>
            </a:xfrm>
            <a:custGeom>
              <a:avLst/>
              <a:gdLst/>
              <a:ahLst/>
              <a:cxnLst/>
              <a:rect l="0" t="0" r="0" b="0"/>
              <a:pathLst>
                <a:path w="1261990" h="996885">
                  <a:moveTo>
                    <a:pt x="6123" y="618629"/>
                  </a:moveTo>
                  <a:lnTo>
                    <a:pt x="13726" y="597420"/>
                  </a:lnTo>
                  <a:lnTo>
                    <a:pt x="0" y="626947"/>
                  </a:lnTo>
                  <a:close/>
                  <a:moveTo>
                    <a:pt x="0" y="626947"/>
                  </a:moveTo>
                  <a:lnTo>
                    <a:pt x="13726" y="597420"/>
                  </a:lnTo>
                  <a:lnTo>
                    <a:pt x="18366" y="573008"/>
                  </a:lnTo>
                  <a:close/>
                  <a:moveTo>
                    <a:pt x="0" y="626947"/>
                  </a:moveTo>
                  <a:lnTo>
                    <a:pt x="18366" y="573008"/>
                  </a:lnTo>
                  <a:lnTo>
                    <a:pt x="1957" y="590192"/>
                  </a:lnTo>
                  <a:close/>
                  <a:moveTo>
                    <a:pt x="34512" y="550556"/>
                  </a:moveTo>
                  <a:lnTo>
                    <a:pt x="1957" y="590192"/>
                  </a:lnTo>
                  <a:lnTo>
                    <a:pt x="18366" y="573008"/>
                  </a:lnTo>
                  <a:close/>
                  <a:moveTo>
                    <a:pt x="13726" y="597420"/>
                  </a:moveTo>
                  <a:lnTo>
                    <a:pt x="6123" y="618629"/>
                  </a:lnTo>
                  <a:lnTo>
                    <a:pt x="13090" y="609763"/>
                  </a:lnTo>
                  <a:close/>
                  <a:moveTo>
                    <a:pt x="166323" y="703895"/>
                  </a:moveTo>
                  <a:lnTo>
                    <a:pt x="194924" y="680374"/>
                  </a:lnTo>
                  <a:lnTo>
                    <a:pt x="185267" y="670835"/>
                  </a:lnTo>
                  <a:close/>
                  <a:moveTo>
                    <a:pt x="166323" y="703895"/>
                  </a:moveTo>
                  <a:lnTo>
                    <a:pt x="185267" y="670835"/>
                  </a:lnTo>
                  <a:lnTo>
                    <a:pt x="150727" y="671827"/>
                  </a:lnTo>
                  <a:close/>
                  <a:moveTo>
                    <a:pt x="18366" y="573008"/>
                  </a:moveTo>
                  <a:lnTo>
                    <a:pt x="42314" y="526800"/>
                  </a:lnTo>
                  <a:lnTo>
                    <a:pt x="34512" y="550556"/>
                  </a:lnTo>
                  <a:close/>
                  <a:moveTo>
                    <a:pt x="42429" y="519070"/>
                  </a:moveTo>
                  <a:lnTo>
                    <a:pt x="42314" y="526800"/>
                  </a:lnTo>
                  <a:lnTo>
                    <a:pt x="18366" y="573008"/>
                  </a:lnTo>
                  <a:close/>
                  <a:moveTo>
                    <a:pt x="31109" y="555825"/>
                  </a:moveTo>
                  <a:lnTo>
                    <a:pt x="42429" y="519070"/>
                  </a:lnTo>
                  <a:lnTo>
                    <a:pt x="18366" y="573008"/>
                  </a:lnTo>
                  <a:close/>
                  <a:moveTo>
                    <a:pt x="47595" y="503264"/>
                  </a:moveTo>
                  <a:lnTo>
                    <a:pt x="42314" y="526800"/>
                  </a:lnTo>
                  <a:lnTo>
                    <a:pt x="42429" y="519070"/>
                  </a:lnTo>
                  <a:close/>
                  <a:moveTo>
                    <a:pt x="476805" y="942946"/>
                  </a:moveTo>
                  <a:lnTo>
                    <a:pt x="485188" y="992258"/>
                  </a:lnTo>
                  <a:lnTo>
                    <a:pt x="496997" y="966109"/>
                  </a:lnTo>
                  <a:close/>
                  <a:moveTo>
                    <a:pt x="475302" y="996885"/>
                  </a:moveTo>
                  <a:lnTo>
                    <a:pt x="485188" y="992258"/>
                  </a:lnTo>
                  <a:lnTo>
                    <a:pt x="476805" y="942946"/>
                  </a:lnTo>
                  <a:close/>
                  <a:moveTo>
                    <a:pt x="458747" y="960130"/>
                  </a:moveTo>
                  <a:lnTo>
                    <a:pt x="475302" y="996885"/>
                  </a:lnTo>
                  <a:lnTo>
                    <a:pt x="476805" y="942946"/>
                  </a:lnTo>
                  <a:close/>
                  <a:moveTo>
                    <a:pt x="467230" y="906191"/>
                  </a:moveTo>
                  <a:lnTo>
                    <a:pt x="458747" y="960130"/>
                  </a:lnTo>
                  <a:lnTo>
                    <a:pt x="476805" y="942946"/>
                  </a:lnTo>
                  <a:close/>
                  <a:moveTo>
                    <a:pt x="383415" y="923375"/>
                  </a:moveTo>
                  <a:lnTo>
                    <a:pt x="396093" y="934205"/>
                  </a:lnTo>
                  <a:lnTo>
                    <a:pt x="398643" y="918946"/>
                  </a:lnTo>
                  <a:close/>
                  <a:moveTo>
                    <a:pt x="382419" y="886620"/>
                  </a:moveTo>
                  <a:lnTo>
                    <a:pt x="398643" y="918946"/>
                  </a:lnTo>
                  <a:lnTo>
                    <a:pt x="384672" y="885558"/>
                  </a:lnTo>
                  <a:close/>
                  <a:moveTo>
                    <a:pt x="382419" y="886620"/>
                  </a:moveTo>
                  <a:lnTo>
                    <a:pt x="383415" y="923375"/>
                  </a:lnTo>
                  <a:lnTo>
                    <a:pt x="398643" y="918946"/>
                  </a:lnTo>
                  <a:close/>
                  <a:moveTo>
                    <a:pt x="433981" y="917306"/>
                  </a:moveTo>
                  <a:lnTo>
                    <a:pt x="398643" y="918946"/>
                  </a:lnTo>
                  <a:lnTo>
                    <a:pt x="396093" y="934205"/>
                  </a:lnTo>
                  <a:close/>
                  <a:moveTo>
                    <a:pt x="398643" y="918946"/>
                  </a:moveTo>
                  <a:lnTo>
                    <a:pt x="433981" y="917306"/>
                  </a:lnTo>
                  <a:lnTo>
                    <a:pt x="420683" y="883370"/>
                  </a:lnTo>
                  <a:close/>
                  <a:moveTo>
                    <a:pt x="398643" y="918946"/>
                  </a:moveTo>
                  <a:lnTo>
                    <a:pt x="420683" y="883370"/>
                  </a:lnTo>
                  <a:lnTo>
                    <a:pt x="384672" y="885558"/>
                  </a:lnTo>
                  <a:close/>
                  <a:moveTo>
                    <a:pt x="221942" y="730513"/>
                  </a:moveTo>
                  <a:lnTo>
                    <a:pt x="243335" y="695462"/>
                  </a:lnTo>
                  <a:lnTo>
                    <a:pt x="207834" y="697235"/>
                  </a:lnTo>
                  <a:close/>
                  <a:moveTo>
                    <a:pt x="243335" y="695462"/>
                  </a:moveTo>
                  <a:lnTo>
                    <a:pt x="260631" y="739600"/>
                  </a:lnTo>
                  <a:lnTo>
                    <a:pt x="290898" y="693843"/>
                  </a:lnTo>
                  <a:close/>
                  <a:moveTo>
                    <a:pt x="42429" y="519070"/>
                  </a:moveTo>
                  <a:lnTo>
                    <a:pt x="51496" y="474588"/>
                  </a:lnTo>
                  <a:lnTo>
                    <a:pt x="47595" y="503264"/>
                  </a:lnTo>
                  <a:close/>
                  <a:moveTo>
                    <a:pt x="54169" y="465131"/>
                  </a:moveTo>
                  <a:lnTo>
                    <a:pt x="51496" y="474588"/>
                  </a:lnTo>
                  <a:lnTo>
                    <a:pt x="42429" y="519070"/>
                  </a:lnTo>
                  <a:close/>
                  <a:moveTo>
                    <a:pt x="333975" y="730325"/>
                  </a:moveTo>
                  <a:lnTo>
                    <a:pt x="335466" y="764231"/>
                  </a:lnTo>
                  <a:lnTo>
                    <a:pt x="324975" y="759171"/>
                  </a:lnTo>
                  <a:close/>
                  <a:moveTo>
                    <a:pt x="58115" y="446388"/>
                  </a:moveTo>
                  <a:lnTo>
                    <a:pt x="51496" y="474588"/>
                  </a:lnTo>
                  <a:lnTo>
                    <a:pt x="54169" y="465131"/>
                  </a:lnTo>
                  <a:close/>
                  <a:moveTo>
                    <a:pt x="476805" y="942946"/>
                  </a:moveTo>
                  <a:lnTo>
                    <a:pt x="496997" y="966109"/>
                  </a:lnTo>
                  <a:lnTo>
                    <a:pt x="505635" y="930887"/>
                  </a:lnTo>
                  <a:close/>
                  <a:moveTo>
                    <a:pt x="490951" y="889008"/>
                  </a:moveTo>
                  <a:lnTo>
                    <a:pt x="505635" y="930887"/>
                  </a:lnTo>
                  <a:lnTo>
                    <a:pt x="508093" y="911388"/>
                  </a:lnTo>
                  <a:close/>
                  <a:moveTo>
                    <a:pt x="476805" y="942946"/>
                  </a:moveTo>
                  <a:lnTo>
                    <a:pt x="505635" y="930887"/>
                  </a:lnTo>
                  <a:lnTo>
                    <a:pt x="490951" y="889008"/>
                  </a:lnTo>
                  <a:close/>
                  <a:moveTo>
                    <a:pt x="477705" y="852253"/>
                  </a:moveTo>
                  <a:lnTo>
                    <a:pt x="475873" y="865589"/>
                  </a:lnTo>
                  <a:lnTo>
                    <a:pt x="467230" y="906191"/>
                  </a:lnTo>
                  <a:close/>
                  <a:moveTo>
                    <a:pt x="333975" y="730325"/>
                  </a:moveTo>
                  <a:lnTo>
                    <a:pt x="362664" y="742120"/>
                  </a:lnTo>
                  <a:lnTo>
                    <a:pt x="333035" y="722416"/>
                  </a:lnTo>
                  <a:close/>
                  <a:moveTo>
                    <a:pt x="333035" y="722416"/>
                  </a:moveTo>
                  <a:lnTo>
                    <a:pt x="363089" y="741988"/>
                  </a:lnTo>
                  <a:lnTo>
                    <a:pt x="366280" y="705233"/>
                  </a:lnTo>
                  <a:close/>
                  <a:moveTo>
                    <a:pt x="280820" y="685662"/>
                  </a:moveTo>
                  <a:lnTo>
                    <a:pt x="290898" y="693843"/>
                  </a:lnTo>
                  <a:lnTo>
                    <a:pt x="294464" y="680983"/>
                  </a:lnTo>
                  <a:close/>
                  <a:moveTo>
                    <a:pt x="327975" y="680828"/>
                  </a:moveTo>
                  <a:lnTo>
                    <a:pt x="294464" y="680983"/>
                  </a:lnTo>
                  <a:lnTo>
                    <a:pt x="290898" y="693843"/>
                  </a:lnTo>
                  <a:close/>
                  <a:moveTo>
                    <a:pt x="192346" y="486092"/>
                  </a:moveTo>
                  <a:lnTo>
                    <a:pt x="162617" y="491743"/>
                  </a:lnTo>
                  <a:lnTo>
                    <a:pt x="157892" y="531760"/>
                  </a:lnTo>
                  <a:close/>
                  <a:moveTo>
                    <a:pt x="58115" y="446388"/>
                  </a:moveTo>
                  <a:lnTo>
                    <a:pt x="81300" y="436865"/>
                  </a:lnTo>
                  <a:lnTo>
                    <a:pt x="64426" y="428377"/>
                  </a:lnTo>
                  <a:close/>
                  <a:moveTo>
                    <a:pt x="96152" y="374438"/>
                  </a:moveTo>
                  <a:lnTo>
                    <a:pt x="95229" y="376628"/>
                  </a:lnTo>
                  <a:lnTo>
                    <a:pt x="64426" y="428377"/>
                  </a:lnTo>
                  <a:close/>
                  <a:moveTo>
                    <a:pt x="490951" y="889008"/>
                  </a:moveTo>
                  <a:lnTo>
                    <a:pt x="508093" y="911388"/>
                  </a:lnTo>
                  <a:lnTo>
                    <a:pt x="510797" y="881944"/>
                  </a:lnTo>
                  <a:close/>
                  <a:moveTo>
                    <a:pt x="477705" y="852253"/>
                  </a:moveTo>
                  <a:lnTo>
                    <a:pt x="490951" y="889008"/>
                  </a:lnTo>
                  <a:lnTo>
                    <a:pt x="510797" y="881944"/>
                  </a:lnTo>
                  <a:close/>
                  <a:moveTo>
                    <a:pt x="551167" y="876211"/>
                  </a:moveTo>
                  <a:lnTo>
                    <a:pt x="510797" y="881944"/>
                  </a:lnTo>
                  <a:lnTo>
                    <a:pt x="508093" y="911388"/>
                  </a:lnTo>
                  <a:close/>
                  <a:moveTo>
                    <a:pt x="549014" y="843599"/>
                  </a:moveTo>
                  <a:lnTo>
                    <a:pt x="538271" y="835069"/>
                  </a:lnTo>
                  <a:lnTo>
                    <a:pt x="551167" y="876211"/>
                  </a:lnTo>
                  <a:close/>
                  <a:moveTo>
                    <a:pt x="551167" y="876211"/>
                  </a:moveTo>
                  <a:lnTo>
                    <a:pt x="538271" y="835069"/>
                  </a:lnTo>
                  <a:lnTo>
                    <a:pt x="504099" y="842641"/>
                  </a:lnTo>
                  <a:close/>
                  <a:moveTo>
                    <a:pt x="551167" y="876211"/>
                  </a:moveTo>
                  <a:lnTo>
                    <a:pt x="504099" y="842641"/>
                  </a:lnTo>
                  <a:lnTo>
                    <a:pt x="510797" y="881944"/>
                  </a:lnTo>
                  <a:close/>
                  <a:moveTo>
                    <a:pt x="363768" y="668478"/>
                  </a:moveTo>
                  <a:lnTo>
                    <a:pt x="366280" y="705233"/>
                  </a:lnTo>
                  <a:lnTo>
                    <a:pt x="385791" y="688050"/>
                  </a:lnTo>
                  <a:close/>
                  <a:moveTo>
                    <a:pt x="363768" y="668478"/>
                  </a:moveTo>
                  <a:lnTo>
                    <a:pt x="385791" y="688050"/>
                  </a:lnTo>
                  <a:lnTo>
                    <a:pt x="376742" y="651295"/>
                  </a:lnTo>
                  <a:close/>
                  <a:moveTo>
                    <a:pt x="376742" y="651295"/>
                  </a:moveTo>
                  <a:lnTo>
                    <a:pt x="391369" y="627919"/>
                  </a:lnTo>
                  <a:lnTo>
                    <a:pt x="351568" y="631723"/>
                  </a:lnTo>
                  <a:close/>
                  <a:moveTo>
                    <a:pt x="363768" y="668478"/>
                  </a:moveTo>
                  <a:lnTo>
                    <a:pt x="376742" y="651295"/>
                  </a:lnTo>
                  <a:lnTo>
                    <a:pt x="351568" y="631723"/>
                  </a:lnTo>
                  <a:close/>
                  <a:moveTo>
                    <a:pt x="345194" y="579854"/>
                  </a:moveTo>
                  <a:lnTo>
                    <a:pt x="378020" y="622482"/>
                  </a:lnTo>
                  <a:lnTo>
                    <a:pt x="382410" y="594425"/>
                  </a:lnTo>
                  <a:close/>
                  <a:moveTo>
                    <a:pt x="338616" y="582683"/>
                  </a:moveTo>
                  <a:lnTo>
                    <a:pt x="326084" y="594968"/>
                  </a:lnTo>
                  <a:lnTo>
                    <a:pt x="345194" y="579854"/>
                  </a:lnTo>
                  <a:close/>
                  <a:moveTo>
                    <a:pt x="202040" y="433463"/>
                  </a:moveTo>
                  <a:lnTo>
                    <a:pt x="185958" y="484703"/>
                  </a:lnTo>
                  <a:lnTo>
                    <a:pt x="193437" y="482397"/>
                  </a:lnTo>
                  <a:close/>
                  <a:moveTo>
                    <a:pt x="202040" y="433463"/>
                  </a:moveTo>
                  <a:lnTo>
                    <a:pt x="193437" y="482397"/>
                  </a:lnTo>
                  <a:lnTo>
                    <a:pt x="211229" y="430765"/>
                  </a:lnTo>
                  <a:close/>
                  <a:moveTo>
                    <a:pt x="211229" y="430765"/>
                  </a:moveTo>
                  <a:lnTo>
                    <a:pt x="193437" y="482397"/>
                  </a:lnTo>
                  <a:lnTo>
                    <a:pt x="195277" y="484703"/>
                  </a:lnTo>
                  <a:close/>
                  <a:moveTo>
                    <a:pt x="124850" y="350540"/>
                  </a:moveTo>
                  <a:lnTo>
                    <a:pt x="97449" y="372668"/>
                  </a:lnTo>
                  <a:lnTo>
                    <a:pt x="147824" y="340227"/>
                  </a:lnTo>
                  <a:close/>
                  <a:moveTo>
                    <a:pt x="538271" y="835069"/>
                  </a:moveTo>
                  <a:lnTo>
                    <a:pt x="549014" y="843599"/>
                  </a:lnTo>
                  <a:lnTo>
                    <a:pt x="550568" y="831951"/>
                  </a:lnTo>
                  <a:close/>
                  <a:moveTo>
                    <a:pt x="594945" y="822962"/>
                  </a:moveTo>
                  <a:lnTo>
                    <a:pt x="550568" y="831951"/>
                  </a:lnTo>
                  <a:lnTo>
                    <a:pt x="549014" y="843599"/>
                  </a:lnTo>
                  <a:close/>
                  <a:moveTo>
                    <a:pt x="550568" y="831951"/>
                  </a:moveTo>
                  <a:lnTo>
                    <a:pt x="594945" y="822962"/>
                  </a:lnTo>
                  <a:lnTo>
                    <a:pt x="590340" y="781959"/>
                  </a:lnTo>
                  <a:close/>
                  <a:moveTo>
                    <a:pt x="594945" y="822962"/>
                  </a:moveTo>
                  <a:lnTo>
                    <a:pt x="624447" y="781319"/>
                  </a:lnTo>
                  <a:lnTo>
                    <a:pt x="590340" y="781959"/>
                  </a:lnTo>
                  <a:close/>
                  <a:moveTo>
                    <a:pt x="545711" y="791153"/>
                  </a:moveTo>
                  <a:lnTo>
                    <a:pt x="590340" y="781959"/>
                  </a:lnTo>
                  <a:lnTo>
                    <a:pt x="574504" y="750086"/>
                  </a:lnTo>
                  <a:close/>
                  <a:moveTo>
                    <a:pt x="545711" y="791153"/>
                  </a:moveTo>
                  <a:lnTo>
                    <a:pt x="574504" y="750086"/>
                  </a:lnTo>
                  <a:lnTo>
                    <a:pt x="535744" y="754509"/>
                  </a:lnTo>
                  <a:close/>
                  <a:moveTo>
                    <a:pt x="391369" y="627919"/>
                  </a:moveTo>
                  <a:lnTo>
                    <a:pt x="376742" y="651295"/>
                  </a:lnTo>
                  <a:lnTo>
                    <a:pt x="410767" y="604239"/>
                  </a:lnTo>
                  <a:close/>
                  <a:moveTo>
                    <a:pt x="410767" y="604239"/>
                  </a:moveTo>
                  <a:lnTo>
                    <a:pt x="413907" y="597356"/>
                  </a:lnTo>
                  <a:lnTo>
                    <a:pt x="418683" y="614540"/>
                  </a:lnTo>
                  <a:close/>
                  <a:moveTo>
                    <a:pt x="419899" y="560601"/>
                  </a:moveTo>
                  <a:lnTo>
                    <a:pt x="418683" y="614540"/>
                  </a:lnTo>
                  <a:lnTo>
                    <a:pt x="413907" y="597356"/>
                  </a:lnTo>
                  <a:close/>
                  <a:moveTo>
                    <a:pt x="387934" y="569676"/>
                  </a:moveTo>
                  <a:lnTo>
                    <a:pt x="345194" y="579854"/>
                  </a:lnTo>
                  <a:lnTo>
                    <a:pt x="382410" y="594425"/>
                  </a:lnTo>
                  <a:close/>
                  <a:moveTo>
                    <a:pt x="294532" y="450336"/>
                  </a:moveTo>
                  <a:lnTo>
                    <a:pt x="261484" y="456971"/>
                  </a:lnTo>
                  <a:lnTo>
                    <a:pt x="269367" y="495310"/>
                  </a:lnTo>
                  <a:close/>
                  <a:moveTo>
                    <a:pt x="211229" y="430765"/>
                  </a:moveTo>
                  <a:lnTo>
                    <a:pt x="229479" y="467520"/>
                  </a:lnTo>
                  <a:lnTo>
                    <a:pt x="236020" y="413581"/>
                  </a:lnTo>
                  <a:close/>
                  <a:moveTo>
                    <a:pt x="231607" y="347020"/>
                  </a:moveTo>
                  <a:lnTo>
                    <a:pt x="204453" y="342007"/>
                  </a:lnTo>
                  <a:lnTo>
                    <a:pt x="244364" y="355812"/>
                  </a:lnTo>
                  <a:close/>
                  <a:moveTo>
                    <a:pt x="204453" y="342007"/>
                  </a:moveTo>
                  <a:lnTo>
                    <a:pt x="208805" y="347440"/>
                  </a:lnTo>
                  <a:lnTo>
                    <a:pt x="244364" y="355812"/>
                  </a:lnTo>
                  <a:close/>
                  <a:moveTo>
                    <a:pt x="413907" y="597356"/>
                  </a:moveTo>
                  <a:lnTo>
                    <a:pt x="410767" y="604239"/>
                  </a:lnTo>
                  <a:lnTo>
                    <a:pt x="466088" y="590291"/>
                  </a:lnTo>
                  <a:close/>
                  <a:moveTo>
                    <a:pt x="419899" y="560601"/>
                  </a:moveTo>
                  <a:lnTo>
                    <a:pt x="461436" y="581756"/>
                  </a:lnTo>
                  <a:lnTo>
                    <a:pt x="449097" y="547039"/>
                  </a:lnTo>
                  <a:close/>
                  <a:moveTo>
                    <a:pt x="461436" y="581756"/>
                  </a:moveTo>
                  <a:lnTo>
                    <a:pt x="466628" y="580173"/>
                  </a:lnTo>
                  <a:lnTo>
                    <a:pt x="467507" y="567228"/>
                  </a:lnTo>
                  <a:close/>
                  <a:moveTo>
                    <a:pt x="449097" y="547039"/>
                  </a:moveTo>
                  <a:lnTo>
                    <a:pt x="461436" y="581756"/>
                  </a:lnTo>
                  <a:lnTo>
                    <a:pt x="467507" y="567228"/>
                  </a:lnTo>
                  <a:close/>
                  <a:moveTo>
                    <a:pt x="367510" y="470874"/>
                  </a:moveTo>
                  <a:lnTo>
                    <a:pt x="346432" y="488278"/>
                  </a:lnTo>
                  <a:lnTo>
                    <a:pt x="365652" y="469908"/>
                  </a:lnTo>
                  <a:close/>
                  <a:moveTo>
                    <a:pt x="367510" y="470874"/>
                  </a:moveTo>
                  <a:lnTo>
                    <a:pt x="367694" y="469908"/>
                  </a:lnTo>
                  <a:lnTo>
                    <a:pt x="347580" y="487091"/>
                  </a:lnTo>
                  <a:close/>
                  <a:moveTo>
                    <a:pt x="316444" y="450336"/>
                  </a:moveTo>
                  <a:lnTo>
                    <a:pt x="367002" y="468976"/>
                  </a:lnTo>
                  <a:lnTo>
                    <a:pt x="365652" y="469908"/>
                  </a:lnTo>
                  <a:close/>
                  <a:moveTo>
                    <a:pt x="367002" y="468976"/>
                  </a:moveTo>
                  <a:lnTo>
                    <a:pt x="344861" y="443364"/>
                  </a:lnTo>
                  <a:lnTo>
                    <a:pt x="367694" y="469908"/>
                  </a:lnTo>
                  <a:close/>
                  <a:moveTo>
                    <a:pt x="367694" y="469908"/>
                  </a:moveTo>
                  <a:lnTo>
                    <a:pt x="344861" y="443364"/>
                  </a:lnTo>
                  <a:lnTo>
                    <a:pt x="342074" y="450336"/>
                  </a:lnTo>
                  <a:close/>
                  <a:moveTo>
                    <a:pt x="367694" y="469908"/>
                  </a:moveTo>
                  <a:lnTo>
                    <a:pt x="342074" y="450336"/>
                  </a:lnTo>
                  <a:lnTo>
                    <a:pt x="347580" y="487091"/>
                  </a:lnTo>
                  <a:close/>
                  <a:moveTo>
                    <a:pt x="244364" y="355812"/>
                  </a:moveTo>
                  <a:lnTo>
                    <a:pt x="208805" y="347440"/>
                  </a:lnTo>
                  <a:lnTo>
                    <a:pt x="267655" y="346687"/>
                  </a:lnTo>
                  <a:close/>
                  <a:moveTo>
                    <a:pt x="301914" y="350197"/>
                  </a:moveTo>
                  <a:lnTo>
                    <a:pt x="244364" y="355812"/>
                  </a:lnTo>
                  <a:lnTo>
                    <a:pt x="267655" y="346687"/>
                  </a:lnTo>
                  <a:close/>
                  <a:moveTo>
                    <a:pt x="624923" y="780931"/>
                  </a:moveTo>
                  <a:lnTo>
                    <a:pt x="619226" y="789119"/>
                  </a:lnTo>
                  <a:lnTo>
                    <a:pt x="630986" y="763948"/>
                  </a:lnTo>
                  <a:close/>
                  <a:moveTo>
                    <a:pt x="613808" y="807627"/>
                  </a:moveTo>
                  <a:lnTo>
                    <a:pt x="619226" y="789119"/>
                  </a:lnTo>
                  <a:lnTo>
                    <a:pt x="624923" y="780931"/>
                  </a:lnTo>
                  <a:close/>
                  <a:moveTo>
                    <a:pt x="557113" y="585256"/>
                  </a:moveTo>
                  <a:lnTo>
                    <a:pt x="531934" y="562990"/>
                  </a:lnTo>
                  <a:lnTo>
                    <a:pt x="554704" y="604853"/>
                  </a:lnTo>
                  <a:close/>
                  <a:moveTo>
                    <a:pt x="554704" y="604853"/>
                  </a:moveTo>
                  <a:lnTo>
                    <a:pt x="531934" y="562990"/>
                  </a:lnTo>
                  <a:lnTo>
                    <a:pt x="511149" y="568428"/>
                  </a:lnTo>
                  <a:close/>
                  <a:moveTo>
                    <a:pt x="554704" y="604853"/>
                  </a:moveTo>
                  <a:lnTo>
                    <a:pt x="584882" y="607408"/>
                  </a:lnTo>
                  <a:lnTo>
                    <a:pt x="557113" y="585256"/>
                  </a:lnTo>
                  <a:close/>
                  <a:moveTo>
                    <a:pt x="584882" y="607408"/>
                  </a:moveTo>
                  <a:lnTo>
                    <a:pt x="593151" y="595421"/>
                  </a:lnTo>
                  <a:lnTo>
                    <a:pt x="557113" y="585256"/>
                  </a:lnTo>
                  <a:close/>
                  <a:moveTo>
                    <a:pt x="584882" y="607408"/>
                  </a:moveTo>
                  <a:lnTo>
                    <a:pt x="554704" y="604853"/>
                  </a:lnTo>
                  <a:lnTo>
                    <a:pt x="595668" y="604831"/>
                  </a:lnTo>
                  <a:close/>
                  <a:moveTo>
                    <a:pt x="554704" y="604853"/>
                  </a:moveTo>
                  <a:lnTo>
                    <a:pt x="564784" y="613935"/>
                  </a:lnTo>
                  <a:lnTo>
                    <a:pt x="595668" y="604831"/>
                  </a:lnTo>
                  <a:close/>
                  <a:moveTo>
                    <a:pt x="584882" y="607408"/>
                  </a:moveTo>
                  <a:lnTo>
                    <a:pt x="604754" y="599745"/>
                  </a:lnTo>
                  <a:lnTo>
                    <a:pt x="593151" y="595421"/>
                  </a:lnTo>
                  <a:close/>
                  <a:moveTo>
                    <a:pt x="584882" y="607408"/>
                  </a:moveTo>
                  <a:lnTo>
                    <a:pt x="595668" y="604831"/>
                  </a:lnTo>
                  <a:lnTo>
                    <a:pt x="604754" y="599745"/>
                  </a:lnTo>
                  <a:close/>
                  <a:moveTo>
                    <a:pt x="466628" y="580173"/>
                  </a:moveTo>
                  <a:lnTo>
                    <a:pt x="511149" y="568428"/>
                  </a:lnTo>
                  <a:lnTo>
                    <a:pt x="459599" y="543418"/>
                  </a:lnTo>
                  <a:close/>
                  <a:moveTo>
                    <a:pt x="709820" y="710010"/>
                  </a:moveTo>
                  <a:lnTo>
                    <a:pt x="727976" y="729581"/>
                  </a:lnTo>
                  <a:lnTo>
                    <a:pt x="742890" y="692826"/>
                  </a:lnTo>
                  <a:close/>
                  <a:moveTo>
                    <a:pt x="616433" y="626505"/>
                  </a:moveTo>
                  <a:lnTo>
                    <a:pt x="604754" y="599745"/>
                  </a:lnTo>
                  <a:lnTo>
                    <a:pt x="595668" y="604831"/>
                  </a:lnTo>
                  <a:close/>
                  <a:moveTo>
                    <a:pt x="633158" y="595248"/>
                  </a:moveTo>
                  <a:lnTo>
                    <a:pt x="604754" y="599745"/>
                  </a:lnTo>
                  <a:lnTo>
                    <a:pt x="616433" y="626505"/>
                  </a:lnTo>
                  <a:close/>
                  <a:moveTo>
                    <a:pt x="651031" y="625465"/>
                  </a:moveTo>
                  <a:lnTo>
                    <a:pt x="633158" y="595248"/>
                  </a:lnTo>
                  <a:lnTo>
                    <a:pt x="616433" y="626505"/>
                  </a:lnTo>
                  <a:close/>
                  <a:moveTo>
                    <a:pt x="651031" y="625465"/>
                  </a:moveTo>
                  <a:lnTo>
                    <a:pt x="680969" y="628214"/>
                  </a:lnTo>
                  <a:lnTo>
                    <a:pt x="665920" y="595702"/>
                  </a:lnTo>
                  <a:close/>
                  <a:moveTo>
                    <a:pt x="651031" y="625465"/>
                  </a:moveTo>
                  <a:lnTo>
                    <a:pt x="665920" y="595702"/>
                  </a:lnTo>
                  <a:lnTo>
                    <a:pt x="633158" y="595248"/>
                  </a:lnTo>
                  <a:close/>
                  <a:moveTo>
                    <a:pt x="633158" y="595248"/>
                  </a:moveTo>
                  <a:lnTo>
                    <a:pt x="593151" y="595421"/>
                  </a:lnTo>
                  <a:lnTo>
                    <a:pt x="604754" y="599745"/>
                  </a:lnTo>
                  <a:close/>
                  <a:moveTo>
                    <a:pt x="600604" y="549879"/>
                  </a:moveTo>
                  <a:lnTo>
                    <a:pt x="593151" y="595421"/>
                  </a:lnTo>
                  <a:lnTo>
                    <a:pt x="633158" y="595248"/>
                  </a:lnTo>
                  <a:close/>
                  <a:moveTo>
                    <a:pt x="531934" y="562990"/>
                  </a:moveTo>
                  <a:lnTo>
                    <a:pt x="557113" y="585256"/>
                  </a:lnTo>
                  <a:lnTo>
                    <a:pt x="559609" y="556118"/>
                  </a:lnTo>
                  <a:close/>
                  <a:moveTo>
                    <a:pt x="559609" y="556118"/>
                  </a:moveTo>
                  <a:lnTo>
                    <a:pt x="512187" y="541862"/>
                  </a:lnTo>
                  <a:lnTo>
                    <a:pt x="531934" y="562990"/>
                  </a:lnTo>
                  <a:close/>
                  <a:moveTo>
                    <a:pt x="600604" y="549879"/>
                  </a:moveTo>
                  <a:lnTo>
                    <a:pt x="557113" y="585256"/>
                  </a:lnTo>
                  <a:lnTo>
                    <a:pt x="593151" y="595421"/>
                  </a:lnTo>
                  <a:close/>
                  <a:moveTo>
                    <a:pt x="600604" y="549879"/>
                  </a:moveTo>
                  <a:lnTo>
                    <a:pt x="559609" y="556118"/>
                  </a:lnTo>
                  <a:lnTo>
                    <a:pt x="557113" y="585256"/>
                  </a:lnTo>
                  <a:close/>
                  <a:moveTo>
                    <a:pt x="559609" y="556118"/>
                  </a:moveTo>
                  <a:lnTo>
                    <a:pt x="600604" y="549879"/>
                  </a:lnTo>
                  <a:lnTo>
                    <a:pt x="594529" y="510070"/>
                  </a:lnTo>
                  <a:close/>
                  <a:moveTo>
                    <a:pt x="638813" y="545904"/>
                  </a:moveTo>
                  <a:lnTo>
                    <a:pt x="598011" y="509051"/>
                  </a:lnTo>
                  <a:lnTo>
                    <a:pt x="594529" y="510070"/>
                  </a:lnTo>
                  <a:close/>
                  <a:moveTo>
                    <a:pt x="598011" y="509051"/>
                  </a:moveTo>
                  <a:lnTo>
                    <a:pt x="646671" y="494769"/>
                  </a:lnTo>
                  <a:lnTo>
                    <a:pt x="592432" y="496522"/>
                  </a:lnTo>
                  <a:close/>
                  <a:moveTo>
                    <a:pt x="592432" y="496522"/>
                  </a:moveTo>
                  <a:lnTo>
                    <a:pt x="646671" y="494769"/>
                  </a:lnTo>
                  <a:lnTo>
                    <a:pt x="648244" y="484409"/>
                  </a:lnTo>
                  <a:close/>
                  <a:moveTo>
                    <a:pt x="839924" y="535504"/>
                  </a:moveTo>
                  <a:lnTo>
                    <a:pt x="882910" y="546488"/>
                  </a:lnTo>
                  <a:lnTo>
                    <a:pt x="870151" y="531011"/>
                  </a:lnTo>
                  <a:close/>
                  <a:moveTo>
                    <a:pt x="665590" y="434640"/>
                  </a:moveTo>
                  <a:lnTo>
                    <a:pt x="706202" y="384115"/>
                  </a:lnTo>
                  <a:lnTo>
                    <a:pt x="706156" y="384002"/>
                  </a:lnTo>
                  <a:close/>
                  <a:moveTo>
                    <a:pt x="676759" y="363154"/>
                  </a:moveTo>
                  <a:lnTo>
                    <a:pt x="666914" y="364420"/>
                  </a:lnTo>
                  <a:lnTo>
                    <a:pt x="666075" y="389498"/>
                  </a:lnTo>
                  <a:close/>
                  <a:moveTo>
                    <a:pt x="706156" y="384002"/>
                  </a:moveTo>
                  <a:lnTo>
                    <a:pt x="676759" y="363154"/>
                  </a:lnTo>
                  <a:lnTo>
                    <a:pt x="666075" y="389498"/>
                  </a:lnTo>
                  <a:close/>
                  <a:moveTo>
                    <a:pt x="706156" y="384002"/>
                  </a:moveTo>
                  <a:lnTo>
                    <a:pt x="737097" y="385936"/>
                  </a:lnTo>
                  <a:lnTo>
                    <a:pt x="676759" y="363154"/>
                  </a:lnTo>
                  <a:close/>
                  <a:moveTo>
                    <a:pt x="737097" y="385936"/>
                  </a:moveTo>
                  <a:lnTo>
                    <a:pt x="706156" y="384002"/>
                  </a:lnTo>
                  <a:lnTo>
                    <a:pt x="739812" y="385197"/>
                  </a:lnTo>
                  <a:close/>
                  <a:moveTo>
                    <a:pt x="706156" y="384002"/>
                  </a:moveTo>
                  <a:lnTo>
                    <a:pt x="706202" y="384115"/>
                  </a:lnTo>
                  <a:lnTo>
                    <a:pt x="739812" y="385197"/>
                  </a:lnTo>
                  <a:close/>
                  <a:moveTo>
                    <a:pt x="962977" y="641276"/>
                  </a:moveTo>
                  <a:lnTo>
                    <a:pt x="975892" y="678031"/>
                  </a:lnTo>
                  <a:lnTo>
                    <a:pt x="999943" y="660848"/>
                  </a:lnTo>
                  <a:close/>
                  <a:moveTo>
                    <a:pt x="990573" y="603662"/>
                  </a:moveTo>
                  <a:lnTo>
                    <a:pt x="970280" y="623999"/>
                  </a:lnTo>
                  <a:lnTo>
                    <a:pt x="962977" y="641276"/>
                  </a:lnTo>
                  <a:close/>
                  <a:moveTo>
                    <a:pt x="870151" y="531011"/>
                  </a:moveTo>
                  <a:lnTo>
                    <a:pt x="882910" y="546488"/>
                  </a:lnTo>
                  <a:lnTo>
                    <a:pt x="882253" y="528179"/>
                  </a:lnTo>
                  <a:close/>
                  <a:moveTo>
                    <a:pt x="882253" y="528179"/>
                  </a:moveTo>
                  <a:lnTo>
                    <a:pt x="875916" y="520339"/>
                  </a:lnTo>
                  <a:lnTo>
                    <a:pt x="870151" y="531011"/>
                  </a:lnTo>
                  <a:close/>
                  <a:moveTo>
                    <a:pt x="729097" y="373507"/>
                  </a:moveTo>
                  <a:lnTo>
                    <a:pt x="758208" y="368773"/>
                  </a:lnTo>
                  <a:lnTo>
                    <a:pt x="739812" y="385197"/>
                  </a:lnTo>
                  <a:close/>
                  <a:moveTo>
                    <a:pt x="729097" y="373507"/>
                  </a:moveTo>
                  <a:lnTo>
                    <a:pt x="739812" y="385197"/>
                  </a:lnTo>
                  <a:lnTo>
                    <a:pt x="706202" y="384115"/>
                  </a:lnTo>
                  <a:close/>
                  <a:moveTo>
                    <a:pt x="741500" y="383991"/>
                  </a:moveTo>
                  <a:lnTo>
                    <a:pt x="739812" y="385197"/>
                  </a:lnTo>
                  <a:lnTo>
                    <a:pt x="758208" y="368773"/>
                  </a:lnTo>
                  <a:close/>
                  <a:moveTo>
                    <a:pt x="758208" y="368773"/>
                  </a:moveTo>
                  <a:lnTo>
                    <a:pt x="760443" y="366128"/>
                  </a:lnTo>
                  <a:lnTo>
                    <a:pt x="741500" y="383991"/>
                  </a:lnTo>
                  <a:close/>
                  <a:moveTo>
                    <a:pt x="741500" y="383991"/>
                  </a:moveTo>
                  <a:lnTo>
                    <a:pt x="760443" y="366128"/>
                  </a:lnTo>
                  <a:lnTo>
                    <a:pt x="760460" y="330053"/>
                  </a:lnTo>
                  <a:close/>
                  <a:moveTo>
                    <a:pt x="741500" y="383991"/>
                  </a:moveTo>
                  <a:lnTo>
                    <a:pt x="760460" y="330053"/>
                  </a:lnTo>
                  <a:lnTo>
                    <a:pt x="737098" y="347236"/>
                  </a:lnTo>
                  <a:close/>
                  <a:moveTo>
                    <a:pt x="1010691" y="656926"/>
                  </a:moveTo>
                  <a:lnTo>
                    <a:pt x="1056784" y="646542"/>
                  </a:lnTo>
                  <a:lnTo>
                    <a:pt x="1048258" y="608727"/>
                  </a:lnTo>
                  <a:close/>
                  <a:moveTo>
                    <a:pt x="1010691" y="656926"/>
                  </a:moveTo>
                  <a:lnTo>
                    <a:pt x="1048258" y="608727"/>
                  </a:lnTo>
                  <a:lnTo>
                    <a:pt x="1007497" y="614776"/>
                  </a:lnTo>
                  <a:close/>
                  <a:moveTo>
                    <a:pt x="1007497" y="614776"/>
                  </a:moveTo>
                  <a:lnTo>
                    <a:pt x="1024775" y="606963"/>
                  </a:lnTo>
                  <a:lnTo>
                    <a:pt x="990573" y="603662"/>
                  </a:lnTo>
                  <a:close/>
                  <a:moveTo>
                    <a:pt x="1007497" y="614776"/>
                  </a:moveTo>
                  <a:lnTo>
                    <a:pt x="1048258" y="608727"/>
                  </a:lnTo>
                  <a:lnTo>
                    <a:pt x="1024775" y="606963"/>
                  </a:lnTo>
                  <a:close/>
                  <a:moveTo>
                    <a:pt x="980451" y="323534"/>
                  </a:moveTo>
                  <a:lnTo>
                    <a:pt x="945085" y="332441"/>
                  </a:lnTo>
                  <a:lnTo>
                    <a:pt x="994653" y="330292"/>
                  </a:lnTo>
                  <a:close/>
                  <a:moveTo>
                    <a:pt x="994653" y="330292"/>
                  </a:moveTo>
                  <a:lnTo>
                    <a:pt x="945085" y="332441"/>
                  </a:lnTo>
                  <a:lnTo>
                    <a:pt x="937342" y="336801"/>
                  </a:lnTo>
                  <a:close/>
                  <a:moveTo>
                    <a:pt x="980451" y="323534"/>
                  </a:moveTo>
                  <a:lnTo>
                    <a:pt x="933967" y="324181"/>
                  </a:lnTo>
                  <a:lnTo>
                    <a:pt x="945085" y="332441"/>
                  </a:lnTo>
                  <a:close/>
                  <a:moveTo>
                    <a:pt x="1066907" y="325083"/>
                  </a:moveTo>
                  <a:lnTo>
                    <a:pt x="1084804" y="334829"/>
                  </a:lnTo>
                  <a:lnTo>
                    <a:pt x="1062804" y="364314"/>
                  </a:lnTo>
                  <a:close/>
                  <a:moveTo>
                    <a:pt x="944179" y="102199"/>
                  </a:moveTo>
                  <a:lnTo>
                    <a:pt x="948702" y="90650"/>
                  </a:lnTo>
                  <a:lnTo>
                    <a:pt x="900234" y="110838"/>
                  </a:lnTo>
                  <a:close/>
                  <a:moveTo>
                    <a:pt x="952178" y="50949"/>
                  </a:moveTo>
                  <a:lnTo>
                    <a:pt x="948702" y="90650"/>
                  </a:lnTo>
                  <a:lnTo>
                    <a:pt x="993806" y="43178"/>
                  </a:lnTo>
                  <a:close/>
                  <a:moveTo>
                    <a:pt x="993806" y="43178"/>
                  </a:moveTo>
                  <a:lnTo>
                    <a:pt x="971155" y="97116"/>
                  </a:lnTo>
                  <a:lnTo>
                    <a:pt x="995526" y="44933"/>
                  </a:lnTo>
                  <a:close/>
                  <a:moveTo>
                    <a:pt x="1180422" y="209770"/>
                  </a:moveTo>
                  <a:lnTo>
                    <a:pt x="1196560" y="202053"/>
                  </a:lnTo>
                  <a:lnTo>
                    <a:pt x="1164437" y="210475"/>
                  </a:lnTo>
                  <a:close/>
                  <a:moveTo>
                    <a:pt x="1164437" y="210475"/>
                  </a:moveTo>
                  <a:lnTo>
                    <a:pt x="1196560" y="202053"/>
                  </a:lnTo>
                  <a:lnTo>
                    <a:pt x="1184701" y="176342"/>
                  </a:lnTo>
                  <a:close/>
                  <a:moveTo>
                    <a:pt x="1164437" y="210475"/>
                  </a:moveTo>
                  <a:lnTo>
                    <a:pt x="1184701" y="176342"/>
                  </a:lnTo>
                  <a:lnTo>
                    <a:pt x="1152983" y="175040"/>
                  </a:lnTo>
                  <a:close/>
                  <a:moveTo>
                    <a:pt x="1184701" y="176342"/>
                  </a:moveTo>
                  <a:lnTo>
                    <a:pt x="1196560" y="202053"/>
                  </a:lnTo>
                  <a:lnTo>
                    <a:pt x="1206546" y="173014"/>
                  </a:lnTo>
                  <a:close/>
                  <a:moveTo>
                    <a:pt x="1060407" y="66728"/>
                  </a:moveTo>
                  <a:lnTo>
                    <a:pt x="1035153" y="79933"/>
                  </a:lnTo>
                  <a:lnTo>
                    <a:pt x="1011780" y="105703"/>
                  </a:lnTo>
                  <a:close/>
                  <a:moveTo>
                    <a:pt x="1083843" y="69919"/>
                  </a:moveTo>
                  <a:lnTo>
                    <a:pt x="1045836" y="73730"/>
                  </a:lnTo>
                  <a:lnTo>
                    <a:pt x="1095672" y="74002"/>
                  </a:lnTo>
                  <a:close/>
                  <a:moveTo>
                    <a:pt x="1045836" y="73730"/>
                  </a:moveTo>
                  <a:lnTo>
                    <a:pt x="1060407" y="66728"/>
                  </a:lnTo>
                  <a:lnTo>
                    <a:pt x="1095672" y="74002"/>
                  </a:lnTo>
                  <a:close/>
                  <a:moveTo>
                    <a:pt x="1122307" y="65737"/>
                  </a:moveTo>
                  <a:lnTo>
                    <a:pt x="1083843" y="69919"/>
                  </a:lnTo>
                  <a:lnTo>
                    <a:pt x="1129545" y="76070"/>
                  </a:lnTo>
                  <a:close/>
                  <a:moveTo>
                    <a:pt x="1083843" y="69919"/>
                  </a:moveTo>
                  <a:lnTo>
                    <a:pt x="1095672" y="74002"/>
                  </a:lnTo>
                  <a:lnTo>
                    <a:pt x="1129545" y="76070"/>
                  </a:lnTo>
                  <a:close/>
                  <a:moveTo>
                    <a:pt x="995663" y="42685"/>
                  </a:moveTo>
                  <a:lnTo>
                    <a:pt x="1041296" y="32675"/>
                  </a:lnTo>
                  <a:lnTo>
                    <a:pt x="1026446" y="0"/>
                  </a:lnTo>
                  <a:close/>
                  <a:moveTo>
                    <a:pt x="1180422" y="209770"/>
                  </a:moveTo>
                  <a:lnTo>
                    <a:pt x="1208965" y="246110"/>
                  </a:lnTo>
                  <a:lnTo>
                    <a:pt x="1199986" y="208662"/>
                  </a:lnTo>
                  <a:close/>
                  <a:moveTo>
                    <a:pt x="1208965" y="246110"/>
                  </a:moveTo>
                  <a:lnTo>
                    <a:pt x="1251758" y="238408"/>
                  </a:lnTo>
                  <a:lnTo>
                    <a:pt x="1245833" y="198478"/>
                  </a:lnTo>
                  <a:close/>
                  <a:moveTo>
                    <a:pt x="1208965" y="246110"/>
                  </a:moveTo>
                  <a:lnTo>
                    <a:pt x="1245833" y="198478"/>
                  </a:lnTo>
                  <a:lnTo>
                    <a:pt x="1199986" y="208662"/>
                  </a:lnTo>
                  <a:close/>
                  <a:moveTo>
                    <a:pt x="1245833" y="198478"/>
                  </a:moveTo>
                  <a:lnTo>
                    <a:pt x="1227203" y="168877"/>
                  </a:lnTo>
                  <a:lnTo>
                    <a:pt x="1199986" y="208662"/>
                  </a:lnTo>
                  <a:close/>
                  <a:moveTo>
                    <a:pt x="1245833" y="198478"/>
                  </a:moveTo>
                  <a:lnTo>
                    <a:pt x="1261990" y="167683"/>
                  </a:lnTo>
                  <a:lnTo>
                    <a:pt x="1227203" y="168877"/>
                  </a:lnTo>
                  <a:close/>
                </a:path>
              </a:pathLst>
            </a:custGeom>
            <a:solidFill>
              <a:srgbClr val="CFD7DE"/>
            </a:solidFill>
            <a:ln w="1524">
              <a:solidFill>
                <a:srgbClr val="CFD7DE"/>
              </a:solidFill>
            </a:ln>
          </p:spPr>
        </p:sp>
        <p:sp>
          <p:nvSpPr>
            <p:cNvPr id="163" name="Input_density__162">
              <a:extLst>
                <a:ext uri="{FF2B5EF4-FFF2-40B4-BE49-F238E27FC236}">
                  <a16:creationId xmlns:a16="http://schemas.microsoft.com/office/drawing/2014/main" id="{C4982C0D-D58E-00D3-7E40-489CCFC78666}"/>
                </a:ext>
              </a:extLst>
            </p:cNvPr>
            <p:cNvSpPr>
              <a:spLocks noGrp="1"/>
            </p:cNvSpPr>
            <p:nvPr/>
          </p:nvSpPr>
          <p:spPr>
            <a:xfrm>
              <a:off x="567381" y="1538036"/>
              <a:ext cx="1162777" cy="942946"/>
            </a:xfrm>
            <a:custGeom>
              <a:avLst/>
              <a:gdLst/>
              <a:ahLst/>
              <a:cxnLst/>
              <a:rect l="0" t="0" r="0" b="0"/>
              <a:pathLst>
                <a:path w="1162777" h="942946">
                  <a:moveTo>
                    <a:pt x="268623" y="903803"/>
                  </a:moveTo>
                  <a:lnTo>
                    <a:pt x="277372" y="940558"/>
                  </a:lnTo>
                  <a:lnTo>
                    <a:pt x="318989" y="923375"/>
                  </a:lnTo>
                  <a:close/>
                  <a:moveTo>
                    <a:pt x="268623" y="903803"/>
                  </a:moveTo>
                  <a:lnTo>
                    <a:pt x="318989" y="923375"/>
                  </a:lnTo>
                  <a:lnTo>
                    <a:pt x="317993" y="886620"/>
                  </a:lnTo>
                  <a:close/>
                  <a:moveTo>
                    <a:pt x="107430" y="702845"/>
                  </a:moveTo>
                  <a:lnTo>
                    <a:pt x="130498" y="680374"/>
                  </a:lnTo>
                  <a:lnTo>
                    <a:pt x="101897" y="703895"/>
                  </a:lnTo>
                  <a:close/>
                  <a:moveTo>
                    <a:pt x="120841" y="670835"/>
                  </a:moveTo>
                  <a:lnTo>
                    <a:pt x="130498" y="680374"/>
                  </a:lnTo>
                  <a:lnTo>
                    <a:pt x="162069" y="673835"/>
                  </a:lnTo>
                  <a:close/>
                  <a:moveTo>
                    <a:pt x="178909" y="695462"/>
                  </a:moveTo>
                  <a:lnTo>
                    <a:pt x="226472" y="693843"/>
                  </a:lnTo>
                  <a:lnTo>
                    <a:pt x="216394" y="685662"/>
                  </a:lnTo>
                  <a:close/>
                  <a:moveTo>
                    <a:pt x="130498" y="680374"/>
                  </a:moveTo>
                  <a:lnTo>
                    <a:pt x="107430" y="702845"/>
                  </a:lnTo>
                  <a:lnTo>
                    <a:pt x="143409" y="697235"/>
                  </a:lnTo>
                  <a:close/>
                  <a:moveTo>
                    <a:pt x="143409" y="697235"/>
                  </a:moveTo>
                  <a:lnTo>
                    <a:pt x="162069" y="673835"/>
                  </a:lnTo>
                  <a:lnTo>
                    <a:pt x="130498" y="680374"/>
                  </a:lnTo>
                  <a:close/>
                  <a:moveTo>
                    <a:pt x="143409" y="697235"/>
                  </a:moveTo>
                  <a:lnTo>
                    <a:pt x="178909" y="695462"/>
                  </a:lnTo>
                  <a:lnTo>
                    <a:pt x="162069" y="673835"/>
                  </a:lnTo>
                  <a:close/>
                  <a:moveTo>
                    <a:pt x="219563" y="668010"/>
                  </a:moveTo>
                  <a:lnTo>
                    <a:pt x="162069" y="673835"/>
                  </a:lnTo>
                  <a:lnTo>
                    <a:pt x="216394" y="685662"/>
                  </a:lnTo>
                  <a:close/>
                  <a:moveTo>
                    <a:pt x="216394" y="685662"/>
                  </a:moveTo>
                  <a:lnTo>
                    <a:pt x="162069" y="673835"/>
                  </a:lnTo>
                  <a:lnTo>
                    <a:pt x="178909" y="695462"/>
                  </a:lnTo>
                  <a:close/>
                  <a:moveTo>
                    <a:pt x="402804" y="906191"/>
                  </a:moveTo>
                  <a:lnTo>
                    <a:pt x="412379" y="942946"/>
                  </a:lnTo>
                  <a:lnTo>
                    <a:pt x="426526" y="889008"/>
                  </a:lnTo>
                  <a:close/>
                  <a:moveTo>
                    <a:pt x="426526" y="889008"/>
                  </a:moveTo>
                  <a:lnTo>
                    <a:pt x="413279" y="852253"/>
                  </a:lnTo>
                  <a:lnTo>
                    <a:pt x="402804" y="906191"/>
                  </a:lnTo>
                  <a:close/>
                  <a:moveTo>
                    <a:pt x="299342" y="668478"/>
                  </a:moveTo>
                  <a:lnTo>
                    <a:pt x="268609" y="722416"/>
                  </a:lnTo>
                  <a:lnTo>
                    <a:pt x="301855" y="705233"/>
                  </a:lnTo>
                  <a:close/>
                  <a:moveTo>
                    <a:pt x="219563" y="668010"/>
                  </a:moveTo>
                  <a:lnTo>
                    <a:pt x="216394" y="685662"/>
                  </a:lnTo>
                  <a:lnTo>
                    <a:pt x="230038" y="680983"/>
                  </a:lnTo>
                  <a:close/>
                  <a:moveTo>
                    <a:pt x="230038" y="680983"/>
                  </a:moveTo>
                  <a:lnTo>
                    <a:pt x="221364" y="648906"/>
                  </a:lnTo>
                  <a:lnTo>
                    <a:pt x="219563" y="668010"/>
                  </a:lnTo>
                  <a:close/>
                  <a:moveTo>
                    <a:pt x="124300" y="521458"/>
                  </a:moveTo>
                  <a:lnTo>
                    <a:pt x="130448" y="487772"/>
                  </a:lnTo>
                  <a:lnTo>
                    <a:pt x="127920" y="486092"/>
                  </a:lnTo>
                  <a:close/>
                  <a:moveTo>
                    <a:pt x="93467" y="531760"/>
                  </a:moveTo>
                  <a:lnTo>
                    <a:pt x="124300" y="521458"/>
                  </a:lnTo>
                  <a:lnTo>
                    <a:pt x="127920" y="486092"/>
                  </a:lnTo>
                  <a:close/>
                  <a:moveTo>
                    <a:pt x="127920" y="486092"/>
                  </a:moveTo>
                  <a:lnTo>
                    <a:pt x="130851" y="484703"/>
                  </a:lnTo>
                  <a:lnTo>
                    <a:pt x="129011" y="482397"/>
                  </a:lnTo>
                  <a:close/>
                  <a:moveTo>
                    <a:pt x="121532" y="484703"/>
                  </a:moveTo>
                  <a:lnTo>
                    <a:pt x="127920" y="486092"/>
                  </a:lnTo>
                  <a:lnTo>
                    <a:pt x="129011" y="482397"/>
                  </a:lnTo>
                  <a:close/>
                  <a:moveTo>
                    <a:pt x="127920" y="486092"/>
                  </a:moveTo>
                  <a:lnTo>
                    <a:pt x="130448" y="487772"/>
                  </a:lnTo>
                  <a:lnTo>
                    <a:pt x="130851" y="484703"/>
                  </a:lnTo>
                  <a:close/>
                  <a:moveTo>
                    <a:pt x="19914" y="411193"/>
                  </a:moveTo>
                  <a:lnTo>
                    <a:pt x="31726" y="374438"/>
                  </a:lnTo>
                  <a:lnTo>
                    <a:pt x="0" y="428377"/>
                  </a:lnTo>
                  <a:close/>
                  <a:moveTo>
                    <a:pt x="33023" y="372668"/>
                  </a:moveTo>
                  <a:lnTo>
                    <a:pt x="30803" y="376628"/>
                  </a:lnTo>
                  <a:lnTo>
                    <a:pt x="31726" y="374438"/>
                  </a:lnTo>
                  <a:close/>
                  <a:moveTo>
                    <a:pt x="413279" y="852253"/>
                  </a:moveTo>
                  <a:lnTo>
                    <a:pt x="446371" y="881944"/>
                  </a:lnTo>
                  <a:lnTo>
                    <a:pt x="439674" y="842641"/>
                  </a:lnTo>
                  <a:close/>
                  <a:moveTo>
                    <a:pt x="473845" y="835069"/>
                  </a:moveTo>
                  <a:lnTo>
                    <a:pt x="454903" y="798315"/>
                  </a:lnTo>
                  <a:lnTo>
                    <a:pt x="439674" y="842641"/>
                  </a:lnTo>
                  <a:close/>
                  <a:moveTo>
                    <a:pt x="454903" y="798315"/>
                  </a:moveTo>
                  <a:lnTo>
                    <a:pt x="430875" y="805048"/>
                  </a:lnTo>
                  <a:lnTo>
                    <a:pt x="439674" y="842641"/>
                  </a:lnTo>
                  <a:close/>
                  <a:moveTo>
                    <a:pt x="454903" y="798315"/>
                  </a:moveTo>
                  <a:lnTo>
                    <a:pt x="443464" y="761560"/>
                  </a:lnTo>
                  <a:lnTo>
                    <a:pt x="430875" y="805048"/>
                  </a:lnTo>
                  <a:close/>
                  <a:moveTo>
                    <a:pt x="443464" y="761560"/>
                  </a:moveTo>
                  <a:lnTo>
                    <a:pt x="417177" y="771437"/>
                  </a:lnTo>
                  <a:lnTo>
                    <a:pt x="430875" y="805048"/>
                  </a:lnTo>
                  <a:close/>
                  <a:moveTo>
                    <a:pt x="156118" y="507914"/>
                  </a:moveTo>
                  <a:lnTo>
                    <a:pt x="130448" y="487772"/>
                  </a:lnTo>
                  <a:lnTo>
                    <a:pt x="124300" y="521458"/>
                  </a:lnTo>
                  <a:close/>
                  <a:moveTo>
                    <a:pt x="130448" y="487772"/>
                  </a:moveTo>
                  <a:lnTo>
                    <a:pt x="156118" y="507914"/>
                  </a:lnTo>
                  <a:lnTo>
                    <a:pt x="130851" y="484703"/>
                  </a:lnTo>
                  <a:close/>
                  <a:moveTo>
                    <a:pt x="130851" y="484703"/>
                  </a:moveTo>
                  <a:lnTo>
                    <a:pt x="156118" y="507914"/>
                  </a:lnTo>
                  <a:lnTo>
                    <a:pt x="169278" y="504275"/>
                  </a:lnTo>
                  <a:close/>
                  <a:moveTo>
                    <a:pt x="130851" y="484703"/>
                  </a:moveTo>
                  <a:lnTo>
                    <a:pt x="169278" y="504275"/>
                  </a:lnTo>
                  <a:lnTo>
                    <a:pt x="165053" y="467520"/>
                  </a:lnTo>
                  <a:close/>
                  <a:moveTo>
                    <a:pt x="146803" y="430765"/>
                  </a:moveTo>
                  <a:lnTo>
                    <a:pt x="130851" y="484703"/>
                  </a:lnTo>
                  <a:lnTo>
                    <a:pt x="165053" y="467520"/>
                  </a:lnTo>
                  <a:close/>
                  <a:moveTo>
                    <a:pt x="31726" y="374438"/>
                  </a:moveTo>
                  <a:lnTo>
                    <a:pt x="64222" y="394206"/>
                  </a:lnTo>
                  <a:lnTo>
                    <a:pt x="36656" y="371870"/>
                  </a:lnTo>
                  <a:close/>
                  <a:moveTo>
                    <a:pt x="33023" y="372668"/>
                  </a:moveTo>
                  <a:lnTo>
                    <a:pt x="31726" y="374438"/>
                  </a:lnTo>
                  <a:lnTo>
                    <a:pt x="36656" y="371870"/>
                  </a:lnTo>
                  <a:close/>
                  <a:moveTo>
                    <a:pt x="83398" y="340227"/>
                  </a:moveTo>
                  <a:lnTo>
                    <a:pt x="36656" y="371870"/>
                  </a:lnTo>
                  <a:lnTo>
                    <a:pt x="64637" y="357255"/>
                  </a:lnTo>
                  <a:close/>
                  <a:moveTo>
                    <a:pt x="33023" y="372668"/>
                  </a:moveTo>
                  <a:lnTo>
                    <a:pt x="36656" y="371870"/>
                  </a:lnTo>
                  <a:lnTo>
                    <a:pt x="83398" y="340227"/>
                  </a:lnTo>
                  <a:close/>
                  <a:moveTo>
                    <a:pt x="454903" y="798315"/>
                  </a:moveTo>
                  <a:lnTo>
                    <a:pt x="486143" y="831951"/>
                  </a:lnTo>
                  <a:lnTo>
                    <a:pt x="481286" y="791153"/>
                  </a:lnTo>
                  <a:close/>
                  <a:moveTo>
                    <a:pt x="454903" y="798315"/>
                  </a:moveTo>
                  <a:lnTo>
                    <a:pt x="473845" y="835069"/>
                  </a:lnTo>
                  <a:lnTo>
                    <a:pt x="486143" y="831951"/>
                  </a:lnTo>
                  <a:close/>
                  <a:moveTo>
                    <a:pt x="486143" y="831951"/>
                  </a:moveTo>
                  <a:lnTo>
                    <a:pt x="525914" y="781959"/>
                  </a:lnTo>
                  <a:lnTo>
                    <a:pt x="481286" y="791153"/>
                  </a:lnTo>
                  <a:close/>
                  <a:moveTo>
                    <a:pt x="443464" y="761560"/>
                  </a:moveTo>
                  <a:lnTo>
                    <a:pt x="481286" y="791153"/>
                  </a:lnTo>
                  <a:lnTo>
                    <a:pt x="471318" y="754509"/>
                  </a:lnTo>
                  <a:close/>
                  <a:moveTo>
                    <a:pt x="443464" y="761560"/>
                  </a:moveTo>
                  <a:lnTo>
                    <a:pt x="454903" y="798315"/>
                  </a:lnTo>
                  <a:lnTo>
                    <a:pt x="481286" y="791153"/>
                  </a:lnTo>
                  <a:close/>
                  <a:moveTo>
                    <a:pt x="326943" y="627919"/>
                  </a:moveTo>
                  <a:lnTo>
                    <a:pt x="346342" y="604239"/>
                  </a:lnTo>
                  <a:lnTo>
                    <a:pt x="354257" y="614540"/>
                  </a:lnTo>
                  <a:close/>
                  <a:moveTo>
                    <a:pt x="323508" y="569676"/>
                  </a:moveTo>
                  <a:lnTo>
                    <a:pt x="317985" y="594425"/>
                  </a:lnTo>
                  <a:lnTo>
                    <a:pt x="355473" y="560601"/>
                  </a:lnTo>
                  <a:close/>
                  <a:moveTo>
                    <a:pt x="83398" y="340227"/>
                  </a:moveTo>
                  <a:lnTo>
                    <a:pt x="64637" y="357255"/>
                  </a:lnTo>
                  <a:lnTo>
                    <a:pt x="100655" y="346928"/>
                  </a:lnTo>
                  <a:close/>
                  <a:moveTo>
                    <a:pt x="100655" y="346928"/>
                  </a:moveTo>
                  <a:lnTo>
                    <a:pt x="113288" y="327403"/>
                  </a:lnTo>
                  <a:lnTo>
                    <a:pt x="83398" y="340227"/>
                  </a:lnTo>
                  <a:close/>
                  <a:moveTo>
                    <a:pt x="100655" y="346928"/>
                  </a:moveTo>
                  <a:lnTo>
                    <a:pt x="140028" y="342007"/>
                  </a:lnTo>
                  <a:lnTo>
                    <a:pt x="113288" y="327403"/>
                  </a:lnTo>
                  <a:close/>
                  <a:moveTo>
                    <a:pt x="397010" y="581756"/>
                  </a:moveTo>
                  <a:lnTo>
                    <a:pt x="349481" y="597356"/>
                  </a:lnTo>
                  <a:lnTo>
                    <a:pt x="401662" y="590291"/>
                  </a:lnTo>
                  <a:close/>
                  <a:moveTo>
                    <a:pt x="355473" y="560601"/>
                  </a:moveTo>
                  <a:lnTo>
                    <a:pt x="349481" y="597356"/>
                  </a:lnTo>
                  <a:lnTo>
                    <a:pt x="397010" y="581756"/>
                  </a:lnTo>
                  <a:close/>
                  <a:moveTo>
                    <a:pt x="578451" y="752969"/>
                  </a:moveTo>
                  <a:lnTo>
                    <a:pt x="560498" y="780931"/>
                  </a:lnTo>
                  <a:lnTo>
                    <a:pt x="566560" y="763948"/>
                  </a:lnTo>
                  <a:close/>
                  <a:moveTo>
                    <a:pt x="590322" y="756685"/>
                  </a:moveTo>
                  <a:lnTo>
                    <a:pt x="566560" y="763948"/>
                  </a:lnTo>
                  <a:lnTo>
                    <a:pt x="605087" y="756347"/>
                  </a:lnTo>
                  <a:close/>
                  <a:moveTo>
                    <a:pt x="578451" y="752969"/>
                  </a:moveTo>
                  <a:lnTo>
                    <a:pt x="566560" y="763948"/>
                  </a:lnTo>
                  <a:lnTo>
                    <a:pt x="590322" y="756685"/>
                  </a:lnTo>
                  <a:close/>
                  <a:moveTo>
                    <a:pt x="633518" y="738070"/>
                  </a:moveTo>
                  <a:lnTo>
                    <a:pt x="590322" y="756685"/>
                  </a:lnTo>
                  <a:lnTo>
                    <a:pt x="624520" y="746765"/>
                  </a:lnTo>
                  <a:close/>
                  <a:moveTo>
                    <a:pt x="578451" y="752969"/>
                  </a:moveTo>
                  <a:lnTo>
                    <a:pt x="590322" y="756685"/>
                  </a:lnTo>
                  <a:lnTo>
                    <a:pt x="633518" y="738070"/>
                  </a:lnTo>
                  <a:close/>
                  <a:moveTo>
                    <a:pt x="606597" y="733624"/>
                  </a:moveTo>
                  <a:lnTo>
                    <a:pt x="578451" y="752969"/>
                  </a:lnTo>
                  <a:lnTo>
                    <a:pt x="633518" y="738070"/>
                  </a:lnTo>
                  <a:close/>
                  <a:moveTo>
                    <a:pt x="633518" y="738070"/>
                  </a:moveTo>
                  <a:lnTo>
                    <a:pt x="624520" y="746765"/>
                  </a:lnTo>
                  <a:lnTo>
                    <a:pt x="648463" y="736505"/>
                  </a:lnTo>
                  <a:close/>
                  <a:moveTo>
                    <a:pt x="633518" y="738070"/>
                  </a:moveTo>
                  <a:lnTo>
                    <a:pt x="648463" y="736505"/>
                  </a:lnTo>
                  <a:lnTo>
                    <a:pt x="645395" y="710010"/>
                  </a:lnTo>
                  <a:close/>
                  <a:moveTo>
                    <a:pt x="645395" y="710010"/>
                  </a:moveTo>
                  <a:lnTo>
                    <a:pt x="648463" y="736505"/>
                  </a:lnTo>
                  <a:lnTo>
                    <a:pt x="663550" y="729581"/>
                  </a:lnTo>
                  <a:close/>
                  <a:moveTo>
                    <a:pt x="495183" y="556118"/>
                  </a:moveTo>
                  <a:lnTo>
                    <a:pt x="530104" y="510070"/>
                  </a:lnTo>
                  <a:lnTo>
                    <a:pt x="483421" y="520935"/>
                  </a:lnTo>
                  <a:close/>
                  <a:moveTo>
                    <a:pt x="528006" y="496522"/>
                  </a:moveTo>
                  <a:lnTo>
                    <a:pt x="530104" y="510070"/>
                  </a:lnTo>
                  <a:lnTo>
                    <a:pt x="533585" y="509051"/>
                  </a:lnTo>
                  <a:close/>
                  <a:moveTo>
                    <a:pt x="530044" y="407934"/>
                  </a:moveTo>
                  <a:lnTo>
                    <a:pt x="490710" y="435541"/>
                  </a:lnTo>
                  <a:lnTo>
                    <a:pt x="515856" y="418358"/>
                  </a:lnTo>
                  <a:close/>
                  <a:moveTo>
                    <a:pt x="530044" y="407934"/>
                  </a:moveTo>
                  <a:lnTo>
                    <a:pt x="504549" y="408822"/>
                  </a:lnTo>
                  <a:lnTo>
                    <a:pt x="490710" y="435541"/>
                  </a:lnTo>
                  <a:close/>
                  <a:moveTo>
                    <a:pt x="530044" y="407934"/>
                  </a:moveTo>
                  <a:lnTo>
                    <a:pt x="515856" y="418358"/>
                  </a:lnTo>
                  <a:lnTo>
                    <a:pt x="541047" y="411679"/>
                  </a:lnTo>
                  <a:close/>
                  <a:moveTo>
                    <a:pt x="570861" y="369782"/>
                  </a:moveTo>
                  <a:lnTo>
                    <a:pt x="540226" y="381603"/>
                  </a:lnTo>
                  <a:lnTo>
                    <a:pt x="580299" y="375044"/>
                  </a:lnTo>
                  <a:close/>
                  <a:moveTo>
                    <a:pt x="540226" y="381603"/>
                  </a:moveTo>
                  <a:lnTo>
                    <a:pt x="530044" y="407934"/>
                  </a:lnTo>
                  <a:lnTo>
                    <a:pt x="580299" y="375044"/>
                  </a:lnTo>
                  <a:close/>
                  <a:moveTo>
                    <a:pt x="580299" y="375044"/>
                  </a:moveTo>
                  <a:lnTo>
                    <a:pt x="530044" y="407934"/>
                  </a:lnTo>
                  <a:lnTo>
                    <a:pt x="566427" y="401175"/>
                  </a:lnTo>
                  <a:close/>
                  <a:moveTo>
                    <a:pt x="566427" y="401175"/>
                  </a:moveTo>
                  <a:lnTo>
                    <a:pt x="530044" y="407934"/>
                  </a:lnTo>
                  <a:lnTo>
                    <a:pt x="541047" y="411679"/>
                  </a:lnTo>
                  <a:close/>
                  <a:moveTo>
                    <a:pt x="570861" y="369782"/>
                  </a:moveTo>
                  <a:lnTo>
                    <a:pt x="580299" y="375044"/>
                  </a:lnTo>
                  <a:lnTo>
                    <a:pt x="602488" y="364420"/>
                  </a:lnTo>
                  <a:close/>
                  <a:moveTo>
                    <a:pt x="580299" y="375044"/>
                  </a:moveTo>
                  <a:lnTo>
                    <a:pt x="566427" y="401175"/>
                  </a:lnTo>
                  <a:lnTo>
                    <a:pt x="601650" y="389498"/>
                  </a:lnTo>
                  <a:close/>
                  <a:moveTo>
                    <a:pt x="601650" y="389498"/>
                  </a:moveTo>
                  <a:lnTo>
                    <a:pt x="602488" y="364420"/>
                  </a:lnTo>
                  <a:lnTo>
                    <a:pt x="580299" y="375044"/>
                  </a:lnTo>
                  <a:close/>
                  <a:moveTo>
                    <a:pt x="898551" y="641276"/>
                  </a:moveTo>
                  <a:lnTo>
                    <a:pt x="935517" y="660848"/>
                  </a:lnTo>
                  <a:lnTo>
                    <a:pt x="915713" y="624093"/>
                  </a:lnTo>
                  <a:close/>
                  <a:moveTo>
                    <a:pt x="926147" y="603662"/>
                  </a:moveTo>
                  <a:lnTo>
                    <a:pt x="898551" y="641276"/>
                  </a:lnTo>
                  <a:lnTo>
                    <a:pt x="915713" y="624093"/>
                  </a:lnTo>
                  <a:close/>
                  <a:moveTo>
                    <a:pt x="663797" y="310481"/>
                  </a:moveTo>
                  <a:lnTo>
                    <a:pt x="696034" y="330053"/>
                  </a:lnTo>
                  <a:lnTo>
                    <a:pt x="686981" y="293298"/>
                  </a:lnTo>
                  <a:close/>
                  <a:moveTo>
                    <a:pt x="915713" y="624093"/>
                  </a:moveTo>
                  <a:lnTo>
                    <a:pt x="946266" y="656926"/>
                  </a:lnTo>
                  <a:lnTo>
                    <a:pt x="943072" y="614776"/>
                  </a:lnTo>
                  <a:close/>
                  <a:moveTo>
                    <a:pt x="926147" y="603662"/>
                  </a:moveTo>
                  <a:lnTo>
                    <a:pt x="915713" y="624093"/>
                  </a:lnTo>
                  <a:lnTo>
                    <a:pt x="943072" y="614776"/>
                  </a:lnTo>
                  <a:close/>
                  <a:moveTo>
                    <a:pt x="686981" y="293298"/>
                  </a:moveTo>
                  <a:lnTo>
                    <a:pt x="696034" y="330053"/>
                  </a:lnTo>
                  <a:lnTo>
                    <a:pt x="712631" y="312870"/>
                  </a:lnTo>
                  <a:close/>
                  <a:moveTo>
                    <a:pt x="686981" y="293298"/>
                  </a:moveTo>
                  <a:lnTo>
                    <a:pt x="712631" y="312870"/>
                  </a:lnTo>
                  <a:lnTo>
                    <a:pt x="707623" y="276115"/>
                  </a:lnTo>
                  <a:close/>
                  <a:moveTo>
                    <a:pt x="679113" y="256543"/>
                  </a:moveTo>
                  <a:lnTo>
                    <a:pt x="686981" y="293298"/>
                  </a:lnTo>
                  <a:lnTo>
                    <a:pt x="707623" y="276115"/>
                  </a:lnTo>
                  <a:close/>
                  <a:moveTo>
                    <a:pt x="679113" y="256543"/>
                  </a:moveTo>
                  <a:lnTo>
                    <a:pt x="707623" y="276115"/>
                  </a:lnTo>
                  <a:lnTo>
                    <a:pt x="697214" y="239360"/>
                  </a:lnTo>
                  <a:close/>
                  <a:moveTo>
                    <a:pt x="670436" y="219788"/>
                  </a:moveTo>
                  <a:lnTo>
                    <a:pt x="697214" y="239360"/>
                  </a:lnTo>
                  <a:lnTo>
                    <a:pt x="681540" y="202605"/>
                  </a:lnTo>
                  <a:close/>
                  <a:moveTo>
                    <a:pt x="697214" y="239360"/>
                  </a:moveTo>
                  <a:lnTo>
                    <a:pt x="707623" y="276115"/>
                  </a:lnTo>
                  <a:lnTo>
                    <a:pt x="751240" y="258931"/>
                  </a:lnTo>
                  <a:close/>
                  <a:moveTo>
                    <a:pt x="697214" y="239360"/>
                  </a:moveTo>
                  <a:lnTo>
                    <a:pt x="751240" y="258931"/>
                  </a:lnTo>
                  <a:lnTo>
                    <a:pt x="734544" y="222176"/>
                  </a:lnTo>
                  <a:close/>
                  <a:moveTo>
                    <a:pt x="681540" y="202605"/>
                  </a:moveTo>
                  <a:lnTo>
                    <a:pt x="697214" y="239360"/>
                  </a:lnTo>
                  <a:lnTo>
                    <a:pt x="734544" y="222176"/>
                  </a:lnTo>
                  <a:close/>
                  <a:moveTo>
                    <a:pt x="681540" y="202605"/>
                  </a:moveTo>
                  <a:lnTo>
                    <a:pt x="734544" y="222176"/>
                  </a:lnTo>
                  <a:lnTo>
                    <a:pt x="711257" y="185421"/>
                  </a:lnTo>
                  <a:close/>
                  <a:moveTo>
                    <a:pt x="678400" y="165850"/>
                  </a:moveTo>
                  <a:lnTo>
                    <a:pt x="681540" y="202605"/>
                  </a:lnTo>
                  <a:lnTo>
                    <a:pt x="711257" y="185421"/>
                  </a:lnTo>
                  <a:close/>
                  <a:moveTo>
                    <a:pt x="678400" y="165850"/>
                  </a:moveTo>
                  <a:lnTo>
                    <a:pt x="711257" y="185421"/>
                  </a:lnTo>
                  <a:lnTo>
                    <a:pt x="705450" y="148666"/>
                  </a:lnTo>
                  <a:close/>
                  <a:moveTo>
                    <a:pt x="717454" y="129282"/>
                  </a:moveTo>
                  <a:lnTo>
                    <a:pt x="678400" y="165850"/>
                  </a:lnTo>
                  <a:lnTo>
                    <a:pt x="705450" y="148666"/>
                  </a:lnTo>
                  <a:close/>
                  <a:moveTo>
                    <a:pt x="705450" y="148666"/>
                  </a:moveTo>
                  <a:lnTo>
                    <a:pt x="751349" y="159802"/>
                  </a:lnTo>
                  <a:lnTo>
                    <a:pt x="738601" y="135688"/>
                  </a:lnTo>
                  <a:close/>
                  <a:moveTo>
                    <a:pt x="711257" y="185421"/>
                  </a:moveTo>
                  <a:lnTo>
                    <a:pt x="751123" y="168238"/>
                  </a:lnTo>
                  <a:lnTo>
                    <a:pt x="705450" y="148666"/>
                  </a:lnTo>
                  <a:close/>
                  <a:moveTo>
                    <a:pt x="717454" y="129282"/>
                  </a:moveTo>
                  <a:lnTo>
                    <a:pt x="705450" y="148666"/>
                  </a:lnTo>
                  <a:lnTo>
                    <a:pt x="738601" y="135688"/>
                  </a:lnTo>
                  <a:close/>
                  <a:moveTo>
                    <a:pt x="772036" y="112569"/>
                  </a:moveTo>
                  <a:lnTo>
                    <a:pt x="738601" y="135688"/>
                  </a:lnTo>
                  <a:lnTo>
                    <a:pt x="753020" y="131483"/>
                  </a:lnTo>
                  <a:close/>
                  <a:moveTo>
                    <a:pt x="717454" y="129282"/>
                  </a:moveTo>
                  <a:lnTo>
                    <a:pt x="738601" y="135688"/>
                  </a:lnTo>
                  <a:lnTo>
                    <a:pt x="772036" y="112569"/>
                  </a:lnTo>
                  <a:close/>
                  <a:moveTo>
                    <a:pt x="738601" y="135688"/>
                  </a:moveTo>
                  <a:lnTo>
                    <a:pt x="751349" y="159802"/>
                  </a:lnTo>
                  <a:lnTo>
                    <a:pt x="753020" y="131483"/>
                  </a:lnTo>
                  <a:close/>
                  <a:moveTo>
                    <a:pt x="983852" y="340228"/>
                  </a:moveTo>
                  <a:lnTo>
                    <a:pt x="998378" y="364314"/>
                  </a:lnTo>
                  <a:lnTo>
                    <a:pt x="1020379" y="334829"/>
                  </a:lnTo>
                  <a:close/>
                  <a:moveTo>
                    <a:pt x="797194" y="110426"/>
                  </a:moveTo>
                  <a:lnTo>
                    <a:pt x="772036" y="112569"/>
                  </a:lnTo>
                  <a:lnTo>
                    <a:pt x="753020" y="131483"/>
                  </a:lnTo>
                  <a:close/>
                  <a:moveTo>
                    <a:pt x="825186" y="90505"/>
                  </a:moveTo>
                  <a:lnTo>
                    <a:pt x="793770" y="94728"/>
                  </a:lnTo>
                  <a:lnTo>
                    <a:pt x="772036" y="112569"/>
                  </a:lnTo>
                  <a:close/>
                  <a:moveTo>
                    <a:pt x="825186" y="90505"/>
                  </a:moveTo>
                  <a:lnTo>
                    <a:pt x="772036" y="112569"/>
                  </a:lnTo>
                  <a:lnTo>
                    <a:pt x="797194" y="110426"/>
                  </a:lnTo>
                  <a:close/>
                  <a:moveTo>
                    <a:pt x="817306" y="81132"/>
                  </a:moveTo>
                  <a:lnTo>
                    <a:pt x="825186" y="90505"/>
                  </a:lnTo>
                  <a:lnTo>
                    <a:pt x="822475" y="77544"/>
                  </a:lnTo>
                  <a:close/>
                  <a:moveTo>
                    <a:pt x="801095" y="111970"/>
                  </a:moveTo>
                  <a:lnTo>
                    <a:pt x="825186" y="90505"/>
                  </a:lnTo>
                  <a:lnTo>
                    <a:pt x="797194" y="110426"/>
                  </a:lnTo>
                  <a:close/>
                  <a:moveTo>
                    <a:pt x="801095" y="111970"/>
                  </a:moveTo>
                  <a:lnTo>
                    <a:pt x="835809" y="110838"/>
                  </a:lnTo>
                  <a:lnTo>
                    <a:pt x="825186" y="90505"/>
                  </a:lnTo>
                  <a:close/>
                  <a:moveTo>
                    <a:pt x="835809" y="110838"/>
                  </a:moveTo>
                  <a:lnTo>
                    <a:pt x="884276" y="90650"/>
                  </a:lnTo>
                  <a:lnTo>
                    <a:pt x="822475" y="77544"/>
                  </a:lnTo>
                  <a:close/>
                  <a:moveTo>
                    <a:pt x="822475" y="77544"/>
                  </a:moveTo>
                  <a:lnTo>
                    <a:pt x="884276" y="90650"/>
                  </a:lnTo>
                  <a:lnTo>
                    <a:pt x="856673" y="60361"/>
                  </a:lnTo>
                  <a:close/>
                  <a:moveTo>
                    <a:pt x="822475" y="77544"/>
                  </a:moveTo>
                  <a:lnTo>
                    <a:pt x="825186" y="90505"/>
                  </a:lnTo>
                  <a:lnTo>
                    <a:pt x="835809" y="110838"/>
                  </a:lnTo>
                  <a:close/>
                  <a:moveTo>
                    <a:pt x="820261" y="40790"/>
                  </a:moveTo>
                  <a:lnTo>
                    <a:pt x="822475" y="77544"/>
                  </a:lnTo>
                  <a:lnTo>
                    <a:pt x="856673" y="60361"/>
                  </a:lnTo>
                  <a:close/>
                  <a:moveTo>
                    <a:pt x="820261" y="40790"/>
                  </a:moveTo>
                  <a:lnTo>
                    <a:pt x="856673" y="60361"/>
                  </a:lnTo>
                  <a:lnTo>
                    <a:pt x="854361" y="23606"/>
                  </a:lnTo>
                  <a:close/>
                  <a:moveTo>
                    <a:pt x="856673" y="60361"/>
                  </a:moveTo>
                  <a:lnTo>
                    <a:pt x="884276" y="90650"/>
                  </a:lnTo>
                  <a:lnTo>
                    <a:pt x="887753" y="50949"/>
                  </a:lnTo>
                  <a:close/>
                  <a:moveTo>
                    <a:pt x="854361" y="23606"/>
                  </a:moveTo>
                  <a:lnTo>
                    <a:pt x="887753" y="50949"/>
                  </a:lnTo>
                  <a:lnTo>
                    <a:pt x="874128" y="17279"/>
                  </a:lnTo>
                  <a:close/>
                  <a:moveTo>
                    <a:pt x="854361" y="23606"/>
                  </a:moveTo>
                  <a:lnTo>
                    <a:pt x="856673" y="60361"/>
                  </a:lnTo>
                  <a:lnTo>
                    <a:pt x="887753" y="50949"/>
                  </a:lnTo>
                  <a:close/>
                  <a:moveTo>
                    <a:pt x="929381" y="43178"/>
                  </a:moveTo>
                  <a:lnTo>
                    <a:pt x="917346" y="6423"/>
                  </a:lnTo>
                  <a:lnTo>
                    <a:pt x="887753" y="50949"/>
                  </a:lnTo>
                  <a:close/>
                  <a:moveTo>
                    <a:pt x="917346" y="6423"/>
                  </a:moveTo>
                  <a:lnTo>
                    <a:pt x="874128" y="17279"/>
                  </a:lnTo>
                  <a:lnTo>
                    <a:pt x="887753" y="50949"/>
                  </a:lnTo>
                  <a:close/>
                  <a:moveTo>
                    <a:pt x="862658" y="9821"/>
                  </a:moveTo>
                  <a:lnTo>
                    <a:pt x="854361" y="23606"/>
                  </a:lnTo>
                  <a:lnTo>
                    <a:pt x="874128" y="17279"/>
                  </a:lnTo>
                  <a:close/>
                  <a:moveTo>
                    <a:pt x="919669" y="2192"/>
                  </a:moveTo>
                  <a:lnTo>
                    <a:pt x="874128" y="17279"/>
                  </a:lnTo>
                  <a:lnTo>
                    <a:pt x="917346" y="6423"/>
                  </a:lnTo>
                  <a:close/>
                  <a:moveTo>
                    <a:pt x="862658" y="9821"/>
                  </a:moveTo>
                  <a:lnTo>
                    <a:pt x="874128" y="17279"/>
                  </a:lnTo>
                  <a:lnTo>
                    <a:pt x="919669" y="2192"/>
                  </a:lnTo>
                  <a:close/>
                  <a:moveTo>
                    <a:pt x="981411" y="73730"/>
                  </a:moveTo>
                  <a:lnTo>
                    <a:pt x="970727" y="79933"/>
                  </a:lnTo>
                  <a:lnTo>
                    <a:pt x="995982" y="66728"/>
                  </a:lnTo>
                  <a:close/>
                  <a:moveTo>
                    <a:pt x="981411" y="73730"/>
                  </a:moveTo>
                  <a:lnTo>
                    <a:pt x="931100" y="44933"/>
                  </a:lnTo>
                  <a:lnTo>
                    <a:pt x="970727" y="79933"/>
                  </a:lnTo>
                  <a:close/>
                  <a:moveTo>
                    <a:pt x="931237" y="42685"/>
                  </a:moveTo>
                  <a:lnTo>
                    <a:pt x="931100" y="44933"/>
                  </a:lnTo>
                  <a:lnTo>
                    <a:pt x="981411" y="73730"/>
                  </a:lnTo>
                  <a:close/>
                  <a:moveTo>
                    <a:pt x="976870" y="32675"/>
                  </a:moveTo>
                  <a:lnTo>
                    <a:pt x="931237" y="42685"/>
                  </a:lnTo>
                  <a:lnTo>
                    <a:pt x="981411" y="73730"/>
                  </a:lnTo>
                  <a:close/>
                  <a:moveTo>
                    <a:pt x="981411" y="73730"/>
                  </a:moveTo>
                  <a:lnTo>
                    <a:pt x="1019417" y="69919"/>
                  </a:lnTo>
                  <a:lnTo>
                    <a:pt x="1011895" y="31288"/>
                  </a:lnTo>
                  <a:close/>
                  <a:moveTo>
                    <a:pt x="981411" y="73730"/>
                  </a:moveTo>
                  <a:lnTo>
                    <a:pt x="1011895" y="31288"/>
                  </a:lnTo>
                  <a:lnTo>
                    <a:pt x="976870" y="32675"/>
                  </a:lnTo>
                  <a:close/>
                  <a:moveTo>
                    <a:pt x="929381" y="43178"/>
                  </a:moveTo>
                  <a:lnTo>
                    <a:pt x="931100" y="44933"/>
                  </a:lnTo>
                  <a:lnTo>
                    <a:pt x="931237" y="42685"/>
                  </a:lnTo>
                  <a:close/>
                  <a:moveTo>
                    <a:pt x="917346" y="6423"/>
                  </a:moveTo>
                  <a:lnTo>
                    <a:pt x="931237" y="42685"/>
                  </a:lnTo>
                  <a:lnTo>
                    <a:pt x="922505" y="5037"/>
                  </a:lnTo>
                  <a:close/>
                  <a:moveTo>
                    <a:pt x="917346" y="6423"/>
                  </a:moveTo>
                  <a:lnTo>
                    <a:pt x="929381" y="43178"/>
                  </a:lnTo>
                  <a:lnTo>
                    <a:pt x="931237" y="42685"/>
                  </a:lnTo>
                  <a:close/>
                  <a:moveTo>
                    <a:pt x="931237" y="42685"/>
                  </a:moveTo>
                  <a:lnTo>
                    <a:pt x="962020" y="0"/>
                  </a:lnTo>
                  <a:lnTo>
                    <a:pt x="922505" y="5037"/>
                  </a:lnTo>
                  <a:close/>
                  <a:moveTo>
                    <a:pt x="919669" y="2192"/>
                  </a:moveTo>
                  <a:lnTo>
                    <a:pt x="917346" y="6423"/>
                  </a:lnTo>
                  <a:lnTo>
                    <a:pt x="922505" y="5037"/>
                  </a:lnTo>
                  <a:close/>
                  <a:moveTo>
                    <a:pt x="1132134" y="202053"/>
                  </a:moveTo>
                  <a:lnTo>
                    <a:pt x="1115997" y="209770"/>
                  </a:lnTo>
                  <a:lnTo>
                    <a:pt x="1135560" y="208662"/>
                  </a:lnTo>
                  <a:close/>
                  <a:moveTo>
                    <a:pt x="1135560" y="208662"/>
                  </a:moveTo>
                  <a:lnTo>
                    <a:pt x="1142120" y="173014"/>
                  </a:lnTo>
                  <a:lnTo>
                    <a:pt x="1132134" y="202053"/>
                  </a:lnTo>
                  <a:close/>
                  <a:moveTo>
                    <a:pt x="1162777" y="168877"/>
                  </a:moveTo>
                  <a:lnTo>
                    <a:pt x="1142120" y="173014"/>
                  </a:lnTo>
                  <a:lnTo>
                    <a:pt x="1135560" y="208662"/>
                  </a:lnTo>
                  <a:close/>
                </a:path>
              </a:pathLst>
            </a:custGeom>
            <a:solidFill>
              <a:srgbClr val="D7DEE3"/>
            </a:solidFill>
            <a:ln w="1524">
              <a:solidFill>
                <a:srgbClr val="D7DEE3"/>
              </a:solidFill>
            </a:ln>
          </p:spPr>
        </p:sp>
        <p:sp>
          <p:nvSpPr>
            <p:cNvPr id="164" name="Input_density__163">
              <a:extLst>
                <a:ext uri="{FF2B5EF4-FFF2-40B4-BE49-F238E27FC236}">
                  <a16:creationId xmlns:a16="http://schemas.microsoft.com/office/drawing/2014/main" id="{4C70A18D-69C6-F9B7-97F9-115382F9DC3C}"/>
                </a:ext>
              </a:extLst>
            </p:cNvPr>
            <p:cNvSpPr>
              <a:spLocks noGrp="1"/>
            </p:cNvSpPr>
            <p:nvPr/>
          </p:nvSpPr>
          <p:spPr>
            <a:xfrm>
              <a:off x="712693" y="1643190"/>
              <a:ext cx="824287" cy="732304"/>
            </a:xfrm>
            <a:custGeom>
              <a:avLst/>
              <a:gdLst/>
              <a:ahLst/>
              <a:cxnLst/>
              <a:rect l="0" t="0" r="0" b="0"/>
              <a:pathLst>
                <a:path w="824287" h="732304">
                  <a:moveTo>
                    <a:pt x="0" y="688384"/>
                  </a:moveTo>
                  <a:lnTo>
                    <a:pt x="19387" y="674723"/>
                  </a:lnTo>
                  <a:lnTo>
                    <a:pt x="36854" y="643818"/>
                  </a:lnTo>
                  <a:close/>
                  <a:moveTo>
                    <a:pt x="237565" y="607315"/>
                  </a:moveTo>
                  <a:lnTo>
                    <a:pt x="225858" y="631851"/>
                  </a:lnTo>
                  <a:lnTo>
                    <a:pt x="264959" y="585162"/>
                  </a:lnTo>
                  <a:close/>
                  <a:moveTo>
                    <a:pt x="260131" y="595478"/>
                  </a:moveTo>
                  <a:lnTo>
                    <a:pt x="237565" y="607315"/>
                  </a:lnTo>
                  <a:lnTo>
                    <a:pt x="290079" y="582872"/>
                  </a:lnTo>
                  <a:close/>
                  <a:moveTo>
                    <a:pt x="456278" y="732304"/>
                  </a:moveTo>
                  <a:lnTo>
                    <a:pt x="485892" y="720471"/>
                  </a:lnTo>
                  <a:lnTo>
                    <a:pt x="504648" y="694386"/>
                  </a:lnTo>
                  <a:close/>
                  <a:moveTo>
                    <a:pt x="504648" y="694386"/>
                  </a:moveTo>
                  <a:lnTo>
                    <a:pt x="531541" y="680107"/>
                  </a:lnTo>
                  <a:lnTo>
                    <a:pt x="530647" y="678366"/>
                  </a:lnTo>
                  <a:close/>
                  <a:moveTo>
                    <a:pt x="515673" y="707242"/>
                  </a:moveTo>
                  <a:lnTo>
                    <a:pt x="531541" y="680107"/>
                  </a:lnTo>
                  <a:lnTo>
                    <a:pt x="504648" y="694386"/>
                  </a:lnTo>
                  <a:close/>
                  <a:moveTo>
                    <a:pt x="485892" y="720471"/>
                  </a:moveTo>
                  <a:lnTo>
                    <a:pt x="515673" y="707242"/>
                  </a:lnTo>
                  <a:lnTo>
                    <a:pt x="504648" y="694386"/>
                  </a:lnTo>
                  <a:close/>
                  <a:moveTo>
                    <a:pt x="431015" y="568101"/>
                  </a:moveTo>
                  <a:lnTo>
                    <a:pt x="404262" y="612823"/>
                  </a:lnTo>
                  <a:lnTo>
                    <a:pt x="418603" y="593466"/>
                  </a:lnTo>
                  <a:close/>
                  <a:moveTo>
                    <a:pt x="430175" y="574097"/>
                  </a:moveTo>
                  <a:lnTo>
                    <a:pt x="431015" y="568101"/>
                  </a:lnTo>
                  <a:lnTo>
                    <a:pt x="418603" y="593466"/>
                  </a:lnTo>
                  <a:close/>
                  <a:moveTo>
                    <a:pt x="558097" y="673440"/>
                  </a:moveTo>
                  <a:lnTo>
                    <a:pt x="530647" y="678366"/>
                  </a:lnTo>
                  <a:lnTo>
                    <a:pt x="535641" y="676773"/>
                  </a:lnTo>
                  <a:close/>
                  <a:moveTo>
                    <a:pt x="504648" y="694386"/>
                  </a:moveTo>
                  <a:lnTo>
                    <a:pt x="530647" y="678366"/>
                  </a:lnTo>
                  <a:lnTo>
                    <a:pt x="558097" y="673440"/>
                  </a:lnTo>
                  <a:close/>
                  <a:moveTo>
                    <a:pt x="571531" y="661182"/>
                  </a:moveTo>
                  <a:lnTo>
                    <a:pt x="589877" y="615021"/>
                  </a:lnTo>
                  <a:lnTo>
                    <a:pt x="582841" y="607244"/>
                  </a:lnTo>
                  <a:close/>
                  <a:moveTo>
                    <a:pt x="594772" y="521548"/>
                  </a:moveTo>
                  <a:lnTo>
                    <a:pt x="605822" y="533734"/>
                  </a:lnTo>
                  <a:lnTo>
                    <a:pt x="599641" y="511775"/>
                  </a:lnTo>
                  <a:close/>
                  <a:moveTo>
                    <a:pt x="599641" y="511775"/>
                  </a:moveTo>
                  <a:lnTo>
                    <a:pt x="605822" y="533734"/>
                  </a:lnTo>
                  <a:lnTo>
                    <a:pt x="605386" y="504885"/>
                  </a:lnTo>
                  <a:close/>
                  <a:moveTo>
                    <a:pt x="599641" y="511775"/>
                  </a:moveTo>
                  <a:lnTo>
                    <a:pt x="605386" y="504885"/>
                  </a:lnTo>
                  <a:lnTo>
                    <a:pt x="625369" y="483392"/>
                  </a:lnTo>
                  <a:close/>
                  <a:moveTo>
                    <a:pt x="625369" y="483392"/>
                  </a:moveTo>
                  <a:lnTo>
                    <a:pt x="626001" y="478500"/>
                  </a:lnTo>
                  <a:lnTo>
                    <a:pt x="620966" y="495297"/>
                  </a:lnTo>
                  <a:close/>
                  <a:moveTo>
                    <a:pt x="599641" y="511775"/>
                  </a:moveTo>
                  <a:lnTo>
                    <a:pt x="625369" y="483392"/>
                  </a:lnTo>
                  <a:lnTo>
                    <a:pt x="620966" y="495297"/>
                  </a:lnTo>
                  <a:close/>
                  <a:moveTo>
                    <a:pt x="626001" y="478500"/>
                  </a:moveTo>
                  <a:lnTo>
                    <a:pt x="625369" y="483392"/>
                  </a:lnTo>
                  <a:lnTo>
                    <a:pt x="630815" y="479796"/>
                  </a:lnTo>
                  <a:close/>
                  <a:moveTo>
                    <a:pt x="768779" y="164809"/>
                  </a:moveTo>
                  <a:lnTo>
                    <a:pt x="758767" y="155744"/>
                  </a:lnTo>
                  <a:lnTo>
                    <a:pt x="732240" y="152769"/>
                  </a:lnTo>
                  <a:close/>
                  <a:moveTo>
                    <a:pt x="824287" y="151559"/>
                  </a:moveTo>
                  <a:lnTo>
                    <a:pt x="783268" y="163427"/>
                  </a:lnTo>
                  <a:lnTo>
                    <a:pt x="768779" y="164809"/>
                  </a:lnTo>
                  <a:close/>
                  <a:moveTo>
                    <a:pt x="757624" y="26893"/>
                  </a:moveTo>
                  <a:lnTo>
                    <a:pt x="776163" y="0"/>
                  </a:lnTo>
                  <a:lnTo>
                    <a:pt x="726274" y="34256"/>
                  </a:lnTo>
                  <a:close/>
                </a:path>
              </a:pathLst>
            </a:custGeom>
            <a:solidFill>
              <a:srgbClr val="AEBAC4"/>
            </a:solidFill>
            <a:ln w="1524">
              <a:solidFill>
                <a:srgbClr val="AEBAC4"/>
              </a:solidFill>
            </a:ln>
          </p:spPr>
        </p:sp>
        <p:sp>
          <p:nvSpPr>
            <p:cNvPr id="165" name="Input_density__164">
              <a:extLst>
                <a:ext uri="{FF2B5EF4-FFF2-40B4-BE49-F238E27FC236}">
                  <a16:creationId xmlns:a16="http://schemas.microsoft.com/office/drawing/2014/main" id="{CE5A0341-05EA-BAE6-8D71-D27526DC5D40}"/>
                </a:ext>
              </a:extLst>
            </p:cNvPr>
            <p:cNvSpPr>
              <a:spLocks noGrp="1"/>
            </p:cNvSpPr>
            <p:nvPr/>
          </p:nvSpPr>
          <p:spPr>
            <a:xfrm>
              <a:off x="652713" y="1635152"/>
              <a:ext cx="939477" cy="767243"/>
            </a:xfrm>
            <a:custGeom>
              <a:avLst/>
              <a:gdLst/>
              <a:ahLst/>
              <a:cxnLst/>
              <a:rect l="0" t="0" r="0" b="0"/>
              <a:pathLst>
                <a:path w="939477" h="767243">
                  <a:moveTo>
                    <a:pt x="0" y="538966"/>
                  </a:moveTo>
                  <a:lnTo>
                    <a:pt x="969" y="574711"/>
                  </a:lnTo>
                  <a:lnTo>
                    <a:pt x="1744" y="532219"/>
                  </a:lnTo>
                  <a:close/>
                  <a:moveTo>
                    <a:pt x="87382" y="679239"/>
                  </a:moveTo>
                  <a:lnTo>
                    <a:pt x="96833" y="651856"/>
                  </a:lnTo>
                  <a:lnTo>
                    <a:pt x="96716" y="640541"/>
                  </a:lnTo>
                  <a:close/>
                  <a:moveTo>
                    <a:pt x="253386" y="767243"/>
                  </a:moveTo>
                  <a:lnTo>
                    <a:pt x="283267" y="754386"/>
                  </a:lnTo>
                  <a:lnTo>
                    <a:pt x="301042" y="724635"/>
                  </a:lnTo>
                  <a:close/>
                  <a:moveTo>
                    <a:pt x="273205" y="745134"/>
                  </a:moveTo>
                  <a:lnTo>
                    <a:pt x="253386" y="767243"/>
                  </a:lnTo>
                  <a:lnTo>
                    <a:pt x="301042" y="724635"/>
                  </a:lnTo>
                  <a:close/>
                  <a:moveTo>
                    <a:pt x="290179" y="681106"/>
                  </a:moveTo>
                  <a:lnTo>
                    <a:pt x="308404" y="664444"/>
                  </a:lnTo>
                  <a:lnTo>
                    <a:pt x="311239" y="701199"/>
                  </a:lnTo>
                  <a:close/>
                  <a:moveTo>
                    <a:pt x="272580" y="627689"/>
                  </a:moveTo>
                  <a:lnTo>
                    <a:pt x="285838" y="639889"/>
                  </a:lnTo>
                  <a:lnTo>
                    <a:pt x="297545" y="615353"/>
                  </a:lnTo>
                  <a:close/>
                  <a:moveTo>
                    <a:pt x="195436" y="482738"/>
                  </a:moveTo>
                  <a:lnTo>
                    <a:pt x="199544" y="476879"/>
                  </a:lnTo>
                  <a:lnTo>
                    <a:pt x="180969" y="517424"/>
                  </a:lnTo>
                  <a:close/>
                  <a:moveTo>
                    <a:pt x="199544" y="476879"/>
                  </a:moveTo>
                  <a:lnTo>
                    <a:pt x="193603" y="475884"/>
                  </a:lnTo>
                  <a:lnTo>
                    <a:pt x="176537" y="443914"/>
                  </a:lnTo>
                  <a:close/>
                  <a:moveTo>
                    <a:pt x="241244" y="433221"/>
                  </a:moveTo>
                  <a:lnTo>
                    <a:pt x="235721" y="429809"/>
                  </a:lnTo>
                  <a:lnTo>
                    <a:pt x="270141" y="463485"/>
                  </a:lnTo>
                  <a:close/>
                  <a:moveTo>
                    <a:pt x="361890" y="560401"/>
                  </a:moveTo>
                  <a:lnTo>
                    <a:pt x="320111" y="603516"/>
                  </a:lnTo>
                  <a:lnTo>
                    <a:pt x="350059" y="590910"/>
                  </a:lnTo>
                  <a:close/>
                  <a:moveTo>
                    <a:pt x="241244" y="433221"/>
                  </a:moveTo>
                  <a:lnTo>
                    <a:pt x="302978" y="443254"/>
                  </a:lnTo>
                  <a:lnTo>
                    <a:pt x="266144" y="430111"/>
                  </a:lnTo>
                  <a:close/>
                  <a:moveTo>
                    <a:pt x="521566" y="576139"/>
                  </a:moveTo>
                  <a:lnTo>
                    <a:pt x="528065" y="578403"/>
                  </a:lnTo>
                  <a:lnTo>
                    <a:pt x="531419" y="578263"/>
                  </a:lnTo>
                  <a:close/>
                  <a:moveTo>
                    <a:pt x="490994" y="576139"/>
                  </a:moveTo>
                  <a:lnTo>
                    <a:pt x="490155" y="582135"/>
                  </a:lnTo>
                  <a:lnTo>
                    <a:pt x="496628" y="572762"/>
                  </a:lnTo>
                  <a:close/>
                  <a:moveTo>
                    <a:pt x="521566" y="576139"/>
                  </a:moveTo>
                  <a:lnTo>
                    <a:pt x="531419" y="578263"/>
                  </a:lnTo>
                  <a:lnTo>
                    <a:pt x="531954" y="575241"/>
                  </a:lnTo>
                  <a:close/>
                  <a:moveTo>
                    <a:pt x="531954" y="575241"/>
                  </a:moveTo>
                  <a:lnTo>
                    <a:pt x="496628" y="572762"/>
                  </a:lnTo>
                  <a:lnTo>
                    <a:pt x="521566" y="576139"/>
                  </a:lnTo>
                  <a:close/>
                  <a:moveTo>
                    <a:pt x="519242" y="436528"/>
                  </a:moveTo>
                  <a:lnTo>
                    <a:pt x="537970" y="410342"/>
                  </a:lnTo>
                  <a:lnTo>
                    <a:pt x="489150" y="448594"/>
                  </a:lnTo>
                  <a:close/>
                  <a:moveTo>
                    <a:pt x="548023" y="383190"/>
                  </a:moveTo>
                  <a:lnTo>
                    <a:pt x="537970" y="410342"/>
                  </a:lnTo>
                  <a:lnTo>
                    <a:pt x="566072" y="394752"/>
                  </a:lnTo>
                  <a:close/>
                  <a:moveTo>
                    <a:pt x="552405" y="368104"/>
                  </a:moveTo>
                  <a:lnTo>
                    <a:pt x="566887" y="393879"/>
                  </a:lnTo>
                  <a:lnTo>
                    <a:pt x="586382" y="370559"/>
                  </a:lnTo>
                  <a:close/>
                  <a:moveTo>
                    <a:pt x="685981" y="486538"/>
                  </a:moveTo>
                  <a:lnTo>
                    <a:pt x="690795" y="487833"/>
                  </a:lnTo>
                  <a:lnTo>
                    <a:pt x="690166" y="438388"/>
                  </a:lnTo>
                  <a:close/>
                  <a:moveTo>
                    <a:pt x="607912" y="354850"/>
                  </a:moveTo>
                  <a:lnTo>
                    <a:pt x="565891" y="368663"/>
                  </a:lnTo>
                  <a:lnTo>
                    <a:pt x="552405" y="368104"/>
                  </a:lnTo>
                  <a:close/>
                  <a:moveTo>
                    <a:pt x="607912" y="354850"/>
                  </a:moveTo>
                  <a:lnTo>
                    <a:pt x="552405" y="368104"/>
                  </a:lnTo>
                  <a:lnTo>
                    <a:pt x="586382" y="370559"/>
                  </a:lnTo>
                  <a:close/>
                  <a:moveTo>
                    <a:pt x="617666" y="362952"/>
                  </a:moveTo>
                  <a:lnTo>
                    <a:pt x="626578" y="360385"/>
                  </a:lnTo>
                  <a:lnTo>
                    <a:pt x="607912" y="354850"/>
                  </a:lnTo>
                  <a:close/>
                  <a:moveTo>
                    <a:pt x="617666" y="362952"/>
                  </a:moveTo>
                  <a:lnTo>
                    <a:pt x="607912" y="354850"/>
                  </a:lnTo>
                  <a:lnTo>
                    <a:pt x="586382" y="370559"/>
                  </a:lnTo>
                  <a:close/>
                  <a:moveTo>
                    <a:pt x="697112" y="387994"/>
                  </a:moveTo>
                  <a:lnTo>
                    <a:pt x="707210" y="397140"/>
                  </a:lnTo>
                  <a:lnTo>
                    <a:pt x="720182" y="351580"/>
                  </a:lnTo>
                  <a:close/>
                  <a:moveTo>
                    <a:pt x="717187" y="321843"/>
                  </a:moveTo>
                  <a:lnTo>
                    <a:pt x="741153" y="289784"/>
                  </a:lnTo>
                  <a:lnTo>
                    <a:pt x="740303" y="289264"/>
                  </a:lnTo>
                  <a:close/>
                  <a:moveTo>
                    <a:pt x="728400" y="335399"/>
                  </a:moveTo>
                  <a:lnTo>
                    <a:pt x="741153" y="289784"/>
                  </a:lnTo>
                  <a:lnTo>
                    <a:pt x="717187" y="321843"/>
                  </a:lnTo>
                  <a:close/>
                  <a:moveTo>
                    <a:pt x="694293" y="332455"/>
                  </a:moveTo>
                  <a:lnTo>
                    <a:pt x="728400" y="335399"/>
                  </a:lnTo>
                  <a:lnTo>
                    <a:pt x="717187" y="321843"/>
                  </a:lnTo>
                  <a:close/>
                  <a:moveTo>
                    <a:pt x="788302" y="323288"/>
                  </a:moveTo>
                  <a:lnTo>
                    <a:pt x="848596" y="345590"/>
                  </a:lnTo>
                  <a:lnTo>
                    <a:pt x="813236" y="335591"/>
                  </a:lnTo>
                  <a:close/>
                  <a:moveTo>
                    <a:pt x="788302" y="323288"/>
                  </a:moveTo>
                  <a:lnTo>
                    <a:pt x="848817" y="345925"/>
                  </a:lnTo>
                  <a:lnTo>
                    <a:pt x="848596" y="345590"/>
                  </a:lnTo>
                  <a:close/>
                  <a:moveTo>
                    <a:pt x="720016" y="324627"/>
                  </a:moveTo>
                  <a:lnTo>
                    <a:pt x="740303" y="289264"/>
                  </a:lnTo>
                  <a:lnTo>
                    <a:pt x="743294" y="288043"/>
                  </a:lnTo>
                  <a:close/>
                  <a:moveTo>
                    <a:pt x="722287" y="252509"/>
                  </a:moveTo>
                  <a:lnTo>
                    <a:pt x="729341" y="242707"/>
                  </a:lnTo>
                  <a:lnTo>
                    <a:pt x="746121" y="209236"/>
                  </a:lnTo>
                  <a:close/>
                  <a:moveTo>
                    <a:pt x="885374" y="356153"/>
                  </a:moveTo>
                  <a:lnTo>
                    <a:pt x="848817" y="345925"/>
                  </a:lnTo>
                  <a:lnTo>
                    <a:pt x="871268" y="354762"/>
                  </a:lnTo>
                  <a:close/>
                  <a:moveTo>
                    <a:pt x="848596" y="345590"/>
                  </a:moveTo>
                  <a:lnTo>
                    <a:pt x="849969" y="344989"/>
                  </a:lnTo>
                  <a:lnTo>
                    <a:pt x="813236" y="335591"/>
                  </a:lnTo>
                  <a:close/>
                  <a:moveTo>
                    <a:pt x="849969" y="344989"/>
                  </a:moveTo>
                  <a:lnTo>
                    <a:pt x="898082" y="332962"/>
                  </a:lnTo>
                  <a:lnTo>
                    <a:pt x="868822" y="322636"/>
                  </a:lnTo>
                  <a:close/>
                  <a:moveTo>
                    <a:pt x="918167" y="354181"/>
                  </a:moveTo>
                  <a:lnTo>
                    <a:pt x="939477" y="337649"/>
                  </a:lnTo>
                  <a:lnTo>
                    <a:pt x="885374" y="356153"/>
                  </a:lnTo>
                  <a:close/>
                  <a:moveTo>
                    <a:pt x="825948" y="185530"/>
                  </a:moveTo>
                  <a:lnTo>
                    <a:pt x="828759" y="172846"/>
                  </a:lnTo>
                  <a:lnTo>
                    <a:pt x="792219" y="160807"/>
                  </a:lnTo>
                  <a:close/>
                  <a:moveTo>
                    <a:pt x="783433" y="181387"/>
                  </a:moveTo>
                  <a:lnTo>
                    <a:pt x="787821" y="189438"/>
                  </a:lnTo>
                  <a:lnTo>
                    <a:pt x="792219" y="160807"/>
                  </a:lnTo>
                  <a:close/>
                  <a:moveTo>
                    <a:pt x="786254" y="42294"/>
                  </a:moveTo>
                  <a:lnTo>
                    <a:pt x="821397" y="0"/>
                  </a:lnTo>
                  <a:lnTo>
                    <a:pt x="794421" y="5083"/>
                  </a:lnTo>
                  <a:close/>
                  <a:moveTo>
                    <a:pt x="836143" y="8038"/>
                  </a:moveTo>
                  <a:lnTo>
                    <a:pt x="821397" y="0"/>
                  </a:lnTo>
                  <a:lnTo>
                    <a:pt x="786254" y="42294"/>
                  </a:lnTo>
                  <a:close/>
                </a:path>
              </a:pathLst>
            </a:custGeom>
            <a:solidFill>
              <a:srgbClr val="B5C1C9"/>
            </a:solidFill>
            <a:ln w="1524">
              <a:solidFill>
                <a:srgbClr val="B5C1C9"/>
              </a:solidFill>
            </a:ln>
          </p:spPr>
        </p:sp>
        <p:sp>
          <p:nvSpPr>
            <p:cNvPr id="166" name="Input_density__165">
              <a:extLst>
                <a:ext uri="{FF2B5EF4-FFF2-40B4-BE49-F238E27FC236}">
                  <a16:creationId xmlns:a16="http://schemas.microsoft.com/office/drawing/2014/main" id="{4FA405FB-0759-1D75-F019-E8526AC74056}"/>
                </a:ext>
              </a:extLst>
            </p:cNvPr>
            <p:cNvSpPr>
              <a:spLocks noGrp="1"/>
            </p:cNvSpPr>
            <p:nvPr/>
          </p:nvSpPr>
          <p:spPr>
            <a:xfrm>
              <a:off x="1248333" y="2304372"/>
              <a:ext cx="35890" cy="15591"/>
            </a:xfrm>
            <a:custGeom>
              <a:avLst/>
              <a:gdLst/>
              <a:ahLst/>
              <a:cxnLst/>
              <a:rect l="0" t="0" r="0" b="0"/>
              <a:pathLst>
                <a:path w="35890" h="15591">
                  <a:moveTo>
                    <a:pt x="35890" y="0"/>
                  </a:moveTo>
                  <a:lnTo>
                    <a:pt x="22456" y="12258"/>
                  </a:lnTo>
                  <a:lnTo>
                    <a:pt x="0" y="15591"/>
                  </a:lnTo>
                  <a:close/>
                </a:path>
              </a:pathLst>
            </a:custGeom>
            <a:solidFill>
              <a:srgbClr val="A8B5BF"/>
            </a:solidFill>
            <a:ln w="1524">
              <a:solidFill>
                <a:srgbClr val="A8B5BF"/>
              </a:solidFill>
            </a:ln>
          </p:spPr>
        </p:sp>
        <p:sp>
          <p:nvSpPr>
            <p:cNvPr id="167" name="Input_density__166">
              <a:extLst>
                <a:ext uri="{FF2B5EF4-FFF2-40B4-BE49-F238E27FC236}">
                  <a16:creationId xmlns:a16="http://schemas.microsoft.com/office/drawing/2014/main" id="{9F1BA964-9796-FBA5-E26C-521BCADDCD85}"/>
                </a:ext>
              </a:extLst>
            </p:cNvPr>
            <p:cNvSpPr>
              <a:spLocks noGrp="1"/>
            </p:cNvSpPr>
            <p:nvPr/>
          </p:nvSpPr>
          <p:spPr>
            <a:xfrm>
              <a:off x="509078" y="1612039"/>
              <a:ext cx="1245635" cy="682781"/>
            </a:xfrm>
            <a:custGeom>
              <a:avLst/>
              <a:gdLst/>
              <a:ahLst/>
              <a:cxnLst/>
              <a:rect l="0" t="0" r="0" b="0"/>
              <a:pathLst>
                <a:path w="1245635" h="682781">
                  <a:moveTo>
                    <a:pt x="15707" y="553715"/>
                  </a:moveTo>
                  <a:lnTo>
                    <a:pt x="0" y="544626"/>
                  </a:lnTo>
                  <a:lnTo>
                    <a:pt x="26512" y="572516"/>
                  </a:lnTo>
                  <a:close/>
                  <a:moveTo>
                    <a:pt x="110434" y="682781"/>
                  </a:moveTo>
                  <a:lnTo>
                    <a:pt x="115739" y="665597"/>
                  </a:lnTo>
                  <a:lnTo>
                    <a:pt x="90236" y="646026"/>
                  </a:lnTo>
                  <a:close/>
                  <a:moveTo>
                    <a:pt x="75939" y="609271"/>
                  </a:moveTo>
                  <a:lnTo>
                    <a:pt x="111460" y="597682"/>
                  </a:lnTo>
                  <a:lnTo>
                    <a:pt x="59820" y="594068"/>
                  </a:lnTo>
                  <a:close/>
                  <a:moveTo>
                    <a:pt x="26512" y="572516"/>
                  </a:moveTo>
                  <a:lnTo>
                    <a:pt x="44739" y="555332"/>
                  </a:lnTo>
                  <a:lnTo>
                    <a:pt x="15707" y="553715"/>
                  </a:lnTo>
                  <a:close/>
                  <a:moveTo>
                    <a:pt x="44739" y="555332"/>
                  </a:moveTo>
                  <a:lnTo>
                    <a:pt x="40143" y="548870"/>
                  </a:lnTo>
                  <a:lnTo>
                    <a:pt x="15707" y="553715"/>
                  </a:lnTo>
                  <a:close/>
                  <a:moveTo>
                    <a:pt x="25216" y="518577"/>
                  </a:moveTo>
                  <a:lnTo>
                    <a:pt x="15707" y="553715"/>
                  </a:lnTo>
                  <a:lnTo>
                    <a:pt x="40143" y="548870"/>
                  </a:lnTo>
                  <a:close/>
                  <a:moveTo>
                    <a:pt x="215819" y="656510"/>
                  </a:moveTo>
                  <a:lnTo>
                    <a:pt x="165733" y="628842"/>
                  </a:lnTo>
                  <a:lnTo>
                    <a:pt x="189999" y="639220"/>
                  </a:lnTo>
                  <a:close/>
                  <a:moveTo>
                    <a:pt x="25216" y="518577"/>
                  </a:moveTo>
                  <a:lnTo>
                    <a:pt x="23810" y="480522"/>
                  </a:lnTo>
                  <a:lnTo>
                    <a:pt x="23834" y="487891"/>
                  </a:lnTo>
                  <a:close/>
                  <a:moveTo>
                    <a:pt x="30323" y="464639"/>
                  </a:moveTo>
                  <a:lnTo>
                    <a:pt x="23810" y="480522"/>
                  </a:lnTo>
                  <a:lnTo>
                    <a:pt x="25216" y="518577"/>
                  </a:lnTo>
                  <a:close/>
                  <a:moveTo>
                    <a:pt x="139724" y="479616"/>
                  </a:moveTo>
                  <a:lnTo>
                    <a:pt x="173165" y="484211"/>
                  </a:lnTo>
                  <a:lnTo>
                    <a:pt x="118585" y="457648"/>
                  </a:lnTo>
                  <a:close/>
                  <a:moveTo>
                    <a:pt x="173165" y="484211"/>
                  </a:moveTo>
                  <a:lnTo>
                    <a:pt x="139724" y="479616"/>
                  </a:lnTo>
                  <a:lnTo>
                    <a:pt x="142587" y="482882"/>
                  </a:lnTo>
                  <a:close/>
                  <a:moveTo>
                    <a:pt x="127557" y="360860"/>
                  </a:moveTo>
                  <a:lnTo>
                    <a:pt x="86212" y="367384"/>
                  </a:lnTo>
                  <a:lnTo>
                    <a:pt x="139173" y="381348"/>
                  </a:lnTo>
                  <a:close/>
                  <a:moveTo>
                    <a:pt x="162852" y="345303"/>
                  </a:moveTo>
                  <a:lnTo>
                    <a:pt x="123073" y="320007"/>
                  </a:lnTo>
                  <a:lnTo>
                    <a:pt x="160728" y="360981"/>
                  </a:lnTo>
                  <a:close/>
                  <a:moveTo>
                    <a:pt x="229897" y="339579"/>
                  </a:moveTo>
                  <a:lnTo>
                    <a:pt x="218579" y="332872"/>
                  </a:lnTo>
                  <a:lnTo>
                    <a:pt x="197760" y="351242"/>
                  </a:lnTo>
                  <a:close/>
                  <a:moveTo>
                    <a:pt x="197760" y="351242"/>
                  </a:moveTo>
                  <a:lnTo>
                    <a:pt x="218579" y="332872"/>
                  </a:lnTo>
                  <a:lnTo>
                    <a:pt x="162852" y="345303"/>
                  </a:lnTo>
                  <a:close/>
                  <a:moveTo>
                    <a:pt x="473468" y="582487"/>
                  </a:moveTo>
                  <a:lnTo>
                    <a:pt x="505525" y="583514"/>
                  </a:lnTo>
                  <a:lnTo>
                    <a:pt x="472807" y="564301"/>
                  </a:lnTo>
                  <a:close/>
                  <a:moveTo>
                    <a:pt x="505525" y="583514"/>
                  </a:moveTo>
                  <a:lnTo>
                    <a:pt x="509329" y="576272"/>
                  </a:lnTo>
                  <a:lnTo>
                    <a:pt x="472807" y="564301"/>
                  </a:lnTo>
                  <a:close/>
                  <a:moveTo>
                    <a:pt x="472807" y="564301"/>
                  </a:moveTo>
                  <a:lnTo>
                    <a:pt x="441975" y="542926"/>
                  </a:lnTo>
                  <a:lnTo>
                    <a:pt x="473468" y="582487"/>
                  </a:lnTo>
                  <a:close/>
                  <a:moveTo>
                    <a:pt x="437307" y="556148"/>
                  </a:moveTo>
                  <a:lnTo>
                    <a:pt x="458492" y="579681"/>
                  </a:lnTo>
                  <a:lnTo>
                    <a:pt x="473468" y="582487"/>
                  </a:lnTo>
                  <a:close/>
                  <a:moveTo>
                    <a:pt x="431601" y="544689"/>
                  </a:moveTo>
                  <a:lnTo>
                    <a:pt x="437307" y="556148"/>
                  </a:lnTo>
                  <a:lnTo>
                    <a:pt x="473468" y="582487"/>
                  </a:lnTo>
                  <a:close/>
                  <a:moveTo>
                    <a:pt x="505525" y="583514"/>
                  </a:moveTo>
                  <a:lnTo>
                    <a:pt x="513516" y="579681"/>
                  </a:lnTo>
                  <a:lnTo>
                    <a:pt x="509329" y="576272"/>
                  </a:lnTo>
                  <a:close/>
                  <a:moveTo>
                    <a:pt x="431601" y="544689"/>
                  </a:moveTo>
                  <a:lnTo>
                    <a:pt x="404645" y="530236"/>
                  </a:lnTo>
                  <a:lnTo>
                    <a:pt x="395190" y="547203"/>
                  </a:lnTo>
                  <a:close/>
                  <a:moveTo>
                    <a:pt x="279028" y="338098"/>
                  </a:moveTo>
                  <a:lnTo>
                    <a:pt x="229897" y="339579"/>
                  </a:lnTo>
                  <a:lnTo>
                    <a:pt x="257483" y="353752"/>
                  </a:lnTo>
                  <a:close/>
                  <a:moveTo>
                    <a:pt x="238776" y="324617"/>
                  </a:moveTo>
                  <a:lnTo>
                    <a:pt x="240226" y="317602"/>
                  </a:lnTo>
                  <a:lnTo>
                    <a:pt x="229897" y="339579"/>
                  </a:lnTo>
                  <a:close/>
                  <a:moveTo>
                    <a:pt x="470369" y="458977"/>
                  </a:moveTo>
                  <a:lnTo>
                    <a:pt x="505026" y="494426"/>
                  </a:lnTo>
                  <a:lnTo>
                    <a:pt x="506064" y="467859"/>
                  </a:lnTo>
                  <a:close/>
                  <a:moveTo>
                    <a:pt x="453476" y="469416"/>
                  </a:moveTo>
                  <a:lnTo>
                    <a:pt x="505026" y="494426"/>
                  </a:lnTo>
                  <a:lnTo>
                    <a:pt x="470369" y="458977"/>
                  </a:lnTo>
                  <a:close/>
                  <a:moveTo>
                    <a:pt x="387322" y="415477"/>
                  </a:moveTo>
                  <a:lnTo>
                    <a:pt x="361387" y="396871"/>
                  </a:lnTo>
                  <a:lnTo>
                    <a:pt x="359529" y="395906"/>
                  </a:lnTo>
                  <a:close/>
                  <a:moveTo>
                    <a:pt x="387322" y="415477"/>
                  </a:moveTo>
                  <a:lnTo>
                    <a:pt x="359529" y="395906"/>
                  </a:lnTo>
                  <a:lnTo>
                    <a:pt x="366661" y="378722"/>
                  </a:lnTo>
                  <a:close/>
                  <a:moveTo>
                    <a:pt x="423431" y="417090"/>
                  </a:moveTo>
                  <a:lnTo>
                    <a:pt x="424697" y="412792"/>
                  </a:lnTo>
                  <a:lnTo>
                    <a:pt x="387725" y="419030"/>
                  </a:lnTo>
                  <a:close/>
                  <a:moveTo>
                    <a:pt x="387725" y="419030"/>
                  </a:moveTo>
                  <a:lnTo>
                    <a:pt x="424697" y="412792"/>
                  </a:lnTo>
                  <a:lnTo>
                    <a:pt x="361571" y="395906"/>
                  </a:lnTo>
                  <a:close/>
                  <a:moveTo>
                    <a:pt x="361571" y="395906"/>
                  </a:moveTo>
                  <a:lnTo>
                    <a:pt x="424697" y="412792"/>
                  </a:lnTo>
                  <a:lnTo>
                    <a:pt x="382726" y="378722"/>
                  </a:lnTo>
                  <a:close/>
                  <a:moveTo>
                    <a:pt x="361571" y="395906"/>
                  </a:moveTo>
                  <a:lnTo>
                    <a:pt x="361387" y="396871"/>
                  </a:lnTo>
                  <a:lnTo>
                    <a:pt x="387725" y="419030"/>
                  </a:lnTo>
                  <a:close/>
                  <a:moveTo>
                    <a:pt x="426357" y="415477"/>
                  </a:moveTo>
                  <a:lnTo>
                    <a:pt x="423431" y="417090"/>
                  </a:lnTo>
                  <a:lnTo>
                    <a:pt x="409779" y="453225"/>
                  </a:lnTo>
                  <a:close/>
                  <a:moveTo>
                    <a:pt x="366661" y="378722"/>
                  </a:moveTo>
                  <a:lnTo>
                    <a:pt x="359529" y="395906"/>
                  </a:lnTo>
                  <a:lnTo>
                    <a:pt x="382163" y="378342"/>
                  </a:lnTo>
                  <a:close/>
                  <a:moveTo>
                    <a:pt x="382726" y="378722"/>
                  </a:moveTo>
                  <a:lnTo>
                    <a:pt x="382163" y="378342"/>
                  </a:lnTo>
                  <a:lnTo>
                    <a:pt x="360879" y="394973"/>
                  </a:lnTo>
                  <a:close/>
                  <a:moveTo>
                    <a:pt x="356044" y="280686"/>
                  </a:moveTo>
                  <a:lnTo>
                    <a:pt x="322179" y="266242"/>
                  </a:lnTo>
                  <a:lnTo>
                    <a:pt x="346302" y="272631"/>
                  </a:lnTo>
                  <a:close/>
                  <a:moveTo>
                    <a:pt x="356044" y="280686"/>
                  </a:moveTo>
                  <a:lnTo>
                    <a:pt x="346302" y="272631"/>
                  </a:lnTo>
                  <a:lnTo>
                    <a:pt x="378070" y="266832"/>
                  </a:lnTo>
                  <a:close/>
                  <a:moveTo>
                    <a:pt x="287127" y="267650"/>
                  </a:moveTo>
                  <a:lnTo>
                    <a:pt x="322179" y="266242"/>
                  </a:lnTo>
                  <a:lnTo>
                    <a:pt x="318667" y="265517"/>
                  </a:lnTo>
                  <a:close/>
                  <a:moveTo>
                    <a:pt x="398289" y="276201"/>
                  </a:moveTo>
                  <a:lnTo>
                    <a:pt x="414688" y="279163"/>
                  </a:lnTo>
                  <a:lnTo>
                    <a:pt x="378070" y="266832"/>
                  </a:lnTo>
                  <a:close/>
                  <a:moveTo>
                    <a:pt x="398289" y="276201"/>
                  </a:moveTo>
                  <a:lnTo>
                    <a:pt x="423903" y="282465"/>
                  </a:lnTo>
                  <a:lnTo>
                    <a:pt x="414688" y="279163"/>
                  </a:lnTo>
                  <a:close/>
                  <a:moveTo>
                    <a:pt x="616827" y="344207"/>
                  </a:moveTo>
                  <a:lnTo>
                    <a:pt x="659953" y="315496"/>
                  </a:lnTo>
                  <a:lnTo>
                    <a:pt x="624730" y="327172"/>
                  </a:lnTo>
                  <a:close/>
                  <a:moveTo>
                    <a:pt x="655754" y="365170"/>
                  </a:moveTo>
                  <a:lnTo>
                    <a:pt x="696040" y="391217"/>
                  </a:lnTo>
                  <a:lnTo>
                    <a:pt x="689207" y="346744"/>
                  </a:lnTo>
                  <a:close/>
                  <a:moveTo>
                    <a:pt x="1050662" y="572539"/>
                  </a:moveTo>
                  <a:lnTo>
                    <a:pt x="1004569" y="582924"/>
                  </a:lnTo>
                  <a:lnTo>
                    <a:pt x="1001366" y="592907"/>
                  </a:lnTo>
                  <a:close/>
                  <a:moveTo>
                    <a:pt x="1129552" y="177514"/>
                  </a:moveTo>
                  <a:lnTo>
                    <a:pt x="1166777" y="174339"/>
                  </a:lnTo>
                  <a:lnTo>
                    <a:pt x="1158314" y="136472"/>
                  </a:lnTo>
                  <a:close/>
                  <a:moveTo>
                    <a:pt x="1157032" y="223938"/>
                  </a:moveTo>
                  <a:lnTo>
                    <a:pt x="1197927" y="172522"/>
                  </a:lnTo>
                  <a:lnTo>
                    <a:pt x="1166777" y="174339"/>
                  </a:lnTo>
                  <a:close/>
                  <a:moveTo>
                    <a:pt x="1202587" y="173475"/>
                  </a:moveTo>
                  <a:lnTo>
                    <a:pt x="1197927" y="172522"/>
                  </a:lnTo>
                  <a:lnTo>
                    <a:pt x="1157032" y="223938"/>
                  </a:lnTo>
                  <a:close/>
                  <a:moveTo>
                    <a:pt x="1104335" y="99012"/>
                  </a:moveTo>
                  <a:lnTo>
                    <a:pt x="1090410" y="127795"/>
                  </a:lnTo>
                  <a:lnTo>
                    <a:pt x="1097046" y="114447"/>
                  </a:lnTo>
                  <a:close/>
                  <a:moveTo>
                    <a:pt x="1097046" y="114447"/>
                  </a:moveTo>
                  <a:lnTo>
                    <a:pt x="1090410" y="127795"/>
                  </a:lnTo>
                  <a:lnTo>
                    <a:pt x="1090906" y="137098"/>
                  </a:lnTo>
                  <a:close/>
                  <a:moveTo>
                    <a:pt x="1097046" y="114447"/>
                  </a:moveTo>
                  <a:lnTo>
                    <a:pt x="1146860" y="101037"/>
                  </a:lnTo>
                  <a:lnTo>
                    <a:pt x="1113666" y="90165"/>
                  </a:lnTo>
                  <a:close/>
                  <a:moveTo>
                    <a:pt x="1245635" y="164406"/>
                  </a:moveTo>
                  <a:lnTo>
                    <a:pt x="1202842" y="172107"/>
                  </a:lnTo>
                  <a:lnTo>
                    <a:pt x="1202587" y="173475"/>
                  </a:lnTo>
                  <a:close/>
                  <a:moveTo>
                    <a:pt x="1087949" y="50007"/>
                  </a:moveTo>
                  <a:lnTo>
                    <a:pt x="1107272" y="16639"/>
                  </a:lnTo>
                  <a:lnTo>
                    <a:pt x="1079132" y="12428"/>
                  </a:lnTo>
                  <a:close/>
                  <a:moveTo>
                    <a:pt x="1079132" y="12428"/>
                  </a:moveTo>
                  <a:lnTo>
                    <a:pt x="1107272" y="16639"/>
                  </a:lnTo>
                  <a:lnTo>
                    <a:pt x="1089550" y="0"/>
                  </a:lnTo>
                  <a:close/>
                </a:path>
              </a:pathLst>
            </a:custGeom>
            <a:solidFill>
              <a:srgbClr val="C9D2D8"/>
            </a:solidFill>
            <a:ln w="1524">
              <a:solidFill>
                <a:srgbClr val="C9D2D8"/>
              </a:solidFill>
            </a:ln>
          </p:spPr>
        </p:sp>
        <p:sp>
          <p:nvSpPr>
            <p:cNvPr id="168" name="Input_density__167">
              <a:extLst>
                <a:ext uri="{FF2B5EF4-FFF2-40B4-BE49-F238E27FC236}">
                  <a16:creationId xmlns:a16="http://schemas.microsoft.com/office/drawing/2014/main" id="{02C7AC75-9B21-F70E-2E87-FD70C85BD897}"/>
                </a:ext>
              </a:extLst>
            </p:cNvPr>
            <p:cNvSpPr>
              <a:spLocks noGrp="1"/>
            </p:cNvSpPr>
            <p:nvPr/>
          </p:nvSpPr>
          <p:spPr>
            <a:xfrm>
              <a:off x="568898" y="1666880"/>
              <a:ext cx="1106958" cy="735515"/>
            </a:xfrm>
            <a:custGeom>
              <a:avLst/>
              <a:gdLst/>
              <a:ahLst/>
              <a:cxnLst/>
              <a:rect l="0" t="0" r="0" b="0"/>
              <a:pathLst>
                <a:path w="1106958" h="735515">
                  <a:moveTo>
                    <a:pt x="52834" y="631365"/>
                  </a:moveTo>
                  <a:lnTo>
                    <a:pt x="82321" y="664694"/>
                  </a:lnTo>
                  <a:lnTo>
                    <a:pt x="60379" y="640396"/>
                  </a:lnTo>
                  <a:close/>
                  <a:moveTo>
                    <a:pt x="60379" y="640396"/>
                  </a:moveTo>
                  <a:lnTo>
                    <a:pt x="82321" y="664694"/>
                  </a:lnTo>
                  <a:lnTo>
                    <a:pt x="74764" y="658283"/>
                  </a:lnTo>
                  <a:close/>
                  <a:moveTo>
                    <a:pt x="0" y="539226"/>
                  </a:moveTo>
                  <a:lnTo>
                    <a:pt x="55497" y="525937"/>
                  </a:lnTo>
                  <a:lnTo>
                    <a:pt x="21107" y="521932"/>
                  </a:lnTo>
                  <a:close/>
                  <a:moveTo>
                    <a:pt x="269844" y="703838"/>
                  </a:moveTo>
                  <a:lnTo>
                    <a:pt x="299717" y="686654"/>
                  </a:lnTo>
                  <a:lnTo>
                    <a:pt x="259805" y="695296"/>
                  </a:lnTo>
                  <a:close/>
                  <a:moveTo>
                    <a:pt x="299717" y="686654"/>
                  </a:moveTo>
                  <a:lnTo>
                    <a:pt x="278380" y="668536"/>
                  </a:lnTo>
                  <a:lnTo>
                    <a:pt x="259805" y="695296"/>
                  </a:lnTo>
                  <a:close/>
                  <a:moveTo>
                    <a:pt x="300863" y="724228"/>
                  </a:moveTo>
                  <a:lnTo>
                    <a:pt x="337201" y="735515"/>
                  </a:lnTo>
                  <a:lnTo>
                    <a:pt x="357020" y="713406"/>
                  </a:lnTo>
                  <a:close/>
                  <a:moveTo>
                    <a:pt x="321410" y="704845"/>
                  </a:moveTo>
                  <a:lnTo>
                    <a:pt x="357020" y="713406"/>
                  </a:lnTo>
                  <a:lnTo>
                    <a:pt x="375396" y="685902"/>
                  </a:lnTo>
                  <a:close/>
                  <a:moveTo>
                    <a:pt x="357020" y="713406"/>
                  </a:moveTo>
                  <a:lnTo>
                    <a:pt x="384857" y="692907"/>
                  </a:lnTo>
                  <a:lnTo>
                    <a:pt x="375396" y="685902"/>
                  </a:lnTo>
                  <a:close/>
                  <a:moveTo>
                    <a:pt x="67737" y="306019"/>
                  </a:moveTo>
                  <a:lnTo>
                    <a:pt x="88860" y="338676"/>
                  </a:lnTo>
                  <a:lnTo>
                    <a:pt x="98550" y="352803"/>
                  </a:lnTo>
                  <a:close/>
                  <a:moveTo>
                    <a:pt x="384372" y="658600"/>
                  </a:moveTo>
                  <a:lnTo>
                    <a:pt x="375396" y="685902"/>
                  </a:lnTo>
                  <a:lnTo>
                    <a:pt x="395054" y="669471"/>
                  </a:lnTo>
                  <a:close/>
                  <a:moveTo>
                    <a:pt x="403235" y="615533"/>
                  </a:moveTo>
                  <a:lnTo>
                    <a:pt x="385797" y="628581"/>
                  </a:lnTo>
                  <a:lnTo>
                    <a:pt x="395054" y="669471"/>
                  </a:lnTo>
                  <a:close/>
                  <a:moveTo>
                    <a:pt x="386422" y="534710"/>
                  </a:moveTo>
                  <a:lnTo>
                    <a:pt x="403926" y="571788"/>
                  </a:lnTo>
                  <a:lnTo>
                    <a:pt x="413649" y="527646"/>
                  </a:lnTo>
                  <a:close/>
                  <a:moveTo>
                    <a:pt x="445705" y="528673"/>
                  </a:moveTo>
                  <a:lnTo>
                    <a:pt x="413649" y="527646"/>
                  </a:lnTo>
                  <a:lnTo>
                    <a:pt x="403926" y="571788"/>
                  </a:lnTo>
                  <a:close/>
                  <a:moveTo>
                    <a:pt x="174348" y="318269"/>
                  </a:moveTo>
                  <a:lnTo>
                    <a:pt x="170077" y="284737"/>
                  </a:lnTo>
                  <a:lnTo>
                    <a:pt x="219208" y="283257"/>
                  </a:lnTo>
                  <a:close/>
                  <a:moveTo>
                    <a:pt x="461193" y="561594"/>
                  </a:moveTo>
                  <a:lnTo>
                    <a:pt x="473918" y="577572"/>
                  </a:lnTo>
                  <a:lnTo>
                    <a:pt x="501956" y="592945"/>
                  </a:lnTo>
                  <a:close/>
                  <a:moveTo>
                    <a:pt x="363611" y="362249"/>
                  </a:moveTo>
                  <a:lnTo>
                    <a:pt x="321008" y="414574"/>
                  </a:lnTo>
                  <a:lnTo>
                    <a:pt x="349959" y="398384"/>
                  </a:lnTo>
                  <a:close/>
                  <a:moveTo>
                    <a:pt x="320987" y="414561"/>
                  </a:moveTo>
                  <a:lnTo>
                    <a:pt x="321008" y="414574"/>
                  </a:lnTo>
                  <a:lnTo>
                    <a:pt x="363611" y="362249"/>
                  </a:lnTo>
                  <a:close/>
                  <a:moveTo>
                    <a:pt x="327906" y="364189"/>
                  </a:moveTo>
                  <a:lnTo>
                    <a:pt x="320987" y="414561"/>
                  </a:lnTo>
                  <a:lnTo>
                    <a:pt x="363611" y="362249"/>
                  </a:lnTo>
                  <a:close/>
                  <a:moveTo>
                    <a:pt x="402094" y="397391"/>
                  </a:moveTo>
                  <a:lnTo>
                    <a:pt x="397275" y="406716"/>
                  </a:lnTo>
                  <a:lnTo>
                    <a:pt x="410550" y="404136"/>
                  </a:lnTo>
                  <a:close/>
                  <a:moveTo>
                    <a:pt x="631308" y="638034"/>
                  </a:moveTo>
                  <a:lnTo>
                    <a:pt x="630958" y="691431"/>
                  </a:lnTo>
                  <a:lnTo>
                    <a:pt x="667556" y="645950"/>
                  </a:lnTo>
                  <a:close/>
                  <a:moveTo>
                    <a:pt x="417519" y="380208"/>
                  </a:moveTo>
                  <a:lnTo>
                    <a:pt x="402094" y="397391"/>
                  </a:lnTo>
                  <a:lnTo>
                    <a:pt x="410550" y="404136"/>
                  </a:lnTo>
                  <a:close/>
                  <a:moveTo>
                    <a:pt x="410550" y="404136"/>
                  </a:moveTo>
                  <a:lnTo>
                    <a:pt x="446245" y="413018"/>
                  </a:lnTo>
                  <a:lnTo>
                    <a:pt x="431072" y="384658"/>
                  </a:lnTo>
                  <a:close/>
                  <a:moveTo>
                    <a:pt x="458598" y="383950"/>
                  </a:moveTo>
                  <a:lnTo>
                    <a:pt x="481904" y="392091"/>
                  </a:lnTo>
                  <a:lnTo>
                    <a:pt x="462549" y="377768"/>
                  </a:lnTo>
                  <a:close/>
                  <a:moveTo>
                    <a:pt x="570126" y="338413"/>
                  </a:moveTo>
                  <a:lnTo>
                    <a:pt x="542833" y="332577"/>
                  </a:lnTo>
                  <a:lnTo>
                    <a:pt x="595934" y="310328"/>
                  </a:lnTo>
                  <a:close/>
                  <a:moveTo>
                    <a:pt x="1039374" y="269841"/>
                  </a:moveTo>
                  <a:lnTo>
                    <a:pt x="1008099" y="279932"/>
                  </a:lnTo>
                  <a:lnTo>
                    <a:pt x="986585" y="293255"/>
                  </a:lnTo>
                  <a:close/>
                  <a:moveTo>
                    <a:pt x="1039374" y="269841"/>
                  </a:moveTo>
                  <a:lnTo>
                    <a:pt x="1052220" y="226404"/>
                  </a:lnTo>
                  <a:lnTo>
                    <a:pt x="1009182" y="279495"/>
                  </a:lnTo>
                  <a:close/>
                  <a:moveTo>
                    <a:pt x="1052238" y="225557"/>
                  </a:moveTo>
                  <a:lnTo>
                    <a:pt x="1052220" y="226404"/>
                  </a:lnTo>
                  <a:lnTo>
                    <a:pt x="1048205" y="206650"/>
                  </a:lnTo>
                  <a:close/>
                  <a:moveTo>
                    <a:pt x="1052220" y="226404"/>
                  </a:moveTo>
                  <a:lnTo>
                    <a:pt x="1060521" y="225557"/>
                  </a:lnTo>
                  <a:lnTo>
                    <a:pt x="1048205" y="206650"/>
                  </a:lnTo>
                  <a:close/>
                  <a:moveTo>
                    <a:pt x="1065625" y="175572"/>
                  </a:moveTo>
                  <a:lnTo>
                    <a:pt x="1060521" y="225557"/>
                  </a:lnTo>
                  <a:lnTo>
                    <a:pt x="1095729" y="173374"/>
                  </a:lnTo>
                  <a:close/>
                  <a:moveTo>
                    <a:pt x="1095729" y="173374"/>
                  </a:moveTo>
                  <a:lnTo>
                    <a:pt x="1082962" y="171619"/>
                  </a:lnTo>
                  <a:lnTo>
                    <a:pt x="1065625" y="175572"/>
                  </a:lnTo>
                  <a:close/>
                  <a:moveTo>
                    <a:pt x="1082962" y="171619"/>
                  </a:moveTo>
                  <a:lnTo>
                    <a:pt x="1095729" y="173374"/>
                  </a:lnTo>
                  <a:lnTo>
                    <a:pt x="1097213" y="169096"/>
                  </a:lnTo>
                  <a:close/>
                  <a:moveTo>
                    <a:pt x="1066901" y="169722"/>
                  </a:moveTo>
                  <a:lnTo>
                    <a:pt x="1082962" y="171619"/>
                  </a:lnTo>
                  <a:lnTo>
                    <a:pt x="1106958" y="119498"/>
                  </a:lnTo>
                  <a:close/>
                  <a:moveTo>
                    <a:pt x="1055503" y="0"/>
                  </a:moveTo>
                  <a:lnTo>
                    <a:pt x="1044515" y="44171"/>
                  </a:lnTo>
                  <a:lnTo>
                    <a:pt x="1053846" y="35324"/>
                  </a:lnTo>
                  <a:close/>
                  <a:moveTo>
                    <a:pt x="1028182" y="39870"/>
                  </a:moveTo>
                  <a:lnTo>
                    <a:pt x="1044515" y="44171"/>
                  </a:lnTo>
                  <a:lnTo>
                    <a:pt x="1055503" y="0"/>
                  </a:lnTo>
                  <a:close/>
                </a:path>
              </a:pathLst>
            </a:custGeom>
            <a:solidFill>
              <a:srgbClr val="BCC7CF"/>
            </a:solidFill>
            <a:ln w="1524">
              <a:solidFill>
                <a:srgbClr val="BCC7CF"/>
              </a:solidFill>
            </a:ln>
          </p:spPr>
        </p:sp>
        <p:sp>
          <p:nvSpPr>
            <p:cNvPr id="169" name="Input_density__168">
              <a:extLst>
                <a:ext uri="{FF2B5EF4-FFF2-40B4-BE49-F238E27FC236}">
                  <a16:creationId xmlns:a16="http://schemas.microsoft.com/office/drawing/2014/main" id="{476F9FA5-CE71-5691-1D5B-0C8FDB7FDBDD}"/>
                </a:ext>
              </a:extLst>
            </p:cNvPr>
            <p:cNvSpPr>
              <a:spLocks noGrp="1"/>
            </p:cNvSpPr>
            <p:nvPr/>
          </p:nvSpPr>
          <p:spPr>
            <a:xfrm>
              <a:off x="535590" y="1628678"/>
              <a:ext cx="1163809" cy="762431"/>
            </a:xfrm>
            <a:custGeom>
              <a:avLst/>
              <a:gdLst/>
              <a:ahLst/>
              <a:cxnLst/>
              <a:rect l="0" t="0" r="0" b="0"/>
              <a:pathLst>
                <a:path w="1163809" h="762431">
                  <a:moveTo>
                    <a:pt x="83922" y="666142"/>
                  </a:moveTo>
                  <a:lnTo>
                    <a:pt x="86141" y="669567"/>
                  </a:lnTo>
                  <a:lnTo>
                    <a:pt x="93686" y="678599"/>
                  </a:lnTo>
                  <a:close/>
                  <a:moveTo>
                    <a:pt x="83922" y="666142"/>
                  </a:moveTo>
                  <a:lnTo>
                    <a:pt x="63724" y="629387"/>
                  </a:lnTo>
                  <a:lnTo>
                    <a:pt x="63953" y="642859"/>
                  </a:lnTo>
                  <a:close/>
                  <a:moveTo>
                    <a:pt x="83922" y="666142"/>
                  </a:moveTo>
                  <a:lnTo>
                    <a:pt x="93686" y="678599"/>
                  </a:lnTo>
                  <a:lnTo>
                    <a:pt x="105963" y="685713"/>
                  </a:lnTo>
                  <a:close/>
                  <a:moveTo>
                    <a:pt x="33308" y="577429"/>
                  </a:moveTo>
                  <a:lnTo>
                    <a:pt x="84949" y="581042"/>
                  </a:lnTo>
                  <a:lnTo>
                    <a:pt x="88805" y="564139"/>
                  </a:lnTo>
                  <a:close/>
                  <a:moveTo>
                    <a:pt x="18227" y="538693"/>
                  </a:moveTo>
                  <a:lnTo>
                    <a:pt x="33308" y="577429"/>
                  </a:lnTo>
                  <a:lnTo>
                    <a:pt x="54414" y="560135"/>
                  </a:lnTo>
                  <a:close/>
                  <a:moveTo>
                    <a:pt x="18227" y="538693"/>
                  </a:moveTo>
                  <a:lnTo>
                    <a:pt x="0" y="555877"/>
                  </a:lnTo>
                  <a:lnTo>
                    <a:pt x="33308" y="577429"/>
                  </a:lnTo>
                  <a:close/>
                  <a:moveTo>
                    <a:pt x="333025" y="724856"/>
                  </a:moveTo>
                  <a:lnTo>
                    <a:pt x="334170" y="762431"/>
                  </a:lnTo>
                  <a:lnTo>
                    <a:pt x="354718" y="743047"/>
                  </a:lnTo>
                  <a:close/>
                  <a:moveTo>
                    <a:pt x="333025" y="724856"/>
                  </a:moveTo>
                  <a:lnTo>
                    <a:pt x="303152" y="742040"/>
                  </a:lnTo>
                  <a:lnTo>
                    <a:pt x="334170" y="762431"/>
                  </a:lnTo>
                  <a:close/>
                  <a:moveTo>
                    <a:pt x="354718" y="743047"/>
                  </a:moveTo>
                  <a:lnTo>
                    <a:pt x="334170" y="762431"/>
                  </a:lnTo>
                  <a:lnTo>
                    <a:pt x="390327" y="751608"/>
                  </a:lnTo>
                  <a:close/>
                  <a:moveTo>
                    <a:pt x="92073" y="441009"/>
                  </a:moveTo>
                  <a:lnTo>
                    <a:pt x="125258" y="441119"/>
                  </a:lnTo>
                  <a:lnTo>
                    <a:pt x="99678" y="412375"/>
                  </a:lnTo>
                  <a:close/>
                  <a:moveTo>
                    <a:pt x="125258" y="441119"/>
                  </a:moveTo>
                  <a:lnTo>
                    <a:pt x="129982" y="401102"/>
                  </a:lnTo>
                  <a:lnTo>
                    <a:pt x="99678" y="412375"/>
                  </a:lnTo>
                  <a:close/>
                  <a:moveTo>
                    <a:pt x="101045" y="344221"/>
                  </a:moveTo>
                  <a:lnTo>
                    <a:pt x="131858" y="391005"/>
                  </a:lnTo>
                  <a:lnTo>
                    <a:pt x="134216" y="344342"/>
                  </a:lnTo>
                  <a:close/>
                  <a:moveTo>
                    <a:pt x="368678" y="530564"/>
                  </a:moveTo>
                  <a:lnTo>
                    <a:pt x="378133" y="513597"/>
                  </a:lnTo>
                  <a:lnTo>
                    <a:pt x="383783" y="489532"/>
                  </a:lnTo>
                  <a:close/>
                  <a:moveTo>
                    <a:pt x="261970" y="396450"/>
                  </a:moveTo>
                  <a:lnTo>
                    <a:pt x="280288" y="342512"/>
                  </a:lnTo>
                  <a:lnTo>
                    <a:pt x="261897" y="359695"/>
                  </a:lnTo>
                  <a:close/>
                  <a:moveTo>
                    <a:pt x="261897" y="359695"/>
                  </a:moveTo>
                  <a:lnTo>
                    <a:pt x="280288" y="342512"/>
                  </a:lnTo>
                  <a:lnTo>
                    <a:pt x="230971" y="337113"/>
                  </a:lnTo>
                  <a:close/>
                  <a:moveTo>
                    <a:pt x="280288" y="342512"/>
                  </a:moveTo>
                  <a:lnTo>
                    <a:pt x="252516" y="321459"/>
                  </a:lnTo>
                  <a:lnTo>
                    <a:pt x="230971" y="337113"/>
                  </a:lnTo>
                  <a:close/>
                  <a:moveTo>
                    <a:pt x="591380" y="746817"/>
                  </a:moveTo>
                  <a:lnTo>
                    <a:pt x="578322" y="710061"/>
                  </a:lnTo>
                  <a:lnTo>
                    <a:pt x="581174" y="716985"/>
                  </a:lnTo>
                  <a:close/>
                  <a:moveTo>
                    <a:pt x="494501" y="599796"/>
                  </a:moveTo>
                  <a:lnTo>
                    <a:pt x="535264" y="631148"/>
                  </a:lnTo>
                  <a:lnTo>
                    <a:pt x="534632" y="619368"/>
                  </a:lnTo>
                  <a:close/>
                  <a:moveTo>
                    <a:pt x="430583" y="444918"/>
                  </a:moveTo>
                  <a:lnTo>
                    <a:pt x="426964" y="452777"/>
                  </a:lnTo>
                  <a:lnTo>
                    <a:pt x="443857" y="442338"/>
                  </a:lnTo>
                  <a:close/>
                  <a:moveTo>
                    <a:pt x="361213" y="402391"/>
                  </a:moveTo>
                  <a:lnTo>
                    <a:pt x="334875" y="380232"/>
                  </a:lnTo>
                  <a:lnTo>
                    <a:pt x="360810" y="398838"/>
                  </a:lnTo>
                  <a:close/>
                  <a:moveTo>
                    <a:pt x="399845" y="398838"/>
                  </a:moveTo>
                  <a:lnTo>
                    <a:pt x="430583" y="444918"/>
                  </a:lnTo>
                  <a:lnTo>
                    <a:pt x="435401" y="435593"/>
                  </a:lnTo>
                  <a:close/>
                  <a:moveTo>
                    <a:pt x="383267" y="436586"/>
                  </a:moveTo>
                  <a:lnTo>
                    <a:pt x="430583" y="444918"/>
                  </a:lnTo>
                  <a:lnTo>
                    <a:pt x="399845" y="398838"/>
                  </a:lnTo>
                  <a:close/>
                  <a:moveTo>
                    <a:pt x="583798" y="535863"/>
                  </a:moveTo>
                  <a:lnTo>
                    <a:pt x="594353" y="572029"/>
                  </a:lnTo>
                  <a:lnTo>
                    <a:pt x="618396" y="534824"/>
                  </a:lnTo>
                  <a:close/>
                  <a:moveTo>
                    <a:pt x="491905" y="422153"/>
                  </a:moveTo>
                  <a:lnTo>
                    <a:pt x="479552" y="451220"/>
                  </a:lnTo>
                  <a:lnTo>
                    <a:pt x="526974" y="465477"/>
                  </a:lnTo>
                  <a:close/>
                  <a:moveTo>
                    <a:pt x="450827" y="418410"/>
                  </a:moveTo>
                  <a:lnTo>
                    <a:pt x="402670" y="395776"/>
                  </a:lnTo>
                  <a:lnTo>
                    <a:pt x="399845" y="398838"/>
                  </a:lnTo>
                  <a:close/>
                  <a:moveTo>
                    <a:pt x="450827" y="418410"/>
                  </a:moveTo>
                  <a:lnTo>
                    <a:pt x="399845" y="398838"/>
                  </a:lnTo>
                  <a:lnTo>
                    <a:pt x="435401" y="435593"/>
                  </a:lnTo>
                  <a:close/>
                  <a:moveTo>
                    <a:pt x="416596" y="294960"/>
                  </a:moveTo>
                  <a:lnTo>
                    <a:pt x="436388" y="305957"/>
                  </a:lnTo>
                  <a:lnTo>
                    <a:pt x="397391" y="265826"/>
                  </a:lnTo>
                  <a:close/>
                  <a:moveTo>
                    <a:pt x="645477" y="330105"/>
                  </a:moveTo>
                  <a:lnTo>
                    <a:pt x="629242" y="348530"/>
                  </a:lnTo>
                  <a:lnTo>
                    <a:pt x="632955" y="343999"/>
                  </a:lnTo>
                  <a:close/>
                  <a:moveTo>
                    <a:pt x="632955" y="343999"/>
                  </a:moveTo>
                  <a:lnTo>
                    <a:pt x="633441" y="298857"/>
                  </a:lnTo>
                  <a:lnTo>
                    <a:pt x="590315" y="327568"/>
                  </a:lnTo>
                  <a:close/>
                  <a:moveTo>
                    <a:pt x="669528" y="374578"/>
                  </a:moveTo>
                  <a:lnTo>
                    <a:pt x="683014" y="375137"/>
                  </a:lnTo>
                  <a:lnTo>
                    <a:pt x="662695" y="330105"/>
                  </a:lnTo>
                  <a:close/>
                  <a:moveTo>
                    <a:pt x="776295" y="460631"/>
                  </a:moveTo>
                  <a:lnTo>
                    <a:pt x="796443" y="471340"/>
                  </a:lnTo>
                  <a:lnTo>
                    <a:pt x="782730" y="437741"/>
                  </a:lnTo>
                  <a:close/>
                  <a:moveTo>
                    <a:pt x="1085528" y="264607"/>
                  </a:moveTo>
                  <a:lnTo>
                    <a:pt x="1072682" y="308043"/>
                  </a:lnTo>
                  <a:lnTo>
                    <a:pt x="1093828" y="263759"/>
                  </a:lnTo>
                  <a:close/>
                  <a:moveTo>
                    <a:pt x="1072682" y="308043"/>
                  </a:moveTo>
                  <a:lnTo>
                    <a:pt x="1091005" y="317698"/>
                  </a:lnTo>
                  <a:lnTo>
                    <a:pt x="1093828" y="263759"/>
                  </a:lnTo>
                  <a:close/>
                  <a:moveTo>
                    <a:pt x="1093828" y="263759"/>
                  </a:moveTo>
                  <a:lnTo>
                    <a:pt x="1121348" y="269215"/>
                  </a:lnTo>
                  <a:lnTo>
                    <a:pt x="1122575" y="261576"/>
                  </a:lnTo>
                  <a:close/>
                  <a:moveTo>
                    <a:pt x="1129036" y="211576"/>
                  </a:moveTo>
                  <a:lnTo>
                    <a:pt x="1093828" y="263759"/>
                  </a:lnTo>
                  <a:lnTo>
                    <a:pt x="1122575" y="261576"/>
                  </a:lnTo>
                  <a:close/>
                  <a:moveTo>
                    <a:pt x="1129036" y="211576"/>
                  </a:moveTo>
                  <a:lnTo>
                    <a:pt x="1163809" y="210395"/>
                  </a:lnTo>
                  <a:lnTo>
                    <a:pt x="1130520" y="207299"/>
                  </a:lnTo>
                  <a:close/>
                  <a:moveTo>
                    <a:pt x="1140265" y="157700"/>
                  </a:moveTo>
                  <a:lnTo>
                    <a:pt x="1116270" y="209821"/>
                  </a:lnTo>
                  <a:lnTo>
                    <a:pt x="1130520" y="207299"/>
                  </a:lnTo>
                  <a:close/>
                  <a:moveTo>
                    <a:pt x="1103040" y="160875"/>
                  </a:moveTo>
                  <a:lnTo>
                    <a:pt x="1100209" y="207924"/>
                  </a:lnTo>
                  <a:lnTo>
                    <a:pt x="1140265" y="157700"/>
                  </a:lnTo>
                  <a:close/>
                  <a:moveTo>
                    <a:pt x="1120348" y="84398"/>
                  </a:moveTo>
                  <a:lnTo>
                    <a:pt x="1118558" y="66368"/>
                  </a:lnTo>
                  <a:lnTo>
                    <a:pt x="1087154" y="73526"/>
                  </a:lnTo>
                  <a:close/>
                  <a:moveTo>
                    <a:pt x="1077823" y="82373"/>
                  </a:moveTo>
                  <a:lnTo>
                    <a:pt x="1070534" y="97808"/>
                  </a:lnTo>
                  <a:lnTo>
                    <a:pt x="1087154" y="73526"/>
                  </a:lnTo>
                  <a:close/>
                  <a:moveTo>
                    <a:pt x="1061437" y="33368"/>
                  </a:moveTo>
                  <a:lnTo>
                    <a:pt x="1088810" y="38202"/>
                  </a:lnTo>
                  <a:lnTo>
                    <a:pt x="1080760" y="0"/>
                  </a:lnTo>
                  <a:close/>
                  <a:moveTo>
                    <a:pt x="1117467" y="41994"/>
                  </a:moveTo>
                  <a:lnTo>
                    <a:pt x="1087154" y="73526"/>
                  </a:lnTo>
                  <a:lnTo>
                    <a:pt x="1118558" y="66368"/>
                  </a:lnTo>
                  <a:close/>
                  <a:moveTo>
                    <a:pt x="1117467" y="41994"/>
                  </a:moveTo>
                  <a:lnTo>
                    <a:pt x="1088810" y="38202"/>
                  </a:lnTo>
                  <a:lnTo>
                    <a:pt x="1087154" y="73526"/>
                  </a:lnTo>
                  <a:close/>
                  <a:moveTo>
                    <a:pt x="1088810" y="38202"/>
                  </a:moveTo>
                  <a:lnTo>
                    <a:pt x="1107979" y="4960"/>
                  </a:lnTo>
                  <a:lnTo>
                    <a:pt x="1080760" y="0"/>
                  </a:lnTo>
                  <a:close/>
                </a:path>
              </a:pathLst>
            </a:custGeom>
            <a:solidFill>
              <a:srgbClr val="C2CCD3"/>
            </a:solidFill>
            <a:ln w="1524">
              <a:solidFill>
                <a:srgbClr val="C2CCD3"/>
              </a:solidFill>
            </a:ln>
          </p:spPr>
        </p:sp>
        <p:sp>
          <p:nvSpPr>
            <p:cNvPr id="170" name="Input_density__169">
              <a:extLst>
                <a:ext uri="{FF2B5EF4-FFF2-40B4-BE49-F238E27FC236}">
                  <a16:creationId xmlns:a16="http://schemas.microsoft.com/office/drawing/2014/main" id="{EE72F1B9-89D0-9A5D-F545-7D658956E283}"/>
                </a:ext>
              </a:extLst>
            </p:cNvPr>
            <p:cNvSpPr>
              <a:spLocks noGrp="1"/>
            </p:cNvSpPr>
            <p:nvPr/>
          </p:nvSpPr>
          <p:spPr>
            <a:xfrm>
              <a:off x="509078" y="1604765"/>
              <a:ext cx="1202842" cy="740898"/>
            </a:xfrm>
            <a:custGeom>
              <a:avLst/>
              <a:gdLst/>
              <a:ahLst/>
              <a:cxnLst/>
              <a:rect l="0" t="0" r="0" b="0"/>
              <a:pathLst>
                <a:path w="1202842" h="740898">
                  <a:moveTo>
                    <a:pt x="6967" y="543035"/>
                  </a:moveTo>
                  <a:lnTo>
                    <a:pt x="0" y="551900"/>
                  </a:lnTo>
                  <a:lnTo>
                    <a:pt x="15707" y="560989"/>
                  </a:lnTo>
                  <a:close/>
                  <a:moveTo>
                    <a:pt x="115739" y="672871"/>
                  </a:moveTo>
                  <a:lnTo>
                    <a:pt x="130151" y="643514"/>
                  </a:lnTo>
                  <a:lnTo>
                    <a:pt x="90236" y="653300"/>
                  </a:lnTo>
                  <a:close/>
                  <a:moveTo>
                    <a:pt x="75939" y="616545"/>
                  </a:moveTo>
                  <a:lnTo>
                    <a:pt x="121685" y="641391"/>
                  </a:lnTo>
                  <a:lnTo>
                    <a:pt x="111460" y="604956"/>
                  </a:lnTo>
                  <a:close/>
                  <a:moveTo>
                    <a:pt x="75939" y="616545"/>
                  </a:moveTo>
                  <a:lnTo>
                    <a:pt x="90236" y="653300"/>
                  </a:lnTo>
                  <a:lnTo>
                    <a:pt x="121685" y="641391"/>
                  </a:lnTo>
                  <a:close/>
                  <a:moveTo>
                    <a:pt x="121685" y="641391"/>
                  </a:moveTo>
                  <a:lnTo>
                    <a:pt x="144604" y="605098"/>
                  </a:lnTo>
                  <a:lnTo>
                    <a:pt x="111460" y="604956"/>
                  </a:lnTo>
                  <a:close/>
                  <a:moveTo>
                    <a:pt x="25216" y="525851"/>
                  </a:moveTo>
                  <a:lnTo>
                    <a:pt x="6967" y="543035"/>
                  </a:lnTo>
                  <a:lnTo>
                    <a:pt x="15707" y="560989"/>
                  </a:lnTo>
                  <a:close/>
                  <a:moveTo>
                    <a:pt x="23834" y="495165"/>
                  </a:moveTo>
                  <a:lnTo>
                    <a:pt x="6967" y="543035"/>
                  </a:lnTo>
                  <a:lnTo>
                    <a:pt x="25216" y="525851"/>
                  </a:lnTo>
                  <a:close/>
                  <a:moveTo>
                    <a:pt x="23834" y="495165"/>
                  </a:moveTo>
                  <a:lnTo>
                    <a:pt x="7603" y="530691"/>
                  </a:lnTo>
                  <a:lnTo>
                    <a:pt x="6967" y="543035"/>
                  </a:lnTo>
                  <a:close/>
                  <a:moveTo>
                    <a:pt x="7603" y="530691"/>
                  </a:moveTo>
                  <a:lnTo>
                    <a:pt x="23834" y="495165"/>
                  </a:lnTo>
                  <a:lnTo>
                    <a:pt x="12243" y="506280"/>
                  </a:lnTo>
                  <a:close/>
                  <a:moveTo>
                    <a:pt x="23834" y="495165"/>
                  </a:moveTo>
                  <a:lnTo>
                    <a:pt x="24987" y="489096"/>
                  </a:lnTo>
                  <a:lnTo>
                    <a:pt x="12243" y="506280"/>
                  </a:lnTo>
                  <a:close/>
                  <a:moveTo>
                    <a:pt x="189999" y="646494"/>
                  </a:moveTo>
                  <a:lnTo>
                    <a:pt x="162718" y="640703"/>
                  </a:lnTo>
                  <a:lnTo>
                    <a:pt x="130151" y="643514"/>
                  </a:lnTo>
                  <a:close/>
                  <a:moveTo>
                    <a:pt x="201712" y="630507"/>
                  </a:moveTo>
                  <a:lnTo>
                    <a:pt x="165733" y="636116"/>
                  </a:lnTo>
                  <a:lnTo>
                    <a:pt x="215819" y="663784"/>
                  </a:lnTo>
                  <a:close/>
                  <a:moveTo>
                    <a:pt x="189999" y="646494"/>
                  </a:moveTo>
                  <a:lnTo>
                    <a:pt x="165733" y="636116"/>
                  </a:lnTo>
                  <a:lnTo>
                    <a:pt x="162718" y="640703"/>
                  </a:lnTo>
                  <a:close/>
                  <a:moveTo>
                    <a:pt x="24987" y="489096"/>
                  </a:moveTo>
                  <a:lnTo>
                    <a:pt x="23834" y="495165"/>
                  </a:lnTo>
                  <a:lnTo>
                    <a:pt x="23810" y="487796"/>
                  </a:lnTo>
                  <a:close/>
                  <a:moveTo>
                    <a:pt x="23810" y="487796"/>
                  </a:moveTo>
                  <a:lnTo>
                    <a:pt x="37833" y="451299"/>
                  </a:lnTo>
                  <a:lnTo>
                    <a:pt x="24987" y="489096"/>
                  </a:lnTo>
                  <a:close/>
                  <a:moveTo>
                    <a:pt x="24987" y="489096"/>
                  </a:moveTo>
                  <a:lnTo>
                    <a:pt x="37833" y="451299"/>
                  </a:lnTo>
                  <a:lnTo>
                    <a:pt x="49413" y="435158"/>
                  </a:lnTo>
                  <a:close/>
                  <a:moveTo>
                    <a:pt x="24987" y="489096"/>
                  </a:moveTo>
                  <a:lnTo>
                    <a:pt x="49413" y="435158"/>
                  </a:lnTo>
                  <a:lnTo>
                    <a:pt x="36307" y="452341"/>
                  </a:lnTo>
                  <a:close/>
                  <a:moveTo>
                    <a:pt x="49413" y="435158"/>
                  </a:moveTo>
                  <a:lnTo>
                    <a:pt x="48046" y="398403"/>
                  </a:lnTo>
                  <a:lnTo>
                    <a:pt x="36307" y="452341"/>
                  </a:lnTo>
                  <a:close/>
                  <a:moveTo>
                    <a:pt x="118585" y="464922"/>
                  </a:moveTo>
                  <a:lnTo>
                    <a:pt x="173165" y="491485"/>
                  </a:lnTo>
                  <a:lnTo>
                    <a:pt x="174248" y="491504"/>
                  </a:lnTo>
                  <a:close/>
                  <a:moveTo>
                    <a:pt x="118585" y="464922"/>
                  </a:moveTo>
                  <a:lnTo>
                    <a:pt x="174248" y="491504"/>
                  </a:lnTo>
                  <a:lnTo>
                    <a:pt x="151770" y="465032"/>
                  </a:lnTo>
                  <a:close/>
                  <a:moveTo>
                    <a:pt x="48046" y="398403"/>
                  </a:moveTo>
                  <a:lnTo>
                    <a:pt x="49413" y="435158"/>
                  </a:lnTo>
                  <a:lnTo>
                    <a:pt x="70083" y="417975"/>
                  </a:lnTo>
                  <a:close/>
                  <a:moveTo>
                    <a:pt x="160728" y="368255"/>
                  </a:moveTo>
                  <a:lnTo>
                    <a:pt x="123073" y="327281"/>
                  </a:lnTo>
                  <a:lnTo>
                    <a:pt x="122525" y="327478"/>
                  </a:lnTo>
                  <a:close/>
                  <a:moveTo>
                    <a:pt x="160728" y="368255"/>
                  </a:moveTo>
                  <a:lnTo>
                    <a:pt x="122525" y="327478"/>
                  </a:lnTo>
                  <a:lnTo>
                    <a:pt x="127557" y="368134"/>
                  </a:lnTo>
                  <a:close/>
                  <a:moveTo>
                    <a:pt x="288482" y="420363"/>
                  </a:moveTo>
                  <a:lnTo>
                    <a:pt x="288409" y="383608"/>
                  </a:lnTo>
                  <a:lnTo>
                    <a:pt x="263244" y="428582"/>
                  </a:lnTo>
                  <a:close/>
                  <a:moveTo>
                    <a:pt x="229897" y="346853"/>
                  </a:moveTo>
                  <a:lnTo>
                    <a:pt x="255361" y="390243"/>
                  </a:lnTo>
                  <a:lnTo>
                    <a:pt x="257483" y="361026"/>
                  </a:lnTo>
                  <a:close/>
                  <a:moveTo>
                    <a:pt x="223356" y="400791"/>
                  </a:moveTo>
                  <a:lnTo>
                    <a:pt x="255361" y="390243"/>
                  </a:lnTo>
                  <a:lnTo>
                    <a:pt x="229897" y="346853"/>
                  </a:lnTo>
                  <a:close/>
                  <a:moveTo>
                    <a:pt x="123073" y="327281"/>
                  </a:moveTo>
                  <a:lnTo>
                    <a:pt x="162852" y="352577"/>
                  </a:lnTo>
                  <a:lnTo>
                    <a:pt x="172137" y="314232"/>
                  </a:lnTo>
                  <a:close/>
                  <a:moveTo>
                    <a:pt x="162852" y="352577"/>
                  </a:moveTo>
                  <a:lnTo>
                    <a:pt x="189188" y="310098"/>
                  </a:lnTo>
                  <a:lnTo>
                    <a:pt x="172137" y="314232"/>
                  </a:lnTo>
                  <a:close/>
                  <a:moveTo>
                    <a:pt x="218579" y="340146"/>
                  </a:moveTo>
                  <a:lnTo>
                    <a:pt x="189188" y="310098"/>
                  </a:lnTo>
                  <a:lnTo>
                    <a:pt x="162852" y="352577"/>
                  </a:lnTo>
                  <a:close/>
                  <a:moveTo>
                    <a:pt x="172137" y="314232"/>
                  </a:moveTo>
                  <a:lnTo>
                    <a:pt x="202682" y="280712"/>
                  </a:lnTo>
                  <a:lnTo>
                    <a:pt x="198331" y="275278"/>
                  </a:lnTo>
                  <a:close/>
                  <a:moveTo>
                    <a:pt x="473468" y="589761"/>
                  </a:moveTo>
                  <a:lnTo>
                    <a:pt x="441975" y="550200"/>
                  </a:lnTo>
                  <a:lnTo>
                    <a:pt x="431601" y="551963"/>
                  </a:lnTo>
                  <a:close/>
                  <a:moveTo>
                    <a:pt x="229897" y="346853"/>
                  </a:moveTo>
                  <a:lnTo>
                    <a:pt x="240226" y="324876"/>
                  </a:lnTo>
                  <a:lnTo>
                    <a:pt x="239922" y="292915"/>
                  </a:lnTo>
                  <a:close/>
                  <a:moveTo>
                    <a:pt x="227853" y="296024"/>
                  </a:moveTo>
                  <a:lnTo>
                    <a:pt x="218579" y="340146"/>
                  </a:lnTo>
                  <a:lnTo>
                    <a:pt x="229897" y="346853"/>
                  </a:lnTo>
                  <a:close/>
                  <a:moveTo>
                    <a:pt x="613103" y="722390"/>
                  </a:moveTo>
                  <a:lnTo>
                    <a:pt x="607686" y="740898"/>
                  </a:lnTo>
                  <a:lnTo>
                    <a:pt x="604834" y="733974"/>
                  </a:lnTo>
                  <a:close/>
                  <a:moveTo>
                    <a:pt x="663390" y="689619"/>
                  </a:moveTo>
                  <a:lnTo>
                    <a:pt x="624863" y="697220"/>
                  </a:lnTo>
                  <a:lnTo>
                    <a:pt x="613103" y="722390"/>
                  </a:lnTo>
                  <a:close/>
                  <a:moveTo>
                    <a:pt x="663390" y="689619"/>
                  </a:moveTo>
                  <a:lnTo>
                    <a:pt x="613103" y="722390"/>
                  </a:lnTo>
                  <a:lnTo>
                    <a:pt x="631362" y="694449"/>
                  </a:lnTo>
                  <a:close/>
                  <a:moveTo>
                    <a:pt x="513516" y="586955"/>
                  </a:moveTo>
                  <a:lnTo>
                    <a:pt x="521012" y="623710"/>
                  </a:lnTo>
                  <a:lnTo>
                    <a:pt x="545807" y="606526"/>
                  </a:lnTo>
                  <a:close/>
                  <a:moveTo>
                    <a:pt x="441975" y="550200"/>
                  </a:moveTo>
                  <a:lnTo>
                    <a:pt x="472807" y="571575"/>
                  </a:lnTo>
                  <a:lnTo>
                    <a:pt x="474902" y="543849"/>
                  </a:lnTo>
                  <a:close/>
                  <a:moveTo>
                    <a:pt x="513516" y="586955"/>
                  </a:moveTo>
                  <a:lnTo>
                    <a:pt x="558661" y="547207"/>
                  </a:lnTo>
                  <a:lnTo>
                    <a:pt x="513376" y="539658"/>
                  </a:lnTo>
                  <a:close/>
                  <a:moveTo>
                    <a:pt x="513376" y="539658"/>
                  </a:moveTo>
                  <a:lnTo>
                    <a:pt x="558661" y="547207"/>
                  </a:lnTo>
                  <a:lnTo>
                    <a:pt x="548582" y="538125"/>
                  </a:lnTo>
                  <a:close/>
                  <a:moveTo>
                    <a:pt x="513516" y="586955"/>
                  </a:moveTo>
                  <a:lnTo>
                    <a:pt x="513376" y="539658"/>
                  </a:lnTo>
                  <a:lnTo>
                    <a:pt x="509329" y="583546"/>
                  </a:lnTo>
                  <a:close/>
                  <a:moveTo>
                    <a:pt x="513376" y="539658"/>
                  </a:moveTo>
                  <a:lnTo>
                    <a:pt x="472807" y="571575"/>
                  </a:lnTo>
                  <a:lnTo>
                    <a:pt x="509329" y="583546"/>
                  </a:lnTo>
                  <a:close/>
                  <a:moveTo>
                    <a:pt x="513376" y="539658"/>
                  </a:moveTo>
                  <a:lnTo>
                    <a:pt x="474902" y="543849"/>
                  </a:lnTo>
                  <a:lnTo>
                    <a:pt x="472807" y="571575"/>
                  </a:lnTo>
                  <a:close/>
                  <a:moveTo>
                    <a:pt x="513376" y="539658"/>
                  </a:moveTo>
                  <a:lnTo>
                    <a:pt x="505026" y="501699"/>
                  </a:lnTo>
                  <a:lnTo>
                    <a:pt x="474902" y="543849"/>
                  </a:lnTo>
                  <a:close/>
                  <a:moveTo>
                    <a:pt x="548582" y="538125"/>
                  </a:moveTo>
                  <a:lnTo>
                    <a:pt x="505026" y="501699"/>
                  </a:lnTo>
                  <a:lnTo>
                    <a:pt x="513376" y="539658"/>
                  </a:lnTo>
                  <a:close/>
                  <a:moveTo>
                    <a:pt x="505026" y="501699"/>
                  </a:moveTo>
                  <a:lnTo>
                    <a:pt x="525811" y="496261"/>
                  </a:lnTo>
                  <a:lnTo>
                    <a:pt x="506064" y="475133"/>
                  </a:lnTo>
                  <a:close/>
                  <a:moveTo>
                    <a:pt x="423431" y="424364"/>
                  </a:moveTo>
                  <a:lnTo>
                    <a:pt x="426357" y="422751"/>
                  </a:lnTo>
                  <a:lnTo>
                    <a:pt x="424697" y="420066"/>
                  </a:lnTo>
                  <a:close/>
                  <a:moveTo>
                    <a:pt x="359529" y="403180"/>
                  </a:moveTo>
                  <a:lnTo>
                    <a:pt x="360879" y="402247"/>
                  </a:lnTo>
                  <a:lnTo>
                    <a:pt x="382163" y="385616"/>
                  </a:lnTo>
                  <a:close/>
                  <a:moveTo>
                    <a:pt x="361571" y="403180"/>
                  </a:moveTo>
                  <a:lnTo>
                    <a:pt x="382726" y="385996"/>
                  </a:lnTo>
                  <a:lnTo>
                    <a:pt x="360879" y="402247"/>
                  </a:lnTo>
                  <a:close/>
                  <a:moveTo>
                    <a:pt x="318667" y="272791"/>
                  </a:moveTo>
                  <a:lnTo>
                    <a:pt x="261532" y="279958"/>
                  </a:lnTo>
                  <a:lnTo>
                    <a:pt x="285704" y="274125"/>
                  </a:lnTo>
                  <a:close/>
                  <a:moveTo>
                    <a:pt x="682823" y="680036"/>
                  </a:moveTo>
                  <a:lnTo>
                    <a:pt x="663390" y="689619"/>
                  </a:lnTo>
                  <a:lnTo>
                    <a:pt x="719242" y="677656"/>
                  </a:lnTo>
                  <a:close/>
                  <a:moveTo>
                    <a:pt x="719242" y="677656"/>
                  </a:moveTo>
                  <a:lnTo>
                    <a:pt x="663390" y="689619"/>
                  </a:lnTo>
                  <a:lnTo>
                    <a:pt x="696855" y="699608"/>
                  </a:lnTo>
                  <a:close/>
                  <a:moveTo>
                    <a:pt x="696855" y="699608"/>
                  </a:moveTo>
                  <a:lnTo>
                    <a:pt x="663390" y="689619"/>
                  </a:lnTo>
                  <a:lnTo>
                    <a:pt x="691128" y="700149"/>
                  </a:lnTo>
                  <a:close/>
                  <a:moveTo>
                    <a:pt x="721853" y="662853"/>
                  </a:moveTo>
                  <a:lnTo>
                    <a:pt x="706766" y="669777"/>
                  </a:lnTo>
                  <a:lnTo>
                    <a:pt x="719242" y="677656"/>
                  </a:lnTo>
                  <a:close/>
                  <a:moveTo>
                    <a:pt x="558661" y="547207"/>
                  </a:moveTo>
                  <a:lnTo>
                    <a:pt x="544970" y="569771"/>
                  </a:lnTo>
                  <a:lnTo>
                    <a:pt x="580951" y="556556"/>
                  </a:lnTo>
                  <a:close/>
                  <a:moveTo>
                    <a:pt x="580951" y="556556"/>
                  </a:moveTo>
                  <a:lnTo>
                    <a:pt x="589546" y="538102"/>
                  </a:lnTo>
                  <a:lnTo>
                    <a:pt x="558661" y="547207"/>
                  </a:lnTo>
                  <a:close/>
                  <a:moveTo>
                    <a:pt x="580951" y="556556"/>
                  </a:moveTo>
                  <a:lnTo>
                    <a:pt x="610310" y="559776"/>
                  </a:lnTo>
                  <a:lnTo>
                    <a:pt x="589546" y="538102"/>
                  </a:lnTo>
                  <a:close/>
                  <a:moveTo>
                    <a:pt x="424697" y="420066"/>
                  </a:moveTo>
                  <a:lnTo>
                    <a:pt x="426357" y="422751"/>
                  </a:lnTo>
                  <a:lnTo>
                    <a:pt x="429182" y="419689"/>
                  </a:lnTo>
                  <a:close/>
                  <a:moveTo>
                    <a:pt x="287127" y="274924"/>
                  </a:moveTo>
                  <a:lnTo>
                    <a:pt x="318667" y="272791"/>
                  </a:lnTo>
                  <a:lnTo>
                    <a:pt x="285704" y="274125"/>
                  </a:lnTo>
                  <a:close/>
                  <a:moveTo>
                    <a:pt x="719242" y="677656"/>
                  </a:moveTo>
                  <a:lnTo>
                    <a:pt x="696855" y="699608"/>
                  </a:lnTo>
                  <a:lnTo>
                    <a:pt x="719123" y="659730"/>
                  </a:lnTo>
                  <a:close/>
                  <a:moveTo>
                    <a:pt x="721853" y="662853"/>
                  </a:moveTo>
                  <a:lnTo>
                    <a:pt x="719242" y="677656"/>
                  </a:lnTo>
                  <a:lnTo>
                    <a:pt x="719123" y="659730"/>
                  </a:lnTo>
                  <a:close/>
                  <a:moveTo>
                    <a:pt x="689207" y="354018"/>
                  </a:moveTo>
                  <a:lnTo>
                    <a:pt x="659467" y="367912"/>
                  </a:lnTo>
                  <a:lnTo>
                    <a:pt x="655754" y="372444"/>
                  </a:lnTo>
                  <a:close/>
                  <a:moveTo>
                    <a:pt x="689207" y="354018"/>
                  </a:moveTo>
                  <a:lnTo>
                    <a:pt x="700080" y="317386"/>
                  </a:lnTo>
                  <a:lnTo>
                    <a:pt x="659467" y="367912"/>
                  </a:lnTo>
                  <a:close/>
                  <a:moveTo>
                    <a:pt x="659467" y="367912"/>
                  </a:moveTo>
                  <a:lnTo>
                    <a:pt x="700033" y="317274"/>
                  </a:lnTo>
                  <a:lnTo>
                    <a:pt x="659953" y="322770"/>
                  </a:lnTo>
                  <a:close/>
                  <a:moveTo>
                    <a:pt x="751883" y="300079"/>
                  </a:moveTo>
                  <a:lnTo>
                    <a:pt x="752086" y="302044"/>
                  </a:lnTo>
                  <a:lnTo>
                    <a:pt x="722975" y="306779"/>
                  </a:lnTo>
                  <a:close/>
                  <a:moveTo>
                    <a:pt x="754321" y="299400"/>
                  </a:moveTo>
                  <a:lnTo>
                    <a:pt x="752086" y="302044"/>
                  </a:lnTo>
                  <a:lnTo>
                    <a:pt x="751883" y="300079"/>
                  </a:lnTo>
                  <a:close/>
                  <a:moveTo>
                    <a:pt x="993820" y="594119"/>
                  </a:moveTo>
                  <a:lnTo>
                    <a:pt x="1001366" y="600181"/>
                  </a:lnTo>
                  <a:lnTo>
                    <a:pt x="1004569" y="590198"/>
                  </a:lnTo>
                  <a:close/>
                  <a:moveTo>
                    <a:pt x="974016" y="557364"/>
                  </a:moveTo>
                  <a:lnTo>
                    <a:pt x="993820" y="594119"/>
                  </a:lnTo>
                  <a:lnTo>
                    <a:pt x="1004569" y="590198"/>
                  </a:lnTo>
                  <a:close/>
                  <a:moveTo>
                    <a:pt x="751235" y="316232"/>
                  </a:moveTo>
                  <a:lnTo>
                    <a:pt x="773631" y="282896"/>
                  </a:lnTo>
                  <a:lnTo>
                    <a:pt x="751883" y="300079"/>
                  </a:lnTo>
                  <a:close/>
                  <a:moveTo>
                    <a:pt x="774174" y="277420"/>
                  </a:moveTo>
                  <a:lnTo>
                    <a:pt x="754321" y="299400"/>
                  </a:lnTo>
                  <a:lnTo>
                    <a:pt x="751883" y="300079"/>
                  </a:lnTo>
                  <a:close/>
                  <a:moveTo>
                    <a:pt x="862951" y="175019"/>
                  </a:moveTo>
                  <a:lnTo>
                    <a:pt x="833699" y="138264"/>
                  </a:lnTo>
                  <a:lnTo>
                    <a:pt x="811351" y="191456"/>
                  </a:lnTo>
                  <a:close/>
                  <a:moveTo>
                    <a:pt x="811351" y="191456"/>
                  </a:moveTo>
                  <a:lnTo>
                    <a:pt x="835531" y="189830"/>
                  </a:lnTo>
                  <a:lnTo>
                    <a:pt x="862951" y="175019"/>
                  </a:lnTo>
                  <a:close/>
                  <a:moveTo>
                    <a:pt x="1042155" y="273500"/>
                  </a:moveTo>
                  <a:lnTo>
                    <a:pt x="1006536" y="275369"/>
                  </a:lnTo>
                  <a:lnTo>
                    <a:pt x="1056681" y="297586"/>
                  </a:lnTo>
                  <a:close/>
                  <a:moveTo>
                    <a:pt x="833699" y="138264"/>
                  </a:moveTo>
                  <a:lnTo>
                    <a:pt x="862951" y="175019"/>
                  </a:lnTo>
                  <a:lnTo>
                    <a:pt x="864134" y="157836"/>
                  </a:lnTo>
                  <a:close/>
                  <a:moveTo>
                    <a:pt x="940002" y="42652"/>
                  </a:moveTo>
                  <a:lnTo>
                    <a:pt x="970979" y="33895"/>
                  </a:lnTo>
                  <a:lnTo>
                    <a:pt x="914253" y="42591"/>
                  </a:lnTo>
                  <a:close/>
                  <a:moveTo>
                    <a:pt x="1129552" y="184788"/>
                  </a:moveTo>
                  <a:lnTo>
                    <a:pt x="1158314" y="143746"/>
                  </a:lnTo>
                  <a:lnTo>
                    <a:pt x="1120697" y="147240"/>
                  </a:lnTo>
                  <a:close/>
                  <a:moveTo>
                    <a:pt x="1197927" y="179796"/>
                  </a:moveTo>
                  <a:lnTo>
                    <a:pt x="1174300" y="143041"/>
                  </a:lnTo>
                  <a:lnTo>
                    <a:pt x="1166777" y="181613"/>
                  </a:lnTo>
                  <a:close/>
                  <a:moveTo>
                    <a:pt x="1174300" y="143041"/>
                  </a:moveTo>
                  <a:lnTo>
                    <a:pt x="1158314" y="143746"/>
                  </a:lnTo>
                  <a:lnTo>
                    <a:pt x="1166777" y="181613"/>
                  </a:lnTo>
                  <a:close/>
                  <a:moveTo>
                    <a:pt x="1097046" y="121721"/>
                  </a:moveTo>
                  <a:lnTo>
                    <a:pt x="1090906" y="144372"/>
                  </a:lnTo>
                  <a:lnTo>
                    <a:pt x="1120697" y="147240"/>
                  </a:lnTo>
                  <a:close/>
                  <a:moveTo>
                    <a:pt x="1120697" y="147240"/>
                  </a:moveTo>
                  <a:lnTo>
                    <a:pt x="1158314" y="143746"/>
                  </a:lnTo>
                  <a:lnTo>
                    <a:pt x="1146860" y="108311"/>
                  </a:lnTo>
                  <a:close/>
                  <a:moveTo>
                    <a:pt x="1120697" y="147240"/>
                  </a:moveTo>
                  <a:lnTo>
                    <a:pt x="1146860" y="108311"/>
                  </a:lnTo>
                  <a:lnTo>
                    <a:pt x="1097046" y="121721"/>
                  </a:lnTo>
                  <a:close/>
                  <a:moveTo>
                    <a:pt x="1024354" y="12670"/>
                  </a:moveTo>
                  <a:lnTo>
                    <a:pt x="970979" y="33895"/>
                  </a:lnTo>
                  <a:lnTo>
                    <a:pt x="992773" y="19170"/>
                  </a:lnTo>
                  <a:close/>
                  <a:moveTo>
                    <a:pt x="1054285" y="0"/>
                  </a:moveTo>
                  <a:lnTo>
                    <a:pt x="1005657" y="38975"/>
                  </a:lnTo>
                  <a:lnTo>
                    <a:pt x="1024354" y="12670"/>
                  </a:lnTo>
                  <a:close/>
                  <a:moveTo>
                    <a:pt x="1197927" y="179796"/>
                  </a:moveTo>
                  <a:lnTo>
                    <a:pt x="1202587" y="180749"/>
                  </a:lnTo>
                  <a:lnTo>
                    <a:pt x="1202842" y="179381"/>
                  </a:lnTo>
                  <a:close/>
                  <a:moveTo>
                    <a:pt x="1174300" y="143041"/>
                  </a:moveTo>
                  <a:lnTo>
                    <a:pt x="1197927" y="179796"/>
                  </a:lnTo>
                  <a:lnTo>
                    <a:pt x="1202842" y="179381"/>
                  </a:lnTo>
                  <a:close/>
                  <a:moveTo>
                    <a:pt x="1043189" y="21835"/>
                  </a:moveTo>
                  <a:lnTo>
                    <a:pt x="1054285" y="0"/>
                  </a:lnTo>
                  <a:lnTo>
                    <a:pt x="1024354" y="12670"/>
                  </a:lnTo>
                  <a:close/>
                  <a:moveTo>
                    <a:pt x="1043189" y="21835"/>
                  </a:moveTo>
                  <a:lnTo>
                    <a:pt x="1079132" y="19702"/>
                  </a:lnTo>
                  <a:lnTo>
                    <a:pt x="1054285" y="0"/>
                  </a:lnTo>
                  <a:close/>
                  <a:moveTo>
                    <a:pt x="1079132" y="19702"/>
                  </a:moveTo>
                  <a:lnTo>
                    <a:pt x="1089550" y="7274"/>
                  </a:lnTo>
                  <a:lnTo>
                    <a:pt x="1054285" y="0"/>
                  </a:lnTo>
                  <a:close/>
                </a:path>
              </a:pathLst>
            </a:custGeom>
            <a:solidFill>
              <a:srgbClr val="CFD7DE"/>
            </a:solidFill>
            <a:ln w="1524">
              <a:solidFill>
                <a:srgbClr val="CFD7DE"/>
              </a:solidFill>
            </a:ln>
          </p:spPr>
        </p:sp>
        <p:sp>
          <p:nvSpPr>
            <p:cNvPr id="171" name="Input_density__170">
              <a:extLst>
                <a:ext uri="{FF2B5EF4-FFF2-40B4-BE49-F238E27FC236}">
                  <a16:creationId xmlns:a16="http://schemas.microsoft.com/office/drawing/2014/main" id="{725B9082-F92D-9B9F-EC9E-BE243990C405}"/>
                </a:ext>
              </a:extLst>
            </p:cNvPr>
            <p:cNvSpPr>
              <a:spLocks noGrp="1"/>
            </p:cNvSpPr>
            <p:nvPr/>
          </p:nvSpPr>
          <p:spPr>
            <a:xfrm>
              <a:off x="557124" y="1647356"/>
              <a:ext cx="891955" cy="647365"/>
            </a:xfrm>
            <a:custGeom>
              <a:avLst/>
              <a:gdLst/>
              <a:ahLst/>
              <a:cxnLst/>
              <a:rect l="0" t="0" r="0" b="0"/>
              <a:pathLst>
                <a:path w="891955" h="647365">
                  <a:moveTo>
                    <a:pt x="42189" y="610708"/>
                  </a:moveTo>
                  <a:lnTo>
                    <a:pt x="82104" y="600923"/>
                  </a:lnTo>
                  <a:lnTo>
                    <a:pt x="73639" y="598799"/>
                  </a:lnTo>
                  <a:close/>
                  <a:moveTo>
                    <a:pt x="73639" y="598799"/>
                  </a:moveTo>
                  <a:lnTo>
                    <a:pt x="112154" y="594575"/>
                  </a:lnTo>
                  <a:lnTo>
                    <a:pt x="96558" y="562507"/>
                  </a:lnTo>
                  <a:close/>
                  <a:moveTo>
                    <a:pt x="112154" y="594575"/>
                  </a:moveTo>
                  <a:lnTo>
                    <a:pt x="73639" y="598799"/>
                  </a:lnTo>
                  <a:lnTo>
                    <a:pt x="114672" y="598111"/>
                  </a:lnTo>
                  <a:close/>
                  <a:moveTo>
                    <a:pt x="73639" y="598799"/>
                  </a:moveTo>
                  <a:lnTo>
                    <a:pt x="82104" y="600923"/>
                  </a:lnTo>
                  <a:lnTo>
                    <a:pt x="114672" y="598111"/>
                  </a:lnTo>
                  <a:close/>
                  <a:moveTo>
                    <a:pt x="112154" y="594575"/>
                  </a:moveTo>
                  <a:lnTo>
                    <a:pt x="114672" y="598111"/>
                  </a:lnTo>
                  <a:lnTo>
                    <a:pt x="117686" y="593525"/>
                  </a:lnTo>
                  <a:close/>
                  <a:moveTo>
                    <a:pt x="126271" y="448894"/>
                  </a:moveTo>
                  <a:lnTo>
                    <a:pt x="126202" y="448913"/>
                  </a:lnTo>
                  <a:lnTo>
                    <a:pt x="126236" y="448932"/>
                  </a:lnTo>
                  <a:close/>
                  <a:moveTo>
                    <a:pt x="126271" y="448894"/>
                  </a:moveTo>
                  <a:lnTo>
                    <a:pt x="134556" y="412138"/>
                  </a:lnTo>
                  <a:lnTo>
                    <a:pt x="126202" y="448913"/>
                  </a:lnTo>
                  <a:close/>
                  <a:moveTo>
                    <a:pt x="134556" y="412138"/>
                  </a:moveTo>
                  <a:lnTo>
                    <a:pt x="103723" y="422440"/>
                  </a:lnTo>
                  <a:lnTo>
                    <a:pt x="126202" y="448913"/>
                  </a:lnTo>
                  <a:close/>
                  <a:moveTo>
                    <a:pt x="126236" y="448932"/>
                  </a:moveTo>
                  <a:lnTo>
                    <a:pt x="126202" y="448913"/>
                  </a:lnTo>
                  <a:lnTo>
                    <a:pt x="125119" y="448894"/>
                  </a:lnTo>
                  <a:close/>
                  <a:moveTo>
                    <a:pt x="0" y="355812"/>
                  </a:moveTo>
                  <a:lnTo>
                    <a:pt x="22036" y="375383"/>
                  </a:lnTo>
                  <a:lnTo>
                    <a:pt x="25279" y="338628"/>
                  </a:lnTo>
                  <a:close/>
                  <a:moveTo>
                    <a:pt x="27131" y="327545"/>
                  </a:moveTo>
                  <a:lnTo>
                    <a:pt x="0" y="355812"/>
                  </a:lnTo>
                  <a:lnTo>
                    <a:pt x="25279" y="338628"/>
                  </a:lnTo>
                  <a:close/>
                  <a:moveTo>
                    <a:pt x="27131" y="327545"/>
                  </a:moveTo>
                  <a:lnTo>
                    <a:pt x="3945" y="337068"/>
                  </a:lnTo>
                  <a:lnTo>
                    <a:pt x="0" y="355812"/>
                  </a:lnTo>
                  <a:close/>
                  <a:moveTo>
                    <a:pt x="27131" y="327545"/>
                  </a:moveTo>
                  <a:lnTo>
                    <a:pt x="30170" y="301873"/>
                  </a:lnTo>
                  <a:lnTo>
                    <a:pt x="10257" y="319057"/>
                  </a:lnTo>
                  <a:close/>
                  <a:moveTo>
                    <a:pt x="126236" y="448932"/>
                  </a:moveTo>
                  <a:lnTo>
                    <a:pt x="125119" y="448894"/>
                  </a:lnTo>
                  <a:lnTo>
                    <a:pt x="154950" y="460080"/>
                  </a:lnTo>
                  <a:close/>
                  <a:moveTo>
                    <a:pt x="176732" y="434921"/>
                  </a:moveTo>
                  <a:lnTo>
                    <a:pt x="126271" y="448894"/>
                  </a:lnTo>
                  <a:lnTo>
                    <a:pt x="182609" y="438916"/>
                  </a:lnTo>
                  <a:close/>
                  <a:moveTo>
                    <a:pt x="182609" y="438916"/>
                  </a:moveTo>
                  <a:lnTo>
                    <a:pt x="126271" y="448894"/>
                  </a:lnTo>
                  <a:lnTo>
                    <a:pt x="126236" y="448932"/>
                  </a:lnTo>
                  <a:close/>
                  <a:moveTo>
                    <a:pt x="134556" y="412138"/>
                  </a:moveTo>
                  <a:lnTo>
                    <a:pt x="176732" y="434921"/>
                  </a:lnTo>
                  <a:lnTo>
                    <a:pt x="166374" y="398594"/>
                  </a:lnTo>
                  <a:close/>
                  <a:moveTo>
                    <a:pt x="134556" y="412138"/>
                  </a:moveTo>
                  <a:lnTo>
                    <a:pt x="126271" y="448894"/>
                  </a:lnTo>
                  <a:lnTo>
                    <a:pt x="176732" y="434921"/>
                  </a:lnTo>
                  <a:close/>
                  <a:moveTo>
                    <a:pt x="187538" y="431710"/>
                  </a:moveTo>
                  <a:lnTo>
                    <a:pt x="179535" y="394955"/>
                  </a:lnTo>
                  <a:lnTo>
                    <a:pt x="176732" y="434921"/>
                  </a:lnTo>
                  <a:close/>
                  <a:moveTo>
                    <a:pt x="179535" y="394955"/>
                  </a:moveTo>
                  <a:lnTo>
                    <a:pt x="166374" y="398594"/>
                  </a:lnTo>
                  <a:lnTo>
                    <a:pt x="176732" y="434921"/>
                  </a:lnTo>
                  <a:close/>
                  <a:moveTo>
                    <a:pt x="176732" y="434921"/>
                  </a:moveTo>
                  <a:lnTo>
                    <a:pt x="182609" y="438916"/>
                  </a:lnTo>
                  <a:lnTo>
                    <a:pt x="187538" y="431710"/>
                  </a:lnTo>
                  <a:close/>
                  <a:moveTo>
                    <a:pt x="27131" y="327545"/>
                  </a:moveTo>
                  <a:lnTo>
                    <a:pt x="25279" y="338628"/>
                  </a:lnTo>
                  <a:lnTo>
                    <a:pt x="38166" y="332067"/>
                  </a:lnTo>
                  <a:close/>
                  <a:moveTo>
                    <a:pt x="38166" y="332067"/>
                  </a:moveTo>
                  <a:lnTo>
                    <a:pt x="30170" y="301873"/>
                  </a:lnTo>
                  <a:lnTo>
                    <a:pt x="27131" y="327545"/>
                  </a:lnTo>
                  <a:close/>
                  <a:moveTo>
                    <a:pt x="74478" y="284886"/>
                  </a:moveTo>
                  <a:lnTo>
                    <a:pt x="30170" y="301873"/>
                  </a:lnTo>
                  <a:lnTo>
                    <a:pt x="38166" y="332067"/>
                  </a:lnTo>
                  <a:close/>
                  <a:moveTo>
                    <a:pt x="79510" y="325543"/>
                  </a:moveTo>
                  <a:lnTo>
                    <a:pt x="74478" y="284886"/>
                  </a:lnTo>
                  <a:lnTo>
                    <a:pt x="38166" y="332067"/>
                  </a:lnTo>
                  <a:close/>
                  <a:moveTo>
                    <a:pt x="41982" y="265118"/>
                  </a:moveTo>
                  <a:lnTo>
                    <a:pt x="30170" y="301873"/>
                  </a:lnTo>
                  <a:lnTo>
                    <a:pt x="74478" y="284886"/>
                  </a:lnTo>
                  <a:close/>
                  <a:moveTo>
                    <a:pt x="75027" y="284690"/>
                  </a:moveTo>
                  <a:lnTo>
                    <a:pt x="74893" y="247935"/>
                  </a:lnTo>
                  <a:lnTo>
                    <a:pt x="74478" y="284886"/>
                  </a:lnTo>
                  <a:close/>
                  <a:moveTo>
                    <a:pt x="74893" y="247935"/>
                  </a:moveTo>
                  <a:lnTo>
                    <a:pt x="46912" y="262550"/>
                  </a:lnTo>
                  <a:lnTo>
                    <a:pt x="74478" y="284886"/>
                  </a:lnTo>
                  <a:close/>
                  <a:moveTo>
                    <a:pt x="179535" y="394955"/>
                  </a:moveTo>
                  <a:lnTo>
                    <a:pt x="230209" y="396101"/>
                  </a:lnTo>
                  <a:lnTo>
                    <a:pt x="215197" y="385990"/>
                  </a:lnTo>
                  <a:close/>
                  <a:moveTo>
                    <a:pt x="223239" y="414527"/>
                  </a:moveTo>
                  <a:lnTo>
                    <a:pt x="230209" y="396101"/>
                  </a:lnTo>
                  <a:lnTo>
                    <a:pt x="179535" y="394955"/>
                  </a:lnTo>
                  <a:close/>
                  <a:moveTo>
                    <a:pt x="187538" y="431710"/>
                  </a:moveTo>
                  <a:lnTo>
                    <a:pt x="223239" y="414527"/>
                  </a:lnTo>
                  <a:lnTo>
                    <a:pt x="179535" y="394955"/>
                  </a:lnTo>
                  <a:close/>
                  <a:moveTo>
                    <a:pt x="175310" y="358200"/>
                  </a:moveTo>
                  <a:lnTo>
                    <a:pt x="215197" y="385990"/>
                  </a:lnTo>
                  <a:lnTo>
                    <a:pt x="207315" y="347652"/>
                  </a:lnTo>
                  <a:close/>
                  <a:moveTo>
                    <a:pt x="175310" y="358200"/>
                  </a:moveTo>
                  <a:lnTo>
                    <a:pt x="179535" y="394955"/>
                  </a:lnTo>
                  <a:lnTo>
                    <a:pt x="215197" y="385990"/>
                  </a:lnTo>
                  <a:close/>
                  <a:moveTo>
                    <a:pt x="215197" y="385990"/>
                  </a:moveTo>
                  <a:lnTo>
                    <a:pt x="230209" y="396101"/>
                  </a:lnTo>
                  <a:lnTo>
                    <a:pt x="240435" y="377772"/>
                  </a:lnTo>
                  <a:close/>
                  <a:moveTo>
                    <a:pt x="74893" y="247935"/>
                  </a:moveTo>
                  <a:lnTo>
                    <a:pt x="124090" y="271641"/>
                  </a:lnTo>
                  <a:lnTo>
                    <a:pt x="110912" y="237608"/>
                  </a:lnTo>
                  <a:close/>
                  <a:moveTo>
                    <a:pt x="74893" y="247935"/>
                  </a:moveTo>
                  <a:lnTo>
                    <a:pt x="75027" y="284690"/>
                  </a:lnTo>
                  <a:lnTo>
                    <a:pt x="124090" y="271641"/>
                  </a:lnTo>
                  <a:close/>
                  <a:moveTo>
                    <a:pt x="141142" y="267507"/>
                  </a:moveTo>
                  <a:lnTo>
                    <a:pt x="154636" y="238120"/>
                  </a:lnTo>
                  <a:lnTo>
                    <a:pt x="124090" y="271641"/>
                  </a:lnTo>
                  <a:close/>
                  <a:moveTo>
                    <a:pt x="124090" y="271641"/>
                  </a:moveTo>
                  <a:lnTo>
                    <a:pt x="150284" y="232687"/>
                  </a:lnTo>
                  <a:lnTo>
                    <a:pt x="110912" y="237608"/>
                  </a:lnTo>
                  <a:close/>
                  <a:moveTo>
                    <a:pt x="411919" y="480971"/>
                  </a:moveTo>
                  <a:lnTo>
                    <a:pt x="356598" y="494919"/>
                  </a:lnTo>
                  <a:lnTo>
                    <a:pt x="393929" y="507608"/>
                  </a:lnTo>
                  <a:close/>
                  <a:moveTo>
                    <a:pt x="393929" y="507608"/>
                  </a:moveTo>
                  <a:lnTo>
                    <a:pt x="356598" y="494919"/>
                  </a:lnTo>
                  <a:lnTo>
                    <a:pt x="383555" y="509372"/>
                  </a:lnTo>
                  <a:close/>
                  <a:moveTo>
                    <a:pt x="407267" y="472436"/>
                  </a:moveTo>
                  <a:lnTo>
                    <a:pt x="411919" y="480971"/>
                  </a:lnTo>
                  <a:lnTo>
                    <a:pt x="412459" y="470853"/>
                  </a:lnTo>
                  <a:close/>
                  <a:moveTo>
                    <a:pt x="191876" y="250323"/>
                  </a:moveTo>
                  <a:lnTo>
                    <a:pt x="179807" y="253433"/>
                  </a:lnTo>
                  <a:lnTo>
                    <a:pt x="181851" y="304261"/>
                  </a:lnTo>
                  <a:close/>
                  <a:moveTo>
                    <a:pt x="170532" y="297555"/>
                  </a:moveTo>
                  <a:lnTo>
                    <a:pt x="179807" y="253433"/>
                  </a:lnTo>
                  <a:lnTo>
                    <a:pt x="141142" y="267507"/>
                  </a:lnTo>
                  <a:close/>
                  <a:moveTo>
                    <a:pt x="154636" y="238120"/>
                  </a:moveTo>
                  <a:lnTo>
                    <a:pt x="141142" y="267507"/>
                  </a:lnTo>
                  <a:lnTo>
                    <a:pt x="179807" y="253433"/>
                  </a:lnTo>
                  <a:close/>
                  <a:moveTo>
                    <a:pt x="213486" y="237367"/>
                  </a:moveTo>
                  <a:lnTo>
                    <a:pt x="179807" y="253433"/>
                  </a:lnTo>
                  <a:lnTo>
                    <a:pt x="191876" y="250323"/>
                  </a:lnTo>
                  <a:close/>
                  <a:moveTo>
                    <a:pt x="154636" y="238120"/>
                  </a:moveTo>
                  <a:lnTo>
                    <a:pt x="179807" y="253433"/>
                  </a:lnTo>
                  <a:lnTo>
                    <a:pt x="213486" y="237367"/>
                  </a:lnTo>
                  <a:close/>
                  <a:moveTo>
                    <a:pt x="600579" y="647365"/>
                  </a:moveTo>
                  <a:lnTo>
                    <a:pt x="615344" y="647027"/>
                  </a:lnTo>
                  <a:lnTo>
                    <a:pt x="634777" y="637445"/>
                  </a:lnTo>
                  <a:close/>
                  <a:moveTo>
                    <a:pt x="465469" y="544363"/>
                  </a:moveTo>
                  <a:lnTo>
                    <a:pt x="497761" y="563935"/>
                  </a:lnTo>
                  <a:lnTo>
                    <a:pt x="496923" y="527180"/>
                  </a:lnTo>
                  <a:close/>
                  <a:moveTo>
                    <a:pt x="496923" y="527180"/>
                  </a:moveTo>
                  <a:lnTo>
                    <a:pt x="510615" y="504615"/>
                  </a:lnTo>
                  <a:lnTo>
                    <a:pt x="465469" y="544363"/>
                  </a:lnTo>
                  <a:close/>
                  <a:moveTo>
                    <a:pt x="411919" y="480971"/>
                  </a:moveTo>
                  <a:lnTo>
                    <a:pt x="393929" y="507608"/>
                  </a:lnTo>
                  <a:lnTo>
                    <a:pt x="426855" y="501257"/>
                  </a:lnTo>
                  <a:close/>
                  <a:moveTo>
                    <a:pt x="426855" y="501257"/>
                  </a:moveTo>
                  <a:lnTo>
                    <a:pt x="412459" y="470853"/>
                  </a:lnTo>
                  <a:lnTo>
                    <a:pt x="411919" y="480971"/>
                  </a:lnTo>
                  <a:close/>
                  <a:moveTo>
                    <a:pt x="456979" y="459108"/>
                  </a:moveTo>
                  <a:lnTo>
                    <a:pt x="412459" y="470853"/>
                  </a:lnTo>
                  <a:lnTo>
                    <a:pt x="426855" y="501257"/>
                  </a:lnTo>
                  <a:close/>
                  <a:moveTo>
                    <a:pt x="237658" y="231534"/>
                  </a:moveTo>
                  <a:lnTo>
                    <a:pt x="191876" y="250323"/>
                  </a:lnTo>
                  <a:lnTo>
                    <a:pt x="235823" y="233140"/>
                  </a:lnTo>
                  <a:close/>
                  <a:moveTo>
                    <a:pt x="237658" y="231534"/>
                  </a:moveTo>
                  <a:lnTo>
                    <a:pt x="213486" y="237367"/>
                  </a:lnTo>
                  <a:lnTo>
                    <a:pt x="191876" y="250323"/>
                  </a:lnTo>
                  <a:close/>
                  <a:moveTo>
                    <a:pt x="658720" y="627185"/>
                  </a:moveTo>
                  <a:lnTo>
                    <a:pt x="634777" y="637445"/>
                  </a:lnTo>
                  <a:lnTo>
                    <a:pt x="671196" y="635064"/>
                  </a:lnTo>
                  <a:close/>
                  <a:moveTo>
                    <a:pt x="726127" y="234829"/>
                  </a:moveTo>
                  <a:lnTo>
                    <a:pt x="703836" y="257488"/>
                  </a:lnTo>
                  <a:lnTo>
                    <a:pt x="725585" y="240305"/>
                  </a:lnTo>
                  <a:close/>
                  <a:moveTo>
                    <a:pt x="706274" y="256809"/>
                  </a:moveTo>
                  <a:lnTo>
                    <a:pt x="726127" y="234829"/>
                  </a:lnTo>
                  <a:lnTo>
                    <a:pt x="706291" y="220733"/>
                  </a:lnTo>
                  <a:close/>
                  <a:moveTo>
                    <a:pt x="726127" y="234829"/>
                  </a:moveTo>
                  <a:lnTo>
                    <a:pt x="722888" y="203550"/>
                  </a:lnTo>
                  <a:lnTo>
                    <a:pt x="706291" y="220733"/>
                  </a:lnTo>
                  <a:close/>
                  <a:moveTo>
                    <a:pt x="726127" y="234829"/>
                  </a:moveTo>
                  <a:lnTo>
                    <a:pt x="725585" y="240305"/>
                  </a:lnTo>
                  <a:lnTo>
                    <a:pt x="742397" y="228269"/>
                  </a:lnTo>
                  <a:close/>
                  <a:moveTo>
                    <a:pt x="726127" y="234829"/>
                  </a:moveTo>
                  <a:lnTo>
                    <a:pt x="742397" y="228269"/>
                  </a:lnTo>
                  <a:lnTo>
                    <a:pt x="722888" y="203550"/>
                  </a:lnTo>
                  <a:close/>
                  <a:moveTo>
                    <a:pt x="722888" y="203550"/>
                  </a:moveTo>
                  <a:lnTo>
                    <a:pt x="748950" y="223121"/>
                  </a:lnTo>
                  <a:lnTo>
                    <a:pt x="748717" y="186366"/>
                  </a:lnTo>
                  <a:close/>
                  <a:moveTo>
                    <a:pt x="717880" y="166795"/>
                  </a:moveTo>
                  <a:lnTo>
                    <a:pt x="722888" y="203550"/>
                  </a:lnTo>
                  <a:lnTo>
                    <a:pt x="748717" y="186366"/>
                  </a:lnTo>
                  <a:close/>
                  <a:moveTo>
                    <a:pt x="717880" y="166795"/>
                  </a:moveTo>
                  <a:lnTo>
                    <a:pt x="748717" y="186366"/>
                  </a:lnTo>
                  <a:lnTo>
                    <a:pt x="761496" y="149611"/>
                  </a:lnTo>
                  <a:close/>
                  <a:moveTo>
                    <a:pt x="761496" y="149611"/>
                  </a:moveTo>
                  <a:lnTo>
                    <a:pt x="787484" y="147239"/>
                  </a:lnTo>
                  <a:lnTo>
                    <a:pt x="763305" y="148865"/>
                  </a:lnTo>
                  <a:close/>
                  <a:moveTo>
                    <a:pt x="748717" y="186366"/>
                  </a:moveTo>
                  <a:lnTo>
                    <a:pt x="777211" y="169183"/>
                  </a:lnTo>
                  <a:lnTo>
                    <a:pt x="761496" y="149611"/>
                  </a:lnTo>
                  <a:close/>
                  <a:moveTo>
                    <a:pt x="744800" y="112856"/>
                  </a:moveTo>
                  <a:lnTo>
                    <a:pt x="763305" y="148865"/>
                  </a:lnTo>
                  <a:lnTo>
                    <a:pt x="761271" y="105771"/>
                  </a:lnTo>
                  <a:close/>
                  <a:moveTo>
                    <a:pt x="744800" y="112856"/>
                  </a:moveTo>
                  <a:lnTo>
                    <a:pt x="761496" y="149611"/>
                  </a:lnTo>
                  <a:lnTo>
                    <a:pt x="763305" y="148865"/>
                  </a:lnTo>
                  <a:close/>
                  <a:moveTo>
                    <a:pt x="785653" y="95673"/>
                  </a:moveTo>
                  <a:lnTo>
                    <a:pt x="761271" y="105771"/>
                  </a:lnTo>
                  <a:lnTo>
                    <a:pt x="763305" y="148865"/>
                  </a:lnTo>
                  <a:close/>
                  <a:moveTo>
                    <a:pt x="761380" y="58918"/>
                  </a:moveTo>
                  <a:lnTo>
                    <a:pt x="761271" y="105771"/>
                  </a:lnTo>
                  <a:lnTo>
                    <a:pt x="765738" y="65934"/>
                  </a:lnTo>
                  <a:close/>
                  <a:moveTo>
                    <a:pt x="744800" y="112856"/>
                  </a:moveTo>
                  <a:lnTo>
                    <a:pt x="761271" y="105771"/>
                  </a:lnTo>
                  <a:lnTo>
                    <a:pt x="761380" y="58918"/>
                  </a:lnTo>
                  <a:close/>
                  <a:moveTo>
                    <a:pt x="721513" y="76101"/>
                  </a:moveTo>
                  <a:lnTo>
                    <a:pt x="744800" y="112856"/>
                  </a:lnTo>
                  <a:lnTo>
                    <a:pt x="761380" y="58918"/>
                  </a:lnTo>
                  <a:close/>
                  <a:moveTo>
                    <a:pt x="761271" y="105771"/>
                  </a:moveTo>
                  <a:lnTo>
                    <a:pt x="785653" y="95673"/>
                  </a:lnTo>
                  <a:lnTo>
                    <a:pt x="765738" y="65934"/>
                  </a:lnTo>
                  <a:close/>
                  <a:moveTo>
                    <a:pt x="761380" y="58918"/>
                  </a:moveTo>
                  <a:lnTo>
                    <a:pt x="761606" y="50482"/>
                  </a:lnTo>
                  <a:lnTo>
                    <a:pt x="715706" y="39346"/>
                  </a:lnTo>
                  <a:close/>
                  <a:moveTo>
                    <a:pt x="766945" y="56412"/>
                  </a:moveTo>
                  <a:lnTo>
                    <a:pt x="765738" y="65934"/>
                  </a:lnTo>
                  <a:lnTo>
                    <a:pt x="798854" y="41735"/>
                  </a:lnTo>
                  <a:close/>
                  <a:moveTo>
                    <a:pt x="798854" y="41735"/>
                  </a:moveTo>
                  <a:lnTo>
                    <a:pt x="765738" y="65934"/>
                  </a:lnTo>
                  <a:lnTo>
                    <a:pt x="785653" y="95673"/>
                  </a:lnTo>
                  <a:close/>
                  <a:moveTo>
                    <a:pt x="798854" y="41735"/>
                  </a:moveTo>
                  <a:lnTo>
                    <a:pt x="785653" y="95673"/>
                  </a:lnTo>
                  <a:lnTo>
                    <a:pt x="817313" y="78490"/>
                  </a:lnTo>
                  <a:close/>
                  <a:moveTo>
                    <a:pt x="761380" y="58918"/>
                  </a:moveTo>
                  <a:lnTo>
                    <a:pt x="765738" y="65934"/>
                  </a:lnTo>
                  <a:lnTo>
                    <a:pt x="766945" y="56412"/>
                  </a:lnTo>
                  <a:close/>
                  <a:moveTo>
                    <a:pt x="761606" y="50482"/>
                  </a:moveTo>
                  <a:lnTo>
                    <a:pt x="761380" y="58918"/>
                  </a:lnTo>
                  <a:lnTo>
                    <a:pt x="766945" y="56412"/>
                  </a:lnTo>
                  <a:close/>
                  <a:moveTo>
                    <a:pt x="761606" y="50482"/>
                  </a:moveTo>
                  <a:lnTo>
                    <a:pt x="766945" y="56412"/>
                  </a:lnTo>
                  <a:lnTo>
                    <a:pt x="763277" y="22163"/>
                  </a:lnTo>
                  <a:close/>
                  <a:moveTo>
                    <a:pt x="763277" y="22163"/>
                  </a:moveTo>
                  <a:lnTo>
                    <a:pt x="766945" y="56412"/>
                  </a:lnTo>
                  <a:lnTo>
                    <a:pt x="798854" y="41735"/>
                  </a:lnTo>
                  <a:close/>
                  <a:moveTo>
                    <a:pt x="763277" y="22163"/>
                  </a:moveTo>
                  <a:lnTo>
                    <a:pt x="798854" y="41735"/>
                  </a:lnTo>
                  <a:lnTo>
                    <a:pt x="804246" y="4979"/>
                  </a:lnTo>
                  <a:close/>
                  <a:moveTo>
                    <a:pt x="807451" y="1106"/>
                  </a:moveTo>
                  <a:lnTo>
                    <a:pt x="763277" y="22163"/>
                  </a:lnTo>
                  <a:lnTo>
                    <a:pt x="804246" y="4979"/>
                  </a:lnTo>
                  <a:close/>
                  <a:moveTo>
                    <a:pt x="798854" y="41735"/>
                  </a:moveTo>
                  <a:lnTo>
                    <a:pt x="837433" y="70941"/>
                  </a:lnTo>
                  <a:lnTo>
                    <a:pt x="833535" y="29363"/>
                  </a:lnTo>
                  <a:close/>
                  <a:moveTo>
                    <a:pt x="798854" y="41735"/>
                  </a:moveTo>
                  <a:lnTo>
                    <a:pt x="817313" y="78490"/>
                  </a:lnTo>
                  <a:lnTo>
                    <a:pt x="837433" y="70941"/>
                  </a:lnTo>
                  <a:close/>
                  <a:moveTo>
                    <a:pt x="804246" y="4979"/>
                  </a:moveTo>
                  <a:lnTo>
                    <a:pt x="833535" y="29363"/>
                  </a:lnTo>
                  <a:lnTo>
                    <a:pt x="811352" y="2651"/>
                  </a:lnTo>
                  <a:close/>
                  <a:moveTo>
                    <a:pt x="804246" y="4979"/>
                  </a:moveTo>
                  <a:lnTo>
                    <a:pt x="798854" y="41735"/>
                  </a:lnTo>
                  <a:lnTo>
                    <a:pt x="833535" y="29363"/>
                  </a:lnTo>
                  <a:close/>
                  <a:moveTo>
                    <a:pt x="848815" y="24551"/>
                  </a:moveTo>
                  <a:lnTo>
                    <a:pt x="866207" y="0"/>
                  </a:lnTo>
                  <a:lnTo>
                    <a:pt x="833535" y="29363"/>
                  </a:lnTo>
                  <a:close/>
                  <a:moveTo>
                    <a:pt x="833535" y="29363"/>
                  </a:moveTo>
                  <a:lnTo>
                    <a:pt x="866207" y="0"/>
                  </a:lnTo>
                  <a:lnTo>
                    <a:pt x="846065" y="1518"/>
                  </a:lnTo>
                  <a:close/>
                  <a:moveTo>
                    <a:pt x="833535" y="29363"/>
                  </a:moveTo>
                  <a:lnTo>
                    <a:pt x="846065" y="1518"/>
                  </a:lnTo>
                  <a:lnTo>
                    <a:pt x="811352" y="2651"/>
                  </a:lnTo>
                  <a:close/>
                  <a:moveTo>
                    <a:pt x="807451" y="1106"/>
                  </a:moveTo>
                  <a:lnTo>
                    <a:pt x="804246" y="4979"/>
                  </a:lnTo>
                  <a:lnTo>
                    <a:pt x="811352" y="2651"/>
                  </a:lnTo>
                  <a:close/>
                  <a:moveTo>
                    <a:pt x="891955" y="61"/>
                  </a:moveTo>
                  <a:lnTo>
                    <a:pt x="866207" y="0"/>
                  </a:lnTo>
                  <a:lnTo>
                    <a:pt x="848815" y="24551"/>
                  </a:lnTo>
                  <a:close/>
                </a:path>
              </a:pathLst>
            </a:custGeom>
            <a:solidFill>
              <a:srgbClr val="D7DEE3"/>
            </a:solidFill>
            <a:ln w="1524">
              <a:solidFill>
                <a:srgbClr val="D7DEE3"/>
              </a:solidFill>
            </a:ln>
          </p:spPr>
        </p:sp>
        <p:sp>
          <p:nvSpPr>
            <p:cNvPr id="172" name="Input_density__171">
              <a:extLst>
                <a:ext uri="{FF2B5EF4-FFF2-40B4-BE49-F238E27FC236}">
                  <a16:creationId xmlns:a16="http://schemas.microsoft.com/office/drawing/2014/main" id="{6D8911D1-263D-3445-137C-5F860D7CD420}"/>
                </a:ext>
              </a:extLst>
            </p:cNvPr>
            <p:cNvSpPr>
              <a:spLocks noGrp="1"/>
            </p:cNvSpPr>
            <p:nvPr/>
          </p:nvSpPr>
          <p:spPr>
            <a:xfrm>
              <a:off x="590004" y="1836602"/>
              <a:ext cx="1061856" cy="550403"/>
            </a:xfrm>
            <a:custGeom>
              <a:avLst/>
              <a:gdLst/>
              <a:ahLst/>
              <a:cxnLst/>
              <a:rect l="0" t="0" r="0" b="0"/>
              <a:pathLst>
                <a:path w="1061856" h="550403">
                  <a:moveTo>
                    <a:pt x="152968" y="550403"/>
                  </a:moveTo>
                  <a:lnTo>
                    <a:pt x="117858" y="543708"/>
                  </a:lnTo>
                  <a:lnTo>
                    <a:pt x="93298" y="528169"/>
                  </a:lnTo>
                  <a:close/>
                  <a:moveTo>
                    <a:pt x="238698" y="525574"/>
                  </a:moveTo>
                  <a:lnTo>
                    <a:pt x="217390" y="508549"/>
                  </a:lnTo>
                  <a:lnTo>
                    <a:pt x="248738" y="534115"/>
                  </a:lnTo>
                  <a:close/>
                  <a:moveTo>
                    <a:pt x="0" y="352210"/>
                  </a:moveTo>
                  <a:lnTo>
                    <a:pt x="34391" y="356215"/>
                  </a:lnTo>
                  <a:lnTo>
                    <a:pt x="56707" y="343445"/>
                  </a:lnTo>
                  <a:close/>
                  <a:moveTo>
                    <a:pt x="226059" y="506686"/>
                  </a:moveTo>
                  <a:lnTo>
                    <a:pt x="230464" y="534115"/>
                  </a:lnTo>
                  <a:lnTo>
                    <a:pt x="238698" y="525574"/>
                  </a:lnTo>
                  <a:close/>
                  <a:moveTo>
                    <a:pt x="354289" y="516180"/>
                  </a:moveTo>
                  <a:lnTo>
                    <a:pt x="369521" y="510880"/>
                  </a:lnTo>
                  <a:lnTo>
                    <a:pt x="373947" y="499749"/>
                  </a:lnTo>
                  <a:close/>
                  <a:moveTo>
                    <a:pt x="363750" y="523185"/>
                  </a:moveTo>
                  <a:lnTo>
                    <a:pt x="369521" y="510880"/>
                  </a:lnTo>
                  <a:lnTo>
                    <a:pt x="354289" y="516180"/>
                  </a:lnTo>
                  <a:close/>
                  <a:moveTo>
                    <a:pt x="77444" y="183081"/>
                  </a:moveTo>
                  <a:lnTo>
                    <a:pt x="67753" y="168954"/>
                  </a:lnTo>
                  <a:lnTo>
                    <a:pt x="75568" y="193177"/>
                  </a:lnTo>
                  <a:close/>
                  <a:moveTo>
                    <a:pt x="371113" y="462994"/>
                  </a:moveTo>
                  <a:lnTo>
                    <a:pt x="382128" y="445810"/>
                  </a:lnTo>
                  <a:lnTo>
                    <a:pt x="373947" y="499749"/>
                  </a:lnTo>
                  <a:close/>
                  <a:moveTo>
                    <a:pt x="362269" y="409055"/>
                  </a:moveTo>
                  <a:lnTo>
                    <a:pt x="382128" y="445810"/>
                  </a:lnTo>
                  <a:lnTo>
                    <a:pt x="335289" y="426239"/>
                  </a:lnTo>
                  <a:close/>
                  <a:moveTo>
                    <a:pt x="355806" y="405448"/>
                  </a:moveTo>
                  <a:lnTo>
                    <a:pt x="382128" y="445810"/>
                  </a:lnTo>
                  <a:lnTo>
                    <a:pt x="362269" y="409055"/>
                  </a:lnTo>
                  <a:close/>
                  <a:moveTo>
                    <a:pt x="355806" y="405448"/>
                  </a:moveTo>
                  <a:lnTo>
                    <a:pt x="382820" y="402066"/>
                  </a:lnTo>
                  <a:lnTo>
                    <a:pt x="365315" y="364987"/>
                  </a:lnTo>
                  <a:close/>
                  <a:moveTo>
                    <a:pt x="299902" y="244852"/>
                  </a:moveTo>
                  <a:lnTo>
                    <a:pt x="299818" y="244889"/>
                  </a:lnTo>
                  <a:lnTo>
                    <a:pt x="328853" y="228662"/>
                  </a:lnTo>
                  <a:close/>
                  <a:moveTo>
                    <a:pt x="480218" y="411444"/>
                  </a:moveTo>
                  <a:lnTo>
                    <a:pt x="480849" y="423223"/>
                  </a:lnTo>
                  <a:lnTo>
                    <a:pt x="487600" y="424314"/>
                  </a:lnTo>
                  <a:close/>
                  <a:moveTo>
                    <a:pt x="409965" y="214936"/>
                  </a:moveTo>
                  <a:lnTo>
                    <a:pt x="437491" y="214228"/>
                  </a:lnTo>
                  <a:lnTo>
                    <a:pt x="420876" y="210485"/>
                  </a:lnTo>
                  <a:close/>
                  <a:moveTo>
                    <a:pt x="425138" y="243296"/>
                  </a:moveTo>
                  <a:lnTo>
                    <a:pt x="437491" y="214228"/>
                  </a:lnTo>
                  <a:lnTo>
                    <a:pt x="409965" y="214936"/>
                  </a:lnTo>
                  <a:close/>
                  <a:moveTo>
                    <a:pt x="705530" y="413832"/>
                  </a:moveTo>
                  <a:lnTo>
                    <a:pt x="720597" y="370333"/>
                  </a:lnTo>
                  <a:lnTo>
                    <a:pt x="711165" y="359894"/>
                  </a:lnTo>
                  <a:close/>
                  <a:moveTo>
                    <a:pt x="705530" y="413832"/>
                  </a:moveTo>
                  <a:lnTo>
                    <a:pt x="711165" y="359894"/>
                  </a:lnTo>
                  <a:lnTo>
                    <a:pt x="714270" y="396648"/>
                  </a:lnTo>
                  <a:close/>
                  <a:moveTo>
                    <a:pt x="720597" y="370333"/>
                  </a:moveTo>
                  <a:lnTo>
                    <a:pt x="717460" y="328136"/>
                  </a:lnTo>
                  <a:lnTo>
                    <a:pt x="711165" y="359894"/>
                  </a:lnTo>
                  <a:close/>
                  <a:moveTo>
                    <a:pt x="717460" y="328136"/>
                  </a:moveTo>
                  <a:lnTo>
                    <a:pt x="711157" y="323139"/>
                  </a:lnTo>
                  <a:lnTo>
                    <a:pt x="711165" y="359894"/>
                  </a:lnTo>
                  <a:close/>
                  <a:moveTo>
                    <a:pt x="711157" y="323139"/>
                  </a:moveTo>
                  <a:lnTo>
                    <a:pt x="743055" y="305955"/>
                  </a:lnTo>
                  <a:lnTo>
                    <a:pt x="711165" y="359894"/>
                  </a:lnTo>
                  <a:close/>
                  <a:moveTo>
                    <a:pt x="742028" y="263415"/>
                  </a:moveTo>
                  <a:lnTo>
                    <a:pt x="743655" y="301885"/>
                  </a:lnTo>
                  <a:lnTo>
                    <a:pt x="740897" y="269200"/>
                  </a:lnTo>
                  <a:close/>
                  <a:moveTo>
                    <a:pt x="720017" y="117300"/>
                  </a:moveTo>
                  <a:lnTo>
                    <a:pt x="678583" y="153666"/>
                  </a:lnTo>
                  <a:lnTo>
                    <a:pt x="670621" y="153400"/>
                  </a:lnTo>
                  <a:close/>
                  <a:moveTo>
                    <a:pt x="747110" y="122390"/>
                  </a:moveTo>
                  <a:lnTo>
                    <a:pt x="720017" y="117300"/>
                  </a:lnTo>
                  <a:lnTo>
                    <a:pt x="779896" y="120393"/>
                  </a:lnTo>
                  <a:close/>
                  <a:moveTo>
                    <a:pt x="875944" y="134141"/>
                  </a:moveTo>
                  <a:lnTo>
                    <a:pt x="912678" y="143539"/>
                  </a:lnTo>
                  <a:lnTo>
                    <a:pt x="931531" y="121186"/>
                  </a:lnTo>
                  <a:close/>
                  <a:moveTo>
                    <a:pt x="988075" y="109773"/>
                  </a:moveTo>
                  <a:lnTo>
                    <a:pt x="986993" y="110210"/>
                  </a:lnTo>
                  <a:lnTo>
                    <a:pt x="1018268" y="100119"/>
                  </a:lnTo>
                  <a:close/>
                  <a:moveTo>
                    <a:pt x="931531" y="121186"/>
                  </a:moveTo>
                  <a:lnTo>
                    <a:pt x="965478" y="123533"/>
                  </a:lnTo>
                  <a:lnTo>
                    <a:pt x="940419" y="120985"/>
                  </a:lnTo>
                  <a:close/>
                  <a:moveTo>
                    <a:pt x="988075" y="109773"/>
                  </a:moveTo>
                  <a:lnTo>
                    <a:pt x="1031114" y="56682"/>
                  </a:lnTo>
                  <a:lnTo>
                    <a:pt x="1031131" y="55835"/>
                  </a:lnTo>
                  <a:close/>
                  <a:moveTo>
                    <a:pt x="1031131" y="55835"/>
                  </a:moveTo>
                  <a:lnTo>
                    <a:pt x="1027099" y="36928"/>
                  </a:lnTo>
                  <a:lnTo>
                    <a:pt x="1044518" y="5849"/>
                  </a:lnTo>
                  <a:close/>
                  <a:moveTo>
                    <a:pt x="1027099" y="36928"/>
                  </a:moveTo>
                  <a:lnTo>
                    <a:pt x="1039414" y="55835"/>
                  </a:lnTo>
                  <a:lnTo>
                    <a:pt x="1044518" y="5849"/>
                  </a:lnTo>
                  <a:close/>
                  <a:moveTo>
                    <a:pt x="1045794" y="0"/>
                  </a:moveTo>
                  <a:lnTo>
                    <a:pt x="1044518" y="5849"/>
                  </a:lnTo>
                  <a:lnTo>
                    <a:pt x="1061856" y="1897"/>
                  </a:lnTo>
                  <a:close/>
                </a:path>
              </a:pathLst>
            </a:custGeom>
            <a:solidFill>
              <a:srgbClr val="B5C1C9"/>
            </a:solidFill>
            <a:ln w="1524">
              <a:solidFill>
                <a:srgbClr val="B5C1C9"/>
              </a:solidFill>
            </a:ln>
          </p:spPr>
        </p:sp>
        <p:sp>
          <p:nvSpPr>
            <p:cNvPr id="173" name="Input_density__172">
              <a:extLst>
                <a:ext uri="{FF2B5EF4-FFF2-40B4-BE49-F238E27FC236}">
                  <a16:creationId xmlns:a16="http://schemas.microsoft.com/office/drawing/2014/main" id="{E07035F3-92E3-7D8C-20AB-F4C6CAC5DC15}"/>
                </a:ext>
              </a:extLst>
            </p:cNvPr>
            <p:cNvSpPr>
              <a:spLocks noGrp="1"/>
            </p:cNvSpPr>
            <p:nvPr/>
          </p:nvSpPr>
          <p:spPr>
            <a:xfrm>
              <a:off x="624395" y="1892437"/>
              <a:ext cx="996741" cy="494045"/>
            </a:xfrm>
            <a:custGeom>
              <a:avLst/>
              <a:gdLst/>
              <a:ahLst/>
              <a:cxnLst/>
              <a:rect l="0" t="0" r="0" b="0"/>
              <a:pathLst>
                <a:path w="996741" h="494045">
                  <a:moveTo>
                    <a:pt x="196073" y="478280"/>
                  </a:moveTo>
                  <a:lnTo>
                    <a:pt x="149822" y="486812"/>
                  </a:lnTo>
                  <a:lnTo>
                    <a:pt x="204308" y="469739"/>
                  </a:lnTo>
                  <a:close/>
                  <a:moveTo>
                    <a:pt x="0" y="300380"/>
                  </a:moveTo>
                  <a:lnTo>
                    <a:pt x="28318" y="281681"/>
                  </a:lnTo>
                  <a:lnTo>
                    <a:pt x="52820" y="277079"/>
                  </a:lnTo>
                  <a:close/>
                  <a:moveTo>
                    <a:pt x="22316" y="287610"/>
                  </a:moveTo>
                  <a:lnTo>
                    <a:pt x="0" y="300380"/>
                  </a:lnTo>
                  <a:lnTo>
                    <a:pt x="52820" y="277079"/>
                  </a:lnTo>
                  <a:close/>
                  <a:moveTo>
                    <a:pt x="176208" y="489254"/>
                  </a:moveTo>
                  <a:lnTo>
                    <a:pt x="120562" y="494045"/>
                  </a:lnTo>
                  <a:lnTo>
                    <a:pt x="156507" y="491911"/>
                  </a:lnTo>
                  <a:close/>
                  <a:moveTo>
                    <a:pt x="196073" y="478280"/>
                  </a:moveTo>
                  <a:lnTo>
                    <a:pt x="176208" y="489254"/>
                  </a:lnTo>
                  <a:lnTo>
                    <a:pt x="156507" y="491911"/>
                  </a:lnTo>
                  <a:close/>
                  <a:moveTo>
                    <a:pt x="41177" y="137342"/>
                  </a:moveTo>
                  <a:lnTo>
                    <a:pt x="24773" y="159767"/>
                  </a:lnTo>
                  <a:lnTo>
                    <a:pt x="10873" y="148615"/>
                  </a:lnTo>
                  <a:close/>
                  <a:moveTo>
                    <a:pt x="327878" y="353220"/>
                  </a:moveTo>
                  <a:lnTo>
                    <a:pt x="300898" y="370404"/>
                  </a:lnTo>
                  <a:lnTo>
                    <a:pt x="348429" y="346231"/>
                  </a:lnTo>
                  <a:close/>
                  <a:moveTo>
                    <a:pt x="327878" y="353220"/>
                  </a:moveTo>
                  <a:lnTo>
                    <a:pt x="348429" y="346231"/>
                  </a:lnTo>
                  <a:lnTo>
                    <a:pt x="321415" y="349613"/>
                  </a:lnTo>
                  <a:close/>
                  <a:moveTo>
                    <a:pt x="544576" y="483057"/>
                  </a:moveTo>
                  <a:lnTo>
                    <a:pt x="575461" y="465874"/>
                  </a:lnTo>
                  <a:lnTo>
                    <a:pt x="568457" y="478159"/>
                  </a:lnTo>
                  <a:close/>
                  <a:moveTo>
                    <a:pt x="575461" y="465874"/>
                  </a:moveTo>
                  <a:lnTo>
                    <a:pt x="544576" y="483057"/>
                  </a:lnTo>
                  <a:lnTo>
                    <a:pt x="592945" y="445139"/>
                  </a:lnTo>
                  <a:close/>
                  <a:moveTo>
                    <a:pt x="612059" y="420393"/>
                  </a:moveTo>
                  <a:lnTo>
                    <a:pt x="575461" y="465874"/>
                  </a:lnTo>
                  <a:lnTo>
                    <a:pt x="592945" y="445139"/>
                  </a:lnTo>
                  <a:close/>
                  <a:moveTo>
                    <a:pt x="612059" y="420393"/>
                  </a:moveTo>
                  <a:lnTo>
                    <a:pt x="592945" y="445139"/>
                  </a:lnTo>
                  <a:lnTo>
                    <a:pt x="646395" y="424193"/>
                  </a:lnTo>
                  <a:close/>
                  <a:moveTo>
                    <a:pt x="386485" y="154650"/>
                  </a:moveTo>
                  <a:lnTo>
                    <a:pt x="403101" y="158393"/>
                  </a:lnTo>
                  <a:lnTo>
                    <a:pt x="407051" y="152211"/>
                  </a:lnTo>
                  <a:close/>
                  <a:moveTo>
                    <a:pt x="612059" y="420393"/>
                  </a:moveTo>
                  <a:lnTo>
                    <a:pt x="646395" y="424193"/>
                  </a:lnTo>
                  <a:lnTo>
                    <a:pt x="665863" y="400774"/>
                  </a:lnTo>
                  <a:close/>
                  <a:moveTo>
                    <a:pt x="659829" y="411935"/>
                  </a:moveTo>
                  <a:lnTo>
                    <a:pt x="665863" y="400774"/>
                  </a:lnTo>
                  <a:lnTo>
                    <a:pt x="646395" y="424193"/>
                  </a:lnTo>
                  <a:close/>
                  <a:moveTo>
                    <a:pt x="659829" y="411935"/>
                  </a:moveTo>
                  <a:lnTo>
                    <a:pt x="670733" y="394752"/>
                  </a:lnTo>
                  <a:lnTo>
                    <a:pt x="665863" y="400774"/>
                  </a:lnTo>
                  <a:close/>
                  <a:moveTo>
                    <a:pt x="659829" y="411935"/>
                  </a:moveTo>
                  <a:lnTo>
                    <a:pt x="671139" y="357997"/>
                  </a:lnTo>
                  <a:lnTo>
                    <a:pt x="670733" y="394752"/>
                  </a:lnTo>
                  <a:close/>
                  <a:moveTo>
                    <a:pt x="411753" y="151359"/>
                  </a:moveTo>
                  <a:lnTo>
                    <a:pt x="386485" y="154650"/>
                  </a:lnTo>
                  <a:lnTo>
                    <a:pt x="407051" y="152211"/>
                  </a:lnTo>
                  <a:close/>
                  <a:moveTo>
                    <a:pt x="671139" y="357997"/>
                  </a:moveTo>
                  <a:lnTo>
                    <a:pt x="679879" y="340813"/>
                  </a:lnTo>
                  <a:lnTo>
                    <a:pt x="670733" y="394752"/>
                  </a:lnTo>
                  <a:close/>
                  <a:moveTo>
                    <a:pt x="682761" y="339375"/>
                  </a:moveTo>
                  <a:lnTo>
                    <a:pt x="686206" y="314498"/>
                  </a:lnTo>
                  <a:lnTo>
                    <a:pt x="671139" y="357997"/>
                  </a:lnTo>
                  <a:close/>
                  <a:moveTo>
                    <a:pt x="676766" y="267304"/>
                  </a:moveTo>
                  <a:lnTo>
                    <a:pt x="683070" y="272301"/>
                  </a:lnTo>
                  <a:lnTo>
                    <a:pt x="687939" y="262528"/>
                  </a:lnTo>
                  <a:close/>
                  <a:moveTo>
                    <a:pt x="676766" y="267304"/>
                  </a:moveTo>
                  <a:lnTo>
                    <a:pt x="687939" y="262528"/>
                  </a:lnTo>
                  <a:lnTo>
                    <a:pt x="709264" y="246050"/>
                  </a:lnTo>
                  <a:close/>
                  <a:moveTo>
                    <a:pt x="709264" y="246050"/>
                  </a:moveTo>
                  <a:lnTo>
                    <a:pt x="714299" y="229253"/>
                  </a:lnTo>
                  <a:lnTo>
                    <a:pt x="706506" y="213365"/>
                  </a:lnTo>
                  <a:close/>
                  <a:moveTo>
                    <a:pt x="841554" y="78306"/>
                  </a:moveTo>
                  <a:lnTo>
                    <a:pt x="897141" y="65351"/>
                  </a:lnTo>
                  <a:lnTo>
                    <a:pt x="864585" y="68207"/>
                  </a:lnTo>
                  <a:close/>
                  <a:moveTo>
                    <a:pt x="864585" y="68207"/>
                  </a:moveTo>
                  <a:lnTo>
                    <a:pt x="897141" y="65351"/>
                  </a:lnTo>
                  <a:lnTo>
                    <a:pt x="867268" y="69573"/>
                  </a:lnTo>
                  <a:close/>
                  <a:moveTo>
                    <a:pt x="897141" y="65351"/>
                  </a:moveTo>
                  <a:lnTo>
                    <a:pt x="906029" y="65150"/>
                  </a:lnTo>
                  <a:lnTo>
                    <a:pt x="867268" y="69573"/>
                  </a:lnTo>
                  <a:close/>
                  <a:moveTo>
                    <a:pt x="931087" y="67698"/>
                  </a:moveTo>
                  <a:lnTo>
                    <a:pt x="952602" y="54375"/>
                  </a:lnTo>
                  <a:lnTo>
                    <a:pt x="906029" y="65150"/>
                  </a:lnTo>
                  <a:close/>
                  <a:moveTo>
                    <a:pt x="953685" y="53938"/>
                  </a:moveTo>
                  <a:lnTo>
                    <a:pt x="996741" y="0"/>
                  </a:lnTo>
                  <a:lnTo>
                    <a:pt x="983524" y="36755"/>
                  </a:lnTo>
                  <a:close/>
                </a:path>
              </a:pathLst>
            </a:custGeom>
            <a:solidFill>
              <a:srgbClr val="AEBAC4"/>
            </a:solidFill>
            <a:ln w="1524">
              <a:solidFill>
                <a:srgbClr val="AEBAC4"/>
              </a:solidFill>
            </a:ln>
          </p:spPr>
        </p:sp>
        <p:sp>
          <p:nvSpPr>
            <p:cNvPr id="174" name="Input_density__173">
              <a:extLst>
                <a:ext uri="{FF2B5EF4-FFF2-40B4-BE49-F238E27FC236}">
                  <a16:creationId xmlns:a16="http://schemas.microsoft.com/office/drawing/2014/main" id="{FF059BA3-5A12-C367-FC0F-2BFFE65B6F3B}"/>
                </a:ext>
              </a:extLst>
            </p:cNvPr>
            <p:cNvSpPr>
              <a:spLocks noGrp="1"/>
            </p:cNvSpPr>
            <p:nvPr/>
          </p:nvSpPr>
          <p:spPr>
            <a:xfrm>
              <a:off x="534294" y="1624467"/>
              <a:ext cx="1104336" cy="755843"/>
            </a:xfrm>
            <a:custGeom>
              <a:avLst/>
              <a:gdLst/>
              <a:ahLst/>
              <a:cxnLst/>
              <a:rect l="0" t="0" r="0" b="0"/>
              <a:pathLst>
                <a:path w="1104336" h="755843">
                  <a:moveTo>
                    <a:pt x="109367" y="700696"/>
                  </a:moveTo>
                  <a:lnTo>
                    <a:pt x="134410" y="726679"/>
                  </a:lnTo>
                  <a:lnTo>
                    <a:pt x="131440" y="722913"/>
                  </a:lnTo>
                  <a:close/>
                  <a:moveTo>
                    <a:pt x="90523" y="653169"/>
                  </a:moveTo>
                  <a:lnTo>
                    <a:pt x="85217" y="670352"/>
                  </a:lnTo>
                  <a:lnTo>
                    <a:pt x="107258" y="689924"/>
                  </a:lnTo>
                  <a:close/>
                  <a:moveTo>
                    <a:pt x="107258" y="689924"/>
                  </a:moveTo>
                  <a:lnTo>
                    <a:pt x="109367" y="700696"/>
                  </a:lnTo>
                  <a:lnTo>
                    <a:pt x="131440" y="722913"/>
                  </a:lnTo>
                  <a:close/>
                  <a:moveTo>
                    <a:pt x="174428" y="709496"/>
                  </a:moveTo>
                  <a:lnTo>
                    <a:pt x="173568" y="755843"/>
                  </a:lnTo>
                  <a:lnTo>
                    <a:pt x="193316" y="733471"/>
                  </a:lnTo>
                  <a:close/>
                  <a:moveTo>
                    <a:pt x="174428" y="709496"/>
                  </a:moveTo>
                  <a:lnTo>
                    <a:pt x="134410" y="726679"/>
                  </a:lnTo>
                  <a:lnTo>
                    <a:pt x="173568" y="755843"/>
                  </a:lnTo>
                  <a:close/>
                  <a:moveTo>
                    <a:pt x="152298" y="672741"/>
                  </a:moveTo>
                  <a:lnTo>
                    <a:pt x="131440" y="722913"/>
                  </a:lnTo>
                  <a:lnTo>
                    <a:pt x="134410" y="726679"/>
                  </a:lnTo>
                  <a:close/>
                  <a:moveTo>
                    <a:pt x="107258" y="689924"/>
                  </a:moveTo>
                  <a:lnTo>
                    <a:pt x="131440" y="722913"/>
                  </a:lnTo>
                  <a:lnTo>
                    <a:pt x="139349" y="676321"/>
                  </a:lnTo>
                  <a:close/>
                  <a:moveTo>
                    <a:pt x="127882" y="613402"/>
                  </a:moveTo>
                  <a:lnTo>
                    <a:pt x="90523" y="653169"/>
                  </a:lnTo>
                  <a:lnTo>
                    <a:pt x="105297" y="635986"/>
                  </a:lnTo>
                  <a:close/>
                  <a:moveTo>
                    <a:pt x="164783" y="626791"/>
                  </a:moveTo>
                  <a:lnTo>
                    <a:pt x="104935" y="623812"/>
                  </a:lnTo>
                  <a:lnTo>
                    <a:pt x="127882" y="613402"/>
                  </a:lnTo>
                  <a:close/>
                  <a:moveTo>
                    <a:pt x="0" y="506149"/>
                  </a:moveTo>
                  <a:lnTo>
                    <a:pt x="14927" y="536442"/>
                  </a:lnTo>
                  <a:lnTo>
                    <a:pt x="17667" y="525721"/>
                  </a:lnTo>
                  <a:close/>
                  <a:moveTo>
                    <a:pt x="2642" y="488966"/>
                  </a:moveTo>
                  <a:lnTo>
                    <a:pt x="0" y="506149"/>
                  </a:lnTo>
                  <a:lnTo>
                    <a:pt x="17667" y="525721"/>
                  </a:lnTo>
                  <a:close/>
                  <a:moveTo>
                    <a:pt x="2642" y="488966"/>
                  </a:moveTo>
                  <a:lnTo>
                    <a:pt x="5107" y="452211"/>
                  </a:lnTo>
                  <a:lnTo>
                    <a:pt x="0" y="506149"/>
                  </a:lnTo>
                  <a:close/>
                  <a:moveTo>
                    <a:pt x="361527" y="711884"/>
                  </a:moveTo>
                  <a:lnTo>
                    <a:pt x="334321" y="729067"/>
                  </a:lnTo>
                  <a:lnTo>
                    <a:pt x="356014" y="747258"/>
                  </a:lnTo>
                  <a:close/>
                  <a:moveTo>
                    <a:pt x="379627" y="657946"/>
                  </a:moveTo>
                  <a:lnTo>
                    <a:pt x="361527" y="711884"/>
                  </a:lnTo>
                  <a:lnTo>
                    <a:pt x="383938" y="659245"/>
                  </a:lnTo>
                  <a:close/>
                  <a:moveTo>
                    <a:pt x="383938" y="659245"/>
                  </a:moveTo>
                  <a:lnTo>
                    <a:pt x="361527" y="711884"/>
                  </a:lnTo>
                  <a:lnTo>
                    <a:pt x="379270" y="706205"/>
                  </a:lnTo>
                  <a:close/>
                  <a:moveTo>
                    <a:pt x="379627" y="657946"/>
                  </a:moveTo>
                  <a:lnTo>
                    <a:pt x="383938" y="659245"/>
                  </a:lnTo>
                  <a:lnTo>
                    <a:pt x="384212" y="657441"/>
                  </a:lnTo>
                  <a:close/>
                  <a:moveTo>
                    <a:pt x="422732" y="653213"/>
                  </a:moveTo>
                  <a:lnTo>
                    <a:pt x="383938" y="659245"/>
                  </a:lnTo>
                  <a:lnTo>
                    <a:pt x="420400" y="670994"/>
                  </a:lnTo>
                  <a:close/>
                  <a:moveTo>
                    <a:pt x="422732" y="653213"/>
                  </a:moveTo>
                  <a:lnTo>
                    <a:pt x="384212" y="657441"/>
                  </a:lnTo>
                  <a:lnTo>
                    <a:pt x="383938" y="659245"/>
                  </a:lnTo>
                  <a:close/>
                  <a:moveTo>
                    <a:pt x="406385" y="532261"/>
                  </a:moveTo>
                  <a:lnTo>
                    <a:pt x="369974" y="534775"/>
                  </a:lnTo>
                  <a:lnTo>
                    <a:pt x="412091" y="543720"/>
                  </a:lnTo>
                  <a:close/>
                  <a:moveTo>
                    <a:pt x="261379" y="389895"/>
                  </a:moveTo>
                  <a:lnTo>
                    <a:pt x="246069" y="437416"/>
                  </a:lnTo>
                  <a:lnTo>
                    <a:pt x="233950" y="429853"/>
                  </a:lnTo>
                  <a:close/>
                  <a:moveTo>
                    <a:pt x="394943" y="559222"/>
                  </a:moveTo>
                  <a:lnTo>
                    <a:pt x="423173" y="563359"/>
                  </a:lnTo>
                  <a:lnTo>
                    <a:pt x="412091" y="543720"/>
                  </a:lnTo>
                  <a:close/>
                  <a:moveTo>
                    <a:pt x="665912" y="680447"/>
                  </a:moveTo>
                  <a:lnTo>
                    <a:pt x="702159" y="688363"/>
                  </a:lnTo>
                  <a:lnTo>
                    <a:pt x="671639" y="679905"/>
                  </a:lnTo>
                  <a:close/>
                  <a:moveTo>
                    <a:pt x="665912" y="680447"/>
                  </a:moveTo>
                  <a:lnTo>
                    <a:pt x="657869" y="679905"/>
                  </a:lnTo>
                  <a:lnTo>
                    <a:pt x="657905" y="716660"/>
                  </a:lnTo>
                  <a:close/>
                  <a:moveTo>
                    <a:pt x="340913" y="334335"/>
                  </a:moveTo>
                  <a:lnTo>
                    <a:pt x="315328" y="312356"/>
                  </a:lnTo>
                  <a:lnTo>
                    <a:pt x="324314" y="365819"/>
                  </a:lnTo>
                  <a:close/>
                  <a:moveTo>
                    <a:pt x="324314" y="365819"/>
                  </a:moveTo>
                  <a:lnTo>
                    <a:pt x="315328" y="312356"/>
                  </a:lnTo>
                  <a:lnTo>
                    <a:pt x="287950" y="323546"/>
                  </a:lnTo>
                  <a:close/>
                  <a:moveTo>
                    <a:pt x="340913" y="334335"/>
                  </a:moveTo>
                  <a:lnTo>
                    <a:pt x="341445" y="366294"/>
                  </a:lnTo>
                  <a:lnTo>
                    <a:pt x="356947" y="365914"/>
                  </a:lnTo>
                  <a:close/>
                  <a:moveTo>
                    <a:pt x="340913" y="334335"/>
                  </a:moveTo>
                  <a:lnTo>
                    <a:pt x="356947" y="365914"/>
                  </a:lnTo>
                  <a:lnTo>
                    <a:pt x="376947" y="344484"/>
                  </a:lnTo>
                  <a:close/>
                  <a:moveTo>
                    <a:pt x="357510" y="366294"/>
                  </a:moveTo>
                  <a:lnTo>
                    <a:pt x="399480" y="400363"/>
                  </a:lnTo>
                  <a:lnTo>
                    <a:pt x="412452" y="385866"/>
                  </a:lnTo>
                  <a:close/>
                  <a:moveTo>
                    <a:pt x="390103" y="349111"/>
                  </a:moveTo>
                  <a:lnTo>
                    <a:pt x="357510" y="366294"/>
                  </a:lnTo>
                  <a:lnTo>
                    <a:pt x="412452" y="385866"/>
                  </a:lnTo>
                  <a:close/>
                  <a:moveTo>
                    <a:pt x="693907" y="640028"/>
                  </a:moveTo>
                  <a:lnTo>
                    <a:pt x="671639" y="679905"/>
                  </a:lnTo>
                  <a:lnTo>
                    <a:pt x="679058" y="669759"/>
                  </a:lnTo>
                  <a:close/>
                  <a:moveTo>
                    <a:pt x="412452" y="385866"/>
                  </a:moveTo>
                  <a:lnTo>
                    <a:pt x="427817" y="410099"/>
                  </a:lnTo>
                  <a:lnTo>
                    <a:pt x="441601" y="405437"/>
                  </a:lnTo>
                  <a:close/>
                  <a:moveTo>
                    <a:pt x="376947" y="344484"/>
                  </a:moveTo>
                  <a:lnTo>
                    <a:pt x="390103" y="349111"/>
                  </a:lnTo>
                  <a:lnTo>
                    <a:pt x="389565" y="295451"/>
                  </a:lnTo>
                  <a:close/>
                  <a:moveTo>
                    <a:pt x="389565" y="295451"/>
                  </a:moveTo>
                  <a:lnTo>
                    <a:pt x="390103" y="349111"/>
                  </a:lnTo>
                  <a:lnTo>
                    <a:pt x="417892" y="299171"/>
                  </a:lnTo>
                  <a:close/>
                  <a:moveTo>
                    <a:pt x="417892" y="299171"/>
                  </a:moveTo>
                  <a:lnTo>
                    <a:pt x="390103" y="349111"/>
                  </a:lnTo>
                  <a:lnTo>
                    <a:pt x="428295" y="335460"/>
                  </a:lnTo>
                  <a:close/>
                  <a:moveTo>
                    <a:pt x="417892" y="299171"/>
                  </a:moveTo>
                  <a:lnTo>
                    <a:pt x="389903" y="295172"/>
                  </a:lnTo>
                  <a:lnTo>
                    <a:pt x="389565" y="295451"/>
                  </a:lnTo>
                  <a:close/>
                  <a:moveTo>
                    <a:pt x="428295" y="335460"/>
                  </a:moveTo>
                  <a:lnTo>
                    <a:pt x="461212" y="314174"/>
                  </a:lnTo>
                  <a:lnTo>
                    <a:pt x="437684" y="310168"/>
                  </a:lnTo>
                  <a:close/>
                  <a:moveTo>
                    <a:pt x="428295" y="335460"/>
                  </a:moveTo>
                  <a:lnTo>
                    <a:pt x="437684" y="310168"/>
                  </a:lnTo>
                  <a:lnTo>
                    <a:pt x="417892" y="299171"/>
                  </a:lnTo>
                  <a:close/>
                  <a:moveTo>
                    <a:pt x="376947" y="344484"/>
                  </a:moveTo>
                  <a:lnTo>
                    <a:pt x="389565" y="295451"/>
                  </a:lnTo>
                  <a:lnTo>
                    <a:pt x="340913" y="334335"/>
                  </a:lnTo>
                  <a:close/>
                  <a:moveTo>
                    <a:pt x="373073" y="263772"/>
                  </a:moveTo>
                  <a:lnTo>
                    <a:pt x="389903" y="295172"/>
                  </a:lnTo>
                  <a:lnTo>
                    <a:pt x="417892" y="299171"/>
                  </a:lnTo>
                  <a:close/>
                  <a:moveTo>
                    <a:pt x="373073" y="263772"/>
                  </a:moveTo>
                  <a:lnTo>
                    <a:pt x="417892" y="299171"/>
                  </a:lnTo>
                  <a:lnTo>
                    <a:pt x="398687" y="270037"/>
                  </a:lnTo>
                  <a:close/>
                  <a:moveTo>
                    <a:pt x="761042" y="567790"/>
                  </a:moveTo>
                  <a:lnTo>
                    <a:pt x="746703" y="518090"/>
                  </a:lnTo>
                  <a:lnTo>
                    <a:pt x="731388" y="520062"/>
                  </a:lnTo>
                  <a:close/>
                  <a:moveTo>
                    <a:pt x="777590" y="464842"/>
                  </a:moveTo>
                  <a:lnTo>
                    <a:pt x="778802" y="465507"/>
                  </a:lnTo>
                  <a:lnTo>
                    <a:pt x="818491" y="500907"/>
                  </a:lnTo>
                  <a:close/>
                  <a:moveTo>
                    <a:pt x="694375" y="478319"/>
                  </a:moveTo>
                  <a:lnTo>
                    <a:pt x="727385" y="478570"/>
                  </a:lnTo>
                  <a:lnTo>
                    <a:pt x="728927" y="432570"/>
                  </a:lnTo>
                  <a:close/>
                  <a:moveTo>
                    <a:pt x="727385" y="478570"/>
                  </a:moveTo>
                  <a:lnTo>
                    <a:pt x="765619" y="429828"/>
                  </a:lnTo>
                  <a:lnTo>
                    <a:pt x="728927" y="432570"/>
                  </a:lnTo>
                  <a:close/>
                  <a:moveTo>
                    <a:pt x="1078218" y="160094"/>
                  </a:moveTo>
                  <a:lnTo>
                    <a:pt x="1077463" y="161238"/>
                  </a:lnTo>
                  <a:lnTo>
                    <a:pt x="1104336" y="165086"/>
                  </a:lnTo>
                  <a:close/>
                  <a:moveTo>
                    <a:pt x="1075799" y="155018"/>
                  </a:moveTo>
                  <a:lnTo>
                    <a:pt x="1078218" y="160094"/>
                  </a:lnTo>
                  <a:lnTo>
                    <a:pt x="1065689" y="124670"/>
                  </a:lnTo>
                  <a:close/>
                  <a:moveTo>
                    <a:pt x="1065689" y="124670"/>
                  </a:moveTo>
                  <a:lnTo>
                    <a:pt x="1078218" y="160094"/>
                  </a:lnTo>
                  <a:lnTo>
                    <a:pt x="1104336" y="165086"/>
                  </a:lnTo>
                  <a:close/>
                  <a:moveTo>
                    <a:pt x="1065689" y="124670"/>
                  </a:moveTo>
                  <a:lnTo>
                    <a:pt x="1104336" y="165086"/>
                  </a:lnTo>
                  <a:lnTo>
                    <a:pt x="1095481" y="127538"/>
                  </a:lnTo>
                  <a:close/>
                  <a:moveTo>
                    <a:pt x="1057693" y="123339"/>
                  </a:moveTo>
                  <a:lnTo>
                    <a:pt x="1065689" y="124670"/>
                  </a:lnTo>
                  <a:lnTo>
                    <a:pt x="1065194" y="115367"/>
                  </a:lnTo>
                  <a:close/>
                  <a:moveTo>
                    <a:pt x="1075799" y="155018"/>
                  </a:moveTo>
                  <a:lnTo>
                    <a:pt x="1065689" y="124670"/>
                  </a:lnTo>
                  <a:lnTo>
                    <a:pt x="1057693" y="123339"/>
                  </a:lnTo>
                  <a:close/>
                  <a:moveTo>
                    <a:pt x="1034354" y="78310"/>
                  </a:moveTo>
                  <a:lnTo>
                    <a:pt x="1062733" y="37579"/>
                  </a:lnTo>
                  <a:lnTo>
                    <a:pt x="1032842" y="34792"/>
                  </a:lnTo>
                  <a:close/>
                  <a:moveTo>
                    <a:pt x="1032842" y="34792"/>
                  </a:moveTo>
                  <a:lnTo>
                    <a:pt x="1062733" y="37579"/>
                  </a:lnTo>
                  <a:lnTo>
                    <a:pt x="1053916" y="0"/>
                  </a:lnTo>
                  <a:close/>
                </a:path>
              </a:pathLst>
            </a:custGeom>
            <a:solidFill>
              <a:srgbClr val="C9D2D8"/>
            </a:solidFill>
            <a:ln w="1524">
              <a:solidFill>
                <a:srgbClr val="C9D2D8"/>
              </a:solidFill>
            </a:ln>
          </p:spPr>
        </p:sp>
        <p:sp>
          <p:nvSpPr>
            <p:cNvPr id="175" name="Input_density__174">
              <a:extLst>
                <a:ext uri="{FF2B5EF4-FFF2-40B4-BE49-F238E27FC236}">
                  <a16:creationId xmlns:a16="http://schemas.microsoft.com/office/drawing/2014/main" id="{D178DF40-8492-A2F7-EBF4-651A2EEDB47F}"/>
                </a:ext>
              </a:extLst>
            </p:cNvPr>
            <p:cNvSpPr>
              <a:spLocks noGrp="1"/>
            </p:cNvSpPr>
            <p:nvPr/>
          </p:nvSpPr>
          <p:spPr>
            <a:xfrm>
              <a:off x="552044" y="1817418"/>
              <a:ext cx="1083755" cy="577648"/>
            </a:xfrm>
            <a:custGeom>
              <a:avLst/>
              <a:gdLst/>
              <a:ahLst/>
              <a:cxnLst/>
              <a:rect l="0" t="0" r="0" b="0"/>
              <a:pathLst>
                <a:path w="1083755" h="577648">
                  <a:moveTo>
                    <a:pt x="91618" y="507746"/>
                  </a:moveTo>
                  <a:lnTo>
                    <a:pt x="131258" y="547354"/>
                  </a:lnTo>
                  <a:lnTo>
                    <a:pt x="116660" y="533729"/>
                  </a:lnTo>
                  <a:close/>
                  <a:moveTo>
                    <a:pt x="116660" y="533729"/>
                  </a:moveTo>
                  <a:lnTo>
                    <a:pt x="131258" y="547354"/>
                  </a:lnTo>
                  <a:lnTo>
                    <a:pt x="155818" y="562892"/>
                  </a:lnTo>
                  <a:close/>
                  <a:moveTo>
                    <a:pt x="190928" y="569588"/>
                  </a:moveTo>
                  <a:lnTo>
                    <a:pt x="191364" y="553300"/>
                  </a:lnTo>
                  <a:lnTo>
                    <a:pt x="175566" y="540520"/>
                  </a:lnTo>
                  <a:close/>
                  <a:moveTo>
                    <a:pt x="190928" y="569588"/>
                  </a:moveTo>
                  <a:lnTo>
                    <a:pt x="175566" y="540520"/>
                  </a:lnTo>
                  <a:lnTo>
                    <a:pt x="155818" y="562892"/>
                  </a:lnTo>
                  <a:close/>
                  <a:moveTo>
                    <a:pt x="37960" y="371395"/>
                  </a:moveTo>
                  <a:lnTo>
                    <a:pt x="0" y="349064"/>
                  </a:lnTo>
                  <a:lnTo>
                    <a:pt x="1773" y="349954"/>
                  </a:lnTo>
                  <a:close/>
                  <a:moveTo>
                    <a:pt x="28992" y="366233"/>
                  </a:moveTo>
                  <a:lnTo>
                    <a:pt x="0" y="349064"/>
                  </a:lnTo>
                  <a:lnTo>
                    <a:pt x="37960" y="371395"/>
                  </a:lnTo>
                  <a:close/>
                  <a:moveTo>
                    <a:pt x="191364" y="553300"/>
                  </a:moveTo>
                  <a:lnTo>
                    <a:pt x="192913" y="569064"/>
                  </a:lnTo>
                  <a:lnTo>
                    <a:pt x="214687" y="562208"/>
                  </a:lnTo>
                  <a:close/>
                  <a:moveTo>
                    <a:pt x="256788" y="544223"/>
                  </a:moveTo>
                  <a:lnTo>
                    <a:pt x="231885" y="537382"/>
                  </a:lnTo>
                  <a:lnTo>
                    <a:pt x="214687" y="562208"/>
                  </a:lnTo>
                  <a:close/>
                  <a:moveTo>
                    <a:pt x="256788" y="544223"/>
                  </a:moveTo>
                  <a:lnTo>
                    <a:pt x="264019" y="525870"/>
                  </a:lnTo>
                  <a:lnTo>
                    <a:pt x="233284" y="535533"/>
                  </a:lnTo>
                  <a:close/>
                  <a:moveTo>
                    <a:pt x="264019" y="525870"/>
                  </a:moveTo>
                  <a:lnTo>
                    <a:pt x="295234" y="517999"/>
                  </a:lnTo>
                  <a:lnTo>
                    <a:pt x="318113" y="507333"/>
                  </a:lnTo>
                  <a:close/>
                  <a:moveTo>
                    <a:pt x="411908" y="518933"/>
                  </a:moveTo>
                  <a:lnTo>
                    <a:pt x="402650" y="478043"/>
                  </a:lnTo>
                  <a:lnTo>
                    <a:pt x="401226" y="508063"/>
                  </a:lnTo>
                  <a:close/>
                  <a:moveTo>
                    <a:pt x="366462" y="464490"/>
                  </a:moveTo>
                  <a:lnTo>
                    <a:pt x="393766" y="424633"/>
                  </a:lnTo>
                  <a:lnTo>
                    <a:pt x="372042" y="415207"/>
                  </a:lnTo>
                  <a:close/>
                  <a:moveTo>
                    <a:pt x="393766" y="424633"/>
                  </a:moveTo>
                  <a:lnTo>
                    <a:pt x="404982" y="460262"/>
                  </a:lnTo>
                  <a:lnTo>
                    <a:pt x="420089" y="464995"/>
                  </a:lnTo>
                  <a:close/>
                  <a:moveTo>
                    <a:pt x="393766" y="424633"/>
                  </a:moveTo>
                  <a:lnTo>
                    <a:pt x="403275" y="384172"/>
                  </a:lnTo>
                  <a:lnTo>
                    <a:pt x="374299" y="400410"/>
                  </a:lnTo>
                  <a:close/>
                  <a:moveTo>
                    <a:pt x="354628" y="337547"/>
                  </a:moveTo>
                  <a:lnTo>
                    <a:pt x="352224" y="341824"/>
                  </a:lnTo>
                  <a:lnTo>
                    <a:pt x="356150" y="332557"/>
                  </a:lnTo>
                  <a:close/>
                  <a:moveTo>
                    <a:pt x="358589" y="341673"/>
                  </a:moveTo>
                  <a:lnTo>
                    <a:pt x="352224" y="341824"/>
                  </a:lnTo>
                  <a:lnTo>
                    <a:pt x="354628" y="337547"/>
                  </a:lnTo>
                  <a:close/>
                  <a:moveTo>
                    <a:pt x="559973" y="549764"/>
                  </a:moveTo>
                  <a:lnTo>
                    <a:pt x="606500" y="577648"/>
                  </a:lnTo>
                  <a:lnTo>
                    <a:pt x="576999" y="563758"/>
                  </a:lnTo>
                  <a:close/>
                  <a:moveTo>
                    <a:pt x="356150" y="332557"/>
                  </a:moveTo>
                  <a:lnTo>
                    <a:pt x="356902" y="293274"/>
                  </a:lnTo>
                  <a:lnTo>
                    <a:pt x="354628" y="337547"/>
                  </a:lnTo>
                  <a:close/>
                  <a:moveTo>
                    <a:pt x="344356" y="210099"/>
                  </a:moveTo>
                  <a:lnTo>
                    <a:pt x="323911" y="240386"/>
                  </a:lnTo>
                  <a:lnTo>
                    <a:pt x="344760" y="213651"/>
                  </a:lnTo>
                  <a:close/>
                  <a:moveTo>
                    <a:pt x="344760" y="213651"/>
                  </a:moveTo>
                  <a:lnTo>
                    <a:pt x="323911" y="240386"/>
                  </a:lnTo>
                  <a:lnTo>
                    <a:pt x="322440" y="249456"/>
                  </a:lnTo>
                  <a:close/>
                  <a:moveTo>
                    <a:pt x="645676" y="534265"/>
                  </a:moveTo>
                  <a:lnTo>
                    <a:pt x="647812" y="540893"/>
                  </a:lnTo>
                  <a:lnTo>
                    <a:pt x="648162" y="487496"/>
                  </a:lnTo>
                  <a:close/>
                  <a:moveTo>
                    <a:pt x="645676" y="534265"/>
                  </a:moveTo>
                  <a:lnTo>
                    <a:pt x="648162" y="487496"/>
                  </a:lnTo>
                  <a:lnTo>
                    <a:pt x="640155" y="523710"/>
                  </a:lnTo>
                  <a:close/>
                  <a:moveTo>
                    <a:pt x="324900" y="202708"/>
                  </a:moveTo>
                  <a:lnTo>
                    <a:pt x="323911" y="240386"/>
                  </a:lnTo>
                  <a:lnTo>
                    <a:pt x="344356" y="210099"/>
                  </a:lnTo>
                  <a:close/>
                  <a:moveTo>
                    <a:pt x="640120" y="486955"/>
                  </a:moveTo>
                  <a:lnTo>
                    <a:pt x="612127" y="474314"/>
                  </a:lnTo>
                  <a:lnTo>
                    <a:pt x="661309" y="476809"/>
                  </a:lnTo>
                  <a:close/>
                  <a:moveTo>
                    <a:pt x="670510" y="471813"/>
                  </a:moveTo>
                  <a:lnTo>
                    <a:pt x="661309" y="476809"/>
                  </a:lnTo>
                  <a:lnTo>
                    <a:pt x="684410" y="495412"/>
                  </a:lnTo>
                  <a:close/>
                  <a:moveTo>
                    <a:pt x="434373" y="229670"/>
                  </a:moveTo>
                  <a:lnTo>
                    <a:pt x="447926" y="234120"/>
                  </a:lnTo>
                  <a:lnTo>
                    <a:pt x="423597" y="221393"/>
                  </a:lnTo>
                  <a:close/>
                  <a:moveTo>
                    <a:pt x="743292" y="374840"/>
                  </a:moveTo>
                  <a:lnTo>
                    <a:pt x="752230" y="415833"/>
                  </a:lnTo>
                  <a:lnTo>
                    <a:pt x="749125" y="379078"/>
                  </a:lnTo>
                  <a:close/>
                  <a:moveTo>
                    <a:pt x="749125" y="379078"/>
                  </a:moveTo>
                  <a:lnTo>
                    <a:pt x="752693" y="337511"/>
                  </a:lnTo>
                  <a:lnTo>
                    <a:pt x="743292" y="374840"/>
                  </a:lnTo>
                  <a:close/>
                  <a:moveTo>
                    <a:pt x="752693" y="337511"/>
                  </a:moveTo>
                  <a:lnTo>
                    <a:pt x="728953" y="325140"/>
                  </a:lnTo>
                  <a:lnTo>
                    <a:pt x="743292" y="374840"/>
                  </a:lnTo>
                  <a:close/>
                  <a:moveTo>
                    <a:pt x="759841" y="271892"/>
                  </a:moveTo>
                  <a:lnTo>
                    <a:pt x="781615" y="321070"/>
                  </a:lnTo>
                  <a:lnTo>
                    <a:pt x="779989" y="282600"/>
                  </a:lnTo>
                  <a:close/>
                  <a:moveTo>
                    <a:pt x="918007" y="4614"/>
                  </a:moveTo>
                  <a:lnTo>
                    <a:pt x="896743" y="21322"/>
                  </a:lnTo>
                  <a:lnTo>
                    <a:pt x="911440" y="1510"/>
                  </a:lnTo>
                  <a:close/>
                  <a:moveTo>
                    <a:pt x="896743" y="21322"/>
                  </a:moveTo>
                  <a:lnTo>
                    <a:pt x="893688" y="18693"/>
                  </a:lnTo>
                  <a:lnTo>
                    <a:pt x="911440" y="1510"/>
                  </a:lnTo>
                  <a:close/>
                  <a:moveTo>
                    <a:pt x="918007" y="4614"/>
                  </a:moveTo>
                  <a:lnTo>
                    <a:pt x="930833" y="24203"/>
                  </a:lnTo>
                  <a:lnTo>
                    <a:pt x="896743" y="21322"/>
                  </a:lnTo>
                  <a:close/>
                  <a:moveTo>
                    <a:pt x="911440" y="1510"/>
                  </a:moveTo>
                  <a:lnTo>
                    <a:pt x="893688" y="18693"/>
                  </a:lnTo>
                  <a:lnTo>
                    <a:pt x="916773" y="0"/>
                  </a:lnTo>
                  <a:close/>
                  <a:moveTo>
                    <a:pt x="1052410" y="107073"/>
                  </a:moveTo>
                  <a:lnTo>
                    <a:pt x="1058571" y="60223"/>
                  </a:lnTo>
                  <a:lnTo>
                    <a:pt x="1032360" y="86801"/>
                  </a:lnTo>
                  <a:close/>
                  <a:moveTo>
                    <a:pt x="1059055" y="56924"/>
                  </a:moveTo>
                  <a:lnTo>
                    <a:pt x="1058571" y="60223"/>
                  </a:lnTo>
                  <a:lnTo>
                    <a:pt x="1060240" y="57836"/>
                  </a:lnTo>
                  <a:close/>
                  <a:moveTo>
                    <a:pt x="1059055" y="56924"/>
                  </a:moveTo>
                  <a:lnTo>
                    <a:pt x="1060240" y="57836"/>
                  </a:lnTo>
                  <a:lnTo>
                    <a:pt x="1083755" y="19185"/>
                  </a:lnTo>
                  <a:close/>
                  <a:moveTo>
                    <a:pt x="1064010" y="8149"/>
                  </a:moveTo>
                  <a:lnTo>
                    <a:pt x="1059055" y="56924"/>
                  </a:lnTo>
                  <a:lnTo>
                    <a:pt x="1083755" y="19185"/>
                  </a:lnTo>
                  <a:close/>
                </a:path>
              </a:pathLst>
            </a:custGeom>
            <a:solidFill>
              <a:srgbClr val="BCC7CF"/>
            </a:solidFill>
            <a:ln w="1524">
              <a:solidFill>
                <a:srgbClr val="BCC7CF"/>
              </a:solidFill>
            </a:ln>
          </p:spPr>
        </p:sp>
        <p:sp>
          <p:nvSpPr>
            <p:cNvPr id="176" name="Input_density__175">
              <a:extLst>
                <a:ext uri="{FF2B5EF4-FFF2-40B4-BE49-F238E27FC236}">
                  <a16:creationId xmlns:a16="http://schemas.microsoft.com/office/drawing/2014/main" id="{2F5A566A-5F23-1FD1-74F2-C89DDD65B8BE}"/>
                </a:ext>
              </a:extLst>
            </p:cNvPr>
            <p:cNvSpPr>
              <a:spLocks noGrp="1"/>
            </p:cNvSpPr>
            <p:nvPr/>
          </p:nvSpPr>
          <p:spPr>
            <a:xfrm>
              <a:off x="549221" y="1662046"/>
              <a:ext cx="1089409" cy="709679"/>
            </a:xfrm>
            <a:custGeom>
              <a:avLst/>
              <a:gdLst/>
              <a:ahLst/>
              <a:cxnLst/>
              <a:rect l="0" t="0" r="0" b="0"/>
              <a:pathLst>
                <a:path w="1089409" h="709679">
                  <a:moveTo>
                    <a:pt x="92331" y="652345"/>
                  </a:moveTo>
                  <a:lnTo>
                    <a:pt x="80055" y="645231"/>
                  </a:lnTo>
                  <a:lnTo>
                    <a:pt x="94440" y="663117"/>
                  </a:lnTo>
                  <a:close/>
                  <a:moveTo>
                    <a:pt x="0" y="498863"/>
                  </a:moveTo>
                  <a:lnTo>
                    <a:pt x="4596" y="505325"/>
                  </a:lnTo>
                  <a:lnTo>
                    <a:pt x="2822" y="504436"/>
                  </a:lnTo>
                  <a:close/>
                  <a:moveTo>
                    <a:pt x="2739" y="488142"/>
                  </a:moveTo>
                  <a:lnTo>
                    <a:pt x="0" y="498863"/>
                  </a:lnTo>
                  <a:lnTo>
                    <a:pt x="2822" y="504436"/>
                  </a:lnTo>
                  <a:close/>
                  <a:moveTo>
                    <a:pt x="2739" y="488142"/>
                  </a:moveTo>
                  <a:lnTo>
                    <a:pt x="2822" y="504436"/>
                  </a:lnTo>
                  <a:lnTo>
                    <a:pt x="31815" y="521605"/>
                  </a:lnTo>
                  <a:close/>
                  <a:moveTo>
                    <a:pt x="346599" y="674305"/>
                  </a:moveTo>
                  <a:lnTo>
                    <a:pt x="341087" y="709679"/>
                  </a:lnTo>
                  <a:lnTo>
                    <a:pt x="359703" y="683074"/>
                  </a:lnTo>
                  <a:close/>
                  <a:moveTo>
                    <a:pt x="319393" y="691488"/>
                  </a:moveTo>
                  <a:lnTo>
                    <a:pt x="346599" y="674305"/>
                  </a:lnTo>
                  <a:lnTo>
                    <a:pt x="298056" y="673370"/>
                  </a:lnTo>
                  <a:close/>
                  <a:moveTo>
                    <a:pt x="346599" y="674305"/>
                  </a:moveTo>
                  <a:lnTo>
                    <a:pt x="320935" y="662704"/>
                  </a:lnTo>
                  <a:lnTo>
                    <a:pt x="298056" y="673370"/>
                  </a:lnTo>
                  <a:close/>
                  <a:moveTo>
                    <a:pt x="359703" y="683074"/>
                  </a:moveTo>
                  <a:lnTo>
                    <a:pt x="341087" y="709679"/>
                  </a:lnTo>
                  <a:lnTo>
                    <a:pt x="395072" y="690736"/>
                  </a:lnTo>
                  <a:close/>
                  <a:moveTo>
                    <a:pt x="123984" y="460110"/>
                  </a:moveTo>
                  <a:lnTo>
                    <a:pt x="102444" y="432875"/>
                  </a:lnTo>
                  <a:lnTo>
                    <a:pt x="101414" y="453775"/>
                  </a:lnTo>
                  <a:close/>
                  <a:moveTo>
                    <a:pt x="346599" y="674305"/>
                  </a:moveTo>
                  <a:lnTo>
                    <a:pt x="359703" y="683074"/>
                  </a:lnTo>
                  <a:lnTo>
                    <a:pt x="364342" y="668626"/>
                  </a:lnTo>
                  <a:close/>
                  <a:moveTo>
                    <a:pt x="320935" y="662704"/>
                  </a:moveTo>
                  <a:lnTo>
                    <a:pt x="346599" y="674305"/>
                  </a:lnTo>
                  <a:lnTo>
                    <a:pt x="364700" y="620367"/>
                  </a:lnTo>
                  <a:close/>
                  <a:moveTo>
                    <a:pt x="404048" y="663434"/>
                  </a:moveTo>
                  <a:lnTo>
                    <a:pt x="359703" y="683074"/>
                  </a:lnTo>
                  <a:lnTo>
                    <a:pt x="395072" y="690736"/>
                  </a:lnTo>
                  <a:close/>
                  <a:moveTo>
                    <a:pt x="404048" y="663434"/>
                  </a:moveTo>
                  <a:lnTo>
                    <a:pt x="364342" y="668626"/>
                  </a:lnTo>
                  <a:lnTo>
                    <a:pt x="359703" y="683074"/>
                  </a:lnTo>
                  <a:close/>
                  <a:moveTo>
                    <a:pt x="364342" y="668626"/>
                  </a:moveTo>
                  <a:lnTo>
                    <a:pt x="404048" y="663434"/>
                  </a:lnTo>
                  <a:lnTo>
                    <a:pt x="369011" y="621666"/>
                  </a:lnTo>
                  <a:close/>
                  <a:moveTo>
                    <a:pt x="404048" y="663434"/>
                  </a:moveTo>
                  <a:lnTo>
                    <a:pt x="405473" y="633415"/>
                  </a:lnTo>
                  <a:lnTo>
                    <a:pt x="369011" y="621666"/>
                  </a:lnTo>
                  <a:close/>
                  <a:moveTo>
                    <a:pt x="369284" y="619862"/>
                  </a:moveTo>
                  <a:lnTo>
                    <a:pt x="407804" y="615634"/>
                  </a:lnTo>
                  <a:lnTo>
                    <a:pt x="396589" y="580005"/>
                  </a:lnTo>
                  <a:close/>
                  <a:moveTo>
                    <a:pt x="407804" y="615634"/>
                  </a:moveTo>
                  <a:lnTo>
                    <a:pt x="405473" y="633415"/>
                  </a:lnTo>
                  <a:lnTo>
                    <a:pt x="422911" y="620367"/>
                  </a:lnTo>
                  <a:close/>
                  <a:moveTo>
                    <a:pt x="406098" y="539544"/>
                  </a:moveTo>
                  <a:lnTo>
                    <a:pt x="433325" y="532480"/>
                  </a:lnTo>
                  <a:lnTo>
                    <a:pt x="418349" y="529673"/>
                  </a:lnTo>
                  <a:close/>
                  <a:moveTo>
                    <a:pt x="355047" y="497196"/>
                  </a:moveTo>
                  <a:lnTo>
                    <a:pt x="361411" y="497045"/>
                  </a:lnTo>
                  <a:lnTo>
                    <a:pt x="397164" y="506141"/>
                  </a:lnTo>
                  <a:close/>
                  <a:moveTo>
                    <a:pt x="408246" y="525780"/>
                  </a:moveTo>
                  <a:lnTo>
                    <a:pt x="377121" y="555782"/>
                  </a:lnTo>
                  <a:lnTo>
                    <a:pt x="406098" y="539544"/>
                  </a:lnTo>
                  <a:close/>
                  <a:moveTo>
                    <a:pt x="408246" y="525780"/>
                  </a:moveTo>
                  <a:lnTo>
                    <a:pt x="380016" y="521643"/>
                  </a:lnTo>
                  <a:lnTo>
                    <a:pt x="377121" y="555782"/>
                  </a:lnTo>
                  <a:close/>
                  <a:moveTo>
                    <a:pt x="380016" y="521643"/>
                  </a:moveTo>
                  <a:lnTo>
                    <a:pt x="397164" y="506141"/>
                  </a:lnTo>
                  <a:lnTo>
                    <a:pt x="361411" y="497045"/>
                  </a:lnTo>
                  <a:close/>
                  <a:moveTo>
                    <a:pt x="408246" y="525780"/>
                  </a:moveTo>
                  <a:lnTo>
                    <a:pt x="406098" y="539544"/>
                  </a:lnTo>
                  <a:lnTo>
                    <a:pt x="418349" y="529673"/>
                  </a:lnTo>
                  <a:close/>
                  <a:moveTo>
                    <a:pt x="408246" y="525780"/>
                  </a:moveTo>
                  <a:lnTo>
                    <a:pt x="418349" y="529673"/>
                  </a:lnTo>
                  <a:lnTo>
                    <a:pt x="397164" y="506141"/>
                  </a:lnTo>
                  <a:close/>
                  <a:moveTo>
                    <a:pt x="559923" y="696265"/>
                  </a:moveTo>
                  <a:lnTo>
                    <a:pt x="561552" y="661398"/>
                  </a:lnTo>
                  <a:lnTo>
                    <a:pt x="562795" y="705135"/>
                  </a:lnTo>
                  <a:close/>
                  <a:moveTo>
                    <a:pt x="521001" y="586000"/>
                  </a:moveTo>
                  <a:lnTo>
                    <a:pt x="551288" y="612449"/>
                  </a:lnTo>
                  <a:lnTo>
                    <a:pt x="545902" y="605572"/>
                  </a:lnTo>
                  <a:close/>
                  <a:moveTo>
                    <a:pt x="412889" y="372520"/>
                  </a:moveTo>
                  <a:lnTo>
                    <a:pt x="389038" y="362408"/>
                  </a:lnTo>
                  <a:lnTo>
                    <a:pt x="437195" y="385042"/>
                  </a:lnTo>
                  <a:close/>
                  <a:moveTo>
                    <a:pt x="309387" y="328240"/>
                  </a:moveTo>
                  <a:lnTo>
                    <a:pt x="347178" y="365470"/>
                  </a:lnTo>
                  <a:lnTo>
                    <a:pt x="326518" y="328715"/>
                  </a:lnTo>
                  <a:close/>
                  <a:moveTo>
                    <a:pt x="309387" y="328240"/>
                  </a:moveTo>
                  <a:lnTo>
                    <a:pt x="327723" y="358080"/>
                  </a:lnTo>
                  <a:lnTo>
                    <a:pt x="347178" y="365470"/>
                  </a:lnTo>
                  <a:close/>
                  <a:moveTo>
                    <a:pt x="309387" y="328240"/>
                  </a:moveTo>
                  <a:lnTo>
                    <a:pt x="273023" y="285967"/>
                  </a:lnTo>
                  <a:lnTo>
                    <a:pt x="281565" y="323770"/>
                  </a:lnTo>
                  <a:close/>
                  <a:moveTo>
                    <a:pt x="309387" y="328240"/>
                  </a:moveTo>
                  <a:lnTo>
                    <a:pt x="326518" y="328715"/>
                  </a:lnTo>
                  <a:lnTo>
                    <a:pt x="325986" y="296756"/>
                  </a:lnTo>
                  <a:close/>
                  <a:moveTo>
                    <a:pt x="342583" y="328715"/>
                  </a:moveTo>
                  <a:lnTo>
                    <a:pt x="375176" y="311532"/>
                  </a:lnTo>
                  <a:lnTo>
                    <a:pt x="342020" y="328335"/>
                  </a:lnTo>
                  <a:close/>
                  <a:moveTo>
                    <a:pt x="375176" y="311532"/>
                  </a:moveTo>
                  <a:lnTo>
                    <a:pt x="362020" y="306905"/>
                  </a:lnTo>
                  <a:lnTo>
                    <a:pt x="342020" y="328335"/>
                  </a:lnTo>
                  <a:close/>
                  <a:moveTo>
                    <a:pt x="642942" y="642326"/>
                  </a:moveTo>
                  <a:lnTo>
                    <a:pt x="664131" y="632180"/>
                  </a:lnTo>
                  <a:lnTo>
                    <a:pt x="673333" y="627184"/>
                  </a:lnTo>
                  <a:close/>
                  <a:moveTo>
                    <a:pt x="687232" y="650784"/>
                  </a:moveTo>
                  <a:lnTo>
                    <a:pt x="664131" y="632180"/>
                  </a:lnTo>
                  <a:lnTo>
                    <a:pt x="656712" y="642326"/>
                  </a:lnTo>
                  <a:close/>
                  <a:moveTo>
                    <a:pt x="678980" y="602449"/>
                  </a:moveTo>
                  <a:lnTo>
                    <a:pt x="664131" y="632180"/>
                  </a:lnTo>
                  <a:lnTo>
                    <a:pt x="651181" y="597961"/>
                  </a:lnTo>
                  <a:close/>
                  <a:moveTo>
                    <a:pt x="412889" y="372520"/>
                  </a:moveTo>
                  <a:lnTo>
                    <a:pt x="437195" y="385042"/>
                  </a:lnTo>
                  <a:lnTo>
                    <a:pt x="426420" y="376765"/>
                  </a:lnTo>
                  <a:close/>
                  <a:moveTo>
                    <a:pt x="734099" y="517267"/>
                  </a:moveTo>
                  <a:lnTo>
                    <a:pt x="731499" y="527666"/>
                  </a:lnTo>
                  <a:lnTo>
                    <a:pt x="746115" y="530211"/>
                  </a:lnTo>
                  <a:close/>
                  <a:moveTo>
                    <a:pt x="746115" y="530211"/>
                  </a:moveTo>
                  <a:lnTo>
                    <a:pt x="731499" y="527666"/>
                  </a:lnTo>
                  <a:lnTo>
                    <a:pt x="728937" y="561835"/>
                  </a:lnTo>
                  <a:close/>
                  <a:moveTo>
                    <a:pt x="725024" y="503457"/>
                  </a:moveTo>
                  <a:lnTo>
                    <a:pt x="734099" y="517267"/>
                  </a:lnTo>
                  <a:lnTo>
                    <a:pt x="746115" y="530211"/>
                  </a:lnTo>
                  <a:close/>
                  <a:moveTo>
                    <a:pt x="762663" y="427263"/>
                  </a:moveTo>
                  <a:lnTo>
                    <a:pt x="769099" y="404373"/>
                  </a:lnTo>
                  <a:lnTo>
                    <a:pt x="750692" y="392249"/>
                  </a:lnTo>
                  <a:close/>
                  <a:moveTo>
                    <a:pt x="714000" y="394991"/>
                  </a:moveTo>
                  <a:lnTo>
                    <a:pt x="750692" y="392249"/>
                  </a:lnTo>
                  <a:lnTo>
                    <a:pt x="717859" y="380461"/>
                  </a:lnTo>
                  <a:close/>
                  <a:moveTo>
                    <a:pt x="750692" y="392249"/>
                  </a:moveTo>
                  <a:lnTo>
                    <a:pt x="751415" y="381345"/>
                  </a:lnTo>
                  <a:lnTo>
                    <a:pt x="717859" y="380461"/>
                  </a:lnTo>
                  <a:close/>
                  <a:moveTo>
                    <a:pt x="751415" y="381345"/>
                  </a:moveTo>
                  <a:lnTo>
                    <a:pt x="739212" y="364087"/>
                  </a:lnTo>
                  <a:lnTo>
                    <a:pt x="717859" y="380461"/>
                  </a:lnTo>
                  <a:close/>
                  <a:moveTo>
                    <a:pt x="1089409" y="127507"/>
                  </a:moveTo>
                  <a:lnTo>
                    <a:pt x="1062536" y="123659"/>
                  </a:lnTo>
                  <a:lnTo>
                    <a:pt x="1066832" y="163520"/>
                  </a:lnTo>
                  <a:close/>
                  <a:moveTo>
                    <a:pt x="1089409" y="127507"/>
                  </a:moveTo>
                  <a:lnTo>
                    <a:pt x="1066832" y="163520"/>
                  </a:lnTo>
                  <a:lnTo>
                    <a:pt x="1086577" y="174556"/>
                  </a:lnTo>
                  <a:close/>
                  <a:moveTo>
                    <a:pt x="1022367" y="83087"/>
                  </a:moveTo>
                  <a:lnTo>
                    <a:pt x="1060872" y="117439"/>
                  </a:lnTo>
                  <a:lnTo>
                    <a:pt x="1042765" y="85760"/>
                  </a:lnTo>
                  <a:close/>
                  <a:moveTo>
                    <a:pt x="1062433" y="122350"/>
                  </a:moveTo>
                  <a:lnTo>
                    <a:pt x="1060872" y="117439"/>
                  </a:lnTo>
                  <a:lnTo>
                    <a:pt x="1022367" y="83087"/>
                  </a:lnTo>
                  <a:close/>
                  <a:moveTo>
                    <a:pt x="1062433" y="122350"/>
                  </a:moveTo>
                  <a:lnTo>
                    <a:pt x="1062536" y="123659"/>
                  </a:lnTo>
                  <a:lnTo>
                    <a:pt x="1063291" y="122515"/>
                  </a:lnTo>
                  <a:close/>
                  <a:moveTo>
                    <a:pt x="1062433" y="122350"/>
                  </a:moveTo>
                  <a:lnTo>
                    <a:pt x="1063291" y="122515"/>
                  </a:lnTo>
                  <a:lnTo>
                    <a:pt x="1060872" y="117439"/>
                  </a:lnTo>
                  <a:close/>
                  <a:moveTo>
                    <a:pt x="1047859" y="44704"/>
                  </a:moveTo>
                  <a:lnTo>
                    <a:pt x="1042765" y="85760"/>
                  </a:lnTo>
                  <a:lnTo>
                    <a:pt x="1050267" y="77788"/>
                  </a:lnTo>
                  <a:close/>
                  <a:moveTo>
                    <a:pt x="1022367" y="83087"/>
                  </a:moveTo>
                  <a:lnTo>
                    <a:pt x="1042765" y="85760"/>
                  </a:lnTo>
                  <a:lnTo>
                    <a:pt x="1047859" y="44704"/>
                  </a:lnTo>
                  <a:close/>
                  <a:moveTo>
                    <a:pt x="1019426" y="40731"/>
                  </a:moveTo>
                  <a:lnTo>
                    <a:pt x="1022367" y="83087"/>
                  </a:lnTo>
                  <a:lnTo>
                    <a:pt x="1047859" y="44704"/>
                  </a:lnTo>
                  <a:close/>
                  <a:moveTo>
                    <a:pt x="1019426" y="40731"/>
                  </a:moveTo>
                  <a:lnTo>
                    <a:pt x="1047859" y="44704"/>
                  </a:lnTo>
                  <a:lnTo>
                    <a:pt x="1047806" y="0"/>
                  </a:lnTo>
                  <a:close/>
                  <a:moveTo>
                    <a:pt x="1047859" y="44704"/>
                  </a:moveTo>
                  <a:lnTo>
                    <a:pt x="1050267" y="77788"/>
                  </a:lnTo>
                  <a:lnTo>
                    <a:pt x="1064192" y="49005"/>
                  </a:lnTo>
                  <a:close/>
                  <a:moveTo>
                    <a:pt x="1047806" y="0"/>
                  </a:moveTo>
                  <a:lnTo>
                    <a:pt x="1047859" y="44704"/>
                  </a:lnTo>
                  <a:lnTo>
                    <a:pt x="1075179" y="4834"/>
                  </a:lnTo>
                  <a:close/>
                </a:path>
              </a:pathLst>
            </a:custGeom>
            <a:solidFill>
              <a:srgbClr val="C2CCD3"/>
            </a:solidFill>
            <a:ln w="1524">
              <a:solidFill>
                <a:srgbClr val="C2CCD3"/>
              </a:solidFill>
            </a:ln>
          </p:spPr>
        </p:sp>
        <p:sp>
          <p:nvSpPr>
            <p:cNvPr id="177" name="Input_density__176">
              <a:extLst>
                <a:ext uri="{FF2B5EF4-FFF2-40B4-BE49-F238E27FC236}">
                  <a16:creationId xmlns:a16="http://schemas.microsoft.com/office/drawing/2014/main" id="{F2DD7F45-FBEF-E112-CE15-272084E1F267}"/>
                </a:ext>
              </a:extLst>
            </p:cNvPr>
            <p:cNvSpPr>
              <a:spLocks noGrp="1"/>
            </p:cNvSpPr>
            <p:nvPr/>
          </p:nvSpPr>
          <p:spPr>
            <a:xfrm>
              <a:off x="532888" y="1623935"/>
              <a:ext cx="1055322" cy="727211"/>
            </a:xfrm>
            <a:custGeom>
              <a:avLst/>
              <a:gdLst/>
              <a:ahLst/>
              <a:cxnLst/>
              <a:rect l="0" t="0" r="0" b="0"/>
              <a:pathLst>
                <a:path w="1055322" h="727211">
                  <a:moveTo>
                    <a:pt x="140755" y="676853"/>
                  </a:moveTo>
                  <a:lnTo>
                    <a:pt x="132847" y="723445"/>
                  </a:lnTo>
                  <a:lnTo>
                    <a:pt x="153704" y="673272"/>
                  </a:lnTo>
                  <a:close/>
                  <a:moveTo>
                    <a:pt x="153704" y="673272"/>
                  </a:moveTo>
                  <a:lnTo>
                    <a:pt x="135816" y="727211"/>
                  </a:lnTo>
                  <a:lnTo>
                    <a:pt x="175834" y="710028"/>
                  </a:lnTo>
                  <a:close/>
                  <a:moveTo>
                    <a:pt x="108664" y="690456"/>
                  </a:moveTo>
                  <a:lnTo>
                    <a:pt x="140755" y="676853"/>
                  </a:lnTo>
                  <a:lnTo>
                    <a:pt x="106703" y="636518"/>
                  </a:lnTo>
                  <a:close/>
                  <a:moveTo>
                    <a:pt x="91929" y="653701"/>
                  </a:moveTo>
                  <a:lnTo>
                    <a:pt x="108664" y="690456"/>
                  </a:lnTo>
                  <a:lnTo>
                    <a:pt x="106703" y="636518"/>
                  </a:lnTo>
                  <a:close/>
                  <a:moveTo>
                    <a:pt x="129288" y="613933"/>
                  </a:moveTo>
                  <a:lnTo>
                    <a:pt x="106341" y="624343"/>
                  </a:lnTo>
                  <a:lnTo>
                    <a:pt x="91929" y="653701"/>
                  </a:lnTo>
                  <a:close/>
                  <a:moveTo>
                    <a:pt x="14023" y="432128"/>
                  </a:moveTo>
                  <a:lnTo>
                    <a:pt x="0" y="468625"/>
                  </a:lnTo>
                  <a:lnTo>
                    <a:pt x="6513" y="452743"/>
                  </a:lnTo>
                  <a:close/>
                  <a:moveTo>
                    <a:pt x="192763" y="661660"/>
                  </a:moveTo>
                  <a:lnTo>
                    <a:pt x="206664" y="656089"/>
                  </a:lnTo>
                  <a:lnTo>
                    <a:pt x="227548" y="635948"/>
                  </a:lnTo>
                  <a:close/>
                  <a:moveTo>
                    <a:pt x="4048" y="489498"/>
                  </a:moveTo>
                  <a:lnTo>
                    <a:pt x="19330" y="435559"/>
                  </a:lnTo>
                  <a:lnTo>
                    <a:pt x="6513" y="452743"/>
                  </a:lnTo>
                  <a:close/>
                  <a:moveTo>
                    <a:pt x="32671" y="405641"/>
                  </a:moveTo>
                  <a:lnTo>
                    <a:pt x="6513" y="452743"/>
                  </a:lnTo>
                  <a:lnTo>
                    <a:pt x="19330" y="435559"/>
                  </a:lnTo>
                  <a:close/>
                  <a:moveTo>
                    <a:pt x="32671" y="405641"/>
                  </a:moveTo>
                  <a:lnTo>
                    <a:pt x="14023" y="432128"/>
                  </a:lnTo>
                  <a:lnTo>
                    <a:pt x="6513" y="452743"/>
                  </a:lnTo>
                  <a:close/>
                  <a:moveTo>
                    <a:pt x="14023" y="432128"/>
                  </a:moveTo>
                  <a:lnTo>
                    <a:pt x="32671" y="405641"/>
                  </a:lnTo>
                  <a:lnTo>
                    <a:pt x="25603" y="415988"/>
                  </a:lnTo>
                  <a:close/>
                  <a:moveTo>
                    <a:pt x="32671" y="405641"/>
                  </a:moveTo>
                  <a:lnTo>
                    <a:pt x="46273" y="398804"/>
                  </a:lnTo>
                  <a:lnTo>
                    <a:pt x="25603" y="415988"/>
                  </a:lnTo>
                  <a:close/>
                  <a:moveTo>
                    <a:pt x="140318" y="498221"/>
                  </a:moveTo>
                  <a:lnTo>
                    <a:pt x="149355" y="472314"/>
                  </a:lnTo>
                  <a:lnTo>
                    <a:pt x="118777" y="470985"/>
                  </a:lnTo>
                  <a:close/>
                  <a:moveTo>
                    <a:pt x="32671" y="405641"/>
                  </a:moveTo>
                  <a:lnTo>
                    <a:pt x="55791" y="395875"/>
                  </a:lnTo>
                  <a:lnTo>
                    <a:pt x="46273" y="398804"/>
                  </a:lnTo>
                  <a:close/>
                  <a:moveTo>
                    <a:pt x="59859" y="381621"/>
                  </a:moveTo>
                  <a:lnTo>
                    <a:pt x="77600" y="352840"/>
                  </a:lnTo>
                  <a:lnTo>
                    <a:pt x="49515" y="362049"/>
                  </a:lnTo>
                  <a:close/>
                  <a:moveTo>
                    <a:pt x="46273" y="398804"/>
                  </a:moveTo>
                  <a:lnTo>
                    <a:pt x="59859" y="381621"/>
                  </a:lnTo>
                  <a:lnTo>
                    <a:pt x="49515" y="362049"/>
                  </a:lnTo>
                  <a:close/>
                  <a:moveTo>
                    <a:pt x="264288" y="457519"/>
                  </a:moveTo>
                  <a:lnTo>
                    <a:pt x="235356" y="430385"/>
                  </a:lnTo>
                  <a:lnTo>
                    <a:pt x="247475" y="437948"/>
                  </a:lnTo>
                  <a:close/>
                  <a:moveTo>
                    <a:pt x="264288" y="457519"/>
                  </a:moveTo>
                  <a:lnTo>
                    <a:pt x="247475" y="437948"/>
                  </a:lnTo>
                  <a:lnTo>
                    <a:pt x="245061" y="474702"/>
                  </a:lnTo>
                  <a:close/>
                  <a:moveTo>
                    <a:pt x="521997" y="587356"/>
                  </a:moveTo>
                  <a:lnTo>
                    <a:pt x="497202" y="604539"/>
                  </a:lnTo>
                  <a:lnTo>
                    <a:pt x="537334" y="624111"/>
                  </a:lnTo>
                  <a:close/>
                  <a:moveTo>
                    <a:pt x="242626" y="293316"/>
                  </a:moveTo>
                  <a:lnTo>
                    <a:pt x="221897" y="307086"/>
                  </a:lnTo>
                  <a:lnTo>
                    <a:pt x="239605" y="296195"/>
                  </a:lnTo>
                  <a:close/>
                  <a:moveTo>
                    <a:pt x="221897" y="307086"/>
                  </a:moveTo>
                  <a:lnTo>
                    <a:pt x="202146" y="296055"/>
                  </a:lnTo>
                  <a:lnTo>
                    <a:pt x="239605" y="296195"/>
                  </a:lnTo>
                  <a:close/>
                  <a:moveTo>
                    <a:pt x="216416" y="305706"/>
                  </a:moveTo>
                  <a:lnTo>
                    <a:pt x="221897" y="307086"/>
                  </a:lnTo>
                  <a:lnTo>
                    <a:pt x="216112" y="273744"/>
                  </a:lnTo>
                  <a:close/>
                  <a:moveTo>
                    <a:pt x="216112" y="273744"/>
                  </a:moveTo>
                  <a:lnTo>
                    <a:pt x="221897" y="307086"/>
                  </a:lnTo>
                  <a:lnTo>
                    <a:pt x="242626" y="293316"/>
                  </a:lnTo>
                  <a:close/>
                  <a:moveTo>
                    <a:pt x="639580" y="670448"/>
                  </a:moveTo>
                  <a:lnTo>
                    <a:pt x="659275" y="680437"/>
                  </a:lnTo>
                  <a:lnTo>
                    <a:pt x="667318" y="680979"/>
                  </a:lnTo>
                  <a:close/>
                  <a:moveTo>
                    <a:pt x="521997" y="587356"/>
                  </a:moveTo>
                  <a:lnTo>
                    <a:pt x="537334" y="624111"/>
                  </a:lnTo>
                  <a:lnTo>
                    <a:pt x="553716" y="606927"/>
                  </a:lnTo>
                  <a:close/>
                  <a:moveTo>
                    <a:pt x="521997" y="587356"/>
                  </a:moveTo>
                  <a:lnTo>
                    <a:pt x="553716" y="606927"/>
                  </a:lnTo>
                  <a:lnTo>
                    <a:pt x="548822" y="570172"/>
                  </a:lnTo>
                  <a:close/>
                  <a:moveTo>
                    <a:pt x="521997" y="587356"/>
                  </a:moveTo>
                  <a:lnTo>
                    <a:pt x="548822" y="570172"/>
                  </a:lnTo>
                  <a:lnTo>
                    <a:pt x="521160" y="550601"/>
                  </a:lnTo>
                  <a:close/>
                  <a:moveTo>
                    <a:pt x="413859" y="386397"/>
                  </a:moveTo>
                  <a:lnTo>
                    <a:pt x="400887" y="400895"/>
                  </a:lnTo>
                  <a:lnTo>
                    <a:pt x="405371" y="400519"/>
                  </a:lnTo>
                  <a:close/>
                  <a:moveTo>
                    <a:pt x="285319" y="282613"/>
                  </a:moveTo>
                  <a:lnTo>
                    <a:pt x="322492" y="260734"/>
                  </a:lnTo>
                  <a:lnTo>
                    <a:pt x="298369" y="254345"/>
                  </a:lnTo>
                  <a:close/>
                  <a:moveTo>
                    <a:pt x="285319" y="282613"/>
                  </a:moveTo>
                  <a:lnTo>
                    <a:pt x="298369" y="254345"/>
                  </a:lnTo>
                  <a:lnTo>
                    <a:pt x="263317" y="255753"/>
                  </a:lnTo>
                  <a:close/>
                  <a:moveTo>
                    <a:pt x="413859" y="386397"/>
                  </a:moveTo>
                  <a:lnTo>
                    <a:pt x="405371" y="400519"/>
                  </a:lnTo>
                  <a:lnTo>
                    <a:pt x="429223" y="410631"/>
                  </a:lnTo>
                  <a:close/>
                  <a:moveTo>
                    <a:pt x="391509" y="349642"/>
                  </a:moveTo>
                  <a:lnTo>
                    <a:pt x="437096" y="343860"/>
                  </a:lnTo>
                  <a:lnTo>
                    <a:pt x="429701" y="335992"/>
                  </a:lnTo>
                  <a:close/>
                  <a:moveTo>
                    <a:pt x="434866" y="369214"/>
                  </a:moveTo>
                  <a:lnTo>
                    <a:pt x="437096" y="343860"/>
                  </a:lnTo>
                  <a:lnTo>
                    <a:pt x="391509" y="349642"/>
                  </a:lnTo>
                  <a:close/>
                  <a:moveTo>
                    <a:pt x="413859" y="386397"/>
                  </a:moveTo>
                  <a:lnTo>
                    <a:pt x="434866" y="369214"/>
                  </a:lnTo>
                  <a:lnTo>
                    <a:pt x="391509" y="349642"/>
                  </a:lnTo>
                  <a:close/>
                  <a:moveTo>
                    <a:pt x="348002" y="303488"/>
                  </a:moveTo>
                  <a:lnTo>
                    <a:pt x="390816" y="295403"/>
                  </a:lnTo>
                  <a:lnTo>
                    <a:pt x="374479" y="264304"/>
                  </a:lnTo>
                  <a:close/>
                  <a:moveTo>
                    <a:pt x="390816" y="295403"/>
                  </a:moveTo>
                  <a:lnTo>
                    <a:pt x="391309" y="295704"/>
                  </a:lnTo>
                  <a:lnTo>
                    <a:pt x="374479" y="264304"/>
                  </a:lnTo>
                  <a:close/>
                  <a:moveTo>
                    <a:pt x="333911" y="270196"/>
                  </a:moveTo>
                  <a:lnTo>
                    <a:pt x="354260" y="254935"/>
                  </a:lnTo>
                  <a:lnTo>
                    <a:pt x="322492" y="260734"/>
                  </a:lnTo>
                  <a:close/>
                  <a:moveTo>
                    <a:pt x="333911" y="270196"/>
                  </a:moveTo>
                  <a:lnTo>
                    <a:pt x="374479" y="264304"/>
                  </a:lnTo>
                  <a:lnTo>
                    <a:pt x="354260" y="254935"/>
                  </a:lnTo>
                  <a:close/>
                  <a:moveTo>
                    <a:pt x="672720" y="587093"/>
                  </a:moveTo>
                  <a:lnTo>
                    <a:pt x="698067" y="572561"/>
                  </a:lnTo>
                  <a:lnTo>
                    <a:pt x="688016" y="562920"/>
                  </a:lnTo>
                  <a:close/>
                  <a:moveTo>
                    <a:pt x="674146" y="572561"/>
                  </a:moveTo>
                  <a:lnTo>
                    <a:pt x="672720" y="587093"/>
                  </a:lnTo>
                  <a:lnTo>
                    <a:pt x="688016" y="562920"/>
                  </a:lnTo>
                  <a:close/>
                  <a:moveTo>
                    <a:pt x="672720" y="587093"/>
                  </a:moveTo>
                  <a:lnTo>
                    <a:pt x="693297" y="582662"/>
                  </a:lnTo>
                  <a:lnTo>
                    <a:pt x="698067" y="572561"/>
                  </a:lnTo>
                  <a:close/>
                  <a:moveTo>
                    <a:pt x="484581" y="300614"/>
                  </a:moveTo>
                  <a:lnTo>
                    <a:pt x="439547" y="332459"/>
                  </a:lnTo>
                  <a:lnTo>
                    <a:pt x="469860" y="315276"/>
                  </a:lnTo>
                  <a:close/>
                  <a:moveTo>
                    <a:pt x="484581" y="300614"/>
                  </a:moveTo>
                  <a:lnTo>
                    <a:pt x="462618" y="314706"/>
                  </a:lnTo>
                  <a:lnTo>
                    <a:pt x="439547" y="332459"/>
                  </a:lnTo>
                  <a:close/>
                  <a:moveTo>
                    <a:pt x="732794" y="520594"/>
                  </a:moveTo>
                  <a:lnTo>
                    <a:pt x="741357" y="541567"/>
                  </a:lnTo>
                  <a:lnTo>
                    <a:pt x="762448" y="568322"/>
                  </a:lnTo>
                  <a:close/>
                  <a:moveTo>
                    <a:pt x="732794" y="520594"/>
                  </a:moveTo>
                  <a:lnTo>
                    <a:pt x="730395" y="500584"/>
                  </a:lnTo>
                  <a:lnTo>
                    <a:pt x="695621" y="495145"/>
                  </a:lnTo>
                  <a:close/>
                  <a:moveTo>
                    <a:pt x="732794" y="520594"/>
                  </a:moveTo>
                  <a:lnTo>
                    <a:pt x="748109" y="518622"/>
                  </a:lnTo>
                  <a:lnTo>
                    <a:pt x="730395" y="500584"/>
                  </a:lnTo>
                  <a:close/>
                  <a:moveTo>
                    <a:pt x="748109" y="518622"/>
                  </a:moveTo>
                  <a:lnTo>
                    <a:pt x="780208" y="466039"/>
                  </a:lnTo>
                  <a:lnTo>
                    <a:pt x="728791" y="479102"/>
                  </a:lnTo>
                  <a:close/>
                  <a:moveTo>
                    <a:pt x="728791" y="479102"/>
                  </a:moveTo>
                  <a:lnTo>
                    <a:pt x="780208" y="466039"/>
                  </a:lnTo>
                  <a:lnTo>
                    <a:pt x="778997" y="465374"/>
                  </a:lnTo>
                  <a:close/>
                  <a:moveTo>
                    <a:pt x="748109" y="518622"/>
                  </a:moveTo>
                  <a:lnTo>
                    <a:pt x="728791" y="479102"/>
                  </a:lnTo>
                  <a:lnTo>
                    <a:pt x="730395" y="500584"/>
                  </a:lnTo>
                  <a:close/>
                  <a:moveTo>
                    <a:pt x="728791" y="479102"/>
                  </a:moveTo>
                  <a:lnTo>
                    <a:pt x="695621" y="495145"/>
                  </a:lnTo>
                  <a:lnTo>
                    <a:pt x="730395" y="500584"/>
                  </a:lnTo>
                  <a:close/>
                  <a:moveTo>
                    <a:pt x="728791" y="479102"/>
                  </a:moveTo>
                  <a:lnTo>
                    <a:pt x="778997" y="465374"/>
                  </a:lnTo>
                  <a:lnTo>
                    <a:pt x="767025" y="430360"/>
                  </a:lnTo>
                  <a:close/>
                  <a:moveTo>
                    <a:pt x="749821" y="263726"/>
                  </a:moveTo>
                  <a:lnTo>
                    <a:pt x="727425" y="297061"/>
                  </a:lnTo>
                  <a:lnTo>
                    <a:pt x="773341" y="247950"/>
                  </a:lnTo>
                  <a:close/>
                  <a:moveTo>
                    <a:pt x="773341" y="247950"/>
                  </a:moveTo>
                  <a:lnTo>
                    <a:pt x="727425" y="297061"/>
                  </a:lnTo>
                  <a:lnTo>
                    <a:pt x="760052" y="283297"/>
                  </a:lnTo>
                  <a:close/>
                  <a:moveTo>
                    <a:pt x="811720" y="170660"/>
                  </a:moveTo>
                  <a:lnTo>
                    <a:pt x="837159" y="169562"/>
                  </a:lnTo>
                  <a:lnTo>
                    <a:pt x="839140" y="155849"/>
                  </a:lnTo>
                  <a:close/>
                  <a:moveTo>
                    <a:pt x="837159" y="169562"/>
                  </a:moveTo>
                  <a:lnTo>
                    <a:pt x="840324" y="138665"/>
                  </a:lnTo>
                  <a:lnTo>
                    <a:pt x="839140" y="155849"/>
                  </a:lnTo>
                  <a:close/>
                  <a:moveTo>
                    <a:pt x="947169" y="14725"/>
                  </a:moveTo>
                  <a:lnTo>
                    <a:pt x="916192" y="23482"/>
                  </a:lnTo>
                  <a:lnTo>
                    <a:pt x="968963" y="0"/>
                  </a:lnTo>
                  <a:close/>
                  <a:moveTo>
                    <a:pt x="997277" y="38292"/>
                  </a:moveTo>
                  <a:lnTo>
                    <a:pt x="1034248" y="35324"/>
                  </a:lnTo>
                  <a:lnTo>
                    <a:pt x="1019379" y="2665"/>
                  </a:lnTo>
                  <a:close/>
                  <a:moveTo>
                    <a:pt x="1034248" y="35324"/>
                  </a:moveTo>
                  <a:lnTo>
                    <a:pt x="1055322" y="532"/>
                  </a:lnTo>
                  <a:lnTo>
                    <a:pt x="1019379" y="2665"/>
                  </a:lnTo>
                  <a:close/>
                </a:path>
              </a:pathLst>
            </a:custGeom>
            <a:solidFill>
              <a:srgbClr val="CFD7DE"/>
            </a:solidFill>
            <a:ln w="1524">
              <a:solidFill>
                <a:srgbClr val="CFD7DE"/>
              </a:solidFill>
            </a:ln>
          </p:spPr>
        </p:sp>
        <p:sp>
          <p:nvSpPr>
            <p:cNvPr id="178" name="Input_density__177">
              <a:extLst>
                <a:ext uri="{FF2B5EF4-FFF2-40B4-BE49-F238E27FC236}">
                  <a16:creationId xmlns:a16="http://schemas.microsoft.com/office/drawing/2014/main" id="{8CBF3A39-AC74-5E07-8AA0-9F52F648DC52}"/>
                </a:ext>
              </a:extLst>
            </p:cNvPr>
            <p:cNvSpPr>
              <a:spLocks noGrp="1"/>
            </p:cNvSpPr>
            <p:nvPr/>
          </p:nvSpPr>
          <p:spPr>
            <a:xfrm>
              <a:off x="581036" y="1817418"/>
              <a:ext cx="1054762" cy="579172"/>
            </a:xfrm>
            <a:custGeom>
              <a:avLst/>
              <a:gdLst/>
              <a:ahLst/>
              <a:cxnLst/>
              <a:rect l="0" t="0" r="0" b="0"/>
              <a:pathLst>
                <a:path w="1054762" h="579172">
                  <a:moveTo>
                    <a:pt x="163921" y="569064"/>
                  </a:moveTo>
                  <a:lnTo>
                    <a:pt x="162372" y="553300"/>
                  </a:lnTo>
                  <a:lnTo>
                    <a:pt x="161936" y="569588"/>
                  </a:lnTo>
                  <a:close/>
                  <a:moveTo>
                    <a:pt x="33378" y="366452"/>
                  </a:moveTo>
                  <a:lnTo>
                    <a:pt x="0" y="366233"/>
                  </a:lnTo>
                  <a:lnTo>
                    <a:pt x="8968" y="371395"/>
                  </a:lnTo>
                  <a:close/>
                  <a:moveTo>
                    <a:pt x="219566" y="564274"/>
                  </a:moveTo>
                  <a:lnTo>
                    <a:pt x="185694" y="562208"/>
                  </a:lnTo>
                  <a:lnTo>
                    <a:pt x="163921" y="569064"/>
                  </a:lnTo>
                  <a:close/>
                  <a:moveTo>
                    <a:pt x="227796" y="544223"/>
                  </a:moveTo>
                  <a:lnTo>
                    <a:pt x="185694" y="562208"/>
                  </a:lnTo>
                  <a:lnTo>
                    <a:pt x="219566" y="564274"/>
                  </a:lnTo>
                  <a:close/>
                  <a:moveTo>
                    <a:pt x="227796" y="544223"/>
                  </a:moveTo>
                  <a:lnTo>
                    <a:pt x="219566" y="564274"/>
                  </a:lnTo>
                  <a:lnTo>
                    <a:pt x="239432" y="553300"/>
                  </a:lnTo>
                  <a:close/>
                  <a:moveTo>
                    <a:pt x="227796" y="544223"/>
                  </a:moveTo>
                  <a:lnTo>
                    <a:pt x="239432" y="553300"/>
                  </a:lnTo>
                  <a:lnTo>
                    <a:pt x="235027" y="525870"/>
                  </a:lnTo>
                  <a:close/>
                  <a:moveTo>
                    <a:pt x="235027" y="525870"/>
                  </a:moveTo>
                  <a:lnTo>
                    <a:pt x="247667" y="544759"/>
                  </a:lnTo>
                  <a:lnTo>
                    <a:pt x="266241" y="517999"/>
                  </a:lnTo>
                  <a:close/>
                  <a:moveTo>
                    <a:pt x="343049" y="415207"/>
                  </a:moveTo>
                  <a:lnTo>
                    <a:pt x="364774" y="424633"/>
                  </a:lnTo>
                  <a:lnTo>
                    <a:pt x="345307" y="400410"/>
                  </a:lnTo>
                  <a:close/>
                  <a:moveTo>
                    <a:pt x="327158" y="332557"/>
                  </a:moveTo>
                  <a:lnTo>
                    <a:pt x="323232" y="341824"/>
                  </a:lnTo>
                  <a:lnTo>
                    <a:pt x="338337" y="300792"/>
                  </a:lnTo>
                  <a:close/>
                  <a:moveTo>
                    <a:pt x="530980" y="549764"/>
                  </a:moveTo>
                  <a:lnTo>
                    <a:pt x="583167" y="579172"/>
                  </a:lnTo>
                  <a:lnTo>
                    <a:pt x="577508" y="577648"/>
                  </a:lnTo>
                  <a:close/>
                  <a:moveTo>
                    <a:pt x="325636" y="337547"/>
                  </a:moveTo>
                  <a:lnTo>
                    <a:pt x="327909" y="293274"/>
                  </a:lnTo>
                  <a:lnTo>
                    <a:pt x="317943" y="283608"/>
                  </a:lnTo>
                  <a:close/>
                  <a:moveTo>
                    <a:pt x="327909" y="293274"/>
                  </a:moveTo>
                  <a:lnTo>
                    <a:pt x="327158" y="332557"/>
                  </a:lnTo>
                  <a:lnTo>
                    <a:pt x="338337" y="300792"/>
                  </a:lnTo>
                  <a:close/>
                  <a:moveTo>
                    <a:pt x="293448" y="249456"/>
                  </a:moveTo>
                  <a:lnTo>
                    <a:pt x="317943" y="283608"/>
                  </a:lnTo>
                  <a:lnTo>
                    <a:pt x="327909" y="293274"/>
                  </a:lnTo>
                  <a:close/>
                  <a:moveTo>
                    <a:pt x="293448" y="249456"/>
                  </a:moveTo>
                  <a:lnTo>
                    <a:pt x="327909" y="293274"/>
                  </a:lnTo>
                  <a:lnTo>
                    <a:pt x="308848" y="264023"/>
                  </a:lnTo>
                  <a:close/>
                  <a:moveTo>
                    <a:pt x="315767" y="213651"/>
                  </a:moveTo>
                  <a:lnTo>
                    <a:pt x="293448" y="249456"/>
                  </a:lnTo>
                  <a:lnTo>
                    <a:pt x="308848" y="264023"/>
                  </a:lnTo>
                  <a:close/>
                  <a:moveTo>
                    <a:pt x="489186" y="430628"/>
                  </a:moveTo>
                  <a:lnTo>
                    <a:pt x="496568" y="443499"/>
                  </a:lnTo>
                  <a:lnTo>
                    <a:pt x="519473" y="457077"/>
                  </a:lnTo>
                  <a:close/>
                  <a:moveTo>
                    <a:pt x="603124" y="549050"/>
                  </a:moveTo>
                  <a:lnTo>
                    <a:pt x="616684" y="534265"/>
                  </a:lnTo>
                  <a:lnTo>
                    <a:pt x="611163" y="523710"/>
                  </a:lnTo>
                  <a:close/>
                  <a:moveTo>
                    <a:pt x="405381" y="229670"/>
                  </a:moveTo>
                  <a:lnTo>
                    <a:pt x="398411" y="253598"/>
                  </a:lnTo>
                  <a:lnTo>
                    <a:pt x="418933" y="234120"/>
                  </a:lnTo>
                  <a:close/>
                  <a:moveTo>
                    <a:pt x="681080" y="495153"/>
                  </a:moveTo>
                  <a:lnTo>
                    <a:pt x="641518" y="471813"/>
                  </a:lnTo>
                  <a:lnTo>
                    <a:pt x="655417" y="495412"/>
                  </a:lnTo>
                  <a:close/>
                  <a:moveTo>
                    <a:pt x="716746" y="462345"/>
                  </a:moveTo>
                  <a:lnTo>
                    <a:pt x="709768" y="452588"/>
                  </a:lnTo>
                  <a:lnTo>
                    <a:pt x="709222" y="475794"/>
                  </a:lnTo>
                  <a:close/>
                  <a:moveTo>
                    <a:pt x="709768" y="452588"/>
                  </a:moveTo>
                  <a:lnTo>
                    <a:pt x="716746" y="462345"/>
                  </a:lnTo>
                  <a:lnTo>
                    <a:pt x="722103" y="427744"/>
                  </a:lnTo>
                  <a:close/>
                  <a:moveTo>
                    <a:pt x="714300" y="374840"/>
                  </a:moveTo>
                  <a:lnTo>
                    <a:pt x="697122" y="406463"/>
                  </a:lnTo>
                  <a:lnTo>
                    <a:pt x="731894" y="405283"/>
                  </a:lnTo>
                  <a:close/>
                  <a:moveTo>
                    <a:pt x="739627" y="354249"/>
                  </a:moveTo>
                  <a:lnTo>
                    <a:pt x="699961" y="325140"/>
                  </a:lnTo>
                  <a:lnTo>
                    <a:pt x="723701" y="337511"/>
                  </a:lnTo>
                  <a:close/>
                  <a:moveTo>
                    <a:pt x="719600" y="225973"/>
                  </a:moveTo>
                  <a:lnTo>
                    <a:pt x="718877" y="236878"/>
                  </a:lnTo>
                  <a:lnTo>
                    <a:pt x="736861" y="197691"/>
                  </a:lnTo>
                  <a:close/>
                  <a:moveTo>
                    <a:pt x="732960" y="225428"/>
                  </a:moveTo>
                  <a:lnTo>
                    <a:pt x="721127" y="217263"/>
                  </a:lnTo>
                  <a:lnTo>
                    <a:pt x="719600" y="225973"/>
                  </a:lnTo>
                  <a:close/>
                  <a:moveTo>
                    <a:pt x="875533" y="146624"/>
                  </a:moveTo>
                  <a:lnTo>
                    <a:pt x="842439" y="147470"/>
                  </a:lnTo>
                  <a:lnTo>
                    <a:pt x="838512" y="149046"/>
                  </a:lnTo>
                  <a:close/>
                  <a:moveTo>
                    <a:pt x="864696" y="18693"/>
                  </a:moveTo>
                  <a:lnTo>
                    <a:pt x="865511" y="19943"/>
                  </a:lnTo>
                  <a:lnTo>
                    <a:pt x="866572" y="16913"/>
                  </a:lnTo>
                  <a:close/>
                  <a:moveTo>
                    <a:pt x="867751" y="21322"/>
                  </a:moveTo>
                  <a:lnTo>
                    <a:pt x="865511" y="19943"/>
                  </a:lnTo>
                  <a:lnTo>
                    <a:pt x="864696" y="18693"/>
                  </a:lnTo>
                  <a:close/>
                  <a:moveTo>
                    <a:pt x="893072" y="1510"/>
                  </a:moveTo>
                  <a:lnTo>
                    <a:pt x="907484" y="12908"/>
                  </a:lnTo>
                  <a:lnTo>
                    <a:pt x="889015" y="4614"/>
                  </a:lnTo>
                  <a:close/>
                  <a:moveTo>
                    <a:pt x="864696" y="18693"/>
                  </a:moveTo>
                  <a:lnTo>
                    <a:pt x="866572" y="16913"/>
                  </a:lnTo>
                  <a:lnTo>
                    <a:pt x="887780" y="0"/>
                  </a:lnTo>
                  <a:close/>
                  <a:moveTo>
                    <a:pt x="893072" y="1510"/>
                  </a:moveTo>
                  <a:lnTo>
                    <a:pt x="887780" y="0"/>
                  </a:lnTo>
                  <a:lnTo>
                    <a:pt x="907484" y="12908"/>
                  </a:lnTo>
                  <a:close/>
                  <a:moveTo>
                    <a:pt x="1026883" y="111775"/>
                  </a:moveTo>
                  <a:lnTo>
                    <a:pt x="1029579" y="60223"/>
                  </a:lnTo>
                  <a:lnTo>
                    <a:pt x="1023418" y="107073"/>
                  </a:lnTo>
                  <a:close/>
                  <a:moveTo>
                    <a:pt x="1031248" y="57836"/>
                  </a:moveTo>
                  <a:lnTo>
                    <a:pt x="1029579" y="60223"/>
                  </a:lnTo>
                  <a:lnTo>
                    <a:pt x="1026883" y="111775"/>
                  </a:lnTo>
                  <a:close/>
                  <a:moveTo>
                    <a:pt x="1040100" y="75020"/>
                  </a:moveTo>
                  <a:lnTo>
                    <a:pt x="1031248" y="57836"/>
                  </a:lnTo>
                  <a:lnTo>
                    <a:pt x="1026883" y="111775"/>
                  </a:lnTo>
                  <a:close/>
                  <a:moveTo>
                    <a:pt x="1031248" y="57836"/>
                  </a:moveTo>
                  <a:lnTo>
                    <a:pt x="1040100" y="75020"/>
                  </a:lnTo>
                  <a:lnTo>
                    <a:pt x="1053486" y="25034"/>
                  </a:lnTo>
                  <a:close/>
                  <a:moveTo>
                    <a:pt x="1054762" y="19185"/>
                  </a:moveTo>
                  <a:lnTo>
                    <a:pt x="1031248" y="57836"/>
                  </a:lnTo>
                  <a:lnTo>
                    <a:pt x="1053486" y="25034"/>
                  </a:lnTo>
                  <a:close/>
                </a:path>
              </a:pathLst>
            </a:custGeom>
            <a:solidFill>
              <a:srgbClr val="B5C1C9"/>
            </a:solidFill>
            <a:ln w="1524">
              <a:solidFill>
                <a:srgbClr val="B5C1C9"/>
              </a:solidFill>
            </a:ln>
          </p:spPr>
        </p:sp>
        <p:sp>
          <p:nvSpPr>
            <p:cNvPr id="179" name="Input_density__178">
              <a:extLst>
                <a:ext uri="{FF2B5EF4-FFF2-40B4-BE49-F238E27FC236}">
                  <a16:creationId xmlns:a16="http://schemas.microsoft.com/office/drawing/2014/main" id="{7D36D49E-C206-6400-20D8-1721AB8EAF47}"/>
                </a:ext>
              </a:extLst>
            </p:cNvPr>
            <p:cNvSpPr>
              <a:spLocks noGrp="1"/>
            </p:cNvSpPr>
            <p:nvPr/>
          </p:nvSpPr>
          <p:spPr>
            <a:xfrm>
              <a:off x="590004" y="1924491"/>
              <a:ext cx="1017915" cy="473540"/>
            </a:xfrm>
            <a:custGeom>
              <a:avLst/>
              <a:gdLst/>
              <a:ahLst/>
              <a:cxnLst/>
              <a:rect l="0" t="0" r="0" b="0"/>
              <a:pathLst>
                <a:path w="1017915" h="473540">
                  <a:moveTo>
                    <a:pt x="24410" y="259379"/>
                  </a:moveTo>
                  <a:lnTo>
                    <a:pt x="0" y="264322"/>
                  </a:lnTo>
                  <a:lnTo>
                    <a:pt x="56707" y="255556"/>
                  </a:lnTo>
                  <a:close/>
                  <a:moveTo>
                    <a:pt x="24410" y="259379"/>
                  </a:moveTo>
                  <a:lnTo>
                    <a:pt x="56707" y="255556"/>
                  </a:lnTo>
                  <a:lnTo>
                    <a:pt x="33026" y="256116"/>
                  </a:lnTo>
                  <a:close/>
                  <a:moveTo>
                    <a:pt x="580107" y="470575"/>
                  </a:moveTo>
                  <a:lnTo>
                    <a:pt x="574199" y="472099"/>
                  </a:lnTo>
                  <a:lnTo>
                    <a:pt x="602848" y="446105"/>
                  </a:lnTo>
                  <a:close/>
                  <a:moveTo>
                    <a:pt x="568540" y="470575"/>
                  </a:moveTo>
                  <a:lnTo>
                    <a:pt x="574199" y="472099"/>
                  </a:lnTo>
                  <a:lnTo>
                    <a:pt x="576866" y="473540"/>
                  </a:lnTo>
                  <a:close/>
                  <a:moveTo>
                    <a:pt x="580107" y="470575"/>
                  </a:moveTo>
                  <a:lnTo>
                    <a:pt x="576866" y="473540"/>
                  </a:lnTo>
                  <a:lnTo>
                    <a:pt x="574199" y="472099"/>
                  </a:lnTo>
                  <a:close/>
                  <a:moveTo>
                    <a:pt x="568540" y="470575"/>
                  </a:moveTo>
                  <a:lnTo>
                    <a:pt x="576866" y="473540"/>
                  </a:lnTo>
                  <a:lnTo>
                    <a:pt x="582905" y="465021"/>
                  </a:lnTo>
                  <a:close/>
                  <a:moveTo>
                    <a:pt x="582905" y="465021"/>
                  </a:moveTo>
                  <a:lnTo>
                    <a:pt x="576866" y="473540"/>
                  </a:lnTo>
                  <a:lnTo>
                    <a:pt x="580107" y="470575"/>
                  </a:lnTo>
                  <a:close/>
                  <a:moveTo>
                    <a:pt x="594156" y="441976"/>
                  </a:moveTo>
                  <a:lnTo>
                    <a:pt x="602848" y="446105"/>
                  </a:lnTo>
                  <a:lnTo>
                    <a:pt x="607716" y="427192"/>
                  </a:lnTo>
                  <a:close/>
                  <a:moveTo>
                    <a:pt x="582905" y="465021"/>
                  </a:moveTo>
                  <a:lnTo>
                    <a:pt x="602848" y="446105"/>
                  </a:lnTo>
                  <a:lnTo>
                    <a:pt x="594156" y="441976"/>
                  </a:lnTo>
                  <a:close/>
                  <a:moveTo>
                    <a:pt x="580107" y="470575"/>
                  </a:moveTo>
                  <a:lnTo>
                    <a:pt x="602848" y="446105"/>
                  </a:lnTo>
                  <a:lnTo>
                    <a:pt x="582905" y="465021"/>
                  </a:lnTo>
                  <a:close/>
                  <a:moveTo>
                    <a:pt x="607716" y="427192"/>
                  </a:moveTo>
                  <a:lnTo>
                    <a:pt x="602848" y="446105"/>
                  </a:lnTo>
                  <a:lnTo>
                    <a:pt x="609852" y="433820"/>
                  </a:lnTo>
                  <a:close/>
                  <a:moveTo>
                    <a:pt x="672112" y="388080"/>
                  </a:moveTo>
                  <a:lnTo>
                    <a:pt x="646449" y="388339"/>
                  </a:lnTo>
                  <a:lnTo>
                    <a:pt x="700254" y="368721"/>
                  </a:lnTo>
                  <a:close/>
                  <a:moveTo>
                    <a:pt x="700800" y="345515"/>
                  </a:moveTo>
                  <a:lnTo>
                    <a:pt x="692815" y="385096"/>
                  </a:lnTo>
                  <a:lnTo>
                    <a:pt x="700254" y="368721"/>
                  </a:lnTo>
                  <a:close/>
                  <a:moveTo>
                    <a:pt x="707778" y="355272"/>
                  </a:moveTo>
                  <a:lnTo>
                    <a:pt x="700254" y="368721"/>
                  </a:lnTo>
                  <a:lnTo>
                    <a:pt x="705123" y="362698"/>
                  </a:lnTo>
                  <a:close/>
                  <a:moveTo>
                    <a:pt x="705123" y="362698"/>
                  </a:moveTo>
                  <a:lnTo>
                    <a:pt x="713134" y="320671"/>
                  </a:lnTo>
                  <a:lnTo>
                    <a:pt x="707778" y="355272"/>
                  </a:lnTo>
                  <a:close/>
                  <a:moveTo>
                    <a:pt x="743055" y="218067"/>
                  </a:moveTo>
                  <a:lnTo>
                    <a:pt x="714733" y="230438"/>
                  </a:lnTo>
                  <a:lnTo>
                    <a:pt x="711165" y="272005"/>
                  </a:lnTo>
                  <a:close/>
                  <a:moveTo>
                    <a:pt x="727893" y="90618"/>
                  </a:moveTo>
                  <a:lnTo>
                    <a:pt x="723991" y="118355"/>
                  </a:lnTo>
                  <a:lnTo>
                    <a:pt x="710632" y="118900"/>
                  </a:lnTo>
                  <a:close/>
                  <a:moveTo>
                    <a:pt x="829543" y="41973"/>
                  </a:moveTo>
                  <a:lnTo>
                    <a:pt x="827317" y="39068"/>
                  </a:lnTo>
                  <a:lnTo>
                    <a:pt x="811220" y="53413"/>
                  </a:lnTo>
                  <a:close/>
                  <a:moveTo>
                    <a:pt x="795402" y="42641"/>
                  </a:moveTo>
                  <a:lnTo>
                    <a:pt x="804856" y="56252"/>
                  </a:lnTo>
                  <a:lnTo>
                    <a:pt x="811220" y="53413"/>
                  </a:lnTo>
                  <a:close/>
                  <a:moveTo>
                    <a:pt x="811220" y="53413"/>
                  </a:moveTo>
                  <a:lnTo>
                    <a:pt x="843840" y="50797"/>
                  </a:lnTo>
                  <a:lnTo>
                    <a:pt x="829543" y="41973"/>
                  </a:lnTo>
                  <a:close/>
                  <a:moveTo>
                    <a:pt x="843840" y="50797"/>
                  </a:moveTo>
                  <a:lnTo>
                    <a:pt x="865458" y="39863"/>
                  </a:lnTo>
                  <a:lnTo>
                    <a:pt x="829543" y="41973"/>
                  </a:lnTo>
                  <a:close/>
                  <a:moveTo>
                    <a:pt x="869384" y="39068"/>
                  </a:moveTo>
                  <a:lnTo>
                    <a:pt x="865458" y="39863"/>
                  </a:lnTo>
                  <a:lnTo>
                    <a:pt x="898975" y="36154"/>
                  </a:lnTo>
                  <a:close/>
                  <a:moveTo>
                    <a:pt x="866564" y="39551"/>
                  </a:moveTo>
                  <a:lnTo>
                    <a:pt x="829543" y="41973"/>
                  </a:lnTo>
                  <a:lnTo>
                    <a:pt x="865458" y="39863"/>
                  </a:lnTo>
                  <a:close/>
                  <a:moveTo>
                    <a:pt x="869384" y="39068"/>
                  </a:moveTo>
                  <a:lnTo>
                    <a:pt x="866564" y="39551"/>
                  </a:lnTo>
                  <a:lnTo>
                    <a:pt x="865458" y="39863"/>
                  </a:lnTo>
                  <a:close/>
                  <a:moveTo>
                    <a:pt x="927215" y="45529"/>
                  </a:moveTo>
                  <a:lnTo>
                    <a:pt x="869384" y="39068"/>
                  </a:lnTo>
                  <a:lnTo>
                    <a:pt x="901659" y="37520"/>
                  </a:lnTo>
                  <a:close/>
                  <a:moveTo>
                    <a:pt x="866564" y="39551"/>
                  </a:moveTo>
                  <a:lnTo>
                    <a:pt x="869384" y="39068"/>
                  </a:lnTo>
                  <a:lnTo>
                    <a:pt x="927215" y="45529"/>
                  </a:lnTo>
                  <a:close/>
                  <a:moveTo>
                    <a:pt x="927215" y="45529"/>
                  </a:moveTo>
                  <a:lnTo>
                    <a:pt x="958075" y="36332"/>
                  </a:lnTo>
                  <a:lnTo>
                    <a:pt x="982729" y="32304"/>
                  </a:lnTo>
                  <a:close/>
                  <a:moveTo>
                    <a:pt x="982729" y="32304"/>
                  </a:moveTo>
                  <a:lnTo>
                    <a:pt x="958075" y="36332"/>
                  </a:lnTo>
                  <a:lnTo>
                    <a:pt x="1010900" y="13053"/>
                  </a:lnTo>
                  <a:close/>
                  <a:moveTo>
                    <a:pt x="988075" y="21885"/>
                  </a:moveTo>
                  <a:lnTo>
                    <a:pt x="1017915" y="4702"/>
                  </a:lnTo>
                  <a:lnTo>
                    <a:pt x="1010900" y="13053"/>
                  </a:lnTo>
                  <a:close/>
                  <a:moveTo>
                    <a:pt x="1014450" y="0"/>
                  </a:moveTo>
                  <a:lnTo>
                    <a:pt x="982729" y="32304"/>
                  </a:lnTo>
                  <a:lnTo>
                    <a:pt x="1010900" y="13053"/>
                  </a:lnTo>
                  <a:close/>
                  <a:moveTo>
                    <a:pt x="1014450" y="0"/>
                  </a:moveTo>
                  <a:lnTo>
                    <a:pt x="1010900" y="13053"/>
                  </a:lnTo>
                  <a:lnTo>
                    <a:pt x="1017915" y="4702"/>
                  </a:lnTo>
                  <a:close/>
                </a:path>
              </a:pathLst>
            </a:custGeom>
            <a:solidFill>
              <a:srgbClr val="AEBAC4"/>
            </a:solidFill>
            <a:ln w="1524">
              <a:solidFill>
                <a:srgbClr val="AEBAC4"/>
              </a:solidFill>
            </a:ln>
          </p:spPr>
        </p:sp>
        <p:sp>
          <p:nvSpPr>
            <p:cNvPr id="180" name="Input_density__179">
              <a:extLst>
                <a:ext uri="{FF2B5EF4-FFF2-40B4-BE49-F238E27FC236}">
                  <a16:creationId xmlns:a16="http://schemas.microsoft.com/office/drawing/2014/main" id="{44492EA8-CCC0-E1C4-A97C-E26408323154}"/>
                </a:ext>
              </a:extLst>
            </p:cNvPr>
            <p:cNvSpPr>
              <a:spLocks noGrp="1"/>
            </p:cNvSpPr>
            <p:nvPr/>
          </p:nvSpPr>
          <p:spPr>
            <a:xfrm>
              <a:off x="582403" y="1617435"/>
              <a:ext cx="969864" cy="509612"/>
            </a:xfrm>
            <a:custGeom>
              <a:avLst/>
              <a:gdLst/>
              <a:ahLst/>
              <a:cxnLst/>
              <a:rect l="0" t="0" r="0" b="0"/>
              <a:pathLst>
                <a:path w="969864" h="509612">
                  <a:moveTo>
                    <a:pt x="129671" y="490001"/>
                  </a:moveTo>
                  <a:lnTo>
                    <a:pt x="99840" y="478814"/>
                  </a:lnTo>
                  <a:lnTo>
                    <a:pt x="90802" y="504721"/>
                  </a:lnTo>
                  <a:close/>
                  <a:moveTo>
                    <a:pt x="90802" y="504721"/>
                  </a:moveTo>
                  <a:lnTo>
                    <a:pt x="123525" y="498386"/>
                  </a:lnTo>
                  <a:lnTo>
                    <a:pt x="129671" y="490001"/>
                  </a:lnTo>
                  <a:close/>
                  <a:moveTo>
                    <a:pt x="157330" y="468837"/>
                  </a:moveTo>
                  <a:lnTo>
                    <a:pt x="100957" y="478853"/>
                  </a:lnTo>
                  <a:lnTo>
                    <a:pt x="129671" y="490001"/>
                  </a:lnTo>
                  <a:close/>
                  <a:moveTo>
                    <a:pt x="0" y="368549"/>
                  </a:moveTo>
                  <a:lnTo>
                    <a:pt x="28085" y="359340"/>
                  </a:lnTo>
                  <a:lnTo>
                    <a:pt x="12887" y="361988"/>
                  </a:lnTo>
                  <a:close/>
                  <a:moveTo>
                    <a:pt x="129671" y="490001"/>
                  </a:moveTo>
                  <a:lnTo>
                    <a:pt x="123525" y="498386"/>
                  </a:lnTo>
                  <a:lnTo>
                    <a:pt x="134781" y="496055"/>
                  </a:lnTo>
                  <a:close/>
                  <a:moveTo>
                    <a:pt x="134781" y="496055"/>
                  </a:moveTo>
                  <a:lnTo>
                    <a:pt x="157330" y="468837"/>
                  </a:lnTo>
                  <a:lnTo>
                    <a:pt x="129671" y="490001"/>
                  </a:lnTo>
                  <a:close/>
                  <a:moveTo>
                    <a:pt x="134781" y="496055"/>
                  </a:moveTo>
                  <a:lnTo>
                    <a:pt x="181681" y="485014"/>
                  </a:lnTo>
                  <a:lnTo>
                    <a:pt x="157330" y="468837"/>
                  </a:lnTo>
                  <a:close/>
                  <a:moveTo>
                    <a:pt x="157330" y="468837"/>
                  </a:moveTo>
                  <a:lnTo>
                    <a:pt x="181681" y="485014"/>
                  </a:lnTo>
                  <a:lnTo>
                    <a:pt x="162259" y="461631"/>
                  </a:lnTo>
                  <a:close/>
                  <a:moveTo>
                    <a:pt x="162259" y="461631"/>
                  </a:moveTo>
                  <a:lnTo>
                    <a:pt x="181681" y="485014"/>
                  </a:lnTo>
                  <a:lnTo>
                    <a:pt x="195546" y="481202"/>
                  </a:lnTo>
                  <a:close/>
                  <a:moveTo>
                    <a:pt x="162259" y="461631"/>
                  </a:moveTo>
                  <a:lnTo>
                    <a:pt x="195546" y="481202"/>
                  </a:lnTo>
                  <a:lnTo>
                    <a:pt x="197960" y="444448"/>
                  </a:lnTo>
                  <a:close/>
                  <a:moveTo>
                    <a:pt x="181681" y="485014"/>
                  </a:moveTo>
                  <a:lnTo>
                    <a:pt x="193968" y="509612"/>
                  </a:lnTo>
                  <a:lnTo>
                    <a:pt x="195546" y="481202"/>
                  </a:lnTo>
                  <a:close/>
                  <a:moveTo>
                    <a:pt x="166597" y="280244"/>
                  </a:moveTo>
                  <a:lnTo>
                    <a:pt x="193111" y="299816"/>
                  </a:lnTo>
                  <a:lnTo>
                    <a:pt x="210545" y="263061"/>
                  </a:lnTo>
                  <a:close/>
                  <a:moveTo>
                    <a:pt x="258926" y="282632"/>
                  </a:moveTo>
                  <a:lnTo>
                    <a:pt x="235804" y="289113"/>
                  </a:lnTo>
                  <a:lnTo>
                    <a:pt x="239841" y="330578"/>
                  </a:lnTo>
                  <a:close/>
                  <a:moveTo>
                    <a:pt x="210545" y="263061"/>
                  </a:moveTo>
                  <a:lnTo>
                    <a:pt x="235804" y="289113"/>
                  </a:lnTo>
                  <a:lnTo>
                    <a:pt x="213802" y="262253"/>
                  </a:lnTo>
                  <a:close/>
                  <a:moveTo>
                    <a:pt x="210545" y="263061"/>
                  </a:moveTo>
                  <a:lnTo>
                    <a:pt x="193111" y="299816"/>
                  </a:lnTo>
                  <a:lnTo>
                    <a:pt x="235804" y="289113"/>
                  </a:lnTo>
                  <a:close/>
                  <a:moveTo>
                    <a:pt x="258926" y="282632"/>
                  </a:moveTo>
                  <a:lnTo>
                    <a:pt x="272976" y="267234"/>
                  </a:lnTo>
                  <a:lnTo>
                    <a:pt x="235804" y="289113"/>
                  </a:lnTo>
                  <a:close/>
                  <a:moveTo>
                    <a:pt x="212379" y="261455"/>
                  </a:moveTo>
                  <a:lnTo>
                    <a:pt x="210545" y="263061"/>
                  </a:lnTo>
                  <a:lnTo>
                    <a:pt x="213802" y="262253"/>
                  </a:lnTo>
                  <a:close/>
                  <a:moveTo>
                    <a:pt x="390032" y="338959"/>
                  </a:moveTo>
                  <a:lnTo>
                    <a:pt x="413103" y="321206"/>
                  </a:lnTo>
                  <a:lnTo>
                    <a:pt x="380186" y="342492"/>
                  </a:lnTo>
                  <a:close/>
                  <a:moveTo>
                    <a:pt x="380186" y="342492"/>
                  </a:moveTo>
                  <a:lnTo>
                    <a:pt x="387581" y="350360"/>
                  </a:lnTo>
                  <a:lnTo>
                    <a:pt x="390032" y="338959"/>
                  </a:lnTo>
                  <a:close/>
                  <a:moveTo>
                    <a:pt x="258926" y="282632"/>
                  </a:moveTo>
                  <a:lnTo>
                    <a:pt x="298487" y="309988"/>
                  </a:lnTo>
                  <a:lnTo>
                    <a:pt x="284396" y="276696"/>
                  </a:lnTo>
                  <a:close/>
                  <a:moveTo>
                    <a:pt x="298487" y="309988"/>
                  </a:moveTo>
                  <a:lnTo>
                    <a:pt x="324964" y="270804"/>
                  </a:lnTo>
                  <a:lnTo>
                    <a:pt x="284396" y="276696"/>
                  </a:lnTo>
                  <a:close/>
                  <a:moveTo>
                    <a:pt x="272976" y="267234"/>
                  </a:moveTo>
                  <a:lnTo>
                    <a:pt x="258926" y="282632"/>
                  </a:lnTo>
                  <a:lnTo>
                    <a:pt x="284396" y="276696"/>
                  </a:lnTo>
                  <a:close/>
                  <a:moveTo>
                    <a:pt x="717118" y="258190"/>
                  </a:moveTo>
                  <a:lnTo>
                    <a:pt x="700306" y="270226"/>
                  </a:lnTo>
                  <a:lnTo>
                    <a:pt x="723826" y="254450"/>
                  </a:lnTo>
                  <a:close/>
                  <a:moveTo>
                    <a:pt x="697609" y="233471"/>
                  </a:moveTo>
                  <a:lnTo>
                    <a:pt x="717118" y="258190"/>
                  </a:lnTo>
                  <a:lnTo>
                    <a:pt x="723671" y="253042"/>
                  </a:lnTo>
                  <a:close/>
                  <a:moveTo>
                    <a:pt x="717118" y="258190"/>
                  </a:moveTo>
                  <a:lnTo>
                    <a:pt x="723826" y="254450"/>
                  </a:lnTo>
                  <a:lnTo>
                    <a:pt x="723671" y="253042"/>
                  </a:lnTo>
                  <a:close/>
                  <a:moveTo>
                    <a:pt x="723826" y="254450"/>
                  </a:moveTo>
                  <a:lnTo>
                    <a:pt x="750237" y="276012"/>
                  </a:lnTo>
                  <a:lnTo>
                    <a:pt x="723671" y="253042"/>
                  </a:lnTo>
                  <a:close/>
                  <a:moveTo>
                    <a:pt x="723438" y="216287"/>
                  </a:moveTo>
                  <a:lnTo>
                    <a:pt x="723671" y="253042"/>
                  </a:lnTo>
                  <a:lnTo>
                    <a:pt x="750376" y="235859"/>
                  </a:lnTo>
                  <a:close/>
                  <a:moveTo>
                    <a:pt x="723438" y="216287"/>
                  </a:moveTo>
                  <a:lnTo>
                    <a:pt x="750376" y="235859"/>
                  </a:lnTo>
                  <a:lnTo>
                    <a:pt x="751933" y="199104"/>
                  </a:lnTo>
                  <a:close/>
                  <a:moveTo>
                    <a:pt x="751933" y="199104"/>
                  </a:moveTo>
                  <a:lnTo>
                    <a:pt x="762205" y="177160"/>
                  </a:lnTo>
                  <a:lnTo>
                    <a:pt x="736217" y="179532"/>
                  </a:lnTo>
                  <a:close/>
                  <a:moveTo>
                    <a:pt x="787644" y="176062"/>
                  </a:moveTo>
                  <a:lnTo>
                    <a:pt x="751933" y="199104"/>
                  </a:lnTo>
                  <a:lnTo>
                    <a:pt x="786842" y="181921"/>
                  </a:lnTo>
                  <a:close/>
                  <a:moveTo>
                    <a:pt x="787644" y="176062"/>
                  </a:moveTo>
                  <a:lnTo>
                    <a:pt x="762205" y="177160"/>
                  </a:lnTo>
                  <a:lnTo>
                    <a:pt x="751933" y="199104"/>
                  </a:lnTo>
                  <a:close/>
                  <a:moveTo>
                    <a:pt x="760374" y="125594"/>
                  </a:moveTo>
                  <a:lnTo>
                    <a:pt x="790809" y="145165"/>
                  </a:lnTo>
                  <a:lnTo>
                    <a:pt x="792034" y="108411"/>
                  </a:lnTo>
                  <a:close/>
                  <a:moveTo>
                    <a:pt x="787644" y="176062"/>
                  </a:moveTo>
                  <a:lnTo>
                    <a:pt x="792393" y="179334"/>
                  </a:lnTo>
                  <a:lnTo>
                    <a:pt x="790809" y="145165"/>
                  </a:lnTo>
                  <a:close/>
                  <a:moveTo>
                    <a:pt x="792034" y="108411"/>
                  </a:moveTo>
                  <a:lnTo>
                    <a:pt x="829225" y="110741"/>
                  </a:lnTo>
                  <a:lnTo>
                    <a:pt x="812154" y="100862"/>
                  </a:lnTo>
                  <a:close/>
                  <a:moveTo>
                    <a:pt x="821820" y="127982"/>
                  </a:moveTo>
                  <a:lnTo>
                    <a:pt x="829225" y="110741"/>
                  </a:lnTo>
                  <a:lnTo>
                    <a:pt x="792034" y="108411"/>
                  </a:lnTo>
                  <a:close/>
                  <a:moveTo>
                    <a:pt x="790809" y="145165"/>
                  </a:moveTo>
                  <a:lnTo>
                    <a:pt x="821820" y="127982"/>
                  </a:lnTo>
                  <a:lnTo>
                    <a:pt x="792034" y="108411"/>
                  </a:lnTo>
                  <a:close/>
                  <a:moveTo>
                    <a:pt x="838031" y="91227"/>
                  </a:moveTo>
                  <a:lnTo>
                    <a:pt x="823536" y="54472"/>
                  </a:lnTo>
                  <a:lnTo>
                    <a:pt x="812154" y="100862"/>
                  </a:lnTo>
                  <a:close/>
                  <a:moveTo>
                    <a:pt x="823536" y="54472"/>
                  </a:moveTo>
                  <a:lnTo>
                    <a:pt x="808256" y="59284"/>
                  </a:lnTo>
                  <a:lnTo>
                    <a:pt x="812154" y="100862"/>
                  </a:lnTo>
                  <a:close/>
                  <a:moveTo>
                    <a:pt x="812154" y="100862"/>
                  </a:moveTo>
                  <a:lnTo>
                    <a:pt x="829225" y="110741"/>
                  </a:lnTo>
                  <a:lnTo>
                    <a:pt x="838031" y="91227"/>
                  </a:lnTo>
                  <a:close/>
                  <a:moveTo>
                    <a:pt x="829225" y="110741"/>
                  </a:moveTo>
                  <a:lnTo>
                    <a:pt x="846990" y="117288"/>
                  </a:lnTo>
                  <a:lnTo>
                    <a:pt x="838031" y="91227"/>
                  </a:lnTo>
                  <a:close/>
                  <a:moveTo>
                    <a:pt x="838031" y="91227"/>
                  </a:moveTo>
                  <a:lnTo>
                    <a:pt x="860170" y="110799"/>
                  </a:lnTo>
                  <a:lnTo>
                    <a:pt x="863476" y="74044"/>
                  </a:lnTo>
                  <a:close/>
                  <a:moveTo>
                    <a:pt x="823536" y="54472"/>
                  </a:moveTo>
                  <a:lnTo>
                    <a:pt x="838031" y="91227"/>
                  </a:lnTo>
                  <a:lnTo>
                    <a:pt x="863476" y="74044"/>
                  </a:lnTo>
                  <a:close/>
                  <a:moveTo>
                    <a:pt x="823536" y="54472"/>
                  </a:moveTo>
                  <a:lnTo>
                    <a:pt x="863476" y="74044"/>
                  </a:lnTo>
                  <a:lnTo>
                    <a:pt x="862587" y="37289"/>
                  </a:lnTo>
                  <a:close/>
                  <a:moveTo>
                    <a:pt x="866677" y="29982"/>
                  </a:moveTo>
                  <a:lnTo>
                    <a:pt x="823536" y="54472"/>
                  </a:lnTo>
                  <a:lnTo>
                    <a:pt x="862587" y="37289"/>
                  </a:lnTo>
                  <a:close/>
                  <a:moveTo>
                    <a:pt x="862587" y="37289"/>
                  </a:moveTo>
                  <a:lnTo>
                    <a:pt x="898392" y="52353"/>
                  </a:lnTo>
                  <a:lnTo>
                    <a:pt x="874646" y="32398"/>
                  </a:lnTo>
                  <a:close/>
                  <a:moveTo>
                    <a:pt x="866677" y="29982"/>
                  </a:moveTo>
                  <a:lnTo>
                    <a:pt x="862587" y="37289"/>
                  </a:lnTo>
                  <a:lnTo>
                    <a:pt x="874646" y="32398"/>
                  </a:lnTo>
                  <a:close/>
                  <a:moveTo>
                    <a:pt x="919447" y="6500"/>
                  </a:moveTo>
                  <a:lnTo>
                    <a:pt x="874646" y="32398"/>
                  </a:lnTo>
                  <a:lnTo>
                    <a:pt x="906455" y="20106"/>
                  </a:lnTo>
                  <a:close/>
                  <a:moveTo>
                    <a:pt x="866677" y="29982"/>
                  </a:moveTo>
                  <a:lnTo>
                    <a:pt x="874646" y="32398"/>
                  </a:lnTo>
                  <a:lnTo>
                    <a:pt x="919447" y="6500"/>
                  </a:lnTo>
                  <a:close/>
                  <a:moveTo>
                    <a:pt x="874646" y="32398"/>
                  </a:moveTo>
                  <a:lnTo>
                    <a:pt x="898392" y="52353"/>
                  </a:lnTo>
                  <a:lnTo>
                    <a:pt x="906455" y="20106"/>
                  </a:lnTo>
                  <a:close/>
                  <a:moveTo>
                    <a:pt x="947762" y="44792"/>
                  </a:moveTo>
                  <a:lnTo>
                    <a:pt x="969864" y="9165"/>
                  </a:lnTo>
                  <a:lnTo>
                    <a:pt x="931182" y="13524"/>
                  </a:lnTo>
                  <a:close/>
                  <a:moveTo>
                    <a:pt x="919447" y="6500"/>
                  </a:moveTo>
                  <a:lnTo>
                    <a:pt x="906455" y="20106"/>
                  </a:lnTo>
                  <a:lnTo>
                    <a:pt x="931182" y="13524"/>
                  </a:lnTo>
                  <a:close/>
                  <a:moveTo>
                    <a:pt x="931182" y="13524"/>
                  </a:moveTo>
                  <a:lnTo>
                    <a:pt x="951028" y="0"/>
                  </a:lnTo>
                  <a:lnTo>
                    <a:pt x="919447" y="6500"/>
                  </a:lnTo>
                  <a:close/>
                  <a:moveTo>
                    <a:pt x="931182" y="13524"/>
                  </a:moveTo>
                  <a:lnTo>
                    <a:pt x="969864" y="9165"/>
                  </a:lnTo>
                  <a:lnTo>
                    <a:pt x="951028" y="0"/>
                  </a:lnTo>
                  <a:close/>
                </a:path>
              </a:pathLst>
            </a:custGeom>
            <a:solidFill>
              <a:srgbClr val="D7DEE3"/>
            </a:solidFill>
            <a:ln w="1524">
              <a:solidFill>
                <a:srgbClr val="D7DEE3"/>
              </a:solidFill>
            </a:ln>
          </p:spPr>
        </p:sp>
        <p:sp>
          <p:nvSpPr>
            <p:cNvPr id="181" name="Input_density__180">
              <a:extLst>
                <a:ext uri="{FF2B5EF4-FFF2-40B4-BE49-F238E27FC236}">
                  <a16:creationId xmlns:a16="http://schemas.microsoft.com/office/drawing/2014/main" id="{BCDDE5DF-6391-6C88-A5CE-DAD46C71C70D}"/>
                </a:ext>
              </a:extLst>
            </p:cNvPr>
            <p:cNvSpPr>
              <a:spLocks noGrp="1"/>
            </p:cNvSpPr>
            <p:nvPr/>
          </p:nvSpPr>
          <p:spPr>
            <a:xfrm>
              <a:off x="536937" y="1659259"/>
              <a:ext cx="1047327" cy="698679"/>
            </a:xfrm>
            <a:custGeom>
              <a:avLst/>
              <a:gdLst/>
              <a:ahLst/>
              <a:cxnLst/>
              <a:rect l="0" t="0" r="0" b="0"/>
              <a:pathLst>
                <a:path w="1047327" h="698679">
                  <a:moveTo>
                    <a:pt x="102654" y="601194"/>
                  </a:moveTo>
                  <a:lnTo>
                    <a:pt x="136707" y="641529"/>
                  </a:lnTo>
                  <a:lnTo>
                    <a:pt x="139028" y="630161"/>
                  </a:lnTo>
                  <a:close/>
                  <a:moveTo>
                    <a:pt x="136707" y="641529"/>
                  </a:moveTo>
                  <a:lnTo>
                    <a:pt x="149655" y="637949"/>
                  </a:lnTo>
                  <a:lnTo>
                    <a:pt x="139028" y="630161"/>
                  </a:lnTo>
                  <a:close/>
                  <a:moveTo>
                    <a:pt x="205300" y="657521"/>
                  </a:moveTo>
                  <a:lnTo>
                    <a:pt x="190674" y="698679"/>
                  </a:lnTo>
                  <a:lnTo>
                    <a:pt x="205515" y="657962"/>
                  </a:lnTo>
                  <a:close/>
                  <a:moveTo>
                    <a:pt x="205300" y="657521"/>
                  </a:moveTo>
                  <a:lnTo>
                    <a:pt x="171786" y="674704"/>
                  </a:lnTo>
                  <a:lnTo>
                    <a:pt x="190674" y="698679"/>
                  </a:lnTo>
                  <a:close/>
                  <a:moveTo>
                    <a:pt x="188715" y="626336"/>
                  </a:moveTo>
                  <a:lnTo>
                    <a:pt x="139028" y="630161"/>
                  </a:lnTo>
                  <a:lnTo>
                    <a:pt x="149655" y="637949"/>
                  </a:lnTo>
                  <a:close/>
                  <a:moveTo>
                    <a:pt x="15872" y="447222"/>
                  </a:moveTo>
                  <a:lnTo>
                    <a:pt x="9138" y="440240"/>
                  </a:lnTo>
                  <a:lnTo>
                    <a:pt x="29208" y="473746"/>
                  </a:lnTo>
                  <a:close/>
                  <a:moveTo>
                    <a:pt x="29208" y="473746"/>
                  </a:moveTo>
                  <a:lnTo>
                    <a:pt x="9138" y="440240"/>
                  </a:lnTo>
                  <a:lnTo>
                    <a:pt x="0" y="454174"/>
                  </a:lnTo>
                  <a:close/>
                  <a:moveTo>
                    <a:pt x="9138" y="440240"/>
                  </a:moveTo>
                  <a:lnTo>
                    <a:pt x="11740" y="431775"/>
                  </a:lnTo>
                  <a:lnTo>
                    <a:pt x="0" y="454174"/>
                  </a:lnTo>
                  <a:close/>
                  <a:moveTo>
                    <a:pt x="0" y="454174"/>
                  </a:moveTo>
                  <a:lnTo>
                    <a:pt x="11740" y="431775"/>
                  </a:lnTo>
                  <a:lnTo>
                    <a:pt x="15282" y="400236"/>
                  </a:lnTo>
                  <a:close/>
                  <a:moveTo>
                    <a:pt x="205515" y="657962"/>
                  </a:moveTo>
                  <a:lnTo>
                    <a:pt x="238370" y="640337"/>
                  </a:lnTo>
                  <a:lnTo>
                    <a:pt x="205738" y="657244"/>
                  </a:lnTo>
                  <a:close/>
                  <a:moveTo>
                    <a:pt x="238370" y="640337"/>
                  </a:moveTo>
                  <a:lnTo>
                    <a:pt x="203640" y="614202"/>
                  </a:lnTo>
                  <a:lnTo>
                    <a:pt x="202616" y="620766"/>
                  </a:lnTo>
                  <a:close/>
                  <a:moveTo>
                    <a:pt x="205260" y="657008"/>
                  </a:moveTo>
                  <a:lnTo>
                    <a:pt x="205738" y="657244"/>
                  </a:lnTo>
                  <a:lnTo>
                    <a:pt x="238370" y="640337"/>
                  </a:lnTo>
                  <a:close/>
                  <a:moveTo>
                    <a:pt x="202616" y="620766"/>
                  </a:moveTo>
                  <a:lnTo>
                    <a:pt x="205260" y="657008"/>
                  </a:lnTo>
                  <a:lnTo>
                    <a:pt x="238370" y="640337"/>
                  </a:lnTo>
                  <a:close/>
                  <a:moveTo>
                    <a:pt x="136269" y="462897"/>
                  </a:moveTo>
                  <a:lnTo>
                    <a:pt x="147226" y="468396"/>
                  </a:lnTo>
                  <a:lnTo>
                    <a:pt x="168991" y="456562"/>
                  </a:lnTo>
                  <a:close/>
                  <a:moveTo>
                    <a:pt x="51742" y="360552"/>
                  </a:moveTo>
                  <a:lnTo>
                    <a:pt x="55811" y="346297"/>
                  </a:lnTo>
                  <a:lnTo>
                    <a:pt x="42224" y="363481"/>
                  </a:lnTo>
                  <a:close/>
                  <a:moveTo>
                    <a:pt x="212745" y="476134"/>
                  </a:moveTo>
                  <a:lnTo>
                    <a:pt x="239435" y="467789"/>
                  </a:lnTo>
                  <a:lnTo>
                    <a:pt x="208129" y="476311"/>
                  </a:lnTo>
                  <a:close/>
                  <a:moveTo>
                    <a:pt x="208129" y="476311"/>
                  </a:moveTo>
                  <a:lnTo>
                    <a:pt x="208529" y="476812"/>
                  </a:lnTo>
                  <a:lnTo>
                    <a:pt x="212745" y="476134"/>
                  </a:lnTo>
                  <a:close/>
                  <a:moveTo>
                    <a:pt x="208529" y="476812"/>
                  </a:moveTo>
                  <a:lnTo>
                    <a:pt x="208129" y="476311"/>
                  </a:lnTo>
                  <a:lnTo>
                    <a:pt x="207063" y="476134"/>
                  </a:lnTo>
                  <a:close/>
                  <a:moveTo>
                    <a:pt x="73552" y="317517"/>
                  </a:moveTo>
                  <a:lnTo>
                    <a:pt x="55811" y="346297"/>
                  </a:lnTo>
                  <a:lnTo>
                    <a:pt x="69031" y="328985"/>
                  </a:lnTo>
                  <a:close/>
                  <a:moveTo>
                    <a:pt x="94147" y="298310"/>
                  </a:moveTo>
                  <a:lnTo>
                    <a:pt x="73552" y="317517"/>
                  </a:lnTo>
                  <a:lnTo>
                    <a:pt x="69031" y="328985"/>
                  </a:lnTo>
                  <a:close/>
                  <a:moveTo>
                    <a:pt x="358856" y="569279"/>
                  </a:moveTo>
                  <a:lnTo>
                    <a:pt x="326601" y="532461"/>
                  </a:lnTo>
                  <a:lnTo>
                    <a:pt x="311884" y="535631"/>
                  </a:lnTo>
                  <a:close/>
                  <a:moveTo>
                    <a:pt x="311884" y="535631"/>
                  </a:moveTo>
                  <a:lnTo>
                    <a:pt x="284119" y="495706"/>
                  </a:lnTo>
                  <a:lnTo>
                    <a:pt x="255304" y="509794"/>
                  </a:lnTo>
                  <a:close/>
                  <a:moveTo>
                    <a:pt x="311884" y="535631"/>
                  </a:moveTo>
                  <a:lnTo>
                    <a:pt x="255304" y="509794"/>
                  </a:lnTo>
                  <a:lnTo>
                    <a:pt x="272842" y="540283"/>
                  </a:lnTo>
                  <a:close/>
                  <a:moveTo>
                    <a:pt x="311884" y="535631"/>
                  </a:moveTo>
                  <a:lnTo>
                    <a:pt x="326601" y="532461"/>
                  </a:lnTo>
                  <a:lnTo>
                    <a:pt x="311267" y="515574"/>
                  </a:lnTo>
                  <a:close/>
                  <a:moveTo>
                    <a:pt x="212745" y="476134"/>
                  </a:moveTo>
                  <a:lnTo>
                    <a:pt x="267791" y="477600"/>
                  </a:lnTo>
                  <a:lnTo>
                    <a:pt x="258945" y="458951"/>
                  </a:lnTo>
                  <a:close/>
                  <a:moveTo>
                    <a:pt x="255304" y="509794"/>
                  </a:moveTo>
                  <a:lnTo>
                    <a:pt x="284119" y="495706"/>
                  </a:lnTo>
                  <a:lnTo>
                    <a:pt x="267791" y="477600"/>
                  </a:lnTo>
                  <a:close/>
                  <a:moveTo>
                    <a:pt x="259323" y="445942"/>
                  </a:moveTo>
                  <a:lnTo>
                    <a:pt x="212745" y="476134"/>
                  </a:lnTo>
                  <a:lnTo>
                    <a:pt x="258945" y="458951"/>
                  </a:lnTo>
                  <a:close/>
                  <a:moveTo>
                    <a:pt x="259323" y="445942"/>
                  </a:moveTo>
                  <a:lnTo>
                    <a:pt x="260239" y="422196"/>
                  </a:lnTo>
                  <a:lnTo>
                    <a:pt x="241012" y="439379"/>
                  </a:lnTo>
                  <a:close/>
                  <a:moveTo>
                    <a:pt x="124788" y="275176"/>
                  </a:moveTo>
                  <a:lnTo>
                    <a:pt x="127404" y="291115"/>
                  </a:lnTo>
                  <a:lnTo>
                    <a:pt x="115777" y="282973"/>
                  </a:lnTo>
                  <a:close/>
                  <a:moveTo>
                    <a:pt x="143649" y="262607"/>
                  </a:moveTo>
                  <a:lnTo>
                    <a:pt x="124788" y="275176"/>
                  </a:lnTo>
                  <a:lnTo>
                    <a:pt x="159901" y="264696"/>
                  </a:lnTo>
                  <a:close/>
                  <a:moveTo>
                    <a:pt x="198097" y="260732"/>
                  </a:moveTo>
                  <a:lnTo>
                    <a:pt x="159901" y="264696"/>
                  </a:lnTo>
                  <a:lnTo>
                    <a:pt x="201914" y="259665"/>
                  </a:lnTo>
                  <a:close/>
                  <a:moveTo>
                    <a:pt x="159901" y="264696"/>
                  </a:moveTo>
                  <a:lnTo>
                    <a:pt x="171220" y="269480"/>
                  </a:lnTo>
                  <a:lnTo>
                    <a:pt x="201914" y="259665"/>
                  </a:lnTo>
                  <a:close/>
                  <a:moveTo>
                    <a:pt x="198097" y="260732"/>
                  </a:moveTo>
                  <a:lnTo>
                    <a:pt x="201914" y="259665"/>
                  </a:lnTo>
                  <a:lnTo>
                    <a:pt x="235556" y="260872"/>
                  </a:lnTo>
                  <a:close/>
                  <a:moveTo>
                    <a:pt x="564428" y="645114"/>
                  </a:moveTo>
                  <a:lnTo>
                    <a:pt x="558187" y="608359"/>
                  </a:lnTo>
                  <a:lnTo>
                    <a:pt x="568864" y="662297"/>
                  </a:lnTo>
                  <a:close/>
                  <a:moveTo>
                    <a:pt x="549668" y="571604"/>
                  </a:moveTo>
                  <a:lnTo>
                    <a:pt x="533286" y="588787"/>
                  </a:lnTo>
                  <a:lnTo>
                    <a:pt x="558187" y="608359"/>
                  </a:lnTo>
                  <a:close/>
                  <a:moveTo>
                    <a:pt x="229589" y="279877"/>
                  </a:moveTo>
                  <a:lnTo>
                    <a:pt x="235556" y="260872"/>
                  </a:lnTo>
                  <a:lnTo>
                    <a:pt x="201914" y="259665"/>
                  </a:lnTo>
                  <a:close/>
                  <a:moveTo>
                    <a:pt x="229589" y="279877"/>
                  </a:moveTo>
                  <a:lnTo>
                    <a:pt x="259787" y="282414"/>
                  </a:lnTo>
                  <a:lnTo>
                    <a:pt x="235556" y="260872"/>
                  </a:lnTo>
                  <a:close/>
                  <a:moveTo>
                    <a:pt x="259787" y="282414"/>
                  </a:moveTo>
                  <a:lnTo>
                    <a:pt x="238577" y="257992"/>
                  </a:lnTo>
                  <a:lnTo>
                    <a:pt x="235556" y="260872"/>
                  </a:lnTo>
                  <a:close/>
                  <a:moveTo>
                    <a:pt x="281270" y="247289"/>
                  </a:moveTo>
                  <a:lnTo>
                    <a:pt x="238577" y="257992"/>
                  </a:lnTo>
                  <a:lnTo>
                    <a:pt x="259787" y="282414"/>
                  </a:lnTo>
                  <a:close/>
                  <a:moveTo>
                    <a:pt x="285308" y="288755"/>
                  </a:moveTo>
                  <a:lnTo>
                    <a:pt x="281270" y="247289"/>
                  </a:lnTo>
                  <a:lnTo>
                    <a:pt x="259787" y="282414"/>
                  </a:lnTo>
                  <a:close/>
                  <a:moveTo>
                    <a:pt x="312686" y="277564"/>
                  </a:moveTo>
                  <a:lnTo>
                    <a:pt x="304393" y="240809"/>
                  </a:lnTo>
                  <a:lnTo>
                    <a:pt x="285308" y="288755"/>
                  </a:lnTo>
                  <a:close/>
                  <a:moveTo>
                    <a:pt x="549668" y="571604"/>
                  </a:moveTo>
                  <a:lnTo>
                    <a:pt x="608598" y="591175"/>
                  </a:lnTo>
                  <a:lnTo>
                    <a:pt x="598580" y="554576"/>
                  </a:lnTo>
                  <a:close/>
                  <a:moveTo>
                    <a:pt x="599521" y="554420"/>
                  </a:moveTo>
                  <a:lnTo>
                    <a:pt x="598580" y="554576"/>
                  </a:lnTo>
                  <a:lnTo>
                    <a:pt x="608559" y="591016"/>
                  </a:lnTo>
                  <a:close/>
                  <a:moveTo>
                    <a:pt x="430817" y="333891"/>
                  </a:moveTo>
                  <a:lnTo>
                    <a:pt x="409810" y="351074"/>
                  </a:lnTo>
                  <a:lnTo>
                    <a:pt x="438959" y="370645"/>
                  </a:lnTo>
                  <a:close/>
                  <a:moveTo>
                    <a:pt x="312686" y="277564"/>
                  </a:moveTo>
                  <a:lnTo>
                    <a:pt x="338271" y="299543"/>
                  </a:lnTo>
                  <a:lnTo>
                    <a:pt x="343954" y="268165"/>
                  </a:lnTo>
                  <a:close/>
                  <a:moveTo>
                    <a:pt x="338271" y="299543"/>
                  </a:moveTo>
                  <a:lnTo>
                    <a:pt x="386573" y="260381"/>
                  </a:lnTo>
                  <a:lnTo>
                    <a:pt x="343954" y="268165"/>
                  </a:lnTo>
                  <a:close/>
                  <a:moveTo>
                    <a:pt x="386922" y="260659"/>
                  </a:moveTo>
                  <a:lnTo>
                    <a:pt x="386573" y="260381"/>
                  </a:lnTo>
                  <a:lnTo>
                    <a:pt x="338271" y="299543"/>
                  </a:lnTo>
                  <a:close/>
                  <a:moveTo>
                    <a:pt x="386573" y="260381"/>
                  </a:moveTo>
                  <a:lnTo>
                    <a:pt x="386767" y="260080"/>
                  </a:lnTo>
                  <a:lnTo>
                    <a:pt x="343954" y="268165"/>
                  </a:lnTo>
                  <a:close/>
                  <a:moveTo>
                    <a:pt x="599521" y="554420"/>
                  </a:moveTo>
                  <a:lnTo>
                    <a:pt x="608607" y="591171"/>
                  </a:lnTo>
                  <a:lnTo>
                    <a:pt x="634419" y="573992"/>
                  </a:lnTo>
                  <a:close/>
                  <a:moveTo>
                    <a:pt x="689248" y="547339"/>
                  </a:moveTo>
                  <a:lnTo>
                    <a:pt x="668671" y="551769"/>
                  </a:lnTo>
                  <a:lnTo>
                    <a:pt x="670098" y="537237"/>
                  </a:lnTo>
                  <a:close/>
                  <a:moveTo>
                    <a:pt x="430817" y="333891"/>
                  </a:moveTo>
                  <a:lnTo>
                    <a:pt x="438959" y="370645"/>
                  </a:lnTo>
                  <a:lnTo>
                    <a:pt x="450083" y="353462"/>
                  </a:lnTo>
                  <a:close/>
                  <a:moveTo>
                    <a:pt x="386573" y="260381"/>
                  </a:moveTo>
                  <a:lnTo>
                    <a:pt x="386922" y="260659"/>
                  </a:lnTo>
                  <a:lnTo>
                    <a:pt x="386914" y="260327"/>
                  </a:lnTo>
                  <a:close/>
                  <a:moveTo>
                    <a:pt x="386767" y="260080"/>
                  </a:moveTo>
                  <a:lnTo>
                    <a:pt x="386573" y="260381"/>
                  </a:lnTo>
                  <a:lnTo>
                    <a:pt x="386914" y="260327"/>
                  </a:lnTo>
                  <a:close/>
                  <a:moveTo>
                    <a:pt x="386914" y="260327"/>
                  </a:moveTo>
                  <a:lnTo>
                    <a:pt x="386922" y="260659"/>
                  </a:lnTo>
                  <a:lnTo>
                    <a:pt x="387260" y="260381"/>
                  </a:lnTo>
                  <a:close/>
                  <a:moveTo>
                    <a:pt x="386914" y="260327"/>
                  </a:moveTo>
                  <a:lnTo>
                    <a:pt x="387260" y="260381"/>
                  </a:lnTo>
                  <a:lnTo>
                    <a:pt x="386767" y="260080"/>
                  </a:lnTo>
                  <a:close/>
                  <a:moveTo>
                    <a:pt x="670098" y="537237"/>
                  </a:moveTo>
                  <a:lnTo>
                    <a:pt x="706620" y="565665"/>
                  </a:lnTo>
                  <a:lnTo>
                    <a:pt x="689248" y="547339"/>
                  </a:lnTo>
                  <a:close/>
                  <a:moveTo>
                    <a:pt x="694018" y="537237"/>
                  </a:moveTo>
                  <a:lnTo>
                    <a:pt x="743784" y="530453"/>
                  </a:lnTo>
                  <a:lnTo>
                    <a:pt x="736373" y="520054"/>
                  </a:lnTo>
                  <a:close/>
                  <a:moveTo>
                    <a:pt x="694018" y="537237"/>
                  </a:moveTo>
                  <a:lnTo>
                    <a:pt x="689248" y="547339"/>
                  </a:lnTo>
                  <a:lnTo>
                    <a:pt x="706620" y="565665"/>
                  </a:lnTo>
                  <a:close/>
                  <a:moveTo>
                    <a:pt x="688137" y="491197"/>
                  </a:moveTo>
                  <a:lnTo>
                    <a:pt x="670098" y="537237"/>
                  </a:lnTo>
                  <a:lnTo>
                    <a:pt x="683968" y="527596"/>
                  </a:lnTo>
                  <a:close/>
                  <a:moveTo>
                    <a:pt x="736373" y="520054"/>
                  </a:moveTo>
                  <a:lnTo>
                    <a:pt x="737309" y="506244"/>
                  </a:lnTo>
                  <a:lnTo>
                    <a:pt x="694018" y="537237"/>
                  </a:lnTo>
                  <a:close/>
                  <a:moveTo>
                    <a:pt x="694018" y="537237"/>
                  </a:moveTo>
                  <a:lnTo>
                    <a:pt x="737309" y="506244"/>
                  </a:lnTo>
                  <a:lnTo>
                    <a:pt x="688137" y="491197"/>
                  </a:lnTo>
                  <a:close/>
                  <a:moveTo>
                    <a:pt x="688137" y="491197"/>
                  </a:moveTo>
                  <a:lnTo>
                    <a:pt x="737309" y="506244"/>
                  </a:lnTo>
                  <a:lnTo>
                    <a:pt x="728746" y="485271"/>
                  </a:lnTo>
                  <a:close/>
                  <a:moveTo>
                    <a:pt x="694018" y="537237"/>
                  </a:moveTo>
                  <a:lnTo>
                    <a:pt x="688137" y="491197"/>
                  </a:lnTo>
                  <a:lnTo>
                    <a:pt x="683968" y="527596"/>
                  </a:lnTo>
                  <a:close/>
                  <a:moveTo>
                    <a:pt x="691573" y="459821"/>
                  </a:moveTo>
                  <a:lnTo>
                    <a:pt x="679243" y="446544"/>
                  </a:lnTo>
                  <a:lnTo>
                    <a:pt x="688137" y="491197"/>
                  </a:lnTo>
                  <a:close/>
                  <a:moveTo>
                    <a:pt x="688137" y="491197"/>
                  </a:moveTo>
                  <a:lnTo>
                    <a:pt x="728746" y="485271"/>
                  </a:lnTo>
                  <a:lnTo>
                    <a:pt x="691573" y="459821"/>
                  </a:lnTo>
                  <a:close/>
                  <a:moveTo>
                    <a:pt x="501962" y="249204"/>
                  </a:moveTo>
                  <a:lnTo>
                    <a:pt x="480533" y="265291"/>
                  </a:lnTo>
                  <a:lnTo>
                    <a:pt x="465812" y="279952"/>
                  </a:lnTo>
                  <a:close/>
                  <a:moveTo>
                    <a:pt x="752494" y="466811"/>
                  </a:moveTo>
                  <a:lnTo>
                    <a:pt x="736373" y="520054"/>
                  </a:lnTo>
                  <a:lnTo>
                    <a:pt x="750701" y="502870"/>
                  </a:lnTo>
                  <a:close/>
                  <a:moveTo>
                    <a:pt x="752494" y="466811"/>
                  </a:moveTo>
                  <a:lnTo>
                    <a:pt x="737309" y="506244"/>
                  </a:lnTo>
                  <a:lnTo>
                    <a:pt x="736373" y="520054"/>
                  </a:lnTo>
                  <a:close/>
                  <a:moveTo>
                    <a:pt x="752534" y="466115"/>
                  </a:moveTo>
                  <a:lnTo>
                    <a:pt x="776159" y="430715"/>
                  </a:lnTo>
                  <a:lnTo>
                    <a:pt x="744060" y="483299"/>
                  </a:lnTo>
                  <a:close/>
                  <a:moveTo>
                    <a:pt x="679243" y="446544"/>
                  </a:moveTo>
                  <a:lnTo>
                    <a:pt x="691573" y="459821"/>
                  </a:lnTo>
                  <a:lnTo>
                    <a:pt x="691733" y="443527"/>
                  </a:lnTo>
                  <a:close/>
                  <a:moveTo>
                    <a:pt x="724743" y="443778"/>
                  </a:moveTo>
                  <a:lnTo>
                    <a:pt x="691733" y="443527"/>
                  </a:lnTo>
                  <a:lnTo>
                    <a:pt x="691573" y="459821"/>
                  </a:lnTo>
                  <a:close/>
                  <a:moveTo>
                    <a:pt x="554396" y="224462"/>
                  </a:moveTo>
                  <a:lnTo>
                    <a:pt x="531696" y="235797"/>
                  </a:lnTo>
                  <a:lnTo>
                    <a:pt x="501962" y="249204"/>
                  </a:lnTo>
                  <a:close/>
                  <a:moveTo>
                    <a:pt x="585013" y="214357"/>
                  </a:moveTo>
                  <a:lnTo>
                    <a:pt x="531696" y="235797"/>
                  </a:lnTo>
                  <a:lnTo>
                    <a:pt x="554396" y="224462"/>
                  </a:lnTo>
                  <a:close/>
                  <a:moveTo>
                    <a:pt x="750701" y="502870"/>
                  </a:moveTo>
                  <a:lnTo>
                    <a:pt x="753799" y="464903"/>
                  </a:lnTo>
                  <a:lnTo>
                    <a:pt x="752494" y="466811"/>
                  </a:lnTo>
                  <a:close/>
                  <a:moveTo>
                    <a:pt x="752534" y="466115"/>
                  </a:moveTo>
                  <a:lnTo>
                    <a:pt x="752494" y="466811"/>
                  </a:lnTo>
                  <a:lnTo>
                    <a:pt x="753799" y="464903"/>
                  </a:lnTo>
                  <a:close/>
                  <a:moveTo>
                    <a:pt x="585013" y="214357"/>
                  </a:moveTo>
                  <a:lnTo>
                    <a:pt x="554396" y="224462"/>
                  </a:lnTo>
                  <a:lnTo>
                    <a:pt x="610872" y="214831"/>
                  </a:lnTo>
                  <a:close/>
                  <a:moveTo>
                    <a:pt x="623885" y="220773"/>
                  </a:moveTo>
                  <a:lnTo>
                    <a:pt x="644139" y="214637"/>
                  </a:lnTo>
                  <a:lnTo>
                    <a:pt x="610872" y="214831"/>
                  </a:lnTo>
                  <a:close/>
                  <a:moveTo>
                    <a:pt x="623885" y="220773"/>
                  </a:moveTo>
                  <a:lnTo>
                    <a:pt x="662192" y="216719"/>
                  </a:lnTo>
                  <a:lnTo>
                    <a:pt x="644139" y="214637"/>
                  </a:lnTo>
                  <a:close/>
                  <a:moveTo>
                    <a:pt x="802965" y="242312"/>
                  </a:moveTo>
                  <a:lnTo>
                    <a:pt x="756003" y="247974"/>
                  </a:lnTo>
                  <a:lnTo>
                    <a:pt x="746472" y="251879"/>
                  </a:lnTo>
                  <a:close/>
                  <a:moveTo>
                    <a:pt x="802965" y="242312"/>
                  </a:moveTo>
                  <a:lnTo>
                    <a:pt x="746472" y="251879"/>
                  </a:lnTo>
                  <a:lnTo>
                    <a:pt x="771142" y="247908"/>
                  </a:lnTo>
                  <a:close/>
                  <a:moveTo>
                    <a:pt x="995592" y="180035"/>
                  </a:moveTo>
                  <a:lnTo>
                    <a:pt x="996379" y="178525"/>
                  </a:lnTo>
                  <a:lnTo>
                    <a:pt x="955979" y="185152"/>
                  </a:lnTo>
                  <a:close/>
                  <a:moveTo>
                    <a:pt x="995592" y="180035"/>
                  </a:moveTo>
                  <a:lnTo>
                    <a:pt x="955979" y="185152"/>
                  </a:lnTo>
                  <a:lnTo>
                    <a:pt x="996973" y="180748"/>
                  </a:lnTo>
                  <a:close/>
                  <a:moveTo>
                    <a:pt x="955979" y="185152"/>
                  </a:moveTo>
                  <a:lnTo>
                    <a:pt x="970266" y="205469"/>
                  </a:lnTo>
                  <a:lnTo>
                    <a:pt x="996973" y="180748"/>
                  </a:lnTo>
                  <a:close/>
                  <a:moveTo>
                    <a:pt x="995592" y="180035"/>
                  </a:moveTo>
                  <a:lnTo>
                    <a:pt x="997931" y="179240"/>
                  </a:lnTo>
                  <a:lnTo>
                    <a:pt x="996379" y="178525"/>
                  </a:lnTo>
                  <a:close/>
                  <a:moveTo>
                    <a:pt x="995592" y="180035"/>
                  </a:moveTo>
                  <a:lnTo>
                    <a:pt x="996973" y="180748"/>
                  </a:lnTo>
                  <a:lnTo>
                    <a:pt x="997931" y="179240"/>
                  </a:lnTo>
                  <a:close/>
                  <a:moveTo>
                    <a:pt x="1015027" y="208982"/>
                  </a:moveTo>
                  <a:lnTo>
                    <a:pt x="997931" y="179240"/>
                  </a:lnTo>
                  <a:lnTo>
                    <a:pt x="996973" y="180748"/>
                  </a:lnTo>
                  <a:close/>
                  <a:moveTo>
                    <a:pt x="1046354" y="165855"/>
                  </a:moveTo>
                  <a:lnTo>
                    <a:pt x="997931" y="179240"/>
                  </a:lnTo>
                  <a:lnTo>
                    <a:pt x="1015027" y="208982"/>
                  </a:lnTo>
                  <a:close/>
                  <a:moveTo>
                    <a:pt x="997931" y="179240"/>
                  </a:moveTo>
                  <a:lnTo>
                    <a:pt x="1046354" y="165855"/>
                  </a:lnTo>
                  <a:lnTo>
                    <a:pt x="996379" y="178525"/>
                  </a:lnTo>
                  <a:close/>
                  <a:moveTo>
                    <a:pt x="996379" y="178525"/>
                  </a:moveTo>
                  <a:lnTo>
                    <a:pt x="1047327" y="148228"/>
                  </a:lnTo>
                  <a:lnTo>
                    <a:pt x="1009414" y="131053"/>
                  </a:lnTo>
                  <a:close/>
                  <a:moveTo>
                    <a:pt x="1004108" y="125302"/>
                  </a:moveTo>
                  <a:lnTo>
                    <a:pt x="996379" y="178525"/>
                  </a:lnTo>
                  <a:lnTo>
                    <a:pt x="1009414" y="131053"/>
                  </a:lnTo>
                  <a:close/>
                  <a:moveTo>
                    <a:pt x="1004108" y="125302"/>
                  </a:moveTo>
                  <a:lnTo>
                    <a:pt x="955067" y="142485"/>
                  </a:lnTo>
                  <a:lnTo>
                    <a:pt x="996379" y="178525"/>
                  </a:lnTo>
                  <a:close/>
                  <a:moveTo>
                    <a:pt x="967030" y="88547"/>
                  </a:moveTo>
                  <a:lnTo>
                    <a:pt x="955067" y="142485"/>
                  </a:lnTo>
                  <a:lnTo>
                    <a:pt x="1004108" y="125302"/>
                  </a:lnTo>
                  <a:close/>
                  <a:moveTo>
                    <a:pt x="1045623" y="121702"/>
                  </a:moveTo>
                  <a:lnTo>
                    <a:pt x="1009464" y="124010"/>
                  </a:lnTo>
                  <a:lnTo>
                    <a:pt x="1009414" y="131053"/>
                  </a:lnTo>
                  <a:close/>
                  <a:moveTo>
                    <a:pt x="1000211" y="42038"/>
                  </a:moveTo>
                  <a:lnTo>
                    <a:pt x="963881" y="44486"/>
                  </a:lnTo>
                  <a:lnTo>
                    <a:pt x="1005992" y="82086"/>
                  </a:lnTo>
                  <a:close/>
                  <a:moveTo>
                    <a:pt x="963881" y="44486"/>
                  </a:moveTo>
                  <a:lnTo>
                    <a:pt x="1000211" y="42038"/>
                  </a:lnTo>
                  <a:lnTo>
                    <a:pt x="993229" y="2968"/>
                  </a:lnTo>
                  <a:close/>
                  <a:moveTo>
                    <a:pt x="1000211" y="42038"/>
                  </a:moveTo>
                  <a:lnTo>
                    <a:pt x="1030199" y="0"/>
                  </a:lnTo>
                  <a:lnTo>
                    <a:pt x="993229" y="2968"/>
                  </a:lnTo>
                  <a:close/>
                </a:path>
              </a:pathLst>
            </a:custGeom>
            <a:solidFill>
              <a:srgbClr val="CFD7DE"/>
            </a:solidFill>
            <a:ln w="1524">
              <a:solidFill>
                <a:srgbClr val="CFD7DE"/>
              </a:solidFill>
            </a:ln>
          </p:spPr>
        </p:sp>
        <p:sp>
          <p:nvSpPr>
            <p:cNvPr id="182" name="Input_density__181">
              <a:extLst>
                <a:ext uri="{FF2B5EF4-FFF2-40B4-BE49-F238E27FC236}">
                  <a16:creationId xmlns:a16="http://schemas.microsoft.com/office/drawing/2014/main" id="{E9C1549C-0AB2-1391-00E9-5FCF90816730}"/>
                </a:ext>
              </a:extLst>
            </p:cNvPr>
            <p:cNvSpPr>
              <a:spLocks noGrp="1"/>
            </p:cNvSpPr>
            <p:nvPr/>
          </p:nvSpPr>
          <p:spPr>
            <a:xfrm>
              <a:off x="581036" y="1801744"/>
              <a:ext cx="1030063" cy="579431"/>
            </a:xfrm>
            <a:custGeom>
              <a:avLst/>
              <a:gdLst/>
              <a:ahLst/>
              <a:cxnLst/>
              <a:rect l="0" t="0" r="0" b="0"/>
              <a:pathLst>
                <a:path w="1030063" h="579431">
                  <a:moveTo>
                    <a:pt x="162372" y="568974"/>
                  </a:moveTo>
                  <a:lnTo>
                    <a:pt x="185694" y="577881"/>
                  </a:lnTo>
                  <a:lnTo>
                    <a:pt x="202892" y="553055"/>
                  </a:lnTo>
                  <a:close/>
                  <a:moveTo>
                    <a:pt x="202892" y="553055"/>
                  </a:moveTo>
                  <a:lnTo>
                    <a:pt x="227796" y="559897"/>
                  </a:lnTo>
                  <a:lnTo>
                    <a:pt x="204292" y="551206"/>
                  </a:lnTo>
                  <a:close/>
                  <a:moveTo>
                    <a:pt x="133510" y="448132"/>
                  </a:moveTo>
                  <a:lnTo>
                    <a:pt x="103327" y="445582"/>
                  </a:lnTo>
                  <a:lnTo>
                    <a:pt x="144615" y="483851"/>
                  </a:lnTo>
                  <a:close/>
                  <a:moveTo>
                    <a:pt x="7506" y="368015"/>
                  </a:moveTo>
                  <a:lnTo>
                    <a:pt x="0" y="381907"/>
                  </a:lnTo>
                  <a:lnTo>
                    <a:pt x="4452" y="382295"/>
                  </a:lnTo>
                  <a:close/>
                  <a:moveTo>
                    <a:pt x="7506" y="368015"/>
                  </a:moveTo>
                  <a:lnTo>
                    <a:pt x="4452" y="382295"/>
                  </a:lnTo>
                  <a:lnTo>
                    <a:pt x="30609" y="400140"/>
                  </a:lnTo>
                  <a:close/>
                  <a:moveTo>
                    <a:pt x="204292" y="551206"/>
                  </a:moveTo>
                  <a:lnTo>
                    <a:pt x="235027" y="541544"/>
                  </a:lnTo>
                  <a:lnTo>
                    <a:pt x="252504" y="510680"/>
                  </a:lnTo>
                  <a:close/>
                  <a:moveTo>
                    <a:pt x="70629" y="293177"/>
                  </a:moveTo>
                  <a:lnTo>
                    <a:pt x="64773" y="277322"/>
                  </a:lnTo>
                  <a:lnTo>
                    <a:pt x="69600" y="314077"/>
                  </a:lnTo>
                  <a:close/>
                  <a:moveTo>
                    <a:pt x="159541" y="471717"/>
                  </a:moveTo>
                  <a:lnTo>
                    <a:pt x="151125" y="461097"/>
                  </a:lnTo>
                  <a:lnTo>
                    <a:pt x="111673" y="438797"/>
                  </a:lnTo>
                  <a:close/>
                  <a:moveTo>
                    <a:pt x="343049" y="430880"/>
                  </a:moveTo>
                  <a:lnTo>
                    <a:pt x="345307" y="416084"/>
                  </a:lnTo>
                  <a:lnTo>
                    <a:pt x="314716" y="426288"/>
                  </a:lnTo>
                  <a:close/>
                  <a:moveTo>
                    <a:pt x="187208" y="252576"/>
                  </a:moveTo>
                  <a:lnTo>
                    <a:pt x="179037" y="242956"/>
                  </a:lnTo>
                  <a:lnTo>
                    <a:pt x="142000" y="217495"/>
                  </a:lnTo>
                  <a:close/>
                  <a:moveTo>
                    <a:pt x="316846" y="380348"/>
                  </a:moveTo>
                  <a:lnTo>
                    <a:pt x="329597" y="357347"/>
                  </a:lnTo>
                  <a:lnTo>
                    <a:pt x="318387" y="336037"/>
                  </a:lnTo>
                  <a:close/>
                  <a:moveTo>
                    <a:pt x="290732" y="262527"/>
                  </a:moveTo>
                  <a:lnTo>
                    <a:pt x="293448" y="265129"/>
                  </a:lnTo>
                  <a:lnTo>
                    <a:pt x="294919" y="256059"/>
                  </a:lnTo>
                  <a:close/>
                  <a:moveTo>
                    <a:pt x="299422" y="272895"/>
                  </a:moveTo>
                  <a:lnTo>
                    <a:pt x="293448" y="265129"/>
                  </a:lnTo>
                  <a:lnTo>
                    <a:pt x="290732" y="262527"/>
                  </a:lnTo>
                  <a:close/>
                  <a:moveTo>
                    <a:pt x="179037" y="242956"/>
                  </a:moveTo>
                  <a:lnTo>
                    <a:pt x="206408" y="270495"/>
                  </a:lnTo>
                  <a:lnTo>
                    <a:pt x="191286" y="225772"/>
                  </a:lnTo>
                  <a:close/>
                  <a:moveTo>
                    <a:pt x="548006" y="579431"/>
                  </a:moveTo>
                  <a:lnTo>
                    <a:pt x="603124" y="564723"/>
                  </a:lnTo>
                  <a:lnTo>
                    <a:pt x="571362" y="570546"/>
                  </a:lnTo>
                  <a:close/>
                  <a:moveTo>
                    <a:pt x="290732" y="262527"/>
                  </a:moveTo>
                  <a:lnTo>
                    <a:pt x="278685" y="250042"/>
                  </a:lnTo>
                  <a:lnTo>
                    <a:pt x="299422" y="272895"/>
                  </a:lnTo>
                  <a:close/>
                  <a:moveTo>
                    <a:pt x="295908" y="218382"/>
                  </a:moveTo>
                  <a:lnTo>
                    <a:pt x="290732" y="262527"/>
                  </a:lnTo>
                  <a:lnTo>
                    <a:pt x="294919" y="256059"/>
                  </a:lnTo>
                  <a:close/>
                  <a:moveTo>
                    <a:pt x="278685" y="250042"/>
                  </a:moveTo>
                  <a:lnTo>
                    <a:pt x="290732" y="262527"/>
                  </a:lnTo>
                  <a:lnTo>
                    <a:pt x="295908" y="218382"/>
                  </a:lnTo>
                  <a:close/>
                  <a:moveTo>
                    <a:pt x="611127" y="502628"/>
                  </a:moveTo>
                  <a:lnTo>
                    <a:pt x="611031" y="527445"/>
                  </a:lnTo>
                  <a:lnTo>
                    <a:pt x="611163" y="539383"/>
                  </a:lnTo>
                  <a:close/>
                  <a:moveTo>
                    <a:pt x="641518" y="487486"/>
                  </a:moveTo>
                  <a:lnTo>
                    <a:pt x="611031" y="527445"/>
                  </a:lnTo>
                  <a:lnTo>
                    <a:pt x="611127" y="502628"/>
                  </a:lnTo>
                  <a:close/>
                  <a:moveTo>
                    <a:pt x="554577" y="411583"/>
                  </a:moveTo>
                  <a:lnTo>
                    <a:pt x="546611" y="411935"/>
                  </a:lnTo>
                  <a:lnTo>
                    <a:pt x="518607" y="414167"/>
                  </a:lnTo>
                  <a:close/>
                  <a:moveTo>
                    <a:pt x="518607" y="414167"/>
                  </a:moveTo>
                  <a:lnTo>
                    <a:pt x="494235" y="389234"/>
                  </a:lnTo>
                  <a:lnTo>
                    <a:pt x="554577" y="411583"/>
                  </a:lnTo>
                  <a:close/>
                  <a:moveTo>
                    <a:pt x="632598" y="482504"/>
                  </a:moveTo>
                  <a:lnTo>
                    <a:pt x="647912" y="479803"/>
                  </a:lnTo>
                  <a:lnTo>
                    <a:pt x="656323" y="468262"/>
                  </a:lnTo>
                  <a:close/>
                  <a:moveTo>
                    <a:pt x="671532" y="468262"/>
                  </a:moveTo>
                  <a:lnTo>
                    <a:pt x="647912" y="479803"/>
                  </a:lnTo>
                  <a:lnTo>
                    <a:pt x="641518" y="487486"/>
                  </a:lnTo>
                  <a:close/>
                  <a:moveTo>
                    <a:pt x="647912" y="479803"/>
                  </a:moveTo>
                  <a:lnTo>
                    <a:pt x="671532" y="468262"/>
                  </a:lnTo>
                  <a:lnTo>
                    <a:pt x="660806" y="463394"/>
                  </a:lnTo>
                  <a:close/>
                  <a:moveTo>
                    <a:pt x="656323" y="468262"/>
                  </a:moveTo>
                  <a:lnTo>
                    <a:pt x="647912" y="479803"/>
                  </a:lnTo>
                  <a:lnTo>
                    <a:pt x="660806" y="463394"/>
                  </a:lnTo>
                  <a:close/>
                  <a:moveTo>
                    <a:pt x="671532" y="468262"/>
                  </a:moveTo>
                  <a:lnTo>
                    <a:pt x="714877" y="497197"/>
                  </a:lnTo>
                  <a:lnTo>
                    <a:pt x="701292" y="463494"/>
                  </a:lnTo>
                  <a:close/>
                  <a:moveTo>
                    <a:pt x="701292" y="463494"/>
                  </a:moveTo>
                  <a:lnTo>
                    <a:pt x="708481" y="505017"/>
                  </a:lnTo>
                  <a:lnTo>
                    <a:pt x="709768" y="468262"/>
                  </a:lnTo>
                  <a:close/>
                  <a:moveTo>
                    <a:pt x="701292" y="463494"/>
                  </a:moveTo>
                  <a:lnTo>
                    <a:pt x="709768" y="468262"/>
                  </a:lnTo>
                  <a:lnTo>
                    <a:pt x="731894" y="420957"/>
                  </a:lnTo>
                  <a:close/>
                  <a:moveTo>
                    <a:pt x="697122" y="422137"/>
                  </a:moveTo>
                  <a:lnTo>
                    <a:pt x="701292" y="463494"/>
                  </a:lnTo>
                  <a:lnTo>
                    <a:pt x="731894" y="420957"/>
                  </a:lnTo>
                  <a:close/>
                  <a:moveTo>
                    <a:pt x="558546" y="274544"/>
                  </a:moveTo>
                  <a:lnTo>
                    <a:pt x="579311" y="304059"/>
                  </a:lnTo>
                  <a:lnTo>
                    <a:pt x="602002" y="311051"/>
                  </a:lnTo>
                  <a:close/>
                  <a:moveTo>
                    <a:pt x="558546" y="274544"/>
                  </a:moveTo>
                  <a:lnTo>
                    <a:pt x="556652" y="231337"/>
                  </a:lnTo>
                  <a:lnTo>
                    <a:pt x="554023" y="267304"/>
                  </a:lnTo>
                  <a:close/>
                  <a:moveTo>
                    <a:pt x="739627" y="369923"/>
                  </a:moveTo>
                  <a:lnTo>
                    <a:pt x="702285" y="377569"/>
                  </a:lnTo>
                  <a:lnTo>
                    <a:pt x="693209" y="363758"/>
                  </a:lnTo>
                  <a:close/>
                  <a:moveTo>
                    <a:pt x="719600" y="241647"/>
                  </a:moveTo>
                  <a:lnTo>
                    <a:pt x="721127" y="232937"/>
                  </a:lnTo>
                  <a:lnTo>
                    <a:pt x="707397" y="224389"/>
                  </a:lnTo>
                  <a:close/>
                  <a:moveTo>
                    <a:pt x="856720" y="144632"/>
                  </a:moveTo>
                  <a:lnTo>
                    <a:pt x="842439" y="163143"/>
                  </a:lnTo>
                  <a:lnTo>
                    <a:pt x="864394" y="149023"/>
                  </a:lnTo>
                  <a:close/>
                  <a:moveTo>
                    <a:pt x="836285" y="161815"/>
                  </a:moveTo>
                  <a:lnTo>
                    <a:pt x="856720" y="144632"/>
                  </a:lnTo>
                  <a:lnTo>
                    <a:pt x="807199" y="155961"/>
                  </a:lnTo>
                  <a:close/>
                  <a:moveTo>
                    <a:pt x="864394" y="149023"/>
                  </a:moveTo>
                  <a:lnTo>
                    <a:pt x="842439" y="163143"/>
                  </a:lnTo>
                  <a:lnTo>
                    <a:pt x="899643" y="156234"/>
                  </a:lnTo>
                  <a:close/>
                  <a:moveTo>
                    <a:pt x="899643" y="156234"/>
                  </a:moveTo>
                  <a:lnTo>
                    <a:pt x="921068" y="140128"/>
                  </a:lnTo>
                  <a:lnTo>
                    <a:pt x="864394" y="149023"/>
                  </a:lnTo>
                  <a:close/>
                  <a:moveTo>
                    <a:pt x="899643" y="156234"/>
                  </a:moveTo>
                  <a:lnTo>
                    <a:pt x="936183" y="168276"/>
                  </a:lnTo>
                  <a:lnTo>
                    <a:pt x="958003" y="153648"/>
                  </a:lnTo>
                  <a:close/>
                  <a:moveTo>
                    <a:pt x="921068" y="140128"/>
                  </a:moveTo>
                  <a:lnTo>
                    <a:pt x="899643" y="156234"/>
                  </a:lnTo>
                  <a:lnTo>
                    <a:pt x="958003" y="153648"/>
                  </a:lnTo>
                  <a:close/>
                  <a:moveTo>
                    <a:pt x="1004201" y="111281"/>
                  </a:moveTo>
                  <a:lnTo>
                    <a:pt x="958003" y="153648"/>
                  </a:lnTo>
                  <a:lnTo>
                    <a:pt x="991698" y="155050"/>
                  </a:lnTo>
                  <a:close/>
                  <a:moveTo>
                    <a:pt x="1004201" y="111281"/>
                  </a:moveTo>
                  <a:lnTo>
                    <a:pt x="1023418" y="122747"/>
                  </a:lnTo>
                  <a:lnTo>
                    <a:pt x="1003368" y="102475"/>
                  </a:lnTo>
                  <a:close/>
                  <a:moveTo>
                    <a:pt x="893072" y="17183"/>
                  </a:moveTo>
                  <a:lnTo>
                    <a:pt x="910968" y="0"/>
                  </a:lnTo>
                  <a:lnTo>
                    <a:pt x="887780" y="15674"/>
                  </a:lnTo>
                  <a:close/>
                  <a:moveTo>
                    <a:pt x="1030063" y="72597"/>
                  </a:moveTo>
                  <a:lnTo>
                    <a:pt x="1003368" y="102475"/>
                  </a:lnTo>
                  <a:lnTo>
                    <a:pt x="1029579" y="75897"/>
                  </a:lnTo>
                  <a:close/>
                </a:path>
              </a:pathLst>
            </a:custGeom>
            <a:solidFill>
              <a:srgbClr val="BCC7CF"/>
            </a:solidFill>
            <a:ln w="1524">
              <a:solidFill>
                <a:srgbClr val="BCC7CF"/>
              </a:solidFill>
            </a:ln>
          </p:spPr>
        </p:sp>
        <p:sp>
          <p:nvSpPr>
            <p:cNvPr id="183" name="Input_density__182">
              <a:extLst>
                <a:ext uri="{FF2B5EF4-FFF2-40B4-BE49-F238E27FC236}">
                  <a16:creationId xmlns:a16="http://schemas.microsoft.com/office/drawing/2014/main" id="{68F0C776-942B-C803-4AC2-5826644E204A}"/>
                </a:ext>
              </a:extLst>
            </p:cNvPr>
            <p:cNvSpPr>
              <a:spLocks noGrp="1"/>
            </p:cNvSpPr>
            <p:nvPr/>
          </p:nvSpPr>
          <p:spPr>
            <a:xfrm>
              <a:off x="551961" y="1702777"/>
              <a:ext cx="1064093" cy="678399"/>
            </a:xfrm>
            <a:custGeom>
              <a:avLst/>
              <a:gdLst/>
              <a:ahLst/>
              <a:cxnLst/>
              <a:rect l="0" t="0" r="0" b="0"/>
              <a:pathLst>
                <a:path w="1064093" h="678399">
                  <a:moveTo>
                    <a:pt x="191447" y="667941"/>
                  </a:moveTo>
                  <a:lnTo>
                    <a:pt x="231967" y="652023"/>
                  </a:lnTo>
                  <a:lnTo>
                    <a:pt x="175649" y="655161"/>
                  </a:lnTo>
                  <a:close/>
                  <a:moveTo>
                    <a:pt x="175649" y="655161"/>
                  </a:moveTo>
                  <a:lnTo>
                    <a:pt x="231967" y="652023"/>
                  </a:lnTo>
                  <a:lnTo>
                    <a:pt x="233367" y="650174"/>
                  </a:lnTo>
                  <a:close/>
                  <a:moveTo>
                    <a:pt x="124004" y="586643"/>
                  </a:moveTo>
                  <a:lnTo>
                    <a:pt x="132402" y="544550"/>
                  </a:lnTo>
                  <a:lnTo>
                    <a:pt x="87630" y="557676"/>
                  </a:lnTo>
                  <a:close/>
                  <a:moveTo>
                    <a:pt x="87630" y="557676"/>
                  </a:moveTo>
                  <a:lnTo>
                    <a:pt x="132402" y="544550"/>
                  </a:lnTo>
                  <a:lnTo>
                    <a:pt x="110216" y="535092"/>
                  </a:lnTo>
                  <a:close/>
                  <a:moveTo>
                    <a:pt x="0" y="447411"/>
                  </a:moveTo>
                  <a:lnTo>
                    <a:pt x="29075" y="480874"/>
                  </a:lnTo>
                  <a:lnTo>
                    <a:pt x="36581" y="466983"/>
                  </a:lnTo>
                  <a:close/>
                  <a:moveTo>
                    <a:pt x="247770" y="607816"/>
                  </a:moveTo>
                  <a:lnTo>
                    <a:pt x="233367" y="650174"/>
                  </a:lnTo>
                  <a:lnTo>
                    <a:pt x="281580" y="609648"/>
                  </a:lnTo>
                  <a:close/>
                  <a:moveTo>
                    <a:pt x="281580" y="609648"/>
                  </a:moveTo>
                  <a:lnTo>
                    <a:pt x="264102" y="640511"/>
                  </a:lnTo>
                  <a:lnTo>
                    <a:pt x="318196" y="621974"/>
                  </a:lnTo>
                  <a:close/>
                  <a:moveTo>
                    <a:pt x="214638" y="531870"/>
                  </a:moveTo>
                  <a:lnTo>
                    <a:pt x="187592" y="577248"/>
                  </a:lnTo>
                  <a:lnTo>
                    <a:pt x="188616" y="570684"/>
                  </a:lnTo>
                  <a:close/>
                  <a:moveTo>
                    <a:pt x="330325" y="581489"/>
                  </a:moveTo>
                  <a:lnTo>
                    <a:pt x="318196" y="621974"/>
                  </a:lnTo>
                  <a:lnTo>
                    <a:pt x="361960" y="579636"/>
                  </a:lnTo>
                  <a:close/>
                  <a:moveTo>
                    <a:pt x="291413" y="586035"/>
                  </a:moveTo>
                  <a:lnTo>
                    <a:pt x="247770" y="607816"/>
                  </a:lnTo>
                  <a:lnTo>
                    <a:pt x="281580" y="609648"/>
                  </a:lnTo>
                  <a:close/>
                  <a:moveTo>
                    <a:pt x="291413" y="586035"/>
                  </a:moveTo>
                  <a:lnTo>
                    <a:pt x="253874" y="589466"/>
                  </a:lnTo>
                  <a:lnTo>
                    <a:pt x="247770" y="607816"/>
                  </a:lnTo>
                  <a:close/>
                  <a:moveTo>
                    <a:pt x="296503" y="569238"/>
                  </a:moveTo>
                  <a:lnTo>
                    <a:pt x="260662" y="542881"/>
                  </a:lnTo>
                  <a:lnTo>
                    <a:pt x="291413" y="586035"/>
                  </a:lnTo>
                  <a:close/>
                  <a:moveTo>
                    <a:pt x="330325" y="581489"/>
                  </a:moveTo>
                  <a:lnTo>
                    <a:pt x="281580" y="609648"/>
                  </a:lnTo>
                  <a:lnTo>
                    <a:pt x="318196" y="621974"/>
                  </a:lnTo>
                  <a:close/>
                  <a:moveTo>
                    <a:pt x="330325" y="581489"/>
                  </a:moveTo>
                  <a:lnTo>
                    <a:pt x="291413" y="586035"/>
                  </a:lnTo>
                  <a:lnTo>
                    <a:pt x="281580" y="609648"/>
                  </a:lnTo>
                  <a:close/>
                  <a:moveTo>
                    <a:pt x="291413" y="586035"/>
                  </a:moveTo>
                  <a:lnTo>
                    <a:pt x="330325" y="581489"/>
                  </a:lnTo>
                  <a:lnTo>
                    <a:pt x="296503" y="569238"/>
                  </a:lnTo>
                  <a:close/>
                  <a:moveTo>
                    <a:pt x="330325" y="581489"/>
                  </a:moveTo>
                  <a:lnTo>
                    <a:pt x="331769" y="576514"/>
                  </a:lnTo>
                  <a:lnTo>
                    <a:pt x="296503" y="569238"/>
                  </a:lnTo>
                  <a:close/>
                  <a:moveTo>
                    <a:pt x="330325" y="581489"/>
                  </a:moveTo>
                  <a:lnTo>
                    <a:pt x="361960" y="579636"/>
                  </a:lnTo>
                  <a:lnTo>
                    <a:pt x="331769" y="576514"/>
                  </a:lnTo>
                  <a:close/>
                  <a:moveTo>
                    <a:pt x="343831" y="525761"/>
                  </a:moveTo>
                  <a:lnTo>
                    <a:pt x="331769" y="576514"/>
                  </a:lnTo>
                  <a:lnTo>
                    <a:pt x="366545" y="579131"/>
                  </a:lnTo>
                  <a:close/>
                  <a:moveTo>
                    <a:pt x="372125" y="529848"/>
                  </a:moveTo>
                  <a:lnTo>
                    <a:pt x="343831" y="525761"/>
                  </a:lnTo>
                  <a:lnTo>
                    <a:pt x="366545" y="579131"/>
                  </a:lnTo>
                  <a:close/>
                  <a:moveTo>
                    <a:pt x="343831" y="525761"/>
                  </a:moveTo>
                  <a:lnTo>
                    <a:pt x="296503" y="569238"/>
                  </a:lnTo>
                  <a:lnTo>
                    <a:pt x="331769" y="576514"/>
                  </a:lnTo>
                  <a:close/>
                  <a:moveTo>
                    <a:pt x="343831" y="525761"/>
                  </a:moveTo>
                  <a:lnTo>
                    <a:pt x="372125" y="529848"/>
                  </a:lnTo>
                  <a:lnTo>
                    <a:pt x="343791" y="525255"/>
                  </a:lnTo>
                  <a:close/>
                  <a:moveTo>
                    <a:pt x="208113" y="341923"/>
                  </a:moveTo>
                  <a:lnTo>
                    <a:pt x="216283" y="351544"/>
                  </a:lnTo>
                  <a:lnTo>
                    <a:pt x="235483" y="369462"/>
                  </a:lnTo>
                  <a:close/>
                  <a:moveTo>
                    <a:pt x="311577" y="488943"/>
                  </a:moveTo>
                  <a:lnTo>
                    <a:pt x="345922" y="479315"/>
                  </a:lnTo>
                  <a:lnTo>
                    <a:pt x="346424" y="438888"/>
                  </a:lnTo>
                  <a:close/>
                  <a:moveTo>
                    <a:pt x="296243" y="472056"/>
                  </a:moveTo>
                  <a:lnTo>
                    <a:pt x="311577" y="488943"/>
                  </a:lnTo>
                  <a:lnTo>
                    <a:pt x="346424" y="438888"/>
                  </a:lnTo>
                  <a:close/>
                  <a:moveTo>
                    <a:pt x="377276" y="480912"/>
                  </a:moveTo>
                  <a:lnTo>
                    <a:pt x="343791" y="525255"/>
                  </a:lnTo>
                  <a:lnTo>
                    <a:pt x="374382" y="515051"/>
                  </a:lnTo>
                  <a:close/>
                  <a:moveTo>
                    <a:pt x="377276" y="480912"/>
                  </a:moveTo>
                  <a:lnTo>
                    <a:pt x="345922" y="479315"/>
                  </a:lnTo>
                  <a:lnTo>
                    <a:pt x="343791" y="525255"/>
                  </a:lnTo>
                  <a:close/>
                  <a:moveTo>
                    <a:pt x="377276" y="480912"/>
                  </a:moveTo>
                  <a:lnTo>
                    <a:pt x="358672" y="456314"/>
                  </a:lnTo>
                  <a:lnTo>
                    <a:pt x="345922" y="479315"/>
                  </a:lnTo>
                  <a:close/>
                  <a:moveTo>
                    <a:pt x="235483" y="369462"/>
                  </a:moveTo>
                  <a:lnTo>
                    <a:pt x="245215" y="378678"/>
                  </a:lnTo>
                  <a:lnTo>
                    <a:pt x="255487" y="364419"/>
                  </a:lnTo>
                  <a:close/>
                  <a:moveTo>
                    <a:pt x="557184" y="655534"/>
                  </a:moveTo>
                  <a:lnTo>
                    <a:pt x="560056" y="664405"/>
                  </a:lnTo>
                  <a:lnTo>
                    <a:pt x="577082" y="678399"/>
                  </a:lnTo>
                  <a:close/>
                  <a:moveTo>
                    <a:pt x="572885" y="638351"/>
                  </a:moveTo>
                  <a:lnTo>
                    <a:pt x="577082" y="678399"/>
                  </a:lnTo>
                  <a:lnTo>
                    <a:pt x="600437" y="669514"/>
                  </a:lnTo>
                  <a:close/>
                  <a:moveTo>
                    <a:pt x="295620" y="314132"/>
                  </a:moveTo>
                  <a:lnTo>
                    <a:pt x="307760" y="349010"/>
                  </a:lnTo>
                  <a:lnTo>
                    <a:pt x="324983" y="317349"/>
                  </a:lnTo>
                  <a:close/>
                  <a:moveTo>
                    <a:pt x="523310" y="488201"/>
                  </a:moveTo>
                  <a:lnTo>
                    <a:pt x="529749" y="491331"/>
                  </a:lnTo>
                  <a:lnTo>
                    <a:pt x="583652" y="510550"/>
                  </a:lnTo>
                  <a:close/>
                  <a:moveTo>
                    <a:pt x="583652" y="510550"/>
                  </a:moveTo>
                  <a:lnTo>
                    <a:pt x="591885" y="459540"/>
                  </a:lnTo>
                  <a:lnTo>
                    <a:pt x="575686" y="510903"/>
                  </a:lnTo>
                  <a:close/>
                  <a:moveTo>
                    <a:pt x="575686" y="510903"/>
                  </a:moveTo>
                  <a:lnTo>
                    <a:pt x="591885" y="459540"/>
                  </a:lnTo>
                  <a:lnTo>
                    <a:pt x="586796" y="456964"/>
                  </a:lnTo>
                  <a:close/>
                  <a:moveTo>
                    <a:pt x="591885" y="459540"/>
                  </a:moveTo>
                  <a:lnTo>
                    <a:pt x="583652" y="510550"/>
                  </a:lnTo>
                  <a:lnTo>
                    <a:pt x="600325" y="456964"/>
                  </a:lnTo>
                  <a:close/>
                  <a:moveTo>
                    <a:pt x="591885" y="459540"/>
                  </a:moveTo>
                  <a:lnTo>
                    <a:pt x="600325" y="456964"/>
                  </a:lnTo>
                  <a:lnTo>
                    <a:pt x="593771" y="452176"/>
                  </a:lnTo>
                  <a:close/>
                  <a:moveTo>
                    <a:pt x="586796" y="456964"/>
                  </a:moveTo>
                  <a:lnTo>
                    <a:pt x="591885" y="459540"/>
                  </a:lnTo>
                  <a:lnTo>
                    <a:pt x="593771" y="452176"/>
                  </a:lnTo>
                  <a:close/>
                  <a:moveTo>
                    <a:pt x="730367" y="562462"/>
                  </a:moveTo>
                  <a:lnTo>
                    <a:pt x="689881" y="562362"/>
                  </a:lnTo>
                  <a:lnTo>
                    <a:pt x="700607" y="567229"/>
                  </a:lnTo>
                  <a:close/>
                  <a:moveTo>
                    <a:pt x="691596" y="522147"/>
                  </a:moveTo>
                  <a:lnTo>
                    <a:pt x="689881" y="562362"/>
                  </a:lnTo>
                  <a:lnTo>
                    <a:pt x="730367" y="562462"/>
                  </a:lnTo>
                  <a:close/>
                  <a:moveTo>
                    <a:pt x="726198" y="521104"/>
                  </a:moveTo>
                  <a:lnTo>
                    <a:pt x="691596" y="522147"/>
                  </a:lnTo>
                  <a:lnTo>
                    <a:pt x="730367" y="562462"/>
                  </a:lnTo>
                  <a:close/>
                  <a:moveTo>
                    <a:pt x="726198" y="521104"/>
                  </a:moveTo>
                  <a:lnTo>
                    <a:pt x="728759" y="486935"/>
                  </a:lnTo>
                  <a:lnTo>
                    <a:pt x="691596" y="522147"/>
                  </a:lnTo>
                  <a:close/>
                  <a:moveTo>
                    <a:pt x="600325" y="456964"/>
                  </a:moveTo>
                  <a:lnTo>
                    <a:pt x="618903" y="493719"/>
                  </a:lnTo>
                  <a:lnTo>
                    <a:pt x="647040" y="486534"/>
                  </a:lnTo>
                  <a:close/>
                  <a:moveTo>
                    <a:pt x="631077" y="410018"/>
                  </a:moveTo>
                  <a:lnTo>
                    <a:pt x="608386" y="403026"/>
                  </a:lnTo>
                  <a:lnTo>
                    <a:pt x="593771" y="452176"/>
                  </a:lnTo>
                  <a:close/>
                  <a:moveTo>
                    <a:pt x="627718" y="368002"/>
                  </a:moveTo>
                  <a:lnTo>
                    <a:pt x="585727" y="330304"/>
                  </a:lnTo>
                  <a:lnTo>
                    <a:pt x="587621" y="373512"/>
                  </a:lnTo>
                  <a:close/>
                  <a:moveTo>
                    <a:pt x="585727" y="330304"/>
                  </a:moveTo>
                  <a:lnTo>
                    <a:pt x="580300" y="329516"/>
                  </a:lnTo>
                  <a:lnTo>
                    <a:pt x="583098" y="366271"/>
                  </a:lnTo>
                  <a:close/>
                  <a:moveTo>
                    <a:pt x="717048" y="501455"/>
                  </a:moveTo>
                  <a:lnTo>
                    <a:pt x="728759" y="486935"/>
                  </a:lnTo>
                  <a:lnTo>
                    <a:pt x="741140" y="508957"/>
                  </a:lnTo>
                  <a:close/>
                  <a:moveTo>
                    <a:pt x="728759" y="486935"/>
                  </a:moveTo>
                  <a:lnTo>
                    <a:pt x="731360" y="476536"/>
                  </a:lnTo>
                  <a:lnTo>
                    <a:pt x="741140" y="508957"/>
                  </a:lnTo>
                  <a:close/>
                  <a:moveTo>
                    <a:pt x="737510" y="422597"/>
                  </a:moveTo>
                  <a:lnTo>
                    <a:pt x="729036" y="439781"/>
                  </a:lnTo>
                  <a:lnTo>
                    <a:pt x="768702" y="468890"/>
                  </a:lnTo>
                  <a:close/>
                  <a:moveTo>
                    <a:pt x="722284" y="462726"/>
                  </a:moveTo>
                  <a:lnTo>
                    <a:pt x="737470" y="423293"/>
                  </a:lnTo>
                  <a:lnTo>
                    <a:pt x="768702" y="468890"/>
                  </a:lnTo>
                  <a:close/>
                  <a:moveTo>
                    <a:pt x="673380" y="357968"/>
                  </a:moveTo>
                  <a:lnTo>
                    <a:pt x="711260" y="354260"/>
                  </a:lnTo>
                  <a:lnTo>
                    <a:pt x="679309" y="330416"/>
                  </a:lnTo>
                  <a:close/>
                  <a:moveTo>
                    <a:pt x="711260" y="354260"/>
                  </a:moveTo>
                  <a:lnTo>
                    <a:pt x="715120" y="339730"/>
                  </a:lnTo>
                  <a:lnTo>
                    <a:pt x="679309" y="330416"/>
                  </a:lnTo>
                  <a:close/>
                  <a:moveTo>
                    <a:pt x="642049" y="315685"/>
                  </a:moveTo>
                  <a:lnTo>
                    <a:pt x="694671" y="295149"/>
                  </a:lnTo>
                  <a:lnTo>
                    <a:pt x="642913" y="310901"/>
                  </a:lnTo>
                  <a:close/>
                  <a:moveTo>
                    <a:pt x="695846" y="296036"/>
                  </a:moveTo>
                  <a:lnTo>
                    <a:pt x="694671" y="295149"/>
                  </a:lnTo>
                  <a:lnTo>
                    <a:pt x="642049" y="315685"/>
                  </a:lnTo>
                  <a:close/>
                  <a:moveTo>
                    <a:pt x="679309" y="330416"/>
                  </a:moveTo>
                  <a:lnTo>
                    <a:pt x="695846" y="296036"/>
                  </a:lnTo>
                  <a:lnTo>
                    <a:pt x="642049" y="315685"/>
                  </a:lnTo>
                  <a:close/>
                  <a:moveTo>
                    <a:pt x="679309" y="330416"/>
                  </a:moveTo>
                  <a:lnTo>
                    <a:pt x="715120" y="339730"/>
                  </a:lnTo>
                  <a:lnTo>
                    <a:pt x="736472" y="323357"/>
                  </a:lnTo>
                  <a:close/>
                  <a:moveTo>
                    <a:pt x="695846" y="296036"/>
                  </a:moveTo>
                  <a:lnTo>
                    <a:pt x="679309" y="330416"/>
                  </a:lnTo>
                  <a:lnTo>
                    <a:pt x="736472" y="323357"/>
                  </a:lnTo>
                  <a:close/>
                  <a:moveTo>
                    <a:pt x="736472" y="323357"/>
                  </a:moveTo>
                  <a:lnTo>
                    <a:pt x="750202" y="331904"/>
                  </a:lnTo>
                  <a:lnTo>
                    <a:pt x="743993" y="327649"/>
                  </a:lnTo>
                  <a:close/>
                  <a:moveTo>
                    <a:pt x="824273" y="260782"/>
                  </a:moveTo>
                  <a:lnTo>
                    <a:pt x="833445" y="264355"/>
                  </a:lnTo>
                  <a:lnTo>
                    <a:pt x="836274" y="254929"/>
                  </a:lnTo>
                  <a:close/>
                  <a:moveTo>
                    <a:pt x="885795" y="243599"/>
                  </a:moveTo>
                  <a:lnTo>
                    <a:pt x="852901" y="220885"/>
                  </a:lnTo>
                  <a:lnTo>
                    <a:pt x="836274" y="254929"/>
                  </a:lnTo>
                  <a:close/>
                  <a:moveTo>
                    <a:pt x="1033277" y="210248"/>
                  </a:moveTo>
                  <a:lnTo>
                    <a:pt x="1000682" y="209659"/>
                  </a:lnTo>
                  <a:lnTo>
                    <a:pt x="987078" y="252615"/>
                  </a:lnTo>
                  <a:close/>
                  <a:moveTo>
                    <a:pt x="1033277" y="210248"/>
                  </a:moveTo>
                  <a:lnTo>
                    <a:pt x="1032443" y="201442"/>
                  </a:lnTo>
                  <a:lnTo>
                    <a:pt x="1000694" y="207316"/>
                  </a:lnTo>
                  <a:close/>
                  <a:moveTo>
                    <a:pt x="894387" y="107657"/>
                  </a:moveTo>
                  <a:lnTo>
                    <a:pt x="918090" y="119255"/>
                  </a:lnTo>
                  <a:lnTo>
                    <a:pt x="911523" y="116151"/>
                  </a:lnTo>
                  <a:close/>
                  <a:moveTo>
                    <a:pt x="922148" y="116151"/>
                  </a:moveTo>
                  <a:lnTo>
                    <a:pt x="981354" y="135007"/>
                  </a:lnTo>
                  <a:lnTo>
                    <a:pt x="940043" y="98967"/>
                  </a:lnTo>
                  <a:close/>
                  <a:moveTo>
                    <a:pt x="922148" y="116151"/>
                  </a:moveTo>
                  <a:lnTo>
                    <a:pt x="918090" y="119255"/>
                  </a:lnTo>
                  <a:lnTo>
                    <a:pt x="940955" y="141634"/>
                  </a:lnTo>
                  <a:close/>
                  <a:moveTo>
                    <a:pt x="899867" y="79490"/>
                  </a:moveTo>
                  <a:lnTo>
                    <a:pt x="911523" y="116151"/>
                  </a:lnTo>
                  <a:lnTo>
                    <a:pt x="916856" y="114641"/>
                  </a:lnTo>
                  <a:close/>
                  <a:moveTo>
                    <a:pt x="940043" y="98967"/>
                  </a:moveTo>
                  <a:lnTo>
                    <a:pt x="937855" y="96947"/>
                  </a:lnTo>
                  <a:lnTo>
                    <a:pt x="916856" y="114641"/>
                  </a:lnTo>
                  <a:close/>
                  <a:moveTo>
                    <a:pt x="1030285" y="167933"/>
                  </a:moveTo>
                  <a:lnTo>
                    <a:pt x="1000694" y="207316"/>
                  </a:lnTo>
                  <a:lnTo>
                    <a:pt x="1032443" y="201442"/>
                  </a:lnTo>
                  <a:close/>
                  <a:moveTo>
                    <a:pt x="1059138" y="171565"/>
                  </a:moveTo>
                  <a:lnTo>
                    <a:pt x="1030285" y="167933"/>
                  </a:lnTo>
                  <a:lnTo>
                    <a:pt x="1032443" y="201442"/>
                  </a:lnTo>
                  <a:close/>
                  <a:moveTo>
                    <a:pt x="1030285" y="167933"/>
                  </a:moveTo>
                  <a:lnTo>
                    <a:pt x="1059138" y="171565"/>
                  </a:lnTo>
                  <a:lnTo>
                    <a:pt x="1064093" y="122790"/>
                  </a:lnTo>
                  <a:close/>
                  <a:moveTo>
                    <a:pt x="1030285" y="167933"/>
                  </a:moveTo>
                  <a:lnTo>
                    <a:pt x="1064093" y="122790"/>
                  </a:lnTo>
                  <a:lnTo>
                    <a:pt x="1031330" y="122337"/>
                  </a:lnTo>
                  <a:close/>
                  <a:moveTo>
                    <a:pt x="1064093" y="122790"/>
                  </a:moveTo>
                  <a:lnTo>
                    <a:pt x="1059796" y="82928"/>
                  </a:lnTo>
                  <a:lnTo>
                    <a:pt x="1032303" y="104710"/>
                  </a:lnTo>
                  <a:close/>
                  <a:moveTo>
                    <a:pt x="990968" y="38568"/>
                  </a:moveTo>
                  <a:lnTo>
                    <a:pt x="1019628" y="42356"/>
                  </a:lnTo>
                  <a:lnTo>
                    <a:pt x="1016687" y="0"/>
                  </a:lnTo>
                  <a:close/>
                </a:path>
              </a:pathLst>
            </a:custGeom>
            <a:solidFill>
              <a:srgbClr val="C2CCD3"/>
            </a:solidFill>
            <a:ln w="1524">
              <a:solidFill>
                <a:srgbClr val="C2CCD3"/>
              </a:solidFill>
            </a:ln>
          </p:spPr>
        </p:sp>
        <p:sp>
          <p:nvSpPr>
            <p:cNvPr id="184" name="Input_density__183">
              <a:extLst>
                <a:ext uri="{FF2B5EF4-FFF2-40B4-BE49-F238E27FC236}">
                  <a16:creationId xmlns:a16="http://schemas.microsoft.com/office/drawing/2014/main" id="{6A75E5F3-FAE2-080D-CB9F-A75AB4726B18}"/>
                </a:ext>
              </a:extLst>
            </p:cNvPr>
            <p:cNvSpPr>
              <a:spLocks noGrp="1"/>
            </p:cNvSpPr>
            <p:nvPr/>
          </p:nvSpPr>
          <p:spPr>
            <a:xfrm>
              <a:off x="536937" y="1659259"/>
              <a:ext cx="1079117" cy="721916"/>
            </a:xfrm>
            <a:custGeom>
              <a:avLst/>
              <a:gdLst/>
              <a:ahLst/>
              <a:cxnLst/>
              <a:rect l="0" t="0" r="0" b="0"/>
              <a:pathLst>
                <a:path w="1079117" h="721916">
                  <a:moveTo>
                    <a:pt x="190674" y="698679"/>
                  </a:moveTo>
                  <a:lnTo>
                    <a:pt x="248391" y="693691"/>
                  </a:lnTo>
                  <a:lnTo>
                    <a:pt x="205515" y="657962"/>
                  </a:lnTo>
                  <a:close/>
                  <a:moveTo>
                    <a:pt x="147426" y="588067"/>
                  </a:moveTo>
                  <a:lnTo>
                    <a:pt x="139028" y="630161"/>
                  </a:lnTo>
                  <a:lnTo>
                    <a:pt x="188715" y="626336"/>
                  </a:lnTo>
                  <a:close/>
                  <a:moveTo>
                    <a:pt x="29208" y="473746"/>
                  </a:moveTo>
                  <a:lnTo>
                    <a:pt x="15024" y="490929"/>
                  </a:lnTo>
                  <a:lnTo>
                    <a:pt x="51605" y="510501"/>
                  </a:lnTo>
                  <a:close/>
                  <a:moveTo>
                    <a:pt x="29208" y="473746"/>
                  </a:moveTo>
                  <a:lnTo>
                    <a:pt x="0" y="454174"/>
                  </a:lnTo>
                  <a:lnTo>
                    <a:pt x="15024" y="490929"/>
                  </a:lnTo>
                  <a:close/>
                  <a:moveTo>
                    <a:pt x="262794" y="651334"/>
                  </a:moveTo>
                  <a:lnTo>
                    <a:pt x="238370" y="640337"/>
                  </a:lnTo>
                  <a:lnTo>
                    <a:pt x="205515" y="657962"/>
                  </a:lnTo>
                  <a:close/>
                  <a:moveTo>
                    <a:pt x="248391" y="693691"/>
                  </a:moveTo>
                  <a:lnTo>
                    <a:pt x="262794" y="651334"/>
                  </a:lnTo>
                  <a:lnTo>
                    <a:pt x="205515" y="657962"/>
                  </a:lnTo>
                  <a:close/>
                  <a:moveTo>
                    <a:pt x="147226" y="468396"/>
                  </a:moveTo>
                  <a:lnTo>
                    <a:pt x="136269" y="462897"/>
                  </a:lnTo>
                  <a:lnTo>
                    <a:pt x="113699" y="456562"/>
                  </a:lnTo>
                  <a:close/>
                  <a:moveTo>
                    <a:pt x="208129" y="476311"/>
                  </a:moveTo>
                  <a:lnTo>
                    <a:pt x="168991" y="456562"/>
                  </a:lnTo>
                  <a:lnTo>
                    <a:pt x="171545" y="463112"/>
                  </a:lnTo>
                  <a:close/>
                  <a:moveTo>
                    <a:pt x="171545" y="463112"/>
                  </a:moveTo>
                  <a:lnTo>
                    <a:pt x="168991" y="456562"/>
                  </a:lnTo>
                  <a:lnTo>
                    <a:pt x="147226" y="468396"/>
                  </a:lnTo>
                  <a:close/>
                  <a:moveTo>
                    <a:pt x="208129" y="476311"/>
                  </a:moveTo>
                  <a:lnTo>
                    <a:pt x="171545" y="463112"/>
                  </a:lnTo>
                  <a:lnTo>
                    <a:pt x="207063" y="476134"/>
                  </a:lnTo>
                  <a:close/>
                  <a:moveTo>
                    <a:pt x="381569" y="622649"/>
                  </a:moveTo>
                  <a:lnTo>
                    <a:pt x="346793" y="620031"/>
                  </a:lnTo>
                  <a:lnTo>
                    <a:pt x="376984" y="623154"/>
                  </a:lnTo>
                  <a:close/>
                  <a:moveTo>
                    <a:pt x="358816" y="568773"/>
                  </a:moveTo>
                  <a:lnTo>
                    <a:pt x="326601" y="532461"/>
                  </a:lnTo>
                  <a:lnTo>
                    <a:pt x="358856" y="569279"/>
                  </a:lnTo>
                  <a:close/>
                  <a:moveTo>
                    <a:pt x="311267" y="515574"/>
                  </a:moveTo>
                  <a:lnTo>
                    <a:pt x="284119" y="495706"/>
                  </a:lnTo>
                  <a:lnTo>
                    <a:pt x="311884" y="535631"/>
                  </a:lnTo>
                  <a:close/>
                  <a:moveTo>
                    <a:pt x="250508" y="412980"/>
                  </a:moveTo>
                  <a:lnTo>
                    <a:pt x="231307" y="395062"/>
                  </a:lnTo>
                  <a:lnTo>
                    <a:pt x="260239" y="422196"/>
                  </a:lnTo>
                  <a:close/>
                  <a:moveTo>
                    <a:pt x="360946" y="522833"/>
                  </a:moveTo>
                  <a:lnTo>
                    <a:pt x="326601" y="532461"/>
                  </a:lnTo>
                  <a:lnTo>
                    <a:pt x="358816" y="568773"/>
                  </a:lnTo>
                  <a:close/>
                  <a:moveTo>
                    <a:pt x="260239" y="422196"/>
                  </a:moveTo>
                  <a:lnTo>
                    <a:pt x="259323" y="445942"/>
                  </a:lnTo>
                  <a:lnTo>
                    <a:pt x="270511" y="407937"/>
                  </a:lnTo>
                  <a:close/>
                  <a:moveTo>
                    <a:pt x="587909" y="681869"/>
                  </a:moveTo>
                  <a:lnTo>
                    <a:pt x="572208" y="699052"/>
                  </a:lnTo>
                  <a:lnTo>
                    <a:pt x="592106" y="721916"/>
                  </a:lnTo>
                  <a:close/>
                  <a:moveTo>
                    <a:pt x="568864" y="662297"/>
                  </a:moveTo>
                  <a:lnTo>
                    <a:pt x="572208" y="699052"/>
                  </a:lnTo>
                  <a:lnTo>
                    <a:pt x="587909" y="681869"/>
                  </a:lnTo>
                  <a:close/>
                  <a:moveTo>
                    <a:pt x="568864" y="662297"/>
                  </a:moveTo>
                  <a:lnTo>
                    <a:pt x="587909" y="681869"/>
                  </a:lnTo>
                  <a:lnTo>
                    <a:pt x="564428" y="645114"/>
                  </a:lnTo>
                  <a:close/>
                  <a:moveTo>
                    <a:pt x="267987" y="365242"/>
                  </a:moveTo>
                  <a:lnTo>
                    <a:pt x="310645" y="357650"/>
                  </a:lnTo>
                  <a:lnTo>
                    <a:pt x="293850" y="326557"/>
                  </a:lnTo>
                  <a:close/>
                  <a:moveTo>
                    <a:pt x="267987" y="365242"/>
                  </a:moveTo>
                  <a:lnTo>
                    <a:pt x="293850" y="326557"/>
                  </a:lnTo>
                  <a:lnTo>
                    <a:pt x="266764" y="321489"/>
                  </a:lnTo>
                  <a:close/>
                  <a:moveTo>
                    <a:pt x="310645" y="357650"/>
                  </a:moveTo>
                  <a:lnTo>
                    <a:pt x="340008" y="360867"/>
                  </a:lnTo>
                  <a:lnTo>
                    <a:pt x="321671" y="331027"/>
                  </a:lnTo>
                  <a:close/>
                  <a:moveTo>
                    <a:pt x="310645" y="357650"/>
                  </a:moveTo>
                  <a:lnTo>
                    <a:pt x="321671" y="331027"/>
                  </a:lnTo>
                  <a:lnTo>
                    <a:pt x="293850" y="326557"/>
                  </a:lnTo>
                  <a:close/>
                  <a:moveTo>
                    <a:pt x="266764" y="321489"/>
                  </a:moveTo>
                  <a:lnTo>
                    <a:pt x="293850" y="326557"/>
                  </a:lnTo>
                  <a:lnTo>
                    <a:pt x="285308" y="288755"/>
                  </a:lnTo>
                  <a:close/>
                  <a:moveTo>
                    <a:pt x="266764" y="321489"/>
                  </a:moveTo>
                  <a:lnTo>
                    <a:pt x="285308" y="288755"/>
                  </a:lnTo>
                  <a:lnTo>
                    <a:pt x="259787" y="282414"/>
                  </a:lnTo>
                  <a:close/>
                  <a:moveTo>
                    <a:pt x="544774" y="534849"/>
                  </a:moveTo>
                  <a:lnTo>
                    <a:pt x="549668" y="571604"/>
                  </a:lnTo>
                  <a:lnTo>
                    <a:pt x="598677" y="554068"/>
                  </a:lnTo>
                  <a:close/>
                  <a:moveTo>
                    <a:pt x="598677" y="554068"/>
                  </a:moveTo>
                  <a:lnTo>
                    <a:pt x="549668" y="571604"/>
                  </a:lnTo>
                  <a:lnTo>
                    <a:pt x="598580" y="554576"/>
                  </a:lnTo>
                  <a:close/>
                  <a:moveTo>
                    <a:pt x="598677" y="554068"/>
                  </a:moveTo>
                  <a:lnTo>
                    <a:pt x="598580" y="554576"/>
                  </a:lnTo>
                  <a:lnTo>
                    <a:pt x="599521" y="554420"/>
                  </a:lnTo>
                  <a:close/>
                  <a:moveTo>
                    <a:pt x="438959" y="370645"/>
                  </a:moveTo>
                  <a:lnTo>
                    <a:pt x="425174" y="375307"/>
                  </a:lnTo>
                  <a:lnTo>
                    <a:pt x="438705" y="379552"/>
                  </a:lnTo>
                  <a:close/>
                  <a:moveTo>
                    <a:pt x="615349" y="500482"/>
                  </a:moveTo>
                  <a:lnTo>
                    <a:pt x="598677" y="554068"/>
                  </a:lnTo>
                  <a:lnTo>
                    <a:pt x="599521" y="554420"/>
                  </a:lnTo>
                  <a:close/>
                  <a:moveTo>
                    <a:pt x="615349" y="500482"/>
                  </a:moveTo>
                  <a:lnTo>
                    <a:pt x="599521" y="554420"/>
                  </a:lnTo>
                  <a:lnTo>
                    <a:pt x="633927" y="537237"/>
                  </a:lnTo>
                  <a:close/>
                  <a:moveTo>
                    <a:pt x="662065" y="530052"/>
                  </a:moveTo>
                  <a:lnTo>
                    <a:pt x="706620" y="565665"/>
                  </a:lnTo>
                  <a:lnTo>
                    <a:pt x="670098" y="537237"/>
                  </a:lnTo>
                  <a:close/>
                  <a:moveTo>
                    <a:pt x="706620" y="565665"/>
                  </a:moveTo>
                  <a:lnTo>
                    <a:pt x="743784" y="530453"/>
                  </a:lnTo>
                  <a:lnTo>
                    <a:pt x="694018" y="537237"/>
                  </a:lnTo>
                  <a:close/>
                  <a:moveTo>
                    <a:pt x="654335" y="491588"/>
                  </a:moveTo>
                  <a:lnTo>
                    <a:pt x="615349" y="500482"/>
                  </a:lnTo>
                  <a:lnTo>
                    <a:pt x="662065" y="530052"/>
                  </a:lnTo>
                  <a:close/>
                  <a:moveTo>
                    <a:pt x="662065" y="530052"/>
                  </a:moveTo>
                  <a:lnTo>
                    <a:pt x="670098" y="537237"/>
                  </a:lnTo>
                  <a:lnTo>
                    <a:pt x="688137" y="491197"/>
                  </a:lnTo>
                  <a:close/>
                  <a:moveTo>
                    <a:pt x="654335" y="491588"/>
                  </a:moveTo>
                  <a:lnTo>
                    <a:pt x="662065" y="530052"/>
                  </a:lnTo>
                  <a:lnTo>
                    <a:pt x="688137" y="491197"/>
                  </a:lnTo>
                  <a:close/>
                  <a:moveTo>
                    <a:pt x="608796" y="495693"/>
                  </a:moveTo>
                  <a:lnTo>
                    <a:pt x="615349" y="500482"/>
                  </a:lnTo>
                  <a:lnTo>
                    <a:pt x="654335" y="491588"/>
                  </a:lnTo>
                  <a:close/>
                  <a:moveTo>
                    <a:pt x="654335" y="491588"/>
                  </a:moveTo>
                  <a:lnTo>
                    <a:pt x="646101" y="453536"/>
                  </a:lnTo>
                  <a:lnTo>
                    <a:pt x="608796" y="495693"/>
                  </a:lnTo>
                  <a:close/>
                  <a:moveTo>
                    <a:pt x="688137" y="491197"/>
                  </a:moveTo>
                  <a:lnTo>
                    <a:pt x="679243" y="446544"/>
                  </a:lnTo>
                  <a:lnTo>
                    <a:pt x="646101" y="453536"/>
                  </a:lnTo>
                  <a:close/>
                  <a:moveTo>
                    <a:pt x="688137" y="491197"/>
                  </a:moveTo>
                  <a:lnTo>
                    <a:pt x="646101" y="453536"/>
                  </a:lnTo>
                  <a:lnTo>
                    <a:pt x="654335" y="491588"/>
                  </a:lnTo>
                  <a:close/>
                  <a:moveTo>
                    <a:pt x="679243" y="446544"/>
                  </a:moveTo>
                  <a:lnTo>
                    <a:pt x="649982" y="409789"/>
                  </a:lnTo>
                  <a:lnTo>
                    <a:pt x="646101" y="453536"/>
                  </a:lnTo>
                  <a:close/>
                  <a:moveTo>
                    <a:pt x="649982" y="409789"/>
                  </a:moveTo>
                  <a:lnTo>
                    <a:pt x="642742" y="411520"/>
                  </a:lnTo>
                  <a:lnTo>
                    <a:pt x="646101" y="453536"/>
                  </a:lnTo>
                  <a:close/>
                  <a:moveTo>
                    <a:pt x="602645" y="417030"/>
                  </a:moveTo>
                  <a:lnTo>
                    <a:pt x="646101" y="453536"/>
                  </a:lnTo>
                  <a:lnTo>
                    <a:pt x="642742" y="411520"/>
                  </a:lnTo>
                  <a:close/>
                  <a:moveTo>
                    <a:pt x="644054" y="406732"/>
                  </a:moveTo>
                  <a:lnTo>
                    <a:pt x="602835" y="373034"/>
                  </a:lnTo>
                  <a:lnTo>
                    <a:pt x="642742" y="411520"/>
                  </a:lnTo>
                  <a:close/>
                  <a:moveTo>
                    <a:pt x="642742" y="411520"/>
                  </a:moveTo>
                  <a:lnTo>
                    <a:pt x="602835" y="373034"/>
                  </a:lnTo>
                  <a:lnTo>
                    <a:pt x="600751" y="373822"/>
                  </a:lnTo>
                  <a:close/>
                  <a:moveTo>
                    <a:pt x="644054" y="406732"/>
                  </a:moveTo>
                  <a:lnTo>
                    <a:pt x="642742" y="411520"/>
                  </a:lnTo>
                  <a:lnTo>
                    <a:pt x="649982" y="409789"/>
                  </a:lnTo>
                  <a:close/>
                  <a:moveTo>
                    <a:pt x="601412" y="371880"/>
                  </a:moveTo>
                  <a:lnTo>
                    <a:pt x="600751" y="373822"/>
                  </a:lnTo>
                  <a:lnTo>
                    <a:pt x="602835" y="373034"/>
                  </a:lnTo>
                  <a:close/>
                  <a:moveTo>
                    <a:pt x="595324" y="373034"/>
                  </a:moveTo>
                  <a:lnTo>
                    <a:pt x="600751" y="373822"/>
                  </a:lnTo>
                  <a:lnTo>
                    <a:pt x="601412" y="371880"/>
                  </a:lnTo>
                  <a:close/>
                  <a:moveTo>
                    <a:pt x="736373" y="520054"/>
                  </a:moveTo>
                  <a:lnTo>
                    <a:pt x="743784" y="530453"/>
                  </a:lnTo>
                  <a:lnTo>
                    <a:pt x="750701" y="502870"/>
                  </a:lnTo>
                  <a:close/>
                  <a:moveTo>
                    <a:pt x="649982" y="409789"/>
                  </a:moveTo>
                  <a:lnTo>
                    <a:pt x="691733" y="443527"/>
                  </a:lnTo>
                  <a:lnTo>
                    <a:pt x="688405" y="401485"/>
                  </a:lnTo>
                  <a:close/>
                  <a:moveTo>
                    <a:pt x="649982" y="409789"/>
                  </a:moveTo>
                  <a:lnTo>
                    <a:pt x="679243" y="446544"/>
                  </a:lnTo>
                  <a:lnTo>
                    <a:pt x="691733" y="443527"/>
                  </a:lnTo>
                  <a:close/>
                  <a:moveTo>
                    <a:pt x="691733" y="443527"/>
                  </a:moveTo>
                  <a:lnTo>
                    <a:pt x="726284" y="397778"/>
                  </a:lnTo>
                  <a:lnTo>
                    <a:pt x="688405" y="401485"/>
                  </a:lnTo>
                  <a:close/>
                  <a:moveTo>
                    <a:pt x="649982" y="409789"/>
                  </a:moveTo>
                  <a:lnTo>
                    <a:pt x="688405" y="401485"/>
                  </a:lnTo>
                  <a:lnTo>
                    <a:pt x="644054" y="406732"/>
                  </a:lnTo>
                  <a:close/>
                  <a:moveTo>
                    <a:pt x="644054" y="406732"/>
                  </a:moveTo>
                  <a:lnTo>
                    <a:pt x="688405" y="401485"/>
                  </a:lnTo>
                  <a:lnTo>
                    <a:pt x="694333" y="373934"/>
                  </a:lnTo>
                  <a:close/>
                  <a:moveTo>
                    <a:pt x="644054" y="406732"/>
                  </a:moveTo>
                  <a:lnTo>
                    <a:pt x="694333" y="373934"/>
                  </a:lnTo>
                  <a:lnTo>
                    <a:pt x="657073" y="359203"/>
                  </a:lnTo>
                  <a:close/>
                  <a:moveTo>
                    <a:pt x="595324" y="373034"/>
                  </a:moveTo>
                  <a:lnTo>
                    <a:pt x="601412" y="371880"/>
                  </a:lnTo>
                  <a:lnTo>
                    <a:pt x="617403" y="335458"/>
                  </a:lnTo>
                  <a:close/>
                  <a:moveTo>
                    <a:pt x="650406" y="355850"/>
                  </a:moveTo>
                  <a:lnTo>
                    <a:pt x="644054" y="406732"/>
                  </a:lnTo>
                  <a:lnTo>
                    <a:pt x="657073" y="359203"/>
                  </a:lnTo>
                  <a:close/>
                  <a:moveTo>
                    <a:pt x="650406" y="355850"/>
                  </a:moveTo>
                  <a:lnTo>
                    <a:pt x="602835" y="373034"/>
                  </a:lnTo>
                  <a:lnTo>
                    <a:pt x="644054" y="406732"/>
                  </a:lnTo>
                  <a:close/>
                  <a:moveTo>
                    <a:pt x="602835" y="373034"/>
                  </a:moveTo>
                  <a:lnTo>
                    <a:pt x="650406" y="355850"/>
                  </a:lnTo>
                  <a:lnTo>
                    <a:pt x="601412" y="371880"/>
                  </a:lnTo>
                  <a:close/>
                  <a:moveTo>
                    <a:pt x="650406" y="355850"/>
                  </a:moveTo>
                  <a:lnTo>
                    <a:pt x="617403" y="335458"/>
                  </a:lnTo>
                  <a:lnTo>
                    <a:pt x="601412" y="371880"/>
                  </a:lnTo>
                  <a:close/>
                  <a:moveTo>
                    <a:pt x="776159" y="430715"/>
                  </a:moveTo>
                  <a:lnTo>
                    <a:pt x="752534" y="466115"/>
                  </a:lnTo>
                  <a:lnTo>
                    <a:pt x="797949" y="415977"/>
                  </a:lnTo>
                  <a:close/>
                  <a:moveTo>
                    <a:pt x="657937" y="354419"/>
                  </a:moveTo>
                  <a:lnTo>
                    <a:pt x="650406" y="355850"/>
                  </a:lnTo>
                  <a:lnTo>
                    <a:pt x="657073" y="359203"/>
                  </a:lnTo>
                  <a:close/>
                  <a:moveTo>
                    <a:pt x="644139" y="214637"/>
                  </a:moveTo>
                  <a:lnTo>
                    <a:pt x="585013" y="214357"/>
                  </a:lnTo>
                  <a:lnTo>
                    <a:pt x="610872" y="214831"/>
                  </a:lnTo>
                  <a:close/>
                  <a:moveTo>
                    <a:pt x="867925" y="264403"/>
                  </a:moveTo>
                  <a:lnTo>
                    <a:pt x="839298" y="304300"/>
                  </a:lnTo>
                  <a:lnTo>
                    <a:pt x="851298" y="298446"/>
                  </a:lnTo>
                  <a:close/>
                  <a:moveTo>
                    <a:pt x="955979" y="185152"/>
                  </a:moveTo>
                  <a:lnTo>
                    <a:pt x="933114" y="162773"/>
                  </a:lnTo>
                  <a:lnTo>
                    <a:pt x="909411" y="151175"/>
                  </a:lnTo>
                  <a:close/>
                  <a:moveTo>
                    <a:pt x="955979" y="185152"/>
                  </a:moveTo>
                  <a:lnTo>
                    <a:pt x="996379" y="178525"/>
                  </a:lnTo>
                  <a:lnTo>
                    <a:pt x="937172" y="159669"/>
                  </a:lnTo>
                  <a:close/>
                  <a:moveTo>
                    <a:pt x="909411" y="151175"/>
                  </a:moveTo>
                  <a:lnTo>
                    <a:pt x="926548" y="159669"/>
                  </a:lnTo>
                  <a:lnTo>
                    <a:pt x="914891" y="123008"/>
                  </a:lnTo>
                  <a:close/>
                  <a:moveTo>
                    <a:pt x="914891" y="123008"/>
                  </a:moveTo>
                  <a:lnTo>
                    <a:pt x="931880" y="158159"/>
                  </a:lnTo>
                  <a:lnTo>
                    <a:pt x="952879" y="140465"/>
                  </a:lnTo>
                  <a:close/>
                  <a:moveTo>
                    <a:pt x="1045310" y="211451"/>
                  </a:moveTo>
                  <a:lnTo>
                    <a:pt x="1015027" y="208982"/>
                  </a:lnTo>
                  <a:lnTo>
                    <a:pt x="1015718" y="250833"/>
                  </a:lnTo>
                  <a:close/>
                  <a:moveTo>
                    <a:pt x="1045310" y="211451"/>
                  </a:moveTo>
                  <a:lnTo>
                    <a:pt x="1046354" y="165855"/>
                  </a:lnTo>
                  <a:lnTo>
                    <a:pt x="1015027" y="208982"/>
                  </a:lnTo>
                  <a:close/>
                  <a:moveTo>
                    <a:pt x="996379" y="178525"/>
                  </a:moveTo>
                  <a:lnTo>
                    <a:pt x="1046354" y="165855"/>
                  </a:lnTo>
                  <a:lnTo>
                    <a:pt x="1047327" y="148228"/>
                  </a:lnTo>
                  <a:close/>
                  <a:moveTo>
                    <a:pt x="1046354" y="165855"/>
                  </a:moveTo>
                  <a:lnTo>
                    <a:pt x="1079117" y="166307"/>
                  </a:lnTo>
                  <a:lnTo>
                    <a:pt x="1047327" y="148228"/>
                  </a:lnTo>
                  <a:close/>
                  <a:moveTo>
                    <a:pt x="967030" y="88547"/>
                  </a:moveTo>
                  <a:lnTo>
                    <a:pt x="952879" y="140465"/>
                  </a:lnTo>
                  <a:lnTo>
                    <a:pt x="955067" y="142485"/>
                  </a:lnTo>
                  <a:close/>
                  <a:moveTo>
                    <a:pt x="1045623" y="121702"/>
                  </a:moveTo>
                  <a:lnTo>
                    <a:pt x="1009414" y="131053"/>
                  </a:lnTo>
                  <a:lnTo>
                    <a:pt x="1047327" y="148228"/>
                  </a:lnTo>
                  <a:close/>
                  <a:moveTo>
                    <a:pt x="1009464" y="124010"/>
                  </a:moveTo>
                  <a:lnTo>
                    <a:pt x="1045623" y="121702"/>
                  </a:lnTo>
                  <a:lnTo>
                    <a:pt x="1034652" y="85874"/>
                  </a:lnTo>
                  <a:close/>
                  <a:moveTo>
                    <a:pt x="1009464" y="124010"/>
                  </a:moveTo>
                  <a:lnTo>
                    <a:pt x="1034652" y="85874"/>
                  </a:lnTo>
                  <a:lnTo>
                    <a:pt x="1005992" y="82086"/>
                  </a:lnTo>
                  <a:close/>
                  <a:moveTo>
                    <a:pt x="1074717" y="125137"/>
                  </a:moveTo>
                  <a:lnTo>
                    <a:pt x="1047327" y="148228"/>
                  </a:lnTo>
                  <a:lnTo>
                    <a:pt x="1074820" y="126446"/>
                  </a:lnTo>
                  <a:close/>
                  <a:moveTo>
                    <a:pt x="1074717" y="125137"/>
                  </a:moveTo>
                  <a:lnTo>
                    <a:pt x="1045623" y="121702"/>
                  </a:lnTo>
                  <a:lnTo>
                    <a:pt x="1047327" y="148228"/>
                  </a:lnTo>
                  <a:close/>
                  <a:moveTo>
                    <a:pt x="1045623" y="121702"/>
                  </a:moveTo>
                  <a:lnTo>
                    <a:pt x="1074717" y="125137"/>
                  </a:lnTo>
                  <a:lnTo>
                    <a:pt x="1034652" y="85874"/>
                  </a:lnTo>
                  <a:close/>
                  <a:moveTo>
                    <a:pt x="1005992" y="82086"/>
                  </a:moveTo>
                  <a:lnTo>
                    <a:pt x="1031711" y="43518"/>
                  </a:lnTo>
                  <a:lnTo>
                    <a:pt x="1000211" y="42038"/>
                  </a:lnTo>
                  <a:close/>
                  <a:moveTo>
                    <a:pt x="1000211" y="42038"/>
                  </a:moveTo>
                  <a:lnTo>
                    <a:pt x="1031711" y="43518"/>
                  </a:lnTo>
                  <a:lnTo>
                    <a:pt x="1030199" y="0"/>
                  </a:lnTo>
                  <a:close/>
                </a:path>
              </a:pathLst>
            </a:custGeom>
            <a:solidFill>
              <a:srgbClr val="C9D2D8"/>
            </a:solidFill>
            <a:ln w="1524">
              <a:solidFill>
                <a:srgbClr val="C9D2D8"/>
              </a:solidFill>
            </a:ln>
          </p:spPr>
        </p:sp>
        <p:sp>
          <p:nvSpPr>
            <p:cNvPr id="185" name="Input_density__184">
              <a:extLst>
                <a:ext uri="{FF2B5EF4-FFF2-40B4-BE49-F238E27FC236}">
                  <a16:creationId xmlns:a16="http://schemas.microsoft.com/office/drawing/2014/main" id="{1FBFB837-1F75-8DB7-3D04-4D9C996BF6FA}"/>
                </a:ext>
              </a:extLst>
            </p:cNvPr>
            <p:cNvSpPr>
              <a:spLocks noGrp="1"/>
            </p:cNvSpPr>
            <p:nvPr/>
          </p:nvSpPr>
          <p:spPr>
            <a:xfrm>
              <a:off x="546075" y="1630959"/>
              <a:ext cx="984090" cy="703004"/>
            </a:xfrm>
            <a:custGeom>
              <a:avLst/>
              <a:gdLst/>
              <a:ahLst/>
              <a:cxnLst/>
              <a:rect l="0" t="0" r="0" b="0"/>
              <a:pathLst>
                <a:path w="984090" h="703004">
                  <a:moveTo>
                    <a:pt x="140517" y="666248"/>
                  </a:moveTo>
                  <a:lnTo>
                    <a:pt x="196122" y="685307"/>
                  </a:lnTo>
                  <a:lnTo>
                    <a:pt x="179576" y="654636"/>
                  </a:lnTo>
                  <a:close/>
                  <a:moveTo>
                    <a:pt x="196162" y="685820"/>
                  </a:moveTo>
                  <a:lnTo>
                    <a:pt x="196122" y="685307"/>
                  </a:lnTo>
                  <a:lnTo>
                    <a:pt x="140517" y="666248"/>
                  </a:lnTo>
                  <a:close/>
                  <a:moveTo>
                    <a:pt x="162647" y="703004"/>
                  </a:moveTo>
                  <a:lnTo>
                    <a:pt x="196162" y="685820"/>
                  </a:lnTo>
                  <a:lnTo>
                    <a:pt x="140517" y="666248"/>
                  </a:lnTo>
                  <a:close/>
                  <a:moveTo>
                    <a:pt x="179576" y="654636"/>
                  </a:moveTo>
                  <a:lnTo>
                    <a:pt x="196122" y="685307"/>
                  </a:lnTo>
                  <a:lnTo>
                    <a:pt x="193478" y="649065"/>
                  </a:lnTo>
                  <a:close/>
                  <a:moveTo>
                    <a:pt x="1983" y="465290"/>
                  </a:moveTo>
                  <a:lnTo>
                    <a:pt x="0" y="468540"/>
                  </a:lnTo>
                  <a:lnTo>
                    <a:pt x="6734" y="475522"/>
                  </a:lnTo>
                  <a:close/>
                  <a:moveTo>
                    <a:pt x="2602" y="460075"/>
                  </a:moveTo>
                  <a:lnTo>
                    <a:pt x="0" y="468540"/>
                  </a:lnTo>
                  <a:lnTo>
                    <a:pt x="1983" y="465290"/>
                  </a:lnTo>
                  <a:close/>
                  <a:moveTo>
                    <a:pt x="196162" y="685820"/>
                  </a:moveTo>
                  <a:lnTo>
                    <a:pt x="196377" y="686261"/>
                  </a:lnTo>
                  <a:lnTo>
                    <a:pt x="196600" y="685543"/>
                  </a:lnTo>
                  <a:close/>
                  <a:moveTo>
                    <a:pt x="196162" y="685820"/>
                  </a:moveTo>
                  <a:lnTo>
                    <a:pt x="196600" y="685543"/>
                  </a:lnTo>
                  <a:lnTo>
                    <a:pt x="196122" y="685307"/>
                  </a:lnTo>
                  <a:close/>
                  <a:moveTo>
                    <a:pt x="1983" y="465290"/>
                  </a:moveTo>
                  <a:lnTo>
                    <a:pt x="6734" y="475522"/>
                  </a:lnTo>
                  <a:lnTo>
                    <a:pt x="7456" y="462478"/>
                  </a:lnTo>
                  <a:close/>
                  <a:moveTo>
                    <a:pt x="2602" y="460075"/>
                  </a:moveTo>
                  <a:lnTo>
                    <a:pt x="1983" y="465290"/>
                  </a:lnTo>
                  <a:lnTo>
                    <a:pt x="7456" y="462478"/>
                  </a:lnTo>
                  <a:close/>
                  <a:moveTo>
                    <a:pt x="2602" y="460075"/>
                  </a:moveTo>
                  <a:lnTo>
                    <a:pt x="7456" y="462478"/>
                  </a:lnTo>
                  <a:lnTo>
                    <a:pt x="6144" y="428535"/>
                  </a:lnTo>
                  <a:close/>
                  <a:moveTo>
                    <a:pt x="6144" y="428535"/>
                  </a:moveTo>
                  <a:lnTo>
                    <a:pt x="7456" y="462478"/>
                  </a:lnTo>
                  <a:lnTo>
                    <a:pt x="39525" y="448107"/>
                  </a:lnTo>
                  <a:close/>
                  <a:moveTo>
                    <a:pt x="6144" y="428535"/>
                  </a:moveTo>
                  <a:lnTo>
                    <a:pt x="39525" y="448107"/>
                  </a:lnTo>
                  <a:lnTo>
                    <a:pt x="37871" y="411352"/>
                  </a:lnTo>
                  <a:close/>
                  <a:moveTo>
                    <a:pt x="42604" y="388851"/>
                  </a:moveTo>
                  <a:lnTo>
                    <a:pt x="6144" y="428535"/>
                  </a:lnTo>
                  <a:lnTo>
                    <a:pt x="37871" y="411352"/>
                  </a:lnTo>
                  <a:close/>
                  <a:moveTo>
                    <a:pt x="42604" y="388851"/>
                  </a:moveTo>
                  <a:lnTo>
                    <a:pt x="19484" y="398617"/>
                  </a:lnTo>
                  <a:lnTo>
                    <a:pt x="6144" y="428535"/>
                  </a:lnTo>
                  <a:close/>
                  <a:moveTo>
                    <a:pt x="171109" y="482531"/>
                  </a:moveTo>
                  <a:lnTo>
                    <a:pt x="159853" y="484862"/>
                  </a:lnTo>
                  <a:lnTo>
                    <a:pt x="198991" y="504611"/>
                  </a:lnTo>
                  <a:close/>
                  <a:moveTo>
                    <a:pt x="198991" y="504611"/>
                  </a:moveTo>
                  <a:lnTo>
                    <a:pt x="230297" y="496088"/>
                  </a:lnTo>
                  <a:lnTo>
                    <a:pt x="218010" y="471490"/>
                  </a:lnTo>
                  <a:close/>
                  <a:moveTo>
                    <a:pt x="198991" y="504611"/>
                  </a:moveTo>
                  <a:lnTo>
                    <a:pt x="218010" y="471490"/>
                  </a:lnTo>
                  <a:lnTo>
                    <a:pt x="171109" y="482531"/>
                  </a:lnTo>
                  <a:close/>
                  <a:moveTo>
                    <a:pt x="37871" y="411352"/>
                  </a:moveTo>
                  <a:lnTo>
                    <a:pt x="59682" y="357613"/>
                  </a:lnTo>
                  <a:lnTo>
                    <a:pt x="42604" y="388851"/>
                  </a:lnTo>
                  <a:close/>
                  <a:moveTo>
                    <a:pt x="46673" y="374597"/>
                  </a:moveTo>
                  <a:lnTo>
                    <a:pt x="42604" y="388851"/>
                  </a:lnTo>
                  <a:lnTo>
                    <a:pt x="59682" y="357613"/>
                  </a:lnTo>
                  <a:close/>
                  <a:moveTo>
                    <a:pt x="59893" y="357284"/>
                  </a:moveTo>
                  <a:lnTo>
                    <a:pt x="46673" y="374597"/>
                  </a:lnTo>
                  <a:lnTo>
                    <a:pt x="59682" y="357613"/>
                  </a:lnTo>
                  <a:close/>
                  <a:moveTo>
                    <a:pt x="250185" y="474241"/>
                  </a:moveTo>
                  <a:lnTo>
                    <a:pt x="230297" y="496088"/>
                  </a:lnTo>
                  <a:lnTo>
                    <a:pt x="203607" y="504433"/>
                  </a:lnTo>
                  <a:close/>
                  <a:moveTo>
                    <a:pt x="230297" y="496088"/>
                  </a:moveTo>
                  <a:lnTo>
                    <a:pt x="250185" y="474241"/>
                  </a:lnTo>
                  <a:lnTo>
                    <a:pt x="231874" y="467678"/>
                  </a:lnTo>
                  <a:close/>
                  <a:moveTo>
                    <a:pt x="85008" y="326609"/>
                  </a:moveTo>
                  <a:lnTo>
                    <a:pt x="59893" y="357284"/>
                  </a:lnTo>
                  <a:lnTo>
                    <a:pt x="106638" y="311272"/>
                  </a:lnTo>
                  <a:close/>
                  <a:moveTo>
                    <a:pt x="150763" y="292996"/>
                  </a:moveTo>
                  <a:lnTo>
                    <a:pt x="115649" y="303475"/>
                  </a:lnTo>
                  <a:lnTo>
                    <a:pt x="162082" y="297780"/>
                  </a:lnTo>
                  <a:close/>
                  <a:moveTo>
                    <a:pt x="115649" y="303475"/>
                  </a:moveTo>
                  <a:lnTo>
                    <a:pt x="106638" y="311272"/>
                  </a:lnTo>
                  <a:lnTo>
                    <a:pt x="162082" y="297780"/>
                  </a:lnTo>
                  <a:close/>
                  <a:moveTo>
                    <a:pt x="599460" y="619475"/>
                  </a:moveTo>
                  <a:lnTo>
                    <a:pt x="599421" y="619316"/>
                  </a:lnTo>
                  <a:lnTo>
                    <a:pt x="589442" y="582875"/>
                  </a:lnTo>
                  <a:close/>
                  <a:moveTo>
                    <a:pt x="549049" y="636658"/>
                  </a:moveTo>
                  <a:lnTo>
                    <a:pt x="599460" y="619475"/>
                  </a:lnTo>
                  <a:lnTo>
                    <a:pt x="540529" y="599903"/>
                  </a:lnTo>
                  <a:close/>
                  <a:moveTo>
                    <a:pt x="295254" y="269108"/>
                  </a:moveTo>
                  <a:lnTo>
                    <a:pt x="303548" y="305864"/>
                  </a:lnTo>
                  <a:lnTo>
                    <a:pt x="334815" y="296464"/>
                  </a:lnTo>
                  <a:close/>
                  <a:moveTo>
                    <a:pt x="599468" y="619471"/>
                  </a:moveTo>
                  <a:lnTo>
                    <a:pt x="599421" y="619316"/>
                  </a:lnTo>
                  <a:lnTo>
                    <a:pt x="599460" y="619475"/>
                  </a:lnTo>
                  <a:close/>
                  <a:moveTo>
                    <a:pt x="599421" y="619316"/>
                  </a:moveTo>
                  <a:lnTo>
                    <a:pt x="599468" y="619471"/>
                  </a:lnTo>
                  <a:lnTo>
                    <a:pt x="590382" y="582720"/>
                  </a:lnTo>
                  <a:close/>
                  <a:moveTo>
                    <a:pt x="421679" y="362190"/>
                  </a:moveTo>
                  <a:lnTo>
                    <a:pt x="440944" y="381762"/>
                  </a:lnTo>
                  <a:lnTo>
                    <a:pt x="447464" y="345007"/>
                  </a:lnTo>
                  <a:close/>
                  <a:moveTo>
                    <a:pt x="449662" y="336914"/>
                  </a:moveTo>
                  <a:lnTo>
                    <a:pt x="421679" y="362190"/>
                  </a:lnTo>
                  <a:lnTo>
                    <a:pt x="447464" y="345007"/>
                  </a:lnTo>
                  <a:close/>
                  <a:moveTo>
                    <a:pt x="449662" y="336914"/>
                  </a:moveTo>
                  <a:lnTo>
                    <a:pt x="423909" y="336836"/>
                  </a:lnTo>
                  <a:lnTo>
                    <a:pt x="421679" y="362190"/>
                  </a:lnTo>
                  <a:close/>
                  <a:moveTo>
                    <a:pt x="423909" y="336836"/>
                  </a:moveTo>
                  <a:lnTo>
                    <a:pt x="449662" y="336914"/>
                  </a:lnTo>
                  <a:lnTo>
                    <a:pt x="426360" y="325435"/>
                  </a:lnTo>
                  <a:close/>
                  <a:moveTo>
                    <a:pt x="449662" y="336914"/>
                  </a:moveTo>
                  <a:lnTo>
                    <a:pt x="456674" y="308252"/>
                  </a:lnTo>
                  <a:lnTo>
                    <a:pt x="426360" y="325435"/>
                  </a:lnTo>
                  <a:close/>
                  <a:moveTo>
                    <a:pt x="449662" y="336914"/>
                  </a:moveTo>
                  <a:lnTo>
                    <a:pt x="469818" y="316064"/>
                  </a:lnTo>
                  <a:lnTo>
                    <a:pt x="456674" y="308252"/>
                  </a:lnTo>
                  <a:close/>
                  <a:moveTo>
                    <a:pt x="469818" y="316064"/>
                  </a:moveTo>
                  <a:lnTo>
                    <a:pt x="479117" y="291068"/>
                  </a:lnTo>
                  <a:lnTo>
                    <a:pt x="456674" y="308252"/>
                  </a:lnTo>
                  <a:close/>
                  <a:moveTo>
                    <a:pt x="492824" y="277503"/>
                  </a:moveTo>
                  <a:lnTo>
                    <a:pt x="456674" y="308252"/>
                  </a:lnTo>
                  <a:lnTo>
                    <a:pt x="479117" y="291068"/>
                  </a:lnTo>
                  <a:close/>
                  <a:moveTo>
                    <a:pt x="545258" y="252762"/>
                  </a:moveTo>
                  <a:lnTo>
                    <a:pt x="492824" y="277503"/>
                  </a:lnTo>
                  <a:lnTo>
                    <a:pt x="516215" y="268750"/>
                  </a:lnTo>
                  <a:close/>
                  <a:moveTo>
                    <a:pt x="786565" y="262488"/>
                  </a:moveTo>
                  <a:lnTo>
                    <a:pt x="746865" y="276273"/>
                  </a:lnTo>
                  <a:lnTo>
                    <a:pt x="793827" y="270612"/>
                  </a:lnTo>
                  <a:close/>
                  <a:moveTo>
                    <a:pt x="760154" y="240926"/>
                  </a:moveTo>
                  <a:lnTo>
                    <a:pt x="746865" y="276273"/>
                  </a:lnTo>
                  <a:lnTo>
                    <a:pt x="786565" y="262488"/>
                  </a:lnTo>
                  <a:close/>
                  <a:moveTo>
                    <a:pt x="759999" y="239518"/>
                  </a:moveTo>
                  <a:lnTo>
                    <a:pt x="786565" y="262488"/>
                  </a:lnTo>
                  <a:lnTo>
                    <a:pt x="793118" y="259090"/>
                  </a:lnTo>
                  <a:close/>
                  <a:moveTo>
                    <a:pt x="759999" y="239518"/>
                  </a:moveTo>
                  <a:lnTo>
                    <a:pt x="793118" y="259090"/>
                  </a:lnTo>
                  <a:lnTo>
                    <a:pt x="786704" y="222335"/>
                  </a:lnTo>
                  <a:close/>
                  <a:moveTo>
                    <a:pt x="786565" y="262488"/>
                  </a:moveTo>
                  <a:lnTo>
                    <a:pt x="793827" y="270612"/>
                  </a:lnTo>
                  <a:lnTo>
                    <a:pt x="793118" y="259090"/>
                  </a:lnTo>
                  <a:close/>
                  <a:moveTo>
                    <a:pt x="793827" y="270612"/>
                  </a:moveTo>
                  <a:lnTo>
                    <a:pt x="805783" y="291611"/>
                  </a:lnTo>
                  <a:lnTo>
                    <a:pt x="793118" y="259090"/>
                  </a:lnTo>
                  <a:close/>
                  <a:moveTo>
                    <a:pt x="793118" y="259090"/>
                  </a:moveTo>
                  <a:lnTo>
                    <a:pt x="843315" y="278662"/>
                  </a:lnTo>
                  <a:lnTo>
                    <a:pt x="828845" y="241907"/>
                  </a:lnTo>
                  <a:close/>
                  <a:moveTo>
                    <a:pt x="786704" y="222335"/>
                  </a:moveTo>
                  <a:lnTo>
                    <a:pt x="793118" y="259090"/>
                  </a:lnTo>
                  <a:lnTo>
                    <a:pt x="828845" y="241907"/>
                  </a:lnTo>
                  <a:close/>
                  <a:moveTo>
                    <a:pt x="786704" y="222335"/>
                  </a:moveTo>
                  <a:lnTo>
                    <a:pt x="828845" y="241907"/>
                  </a:lnTo>
                  <a:lnTo>
                    <a:pt x="823485" y="205152"/>
                  </a:lnTo>
                  <a:close/>
                  <a:moveTo>
                    <a:pt x="788261" y="185580"/>
                  </a:moveTo>
                  <a:lnTo>
                    <a:pt x="786704" y="222335"/>
                  </a:lnTo>
                  <a:lnTo>
                    <a:pt x="823485" y="205152"/>
                  </a:lnTo>
                  <a:close/>
                  <a:moveTo>
                    <a:pt x="788261" y="185580"/>
                  </a:moveTo>
                  <a:lnTo>
                    <a:pt x="823485" y="205152"/>
                  </a:lnTo>
                  <a:lnTo>
                    <a:pt x="823170" y="168397"/>
                  </a:lnTo>
                  <a:close/>
                  <a:moveTo>
                    <a:pt x="823485" y="205152"/>
                  </a:moveTo>
                  <a:lnTo>
                    <a:pt x="859215" y="230513"/>
                  </a:lnTo>
                  <a:lnTo>
                    <a:pt x="844280" y="197907"/>
                  </a:lnTo>
                  <a:close/>
                  <a:moveTo>
                    <a:pt x="877650" y="187968"/>
                  </a:moveTo>
                  <a:lnTo>
                    <a:pt x="844280" y="197907"/>
                  </a:lnTo>
                  <a:lnTo>
                    <a:pt x="859215" y="230513"/>
                  </a:lnTo>
                  <a:close/>
                  <a:moveTo>
                    <a:pt x="823170" y="168397"/>
                  </a:moveTo>
                  <a:lnTo>
                    <a:pt x="844280" y="197907"/>
                  </a:lnTo>
                  <a:lnTo>
                    <a:pt x="828721" y="165810"/>
                  </a:lnTo>
                  <a:close/>
                  <a:moveTo>
                    <a:pt x="823170" y="168397"/>
                  </a:moveTo>
                  <a:lnTo>
                    <a:pt x="823485" y="205152"/>
                  </a:lnTo>
                  <a:lnTo>
                    <a:pt x="844280" y="197907"/>
                  </a:lnTo>
                  <a:close/>
                  <a:moveTo>
                    <a:pt x="877650" y="187968"/>
                  </a:moveTo>
                  <a:lnTo>
                    <a:pt x="856202" y="151213"/>
                  </a:lnTo>
                  <a:lnTo>
                    <a:pt x="844280" y="197907"/>
                  </a:lnTo>
                  <a:close/>
                  <a:moveTo>
                    <a:pt x="856202" y="151213"/>
                  </a:moveTo>
                  <a:lnTo>
                    <a:pt x="828721" y="165810"/>
                  </a:lnTo>
                  <a:lnTo>
                    <a:pt x="844280" y="197907"/>
                  </a:lnTo>
                  <a:close/>
                  <a:moveTo>
                    <a:pt x="823972" y="162538"/>
                  </a:moveTo>
                  <a:lnTo>
                    <a:pt x="823170" y="168397"/>
                  </a:lnTo>
                  <a:lnTo>
                    <a:pt x="828721" y="165810"/>
                  </a:lnTo>
                  <a:close/>
                  <a:moveTo>
                    <a:pt x="827137" y="131641"/>
                  </a:moveTo>
                  <a:lnTo>
                    <a:pt x="828721" y="165810"/>
                  </a:lnTo>
                  <a:lnTo>
                    <a:pt x="856202" y="151213"/>
                  </a:lnTo>
                  <a:close/>
                  <a:moveTo>
                    <a:pt x="827137" y="131641"/>
                  </a:moveTo>
                  <a:lnTo>
                    <a:pt x="856202" y="151213"/>
                  </a:lnTo>
                  <a:lnTo>
                    <a:pt x="858148" y="114458"/>
                  </a:lnTo>
                  <a:close/>
                  <a:moveTo>
                    <a:pt x="877650" y="187968"/>
                  </a:moveTo>
                  <a:lnTo>
                    <a:pt x="900273" y="179475"/>
                  </a:lnTo>
                  <a:lnTo>
                    <a:pt x="891229" y="134030"/>
                  </a:lnTo>
                  <a:close/>
                  <a:moveTo>
                    <a:pt x="856202" y="151213"/>
                  </a:moveTo>
                  <a:lnTo>
                    <a:pt x="877650" y="187968"/>
                  </a:lnTo>
                  <a:lnTo>
                    <a:pt x="891229" y="134030"/>
                  </a:lnTo>
                  <a:close/>
                  <a:moveTo>
                    <a:pt x="858148" y="114458"/>
                  </a:moveTo>
                  <a:lnTo>
                    <a:pt x="895217" y="111916"/>
                  </a:lnTo>
                  <a:lnTo>
                    <a:pt x="883319" y="103764"/>
                  </a:lnTo>
                  <a:close/>
                  <a:moveTo>
                    <a:pt x="891229" y="134030"/>
                  </a:moveTo>
                  <a:lnTo>
                    <a:pt x="895217" y="111916"/>
                  </a:lnTo>
                  <a:lnTo>
                    <a:pt x="858148" y="114458"/>
                  </a:lnTo>
                  <a:close/>
                  <a:moveTo>
                    <a:pt x="856202" y="151213"/>
                  </a:moveTo>
                  <a:lnTo>
                    <a:pt x="891229" y="134030"/>
                  </a:lnTo>
                  <a:lnTo>
                    <a:pt x="858148" y="114458"/>
                  </a:lnTo>
                  <a:close/>
                  <a:moveTo>
                    <a:pt x="865553" y="97217"/>
                  </a:moveTo>
                  <a:lnTo>
                    <a:pt x="858148" y="114458"/>
                  </a:lnTo>
                  <a:lnTo>
                    <a:pt x="883319" y="103764"/>
                  </a:lnTo>
                  <a:close/>
                  <a:moveTo>
                    <a:pt x="874359" y="77703"/>
                  </a:moveTo>
                  <a:lnTo>
                    <a:pt x="883319" y="103764"/>
                  </a:lnTo>
                  <a:lnTo>
                    <a:pt x="896499" y="97275"/>
                  </a:lnTo>
                  <a:close/>
                  <a:moveTo>
                    <a:pt x="883319" y="103764"/>
                  </a:moveTo>
                  <a:lnTo>
                    <a:pt x="895217" y="111916"/>
                  </a:lnTo>
                  <a:lnTo>
                    <a:pt x="896499" y="97275"/>
                  </a:lnTo>
                  <a:close/>
                  <a:moveTo>
                    <a:pt x="907695" y="128694"/>
                  </a:moveTo>
                  <a:lnTo>
                    <a:pt x="954920" y="114354"/>
                  </a:lnTo>
                  <a:lnTo>
                    <a:pt x="896499" y="97275"/>
                  </a:lnTo>
                  <a:close/>
                  <a:moveTo>
                    <a:pt x="896499" y="97275"/>
                  </a:moveTo>
                  <a:lnTo>
                    <a:pt x="954920" y="114354"/>
                  </a:lnTo>
                  <a:lnTo>
                    <a:pt x="929325" y="80092"/>
                  </a:lnTo>
                  <a:close/>
                  <a:moveTo>
                    <a:pt x="896499" y="97275"/>
                  </a:moveTo>
                  <a:lnTo>
                    <a:pt x="895217" y="111916"/>
                  </a:lnTo>
                  <a:lnTo>
                    <a:pt x="907695" y="128694"/>
                  </a:lnTo>
                  <a:close/>
                  <a:moveTo>
                    <a:pt x="899804" y="60520"/>
                  </a:moveTo>
                  <a:lnTo>
                    <a:pt x="896499" y="97275"/>
                  </a:lnTo>
                  <a:lnTo>
                    <a:pt x="929325" y="80092"/>
                  </a:lnTo>
                  <a:close/>
                  <a:moveTo>
                    <a:pt x="899804" y="60520"/>
                  </a:moveTo>
                  <a:lnTo>
                    <a:pt x="929325" y="80092"/>
                  </a:lnTo>
                  <a:lnTo>
                    <a:pt x="933833" y="43336"/>
                  </a:lnTo>
                  <a:close/>
                  <a:moveTo>
                    <a:pt x="933833" y="43336"/>
                  </a:moveTo>
                  <a:lnTo>
                    <a:pt x="934720" y="38829"/>
                  </a:lnTo>
                  <a:lnTo>
                    <a:pt x="898916" y="23765"/>
                  </a:lnTo>
                  <a:close/>
                  <a:moveTo>
                    <a:pt x="899804" y="60520"/>
                  </a:moveTo>
                  <a:lnTo>
                    <a:pt x="933833" y="43336"/>
                  </a:lnTo>
                  <a:lnTo>
                    <a:pt x="898916" y="23765"/>
                  </a:lnTo>
                  <a:close/>
                  <a:moveTo>
                    <a:pt x="933833" y="43336"/>
                  </a:moveTo>
                  <a:lnTo>
                    <a:pt x="954743" y="72785"/>
                  </a:lnTo>
                  <a:lnTo>
                    <a:pt x="937344" y="42184"/>
                  </a:lnTo>
                  <a:close/>
                  <a:moveTo>
                    <a:pt x="933833" y="43336"/>
                  </a:moveTo>
                  <a:lnTo>
                    <a:pt x="929325" y="80092"/>
                  </a:lnTo>
                  <a:lnTo>
                    <a:pt x="954743" y="72785"/>
                  </a:lnTo>
                  <a:close/>
                  <a:moveTo>
                    <a:pt x="954743" y="72785"/>
                  </a:moveTo>
                  <a:lnTo>
                    <a:pt x="984090" y="31268"/>
                  </a:lnTo>
                  <a:lnTo>
                    <a:pt x="937344" y="42184"/>
                  </a:lnTo>
                  <a:close/>
                  <a:moveTo>
                    <a:pt x="934720" y="38829"/>
                  </a:moveTo>
                  <a:lnTo>
                    <a:pt x="933833" y="43336"/>
                  </a:lnTo>
                  <a:lnTo>
                    <a:pt x="937344" y="42184"/>
                  </a:lnTo>
                  <a:close/>
                  <a:moveTo>
                    <a:pt x="937344" y="42184"/>
                  </a:moveTo>
                  <a:lnTo>
                    <a:pt x="942783" y="6582"/>
                  </a:lnTo>
                  <a:lnTo>
                    <a:pt x="934720" y="38829"/>
                  </a:lnTo>
                  <a:close/>
                  <a:moveTo>
                    <a:pt x="967510" y="0"/>
                  </a:moveTo>
                  <a:lnTo>
                    <a:pt x="942783" y="6582"/>
                  </a:lnTo>
                  <a:lnTo>
                    <a:pt x="937344" y="42184"/>
                  </a:lnTo>
                  <a:close/>
                  <a:moveTo>
                    <a:pt x="984090" y="31268"/>
                  </a:moveTo>
                  <a:lnTo>
                    <a:pt x="967510" y="0"/>
                  </a:lnTo>
                  <a:lnTo>
                    <a:pt x="937344" y="42184"/>
                  </a:lnTo>
                  <a:close/>
                </a:path>
              </a:pathLst>
            </a:custGeom>
            <a:solidFill>
              <a:srgbClr val="D7DEE3"/>
            </a:solidFill>
            <a:ln w="1524">
              <a:solidFill>
                <a:srgbClr val="D7DEE3"/>
              </a:solidFill>
            </a:ln>
          </p:spPr>
        </p:sp>
        <p:sp>
          <p:nvSpPr>
            <p:cNvPr id="186" name="Input_density__185">
              <a:extLst>
                <a:ext uri="{FF2B5EF4-FFF2-40B4-BE49-F238E27FC236}">
                  <a16:creationId xmlns:a16="http://schemas.microsoft.com/office/drawing/2014/main" id="{D0C40203-B1C3-77DB-7A6F-E62C84E9CC14}"/>
                </a:ext>
              </a:extLst>
            </p:cNvPr>
            <p:cNvSpPr>
              <a:spLocks noGrp="1"/>
            </p:cNvSpPr>
            <p:nvPr/>
          </p:nvSpPr>
          <p:spPr>
            <a:xfrm>
              <a:off x="581036" y="1913025"/>
              <a:ext cx="1023418" cy="482041"/>
            </a:xfrm>
            <a:custGeom>
              <a:avLst/>
              <a:gdLst/>
              <a:ahLst/>
              <a:cxnLst/>
              <a:rect l="0" t="0" r="0" b="0"/>
              <a:pathLst>
                <a:path w="1023418" h="482041">
                  <a:moveTo>
                    <a:pt x="60968" y="341650"/>
                  </a:moveTo>
                  <a:lnTo>
                    <a:pt x="92043" y="330244"/>
                  </a:lnTo>
                  <a:lnTo>
                    <a:pt x="76803" y="336993"/>
                  </a:lnTo>
                  <a:close/>
                  <a:moveTo>
                    <a:pt x="0" y="270626"/>
                  </a:moveTo>
                  <a:lnTo>
                    <a:pt x="33378" y="270845"/>
                  </a:lnTo>
                  <a:lnTo>
                    <a:pt x="4452" y="271014"/>
                  </a:lnTo>
                  <a:close/>
                  <a:moveTo>
                    <a:pt x="318387" y="224756"/>
                  </a:moveTo>
                  <a:lnTo>
                    <a:pt x="329597" y="246066"/>
                  </a:lnTo>
                  <a:lnTo>
                    <a:pt x="325636" y="241939"/>
                  </a:lnTo>
                  <a:close/>
                  <a:moveTo>
                    <a:pt x="317348" y="228640"/>
                  </a:moveTo>
                  <a:lnTo>
                    <a:pt x="316846" y="269067"/>
                  </a:lnTo>
                  <a:lnTo>
                    <a:pt x="318387" y="224756"/>
                  </a:lnTo>
                  <a:close/>
                  <a:moveTo>
                    <a:pt x="299422" y="161614"/>
                  </a:moveTo>
                  <a:lnTo>
                    <a:pt x="317943" y="188001"/>
                  </a:lnTo>
                  <a:lnTo>
                    <a:pt x="293448" y="153848"/>
                  </a:lnTo>
                  <a:close/>
                  <a:moveTo>
                    <a:pt x="577508" y="482041"/>
                  </a:moveTo>
                  <a:lnTo>
                    <a:pt x="591874" y="476486"/>
                  </a:lnTo>
                  <a:lnTo>
                    <a:pt x="548006" y="468150"/>
                  </a:lnTo>
                  <a:close/>
                  <a:moveTo>
                    <a:pt x="548006" y="468150"/>
                  </a:moveTo>
                  <a:lnTo>
                    <a:pt x="591874" y="476486"/>
                  </a:lnTo>
                  <a:lnTo>
                    <a:pt x="603124" y="453442"/>
                  </a:lnTo>
                  <a:close/>
                  <a:moveTo>
                    <a:pt x="611031" y="416164"/>
                  </a:moveTo>
                  <a:lnTo>
                    <a:pt x="603124" y="453442"/>
                  </a:lnTo>
                  <a:lnTo>
                    <a:pt x="611163" y="428102"/>
                  </a:lnTo>
                  <a:close/>
                  <a:moveTo>
                    <a:pt x="615939" y="405145"/>
                  </a:moveTo>
                  <a:lnTo>
                    <a:pt x="611031" y="416164"/>
                  </a:lnTo>
                  <a:lnTo>
                    <a:pt x="641518" y="376205"/>
                  </a:lnTo>
                  <a:close/>
                  <a:moveTo>
                    <a:pt x="606656" y="410919"/>
                  </a:moveTo>
                  <a:lnTo>
                    <a:pt x="611031" y="416164"/>
                  </a:lnTo>
                  <a:lnTo>
                    <a:pt x="615939" y="405145"/>
                  </a:lnTo>
                  <a:close/>
                  <a:moveTo>
                    <a:pt x="546611" y="300654"/>
                  </a:moveTo>
                  <a:lnTo>
                    <a:pt x="522096" y="303437"/>
                  </a:lnTo>
                  <a:lnTo>
                    <a:pt x="518607" y="302886"/>
                  </a:lnTo>
                  <a:close/>
                  <a:moveTo>
                    <a:pt x="641518" y="376205"/>
                  </a:moveTo>
                  <a:lnTo>
                    <a:pt x="647912" y="368522"/>
                  </a:lnTo>
                  <a:lnTo>
                    <a:pt x="632598" y="371223"/>
                  </a:lnTo>
                  <a:close/>
                  <a:moveTo>
                    <a:pt x="615939" y="405145"/>
                  </a:moveTo>
                  <a:lnTo>
                    <a:pt x="641518" y="376205"/>
                  </a:lnTo>
                  <a:lnTo>
                    <a:pt x="632598" y="371223"/>
                  </a:lnTo>
                  <a:close/>
                  <a:moveTo>
                    <a:pt x="671532" y="356981"/>
                  </a:moveTo>
                  <a:lnTo>
                    <a:pt x="701783" y="396561"/>
                  </a:lnTo>
                  <a:lnTo>
                    <a:pt x="696824" y="393736"/>
                  </a:lnTo>
                  <a:close/>
                  <a:moveTo>
                    <a:pt x="641518" y="376205"/>
                  </a:moveTo>
                  <a:lnTo>
                    <a:pt x="701783" y="396561"/>
                  </a:lnTo>
                  <a:lnTo>
                    <a:pt x="671532" y="356981"/>
                  </a:lnTo>
                  <a:close/>
                  <a:moveTo>
                    <a:pt x="701292" y="352213"/>
                  </a:moveTo>
                  <a:lnTo>
                    <a:pt x="714877" y="385916"/>
                  </a:lnTo>
                  <a:lnTo>
                    <a:pt x="708481" y="393736"/>
                  </a:lnTo>
                  <a:close/>
                  <a:moveTo>
                    <a:pt x="804370" y="54106"/>
                  </a:moveTo>
                  <a:lnTo>
                    <a:pt x="784978" y="87531"/>
                  </a:lnTo>
                  <a:lnTo>
                    <a:pt x="802462" y="100405"/>
                  </a:lnTo>
                  <a:close/>
                  <a:moveTo>
                    <a:pt x="836285" y="50534"/>
                  </a:moveTo>
                  <a:lnTo>
                    <a:pt x="838512" y="53438"/>
                  </a:lnTo>
                  <a:lnTo>
                    <a:pt x="842439" y="51862"/>
                  </a:lnTo>
                  <a:close/>
                  <a:moveTo>
                    <a:pt x="820188" y="64878"/>
                  </a:moveTo>
                  <a:lnTo>
                    <a:pt x="836285" y="50534"/>
                  </a:lnTo>
                  <a:lnTo>
                    <a:pt x="807199" y="44680"/>
                  </a:lnTo>
                  <a:close/>
                  <a:moveTo>
                    <a:pt x="807199" y="44680"/>
                  </a:moveTo>
                  <a:lnTo>
                    <a:pt x="804370" y="54106"/>
                  </a:lnTo>
                  <a:lnTo>
                    <a:pt x="820188" y="64878"/>
                  </a:lnTo>
                  <a:close/>
                  <a:moveTo>
                    <a:pt x="856720" y="33351"/>
                  </a:moveTo>
                  <a:lnTo>
                    <a:pt x="836285" y="50534"/>
                  </a:lnTo>
                  <a:lnTo>
                    <a:pt x="842439" y="51862"/>
                  </a:lnTo>
                  <a:close/>
                  <a:moveTo>
                    <a:pt x="842439" y="51862"/>
                  </a:moveTo>
                  <a:lnTo>
                    <a:pt x="875533" y="51017"/>
                  </a:lnTo>
                  <a:lnTo>
                    <a:pt x="899643" y="44953"/>
                  </a:lnTo>
                  <a:close/>
                  <a:moveTo>
                    <a:pt x="899643" y="44953"/>
                  </a:moveTo>
                  <a:lnTo>
                    <a:pt x="875533" y="51017"/>
                  </a:lnTo>
                  <a:lnTo>
                    <a:pt x="936183" y="56994"/>
                  </a:lnTo>
                  <a:close/>
                  <a:moveTo>
                    <a:pt x="958003" y="42367"/>
                  </a:moveTo>
                  <a:lnTo>
                    <a:pt x="936183" y="56994"/>
                  </a:lnTo>
                  <a:lnTo>
                    <a:pt x="991698" y="43769"/>
                  </a:lnTo>
                  <a:close/>
                  <a:moveTo>
                    <a:pt x="1023418" y="11466"/>
                  </a:moveTo>
                  <a:lnTo>
                    <a:pt x="1004201" y="0"/>
                  </a:lnTo>
                  <a:lnTo>
                    <a:pt x="991698" y="43769"/>
                  </a:lnTo>
                  <a:close/>
                </a:path>
              </a:pathLst>
            </a:custGeom>
            <a:solidFill>
              <a:srgbClr val="B5C1C9"/>
            </a:solidFill>
            <a:ln w="1524">
              <a:solidFill>
                <a:srgbClr val="B5C1C9"/>
              </a:solidFill>
            </a:ln>
          </p:spPr>
        </p:sp>
        <p:sp>
          <p:nvSpPr>
            <p:cNvPr id="187" name="Input_density__186">
              <a:extLst>
                <a:ext uri="{FF2B5EF4-FFF2-40B4-BE49-F238E27FC236}">
                  <a16:creationId xmlns:a16="http://schemas.microsoft.com/office/drawing/2014/main" id="{B3BFC36A-B61B-FE00-14E9-A3902D1A3FBD}"/>
                </a:ext>
              </a:extLst>
            </p:cNvPr>
            <p:cNvSpPr>
              <a:spLocks noGrp="1"/>
            </p:cNvSpPr>
            <p:nvPr/>
          </p:nvSpPr>
          <p:spPr>
            <a:xfrm>
              <a:off x="585488" y="1967132"/>
              <a:ext cx="809372" cy="345439"/>
            </a:xfrm>
            <a:custGeom>
              <a:avLst/>
              <a:gdLst/>
              <a:ahLst/>
              <a:cxnLst/>
              <a:rect l="0" t="0" r="0" b="0"/>
              <a:pathLst>
                <a:path w="809372" h="345439">
                  <a:moveTo>
                    <a:pt x="28926" y="216738"/>
                  </a:moveTo>
                  <a:lnTo>
                    <a:pt x="37541" y="213475"/>
                  </a:lnTo>
                  <a:lnTo>
                    <a:pt x="0" y="216907"/>
                  </a:lnTo>
                  <a:close/>
                  <a:moveTo>
                    <a:pt x="60938" y="104960"/>
                  </a:moveTo>
                  <a:lnTo>
                    <a:pt x="60321" y="111935"/>
                  </a:lnTo>
                  <a:lnTo>
                    <a:pt x="71560" y="87516"/>
                  </a:lnTo>
                  <a:close/>
                  <a:moveTo>
                    <a:pt x="676628" y="345439"/>
                  </a:moveTo>
                  <a:lnTo>
                    <a:pt x="697331" y="342455"/>
                  </a:lnTo>
                  <a:lnTo>
                    <a:pt x="637066" y="322099"/>
                  </a:lnTo>
                  <a:close/>
                  <a:moveTo>
                    <a:pt x="704029" y="339629"/>
                  </a:moveTo>
                  <a:lnTo>
                    <a:pt x="697331" y="342455"/>
                  </a:lnTo>
                  <a:lnTo>
                    <a:pt x="705316" y="302874"/>
                  </a:lnTo>
                  <a:close/>
                  <a:moveTo>
                    <a:pt x="667079" y="302874"/>
                  </a:moveTo>
                  <a:lnTo>
                    <a:pt x="692371" y="339629"/>
                  </a:lnTo>
                  <a:lnTo>
                    <a:pt x="710424" y="331810"/>
                  </a:lnTo>
                  <a:close/>
                  <a:moveTo>
                    <a:pt x="800067" y="50366"/>
                  </a:moveTo>
                  <a:lnTo>
                    <a:pt x="799918" y="0"/>
                  </a:lnTo>
                  <a:lnTo>
                    <a:pt x="798010" y="46298"/>
                  </a:lnTo>
                  <a:close/>
                  <a:moveTo>
                    <a:pt x="809372" y="13611"/>
                  </a:moveTo>
                  <a:lnTo>
                    <a:pt x="799918" y="0"/>
                  </a:lnTo>
                  <a:lnTo>
                    <a:pt x="800067" y="50366"/>
                  </a:lnTo>
                  <a:close/>
                </a:path>
              </a:pathLst>
            </a:custGeom>
            <a:solidFill>
              <a:srgbClr val="AEBAC4"/>
            </a:solidFill>
            <a:ln w="1524">
              <a:solidFill>
                <a:srgbClr val="AEBAC4"/>
              </a:solidFill>
            </a:ln>
          </p:spPr>
        </p:sp>
        <p:sp>
          <p:nvSpPr>
            <p:cNvPr id="188" name="Input_density__187">
              <a:extLst>
                <a:ext uri="{FF2B5EF4-FFF2-40B4-BE49-F238E27FC236}">
                  <a16:creationId xmlns:a16="http://schemas.microsoft.com/office/drawing/2014/main" id="{CDF17322-454E-7D0D-EA60-033A2382DB95}"/>
                </a:ext>
              </a:extLst>
            </p:cNvPr>
            <p:cNvSpPr>
              <a:spLocks noGrp="1"/>
            </p:cNvSpPr>
            <p:nvPr/>
          </p:nvSpPr>
          <p:spPr>
            <a:xfrm>
              <a:off x="609531" y="1940897"/>
              <a:ext cx="841465" cy="431394"/>
            </a:xfrm>
            <a:custGeom>
              <a:avLst/>
              <a:gdLst/>
              <a:ahLst/>
              <a:cxnLst/>
              <a:rect l="0" t="0" r="0" b="0"/>
              <a:pathLst>
                <a:path w="841465" h="431394">
                  <a:moveTo>
                    <a:pt x="38804" y="302373"/>
                  </a:moveTo>
                  <a:lnTo>
                    <a:pt x="32473" y="313779"/>
                  </a:lnTo>
                  <a:lnTo>
                    <a:pt x="48308" y="309122"/>
                  </a:lnTo>
                  <a:close/>
                  <a:moveTo>
                    <a:pt x="36923" y="294922"/>
                  </a:moveTo>
                  <a:lnTo>
                    <a:pt x="27685" y="290584"/>
                  </a:lnTo>
                  <a:lnTo>
                    <a:pt x="48308" y="309122"/>
                  </a:lnTo>
                  <a:close/>
                  <a:moveTo>
                    <a:pt x="38804" y="302373"/>
                  </a:moveTo>
                  <a:lnTo>
                    <a:pt x="27685" y="290584"/>
                  </a:lnTo>
                  <a:lnTo>
                    <a:pt x="4058" y="265045"/>
                  </a:lnTo>
                  <a:close/>
                  <a:moveTo>
                    <a:pt x="0" y="248435"/>
                  </a:moveTo>
                  <a:lnTo>
                    <a:pt x="2114" y="260988"/>
                  </a:lnTo>
                  <a:lnTo>
                    <a:pt x="4058" y="265045"/>
                  </a:lnTo>
                  <a:close/>
                  <a:moveTo>
                    <a:pt x="122630" y="321944"/>
                  </a:moveTo>
                  <a:lnTo>
                    <a:pt x="150519" y="345911"/>
                  </a:lnTo>
                  <a:lnTo>
                    <a:pt x="113519" y="319725"/>
                  </a:lnTo>
                  <a:close/>
                  <a:moveTo>
                    <a:pt x="196627" y="297516"/>
                  </a:moveTo>
                  <a:lnTo>
                    <a:pt x="200248" y="258646"/>
                  </a:lnTo>
                  <a:lnTo>
                    <a:pt x="193951" y="304761"/>
                  </a:lnTo>
                  <a:close/>
                  <a:moveTo>
                    <a:pt x="184616" y="250823"/>
                  </a:moveTo>
                  <a:lnTo>
                    <a:pt x="217876" y="280756"/>
                  </a:lnTo>
                  <a:lnTo>
                    <a:pt x="193951" y="304761"/>
                  </a:lnTo>
                  <a:close/>
                  <a:moveTo>
                    <a:pt x="254759" y="241417"/>
                  </a:moveTo>
                  <a:lnTo>
                    <a:pt x="250980" y="287578"/>
                  </a:lnTo>
                  <a:lnTo>
                    <a:pt x="231124" y="234080"/>
                  </a:lnTo>
                  <a:close/>
                  <a:moveTo>
                    <a:pt x="253270" y="287375"/>
                  </a:moveTo>
                  <a:lnTo>
                    <a:pt x="250980" y="287578"/>
                  </a:lnTo>
                  <a:lnTo>
                    <a:pt x="254759" y="241417"/>
                  </a:lnTo>
                  <a:close/>
                  <a:moveTo>
                    <a:pt x="288854" y="200768"/>
                  </a:moveTo>
                  <a:lnTo>
                    <a:pt x="254759" y="241417"/>
                  </a:lnTo>
                  <a:lnTo>
                    <a:pt x="238673" y="233937"/>
                  </a:lnTo>
                  <a:close/>
                  <a:moveTo>
                    <a:pt x="542868" y="431394"/>
                  </a:moveTo>
                  <a:lnTo>
                    <a:pt x="574630" y="425571"/>
                  </a:lnTo>
                  <a:lnTo>
                    <a:pt x="561358" y="404321"/>
                  </a:lnTo>
                  <a:close/>
                  <a:moveTo>
                    <a:pt x="569501" y="371802"/>
                  </a:moveTo>
                  <a:lnTo>
                    <a:pt x="561358" y="404321"/>
                  </a:lnTo>
                  <a:lnTo>
                    <a:pt x="578161" y="383048"/>
                  </a:lnTo>
                  <a:close/>
                  <a:moveTo>
                    <a:pt x="569331" y="337920"/>
                  </a:moveTo>
                  <a:lnTo>
                    <a:pt x="578161" y="383048"/>
                  </a:lnTo>
                  <a:lnTo>
                    <a:pt x="587444" y="377274"/>
                  </a:lnTo>
                  <a:close/>
                  <a:moveTo>
                    <a:pt x="610675" y="320670"/>
                  </a:moveTo>
                  <a:lnTo>
                    <a:pt x="604103" y="343351"/>
                  </a:lnTo>
                  <a:lnTo>
                    <a:pt x="627828" y="329109"/>
                  </a:lnTo>
                  <a:close/>
                  <a:moveTo>
                    <a:pt x="610675" y="320670"/>
                  </a:moveTo>
                  <a:lnTo>
                    <a:pt x="632312" y="324242"/>
                  </a:lnTo>
                  <a:lnTo>
                    <a:pt x="614202" y="284902"/>
                  </a:lnTo>
                  <a:close/>
                  <a:moveTo>
                    <a:pt x="540002" y="74213"/>
                  </a:moveTo>
                  <a:lnTo>
                    <a:pt x="522730" y="91396"/>
                  </a:lnTo>
                  <a:lnTo>
                    <a:pt x="544809" y="53820"/>
                  </a:lnTo>
                  <a:close/>
                  <a:moveTo>
                    <a:pt x="599861" y="38865"/>
                  </a:moveTo>
                  <a:lnTo>
                    <a:pt x="567934" y="59847"/>
                  </a:lnTo>
                  <a:lnTo>
                    <a:pt x="544809" y="53820"/>
                  </a:lnTo>
                  <a:close/>
                  <a:moveTo>
                    <a:pt x="656837" y="39846"/>
                  </a:moveTo>
                  <a:lnTo>
                    <a:pt x="638276" y="57917"/>
                  </a:lnTo>
                  <a:lnTo>
                    <a:pt x="660064" y="43169"/>
                  </a:lnTo>
                  <a:close/>
                  <a:moveTo>
                    <a:pt x="656837" y="39846"/>
                  </a:moveTo>
                  <a:lnTo>
                    <a:pt x="637101" y="57029"/>
                  </a:lnTo>
                  <a:lnTo>
                    <a:pt x="638276" y="57917"/>
                  </a:lnTo>
                  <a:close/>
                  <a:moveTo>
                    <a:pt x="637101" y="57029"/>
                  </a:moveTo>
                  <a:lnTo>
                    <a:pt x="656837" y="39846"/>
                  </a:lnTo>
                  <a:lnTo>
                    <a:pt x="599861" y="38865"/>
                  </a:lnTo>
                  <a:close/>
                  <a:moveTo>
                    <a:pt x="656837" y="39846"/>
                  </a:moveTo>
                  <a:lnTo>
                    <a:pt x="624040" y="33058"/>
                  </a:lnTo>
                  <a:lnTo>
                    <a:pt x="599861" y="38865"/>
                  </a:lnTo>
                  <a:close/>
                  <a:moveTo>
                    <a:pt x="763613" y="98610"/>
                  </a:moveTo>
                  <a:lnTo>
                    <a:pt x="756483" y="59660"/>
                  </a:lnTo>
                  <a:lnTo>
                    <a:pt x="764440" y="96173"/>
                  </a:lnTo>
                  <a:close/>
                  <a:moveTo>
                    <a:pt x="828226" y="5479"/>
                  </a:moveTo>
                  <a:lnTo>
                    <a:pt x="835900" y="9871"/>
                  </a:lnTo>
                  <a:lnTo>
                    <a:pt x="841465" y="0"/>
                  </a:lnTo>
                  <a:close/>
                </a:path>
              </a:pathLst>
            </a:custGeom>
            <a:solidFill>
              <a:srgbClr val="BCC7CF"/>
            </a:solidFill>
            <a:ln w="1524">
              <a:solidFill>
                <a:srgbClr val="BCC7CF"/>
              </a:solidFill>
            </a:ln>
          </p:spPr>
        </p:sp>
        <p:sp>
          <p:nvSpPr>
            <p:cNvPr id="189" name="Input_density__188">
              <a:extLst>
                <a:ext uri="{FF2B5EF4-FFF2-40B4-BE49-F238E27FC236}">
                  <a16:creationId xmlns:a16="http://schemas.microsoft.com/office/drawing/2014/main" id="{360C1605-E31C-AA70-1B76-9E741CA86FE1}"/>
                </a:ext>
              </a:extLst>
            </p:cNvPr>
            <p:cNvSpPr>
              <a:spLocks noGrp="1"/>
            </p:cNvSpPr>
            <p:nvPr/>
          </p:nvSpPr>
          <p:spPr>
            <a:xfrm>
              <a:off x="588542" y="1912436"/>
              <a:ext cx="964101" cy="459854"/>
            </a:xfrm>
            <a:custGeom>
              <a:avLst/>
              <a:gdLst/>
              <a:ahLst/>
              <a:cxnLst/>
              <a:rect l="0" t="0" r="0" b="0"/>
              <a:pathLst>
                <a:path w="964101" h="459854">
                  <a:moveTo>
                    <a:pt x="152035" y="361025"/>
                  </a:moveTo>
                  <a:lnTo>
                    <a:pt x="171508" y="374372"/>
                  </a:lnTo>
                  <a:lnTo>
                    <a:pt x="143619" y="350405"/>
                  </a:lnTo>
                  <a:close/>
                  <a:moveTo>
                    <a:pt x="0" y="257324"/>
                  </a:moveTo>
                  <a:lnTo>
                    <a:pt x="23103" y="289449"/>
                  </a:lnTo>
                  <a:lnTo>
                    <a:pt x="20989" y="276895"/>
                  </a:lnTo>
                  <a:close/>
                  <a:moveTo>
                    <a:pt x="211189" y="398157"/>
                  </a:moveTo>
                  <a:lnTo>
                    <a:pt x="217293" y="379807"/>
                  </a:lnTo>
                  <a:lnTo>
                    <a:pt x="186765" y="387160"/>
                  </a:lnTo>
                  <a:close/>
                  <a:moveTo>
                    <a:pt x="217383" y="334986"/>
                  </a:moveTo>
                  <a:lnTo>
                    <a:pt x="214939" y="333222"/>
                  </a:lnTo>
                  <a:lnTo>
                    <a:pt x="171508" y="374372"/>
                  </a:lnTo>
                  <a:close/>
                  <a:moveTo>
                    <a:pt x="171508" y="374372"/>
                  </a:moveTo>
                  <a:lnTo>
                    <a:pt x="186765" y="387160"/>
                  </a:lnTo>
                  <a:lnTo>
                    <a:pt x="217293" y="379807"/>
                  </a:lnTo>
                  <a:close/>
                  <a:moveTo>
                    <a:pt x="217293" y="379807"/>
                  </a:moveTo>
                  <a:lnTo>
                    <a:pt x="217383" y="334986"/>
                  </a:lnTo>
                  <a:lnTo>
                    <a:pt x="171508" y="374372"/>
                  </a:lnTo>
                  <a:close/>
                  <a:moveTo>
                    <a:pt x="254832" y="376376"/>
                  </a:moveTo>
                  <a:lnTo>
                    <a:pt x="224081" y="333222"/>
                  </a:lnTo>
                  <a:lnTo>
                    <a:pt x="217383" y="334986"/>
                  </a:lnTo>
                  <a:close/>
                  <a:moveTo>
                    <a:pt x="254832" y="376376"/>
                  </a:moveTo>
                  <a:lnTo>
                    <a:pt x="217383" y="334986"/>
                  </a:lnTo>
                  <a:lnTo>
                    <a:pt x="217293" y="379807"/>
                  </a:lnTo>
                  <a:close/>
                  <a:moveTo>
                    <a:pt x="217383" y="334986"/>
                  </a:moveTo>
                  <a:lnTo>
                    <a:pt x="224081" y="333222"/>
                  </a:lnTo>
                  <a:lnTo>
                    <a:pt x="217616" y="325977"/>
                  </a:lnTo>
                  <a:close/>
                  <a:moveTo>
                    <a:pt x="214939" y="333222"/>
                  </a:moveTo>
                  <a:lnTo>
                    <a:pt x="217383" y="334986"/>
                  </a:lnTo>
                  <a:lnTo>
                    <a:pt x="217616" y="325977"/>
                  </a:lnTo>
                  <a:close/>
                  <a:moveTo>
                    <a:pt x="214939" y="333222"/>
                  </a:moveTo>
                  <a:lnTo>
                    <a:pt x="221236" y="287107"/>
                  </a:lnTo>
                  <a:lnTo>
                    <a:pt x="205605" y="279284"/>
                  </a:lnTo>
                  <a:close/>
                  <a:moveTo>
                    <a:pt x="273842" y="316174"/>
                  </a:moveTo>
                  <a:lnTo>
                    <a:pt x="224081" y="333222"/>
                  </a:lnTo>
                  <a:lnTo>
                    <a:pt x="259922" y="359579"/>
                  </a:lnTo>
                  <a:close/>
                  <a:moveTo>
                    <a:pt x="224081" y="333222"/>
                  </a:moveTo>
                  <a:lnTo>
                    <a:pt x="273842" y="316174"/>
                  </a:lnTo>
                  <a:lnTo>
                    <a:pt x="221236" y="287107"/>
                  </a:lnTo>
                  <a:close/>
                  <a:moveTo>
                    <a:pt x="224081" y="333222"/>
                  </a:moveTo>
                  <a:lnTo>
                    <a:pt x="221236" y="287107"/>
                  </a:lnTo>
                  <a:lnTo>
                    <a:pt x="217616" y="325977"/>
                  </a:lnTo>
                  <a:close/>
                  <a:moveTo>
                    <a:pt x="307250" y="316102"/>
                  </a:moveTo>
                  <a:lnTo>
                    <a:pt x="273842" y="316174"/>
                  </a:lnTo>
                  <a:lnTo>
                    <a:pt x="259922" y="359579"/>
                  </a:lnTo>
                  <a:close/>
                  <a:moveTo>
                    <a:pt x="178017" y="250408"/>
                  </a:moveTo>
                  <a:lnTo>
                    <a:pt x="205605" y="279284"/>
                  </a:lnTo>
                  <a:lnTo>
                    <a:pt x="221236" y="287107"/>
                  </a:lnTo>
                  <a:close/>
                  <a:moveTo>
                    <a:pt x="147657" y="205774"/>
                  </a:moveTo>
                  <a:lnTo>
                    <a:pt x="156923" y="223635"/>
                  </a:lnTo>
                  <a:lnTo>
                    <a:pt x="155458" y="222957"/>
                  </a:lnTo>
                  <a:close/>
                  <a:moveTo>
                    <a:pt x="225343" y="239021"/>
                  </a:moveTo>
                  <a:lnTo>
                    <a:pt x="275748" y="269878"/>
                  </a:lnTo>
                  <a:lnTo>
                    <a:pt x="253262" y="262100"/>
                  </a:lnTo>
                  <a:close/>
                  <a:moveTo>
                    <a:pt x="232514" y="242529"/>
                  </a:moveTo>
                  <a:lnTo>
                    <a:pt x="275748" y="269878"/>
                  </a:lnTo>
                  <a:lnTo>
                    <a:pt x="225343" y="239021"/>
                  </a:lnTo>
                  <a:close/>
                  <a:moveTo>
                    <a:pt x="259662" y="262397"/>
                  </a:moveTo>
                  <a:lnTo>
                    <a:pt x="275748" y="269878"/>
                  </a:lnTo>
                  <a:lnTo>
                    <a:pt x="232514" y="242529"/>
                  </a:lnTo>
                  <a:close/>
                  <a:moveTo>
                    <a:pt x="209903" y="188590"/>
                  </a:moveTo>
                  <a:lnTo>
                    <a:pt x="207340" y="205774"/>
                  </a:lnTo>
                  <a:lnTo>
                    <a:pt x="229821" y="225345"/>
                  </a:lnTo>
                  <a:close/>
                  <a:moveTo>
                    <a:pt x="209903" y="188590"/>
                  </a:moveTo>
                  <a:lnTo>
                    <a:pt x="207718" y="192765"/>
                  </a:lnTo>
                  <a:lnTo>
                    <a:pt x="207340" y="205774"/>
                  </a:lnTo>
                  <a:close/>
                  <a:moveTo>
                    <a:pt x="216382" y="112065"/>
                  </a:moveTo>
                  <a:lnTo>
                    <a:pt x="268931" y="134652"/>
                  </a:lnTo>
                  <a:lnTo>
                    <a:pt x="271179" y="139351"/>
                  </a:lnTo>
                  <a:close/>
                  <a:moveTo>
                    <a:pt x="182356" y="67892"/>
                  </a:moveTo>
                  <a:lnTo>
                    <a:pt x="141749" y="73816"/>
                  </a:lnTo>
                  <a:lnTo>
                    <a:pt x="177888" y="115080"/>
                  </a:lnTo>
                  <a:close/>
                  <a:moveTo>
                    <a:pt x="183780" y="115080"/>
                  </a:moveTo>
                  <a:lnTo>
                    <a:pt x="216382" y="112065"/>
                  </a:lnTo>
                  <a:lnTo>
                    <a:pt x="182356" y="67892"/>
                  </a:lnTo>
                  <a:close/>
                  <a:moveTo>
                    <a:pt x="561531" y="411508"/>
                  </a:moveTo>
                  <a:lnTo>
                    <a:pt x="563856" y="459854"/>
                  </a:lnTo>
                  <a:lnTo>
                    <a:pt x="582347" y="432781"/>
                  </a:lnTo>
                  <a:close/>
                  <a:moveTo>
                    <a:pt x="561531" y="411508"/>
                  </a:moveTo>
                  <a:lnTo>
                    <a:pt x="582347" y="432781"/>
                  </a:lnTo>
                  <a:lnTo>
                    <a:pt x="590490" y="400263"/>
                  </a:lnTo>
                  <a:close/>
                  <a:moveTo>
                    <a:pt x="590490" y="400263"/>
                  </a:moveTo>
                  <a:lnTo>
                    <a:pt x="599150" y="411508"/>
                  </a:lnTo>
                  <a:lnTo>
                    <a:pt x="590319" y="366380"/>
                  </a:lnTo>
                  <a:close/>
                  <a:moveTo>
                    <a:pt x="590319" y="366380"/>
                  </a:moveTo>
                  <a:lnTo>
                    <a:pt x="608433" y="405735"/>
                  </a:lnTo>
                  <a:lnTo>
                    <a:pt x="625092" y="371812"/>
                  </a:lnTo>
                  <a:close/>
                  <a:moveTo>
                    <a:pt x="631663" y="349131"/>
                  </a:moveTo>
                  <a:lnTo>
                    <a:pt x="590319" y="366380"/>
                  </a:lnTo>
                  <a:lnTo>
                    <a:pt x="625092" y="371812"/>
                  </a:lnTo>
                  <a:close/>
                  <a:moveTo>
                    <a:pt x="635191" y="313362"/>
                  </a:moveTo>
                  <a:lnTo>
                    <a:pt x="600282" y="307419"/>
                  </a:lnTo>
                  <a:lnTo>
                    <a:pt x="582814" y="320815"/>
                  </a:lnTo>
                  <a:close/>
                  <a:moveTo>
                    <a:pt x="635191" y="313362"/>
                  </a:moveTo>
                  <a:lnTo>
                    <a:pt x="655014" y="312488"/>
                  </a:lnTo>
                  <a:lnTo>
                    <a:pt x="639355" y="303632"/>
                  </a:lnTo>
                  <a:close/>
                  <a:moveTo>
                    <a:pt x="635191" y="313362"/>
                  </a:moveTo>
                  <a:lnTo>
                    <a:pt x="653300" y="352703"/>
                  </a:lnTo>
                  <a:lnTo>
                    <a:pt x="655014" y="312488"/>
                  </a:lnTo>
                  <a:close/>
                  <a:moveTo>
                    <a:pt x="648817" y="357570"/>
                  </a:moveTo>
                  <a:lnTo>
                    <a:pt x="653300" y="352703"/>
                  </a:lnTo>
                  <a:lnTo>
                    <a:pt x="631663" y="349131"/>
                  </a:lnTo>
                  <a:close/>
                  <a:moveTo>
                    <a:pt x="582814" y="320815"/>
                  </a:moveTo>
                  <a:lnTo>
                    <a:pt x="597748" y="304868"/>
                  </a:lnTo>
                  <a:lnTo>
                    <a:pt x="629307" y="291363"/>
                  </a:lnTo>
                  <a:close/>
                  <a:moveTo>
                    <a:pt x="629307" y="291363"/>
                  </a:moveTo>
                  <a:lnTo>
                    <a:pt x="610459" y="276875"/>
                  </a:lnTo>
                  <a:lnTo>
                    <a:pt x="582322" y="284060"/>
                  </a:lnTo>
                  <a:close/>
                  <a:moveTo>
                    <a:pt x="629307" y="291363"/>
                  </a:moveTo>
                  <a:lnTo>
                    <a:pt x="639355" y="303632"/>
                  </a:lnTo>
                  <a:lnTo>
                    <a:pt x="610459" y="276875"/>
                  </a:lnTo>
                  <a:close/>
                  <a:moveTo>
                    <a:pt x="639355" y="303632"/>
                  </a:moveTo>
                  <a:lnTo>
                    <a:pt x="655014" y="312488"/>
                  </a:lnTo>
                  <a:lnTo>
                    <a:pt x="610459" y="276875"/>
                  </a:lnTo>
                  <a:close/>
                  <a:moveTo>
                    <a:pt x="635191" y="313362"/>
                  </a:moveTo>
                  <a:lnTo>
                    <a:pt x="639355" y="303632"/>
                  </a:lnTo>
                  <a:lnTo>
                    <a:pt x="638254" y="299026"/>
                  </a:lnTo>
                  <a:close/>
                  <a:moveTo>
                    <a:pt x="638254" y="299026"/>
                  </a:moveTo>
                  <a:lnTo>
                    <a:pt x="639355" y="303632"/>
                  </a:lnTo>
                  <a:lnTo>
                    <a:pt x="629307" y="291363"/>
                  </a:lnTo>
                  <a:close/>
                  <a:moveTo>
                    <a:pt x="598800" y="102673"/>
                  </a:moveTo>
                  <a:lnTo>
                    <a:pt x="606332" y="101242"/>
                  </a:lnTo>
                  <a:lnTo>
                    <a:pt x="620849" y="67326"/>
                  </a:lnTo>
                  <a:close/>
                  <a:moveTo>
                    <a:pt x="565798" y="82281"/>
                  </a:moveTo>
                  <a:lnTo>
                    <a:pt x="598800" y="102673"/>
                  </a:lnTo>
                  <a:lnTo>
                    <a:pt x="620849" y="67326"/>
                  </a:lnTo>
                  <a:close/>
                  <a:moveTo>
                    <a:pt x="606332" y="101242"/>
                  </a:moveTo>
                  <a:lnTo>
                    <a:pt x="658090" y="85490"/>
                  </a:lnTo>
                  <a:lnTo>
                    <a:pt x="620849" y="67326"/>
                  </a:lnTo>
                  <a:close/>
                  <a:moveTo>
                    <a:pt x="699891" y="113698"/>
                  </a:moveTo>
                  <a:lnTo>
                    <a:pt x="701188" y="105062"/>
                  </a:lnTo>
                  <a:lnTo>
                    <a:pt x="681052" y="71629"/>
                  </a:lnTo>
                  <a:close/>
                  <a:moveTo>
                    <a:pt x="699891" y="113698"/>
                  </a:moveTo>
                  <a:lnTo>
                    <a:pt x="681052" y="71629"/>
                  </a:lnTo>
                  <a:lnTo>
                    <a:pt x="659264" y="86377"/>
                  </a:lnTo>
                  <a:close/>
                  <a:moveTo>
                    <a:pt x="777472" y="88120"/>
                  </a:moveTo>
                  <a:lnTo>
                    <a:pt x="774606" y="87878"/>
                  </a:lnTo>
                  <a:lnTo>
                    <a:pt x="785429" y="124633"/>
                  </a:lnTo>
                  <a:close/>
                  <a:moveTo>
                    <a:pt x="787692" y="51123"/>
                  </a:moveTo>
                  <a:lnTo>
                    <a:pt x="776789" y="84211"/>
                  </a:lnTo>
                  <a:lnTo>
                    <a:pt x="796864" y="54696"/>
                  </a:lnTo>
                  <a:close/>
                  <a:moveTo>
                    <a:pt x="796864" y="54696"/>
                  </a:moveTo>
                  <a:lnTo>
                    <a:pt x="776789" y="84211"/>
                  </a:lnTo>
                  <a:lnTo>
                    <a:pt x="777472" y="88120"/>
                  </a:lnTo>
                  <a:close/>
                  <a:moveTo>
                    <a:pt x="874787" y="9040"/>
                  </a:moveTo>
                  <a:lnTo>
                    <a:pt x="849214" y="33940"/>
                  </a:lnTo>
                  <a:lnTo>
                    <a:pt x="862454" y="28461"/>
                  </a:lnTo>
                  <a:close/>
                  <a:moveTo>
                    <a:pt x="856888" y="38331"/>
                  </a:moveTo>
                  <a:lnTo>
                    <a:pt x="888464" y="16757"/>
                  </a:lnTo>
                  <a:lnTo>
                    <a:pt x="862454" y="28461"/>
                  </a:lnTo>
                  <a:close/>
                  <a:moveTo>
                    <a:pt x="913562" y="29437"/>
                  </a:moveTo>
                  <a:lnTo>
                    <a:pt x="888464" y="16757"/>
                  </a:lnTo>
                  <a:lnTo>
                    <a:pt x="856888" y="38331"/>
                  </a:lnTo>
                  <a:close/>
                  <a:moveTo>
                    <a:pt x="964101" y="0"/>
                  </a:moveTo>
                  <a:lnTo>
                    <a:pt x="913562" y="29437"/>
                  </a:lnTo>
                  <a:lnTo>
                    <a:pt x="950497" y="42956"/>
                  </a:lnTo>
                  <a:close/>
                </a:path>
              </a:pathLst>
            </a:custGeom>
            <a:solidFill>
              <a:srgbClr val="C2CCD3"/>
            </a:solidFill>
            <a:ln w="1524">
              <a:solidFill>
                <a:srgbClr val="C2CCD3"/>
              </a:solidFill>
            </a:ln>
          </p:spPr>
        </p:sp>
        <p:sp>
          <p:nvSpPr>
            <p:cNvPr id="190" name="Input_density__189">
              <a:extLst>
                <a:ext uri="{FF2B5EF4-FFF2-40B4-BE49-F238E27FC236}">
                  <a16:creationId xmlns:a16="http://schemas.microsoft.com/office/drawing/2014/main" id="{5673AAC0-B2A9-B686-9867-3C7D1AC67E52}"/>
                </a:ext>
              </a:extLst>
            </p:cNvPr>
            <p:cNvSpPr>
              <a:spLocks noGrp="1"/>
            </p:cNvSpPr>
            <p:nvPr/>
          </p:nvSpPr>
          <p:spPr>
            <a:xfrm>
              <a:off x="566145" y="1875254"/>
              <a:ext cx="1019093" cy="497036"/>
            </a:xfrm>
            <a:custGeom>
              <a:avLst/>
              <a:gdLst/>
              <a:ahLst/>
              <a:cxnLst/>
              <a:rect l="0" t="0" r="0" b="0"/>
              <a:pathLst>
                <a:path w="1019093" h="497036">
                  <a:moveTo>
                    <a:pt x="193905" y="411554"/>
                  </a:moveTo>
                  <a:lnTo>
                    <a:pt x="174432" y="398207"/>
                  </a:lnTo>
                  <a:lnTo>
                    <a:pt x="209162" y="424342"/>
                  </a:lnTo>
                  <a:close/>
                  <a:moveTo>
                    <a:pt x="0" y="257750"/>
                  </a:moveTo>
                  <a:lnTo>
                    <a:pt x="22397" y="294505"/>
                  </a:lnTo>
                  <a:lnTo>
                    <a:pt x="31110" y="277322"/>
                  </a:lnTo>
                  <a:close/>
                  <a:moveTo>
                    <a:pt x="243634" y="324288"/>
                  </a:moveTo>
                  <a:lnTo>
                    <a:pt x="296239" y="353356"/>
                  </a:lnTo>
                  <a:lnTo>
                    <a:pt x="282676" y="319635"/>
                  </a:lnTo>
                  <a:close/>
                  <a:moveTo>
                    <a:pt x="329648" y="353284"/>
                  </a:moveTo>
                  <a:lnTo>
                    <a:pt x="282676" y="319635"/>
                  </a:lnTo>
                  <a:lnTo>
                    <a:pt x="296239" y="353356"/>
                  </a:lnTo>
                  <a:close/>
                  <a:moveTo>
                    <a:pt x="218174" y="309876"/>
                  </a:moveTo>
                  <a:lnTo>
                    <a:pt x="228002" y="316465"/>
                  </a:lnTo>
                  <a:lnTo>
                    <a:pt x="200414" y="287590"/>
                  </a:lnTo>
                  <a:close/>
                  <a:moveTo>
                    <a:pt x="200414" y="287590"/>
                  </a:moveTo>
                  <a:lnTo>
                    <a:pt x="243634" y="324288"/>
                  </a:lnTo>
                  <a:lnTo>
                    <a:pt x="226096" y="293799"/>
                  </a:lnTo>
                  <a:close/>
                  <a:moveTo>
                    <a:pt x="200414" y="287590"/>
                  </a:moveTo>
                  <a:lnTo>
                    <a:pt x="179321" y="260817"/>
                  </a:lnTo>
                  <a:lnTo>
                    <a:pt x="176687" y="279791"/>
                  </a:lnTo>
                  <a:close/>
                  <a:moveTo>
                    <a:pt x="200414" y="287590"/>
                  </a:moveTo>
                  <a:lnTo>
                    <a:pt x="238583" y="261604"/>
                  </a:lnTo>
                  <a:lnTo>
                    <a:pt x="183537" y="260139"/>
                  </a:lnTo>
                  <a:close/>
                  <a:moveTo>
                    <a:pt x="183537" y="260139"/>
                  </a:moveTo>
                  <a:lnTo>
                    <a:pt x="179321" y="260817"/>
                  </a:lnTo>
                  <a:lnTo>
                    <a:pt x="200414" y="287590"/>
                  </a:lnTo>
                  <a:close/>
                  <a:moveTo>
                    <a:pt x="238583" y="261604"/>
                  </a:moveTo>
                  <a:lnTo>
                    <a:pt x="254911" y="279710"/>
                  </a:lnTo>
                  <a:lnTo>
                    <a:pt x="247740" y="276203"/>
                  </a:lnTo>
                  <a:close/>
                  <a:moveTo>
                    <a:pt x="252219" y="262527"/>
                  </a:moveTo>
                  <a:lnTo>
                    <a:pt x="238583" y="261604"/>
                  </a:lnTo>
                  <a:lnTo>
                    <a:pt x="247740" y="276203"/>
                  </a:lnTo>
                  <a:close/>
                  <a:moveTo>
                    <a:pt x="238779" y="149247"/>
                  </a:moveTo>
                  <a:lnTo>
                    <a:pt x="293577" y="176532"/>
                  </a:lnTo>
                  <a:lnTo>
                    <a:pt x="281437" y="141655"/>
                  </a:lnTo>
                  <a:close/>
                  <a:moveTo>
                    <a:pt x="204754" y="105073"/>
                  </a:moveTo>
                  <a:lnTo>
                    <a:pt x="237556" y="105494"/>
                  </a:lnTo>
                  <a:lnTo>
                    <a:pt x="230579" y="66419"/>
                  </a:lnTo>
                  <a:close/>
                  <a:moveTo>
                    <a:pt x="583928" y="448690"/>
                  </a:moveTo>
                  <a:lnTo>
                    <a:pt x="558701" y="465873"/>
                  </a:lnTo>
                  <a:lnTo>
                    <a:pt x="586253" y="497036"/>
                  </a:lnTo>
                  <a:close/>
                  <a:moveTo>
                    <a:pt x="583928" y="448690"/>
                  </a:moveTo>
                  <a:lnTo>
                    <a:pt x="612887" y="437445"/>
                  </a:lnTo>
                  <a:lnTo>
                    <a:pt x="602690" y="394752"/>
                  </a:lnTo>
                  <a:close/>
                  <a:moveTo>
                    <a:pt x="654061" y="386312"/>
                  </a:moveTo>
                  <a:lnTo>
                    <a:pt x="657588" y="350544"/>
                  </a:lnTo>
                  <a:lnTo>
                    <a:pt x="605211" y="357997"/>
                  </a:lnTo>
                  <a:close/>
                  <a:moveTo>
                    <a:pt x="620035" y="386887"/>
                  </a:moveTo>
                  <a:lnTo>
                    <a:pt x="654061" y="386312"/>
                  </a:lnTo>
                  <a:lnTo>
                    <a:pt x="605211" y="357997"/>
                  </a:lnTo>
                  <a:close/>
                  <a:moveTo>
                    <a:pt x="604719" y="321242"/>
                  </a:moveTo>
                  <a:lnTo>
                    <a:pt x="605211" y="357997"/>
                  </a:lnTo>
                  <a:lnTo>
                    <a:pt x="651704" y="328545"/>
                  </a:lnTo>
                  <a:close/>
                  <a:moveTo>
                    <a:pt x="721493" y="286875"/>
                  </a:moveTo>
                  <a:lnTo>
                    <a:pt x="714575" y="314457"/>
                  </a:lnTo>
                  <a:lnTo>
                    <a:pt x="702864" y="328977"/>
                  </a:lnTo>
                  <a:close/>
                  <a:moveTo>
                    <a:pt x="729809" y="155171"/>
                  </a:moveTo>
                  <a:lnTo>
                    <a:pt x="723585" y="142243"/>
                  </a:lnTo>
                  <a:lnTo>
                    <a:pt x="722289" y="150879"/>
                  </a:lnTo>
                  <a:close/>
                  <a:moveTo>
                    <a:pt x="748463" y="88305"/>
                  </a:moveTo>
                  <a:lnTo>
                    <a:pt x="759805" y="98732"/>
                  </a:lnTo>
                  <a:lnTo>
                    <a:pt x="751040" y="93164"/>
                  </a:lnTo>
                  <a:close/>
                  <a:moveTo>
                    <a:pt x="799186" y="121393"/>
                  </a:moveTo>
                  <a:lnTo>
                    <a:pt x="766844" y="88305"/>
                  </a:lnTo>
                  <a:lnTo>
                    <a:pt x="799869" y="125302"/>
                  </a:lnTo>
                  <a:close/>
                  <a:moveTo>
                    <a:pt x="799869" y="125302"/>
                  </a:moveTo>
                  <a:lnTo>
                    <a:pt x="766844" y="88305"/>
                  </a:lnTo>
                  <a:lnTo>
                    <a:pt x="751040" y="93164"/>
                  </a:lnTo>
                  <a:close/>
                  <a:moveTo>
                    <a:pt x="759805" y="98732"/>
                  </a:moveTo>
                  <a:lnTo>
                    <a:pt x="797003" y="125060"/>
                  </a:lnTo>
                  <a:lnTo>
                    <a:pt x="799869" y="125302"/>
                  </a:lnTo>
                  <a:close/>
                  <a:moveTo>
                    <a:pt x="751040" y="93164"/>
                  </a:moveTo>
                  <a:lnTo>
                    <a:pt x="759805" y="98732"/>
                  </a:lnTo>
                  <a:lnTo>
                    <a:pt x="799869" y="125302"/>
                  </a:lnTo>
                  <a:close/>
                  <a:moveTo>
                    <a:pt x="751040" y="93164"/>
                  </a:moveTo>
                  <a:lnTo>
                    <a:pt x="766844" y="88305"/>
                  </a:lnTo>
                  <a:lnTo>
                    <a:pt x="755259" y="81732"/>
                  </a:lnTo>
                  <a:close/>
                  <a:moveTo>
                    <a:pt x="748463" y="88305"/>
                  </a:moveTo>
                  <a:lnTo>
                    <a:pt x="751040" y="93164"/>
                  </a:lnTo>
                  <a:lnTo>
                    <a:pt x="755259" y="81732"/>
                  </a:lnTo>
                  <a:close/>
                  <a:moveTo>
                    <a:pt x="717264" y="35884"/>
                  </a:moveTo>
                  <a:lnTo>
                    <a:pt x="701039" y="17231"/>
                  </a:lnTo>
                  <a:lnTo>
                    <a:pt x="705135" y="18906"/>
                  </a:lnTo>
                  <a:close/>
                  <a:moveTo>
                    <a:pt x="717264" y="35884"/>
                  </a:moveTo>
                  <a:lnTo>
                    <a:pt x="705135" y="18906"/>
                  </a:lnTo>
                  <a:lnTo>
                    <a:pt x="741934" y="31913"/>
                  </a:lnTo>
                  <a:close/>
                  <a:moveTo>
                    <a:pt x="766844" y="88305"/>
                  </a:moveTo>
                  <a:lnTo>
                    <a:pt x="799186" y="121393"/>
                  </a:lnTo>
                  <a:lnTo>
                    <a:pt x="795043" y="84479"/>
                  </a:lnTo>
                  <a:close/>
                  <a:moveTo>
                    <a:pt x="754832" y="45334"/>
                  </a:moveTo>
                  <a:lnTo>
                    <a:pt x="748463" y="88305"/>
                  </a:lnTo>
                  <a:lnTo>
                    <a:pt x="755259" y="81732"/>
                  </a:lnTo>
                  <a:close/>
                  <a:moveTo>
                    <a:pt x="795043" y="84479"/>
                  </a:moveTo>
                  <a:lnTo>
                    <a:pt x="755259" y="81732"/>
                  </a:lnTo>
                  <a:lnTo>
                    <a:pt x="766844" y="88305"/>
                  </a:lnTo>
                  <a:close/>
                  <a:moveTo>
                    <a:pt x="754832" y="45334"/>
                  </a:moveTo>
                  <a:lnTo>
                    <a:pt x="755259" y="81732"/>
                  </a:lnTo>
                  <a:lnTo>
                    <a:pt x="795043" y="84479"/>
                  </a:lnTo>
                  <a:close/>
                  <a:moveTo>
                    <a:pt x="795043" y="84479"/>
                  </a:moveTo>
                  <a:lnTo>
                    <a:pt x="799186" y="121393"/>
                  </a:lnTo>
                  <a:lnTo>
                    <a:pt x="810090" y="88305"/>
                  </a:lnTo>
                  <a:close/>
                  <a:moveTo>
                    <a:pt x="795043" y="84479"/>
                  </a:moveTo>
                  <a:lnTo>
                    <a:pt x="810090" y="88305"/>
                  </a:lnTo>
                  <a:lnTo>
                    <a:pt x="785714" y="47316"/>
                  </a:lnTo>
                  <a:close/>
                  <a:moveTo>
                    <a:pt x="726994" y="40877"/>
                  </a:moveTo>
                  <a:lnTo>
                    <a:pt x="754832" y="45334"/>
                  </a:lnTo>
                  <a:lnTo>
                    <a:pt x="741934" y="31913"/>
                  </a:lnTo>
                  <a:close/>
                  <a:moveTo>
                    <a:pt x="838717" y="48407"/>
                  </a:moveTo>
                  <a:lnTo>
                    <a:pt x="871611" y="71122"/>
                  </a:lnTo>
                  <a:lnTo>
                    <a:pt x="865038" y="17183"/>
                  </a:lnTo>
                  <a:close/>
                  <a:moveTo>
                    <a:pt x="865038" y="17183"/>
                  </a:moveTo>
                  <a:lnTo>
                    <a:pt x="871611" y="71122"/>
                  </a:lnTo>
                  <a:lnTo>
                    <a:pt x="897184" y="46222"/>
                  </a:lnTo>
                  <a:close/>
                  <a:moveTo>
                    <a:pt x="884851" y="65642"/>
                  </a:moveTo>
                  <a:lnTo>
                    <a:pt x="910861" y="53938"/>
                  </a:lnTo>
                  <a:lnTo>
                    <a:pt x="897184" y="46222"/>
                  </a:lnTo>
                  <a:close/>
                  <a:moveTo>
                    <a:pt x="910861" y="53938"/>
                  </a:moveTo>
                  <a:lnTo>
                    <a:pt x="935959" y="66618"/>
                  </a:lnTo>
                  <a:lnTo>
                    <a:pt x="942328" y="46003"/>
                  </a:lnTo>
                  <a:close/>
                  <a:moveTo>
                    <a:pt x="897184" y="46222"/>
                  </a:moveTo>
                  <a:lnTo>
                    <a:pt x="910861" y="53938"/>
                  </a:lnTo>
                  <a:lnTo>
                    <a:pt x="936794" y="0"/>
                  </a:lnTo>
                  <a:close/>
                  <a:moveTo>
                    <a:pt x="945900" y="7577"/>
                  </a:moveTo>
                  <a:lnTo>
                    <a:pt x="910861" y="53938"/>
                  </a:lnTo>
                  <a:lnTo>
                    <a:pt x="942328" y="46003"/>
                  </a:lnTo>
                  <a:close/>
                  <a:moveTo>
                    <a:pt x="986498" y="37182"/>
                  </a:moveTo>
                  <a:lnTo>
                    <a:pt x="942328" y="46003"/>
                  </a:lnTo>
                  <a:lnTo>
                    <a:pt x="935959" y="66618"/>
                  </a:lnTo>
                  <a:close/>
                  <a:moveTo>
                    <a:pt x="942328" y="46003"/>
                  </a:moveTo>
                  <a:lnTo>
                    <a:pt x="986498" y="37182"/>
                  </a:lnTo>
                  <a:lnTo>
                    <a:pt x="945900" y="7577"/>
                  </a:lnTo>
                  <a:close/>
                  <a:moveTo>
                    <a:pt x="986498" y="37182"/>
                  </a:moveTo>
                  <a:lnTo>
                    <a:pt x="986510" y="34838"/>
                  </a:lnTo>
                  <a:lnTo>
                    <a:pt x="945900" y="7577"/>
                  </a:lnTo>
                  <a:close/>
                  <a:moveTo>
                    <a:pt x="986498" y="37182"/>
                  </a:moveTo>
                  <a:lnTo>
                    <a:pt x="1019093" y="37771"/>
                  </a:lnTo>
                  <a:lnTo>
                    <a:pt x="986510" y="34838"/>
                  </a:lnTo>
                  <a:close/>
                </a:path>
              </a:pathLst>
            </a:custGeom>
            <a:solidFill>
              <a:srgbClr val="C9D2D8"/>
            </a:solidFill>
            <a:ln w="1524">
              <a:solidFill>
                <a:srgbClr val="C9D2D8"/>
              </a:solidFill>
            </a:ln>
          </p:spPr>
        </p:sp>
        <p:sp>
          <p:nvSpPr>
            <p:cNvPr id="191" name="Input_density__190">
              <a:extLst>
                <a:ext uri="{FF2B5EF4-FFF2-40B4-BE49-F238E27FC236}">
                  <a16:creationId xmlns:a16="http://schemas.microsoft.com/office/drawing/2014/main" id="{72C9849D-8F76-6250-5A77-410A557F7674}"/>
                </a:ext>
              </a:extLst>
            </p:cNvPr>
            <p:cNvSpPr>
              <a:spLocks noGrp="1"/>
            </p:cNvSpPr>
            <p:nvPr/>
          </p:nvSpPr>
          <p:spPr>
            <a:xfrm>
              <a:off x="637215" y="1973954"/>
              <a:ext cx="746283" cy="392513"/>
            </a:xfrm>
            <a:custGeom>
              <a:avLst/>
              <a:gdLst/>
              <a:ahLst/>
              <a:cxnLst/>
              <a:rect l="0" t="0" r="0" b="0"/>
              <a:pathLst>
                <a:path w="746283" h="392513">
                  <a:moveTo>
                    <a:pt x="20623" y="276064"/>
                  </a:moveTo>
                  <a:lnTo>
                    <a:pt x="0" y="257526"/>
                  </a:lnTo>
                  <a:lnTo>
                    <a:pt x="11120" y="269315"/>
                  </a:lnTo>
                  <a:close/>
                  <a:moveTo>
                    <a:pt x="47157" y="279061"/>
                  </a:moveTo>
                  <a:lnTo>
                    <a:pt x="9238" y="261865"/>
                  </a:lnTo>
                  <a:lnTo>
                    <a:pt x="20623" y="276064"/>
                  </a:lnTo>
                  <a:close/>
                  <a:moveTo>
                    <a:pt x="166266" y="271703"/>
                  </a:moveTo>
                  <a:lnTo>
                    <a:pt x="152359" y="308459"/>
                  </a:lnTo>
                  <a:lnTo>
                    <a:pt x="122835" y="312854"/>
                  </a:lnTo>
                  <a:close/>
                  <a:moveTo>
                    <a:pt x="122835" y="312854"/>
                  </a:moveTo>
                  <a:lnTo>
                    <a:pt x="152359" y="308459"/>
                  </a:lnTo>
                  <a:lnTo>
                    <a:pt x="141086" y="313584"/>
                  </a:lnTo>
                  <a:close/>
                  <a:moveTo>
                    <a:pt x="85835" y="286668"/>
                  </a:moveTo>
                  <a:lnTo>
                    <a:pt x="122835" y="312854"/>
                  </a:lnTo>
                  <a:lnTo>
                    <a:pt x="141086" y="313584"/>
                  </a:lnTo>
                  <a:close/>
                  <a:moveTo>
                    <a:pt x="225586" y="254317"/>
                  </a:moveTo>
                  <a:lnTo>
                    <a:pt x="254954" y="275189"/>
                  </a:lnTo>
                  <a:lnTo>
                    <a:pt x="223295" y="254520"/>
                  </a:lnTo>
                  <a:close/>
                  <a:moveTo>
                    <a:pt x="227074" y="208359"/>
                  </a:moveTo>
                  <a:lnTo>
                    <a:pt x="247844" y="200582"/>
                  </a:lnTo>
                  <a:lnTo>
                    <a:pt x="225586" y="254317"/>
                  </a:lnTo>
                  <a:close/>
                  <a:moveTo>
                    <a:pt x="533674" y="371263"/>
                  </a:moveTo>
                  <a:lnTo>
                    <a:pt x="554852" y="355235"/>
                  </a:lnTo>
                  <a:lnTo>
                    <a:pt x="550477" y="349990"/>
                  </a:lnTo>
                  <a:close/>
                  <a:moveTo>
                    <a:pt x="546945" y="392513"/>
                  </a:moveTo>
                  <a:lnTo>
                    <a:pt x="554852" y="355235"/>
                  </a:lnTo>
                  <a:lnTo>
                    <a:pt x="533674" y="371263"/>
                  </a:lnTo>
                  <a:close/>
                  <a:moveTo>
                    <a:pt x="465917" y="242508"/>
                  </a:moveTo>
                  <a:lnTo>
                    <a:pt x="490432" y="239725"/>
                  </a:lnTo>
                  <a:lnTo>
                    <a:pt x="506952" y="259297"/>
                  </a:lnTo>
                  <a:close/>
                  <a:moveTo>
                    <a:pt x="506952" y="259297"/>
                  </a:moveTo>
                  <a:lnTo>
                    <a:pt x="490432" y="239725"/>
                  </a:lnTo>
                  <a:lnTo>
                    <a:pt x="506531" y="222542"/>
                  </a:lnTo>
                  <a:close/>
                  <a:moveTo>
                    <a:pt x="465917" y="242508"/>
                  </a:moveTo>
                  <a:lnTo>
                    <a:pt x="462568" y="258356"/>
                  </a:lnTo>
                  <a:lnTo>
                    <a:pt x="435674" y="254011"/>
                  </a:lnTo>
                  <a:close/>
                  <a:moveTo>
                    <a:pt x="490432" y="239725"/>
                  </a:moveTo>
                  <a:lnTo>
                    <a:pt x="501541" y="185787"/>
                  </a:lnTo>
                  <a:lnTo>
                    <a:pt x="506531" y="222542"/>
                  </a:lnTo>
                  <a:close/>
                  <a:moveTo>
                    <a:pt x="519620" y="177802"/>
                  </a:moveTo>
                  <a:lnTo>
                    <a:pt x="501541" y="185787"/>
                  </a:lnTo>
                  <a:lnTo>
                    <a:pt x="508517" y="180998"/>
                  </a:lnTo>
                  <a:close/>
                  <a:moveTo>
                    <a:pt x="722760" y="121006"/>
                  </a:moveTo>
                  <a:lnTo>
                    <a:pt x="735472" y="155418"/>
                  </a:lnTo>
                  <a:lnTo>
                    <a:pt x="737375" y="170992"/>
                  </a:lnTo>
                  <a:close/>
                  <a:moveTo>
                    <a:pt x="735472" y="155418"/>
                  </a:moveTo>
                  <a:lnTo>
                    <a:pt x="722760" y="121006"/>
                  </a:lnTo>
                  <a:lnTo>
                    <a:pt x="734814" y="153808"/>
                  </a:lnTo>
                  <a:close/>
                  <a:moveTo>
                    <a:pt x="722760" y="121006"/>
                  </a:moveTo>
                  <a:lnTo>
                    <a:pt x="718085" y="117053"/>
                  </a:lnTo>
                  <a:lnTo>
                    <a:pt x="734814" y="153808"/>
                  </a:lnTo>
                  <a:close/>
                  <a:moveTo>
                    <a:pt x="596355" y="0"/>
                  </a:moveTo>
                  <a:lnTo>
                    <a:pt x="546327" y="23972"/>
                  </a:lnTo>
                  <a:lnTo>
                    <a:pt x="572176" y="5808"/>
                  </a:lnTo>
                  <a:close/>
                  <a:moveTo>
                    <a:pt x="718085" y="117053"/>
                  </a:moveTo>
                  <a:lnTo>
                    <a:pt x="735929" y="65552"/>
                  </a:lnTo>
                  <a:lnTo>
                    <a:pt x="736755" y="63115"/>
                  </a:lnTo>
                  <a:close/>
                  <a:moveTo>
                    <a:pt x="728799" y="26602"/>
                  </a:moveTo>
                  <a:lnTo>
                    <a:pt x="735929" y="65552"/>
                  </a:lnTo>
                  <a:lnTo>
                    <a:pt x="746283" y="39475"/>
                  </a:lnTo>
                  <a:close/>
                </a:path>
              </a:pathLst>
            </a:custGeom>
            <a:solidFill>
              <a:srgbClr val="B5C1C9"/>
            </a:solidFill>
            <a:ln w="1524">
              <a:solidFill>
                <a:srgbClr val="B5C1C9"/>
              </a:solidFill>
            </a:ln>
          </p:spPr>
        </p:sp>
        <p:sp>
          <p:nvSpPr>
            <p:cNvPr id="192" name="Input_density__191">
              <a:extLst>
                <a:ext uri="{FF2B5EF4-FFF2-40B4-BE49-F238E27FC236}">
                  <a16:creationId xmlns:a16="http://schemas.microsoft.com/office/drawing/2014/main" id="{EE1CF1C1-7796-A5C3-037D-CB1272885423}"/>
                </a:ext>
              </a:extLst>
            </p:cNvPr>
            <p:cNvSpPr>
              <a:spLocks noGrp="1"/>
            </p:cNvSpPr>
            <p:nvPr/>
          </p:nvSpPr>
          <p:spPr>
            <a:xfrm>
              <a:off x="566145" y="1703745"/>
              <a:ext cx="986510" cy="637383"/>
            </a:xfrm>
            <a:custGeom>
              <a:avLst/>
              <a:gdLst/>
              <a:ahLst/>
              <a:cxnLst/>
              <a:rect l="0" t="0" r="0" b="0"/>
              <a:pathLst>
                <a:path w="986510" h="637383">
                  <a:moveTo>
                    <a:pt x="0" y="429260"/>
                  </a:moveTo>
                  <a:lnTo>
                    <a:pt x="31110" y="448831"/>
                  </a:lnTo>
                  <a:lnTo>
                    <a:pt x="25993" y="412077"/>
                  </a:lnTo>
                  <a:close/>
                  <a:moveTo>
                    <a:pt x="19455" y="375321"/>
                  </a:moveTo>
                  <a:lnTo>
                    <a:pt x="0" y="429260"/>
                  </a:lnTo>
                  <a:lnTo>
                    <a:pt x="25993" y="412077"/>
                  </a:lnTo>
                  <a:close/>
                  <a:moveTo>
                    <a:pt x="226096" y="465308"/>
                  </a:moveTo>
                  <a:lnTo>
                    <a:pt x="238583" y="433114"/>
                  </a:lnTo>
                  <a:lnTo>
                    <a:pt x="200414" y="459099"/>
                  </a:lnTo>
                  <a:close/>
                  <a:moveTo>
                    <a:pt x="229737" y="414465"/>
                  </a:moveTo>
                  <a:lnTo>
                    <a:pt x="238583" y="433114"/>
                  </a:lnTo>
                  <a:lnTo>
                    <a:pt x="252219" y="434036"/>
                  </a:lnTo>
                  <a:close/>
                  <a:moveTo>
                    <a:pt x="204754" y="276583"/>
                  </a:moveTo>
                  <a:lnTo>
                    <a:pt x="238779" y="320756"/>
                  </a:lnTo>
                  <a:lnTo>
                    <a:pt x="237556" y="277003"/>
                  </a:lnTo>
                  <a:close/>
                  <a:moveTo>
                    <a:pt x="164146" y="282507"/>
                  </a:moveTo>
                  <a:lnTo>
                    <a:pt x="204754" y="276583"/>
                  </a:lnTo>
                  <a:lnTo>
                    <a:pt x="200380" y="235391"/>
                  </a:lnTo>
                  <a:close/>
                  <a:moveTo>
                    <a:pt x="204754" y="276583"/>
                  </a:moveTo>
                  <a:lnTo>
                    <a:pt x="230579" y="237928"/>
                  </a:lnTo>
                  <a:lnTo>
                    <a:pt x="200380" y="235391"/>
                  </a:lnTo>
                  <a:close/>
                  <a:moveTo>
                    <a:pt x="160437" y="240776"/>
                  </a:moveTo>
                  <a:lnTo>
                    <a:pt x="200380" y="235391"/>
                  </a:lnTo>
                  <a:lnTo>
                    <a:pt x="172706" y="215179"/>
                  </a:lnTo>
                  <a:close/>
                  <a:moveTo>
                    <a:pt x="535220" y="600628"/>
                  </a:moveTo>
                  <a:lnTo>
                    <a:pt x="558701" y="637383"/>
                  </a:lnTo>
                  <a:lnTo>
                    <a:pt x="583928" y="620200"/>
                  </a:lnTo>
                  <a:close/>
                  <a:moveTo>
                    <a:pt x="535220" y="600628"/>
                  </a:moveTo>
                  <a:lnTo>
                    <a:pt x="583928" y="620200"/>
                  </a:lnTo>
                  <a:lnTo>
                    <a:pt x="562830" y="583444"/>
                  </a:lnTo>
                  <a:close/>
                  <a:moveTo>
                    <a:pt x="528979" y="563873"/>
                  </a:moveTo>
                  <a:lnTo>
                    <a:pt x="535220" y="600628"/>
                  </a:lnTo>
                  <a:lnTo>
                    <a:pt x="562830" y="583444"/>
                  </a:lnTo>
                  <a:close/>
                  <a:moveTo>
                    <a:pt x="562830" y="583444"/>
                  </a:moveTo>
                  <a:lnTo>
                    <a:pt x="583928" y="620200"/>
                  </a:lnTo>
                  <a:lnTo>
                    <a:pt x="602690" y="566261"/>
                  </a:lnTo>
                  <a:close/>
                  <a:moveTo>
                    <a:pt x="570313" y="509935"/>
                  </a:moveTo>
                  <a:lnTo>
                    <a:pt x="605211" y="529506"/>
                  </a:lnTo>
                  <a:lnTo>
                    <a:pt x="604719" y="492751"/>
                  </a:lnTo>
                  <a:close/>
                  <a:moveTo>
                    <a:pt x="410425" y="317040"/>
                  </a:moveTo>
                  <a:lnTo>
                    <a:pt x="420875" y="308976"/>
                  </a:lnTo>
                  <a:lnTo>
                    <a:pt x="409751" y="326160"/>
                  </a:lnTo>
                  <a:close/>
                  <a:moveTo>
                    <a:pt x="741262" y="404446"/>
                  </a:moveTo>
                  <a:lnTo>
                    <a:pt x="724591" y="420417"/>
                  </a:lnTo>
                  <a:lnTo>
                    <a:pt x="721493" y="458385"/>
                  </a:lnTo>
                  <a:close/>
                  <a:moveTo>
                    <a:pt x="614630" y="204813"/>
                  </a:moveTo>
                  <a:lnTo>
                    <a:pt x="641521" y="173359"/>
                  </a:lnTo>
                  <a:lnTo>
                    <a:pt x="632984" y="172233"/>
                  </a:lnTo>
                  <a:close/>
                  <a:moveTo>
                    <a:pt x="614630" y="204813"/>
                  </a:moveTo>
                  <a:lnTo>
                    <a:pt x="632984" y="172233"/>
                  </a:lnTo>
                  <a:lnTo>
                    <a:pt x="594677" y="176288"/>
                  </a:lnTo>
                  <a:close/>
                  <a:moveTo>
                    <a:pt x="666393" y="189819"/>
                  </a:moveTo>
                  <a:lnTo>
                    <a:pt x="677160" y="182027"/>
                  </a:lnTo>
                  <a:lnTo>
                    <a:pt x="641521" y="173359"/>
                  </a:lnTo>
                  <a:close/>
                  <a:moveTo>
                    <a:pt x="666393" y="189819"/>
                  </a:moveTo>
                  <a:lnTo>
                    <a:pt x="701039" y="188741"/>
                  </a:lnTo>
                  <a:lnTo>
                    <a:pt x="677160" y="182027"/>
                  </a:lnTo>
                  <a:close/>
                  <a:moveTo>
                    <a:pt x="701039" y="188741"/>
                  </a:moveTo>
                  <a:lnTo>
                    <a:pt x="666393" y="189819"/>
                  </a:lnTo>
                  <a:lnTo>
                    <a:pt x="705135" y="190415"/>
                  </a:lnTo>
                  <a:close/>
                  <a:moveTo>
                    <a:pt x="785714" y="218826"/>
                  </a:moveTo>
                  <a:lnTo>
                    <a:pt x="754832" y="216843"/>
                  </a:lnTo>
                  <a:lnTo>
                    <a:pt x="795043" y="255988"/>
                  </a:lnTo>
                  <a:close/>
                  <a:moveTo>
                    <a:pt x="785714" y="218826"/>
                  </a:moveTo>
                  <a:lnTo>
                    <a:pt x="810090" y="259814"/>
                  </a:lnTo>
                  <a:lnTo>
                    <a:pt x="838717" y="219917"/>
                  </a:lnTo>
                  <a:close/>
                  <a:moveTo>
                    <a:pt x="785714" y="218826"/>
                  </a:moveTo>
                  <a:lnTo>
                    <a:pt x="838717" y="219917"/>
                  </a:lnTo>
                  <a:lnTo>
                    <a:pt x="823246" y="205876"/>
                  </a:lnTo>
                  <a:close/>
                  <a:moveTo>
                    <a:pt x="726994" y="212387"/>
                  </a:moveTo>
                  <a:lnTo>
                    <a:pt x="741934" y="203422"/>
                  </a:lnTo>
                  <a:lnTo>
                    <a:pt x="705135" y="190415"/>
                  </a:lnTo>
                  <a:close/>
                  <a:moveTo>
                    <a:pt x="754832" y="216843"/>
                  </a:moveTo>
                  <a:lnTo>
                    <a:pt x="773757" y="197826"/>
                  </a:lnTo>
                  <a:lnTo>
                    <a:pt x="741934" y="203422"/>
                  </a:lnTo>
                  <a:close/>
                  <a:moveTo>
                    <a:pt x="754832" y="216843"/>
                  </a:moveTo>
                  <a:lnTo>
                    <a:pt x="785714" y="218826"/>
                  </a:lnTo>
                  <a:lnTo>
                    <a:pt x="773757" y="197826"/>
                  </a:lnTo>
                  <a:close/>
                  <a:moveTo>
                    <a:pt x="844766" y="197905"/>
                  </a:moveTo>
                  <a:lnTo>
                    <a:pt x="838717" y="219917"/>
                  </a:lnTo>
                  <a:lnTo>
                    <a:pt x="865038" y="188693"/>
                  </a:lnTo>
                  <a:close/>
                  <a:moveTo>
                    <a:pt x="823246" y="205876"/>
                  </a:moveTo>
                  <a:lnTo>
                    <a:pt x="838717" y="219917"/>
                  </a:lnTo>
                  <a:lnTo>
                    <a:pt x="844766" y="197905"/>
                  </a:lnTo>
                  <a:close/>
                  <a:moveTo>
                    <a:pt x="902990" y="177658"/>
                  </a:moveTo>
                  <a:lnTo>
                    <a:pt x="897184" y="217732"/>
                  </a:lnTo>
                  <a:lnTo>
                    <a:pt x="936794" y="171509"/>
                  </a:lnTo>
                  <a:close/>
                  <a:moveTo>
                    <a:pt x="936794" y="171509"/>
                  </a:moveTo>
                  <a:lnTo>
                    <a:pt x="910861" y="225448"/>
                  </a:lnTo>
                  <a:lnTo>
                    <a:pt x="945900" y="179086"/>
                  </a:lnTo>
                  <a:close/>
                  <a:moveTo>
                    <a:pt x="865038" y="188693"/>
                  </a:moveTo>
                  <a:lnTo>
                    <a:pt x="897184" y="217732"/>
                  </a:lnTo>
                  <a:lnTo>
                    <a:pt x="902990" y="177658"/>
                  </a:lnTo>
                  <a:close/>
                  <a:moveTo>
                    <a:pt x="902990" y="177658"/>
                  </a:moveTo>
                  <a:lnTo>
                    <a:pt x="941058" y="160984"/>
                  </a:lnTo>
                  <a:lnTo>
                    <a:pt x="926771" y="140666"/>
                  </a:lnTo>
                  <a:close/>
                  <a:moveTo>
                    <a:pt x="902990" y="177658"/>
                  </a:moveTo>
                  <a:lnTo>
                    <a:pt x="926771" y="140666"/>
                  </a:lnTo>
                  <a:lnTo>
                    <a:pt x="892753" y="141234"/>
                  </a:lnTo>
                  <a:close/>
                  <a:moveTo>
                    <a:pt x="892753" y="141234"/>
                  </a:moveTo>
                  <a:lnTo>
                    <a:pt x="926771" y="140666"/>
                  </a:lnTo>
                  <a:lnTo>
                    <a:pt x="880203" y="106689"/>
                  </a:lnTo>
                  <a:close/>
                  <a:moveTo>
                    <a:pt x="936794" y="171509"/>
                  </a:moveTo>
                  <a:lnTo>
                    <a:pt x="945900" y="179086"/>
                  </a:lnTo>
                  <a:lnTo>
                    <a:pt x="946124" y="169680"/>
                  </a:lnTo>
                  <a:close/>
                  <a:moveTo>
                    <a:pt x="941058" y="160984"/>
                  </a:moveTo>
                  <a:lnTo>
                    <a:pt x="936794" y="171509"/>
                  </a:lnTo>
                  <a:lnTo>
                    <a:pt x="946124" y="169680"/>
                  </a:lnTo>
                  <a:close/>
                  <a:moveTo>
                    <a:pt x="985819" y="164496"/>
                  </a:moveTo>
                  <a:lnTo>
                    <a:pt x="945900" y="179086"/>
                  </a:lnTo>
                  <a:lnTo>
                    <a:pt x="986510" y="206348"/>
                  </a:lnTo>
                  <a:close/>
                  <a:moveTo>
                    <a:pt x="985819" y="164496"/>
                  </a:moveTo>
                  <a:lnTo>
                    <a:pt x="946124" y="169680"/>
                  </a:lnTo>
                  <a:lnTo>
                    <a:pt x="945900" y="179086"/>
                  </a:lnTo>
                  <a:close/>
                  <a:moveTo>
                    <a:pt x="946124" y="169680"/>
                  </a:moveTo>
                  <a:lnTo>
                    <a:pt x="967765" y="136262"/>
                  </a:lnTo>
                  <a:lnTo>
                    <a:pt x="941058" y="160984"/>
                  </a:lnTo>
                  <a:close/>
                  <a:moveTo>
                    <a:pt x="946124" y="169680"/>
                  </a:moveTo>
                  <a:lnTo>
                    <a:pt x="985819" y="164496"/>
                  </a:lnTo>
                  <a:lnTo>
                    <a:pt x="967765" y="136262"/>
                  </a:lnTo>
                  <a:close/>
                  <a:moveTo>
                    <a:pt x="934820" y="44628"/>
                  </a:moveTo>
                  <a:lnTo>
                    <a:pt x="923671" y="95979"/>
                  </a:lnTo>
                  <a:lnTo>
                    <a:pt x="937822" y="44061"/>
                  </a:lnTo>
                  <a:close/>
                  <a:moveTo>
                    <a:pt x="934820" y="44628"/>
                  </a:moveTo>
                  <a:lnTo>
                    <a:pt x="885683" y="78522"/>
                  </a:lnTo>
                  <a:lnTo>
                    <a:pt x="923671" y="95979"/>
                  </a:lnTo>
                  <a:close/>
                  <a:moveTo>
                    <a:pt x="934820" y="44628"/>
                  </a:moveTo>
                  <a:lnTo>
                    <a:pt x="934851" y="41568"/>
                  </a:lnTo>
                  <a:lnTo>
                    <a:pt x="887625" y="55908"/>
                  </a:lnTo>
                  <a:close/>
                  <a:moveTo>
                    <a:pt x="934820" y="44628"/>
                  </a:moveTo>
                  <a:lnTo>
                    <a:pt x="937822" y="44061"/>
                  </a:lnTo>
                  <a:lnTo>
                    <a:pt x="934851" y="41568"/>
                  </a:lnTo>
                  <a:close/>
                  <a:moveTo>
                    <a:pt x="974900" y="80816"/>
                  </a:moveTo>
                  <a:lnTo>
                    <a:pt x="980206" y="86568"/>
                  </a:lnTo>
                  <a:lnTo>
                    <a:pt x="980256" y="79524"/>
                  </a:lnTo>
                  <a:close/>
                  <a:moveTo>
                    <a:pt x="937822" y="44061"/>
                  </a:moveTo>
                  <a:lnTo>
                    <a:pt x="980256" y="79524"/>
                  </a:lnTo>
                  <a:lnTo>
                    <a:pt x="976784" y="37600"/>
                  </a:lnTo>
                  <a:close/>
                  <a:moveTo>
                    <a:pt x="937822" y="44061"/>
                  </a:moveTo>
                  <a:lnTo>
                    <a:pt x="974900" y="80816"/>
                  </a:lnTo>
                  <a:lnTo>
                    <a:pt x="980256" y="79524"/>
                  </a:lnTo>
                  <a:close/>
                  <a:moveTo>
                    <a:pt x="976784" y="37600"/>
                  </a:moveTo>
                  <a:lnTo>
                    <a:pt x="934851" y="41568"/>
                  </a:lnTo>
                  <a:lnTo>
                    <a:pt x="937822" y="44061"/>
                  </a:lnTo>
                  <a:close/>
                  <a:moveTo>
                    <a:pt x="934673" y="0"/>
                  </a:moveTo>
                  <a:lnTo>
                    <a:pt x="934851" y="41568"/>
                  </a:lnTo>
                  <a:lnTo>
                    <a:pt x="976784" y="37600"/>
                  </a:lnTo>
                  <a:close/>
                </a:path>
              </a:pathLst>
            </a:custGeom>
            <a:solidFill>
              <a:srgbClr val="CFD7DE"/>
            </a:solidFill>
            <a:ln w="1524">
              <a:solidFill>
                <a:srgbClr val="CFD7DE"/>
              </a:solidFill>
            </a:ln>
          </p:spPr>
        </p:sp>
        <p:sp>
          <p:nvSpPr>
            <p:cNvPr id="193" name="Input_density__192">
              <a:extLst>
                <a:ext uri="{FF2B5EF4-FFF2-40B4-BE49-F238E27FC236}">
                  <a16:creationId xmlns:a16="http://schemas.microsoft.com/office/drawing/2014/main" id="{77D5F1AB-9AC3-9638-F333-2E0201C80C43}"/>
                </a:ext>
              </a:extLst>
            </p:cNvPr>
            <p:cNvSpPr>
              <a:spLocks noGrp="1"/>
            </p:cNvSpPr>
            <p:nvPr/>
          </p:nvSpPr>
          <p:spPr>
            <a:xfrm>
              <a:off x="552808" y="1703745"/>
              <a:ext cx="954394" cy="583444"/>
            </a:xfrm>
            <a:custGeom>
              <a:avLst/>
              <a:gdLst/>
              <a:ahLst/>
              <a:cxnLst/>
              <a:rect l="0" t="0" r="0" b="0"/>
              <a:pathLst>
                <a:path w="954394" h="583444">
                  <a:moveTo>
                    <a:pt x="722" y="389693"/>
                  </a:moveTo>
                  <a:lnTo>
                    <a:pt x="0" y="402736"/>
                  </a:lnTo>
                  <a:lnTo>
                    <a:pt x="32791" y="375321"/>
                  </a:lnTo>
                  <a:close/>
                  <a:moveTo>
                    <a:pt x="32791" y="375321"/>
                  </a:moveTo>
                  <a:lnTo>
                    <a:pt x="0" y="402736"/>
                  </a:lnTo>
                  <a:lnTo>
                    <a:pt x="13336" y="429260"/>
                  </a:lnTo>
                  <a:close/>
                  <a:moveTo>
                    <a:pt x="39329" y="412077"/>
                  </a:moveTo>
                  <a:lnTo>
                    <a:pt x="53975" y="358138"/>
                  </a:lnTo>
                  <a:lnTo>
                    <a:pt x="32791" y="375321"/>
                  </a:lnTo>
                  <a:close/>
                  <a:moveTo>
                    <a:pt x="31137" y="338566"/>
                  </a:moveTo>
                  <a:lnTo>
                    <a:pt x="32791" y="375321"/>
                  </a:lnTo>
                  <a:lnTo>
                    <a:pt x="53975" y="358138"/>
                  </a:lnTo>
                  <a:close/>
                  <a:moveTo>
                    <a:pt x="31137" y="338566"/>
                  </a:moveTo>
                  <a:lnTo>
                    <a:pt x="53975" y="358138"/>
                  </a:lnTo>
                  <a:lnTo>
                    <a:pt x="55792" y="321383"/>
                  </a:lnTo>
                  <a:close/>
                  <a:moveTo>
                    <a:pt x="53112" y="284628"/>
                  </a:moveTo>
                  <a:lnTo>
                    <a:pt x="52949" y="284828"/>
                  </a:lnTo>
                  <a:lnTo>
                    <a:pt x="31137" y="338566"/>
                  </a:lnTo>
                  <a:close/>
                  <a:moveTo>
                    <a:pt x="55792" y="321383"/>
                  </a:moveTo>
                  <a:lnTo>
                    <a:pt x="53112" y="284628"/>
                  </a:lnTo>
                  <a:lnTo>
                    <a:pt x="31137" y="338566"/>
                  </a:lnTo>
                  <a:close/>
                  <a:moveTo>
                    <a:pt x="53160" y="284499"/>
                  </a:moveTo>
                  <a:lnTo>
                    <a:pt x="52949" y="284828"/>
                  </a:lnTo>
                  <a:lnTo>
                    <a:pt x="53112" y="284628"/>
                  </a:lnTo>
                  <a:close/>
                  <a:moveTo>
                    <a:pt x="55792" y="321383"/>
                  </a:moveTo>
                  <a:lnTo>
                    <a:pt x="85307" y="308484"/>
                  </a:lnTo>
                  <a:lnTo>
                    <a:pt x="78343" y="308930"/>
                  </a:lnTo>
                  <a:close/>
                  <a:moveTo>
                    <a:pt x="53112" y="284628"/>
                  </a:moveTo>
                  <a:lnTo>
                    <a:pt x="78343" y="308930"/>
                  </a:lnTo>
                  <a:lnTo>
                    <a:pt x="53377" y="284479"/>
                  </a:lnTo>
                  <a:close/>
                  <a:moveTo>
                    <a:pt x="53112" y="284628"/>
                  </a:moveTo>
                  <a:lnTo>
                    <a:pt x="55792" y="321383"/>
                  </a:lnTo>
                  <a:lnTo>
                    <a:pt x="78343" y="308930"/>
                  </a:lnTo>
                  <a:close/>
                  <a:moveTo>
                    <a:pt x="88063" y="304200"/>
                  </a:moveTo>
                  <a:lnTo>
                    <a:pt x="82535" y="267445"/>
                  </a:lnTo>
                  <a:lnTo>
                    <a:pt x="78343" y="308930"/>
                  </a:lnTo>
                  <a:close/>
                  <a:moveTo>
                    <a:pt x="82535" y="267445"/>
                  </a:moveTo>
                  <a:lnTo>
                    <a:pt x="53377" y="284479"/>
                  </a:lnTo>
                  <a:lnTo>
                    <a:pt x="78343" y="308930"/>
                  </a:lnTo>
                  <a:close/>
                  <a:moveTo>
                    <a:pt x="53160" y="284499"/>
                  </a:moveTo>
                  <a:lnTo>
                    <a:pt x="53112" y="284628"/>
                  </a:lnTo>
                  <a:lnTo>
                    <a:pt x="53377" y="284479"/>
                  </a:lnTo>
                  <a:close/>
                  <a:moveTo>
                    <a:pt x="99905" y="238487"/>
                  </a:moveTo>
                  <a:lnTo>
                    <a:pt x="53377" y="284479"/>
                  </a:lnTo>
                  <a:lnTo>
                    <a:pt x="82535" y="267445"/>
                  </a:lnTo>
                  <a:close/>
                  <a:moveTo>
                    <a:pt x="53160" y="284499"/>
                  </a:moveTo>
                  <a:lnTo>
                    <a:pt x="53377" y="284479"/>
                  </a:lnTo>
                  <a:lnTo>
                    <a:pt x="99905" y="238487"/>
                  </a:lnTo>
                  <a:close/>
                  <a:moveTo>
                    <a:pt x="82535" y="267445"/>
                  </a:moveTo>
                  <a:lnTo>
                    <a:pt x="131947" y="292439"/>
                  </a:lnTo>
                  <a:lnTo>
                    <a:pt x="124157" y="254025"/>
                  </a:lnTo>
                  <a:close/>
                  <a:moveTo>
                    <a:pt x="82535" y="267445"/>
                  </a:moveTo>
                  <a:lnTo>
                    <a:pt x="88063" y="304200"/>
                  </a:lnTo>
                  <a:lnTo>
                    <a:pt x="131947" y="292439"/>
                  </a:lnTo>
                  <a:close/>
                  <a:moveTo>
                    <a:pt x="137779" y="250261"/>
                  </a:moveTo>
                  <a:lnTo>
                    <a:pt x="124157" y="254025"/>
                  </a:lnTo>
                  <a:lnTo>
                    <a:pt x="131947" y="292439"/>
                  </a:lnTo>
                  <a:close/>
                  <a:moveTo>
                    <a:pt x="99905" y="238487"/>
                  </a:moveTo>
                  <a:lnTo>
                    <a:pt x="82535" y="267445"/>
                  </a:lnTo>
                  <a:lnTo>
                    <a:pt x="124157" y="254025"/>
                  </a:lnTo>
                  <a:close/>
                  <a:moveTo>
                    <a:pt x="155348" y="224995"/>
                  </a:moveTo>
                  <a:lnTo>
                    <a:pt x="99905" y="238487"/>
                  </a:lnTo>
                  <a:lnTo>
                    <a:pt x="137779" y="250261"/>
                  </a:lnTo>
                  <a:close/>
                  <a:moveTo>
                    <a:pt x="137779" y="250261"/>
                  </a:moveTo>
                  <a:lnTo>
                    <a:pt x="99905" y="238487"/>
                  </a:lnTo>
                  <a:lnTo>
                    <a:pt x="124157" y="254025"/>
                  </a:lnTo>
                  <a:close/>
                  <a:moveTo>
                    <a:pt x="137779" y="250261"/>
                  </a:moveTo>
                  <a:lnTo>
                    <a:pt x="177483" y="282507"/>
                  </a:lnTo>
                  <a:lnTo>
                    <a:pt x="173773" y="240776"/>
                  </a:lnTo>
                  <a:close/>
                  <a:moveTo>
                    <a:pt x="137779" y="250261"/>
                  </a:moveTo>
                  <a:lnTo>
                    <a:pt x="160074" y="287016"/>
                  </a:lnTo>
                  <a:lnTo>
                    <a:pt x="177483" y="282507"/>
                  </a:lnTo>
                  <a:close/>
                  <a:moveTo>
                    <a:pt x="177483" y="282507"/>
                  </a:moveTo>
                  <a:lnTo>
                    <a:pt x="213717" y="235391"/>
                  </a:lnTo>
                  <a:lnTo>
                    <a:pt x="173773" y="240776"/>
                  </a:lnTo>
                  <a:close/>
                  <a:moveTo>
                    <a:pt x="155348" y="224995"/>
                  </a:moveTo>
                  <a:lnTo>
                    <a:pt x="137779" y="250261"/>
                  </a:lnTo>
                  <a:lnTo>
                    <a:pt x="173773" y="240776"/>
                  </a:lnTo>
                  <a:close/>
                  <a:moveTo>
                    <a:pt x="173773" y="240776"/>
                  </a:moveTo>
                  <a:lnTo>
                    <a:pt x="186042" y="215179"/>
                  </a:lnTo>
                  <a:lnTo>
                    <a:pt x="155348" y="224995"/>
                  </a:lnTo>
                  <a:close/>
                  <a:moveTo>
                    <a:pt x="542315" y="563873"/>
                  </a:moveTo>
                  <a:lnTo>
                    <a:pt x="576166" y="583444"/>
                  </a:lnTo>
                  <a:lnTo>
                    <a:pt x="592726" y="546690"/>
                  </a:lnTo>
                  <a:close/>
                  <a:moveTo>
                    <a:pt x="616027" y="566261"/>
                  </a:moveTo>
                  <a:lnTo>
                    <a:pt x="620129" y="552922"/>
                  </a:lnTo>
                  <a:lnTo>
                    <a:pt x="592735" y="546685"/>
                  </a:lnTo>
                  <a:close/>
                  <a:moveTo>
                    <a:pt x="592726" y="546690"/>
                  </a:moveTo>
                  <a:lnTo>
                    <a:pt x="616027" y="566261"/>
                  </a:lnTo>
                  <a:lnTo>
                    <a:pt x="592735" y="546685"/>
                  </a:lnTo>
                  <a:close/>
                  <a:moveTo>
                    <a:pt x="576166" y="583444"/>
                  </a:moveTo>
                  <a:lnTo>
                    <a:pt x="616027" y="566261"/>
                  </a:lnTo>
                  <a:lnTo>
                    <a:pt x="592726" y="546690"/>
                  </a:lnTo>
                  <a:close/>
                  <a:moveTo>
                    <a:pt x="592735" y="546685"/>
                  </a:moveTo>
                  <a:lnTo>
                    <a:pt x="620129" y="552922"/>
                  </a:lnTo>
                  <a:lnTo>
                    <a:pt x="618547" y="529506"/>
                  </a:lnTo>
                  <a:close/>
                  <a:moveTo>
                    <a:pt x="618547" y="529506"/>
                  </a:moveTo>
                  <a:lnTo>
                    <a:pt x="620129" y="552922"/>
                  </a:lnTo>
                  <a:lnTo>
                    <a:pt x="633371" y="558396"/>
                  </a:lnTo>
                  <a:close/>
                  <a:moveTo>
                    <a:pt x="440730" y="272222"/>
                  </a:moveTo>
                  <a:lnTo>
                    <a:pt x="434211" y="308976"/>
                  </a:lnTo>
                  <a:lnTo>
                    <a:pt x="464214" y="291793"/>
                  </a:lnTo>
                  <a:close/>
                  <a:moveTo>
                    <a:pt x="440730" y="272222"/>
                  </a:moveTo>
                  <a:lnTo>
                    <a:pt x="464214" y="291793"/>
                  </a:lnTo>
                  <a:lnTo>
                    <a:pt x="459454" y="255038"/>
                  </a:lnTo>
                  <a:close/>
                  <a:moveTo>
                    <a:pt x="463084" y="243279"/>
                  </a:moveTo>
                  <a:lnTo>
                    <a:pt x="440730" y="272222"/>
                  </a:lnTo>
                  <a:lnTo>
                    <a:pt x="459454" y="255038"/>
                  </a:lnTo>
                  <a:close/>
                  <a:moveTo>
                    <a:pt x="463084" y="243279"/>
                  </a:moveTo>
                  <a:lnTo>
                    <a:pt x="442929" y="264128"/>
                  </a:lnTo>
                  <a:lnTo>
                    <a:pt x="440730" y="272222"/>
                  </a:lnTo>
                  <a:close/>
                  <a:moveTo>
                    <a:pt x="463084" y="243279"/>
                  </a:moveTo>
                  <a:lnTo>
                    <a:pt x="459454" y="255038"/>
                  </a:lnTo>
                  <a:lnTo>
                    <a:pt x="484955" y="239814"/>
                  </a:lnTo>
                  <a:close/>
                  <a:moveTo>
                    <a:pt x="463084" y="243279"/>
                  </a:moveTo>
                  <a:lnTo>
                    <a:pt x="484955" y="239814"/>
                  </a:lnTo>
                  <a:lnTo>
                    <a:pt x="472384" y="218283"/>
                  </a:lnTo>
                  <a:close/>
                  <a:moveTo>
                    <a:pt x="472384" y="218283"/>
                  </a:moveTo>
                  <a:lnTo>
                    <a:pt x="484955" y="239814"/>
                  </a:lnTo>
                  <a:lnTo>
                    <a:pt x="488066" y="237855"/>
                  </a:lnTo>
                  <a:close/>
                  <a:moveTo>
                    <a:pt x="472384" y="218283"/>
                  </a:moveTo>
                  <a:lnTo>
                    <a:pt x="488066" y="237855"/>
                  </a:lnTo>
                  <a:lnTo>
                    <a:pt x="505477" y="201100"/>
                  </a:lnTo>
                  <a:close/>
                  <a:moveTo>
                    <a:pt x="509481" y="195965"/>
                  </a:moveTo>
                  <a:lnTo>
                    <a:pt x="472384" y="218283"/>
                  </a:lnTo>
                  <a:lnTo>
                    <a:pt x="505477" y="201100"/>
                  </a:lnTo>
                  <a:close/>
                  <a:moveTo>
                    <a:pt x="509481" y="195965"/>
                  </a:moveTo>
                  <a:lnTo>
                    <a:pt x="486090" y="204718"/>
                  </a:lnTo>
                  <a:lnTo>
                    <a:pt x="472384" y="218283"/>
                  </a:lnTo>
                  <a:close/>
                  <a:moveTo>
                    <a:pt x="505477" y="201100"/>
                  </a:moveTo>
                  <a:lnTo>
                    <a:pt x="541102" y="217983"/>
                  </a:lnTo>
                  <a:lnTo>
                    <a:pt x="514796" y="197895"/>
                  </a:lnTo>
                  <a:close/>
                  <a:moveTo>
                    <a:pt x="509481" y="195965"/>
                  </a:moveTo>
                  <a:lnTo>
                    <a:pt x="505477" y="201100"/>
                  </a:lnTo>
                  <a:lnTo>
                    <a:pt x="514796" y="197895"/>
                  </a:lnTo>
                  <a:close/>
                  <a:moveTo>
                    <a:pt x="514796" y="197895"/>
                  </a:moveTo>
                  <a:lnTo>
                    <a:pt x="538524" y="179976"/>
                  </a:lnTo>
                  <a:lnTo>
                    <a:pt x="509481" y="195965"/>
                  </a:lnTo>
                  <a:close/>
                  <a:moveTo>
                    <a:pt x="514796" y="197895"/>
                  </a:moveTo>
                  <a:lnTo>
                    <a:pt x="556626" y="190976"/>
                  </a:lnTo>
                  <a:lnTo>
                    <a:pt x="538524" y="179976"/>
                  </a:lnTo>
                  <a:close/>
                  <a:moveTo>
                    <a:pt x="556626" y="190976"/>
                  </a:moveTo>
                  <a:lnTo>
                    <a:pt x="514796" y="197895"/>
                  </a:lnTo>
                  <a:lnTo>
                    <a:pt x="575043" y="220305"/>
                  </a:lnTo>
                  <a:close/>
                  <a:moveTo>
                    <a:pt x="595000" y="170345"/>
                  </a:moveTo>
                  <a:lnTo>
                    <a:pt x="556626" y="190976"/>
                  </a:lnTo>
                  <a:lnTo>
                    <a:pt x="580403" y="183916"/>
                  </a:lnTo>
                  <a:close/>
                  <a:moveTo>
                    <a:pt x="538524" y="179976"/>
                  </a:moveTo>
                  <a:lnTo>
                    <a:pt x="556626" y="190976"/>
                  </a:lnTo>
                  <a:lnTo>
                    <a:pt x="595000" y="170345"/>
                  </a:lnTo>
                  <a:close/>
                  <a:moveTo>
                    <a:pt x="556626" y="190976"/>
                  </a:moveTo>
                  <a:lnTo>
                    <a:pt x="575043" y="220305"/>
                  </a:lnTo>
                  <a:lnTo>
                    <a:pt x="580403" y="183916"/>
                  </a:lnTo>
                  <a:close/>
                  <a:moveTo>
                    <a:pt x="575273" y="220564"/>
                  </a:moveTo>
                  <a:lnTo>
                    <a:pt x="580403" y="183916"/>
                  </a:lnTo>
                  <a:lnTo>
                    <a:pt x="575043" y="220305"/>
                  </a:lnTo>
                  <a:close/>
                  <a:moveTo>
                    <a:pt x="608013" y="176288"/>
                  </a:moveTo>
                  <a:lnTo>
                    <a:pt x="580403" y="183916"/>
                  </a:lnTo>
                  <a:lnTo>
                    <a:pt x="575273" y="220564"/>
                  </a:lnTo>
                  <a:close/>
                  <a:moveTo>
                    <a:pt x="627966" y="204813"/>
                  </a:moveTo>
                  <a:lnTo>
                    <a:pt x="608013" y="176288"/>
                  </a:lnTo>
                  <a:lnTo>
                    <a:pt x="575273" y="220564"/>
                  </a:lnTo>
                  <a:close/>
                  <a:moveTo>
                    <a:pt x="632535" y="203488"/>
                  </a:moveTo>
                  <a:lnTo>
                    <a:pt x="654858" y="173359"/>
                  </a:lnTo>
                  <a:lnTo>
                    <a:pt x="627966" y="204813"/>
                  </a:lnTo>
                  <a:close/>
                  <a:moveTo>
                    <a:pt x="595000" y="170345"/>
                  </a:moveTo>
                  <a:lnTo>
                    <a:pt x="580403" y="183916"/>
                  </a:lnTo>
                  <a:lnTo>
                    <a:pt x="608013" y="176288"/>
                  </a:lnTo>
                  <a:close/>
                  <a:moveTo>
                    <a:pt x="654858" y="173359"/>
                  </a:moveTo>
                  <a:lnTo>
                    <a:pt x="632535" y="203488"/>
                  </a:lnTo>
                  <a:lnTo>
                    <a:pt x="679729" y="189819"/>
                  </a:lnTo>
                  <a:close/>
                  <a:moveTo>
                    <a:pt x="786384" y="186304"/>
                  </a:moveTo>
                  <a:lnTo>
                    <a:pt x="799050" y="218826"/>
                  </a:lnTo>
                  <a:lnTo>
                    <a:pt x="836582" y="205876"/>
                  </a:lnTo>
                  <a:close/>
                  <a:moveTo>
                    <a:pt x="822111" y="169121"/>
                  </a:moveTo>
                  <a:lnTo>
                    <a:pt x="858102" y="197905"/>
                  </a:lnTo>
                  <a:lnTo>
                    <a:pt x="852482" y="157728"/>
                  </a:lnTo>
                  <a:close/>
                  <a:moveTo>
                    <a:pt x="822111" y="169121"/>
                  </a:moveTo>
                  <a:lnTo>
                    <a:pt x="836582" y="205876"/>
                  </a:lnTo>
                  <a:lnTo>
                    <a:pt x="858102" y="197905"/>
                  </a:lnTo>
                  <a:close/>
                  <a:moveTo>
                    <a:pt x="878374" y="188693"/>
                  </a:moveTo>
                  <a:lnTo>
                    <a:pt x="867841" y="151938"/>
                  </a:lnTo>
                  <a:lnTo>
                    <a:pt x="858102" y="197905"/>
                  </a:lnTo>
                  <a:close/>
                  <a:moveTo>
                    <a:pt x="867841" y="151938"/>
                  </a:moveTo>
                  <a:lnTo>
                    <a:pt x="852482" y="157728"/>
                  </a:lnTo>
                  <a:lnTo>
                    <a:pt x="858102" y="197905"/>
                  </a:lnTo>
                  <a:close/>
                  <a:moveTo>
                    <a:pt x="816752" y="132366"/>
                  </a:moveTo>
                  <a:lnTo>
                    <a:pt x="822111" y="169121"/>
                  </a:lnTo>
                  <a:lnTo>
                    <a:pt x="852482" y="157728"/>
                  </a:lnTo>
                  <a:close/>
                  <a:moveTo>
                    <a:pt x="867841" y="151938"/>
                  </a:moveTo>
                  <a:lnTo>
                    <a:pt x="870916" y="115183"/>
                  </a:lnTo>
                  <a:lnTo>
                    <a:pt x="852482" y="157728"/>
                  </a:lnTo>
                  <a:close/>
                  <a:moveTo>
                    <a:pt x="867841" y="151938"/>
                  </a:moveTo>
                  <a:lnTo>
                    <a:pt x="916327" y="177658"/>
                  </a:lnTo>
                  <a:lnTo>
                    <a:pt x="906089" y="141234"/>
                  </a:lnTo>
                  <a:close/>
                  <a:moveTo>
                    <a:pt x="867841" y="151938"/>
                  </a:moveTo>
                  <a:lnTo>
                    <a:pt x="878374" y="188693"/>
                  </a:lnTo>
                  <a:lnTo>
                    <a:pt x="916327" y="177658"/>
                  </a:lnTo>
                  <a:close/>
                  <a:moveTo>
                    <a:pt x="950130" y="171509"/>
                  </a:moveTo>
                  <a:lnTo>
                    <a:pt x="954394" y="160984"/>
                  </a:lnTo>
                  <a:lnTo>
                    <a:pt x="916327" y="177658"/>
                  </a:lnTo>
                  <a:close/>
                  <a:moveTo>
                    <a:pt x="870916" y="115183"/>
                  </a:moveTo>
                  <a:lnTo>
                    <a:pt x="906089" y="141234"/>
                  </a:lnTo>
                  <a:lnTo>
                    <a:pt x="893540" y="106689"/>
                  </a:lnTo>
                  <a:close/>
                  <a:moveTo>
                    <a:pt x="870916" y="115183"/>
                  </a:moveTo>
                  <a:lnTo>
                    <a:pt x="867841" y="151938"/>
                  </a:lnTo>
                  <a:lnTo>
                    <a:pt x="906089" y="141234"/>
                  </a:lnTo>
                  <a:close/>
                  <a:moveTo>
                    <a:pt x="884496" y="61245"/>
                  </a:moveTo>
                  <a:lnTo>
                    <a:pt x="893540" y="106689"/>
                  </a:lnTo>
                  <a:lnTo>
                    <a:pt x="899019" y="78522"/>
                  </a:lnTo>
                  <a:close/>
                  <a:moveTo>
                    <a:pt x="884496" y="61245"/>
                  </a:moveTo>
                  <a:lnTo>
                    <a:pt x="899019" y="78522"/>
                  </a:lnTo>
                  <a:lnTo>
                    <a:pt x="900962" y="55908"/>
                  </a:lnTo>
                  <a:close/>
                  <a:moveTo>
                    <a:pt x="888483" y="39131"/>
                  </a:moveTo>
                  <a:lnTo>
                    <a:pt x="884496" y="61245"/>
                  </a:lnTo>
                  <a:lnTo>
                    <a:pt x="900962" y="55908"/>
                  </a:lnTo>
                  <a:close/>
                  <a:moveTo>
                    <a:pt x="948156" y="44628"/>
                  </a:moveTo>
                  <a:lnTo>
                    <a:pt x="900962" y="55908"/>
                  </a:lnTo>
                  <a:lnTo>
                    <a:pt x="899019" y="78522"/>
                  </a:lnTo>
                  <a:close/>
                  <a:moveTo>
                    <a:pt x="922592" y="7306"/>
                  </a:moveTo>
                  <a:lnTo>
                    <a:pt x="948187" y="41568"/>
                  </a:lnTo>
                  <a:lnTo>
                    <a:pt x="948010" y="0"/>
                  </a:lnTo>
                  <a:close/>
                </a:path>
              </a:pathLst>
            </a:custGeom>
            <a:solidFill>
              <a:srgbClr val="D7DEE3"/>
            </a:solidFill>
            <a:ln w="1524">
              <a:solidFill>
                <a:srgbClr val="D7DEE3"/>
              </a:solidFill>
            </a:ln>
          </p:spPr>
        </p:sp>
        <p:sp>
          <p:nvSpPr>
            <p:cNvPr id="194" name="Input_density__193">
              <a:extLst>
                <a:ext uri="{FF2B5EF4-FFF2-40B4-BE49-F238E27FC236}">
                  <a16:creationId xmlns:a16="http://schemas.microsoft.com/office/drawing/2014/main" id="{9BA369DF-4DBE-63F7-B0D4-F43528AFB4C9}"/>
                </a:ext>
              </a:extLst>
            </p:cNvPr>
            <p:cNvSpPr>
              <a:spLocks noGrp="1"/>
            </p:cNvSpPr>
            <p:nvPr/>
          </p:nvSpPr>
          <p:spPr>
            <a:xfrm>
              <a:off x="1103132" y="2039506"/>
              <a:ext cx="270012" cy="196937"/>
            </a:xfrm>
            <a:custGeom>
              <a:avLst/>
              <a:gdLst/>
              <a:ahLst/>
              <a:cxnLst/>
              <a:rect l="0" t="0" r="0" b="0"/>
              <a:pathLst>
                <a:path w="270012" h="196937">
                  <a:moveTo>
                    <a:pt x="0" y="176956"/>
                  </a:moveTo>
                  <a:lnTo>
                    <a:pt x="41035" y="193744"/>
                  </a:lnTo>
                  <a:lnTo>
                    <a:pt x="26295" y="196937"/>
                  </a:lnTo>
                  <a:close/>
                  <a:moveTo>
                    <a:pt x="26295" y="196937"/>
                  </a:moveTo>
                  <a:lnTo>
                    <a:pt x="2872" y="193744"/>
                  </a:lnTo>
                  <a:lnTo>
                    <a:pt x="0" y="176956"/>
                  </a:lnTo>
                  <a:close/>
                  <a:moveTo>
                    <a:pt x="257641" y="36309"/>
                  </a:moveTo>
                  <a:lnTo>
                    <a:pt x="270012" y="0"/>
                  </a:lnTo>
                  <a:lnTo>
                    <a:pt x="252168" y="51501"/>
                  </a:lnTo>
                  <a:close/>
                  <a:moveTo>
                    <a:pt x="270012" y="0"/>
                  </a:moveTo>
                  <a:lnTo>
                    <a:pt x="257641" y="36309"/>
                  </a:lnTo>
                  <a:lnTo>
                    <a:pt x="269592" y="14746"/>
                  </a:lnTo>
                  <a:close/>
                </a:path>
              </a:pathLst>
            </a:custGeom>
            <a:solidFill>
              <a:srgbClr val="AEBAC4"/>
            </a:solidFill>
            <a:ln w="1524">
              <a:solidFill>
                <a:srgbClr val="AEBAC4"/>
              </a:solidFill>
            </a:ln>
          </p:spPr>
        </p:sp>
        <p:sp>
          <p:nvSpPr>
            <p:cNvPr id="195" name="Input_density__194">
              <a:extLst>
                <a:ext uri="{FF2B5EF4-FFF2-40B4-BE49-F238E27FC236}">
                  <a16:creationId xmlns:a16="http://schemas.microsoft.com/office/drawing/2014/main" id="{BC36A4F1-2FB1-0785-5D98-6AC1F94E5639}"/>
                </a:ext>
              </a:extLst>
            </p:cNvPr>
            <p:cNvSpPr>
              <a:spLocks noGrp="1"/>
            </p:cNvSpPr>
            <p:nvPr/>
          </p:nvSpPr>
          <p:spPr>
            <a:xfrm>
              <a:off x="588542" y="1916131"/>
              <a:ext cx="774606" cy="362685"/>
            </a:xfrm>
            <a:custGeom>
              <a:avLst/>
              <a:gdLst/>
              <a:ahLst/>
              <a:cxnLst/>
              <a:rect l="0" t="0" r="0" b="0"/>
              <a:pathLst>
                <a:path w="774606" h="362685">
                  <a:moveTo>
                    <a:pt x="8712" y="236445"/>
                  </a:moveTo>
                  <a:lnTo>
                    <a:pt x="0" y="253628"/>
                  </a:lnTo>
                  <a:lnTo>
                    <a:pt x="20989" y="273200"/>
                  </a:lnTo>
                  <a:close/>
                  <a:moveTo>
                    <a:pt x="20989" y="273200"/>
                  </a:moveTo>
                  <a:lnTo>
                    <a:pt x="46510" y="309955"/>
                  </a:lnTo>
                  <a:lnTo>
                    <a:pt x="57152" y="292771"/>
                  </a:lnTo>
                  <a:close/>
                  <a:moveTo>
                    <a:pt x="200917" y="272842"/>
                  </a:moveTo>
                  <a:lnTo>
                    <a:pt x="181986" y="261144"/>
                  </a:lnTo>
                  <a:lnTo>
                    <a:pt x="223564" y="276681"/>
                  </a:lnTo>
                  <a:close/>
                  <a:moveTo>
                    <a:pt x="200917" y="272842"/>
                  </a:moveTo>
                  <a:lnTo>
                    <a:pt x="205605" y="275588"/>
                  </a:lnTo>
                  <a:lnTo>
                    <a:pt x="195777" y="268999"/>
                  </a:lnTo>
                  <a:close/>
                  <a:moveTo>
                    <a:pt x="225343" y="235326"/>
                  </a:moveTo>
                  <a:lnTo>
                    <a:pt x="251864" y="257914"/>
                  </a:lnTo>
                  <a:lnTo>
                    <a:pt x="229821" y="221650"/>
                  </a:lnTo>
                  <a:close/>
                  <a:moveTo>
                    <a:pt x="229821" y="221650"/>
                  </a:moveTo>
                  <a:lnTo>
                    <a:pt x="251864" y="257914"/>
                  </a:lnTo>
                  <a:lnTo>
                    <a:pt x="252520" y="241221"/>
                  </a:lnTo>
                  <a:close/>
                  <a:moveTo>
                    <a:pt x="242536" y="204466"/>
                  </a:moveTo>
                  <a:lnTo>
                    <a:pt x="229821" y="221650"/>
                  </a:lnTo>
                  <a:lnTo>
                    <a:pt x="252520" y="241221"/>
                  </a:lnTo>
                  <a:close/>
                  <a:moveTo>
                    <a:pt x="206043" y="89686"/>
                  </a:moveTo>
                  <a:lnTo>
                    <a:pt x="174084" y="88580"/>
                  </a:lnTo>
                  <a:lnTo>
                    <a:pt x="223480" y="83951"/>
                  </a:lnTo>
                  <a:close/>
                  <a:moveTo>
                    <a:pt x="464253" y="280365"/>
                  </a:moveTo>
                  <a:lnTo>
                    <a:pt x="449991" y="307957"/>
                  </a:lnTo>
                  <a:lnTo>
                    <a:pt x="469864" y="286050"/>
                  </a:lnTo>
                  <a:close/>
                  <a:moveTo>
                    <a:pt x="464253" y="280365"/>
                  </a:moveTo>
                  <a:lnTo>
                    <a:pt x="425516" y="244816"/>
                  </a:lnTo>
                  <a:lnTo>
                    <a:pt x="409070" y="279536"/>
                  </a:lnTo>
                  <a:close/>
                  <a:moveTo>
                    <a:pt x="337192" y="135375"/>
                  </a:moveTo>
                  <a:lnTo>
                    <a:pt x="328571" y="131508"/>
                  </a:lnTo>
                  <a:lnTo>
                    <a:pt x="359901" y="124072"/>
                  </a:lnTo>
                  <a:close/>
                  <a:moveTo>
                    <a:pt x="388027" y="104654"/>
                  </a:moveTo>
                  <a:lnTo>
                    <a:pt x="337192" y="135375"/>
                  </a:lnTo>
                  <a:lnTo>
                    <a:pt x="359901" y="124072"/>
                  </a:lnTo>
                  <a:close/>
                  <a:moveTo>
                    <a:pt x="631663" y="345435"/>
                  </a:moveTo>
                  <a:lnTo>
                    <a:pt x="597637" y="346009"/>
                  </a:lnTo>
                  <a:lnTo>
                    <a:pt x="590319" y="362685"/>
                  </a:lnTo>
                  <a:close/>
                  <a:moveTo>
                    <a:pt x="588489" y="40218"/>
                  </a:moveTo>
                  <a:lnTo>
                    <a:pt x="645028" y="57823"/>
                  </a:lnTo>
                  <a:lnTo>
                    <a:pt x="610825" y="27856"/>
                  </a:lnTo>
                  <a:close/>
                  <a:moveTo>
                    <a:pt x="687464" y="84183"/>
                  </a:moveTo>
                  <a:lnTo>
                    <a:pt x="681052" y="67934"/>
                  </a:lnTo>
                  <a:lnTo>
                    <a:pt x="700960" y="92451"/>
                  </a:lnTo>
                  <a:close/>
                  <a:moveTo>
                    <a:pt x="679572" y="47428"/>
                  </a:moveTo>
                  <a:lnTo>
                    <a:pt x="677826" y="64611"/>
                  </a:lnTo>
                  <a:lnTo>
                    <a:pt x="687464" y="84183"/>
                  </a:lnTo>
                  <a:close/>
                  <a:moveTo>
                    <a:pt x="679572" y="47428"/>
                  </a:moveTo>
                  <a:lnTo>
                    <a:pt x="665243" y="37193"/>
                  </a:lnTo>
                  <a:lnTo>
                    <a:pt x="645028" y="57823"/>
                  </a:lnTo>
                  <a:close/>
                  <a:moveTo>
                    <a:pt x="709089" y="41095"/>
                  </a:moveTo>
                  <a:lnTo>
                    <a:pt x="737408" y="57855"/>
                  </a:lnTo>
                  <a:lnTo>
                    <a:pt x="726066" y="47428"/>
                  </a:lnTo>
                  <a:close/>
                  <a:moveTo>
                    <a:pt x="750330" y="79402"/>
                  </a:moveTo>
                  <a:lnTo>
                    <a:pt x="737408" y="57855"/>
                  </a:lnTo>
                  <a:lnTo>
                    <a:pt x="709089" y="41095"/>
                  </a:lnTo>
                  <a:close/>
                  <a:moveTo>
                    <a:pt x="750330" y="79402"/>
                  </a:moveTo>
                  <a:lnTo>
                    <a:pt x="774606" y="84183"/>
                  </a:lnTo>
                  <a:lnTo>
                    <a:pt x="737408" y="57855"/>
                  </a:lnTo>
                  <a:close/>
                  <a:moveTo>
                    <a:pt x="709089" y="41095"/>
                  </a:moveTo>
                  <a:lnTo>
                    <a:pt x="726066" y="47428"/>
                  </a:lnTo>
                  <a:lnTo>
                    <a:pt x="732435" y="4456"/>
                  </a:lnTo>
                  <a:close/>
                  <a:moveTo>
                    <a:pt x="704597" y="0"/>
                  </a:moveTo>
                  <a:lnTo>
                    <a:pt x="709089" y="41095"/>
                  </a:lnTo>
                  <a:lnTo>
                    <a:pt x="732435" y="4456"/>
                  </a:lnTo>
                  <a:close/>
                </a:path>
              </a:pathLst>
            </a:custGeom>
            <a:solidFill>
              <a:srgbClr val="C9D2D8"/>
            </a:solidFill>
            <a:ln w="1524">
              <a:solidFill>
                <a:srgbClr val="C9D2D8"/>
              </a:solidFill>
            </a:ln>
          </p:spPr>
        </p:sp>
        <p:sp>
          <p:nvSpPr>
            <p:cNvPr id="196" name="Input_density__195">
              <a:extLst>
                <a:ext uri="{FF2B5EF4-FFF2-40B4-BE49-F238E27FC236}">
                  <a16:creationId xmlns:a16="http://schemas.microsoft.com/office/drawing/2014/main" id="{EB0D6B45-DEB7-4A88-9D67-8D1111CD1C26}"/>
                </a:ext>
              </a:extLst>
            </p:cNvPr>
            <p:cNvSpPr>
              <a:spLocks noGrp="1"/>
            </p:cNvSpPr>
            <p:nvPr/>
          </p:nvSpPr>
          <p:spPr>
            <a:xfrm>
              <a:off x="613589" y="1956349"/>
              <a:ext cx="764241" cy="406739"/>
            </a:xfrm>
            <a:custGeom>
              <a:avLst/>
              <a:gdLst/>
              <a:ahLst/>
              <a:cxnLst/>
              <a:rect l="0" t="0" r="0" b="0"/>
              <a:pathLst>
                <a:path w="764241" h="406739">
                  <a:moveTo>
                    <a:pt x="21464" y="269737"/>
                  </a:moveTo>
                  <a:lnTo>
                    <a:pt x="23626" y="275131"/>
                  </a:lnTo>
                  <a:lnTo>
                    <a:pt x="32865" y="279470"/>
                  </a:lnTo>
                  <a:close/>
                  <a:moveTo>
                    <a:pt x="21464" y="269737"/>
                  </a:moveTo>
                  <a:lnTo>
                    <a:pt x="0" y="249592"/>
                  </a:lnTo>
                  <a:lnTo>
                    <a:pt x="23626" y="275131"/>
                  </a:lnTo>
                  <a:close/>
                  <a:moveTo>
                    <a:pt x="82798" y="298861"/>
                  </a:moveTo>
                  <a:lnTo>
                    <a:pt x="72951" y="289309"/>
                  </a:lnTo>
                  <a:lnTo>
                    <a:pt x="70784" y="296666"/>
                  </a:lnTo>
                  <a:close/>
                  <a:moveTo>
                    <a:pt x="70784" y="296666"/>
                  </a:moveTo>
                  <a:lnTo>
                    <a:pt x="72951" y="289309"/>
                  </a:lnTo>
                  <a:lnTo>
                    <a:pt x="58602" y="279489"/>
                  </a:lnTo>
                  <a:close/>
                  <a:moveTo>
                    <a:pt x="70784" y="296666"/>
                  </a:moveTo>
                  <a:lnTo>
                    <a:pt x="58602" y="279489"/>
                  </a:lnTo>
                  <a:lnTo>
                    <a:pt x="32865" y="279470"/>
                  </a:lnTo>
                  <a:close/>
                  <a:moveTo>
                    <a:pt x="82798" y="298861"/>
                  </a:moveTo>
                  <a:lnTo>
                    <a:pt x="130801" y="326064"/>
                  </a:lnTo>
                  <a:lnTo>
                    <a:pt x="98833" y="305331"/>
                  </a:lnTo>
                  <a:close/>
                  <a:moveTo>
                    <a:pt x="72951" y="289309"/>
                  </a:moveTo>
                  <a:lnTo>
                    <a:pt x="82798" y="298861"/>
                  </a:lnTo>
                  <a:lnTo>
                    <a:pt x="98833" y="305331"/>
                  </a:lnTo>
                  <a:close/>
                  <a:moveTo>
                    <a:pt x="217490" y="164249"/>
                  </a:moveTo>
                  <a:lnTo>
                    <a:pt x="184856" y="144677"/>
                  </a:lnTo>
                  <a:lnTo>
                    <a:pt x="204774" y="181432"/>
                  </a:lnTo>
                  <a:close/>
                  <a:moveTo>
                    <a:pt x="349678" y="235483"/>
                  </a:moveTo>
                  <a:lnTo>
                    <a:pt x="330798" y="261104"/>
                  </a:lnTo>
                  <a:lnTo>
                    <a:pt x="384023" y="239318"/>
                  </a:lnTo>
                  <a:close/>
                  <a:moveTo>
                    <a:pt x="409916" y="257330"/>
                  </a:moveTo>
                  <a:lnTo>
                    <a:pt x="384023" y="239318"/>
                  </a:lnTo>
                  <a:lnTo>
                    <a:pt x="414795" y="263318"/>
                  </a:lnTo>
                  <a:close/>
                  <a:moveTo>
                    <a:pt x="409916" y="257330"/>
                  </a:moveTo>
                  <a:lnTo>
                    <a:pt x="414795" y="263318"/>
                  </a:lnTo>
                  <a:lnTo>
                    <a:pt x="424944" y="267739"/>
                  </a:lnTo>
                  <a:close/>
                  <a:moveTo>
                    <a:pt x="557767" y="276902"/>
                  </a:moveTo>
                  <a:lnTo>
                    <a:pt x="575235" y="263506"/>
                  </a:lnTo>
                  <a:lnTo>
                    <a:pt x="572701" y="260955"/>
                  </a:lnTo>
                  <a:close/>
                  <a:moveTo>
                    <a:pt x="530324" y="259719"/>
                  </a:moveTo>
                  <a:lnTo>
                    <a:pt x="521746" y="284304"/>
                  </a:lnTo>
                  <a:lnTo>
                    <a:pt x="543213" y="268357"/>
                  </a:lnTo>
                  <a:close/>
                  <a:moveTo>
                    <a:pt x="492415" y="276902"/>
                  </a:moveTo>
                  <a:lnTo>
                    <a:pt x="530324" y="259719"/>
                  </a:lnTo>
                  <a:lnTo>
                    <a:pt x="486195" y="275961"/>
                  </a:lnTo>
                  <a:close/>
                  <a:moveTo>
                    <a:pt x="662730" y="406739"/>
                  </a:moveTo>
                  <a:lnTo>
                    <a:pt x="688838" y="399703"/>
                  </a:lnTo>
                  <a:lnTo>
                    <a:pt x="640849" y="369984"/>
                  </a:lnTo>
                  <a:close/>
                  <a:moveTo>
                    <a:pt x="610144" y="269449"/>
                  </a:moveTo>
                  <a:lnTo>
                    <a:pt x="613207" y="255113"/>
                  </a:lnTo>
                  <a:lnTo>
                    <a:pt x="605121" y="279036"/>
                  </a:lnTo>
                  <a:close/>
                  <a:moveTo>
                    <a:pt x="563442" y="0"/>
                  </a:moveTo>
                  <a:lnTo>
                    <a:pt x="569953" y="41577"/>
                  </a:lnTo>
                  <a:lnTo>
                    <a:pt x="619982" y="17605"/>
                  </a:lnTo>
                  <a:close/>
                  <a:moveTo>
                    <a:pt x="757409" y="192055"/>
                  </a:moveTo>
                  <a:lnTo>
                    <a:pt x="761458" y="244923"/>
                  </a:lnTo>
                  <a:lnTo>
                    <a:pt x="764241" y="208168"/>
                  </a:lnTo>
                  <a:close/>
                  <a:moveTo>
                    <a:pt x="748034" y="110183"/>
                  </a:moveTo>
                  <a:lnTo>
                    <a:pt x="761264" y="154230"/>
                  </a:lnTo>
                  <a:lnTo>
                    <a:pt x="757788" y="117475"/>
                  </a:lnTo>
                  <a:close/>
                  <a:moveTo>
                    <a:pt x="743452" y="69161"/>
                  </a:moveTo>
                  <a:lnTo>
                    <a:pt x="757788" y="117475"/>
                  </a:lnTo>
                  <a:lnTo>
                    <a:pt x="760382" y="80720"/>
                  </a:lnTo>
                  <a:close/>
                  <a:moveTo>
                    <a:pt x="743452" y="69161"/>
                  </a:moveTo>
                  <a:lnTo>
                    <a:pt x="748034" y="110183"/>
                  </a:lnTo>
                  <a:lnTo>
                    <a:pt x="757788" y="117475"/>
                  </a:lnTo>
                  <a:close/>
                </a:path>
              </a:pathLst>
            </a:custGeom>
            <a:solidFill>
              <a:srgbClr val="BCC7CF"/>
            </a:solidFill>
            <a:ln w="1524">
              <a:solidFill>
                <a:srgbClr val="BCC7CF"/>
              </a:solidFill>
            </a:ln>
          </p:spPr>
        </p:sp>
        <p:sp>
          <p:nvSpPr>
            <p:cNvPr id="197" name="Input_density__196">
              <a:extLst>
                <a:ext uri="{FF2B5EF4-FFF2-40B4-BE49-F238E27FC236}">
                  <a16:creationId xmlns:a16="http://schemas.microsoft.com/office/drawing/2014/main" id="{34D11963-69B7-7EEE-EC85-3D6DBB5ADFFB}"/>
                </a:ext>
              </a:extLst>
            </p:cNvPr>
            <p:cNvSpPr>
              <a:spLocks noGrp="1"/>
            </p:cNvSpPr>
            <p:nvPr/>
          </p:nvSpPr>
          <p:spPr>
            <a:xfrm>
              <a:off x="609531" y="1956349"/>
              <a:ext cx="764440" cy="279470"/>
            </a:xfrm>
            <a:custGeom>
              <a:avLst/>
              <a:gdLst/>
              <a:ahLst/>
              <a:cxnLst/>
              <a:rect l="0" t="0" r="0" b="0"/>
              <a:pathLst>
                <a:path w="764440" h="279470">
                  <a:moveTo>
                    <a:pt x="25522" y="269737"/>
                  </a:moveTo>
                  <a:lnTo>
                    <a:pt x="0" y="232982"/>
                  </a:lnTo>
                  <a:lnTo>
                    <a:pt x="4058" y="249592"/>
                  </a:lnTo>
                  <a:close/>
                  <a:moveTo>
                    <a:pt x="36163" y="252554"/>
                  </a:moveTo>
                  <a:lnTo>
                    <a:pt x="25522" y="269737"/>
                  </a:lnTo>
                  <a:lnTo>
                    <a:pt x="36923" y="279470"/>
                  </a:lnTo>
                  <a:close/>
                  <a:moveTo>
                    <a:pt x="133074" y="198616"/>
                  </a:moveTo>
                  <a:lnTo>
                    <a:pt x="133301" y="198696"/>
                  </a:lnTo>
                  <a:lnTo>
                    <a:pt x="132781" y="196301"/>
                  </a:lnTo>
                  <a:close/>
                  <a:moveTo>
                    <a:pt x="157028" y="206495"/>
                  </a:moveTo>
                  <a:lnTo>
                    <a:pt x="133301" y="198696"/>
                  </a:lnTo>
                  <a:lnTo>
                    <a:pt x="174788" y="228781"/>
                  </a:lnTo>
                  <a:close/>
                  <a:moveTo>
                    <a:pt x="133301" y="198696"/>
                  </a:moveTo>
                  <a:lnTo>
                    <a:pt x="133483" y="198923"/>
                  </a:lnTo>
                  <a:lnTo>
                    <a:pt x="174788" y="228781"/>
                  </a:lnTo>
                  <a:close/>
                  <a:moveTo>
                    <a:pt x="133483" y="198923"/>
                  </a:moveTo>
                  <a:lnTo>
                    <a:pt x="133301" y="198696"/>
                  </a:lnTo>
                  <a:lnTo>
                    <a:pt x="133074" y="198616"/>
                  </a:lnTo>
                  <a:close/>
                  <a:moveTo>
                    <a:pt x="146746" y="218187"/>
                  </a:moveTo>
                  <a:lnTo>
                    <a:pt x="133483" y="198923"/>
                  </a:lnTo>
                  <a:lnTo>
                    <a:pt x="133074" y="198616"/>
                  </a:lnTo>
                  <a:close/>
                  <a:moveTo>
                    <a:pt x="160997" y="220927"/>
                  </a:moveTo>
                  <a:lnTo>
                    <a:pt x="174788" y="228781"/>
                  </a:lnTo>
                  <a:lnTo>
                    <a:pt x="133483" y="198923"/>
                  </a:lnTo>
                  <a:close/>
                  <a:moveTo>
                    <a:pt x="160997" y="220927"/>
                  </a:moveTo>
                  <a:lnTo>
                    <a:pt x="179928" y="232624"/>
                  </a:lnTo>
                  <a:lnTo>
                    <a:pt x="174788" y="228781"/>
                  </a:lnTo>
                  <a:close/>
                  <a:moveTo>
                    <a:pt x="204354" y="195108"/>
                  </a:moveTo>
                  <a:lnTo>
                    <a:pt x="232273" y="218187"/>
                  </a:lnTo>
                  <a:lnTo>
                    <a:pt x="230875" y="217696"/>
                  </a:lnTo>
                  <a:close/>
                  <a:moveTo>
                    <a:pt x="120761" y="29903"/>
                  </a:moveTo>
                  <a:lnTo>
                    <a:pt x="143279" y="43134"/>
                  </a:lnTo>
                  <a:lnTo>
                    <a:pt x="156899" y="71167"/>
                  </a:lnTo>
                  <a:close/>
                  <a:moveTo>
                    <a:pt x="443264" y="240147"/>
                  </a:moveTo>
                  <a:lnTo>
                    <a:pt x="413974" y="257330"/>
                  </a:lnTo>
                  <a:lnTo>
                    <a:pt x="429002" y="267739"/>
                  </a:lnTo>
                  <a:close/>
                  <a:moveTo>
                    <a:pt x="413974" y="257330"/>
                  </a:moveTo>
                  <a:lnTo>
                    <a:pt x="443264" y="240147"/>
                  </a:lnTo>
                  <a:lnTo>
                    <a:pt x="388081" y="239318"/>
                  </a:lnTo>
                  <a:close/>
                  <a:moveTo>
                    <a:pt x="448875" y="245832"/>
                  </a:moveTo>
                  <a:lnTo>
                    <a:pt x="429002" y="267739"/>
                  </a:lnTo>
                  <a:lnTo>
                    <a:pt x="490253" y="275961"/>
                  </a:lnTo>
                  <a:close/>
                  <a:moveTo>
                    <a:pt x="557123" y="26095"/>
                  </a:moveTo>
                  <a:lnTo>
                    <a:pt x="595800" y="66487"/>
                  </a:lnTo>
                  <a:lnTo>
                    <a:pt x="576599" y="37350"/>
                  </a:lnTo>
                  <a:close/>
                  <a:moveTo>
                    <a:pt x="557123" y="26095"/>
                  </a:moveTo>
                  <a:lnTo>
                    <a:pt x="576599" y="37350"/>
                  </a:lnTo>
                  <a:lnTo>
                    <a:pt x="567500" y="0"/>
                  </a:lnTo>
                  <a:close/>
                  <a:moveTo>
                    <a:pt x="656837" y="24393"/>
                  </a:moveTo>
                  <a:lnTo>
                    <a:pt x="660064" y="27716"/>
                  </a:lnTo>
                  <a:lnTo>
                    <a:pt x="666475" y="43965"/>
                  </a:lnTo>
                  <a:close/>
                  <a:moveTo>
                    <a:pt x="656837" y="24393"/>
                  </a:moveTo>
                  <a:lnTo>
                    <a:pt x="658584" y="7210"/>
                  </a:lnTo>
                  <a:lnTo>
                    <a:pt x="624040" y="17605"/>
                  </a:lnTo>
                  <a:close/>
                  <a:moveTo>
                    <a:pt x="729341" y="39185"/>
                  </a:moveTo>
                  <a:lnTo>
                    <a:pt x="764440" y="80720"/>
                  </a:lnTo>
                  <a:lnTo>
                    <a:pt x="753617" y="43965"/>
                  </a:lnTo>
                  <a:close/>
                  <a:moveTo>
                    <a:pt x="729341" y="39185"/>
                  </a:moveTo>
                  <a:lnTo>
                    <a:pt x="747510" y="69161"/>
                  </a:lnTo>
                  <a:lnTo>
                    <a:pt x="764440" y="80720"/>
                  </a:lnTo>
                  <a:close/>
                </a:path>
              </a:pathLst>
            </a:custGeom>
            <a:solidFill>
              <a:srgbClr val="C2CCD3"/>
            </a:solidFill>
            <a:ln w="1524">
              <a:solidFill>
                <a:srgbClr val="C2CCD3"/>
              </a:solidFill>
            </a:ln>
          </p:spPr>
        </p:sp>
        <p:sp>
          <p:nvSpPr>
            <p:cNvPr id="198" name="Input_density__197">
              <a:extLst>
                <a:ext uri="{FF2B5EF4-FFF2-40B4-BE49-F238E27FC236}">
                  <a16:creationId xmlns:a16="http://schemas.microsoft.com/office/drawing/2014/main" id="{DEB7EC63-A1D4-84C2-6321-FE721F89AB52}"/>
                </a:ext>
              </a:extLst>
            </p:cNvPr>
            <p:cNvSpPr>
              <a:spLocks noGrp="1"/>
            </p:cNvSpPr>
            <p:nvPr/>
          </p:nvSpPr>
          <p:spPr>
            <a:xfrm>
              <a:off x="684372" y="2037069"/>
              <a:ext cx="695114" cy="251059"/>
            </a:xfrm>
            <a:custGeom>
              <a:avLst/>
              <a:gdLst/>
              <a:ahLst/>
              <a:cxnLst/>
              <a:rect l="0" t="0" r="0" b="0"/>
              <a:pathLst>
                <a:path w="695114" h="251059">
                  <a:moveTo>
                    <a:pt x="0" y="215946"/>
                  </a:moveTo>
                  <a:lnTo>
                    <a:pt x="34284" y="219551"/>
                  </a:lnTo>
                  <a:lnTo>
                    <a:pt x="12015" y="218140"/>
                  </a:lnTo>
                  <a:close/>
                  <a:moveTo>
                    <a:pt x="60018" y="245344"/>
                  </a:moveTo>
                  <a:lnTo>
                    <a:pt x="62942" y="248573"/>
                  </a:lnTo>
                  <a:lnTo>
                    <a:pt x="68443" y="251059"/>
                  </a:lnTo>
                  <a:close/>
                  <a:moveTo>
                    <a:pt x="62942" y="248573"/>
                  </a:moveTo>
                  <a:lnTo>
                    <a:pt x="60018" y="245344"/>
                  </a:lnTo>
                  <a:lnTo>
                    <a:pt x="12015" y="218140"/>
                  </a:lnTo>
                  <a:close/>
                  <a:moveTo>
                    <a:pt x="38677" y="223553"/>
                  </a:moveTo>
                  <a:lnTo>
                    <a:pt x="62942" y="248573"/>
                  </a:lnTo>
                  <a:lnTo>
                    <a:pt x="12015" y="218140"/>
                  </a:lnTo>
                  <a:close/>
                  <a:moveTo>
                    <a:pt x="66926" y="100712"/>
                  </a:moveTo>
                  <a:lnTo>
                    <a:pt x="58232" y="117895"/>
                  </a:lnTo>
                  <a:lnTo>
                    <a:pt x="77911" y="94042"/>
                  </a:lnTo>
                  <a:close/>
                  <a:moveTo>
                    <a:pt x="58232" y="117895"/>
                  </a:moveTo>
                  <a:lnTo>
                    <a:pt x="57940" y="115581"/>
                  </a:lnTo>
                  <a:lnTo>
                    <a:pt x="77911" y="94042"/>
                  </a:lnTo>
                  <a:close/>
                  <a:moveTo>
                    <a:pt x="228730" y="187993"/>
                  </a:moveTo>
                  <a:lnTo>
                    <a:pt x="260015" y="180384"/>
                  </a:lnTo>
                  <a:lnTo>
                    <a:pt x="278894" y="154763"/>
                  </a:lnTo>
                  <a:close/>
                  <a:moveTo>
                    <a:pt x="260015" y="180384"/>
                  </a:moveTo>
                  <a:lnTo>
                    <a:pt x="291185" y="172349"/>
                  </a:lnTo>
                  <a:lnTo>
                    <a:pt x="313239" y="158598"/>
                  </a:lnTo>
                  <a:close/>
                  <a:moveTo>
                    <a:pt x="388517" y="190896"/>
                  </a:moveTo>
                  <a:lnTo>
                    <a:pt x="354161" y="187019"/>
                  </a:lnTo>
                  <a:lnTo>
                    <a:pt x="344012" y="182598"/>
                  </a:lnTo>
                  <a:close/>
                  <a:moveTo>
                    <a:pt x="354161" y="187019"/>
                  </a:moveTo>
                  <a:lnTo>
                    <a:pt x="388517" y="190896"/>
                  </a:lnTo>
                  <a:lnTo>
                    <a:pt x="415411" y="195241"/>
                  </a:lnTo>
                  <a:close/>
                  <a:moveTo>
                    <a:pt x="418760" y="179393"/>
                  </a:moveTo>
                  <a:lnTo>
                    <a:pt x="421631" y="196182"/>
                  </a:lnTo>
                  <a:lnTo>
                    <a:pt x="415411" y="195241"/>
                  </a:lnTo>
                  <a:close/>
                  <a:moveTo>
                    <a:pt x="421631" y="196182"/>
                  </a:moveTo>
                  <a:lnTo>
                    <a:pt x="445055" y="199374"/>
                  </a:lnTo>
                  <a:lnTo>
                    <a:pt x="450962" y="203583"/>
                  </a:lnTo>
                  <a:close/>
                  <a:moveTo>
                    <a:pt x="450962" y="203583"/>
                  </a:moveTo>
                  <a:lnTo>
                    <a:pt x="504451" y="182786"/>
                  </a:lnTo>
                  <a:lnTo>
                    <a:pt x="472429" y="187636"/>
                  </a:lnTo>
                  <a:close/>
                  <a:moveTo>
                    <a:pt x="459540" y="178998"/>
                  </a:moveTo>
                  <a:lnTo>
                    <a:pt x="421631" y="196182"/>
                  </a:lnTo>
                  <a:lnTo>
                    <a:pt x="450962" y="203583"/>
                  </a:lnTo>
                  <a:close/>
                  <a:moveTo>
                    <a:pt x="472429" y="187636"/>
                  </a:moveTo>
                  <a:lnTo>
                    <a:pt x="504451" y="182786"/>
                  </a:lnTo>
                  <a:lnTo>
                    <a:pt x="534337" y="198315"/>
                  </a:lnTo>
                  <a:close/>
                  <a:moveTo>
                    <a:pt x="534337" y="198315"/>
                  </a:moveTo>
                  <a:lnTo>
                    <a:pt x="542423" y="174392"/>
                  </a:lnTo>
                  <a:lnTo>
                    <a:pt x="540713" y="161815"/>
                  </a:lnTo>
                  <a:close/>
                  <a:moveTo>
                    <a:pt x="504451" y="182786"/>
                  </a:moveTo>
                  <a:lnTo>
                    <a:pt x="539361" y="188729"/>
                  </a:lnTo>
                  <a:lnTo>
                    <a:pt x="534337" y="198315"/>
                  </a:lnTo>
                  <a:close/>
                  <a:moveTo>
                    <a:pt x="542423" y="174392"/>
                  </a:moveTo>
                  <a:lnTo>
                    <a:pt x="533476" y="166730"/>
                  </a:lnTo>
                  <a:lnTo>
                    <a:pt x="540713" y="161815"/>
                  </a:lnTo>
                  <a:close/>
                  <a:moveTo>
                    <a:pt x="695114" y="131522"/>
                  </a:moveTo>
                  <a:lnTo>
                    <a:pt x="688315" y="92303"/>
                  </a:lnTo>
                  <a:lnTo>
                    <a:pt x="693457" y="127448"/>
                  </a:lnTo>
                  <a:close/>
                  <a:moveTo>
                    <a:pt x="688315" y="92303"/>
                  </a:moveTo>
                  <a:lnTo>
                    <a:pt x="687657" y="90693"/>
                  </a:lnTo>
                  <a:lnTo>
                    <a:pt x="693457" y="127448"/>
                  </a:lnTo>
                  <a:close/>
                  <a:moveTo>
                    <a:pt x="687657" y="90693"/>
                  </a:moveTo>
                  <a:lnTo>
                    <a:pt x="690481" y="73510"/>
                  </a:lnTo>
                  <a:lnTo>
                    <a:pt x="693457" y="127448"/>
                  </a:lnTo>
                  <a:close/>
                  <a:moveTo>
                    <a:pt x="690481" y="73510"/>
                  </a:moveTo>
                  <a:lnTo>
                    <a:pt x="687657" y="90693"/>
                  </a:lnTo>
                  <a:lnTo>
                    <a:pt x="670928" y="53938"/>
                  </a:lnTo>
                  <a:close/>
                  <a:moveTo>
                    <a:pt x="687004" y="36755"/>
                  </a:moveTo>
                  <a:lnTo>
                    <a:pt x="690481" y="73510"/>
                  </a:lnTo>
                  <a:lnTo>
                    <a:pt x="670928" y="53938"/>
                  </a:lnTo>
                  <a:close/>
                  <a:moveTo>
                    <a:pt x="670928" y="53938"/>
                  </a:moveTo>
                  <a:lnTo>
                    <a:pt x="689598" y="0"/>
                  </a:lnTo>
                  <a:lnTo>
                    <a:pt x="687004" y="36755"/>
                  </a:lnTo>
                  <a:close/>
                </a:path>
              </a:pathLst>
            </a:custGeom>
            <a:solidFill>
              <a:srgbClr val="B5C1C9"/>
            </a:solidFill>
            <a:ln w="1524">
              <a:solidFill>
                <a:srgbClr val="B5C1C9"/>
              </a:solidFill>
            </a:ln>
          </p:spPr>
        </p:sp>
        <p:sp>
          <p:nvSpPr>
            <p:cNvPr id="199" name="Input_density__198">
              <a:extLst>
                <a:ext uri="{FF2B5EF4-FFF2-40B4-BE49-F238E27FC236}">
                  <a16:creationId xmlns:a16="http://schemas.microsoft.com/office/drawing/2014/main" id="{9B2D94A9-BD32-BD28-B355-1DB1E698B7E6}"/>
                </a:ext>
              </a:extLst>
            </p:cNvPr>
            <p:cNvSpPr>
              <a:spLocks noGrp="1"/>
            </p:cNvSpPr>
            <p:nvPr/>
          </p:nvSpPr>
          <p:spPr>
            <a:xfrm>
              <a:off x="592137" y="1894160"/>
              <a:ext cx="746735" cy="418539"/>
            </a:xfrm>
            <a:custGeom>
              <a:avLst/>
              <a:gdLst/>
              <a:ahLst/>
              <a:cxnLst/>
              <a:rect l="0" t="0" r="0" b="0"/>
              <a:pathLst>
                <a:path w="746735" h="418539">
                  <a:moveTo>
                    <a:pt x="35157" y="277988"/>
                  </a:moveTo>
                  <a:lnTo>
                    <a:pt x="13832" y="246140"/>
                  </a:lnTo>
                  <a:lnTo>
                    <a:pt x="5117" y="258416"/>
                  </a:lnTo>
                  <a:close/>
                  <a:moveTo>
                    <a:pt x="35157" y="277988"/>
                  </a:moveTo>
                  <a:lnTo>
                    <a:pt x="5117" y="258416"/>
                  </a:lnTo>
                  <a:lnTo>
                    <a:pt x="17393" y="295171"/>
                  </a:lnTo>
                  <a:close/>
                  <a:moveTo>
                    <a:pt x="0" y="221661"/>
                  </a:moveTo>
                  <a:lnTo>
                    <a:pt x="5117" y="258416"/>
                  </a:lnTo>
                  <a:lnTo>
                    <a:pt x="7659" y="206411"/>
                  </a:lnTo>
                  <a:close/>
                  <a:moveTo>
                    <a:pt x="5117" y="258416"/>
                  </a:moveTo>
                  <a:lnTo>
                    <a:pt x="13832" y="246140"/>
                  </a:lnTo>
                  <a:lnTo>
                    <a:pt x="7659" y="206411"/>
                  </a:lnTo>
                  <a:close/>
                  <a:moveTo>
                    <a:pt x="7659" y="206411"/>
                  </a:moveTo>
                  <a:lnTo>
                    <a:pt x="9415" y="202151"/>
                  </a:lnTo>
                  <a:lnTo>
                    <a:pt x="0" y="221661"/>
                  </a:lnTo>
                  <a:close/>
                  <a:moveTo>
                    <a:pt x="0" y="221661"/>
                  </a:moveTo>
                  <a:lnTo>
                    <a:pt x="9415" y="202151"/>
                  </a:lnTo>
                  <a:lnTo>
                    <a:pt x="14646" y="167723"/>
                  </a:lnTo>
                  <a:close/>
                  <a:moveTo>
                    <a:pt x="17585" y="241233"/>
                  </a:moveTo>
                  <a:lnTo>
                    <a:pt x="7659" y="206411"/>
                  </a:lnTo>
                  <a:lnTo>
                    <a:pt x="13832" y="246140"/>
                  </a:lnTo>
                  <a:close/>
                  <a:moveTo>
                    <a:pt x="17585" y="241233"/>
                  </a:moveTo>
                  <a:lnTo>
                    <a:pt x="9185" y="204478"/>
                  </a:lnTo>
                  <a:lnTo>
                    <a:pt x="7659" y="206411"/>
                  </a:lnTo>
                  <a:close/>
                  <a:moveTo>
                    <a:pt x="9415" y="202151"/>
                  </a:moveTo>
                  <a:lnTo>
                    <a:pt x="7659" y="206411"/>
                  </a:lnTo>
                  <a:lnTo>
                    <a:pt x="9185" y="204478"/>
                  </a:lnTo>
                  <a:close/>
                  <a:moveTo>
                    <a:pt x="160672" y="105323"/>
                  </a:moveTo>
                  <a:lnTo>
                    <a:pt x="103141" y="111007"/>
                  </a:lnTo>
                  <a:lnTo>
                    <a:pt x="150826" y="116173"/>
                  </a:lnTo>
                  <a:close/>
                  <a:moveTo>
                    <a:pt x="170488" y="110552"/>
                  </a:moveTo>
                  <a:lnTo>
                    <a:pt x="195321" y="110293"/>
                  </a:lnTo>
                  <a:lnTo>
                    <a:pt x="160672" y="105323"/>
                  </a:lnTo>
                  <a:close/>
                  <a:moveTo>
                    <a:pt x="576698" y="375846"/>
                  </a:moveTo>
                  <a:lnTo>
                    <a:pt x="586895" y="418539"/>
                  </a:lnTo>
                  <a:lnTo>
                    <a:pt x="586724" y="384656"/>
                  </a:lnTo>
                  <a:close/>
                  <a:moveTo>
                    <a:pt x="576698" y="375846"/>
                  </a:moveTo>
                  <a:lnTo>
                    <a:pt x="586724" y="384656"/>
                  </a:lnTo>
                  <a:lnTo>
                    <a:pt x="594042" y="367981"/>
                  </a:lnTo>
                  <a:close/>
                  <a:moveTo>
                    <a:pt x="574516" y="88284"/>
                  </a:moveTo>
                  <a:lnTo>
                    <a:pt x="584893" y="62189"/>
                  </a:lnTo>
                  <a:lnTo>
                    <a:pt x="554286" y="59984"/>
                  </a:lnTo>
                  <a:close/>
                  <a:moveTo>
                    <a:pt x="554286" y="59984"/>
                  </a:moveTo>
                  <a:lnTo>
                    <a:pt x="584893" y="62189"/>
                  </a:lnTo>
                  <a:lnTo>
                    <a:pt x="588637" y="14398"/>
                  </a:lnTo>
                  <a:close/>
                  <a:moveTo>
                    <a:pt x="607230" y="49827"/>
                  </a:moveTo>
                  <a:lnTo>
                    <a:pt x="593206" y="13072"/>
                  </a:lnTo>
                  <a:lnTo>
                    <a:pt x="584893" y="62189"/>
                  </a:lnTo>
                  <a:close/>
                  <a:moveTo>
                    <a:pt x="645348" y="32644"/>
                  </a:moveTo>
                  <a:lnTo>
                    <a:pt x="641433" y="79794"/>
                  </a:lnTo>
                  <a:lnTo>
                    <a:pt x="661647" y="59164"/>
                  </a:lnTo>
                  <a:close/>
                  <a:moveTo>
                    <a:pt x="645348" y="32644"/>
                  </a:moveTo>
                  <a:lnTo>
                    <a:pt x="607230" y="49827"/>
                  </a:lnTo>
                  <a:lnTo>
                    <a:pt x="641433" y="79794"/>
                  </a:lnTo>
                  <a:close/>
                  <a:moveTo>
                    <a:pt x="675977" y="69399"/>
                  </a:moveTo>
                  <a:lnTo>
                    <a:pt x="712988" y="101721"/>
                  </a:lnTo>
                  <a:lnTo>
                    <a:pt x="705493" y="63067"/>
                  </a:lnTo>
                  <a:close/>
                  <a:moveTo>
                    <a:pt x="712988" y="101721"/>
                  </a:moveTo>
                  <a:lnTo>
                    <a:pt x="746735" y="101373"/>
                  </a:lnTo>
                  <a:lnTo>
                    <a:pt x="705493" y="63067"/>
                  </a:lnTo>
                  <a:close/>
                  <a:moveTo>
                    <a:pt x="705493" y="63067"/>
                  </a:moveTo>
                  <a:lnTo>
                    <a:pt x="661647" y="59164"/>
                  </a:lnTo>
                  <a:lnTo>
                    <a:pt x="675977" y="69399"/>
                  </a:lnTo>
                  <a:close/>
                  <a:moveTo>
                    <a:pt x="659914" y="28287"/>
                  </a:moveTo>
                  <a:lnTo>
                    <a:pt x="661647" y="59164"/>
                  </a:lnTo>
                  <a:lnTo>
                    <a:pt x="705493" y="63067"/>
                  </a:lnTo>
                  <a:close/>
                  <a:moveTo>
                    <a:pt x="701002" y="21971"/>
                  </a:moveTo>
                  <a:lnTo>
                    <a:pt x="659914" y="28287"/>
                  </a:lnTo>
                  <a:lnTo>
                    <a:pt x="705493" y="63067"/>
                  </a:lnTo>
                  <a:close/>
                  <a:moveTo>
                    <a:pt x="659914" y="28287"/>
                  </a:moveTo>
                  <a:lnTo>
                    <a:pt x="701002" y="21971"/>
                  </a:lnTo>
                  <a:lnTo>
                    <a:pt x="679143" y="0"/>
                  </a:lnTo>
                  <a:close/>
                </a:path>
              </a:pathLst>
            </a:custGeom>
            <a:solidFill>
              <a:srgbClr val="CFD7DE"/>
            </a:solidFill>
            <a:ln w="1524">
              <a:solidFill>
                <a:srgbClr val="CFD7DE"/>
              </a:solidFill>
            </a:ln>
          </p:spPr>
        </p:sp>
        <p:sp>
          <p:nvSpPr>
            <p:cNvPr id="200" name="Input_density__199">
              <a:extLst>
                <a:ext uri="{FF2B5EF4-FFF2-40B4-BE49-F238E27FC236}">
                  <a16:creationId xmlns:a16="http://schemas.microsoft.com/office/drawing/2014/main" id="{87F7515F-33AF-E5D9-BB98-C8463A03DB19}"/>
                </a:ext>
              </a:extLst>
            </p:cNvPr>
            <p:cNvSpPr>
              <a:spLocks noGrp="1"/>
            </p:cNvSpPr>
            <p:nvPr/>
          </p:nvSpPr>
          <p:spPr>
            <a:xfrm>
              <a:off x="747314" y="2164517"/>
              <a:ext cx="632172" cy="203798"/>
            </a:xfrm>
            <a:custGeom>
              <a:avLst/>
              <a:gdLst/>
              <a:ahLst/>
              <a:cxnLst/>
              <a:rect l="0" t="0" r="0" b="0"/>
              <a:pathLst>
                <a:path w="632172" h="203798">
                  <a:moveTo>
                    <a:pt x="38048" y="120721"/>
                  </a:moveTo>
                  <a:lnTo>
                    <a:pt x="5501" y="123611"/>
                  </a:lnTo>
                  <a:lnTo>
                    <a:pt x="0" y="121125"/>
                  </a:lnTo>
                  <a:close/>
                  <a:moveTo>
                    <a:pt x="5501" y="123611"/>
                  </a:moveTo>
                  <a:lnTo>
                    <a:pt x="38048" y="120721"/>
                  </a:lnTo>
                  <a:lnTo>
                    <a:pt x="64418" y="123107"/>
                  </a:lnTo>
                  <a:close/>
                  <a:moveTo>
                    <a:pt x="165788" y="60545"/>
                  </a:moveTo>
                  <a:lnTo>
                    <a:pt x="148730" y="81474"/>
                  </a:lnTo>
                  <a:lnTo>
                    <a:pt x="197073" y="52936"/>
                  </a:lnTo>
                  <a:close/>
                  <a:moveTo>
                    <a:pt x="529004" y="198570"/>
                  </a:moveTo>
                  <a:lnTo>
                    <a:pt x="542035" y="202166"/>
                  </a:lnTo>
                  <a:lnTo>
                    <a:pt x="547856" y="203798"/>
                  </a:lnTo>
                  <a:close/>
                  <a:moveTo>
                    <a:pt x="553875" y="198570"/>
                  </a:moveTo>
                  <a:lnTo>
                    <a:pt x="547856" y="203798"/>
                  </a:lnTo>
                  <a:lnTo>
                    <a:pt x="542035" y="202166"/>
                  </a:lnTo>
                  <a:close/>
                  <a:moveTo>
                    <a:pt x="529004" y="198570"/>
                  </a:moveTo>
                  <a:lnTo>
                    <a:pt x="547856" y="203798"/>
                  </a:lnTo>
                  <a:lnTo>
                    <a:pt x="555112" y="191535"/>
                  </a:lnTo>
                  <a:close/>
                  <a:moveTo>
                    <a:pt x="555112" y="191535"/>
                  </a:moveTo>
                  <a:lnTo>
                    <a:pt x="547856" y="203798"/>
                  </a:lnTo>
                  <a:lnTo>
                    <a:pt x="553875" y="198570"/>
                  </a:lnTo>
                  <a:close/>
                  <a:moveTo>
                    <a:pt x="562989" y="164171"/>
                  </a:moveTo>
                  <a:lnTo>
                    <a:pt x="575364" y="157411"/>
                  </a:lnTo>
                  <a:lnTo>
                    <a:pt x="575715" y="144632"/>
                  </a:lnTo>
                  <a:close/>
                  <a:moveTo>
                    <a:pt x="555112" y="191535"/>
                  </a:moveTo>
                  <a:lnTo>
                    <a:pt x="571141" y="166281"/>
                  </a:lnTo>
                  <a:lnTo>
                    <a:pt x="562989" y="164171"/>
                  </a:lnTo>
                  <a:close/>
                  <a:moveTo>
                    <a:pt x="621717" y="53938"/>
                  </a:moveTo>
                  <a:lnTo>
                    <a:pt x="619387" y="58040"/>
                  </a:lnTo>
                  <a:lnTo>
                    <a:pt x="601554" y="87573"/>
                  </a:lnTo>
                  <a:close/>
                  <a:moveTo>
                    <a:pt x="621717" y="53938"/>
                  </a:moveTo>
                  <a:lnTo>
                    <a:pt x="627733" y="36755"/>
                  </a:lnTo>
                  <a:lnTo>
                    <a:pt x="619387" y="58040"/>
                  </a:lnTo>
                  <a:close/>
                  <a:moveTo>
                    <a:pt x="621717" y="53938"/>
                  </a:moveTo>
                  <a:lnTo>
                    <a:pt x="632172" y="4074"/>
                  </a:lnTo>
                  <a:lnTo>
                    <a:pt x="630515" y="0"/>
                  </a:lnTo>
                  <a:close/>
                  <a:moveTo>
                    <a:pt x="621717" y="53938"/>
                  </a:moveTo>
                  <a:lnTo>
                    <a:pt x="630515" y="0"/>
                  </a:lnTo>
                  <a:lnTo>
                    <a:pt x="627733" y="36755"/>
                  </a:lnTo>
                  <a:close/>
                </a:path>
              </a:pathLst>
            </a:custGeom>
            <a:solidFill>
              <a:srgbClr val="AEBAC4"/>
            </a:solidFill>
            <a:ln w="1524">
              <a:solidFill>
                <a:srgbClr val="AEBAC4"/>
              </a:solidFill>
            </a:ln>
          </p:spPr>
        </p:sp>
        <p:sp>
          <p:nvSpPr>
            <p:cNvPr id="201" name="Input_density__200">
              <a:extLst>
                <a:ext uri="{FF2B5EF4-FFF2-40B4-BE49-F238E27FC236}">
                  <a16:creationId xmlns:a16="http://schemas.microsoft.com/office/drawing/2014/main" id="{E7A73A3C-A1DA-0F38-19F2-FF57B6419B39}"/>
                </a:ext>
              </a:extLst>
            </p:cNvPr>
            <p:cNvSpPr>
              <a:spLocks noGrp="1"/>
            </p:cNvSpPr>
            <p:nvPr/>
          </p:nvSpPr>
          <p:spPr>
            <a:xfrm>
              <a:off x="601322" y="1893564"/>
              <a:ext cx="669957" cy="376442"/>
            </a:xfrm>
            <a:custGeom>
              <a:avLst/>
              <a:gdLst/>
              <a:ahLst/>
              <a:cxnLst/>
              <a:rect l="0" t="0" r="0" b="0"/>
              <a:pathLst>
                <a:path w="669957" h="376442">
                  <a:moveTo>
                    <a:pt x="20466" y="182200"/>
                  </a:moveTo>
                  <a:lnTo>
                    <a:pt x="230" y="202748"/>
                  </a:lnTo>
                  <a:lnTo>
                    <a:pt x="0" y="205074"/>
                  </a:lnTo>
                  <a:close/>
                  <a:moveTo>
                    <a:pt x="230" y="202748"/>
                  </a:moveTo>
                  <a:lnTo>
                    <a:pt x="20466" y="182200"/>
                  </a:lnTo>
                  <a:lnTo>
                    <a:pt x="5461" y="168319"/>
                  </a:lnTo>
                  <a:close/>
                  <a:moveTo>
                    <a:pt x="20466" y="182200"/>
                  </a:moveTo>
                  <a:lnTo>
                    <a:pt x="24991" y="151136"/>
                  </a:lnTo>
                  <a:lnTo>
                    <a:pt x="5461" y="168319"/>
                  </a:lnTo>
                  <a:close/>
                  <a:moveTo>
                    <a:pt x="24991" y="151136"/>
                  </a:moveTo>
                  <a:lnTo>
                    <a:pt x="36793" y="118665"/>
                  </a:lnTo>
                  <a:lnTo>
                    <a:pt x="7278" y="131564"/>
                  </a:lnTo>
                  <a:close/>
                  <a:moveTo>
                    <a:pt x="5461" y="168319"/>
                  </a:moveTo>
                  <a:lnTo>
                    <a:pt x="24991" y="151136"/>
                  </a:lnTo>
                  <a:lnTo>
                    <a:pt x="7278" y="131564"/>
                  </a:lnTo>
                  <a:close/>
                  <a:moveTo>
                    <a:pt x="39549" y="114381"/>
                  </a:moveTo>
                  <a:lnTo>
                    <a:pt x="29829" y="119110"/>
                  </a:lnTo>
                  <a:lnTo>
                    <a:pt x="36793" y="118665"/>
                  </a:lnTo>
                  <a:close/>
                  <a:moveTo>
                    <a:pt x="36793" y="118665"/>
                  </a:moveTo>
                  <a:lnTo>
                    <a:pt x="24991" y="151136"/>
                  </a:lnTo>
                  <a:lnTo>
                    <a:pt x="63491" y="136491"/>
                  </a:lnTo>
                  <a:close/>
                  <a:moveTo>
                    <a:pt x="83433" y="102620"/>
                  </a:moveTo>
                  <a:lnTo>
                    <a:pt x="39549" y="114381"/>
                  </a:lnTo>
                  <a:lnTo>
                    <a:pt x="93956" y="111604"/>
                  </a:lnTo>
                  <a:close/>
                  <a:moveTo>
                    <a:pt x="39549" y="114381"/>
                  </a:moveTo>
                  <a:lnTo>
                    <a:pt x="36793" y="118665"/>
                  </a:lnTo>
                  <a:lnTo>
                    <a:pt x="93956" y="111604"/>
                  </a:lnTo>
                  <a:close/>
                  <a:moveTo>
                    <a:pt x="93956" y="111604"/>
                  </a:moveTo>
                  <a:lnTo>
                    <a:pt x="36793" y="118665"/>
                  </a:lnTo>
                  <a:lnTo>
                    <a:pt x="73141" y="133952"/>
                  </a:lnTo>
                  <a:close/>
                  <a:moveTo>
                    <a:pt x="73141" y="133952"/>
                  </a:moveTo>
                  <a:lnTo>
                    <a:pt x="36793" y="118665"/>
                  </a:lnTo>
                  <a:lnTo>
                    <a:pt x="63491" y="136491"/>
                  </a:lnTo>
                  <a:close/>
                  <a:moveTo>
                    <a:pt x="111560" y="97197"/>
                  </a:moveTo>
                  <a:lnTo>
                    <a:pt x="83433" y="102620"/>
                  </a:lnTo>
                  <a:lnTo>
                    <a:pt x="93956" y="111604"/>
                  </a:lnTo>
                  <a:close/>
                  <a:moveTo>
                    <a:pt x="111560" y="97197"/>
                  </a:moveTo>
                  <a:lnTo>
                    <a:pt x="89265" y="60442"/>
                  </a:lnTo>
                  <a:lnTo>
                    <a:pt x="83433" y="102620"/>
                  </a:lnTo>
                  <a:close/>
                  <a:moveTo>
                    <a:pt x="93956" y="111604"/>
                  </a:moveTo>
                  <a:lnTo>
                    <a:pt x="73141" y="133952"/>
                  </a:lnTo>
                  <a:lnTo>
                    <a:pt x="112537" y="123706"/>
                  </a:lnTo>
                  <a:close/>
                  <a:moveTo>
                    <a:pt x="128969" y="92688"/>
                  </a:moveTo>
                  <a:lnTo>
                    <a:pt x="111560" y="97197"/>
                  </a:lnTo>
                  <a:lnTo>
                    <a:pt x="151487" y="105919"/>
                  </a:lnTo>
                  <a:close/>
                  <a:moveTo>
                    <a:pt x="111560" y="97197"/>
                  </a:moveTo>
                  <a:lnTo>
                    <a:pt x="93956" y="111604"/>
                  </a:lnTo>
                  <a:lnTo>
                    <a:pt x="151487" y="105919"/>
                  </a:lnTo>
                  <a:close/>
                  <a:moveTo>
                    <a:pt x="141641" y="116769"/>
                  </a:moveTo>
                  <a:lnTo>
                    <a:pt x="93956" y="111604"/>
                  </a:lnTo>
                  <a:lnTo>
                    <a:pt x="112537" y="123706"/>
                  </a:lnTo>
                  <a:close/>
                  <a:moveTo>
                    <a:pt x="567513" y="376442"/>
                  </a:moveTo>
                  <a:lnTo>
                    <a:pt x="584857" y="368577"/>
                  </a:lnTo>
                  <a:lnTo>
                    <a:pt x="571615" y="363103"/>
                  </a:lnTo>
                  <a:close/>
                  <a:moveTo>
                    <a:pt x="316691" y="155579"/>
                  </a:moveTo>
                  <a:lnTo>
                    <a:pt x="353880" y="152434"/>
                  </a:lnTo>
                  <a:lnTo>
                    <a:pt x="347121" y="146639"/>
                  </a:lnTo>
                  <a:close/>
                  <a:moveTo>
                    <a:pt x="353880" y="152434"/>
                  </a:moveTo>
                  <a:lnTo>
                    <a:pt x="375247" y="127221"/>
                  </a:lnTo>
                  <a:lnTo>
                    <a:pt x="347121" y="146639"/>
                  </a:lnTo>
                  <a:close/>
                  <a:moveTo>
                    <a:pt x="353880" y="152434"/>
                  </a:moveTo>
                  <a:lnTo>
                    <a:pt x="402472" y="140017"/>
                  </a:lnTo>
                  <a:lnTo>
                    <a:pt x="375247" y="127221"/>
                  </a:lnTo>
                  <a:close/>
                  <a:moveTo>
                    <a:pt x="375247" y="127221"/>
                  </a:moveTo>
                  <a:lnTo>
                    <a:pt x="402472" y="140017"/>
                  </a:lnTo>
                  <a:lnTo>
                    <a:pt x="385697" y="119157"/>
                  </a:lnTo>
                  <a:close/>
                  <a:moveTo>
                    <a:pt x="385697" y="119157"/>
                  </a:moveTo>
                  <a:lnTo>
                    <a:pt x="402472" y="140017"/>
                  </a:lnTo>
                  <a:lnTo>
                    <a:pt x="406280" y="138729"/>
                  </a:lnTo>
                  <a:close/>
                  <a:moveTo>
                    <a:pt x="385697" y="119157"/>
                  </a:moveTo>
                  <a:lnTo>
                    <a:pt x="406280" y="138729"/>
                  </a:lnTo>
                  <a:lnTo>
                    <a:pt x="415700" y="101974"/>
                  </a:lnTo>
                  <a:close/>
                  <a:moveTo>
                    <a:pt x="402472" y="140017"/>
                  </a:moveTo>
                  <a:lnTo>
                    <a:pt x="405306" y="143398"/>
                  </a:lnTo>
                  <a:lnTo>
                    <a:pt x="406280" y="138729"/>
                  </a:lnTo>
                  <a:close/>
                  <a:moveTo>
                    <a:pt x="415700" y="101974"/>
                  </a:moveTo>
                  <a:lnTo>
                    <a:pt x="406280" y="138729"/>
                  </a:lnTo>
                  <a:lnTo>
                    <a:pt x="457236" y="121545"/>
                  </a:lnTo>
                  <a:close/>
                  <a:moveTo>
                    <a:pt x="415700" y="101974"/>
                  </a:moveTo>
                  <a:lnTo>
                    <a:pt x="457236" y="121545"/>
                  </a:lnTo>
                  <a:lnTo>
                    <a:pt x="446486" y="84791"/>
                  </a:lnTo>
                  <a:close/>
                  <a:moveTo>
                    <a:pt x="410940" y="65219"/>
                  </a:moveTo>
                  <a:lnTo>
                    <a:pt x="442201" y="60557"/>
                  </a:lnTo>
                  <a:lnTo>
                    <a:pt x="436441" y="49995"/>
                  </a:lnTo>
                  <a:close/>
                  <a:moveTo>
                    <a:pt x="446486" y="84791"/>
                  </a:moveTo>
                  <a:lnTo>
                    <a:pt x="442201" y="60557"/>
                  </a:lnTo>
                  <a:lnTo>
                    <a:pt x="410940" y="65219"/>
                  </a:lnTo>
                  <a:close/>
                  <a:moveTo>
                    <a:pt x="415700" y="101974"/>
                  </a:moveTo>
                  <a:lnTo>
                    <a:pt x="446486" y="84791"/>
                  </a:lnTo>
                  <a:lnTo>
                    <a:pt x="410940" y="65219"/>
                  </a:lnTo>
                  <a:close/>
                  <a:moveTo>
                    <a:pt x="436441" y="49995"/>
                  </a:moveTo>
                  <a:lnTo>
                    <a:pt x="442201" y="60557"/>
                  </a:lnTo>
                  <a:lnTo>
                    <a:pt x="439552" y="48035"/>
                  </a:lnTo>
                  <a:close/>
                  <a:moveTo>
                    <a:pt x="446486" y="84791"/>
                  </a:moveTo>
                  <a:lnTo>
                    <a:pt x="459477" y="120761"/>
                  </a:lnTo>
                  <a:lnTo>
                    <a:pt x="450535" y="83284"/>
                  </a:lnTo>
                  <a:close/>
                  <a:moveTo>
                    <a:pt x="442201" y="60557"/>
                  </a:moveTo>
                  <a:lnTo>
                    <a:pt x="446486" y="84791"/>
                  </a:lnTo>
                  <a:lnTo>
                    <a:pt x="450535" y="83284"/>
                  </a:lnTo>
                  <a:close/>
                  <a:moveTo>
                    <a:pt x="442201" y="60557"/>
                  </a:moveTo>
                  <a:lnTo>
                    <a:pt x="450535" y="83284"/>
                  </a:lnTo>
                  <a:lnTo>
                    <a:pt x="439552" y="48035"/>
                  </a:lnTo>
                  <a:close/>
                  <a:moveTo>
                    <a:pt x="439552" y="48035"/>
                  </a:moveTo>
                  <a:lnTo>
                    <a:pt x="450535" y="83284"/>
                  </a:lnTo>
                  <a:lnTo>
                    <a:pt x="491588" y="67607"/>
                  </a:lnTo>
                  <a:close/>
                  <a:moveTo>
                    <a:pt x="439552" y="48035"/>
                  </a:moveTo>
                  <a:lnTo>
                    <a:pt x="491588" y="67607"/>
                  </a:lnTo>
                  <a:lnTo>
                    <a:pt x="491355" y="30852"/>
                  </a:lnTo>
                  <a:close/>
                  <a:moveTo>
                    <a:pt x="491355" y="30852"/>
                  </a:moveTo>
                  <a:lnTo>
                    <a:pt x="492588" y="28164"/>
                  </a:lnTo>
                  <a:lnTo>
                    <a:pt x="456963" y="11280"/>
                  </a:lnTo>
                  <a:close/>
                  <a:moveTo>
                    <a:pt x="439552" y="48035"/>
                  </a:moveTo>
                  <a:lnTo>
                    <a:pt x="491355" y="30852"/>
                  </a:lnTo>
                  <a:lnTo>
                    <a:pt x="456963" y="11280"/>
                  </a:lnTo>
                  <a:close/>
                  <a:moveTo>
                    <a:pt x="466282" y="8076"/>
                  </a:moveTo>
                  <a:lnTo>
                    <a:pt x="492588" y="28164"/>
                  </a:lnTo>
                  <a:lnTo>
                    <a:pt x="526529" y="30486"/>
                  </a:lnTo>
                  <a:close/>
                  <a:moveTo>
                    <a:pt x="491355" y="30852"/>
                  </a:moveTo>
                  <a:lnTo>
                    <a:pt x="509001" y="62841"/>
                  </a:lnTo>
                  <a:lnTo>
                    <a:pt x="494353" y="30002"/>
                  </a:lnTo>
                  <a:close/>
                  <a:moveTo>
                    <a:pt x="491355" y="30852"/>
                  </a:moveTo>
                  <a:lnTo>
                    <a:pt x="491588" y="67607"/>
                  </a:lnTo>
                  <a:lnTo>
                    <a:pt x="509001" y="62841"/>
                  </a:lnTo>
                  <a:close/>
                  <a:moveTo>
                    <a:pt x="509001" y="62841"/>
                  </a:moveTo>
                  <a:lnTo>
                    <a:pt x="545100" y="60580"/>
                  </a:lnTo>
                  <a:lnTo>
                    <a:pt x="526759" y="30745"/>
                  </a:lnTo>
                  <a:close/>
                  <a:moveTo>
                    <a:pt x="509001" y="62841"/>
                  </a:moveTo>
                  <a:lnTo>
                    <a:pt x="526759" y="30745"/>
                  </a:lnTo>
                  <a:lnTo>
                    <a:pt x="494353" y="30002"/>
                  </a:lnTo>
                  <a:close/>
                  <a:moveTo>
                    <a:pt x="545100" y="60580"/>
                  </a:moveTo>
                  <a:lnTo>
                    <a:pt x="579452" y="14994"/>
                  </a:lnTo>
                  <a:lnTo>
                    <a:pt x="526759" y="30745"/>
                  </a:lnTo>
                  <a:close/>
                  <a:moveTo>
                    <a:pt x="584021" y="13669"/>
                  </a:moveTo>
                  <a:lnTo>
                    <a:pt x="579452" y="14994"/>
                  </a:lnTo>
                  <a:lnTo>
                    <a:pt x="575708" y="62785"/>
                  </a:lnTo>
                  <a:close/>
                  <a:moveTo>
                    <a:pt x="492588" y="28164"/>
                  </a:moveTo>
                  <a:lnTo>
                    <a:pt x="491355" y="30852"/>
                  </a:lnTo>
                  <a:lnTo>
                    <a:pt x="494353" y="30002"/>
                  </a:lnTo>
                  <a:close/>
                  <a:moveTo>
                    <a:pt x="494353" y="30002"/>
                  </a:moveTo>
                  <a:lnTo>
                    <a:pt x="526529" y="30486"/>
                  </a:lnTo>
                  <a:lnTo>
                    <a:pt x="492588" y="28164"/>
                  </a:lnTo>
                  <a:close/>
                  <a:moveTo>
                    <a:pt x="494353" y="30002"/>
                  </a:moveTo>
                  <a:lnTo>
                    <a:pt x="526759" y="30745"/>
                  </a:lnTo>
                  <a:lnTo>
                    <a:pt x="526529" y="30486"/>
                  </a:lnTo>
                  <a:close/>
                  <a:moveTo>
                    <a:pt x="584021" y="13669"/>
                  </a:moveTo>
                  <a:lnTo>
                    <a:pt x="640360" y="14514"/>
                  </a:lnTo>
                  <a:lnTo>
                    <a:pt x="631215" y="0"/>
                  </a:lnTo>
                  <a:close/>
                  <a:moveTo>
                    <a:pt x="636163" y="33240"/>
                  </a:moveTo>
                  <a:lnTo>
                    <a:pt x="640360" y="14514"/>
                  </a:lnTo>
                  <a:lnTo>
                    <a:pt x="584021" y="13669"/>
                  </a:lnTo>
                  <a:close/>
                  <a:moveTo>
                    <a:pt x="598045" y="50424"/>
                  </a:moveTo>
                  <a:lnTo>
                    <a:pt x="636163" y="33240"/>
                  </a:lnTo>
                  <a:lnTo>
                    <a:pt x="584021" y="13669"/>
                  </a:lnTo>
                  <a:close/>
                  <a:moveTo>
                    <a:pt x="631215" y="0"/>
                  </a:moveTo>
                  <a:lnTo>
                    <a:pt x="640360" y="14514"/>
                  </a:lnTo>
                  <a:lnTo>
                    <a:pt x="669957" y="596"/>
                  </a:lnTo>
                  <a:close/>
                  <a:moveTo>
                    <a:pt x="636163" y="33240"/>
                  </a:moveTo>
                  <a:lnTo>
                    <a:pt x="652462" y="59760"/>
                  </a:lnTo>
                  <a:lnTo>
                    <a:pt x="650729" y="28883"/>
                  </a:lnTo>
                  <a:close/>
                  <a:moveTo>
                    <a:pt x="640360" y="14514"/>
                  </a:moveTo>
                  <a:lnTo>
                    <a:pt x="636163" y="33240"/>
                  </a:lnTo>
                  <a:lnTo>
                    <a:pt x="650729" y="28883"/>
                  </a:lnTo>
                  <a:close/>
                  <a:moveTo>
                    <a:pt x="650729" y="28883"/>
                  </a:moveTo>
                  <a:lnTo>
                    <a:pt x="669957" y="596"/>
                  </a:lnTo>
                  <a:lnTo>
                    <a:pt x="640360" y="14514"/>
                  </a:lnTo>
                  <a:close/>
                </a:path>
              </a:pathLst>
            </a:custGeom>
            <a:solidFill>
              <a:srgbClr val="D7DEE3"/>
            </a:solidFill>
            <a:ln w="1524">
              <a:solidFill>
                <a:srgbClr val="D7DEE3"/>
              </a:solidFill>
            </a:ln>
          </p:spPr>
        </p:sp>
        <p:sp>
          <p:nvSpPr>
            <p:cNvPr id="202" name="Input_density__201">
              <a:extLst>
                <a:ext uri="{FF2B5EF4-FFF2-40B4-BE49-F238E27FC236}">
                  <a16:creationId xmlns:a16="http://schemas.microsoft.com/office/drawing/2014/main" id="{83888CE7-2416-E5EC-60F1-B0775041FC92}"/>
                </a:ext>
              </a:extLst>
            </p:cNvPr>
            <p:cNvSpPr>
              <a:spLocks noGrp="1"/>
            </p:cNvSpPr>
            <p:nvPr/>
          </p:nvSpPr>
          <p:spPr>
            <a:xfrm>
              <a:off x="645694" y="2025510"/>
              <a:ext cx="725304" cy="305293"/>
            </a:xfrm>
            <a:custGeom>
              <a:avLst/>
              <a:gdLst/>
              <a:ahLst/>
              <a:cxnLst/>
              <a:rect l="0" t="0" r="0" b="0"/>
              <a:pathLst>
                <a:path w="725304" h="305293">
                  <a:moveTo>
                    <a:pt x="0" y="183393"/>
                  </a:moveTo>
                  <a:lnTo>
                    <a:pt x="759" y="210309"/>
                  </a:lnTo>
                  <a:lnTo>
                    <a:pt x="26497" y="210328"/>
                  </a:lnTo>
                  <a:close/>
                  <a:moveTo>
                    <a:pt x="101043" y="239720"/>
                  </a:moveTo>
                  <a:lnTo>
                    <a:pt x="91916" y="234137"/>
                  </a:lnTo>
                  <a:lnTo>
                    <a:pt x="66728" y="236170"/>
                  </a:lnTo>
                  <a:close/>
                  <a:moveTo>
                    <a:pt x="56503" y="202964"/>
                  </a:moveTo>
                  <a:lnTo>
                    <a:pt x="66728" y="236170"/>
                  </a:lnTo>
                  <a:lnTo>
                    <a:pt x="91916" y="234137"/>
                  </a:lnTo>
                  <a:close/>
                  <a:moveTo>
                    <a:pt x="56503" y="202964"/>
                  </a:moveTo>
                  <a:lnTo>
                    <a:pt x="40846" y="220148"/>
                  </a:lnTo>
                  <a:lnTo>
                    <a:pt x="66728" y="236170"/>
                  </a:lnTo>
                  <a:close/>
                  <a:moveTo>
                    <a:pt x="40846" y="220148"/>
                  </a:moveTo>
                  <a:lnTo>
                    <a:pt x="56503" y="202964"/>
                  </a:lnTo>
                  <a:lnTo>
                    <a:pt x="26497" y="210328"/>
                  </a:lnTo>
                  <a:close/>
                  <a:moveTo>
                    <a:pt x="139105" y="222536"/>
                  </a:moveTo>
                  <a:lnTo>
                    <a:pt x="101043" y="239720"/>
                  </a:lnTo>
                  <a:lnTo>
                    <a:pt x="130954" y="255517"/>
                  </a:lnTo>
                  <a:close/>
                  <a:moveTo>
                    <a:pt x="124834" y="151766"/>
                  </a:moveTo>
                  <a:lnTo>
                    <a:pt x="97319" y="129762"/>
                  </a:lnTo>
                  <a:lnTo>
                    <a:pt x="110582" y="149026"/>
                  </a:lnTo>
                  <a:close/>
                  <a:moveTo>
                    <a:pt x="131899" y="162841"/>
                  </a:moveTo>
                  <a:lnTo>
                    <a:pt x="110582" y="149026"/>
                  </a:lnTo>
                  <a:lnTo>
                    <a:pt x="151622" y="140375"/>
                  </a:lnTo>
                  <a:close/>
                  <a:moveTo>
                    <a:pt x="185385" y="95088"/>
                  </a:moveTo>
                  <a:lnTo>
                    <a:pt x="195368" y="131843"/>
                  </a:lnTo>
                  <a:lnTo>
                    <a:pt x="187294" y="83328"/>
                  </a:lnTo>
                  <a:close/>
                  <a:moveTo>
                    <a:pt x="169847" y="83938"/>
                  </a:moveTo>
                  <a:lnTo>
                    <a:pt x="187294" y="83328"/>
                  </a:lnTo>
                  <a:lnTo>
                    <a:pt x="158243" y="79858"/>
                  </a:lnTo>
                  <a:close/>
                  <a:moveTo>
                    <a:pt x="285139" y="147452"/>
                  </a:moveTo>
                  <a:lnTo>
                    <a:pt x="250621" y="165154"/>
                  </a:lnTo>
                  <a:lnTo>
                    <a:pt x="282297" y="159008"/>
                  </a:lnTo>
                  <a:close/>
                  <a:moveTo>
                    <a:pt x="324856" y="142252"/>
                  </a:moveTo>
                  <a:lnTo>
                    <a:pt x="282297" y="159008"/>
                  </a:lnTo>
                  <a:lnTo>
                    <a:pt x="317573" y="166322"/>
                  </a:lnTo>
                  <a:close/>
                  <a:moveTo>
                    <a:pt x="324856" y="142252"/>
                  </a:moveTo>
                  <a:lnTo>
                    <a:pt x="285139" y="147452"/>
                  </a:lnTo>
                  <a:lnTo>
                    <a:pt x="282297" y="159008"/>
                  </a:lnTo>
                  <a:close/>
                  <a:moveTo>
                    <a:pt x="351918" y="170157"/>
                  </a:moveTo>
                  <a:lnTo>
                    <a:pt x="368364" y="135437"/>
                  </a:lnTo>
                  <a:lnTo>
                    <a:pt x="317573" y="166322"/>
                  </a:lnTo>
                  <a:close/>
                  <a:moveTo>
                    <a:pt x="498218" y="190558"/>
                  </a:moveTo>
                  <a:lnTo>
                    <a:pt x="472465" y="179295"/>
                  </a:lnTo>
                  <a:lnTo>
                    <a:pt x="454090" y="206800"/>
                  </a:lnTo>
                  <a:close/>
                  <a:moveTo>
                    <a:pt x="454090" y="206800"/>
                  </a:moveTo>
                  <a:lnTo>
                    <a:pt x="472465" y="179295"/>
                  </a:lnTo>
                  <a:lnTo>
                    <a:pt x="412712" y="176671"/>
                  </a:lnTo>
                  <a:close/>
                  <a:moveTo>
                    <a:pt x="613317" y="294003"/>
                  </a:moveTo>
                  <a:lnTo>
                    <a:pt x="608744" y="300823"/>
                  </a:lnTo>
                  <a:lnTo>
                    <a:pt x="631856" y="305293"/>
                  </a:lnTo>
                  <a:close/>
                  <a:moveTo>
                    <a:pt x="521330" y="173374"/>
                  </a:moveTo>
                  <a:lnTo>
                    <a:pt x="511108" y="199196"/>
                  </a:lnTo>
                  <a:lnTo>
                    <a:pt x="532841" y="184247"/>
                  </a:lnTo>
                  <a:close/>
                  <a:moveTo>
                    <a:pt x="521330" y="173374"/>
                  </a:moveTo>
                  <a:lnTo>
                    <a:pt x="498218" y="190558"/>
                  </a:lnTo>
                  <a:lnTo>
                    <a:pt x="511108" y="199196"/>
                  </a:lnTo>
                  <a:close/>
                  <a:moveTo>
                    <a:pt x="498218" y="190558"/>
                  </a:moveTo>
                  <a:lnTo>
                    <a:pt x="521330" y="173374"/>
                  </a:lnTo>
                  <a:lnTo>
                    <a:pt x="472465" y="179295"/>
                  </a:lnTo>
                  <a:close/>
                  <a:moveTo>
                    <a:pt x="532841" y="184247"/>
                  </a:moveTo>
                  <a:lnTo>
                    <a:pt x="574017" y="209370"/>
                  </a:lnTo>
                  <a:lnTo>
                    <a:pt x="564436" y="156191"/>
                  </a:lnTo>
                  <a:close/>
                  <a:moveTo>
                    <a:pt x="712229" y="121824"/>
                  </a:moveTo>
                  <a:lnTo>
                    <a:pt x="696535" y="133916"/>
                  </a:lnTo>
                  <a:lnTo>
                    <a:pt x="725304" y="122894"/>
                  </a:lnTo>
                  <a:close/>
                  <a:moveTo>
                    <a:pt x="725304" y="122894"/>
                  </a:moveTo>
                  <a:lnTo>
                    <a:pt x="700549" y="160678"/>
                  </a:lnTo>
                  <a:lnTo>
                    <a:pt x="724551" y="168254"/>
                  </a:lnTo>
                  <a:close/>
                  <a:moveTo>
                    <a:pt x="712229" y="121824"/>
                  </a:moveTo>
                  <a:lnTo>
                    <a:pt x="725304" y="122894"/>
                  </a:lnTo>
                  <a:lnTo>
                    <a:pt x="724999" y="115762"/>
                  </a:lnTo>
                  <a:close/>
                  <a:moveTo>
                    <a:pt x="722736" y="80235"/>
                  </a:moveTo>
                  <a:lnTo>
                    <a:pt x="712229" y="121824"/>
                  </a:lnTo>
                  <a:lnTo>
                    <a:pt x="724999" y="115762"/>
                  </a:lnTo>
                  <a:close/>
                  <a:moveTo>
                    <a:pt x="694971" y="120466"/>
                  </a:moveTo>
                  <a:lnTo>
                    <a:pt x="712229" y="121824"/>
                  </a:lnTo>
                  <a:lnTo>
                    <a:pt x="722736" y="80235"/>
                  </a:lnTo>
                  <a:close/>
                  <a:moveTo>
                    <a:pt x="693584" y="76847"/>
                  </a:moveTo>
                  <a:lnTo>
                    <a:pt x="722736" y="80235"/>
                  </a:lnTo>
                  <a:lnTo>
                    <a:pt x="715929" y="41022"/>
                  </a:lnTo>
                  <a:close/>
                  <a:moveTo>
                    <a:pt x="693584" y="76847"/>
                  </a:moveTo>
                  <a:lnTo>
                    <a:pt x="715929" y="41022"/>
                  </a:lnTo>
                  <a:lnTo>
                    <a:pt x="688792" y="35996"/>
                  </a:lnTo>
                  <a:close/>
                  <a:moveTo>
                    <a:pt x="688792" y="35996"/>
                  </a:moveTo>
                  <a:lnTo>
                    <a:pt x="715929" y="41022"/>
                  </a:lnTo>
                  <a:lnTo>
                    <a:pt x="711347" y="0"/>
                  </a:lnTo>
                  <a:close/>
                </a:path>
              </a:pathLst>
            </a:custGeom>
            <a:solidFill>
              <a:srgbClr val="C2CCD3"/>
            </a:solidFill>
            <a:ln w="1524">
              <a:solidFill>
                <a:srgbClr val="C2CCD3"/>
              </a:solidFill>
            </a:ln>
          </p:spPr>
        </p:sp>
        <p:sp>
          <p:nvSpPr>
            <p:cNvPr id="203" name="Input_density__202">
              <a:extLst>
                <a:ext uri="{FF2B5EF4-FFF2-40B4-BE49-F238E27FC236}">
                  <a16:creationId xmlns:a16="http://schemas.microsoft.com/office/drawing/2014/main" id="{96A0585B-7AAF-B8AB-4330-274D0F0A4158}"/>
                </a:ext>
              </a:extLst>
            </p:cNvPr>
            <p:cNvSpPr>
              <a:spLocks noGrp="1"/>
            </p:cNvSpPr>
            <p:nvPr/>
          </p:nvSpPr>
          <p:spPr>
            <a:xfrm>
              <a:off x="605969" y="1963559"/>
              <a:ext cx="732903" cy="272279"/>
            </a:xfrm>
            <a:custGeom>
              <a:avLst/>
              <a:gdLst/>
              <a:ahLst/>
              <a:cxnLst/>
              <a:rect l="0" t="0" r="0" b="0"/>
              <a:pathLst>
                <a:path w="732903" h="272279">
                  <a:moveTo>
                    <a:pt x="3562" y="225772"/>
                  </a:moveTo>
                  <a:lnTo>
                    <a:pt x="39725" y="245344"/>
                  </a:lnTo>
                  <a:lnTo>
                    <a:pt x="21325" y="208589"/>
                  </a:lnTo>
                  <a:close/>
                  <a:moveTo>
                    <a:pt x="8136" y="179685"/>
                  </a:moveTo>
                  <a:lnTo>
                    <a:pt x="0" y="176741"/>
                  </a:lnTo>
                  <a:lnTo>
                    <a:pt x="21325" y="208589"/>
                  </a:lnTo>
                  <a:close/>
                  <a:moveTo>
                    <a:pt x="3754" y="171834"/>
                  </a:moveTo>
                  <a:lnTo>
                    <a:pt x="0" y="176741"/>
                  </a:lnTo>
                  <a:lnTo>
                    <a:pt x="8136" y="179685"/>
                  </a:lnTo>
                  <a:close/>
                  <a:moveTo>
                    <a:pt x="71348" y="228160"/>
                  </a:moveTo>
                  <a:lnTo>
                    <a:pt x="66222" y="272279"/>
                  </a:lnTo>
                  <a:lnTo>
                    <a:pt x="85707" y="248926"/>
                  </a:lnTo>
                  <a:close/>
                  <a:moveTo>
                    <a:pt x="21325" y="208589"/>
                  </a:moveTo>
                  <a:lnTo>
                    <a:pt x="39725" y="245344"/>
                  </a:lnTo>
                  <a:lnTo>
                    <a:pt x="71348" y="228160"/>
                  </a:lnTo>
                  <a:close/>
                  <a:moveTo>
                    <a:pt x="10642" y="168089"/>
                  </a:moveTo>
                  <a:lnTo>
                    <a:pt x="8136" y="179685"/>
                  </a:lnTo>
                  <a:lnTo>
                    <a:pt x="33757" y="154650"/>
                  </a:lnTo>
                  <a:close/>
                  <a:moveTo>
                    <a:pt x="33757" y="154650"/>
                  </a:moveTo>
                  <a:lnTo>
                    <a:pt x="8136" y="179685"/>
                  </a:lnTo>
                  <a:lnTo>
                    <a:pt x="21325" y="208589"/>
                  </a:lnTo>
                  <a:close/>
                  <a:moveTo>
                    <a:pt x="33757" y="154650"/>
                  </a:moveTo>
                  <a:lnTo>
                    <a:pt x="21325" y="208589"/>
                  </a:lnTo>
                  <a:lnTo>
                    <a:pt x="56825" y="191406"/>
                  </a:lnTo>
                  <a:close/>
                  <a:moveTo>
                    <a:pt x="3754" y="171834"/>
                  </a:moveTo>
                  <a:lnTo>
                    <a:pt x="8136" y="179685"/>
                  </a:lnTo>
                  <a:lnTo>
                    <a:pt x="10642" y="168089"/>
                  </a:lnTo>
                  <a:close/>
                  <a:moveTo>
                    <a:pt x="33757" y="154650"/>
                  </a:moveTo>
                  <a:lnTo>
                    <a:pt x="56825" y="191406"/>
                  </a:lnTo>
                  <a:lnTo>
                    <a:pt x="87175" y="174222"/>
                  </a:lnTo>
                  <a:close/>
                  <a:moveTo>
                    <a:pt x="156657" y="41153"/>
                  </a:moveTo>
                  <a:lnTo>
                    <a:pt x="136994" y="46774"/>
                  </a:lnTo>
                  <a:lnTo>
                    <a:pt x="174789" y="44209"/>
                  </a:lnTo>
                  <a:close/>
                  <a:moveTo>
                    <a:pt x="146841" y="35924"/>
                  </a:moveTo>
                  <a:lnTo>
                    <a:pt x="136994" y="46774"/>
                  </a:lnTo>
                  <a:lnTo>
                    <a:pt x="156657" y="41153"/>
                  </a:lnTo>
                  <a:close/>
                  <a:moveTo>
                    <a:pt x="156657" y="41153"/>
                  </a:moveTo>
                  <a:lnTo>
                    <a:pt x="174789" y="44209"/>
                  </a:lnTo>
                  <a:lnTo>
                    <a:pt x="206053" y="36523"/>
                  </a:lnTo>
                  <a:close/>
                  <a:moveTo>
                    <a:pt x="365168" y="159427"/>
                  </a:moveTo>
                  <a:lnTo>
                    <a:pt x="364441" y="159569"/>
                  </a:lnTo>
                  <a:lnTo>
                    <a:pt x="364581" y="204203"/>
                  </a:lnTo>
                  <a:close/>
                  <a:moveTo>
                    <a:pt x="324533" y="134139"/>
                  </a:moveTo>
                  <a:lnTo>
                    <a:pt x="304352" y="122672"/>
                  </a:lnTo>
                  <a:lnTo>
                    <a:pt x="326081" y="163667"/>
                  </a:lnTo>
                  <a:close/>
                  <a:moveTo>
                    <a:pt x="326081" y="163667"/>
                  </a:moveTo>
                  <a:lnTo>
                    <a:pt x="364441" y="159569"/>
                  </a:lnTo>
                  <a:lnTo>
                    <a:pt x="324533" y="134139"/>
                  </a:lnTo>
                  <a:close/>
                  <a:moveTo>
                    <a:pt x="364441" y="159569"/>
                  </a:moveTo>
                  <a:lnTo>
                    <a:pt x="364442" y="158779"/>
                  </a:lnTo>
                  <a:lnTo>
                    <a:pt x="324533" y="134139"/>
                  </a:lnTo>
                  <a:close/>
                  <a:moveTo>
                    <a:pt x="364441" y="159569"/>
                  </a:moveTo>
                  <a:lnTo>
                    <a:pt x="365168" y="159427"/>
                  </a:lnTo>
                  <a:lnTo>
                    <a:pt x="364442" y="158779"/>
                  </a:lnTo>
                  <a:close/>
                  <a:moveTo>
                    <a:pt x="304352" y="122672"/>
                  </a:moveTo>
                  <a:lnTo>
                    <a:pt x="305816" y="85917"/>
                  </a:lnTo>
                  <a:lnTo>
                    <a:pt x="285994" y="124422"/>
                  </a:lnTo>
                  <a:close/>
                  <a:moveTo>
                    <a:pt x="305816" y="85917"/>
                  </a:moveTo>
                  <a:lnTo>
                    <a:pt x="277269" y="86767"/>
                  </a:lnTo>
                  <a:lnTo>
                    <a:pt x="285994" y="124422"/>
                  </a:lnTo>
                  <a:close/>
                  <a:moveTo>
                    <a:pt x="241089" y="89093"/>
                  </a:moveTo>
                  <a:lnTo>
                    <a:pt x="277269" y="86767"/>
                  </a:lnTo>
                  <a:lnTo>
                    <a:pt x="262125" y="54333"/>
                  </a:lnTo>
                  <a:close/>
                  <a:moveTo>
                    <a:pt x="241089" y="89093"/>
                  </a:moveTo>
                  <a:lnTo>
                    <a:pt x="262125" y="54333"/>
                  </a:lnTo>
                  <a:lnTo>
                    <a:pt x="229652" y="53644"/>
                  </a:lnTo>
                  <a:close/>
                  <a:moveTo>
                    <a:pt x="305816" y="85917"/>
                  </a:moveTo>
                  <a:lnTo>
                    <a:pt x="311144" y="84080"/>
                  </a:lnTo>
                  <a:lnTo>
                    <a:pt x="277269" y="86767"/>
                  </a:lnTo>
                  <a:close/>
                  <a:moveTo>
                    <a:pt x="191842" y="57295"/>
                  </a:moveTo>
                  <a:lnTo>
                    <a:pt x="229652" y="53644"/>
                  </a:lnTo>
                  <a:lnTo>
                    <a:pt x="206053" y="36523"/>
                  </a:lnTo>
                  <a:close/>
                  <a:moveTo>
                    <a:pt x="229652" y="53644"/>
                  </a:moveTo>
                  <a:lnTo>
                    <a:pt x="240649" y="41297"/>
                  </a:lnTo>
                  <a:lnTo>
                    <a:pt x="206053" y="36523"/>
                  </a:lnTo>
                  <a:close/>
                  <a:moveTo>
                    <a:pt x="408089" y="197388"/>
                  </a:moveTo>
                  <a:lnTo>
                    <a:pt x="446826" y="232937"/>
                  </a:lnTo>
                  <a:lnTo>
                    <a:pt x="435094" y="178999"/>
                  </a:lnTo>
                  <a:close/>
                  <a:moveTo>
                    <a:pt x="435094" y="178999"/>
                  </a:moveTo>
                  <a:lnTo>
                    <a:pt x="446826" y="232937"/>
                  </a:lnTo>
                  <a:lnTo>
                    <a:pt x="470855" y="211278"/>
                  </a:lnTo>
                  <a:close/>
                  <a:moveTo>
                    <a:pt x="408791" y="142244"/>
                  </a:moveTo>
                  <a:lnTo>
                    <a:pt x="410130" y="194260"/>
                  </a:lnTo>
                  <a:lnTo>
                    <a:pt x="425013" y="164456"/>
                  </a:lnTo>
                  <a:close/>
                  <a:moveTo>
                    <a:pt x="406102" y="196182"/>
                  </a:moveTo>
                  <a:lnTo>
                    <a:pt x="410130" y="194260"/>
                  </a:lnTo>
                  <a:lnTo>
                    <a:pt x="408791" y="142244"/>
                  </a:lnTo>
                  <a:close/>
                  <a:moveTo>
                    <a:pt x="365168" y="159427"/>
                  </a:moveTo>
                  <a:lnTo>
                    <a:pt x="406102" y="196182"/>
                  </a:lnTo>
                  <a:lnTo>
                    <a:pt x="408791" y="142244"/>
                  </a:lnTo>
                  <a:close/>
                  <a:moveTo>
                    <a:pt x="410130" y="194260"/>
                  </a:moveTo>
                  <a:lnTo>
                    <a:pt x="435094" y="178999"/>
                  </a:lnTo>
                  <a:lnTo>
                    <a:pt x="425013" y="164456"/>
                  </a:lnTo>
                  <a:close/>
                  <a:moveTo>
                    <a:pt x="392019" y="105489"/>
                  </a:moveTo>
                  <a:lnTo>
                    <a:pt x="364442" y="158779"/>
                  </a:lnTo>
                  <a:lnTo>
                    <a:pt x="365168" y="159427"/>
                  </a:lnTo>
                  <a:close/>
                  <a:moveTo>
                    <a:pt x="304352" y="122672"/>
                  </a:moveTo>
                  <a:lnTo>
                    <a:pt x="324533" y="134139"/>
                  </a:lnTo>
                  <a:lnTo>
                    <a:pt x="324412" y="120277"/>
                  </a:lnTo>
                  <a:close/>
                  <a:moveTo>
                    <a:pt x="305816" y="85917"/>
                  </a:moveTo>
                  <a:lnTo>
                    <a:pt x="324412" y="120277"/>
                  </a:lnTo>
                  <a:lnTo>
                    <a:pt x="312044" y="85584"/>
                  </a:lnTo>
                  <a:close/>
                  <a:moveTo>
                    <a:pt x="305816" y="85917"/>
                  </a:moveTo>
                  <a:lnTo>
                    <a:pt x="304352" y="122672"/>
                  </a:lnTo>
                  <a:lnTo>
                    <a:pt x="324412" y="120277"/>
                  </a:lnTo>
                  <a:close/>
                  <a:moveTo>
                    <a:pt x="364310" y="114929"/>
                  </a:moveTo>
                  <a:lnTo>
                    <a:pt x="324533" y="134139"/>
                  </a:lnTo>
                  <a:lnTo>
                    <a:pt x="364442" y="158779"/>
                  </a:lnTo>
                  <a:close/>
                  <a:moveTo>
                    <a:pt x="364310" y="114929"/>
                  </a:moveTo>
                  <a:lnTo>
                    <a:pt x="324412" y="120277"/>
                  </a:lnTo>
                  <a:lnTo>
                    <a:pt x="324533" y="134139"/>
                  </a:lnTo>
                  <a:close/>
                  <a:moveTo>
                    <a:pt x="324412" y="120277"/>
                  </a:moveTo>
                  <a:lnTo>
                    <a:pt x="349233" y="82439"/>
                  </a:lnTo>
                  <a:lnTo>
                    <a:pt x="312044" y="85584"/>
                  </a:lnTo>
                  <a:close/>
                  <a:moveTo>
                    <a:pt x="311144" y="84080"/>
                  </a:moveTo>
                  <a:lnTo>
                    <a:pt x="305816" y="85917"/>
                  </a:lnTo>
                  <a:lnTo>
                    <a:pt x="312044" y="85584"/>
                  </a:lnTo>
                  <a:close/>
                  <a:moveTo>
                    <a:pt x="312044" y="85584"/>
                  </a:moveTo>
                  <a:lnTo>
                    <a:pt x="342474" y="76644"/>
                  </a:lnTo>
                  <a:lnTo>
                    <a:pt x="311144" y="84080"/>
                  </a:lnTo>
                  <a:close/>
                  <a:moveTo>
                    <a:pt x="479024" y="165339"/>
                  </a:moveTo>
                  <a:lnTo>
                    <a:pt x="470855" y="211278"/>
                  </a:lnTo>
                  <a:lnTo>
                    <a:pt x="488922" y="161815"/>
                  </a:lnTo>
                  <a:close/>
                  <a:moveTo>
                    <a:pt x="488922" y="161815"/>
                  </a:moveTo>
                  <a:lnTo>
                    <a:pt x="470855" y="211278"/>
                  </a:lnTo>
                  <a:lnTo>
                    <a:pt x="477027" y="215754"/>
                  </a:lnTo>
                  <a:close/>
                  <a:moveTo>
                    <a:pt x="488922" y="161815"/>
                  </a:moveTo>
                  <a:lnTo>
                    <a:pt x="477027" y="215754"/>
                  </a:lnTo>
                  <a:lnTo>
                    <a:pt x="519393" y="198570"/>
                  </a:lnTo>
                  <a:close/>
                  <a:moveTo>
                    <a:pt x="435094" y="178999"/>
                  </a:moveTo>
                  <a:lnTo>
                    <a:pt x="470855" y="211278"/>
                  </a:lnTo>
                  <a:lnTo>
                    <a:pt x="479024" y="165339"/>
                  </a:lnTo>
                  <a:close/>
                  <a:moveTo>
                    <a:pt x="425013" y="164456"/>
                  </a:moveTo>
                  <a:lnTo>
                    <a:pt x="435094" y="178999"/>
                  </a:lnTo>
                  <a:lnTo>
                    <a:pt x="469756" y="125060"/>
                  </a:lnTo>
                  <a:close/>
                  <a:moveTo>
                    <a:pt x="475941" y="134085"/>
                  </a:moveTo>
                  <a:lnTo>
                    <a:pt x="435094" y="178999"/>
                  </a:lnTo>
                  <a:lnTo>
                    <a:pt x="479024" y="165339"/>
                  </a:lnTo>
                  <a:close/>
                  <a:moveTo>
                    <a:pt x="530097" y="61412"/>
                  </a:moveTo>
                  <a:lnTo>
                    <a:pt x="567180" y="33645"/>
                  </a:lnTo>
                  <a:lnTo>
                    <a:pt x="560684" y="18885"/>
                  </a:lnTo>
                  <a:close/>
                  <a:moveTo>
                    <a:pt x="567180" y="33645"/>
                  </a:moveTo>
                  <a:lnTo>
                    <a:pt x="585340" y="53939"/>
                  </a:lnTo>
                  <a:lnTo>
                    <a:pt x="560684" y="18885"/>
                  </a:lnTo>
                  <a:close/>
                  <a:moveTo>
                    <a:pt x="575228" y="51809"/>
                  </a:moveTo>
                  <a:lnTo>
                    <a:pt x="610260" y="70137"/>
                  </a:lnTo>
                  <a:lnTo>
                    <a:pt x="585340" y="53939"/>
                  </a:lnTo>
                  <a:close/>
                  <a:moveTo>
                    <a:pt x="639463" y="54745"/>
                  </a:moveTo>
                  <a:lnTo>
                    <a:pt x="610260" y="70137"/>
                  </a:lnTo>
                  <a:lnTo>
                    <a:pt x="661007" y="39084"/>
                  </a:lnTo>
                  <a:close/>
                  <a:moveTo>
                    <a:pt x="670037" y="36755"/>
                  </a:moveTo>
                  <a:lnTo>
                    <a:pt x="683533" y="45023"/>
                  </a:lnTo>
                  <a:lnTo>
                    <a:pt x="661007" y="39084"/>
                  </a:lnTo>
                  <a:close/>
                  <a:moveTo>
                    <a:pt x="567180" y="33645"/>
                  </a:moveTo>
                  <a:lnTo>
                    <a:pt x="563537" y="53939"/>
                  </a:lnTo>
                  <a:lnTo>
                    <a:pt x="575228" y="51809"/>
                  </a:lnTo>
                  <a:close/>
                  <a:moveTo>
                    <a:pt x="575228" y="51809"/>
                  </a:moveTo>
                  <a:lnTo>
                    <a:pt x="585340" y="53939"/>
                  </a:lnTo>
                  <a:lnTo>
                    <a:pt x="567180" y="33645"/>
                  </a:lnTo>
                  <a:close/>
                  <a:moveTo>
                    <a:pt x="719857" y="60240"/>
                  </a:moveTo>
                  <a:lnTo>
                    <a:pt x="699156" y="32322"/>
                  </a:lnTo>
                  <a:lnTo>
                    <a:pt x="684284" y="62072"/>
                  </a:lnTo>
                  <a:close/>
                  <a:moveTo>
                    <a:pt x="719857" y="60240"/>
                  </a:moveTo>
                  <a:lnTo>
                    <a:pt x="732903" y="31975"/>
                  </a:lnTo>
                  <a:lnTo>
                    <a:pt x="699156" y="32322"/>
                  </a:lnTo>
                  <a:close/>
                  <a:moveTo>
                    <a:pt x="662145" y="0"/>
                  </a:moveTo>
                  <a:lnTo>
                    <a:pt x="670037" y="36755"/>
                  </a:lnTo>
                  <a:lnTo>
                    <a:pt x="699156" y="32322"/>
                  </a:lnTo>
                  <a:close/>
                </a:path>
              </a:pathLst>
            </a:custGeom>
            <a:solidFill>
              <a:srgbClr val="CFD7DE"/>
            </a:solidFill>
            <a:ln w="1524">
              <a:solidFill>
                <a:srgbClr val="CFD7DE"/>
              </a:solidFill>
            </a:ln>
          </p:spPr>
        </p:sp>
        <p:sp>
          <p:nvSpPr>
            <p:cNvPr id="204" name="Input_density__203">
              <a:extLst>
                <a:ext uri="{FF2B5EF4-FFF2-40B4-BE49-F238E27FC236}">
                  <a16:creationId xmlns:a16="http://schemas.microsoft.com/office/drawing/2014/main" id="{92F320BB-9039-B534-0D54-A8659AE70512}"/>
                </a:ext>
              </a:extLst>
            </p:cNvPr>
            <p:cNvSpPr>
              <a:spLocks noGrp="1"/>
            </p:cNvSpPr>
            <p:nvPr/>
          </p:nvSpPr>
          <p:spPr>
            <a:xfrm>
              <a:off x="712422" y="2066532"/>
              <a:ext cx="665408" cy="289521"/>
            </a:xfrm>
            <a:custGeom>
              <a:avLst/>
              <a:gdLst/>
              <a:ahLst/>
              <a:cxnLst/>
              <a:rect l="0" t="0" r="0" b="0"/>
              <a:pathLst>
                <a:path w="665408" h="289521">
                  <a:moveTo>
                    <a:pt x="34315" y="198698"/>
                  </a:moveTo>
                  <a:lnTo>
                    <a:pt x="40393" y="221596"/>
                  </a:lnTo>
                  <a:lnTo>
                    <a:pt x="64226" y="214496"/>
                  </a:lnTo>
                  <a:close/>
                  <a:moveTo>
                    <a:pt x="34315" y="198698"/>
                  </a:moveTo>
                  <a:lnTo>
                    <a:pt x="31968" y="215881"/>
                  </a:lnTo>
                  <a:lnTo>
                    <a:pt x="40393" y="221596"/>
                  </a:lnTo>
                  <a:close/>
                  <a:moveTo>
                    <a:pt x="31968" y="215881"/>
                  </a:moveTo>
                  <a:lnTo>
                    <a:pt x="34315" y="198698"/>
                  </a:lnTo>
                  <a:lnTo>
                    <a:pt x="0" y="195148"/>
                  </a:lnTo>
                  <a:close/>
                  <a:moveTo>
                    <a:pt x="82904" y="188122"/>
                  </a:moveTo>
                  <a:lnTo>
                    <a:pt x="64226" y="214496"/>
                  </a:lnTo>
                  <a:lnTo>
                    <a:pt x="122396" y="211198"/>
                  </a:lnTo>
                  <a:close/>
                  <a:moveTo>
                    <a:pt x="43854" y="108004"/>
                  </a:moveTo>
                  <a:lnTo>
                    <a:pt x="30182" y="88433"/>
                  </a:lnTo>
                  <a:lnTo>
                    <a:pt x="38876" y="71249"/>
                  </a:lnTo>
                  <a:close/>
                  <a:moveTo>
                    <a:pt x="38876" y="71249"/>
                  </a:moveTo>
                  <a:lnTo>
                    <a:pt x="53086" y="54066"/>
                  </a:lnTo>
                  <a:lnTo>
                    <a:pt x="43854" y="108004"/>
                  </a:lnTo>
                  <a:close/>
                  <a:moveTo>
                    <a:pt x="183893" y="124132"/>
                  </a:moveTo>
                  <a:lnTo>
                    <a:pt x="200681" y="158531"/>
                  </a:lnTo>
                  <a:lnTo>
                    <a:pt x="215569" y="117987"/>
                  </a:lnTo>
                  <a:close/>
                  <a:moveTo>
                    <a:pt x="215569" y="117987"/>
                  </a:moveTo>
                  <a:lnTo>
                    <a:pt x="200681" y="158531"/>
                  </a:lnTo>
                  <a:lnTo>
                    <a:pt x="250845" y="125300"/>
                  </a:lnTo>
                  <a:close/>
                  <a:moveTo>
                    <a:pt x="103119" y="42917"/>
                  </a:moveTo>
                  <a:lnTo>
                    <a:pt x="118656" y="54066"/>
                  </a:lnTo>
                  <a:lnTo>
                    <a:pt x="120566" y="42307"/>
                  </a:lnTo>
                  <a:close/>
                  <a:moveTo>
                    <a:pt x="71241" y="48307"/>
                  </a:moveTo>
                  <a:lnTo>
                    <a:pt x="103119" y="42917"/>
                  </a:lnTo>
                  <a:lnTo>
                    <a:pt x="91515" y="38836"/>
                  </a:lnTo>
                  <a:close/>
                  <a:moveTo>
                    <a:pt x="542016" y="259801"/>
                  </a:moveTo>
                  <a:lnTo>
                    <a:pt x="590005" y="289521"/>
                  </a:lnTo>
                  <a:lnTo>
                    <a:pt x="565128" y="264271"/>
                  </a:lnTo>
                  <a:close/>
                  <a:moveTo>
                    <a:pt x="466113" y="143225"/>
                  </a:moveTo>
                  <a:lnTo>
                    <a:pt x="444380" y="158174"/>
                  </a:lnTo>
                  <a:lnTo>
                    <a:pt x="506287" y="168853"/>
                  </a:lnTo>
                  <a:close/>
                  <a:moveTo>
                    <a:pt x="658576" y="81872"/>
                  </a:moveTo>
                  <a:lnTo>
                    <a:pt x="657823" y="127232"/>
                  </a:lnTo>
                  <a:lnTo>
                    <a:pt x="662625" y="134741"/>
                  </a:lnTo>
                  <a:close/>
                  <a:moveTo>
                    <a:pt x="665408" y="97986"/>
                  </a:moveTo>
                  <a:lnTo>
                    <a:pt x="658271" y="74740"/>
                  </a:lnTo>
                  <a:lnTo>
                    <a:pt x="658576" y="81872"/>
                  </a:lnTo>
                  <a:close/>
                  <a:moveTo>
                    <a:pt x="662431" y="44047"/>
                  </a:moveTo>
                  <a:lnTo>
                    <a:pt x="658271" y="74740"/>
                  </a:lnTo>
                  <a:lnTo>
                    <a:pt x="665408" y="97986"/>
                  </a:lnTo>
                  <a:close/>
                  <a:moveTo>
                    <a:pt x="656008" y="39213"/>
                  </a:moveTo>
                  <a:lnTo>
                    <a:pt x="658271" y="74740"/>
                  </a:lnTo>
                  <a:lnTo>
                    <a:pt x="662431" y="44047"/>
                  </a:lnTo>
                  <a:close/>
                  <a:moveTo>
                    <a:pt x="649201" y="0"/>
                  </a:moveTo>
                  <a:lnTo>
                    <a:pt x="656008" y="39213"/>
                  </a:lnTo>
                  <a:lnTo>
                    <a:pt x="662431" y="44047"/>
                  </a:lnTo>
                  <a:close/>
                </a:path>
              </a:pathLst>
            </a:custGeom>
            <a:solidFill>
              <a:srgbClr val="BCC7CF"/>
            </a:solidFill>
            <a:ln w="1524">
              <a:solidFill>
                <a:srgbClr val="BCC7CF"/>
              </a:solidFill>
            </a:ln>
          </p:spPr>
        </p:sp>
        <p:sp>
          <p:nvSpPr>
            <p:cNvPr id="205" name="Input_density__204">
              <a:extLst>
                <a:ext uri="{FF2B5EF4-FFF2-40B4-BE49-F238E27FC236}">
                  <a16:creationId xmlns:a16="http://schemas.microsoft.com/office/drawing/2014/main" id="{79847181-B9E6-8711-CA18-787E3A730952}"/>
                </a:ext>
              </a:extLst>
            </p:cNvPr>
            <p:cNvSpPr>
              <a:spLocks noGrp="1"/>
            </p:cNvSpPr>
            <p:nvPr/>
          </p:nvSpPr>
          <p:spPr>
            <a:xfrm>
              <a:off x="752815" y="2190664"/>
              <a:ext cx="622232" cy="165388"/>
            </a:xfrm>
            <a:custGeom>
              <a:avLst/>
              <a:gdLst/>
              <a:ahLst/>
              <a:cxnLst/>
              <a:rect l="0" t="0" r="0" b="0"/>
              <a:pathLst>
                <a:path w="622232" h="165388">
                  <a:moveTo>
                    <a:pt x="23833" y="90364"/>
                  </a:moveTo>
                  <a:lnTo>
                    <a:pt x="0" y="97464"/>
                  </a:lnTo>
                  <a:lnTo>
                    <a:pt x="58917" y="96961"/>
                  </a:lnTo>
                  <a:close/>
                  <a:moveTo>
                    <a:pt x="23833" y="90364"/>
                  </a:moveTo>
                  <a:lnTo>
                    <a:pt x="58917" y="96961"/>
                  </a:lnTo>
                  <a:lnTo>
                    <a:pt x="82003" y="87065"/>
                  </a:lnTo>
                  <a:close/>
                  <a:moveTo>
                    <a:pt x="82003" y="87065"/>
                  </a:moveTo>
                  <a:lnTo>
                    <a:pt x="114072" y="82390"/>
                  </a:lnTo>
                  <a:lnTo>
                    <a:pt x="133392" y="58418"/>
                  </a:lnTo>
                  <a:close/>
                  <a:moveTo>
                    <a:pt x="141139" y="29939"/>
                  </a:moveTo>
                  <a:lnTo>
                    <a:pt x="133392" y="58418"/>
                  </a:lnTo>
                  <a:lnTo>
                    <a:pt x="155903" y="40199"/>
                  </a:lnTo>
                  <a:close/>
                  <a:moveTo>
                    <a:pt x="141139" y="29939"/>
                  </a:moveTo>
                  <a:lnTo>
                    <a:pt x="155903" y="40199"/>
                  </a:lnTo>
                  <a:lnTo>
                    <a:pt x="143499" y="0"/>
                  </a:lnTo>
                  <a:close/>
                  <a:moveTo>
                    <a:pt x="143499" y="0"/>
                  </a:moveTo>
                  <a:lnTo>
                    <a:pt x="155903" y="40199"/>
                  </a:lnTo>
                  <a:lnTo>
                    <a:pt x="160287" y="34398"/>
                  </a:lnTo>
                  <a:close/>
                  <a:moveTo>
                    <a:pt x="524734" y="140139"/>
                  </a:moveTo>
                  <a:lnTo>
                    <a:pt x="549611" y="165388"/>
                  </a:lnTo>
                  <a:lnTo>
                    <a:pt x="557488" y="138024"/>
                  </a:lnTo>
                  <a:close/>
                  <a:moveTo>
                    <a:pt x="524734" y="140139"/>
                  </a:moveTo>
                  <a:lnTo>
                    <a:pt x="557488" y="138024"/>
                  </a:lnTo>
                  <a:lnTo>
                    <a:pt x="574589" y="105752"/>
                  </a:lnTo>
                  <a:close/>
                  <a:moveTo>
                    <a:pt x="570214" y="118485"/>
                  </a:moveTo>
                  <a:lnTo>
                    <a:pt x="574589" y="105752"/>
                  </a:lnTo>
                  <a:lnTo>
                    <a:pt x="557488" y="138024"/>
                  </a:lnTo>
                  <a:close/>
                  <a:moveTo>
                    <a:pt x="465894" y="44721"/>
                  </a:moveTo>
                  <a:lnTo>
                    <a:pt x="466895" y="44217"/>
                  </a:lnTo>
                  <a:lnTo>
                    <a:pt x="425720" y="19093"/>
                  </a:lnTo>
                  <a:close/>
                  <a:moveTo>
                    <a:pt x="617429" y="3100"/>
                  </a:moveTo>
                  <a:lnTo>
                    <a:pt x="604677" y="47364"/>
                  </a:lnTo>
                  <a:lnTo>
                    <a:pt x="613886" y="31894"/>
                  </a:lnTo>
                  <a:close/>
                  <a:moveTo>
                    <a:pt x="597305" y="37119"/>
                  </a:moveTo>
                  <a:lnTo>
                    <a:pt x="604677" y="47364"/>
                  </a:lnTo>
                  <a:lnTo>
                    <a:pt x="617429" y="3100"/>
                  </a:lnTo>
                  <a:close/>
                  <a:moveTo>
                    <a:pt x="617429" y="3100"/>
                  </a:moveTo>
                  <a:lnTo>
                    <a:pt x="613886" y="31894"/>
                  </a:lnTo>
                  <a:lnTo>
                    <a:pt x="622232" y="10609"/>
                  </a:lnTo>
                  <a:close/>
                </a:path>
              </a:pathLst>
            </a:custGeom>
            <a:solidFill>
              <a:srgbClr val="B5C1C9"/>
            </a:solidFill>
            <a:ln w="1524">
              <a:solidFill>
                <a:srgbClr val="B5C1C9"/>
              </a:solidFill>
            </a:ln>
          </p:spPr>
        </p:sp>
        <p:sp>
          <p:nvSpPr>
            <p:cNvPr id="206" name="Input_density__205">
              <a:extLst>
                <a:ext uri="{FF2B5EF4-FFF2-40B4-BE49-F238E27FC236}">
                  <a16:creationId xmlns:a16="http://schemas.microsoft.com/office/drawing/2014/main" id="{8484F5BC-978F-3AE4-D3B7-35FC01535F22}"/>
                </a:ext>
              </a:extLst>
            </p:cNvPr>
            <p:cNvSpPr>
              <a:spLocks noGrp="1"/>
            </p:cNvSpPr>
            <p:nvPr/>
          </p:nvSpPr>
          <p:spPr>
            <a:xfrm>
              <a:off x="645694" y="1982444"/>
              <a:ext cx="722736" cy="253394"/>
            </a:xfrm>
            <a:custGeom>
              <a:avLst/>
              <a:gdLst/>
              <a:ahLst/>
              <a:cxnLst/>
              <a:rect l="0" t="0" r="0" b="0"/>
              <a:pathLst>
                <a:path w="722736" h="253394">
                  <a:moveTo>
                    <a:pt x="56503" y="246030"/>
                  </a:moveTo>
                  <a:lnTo>
                    <a:pt x="45982" y="230040"/>
                  </a:lnTo>
                  <a:lnTo>
                    <a:pt x="26497" y="253394"/>
                  </a:lnTo>
                  <a:close/>
                  <a:moveTo>
                    <a:pt x="31623" y="209275"/>
                  </a:moveTo>
                  <a:lnTo>
                    <a:pt x="0" y="226458"/>
                  </a:lnTo>
                  <a:lnTo>
                    <a:pt x="26497" y="253394"/>
                  </a:lnTo>
                  <a:close/>
                  <a:moveTo>
                    <a:pt x="124834" y="194831"/>
                  </a:moveTo>
                  <a:lnTo>
                    <a:pt x="131899" y="205906"/>
                  </a:lnTo>
                  <a:lnTo>
                    <a:pt x="166412" y="210368"/>
                  </a:lnTo>
                  <a:close/>
                  <a:moveTo>
                    <a:pt x="131899" y="205906"/>
                  </a:moveTo>
                  <a:lnTo>
                    <a:pt x="124834" y="194831"/>
                  </a:lnTo>
                  <a:lnTo>
                    <a:pt x="110582" y="192092"/>
                  </a:lnTo>
                  <a:close/>
                  <a:moveTo>
                    <a:pt x="285139" y="190518"/>
                  </a:moveTo>
                  <a:lnTo>
                    <a:pt x="324856" y="185317"/>
                  </a:lnTo>
                  <a:lnTo>
                    <a:pt x="324716" y="140684"/>
                  </a:lnTo>
                  <a:close/>
                  <a:moveTo>
                    <a:pt x="285139" y="190518"/>
                  </a:moveTo>
                  <a:lnTo>
                    <a:pt x="324716" y="140684"/>
                  </a:lnTo>
                  <a:lnTo>
                    <a:pt x="286356" y="144781"/>
                  </a:lnTo>
                  <a:close/>
                  <a:moveTo>
                    <a:pt x="317573" y="209388"/>
                  </a:moveTo>
                  <a:lnTo>
                    <a:pt x="366377" y="177297"/>
                  </a:lnTo>
                  <a:lnTo>
                    <a:pt x="324856" y="185317"/>
                  </a:lnTo>
                  <a:close/>
                  <a:moveTo>
                    <a:pt x="368364" y="178503"/>
                  </a:moveTo>
                  <a:lnTo>
                    <a:pt x="366377" y="177297"/>
                  </a:lnTo>
                  <a:lnTo>
                    <a:pt x="317573" y="209388"/>
                  </a:lnTo>
                  <a:close/>
                  <a:moveTo>
                    <a:pt x="366377" y="177297"/>
                  </a:moveTo>
                  <a:lnTo>
                    <a:pt x="325443" y="140541"/>
                  </a:lnTo>
                  <a:lnTo>
                    <a:pt x="324856" y="185317"/>
                  </a:lnTo>
                  <a:close/>
                  <a:moveTo>
                    <a:pt x="237544" y="67882"/>
                  </a:moveTo>
                  <a:lnTo>
                    <a:pt x="271419" y="65195"/>
                  </a:lnTo>
                  <a:lnTo>
                    <a:pt x="249602" y="40420"/>
                  </a:lnTo>
                  <a:close/>
                  <a:moveTo>
                    <a:pt x="237544" y="67882"/>
                  </a:moveTo>
                  <a:lnTo>
                    <a:pt x="249602" y="40420"/>
                  </a:lnTo>
                  <a:lnTo>
                    <a:pt x="222400" y="35447"/>
                  </a:lnTo>
                  <a:close/>
                  <a:moveTo>
                    <a:pt x="189927" y="34759"/>
                  </a:moveTo>
                  <a:lnTo>
                    <a:pt x="222400" y="35447"/>
                  </a:lnTo>
                  <a:lnTo>
                    <a:pt x="200924" y="22412"/>
                  </a:lnTo>
                  <a:close/>
                  <a:moveTo>
                    <a:pt x="407101" y="214052"/>
                  </a:moveTo>
                  <a:lnTo>
                    <a:pt x="412712" y="219737"/>
                  </a:lnTo>
                  <a:lnTo>
                    <a:pt x="420933" y="206132"/>
                  </a:lnTo>
                  <a:close/>
                  <a:moveTo>
                    <a:pt x="370405" y="175375"/>
                  </a:moveTo>
                  <a:lnTo>
                    <a:pt x="368364" y="178503"/>
                  </a:lnTo>
                  <a:lnTo>
                    <a:pt x="395370" y="160113"/>
                  </a:lnTo>
                  <a:close/>
                  <a:moveTo>
                    <a:pt x="431130" y="192393"/>
                  </a:moveTo>
                  <a:lnTo>
                    <a:pt x="407101" y="214052"/>
                  </a:lnTo>
                  <a:lnTo>
                    <a:pt x="420933" y="206132"/>
                  </a:lnTo>
                  <a:close/>
                  <a:moveTo>
                    <a:pt x="412712" y="219737"/>
                  </a:moveTo>
                  <a:lnTo>
                    <a:pt x="437302" y="196868"/>
                  </a:lnTo>
                  <a:lnTo>
                    <a:pt x="420933" y="206132"/>
                  </a:lnTo>
                  <a:close/>
                  <a:moveTo>
                    <a:pt x="472465" y="222360"/>
                  </a:moveTo>
                  <a:lnTo>
                    <a:pt x="437302" y="196868"/>
                  </a:lnTo>
                  <a:lnTo>
                    <a:pt x="412712" y="219737"/>
                  </a:lnTo>
                  <a:close/>
                  <a:moveTo>
                    <a:pt x="420933" y="206132"/>
                  </a:moveTo>
                  <a:lnTo>
                    <a:pt x="437302" y="196868"/>
                  </a:lnTo>
                  <a:lnTo>
                    <a:pt x="431130" y="192393"/>
                  </a:lnTo>
                  <a:close/>
                  <a:moveTo>
                    <a:pt x="366377" y="177297"/>
                  </a:moveTo>
                  <a:lnTo>
                    <a:pt x="368364" y="178503"/>
                  </a:lnTo>
                  <a:lnTo>
                    <a:pt x="370405" y="175375"/>
                  </a:lnTo>
                  <a:close/>
                  <a:moveTo>
                    <a:pt x="521330" y="216440"/>
                  </a:moveTo>
                  <a:lnTo>
                    <a:pt x="489367" y="189344"/>
                  </a:lnTo>
                  <a:lnTo>
                    <a:pt x="472465" y="222360"/>
                  </a:lnTo>
                  <a:close/>
                  <a:moveTo>
                    <a:pt x="479668" y="179685"/>
                  </a:moveTo>
                  <a:lnTo>
                    <a:pt x="472465" y="222360"/>
                  </a:lnTo>
                  <a:lnTo>
                    <a:pt x="489367" y="189344"/>
                  </a:lnTo>
                  <a:close/>
                  <a:moveTo>
                    <a:pt x="479668" y="179685"/>
                  </a:moveTo>
                  <a:lnTo>
                    <a:pt x="437302" y="196868"/>
                  </a:lnTo>
                  <a:lnTo>
                    <a:pt x="472465" y="222360"/>
                  </a:lnTo>
                  <a:close/>
                  <a:moveTo>
                    <a:pt x="521330" y="216440"/>
                  </a:moveTo>
                  <a:lnTo>
                    <a:pt x="532841" y="227312"/>
                  </a:lnTo>
                  <a:lnTo>
                    <a:pt x="537513" y="210278"/>
                  </a:lnTo>
                  <a:close/>
                  <a:moveTo>
                    <a:pt x="564436" y="199256"/>
                  </a:moveTo>
                  <a:lnTo>
                    <a:pt x="574017" y="252436"/>
                  </a:lnTo>
                  <a:lnTo>
                    <a:pt x="590736" y="236011"/>
                  </a:lnTo>
                  <a:close/>
                  <a:moveTo>
                    <a:pt x="564436" y="199256"/>
                  </a:moveTo>
                  <a:lnTo>
                    <a:pt x="537513" y="210278"/>
                  </a:lnTo>
                  <a:lnTo>
                    <a:pt x="532841" y="227312"/>
                  </a:lnTo>
                  <a:close/>
                  <a:moveTo>
                    <a:pt x="520959" y="0"/>
                  </a:moveTo>
                  <a:lnTo>
                    <a:pt x="545615" y="35053"/>
                  </a:lnTo>
                  <a:lnTo>
                    <a:pt x="559637" y="40391"/>
                  </a:lnTo>
                  <a:close/>
                  <a:moveTo>
                    <a:pt x="570535" y="51251"/>
                  </a:moveTo>
                  <a:lnTo>
                    <a:pt x="559637" y="40391"/>
                  </a:lnTo>
                  <a:lnTo>
                    <a:pt x="545615" y="35053"/>
                  </a:lnTo>
                  <a:close/>
                  <a:moveTo>
                    <a:pt x="693584" y="119912"/>
                  </a:moveTo>
                  <a:lnTo>
                    <a:pt x="694971" y="163532"/>
                  </a:lnTo>
                  <a:lnTo>
                    <a:pt x="722736" y="123300"/>
                  </a:lnTo>
                  <a:close/>
                  <a:moveTo>
                    <a:pt x="688792" y="79061"/>
                  </a:moveTo>
                  <a:lnTo>
                    <a:pt x="711347" y="43066"/>
                  </a:lnTo>
                  <a:lnTo>
                    <a:pt x="680132" y="41355"/>
                  </a:lnTo>
                  <a:close/>
                  <a:moveTo>
                    <a:pt x="680132" y="41355"/>
                  </a:moveTo>
                  <a:lnTo>
                    <a:pt x="711347" y="43066"/>
                  </a:lnTo>
                  <a:lnTo>
                    <a:pt x="693178" y="13089"/>
                  </a:lnTo>
                  <a:close/>
                </a:path>
              </a:pathLst>
            </a:custGeom>
            <a:solidFill>
              <a:srgbClr val="C9D2D8"/>
            </a:solidFill>
            <a:ln w="1524">
              <a:solidFill>
                <a:srgbClr val="C9D2D8"/>
              </a:solidFill>
            </a:ln>
          </p:spPr>
        </p:sp>
        <p:sp>
          <p:nvSpPr>
            <p:cNvPr id="207" name="Input_density__206">
              <a:extLst>
                <a:ext uri="{FF2B5EF4-FFF2-40B4-BE49-F238E27FC236}">
                  <a16:creationId xmlns:a16="http://schemas.microsoft.com/office/drawing/2014/main" id="{D8D6BB88-876C-2F52-AC15-4A98932BAECD}"/>
                </a:ext>
              </a:extLst>
            </p:cNvPr>
            <p:cNvSpPr>
              <a:spLocks noGrp="1"/>
            </p:cNvSpPr>
            <p:nvPr/>
          </p:nvSpPr>
          <p:spPr>
            <a:xfrm>
              <a:off x="601322" y="1954144"/>
              <a:ext cx="703803" cy="237575"/>
            </a:xfrm>
            <a:custGeom>
              <a:avLst/>
              <a:gdLst/>
              <a:ahLst/>
              <a:cxnLst/>
              <a:rect l="0" t="0" r="0" b="0"/>
              <a:pathLst>
                <a:path w="703803" h="237575">
                  <a:moveTo>
                    <a:pt x="25972" y="218004"/>
                  </a:moveTo>
                  <a:lnTo>
                    <a:pt x="75995" y="237575"/>
                  </a:lnTo>
                  <a:lnTo>
                    <a:pt x="61471" y="200820"/>
                  </a:lnTo>
                  <a:close/>
                  <a:moveTo>
                    <a:pt x="19837" y="127310"/>
                  </a:moveTo>
                  <a:lnTo>
                    <a:pt x="15289" y="177504"/>
                  </a:lnTo>
                  <a:lnTo>
                    <a:pt x="24242" y="135734"/>
                  </a:lnTo>
                  <a:close/>
                  <a:moveTo>
                    <a:pt x="8400" y="181249"/>
                  </a:moveTo>
                  <a:lnTo>
                    <a:pt x="15289" y="177504"/>
                  </a:lnTo>
                  <a:lnTo>
                    <a:pt x="19837" y="127310"/>
                  </a:lnTo>
                  <a:close/>
                  <a:moveTo>
                    <a:pt x="0" y="144494"/>
                  </a:moveTo>
                  <a:lnTo>
                    <a:pt x="8400" y="181249"/>
                  </a:lnTo>
                  <a:lnTo>
                    <a:pt x="19837" y="127310"/>
                  </a:lnTo>
                  <a:close/>
                  <a:moveTo>
                    <a:pt x="15289" y="177504"/>
                  </a:moveTo>
                  <a:lnTo>
                    <a:pt x="38403" y="164065"/>
                  </a:lnTo>
                  <a:lnTo>
                    <a:pt x="24242" y="135734"/>
                  </a:lnTo>
                  <a:close/>
                  <a:moveTo>
                    <a:pt x="20466" y="121620"/>
                  </a:moveTo>
                  <a:lnTo>
                    <a:pt x="0" y="144494"/>
                  </a:lnTo>
                  <a:lnTo>
                    <a:pt x="19837" y="127310"/>
                  </a:lnTo>
                  <a:close/>
                  <a:moveTo>
                    <a:pt x="24481" y="125284"/>
                  </a:moveTo>
                  <a:lnTo>
                    <a:pt x="24242" y="135734"/>
                  </a:lnTo>
                  <a:lnTo>
                    <a:pt x="56771" y="110127"/>
                  </a:lnTo>
                  <a:close/>
                  <a:moveTo>
                    <a:pt x="56771" y="110127"/>
                  </a:moveTo>
                  <a:lnTo>
                    <a:pt x="24242" y="135734"/>
                  </a:lnTo>
                  <a:lnTo>
                    <a:pt x="38403" y="164065"/>
                  </a:lnTo>
                  <a:close/>
                  <a:moveTo>
                    <a:pt x="56771" y="110127"/>
                  </a:moveTo>
                  <a:lnTo>
                    <a:pt x="38403" y="164065"/>
                  </a:lnTo>
                  <a:lnTo>
                    <a:pt x="68198" y="146882"/>
                  </a:lnTo>
                  <a:close/>
                  <a:moveTo>
                    <a:pt x="19837" y="127310"/>
                  </a:moveTo>
                  <a:lnTo>
                    <a:pt x="24242" y="135734"/>
                  </a:lnTo>
                  <a:lnTo>
                    <a:pt x="24481" y="125284"/>
                  </a:lnTo>
                  <a:close/>
                  <a:moveTo>
                    <a:pt x="20466" y="121620"/>
                  </a:moveTo>
                  <a:lnTo>
                    <a:pt x="19837" y="127310"/>
                  </a:lnTo>
                  <a:lnTo>
                    <a:pt x="24481" y="125284"/>
                  </a:lnTo>
                  <a:close/>
                  <a:moveTo>
                    <a:pt x="63491" y="75911"/>
                  </a:moveTo>
                  <a:lnTo>
                    <a:pt x="24991" y="90555"/>
                  </a:lnTo>
                  <a:lnTo>
                    <a:pt x="67822" y="77888"/>
                  </a:lnTo>
                  <a:close/>
                  <a:moveTo>
                    <a:pt x="24991" y="90555"/>
                  </a:moveTo>
                  <a:lnTo>
                    <a:pt x="20466" y="121620"/>
                  </a:lnTo>
                  <a:lnTo>
                    <a:pt x="67822" y="77888"/>
                  </a:lnTo>
                  <a:close/>
                  <a:moveTo>
                    <a:pt x="67822" y="77888"/>
                  </a:moveTo>
                  <a:lnTo>
                    <a:pt x="20466" y="121620"/>
                  </a:lnTo>
                  <a:lnTo>
                    <a:pt x="56771" y="110127"/>
                  </a:lnTo>
                  <a:close/>
                  <a:moveTo>
                    <a:pt x="56771" y="110127"/>
                  </a:moveTo>
                  <a:lnTo>
                    <a:pt x="20466" y="121620"/>
                  </a:lnTo>
                  <a:lnTo>
                    <a:pt x="24481" y="125284"/>
                  </a:lnTo>
                  <a:close/>
                  <a:moveTo>
                    <a:pt x="63491" y="75911"/>
                  </a:moveTo>
                  <a:lnTo>
                    <a:pt x="67822" y="77888"/>
                  </a:lnTo>
                  <a:lnTo>
                    <a:pt x="73141" y="73372"/>
                  </a:lnTo>
                  <a:close/>
                  <a:moveTo>
                    <a:pt x="67822" y="77888"/>
                  </a:moveTo>
                  <a:lnTo>
                    <a:pt x="56771" y="110127"/>
                  </a:lnTo>
                  <a:lnTo>
                    <a:pt x="90729" y="98514"/>
                  </a:lnTo>
                  <a:close/>
                  <a:moveTo>
                    <a:pt x="112537" y="63126"/>
                  </a:moveTo>
                  <a:lnTo>
                    <a:pt x="73141" y="73372"/>
                  </a:lnTo>
                  <a:lnTo>
                    <a:pt x="123645" y="65818"/>
                  </a:lnTo>
                  <a:close/>
                  <a:moveTo>
                    <a:pt x="73141" y="73372"/>
                  </a:moveTo>
                  <a:lnTo>
                    <a:pt x="67822" y="77888"/>
                  </a:lnTo>
                  <a:lnTo>
                    <a:pt x="123645" y="65818"/>
                  </a:lnTo>
                  <a:close/>
                  <a:moveTo>
                    <a:pt x="123645" y="65818"/>
                  </a:moveTo>
                  <a:lnTo>
                    <a:pt x="67822" y="77888"/>
                  </a:lnTo>
                  <a:lnTo>
                    <a:pt x="107720" y="92944"/>
                  </a:lnTo>
                  <a:close/>
                  <a:moveTo>
                    <a:pt x="107720" y="92944"/>
                  </a:moveTo>
                  <a:lnTo>
                    <a:pt x="67822" y="77888"/>
                  </a:lnTo>
                  <a:lnTo>
                    <a:pt x="90729" y="98514"/>
                  </a:lnTo>
                  <a:close/>
                  <a:moveTo>
                    <a:pt x="112537" y="63126"/>
                  </a:moveTo>
                  <a:lnTo>
                    <a:pt x="123645" y="65818"/>
                  </a:lnTo>
                  <a:lnTo>
                    <a:pt x="141641" y="56189"/>
                  </a:lnTo>
                  <a:close/>
                  <a:moveTo>
                    <a:pt x="141641" y="56189"/>
                  </a:moveTo>
                  <a:lnTo>
                    <a:pt x="123645" y="65818"/>
                  </a:lnTo>
                  <a:lnTo>
                    <a:pt x="179435" y="53624"/>
                  </a:lnTo>
                  <a:close/>
                  <a:moveTo>
                    <a:pt x="179435" y="53624"/>
                  </a:moveTo>
                  <a:lnTo>
                    <a:pt x="123645" y="65818"/>
                  </a:lnTo>
                  <a:lnTo>
                    <a:pt x="163121" y="75760"/>
                  </a:lnTo>
                  <a:close/>
                  <a:moveTo>
                    <a:pt x="196489" y="66710"/>
                  </a:moveTo>
                  <a:lnTo>
                    <a:pt x="210699" y="45938"/>
                  </a:lnTo>
                  <a:lnTo>
                    <a:pt x="179435" y="53624"/>
                  </a:lnTo>
                  <a:close/>
                  <a:moveTo>
                    <a:pt x="368957" y="124343"/>
                  </a:moveTo>
                  <a:lnTo>
                    <a:pt x="369089" y="168194"/>
                  </a:lnTo>
                  <a:lnTo>
                    <a:pt x="396665" y="114904"/>
                  </a:lnTo>
                  <a:close/>
                  <a:moveTo>
                    <a:pt x="396665" y="114904"/>
                  </a:moveTo>
                  <a:lnTo>
                    <a:pt x="369814" y="168842"/>
                  </a:lnTo>
                  <a:lnTo>
                    <a:pt x="413438" y="151658"/>
                  </a:lnTo>
                  <a:close/>
                  <a:moveTo>
                    <a:pt x="329059" y="129691"/>
                  </a:moveTo>
                  <a:lnTo>
                    <a:pt x="368957" y="124343"/>
                  </a:lnTo>
                  <a:lnTo>
                    <a:pt x="353880" y="91854"/>
                  </a:lnTo>
                  <a:close/>
                  <a:moveTo>
                    <a:pt x="396665" y="114904"/>
                  </a:moveTo>
                  <a:lnTo>
                    <a:pt x="405306" y="82817"/>
                  </a:lnTo>
                  <a:lnTo>
                    <a:pt x="368957" y="124343"/>
                  </a:lnTo>
                  <a:close/>
                  <a:moveTo>
                    <a:pt x="368957" y="124343"/>
                  </a:moveTo>
                  <a:lnTo>
                    <a:pt x="405306" y="82817"/>
                  </a:lnTo>
                  <a:lnTo>
                    <a:pt x="402472" y="79437"/>
                  </a:lnTo>
                  <a:close/>
                  <a:moveTo>
                    <a:pt x="368957" y="124343"/>
                  </a:moveTo>
                  <a:lnTo>
                    <a:pt x="402472" y="79437"/>
                  </a:lnTo>
                  <a:lnTo>
                    <a:pt x="353880" y="91854"/>
                  </a:lnTo>
                  <a:close/>
                  <a:moveTo>
                    <a:pt x="431040" y="145706"/>
                  </a:moveTo>
                  <a:lnTo>
                    <a:pt x="429659" y="173871"/>
                  </a:lnTo>
                  <a:lnTo>
                    <a:pt x="474403" y="134475"/>
                  </a:lnTo>
                  <a:close/>
                  <a:moveTo>
                    <a:pt x="474403" y="134475"/>
                  </a:moveTo>
                  <a:lnTo>
                    <a:pt x="439741" y="188413"/>
                  </a:lnTo>
                  <a:lnTo>
                    <a:pt x="480588" y="143500"/>
                  </a:lnTo>
                  <a:close/>
                  <a:moveTo>
                    <a:pt x="483671" y="174753"/>
                  </a:moveTo>
                  <a:lnTo>
                    <a:pt x="493569" y="171230"/>
                  </a:lnTo>
                  <a:lnTo>
                    <a:pt x="480588" y="143500"/>
                  </a:lnTo>
                  <a:close/>
                  <a:moveTo>
                    <a:pt x="413438" y="151658"/>
                  </a:moveTo>
                  <a:lnTo>
                    <a:pt x="429659" y="173871"/>
                  </a:lnTo>
                  <a:lnTo>
                    <a:pt x="431040" y="145706"/>
                  </a:lnTo>
                  <a:close/>
                  <a:moveTo>
                    <a:pt x="396665" y="114904"/>
                  </a:moveTo>
                  <a:lnTo>
                    <a:pt x="431040" y="145706"/>
                  </a:lnTo>
                  <a:lnTo>
                    <a:pt x="424016" y="106669"/>
                  </a:lnTo>
                  <a:close/>
                  <a:moveTo>
                    <a:pt x="396665" y="114904"/>
                  </a:moveTo>
                  <a:lnTo>
                    <a:pt x="413438" y="151658"/>
                  </a:lnTo>
                  <a:lnTo>
                    <a:pt x="431040" y="145706"/>
                  </a:lnTo>
                  <a:close/>
                  <a:moveTo>
                    <a:pt x="474403" y="134475"/>
                  </a:moveTo>
                  <a:lnTo>
                    <a:pt x="461368" y="97720"/>
                  </a:lnTo>
                  <a:lnTo>
                    <a:pt x="431040" y="145706"/>
                  </a:lnTo>
                  <a:close/>
                  <a:moveTo>
                    <a:pt x="461368" y="97720"/>
                  </a:moveTo>
                  <a:lnTo>
                    <a:pt x="424016" y="106669"/>
                  </a:lnTo>
                  <a:lnTo>
                    <a:pt x="431040" y="145706"/>
                  </a:lnTo>
                  <a:close/>
                  <a:moveTo>
                    <a:pt x="405306" y="82817"/>
                  </a:moveTo>
                  <a:lnTo>
                    <a:pt x="396665" y="114904"/>
                  </a:lnTo>
                  <a:lnTo>
                    <a:pt x="424016" y="106669"/>
                  </a:lnTo>
                  <a:close/>
                  <a:moveTo>
                    <a:pt x="405306" y="82817"/>
                  </a:moveTo>
                  <a:lnTo>
                    <a:pt x="424016" y="106669"/>
                  </a:lnTo>
                  <a:lnTo>
                    <a:pt x="406280" y="78148"/>
                  </a:lnTo>
                  <a:close/>
                  <a:moveTo>
                    <a:pt x="406280" y="78148"/>
                  </a:moveTo>
                  <a:lnTo>
                    <a:pt x="424016" y="106669"/>
                  </a:lnTo>
                  <a:lnTo>
                    <a:pt x="461368" y="97720"/>
                  </a:lnTo>
                  <a:close/>
                  <a:moveTo>
                    <a:pt x="406280" y="78148"/>
                  </a:moveTo>
                  <a:lnTo>
                    <a:pt x="461368" y="97720"/>
                  </a:lnTo>
                  <a:lnTo>
                    <a:pt x="457236" y="60965"/>
                  </a:lnTo>
                  <a:close/>
                  <a:moveTo>
                    <a:pt x="479380" y="133495"/>
                  </a:moveTo>
                  <a:lnTo>
                    <a:pt x="480588" y="143500"/>
                  </a:lnTo>
                  <a:lnTo>
                    <a:pt x="524609" y="117292"/>
                  </a:lnTo>
                  <a:close/>
                  <a:moveTo>
                    <a:pt x="474403" y="134475"/>
                  </a:moveTo>
                  <a:lnTo>
                    <a:pt x="480588" y="143500"/>
                  </a:lnTo>
                  <a:lnTo>
                    <a:pt x="479380" y="133495"/>
                  </a:lnTo>
                  <a:close/>
                  <a:moveTo>
                    <a:pt x="461368" y="97720"/>
                  </a:moveTo>
                  <a:lnTo>
                    <a:pt x="479380" y="133495"/>
                  </a:lnTo>
                  <a:lnTo>
                    <a:pt x="471745" y="94955"/>
                  </a:lnTo>
                  <a:close/>
                  <a:moveTo>
                    <a:pt x="461368" y="97720"/>
                  </a:moveTo>
                  <a:lnTo>
                    <a:pt x="474403" y="134475"/>
                  </a:lnTo>
                  <a:lnTo>
                    <a:pt x="479380" y="133495"/>
                  </a:lnTo>
                  <a:close/>
                  <a:moveTo>
                    <a:pt x="524609" y="117292"/>
                  </a:moveTo>
                  <a:lnTo>
                    <a:pt x="506759" y="80537"/>
                  </a:lnTo>
                  <a:lnTo>
                    <a:pt x="479380" y="133495"/>
                  </a:lnTo>
                  <a:close/>
                  <a:moveTo>
                    <a:pt x="506759" y="80537"/>
                  </a:moveTo>
                  <a:lnTo>
                    <a:pt x="471745" y="94955"/>
                  </a:lnTo>
                  <a:lnTo>
                    <a:pt x="479380" y="133495"/>
                  </a:lnTo>
                  <a:close/>
                  <a:moveTo>
                    <a:pt x="457236" y="60965"/>
                  </a:moveTo>
                  <a:lnTo>
                    <a:pt x="471745" y="94955"/>
                  </a:lnTo>
                  <a:lnTo>
                    <a:pt x="459477" y="60181"/>
                  </a:lnTo>
                  <a:close/>
                  <a:moveTo>
                    <a:pt x="457236" y="60965"/>
                  </a:moveTo>
                  <a:lnTo>
                    <a:pt x="461368" y="97720"/>
                  </a:lnTo>
                  <a:lnTo>
                    <a:pt x="471745" y="94955"/>
                  </a:lnTo>
                  <a:close/>
                  <a:moveTo>
                    <a:pt x="506759" y="80537"/>
                  </a:moveTo>
                  <a:lnTo>
                    <a:pt x="497515" y="43782"/>
                  </a:lnTo>
                  <a:lnTo>
                    <a:pt x="471745" y="94955"/>
                  </a:lnTo>
                  <a:close/>
                  <a:moveTo>
                    <a:pt x="497515" y="43782"/>
                  </a:moveTo>
                  <a:lnTo>
                    <a:pt x="459477" y="60181"/>
                  </a:lnTo>
                  <a:lnTo>
                    <a:pt x="471745" y="94955"/>
                  </a:lnTo>
                  <a:close/>
                  <a:moveTo>
                    <a:pt x="446486" y="24210"/>
                  </a:moveTo>
                  <a:lnTo>
                    <a:pt x="457236" y="60965"/>
                  </a:lnTo>
                  <a:lnTo>
                    <a:pt x="459477" y="60181"/>
                  </a:lnTo>
                  <a:close/>
                  <a:moveTo>
                    <a:pt x="497515" y="43782"/>
                  </a:moveTo>
                  <a:lnTo>
                    <a:pt x="491588" y="7027"/>
                  </a:lnTo>
                  <a:lnTo>
                    <a:pt x="459477" y="60181"/>
                  </a:lnTo>
                  <a:close/>
                  <a:moveTo>
                    <a:pt x="491588" y="7027"/>
                  </a:moveTo>
                  <a:lnTo>
                    <a:pt x="450535" y="22704"/>
                  </a:lnTo>
                  <a:lnTo>
                    <a:pt x="459477" y="60181"/>
                  </a:lnTo>
                  <a:close/>
                  <a:moveTo>
                    <a:pt x="497515" y="43782"/>
                  </a:moveTo>
                  <a:lnTo>
                    <a:pt x="534743" y="70826"/>
                  </a:lnTo>
                  <a:lnTo>
                    <a:pt x="522502" y="36031"/>
                  </a:lnTo>
                  <a:close/>
                  <a:moveTo>
                    <a:pt x="497515" y="43782"/>
                  </a:moveTo>
                  <a:lnTo>
                    <a:pt x="506759" y="80537"/>
                  </a:lnTo>
                  <a:lnTo>
                    <a:pt x="534743" y="70826"/>
                  </a:lnTo>
                  <a:close/>
                  <a:moveTo>
                    <a:pt x="568184" y="63353"/>
                  </a:moveTo>
                  <a:lnTo>
                    <a:pt x="571827" y="43060"/>
                  </a:lnTo>
                  <a:lnTo>
                    <a:pt x="534743" y="70826"/>
                  </a:lnTo>
                  <a:close/>
                  <a:moveTo>
                    <a:pt x="534743" y="70826"/>
                  </a:moveTo>
                  <a:lnTo>
                    <a:pt x="565331" y="28300"/>
                  </a:lnTo>
                  <a:lnTo>
                    <a:pt x="522502" y="36031"/>
                  </a:lnTo>
                  <a:close/>
                  <a:moveTo>
                    <a:pt x="491588" y="7027"/>
                  </a:moveTo>
                  <a:lnTo>
                    <a:pt x="522502" y="36031"/>
                  </a:lnTo>
                  <a:lnTo>
                    <a:pt x="509001" y="2260"/>
                  </a:lnTo>
                  <a:close/>
                  <a:moveTo>
                    <a:pt x="491588" y="7027"/>
                  </a:moveTo>
                  <a:lnTo>
                    <a:pt x="497515" y="43782"/>
                  </a:lnTo>
                  <a:lnTo>
                    <a:pt x="522502" y="36031"/>
                  </a:lnTo>
                  <a:close/>
                  <a:moveTo>
                    <a:pt x="522502" y="36031"/>
                  </a:moveTo>
                  <a:lnTo>
                    <a:pt x="565331" y="28300"/>
                  </a:lnTo>
                  <a:lnTo>
                    <a:pt x="545100" y="0"/>
                  </a:lnTo>
                  <a:close/>
                  <a:moveTo>
                    <a:pt x="522502" y="36031"/>
                  </a:moveTo>
                  <a:lnTo>
                    <a:pt x="545100" y="0"/>
                  </a:lnTo>
                  <a:lnTo>
                    <a:pt x="509001" y="2260"/>
                  </a:lnTo>
                  <a:close/>
                  <a:moveTo>
                    <a:pt x="640981" y="83381"/>
                  </a:moveTo>
                  <a:lnTo>
                    <a:pt x="614907" y="79552"/>
                  </a:lnTo>
                  <a:lnTo>
                    <a:pt x="579874" y="61224"/>
                  </a:lnTo>
                  <a:close/>
                  <a:moveTo>
                    <a:pt x="665653" y="48499"/>
                  </a:moveTo>
                  <a:lnTo>
                    <a:pt x="640981" y="83381"/>
                  </a:lnTo>
                  <a:lnTo>
                    <a:pt x="641774" y="82925"/>
                  </a:lnTo>
                  <a:close/>
                  <a:moveTo>
                    <a:pt x="614907" y="79552"/>
                  </a:moveTo>
                  <a:lnTo>
                    <a:pt x="640981" y="83381"/>
                  </a:lnTo>
                  <a:lnTo>
                    <a:pt x="665653" y="48499"/>
                  </a:lnTo>
                  <a:close/>
                  <a:moveTo>
                    <a:pt x="665653" y="48499"/>
                  </a:moveTo>
                  <a:lnTo>
                    <a:pt x="641774" y="82925"/>
                  </a:lnTo>
                  <a:lnTo>
                    <a:pt x="688931" y="71487"/>
                  </a:lnTo>
                  <a:close/>
                  <a:moveTo>
                    <a:pt x="688931" y="71487"/>
                  </a:moveTo>
                  <a:lnTo>
                    <a:pt x="674683" y="46170"/>
                  </a:lnTo>
                  <a:lnTo>
                    <a:pt x="665653" y="48499"/>
                  </a:lnTo>
                  <a:close/>
                  <a:moveTo>
                    <a:pt x="703803" y="41737"/>
                  </a:moveTo>
                  <a:lnTo>
                    <a:pt x="674683" y="46170"/>
                  </a:lnTo>
                  <a:lnTo>
                    <a:pt x="688931" y="71487"/>
                  </a:lnTo>
                  <a:close/>
                </a:path>
              </a:pathLst>
            </a:custGeom>
            <a:solidFill>
              <a:srgbClr val="D7DEE3"/>
            </a:solidFill>
            <a:ln w="1524">
              <a:solidFill>
                <a:srgbClr val="D7DEE3"/>
              </a:solidFill>
            </a:ln>
          </p:spPr>
        </p:sp>
        <p:sp>
          <p:nvSpPr>
            <p:cNvPr id="208" name="Input_density__207">
              <a:extLst>
                <a:ext uri="{FF2B5EF4-FFF2-40B4-BE49-F238E27FC236}">
                  <a16:creationId xmlns:a16="http://schemas.microsoft.com/office/drawing/2014/main" id="{44466AF0-09B4-C019-4CA2-E60EBE562669}"/>
                </a:ext>
              </a:extLst>
            </p:cNvPr>
            <p:cNvSpPr>
              <a:spLocks noGrp="1"/>
            </p:cNvSpPr>
            <p:nvPr/>
          </p:nvSpPr>
          <p:spPr>
            <a:xfrm>
              <a:off x="751298" y="2109448"/>
              <a:ext cx="615404" cy="199701"/>
            </a:xfrm>
            <a:custGeom>
              <a:avLst/>
              <a:gdLst/>
              <a:ahLst/>
              <a:cxnLst/>
              <a:rect l="0" t="0" r="0" b="0"/>
              <a:pathLst>
                <a:path w="615404" h="199701">
                  <a:moveTo>
                    <a:pt x="83520" y="168281"/>
                  </a:moveTo>
                  <a:lnTo>
                    <a:pt x="60434" y="178177"/>
                  </a:lnTo>
                  <a:lnTo>
                    <a:pt x="115589" y="163606"/>
                  </a:lnTo>
                  <a:close/>
                  <a:moveTo>
                    <a:pt x="134910" y="139634"/>
                  </a:moveTo>
                  <a:lnTo>
                    <a:pt x="144747" y="136544"/>
                  </a:lnTo>
                  <a:lnTo>
                    <a:pt x="157420" y="121414"/>
                  </a:lnTo>
                  <a:close/>
                  <a:moveTo>
                    <a:pt x="142448" y="139450"/>
                  </a:moveTo>
                  <a:lnTo>
                    <a:pt x="144747" y="136544"/>
                  </a:lnTo>
                  <a:lnTo>
                    <a:pt x="134910" y="139634"/>
                  </a:lnTo>
                  <a:close/>
                  <a:moveTo>
                    <a:pt x="115589" y="163606"/>
                  </a:moveTo>
                  <a:lnTo>
                    <a:pt x="142448" y="139450"/>
                  </a:lnTo>
                  <a:lnTo>
                    <a:pt x="134910" y="139634"/>
                  </a:lnTo>
                  <a:close/>
                  <a:moveTo>
                    <a:pt x="157420" y="121414"/>
                  </a:moveTo>
                  <a:lnTo>
                    <a:pt x="144747" y="136544"/>
                  </a:lnTo>
                  <a:lnTo>
                    <a:pt x="161805" y="115614"/>
                  </a:lnTo>
                  <a:close/>
                  <a:moveTo>
                    <a:pt x="14210" y="11149"/>
                  </a:moveTo>
                  <a:lnTo>
                    <a:pt x="0" y="28333"/>
                  </a:lnTo>
                  <a:lnTo>
                    <a:pt x="32365" y="5390"/>
                  </a:lnTo>
                  <a:close/>
                  <a:moveTo>
                    <a:pt x="0" y="28333"/>
                  </a:moveTo>
                  <a:lnTo>
                    <a:pt x="10985" y="21663"/>
                  </a:lnTo>
                  <a:lnTo>
                    <a:pt x="32365" y="5390"/>
                  </a:lnTo>
                  <a:close/>
                  <a:moveTo>
                    <a:pt x="32365" y="5390"/>
                  </a:moveTo>
                  <a:lnTo>
                    <a:pt x="10985" y="21663"/>
                  </a:lnTo>
                  <a:lnTo>
                    <a:pt x="64243" y="0"/>
                  </a:lnTo>
                  <a:close/>
                  <a:moveTo>
                    <a:pt x="571731" y="199701"/>
                  </a:moveTo>
                  <a:lnTo>
                    <a:pt x="578600" y="182518"/>
                  </a:lnTo>
                  <a:lnTo>
                    <a:pt x="576106" y="186967"/>
                  </a:lnTo>
                  <a:close/>
                  <a:moveTo>
                    <a:pt x="578600" y="182518"/>
                  </a:moveTo>
                  <a:lnTo>
                    <a:pt x="571731" y="199701"/>
                  </a:lnTo>
                  <a:lnTo>
                    <a:pt x="594772" y="145763"/>
                  </a:lnTo>
                  <a:close/>
                  <a:moveTo>
                    <a:pt x="467411" y="125936"/>
                  </a:moveTo>
                  <a:lnTo>
                    <a:pt x="473787" y="89436"/>
                  </a:lnTo>
                  <a:lnTo>
                    <a:pt x="468413" y="125432"/>
                  </a:lnTo>
                  <a:close/>
                  <a:moveTo>
                    <a:pt x="584709" y="174556"/>
                  </a:moveTo>
                  <a:lnTo>
                    <a:pt x="576106" y="186967"/>
                  </a:lnTo>
                  <a:lnTo>
                    <a:pt x="578600" y="182518"/>
                  </a:lnTo>
                  <a:close/>
                  <a:moveTo>
                    <a:pt x="606194" y="128579"/>
                  </a:moveTo>
                  <a:lnTo>
                    <a:pt x="594311" y="158822"/>
                  </a:lnTo>
                  <a:lnTo>
                    <a:pt x="578600" y="182518"/>
                  </a:lnTo>
                  <a:close/>
                  <a:moveTo>
                    <a:pt x="594772" y="145763"/>
                  </a:moveTo>
                  <a:lnTo>
                    <a:pt x="606194" y="128579"/>
                  </a:lnTo>
                  <a:lnTo>
                    <a:pt x="578600" y="182518"/>
                  </a:lnTo>
                  <a:close/>
                  <a:moveTo>
                    <a:pt x="606194" y="128579"/>
                  </a:moveTo>
                  <a:lnTo>
                    <a:pt x="594772" y="145763"/>
                  </a:lnTo>
                  <a:lnTo>
                    <a:pt x="615404" y="113109"/>
                  </a:lnTo>
                  <a:close/>
                  <a:moveTo>
                    <a:pt x="594772" y="145763"/>
                  </a:moveTo>
                  <a:lnTo>
                    <a:pt x="597571" y="142643"/>
                  </a:lnTo>
                  <a:lnTo>
                    <a:pt x="615404" y="113109"/>
                  </a:lnTo>
                  <a:close/>
                </a:path>
              </a:pathLst>
            </a:custGeom>
            <a:solidFill>
              <a:srgbClr val="AEBAC4"/>
            </a:solidFill>
            <a:ln w="1524">
              <a:solidFill>
                <a:srgbClr val="AEBAC4"/>
              </a:solidFill>
            </a:ln>
          </p:spPr>
        </p:sp>
        <p:sp>
          <p:nvSpPr>
            <p:cNvPr id="209" name="Input_density__208">
              <a:extLst>
                <a:ext uri="{FF2B5EF4-FFF2-40B4-BE49-F238E27FC236}">
                  <a16:creationId xmlns:a16="http://schemas.microsoft.com/office/drawing/2014/main" id="{8BF60D16-4919-732C-DC4D-768E5E44E692}"/>
                </a:ext>
              </a:extLst>
            </p:cNvPr>
            <p:cNvSpPr>
              <a:spLocks noGrp="1"/>
            </p:cNvSpPr>
            <p:nvPr/>
          </p:nvSpPr>
          <p:spPr>
            <a:xfrm>
              <a:off x="737610" y="2105368"/>
              <a:ext cx="506390" cy="232979"/>
            </a:xfrm>
            <a:custGeom>
              <a:avLst/>
              <a:gdLst/>
              <a:ahLst/>
              <a:cxnLst/>
              <a:rect l="0" t="0" r="0" b="0"/>
              <a:pathLst>
                <a:path w="506390" h="232979">
                  <a:moveTo>
                    <a:pt x="47189" y="142678"/>
                  </a:moveTo>
                  <a:lnTo>
                    <a:pt x="39038" y="175660"/>
                  </a:lnTo>
                  <a:lnTo>
                    <a:pt x="57716" y="149286"/>
                  </a:lnTo>
                  <a:close/>
                  <a:moveTo>
                    <a:pt x="9127" y="159862"/>
                  </a:moveTo>
                  <a:lnTo>
                    <a:pt x="47189" y="142678"/>
                  </a:lnTo>
                  <a:lnTo>
                    <a:pt x="0" y="154280"/>
                  </a:lnTo>
                  <a:close/>
                  <a:moveTo>
                    <a:pt x="82746" y="146660"/>
                  </a:moveTo>
                  <a:lnTo>
                    <a:pt x="57716" y="149286"/>
                  </a:lnTo>
                  <a:lnTo>
                    <a:pt x="117694" y="152750"/>
                  </a:lnTo>
                  <a:close/>
                  <a:moveTo>
                    <a:pt x="18666" y="69168"/>
                  </a:moveTo>
                  <a:lnTo>
                    <a:pt x="23598" y="50091"/>
                  </a:lnTo>
                  <a:lnTo>
                    <a:pt x="22785" y="53057"/>
                  </a:lnTo>
                  <a:close/>
                  <a:moveTo>
                    <a:pt x="27898" y="15230"/>
                  </a:moveTo>
                  <a:lnTo>
                    <a:pt x="23598" y="50091"/>
                  </a:lnTo>
                  <a:lnTo>
                    <a:pt x="18666" y="69168"/>
                  </a:lnTo>
                  <a:close/>
                  <a:moveTo>
                    <a:pt x="63994" y="46644"/>
                  </a:moveTo>
                  <a:lnTo>
                    <a:pt x="39336" y="84349"/>
                  </a:lnTo>
                  <a:lnTo>
                    <a:pt x="24716" y="51488"/>
                  </a:lnTo>
                  <a:close/>
                  <a:moveTo>
                    <a:pt x="24716" y="51488"/>
                  </a:moveTo>
                  <a:lnTo>
                    <a:pt x="27898" y="15230"/>
                  </a:lnTo>
                  <a:lnTo>
                    <a:pt x="66327" y="0"/>
                  </a:lnTo>
                  <a:close/>
                  <a:moveTo>
                    <a:pt x="24716" y="51488"/>
                  </a:moveTo>
                  <a:lnTo>
                    <a:pt x="66327" y="0"/>
                  </a:lnTo>
                  <a:lnTo>
                    <a:pt x="63994" y="46644"/>
                  </a:lnTo>
                  <a:close/>
                  <a:moveTo>
                    <a:pt x="66327" y="0"/>
                  </a:moveTo>
                  <a:lnTo>
                    <a:pt x="95378" y="3471"/>
                  </a:lnTo>
                  <a:lnTo>
                    <a:pt x="63994" y="46644"/>
                  </a:lnTo>
                  <a:close/>
                  <a:moveTo>
                    <a:pt x="164999" y="63452"/>
                  </a:moveTo>
                  <a:lnTo>
                    <a:pt x="193223" y="67595"/>
                  </a:lnTo>
                  <a:lnTo>
                    <a:pt x="194440" y="21858"/>
                  </a:lnTo>
                  <a:close/>
                  <a:moveTo>
                    <a:pt x="164999" y="63452"/>
                  </a:moveTo>
                  <a:lnTo>
                    <a:pt x="194440" y="21858"/>
                  </a:lnTo>
                  <a:lnTo>
                    <a:pt x="162480" y="20753"/>
                  </a:lnTo>
                  <a:close/>
                  <a:moveTo>
                    <a:pt x="164999" y="63452"/>
                  </a:moveTo>
                  <a:lnTo>
                    <a:pt x="162480" y="20753"/>
                  </a:lnTo>
                  <a:lnTo>
                    <a:pt x="146356" y="54373"/>
                  </a:lnTo>
                  <a:close/>
                  <a:moveTo>
                    <a:pt x="162480" y="20753"/>
                  </a:moveTo>
                  <a:lnTo>
                    <a:pt x="151467" y="17618"/>
                  </a:lnTo>
                  <a:lnTo>
                    <a:pt x="146356" y="54373"/>
                  </a:lnTo>
                  <a:close/>
                  <a:moveTo>
                    <a:pt x="482195" y="191842"/>
                  </a:moveTo>
                  <a:lnTo>
                    <a:pt x="506390" y="199260"/>
                  </a:lnTo>
                  <a:lnTo>
                    <a:pt x="486636" y="232979"/>
                  </a:lnTo>
                  <a:close/>
                  <a:moveTo>
                    <a:pt x="495275" y="149843"/>
                  </a:moveTo>
                  <a:lnTo>
                    <a:pt x="482100" y="129513"/>
                  </a:lnTo>
                  <a:lnTo>
                    <a:pt x="500733" y="159112"/>
                  </a:lnTo>
                  <a:close/>
                </a:path>
              </a:pathLst>
            </a:custGeom>
            <a:solidFill>
              <a:srgbClr val="C2CCD3"/>
            </a:solidFill>
            <a:ln w="1524">
              <a:solidFill>
                <a:srgbClr val="C2CCD3"/>
              </a:solidFill>
            </a:ln>
          </p:spPr>
        </p:sp>
        <p:sp>
          <p:nvSpPr>
            <p:cNvPr id="210" name="Input_density__209">
              <a:extLst>
                <a:ext uri="{FF2B5EF4-FFF2-40B4-BE49-F238E27FC236}">
                  <a16:creationId xmlns:a16="http://schemas.microsoft.com/office/drawing/2014/main" id="{BC97D809-CEDF-AB3C-3723-6F46AD10FA82}"/>
                </a:ext>
              </a:extLst>
            </p:cNvPr>
            <p:cNvSpPr>
              <a:spLocks noGrp="1"/>
            </p:cNvSpPr>
            <p:nvPr/>
          </p:nvSpPr>
          <p:spPr>
            <a:xfrm>
              <a:off x="699810" y="2061506"/>
              <a:ext cx="671188" cy="198142"/>
            </a:xfrm>
            <a:custGeom>
              <a:avLst/>
              <a:gdLst/>
              <a:ahLst/>
              <a:cxnLst/>
              <a:rect l="0" t="0" r="0" b="0"/>
              <a:pathLst>
                <a:path w="671188" h="198142">
                  <a:moveTo>
                    <a:pt x="84989" y="186540"/>
                  </a:moveTo>
                  <a:lnTo>
                    <a:pt x="52207" y="155797"/>
                  </a:lnTo>
                  <a:lnTo>
                    <a:pt x="37801" y="198142"/>
                  </a:lnTo>
                  <a:close/>
                  <a:moveTo>
                    <a:pt x="46786" y="149785"/>
                  </a:moveTo>
                  <a:lnTo>
                    <a:pt x="2387" y="166969"/>
                  </a:lnTo>
                  <a:lnTo>
                    <a:pt x="37801" y="198142"/>
                  </a:lnTo>
                  <a:close/>
                  <a:moveTo>
                    <a:pt x="96325" y="169357"/>
                  </a:moveTo>
                  <a:lnTo>
                    <a:pt x="95517" y="193148"/>
                  </a:lnTo>
                  <a:lnTo>
                    <a:pt x="120546" y="190522"/>
                  </a:lnTo>
                  <a:close/>
                  <a:moveTo>
                    <a:pt x="96325" y="169357"/>
                  </a:moveTo>
                  <a:lnTo>
                    <a:pt x="84989" y="186540"/>
                  </a:lnTo>
                  <a:lnTo>
                    <a:pt x="95517" y="193148"/>
                  </a:lnTo>
                  <a:close/>
                  <a:moveTo>
                    <a:pt x="73835" y="132602"/>
                  </a:moveTo>
                  <a:lnTo>
                    <a:pt x="84989" y="186540"/>
                  </a:lnTo>
                  <a:lnTo>
                    <a:pt x="96325" y="169357"/>
                  </a:lnTo>
                  <a:close/>
                  <a:moveTo>
                    <a:pt x="97506" y="104379"/>
                  </a:moveTo>
                  <a:lnTo>
                    <a:pt x="56467" y="113030"/>
                  </a:lnTo>
                  <a:lnTo>
                    <a:pt x="63255" y="139497"/>
                  </a:lnTo>
                  <a:close/>
                  <a:moveTo>
                    <a:pt x="63255" y="139497"/>
                  </a:moveTo>
                  <a:lnTo>
                    <a:pt x="56467" y="113030"/>
                  </a:lnTo>
                  <a:lnTo>
                    <a:pt x="60586" y="96919"/>
                  </a:lnTo>
                  <a:close/>
                  <a:moveTo>
                    <a:pt x="63255" y="139497"/>
                  </a:moveTo>
                  <a:lnTo>
                    <a:pt x="73835" y="132602"/>
                  </a:lnTo>
                  <a:lnTo>
                    <a:pt x="97506" y="104379"/>
                  </a:lnTo>
                  <a:close/>
                  <a:moveTo>
                    <a:pt x="3703" y="71329"/>
                  </a:moveTo>
                  <a:lnTo>
                    <a:pt x="0" y="85179"/>
                  </a:lnTo>
                  <a:lnTo>
                    <a:pt x="39985" y="59092"/>
                  </a:lnTo>
                  <a:close/>
                  <a:moveTo>
                    <a:pt x="39985" y="59092"/>
                  </a:moveTo>
                  <a:lnTo>
                    <a:pt x="31814" y="113030"/>
                  </a:lnTo>
                  <a:lnTo>
                    <a:pt x="61398" y="93953"/>
                  </a:lnTo>
                  <a:close/>
                  <a:moveTo>
                    <a:pt x="61398" y="93953"/>
                  </a:moveTo>
                  <a:lnTo>
                    <a:pt x="31814" y="113030"/>
                  </a:lnTo>
                  <a:lnTo>
                    <a:pt x="60586" y="96919"/>
                  </a:lnTo>
                  <a:close/>
                  <a:moveTo>
                    <a:pt x="232241" y="65720"/>
                  </a:moveTo>
                  <a:lnTo>
                    <a:pt x="192153" y="26475"/>
                  </a:lnTo>
                  <a:lnTo>
                    <a:pt x="200281" y="64615"/>
                  </a:lnTo>
                  <a:close/>
                  <a:moveTo>
                    <a:pt x="149401" y="34144"/>
                  </a:moveTo>
                  <a:lnTo>
                    <a:pt x="189267" y="61480"/>
                  </a:lnTo>
                  <a:lnTo>
                    <a:pt x="200281" y="64615"/>
                  </a:lnTo>
                  <a:close/>
                  <a:moveTo>
                    <a:pt x="435251" y="110283"/>
                  </a:moveTo>
                  <a:lnTo>
                    <a:pt x="467214" y="137379"/>
                  </a:lnTo>
                  <a:lnTo>
                    <a:pt x="475059" y="83440"/>
                  </a:lnTo>
                  <a:close/>
                  <a:moveTo>
                    <a:pt x="475059" y="83440"/>
                  </a:moveTo>
                  <a:lnTo>
                    <a:pt x="467214" y="137379"/>
                  </a:lnTo>
                  <a:lnTo>
                    <a:pt x="491692" y="100521"/>
                  </a:lnTo>
                  <a:close/>
                  <a:moveTo>
                    <a:pt x="491692" y="100521"/>
                  </a:moveTo>
                  <a:lnTo>
                    <a:pt x="467214" y="137379"/>
                  </a:lnTo>
                  <a:lnTo>
                    <a:pt x="483397" y="131217"/>
                  </a:lnTo>
                  <a:close/>
                  <a:moveTo>
                    <a:pt x="533075" y="193705"/>
                  </a:moveTo>
                  <a:lnTo>
                    <a:pt x="536621" y="156950"/>
                  </a:lnTo>
                  <a:lnTo>
                    <a:pt x="519901" y="173375"/>
                  </a:lnTo>
                  <a:close/>
                  <a:moveTo>
                    <a:pt x="622005" y="162202"/>
                  </a:moveTo>
                  <a:lnTo>
                    <a:pt x="650311" y="166277"/>
                  </a:lnTo>
                  <a:lnTo>
                    <a:pt x="646433" y="124682"/>
                  </a:lnTo>
                  <a:close/>
                  <a:moveTo>
                    <a:pt x="642419" y="97920"/>
                  </a:moveTo>
                  <a:lnTo>
                    <a:pt x="633346" y="85829"/>
                  </a:lnTo>
                  <a:lnTo>
                    <a:pt x="646433" y="124682"/>
                  </a:lnTo>
                  <a:close/>
                  <a:moveTo>
                    <a:pt x="671188" y="86898"/>
                  </a:moveTo>
                  <a:lnTo>
                    <a:pt x="642419" y="97920"/>
                  </a:lnTo>
                  <a:lnTo>
                    <a:pt x="646433" y="124682"/>
                  </a:lnTo>
                  <a:close/>
                  <a:moveTo>
                    <a:pt x="552905" y="57049"/>
                  </a:moveTo>
                  <a:lnTo>
                    <a:pt x="548629" y="92616"/>
                  </a:lnTo>
                  <a:lnTo>
                    <a:pt x="589166" y="49073"/>
                  </a:lnTo>
                  <a:close/>
                  <a:moveTo>
                    <a:pt x="552905" y="57049"/>
                  </a:moveTo>
                  <a:lnTo>
                    <a:pt x="589166" y="49073"/>
                  </a:lnTo>
                  <a:lnTo>
                    <a:pt x="559007" y="35209"/>
                  </a:lnTo>
                  <a:close/>
                  <a:moveTo>
                    <a:pt x="633346" y="85829"/>
                  </a:moveTo>
                  <a:lnTo>
                    <a:pt x="642419" y="97920"/>
                  </a:lnTo>
                  <a:lnTo>
                    <a:pt x="640855" y="84470"/>
                  </a:lnTo>
                  <a:close/>
                  <a:moveTo>
                    <a:pt x="640855" y="84470"/>
                  </a:moveTo>
                  <a:lnTo>
                    <a:pt x="597369" y="54064"/>
                  </a:lnTo>
                  <a:lnTo>
                    <a:pt x="633346" y="85829"/>
                  </a:lnTo>
                  <a:close/>
                  <a:moveTo>
                    <a:pt x="597626" y="47780"/>
                  </a:moveTo>
                  <a:lnTo>
                    <a:pt x="597369" y="54064"/>
                  </a:lnTo>
                  <a:lnTo>
                    <a:pt x="640855" y="84470"/>
                  </a:lnTo>
                  <a:close/>
                  <a:moveTo>
                    <a:pt x="639468" y="40851"/>
                  </a:moveTo>
                  <a:lnTo>
                    <a:pt x="597626" y="47780"/>
                  </a:lnTo>
                  <a:lnTo>
                    <a:pt x="640855" y="84470"/>
                  </a:lnTo>
                  <a:close/>
                  <a:moveTo>
                    <a:pt x="640855" y="84470"/>
                  </a:moveTo>
                  <a:lnTo>
                    <a:pt x="642419" y="97920"/>
                  </a:lnTo>
                  <a:lnTo>
                    <a:pt x="658113" y="85829"/>
                  </a:lnTo>
                  <a:close/>
                  <a:moveTo>
                    <a:pt x="589166" y="49073"/>
                  </a:moveTo>
                  <a:lnTo>
                    <a:pt x="597369" y="54064"/>
                  </a:lnTo>
                  <a:lnTo>
                    <a:pt x="597626" y="47780"/>
                  </a:lnTo>
                  <a:close/>
                  <a:moveTo>
                    <a:pt x="597626" y="47780"/>
                  </a:moveTo>
                  <a:lnTo>
                    <a:pt x="559007" y="35209"/>
                  </a:lnTo>
                  <a:lnTo>
                    <a:pt x="589166" y="49073"/>
                  </a:lnTo>
                  <a:close/>
                  <a:moveTo>
                    <a:pt x="597626" y="47780"/>
                  </a:moveTo>
                  <a:lnTo>
                    <a:pt x="639468" y="40851"/>
                  </a:lnTo>
                  <a:lnTo>
                    <a:pt x="634676" y="0"/>
                  </a:lnTo>
                  <a:close/>
                  <a:moveTo>
                    <a:pt x="597626" y="47780"/>
                  </a:moveTo>
                  <a:lnTo>
                    <a:pt x="634676" y="0"/>
                  </a:lnTo>
                  <a:lnTo>
                    <a:pt x="599561" y="1460"/>
                  </a:lnTo>
                  <a:close/>
                </a:path>
              </a:pathLst>
            </a:custGeom>
            <a:solidFill>
              <a:srgbClr val="C9D2D8"/>
            </a:solidFill>
            <a:ln w="1524">
              <a:solidFill>
                <a:srgbClr val="C9D2D8"/>
              </a:solidFill>
            </a:ln>
          </p:spPr>
        </p:sp>
        <p:sp>
          <p:nvSpPr>
            <p:cNvPr id="211" name="Input_density__210">
              <a:extLst>
                <a:ext uri="{FF2B5EF4-FFF2-40B4-BE49-F238E27FC236}">
                  <a16:creationId xmlns:a16="http://schemas.microsoft.com/office/drawing/2014/main" id="{76518636-2548-566B-58F7-DB50CA70C5F6}"/>
                </a:ext>
              </a:extLst>
            </p:cNvPr>
            <p:cNvSpPr>
              <a:spLocks noGrp="1"/>
            </p:cNvSpPr>
            <p:nvPr/>
          </p:nvSpPr>
          <p:spPr>
            <a:xfrm>
              <a:off x="639726" y="2015368"/>
              <a:ext cx="706517" cy="281841"/>
            </a:xfrm>
            <a:custGeom>
              <a:avLst/>
              <a:gdLst/>
              <a:ahLst/>
              <a:cxnLst/>
              <a:rect l="0" t="0" r="0" b="0"/>
              <a:pathLst>
                <a:path w="706517" h="281841">
                  <a:moveTo>
                    <a:pt x="106870" y="195923"/>
                  </a:moveTo>
                  <a:lnTo>
                    <a:pt x="97885" y="244279"/>
                  </a:lnTo>
                  <a:lnTo>
                    <a:pt x="112291" y="201935"/>
                  </a:lnTo>
                  <a:close/>
                  <a:moveTo>
                    <a:pt x="55547" y="168912"/>
                  </a:moveTo>
                  <a:lnTo>
                    <a:pt x="51951" y="197117"/>
                  </a:lnTo>
                  <a:lnTo>
                    <a:pt x="91898" y="159168"/>
                  </a:lnTo>
                  <a:close/>
                  <a:moveTo>
                    <a:pt x="91898" y="159168"/>
                  </a:moveTo>
                  <a:lnTo>
                    <a:pt x="51951" y="197117"/>
                  </a:lnTo>
                  <a:lnTo>
                    <a:pt x="62471" y="213106"/>
                  </a:lnTo>
                  <a:close/>
                  <a:moveTo>
                    <a:pt x="91898" y="159168"/>
                  </a:moveTo>
                  <a:lnTo>
                    <a:pt x="62471" y="213106"/>
                  </a:lnTo>
                  <a:lnTo>
                    <a:pt x="106870" y="195923"/>
                  </a:lnTo>
                  <a:close/>
                  <a:moveTo>
                    <a:pt x="53418" y="122413"/>
                  </a:moveTo>
                  <a:lnTo>
                    <a:pt x="55547" y="168912"/>
                  </a:lnTo>
                  <a:lnTo>
                    <a:pt x="60084" y="131317"/>
                  </a:lnTo>
                  <a:close/>
                  <a:moveTo>
                    <a:pt x="37591" y="176351"/>
                  </a:moveTo>
                  <a:lnTo>
                    <a:pt x="55547" y="168912"/>
                  </a:lnTo>
                  <a:lnTo>
                    <a:pt x="53418" y="122413"/>
                  </a:lnTo>
                  <a:close/>
                  <a:moveTo>
                    <a:pt x="23068" y="139596"/>
                  </a:moveTo>
                  <a:lnTo>
                    <a:pt x="37591" y="176351"/>
                  </a:lnTo>
                  <a:lnTo>
                    <a:pt x="53418" y="122413"/>
                  </a:lnTo>
                  <a:close/>
                  <a:moveTo>
                    <a:pt x="55547" y="168912"/>
                  </a:moveTo>
                  <a:lnTo>
                    <a:pt x="91898" y="159168"/>
                  </a:lnTo>
                  <a:lnTo>
                    <a:pt x="60084" y="131317"/>
                  </a:lnTo>
                  <a:close/>
                  <a:moveTo>
                    <a:pt x="0" y="102841"/>
                  </a:moveTo>
                  <a:lnTo>
                    <a:pt x="53418" y="122413"/>
                  </a:lnTo>
                  <a:lnTo>
                    <a:pt x="29795" y="85658"/>
                  </a:lnTo>
                  <a:close/>
                  <a:moveTo>
                    <a:pt x="123339" y="185634"/>
                  </a:moveTo>
                  <a:lnTo>
                    <a:pt x="112291" y="201935"/>
                  </a:lnTo>
                  <a:lnTo>
                    <a:pt x="133919" y="178739"/>
                  </a:lnTo>
                  <a:close/>
                  <a:moveTo>
                    <a:pt x="133919" y="178739"/>
                  </a:moveTo>
                  <a:lnTo>
                    <a:pt x="112291" y="201935"/>
                  </a:lnTo>
                  <a:lnTo>
                    <a:pt x="145073" y="232678"/>
                  </a:lnTo>
                  <a:close/>
                  <a:moveTo>
                    <a:pt x="106870" y="195923"/>
                  </a:moveTo>
                  <a:lnTo>
                    <a:pt x="112291" y="201935"/>
                  </a:lnTo>
                  <a:lnTo>
                    <a:pt x="123339" y="185634"/>
                  </a:lnTo>
                  <a:close/>
                  <a:moveTo>
                    <a:pt x="91898" y="159168"/>
                  </a:moveTo>
                  <a:lnTo>
                    <a:pt x="123339" y="185634"/>
                  </a:lnTo>
                  <a:lnTo>
                    <a:pt x="120670" y="143057"/>
                  </a:lnTo>
                  <a:close/>
                  <a:moveTo>
                    <a:pt x="91898" y="159168"/>
                  </a:moveTo>
                  <a:lnTo>
                    <a:pt x="106870" y="195923"/>
                  </a:lnTo>
                  <a:lnTo>
                    <a:pt x="123339" y="185634"/>
                  </a:lnTo>
                  <a:close/>
                  <a:moveTo>
                    <a:pt x="60084" y="131317"/>
                  </a:moveTo>
                  <a:lnTo>
                    <a:pt x="91898" y="159168"/>
                  </a:lnTo>
                  <a:lnTo>
                    <a:pt x="100069" y="105229"/>
                  </a:lnTo>
                  <a:close/>
                  <a:moveTo>
                    <a:pt x="53418" y="122413"/>
                  </a:moveTo>
                  <a:lnTo>
                    <a:pt x="60084" y="131317"/>
                  </a:lnTo>
                  <a:lnTo>
                    <a:pt x="63787" y="117466"/>
                  </a:lnTo>
                  <a:close/>
                  <a:moveTo>
                    <a:pt x="29795" y="85658"/>
                  </a:moveTo>
                  <a:lnTo>
                    <a:pt x="53418" y="122413"/>
                  </a:lnTo>
                  <a:lnTo>
                    <a:pt x="63787" y="117466"/>
                  </a:lnTo>
                  <a:close/>
                  <a:moveTo>
                    <a:pt x="100069" y="105229"/>
                  </a:moveTo>
                  <a:lnTo>
                    <a:pt x="73462" y="68474"/>
                  </a:lnTo>
                  <a:lnTo>
                    <a:pt x="63787" y="117466"/>
                  </a:lnTo>
                  <a:close/>
                  <a:moveTo>
                    <a:pt x="292325" y="111857"/>
                  </a:moveTo>
                  <a:lnTo>
                    <a:pt x="270595" y="70863"/>
                  </a:lnTo>
                  <a:lnTo>
                    <a:pt x="252237" y="72613"/>
                  </a:lnTo>
                  <a:close/>
                  <a:moveTo>
                    <a:pt x="228005" y="96791"/>
                  </a:moveTo>
                  <a:lnTo>
                    <a:pt x="249351" y="107618"/>
                  </a:lnTo>
                  <a:lnTo>
                    <a:pt x="209485" y="80281"/>
                  </a:lnTo>
                  <a:close/>
                  <a:moveTo>
                    <a:pt x="209485" y="80281"/>
                  </a:moveTo>
                  <a:lnTo>
                    <a:pt x="260365" y="110752"/>
                  </a:lnTo>
                  <a:lnTo>
                    <a:pt x="252237" y="72613"/>
                  </a:lnTo>
                  <a:close/>
                  <a:moveTo>
                    <a:pt x="209485" y="80281"/>
                  </a:moveTo>
                  <a:lnTo>
                    <a:pt x="252237" y="72613"/>
                  </a:lnTo>
                  <a:lnTo>
                    <a:pt x="243513" y="34958"/>
                  </a:lnTo>
                  <a:close/>
                  <a:moveTo>
                    <a:pt x="209485" y="80281"/>
                  </a:moveTo>
                  <a:lnTo>
                    <a:pt x="243513" y="34958"/>
                  </a:lnTo>
                  <a:lnTo>
                    <a:pt x="207332" y="37284"/>
                  </a:lnTo>
                  <a:close/>
                  <a:moveTo>
                    <a:pt x="167781" y="42350"/>
                  </a:moveTo>
                  <a:lnTo>
                    <a:pt x="207332" y="37284"/>
                  </a:lnTo>
                  <a:lnTo>
                    <a:pt x="195895" y="1835"/>
                  </a:lnTo>
                  <a:close/>
                  <a:moveTo>
                    <a:pt x="498508" y="142081"/>
                  </a:moveTo>
                  <a:lnTo>
                    <a:pt x="495335" y="156420"/>
                  </a:lnTo>
                  <a:lnTo>
                    <a:pt x="535143" y="129578"/>
                  </a:lnTo>
                  <a:close/>
                  <a:moveTo>
                    <a:pt x="543481" y="177354"/>
                  </a:moveTo>
                  <a:lnTo>
                    <a:pt x="570404" y="166333"/>
                  </a:lnTo>
                  <a:lnTo>
                    <a:pt x="551776" y="146658"/>
                  </a:lnTo>
                  <a:close/>
                  <a:moveTo>
                    <a:pt x="485636" y="146761"/>
                  </a:moveTo>
                  <a:lnTo>
                    <a:pt x="495335" y="156420"/>
                  </a:lnTo>
                  <a:lnTo>
                    <a:pt x="498508" y="142081"/>
                  </a:lnTo>
                  <a:close/>
                  <a:moveTo>
                    <a:pt x="455166" y="110006"/>
                  </a:moveTo>
                  <a:lnTo>
                    <a:pt x="498508" y="142081"/>
                  </a:lnTo>
                  <a:lnTo>
                    <a:pt x="503978" y="92887"/>
                  </a:lnTo>
                  <a:close/>
                  <a:moveTo>
                    <a:pt x="455166" y="110006"/>
                  </a:moveTo>
                  <a:lnTo>
                    <a:pt x="485636" y="146761"/>
                  </a:lnTo>
                  <a:lnTo>
                    <a:pt x="498508" y="142081"/>
                  </a:lnTo>
                  <a:close/>
                  <a:moveTo>
                    <a:pt x="535143" y="129578"/>
                  </a:moveTo>
                  <a:lnTo>
                    <a:pt x="504137" y="92823"/>
                  </a:lnTo>
                  <a:lnTo>
                    <a:pt x="498508" y="142081"/>
                  </a:lnTo>
                  <a:close/>
                  <a:moveTo>
                    <a:pt x="598618" y="249111"/>
                  </a:moveTo>
                  <a:lnTo>
                    <a:pt x="582810" y="262689"/>
                  </a:lnTo>
                  <a:lnTo>
                    <a:pt x="593159" y="239843"/>
                  </a:lnTo>
                  <a:close/>
                  <a:moveTo>
                    <a:pt x="580080" y="281841"/>
                  </a:moveTo>
                  <a:lnTo>
                    <a:pt x="582810" y="262689"/>
                  </a:lnTo>
                  <a:lnTo>
                    <a:pt x="598618" y="249111"/>
                  </a:lnTo>
                  <a:close/>
                  <a:moveTo>
                    <a:pt x="570404" y="166333"/>
                  </a:moveTo>
                  <a:lnTo>
                    <a:pt x="604143" y="199872"/>
                  </a:lnTo>
                  <a:lnTo>
                    <a:pt x="605500" y="154022"/>
                  </a:lnTo>
                  <a:close/>
                  <a:moveTo>
                    <a:pt x="555800" y="122592"/>
                  </a:moveTo>
                  <a:lnTo>
                    <a:pt x="551776" y="146658"/>
                  </a:lnTo>
                  <a:lnTo>
                    <a:pt x="583613" y="112394"/>
                  </a:lnTo>
                  <a:close/>
                  <a:moveTo>
                    <a:pt x="551776" y="146658"/>
                  </a:moveTo>
                  <a:lnTo>
                    <a:pt x="570404" y="166333"/>
                  </a:lnTo>
                  <a:lnTo>
                    <a:pt x="583613" y="112394"/>
                  </a:lnTo>
                  <a:close/>
                  <a:moveTo>
                    <a:pt x="583613" y="112394"/>
                  </a:moveTo>
                  <a:lnTo>
                    <a:pt x="570404" y="166333"/>
                  </a:lnTo>
                  <a:lnTo>
                    <a:pt x="608713" y="138754"/>
                  </a:lnTo>
                  <a:close/>
                  <a:moveTo>
                    <a:pt x="608713" y="138754"/>
                  </a:moveTo>
                  <a:lnTo>
                    <a:pt x="570404" y="166333"/>
                  </a:lnTo>
                  <a:lnTo>
                    <a:pt x="605500" y="154022"/>
                  </a:lnTo>
                  <a:close/>
                  <a:moveTo>
                    <a:pt x="605500" y="154022"/>
                  </a:moveTo>
                  <a:lnTo>
                    <a:pt x="620204" y="149149"/>
                  </a:lnTo>
                  <a:lnTo>
                    <a:pt x="608713" y="138754"/>
                  </a:lnTo>
                  <a:close/>
                  <a:moveTo>
                    <a:pt x="535143" y="129578"/>
                  </a:moveTo>
                  <a:lnTo>
                    <a:pt x="551776" y="146658"/>
                  </a:lnTo>
                  <a:lnTo>
                    <a:pt x="555800" y="122592"/>
                  </a:lnTo>
                  <a:close/>
                  <a:moveTo>
                    <a:pt x="549173" y="75639"/>
                  </a:moveTo>
                  <a:lnTo>
                    <a:pt x="555800" y="122592"/>
                  </a:lnTo>
                  <a:lnTo>
                    <a:pt x="563084" y="92730"/>
                  </a:lnTo>
                  <a:close/>
                  <a:moveTo>
                    <a:pt x="535143" y="129578"/>
                  </a:moveTo>
                  <a:lnTo>
                    <a:pt x="555800" y="122592"/>
                  </a:lnTo>
                  <a:lnTo>
                    <a:pt x="549173" y="75639"/>
                  </a:lnTo>
                  <a:close/>
                  <a:moveTo>
                    <a:pt x="504137" y="92823"/>
                  </a:moveTo>
                  <a:lnTo>
                    <a:pt x="535143" y="129578"/>
                  </a:lnTo>
                  <a:lnTo>
                    <a:pt x="549173" y="75639"/>
                  </a:lnTo>
                  <a:close/>
                  <a:moveTo>
                    <a:pt x="555800" y="122592"/>
                  </a:moveTo>
                  <a:lnTo>
                    <a:pt x="583613" y="112394"/>
                  </a:lnTo>
                  <a:lnTo>
                    <a:pt x="563084" y="92730"/>
                  </a:lnTo>
                  <a:close/>
                  <a:moveTo>
                    <a:pt x="682089" y="208339"/>
                  </a:moveTo>
                  <a:lnTo>
                    <a:pt x="706517" y="170820"/>
                  </a:lnTo>
                  <a:lnTo>
                    <a:pt x="665517" y="177064"/>
                  </a:lnTo>
                  <a:close/>
                  <a:moveTo>
                    <a:pt x="706517" y="170820"/>
                  </a:moveTo>
                  <a:lnTo>
                    <a:pt x="693430" y="131966"/>
                  </a:lnTo>
                  <a:lnTo>
                    <a:pt x="654063" y="141629"/>
                  </a:lnTo>
                  <a:close/>
                  <a:moveTo>
                    <a:pt x="706517" y="170820"/>
                  </a:moveTo>
                  <a:lnTo>
                    <a:pt x="654063" y="141629"/>
                  </a:lnTo>
                  <a:lnTo>
                    <a:pt x="665517" y="177064"/>
                  </a:lnTo>
                  <a:close/>
                  <a:moveTo>
                    <a:pt x="608713" y="138754"/>
                  </a:moveTo>
                  <a:lnTo>
                    <a:pt x="620204" y="149149"/>
                  </a:lnTo>
                  <a:lnTo>
                    <a:pt x="649250" y="95211"/>
                  </a:lnTo>
                  <a:close/>
                  <a:moveTo>
                    <a:pt x="649250" y="95211"/>
                  </a:moveTo>
                  <a:lnTo>
                    <a:pt x="620204" y="149149"/>
                  </a:lnTo>
                  <a:lnTo>
                    <a:pt x="657453" y="100201"/>
                  </a:lnTo>
                  <a:close/>
                  <a:moveTo>
                    <a:pt x="657453" y="100201"/>
                  </a:moveTo>
                  <a:lnTo>
                    <a:pt x="620204" y="149149"/>
                  </a:lnTo>
                  <a:lnTo>
                    <a:pt x="654063" y="141629"/>
                  </a:lnTo>
                  <a:close/>
                  <a:moveTo>
                    <a:pt x="654063" y="141629"/>
                  </a:moveTo>
                  <a:lnTo>
                    <a:pt x="693430" y="131966"/>
                  </a:lnTo>
                  <a:lnTo>
                    <a:pt x="657453" y="100201"/>
                  </a:lnTo>
                  <a:close/>
                  <a:moveTo>
                    <a:pt x="583613" y="112394"/>
                  </a:moveTo>
                  <a:lnTo>
                    <a:pt x="608713" y="138754"/>
                  </a:lnTo>
                  <a:lnTo>
                    <a:pt x="612989" y="103187"/>
                  </a:lnTo>
                  <a:close/>
                  <a:moveTo>
                    <a:pt x="563084" y="92730"/>
                  </a:moveTo>
                  <a:lnTo>
                    <a:pt x="583613" y="112394"/>
                  </a:lnTo>
                  <a:lnTo>
                    <a:pt x="598246" y="58456"/>
                  </a:lnTo>
                  <a:close/>
                  <a:moveTo>
                    <a:pt x="598246" y="58456"/>
                  </a:moveTo>
                  <a:lnTo>
                    <a:pt x="583613" y="112394"/>
                  </a:lnTo>
                  <a:lnTo>
                    <a:pt x="619091" y="81346"/>
                  </a:lnTo>
                  <a:close/>
                  <a:moveTo>
                    <a:pt x="619091" y="81346"/>
                  </a:moveTo>
                  <a:lnTo>
                    <a:pt x="583613" y="112394"/>
                  </a:lnTo>
                  <a:lnTo>
                    <a:pt x="612989" y="103187"/>
                  </a:lnTo>
                  <a:close/>
                  <a:moveTo>
                    <a:pt x="529780" y="2129"/>
                  </a:moveTo>
                  <a:lnTo>
                    <a:pt x="552155" y="36061"/>
                  </a:lnTo>
                  <a:lnTo>
                    <a:pt x="541471" y="0"/>
                  </a:lnTo>
                  <a:close/>
                  <a:moveTo>
                    <a:pt x="619880" y="52837"/>
                  </a:moveTo>
                  <a:lnTo>
                    <a:pt x="619091" y="81346"/>
                  </a:lnTo>
                  <a:lnTo>
                    <a:pt x="657710" y="93918"/>
                  </a:lnTo>
                  <a:close/>
                  <a:moveTo>
                    <a:pt x="659645" y="47597"/>
                  </a:moveTo>
                  <a:lnTo>
                    <a:pt x="619880" y="52837"/>
                  </a:lnTo>
                  <a:lnTo>
                    <a:pt x="657710" y="93918"/>
                  </a:lnTo>
                  <a:close/>
                  <a:moveTo>
                    <a:pt x="659645" y="47597"/>
                  </a:moveTo>
                  <a:lnTo>
                    <a:pt x="650528" y="10262"/>
                  </a:lnTo>
                  <a:lnTo>
                    <a:pt x="619880" y="52837"/>
                  </a:lnTo>
                  <a:close/>
                  <a:moveTo>
                    <a:pt x="659645" y="47597"/>
                  </a:moveTo>
                  <a:lnTo>
                    <a:pt x="694760" y="46137"/>
                  </a:lnTo>
                  <a:lnTo>
                    <a:pt x="686100" y="8431"/>
                  </a:lnTo>
                  <a:close/>
                  <a:moveTo>
                    <a:pt x="659645" y="47597"/>
                  </a:moveTo>
                  <a:lnTo>
                    <a:pt x="686100" y="8431"/>
                  </a:lnTo>
                  <a:lnTo>
                    <a:pt x="650528" y="10262"/>
                  </a:lnTo>
                  <a:close/>
                </a:path>
              </a:pathLst>
            </a:custGeom>
            <a:solidFill>
              <a:srgbClr val="CFD7DE"/>
            </a:solidFill>
            <a:ln w="1524">
              <a:solidFill>
                <a:srgbClr val="CFD7DE"/>
              </a:solidFill>
            </a:ln>
          </p:spPr>
        </p:sp>
        <p:sp>
          <p:nvSpPr>
            <p:cNvPr id="212" name="Input_density__211">
              <a:extLst>
                <a:ext uri="{FF2B5EF4-FFF2-40B4-BE49-F238E27FC236}">
                  <a16:creationId xmlns:a16="http://schemas.microsoft.com/office/drawing/2014/main" id="{A13493AE-B835-D1B9-6E98-5F4FFA9BAB35}"/>
                </a:ext>
              </a:extLst>
            </p:cNvPr>
            <p:cNvSpPr>
              <a:spLocks noGrp="1"/>
            </p:cNvSpPr>
            <p:nvPr/>
          </p:nvSpPr>
          <p:spPr>
            <a:xfrm>
              <a:off x="658093" y="2007768"/>
              <a:ext cx="647150" cy="247443"/>
            </a:xfrm>
            <a:custGeom>
              <a:avLst/>
              <a:gdLst/>
              <a:ahLst/>
              <a:cxnLst/>
              <a:rect l="0" t="0" r="0" b="0"/>
              <a:pathLst>
                <a:path w="647150" h="247443">
                  <a:moveTo>
                    <a:pt x="19224" y="183952"/>
                  </a:moveTo>
                  <a:lnTo>
                    <a:pt x="33583" y="204717"/>
                  </a:lnTo>
                  <a:lnTo>
                    <a:pt x="37179" y="176513"/>
                  </a:lnTo>
                  <a:close/>
                  <a:moveTo>
                    <a:pt x="11428" y="93258"/>
                  </a:moveTo>
                  <a:lnTo>
                    <a:pt x="45420" y="125067"/>
                  </a:lnTo>
                  <a:lnTo>
                    <a:pt x="47392" y="78716"/>
                  </a:lnTo>
                  <a:close/>
                  <a:moveTo>
                    <a:pt x="55095" y="76075"/>
                  </a:moveTo>
                  <a:lnTo>
                    <a:pt x="47392" y="78716"/>
                  </a:lnTo>
                  <a:lnTo>
                    <a:pt x="45420" y="125067"/>
                  </a:lnTo>
                  <a:close/>
                  <a:moveTo>
                    <a:pt x="0" y="56503"/>
                  </a:moveTo>
                  <a:lnTo>
                    <a:pt x="47392" y="78716"/>
                  </a:lnTo>
                  <a:lnTo>
                    <a:pt x="33958" y="44890"/>
                  </a:lnTo>
                  <a:close/>
                  <a:moveTo>
                    <a:pt x="0" y="56503"/>
                  </a:moveTo>
                  <a:lnTo>
                    <a:pt x="11428" y="93258"/>
                  </a:lnTo>
                  <a:lnTo>
                    <a:pt x="47392" y="78716"/>
                  </a:lnTo>
                  <a:close/>
                  <a:moveTo>
                    <a:pt x="55095" y="76075"/>
                  </a:moveTo>
                  <a:lnTo>
                    <a:pt x="50949" y="39320"/>
                  </a:lnTo>
                  <a:lnTo>
                    <a:pt x="47392" y="78716"/>
                  </a:lnTo>
                  <a:close/>
                  <a:moveTo>
                    <a:pt x="50949" y="39320"/>
                  </a:moveTo>
                  <a:lnTo>
                    <a:pt x="33958" y="44890"/>
                  </a:lnTo>
                  <a:lnTo>
                    <a:pt x="47392" y="78716"/>
                  </a:lnTo>
                  <a:close/>
                  <a:moveTo>
                    <a:pt x="55095" y="76075"/>
                  </a:moveTo>
                  <a:lnTo>
                    <a:pt x="81701" y="112830"/>
                  </a:lnTo>
                  <a:lnTo>
                    <a:pt x="113842" y="95646"/>
                  </a:lnTo>
                  <a:close/>
                  <a:moveTo>
                    <a:pt x="55095" y="76075"/>
                  </a:moveTo>
                  <a:lnTo>
                    <a:pt x="113842" y="95646"/>
                  </a:lnTo>
                  <a:lnTo>
                    <a:pt x="101918" y="58891"/>
                  </a:lnTo>
                  <a:close/>
                  <a:moveTo>
                    <a:pt x="50949" y="39320"/>
                  </a:moveTo>
                  <a:lnTo>
                    <a:pt x="103179" y="51724"/>
                  </a:lnTo>
                  <a:lnTo>
                    <a:pt x="89884" y="26512"/>
                  </a:lnTo>
                  <a:close/>
                  <a:moveTo>
                    <a:pt x="101918" y="58891"/>
                  </a:moveTo>
                  <a:lnTo>
                    <a:pt x="103179" y="51724"/>
                  </a:lnTo>
                  <a:lnTo>
                    <a:pt x="50949" y="39320"/>
                  </a:lnTo>
                  <a:close/>
                  <a:moveTo>
                    <a:pt x="55095" y="76075"/>
                  </a:moveTo>
                  <a:lnTo>
                    <a:pt x="101918" y="58891"/>
                  </a:lnTo>
                  <a:lnTo>
                    <a:pt x="50949" y="39320"/>
                  </a:lnTo>
                  <a:close/>
                  <a:moveTo>
                    <a:pt x="66874" y="12194"/>
                  </a:moveTo>
                  <a:lnTo>
                    <a:pt x="50949" y="39320"/>
                  </a:lnTo>
                  <a:lnTo>
                    <a:pt x="89884" y="26512"/>
                  </a:lnTo>
                  <a:close/>
                  <a:moveTo>
                    <a:pt x="106351" y="22136"/>
                  </a:moveTo>
                  <a:lnTo>
                    <a:pt x="66874" y="12194"/>
                  </a:lnTo>
                  <a:lnTo>
                    <a:pt x="89884" y="26512"/>
                  </a:lnTo>
                  <a:close/>
                  <a:moveTo>
                    <a:pt x="89884" y="26512"/>
                  </a:moveTo>
                  <a:lnTo>
                    <a:pt x="103179" y="51724"/>
                  </a:lnTo>
                  <a:lnTo>
                    <a:pt x="106351" y="22136"/>
                  </a:lnTo>
                  <a:close/>
                  <a:moveTo>
                    <a:pt x="115650" y="95059"/>
                  </a:moveTo>
                  <a:lnTo>
                    <a:pt x="149926" y="94281"/>
                  </a:lnTo>
                  <a:lnTo>
                    <a:pt x="149414" y="49951"/>
                  </a:lnTo>
                  <a:close/>
                  <a:moveTo>
                    <a:pt x="115650" y="95059"/>
                  </a:moveTo>
                  <a:lnTo>
                    <a:pt x="149414" y="49951"/>
                  </a:lnTo>
                  <a:lnTo>
                    <a:pt x="107212" y="57171"/>
                  </a:lnTo>
                  <a:close/>
                  <a:moveTo>
                    <a:pt x="149926" y="94281"/>
                  </a:moveTo>
                  <a:lnTo>
                    <a:pt x="191117" y="87882"/>
                  </a:lnTo>
                  <a:lnTo>
                    <a:pt x="188965" y="44884"/>
                  </a:lnTo>
                  <a:close/>
                  <a:moveTo>
                    <a:pt x="149926" y="94281"/>
                  </a:moveTo>
                  <a:lnTo>
                    <a:pt x="188965" y="44884"/>
                  </a:lnTo>
                  <a:lnTo>
                    <a:pt x="149414" y="49951"/>
                  </a:lnTo>
                  <a:close/>
                  <a:moveTo>
                    <a:pt x="191117" y="87882"/>
                  </a:moveTo>
                  <a:lnTo>
                    <a:pt x="149926" y="94281"/>
                  </a:lnTo>
                  <a:lnTo>
                    <a:pt x="209637" y="104391"/>
                  </a:lnTo>
                  <a:close/>
                  <a:moveTo>
                    <a:pt x="103179" y="51724"/>
                  </a:moveTo>
                  <a:lnTo>
                    <a:pt x="101918" y="58891"/>
                  </a:lnTo>
                  <a:lnTo>
                    <a:pt x="107212" y="57171"/>
                  </a:lnTo>
                  <a:close/>
                  <a:moveTo>
                    <a:pt x="107212" y="57171"/>
                  </a:moveTo>
                  <a:lnTo>
                    <a:pt x="106351" y="22136"/>
                  </a:lnTo>
                  <a:lnTo>
                    <a:pt x="103179" y="51724"/>
                  </a:lnTo>
                  <a:close/>
                  <a:moveTo>
                    <a:pt x="139718" y="13086"/>
                  </a:moveTo>
                  <a:lnTo>
                    <a:pt x="106351" y="22136"/>
                  </a:lnTo>
                  <a:lnTo>
                    <a:pt x="107212" y="57171"/>
                  </a:lnTo>
                  <a:close/>
                  <a:moveTo>
                    <a:pt x="149414" y="49951"/>
                  </a:moveTo>
                  <a:lnTo>
                    <a:pt x="139718" y="13086"/>
                  </a:lnTo>
                  <a:lnTo>
                    <a:pt x="107212" y="57171"/>
                  </a:lnTo>
                  <a:close/>
                  <a:moveTo>
                    <a:pt x="149414" y="49951"/>
                  </a:moveTo>
                  <a:lnTo>
                    <a:pt x="177528" y="9435"/>
                  </a:lnTo>
                  <a:lnTo>
                    <a:pt x="139718" y="13086"/>
                  </a:lnTo>
                  <a:close/>
                  <a:moveTo>
                    <a:pt x="122665" y="0"/>
                  </a:moveTo>
                  <a:lnTo>
                    <a:pt x="106351" y="22136"/>
                  </a:lnTo>
                  <a:lnTo>
                    <a:pt x="139718" y="13086"/>
                  </a:lnTo>
                  <a:close/>
                  <a:moveTo>
                    <a:pt x="485770" y="100423"/>
                  </a:moveTo>
                  <a:lnTo>
                    <a:pt x="485610" y="100487"/>
                  </a:lnTo>
                  <a:lnTo>
                    <a:pt x="480140" y="149681"/>
                  </a:lnTo>
                  <a:close/>
                  <a:moveTo>
                    <a:pt x="423817" y="89876"/>
                  </a:moveTo>
                  <a:lnTo>
                    <a:pt x="436798" y="117606"/>
                  </a:lnTo>
                  <a:lnTo>
                    <a:pt x="467839" y="63668"/>
                  </a:lnTo>
                  <a:close/>
                  <a:moveTo>
                    <a:pt x="467839" y="63668"/>
                  </a:moveTo>
                  <a:lnTo>
                    <a:pt x="436798" y="117606"/>
                  </a:lnTo>
                  <a:lnTo>
                    <a:pt x="485582" y="100022"/>
                  </a:lnTo>
                  <a:close/>
                  <a:moveTo>
                    <a:pt x="485582" y="100022"/>
                  </a:moveTo>
                  <a:lnTo>
                    <a:pt x="436798" y="117606"/>
                  </a:lnTo>
                  <a:lnTo>
                    <a:pt x="485610" y="100487"/>
                  </a:lnTo>
                  <a:close/>
                  <a:moveTo>
                    <a:pt x="485610" y="100487"/>
                  </a:moveTo>
                  <a:lnTo>
                    <a:pt x="485770" y="100423"/>
                  </a:lnTo>
                  <a:lnTo>
                    <a:pt x="485582" y="100022"/>
                  </a:lnTo>
                  <a:close/>
                  <a:moveTo>
                    <a:pt x="578337" y="210688"/>
                  </a:moveTo>
                  <a:lnTo>
                    <a:pt x="607688" y="211192"/>
                  </a:lnTo>
                  <a:lnTo>
                    <a:pt x="585775" y="207472"/>
                  </a:lnTo>
                  <a:close/>
                  <a:moveTo>
                    <a:pt x="601570" y="230260"/>
                  </a:moveTo>
                  <a:lnTo>
                    <a:pt x="607688" y="211192"/>
                  </a:lnTo>
                  <a:lnTo>
                    <a:pt x="578337" y="210688"/>
                  </a:lnTo>
                  <a:close/>
                  <a:moveTo>
                    <a:pt x="574792" y="247443"/>
                  </a:moveTo>
                  <a:lnTo>
                    <a:pt x="601570" y="230260"/>
                  </a:lnTo>
                  <a:lnTo>
                    <a:pt x="578337" y="210688"/>
                  </a:lnTo>
                  <a:close/>
                  <a:moveTo>
                    <a:pt x="552037" y="173933"/>
                  </a:moveTo>
                  <a:lnTo>
                    <a:pt x="578337" y="210688"/>
                  </a:lnTo>
                  <a:lnTo>
                    <a:pt x="585775" y="207472"/>
                  </a:lnTo>
                  <a:close/>
                  <a:moveTo>
                    <a:pt x="613369" y="193504"/>
                  </a:moveTo>
                  <a:lnTo>
                    <a:pt x="601837" y="156749"/>
                  </a:lnTo>
                  <a:lnTo>
                    <a:pt x="585775" y="207472"/>
                  </a:lnTo>
                  <a:close/>
                  <a:moveTo>
                    <a:pt x="601837" y="156749"/>
                  </a:moveTo>
                  <a:lnTo>
                    <a:pt x="587133" y="161622"/>
                  </a:lnTo>
                  <a:lnTo>
                    <a:pt x="585775" y="207472"/>
                  </a:lnTo>
                  <a:close/>
                  <a:moveTo>
                    <a:pt x="585775" y="207472"/>
                  </a:moveTo>
                  <a:lnTo>
                    <a:pt x="607688" y="211192"/>
                  </a:lnTo>
                  <a:lnTo>
                    <a:pt x="613369" y="193504"/>
                  </a:lnTo>
                  <a:close/>
                  <a:moveTo>
                    <a:pt x="482268" y="58457"/>
                  </a:moveTo>
                  <a:lnTo>
                    <a:pt x="485582" y="100022"/>
                  </a:lnTo>
                  <a:lnTo>
                    <a:pt x="523278" y="46485"/>
                  </a:lnTo>
                  <a:close/>
                  <a:moveTo>
                    <a:pt x="523278" y="46485"/>
                  </a:moveTo>
                  <a:lnTo>
                    <a:pt x="485582" y="100022"/>
                  </a:lnTo>
                  <a:lnTo>
                    <a:pt x="485770" y="100423"/>
                  </a:lnTo>
                  <a:close/>
                  <a:moveTo>
                    <a:pt x="523278" y="46485"/>
                  </a:moveTo>
                  <a:lnTo>
                    <a:pt x="485770" y="100423"/>
                  </a:lnTo>
                  <a:lnTo>
                    <a:pt x="530806" y="83239"/>
                  </a:lnTo>
                  <a:close/>
                  <a:moveTo>
                    <a:pt x="467839" y="63668"/>
                  </a:moveTo>
                  <a:lnTo>
                    <a:pt x="485582" y="100022"/>
                  </a:lnTo>
                  <a:lnTo>
                    <a:pt x="482268" y="58457"/>
                  </a:lnTo>
                  <a:close/>
                  <a:moveTo>
                    <a:pt x="449989" y="26913"/>
                  </a:moveTo>
                  <a:lnTo>
                    <a:pt x="482268" y="58457"/>
                  </a:lnTo>
                  <a:lnTo>
                    <a:pt x="477973" y="17203"/>
                  </a:lnTo>
                  <a:close/>
                  <a:moveTo>
                    <a:pt x="449989" y="26913"/>
                  </a:moveTo>
                  <a:lnTo>
                    <a:pt x="467839" y="63668"/>
                  </a:lnTo>
                  <a:lnTo>
                    <a:pt x="482268" y="58457"/>
                  </a:lnTo>
                  <a:close/>
                  <a:moveTo>
                    <a:pt x="523278" y="46485"/>
                  </a:moveTo>
                  <a:lnTo>
                    <a:pt x="511413" y="9730"/>
                  </a:lnTo>
                  <a:lnTo>
                    <a:pt x="482268" y="58457"/>
                  </a:lnTo>
                  <a:close/>
                  <a:moveTo>
                    <a:pt x="511413" y="9730"/>
                  </a:moveTo>
                  <a:lnTo>
                    <a:pt x="477973" y="17203"/>
                  </a:lnTo>
                  <a:lnTo>
                    <a:pt x="482268" y="58457"/>
                  </a:lnTo>
                  <a:close/>
                  <a:moveTo>
                    <a:pt x="601837" y="156749"/>
                  </a:moveTo>
                  <a:lnTo>
                    <a:pt x="647150" y="184664"/>
                  </a:lnTo>
                  <a:lnTo>
                    <a:pt x="635696" y="149229"/>
                  </a:lnTo>
                  <a:close/>
                  <a:moveTo>
                    <a:pt x="601837" y="156749"/>
                  </a:moveTo>
                  <a:lnTo>
                    <a:pt x="613369" y="193504"/>
                  </a:lnTo>
                  <a:lnTo>
                    <a:pt x="647150" y="184664"/>
                  </a:lnTo>
                  <a:close/>
                  <a:moveTo>
                    <a:pt x="546260" y="78269"/>
                  </a:moveTo>
                  <a:lnTo>
                    <a:pt x="544717" y="100330"/>
                  </a:lnTo>
                  <a:lnTo>
                    <a:pt x="579879" y="66056"/>
                  </a:lnTo>
                  <a:close/>
                  <a:moveTo>
                    <a:pt x="530806" y="83239"/>
                  </a:moveTo>
                  <a:lnTo>
                    <a:pt x="544717" y="100330"/>
                  </a:lnTo>
                  <a:lnTo>
                    <a:pt x="546260" y="78269"/>
                  </a:lnTo>
                  <a:close/>
                  <a:moveTo>
                    <a:pt x="523278" y="46485"/>
                  </a:moveTo>
                  <a:lnTo>
                    <a:pt x="546260" y="78269"/>
                  </a:lnTo>
                  <a:lnTo>
                    <a:pt x="533787" y="43661"/>
                  </a:lnTo>
                  <a:close/>
                  <a:moveTo>
                    <a:pt x="523278" y="46485"/>
                  </a:moveTo>
                  <a:lnTo>
                    <a:pt x="530806" y="83239"/>
                  </a:lnTo>
                  <a:lnTo>
                    <a:pt x="546260" y="78269"/>
                  </a:lnTo>
                  <a:close/>
                  <a:moveTo>
                    <a:pt x="579879" y="66056"/>
                  </a:moveTo>
                  <a:lnTo>
                    <a:pt x="584933" y="29909"/>
                  </a:lnTo>
                  <a:lnTo>
                    <a:pt x="546260" y="78269"/>
                  </a:lnTo>
                  <a:close/>
                  <a:moveTo>
                    <a:pt x="546260" y="78269"/>
                  </a:moveTo>
                  <a:lnTo>
                    <a:pt x="584933" y="29909"/>
                  </a:lnTo>
                  <a:lnTo>
                    <a:pt x="584210" y="29757"/>
                  </a:lnTo>
                  <a:close/>
                  <a:moveTo>
                    <a:pt x="546260" y="78269"/>
                  </a:moveTo>
                  <a:lnTo>
                    <a:pt x="584210" y="29757"/>
                  </a:lnTo>
                  <a:lnTo>
                    <a:pt x="533787" y="43661"/>
                  </a:lnTo>
                  <a:close/>
                  <a:moveTo>
                    <a:pt x="511413" y="9730"/>
                  </a:moveTo>
                  <a:lnTo>
                    <a:pt x="523278" y="46485"/>
                  </a:lnTo>
                  <a:lnTo>
                    <a:pt x="533787" y="43661"/>
                  </a:lnTo>
                  <a:close/>
                  <a:moveTo>
                    <a:pt x="533787" y="43661"/>
                  </a:moveTo>
                  <a:lnTo>
                    <a:pt x="584210" y="29757"/>
                  </a:lnTo>
                  <a:lnTo>
                    <a:pt x="523103" y="7600"/>
                  </a:lnTo>
                  <a:close/>
                  <a:moveTo>
                    <a:pt x="584210" y="29757"/>
                  </a:moveTo>
                  <a:lnTo>
                    <a:pt x="584933" y="29909"/>
                  </a:lnTo>
                  <a:lnTo>
                    <a:pt x="585003" y="29301"/>
                  </a:lnTo>
                  <a:close/>
                  <a:moveTo>
                    <a:pt x="579879" y="66056"/>
                  </a:moveTo>
                  <a:lnTo>
                    <a:pt x="600723" y="88946"/>
                  </a:lnTo>
                  <a:lnTo>
                    <a:pt x="601512" y="60438"/>
                  </a:lnTo>
                  <a:close/>
                  <a:moveTo>
                    <a:pt x="584933" y="29909"/>
                  </a:moveTo>
                  <a:lnTo>
                    <a:pt x="579879" y="66056"/>
                  </a:lnTo>
                  <a:lnTo>
                    <a:pt x="601512" y="60438"/>
                  </a:lnTo>
                  <a:close/>
                  <a:moveTo>
                    <a:pt x="601512" y="60438"/>
                  </a:moveTo>
                  <a:lnTo>
                    <a:pt x="585003" y="29301"/>
                  </a:lnTo>
                  <a:lnTo>
                    <a:pt x="584933" y="29909"/>
                  </a:lnTo>
                  <a:close/>
                  <a:moveTo>
                    <a:pt x="632160" y="17863"/>
                  </a:moveTo>
                  <a:lnTo>
                    <a:pt x="585003" y="29301"/>
                  </a:lnTo>
                  <a:lnTo>
                    <a:pt x="601512" y="60438"/>
                  </a:lnTo>
                  <a:close/>
                </a:path>
              </a:pathLst>
            </a:custGeom>
            <a:solidFill>
              <a:srgbClr val="D7DEE3"/>
            </a:solidFill>
            <a:ln w="1524">
              <a:solidFill>
                <a:srgbClr val="D7DEE3"/>
              </a:solidFill>
            </a:ln>
          </p:spPr>
        </p:sp>
        <p:sp>
          <p:nvSpPr>
            <p:cNvPr id="213" name="Input_density__212">
              <a:extLst>
                <a:ext uri="{FF2B5EF4-FFF2-40B4-BE49-F238E27FC236}">
                  <a16:creationId xmlns:a16="http://schemas.microsoft.com/office/drawing/2014/main" id="{4BE2DC3B-B963-B507-9CE5-3736EDBCA6FA}"/>
                </a:ext>
              </a:extLst>
            </p:cNvPr>
            <p:cNvSpPr>
              <a:spLocks noGrp="1"/>
            </p:cNvSpPr>
            <p:nvPr/>
          </p:nvSpPr>
          <p:spPr>
            <a:xfrm>
              <a:off x="761208" y="2105368"/>
              <a:ext cx="609036" cy="172362"/>
            </a:xfrm>
            <a:custGeom>
              <a:avLst/>
              <a:gdLst/>
              <a:ahLst/>
              <a:cxnLst/>
              <a:rect l="0" t="0" r="0" b="0"/>
              <a:pathLst>
                <a:path w="609036" h="172362">
                  <a:moveTo>
                    <a:pt x="34118" y="149286"/>
                  </a:moveTo>
                  <a:lnTo>
                    <a:pt x="73610" y="172362"/>
                  </a:lnTo>
                  <a:lnTo>
                    <a:pt x="94097" y="152750"/>
                  </a:lnTo>
                  <a:close/>
                  <a:moveTo>
                    <a:pt x="59148" y="146660"/>
                  </a:moveTo>
                  <a:lnTo>
                    <a:pt x="94097" y="152750"/>
                  </a:lnTo>
                  <a:lnTo>
                    <a:pt x="109233" y="113135"/>
                  </a:lnTo>
                  <a:close/>
                  <a:moveTo>
                    <a:pt x="109233" y="113135"/>
                  </a:moveTo>
                  <a:lnTo>
                    <a:pt x="132746" y="115236"/>
                  </a:lnTo>
                  <a:lnTo>
                    <a:pt x="116404" y="108312"/>
                  </a:lnTo>
                  <a:close/>
                  <a:moveTo>
                    <a:pt x="124999" y="143715"/>
                  </a:moveTo>
                  <a:lnTo>
                    <a:pt x="132746" y="115236"/>
                  </a:lnTo>
                  <a:lnTo>
                    <a:pt x="109233" y="113135"/>
                  </a:lnTo>
                  <a:close/>
                  <a:moveTo>
                    <a:pt x="94097" y="152750"/>
                  </a:moveTo>
                  <a:lnTo>
                    <a:pt x="124999" y="143715"/>
                  </a:lnTo>
                  <a:lnTo>
                    <a:pt x="109233" y="113135"/>
                  </a:lnTo>
                  <a:close/>
                  <a:moveTo>
                    <a:pt x="116404" y="108312"/>
                  </a:moveTo>
                  <a:lnTo>
                    <a:pt x="132746" y="115236"/>
                  </a:lnTo>
                  <a:lnTo>
                    <a:pt x="135107" y="85296"/>
                  </a:lnTo>
                  <a:close/>
                  <a:moveTo>
                    <a:pt x="0" y="50091"/>
                  </a:moveTo>
                  <a:lnTo>
                    <a:pt x="4300" y="15230"/>
                  </a:lnTo>
                  <a:lnTo>
                    <a:pt x="1118" y="51488"/>
                  </a:lnTo>
                  <a:close/>
                  <a:moveTo>
                    <a:pt x="42729" y="0"/>
                  </a:moveTo>
                  <a:lnTo>
                    <a:pt x="4300" y="15230"/>
                  </a:lnTo>
                  <a:lnTo>
                    <a:pt x="22455" y="9471"/>
                  </a:lnTo>
                  <a:close/>
                  <a:moveTo>
                    <a:pt x="119654" y="55889"/>
                  </a:moveTo>
                  <a:lnTo>
                    <a:pt x="135107" y="85296"/>
                  </a:lnTo>
                  <a:lnTo>
                    <a:pt x="141401" y="63452"/>
                  </a:lnTo>
                  <a:close/>
                  <a:moveTo>
                    <a:pt x="116404" y="108312"/>
                  </a:moveTo>
                  <a:lnTo>
                    <a:pt x="135107" y="85296"/>
                  </a:lnTo>
                  <a:lnTo>
                    <a:pt x="111256" y="105618"/>
                  </a:lnTo>
                  <a:close/>
                  <a:moveTo>
                    <a:pt x="169625" y="67595"/>
                  </a:moveTo>
                  <a:lnTo>
                    <a:pt x="141401" y="63452"/>
                  </a:lnTo>
                  <a:lnTo>
                    <a:pt x="135107" y="85296"/>
                  </a:lnTo>
                  <a:close/>
                  <a:moveTo>
                    <a:pt x="568335" y="156803"/>
                  </a:moveTo>
                  <a:lnTo>
                    <a:pt x="581924" y="169415"/>
                  </a:lnTo>
                  <a:lnTo>
                    <a:pt x="588913" y="122415"/>
                  </a:lnTo>
                  <a:close/>
                  <a:moveTo>
                    <a:pt x="585035" y="80821"/>
                  </a:moveTo>
                  <a:lnTo>
                    <a:pt x="588913" y="122415"/>
                  </a:lnTo>
                  <a:lnTo>
                    <a:pt x="609036" y="88396"/>
                  </a:lnTo>
                  <a:close/>
                </a:path>
              </a:pathLst>
            </a:custGeom>
            <a:solidFill>
              <a:srgbClr val="BCC7CF"/>
            </a:solidFill>
            <a:ln w="1524">
              <a:solidFill>
                <a:srgbClr val="BCC7CF"/>
              </a:solidFill>
            </a:ln>
          </p:spPr>
        </p:sp>
        <p:sp>
          <p:nvSpPr>
            <p:cNvPr id="214" name="Input_density__213">
              <a:extLst>
                <a:ext uri="{FF2B5EF4-FFF2-40B4-BE49-F238E27FC236}">
                  <a16:creationId xmlns:a16="http://schemas.microsoft.com/office/drawing/2014/main" id="{9957F1AE-352A-E1B4-7FFF-4DD98A230F97}"/>
                </a:ext>
              </a:extLst>
            </p:cNvPr>
            <p:cNvSpPr>
              <a:spLocks noGrp="1"/>
            </p:cNvSpPr>
            <p:nvPr/>
          </p:nvSpPr>
          <p:spPr>
            <a:xfrm>
              <a:off x="834818" y="2227783"/>
              <a:ext cx="522674" cy="49946"/>
            </a:xfrm>
            <a:custGeom>
              <a:avLst/>
              <a:gdLst/>
              <a:ahLst/>
              <a:cxnLst/>
              <a:rect l="0" t="0" r="0" b="0"/>
              <a:pathLst>
                <a:path w="522674" h="49946">
                  <a:moveTo>
                    <a:pt x="20487" y="30335"/>
                  </a:moveTo>
                  <a:lnTo>
                    <a:pt x="0" y="49946"/>
                  </a:lnTo>
                  <a:lnTo>
                    <a:pt x="51390" y="21299"/>
                  </a:lnTo>
                  <a:close/>
                  <a:moveTo>
                    <a:pt x="515303" y="0"/>
                  </a:moveTo>
                  <a:lnTo>
                    <a:pt x="508314" y="46999"/>
                  </a:lnTo>
                  <a:lnTo>
                    <a:pt x="510791" y="40488"/>
                  </a:lnTo>
                  <a:close/>
                  <a:moveTo>
                    <a:pt x="515303" y="0"/>
                  </a:moveTo>
                  <a:lnTo>
                    <a:pt x="510791" y="40488"/>
                  </a:lnTo>
                  <a:lnTo>
                    <a:pt x="522674" y="10244"/>
                  </a:lnTo>
                  <a:close/>
                </a:path>
              </a:pathLst>
            </a:custGeom>
            <a:solidFill>
              <a:srgbClr val="B5C1C9"/>
            </a:solidFill>
            <a:ln w="1524">
              <a:solidFill>
                <a:srgbClr val="B5C1C9"/>
              </a:solidFill>
            </a:ln>
          </p:spPr>
        </p:sp>
        <p:sp>
          <p:nvSpPr>
            <p:cNvPr id="215" name="Input_density__214">
              <a:extLst>
                <a:ext uri="{FF2B5EF4-FFF2-40B4-BE49-F238E27FC236}">
                  <a16:creationId xmlns:a16="http://schemas.microsoft.com/office/drawing/2014/main" id="{9366AAE2-2095-DD45-A78E-E5828B74F8F5}"/>
                </a:ext>
              </a:extLst>
            </p:cNvPr>
            <p:cNvSpPr>
              <a:spLocks noGrp="1"/>
            </p:cNvSpPr>
            <p:nvPr/>
          </p:nvSpPr>
          <p:spPr>
            <a:xfrm>
              <a:off x="1277550" y="2268271"/>
              <a:ext cx="68059" cy="62532"/>
            </a:xfrm>
            <a:custGeom>
              <a:avLst/>
              <a:gdLst/>
              <a:ahLst/>
              <a:cxnLst/>
              <a:rect l="0" t="0" r="0" b="0"/>
              <a:pathLst>
                <a:path w="68059" h="62532">
                  <a:moveTo>
                    <a:pt x="23002" y="52326"/>
                  </a:moveTo>
                  <a:lnTo>
                    <a:pt x="0" y="62532"/>
                  </a:lnTo>
                  <a:lnTo>
                    <a:pt x="49854" y="28145"/>
                  </a:lnTo>
                  <a:close/>
                  <a:moveTo>
                    <a:pt x="8168" y="60450"/>
                  </a:moveTo>
                  <a:lnTo>
                    <a:pt x="23002" y="52326"/>
                  </a:lnTo>
                  <a:lnTo>
                    <a:pt x="44379" y="36040"/>
                  </a:lnTo>
                  <a:close/>
                  <a:moveTo>
                    <a:pt x="44379" y="36040"/>
                  </a:moveTo>
                  <a:lnTo>
                    <a:pt x="58457" y="15734"/>
                  </a:lnTo>
                  <a:lnTo>
                    <a:pt x="65582" y="6512"/>
                  </a:lnTo>
                  <a:close/>
                  <a:moveTo>
                    <a:pt x="49854" y="28145"/>
                  </a:moveTo>
                  <a:lnTo>
                    <a:pt x="58457" y="15734"/>
                  </a:lnTo>
                  <a:lnTo>
                    <a:pt x="44379" y="36040"/>
                  </a:lnTo>
                  <a:close/>
                  <a:moveTo>
                    <a:pt x="23002" y="52326"/>
                  </a:moveTo>
                  <a:lnTo>
                    <a:pt x="49854" y="28145"/>
                  </a:lnTo>
                  <a:lnTo>
                    <a:pt x="44379" y="36040"/>
                  </a:lnTo>
                  <a:close/>
                  <a:moveTo>
                    <a:pt x="52348" y="23695"/>
                  </a:moveTo>
                  <a:lnTo>
                    <a:pt x="68059" y="0"/>
                  </a:lnTo>
                  <a:lnTo>
                    <a:pt x="58457" y="15734"/>
                  </a:lnTo>
                  <a:close/>
                  <a:moveTo>
                    <a:pt x="65582" y="6512"/>
                  </a:moveTo>
                  <a:lnTo>
                    <a:pt x="58457" y="15734"/>
                  </a:lnTo>
                  <a:lnTo>
                    <a:pt x="68059" y="0"/>
                  </a:lnTo>
                  <a:close/>
                </a:path>
              </a:pathLst>
            </a:custGeom>
            <a:solidFill>
              <a:srgbClr val="AEBAC4"/>
            </a:solidFill>
            <a:ln w="1524">
              <a:solidFill>
                <a:srgbClr val="AEBAC4"/>
              </a:solidFill>
            </a:ln>
          </p:spPr>
        </p:sp>
        <p:sp>
          <p:nvSpPr>
            <p:cNvPr id="216" name="Input_density__215">
              <a:extLst>
                <a:ext uri="{FF2B5EF4-FFF2-40B4-BE49-F238E27FC236}">
                  <a16:creationId xmlns:a16="http://schemas.microsoft.com/office/drawing/2014/main" id="{E263BB5A-A5AA-70B1-E351-53C85309A363}"/>
                </a:ext>
              </a:extLst>
            </p:cNvPr>
            <p:cNvSpPr>
              <a:spLocks noGrp="1"/>
            </p:cNvSpPr>
            <p:nvPr/>
          </p:nvSpPr>
          <p:spPr>
            <a:xfrm>
              <a:off x="820356" y="2121180"/>
              <a:ext cx="529765" cy="217166"/>
            </a:xfrm>
            <a:custGeom>
              <a:avLst/>
              <a:gdLst/>
              <a:ahLst/>
              <a:cxnLst/>
              <a:rect l="0" t="0" r="0" b="0"/>
              <a:pathLst>
                <a:path w="529765" h="217166">
                  <a:moveTo>
                    <a:pt x="656" y="92499"/>
                  </a:moveTo>
                  <a:lnTo>
                    <a:pt x="0" y="130847"/>
                  </a:lnTo>
                  <a:lnTo>
                    <a:pt x="18508" y="103836"/>
                  </a:lnTo>
                  <a:close/>
                  <a:moveTo>
                    <a:pt x="18508" y="103836"/>
                  </a:moveTo>
                  <a:lnTo>
                    <a:pt x="0" y="130847"/>
                  </a:lnTo>
                  <a:lnTo>
                    <a:pt x="50085" y="97322"/>
                  </a:lnTo>
                  <a:close/>
                  <a:moveTo>
                    <a:pt x="656" y="92499"/>
                  </a:moveTo>
                  <a:lnTo>
                    <a:pt x="18508" y="103836"/>
                  </a:lnTo>
                  <a:lnTo>
                    <a:pt x="23315" y="86125"/>
                  </a:lnTo>
                  <a:close/>
                  <a:moveTo>
                    <a:pt x="52108" y="89805"/>
                  </a:moveTo>
                  <a:lnTo>
                    <a:pt x="23315" y="86125"/>
                  </a:lnTo>
                  <a:lnTo>
                    <a:pt x="18508" y="103836"/>
                  </a:lnTo>
                  <a:close/>
                  <a:moveTo>
                    <a:pt x="23315" y="86125"/>
                  </a:moveTo>
                  <a:lnTo>
                    <a:pt x="52108" y="89805"/>
                  </a:lnTo>
                  <a:lnTo>
                    <a:pt x="29263" y="47839"/>
                  </a:lnTo>
                  <a:close/>
                  <a:moveTo>
                    <a:pt x="52108" y="89805"/>
                  </a:moveTo>
                  <a:lnTo>
                    <a:pt x="60506" y="40076"/>
                  </a:lnTo>
                  <a:lnTo>
                    <a:pt x="29263" y="47839"/>
                  </a:lnTo>
                  <a:close/>
                  <a:moveTo>
                    <a:pt x="60506" y="40076"/>
                  </a:moveTo>
                  <a:lnTo>
                    <a:pt x="82253" y="47639"/>
                  </a:lnTo>
                  <a:lnTo>
                    <a:pt x="63610" y="38561"/>
                  </a:lnTo>
                  <a:close/>
                  <a:moveTo>
                    <a:pt x="60832" y="37966"/>
                  </a:moveTo>
                  <a:lnTo>
                    <a:pt x="29263" y="47839"/>
                  </a:lnTo>
                  <a:lnTo>
                    <a:pt x="60506" y="40076"/>
                  </a:lnTo>
                  <a:close/>
                  <a:moveTo>
                    <a:pt x="60832" y="37966"/>
                  </a:moveTo>
                  <a:lnTo>
                    <a:pt x="60506" y="40076"/>
                  </a:lnTo>
                  <a:lnTo>
                    <a:pt x="63610" y="38561"/>
                  </a:lnTo>
                  <a:close/>
                  <a:moveTo>
                    <a:pt x="52491" y="0"/>
                  </a:moveTo>
                  <a:lnTo>
                    <a:pt x="60832" y="37966"/>
                  </a:lnTo>
                  <a:lnTo>
                    <a:pt x="63610" y="38561"/>
                  </a:lnTo>
                  <a:close/>
                  <a:moveTo>
                    <a:pt x="409424" y="207541"/>
                  </a:moveTo>
                  <a:lnTo>
                    <a:pt x="403890" y="217166"/>
                  </a:lnTo>
                  <a:lnTo>
                    <a:pt x="416929" y="212023"/>
                  </a:lnTo>
                  <a:close/>
                  <a:moveTo>
                    <a:pt x="501458" y="102527"/>
                  </a:moveTo>
                  <a:lnTo>
                    <a:pt x="509187" y="140991"/>
                  </a:lnTo>
                  <a:lnTo>
                    <a:pt x="529765" y="106603"/>
                  </a:lnTo>
                  <a:close/>
                </a:path>
              </a:pathLst>
            </a:custGeom>
            <a:solidFill>
              <a:srgbClr val="C2CCD3"/>
            </a:solidFill>
            <a:ln w="1524">
              <a:solidFill>
                <a:srgbClr val="C2CCD3"/>
              </a:solidFill>
            </a:ln>
          </p:spPr>
        </p:sp>
        <p:sp>
          <p:nvSpPr>
            <p:cNvPr id="217" name="Input_density__216">
              <a:extLst>
                <a:ext uri="{FF2B5EF4-FFF2-40B4-BE49-F238E27FC236}">
                  <a16:creationId xmlns:a16="http://schemas.microsoft.com/office/drawing/2014/main" id="{1DEA02F9-ED80-870E-FEBD-609670ED9ED8}"/>
                </a:ext>
              </a:extLst>
            </p:cNvPr>
            <p:cNvSpPr>
              <a:spLocks noGrp="1"/>
            </p:cNvSpPr>
            <p:nvPr/>
          </p:nvSpPr>
          <p:spPr>
            <a:xfrm>
              <a:off x="739794" y="2112159"/>
              <a:ext cx="589749" cy="226187"/>
            </a:xfrm>
            <a:custGeom>
              <a:avLst/>
              <a:gdLst/>
              <a:ahLst/>
              <a:cxnLst/>
              <a:rect l="0" t="0" r="0" b="0"/>
              <a:pathLst>
                <a:path w="589749" h="226187">
                  <a:moveTo>
                    <a:pt x="81217" y="101520"/>
                  </a:moveTo>
                  <a:lnTo>
                    <a:pt x="56340" y="118704"/>
                  </a:lnTo>
                  <a:lnTo>
                    <a:pt x="80562" y="139868"/>
                  </a:lnTo>
                  <a:close/>
                  <a:moveTo>
                    <a:pt x="55608" y="74938"/>
                  </a:moveTo>
                  <a:lnTo>
                    <a:pt x="37152" y="77557"/>
                  </a:lnTo>
                  <a:lnTo>
                    <a:pt x="81217" y="101520"/>
                  </a:lnTo>
                  <a:close/>
                  <a:moveTo>
                    <a:pt x="81217" y="101520"/>
                  </a:moveTo>
                  <a:lnTo>
                    <a:pt x="37152" y="77557"/>
                  </a:lnTo>
                  <a:lnTo>
                    <a:pt x="33850" y="81948"/>
                  </a:lnTo>
                  <a:close/>
                  <a:moveTo>
                    <a:pt x="81217" y="101520"/>
                  </a:moveTo>
                  <a:lnTo>
                    <a:pt x="33850" y="81948"/>
                  </a:lnTo>
                  <a:lnTo>
                    <a:pt x="56340" y="118704"/>
                  </a:lnTo>
                  <a:close/>
                  <a:moveTo>
                    <a:pt x="61809" y="39852"/>
                  </a:moveTo>
                  <a:lnTo>
                    <a:pt x="33850" y="81948"/>
                  </a:lnTo>
                  <a:lnTo>
                    <a:pt x="37152" y="77557"/>
                  </a:lnTo>
                  <a:close/>
                  <a:moveTo>
                    <a:pt x="30005" y="28010"/>
                  </a:moveTo>
                  <a:lnTo>
                    <a:pt x="21414" y="43300"/>
                  </a:lnTo>
                  <a:lnTo>
                    <a:pt x="22532" y="44696"/>
                  </a:lnTo>
                  <a:close/>
                  <a:moveTo>
                    <a:pt x="0" y="8439"/>
                  </a:moveTo>
                  <a:lnTo>
                    <a:pt x="21414" y="43300"/>
                  </a:lnTo>
                  <a:lnTo>
                    <a:pt x="30005" y="28010"/>
                  </a:lnTo>
                  <a:close/>
                  <a:moveTo>
                    <a:pt x="46271" y="64765"/>
                  </a:moveTo>
                  <a:lnTo>
                    <a:pt x="22532" y="44696"/>
                  </a:lnTo>
                  <a:lnTo>
                    <a:pt x="37152" y="77557"/>
                  </a:lnTo>
                  <a:close/>
                  <a:moveTo>
                    <a:pt x="141394" y="46987"/>
                  </a:moveTo>
                  <a:lnTo>
                    <a:pt x="111144" y="44491"/>
                  </a:lnTo>
                  <a:lnTo>
                    <a:pt x="109824" y="56860"/>
                  </a:lnTo>
                  <a:close/>
                  <a:moveTo>
                    <a:pt x="111144" y="44491"/>
                  </a:moveTo>
                  <a:lnTo>
                    <a:pt x="141394" y="46987"/>
                  </a:lnTo>
                  <a:lnTo>
                    <a:pt x="133053" y="9021"/>
                  </a:lnTo>
                  <a:close/>
                  <a:moveTo>
                    <a:pt x="133053" y="9021"/>
                  </a:moveTo>
                  <a:lnTo>
                    <a:pt x="144171" y="47582"/>
                  </a:lnTo>
                  <a:lnTo>
                    <a:pt x="149282" y="10827"/>
                  </a:lnTo>
                  <a:close/>
                  <a:moveTo>
                    <a:pt x="133053" y="9021"/>
                  </a:moveTo>
                  <a:lnTo>
                    <a:pt x="149282" y="10827"/>
                  </a:lnTo>
                  <a:lnTo>
                    <a:pt x="127936" y="0"/>
                  </a:lnTo>
                  <a:close/>
                  <a:moveTo>
                    <a:pt x="489985" y="216562"/>
                  </a:moveTo>
                  <a:lnTo>
                    <a:pt x="480011" y="185050"/>
                  </a:lnTo>
                  <a:lnTo>
                    <a:pt x="484452" y="226187"/>
                  </a:lnTo>
                  <a:close/>
                  <a:moveTo>
                    <a:pt x="556722" y="149774"/>
                  </a:moveTo>
                  <a:lnTo>
                    <a:pt x="589749" y="150012"/>
                  </a:lnTo>
                  <a:lnTo>
                    <a:pt x="582020" y="111548"/>
                  </a:lnTo>
                  <a:close/>
                </a:path>
              </a:pathLst>
            </a:custGeom>
            <a:solidFill>
              <a:srgbClr val="C9D2D8"/>
            </a:solidFill>
            <a:ln w="1524">
              <a:solidFill>
                <a:srgbClr val="C9D2D8"/>
              </a:solidFill>
            </a:ln>
          </p:spPr>
        </p:sp>
        <p:sp>
          <p:nvSpPr>
            <p:cNvPr id="218" name="Input_density__217">
              <a:extLst>
                <a:ext uri="{FF2B5EF4-FFF2-40B4-BE49-F238E27FC236}">
                  <a16:creationId xmlns:a16="http://schemas.microsoft.com/office/drawing/2014/main" id="{D4719262-43FE-8FC5-C600-609B6CC7F6DD}"/>
                </a:ext>
              </a:extLst>
            </p:cNvPr>
            <p:cNvSpPr>
              <a:spLocks noGrp="1"/>
            </p:cNvSpPr>
            <p:nvPr/>
          </p:nvSpPr>
          <p:spPr>
            <a:xfrm>
              <a:off x="739794" y="2103414"/>
              <a:ext cx="508126" cy="225307"/>
            </a:xfrm>
            <a:custGeom>
              <a:avLst/>
              <a:gdLst/>
              <a:ahLst/>
              <a:cxnLst/>
              <a:rect l="0" t="0" r="0" b="0"/>
              <a:pathLst>
                <a:path w="508126" h="225307">
                  <a:moveTo>
                    <a:pt x="32140" y="0"/>
                  </a:moveTo>
                  <a:lnTo>
                    <a:pt x="0" y="17183"/>
                  </a:lnTo>
                  <a:lnTo>
                    <a:pt x="30005" y="36755"/>
                  </a:lnTo>
                  <a:close/>
                  <a:moveTo>
                    <a:pt x="46271" y="73510"/>
                  </a:moveTo>
                  <a:lnTo>
                    <a:pt x="37152" y="86302"/>
                  </a:lnTo>
                  <a:lnTo>
                    <a:pt x="55608" y="83682"/>
                  </a:lnTo>
                  <a:close/>
                  <a:moveTo>
                    <a:pt x="46271" y="73510"/>
                  </a:moveTo>
                  <a:lnTo>
                    <a:pt x="30005" y="36755"/>
                  </a:lnTo>
                  <a:lnTo>
                    <a:pt x="22532" y="53441"/>
                  </a:lnTo>
                  <a:close/>
                  <a:moveTo>
                    <a:pt x="111144" y="53236"/>
                  </a:moveTo>
                  <a:lnTo>
                    <a:pt x="133053" y="17766"/>
                  </a:lnTo>
                  <a:lnTo>
                    <a:pt x="99282" y="18132"/>
                  </a:lnTo>
                  <a:close/>
                  <a:moveTo>
                    <a:pt x="99282" y="18132"/>
                  </a:moveTo>
                  <a:lnTo>
                    <a:pt x="127936" y="8745"/>
                  </a:lnTo>
                  <a:lnTo>
                    <a:pt x="95693" y="12769"/>
                  </a:lnTo>
                  <a:close/>
                  <a:moveTo>
                    <a:pt x="99282" y="18132"/>
                  </a:moveTo>
                  <a:lnTo>
                    <a:pt x="133053" y="17766"/>
                  </a:lnTo>
                  <a:lnTo>
                    <a:pt x="127936" y="8745"/>
                  </a:lnTo>
                  <a:close/>
                  <a:moveTo>
                    <a:pt x="489985" y="225307"/>
                  </a:moveTo>
                  <a:lnTo>
                    <a:pt x="480121" y="188551"/>
                  </a:lnTo>
                  <a:lnTo>
                    <a:pt x="480011" y="193795"/>
                  </a:lnTo>
                  <a:close/>
                  <a:moveTo>
                    <a:pt x="480121" y="188551"/>
                  </a:moveTo>
                  <a:lnTo>
                    <a:pt x="489985" y="225307"/>
                  </a:lnTo>
                  <a:lnTo>
                    <a:pt x="508126" y="215685"/>
                  </a:lnTo>
                  <a:close/>
                </a:path>
              </a:pathLst>
            </a:custGeom>
            <a:solidFill>
              <a:srgbClr val="CFD7DE"/>
            </a:solidFill>
            <a:ln w="1524">
              <a:solidFill>
                <a:srgbClr val="CFD7DE"/>
              </a:solidFill>
            </a:ln>
          </p:spPr>
        </p:sp>
        <p:sp>
          <p:nvSpPr>
            <p:cNvPr id="219" name="Input_density__218">
              <a:extLst>
                <a:ext uri="{FF2B5EF4-FFF2-40B4-BE49-F238E27FC236}">
                  <a16:creationId xmlns:a16="http://schemas.microsoft.com/office/drawing/2014/main" id="{C9AC029A-5445-3C28-A6D4-68ECC5A835A8}"/>
                </a:ext>
              </a:extLst>
            </p:cNvPr>
            <p:cNvSpPr>
              <a:spLocks noGrp="1"/>
            </p:cNvSpPr>
            <p:nvPr/>
          </p:nvSpPr>
          <p:spPr>
            <a:xfrm>
              <a:off x="838864" y="2161256"/>
              <a:ext cx="490680" cy="177090"/>
            </a:xfrm>
            <a:custGeom>
              <a:avLst/>
              <a:gdLst/>
              <a:ahLst/>
              <a:cxnLst/>
              <a:rect l="0" t="0" r="0" b="0"/>
              <a:pathLst>
                <a:path w="490680" h="177090">
                  <a:moveTo>
                    <a:pt x="33601" y="49729"/>
                  </a:moveTo>
                  <a:lnTo>
                    <a:pt x="0" y="63760"/>
                  </a:lnTo>
                  <a:lnTo>
                    <a:pt x="31577" y="57246"/>
                  </a:lnTo>
                  <a:close/>
                  <a:moveTo>
                    <a:pt x="33601" y="49729"/>
                  </a:moveTo>
                  <a:lnTo>
                    <a:pt x="31577" y="57246"/>
                  </a:lnTo>
                  <a:lnTo>
                    <a:pt x="38748" y="52423"/>
                  </a:lnTo>
                  <a:close/>
                  <a:moveTo>
                    <a:pt x="33601" y="49729"/>
                  </a:moveTo>
                  <a:lnTo>
                    <a:pt x="57451" y="29408"/>
                  </a:lnTo>
                  <a:lnTo>
                    <a:pt x="41998" y="0"/>
                  </a:lnTo>
                  <a:close/>
                  <a:moveTo>
                    <a:pt x="432804" y="175921"/>
                  </a:moveTo>
                  <a:lnTo>
                    <a:pt x="398421" y="171947"/>
                  </a:lnTo>
                  <a:lnTo>
                    <a:pt x="385383" y="177090"/>
                  </a:lnTo>
                  <a:close/>
                  <a:moveTo>
                    <a:pt x="432804" y="175921"/>
                  </a:moveTo>
                  <a:lnTo>
                    <a:pt x="454015" y="159017"/>
                  </a:lnTo>
                  <a:lnTo>
                    <a:pt x="398421" y="171947"/>
                  </a:lnTo>
                  <a:close/>
                  <a:moveTo>
                    <a:pt x="458956" y="144364"/>
                  </a:moveTo>
                  <a:lnTo>
                    <a:pt x="454015" y="159017"/>
                  </a:lnTo>
                  <a:lnTo>
                    <a:pt x="470557" y="150281"/>
                  </a:lnTo>
                  <a:close/>
                  <a:moveTo>
                    <a:pt x="458956" y="144364"/>
                  </a:moveTo>
                  <a:lnTo>
                    <a:pt x="470557" y="150281"/>
                  </a:lnTo>
                  <a:lnTo>
                    <a:pt x="490680" y="100914"/>
                  </a:lnTo>
                  <a:close/>
                </a:path>
              </a:pathLst>
            </a:custGeom>
            <a:solidFill>
              <a:srgbClr val="BCC7CF"/>
            </a:solidFill>
            <a:ln w="1524">
              <a:solidFill>
                <a:srgbClr val="BCC7CF"/>
              </a:solidFill>
            </a:ln>
          </p:spPr>
        </p:sp>
        <p:sp>
          <p:nvSpPr>
            <p:cNvPr id="220" name="Input_density__219">
              <a:extLst>
                <a:ext uri="{FF2B5EF4-FFF2-40B4-BE49-F238E27FC236}">
                  <a16:creationId xmlns:a16="http://schemas.microsoft.com/office/drawing/2014/main" id="{A5BE88BA-0384-54E6-1098-437AA9CB6C68}"/>
                </a:ext>
              </a:extLst>
            </p:cNvPr>
            <p:cNvSpPr>
              <a:spLocks noGrp="1"/>
            </p:cNvSpPr>
            <p:nvPr/>
          </p:nvSpPr>
          <p:spPr>
            <a:xfrm>
              <a:off x="760011" y="2064939"/>
              <a:ext cx="561803" cy="254160"/>
            </a:xfrm>
            <a:custGeom>
              <a:avLst/>
              <a:gdLst/>
              <a:ahLst/>
              <a:cxnLst/>
              <a:rect l="0" t="0" r="0" b="0"/>
              <a:pathLst>
                <a:path w="561803" h="254160">
                  <a:moveTo>
                    <a:pt x="11923" y="38475"/>
                  </a:moveTo>
                  <a:lnTo>
                    <a:pt x="36252" y="64326"/>
                  </a:lnTo>
                  <a:lnTo>
                    <a:pt x="13731" y="37888"/>
                  </a:lnTo>
                  <a:close/>
                  <a:moveTo>
                    <a:pt x="11923" y="38475"/>
                  </a:moveTo>
                  <a:lnTo>
                    <a:pt x="9788" y="75230"/>
                  </a:lnTo>
                  <a:lnTo>
                    <a:pt x="36252" y="64326"/>
                  </a:lnTo>
                  <a:close/>
                  <a:moveTo>
                    <a:pt x="66724" y="58047"/>
                  </a:moveTo>
                  <a:lnTo>
                    <a:pt x="75476" y="51245"/>
                  </a:lnTo>
                  <a:lnTo>
                    <a:pt x="36252" y="64326"/>
                  </a:lnTo>
                  <a:close/>
                  <a:moveTo>
                    <a:pt x="36252" y="64326"/>
                  </a:moveTo>
                  <a:lnTo>
                    <a:pt x="75476" y="51245"/>
                  </a:lnTo>
                  <a:lnTo>
                    <a:pt x="48008" y="37110"/>
                  </a:lnTo>
                  <a:close/>
                  <a:moveTo>
                    <a:pt x="36252" y="64326"/>
                  </a:moveTo>
                  <a:lnTo>
                    <a:pt x="48008" y="37110"/>
                  </a:lnTo>
                  <a:lnTo>
                    <a:pt x="13731" y="37888"/>
                  </a:lnTo>
                  <a:close/>
                  <a:moveTo>
                    <a:pt x="0" y="1720"/>
                  </a:moveTo>
                  <a:lnTo>
                    <a:pt x="13731" y="37888"/>
                  </a:lnTo>
                  <a:lnTo>
                    <a:pt x="5294" y="0"/>
                  </a:lnTo>
                  <a:close/>
                  <a:moveTo>
                    <a:pt x="0" y="1720"/>
                  </a:moveTo>
                  <a:lnTo>
                    <a:pt x="11923" y="38475"/>
                  </a:lnTo>
                  <a:lnTo>
                    <a:pt x="13731" y="37888"/>
                  </a:lnTo>
                  <a:close/>
                  <a:moveTo>
                    <a:pt x="48008" y="37110"/>
                  </a:moveTo>
                  <a:lnTo>
                    <a:pt x="75476" y="51245"/>
                  </a:lnTo>
                  <a:lnTo>
                    <a:pt x="107719" y="47220"/>
                  </a:lnTo>
                  <a:close/>
                  <a:moveTo>
                    <a:pt x="75476" y="51245"/>
                  </a:moveTo>
                  <a:lnTo>
                    <a:pt x="66724" y="58047"/>
                  </a:lnTo>
                  <a:lnTo>
                    <a:pt x="79065" y="56608"/>
                  </a:lnTo>
                  <a:close/>
                  <a:moveTo>
                    <a:pt x="462524" y="213118"/>
                  </a:moveTo>
                  <a:lnTo>
                    <a:pt x="459794" y="232270"/>
                  </a:lnTo>
                  <a:lnTo>
                    <a:pt x="459904" y="227027"/>
                  </a:lnTo>
                  <a:close/>
                  <a:moveTo>
                    <a:pt x="459904" y="227027"/>
                  </a:moveTo>
                  <a:lnTo>
                    <a:pt x="487909" y="254160"/>
                  </a:lnTo>
                  <a:lnTo>
                    <a:pt x="472899" y="221616"/>
                  </a:lnTo>
                  <a:close/>
                  <a:moveTo>
                    <a:pt x="462524" y="213118"/>
                  </a:moveTo>
                  <a:lnTo>
                    <a:pt x="459904" y="227027"/>
                  </a:lnTo>
                  <a:lnTo>
                    <a:pt x="472899" y="221616"/>
                  </a:lnTo>
                  <a:close/>
                  <a:moveTo>
                    <a:pt x="462524" y="213118"/>
                  </a:moveTo>
                  <a:lnTo>
                    <a:pt x="472899" y="221616"/>
                  </a:lnTo>
                  <a:lnTo>
                    <a:pt x="472873" y="190272"/>
                  </a:lnTo>
                  <a:close/>
                  <a:moveTo>
                    <a:pt x="472873" y="190272"/>
                  </a:moveTo>
                  <a:lnTo>
                    <a:pt x="472899" y="221616"/>
                  </a:lnTo>
                  <a:lnTo>
                    <a:pt x="495406" y="209843"/>
                  </a:lnTo>
                  <a:close/>
                  <a:moveTo>
                    <a:pt x="472873" y="190272"/>
                  </a:moveTo>
                  <a:lnTo>
                    <a:pt x="495406" y="209843"/>
                  </a:lnTo>
                  <a:lnTo>
                    <a:pt x="499652" y="173088"/>
                  </a:lnTo>
                  <a:close/>
                  <a:moveTo>
                    <a:pt x="499652" y="173088"/>
                  </a:moveTo>
                  <a:lnTo>
                    <a:pt x="536505" y="196994"/>
                  </a:lnTo>
                  <a:lnTo>
                    <a:pt x="518038" y="167260"/>
                  </a:lnTo>
                  <a:close/>
                  <a:moveTo>
                    <a:pt x="499652" y="173088"/>
                  </a:moveTo>
                  <a:lnTo>
                    <a:pt x="495406" y="209843"/>
                  </a:lnTo>
                  <a:lnTo>
                    <a:pt x="536505" y="196994"/>
                  </a:lnTo>
                  <a:close/>
                  <a:moveTo>
                    <a:pt x="536505" y="196994"/>
                  </a:moveTo>
                  <a:lnTo>
                    <a:pt x="561803" y="158768"/>
                  </a:lnTo>
                  <a:lnTo>
                    <a:pt x="518038" y="167260"/>
                  </a:lnTo>
                  <a:close/>
                  <a:moveTo>
                    <a:pt x="505769" y="154021"/>
                  </a:moveTo>
                  <a:lnTo>
                    <a:pt x="499652" y="173088"/>
                  </a:lnTo>
                  <a:lnTo>
                    <a:pt x="518038" y="167260"/>
                  </a:lnTo>
                  <a:close/>
                  <a:moveTo>
                    <a:pt x="518038" y="167260"/>
                  </a:moveTo>
                  <a:lnTo>
                    <a:pt x="511450" y="136333"/>
                  </a:lnTo>
                  <a:lnTo>
                    <a:pt x="505769" y="154021"/>
                  </a:lnTo>
                  <a:close/>
                  <a:moveTo>
                    <a:pt x="545231" y="127493"/>
                  </a:moveTo>
                  <a:lnTo>
                    <a:pt x="511450" y="136333"/>
                  </a:lnTo>
                  <a:lnTo>
                    <a:pt x="518038" y="167260"/>
                  </a:lnTo>
                  <a:close/>
                  <a:moveTo>
                    <a:pt x="561803" y="158768"/>
                  </a:moveTo>
                  <a:lnTo>
                    <a:pt x="545231" y="127493"/>
                  </a:lnTo>
                  <a:lnTo>
                    <a:pt x="518038" y="167260"/>
                  </a:lnTo>
                  <a:close/>
                </a:path>
              </a:pathLst>
            </a:custGeom>
            <a:solidFill>
              <a:srgbClr val="D7DEE3"/>
            </a:solidFill>
            <a:ln w="1524">
              <a:solidFill>
                <a:srgbClr val="D7DEE3"/>
              </a:solidFill>
            </a:ln>
          </p:spPr>
        </p:sp>
        <p:sp>
          <p:nvSpPr>
            <p:cNvPr id="221" name="Input_density__220">
              <a:extLst>
                <a:ext uri="{FF2B5EF4-FFF2-40B4-BE49-F238E27FC236}">
                  <a16:creationId xmlns:a16="http://schemas.microsoft.com/office/drawing/2014/main" id="{5F7A25AA-291F-F68A-9343-2D605DD47E58}"/>
                </a:ext>
              </a:extLst>
            </p:cNvPr>
            <p:cNvSpPr>
              <a:spLocks noGrp="1"/>
            </p:cNvSpPr>
            <p:nvPr/>
          </p:nvSpPr>
          <p:spPr>
            <a:xfrm>
              <a:off x="1224246" y="2262171"/>
              <a:ext cx="118886" cy="76175"/>
            </a:xfrm>
            <a:custGeom>
              <a:avLst/>
              <a:gdLst/>
              <a:ahLst/>
              <a:cxnLst/>
              <a:rect l="0" t="0" r="0" b="0"/>
              <a:pathLst>
                <a:path w="118886" h="76175">
                  <a:moveTo>
                    <a:pt x="47421" y="75006"/>
                  </a:moveTo>
                  <a:lnTo>
                    <a:pt x="0" y="76175"/>
                  </a:lnTo>
                  <a:lnTo>
                    <a:pt x="34928" y="74868"/>
                  </a:lnTo>
                  <a:close/>
                  <a:moveTo>
                    <a:pt x="61471" y="66550"/>
                  </a:moveTo>
                  <a:lnTo>
                    <a:pt x="85174" y="49367"/>
                  </a:lnTo>
                  <a:lnTo>
                    <a:pt x="68632" y="58103"/>
                  </a:lnTo>
                  <a:close/>
                  <a:moveTo>
                    <a:pt x="105297" y="0"/>
                  </a:moveTo>
                  <a:lnTo>
                    <a:pt x="85174" y="49367"/>
                  </a:lnTo>
                  <a:lnTo>
                    <a:pt x="97682" y="42140"/>
                  </a:lnTo>
                  <a:close/>
                  <a:moveTo>
                    <a:pt x="105297" y="0"/>
                  </a:moveTo>
                  <a:lnTo>
                    <a:pt x="97682" y="42140"/>
                  </a:lnTo>
                  <a:lnTo>
                    <a:pt x="118886" y="12612"/>
                  </a:lnTo>
                  <a:close/>
                </a:path>
              </a:pathLst>
            </a:custGeom>
            <a:solidFill>
              <a:srgbClr val="B5C1C9"/>
            </a:solidFill>
            <a:ln w="1524">
              <a:solidFill>
                <a:srgbClr val="B5C1C9"/>
              </a:solidFill>
            </a:ln>
          </p:spPr>
        </p:sp>
        <p:sp>
          <p:nvSpPr>
            <p:cNvPr id="222" name="Input_density__221">
              <a:extLst>
                <a:ext uri="{FF2B5EF4-FFF2-40B4-BE49-F238E27FC236}">
                  <a16:creationId xmlns:a16="http://schemas.microsoft.com/office/drawing/2014/main" id="{81DBACF6-9AE8-4BBC-898F-4426B0BAAAD3}"/>
                </a:ext>
              </a:extLst>
            </p:cNvPr>
            <p:cNvSpPr>
              <a:spLocks noGrp="1"/>
            </p:cNvSpPr>
            <p:nvPr/>
          </p:nvSpPr>
          <p:spPr>
            <a:xfrm>
              <a:off x="1271667" y="2304310"/>
              <a:ext cx="50261" cy="32866"/>
            </a:xfrm>
            <a:custGeom>
              <a:avLst/>
              <a:gdLst/>
              <a:ahLst/>
              <a:cxnLst/>
              <a:rect l="0" t="0" r="0" b="0"/>
              <a:pathLst>
                <a:path w="50261" h="32866">
                  <a:moveTo>
                    <a:pt x="14050" y="24410"/>
                  </a:moveTo>
                  <a:lnTo>
                    <a:pt x="21211" y="15963"/>
                  </a:lnTo>
                  <a:lnTo>
                    <a:pt x="0" y="32866"/>
                  </a:lnTo>
                  <a:close/>
                  <a:moveTo>
                    <a:pt x="37753" y="7227"/>
                  </a:moveTo>
                  <a:lnTo>
                    <a:pt x="14050" y="24410"/>
                  </a:lnTo>
                  <a:lnTo>
                    <a:pt x="50261" y="0"/>
                  </a:lnTo>
                  <a:close/>
                </a:path>
              </a:pathLst>
            </a:custGeom>
            <a:solidFill>
              <a:srgbClr val="AEBAC4"/>
            </a:solidFill>
            <a:ln w="1524">
              <a:solidFill>
                <a:srgbClr val="AEBAC4"/>
              </a:solidFill>
            </a:ln>
          </p:spPr>
        </p:sp>
        <p:sp>
          <p:nvSpPr>
            <p:cNvPr id="223" name="Input_density__222">
              <a:extLst>
                <a:ext uri="{FF2B5EF4-FFF2-40B4-BE49-F238E27FC236}">
                  <a16:creationId xmlns:a16="http://schemas.microsoft.com/office/drawing/2014/main" id="{E52BDA79-FDD1-C231-9AC1-544E08FF596E}"/>
                </a:ext>
              </a:extLst>
            </p:cNvPr>
            <p:cNvSpPr>
              <a:spLocks noGrp="1"/>
            </p:cNvSpPr>
            <p:nvPr/>
          </p:nvSpPr>
          <p:spPr>
            <a:xfrm>
              <a:off x="769800" y="2121546"/>
              <a:ext cx="528020" cy="197552"/>
            </a:xfrm>
            <a:custGeom>
              <a:avLst/>
              <a:gdLst/>
              <a:ahLst/>
              <a:cxnLst/>
              <a:rect l="0" t="0" r="0" b="0"/>
              <a:pathLst>
                <a:path w="528020" h="197552">
                  <a:moveTo>
                    <a:pt x="34133" y="46231"/>
                  </a:moveTo>
                  <a:lnTo>
                    <a:pt x="25602" y="65550"/>
                  </a:lnTo>
                  <a:lnTo>
                    <a:pt x="58110" y="38194"/>
                  </a:lnTo>
                  <a:close/>
                  <a:moveTo>
                    <a:pt x="16266" y="55378"/>
                  </a:moveTo>
                  <a:lnTo>
                    <a:pt x="25602" y="65550"/>
                  </a:lnTo>
                  <a:lnTo>
                    <a:pt x="34133" y="46231"/>
                  </a:lnTo>
                  <a:close/>
                  <a:moveTo>
                    <a:pt x="0" y="18623"/>
                  </a:moveTo>
                  <a:lnTo>
                    <a:pt x="16266" y="55378"/>
                  </a:lnTo>
                  <a:lnTo>
                    <a:pt x="34133" y="46231"/>
                  </a:lnTo>
                  <a:close/>
                  <a:moveTo>
                    <a:pt x="58110" y="38194"/>
                  </a:moveTo>
                  <a:lnTo>
                    <a:pt x="56936" y="1439"/>
                  </a:lnTo>
                  <a:lnTo>
                    <a:pt x="34133" y="46231"/>
                  </a:lnTo>
                  <a:close/>
                  <a:moveTo>
                    <a:pt x="56936" y="1439"/>
                  </a:moveTo>
                  <a:lnTo>
                    <a:pt x="81139" y="35104"/>
                  </a:lnTo>
                  <a:lnTo>
                    <a:pt x="69277" y="0"/>
                  </a:lnTo>
                  <a:close/>
                  <a:moveTo>
                    <a:pt x="56936" y="1439"/>
                  </a:moveTo>
                  <a:lnTo>
                    <a:pt x="58110" y="38194"/>
                  </a:lnTo>
                  <a:lnTo>
                    <a:pt x="81139" y="35104"/>
                  </a:lnTo>
                  <a:close/>
                  <a:moveTo>
                    <a:pt x="494759" y="189991"/>
                  </a:moveTo>
                  <a:lnTo>
                    <a:pt x="485618" y="153236"/>
                  </a:lnTo>
                  <a:lnTo>
                    <a:pt x="478121" y="197552"/>
                  </a:lnTo>
                  <a:close/>
                  <a:moveTo>
                    <a:pt x="485618" y="153236"/>
                  </a:moveTo>
                  <a:lnTo>
                    <a:pt x="528020" y="184074"/>
                  </a:lnTo>
                  <a:lnTo>
                    <a:pt x="526717" y="140386"/>
                  </a:lnTo>
                  <a:close/>
                  <a:moveTo>
                    <a:pt x="485618" y="153236"/>
                  </a:moveTo>
                  <a:lnTo>
                    <a:pt x="494759" y="189991"/>
                  </a:lnTo>
                  <a:lnTo>
                    <a:pt x="528020" y="184074"/>
                  </a:lnTo>
                  <a:close/>
                </a:path>
              </a:pathLst>
            </a:custGeom>
            <a:solidFill>
              <a:srgbClr val="CFD7DE"/>
            </a:solidFill>
            <a:ln w="1524">
              <a:solidFill>
                <a:srgbClr val="CFD7DE"/>
              </a:solidFill>
            </a:ln>
          </p:spPr>
        </p:sp>
        <p:sp>
          <p:nvSpPr>
            <p:cNvPr id="224" name="Input_density__223">
              <a:extLst>
                <a:ext uri="{FF2B5EF4-FFF2-40B4-BE49-F238E27FC236}">
                  <a16:creationId xmlns:a16="http://schemas.microsoft.com/office/drawing/2014/main" id="{3B254313-4111-3025-C5F9-339264CEDB7F}"/>
                </a:ext>
              </a:extLst>
            </p:cNvPr>
            <p:cNvSpPr>
              <a:spLocks noGrp="1"/>
            </p:cNvSpPr>
            <p:nvPr/>
          </p:nvSpPr>
          <p:spPr>
            <a:xfrm>
              <a:off x="795402" y="2156650"/>
              <a:ext cx="534141" cy="176553"/>
            </a:xfrm>
            <a:custGeom>
              <a:avLst/>
              <a:gdLst/>
              <a:ahLst/>
              <a:cxnLst/>
              <a:rect l="0" t="0" r="0" b="0"/>
              <a:pathLst>
                <a:path w="534141" h="176553">
                  <a:moveTo>
                    <a:pt x="0" y="30447"/>
                  </a:moveTo>
                  <a:lnTo>
                    <a:pt x="25610" y="57029"/>
                  </a:lnTo>
                  <a:lnTo>
                    <a:pt x="32508" y="3091"/>
                  </a:lnTo>
                  <a:close/>
                  <a:moveTo>
                    <a:pt x="32508" y="3091"/>
                  </a:moveTo>
                  <a:lnTo>
                    <a:pt x="25610" y="57029"/>
                  </a:lnTo>
                  <a:lnTo>
                    <a:pt x="54217" y="12369"/>
                  </a:lnTo>
                  <a:close/>
                  <a:moveTo>
                    <a:pt x="54217" y="12369"/>
                  </a:moveTo>
                  <a:lnTo>
                    <a:pt x="25610" y="57029"/>
                  </a:lnTo>
                  <a:lnTo>
                    <a:pt x="48270" y="50655"/>
                  </a:lnTo>
                  <a:close/>
                  <a:moveTo>
                    <a:pt x="32508" y="3091"/>
                  </a:moveTo>
                  <a:lnTo>
                    <a:pt x="54217" y="12369"/>
                  </a:lnTo>
                  <a:lnTo>
                    <a:pt x="55537" y="0"/>
                  </a:lnTo>
                  <a:close/>
                  <a:moveTo>
                    <a:pt x="434378" y="172071"/>
                  </a:moveTo>
                  <a:lnTo>
                    <a:pt x="441883" y="176553"/>
                  </a:lnTo>
                  <a:lnTo>
                    <a:pt x="452519" y="162449"/>
                  </a:lnTo>
                  <a:close/>
                  <a:moveTo>
                    <a:pt x="441883" y="176553"/>
                  </a:moveTo>
                  <a:lnTo>
                    <a:pt x="469156" y="154887"/>
                  </a:lnTo>
                  <a:lnTo>
                    <a:pt x="452519" y="162449"/>
                  </a:lnTo>
                  <a:close/>
                  <a:moveTo>
                    <a:pt x="501115" y="105282"/>
                  </a:moveTo>
                  <a:lnTo>
                    <a:pt x="502418" y="148970"/>
                  </a:lnTo>
                  <a:lnTo>
                    <a:pt x="534141" y="105520"/>
                  </a:lnTo>
                  <a:close/>
                </a:path>
              </a:pathLst>
            </a:custGeom>
            <a:solidFill>
              <a:srgbClr val="C9D2D8"/>
            </a:solidFill>
            <a:ln w="1524">
              <a:solidFill>
                <a:srgbClr val="C9D2D8"/>
              </a:solidFill>
            </a:ln>
          </p:spPr>
        </p:sp>
        <p:sp>
          <p:nvSpPr>
            <p:cNvPr id="225" name="Input_density__224">
              <a:extLst>
                <a:ext uri="{FF2B5EF4-FFF2-40B4-BE49-F238E27FC236}">
                  <a16:creationId xmlns:a16="http://schemas.microsoft.com/office/drawing/2014/main" id="{102E5770-594E-9AFB-7320-9A9B6B269514}"/>
                </a:ext>
              </a:extLst>
            </p:cNvPr>
            <p:cNvSpPr>
              <a:spLocks noGrp="1"/>
            </p:cNvSpPr>
            <p:nvPr/>
          </p:nvSpPr>
          <p:spPr>
            <a:xfrm>
              <a:off x="769800" y="2122986"/>
              <a:ext cx="485618" cy="196113"/>
            </a:xfrm>
            <a:custGeom>
              <a:avLst/>
              <a:gdLst/>
              <a:ahLst/>
              <a:cxnLst/>
              <a:rect l="0" t="0" r="0" b="0"/>
              <a:pathLst>
                <a:path w="485618" h="196113">
                  <a:moveTo>
                    <a:pt x="0" y="17183"/>
                  </a:moveTo>
                  <a:lnTo>
                    <a:pt x="34133" y="44791"/>
                  </a:lnTo>
                  <a:lnTo>
                    <a:pt x="26464" y="6279"/>
                  </a:lnTo>
                  <a:close/>
                  <a:moveTo>
                    <a:pt x="56936" y="0"/>
                  </a:moveTo>
                  <a:lnTo>
                    <a:pt x="26464" y="6279"/>
                  </a:lnTo>
                  <a:lnTo>
                    <a:pt x="34133" y="44791"/>
                  </a:lnTo>
                  <a:close/>
                  <a:moveTo>
                    <a:pt x="485618" y="151796"/>
                  </a:moveTo>
                  <a:lnTo>
                    <a:pt x="463111" y="163569"/>
                  </a:lnTo>
                  <a:lnTo>
                    <a:pt x="478121" y="196113"/>
                  </a:lnTo>
                  <a:close/>
                </a:path>
              </a:pathLst>
            </a:custGeom>
            <a:solidFill>
              <a:srgbClr val="D7DEE3"/>
            </a:solidFill>
            <a:ln w="1524">
              <a:solidFill>
                <a:srgbClr val="D7DEE3"/>
              </a:solidFill>
            </a:ln>
          </p:spPr>
        </p:sp>
        <p:sp>
          <p:nvSpPr>
            <p:cNvPr id="226" name="Input_density__225">
              <a:extLst>
                <a:ext uri="{FF2B5EF4-FFF2-40B4-BE49-F238E27FC236}">
                  <a16:creationId xmlns:a16="http://schemas.microsoft.com/office/drawing/2014/main" id="{22A563DF-7817-D9C8-E20A-0A78B22C1D3E}"/>
                </a:ext>
              </a:extLst>
            </p:cNvPr>
            <p:cNvSpPr>
              <a:spLocks noGrp="1"/>
            </p:cNvSpPr>
            <p:nvPr/>
          </p:nvSpPr>
          <p:spPr>
            <a:xfrm>
              <a:off x="1237285" y="2305620"/>
              <a:ext cx="60535" cy="27583"/>
            </a:xfrm>
            <a:custGeom>
              <a:avLst/>
              <a:gdLst/>
              <a:ahLst/>
              <a:cxnLst/>
              <a:rect l="0" t="0" r="0" b="0"/>
              <a:pathLst>
                <a:path w="60535" h="27583">
                  <a:moveTo>
                    <a:pt x="55594" y="14653"/>
                  </a:moveTo>
                  <a:lnTo>
                    <a:pt x="27274" y="5917"/>
                  </a:lnTo>
                  <a:lnTo>
                    <a:pt x="0" y="27583"/>
                  </a:lnTo>
                  <a:close/>
                  <a:moveTo>
                    <a:pt x="27274" y="5917"/>
                  </a:moveTo>
                  <a:lnTo>
                    <a:pt x="55594" y="14653"/>
                  </a:lnTo>
                  <a:lnTo>
                    <a:pt x="60535" y="0"/>
                  </a:lnTo>
                  <a:close/>
                </a:path>
              </a:pathLst>
            </a:custGeom>
            <a:solidFill>
              <a:srgbClr val="C2CCD3"/>
            </a:solidFill>
            <a:ln w="1524">
              <a:solidFill>
                <a:srgbClr val="C2CCD3"/>
              </a:solidFill>
            </a:ln>
          </p:spPr>
        </p:sp>
      </p:grpSp>
      <p:sp>
        <p:nvSpPr>
          <p:cNvPr id="227" name="label__226">
            <a:extLst>
              <a:ext uri="{FF2B5EF4-FFF2-40B4-BE49-F238E27FC236}">
                <a16:creationId xmlns:a16="http://schemas.microsoft.com/office/drawing/2014/main" id="{D21E8C88-05A0-A31F-6EE6-E2DC9452E041}"/>
              </a:ext>
            </a:extLst>
          </p:cNvPr>
          <p:cNvSpPr>
            <a:spLocks noGrp="1"/>
          </p:cNvSpPr>
          <p:nvPr/>
        </p:nvSpPr>
        <p:spPr>
          <a:xfrm>
            <a:off x="3549472" y="2316239"/>
            <a:ext cx="593766" cy="74221"/>
          </a:xfrm>
          <a:prstGeom prst="rect">
            <a:avLst/>
          </a:prstGeom>
          <a:noFill/>
          <a:ln w="0">
            <a:noFill/>
          </a:ln>
        </p:spPr>
        <p:txBody>
          <a:bodyPr wrap="none" lIns="0" tIns="0" rIns="0" bIns="0" anchor="ctr">
            <a:noAutofit/>
          </a:bodyPr>
          <a:lstStyle/>
          <a:p>
            <a:pPr algn="ctr">
              <a:defRPr sz="1500" b="0">
                <a:solidFill>
                  <a:srgbClr val="263442"/>
                </a:solidFill>
                <a:latin typeface="Arial"/>
                <a:ea typeface="Arial"/>
                <a:cs typeface="Arial"/>
              </a:defRPr>
            </a:pPr>
            <a:r>
              <a:rPr sz="520" dirty="0">
                <a:solidFill>
                  <a:srgbClr val="263442"/>
                </a:solidFill>
                <a:latin typeface="Arial"/>
                <a:ea typeface="Arial"/>
                <a:cs typeface="Arial"/>
              </a:rPr>
              <a:t>Cryo-EM map</a:t>
            </a:r>
          </a:p>
        </p:txBody>
      </p:sp>
      <p:grpSp>
        <p:nvGrpSpPr>
          <p:cNvPr id="6212" name="输入：受体主链">
            <a:extLst>
              <a:ext uri="{FF2B5EF4-FFF2-40B4-BE49-F238E27FC236}">
                <a16:creationId xmlns:a16="http://schemas.microsoft.com/office/drawing/2014/main" id="{F540CB5A-D646-220C-4E61-5045E1659513}"/>
              </a:ext>
            </a:extLst>
          </p:cNvPr>
          <p:cNvGrpSpPr/>
          <p:nvPr/>
        </p:nvGrpSpPr>
        <p:grpSpPr>
          <a:xfrm>
            <a:off x="3652108" y="2470653"/>
            <a:ext cx="389348" cy="482511"/>
            <a:chOff x="599474" y="4025272"/>
            <a:chExt cx="1349091" cy="1671901"/>
          </a:xfrm>
        </p:grpSpPr>
        <p:sp>
          <p:nvSpPr>
            <p:cNvPr id="228" name="Input_receptor__227">
              <a:extLst>
                <a:ext uri="{FF2B5EF4-FFF2-40B4-BE49-F238E27FC236}">
                  <a16:creationId xmlns:a16="http://schemas.microsoft.com/office/drawing/2014/main" id="{130825EB-1144-D0AD-AD51-CD3DC8C59340}"/>
                </a:ext>
              </a:extLst>
            </p:cNvPr>
            <p:cNvSpPr>
              <a:spLocks noGrp="1"/>
            </p:cNvSpPr>
            <p:nvPr/>
          </p:nvSpPr>
          <p:spPr>
            <a:xfrm>
              <a:off x="1204795" y="5436667"/>
              <a:ext cx="45919" cy="2373"/>
            </a:xfrm>
            <a:custGeom>
              <a:avLst/>
              <a:gdLst/>
              <a:ahLst/>
              <a:cxnLst/>
              <a:rect l="0" t="0" r="0" b="0"/>
              <a:pathLst>
                <a:path w="45919" h="2373">
                  <a:moveTo>
                    <a:pt x="45919" y="0"/>
                  </a:moveTo>
                  <a:lnTo>
                    <a:pt x="0" y="2373"/>
                  </a:lnTo>
                </a:path>
              </a:pathLst>
            </a:custGeom>
            <a:noFill/>
            <a:ln w="20003">
              <a:solidFill>
                <a:srgbClr val="667B8B"/>
              </a:solidFill>
            </a:ln>
          </p:spPr>
        </p:sp>
        <p:sp>
          <p:nvSpPr>
            <p:cNvPr id="229" name="Input_receptor__228">
              <a:extLst>
                <a:ext uri="{FF2B5EF4-FFF2-40B4-BE49-F238E27FC236}">
                  <a16:creationId xmlns:a16="http://schemas.microsoft.com/office/drawing/2014/main" id="{0AA6A9EF-58B0-B963-3676-535A03F2E6E3}"/>
                </a:ext>
              </a:extLst>
            </p:cNvPr>
            <p:cNvSpPr>
              <a:spLocks noGrp="1"/>
            </p:cNvSpPr>
            <p:nvPr/>
          </p:nvSpPr>
          <p:spPr>
            <a:xfrm>
              <a:off x="1190165" y="5439040"/>
              <a:ext cx="14630" cy="20003"/>
            </a:xfrm>
            <a:custGeom>
              <a:avLst/>
              <a:gdLst/>
              <a:ahLst/>
              <a:cxnLst/>
              <a:rect l="0" t="0" r="0" b="0"/>
              <a:pathLst>
                <a:path w="14630" h="20003">
                  <a:moveTo>
                    <a:pt x="14630" y="0"/>
                  </a:moveTo>
                  <a:lnTo>
                    <a:pt x="0" y="20003"/>
                  </a:lnTo>
                </a:path>
              </a:pathLst>
            </a:custGeom>
            <a:noFill/>
            <a:ln w="20003">
              <a:solidFill>
                <a:srgbClr val="677C8C"/>
              </a:solidFill>
            </a:ln>
          </p:spPr>
        </p:sp>
        <p:sp>
          <p:nvSpPr>
            <p:cNvPr id="230" name="Input_receptor__229">
              <a:extLst>
                <a:ext uri="{FF2B5EF4-FFF2-40B4-BE49-F238E27FC236}">
                  <a16:creationId xmlns:a16="http://schemas.microsoft.com/office/drawing/2014/main" id="{1B38AF80-2791-9B31-1392-BCF8E79DF73E}"/>
                </a:ext>
              </a:extLst>
            </p:cNvPr>
            <p:cNvSpPr>
              <a:spLocks noGrp="1"/>
            </p:cNvSpPr>
            <p:nvPr/>
          </p:nvSpPr>
          <p:spPr>
            <a:xfrm>
              <a:off x="1250714" y="5436667"/>
              <a:ext cx="1355" cy="46603"/>
            </a:xfrm>
            <a:custGeom>
              <a:avLst/>
              <a:gdLst/>
              <a:ahLst/>
              <a:cxnLst/>
              <a:rect l="0" t="0" r="0" b="0"/>
              <a:pathLst>
                <a:path w="1355" h="46603">
                  <a:moveTo>
                    <a:pt x="1355" y="46603"/>
                  </a:moveTo>
                  <a:lnTo>
                    <a:pt x="0" y="0"/>
                  </a:lnTo>
                </a:path>
              </a:pathLst>
            </a:custGeom>
            <a:noFill/>
            <a:ln w="20003">
              <a:solidFill>
                <a:srgbClr val="677C8C"/>
              </a:solidFill>
            </a:ln>
          </p:spPr>
        </p:sp>
        <p:sp>
          <p:nvSpPr>
            <p:cNvPr id="231" name="Input_receptor__230">
              <a:extLst>
                <a:ext uri="{FF2B5EF4-FFF2-40B4-BE49-F238E27FC236}">
                  <a16:creationId xmlns:a16="http://schemas.microsoft.com/office/drawing/2014/main" id="{89713209-E356-FD08-2AEF-E5B11B62B94C}"/>
                </a:ext>
              </a:extLst>
            </p:cNvPr>
            <p:cNvSpPr>
              <a:spLocks noGrp="1"/>
            </p:cNvSpPr>
            <p:nvPr/>
          </p:nvSpPr>
          <p:spPr>
            <a:xfrm>
              <a:off x="1252069" y="5483270"/>
              <a:ext cx="48291" cy="2695"/>
            </a:xfrm>
            <a:custGeom>
              <a:avLst/>
              <a:gdLst/>
              <a:ahLst/>
              <a:cxnLst/>
              <a:rect l="0" t="0" r="0" b="0"/>
              <a:pathLst>
                <a:path w="48291" h="2695">
                  <a:moveTo>
                    <a:pt x="48291" y="2695"/>
                  </a:moveTo>
                  <a:lnTo>
                    <a:pt x="0" y="0"/>
                  </a:lnTo>
                </a:path>
              </a:pathLst>
            </a:custGeom>
            <a:noFill/>
            <a:ln w="20003">
              <a:solidFill>
                <a:srgbClr val="677C8C"/>
              </a:solidFill>
            </a:ln>
          </p:spPr>
        </p:sp>
        <p:sp>
          <p:nvSpPr>
            <p:cNvPr id="232" name="Input_receptor__231">
              <a:extLst>
                <a:ext uri="{FF2B5EF4-FFF2-40B4-BE49-F238E27FC236}">
                  <a16:creationId xmlns:a16="http://schemas.microsoft.com/office/drawing/2014/main" id="{768BA67D-77E1-8957-5504-19E1AB6DD86D}"/>
                </a:ext>
              </a:extLst>
            </p:cNvPr>
            <p:cNvSpPr>
              <a:spLocks noGrp="1"/>
            </p:cNvSpPr>
            <p:nvPr/>
          </p:nvSpPr>
          <p:spPr>
            <a:xfrm>
              <a:off x="1300361" y="5464303"/>
              <a:ext cx="38533" cy="21662"/>
            </a:xfrm>
            <a:custGeom>
              <a:avLst/>
              <a:gdLst/>
              <a:ahLst/>
              <a:cxnLst/>
              <a:rect l="0" t="0" r="0" b="0"/>
              <a:pathLst>
                <a:path w="38533" h="21662">
                  <a:moveTo>
                    <a:pt x="38533" y="0"/>
                  </a:moveTo>
                  <a:lnTo>
                    <a:pt x="0" y="21662"/>
                  </a:lnTo>
                </a:path>
              </a:pathLst>
            </a:custGeom>
            <a:noFill/>
            <a:ln w="8096">
              <a:solidFill>
                <a:srgbClr val="687D8D"/>
              </a:solidFill>
            </a:ln>
          </p:spPr>
        </p:sp>
        <p:sp>
          <p:nvSpPr>
            <p:cNvPr id="233" name="Input_receptor__232">
              <a:extLst>
                <a:ext uri="{FF2B5EF4-FFF2-40B4-BE49-F238E27FC236}">
                  <a16:creationId xmlns:a16="http://schemas.microsoft.com/office/drawing/2014/main" id="{1F0C0298-462C-2580-BA93-694F0DDF0BCD}"/>
                </a:ext>
              </a:extLst>
            </p:cNvPr>
            <p:cNvSpPr>
              <a:spLocks noGrp="1"/>
            </p:cNvSpPr>
            <p:nvPr/>
          </p:nvSpPr>
          <p:spPr>
            <a:xfrm>
              <a:off x="1385235" y="5429290"/>
              <a:ext cx="14321" cy="45025"/>
            </a:xfrm>
            <a:custGeom>
              <a:avLst/>
              <a:gdLst/>
              <a:ahLst/>
              <a:cxnLst/>
              <a:rect l="0" t="0" r="0" b="0"/>
              <a:pathLst>
                <a:path w="14321" h="45025">
                  <a:moveTo>
                    <a:pt x="14321" y="0"/>
                  </a:moveTo>
                  <a:lnTo>
                    <a:pt x="0" y="45025"/>
                  </a:lnTo>
                </a:path>
              </a:pathLst>
            </a:custGeom>
            <a:noFill/>
            <a:ln w="8096">
              <a:solidFill>
                <a:srgbClr val="687D8D"/>
              </a:solidFill>
            </a:ln>
          </p:spPr>
        </p:sp>
        <p:sp>
          <p:nvSpPr>
            <p:cNvPr id="234" name="Input_receptor__233">
              <a:extLst>
                <a:ext uri="{FF2B5EF4-FFF2-40B4-BE49-F238E27FC236}">
                  <a16:creationId xmlns:a16="http://schemas.microsoft.com/office/drawing/2014/main" id="{609412A2-DF9A-03C2-E253-A5E1F4A158DE}"/>
                </a:ext>
              </a:extLst>
            </p:cNvPr>
            <p:cNvSpPr>
              <a:spLocks noGrp="1"/>
            </p:cNvSpPr>
            <p:nvPr/>
          </p:nvSpPr>
          <p:spPr>
            <a:xfrm>
              <a:off x="1338894" y="5464303"/>
              <a:ext cx="46341" cy="10012"/>
            </a:xfrm>
            <a:custGeom>
              <a:avLst/>
              <a:gdLst/>
              <a:ahLst/>
              <a:cxnLst/>
              <a:rect l="0" t="0" r="0" b="0"/>
              <a:pathLst>
                <a:path w="46341" h="10012">
                  <a:moveTo>
                    <a:pt x="46341" y="10012"/>
                  </a:moveTo>
                  <a:lnTo>
                    <a:pt x="0" y="0"/>
                  </a:lnTo>
                </a:path>
              </a:pathLst>
            </a:custGeom>
            <a:noFill/>
            <a:ln w="8096">
              <a:solidFill>
                <a:srgbClr val="687D8D"/>
              </a:solidFill>
            </a:ln>
          </p:spPr>
        </p:sp>
        <p:sp>
          <p:nvSpPr>
            <p:cNvPr id="235" name="Input_receptor__234">
              <a:extLst>
                <a:ext uri="{FF2B5EF4-FFF2-40B4-BE49-F238E27FC236}">
                  <a16:creationId xmlns:a16="http://schemas.microsoft.com/office/drawing/2014/main" id="{682FF5FA-16D0-A481-FBF1-0BEEA2967410}"/>
                </a:ext>
              </a:extLst>
            </p:cNvPr>
            <p:cNvSpPr>
              <a:spLocks noGrp="1"/>
            </p:cNvSpPr>
            <p:nvPr/>
          </p:nvSpPr>
          <p:spPr>
            <a:xfrm>
              <a:off x="1150490" y="5390352"/>
              <a:ext cx="43211" cy="20489"/>
            </a:xfrm>
            <a:custGeom>
              <a:avLst/>
              <a:gdLst/>
              <a:ahLst/>
              <a:cxnLst/>
              <a:rect l="0" t="0" r="0" b="0"/>
              <a:pathLst>
                <a:path w="43211" h="20489">
                  <a:moveTo>
                    <a:pt x="43211" y="0"/>
                  </a:moveTo>
                  <a:lnTo>
                    <a:pt x="0" y="20489"/>
                  </a:lnTo>
                </a:path>
              </a:pathLst>
            </a:custGeom>
            <a:noFill/>
            <a:ln w="20003">
              <a:solidFill>
                <a:srgbClr val="697D8D"/>
              </a:solidFill>
            </a:ln>
          </p:spPr>
        </p:sp>
        <p:sp>
          <p:nvSpPr>
            <p:cNvPr id="236" name="Input_receptor__235">
              <a:extLst>
                <a:ext uri="{FF2B5EF4-FFF2-40B4-BE49-F238E27FC236}">
                  <a16:creationId xmlns:a16="http://schemas.microsoft.com/office/drawing/2014/main" id="{1C65B0D4-33F8-7D49-17B6-62862DBBFC4F}"/>
                </a:ext>
              </a:extLst>
            </p:cNvPr>
            <p:cNvSpPr>
              <a:spLocks noGrp="1"/>
            </p:cNvSpPr>
            <p:nvPr/>
          </p:nvSpPr>
          <p:spPr>
            <a:xfrm>
              <a:off x="1309724" y="5361228"/>
              <a:ext cx="45373" cy="390"/>
            </a:xfrm>
            <a:custGeom>
              <a:avLst/>
              <a:gdLst/>
              <a:ahLst/>
              <a:cxnLst/>
              <a:rect l="0" t="0" r="0" b="0"/>
              <a:pathLst>
                <a:path w="45373" h="390">
                  <a:moveTo>
                    <a:pt x="0" y="0"/>
                  </a:moveTo>
                  <a:lnTo>
                    <a:pt x="45373" y="390"/>
                  </a:lnTo>
                </a:path>
              </a:pathLst>
            </a:custGeom>
            <a:noFill/>
            <a:ln w="8096">
              <a:solidFill>
                <a:srgbClr val="697E8D"/>
              </a:solidFill>
            </a:ln>
          </p:spPr>
        </p:sp>
        <p:sp>
          <p:nvSpPr>
            <p:cNvPr id="237" name="Input_receptor__236">
              <a:extLst>
                <a:ext uri="{FF2B5EF4-FFF2-40B4-BE49-F238E27FC236}">
                  <a16:creationId xmlns:a16="http://schemas.microsoft.com/office/drawing/2014/main" id="{99C344A9-56E5-00D7-2F30-46A555C66FB8}"/>
                </a:ext>
              </a:extLst>
            </p:cNvPr>
            <p:cNvSpPr>
              <a:spLocks noGrp="1"/>
            </p:cNvSpPr>
            <p:nvPr/>
          </p:nvSpPr>
          <p:spPr>
            <a:xfrm>
              <a:off x="1193701" y="5390352"/>
              <a:ext cx="20749" cy="35198"/>
            </a:xfrm>
            <a:custGeom>
              <a:avLst/>
              <a:gdLst/>
              <a:ahLst/>
              <a:cxnLst/>
              <a:rect l="0" t="0" r="0" b="0"/>
              <a:pathLst>
                <a:path w="20749" h="35198">
                  <a:moveTo>
                    <a:pt x="20749" y="35198"/>
                  </a:moveTo>
                  <a:lnTo>
                    <a:pt x="0" y="0"/>
                  </a:lnTo>
                </a:path>
              </a:pathLst>
            </a:custGeom>
            <a:noFill/>
            <a:ln w="20003">
              <a:solidFill>
                <a:srgbClr val="697E8E"/>
              </a:solidFill>
            </a:ln>
          </p:spPr>
        </p:sp>
        <p:sp>
          <p:nvSpPr>
            <p:cNvPr id="238" name="Input_receptor__237">
              <a:extLst>
                <a:ext uri="{FF2B5EF4-FFF2-40B4-BE49-F238E27FC236}">
                  <a16:creationId xmlns:a16="http://schemas.microsoft.com/office/drawing/2014/main" id="{3AC6747C-F1E2-0CC1-B5B9-5A315EBE78E0}"/>
                </a:ext>
              </a:extLst>
            </p:cNvPr>
            <p:cNvSpPr>
              <a:spLocks noGrp="1"/>
            </p:cNvSpPr>
            <p:nvPr/>
          </p:nvSpPr>
          <p:spPr>
            <a:xfrm>
              <a:off x="1190165" y="5425549"/>
              <a:ext cx="24285" cy="33494"/>
            </a:xfrm>
            <a:custGeom>
              <a:avLst/>
              <a:gdLst/>
              <a:ahLst/>
              <a:cxnLst/>
              <a:rect l="0" t="0" r="0" b="0"/>
              <a:pathLst>
                <a:path w="24285" h="33494">
                  <a:moveTo>
                    <a:pt x="0" y="33494"/>
                  </a:moveTo>
                  <a:lnTo>
                    <a:pt x="24285" y="0"/>
                  </a:lnTo>
                </a:path>
              </a:pathLst>
            </a:custGeom>
            <a:noFill/>
            <a:ln w="20003">
              <a:solidFill>
                <a:srgbClr val="697E8E"/>
              </a:solidFill>
            </a:ln>
          </p:spPr>
        </p:sp>
        <p:sp>
          <p:nvSpPr>
            <p:cNvPr id="239" name="Input_receptor__238">
              <a:extLst>
                <a:ext uri="{FF2B5EF4-FFF2-40B4-BE49-F238E27FC236}">
                  <a16:creationId xmlns:a16="http://schemas.microsoft.com/office/drawing/2014/main" id="{635D72B3-A8A7-F1FF-96A8-910CD872F18E}"/>
                </a:ext>
              </a:extLst>
            </p:cNvPr>
            <p:cNvSpPr>
              <a:spLocks noGrp="1"/>
            </p:cNvSpPr>
            <p:nvPr/>
          </p:nvSpPr>
          <p:spPr>
            <a:xfrm>
              <a:off x="1355097" y="5361619"/>
              <a:ext cx="16869" cy="35627"/>
            </a:xfrm>
            <a:custGeom>
              <a:avLst/>
              <a:gdLst/>
              <a:ahLst/>
              <a:cxnLst/>
              <a:rect l="0" t="0" r="0" b="0"/>
              <a:pathLst>
                <a:path w="16869" h="35627">
                  <a:moveTo>
                    <a:pt x="0" y="0"/>
                  </a:moveTo>
                  <a:lnTo>
                    <a:pt x="16869" y="35627"/>
                  </a:lnTo>
                </a:path>
              </a:pathLst>
            </a:custGeom>
            <a:noFill/>
            <a:ln w="8096">
              <a:solidFill>
                <a:srgbClr val="697E8E"/>
              </a:solidFill>
            </a:ln>
          </p:spPr>
        </p:sp>
        <p:sp>
          <p:nvSpPr>
            <p:cNvPr id="240" name="Input_receptor__239">
              <a:extLst>
                <a:ext uri="{FF2B5EF4-FFF2-40B4-BE49-F238E27FC236}">
                  <a16:creationId xmlns:a16="http://schemas.microsoft.com/office/drawing/2014/main" id="{B43661C4-59C8-E49D-FA65-ECF09C93C228}"/>
                </a:ext>
              </a:extLst>
            </p:cNvPr>
            <p:cNvSpPr>
              <a:spLocks noGrp="1"/>
            </p:cNvSpPr>
            <p:nvPr/>
          </p:nvSpPr>
          <p:spPr>
            <a:xfrm>
              <a:off x="1371966" y="5397246"/>
              <a:ext cx="27590" cy="32045"/>
            </a:xfrm>
            <a:custGeom>
              <a:avLst/>
              <a:gdLst/>
              <a:ahLst/>
              <a:cxnLst/>
              <a:rect l="0" t="0" r="0" b="0"/>
              <a:pathLst>
                <a:path w="27590" h="32045">
                  <a:moveTo>
                    <a:pt x="0" y="0"/>
                  </a:moveTo>
                  <a:lnTo>
                    <a:pt x="27590" y="32045"/>
                  </a:lnTo>
                </a:path>
              </a:pathLst>
            </a:custGeom>
            <a:noFill/>
            <a:ln w="8096">
              <a:solidFill>
                <a:srgbClr val="6A7E8E"/>
              </a:solidFill>
            </a:ln>
          </p:spPr>
        </p:sp>
        <p:sp>
          <p:nvSpPr>
            <p:cNvPr id="241" name="Input_receptor__240">
              <a:extLst>
                <a:ext uri="{FF2B5EF4-FFF2-40B4-BE49-F238E27FC236}">
                  <a16:creationId xmlns:a16="http://schemas.microsoft.com/office/drawing/2014/main" id="{58FC215E-0AA0-7754-905B-536EA68DFA83}"/>
                </a:ext>
              </a:extLst>
            </p:cNvPr>
            <p:cNvSpPr>
              <a:spLocks noGrp="1"/>
            </p:cNvSpPr>
            <p:nvPr/>
          </p:nvSpPr>
          <p:spPr>
            <a:xfrm>
              <a:off x="1784423" y="5244633"/>
              <a:ext cx="44050" cy="7414"/>
            </a:xfrm>
            <a:custGeom>
              <a:avLst/>
              <a:gdLst/>
              <a:ahLst/>
              <a:cxnLst/>
              <a:rect l="0" t="0" r="0" b="0"/>
              <a:pathLst>
                <a:path w="44050" h="7414">
                  <a:moveTo>
                    <a:pt x="0" y="7414"/>
                  </a:moveTo>
                  <a:lnTo>
                    <a:pt x="44050" y="0"/>
                  </a:lnTo>
                </a:path>
              </a:pathLst>
            </a:custGeom>
            <a:noFill/>
            <a:ln w="8096">
              <a:solidFill>
                <a:srgbClr val="6A7F8E"/>
              </a:solidFill>
            </a:ln>
          </p:spPr>
        </p:sp>
        <p:sp>
          <p:nvSpPr>
            <p:cNvPr id="242" name="Input_receptor__241">
              <a:extLst>
                <a:ext uri="{FF2B5EF4-FFF2-40B4-BE49-F238E27FC236}">
                  <a16:creationId xmlns:a16="http://schemas.microsoft.com/office/drawing/2014/main" id="{E3A71E1B-D694-78D0-A76B-215DAEBDDC0D}"/>
                </a:ext>
              </a:extLst>
            </p:cNvPr>
            <p:cNvSpPr>
              <a:spLocks noGrp="1"/>
            </p:cNvSpPr>
            <p:nvPr/>
          </p:nvSpPr>
          <p:spPr>
            <a:xfrm>
              <a:off x="1150490" y="5410841"/>
              <a:ext cx="7410" cy="4222"/>
            </a:xfrm>
            <a:custGeom>
              <a:avLst/>
              <a:gdLst/>
              <a:ahLst/>
              <a:cxnLst/>
              <a:rect l="0" t="0" r="0" b="0"/>
              <a:pathLst>
                <a:path w="7410" h="4222">
                  <a:moveTo>
                    <a:pt x="0" y="0"/>
                  </a:moveTo>
                  <a:lnTo>
                    <a:pt x="7410" y="4222"/>
                  </a:lnTo>
                </a:path>
              </a:pathLst>
            </a:custGeom>
            <a:noFill/>
            <a:ln w="20003">
              <a:solidFill>
                <a:srgbClr val="6A7F8E"/>
              </a:solidFill>
            </a:ln>
          </p:spPr>
        </p:sp>
        <p:sp>
          <p:nvSpPr>
            <p:cNvPr id="243" name="Input_receptor__242">
              <a:extLst>
                <a:ext uri="{FF2B5EF4-FFF2-40B4-BE49-F238E27FC236}">
                  <a16:creationId xmlns:a16="http://schemas.microsoft.com/office/drawing/2014/main" id="{2183BC27-2DA5-30E5-F61E-8FEDB65BAFBF}"/>
                </a:ext>
              </a:extLst>
            </p:cNvPr>
            <p:cNvSpPr>
              <a:spLocks noGrp="1"/>
            </p:cNvSpPr>
            <p:nvPr/>
          </p:nvSpPr>
          <p:spPr>
            <a:xfrm>
              <a:off x="1756784" y="5231243"/>
              <a:ext cx="27639" cy="20804"/>
            </a:xfrm>
            <a:custGeom>
              <a:avLst/>
              <a:gdLst/>
              <a:ahLst/>
              <a:cxnLst/>
              <a:rect l="0" t="0" r="0" b="0"/>
              <a:pathLst>
                <a:path w="27639" h="20804">
                  <a:moveTo>
                    <a:pt x="0" y="0"/>
                  </a:moveTo>
                  <a:lnTo>
                    <a:pt x="27639" y="20804"/>
                  </a:lnTo>
                </a:path>
              </a:pathLst>
            </a:custGeom>
            <a:noFill/>
            <a:ln w="8096">
              <a:solidFill>
                <a:srgbClr val="6B7F8E"/>
              </a:solidFill>
            </a:ln>
          </p:spPr>
        </p:sp>
        <p:sp>
          <p:nvSpPr>
            <p:cNvPr id="244" name="Input_receptor__243">
              <a:extLst>
                <a:ext uri="{FF2B5EF4-FFF2-40B4-BE49-F238E27FC236}">
                  <a16:creationId xmlns:a16="http://schemas.microsoft.com/office/drawing/2014/main" id="{923381E4-608C-3C71-B1BF-62FC0E4F3169}"/>
                </a:ext>
              </a:extLst>
            </p:cNvPr>
            <p:cNvSpPr>
              <a:spLocks noGrp="1"/>
            </p:cNvSpPr>
            <p:nvPr/>
          </p:nvSpPr>
          <p:spPr>
            <a:xfrm>
              <a:off x="1744192" y="5160842"/>
              <a:ext cx="43402" cy="14230"/>
            </a:xfrm>
            <a:custGeom>
              <a:avLst/>
              <a:gdLst/>
              <a:ahLst/>
              <a:cxnLst/>
              <a:rect l="0" t="0" r="0" b="0"/>
              <a:pathLst>
                <a:path w="43402" h="14230">
                  <a:moveTo>
                    <a:pt x="0" y="0"/>
                  </a:moveTo>
                  <a:lnTo>
                    <a:pt x="43402" y="14230"/>
                  </a:lnTo>
                </a:path>
              </a:pathLst>
            </a:custGeom>
            <a:noFill/>
            <a:ln w="20003">
              <a:solidFill>
                <a:srgbClr val="6B7F8E"/>
              </a:solidFill>
            </a:ln>
          </p:spPr>
        </p:sp>
        <p:sp>
          <p:nvSpPr>
            <p:cNvPr id="245" name="Input_receptor__244">
              <a:extLst>
                <a:ext uri="{FF2B5EF4-FFF2-40B4-BE49-F238E27FC236}">
                  <a16:creationId xmlns:a16="http://schemas.microsoft.com/office/drawing/2014/main" id="{2E638650-F8D2-A7F8-80EA-FD1D522F75B3}"/>
                </a:ext>
              </a:extLst>
            </p:cNvPr>
            <p:cNvSpPr>
              <a:spLocks noGrp="1"/>
            </p:cNvSpPr>
            <p:nvPr/>
          </p:nvSpPr>
          <p:spPr>
            <a:xfrm>
              <a:off x="1309724" y="5354561"/>
              <a:ext cx="20367" cy="6668"/>
            </a:xfrm>
            <a:custGeom>
              <a:avLst/>
              <a:gdLst/>
              <a:ahLst/>
              <a:cxnLst/>
              <a:rect l="0" t="0" r="0" b="0"/>
              <a:pathLst>
                <a:path w="20367" h="6668">
                  <a:moveTo>
                    <a:pt x="20367" y="0"/>
                  </a:moveTo>
                  <a:lnTo>
                    <a:pt x="0" y="6668"/>
                  </a:lnTo>
                </a:path>
              </a:pathLst>
            </a:custGeom>
            <a:noFill/>
            <a:ln w="20003">
              <a:solidFill>
                <a:srgbClr val="6B808E"/>
              </a:solidFill>
            </a:ln>
          </p:spPr>
        </p:sp>
        <p:sp>
          <p:nvSpPr>
            <p:cNvPr id="246" name="Input_receptor__245">
              <a:extLst>
                <a:ext uri="{FF2B5EF4-FFF2-40B4-BE49-F238E27FC236}">
                  <a16:creationId xmlns:a16="http://schemas.microsoft.com/office/drawing/2014/main" id="{28790B67-5BC3-B496-98A9-772C893D8750}"/>
                </a:ext>
              </a:extLst>
            </p:cNvPr>
            <p:cNvSpPr>
              <a:spLocks noGrp="1"/>
            </p:cNvSpPr>
            <p:nvPr/>
          </p:nvSpPr>
          <p:spPr>
            <a:xfrm>
              <a:off x="1300998" y="5295829"/>
              <a:ext cx="42734" cy="14197"/>
            </a:xfrm>
            <a:custGeom>
              <a:avLst/>
              <a:gdLst/>
              <a:ahLst/>
              <a:cxnLst/>
              <a:rect l="0" t="0" r="0" b="0"/>
              <a:pathLst>
                <a:path w="42734" h="14197">
                  <a:moveTo>
                    <a:pt x="0" y="0"/>
                  </a:moveTo>
                  <a:lnTo>
                    <a:pt x="42734" y="14197"/>
                  </a:lnTo>
                </a:path>
              </a:pathLst>
            </a:custGeom>
            <a:noFill/>
            <a:ln w="20003">
              <a:solidFill>
                <a:srgbClr val="6B808E"/>
              </a:solidFill>
            </a:ln>
          </p:spPr>
        </p:sp>
        <p:sp>
          <p:nvSpPr>
            <p:cNvPr id="247" name="Input_receptor__246">
              <a:extLst>
                <a:ext uri="{FF2B5EF4-FFF2-40B4-BE49-F238E27FC236}">
                  <a16:creationId xmlns:a16="http://schemas.microsoft.com/office/drawing/2014/main" id="{37F39AD4-13D1-7470-043D-D20FB7759455}"/>
                </a:ext>
              </a:extLst>
            </p:cNvPr>
            <p:cNvSpPr>
              <a:spLocks noGrp="1"/>
            </p:cNvSpPr>
            <p:nvPr/>
          </p:nvSpPr>
          <p:spPr>
            <a:xfrm>
              <a:off x="1446368" y="5304861"/>
              <a:ext cx="35008" cy="26310"/>
            </a:xfrm>
            <a:custGeom>
              <a:avLst/>
              <a:gdLst/>
              <a:ahLst/>
              <a:cxnLst/>
              <a:rect l="0" t="0" r="0" b="0"/>
              <a:pathLst>
                <a:path w="35008" h="26310">
                  <a:moveTo>
                    <a:pt x="35008" y="26310"/>
                  </a:moveTo>
                  <a:lnTo>
                    <a:pt x="0" y="0"/>
                  </a:lnTo>
                </a:path>
              </a:pathLst>
            </a:custGeom>
            <a:noFill/>
            <a:ln w="20003">
              <a:solidFill>
                <a:srgbClr val="6C808F"/>
              </a:solidFill>
            </a:ln>
          </p:spPr>
        </p:sp>
        <p:sp>
          <p:nvSpPr>
            <p:cNvPr id="248" name="Input_receptor__247">
              <a:extLst>
                <a:ext uri="{FF2B5EF4-FFF2-40B4-BE49-F238E27FC236}">
                  <a16:creationId xmlns:a16="http://schemas.microsoft.com/office/drawing/2014/main" id="{A632457D-F735-DC4C-5021-233B6BB3583B}"/>
                </a:ext>
              </a:extLst>
            </p:cNvPr>
            <p:cNvSpPr>
              <a:spLocks noGrp="1"/>
            </p:cNvSpPr>
            <p:nvPr/>
          </p:nvSpPr>
          <p:spPr>
            <a:xfrm>
              <a:off x="1136333" y="5353368"/>
              <a:ext cx="38187" cy="16423"/>
            </a:xfrm>
            <a:custGeom>
              <a:avLst/>
              <a:gdLst/>
              <a:ahLst/>
              <a:cxnLst/>
              <a:rect l="0" t="0" r="0" b="0"/>
              <a:pathLst>
                <a:path w="38187" h="16423">
                  <a:moveTo>
                    <a:pt x="38187" y="16423"/>
                  </a:moveTo>
                  <a:lnTo>
                    <a:pt x="0" y="0"/>
                  </a:lnTo>
                </a:path>
              </a:pathLst>
            </a:custGeom>
            <a:noFill/>
            <a:ln w="20003">
              <a:solidFill>
                <a:srgbClr val="6C808F"/>
              </a:solidFill>
            </a:ln>
          </p:spPr>
        </p:sp>
        <p:sp>
          <p:nvSpPr>
            <p:cNvPr id="249" name="Input_receptor__248">
              <a:extLst>
                <a:ext uri="{FF2B5EF4-FFF2-40B4-BE49-F238E27FC236}">
                  <a16:creationId xmlns:a16="http://schemas.microsoft.com/office/drawing/2014/main" id="{94574BA2-66AE-84C5-EAFA-37A6A94F32CA}"/>
                </a:ext>
              </a:extLst>
            </p:cNvPr>
            <p:cNvSpPr>
              <a:spLocks noGrp="1"/>
            </p:cNvSpPr>
            <p:nvPr/>
          </p:nvSpPr>
          <p:spPr>
            <a:xfrm>
              <a:off x="1104945" y="5353368"/>
              <a:ext cx="31388" cy="25623"/>
            </a:xfrm>
            <a:custGeom>
              <a:avLst/>
              <a:gdLst/>
              <a:ahLst/>
              <a:cxnLst/>
              <a:rect l="0" t="0" r="0" b="0"/>
              <a:pathLst>
                <a:path w="31388" h="25623">
                  <a:moveTo>
                    <a:pt x="31388" y="0"/>
                  </a:moveTo>
                  <a:lnTo>
                    <a:pt x="0" y="25623"/>
                  </a:lnTo>
                </a:path>
              </a:pathLst>
            </a:custGeom>
            <a:noFill/>
            <a:ln w="20003">
              <a:solidFill>
                <a:srgbClr val="6C808F"/>
              </a:solidFill>
            </a:ln>
          </p:spPr>
        </p:sp>
        <p:sp>
          <p:nvSpPr>
            <p:cNvPr id="250" name="Input_receptor__249">
              <a:extLst>
                <a:ext uri="{FF2B5EF4-FFF2-40B4-BE49-F238E27FC236}">
                  <a16:creationId xmlns:a16="http://schemas.microsoft.com/office/drawing/2014/main" id="{3555E6A7-4B81-05D3-BAD4-54B011167748}"/>
                </a:ext>
              </a:extLst>
            </p:cNvPr>
            <p:cNvSpPr>
              <a:spLocks noGrp="1"/>
            </p:cNvSpPr>
            <p:nvPr/>
          </p:nvSpPr>
          <p:spPr>
            <a:xfrm>
              <a:off x="1461598" y="5331171"/>
              <a:ext cx="19778" cy="40696"/>
            </a:xfrm>
            <a:custGeom>
              <a:avLst/>
              <a:gdLst/>
              <a:ahLst/>
              <a:cxnLst/>
              <a:rect l="0" t="0" r="0" b="0"/>
              <a:pathLst>
                <a:path w="19778" h="40696">
                  <a:moveTo>
                    <a:pt x="0" y="40696"/>
                  </a:moveTo>
                  <a:lnTo>
                    <a:pt x="19778" y="0"/>
                  </a:lnTo>
                </a:path>
              </a:pathLst>
            </a:custGeom>
            <a:noFill/>
            <a:ln w="20003">
              <a:solidFill>
                <a:srgbClr val="6C808F"/>
              </a:solidFill>
            </a:ln>
          </p:spPr>
        </p:sp>
        <p:sp>
          <p:nvSpPr>
            <p:cNvPr id="251" name="Input_receptor__250">
              <a:extLst>
                <a:ext uri="{FF2B5EF4-FFF2-40B4-BE49-F238E27FC236}">
                  <a16:creationId xmlns:a16="http://schemas.microsoft.com/office/drawing/2014/main" id="{76824CBA-3D59-E09A-3163-6FBF06F9FD9F}"/>
                </a:ext>
              </a:extLst>
            </p:cNvPr>
            <p:cNvSpPr>
              <a:spLocks noGrp="1"/>
            </p:cNvSpPr>
            <p:nvPr/>
          </p:nvSpPr>
          <p:spPr>
            <a:xfrm>
              <a:off x="1412950" y="5304861"/>
              <a:ext cx="33419" cy="22160"/>
            </a:xfrm>
            <a:custGeom>
              <a:avLst/>
              <a:gdLst/>
              <a:ahLst/>
              <a:cxnLst/>
              <a:rect l="0" t="0" r="0" b="0"/>
              <a:pathLst>
                <a:path w="33419" h="22160">
                  <a:moveTo>
                    <a:pt x="33419" y="0"/>
                  </a:moveTo>
                  <a:lnTo>
                    <a:pt x="0" y="22160"/>
                  </a:lnTo>
                </a:path>
              </a:pathLst>
            </a:custGeom>
            <a:noFill/>
            <a:ln w="20003">
              <a:solidFill>
                <a:srgbClr val="6C808F"/>
              </a:solidFill>
            </a:ln>
          </p:spPr>
        </p:sp>
        <p:sp>
          <p:nvSpPr>
            <p:cNvPr id="252" name="Input_receptor__251">
              <a:extLst>
                <a:ext uri="{FF2B5EF4-FFF2-40B4-BE49-F238E27FC236}">
                  <a16:creationId xmlns:a16="http://schemas.microsoft.com/office/drawing/2014/main" id="{74AB958D-E61D-DC00-DD00-CD1E914E3AB7}"/>
                </a:ext>
              </a:extLst>
            </p:cNvPr>
            <p:cNvSpPr>
              <a:spLocks noGrp="1"/>
            </p:cNvSpPr>
            <p:nvPr/>
          </p:nvSpPr>
          <p:spPr>
            <a:xfrm>
              <a:off x="1787594" y="5175073"/>
              <a:ext cx="2531" cy="25509"/>
            </a:xfrm>
            <a:custGeom>
              <a:avLst/>
              <a:gdLst/>
              <a:ahLst/>
              <a:cxnLst/>
              <a:rect l="0" t="0" r="0" b="0"/>
              <a:pathLst>
                <a:path w="2531" h="25509">
                  <a:moveTo>
                    <a:pt x="0" y="0"/>
                  </a:moveTo>
                  <a:lnTo>
                    <a:pt x="2531" y="25509"/>
                  </a:lnTo>
                </a:path>
              </a:pathLst>
            </a:custGeom>
            <a:noFill/>
            <a:ln w="20003">
              <a:solidFill>
                <a:srgbClr val="6C808F"/>
              </a:solidFill>
            </a:ln>
          </p:spPr>
        </p:sp>
        <p:sp>
          <p:nvSpPr>
            <p:cNvPr id="253" name="Input_receptor__252">
              <a:extLst>
                <a:ext uri="{FF2B5EF4-FFF2-40B4-BE49-F238E27FC236}">
                  <a16:creationId xmlns:a16="http://schemas.microsoft.com/office/drawing/2014/main" id="{59420809-AEFA-C324-3F94-EBC2AAA6E01F}"/>
                </a:ext>
              </a:extLst>
            </p:cNvPr>
            <p:cNvSpPr>
              <a:spLocks noGrp="1"/>
            </p:cNvSpPr>
            <p:nvPr/>
          </p:nvSpPr>
          <p:spPr>
            <a:xfrm>
              <a:off x="1280790" y="5295829"/>
              <a:ext cx="20208" cy="15256"/>
            </a:xfrm>
            <a:custGeom>
              <a:avLst/>
              <a:gdLst/>
              <a:ahLst/>
              <a:cxnLst/>
              <a:rect l="0" t="0" r="0" b="0"/>
              <a:pathLst>
                <a:path w="20208" h="15256">
                  <a:moveTo>
                    <a:pt x="0" y="15256"/>
                  </a:moveTo>
                  <a:lnTo>
                    <a:pt x="20208" y="0"/>
                  </a:lnTo>
                </a:path>
              </a:pathLst>
            </a:custGeom>
            <a:noFill/>
            <a:ln w="20003">
              <a:solidFill>
                <a:srgbClr val="6C808F"/>
              </a:solidFill>
            </a:ln>
          </p:spPr>
        </p:sp>
        <p:sp>
          <p:nvSpPr>
            <p:cNvPr id="254" name="Input_receptor__253">
              <a:extLst>
                <a:ext uri="{FF2B5EF4-FFF2-40B4-BE49-F238E27FC236}">
                  <a16:creationId xmlns:a16="http://schemas.microsoft.com/office/drawing/2014/main" id="{8133BC45-2219-99A1-EB48-E41A201A1EBD}"/>
                </a:ext>
              </a:extLst>
            </p:cNvPr>
            <p:cNvSpPr>
              <a:spLocks noGrp="1"/>
            </p:cNvSpPr>
            <p:nvPr/>
          </p:nvSpPr>
          <p:spPr>
            <a:xfrm>
              <a:off x="1302662" y="5480836"/>
              <a:ext cx="25108" cy="33835"/>
            </a:xfrm>
            <a:custGeom>
              <a:avLst/>
              <a:gdLst/>
              <a:ahLst/>
              <a:cxnLst/>
              <a:rect l="0" t="0" r="0" b="0"/>
              <a:pathLst>
                <a:path w="25108" h="33835">
                  <a:moveTo>
                    <a:pt x="0" y="0"/>
                  </a:moveTo>
                  <a:lnTo>
                    <a:pt x="25108" y="33835"/>
                  </a:lnTo>
                </a:path>
              </a:pathLst>
            </a:custGeom>
            <a:noFill/>
            <a:ln w="20003">
              <a:solidFill>
                <a:srgbClr val="6C808F"/>
              </a:solidFill>
            </a:ln>
          </p:spPr>
        </p:sp>
        <p:sp>
          <p:nvSpPr>
            <p:cNvPr id="255" name="Input_receptor__254">
              <a:extLst>
                <a:ext uri="{FF2B5EF4-FFF2-40B4-BE49-F238E27FC236}">
                  <a16:creationId xmlns:a16="http://schemas.microsoft.com/office/drawing/2014/main" id="{ABCB1E00-DAB7-1B8F-6955-523EBEDC43DA}"/>
                </a:ext>
              </a:extLst>
            </p:cNvPr>
            <p:cNvSpPr>
              <a:spLocks noGrp="1"/>
            </p:cNvSpPr>
            <p:nvPr/>
          </p:nvSpPr>
          <p:spPr>
            <a:xfrm>
              <a:off x="1766760" y="5100812"/>
              <a:ext cx="31448" cy="23942"/>
            </a:xfrm>
            <a:custGeom>
              <a:avLst/>
              <a:gdLst/>
              <a:ahLst/>
              <a:cxnLst/>
              <a:rect l="0" t="0" r="0" b="0"/>
              <a:pathLst>
                <a:path w="31448" h="23942">
                  <a:moveTo>
                    <a:pt x="0" y="0"/>
                  </a:moveTo>
                  <a:lnTo>
                    <a:pt x="31448" y="23942"/>
                  </a:lnTo>
                </a:path>
              </a:pathLst>
            </a:custGeom>
            <a:noFill/>
            <a:ln w="20003">
              <a:solidFill>
                <a:srgbClr val="6C808F"/>
              </a:solidFill>
            </a:ln>
          </p:spPr>
        </p:sp>
        <p:sp>
          <p:nvSpPr>
            <p:cNvPr id="256" name="Input_receptor__255">
              <a:extLst>
                <a:ext uri="{FF2B5EF4-FFF2-40B4-BE49-F238E27FC236}">
                  <a16:creationId xmlns:a16="http://schemas.microsoft.com/office/drawing/2014/main" id="{F3DEF6DE-8043-3E3D-C3B4-18B2DED54F6A}"/>
                </a:ext>
              </a:extLst>
            </p:cNvPr>
            <p:cNvSpPr>
              <a:spLocks noGrp="1"/>
            </p:cNvSpPr>
            <p:nvPr/>
          </p:nvSpPr>
          <p:spPr>
            <a:xfrm>
              <a:off x="1330091" y="5310026"/>
              <a:ext cx="13640" cy="44535"/>
            </a:xfrm>
            <a:custGeom>
              <a:avLst/>
              <a:gdLst/>
              <a:ahLst/>
              <a:cxnLst/>
              <a:rect l="0" t="0" r="0" b="0"/>
              <a:pathLst>
                <a:path w="13640" h="44535">
                  <a:moveTo>
                    <a:pt x="13640" y="0"/>
                  </a:moveTo>
                  <a:lnTo>
                    <a:pt x="0" y="44535"/>
                  </a:lnTo>
                </a:path>
              </a:pathLst>
            </a:custGeom>
            <a:noFill/>
            <a:ln w="20003">
              <a:solidFill>
                <a:srgbClr val="6C818F"/>
              </a:solidFill>
            </a:ln>
          </p:spPr>
        </p:sp>
        <p:sp>
          <p:nvSpPr>
            <p:cNvPr id="257" name="Input_receptor__256">
              <a:extLst>
                <a:ext uri="{FF2B5EF4-FFF2-40B4-BE49-F238E27FC236}">
                  <a16:creationId xmlns:a16="http://schemas.microsoft.com/office/drawing/2014/main" id="{BEF29445-4693-7B59-01FC-6FC4C7FCEE33}"/>
                </a:ext>
              </a:extLst>
            </p:cNvPr>
            <p:cNvSpPr>
              <a:spLocks noGrp="1"/>
            </p:cNvSpPr>
            <p:nvPr/>
          </p:nvSpPr>
          <p:spPr>
            <a:xfrm>
              <a:off x="1157900" y="5369790"/>
              <a:ext cx="16621" cy="45272"/>
            </a:xfrm>
            <a:custGeom>
              <a:avLst/>
              <a:gdLst/>
              <a:ahLst/>
              <a:cxnLst/>
              <a:rect l="0" t="0" r="0" b="0"/>
              <a:pathLst>
                <a:path w="16621" h="45272">
                  <a:moveTo>
                    <a:pt x="0" y="45272"/>
                  </a:moveTo>
                  <a:lnTo>
                    <a:pt x="16621" y="0"/>
                  </a:lnTo>
                </a:path>
              </a:pathLst>
            </a:custGeom>
            <a:noFill/>
            <a:ln w="20003">
              <a:solidFill>
                <a:srgbClr val="6C818F"/>
              </a:solidFill>
            </a:ln>
          </p:spPr>
        </p:sp>
        <p:sp>
          <p:nvSpPr>
            <p:cNvPr id="258" name="Input_receptor__257">
              <a:extLst>
                <a:ext uri="{FF2B5EF4-FFF2-40B4-BE49-F238E27FC236}">
                  <a16:creationId xmlns:a16="http://schemas.microsoft.com/office/drawing/2014/main" id="{CE8C43C3-FD32-68A3-83E5-1E6094B8A66A}"/>
                </a:ext>
              </a:extLst>
            </p:cNvPr>
            <p:cNvSpPr>
              <a:spLocks noGrp="1"/>
            </p:cNvSpPr>
            <p:nvPr/>
          </p:nvSpPr>
          <p:spPr>
            <a:xfrm>
              <a:off x="1213516" y="5605801"/>
              <a:ext cx="46574" cy="10776"/>
            </a:xfrm>
            <a:custGeom>
              <a:avLst/>
              <a:gdLst/>
              <a:ahLst/>
              <a:cxnLst/>
              <a:rect l="0" t="0" r="0" b="0"/>
              <a:pathLst>
                <a:path w="46574" h="10776">
                  <a:moveTo>
                    <a:pt x="46574" y="10776"/>
                  </a:moveTo>
                  <a:lnTo>
                    <a:pt x="0" y="0"/>
                  </a:lnTo>
                </a:path>
              </a:pathLst>
            </a:custGeom>
            <a:noFill/>
            <a:ln w="20003">
              <a:solidFill>
                <a:srgbClr val="6C818F"/>
              </a:solidFill>
            </a:ln>
          </p:spPr>
        </p:sp>
        <p:sp>
          <p:nvSpPr>
            <p:cNvPr id="259" name="Input_receptor__258">
              <a:extLst>
                <a:ext uri="{FF2B5EF4-FFF2-40B4-BE49-F238E27FC236}">
                  <a16:creationId xmlns:a16="http://schemas.microsoft.com/office/drawing/2014/main" id="{72F49CB3-0956-75E6-5253-3DA330297B76}"/>
                </a:ext>
              </a:extLst>
            </p:cNvPr>
            <p:cNvSpPr>
              <a:spLocks noGrp="1"/>
            </p:cNvSpPr>
            <p:nvPr/>
          </p:nvSpPr>
          <p:spPr>
            <a:xfrm>
              <a:off x="1268967" y="5480836"/>
              <a:ext cx="33696" cy="5148"/>
            </a:xfrm>
            <a:custGeom>
              <a:avLst/>
              <a:gdLst/>
              <a:ahLst/>
              <a:cxnLst/>
              <a:rect l="0" t="0" r="0" b="0"/>
              <a:pathLst>
                <a:path w="33696" h="5148">
                  <a:moveTo>
                    <a:pt x="0" y="5148"/>
                  </a:moveTo>
                  <a:lnTo>
                    <a:pt x="33696" y="0"/>
                  </a:lnTo>
                </a:path>
              </a:pathLst>
            </a:custGeom>
            <a:noFill/>
            <a:ln w="20003">
              <a:solidFill>
                <a:srgbClr val="6C818F"/>
              </a:solidFill>
            </a:ln>
          </p:spPr>
        </p:sp>
        <p:sp>
          <p:nvSpPr>
            <p:cNvPr id="260" name="Input_receptor__259">
              <a:extLst>
                <a:ext uri="{FF2B5EF4-FFF2-40B4-BE49-F238E27FC236}">
                  <a16:creationId xmlns:a16="http://schemas.microsoft.com/office/drawing/2014/main" id="{D8CA0AAC-5A10-35D9-BBD6-B7EF3A401A84}"/>
                </a:ext>
              </a:extLst>
            </p:cNvPr>
            <p:cNvSpPr>
              <a:spLocks noGrp="1"/>
            </p:cNvSpPr>
            <p:nvPr/>
          </p:nvSpPr>
          <p:spPr>
            <a:xfrm>
              <a:off x="1260090" y="5594593"/>
              <a:ext cx="43037" cy="21984"/>
            </a:xfrm>
            <a:custGeom>
              <a:avLst/>
              <a:gdLst/>
              <a:ahLst/>
              <a:cxnLst/>
              <a:rect l="0" t="0" r="0" b="0"/>
              <a:pathLst>
                <a:path w="43037" h="21984">
                  <a:moveTo>
                    <a:pt x="43037" y="0"/>
                  </a:moveTo>
                  <a:lnTo>
                    <a:pt x="0" y="21984"/>
                  </a:lnTo>
                </a:path>
              </a:pathLst>
            </a:custGeom>
            <a:noFill/>
            <a:ln w="8096">
              <a:solidFill>
                <a:srgbClr val="6C818F"/>
              </a:solidFill>
            </a:ln>
          </p:spPr>
        </p:sp>
        <p:sp>
          <p:nvSpPr>
            <p:cNvPr id="261" name="Input_receptor__260">
              <a:extLst>
                <a:ext uri="{FF2B5EF4-FFF2-40B4-BE49-F238E27FC236}">
                  <a16:creationId xmlns:a16="http://schemas.microsoft.com/office/drawing/2014/main" id="{1ABC4B83-3219-9120-A963-4D89CCE1A269}"/>
                </a:ext>
              </a:extLst>
            </p:cNvPr>
            <p:cNvSpPr>
              <a:spLocks noGrp="1"/>
            </p:cNvSpPr>
            <p:nvPr/>
          </p:nvSpPr>
          <p:spPr>
            <a:xfrm>
              <a:off x="1741938" y="5031548"/>
              <a:ext cx="45107" cy="15054"/>
            </a:xfrm>
            <a:custGeom>
              <a:avLst/>
              <a:gdLst/>
              <a:ahLst/>
              <a:cxnLst/>
              <a:rect l="0" t="0" r="0" b="0"/>
              <a:pathLst>
                <a:path w="45107" h="15054">
                  <a:moveTo>
                    <a:pt x="0" y="0"/>
                  </a:moveTo>
                  <a:lnTo>
                    <a:pt x="45107" y="15054"/>
                  </a:lnTo>
                </a:path>
              </a:pathLst>
            </a:custGeom>
            <a:noFill/>
            <a:ln w="20003">
              <a:solidFill>
                <a:srgbClr val="6C818F"/>
              </a:solidFill>
            </a:ln>
          </p:spPr>
        </p:sp>
        <p:sp>
          <p:nvSpPr>
            <p:cNvPr id="262" name="Input_receptor__261">
              <a:extLst>
                <a:ext uri="{FF2B5EF4-FFF2-40B4-BE49-F238E27FC236}">
                  <a16:creationId xmlns:a16="http://schemas.microsoft.com/office/drawing/2014/main" id="{298D5439-DA68-1F20-5739-5190B57E5B7F}"/>
                </a:ext>
              </a:extLst>
            </p:cNvPr>
            <p:cNvSpPr>
              <a:spLocks noGrp="1"/>
            </p:cNvSpPr>
            <p:nvPr/>
          </p:nvSpPr>
          <p:spPr>
            <a:xfrm>
              <a:off x="1292924" y="5547951"/>
              <a:ext cx="10202" cy="46642"/>
            </a:xfrm>
            <a:custGeom>
              <a:avLst/>
              <a:gdLst/>
              <a:ahLst/>
              <a:cxnLst/>
              <a:rect l="0" t="0" r="0" b="0"/>
              <a:pathLst>
                <a:path w="10202" h="46642">
                  <a:moveTo>
                    <a:pt x="0" y="0"/>
                  </a:moveTo>
                  <a:lnTo>
                    <a:pt x="10202" y="46642"/>
                  </a:lnTo>
                </a:path>
              </a:pathLst>
            </a:custGeom>
            <a:noFill/>
            <a:ln w="8096">
              <a:solidFill>
                <a:srgbClr val="6D818F"/>
              </a:solidFill>
            </a:ln>
          </p:spPr>
        </p:sp>
        <p:sp>
          <p:nvSpPr>
            <p:cNvPr id="263" name="Input_receptor__262">
              <a:extLst>
                <a:ext uri="{FF2B5EF4-FFF2-40B4-BE49-F238E27FC236}">
                  <a16:creationId xmlns:a16="http://schemas.microsoft.com/office/drawing/2014/main" id="{3BEE20D6-2D11-4AA1-74DA-21A122125BC9}"/>
                </a:ext>
              </a:extLst>
            </p:cNvPr>
            <p:cNvSpPr>
              <a:spLocks noGrp="1"/>
            </p:cNvSpPr>
            <p:nvPr/>
          </p:nvSpPr>
          <p:spPr>
            <a:xfrm>
              <a:off x="1737716" y="5093558"/>
              <a:ext cx="29043" cy="7254"/>
            </a:xfrm>
            <a:custGeom>
              <a:avLst/>
              <a:gdLst/>
              <a:ahLst/>
              <a:cxnLst/>
              <a:rect l="0" t="0" r="0" b="0"/>
              <a:pathLst>
                <a:path w="29043" h="7254">
                  <a:moveTo>
                    <a:pt x="0" y="0"/>
                  </a:moveTo>
                  <a:lnTo>
                    <a:pt x="29043" y="7254"/>
                  </a:lnTo>
                </a:path>
              </a:pathLst>
            </a:custGeom>
            <a:noFill/>
            <a:ln w="20003">
              <a:solidFill>
                <a:srgbClr val="6D818F"/>
              </a:solidFill>
            </a:ln>
          </p:spPr>
        </p:sp>
        <p:sp>
          <p:nvSpPr>
            <p:cNvPr id="264" name="Input_receptor__263">
              <a:extLst>
                <a:ext uri="{FF2B5EF4-FFF2-40B4-BE49-F238E27FC236}">
                  <a16:creationId xmlns:a16="http://schemas.microsoft.com/office/drawing/2014/main" id="{B7B224D1-5C20-C172-0B65-6538A27055D9}"/>
                </a:ext>
              </a:extLst>
            </p:cNvPr>
            <p:cNvSpPr>
              <a:spLocks noGrp="1"/>
            </p:cNvSpPr>
            <p:nvPr/>
          </p:nvSpPr>
          <p:spPr>
            <a:xfrm>
              <a:off x="1828473" y="5244633"/>
              <a:ext cx="5956" cy="11345"/>
            </a:xfrm>
            <a:custGeom>
              <a:avLst/>
              <a:gdLst/>
              <a:ahLst/>
              <a:cxnLst/>
              <a:rect l="0" t="0" r="0" b="0"/>
              <a:pathLst>
                <a:path w="5956" h="11345">
                  <a:moveTo>
                    <a:pt x="0" y="0"/>
                  </a:moveTo>
                  <a:lnTo>
                    <a:pt x="5956" y="11345"/>
                  </a:lnTo>
                </a:path>
              </a:pathLst>
            </a:custGeom>
            <a:noFill/>
            <a:ln w="8096">
              <a:solidFill>
                <a:srgbClr val="6D8190"/>
              </a:solidFill>
            </a:ln>
          </p:spPr>
        </p:sp>
        <p:sp>
          <p:nvSpPr>
            <p:cNvPr id="265" name="Input_receptor__264">
              <a:extLst>
                <a:ext uri="{FF2B5EF4-FFF2-40B4-BE49-F238E27FC236}">
                  <a16:creationId xmlns:a16="http://schemas.microsoft.com/office/drawing/2014/main" id="{63BFB9A6-4F73-23B7-406C-DE602F414BC8}"/>
                </a:ext>
              </a:extLst>
            </p:cNvPr>
            <p:cNvSpPr>
              <a:spLocks noGrp="1"/>
            </p:cNvSpPr>
            <p:nvPr/>
          </p:nvSpPr>
          <p:spPr>
            <a:xfrm>
              <a:off x="1756784" y="5200582"/>
              <a:ext cx="33341" cy="30662"/>
            </a:xfrm>
            <a:custGeom>
              <a:avLst/>
              <a:gdLst/>
              <a:ahLst/>
              <a:cxnLst/>
              <a:rect l="0" t="0" r="0" b="0"/>
              <a:pathLst>
                <a:path w="33341" h="30662">
                  <a:moveTo>
                    <a:pt x="33341" y="0"/>
                  </a:moveTo>
                  <a:lnTo>
                    <a:pt x="0" y="30662"/>
                  </a:lnTo>
                </a:path>
              </a:pathLst>
            </a:custGeom>
            <a:noFill/>
            <a:ln w="8096">
              <a:solidFill>
                <a:srgbClr val="6D8190"/>
              </a:solidFill>
            </a:ln>
          </p:spPr>
        </p:sp>
        <p:sp>
          <p:nvSpPr>
            <p:cNvPr id="266" name="Input_receptor__265">
              <a:extLst>
                <a:ext uri="{FF2B5EF4-FFF2-40B4-BE49-F238E27FC236}">
                  <a16:creationId xmlns:a16="http://schemas.microsoft.com/office/drawing/2014/main" id="{410E7D20-65F2-EE8C-47EA-3710F1E7154A}"/>
                </a:ext>
              </a:extLst>
            </p:cNvPr>
            <p:cNvSpPr>
              <a:spLocks noGrp="1"/>
            </p:cNvSpPr>
            <p:nvPr/>
          </p:nvSpPr>
          <p:spPr>
            <a:xfrm>
              <a:off x="1292924" y="5514671"/>
              <a:ext cx="34846" cy="33280"/>
            </a:xfrm>
            <a:custGeom>
              <a:avLst/>
              <a:gdLst/>
              <a:ahLst/>
              <a:cxnLst/>
              <a:rect l="0" t="0" r="0" b="0"/>
              <a:pathLst>
                <a:path w="34846" h="33280">
                  <a:moveTo>
                    <a:pt x="34846" y="0"/>
                  </a:moveTo>
                  <a:lnTo>
                    <a:pt x="0" y="33280"/>
                  </a:lnTo>
                </a:path>
              </a:pathLst>
            </a:custGeom>
            <a:noFill/>
            <a:ln w="8096">
              <a:solidFill>
                <a:srgbClr val="6D8190"/>
              </a:solidFill>
            </a:ln>
          </p:spPr>
        </p:sp>
        <p:sp>
          <p:nvSpPr>
            <p:cNvPr id="267" name="Input_receptor__266">
              <a:extLst>
                <a:ext uri="{FF2B5EF4-FFF2-40B4-BE49-F238E27FC236}">
                  <a16:creationId xmlns:a16="http://schemas.microsoft.com/office/drawing/2014/main" id="{664D2E55-44DB-CBBA-E64F-B8D85B396941}"/>
                </a:ext>
              </a:extLst>
            </p:cNvPr>
            <p:cNvSpPr>
              <a:spLocks noGrp="1"/>
            </p:cNvSpPr>
            <p:nvPr/>
          </p:nvSpPr>
          <p:spPr>
            <a:xfrm>
              <a:off x="1744192" y="5147823"/>
              <a:ext cx="16865" cy="13019"/>
            </a:xfrm>
            <a:custGeom>
              <a:avLst/>
              <a:gdLst/>
              <a:ahLst/>
              <a:cxnLst/>
              <a:rect l="0" t="0" r="0" b="0"/>
              <a:pathLst>
                <a:path w="16865" h="13019">
                  <a:moveTo>
                    <a:pt x="16865" y="0"/>
                  </a:moveTo>
                  <a:lnTo>
                    <a:pt x="0" y="13019"/>
                  </a:lnTo>
                </a:path>
              </a:pathLst>
            </a:custGeom>
            <a:noFill/>
            <a:ln w="20003">
              <a:solidFill>
                <a:srgbClr val="6D8190"/>
              </a:solidFill>
            </a:ln>
          </p:spPr>
        </p:sp>
        <p:sp>
          <p:nvSpPr>
            <p:cNvPr id="268" name="Input_receptor__267">
              <a:extLst>
                <a:ext uri="{FF2B5EF4-FFF2-40B4-BE49-F238E27FC236}">
                  <a16:creationId xmlns:a16="http://schemas.microsoft.com/office/drawing/2014/main" id="{B6D52CC4-FC19-255E-48C9-526C7D9A5A9A}"/>
                </a:ext>
              </a:extLst>
            </p:cNvPr>
            <p:cNvSpPr>
              <a:spLocks noGrp="1"/>
            </p:cNvSpPr>
            <p:nvPr/>
          </p:nvSpPr>
          <p:spPr>
            <a:xfrm>
              <a:off x="1722311" y="4961026"/>
              <a:ext cx="42863" cy="10741"/>
            </a:xfrm>
            <a:custGeom>
              <a:avLst/>
              <a:gdLst/>
              <a:ahLst/>
              <a:cxnLst/>
              <a:rect l="0" t="0" r="0" b="0"/>
              <a:pathLst>
                <a:path w="42863" h="10741">
                  <a:moveTo>
                    <a:pt x="0" y="0"/>
                  </a:moveTo>
                  <a:lnTo>
                    <a:pt x="42863" y="10741"/>
                  </a:lnTo>
                </a:path>
              </a:pathLst>
            </a:custGeom>
            <a:noFill/>
            <a:ln w="20003">
              <a:solidFill>
                <a:srgbClr val="6D8190"/>
              </a:solidFill>
            </a:ln>
          </p:spPr>
        </p:sp>
        <p:sp>
          <p:nvSpPr>
            <p:cNvPr id="269" name="Input_receptor__268">
              <a:extLst>
                <a:ext uri="{FF2B5EF4-FFF2-40B4-BE49-F238E27FC236}">
                  <a16:creationId xmlns:a16="http://schemas.microsoft.com/office/drawing/2014/main" id="{54F13F9F-35DF-6041-EDA0-A1D1D3A7784B}"/>
                </a:ext>
              </a:extLst>
            </p:cNvPr>
            <p:cNvSpPr>
              <a:spLocks noGrp="1"/>
            </p:cNvSpPr>
            <p:nvPr/>
          </p:nvSpPr>
          <p:spPr>
            <a:xfrm>
              <a:off x="1738609" y="4899031"/>
              <a:ext cx="37453" cy="19900"/>
            </a:xfrm>
            <a:custGeom>
              <a:avLst/>
              <a:gdLst/>
              <a:ahLst/>
              <a:cxnLst/>
              <a:rect l="0" t="0" r="0" b="0"/>
              <a:pathLst>
                <a:path w="37453" h="19900">
                  <a:moveTo>
                    <a:pt x="0" y="0"/>
                  </a:moveTo>
                  <a:lnTo>
                    <a:pt x="37453" y="19900"/>
                  </a:lnTo>
                </a:path>
              </a:pathLst>
            </a:custGeom>
            <a:noFill/>
            <a:ln w="20003">
              <a:solidFill>
                <a:srgbClr val="6D8290"/>
              </a:solidFill>
            </a:ln>
          </p:spPr>
        </p:sp>
        <p:sp>
          <p:nvSpPr>
            <p:cNvPr id="270" name="Input_receptor__269">
              <a:extLst>
                <a:ext uri="{FF2B5EF4-FFF2-40B4-BE49-F238E27FC236}">
                  <a16:creationId xmlns:a16="http://schemas.microsoft.com/office/drawing/2014/main" id="{FD753534-4FD4-B98A-56FF-679C36DF4FCC}"/>
                </a:ext>
              </a:extLst>
            </p:cNvPr>
            <p:cNvSpPr>
              <a:spLocks noGrp="1"/>
            </p:cNvSpPr>
            <p:nvPr/>
          </p:nvSpPr>
          <p:spPr>
            <a:xfrm>
              <a:off x="1765174" y="4971767"/>
              <a:ext cx="15884" cy="23748"/>
            </a:xfrm>
            <a:custGeom>
              <a:avLst/>
              <a:gdLst/>
              <a:ahLst/>
              <a:cxnLst/>
              <a:rect l="0" t="0" r="0" b="0"/>
              <a:pathLst>
                <a:path w="15884" h="23748">
                  <a:moveTo>
                    <a:pt x="0" y="0"/>
                  </a:moveTo>
                  <a:lnTo>
                    <a:pt x="15884" y="23748"/>
                  </a:lnTo>
                </a:path>
              </a:pathLst>
            </a:custGeom>
            <a:noFill/>
            <a:ln w="20003">
              <a:solidFill>
                <a:srgbClr val="6E8290"/>
              </a:solidFill>
            </a:ln>
          </p:spPr>
        </p:sp>
        <p:sp>
          <p:nvSpPr>
            <p:cNvPr id="271" name="Input_receptor__270">
              <a:extLst>
                <a:ext uri="{FF2B5EF4-FFF2-40B4-BE49-F238E27FC236}">
                  <a16:creationId xmlns:a16="http://schemas.microsoft.com/office/drawing/2014/main" id="{5356FEC4-DA1D-908B-ECA5-43CB40E28DC9}"/>
                </a:ext>
              </a:extLst>
            </p:cNvPr>
            <p:cNvSpPr>
              <a:spLocks noGrp="1"/>
            </p:cNvSpPr>
            <p:nvPr/>
          </p:nvSpPr>
          <p:spPr>
            <a:xfrm>
              <a:off x="1738200" y="5017552"/>
              <a:ext cx="3737" cy="13997"/>
            </a:xfrm>
            <a:custGeom>
              <a:avLst/>
              <a:gdLst/>
              <a:ahLst/>
              <a:cxnLst/>
              <a:rect l="0" t="0" r="0" b="0"/>
              <a:pathLst>
                <a:path w="3737" h="13997">
                  <a:moveTo>
                    <a:pt x="0" y="0"/>
                  </a:moveTo>
                  <a:lnTo>
                    <a:pt x="3737" y="13997"/>
                  </a:lnTo>
                </a:path>
              </a:pathLst>
            </a:custGeom>
            <a:noFill/>
            <a:ln w="20003">
              <a:solidFill>
                <a:srgbClr val="6E8290"/>
              </a:solidFill>
            </a:ln>
          </p:spPr>
        </p:sp>
        <p:sp>
          <p:nvSpPr>
            <p:cNvPr id="272" name="Input_receptor__271">
              <a:extLst>
                <a:ext uri="{FF2B5EF4-FFF2-40B4-BE49-F238E27FC236}">
                  <a16:creationId xmlns:a16="http://schemas.microsoft.com/office/drawing/2014/main" id="{A6B6C01F-674C-1334-66FA-0E79FBA3AFBF}"/>
                </a:ext>
              </a:extLst>
            </p:cNvPr>
            <p:cNvSpPr>
              <a:spLocks noGrp="1"/>
            </p:cNvSpPr>
            <p:nvPr/>
          </p:nvSpPr>
          <p:spPr>
            <a:xfrm>
              <a:off x="1761057" y="5124754"/>
              <a:ext cx="37150" cy="23069"/>
            </a:xfrm>
            <a:custGeom>
              <a:avLst/>
              <a:gdLst/>
              <a:ahLst/>
              <a:cxnLst/>
              <a:rect l="0" t="0" r="0" b="0"/>
              <a:pathLst>
                <a:path w="37150" h="23069">
                  <a:moveTo>
                    <a:pt x="37150" y="0"/>
                  </a:moveTo>
                  <a:lnTo>
                    <a:pt x="0" y="23069"/>
                  </a:lnTo>
                </a:path>
              </a:pathLst>
            </a:custGeom>
            <a:noFill/>
            <a:ln w="20003">
              <a:solidFill>
                <a:srgbClr val="6E8290"/>
              </a:solidFill>
            </a:ln>
          </p:spPr>
        </p:sp>
        <p:sp>
          <p:nvSpPr>
            <p:cNvPr id="273" name="Input_receptor__272">
              <a:extLst>
                <a:ext uri="{FF2B5EF4-FFF2-40B4-BE49-F238E27FC236}">
                  <a16:creationId xmlns:a16="http://schemas.microsoft.com/office/drawing/2014/main" id="{C5897AA1-59B7-8182-A927-B42D4AE20FAA}"/>
                </a:ext>
              </a:extLst>
            </p:cNvPr>
            <p:cNvSpPr>
              <a:spLocks noGrp="1"/>
            </p:cNvSpPr>
            <p:nvPr/>
          </p:nvSpPr>
          <p:spPr>
            <a:xfrm>
              <a:off x="1262202" y="5248089"/>
              <a:ext cx="48132" cy="742"/>
            </a:xfrm>
            <a:custGeom>
              <a:avLst/>
              <a:gdLst/>
              <a:ahLst/>
              <a:cxnLst/>
              <a:rect l="0" t="0" r="0" b="0"/>
              <a:pathLst>
                <a:path w="48132" h="742">
                  <a:moveTo>
                    <a:pt x="0" y="742"/>
                  </a:moveTo>
                  <a:lnTo>
                    <a:pt x="48132" y="0"/>
                  </a:lnTo>
                </a:path>
              </a:pathLst>
            </a:custGeom>
            <a:noFill/>
            <a:ln w="20003">
              <a:solidFill>
                <a:srgbClr val="6E8290"/>
              </a:solidFill>
            </a:ln>
          </p:spPr>
        </p:sp>
        <p:sp>
          <p:nvSpPr>
            <p:cNvPr id="274" name="Input_receptor__273">
              <a:extLst>
                <a:ext uri="{FF2B5EF4-FFF2-40B4-BE49-F238E27FC236}">
                  <a16:creationId xmlns:a16="http://schemas.microsoft.com/office/drawing/2014/main" id="{439F6821-3E1F-07BD-3966-BAF271D277E2}"/>
                </a:ext>
              </a:extLst>
            </p:cNvPr>
            <p:cNvSpPr>
              <a:spLocks noGrp="1"/>
            </p:cNvSpPr>
            <p:nvPr/>
          </p:nvSpPr>
          <p:spPr>
            <a:xfrm>
              <a:off x="1201934" y="5603401"/>
              <a:ext cx="11582" cy="2400"/>
            </a:xfrm>
            <a:custGeom>
              <a:avLst/>
              <a:gdLst/>
              <a:ahLst/>
              <a:cxnLst/>
              <a:rect l="0" t="0" r="0" b="0"/>
              <a:pathLst>
                <a:path w="11582" h="2400">
                  <a:moveTo>
                    <a:pt x="11582" y="2400"/>
                  </a:moveTo>
                  <a:lnTo>
                    <a:pt x="0" y="0"/>
                  </a:lnTo>
                </a:path>
              </a:pathLst>
            </a:custGeom>
            <a:noFill/>
            <a:ln w="20003">
              <a:solidFill>
                <a:srgbClr val="6E8290"/>
              </a:solidFill>
            </a:ln>
          </p:spPr>
        </p:sp>
        <p:sp>
          <p:nvSpPr>
            <p:cNvPr id="275" name="Input_receptor__274">
              <a:extLst>
                <a:ext uri="{FF2B5EF4-FFF2-40B4-BE49-F238E27FC236}">
                  <a16:creationId xmlns:a16="http://schemas.microsoft.com/office/drawing/2014/main" id="{7CEF2EC0-BD48-C350-279D-1811B515CF16}"/>
                </a:ext>
              </a:extLst>
            </p:cNvPr>
            <p:cNvSpPr>
              <a:spLocks noGrp="1"/>
            </p:cNvSpPr>
            <p:nvPr/>
          </p:nvSpPr>
          <p:spPr>
            <a:xfrm>
              <a:off x="1104945" y="5366546"/>
              <a:ext cx="19216" cy="12444"/>
            </a:xfrm>
            <a:custGeom>
              <a:avLst/>
              <a:gdLst/>
              <a:ahLst/>
              <a:cxnLst/>
              <a:rect l="0" t="0" r="0" b="0"/>
              <a:pathLst>
                <a:path w="19216" h="12444">
                  <a:moveTo>
                    <a:pt x="0" y="12444"/>
                  </a:moveTo>
                  <a:lnTo>
                    <a:pt x="19216" y="0"/>
                  </a:lnTo>
                </a:path>
              </a:pathLst>
            </a:custGeom>
            <a:noFill/>
            <a:ln w="20003">
              <a:solidFill>
                <a:srgbClr val="6E8291"/>
              </a:solidFill>
            </a:ln>
          </p:spPr>
        </p:sp>
        <p:sp>
          <p:nvSpPr>
            <p:cNvPr id="276" name="Input_receptor__275">
              <a:extLst>
                <a:ext uri="{FF2B5EF4-FFF2-40B4-BE49-F238E27FC236}">
                  <a16:creationId xmlns:a16="http://schemas.microsoft.com/office/drawing/2014/main" id="{874DB2AE-9DC1-AF65-4F7F-9AB7C6726287}"/>
                </a:ext>
              </a:extLst>
            </p:cNvPr>
            <p:cNvSpPr>
              <a:spLocks noGrp="1"/>
            </p:cNvSpPr>
            <p:nvPr/>
          </p:nvSpPr>
          <p:spPr>
            <a:xfrm>
              <a:off x="1714006" y="4889221"/>
              <a:ext cx="24603" cy="9810"/>
            </a:xfrm>
            <a:custGeom>
              <a:avLst/>
              <a:gdLst/>
              <a:ahLst/>
              <a:cxnLst/>
              <a:rect l="0" t="0" r="0" b="0"/>
              <a:pathLst>
                <a:path w="24603" h="9810">
                  <a:moveTo>
                    <a:pt x="0" y="0"/>
                  </a:moveTo>
                  <a:lnTo>
                    <a:pt x="24603" y="9810"/>
                  </a:lnTo>
                </a:path>
              </a:pathLst>
            </a:custGeom>
            <a:noFill/>
            <a:ln w="20003">
              <a:solidFill>
                <a:srgbClr val="6E8291"/>
              </a:solidFill>
            </a:ln>
          </p:spPr>
        </p:sp>
        <p:sp>
          <p:nvSpPr>
            <p:cNvPr id="277" name="Input_receptor__276">
              <a:extLst>
                <a:ext uri="{FF2B5EF4-FFF2-40B4-BE49-F238E27FC236}">
                  <a16:creationId xmlns:a16="http://schemas.microsoft.com/office/drawing/2014/main" id="{DF6C3AC3-691C-D5CD-06AD-2F0C8D5934D9}"/>
                </a:ext>
              </a:extLst>
            </p:cNvPr>
            <p:cNvSpPr>
              <a:spLocks noGrp="1"/>
            </p:cNvSpPr>
            <p:nvPr/>
          </p:nvSpPr>
          <p:spPr>
            <a:xfrm>
              <a:off x="1412950" y="5321780"/>
              <a:ext cx="27619" cy="5241"/>
            </a:xfrm>
            <a:custGeom>
              <a:avLst/>
              <a:gdLst/>
              <a:ahLst/>
              <a:cxnLst/>
              <a:rect l="0" t="0" r="0" b="0"/>
              <a:pathLst>
                <a:path w="27619" h="5241">
                  <a:moveTo>
                    <a:pt x="0" y="5241"/>
                  </a:moveTo>
                  <a:lnTo>
                    <a:pt x="27619" y="0"/>
                  </a:lnTo>
                </a:path>
              </a:pathLst>
            </a:custGeom>
            <a:noFill/>
            <a:ln w="20003">
              <a:solidFill>
                <a:srgbClr val="6E8291"/>
              </a:solidFill>
            </a:ln>
          </p:spPr>
        </p:sp>
        <p:sp>
          <p:nvSpPr>
            <p:cNvPr id="278" name="Input_receptor__277">
              <a:extLst>
                <a:ext uri="{FF2B5EF4-FFF2-40B4-BE49-F238E27FC236}">
                  <a16:creationId xmlns:a16="http://schemas.microsoft.com/office/drawing/2014/main" id="{84E9173E-C687-CDA8-144A-D793047AE741}"/>
                </a:ext>
              </a:extLst>
            </p:cNvPr>
            <p:cNvSpPr>
              <a:spLocks noGrp="1"/>
            </p:cNvSpPr>
            <p:nvPr/>
          </p:nvSpPr>
          <p:spPr>
            <a:xfrm>
              <a:off x="1084584" y="5316226"/>
              <a:ext cx="44418" cy="3526"/>
            </a:xfrm>
            <a:custGeom>
              <a:avLst/>
              <a:gdLst/>
              <a:ahLst/>
              <a:cxnLst/>
              <a:rect l="0" t="0" r="0" b="0"/>
              <a:pathLst>
                <a:path w="44418" h="3526">
                  <a:moveTo>
                    <a:pt x="44418" y="3526"/>
                  </a:moveTo>
                  <a:lnTo>
                    <a:pt x="0" y="0"/>
                  </a:lnTo>
                </a:path>
              </a:pathLst>
            </a:custGeom>
            <a:noFill/>
            <a:ln w="20003">
              <a:solidFill>
                <a:srgbClr val="6E8291"/>
              </a:solidFill>
            </a:ln>
          </p:spPr>
        </p:sp>
        <p:sp>
          <p:nvSpPr>
            <p:cNvPr id="279" name="Input_receptor__278">
              <a:extLst>
                <a:ext uri="{FF2B5EF4-FFF2-40B4-BE49-F238E27FC236}">
                  <a16:creationId xmlns:a16="http://schemas.microsoft.com/office/drawing/2014/main" id="{41A1B6CA-93CB-B8CD-17A5-A3A6839E4CF5}"/>
                </a:ext>
              </a:extLst>
            </p:cNvPr>
            <p:cNvSpPr>
              <a:spLocks noGrp="1"/>
            </p:cNvSpPr>
            <p:nvPr/>
          </p:nvSpPr>
          <p:spPr>
            <a:xfrm>
              <a:off x="1180052" y="5545121"/>
              <a:ext cx="44264" cy="2818"/>
            </a:xfrm>
            <a:custGeom>
              <a:avLst/>
              <a:gdLst/>
              <a:ahLst/>
              <a:cxnLst/>
              <a:rect l="0" t="0" r="0" b="0"/>
              <a:pathLst>
                <a:path w="44264" h="2818">
                  <a:moveTo>
                    <a:pt x="44264" y="2818"/>
                  </a:moveTo>
                  <a:lnTo>
                    <a:pt x="0" y="0"/>
                  </a:lnTo>
                </a:path>
              </a:pathLst>
            </a:custGeom>
            <a:noFill/>
            <a:ln w="20003">
              <a:solidFill>
                <a:srgbClr val="6E8291"/>
              </a:solidFill>
            </a:ln>
          </p:spPr>
        </p:sp>
        <p:sp>
          <p:nvSpPr>
            <p:cNvPr id="280" name="Input_receptor__279">
              <a:extLst>
                <a:ext uri="{FF2B5EF4-FFF2-40B4-BE49-F238E27FC236}">
                  <a16:creationId xmlns:a16="http://schemas.microsoft.com/office/drawing/2014/main" id="{DC381C14-7BCC-6619-B220-11BC998B5557}"/>
                </a:ext>
              </a:extLst>
            </p:cNvPr>
            <p:cNvSpPr>
              <a:spLocks noGrp="1"/>
            </p:cNvSpPr>
            <p:nvPr/>
          </p:nvSpPr>
          <p:spPr>
            <a:xfrm>
              <a:off x="1773803" y="5046603"/>
              <a:ext cx="13241" cy="25721"/>
            </a:xfrm>
            <a:custGeom>
              <a:avLst/>
              <a:gdLst/>
              <a:ahLst/>
              <a:cxnLst/>
              <a:rect l="0" t="0" r="0" b="0"/>
              <a:pathLst>
                <a:path w="13241" h="25721">
                  <a:moveTo>
                    <a:pt x="13241" y="0"/>
                  </a:moveTo>
                  <a:lnTo>
                    <a:pt x="0" y="25721"/>
                  </a:lnTo>
                </a:path>
              </a:pathLst>
            </a:custGeom>
            <a:noFill/>
            <a:ln w="20003">
              <a:solidFill>
                <a:srgbClr val="6E8291"/>
              </a:solidFill>
            </a:ln>
          </p:spPr>
        </p:sp>
        <p:sp>
          <p:nvSpPr>
            <p:cNvPr id="281" name="Input_receptor__280">
              <a:extLst>
                <a:ext uri="{FF2B5EF4-FFF2-40B4-BE49-F238E27FC236}">
                  <a16:creationId xmlns:a16="http://schemas.microsoft.com/office/drawing/2014/main" id="{553A3FB8-0D88-6EBF-38BB-BE08AB1F9452}"/>
                </a:ext>
              </a:extLst>
            </p:cNvPr>
            <p:cNvSpPr>
              <a:spLocks noGrp="1"/>
            </p:cNvSpPr>
            <p:nvPr/>
          </p:nvSpPr>
          <p:spPr>
            <a:xfrm>
              <a:off x="1280790" y="5289436"/>
              <a:ext cx="32586" cy="21650"/>
            </a:xfrm>
            <a:custGeom>
              <a:avLst/>
              <a:gdLst/>
              <a:ahLst/>
              <a:cxnLst/>
              <a:rect l="0" t="0" r="0" b="0"/>
              <a:pathLst>
                <a:path w="32586" h="21650">
                  <a:moveTo>
                    <a:pt x="32586" y="0"/>
                  </a:moveTo>
                  <a:lnTo>
                    <a:pt x="0" y="21650"/>
                  </a:lnTo>
                </a:path>
              </a:pathLst>
            </a:custGeom>
            <a:noFill/>
            <a:ln w="20003">
              <a:solidFill>
                <a:srgbClr val="6E8291"/>
              </a:solidFill>
            </a:ln>
          </p:spPr>
        </p:sp>
        <p:sp>
          <p:nvSpPr>
            <p:cNvPr id="282" name="Input_receptor__281">
              <a:extLst>
                <a:ext uri="{FF2B5EF4-FFF2-40B4-BE49-F238E27FC236}">
                  <a16:creationId xmlns:a16="http://schemas.microsoft.com/office/drawing/2014/main" id="{27FF9839-6CD6-C384-F803-FB3F4DE5E273}"/>
                </a:ext>
              </a:extLst>
            </p:cNvPr>
            <p:cNvSpPr>
              <a:spLocks noGrp="1"/>
            </p:cNvSpPr>
            <p:nvPr/>
          </p:nvSpPr>
          <p:spPr>
            <a:xfrm>
              <a:off x="1310334" y="5248089"/>
              <a:ext cx="3042" cy="41346"/>
            </a:xfrm>
            <a:custGeom>
              <a:avLst/>
              <a:gdLst/>
              <a:ahLst/>
              <a:cxnLst/>
              <a:rect l="0" t="0" r="0" b="0"/>
              <a:pathLst>
                <a:path w="3042" h="41346">
                  <a:moveTo>
                    <a:pt x="0" y="0"/>
                  </a:moveTo>
                  <a:lnTo>
                    <a:pt x="3042" y="41346"/>
                  </a:lnTo>
                </a:path>
              </a:pathLst>
            </a:custGeom>
            <a:noFill/>
            <a:ln w="20003">
              <a:solidFill>
                <a:srgbClr val="6E8391"/>
              </a:solidFill>
            </a:ln>
          </p:spPr>
        </p:sp>
        <p:sp>
          <p:nvSpPr>
            <p:cNvPr id="283" name="Input_receptor__282">
              <a:extLst>
                <a:ext uri="{FF2B5EF4-FFF2-40B4-BE49-F238E27FC236}">
                  <a16:creationId xmlns:a16="http://schemas.microsoft.com/office/drawing/2014/main" id="{D6552BE6-831D-8518-ADB0-769E83AA12D2}"/>
                </a:ext>
              </a:extLst>
            </p:cNvPr>
            <p:cNvSpPr>
              <a:spLocks noGrp="1"/>
            </p:cNvSpPr>
            <p:nvPr/>
          </p:nvSpPr>
          <p:spPr>
            <a:xfrm>
              <a:off x="1272083" y="5429699"/>
              <a:ext cx="46986" cy="10958"/>
            </a:xfrm>
            <a:custGeom>
              <a:avLst/>
              <a:gdLst/>
              <a:ahLst/>
              <a:cxnLst/>
              <a:rect l="0" t="0" r="0" b="0"/>
              <a:pathLst>
                <a:path w="46986" h="10958">
                  <a:moveTo>
                    <a:pt x="0" y="0"/>
                  </a:moveTo>
                  <a:lnTo>
                    <a:pt x="46986" y="10958"/>
                  </a:lnTo>
                </a:path>
              </a:pathLst>
            </a:custGeom>
            <a:noFill/>
            <a:ln w="20003">
              <a:solidFill>
                <a:srgbClr val="6E8391"/>
              </a:solidFill>
            </a:ln>
          </p:spPr>
        </p:sp>
        <p:sp>
          <p:nvSpPr>
            <p:cNvPr id="284" name="Input_receptor__283">
              <a:extLst>
                <a:ext uri="{FF2B5EF4-FFF2-40B4-BE49-F238E27FC236}">
                  <a16:creationId xmlns:a16="http://schemas.microsoft.com/office/drawing/2014/main" id="{35623B7E-D6CE-F510-670C-CCA5FA14128D}"/>
                </a:ext>
              </a:extLst>
            </p:cNvPr>
            <p:cNvSpPr>
              <a:spLocks noGrp="1"/>
            </p:cNvSpPr>
            <p:nvPr/>
          </p:nvSpPr>
          <p:spPr>
            <a:xfrm>
              <a:off x="1834429" y="5240184"/>
              <a:ext cx="44783" cy="15795"/>
            </a:xfrm>
            <a:custGeom>
              <a:avLst/>
              <a:gdLst/>
              <a:ahLst/>
              <a:cxnLst/>
              <a:rect l="0" t="0" r="0" b="0"/>
              <a:pathLst>
                <a:path w="44783" h="15795">
                  <a:moveTo>
                    <a:pt x="0" y="15795"/>
                  </a:moveTo>
                  <a:lnTo>
                    <a:pt x="44783" y="0"/>
                  </a:lnTo>
                </a:path>
              </a:pathLst>
            </a:custGeom>
            <a:noFill/>
            <a:ln w="20003">
              <a:solidFill>
                <a:srgbClr val="6E8391"/>
              </a:solidFill>
            </a:ln>
          </p:spPr>
        </p:sp>
        <p:sp>
          <p:nvSpPr>
            <p:cNvPr id="285" name="Input_receptor__284">
              <a:extLst>
                <a:ext uri="{FF2B5EF4-FFF2-40B4-BE49-F238E27FC236}">
                  <a16:creationId xmlns:a16="http://schemas.microsoft.com/office/drawing/2014/main" id="{596F7B8A-0F4B-1B73-3EDB-B726CDE95BBC}"/>
                </a:ext>
              </a:extLst>
            </p:cNvPr>
            <p:cNvSpPr>
              <a:spLocks noGrp="1"/>
            </p:cNvSpPr>
            <p:nvPr/>
          </p:nvSpPr>
          <p:spPr>
            <a:xfrm>
              <a:off x="1399141" y="5269127"/>
              <a:ext cx="47383" cy="5571"/>
            </a:xfrm>
            <a:custGeom>
              <a:avLst/>
              <a:gdLst/>
              <a:ahLst/>
              <a:cxnLst/>
              <a:rect l="0" t="0" r="0" b="0"/>
              <a:pathLst>
                <a:path w="47383" h="5571">
                  <a:moveTo>
                    <a:pt x="47383" y="5571"/>
                  </a:moveTo>
                  <a:lnTo>
                    <a:pt x="0" y="0"/>
                  </a:lnTo>
                </a:path>
              </a:pathLst>
            </a:custGeom>
            <a:noFill/>
            <a:ln w="20003">
              <a:solidFill>
                <a:srgbClr val="6E8391"/>
              </a:solidFill>
            </a:ln>
          </p:spPr>
        </p:sp>
        <p:sp>
          <p:nvSpPr>
            <p:cNvPr id="286" name="Input_receptor__285">
              <a:extLst>
                <a:ext uri="{FF2B5EF4-FFF2-40B4-BE49-F238E27FC236}">
                  <a16:creationId xmlns:a16="http://schemas.microsoft.com/office/drawing/2014/main" id="{ED27F8E8-8254-9EAA-EFB8-275D8E3284A6}"/>
                </a:ext>
              </a:extLst>
            </p:cNvPr>
            <p:cNvSpPr>
              <a:spLocks noGrp="1"/>
            </p:cNvSpPr>
            <p:nvPr/>
          </p:nvSpPr>
          <p:spPr>
            <a:xfrm>
              <a:off x="1737716" y="5072324"/>
              <a:ext cx="36087" cy="21235"/>
            </a:xfrm>
            <a:custGeom>
              <a:avLst/>
              <a:gdLst/>
              <a:ahLst/>
              <a:cxnLst/>
              <a:rect l="0" t="0" r="0" b="0"/>
              <a:pathLst>
                <a:path w="36087" h="21235">
                  <a:moveTo>
                    <a:pt x="36087" y="0"/>
                  </a:moveTo>
                  <a:lnTo>
                    <a:pt x="0" y="21235"/>
                  </a:lnTo>
                </a:path>
              </a:pathLst>
            </a:custGeom>
            <a:noFill/>
            <a:ln w="20003">
              <a:solidFill>
                <a:srgbClr val="6E8391"/>
              </a:solidFill>
            </a:ln>
          </p:spPr>
        </p:sp>
        <p:sp>
          <p:nvSpPr>
            <p:cNvPr id="287" name="Input_receptor__286">
              <a:extLst>
                <a:ext uri="{FF2B5EF4-FFF2-40B4-BE49-F238E27FC236}">
                  <a16:creationId xmlns:a16="http://schemas.microsoft.com/office/drawing/2014/main" id="{095BBBEC-28CC-69A6-E88B-F36BA4E1D628}"/>
                </a:ext>
              </a:extLst>
            </p:cNvPr>
            <p:cNvSpPr>
              <a:spLocks noGrp="1"/>
            </p:cNvSpPr>
            <p:nvPr/>
          </p:nvSpPr>
          <p:spPr>
            <a:xfrm>
              <a:off x="1653926" y="5265903"/>
              <a:ext cx="35325" cy="21764"/>
            </a:xfrm>
            <a:custGeom>
              <a:avLst/>
              <a:gdLst/>
              <a:ahLst/>
              <a:cxnLst/>
              <a:rect l="0" t="0" r="0" b="0"/>
              <a:pathLst>
                <a:path w="35325" h="21764">
                  <a:moveTo>
                    <a:pt x="35325" y="21764"/>
                  </a:moveTo>
                  <a:lnTo>
                    <a:pt x="0" y="0"/>
                  </a:lnTo>
                </a:path>
              </a:pathLst>
            </a:custGeom>
            <a:noFill/>
            <a:ln w="20003">
              <a:solidFill>
                <a:srgbClr val="6E8391"/>
              </a:solidFill>
            </a:ln>
          </p:spPr>
        </p:sp>
        <p:sp>
          <p:nvSpPr>
            <p:cNvPr id="288" name="Input_receptor__287">
              <a:extLst>
                <a:ext uri="{FF2B5EF4-FFF2-40B4-BE49-F238E27FC236}">
                  <a16:creationId xmlns:a16="http://schemas.microsoft.com/office/drawing/2014/main" id="{FB95E9A7-7162-28A3-AA36-5CA761480EEB}"/>
                </a:ext>
              </a:extLst>
            </p:cNvPr>
            <p:cNvSpPr>
              <a:spLocks noGrp="1"/>
            </p:cNvSpPr>
            <p:nvPr/>
          </p:nvSpPr>
          <p:spPr>
            <a:xfrm>
              <a:off x="1062306" y="5316226"/>
              <a:ext cx="22278" cy="22255"/>
            </a:xfrm>
            <a:custGeom>
              <a:avLst/>
              <a:gdLst/>
              <a:ahLst/>
              <a:cxnLst/>
              <a:rect l="0" t="0" r="0" b="0"/>
              <a:pathLst>
                <a:path w="22278" h="22255">
                  <a:moveTo>
                    <a:pt x="22278" y="0"/>
                  </a:moveTo>
                  <a:lnTo>
                    <a:pt x="0" y="22255"/>
                  </a:lnTo>
                </a:path>
              </a:pathLst>
            </a:custGeom>
            <a:noFill/>
            <a:ln w="20003">
              <a:solidFill>
                <a:srgbClr val="6E8391"/>
              </a:solidFill>
            </a:ln>
          </p:spPr>
        </p:sp>
        <p:sp>
          <p:nvSpPr>
            <p:cNvPr id="289" name="Input_receptor__288">
              <a:extLst>
                <a:ext uri="{FF2B5EF4-FFF2-40B4-BE49-F238E27FC236}">
                  <a16:creationId xmlns:a16="http://schemas.microsoft.com/office/drawing/2014/main" id="{7383D033-1C4C-D914-9231-2617B9FC7C24}"/>
                </a:ext>
              </a:extLst>
            </p:cNvPr>
            <p:cNvSpPr>
              <a:spLocks noGrp="1"/>
            </p:cNvSpPr>
            <p:nvPr/>
          </p:nvSpPr>
          <p:spPr>
            <a:xfrm>
              <a:off x="1686451" y="5287668"/>
              <a:ext cx="2800" cy="40760"/>
            </a:xfrm>
            <a:custGeom>
              <a:avLst/>
              <a:gdLst/>
              <a:ahLst/>
              <a:cxnLst/>
              <a:rect l="0" t="0" r="0" b="0"/>
              <a:pathLst>
                <a:path w="2800" h="40760">
                  <a:moveTo>
                    <a:pt x="0" y="40760"/>
                  </a:moveTo>
                  <a:lnTo>
                    <a:pt x="2800" y="0"/>
                  </a:lnTo>
                </a:path>
              </a:pathLst>
            </a:custGeom>
            <a:noFill/>
            <a:ln w="20003">
              <a:solidFill>
                <a:srgbClr val="6E8391"/>
              </a:solidFill>
            </a:ln>
          </p:spPr>
        </p:sp>
        <p:sp>
          <p:nvSpPr>
            <p:cNvPr id="290" name="Input_receptor__289">
              <a:extLst>
                <a:ext uri="{FF2B5EF4-FFF2-40B4-BE49-F238E27FC236}">
                  <a16:creationId xmlns:a16="http://schemas.microsoft.com/office/drawing/2014/main" id="{E1FCC1B3-C851-EB63-9FD4-0BA7C0B7E642}"/>
                </a:ext>
              </a:extLst>
            </p:cNvPr>
            <p:cNvSpPr>
              <a:spLocks noGrp="1"/>
            </p:cNvSpPr>
            <p:nvPr/>
          </p:nvSpPr>
          <p:spPr>
            <a:xfrm>
              <a:off x="1224316" y="5547938"/>
              <a:ext cx="15015" cy="26067"/>
            </a:xfrm>
            <a:custGeom>
              <a:avLst/>
              <a:gdLst/>
              <a:ahLst/>
              <a:cxnLst/>
              <a:rect l="0" t="0" r="0" b="0"/>
              <a:pathLst>
                <a:path w="15015" h="26067">
                  <a:moveTo>
                    <a:pt x="15015" y="26067"/>
                  </a:moveTo>
                  <a:lnTo>
                    <a:pt x="0" y="0"/>
                  </a:lnTo>
                </a:path>
              </a:pathLst>
            </a:custGeom>
            <a:noFill/>
            <a:ln w="20003">
              <a:solidFill>
                <a:srgbClr val="6E8391"/>
              </a:solidFill>
            </a:ln>
          </p:spPr>
        </p:sp>
        <p:sp>
          <p:nvSpPr>
            <p:cNvPr id="291" name="Input_receptor__290">
              <a:extLst>
                <a:ext uri="{FF2B5EF4-FFF2-40B4-BE49-F238E27FC236}">
                  <a16:creationId xmlns:a16="http://schemas.microsoft.com/office/drawing/2014/main" id="{C830BDB0-833F-DBD1-DF97-BB3F13E6C2EF}"/>
                </a:ext>
              </a:extLst>
            </p:cNvPr>
            <p:cNvSpPr>
              <a:spLocks noGrp="1"/>
            </p:cNvSpPr>
            <p:nvPr/>
          </p:nvSpPr>
          <p:spPr>
            <a:xfrm>
              <a:off x="1268967" y="5481864"/>
              <a:ext cx="33557" cy="4120"/>
            </a:xfrm>
            <a:custGeom>
              <a:avLst/>
              <a:gdLst/>
              <a:ahLst/>
              <a:cxnLst/>
              <a:rect l="0" t="0" r="0" b="0"/>
              <a:pathLst>
                <a:path w="33557" h="4120">
                  <a:moveTo>
                    <a:pt x="33557" y="0"/>
                  </a:moveTo>
                  <a:lnTo>
                    <a:pt x="0" y="4120"/>
                  </a:lnTo>
                </a:path>
              </a:pathLst>
            </a:custGeom>
            <a:noFill/>
            <a:ln w="20003">
              <a:solidFill>
                <a:srgbClr val="6E8391"/>
              </a:solidFill>
            </a:ln>
          </p:spPr>
        </p:sp>
        <p:sp>
          <p:nvSpPr>
            <p:cNvPr id="292" name="Input_receptor__291">
              <a:extLst>
                <a:ext uri="{FF2B5EF4-FFF2-40B4-BE49-F238E27FC236}">
                  <a16:creationId xmlns:a16="http://schemas.microsoft.com/office/drawing/2014/main" id="{7EC5B713-AD69-785C-C325-ED476F082432}"/>
                </a:ext>
              </a:extLst>
            </p:cNvPr>
            <p:cNvSpPr>
              <a:spLocks noGrp="1"/>
            </p:cNvSpPr>
            <p:nvPr/>
          </p:nvSpPr>
          <p:spPr>
            <a:xfrm>
              <a:off x="1722311" y="4942286"/>
              <a:ext cx="23870" cy="18740"/>
            </a:xfrm>
            <a:custGeom>
              <a:avLst/>
              <a:gdLst/>
              <a:ahLst/>
              <a:cxnLst/>
              <a:rect l="0" t="0" r="0" b="0"/>
              <a:pathLst>
                <a:path w="23870" h="18740">
                  <a:moveTo>
                    <a:pt x="23870" y="0"/>
                  </a:moveTo>
                  <a:lnTo>
                    <a:pt x="0" y="18740"/>
                  </a:lnTo>
                </a:path>
              </a:pathLst>
            </a:custGeom>
            <a:noFill/>
            <a:ln w="20003">
              <a:solidFill>
                <a:srgbClr val="6E8391"/>
              </a:solidFill>
            </a:ln>
          </p:spPr>
        </p:sp>
        <p:sp>
          <p:nvSpPr>
            <p:cNvPr id="293" name="Input_receptor__292">
              <a:extLst>
                <a:ext uri="{FF2B5EF4-FFF2-40B4-BE49-F238E27FC236}">
                  <a16:creationId xmlns:a16="http://schemas.microsoft.com/office/drawing/2014/main" id="{14DDA715-CBAC-A726-EC84-10C5A9782636}"/>
                </a:ext>
              </a:extLst>
            </p:cNvPr>
            <p:cNvSpPr>
              <a:spLocks noGrp="1"/>
            </p:cNvSpPr>
            <p:nvPr/>
          </p:nvSpPr>
          <p:spPr>
            <a:xfrm>
              <a:off x="1124160" y="5319753"/>
              <a:ext cx="4842" cy="46794"/>
            </a:xfrm>
            <a:custGeom>
              <a:avLst/>
              <a:gdLst/>
              <a:ahLst/>
              <a:cxnLst/>
              <a:rect l="0" t="0" r="0" b="0"/>
              <a:pathLst>
                <a:path w="4842" h="46794">
                  <a:moveTo>
                    <a:pt x="0" y="46794"/>
                  </a:moveTo>
                  <a:lnTo>
                    <a:pt x="4842" y="0"/>
                  </a:lnTo>
                </a:path>
              </a:pathLst>
            </a:custGeom>
            <a:noFill/>
            <a:ln w="20003">
              <a:solidFill>
                <a:srgbClr val="6E8391"/>
              </a:solidFill>
            </a:ln>
          </p:spPr>
        </p:sp>
        <p:sp>
          <p:nvSpPr>
            <p:cNvPr id="294" name="Input_receptor__293">
              <a:extLst>
                <a:ext uri="{FF2B5EF4-FFF2-40B4-BE49-F238E27FC236}">
                  <a16:creationId xmlns:a16="http://schemas.microsoft.com/office/drawing/2014/main" id="{51B6FBD5-D801-78A8-4A03-0E0AA9820BD1}"/>
                </a:ext>
              </a:extLst>
            </p:cNvPr>
            <p:cNvSpPr>
              <a:spLocks noGrp="1"/>
            </p:cNvSpPr>
            <p:nvPr/>
          </p:nvSpPr>
          <p:spPr>
            <a:xfrm>
              <a:off x="1440569" y="5274698"/>
              <a:ext cx="5954" cy="47082"/>
            </a:xfrm>
            <a:custGeom>
              <a:avLst/>
              <a:gdLst/>
              <a:ahLst/>
              <a:cxnLst/>
              <a:rect l="0" t="0" r="0" b="0"/>
              <a:pathLst>
                <a:path w="5954" h="47082">
                  <a:moveTo>
                    <a:pt x="0" y="47082"/>
                  </a:moveTo>
                  <a:lnTo>
                    <a:pt x="5954" y="0"/>
                  </a:lnTo>
                </a:path>
              </a:pathLst>
            </a:custGeom>
            <a:noFill/>
            <a:ln w="20003">
              <a:solidFill>
                <a:srgbClr val="6E8392"/>
              </a:solidFill>
            </a:ln>
          </p:spPr>
        </p:sp>
        <p:sp>
          <p:nvSpPr>
            <p:cNvPr id="295" name="Input_receptor__294">
              <a:extLst>
                <a:ext uri="{FF2B5EF4-FFF2-40B4-BE49-F238E27FC236}">
                  <a16:creationId xmlns:a16="http://schemas.microsoft.com/office/drawing/2014/main" id="{560C82B2-9A9F-A53C-C73D-5FCE9A575551}"/>
                </a:ext>
              </a:extLst>
            </p:cNvPr>
            <p:cNvSpPr>
              <a:spLocks noGrp="1"/>
            </p:cNvSpPr>
            <p:nvPr/>
          </p:nvSpPr>
          <p:spPr>
            <a:xfrm>
              <a:off x="1759889" y="4799715"/>
              <a:ext cx="7334" cy="38194"/>
            </a:xfrm>
            <a:custGeom>
              <a:avLst/>
              <a:gdLst/>
              <a:ahLst/>
              <a:cxnLst/>
              <a:rect l="0" t="0" r="0" b="0"/>
              <a:pathLst>
                <a:path w="7334" h="38194">
                  <a:moveTo>
                    <a:pt x="7334" y="0"/>
                  </a:moveTo>
                  <a:lnTo>
                    <a:pt x="0" y="38194"/>
                  </a:lnTo>
                </a:path>
              </a:pathLst>
            </a:custGeom>
            <a:noFill/>
            <a:ln w="20003">
              <a:solidFill>
                <a:srgbClr val="6E8392"/>
              </a:solidFill>
            </a:ln>
          </p:spPr>
        </p:sp>
        <p:sp>
          <p:nvSpPr>
            <p:cNvPr id="296" name="Input_receptor__295">
              <a:extLst>
                <a:ext uri="{FF2B5EF4-FFF2-40B4-BE49-F238E27FC236}">
                  <a16:creationId xmlns:a16="http://schemas.microsoft.com/office/drawing/2014/main" id="{9EDABCF7-4926-8303-9638-9B666170DF9E}"/>
                </a:ext>
              </a:extLst>
            </p:cNvPr>
            <p:cNvSpPr>
              <a:spLocks noGrp="1"/>
            </p:cNvSpPr>
            <p:nvPr/>
          </p:nvSpPr>
          <p:spPr>
            <a:xfrm>
              <a:off x="1738200" y="4995516"/>
              <a:ext cx="42857" cy="22036"/>
            </a:xfrm>
            <a:custGeom>
              <a:avLst/>
              <a:gdLst/>
              <a:ahLst/>
              <a:cxnLst/>
              <a:rect l="0" t="0" r="0" b="0"/>
              <a:pathLst>
                <a:path w="42857" h="22036">
                  <a:moveTo>
                    <a:pt x="42857" y="0"/>
                  </a:moveTo>
                  <a:lnTo>
                    <a:pt x="0" y="22036"/>
                  </a:lnTo>
                </a:path>
              </a:pathLst>
            </a:custGeom>
            <a:noFill/>
            <a:ln w="20003">
              <a:solidFill>
                <a:srgbClr val="6E8392"/>
              </a:solidFill>
            </a:ln>
          </p:spPr>
        </p:sp>
        <p:sp>
          <p:nvSpPr>
            <p:cNvPr id="297" name="Input_receptor__296">
              <a:extLst>
                <a:ext uri="{FF2B5EF4-FFF2-40B4-BE49-F238E27FC236}">
                  <a16:creationId xmlns:a16="http://schemas.microsoft.com/office/drawing/2014/main" id="{4E55E7A7-BD2B-C707-DE48-4526D1030F81}"/>
                </a:ext>
              </a:extLst>
            </p:cNvPr>
            <p:cNvSpPr>
              <a:spLocks noGrp="1"/>
            </p:cNvSpPr>
            <p:nvPr/>
          </p:nvSpPr>
          <p:spPr>
            <a:xfrm>
              <a:off x="1746180" y="4918931"/>
              <a:ext cx="29881" cy="23355"/>
            </a:xfrm>
            <a:custGeom>
              <a:avLst/>
              <a:gdLst/>
              <a:ahLst/>
              <a:cxnLst/>
              <a:rect l="0" t="0" r="0" b="0"/>
              <a:pathLst>
                <a:path w="29881" h="23355">
                  <a:moveTo>
                    <a:pt x="29881" y="0"/>
                  </a:moveTo>
                  <a:lnTo>
                    <a:pt x="0" y="23355"/>
                  </a:lnTo>
                </a:path>
              </a:pathLst>
            </a:custGeom>
            <a:noFill/>
            <a:ln w="20003">
              <a:solidFill>
                <a:srgbClr val="6E8392"/>
              </a:solidFill>
            </a:ln>
          </p:spPr>
        </p:sp>
        <p:sp>
          <p:nvSpPr>
            <p:cNvPr id="298" name="Input_receptor__297">
              <a:extLst>
                <a:ext uri="{FF2B5EF4-FFF2-40B4-BE49-F238E27FC236}">
                  <a16:creationId xmlns:a16="http://schemas.microsoft.com/office/drawing/2014/main" id="{1C986B19-09E4-8308-2485-EE7DEBECDC6F}"/>
                </a:ext>
              </a:extLst>
            </p:cNvPr>
            <p:cNvSpPr>
              <a:spLocks noGrp="1"/>
            </p:cNvSpPr>
            <p:nvPr/>
          </p:nvSpPr>
          <p:spPr>
            <a:xfrm>
              <a:off x="1302524" y="5440657"/>
              <a:ext cx="16546" cy="41207"/>
            </a:xfrm>
            <a:custGeom>
              <a:avLst/>
              <a:gdLst/>
              <a:ahLst/>
              <a:cxnLst/>
              <a:rect l="0" t="0" r="0" b="0"/>
              <a:pathLst>
                <a:path w="16546" h="41207">
                  <a:moveTo>
                    <a:pt x="16546" y="0"/>
                  </a:moveTo>
                  <a:lnTo>
                    <a:pt x="0" y="41207"/>
                  </a:lnTo>
                </a:path>
              </a:pathLst>
            </a:custGeom>
            <a:noFill/>
            <a:ln w="20003">
              <a:solidFill>
                <a:srgbClr val="6E8392"/>
              </a:solidFill>
            </a:ln>
          </p:spPr>
        </p:sp>
        <p:sp>
          <p:nvSpPr>
            <p:cNvPr id="299" name="Input_receptor__298">
              <a:extLst>
                <a:ext uri="{FF2B5EF4-FFF2-40B4-BE49-F238E27FC236}">
                  <a16:creationId xmlns:a16="http://schemas.microsoft.com/office/drawing/2014/main" id="{354FC31F-6B50-0DCA-2F57-B7FCAC8BAB1F}"/>
                </a:ext>
              </a:extLst>
            </p:cNvPr>
            <p:cNvSpPr>
              <a:spLocks noGrp="1"/>
            </p:cNvSpPr>
            <p:nvPr/>
          </p:nvSpPr>
          <p:spPr>
            <a:xfrm>
              <a:off x="1751960" y="4837908"/>
              <a:ext cx="7928" cy="28841"/>
            </a:xfrm>
            <a:custGeom>
              <a:avLst/>
              <a:gdLst/>
              <a:ahLst/>
              <a:cxnLst/>
              <a:rect l="0" t="0" r="0" b="0"/>
              <a:pathLst>
                <a:path w="7928" h="28841">
                  <a:moveTo>
                    <a:pt x="7928" y="0"/>
                  </a:moveTo>
                  <a:lnTo>
                    <a:pt x="0" y="28841"/>
                  </a:lnTo>
                </a:path>
              </a:pathLst>
            </a:custGeom>
            <a:noFill/>
            <a:ln w="20003">
              <a:solidFill>
                <a:srgbClr val="6F8492"/>
              </a:solidFill>
            </a:ln>
          </p:spPr>
        </p:sp>
        <p:sp>
          <p:nvSpPr>
            <p:cNvPr id="300" name="Input_receptor__299">
              <a:extLst>
                <a:ext uri="{FF2B5EF4-FFF2-40B4-BE49-F238E27FC236}">
                  <a16:creationId xmlns:a16="http://schemas.microsoft.com/office/drawing/2014/main" id="{CE186742-C1E4-714C-61D0-E98AEA782B7F}"/>
                </a:ext>
              </a:extLst>
            </p:cNvPr>
            <p:cNvSpPr>
              <a:spLocks noGrp="1"/>
            </p:cNvSpPr>
            <p:nvPr/>
          </p:nvSpPr>
          <p:spPr>
            <a:xfrm>
              <a:off x="1186769" y="5483024"/>
              <a:ext cx="37976" cy="17383"/>
            </a:xfrm>
            <a:custGeom>
              <a:avLst/>
              <a:gdLst/>
              <a:ahLst/>
              <a:cxnLst/>
              <a:rect l="0" t="0" r="0" b="0"/>
              <a:pathLst>
                <a:path w="37976" h="17383">
                  <a:moveTo>
                    <a:pt x="37976" y="17383"/>
                  </a:moveTo>
                  <a:lnTo>
                    <a:pt x="0" y="0"/>
                  </a:lnTo>
                </a:path>
              </a:pathLst>
            </a:custGeom>
            <a:noFill/>
            <a:ln w="20003">
              <a:solidFill>
                <a:srgbClr val="6F8492"/>
              </a:solidFill>
            </a:ln>
          </p:spPr>
        </p:sp>
        <p:sp>
          <p:nvSpPr>
            <p:cNvPr id="301" name="Input_receptor__300">
              <a:extLst>
                <a:ext uri="{FF2B5EF4-FFF2-40B4-BE49-F238E27FC236}">
                  <a16:creationId xmlns:a16="http://schemas.microsoft.com/office/drawing/2014/main" id="{E326A970-6CEB-DD80-A3E7-72955127CB2F}"/>
                </a:ext>
              </a:extLst>
            </p:cNvPr>
            <p:cNvSpPr>
              <a:spLocks noGrp="1"/>
            </p:cNvSpPr>
            <p:nvPr/>
          </p:nvSpPr>
          <p:spPr>
            <a:xfrm>
              <a:off x="1262202" y="5248831"/>
              <a:ext cx="5231" cy="7353"/>
            </a:xfrm>
            <a:custGeom>
              <a:avLst/>
              <a:gdLst/>
              <a:ahLst/>
              <a:cxnLst/>
              <a:rect l="0" t="0" r="0" b="0"/>
              <a:pathLst>
                <a:path w="5231" h="7353">
                  <a:moveTo>
                    <a:pt x="5231" y="7353"/>
                  </a:moveTo>
                  <a:lnTo>
                    <a:pt x="0" y="0"/>
                  </a:lnTo>
                </a:path>
              </a:pathLst>
            </a:custGeom>
            <a:noFill/>
            <a:ln w="20003">
              <a:solidFill>
                <a:srgbClr val="6F8492"/>
              </a:solidFill>
            </a:ln>
          </p:spPr>
        </p:sp>
        <p:sp>
          <p:nvSpPr>
            <p:cNvPr id="302" name="Input_receptor__301">
              <a:extLst>
                <a:ext uri="{FF2B5EF4-FFF2-40B4-BE49-F238E27FC236}">
                  <a16:creationId xmlns:a16="http://schemas.microsoft.com/office/drawing/2014/main" id="{3FD9ADBF-DAEF-C2CD-798C-CD3E7151AE2D}"/>
                </a:ext>
              </a:extLst>
            </p:cNvPr>
            <p:cNvSpPr>
              <a:spLocks noGrp="1"/>
            </p:cNvSpPr>
            <p:nvPr/>
          </p:nvSpPr>
          <p:spPr>
            <a:xfrm>
              <a:off x="1201934" y="5574005"/>
              <a:ext cx="37397" cy="29396"/>
            </a:xfrm>
            <a:custGeom>
              <a:avLst/>
              <a:gdLst/>
              <a:ahLst/>
              <a:cxnLst/>
              <a:rect l="0" t="0" r="0" b="0"/>
              <a:pathLst>
                <a:path w="37397" h="29396">
                  <a:moveTo>
                    <a:pt x="0" y="29396"/>
                  </a:moveTo>
                  <a:lnTo>
                    <a:pt x="37397" y="0"/>
                  </a:lnTo>
                </a:path>
              </a:pathLst>
            </a:custGeom>
            <a:noFill/>
            <a:ln w="20003">
              <a:solidFill>
                <a:srgbClr val="6F8492"/>
              </a:solidFill>
            </a:ln>
          </p:spPr>
        </p:sp>
        <p:sp>
          <p:nvSpPr>
            <p:cNvPr id="303" name="Input_receptor__302">
              <a:extLst>
                <a:ext uri="{FF2B5EF4-FFF2-40B4-BE49-F238E27FC236}">
                  <a16:creationId xmlns:a16="http://schemas.microsoft.com/office/drawing/2014/main" id="{54352004-96BA-5724-120B-8602AED895A4}"/>
                </a:ext>
              </a:extLst>
            </p:cNvPr>
            <p:cNvSpPr>
              <a:spLocks noGrp="1"/>
            </p:cNvSpPr>
            <p:nvPr/>
          </p:nvSpPr>
          <p:spPr>
            <a:xfrm>
              <a:off x="1391132" y="5269127"/>
              <a:ext cx="8009" cy="23048"/>
            </a:xfrm>
            <a:custGeom>
              <a:avLst/>
              <a:gdLst/>
              <a:ahLst/>
              <a:cxnLst/>
              <a:rect l="0" t="0" r="0" b="0"/>
              <a:pathLst>
                <a:path w="8009" h="23048">
                  <a:moveTo>
                    <a:pt x="8009" y="0"/>
                  </a:moveTo>
                  <a:lnTo>
                    <a:pt x="0" y="23048"/>
                  </a:lnTo>
                </a:path>
              </a:pathLst>
            </a:custGeom>
            <a:noFill/>
            <a:ln w="20003">
              <a:solidFill>
                <a:srgbClr val="6F8492"/>
              </a:solidFill>
            </a:ln>
          </p:spPr>
        </p:sp>
        <p:sp>
          <p:nvSpPr>
            <p:cNvPr id="304" name="Input_receptor__303">
              <a:extLst>
                <a:ext uri="{FF2B5EF4-FFF2-40B4-BE49-F238E27FC236}">
                  <a16:creationId xmlns:a16="http://schemas.microsoft.com/office/drawing/2014/main" id="{A33EFF38-36E5-9559-45E4-CB69FDEC7AB4}"/>
                </a:ext>
              </a:extLst>
            </p:cNvPr>
            <p:cNvSpPr>
              <a:spLocks noGrp="1"/>
            </p:cNvSpPr>
            <p:nvPr/>
          </p:nvSpPr>
          <p:spPr>
            <a:xfrm>
              <a:off x="1868969" y="5174865"/>
              <a:ext cx="43100" cy="8671"/>
            </a:xfrm>
            <a:custGeom>
              <a:avLst/>
              <a:gdLst/>
              <a:ahLst/>
              <a:cxnLst/>
              <a:rect l="0" t="0" r="0" b="0"/>
              <a:pathLst>
                <a:path w="43100" h="8671">
                  <a:moveTo>
                    <a:pt x="43100" y="8671"/>
                  </a:moveTo>
                  <a:lnTo>
                    <a:pt x="0" y="0"/>
                  </a:lnTo>
                </a:path>
              </a:pathLst>
            </a:custGeom>
            <a:noFill/>
            <a:ln w="20003">
              <a:solidFill>
                <a:srgbClr val="6F8492"/>
              </a:solidFill>
            </a:ln>
          </p:spPr>
        </p:sp>
        <p:sp>
          <p:nvSpPr>
            <p:cNvPr id="305" name="Input_receptor__304">
              <a:extLst>
                <a:ext uri="{FF2B5EF4-FFF2-40B4-BE49-F238E27FC236}">
                  <a16:creationId xmlns:a16="http://schemas.microsoft.com/office/drawing/2014/main" id="{EA8B71C1-5B4E-62F2-D207-D001A6D3FF09}"/>
                </a:ext>
              </a:extLst>
            </p:cNvPr>
            <p:cNvSpPr>
              <a:spLocks noGrp="1"/>
            </p:cNvSpPr>
            <p:nvPr/>
          </p:nvSpPr>
          <p:spPr>
            <a:xfrm>
              <a:off x="1714006" y="4866749"/>
              <a:ext cx="37954" cy="22472"/>
            </a:xfrm>
            <a:custGeom>
              <a:avLst/>
              <a:gdLst/>
              <a:ahLst/>
              <a:cxnLst/>
              <a:rect l="0" t="0" r="0" b="0"/>
              <a:pathLst>
                <a:path w="37954" h="22472">
                  <a:moveTo>
                    <a:pt x="37954" y="0"/>
                  </a:moveTo>
                  <a:lnTo>
                    <a:pt x="0" y="22472"/>
                  </a:lnTo>
                </a:path>
              </a:pathLst>
            </a:custGeom>
            <a:noFill/>
            <a:ln w="20003">
              <a:solidFill>
                <a:srgbClr val="6F8492"/>
              </a:solidFill>
            </a:ln>
          </p:spPr>
        </p:sp>
        <p:sp>
          <p:nvSpPr>
            <p:cNvPr id="306" name="Input_receptor__305">
              <a:extLst>
                <a:ext uri="{FF2B5EF4-FFF2-40B4-BE49-F238E27FC236}">
                  <a16:creationId xmlns:a16="http://schemas.microsoft.com/office/drawing/2014/main" id="{110D6FDB-5EFE-623B-D3C9-16F7320152A7}"/>
                </a:ext>
              </a:extLst>
            </p:cNvPr>
            <p:cNvSpPr>
              <a:spLocks noGrp="1"/>
            </p:cNvSpPr>
            <p:nvPr/>
          </p:nvSpPr>
          <p:spPr>
            <a:xfrm>
              <a:off x="1266099" y="5429699"/>
              <a:ext cx="5985" cy="7934"/>
            </a:xfrm>
            <a:custGeom>
              <a:avLst/>
              <a:gdLst/>
              <a:ahLst/>
              <a:cxnLst/>
              <a:rect l="0" t="0" r="0" b="0"/>
              <a:pathLst>
                <a:path w="5985" h="7934">
                  <a:moveTo>
                    <a:pt x="0" y="7934"/>
                  </a:moveTo>
                  <a:lnTo>
                    <a:pt x="5985" y="0"/>
                  </a:lnTo>
                </a:path>
              </a:pathLst>
            </a:custGeom>
            <a:noFill/>
            <a:ln w="20003">
              <a:solidFill>
                <a:srgbClr val="6F8492"/>
              </a:solidFill>
            </a:ln>
          </p:spPr>
        </p:sp>
        <p:sp>
          <p:nvSpPr>
            <p:cNvPr id="307" name="Input_receptor__306">
              <a:extLst>
                <a:ext uri="{FF2B5EF4-FFF2-40B4-BE49-F238E27FC236}">
                  <a16:creationId xmlns:a16="http://schemas.microsoft.com/office/drawing/2014/main" id="{1F92C2A1-6C62-8981-477B-954AC71F36F9}"/>
                </a:ext>
              </a:extLst>
            </p:cNvPr>
            <p:cNvSpPr>
              <a:spLocks noGrp="1"/>
            </p:cNvSpPr>
            <p:nvPr/>
          </p:nvSpPr>
          <p:spPr>
            <a:xfrm>
              <a:off x="1162265" y="5478922"/>
              <a:ext cx="24503" cy="4102"/>
            </a:xfrm>
            <a:custGeom>
              <a:avLst/>
              <a:gdLst/>
              <a:ahLst/>
              <a:cxnLst/>
              <a:rect l="0" t="0" r="0" b="0"/>
              <a:pathLst>
                <a:path w="24503" h="4102">
                  <a:moveTo>
                    <a:pt x="24503" y="4102"/>
                  </a:moveTo>
                  <a:lnTo>
                    <a:pt x="0" y="0"/>
                  </a:lnTo>
                </a:path>
              </a:pathLst>
            </a:custGeom>
            <a:noFill/>
            <a:ln w="20003">
              <a:solidFill>
                <a:srgbClr val="6F8492"/>
              </a:solidFill>
            </a:ln>
          </p:spPr>
        </p:sp>
        <p:sp>
          <p:nvSpPr>
            <p:cNvPr id="308" name="Input_receptor__307">
              <a:extLst>
                <a:ext uri="{FF2B5EF4-FFF2-40B4-BE49-F238E27FC236}">
                  <a16:creationId xmlns:a16="http://schemas.microsoft.com/office/drawing/2014/main" id="{85C11ECB-3628-F5D1-13EC-6BF966772B27}"/>
                </a:ext>
              </a:extLst>
            </p:cNvPr>
            <p:cNvSpPr>
              <a:spLocks noGrp="1"/>
            </p:cNvSpPr>
            <p:nvPr/>
          </p:nvSpPr>
          <p:spPr>
            <a:xfrm>
              <a:off x="1686451" y="5328428"/>
              <a:ext cx="31499" cy="31269"/>
            </a:xfrm>
            <a:custGeom>
              <a:avLst/>
              <a:gdLst/>
              <a:ahLst/>
              <a:cxnLst/>
              <a:rect l="0" t="0" r="0" b="0"/>
              <a:pathLst>
                <a:path w="31499" h="31269">
                  <a:moveTo>
                    <a:pt x="31499" y="31269"/>
                  </a:moveTo>
                  <a:lnTo>
                    <a:pt x="0" y="0"/>
                  </a:lnTo>
                </a:path>
              </a:pathLst>
            </a:custGeom>
            <a:noFill/>
            <a:ln w="20003">
              <a:solidFill>
                <a:srgbClr val="6F8492"/>
              </a:solidFill>
            </a:ln>
          </p:spPr>
        </p:sp>
        <p:sp>
          <p:nvSpPr>
            <p:cNvPr id="309" name="Input_receptor__308">
              <a:extLst>
                <a:ext uri="{FF2B5EF4-FFF2-40B4-BE49-F238E27FC236}">
                  <a16:creationId xmlns:a16="http://schemas.microsoft.com/office/drawing/2014/main" id="{F64CD266-F3C5-2E5B-D2D5-030BD8FCB42B}"/>
                </a:ext>
              </a:extLst>
            </p:cNvPr>
            <p:cNvSpPr>
              <a:spLocks noGrp="1"/>
            </p:cNvSpPr>
            <p:nvPr/>
          </p:nvSpPr>
          <p:spPr>
            <a:xfrm>
              <a:off x="1180052" y="5532514"/>
              <a:ext cx="14721" cy="12607"/>
            </a:xfrm>
            <a:custGeom>
              <a:avLst/>
              <a:gdLst/>
              <a:ahLst/>
              <a:cxnLst/>
              <a:rect l="0" t="0" r="0" b="0"/>
              <a:pathLst>
                <a:path w="14721" h="12607">
                  <a:moveTo>
                    <a:pt x="0" y="12607"/>
                  </a:moveTo>
                  <a:lnTo>
                    <a:pt x="14721" y="0"/>
                  </a:lnTo>
                </a:path>
              </a:pathLst>
            </a:custGeom>
            <a:noFill/>
            <a:ln w="20003">
              <a:solidFill>
                <a:srgbClr val="6F8492"/>
              </a:solidFill>
            </a:ln>
          </p:spPr>
        </p:sp>
        <p:sp>
          <p:nvSpPr>
            <p:cNvPr id="310" name="Input_receptor__309">
              <a:extLst>
                <a:ext uri="{FF2B5EF4-FFF2-40B4-BE49-F238E27FC236}">
                  <a16:creationId xmlns:a16="http://schemas.microsoft.com/office/drawing/2014/main" id="{6E813032-FB4B-5BEC-563B-A71842AA9B1B}"/>
                </a:ext>
              </a:extLst>
            </p:cNvPr>
            <p:cNvSpPr>
              <a:spLocks noGrp="1"/>
            </p:cNvSpPr>
            <p:nvPr/>
          </p:nvSpPr>
          <p:spPr>
            <a:xfrm>
              <a:off x="1879212" y="5226691"/>
              <a:ext cx="17434" cy="13493"/>
            </a:xfrm>
            <a:custGeom>
              <a:avLst/>
              <a:gdLst/>
              <a:ahLst/>
              <a:cxnLst/>
              <a:rect l="0" t="0" r="0" b="0"/>
              <a:pathLst>
                <a:path w="17434" h="13493">
                  <a:moveTo>
                    <a:pt x="0" y="13493"/>
                  </a:moveTo>
                  <a:lnTo>
                    <a:pt x="17434" y="0"/>
                  </a:lnTo>
                </a:path>
              </a:pathLst>
            </a:custGeom>
            <a:noFill/>
            <a:ln w="20003">
              <a:solidFill>
                <a:srgbClr val="6F8493"/>
              </a:solidFill>
            </a:ln>
          </p:spPr>
        </p:sp>
        <p:sp>
          <p:nvSpPr>
            <p:cNvPr id="311" name="Input_receptor__310">
              <a:extLst>
                <a:ext uri="{FF2B5EF4-FFF2-40B4-BE49-F238E27FC236}">
                  <a16:creationId xmlns:a16="http://schemas.microsoft.com/office/drawing/2014/main" id="{3D9E0876-1EBF-A15B-128C-0D6218CAE912}"/>
                </a:ext>
              </a:extLst>
            </p:cNvPr>
            <p:cNvSpPr>
              <a:spLocks noGrp="1"/>
            </p:cNvSpPr>
            <p:nvPr/>
          </p:nvSpPr>
          <p:spPr>
            <a:xfrm>
              <a:off x="1033448" y="5270893"/>
              <a:ext cx="47228" cy="8065"/>
            </a:xfrm>
            <a:custGeom>
              <a:avLst/>
              <a:gdLst/>
              <a:ahLst/>
              <a:cxnLst/>
              <a:rect l="0" t="0" r="0" b="0"/>
              <a:pathLst>
                <a:path w="47228" h="8065">
                  <a:moveTo>
                    <a:pt x="47228" y="0"/>
                  </a:moveTo>
                  <a:lnTo>
                    <a:pt x="0" y="8065"/>
                  </a:lnTo>
                </a:path>
              </a:pathLst>
            </a:custGeom>
            <a:noFill/>
            <a:ln w="20003">
              <a:solidFill>
                <a:srgbClr val="708593"/>
              </a:solidFill>
            </a:ln>
          </p:spPr>
        </p:sp>
        <p:sp>
          <p:nvSpPr>
            <p:cNvPr id="312" name="Input_receptor__311">
              <a:extLst>
                <a:ext uri="{FF2B5EF4-FFF2-40B4-BE49-F238E27FC236}">
                  <a16:creationId xmlns:a16="http://schemas.microsoft.com/office/drawing/2014/main" id="{BD9058CB-9A96-91E2-1B5C-C349961FBDE5}"/>
                </a:ext>
              </a:extLst>
            </p:cNvPr>
            <p:cNvSpPr>
              <a:spLocks noGrp="1"/>
            </p:cNvSpPr>
            <p:nvPr/>
          </p:nvSpPr>
          <p:spPr>
            <a:xfrm>
              <a:off x="1156698" y="5416022"/>
              <a:ext cx="47390" cy="9745"/>
            </a:xfrm>
            <a:custGeom>
              <a:avLst/>
              <a:gdLst/>
              <a:ahLst/>
              <a:cxnLst/>
              <a:rect l="0" t="0" r="0" b="0"/>
              <a:pathLst>
                <a:path w="47390" h="9745">
                  <a:moveTo>
                    <a:pt x="47390" y="9745"/>
                  </a:moveTo>
                  <a:lnTo>
                    <a:pt x="0" y="0"/>
                  </a:lnTo>
                </a:path>
              </a:pathLst>
            </a:custGeom>
            <a:noFill/>
            <a:ln w="20003">
              <a:solidFill>
                <a:srgbClr val="708593"/>
              </a:solidFill>
            </a:ln>
          </p:spPr>
        </p:sp>
        <p:sp>
          <p:nvSpPr>
            <p:cNvPr id="313" name="Input_receptor__312">
              <a:extLst>
                <a:ext uri="{FF2B5EF4-FFF2-40B4-BE49-F238E27FC236}">
                  <a16:creationId xmlns:a16="http://schemas.microsoft.com/office/drawing/2014/main" id="{AA001687-F6F3-3872-A4E7-261CDE100B5D}"/>
                </a:ext>
              </a:extLst>
            </p:cNvPr>
            <p:cNvSpPr>
              <a:spLocks noGrp="1"/>
            </p:cNvSpPr>
            <p:nvPr/>
          </p:nvSpPr>
          <p:spPr>
            <a:xfrm>
              <a:off x="1846427" y="5174865"/>
              <a:ext cx="22543" cy="9027"/>
            </a:xfrm>
            <a:custGeom>
              <a:avLst/>
              <a:gdLst/>
              <a:ahLst/>
              <a:cxnLst/>
              <a:rect l="0" t="0" r="0" b="0"/>
              <a:pathLst>
                <a:path w="22543" h="9027">
                  <a:moveTo>
                    <a:pt x="22543" y="0"/>
                  </a:moveTo>
                  <a:lnTo>
                    <a:pt x="0" y="9027"/>
                  </a:lnTo>
                </a:path>
              </a:pathLst>
            </a:custGeom>
            <a:noFill/>
            <a:ln w="20003">
              <a:solidFill>
                <a:srgbClr val="708593"/>
              </a:solidFill>
            </a:ln>
          </p:spPr>
        </p:sp>
        <p:sp>
          <p:nvSpPr>
            <p:cNvPr id="314" name="Input_receptor__313">
              <a:extLst>
                <a:ext uri="{FF2B5EF4-FFF2-40B4-BE49-F238E27FC236}">
                  <a16:creationId xmlns:a16="http://schemas.microsoft.com/office/drawing/2014/main" id="{55629252-4500-321A-8BCB-88FFDC62C6FB}"/>
                </a:ext>
              </a:extLst>
            </p:cNvPr>
            <p:cNvSpPr>
              <a:spLocks noGrp="1"/>
            </p:cNvSpPr>
            <p:nvPr/>
          </p:nvSpPr>
          <p:spPr>
            <a:xfrm>
              <a:off x="1274872" y="5190135"/>
              <a:ext cx="26256" cy="32110"/>
            </a:xfrm>
            <a:custGeom>
              <a:avLst/>
              <a:gdLst/>
              <a:ahLst/>
              <a:cxnLst/>
              <a:rect l="0" t="0" r="0" b="0"/>
              <a:pathLst>
                <a:path w="26256" h="32110">
                  <a:moveTo>
                    <a:pt x="0" y="0"/>
                  </a:moveTo>
                  <a:lnTo>
                    <a:pt x="26256" y="32110"/>
                  </a:lnTo>
                </a:path>
              </a:pathLst>
            </a:custGeom>
            <a:noFill/>
            <a:ln w="20003">
              <a:solidFill>
                <a:srgbClr val="708593"/>
              </a:solidFill>
            </a:ln>
          </p:spPr>
        </p:sp>
        <p:sp>
          <p:nvSpPr>
            <p:cNvPr id="315" name="Input_receptor__314">
              <a:extLst>
                <a:ext uri="{FF2B5EF4-FFF2-40B4-BE49-F238E27FC236}">
                  <a16:creationId xmlns:a16="http://schemas.microsoft.com/office/drawing/2014/main" id="{0AE794BE-25F9-3AE9-A5B7-540A7781D153}"/>
                </a:ext>
              </a:extLst>
            </p:cNvPr>
            <p:cNvSpPr>
              <a:spLocks noGrp="1"/>
            </p:cNvSpPr>
            <p:nvPr/>
          </p:nvSpPr>
          <p:spPr>
            <a:xfrm>
              <a:off x="1689187" y="5217366"/>
              <a:ext cx="25311" cy="39109"/>
            </a:xfrm>
            <a:custGeom>
              <a:avLst/>
              <a:gdLst/>
              <a:ahLst/>
              <a:cxnLst/>
              <a:rect l="0" t="0" r="0" b="0"/>
              <a:pathLst>
                <a:path w="25311" h="39109">
                  <a:moveTo>
                    <a:pt x="25311" y="39109"/>
                  </a:moveTo>
                  <a:lnTo>
                    <a:pt x="0" y="0"/>
                  </a:lnTo>
                </a:path>
              </a:pathLst>
            </a:custGeom>
            <a:noFill/>
            <a:ln w="20003">
              <a:solidFill>
                <a:srgbClr val="708593"/>
              </a:solidFill>
            </a:ln>
          </p:spPr>
        </p:sp>
        <p:sp>
          <p:nvSpPr>
            <p:cNvPr id="316" name="Input_receptor__315">
              <a:extLst>
                <a:ext uri="{FF2B5EF4-FFF2-40B4-BE49-F238E27FC236}">
                  <a16:creationId xmlns:a16="http://schemas.microsoft.com/office/drawing/2014/main" id="{85182367-E2BC-AA19-1F43-2A430A1E8A64}"/>
                </a:ext>
              </a:extLst>
            </p:cNvPr>
            <p:cNvSpPr>
              <a:spLocks noGrp="1"/>
            </p:cNvSpPr>
            <p:nvPr/>
          </p:nvSpPr>
          <p:spPr>
            <a:xfrm>
              <a:off x="1653926" y="5265903"/>
              <a:ext cx="19783" cy="10859"/>
            </a:xfrm>
            <a:custGeom>
              <a:avLst/>
              <a:gdLst/>
              <a:ahLst/>
              <a:cxnLst/>
              <a:rect l="0" t="0" r="0" b="0"/>
              <a:pathLst>
                <a:path w="19783" h="10859">
                  <a:moveTo>
                    <a:pt x="0" y="0"/>
                  </a:moveTo>
                  <a:lnTo>
                    <a:pt x="19783" y="10859"/>
                  </a:lnTo>
                </a:path>
              </a:pathLst>
            </a:custGeom>
            <a:noFill/>
            <a:ln w="20003">
              <a:solidFill>
                <a:srgbClr val="708593"/>
              </a:solidFill>
            </a:ln>
          </p:spPr>
        </p:sp>
        <p:sp>
          <p:nvSpPr>
            <p:cNvPr id="317" name="Input_receptor__316">
              <a:extLst>
                <a:ext uri="{FF2B5EF4-FFF2-40B4-BE49-F238E27FC236}">
                  <a16:creationId xmlns:a16="http://schemas.microsoft.com/office/drawing/2014/main" id="{46BD26E7-7C4A-B2F8-E2EB-866807CAFFE0}"/>
                </a:ext>
              </a:extLst>
            </p:cNvPr>
            <p:cNvSpPr>
              <a:spLocks noGrp="1"/>
            </p:cNvSpPr>
            <p:nvPr/>
          </p:nvSpPr>
          <p:spPr>
            <a:xfrm>
              <a:off x="1238370" y="5190135"/>
              <a:ext cx="36502" cy="9790"/>
            </a:xfrm>
            <a:custGeom>
              <a:avLst/>
              <a:gdLst/>
              <a:ahLst/>
              <a:cxnLst/>
              <a:rect l="0" t="0" r="0" b="0"/>
              <a:pathLst>
                <a:path w="36502" h="9790">
                  <a:moveTo>
                    <a:pt x="0" y="9790"/>
                  </a:moveTo>
                  <a:lnTo>
                    <a:pt x="36502" y="0"/>
                  </a:lnTo>
                </a:path>
              </a:pathLst>
            </a:custGeom>
            <a:noFill/>
            <a:ln w="20003">
              <a:solidFill>
                <a:srgbClr val="708593"/>
              </a:solidFill>
            </a:ln>
          </p:spPr>
        </p:sp>
        <p:sp>
          <p:nvSpPr>
            <p:cNvPr id="318" name="Input_receptor__317">
              <a:extLst>
                <a:ext uri="{FF2B5EF4-FFF2-40B4-BE49-F238E27FC236}">
                  <a16:creationId xmlns:a16="http://schemas.microsoft.com/office/drawing/2014/main" id="{3283B345-0F36-33DD-81E8-C72EBEFB40D2}"/>
                </a:ext>
              </a:extLst>
            </p:cNvPr>
            <p:cNvSpPr>
              <a:spLocks noGrp="1"/>
            </p:cNvSpPr>
            <p:nvPr/>
          </p:nvSpPr>
          <p:spPr>
            <a:xfrm>
              <a:off x="1062306" y="5313968"/>
              <a:ext cx="25504" cy="24514"/>
            </a:xfrm>
            <a:custGeom>
              <a:avLst/>
              <a:gdLst/>
              <a:ahLst/>
              <a:cxnLst/>
              <a:rect l="0" t="0" r="0" b="0"/>
              <a:pathLst>
                <a:path w="25504" h="24514">
                  <a:moveTo>
                    <a:pt x="0" y="24514"/>
                  </a:moveTo>
                  <a:lnTo>
                    <a:pt x="25504" y="0"/>
                  </a:lnTo>
                </a:path>
              </a:pathLst>
            </a:custGeom>
            <a:noFill/>
            <a:ln w="20003">
              <a:solidFill>
                <a:srgbClr val="708593"/>
              </a:solidFill>
            </a:ln>
          </p:spPr>
        </p:sp>
        <p:sp>
          <p:nvSpPr>
            <p:cNvPr id="319" name="Input_receptor__318">
              <a:extLst>
                <a:ext uri="{FF2B5EF4-FFF2-40B4-BE49-F238E27FC236}">
                  <a16:creationId xmlns:a16="http://schemas.microsoft.com/office/drawing/2014/main" id="{11C35E13-E15B-2C95-E221-22340FAF1A7B}"/>
                </a:ext>
              </a:extLst>
            </p:cNvPr>
            <p:cNvSpPr>
              <a:spLocks noGrp="1"/>
            </p:cNvSpPr>
            <p:nvPr/>
          </p:nvSpPr>
          <p:spPr>
            <a:xfrm>
              <a:off x="1194773" y="5500407"/>
              <a:ext cx="29972" cy="32107"/>
            </a:xfrm>
            <a:custGeom>
              <a:avLst/>
              <a:gdLst/>
              <a:ahLst/>
              <a:cxnLst/>
              <a:rect l="0" t="0" r="0" b="0"/>
              <a:pathLst>
                <a:path w="29972" h="32107">
                  <a:moveTo>
                    <a:pt x="0" y="32107"/>
                  </a:moveTo>
                  <a:lnTo>
                    <a:pt x="29972" y="0"/>
                  </a:lnTo>
                </a:path>
              </a:pathLst>
            </a:custGeom>
            <a:noFill/>
            <a:ln w="20003">
              <a:solidFill>
                <a:srgbClr val="708593"/>
              </a:solidFill>
            </a:ln>
          </p:spPr>
        </p:sp>
        <p:sp>
          <p:nvSpPr>
            <p:cNvPr id="320" name="Input_receptor__319">
              <a:extLst>
                <a:ext uri="{FF2B5EF4-FFF2-40B4-BE49-F238E27FC236}">
                  <a16:creationId xmlns:a16="http://schemas.microsoft.com/office/drawing/2014/main" id="{6F4E467C-44CE-09F8-DA39-2B887E46276A}"/>
                </a:ext>
              </a:extLst>
            </p:cNvPr>
            <p:cNvSpPr>
              <a:spLocks noGrp="1"/>
            </p:cNvSpPr>
            <p:nvPr/>
          </p:nvSpPr>
          <p:spPr>
            <a:xfrm>
              <a:off x="1247896" y="5375110"/>
              <a:ext cx="45901" cy="293"/>
            </a:xfrm>
            <a:custGeom>
              <a:avLst/>
              <a:gdLst/>
              <a:ahLst/>
              <a:cxnLst/>
              <a:rect l="0" t="0" r="0" b="0"/>
              <a:pathLst>
                <a:path w="45901" h="293">
                  <a:moveTo>
                    <a:pt x="0" y="293"/>
                  </a:moveTo>
                  <a:lnTo>
                    <a:pt x="45901" y="0"/>
                  </a:lnTo>
                </a:path>
              </a:pathLst>
            </a:custGeom>
            <a:noFill/>
            <a:ln w="20003">
              <a:solidFill>
                <a:srgbClr val="708593"/>
              </a:solidFill>
            </a:ln>
          </p:spPr>
        </p:sp>
        <p:sp>
          <p:nvSpPr>
            <p:cNvPr id="321" name="Input_receptor__320">
              <a:extLst>
                <a:ext uri="{FF2B5EF4-FFF2-40B4-BE49-F238E27FC236}">
                  <a16:creationId xmlns:a16="http://schemas.microsoft.com/office/drawing/2014/main" id="{A94C571E-DA0F-9674-D026-6AA14E1B22B9}"/>
                </a:ext>
              </a:extLst>
            </p:cNvPr>
            <p:cNvSpPr>
              <a:spLocks noGrp="1"/>
            </p:cNvSpPr>
            <p:nvPr/>
          </p:nvSpPr>
          <p:spPr>
            <a:xfrm>
              <a:off x="1896646" y="5183536"/>
              <a:ext cx="15423" cy="43155"/>
            </a:xfrm>
            <a:custGeom>
              <a:avLst/>
              <a:gdLst/>
              <a:ahLst/>
              <a:cxnLst/>
              <a:rect l="0" t="0" r="0" b="0"/>
              <a:pathLst>
                <a:path w="15423" h="43155">
                  <a:moveTo>
                    <a:pt x="0" y="43155"/>
                  </a:moveTo>
                  <a:lnTo>
                    <a:pt x="15423" y="0"/>
                  </a:lnTo>
                </a:path>
              </a:pathLst>
            </a:custGeom>
            <a:noFill/>
            <a:ln w="20003">
              <a:solidFill>
                <a:srgbClr val="708593"/>
              </a:solidFill>
            </a:ln>
          </p:spPr>
        </p:sp>
        <p:sp>
          <p:nvSpPr>
            <p:cNvPr id="322" name="Input_receptor__321">
              <a:extLst>
                <a:ext uri="{FF2B5EF4-FFF2-40B4-BE49-F238E27FC236}">
                  <a16:creationId xmlns:a16="http://schemas.microsoft.com/office/drawing/2014/main" id="{465BD7D8-0391-9762-50FA-700ED3098952}"/>
                </a:ext>
              </a:extLst>
            </p:cNvPr>
            <p:cNvSpPr>
              <a:spLocks noGrp="1"/>
            </p:cNvSpPr>
            <p:nvPr/>
          </p:nvSpPr>
          <p:spPr>
            <a:xfrm>
              <a:off x="1267433" y="5222245"/>
              <a:ext cx="33695" cy="33939"/>
            </a:xfrm>
            <a:custGeom>
              <a:avLst/>
              <a:gdLst/>
              <a:ahLst/>
              <a:cxnLst/>
              <a:rect l="0" t="0" r="0" b="0"/>
              <a:pathLst>
                <a:path w="33695" h="33939">
                  <a:moveTo>
                    <a:pt x="33695" y="0"/>
                  </a:moveTo>
                  <a:lnTo>
                    <a:pt x="0" y="33939"/>
                  </a:lnTo>
                </a:path>
              </a:pathLst>
            </a:custGeom>
            <a:noFill/>
            <a:ln w="20003">
              <a:solidFill>
                <a:srgbClr val="718593"/>
              </a:solidFill>
            </a:ln>
          </p:spPr>
        </p:sp>
        <p:sp>
          <p:nvSpPr>
            <p:cNvPr id="323" name="Input_receptor__322">
              <a:extLst>
                <a:ext uri="{FF2B5EF4-FFF2-40B4-BE49-F238E27FC236}">
                  <a16:creationId xmlns:a16="http://schemas.microsoft.com/office/drawing/2014/main" id="{2A06A223-FC18-9F25-92B0-9A1E8271C62D}"/>
                </a:ext>
              </a:extLst>
            </p:cNvPr>
            <p:cNvSpPr>
              <a:spLocks noGrp="1"/>
            </p:cNvSpPr>
            <p:nvPr/>
          </p:nvSpPr>
          <p:spPr>
            <a:xfrm>
              <a:off x="1080675" y="5270893"/>
              <a:ext cx="7136" cy="43074"/>
            </a:xfrm>
            <a:custGeom>
              <a:avLst/>
              <a:gdLst/>
              <a:ahLst/>
              <a:cxnLst/>
              <a:rect l="0" t="0" r="0" b="0"/>
              <a:pathLst>
                <a:path w="7136" h="43074">
                  <a:moveTo>
                    <a:pt x="7136" y="43074"/>
                  </a:moveTo>
                  <a:lnTo>
                    <a:pt x="0" y="0"/>
                  </a:lnTo>
                </a:path>
              </a:pathLst>
            </a:custGeom>
            <a:noFill/>
            <a:ln w="20003">
              <a:solidFill>
                <a:srgbClr val="718594"/>
              </a:solidFill>
            </a:ln>
          </p:spPr>
        </p:sp>
        <p:sp>
          <p:nvSpPr>
            <p:cNvPr id="324" name="Input_receptor__323">
              <a:extLst>
                <a:ext uri="{FF2B5EF4-FFF2-40B4-BE49-F238E27FC236}">
                  <a16:creationId xmlns:a16="http://schemas.microsoft.com/office/drawing/2014/main" id="{F5A019FF-3348-02B5-9219-7572B89495E7}"/>
                </a:ext>
              </a:extLst>
            </p:cNvPr>
            <p:cNvSpPr>
              <a:spLocks noGrp="1"/>
            </p:cNvSpPr>
            <p:nvPr/>
          </p:nvSpPr>
          <p:spPr>
            <a:xfrm>
              <a:off x="1293797" y="5375110"/>
              <a:ext cx="12316" cy="38573"/>
            </a:xfrm>
            <a:custGeom>
              <a:avLst/>
              <a:gdLst/>
              <a:ahLst/>
              <a:cxnLst/>
              <a:rect l="0" t="0" r="0" b="0"/>
              <a:pathLst>
                <a:path w="12316" h="38573">
                  <a:moveTo>
                    <a:pt x="0" y="0"/>
                  </a:moveTo>
                  <a:lnTo>
                    <a:pt x="12316" y="38573"/>
                  </a:lnTo>
                </a:path>
              </a:pathLst>
            </a:custGeom>
            <a:noFill/>
            <a:ln w="20003">
              <a:solidFill>
                <a:srgbClr val="718594"/>
              </a:solidFill>
            </a:ln>
          </p:spPr>
        </p:sp>
        <p:sp>
          <p:nvSpPr>
            <p:cNvPr id="325" name="Input_receptor__324">
              <a:extLst>
                <a:ext uri="{FF2B5EF4-FFF2-40B4-BE49-F238E27FC236}">
                  <a16:creationId xmlns:a16="http://schemas.microsoft.com/office/drawing/2014/main" id="{4B9E6B85-2486-BA38-739A-A18EE58DDEE2}"/>
                </a:ext>
              </a:extLst>
            </p:cNvPr>
            <p:cNvSpPr>
              <a:spLocks noGrp="1"/>
            </p:cNvSpPr>
            <p:nvPr/>
          </p:nvSpPr>
          <p:spPr>
            <a:xfrm>
              <a:off x="1767222" y="4799715"/>
              <a:ext cx="14309" cy="6543"/>
            </a:xfrm>
            <a:custGeom>
              <a:avLst/>
              <a:gdLst/>
              <a:ahLst/>
              <a:cxnLst/>
              <a:rect l="0" t="0" r="0" b="0"/>
              <a:pathLst>
                <a:path w="14309" h="6543">
                  <a:moveTo>
                    <a:pt x="14309" y="6543"/>
                  </a:moveTo>
                  <a:lnTo>
                    <a:pt x="0" y="0"/>
                  </a:lnTo>
                </a:path>
              </a:pathLst>
            </a:custGeom>
            <a:noFill/>
            <a:ln w="8096">
              <a:solidFill>
                <a:srgbClr val="718594"/>
              </a:solidFill>
            </a:ln>
          </p:spPr>
        </p:sp>
        <p:sp>
          <p:nvSpPr>
            <p:cNvPr id="326" name="Input_receptor__325">
              <a:extLst>
                <a:ext uri="{FF2B5EF4-FFF2-40B4-BE49-F238E27FC236}">
                  <a16:creationId xmlns:a16="http://schemas.microsoft.com/office/drawing/2014/main" id="{6641ED15-0C60-6665-11E4-6B32FBF74DAE}"/>
                </a:ext>
              </a:extLst>
            </p:cNvPr>
            <p:cNvSpPr>
              <a:spLocks noGrp="1"/>
            </p:cNvSpPr>
            <p:nvPr/>
          </p:nvSpPr>
          <p:spPr>
            <a:xfrm>
              <a:off x="1199909" y="5425768"/>
              <a:ext cx="4179" cy="31445"/>
            </a:xfrm>
            <a:custGeom>
              <a:avLst/>
              <a:gdLst/>
              <a:ahLst/>
              <a:cxnLst/>
              <a:rect l="0" t="0" r="0" b="0"/>
              <a:pathLst>
                <a:path w="4179" h="31445">
                  <a:moveTo>
                    <a:pt x="0" y="31445"/>
                  </a:moveTo>
                  <a:lnTo>
                    <a:pt x="4179" y="0"/>
                  </a:lnTo>
                </a:path>
              </a:pathLst>
            </a:custGeom>
            <a:noFill/>
            <a:ln w="20003">
              <a:solidFill>
                <a:srgbClr val="718694"/>
              </a:solidFill>
            </a:ln>
          </p:spPr>
        </p:sp>
        <p:sp>
          <p:nvSpPr>
            <p:cNvPr id="327" name="Input_receptor__326">
              <a:extLst>
                <a:ext uri="{FF2B5EF4-FFF2-40B4-BE49-F238E27FC236}">
                  <a16:creationId xmlns:a16="http://schemas.microsoft.com/office/drawing/2014/main" id="{02812E7B-457D-8948-D341-B19B0F03845A}"/>
                </a:ext>
              </a:extLst>
            </p:cNvPr>
            <p:cNvSpPr>
              <a:spLocks noGrp="1"/>
            </p:cNvSpPr>
            <p:nvPr/>
          </p:nvSpPr>
          <p:spPr>
            <a:xfrm>
              <a:off x="1824696" y="5120306"/>
              <a:ext cx="48069" cy="5221"/>
            </a:xfrm>
            <a:custGeom>
              <a:avLst/>
              <a:gdLst/>
              <a:ahLst/>
              <a:cxnLst/>
              <a:rect l="0" t="0" r="0" b="0"/>
              <a:pathLst>
                <a:path w="48069" h="5221">
                  <a:moveTo>
                    <a:pt x="48069" y="0"/>
                  </a:moveTo>
                  <a:lnTo>
                    <a:pt x="0" y="5221"/>
                  </a:lnTo>
                </a:path>
              </a:pathLst>
            </a:custGeom>
            <a:noFill/>
            <a:ln w="20003">
              <a:solidFill>
                <a:srgbClr val="718694"/>
              </a:solidFill>
            </a:ln>
          </p:spPr>
        </p:sp>
        <p:sp>
          <p:nvSpPr>
            <p:cNvPr id="328" name="Input_receptor__327">
              <a:extLst>
                <a:ext uri="{FF2B5EF4-FFF2-40B4-BE49-F238E27FC236}">
                  <a16:creationId xmlns:a16="http://schemas.microsoft.com/office/drawing/2014/main" id="{97FCBF62-09DE-F71E-CD62-A38D5EA31B64}"/>
                </a:ext>
              </a:extLst>
            </p:cNvPr>
            <p:cNvSpPr>
              <a:spLocks noGrp="1"/>
            </p:cNvSpPr>
            <p:nvPr/>
          </p:nvSpPr>
          <p:spPr>
            <a:xfrm>
              <a:off x="1673709" y="5256475"/>
              <a:ext cx="40788" cy="20288"/>
            </a:xfrm>
            <a:custGeom>
              <a:avLst/>
              <a:gdLst/>
              <a:ahLst/>
              <a:cxnLst/>
              <a:rect l="0" t="0" r="0" b="0"/>
              <a:pathLst>
                <a:path w="40788" h="20288">
                  <a:moveTo>
                    <a:pt x="0" y="20288"/>
                  </a:moveTo>
                  <a:lnTo>
                    <a:pt x="40788" y="0"/>
                  </a:lnTo>
                </a:path>
              </a:pathLst>
            </a:custGeom>
            <a:noFill/>
            <a:ln w="20003">
              <a:solidFill>
                <a:srgbClr val="718694"/>
              </a:solidFill>
            </a:ln>
          </p:spPr>
        </p:sp>
        <p:sp>
          <p:nvSpPr>
            <p:cNvPr id="329" name="Input_receptor__328">
              <a:extLst>
                <a:ext uri="{FF2B5EF4-FFF2-40B4-BE49-F238E27FC236}">
                  <a16:creationId xmlns:a16="http://schemas.microsoft.com/office/drawing/2014/main" id="{0043D1B4-443F-E63A-A6C9-5B6E6854BDBD}"/>
                </a:ext>
              </a:extLst>
            </p:cNvPr>
            <p:cNvSpPr>
              <a:spLocks noGrp="1"/>
            </p:cNvSpPr>
            <p:nvPr/>
          </p:nvSpPr>
          <p:spPr>
            <a:xfrm>
              <a:off x="1354469" y="5224750"/>
              <a:ext cx="41987" cy="17188"/>
            </a:xfrm>
            <a:custGeom>
              <a:avLst/>
              <a:gdLst/>
              <a:ahLst/>
              <a:cxnLst/>
              <a:rect l="0" t="0" r="0" b="0"/>
              <a:pathLst>
                <a:path w="41987" h="17188">
                  <a:moveTo>
                    <a:pt x="41987" y="0"/>
                  </a:moveTo>
                  <a:lnTo>
                    <a:pt x="0" y="17188"/>
                  </a:lnTo>
                </a:path>
              </a:pathLst>
            </a:custGeom>
            <a:noFill/>
            <a:ln w="20003">
              <a:solidFill>
                <a:srgbClr val="718694"/>
              </a:solidFill>
            </a:ln>
          </p:spPr>
        </p:sp>
        <p:sp>
          <p:nvSpPr>
            <p:cNvPr id="330" name="Input_receptor__329">
              <a:extLst>
                <a:ext uri="{FF2B5EF4-FFF2-40B4-BE49-F238E27FC236}">
                  <a16:creationId xmlns:a16="http://schemas.microsoft.com/office/drawing/2014/main" id="{C30DD668-3816-73FC-C48F-8DFDA76F62CF}"/>
                </a:ext>
              </a:extLst>
            </p:cNvPr>
            <p:cNvSpPr>
              <a:spLocks noGrp="1"/>
            </p:cNvSpPr>
            <p:nvPr/>
          </p:nvSpPr>
          <p:spPr>
            <a:xfrm>
              <a:off x="1028204" y="5278959"/>
              <a:ext cx="5244" cy="17110"/>
            </a:xfrm>
            <a:custGeom>
              <a:avLst/>
              <a:gdLst/>
              <a:ahLst/>
              <a:cxnLst/>
              <a:rect l="0" t="0" r="0" b="0"/>
              <a:pathLst>
                <a:path w="5244" h="17110">
                  <a:moveTo>
                    <a:pt x="5244" y="0"/>
                  </a:moveTo>
                  <a:lnTo>
                    <a:pt x="0" y="17110"/>
                  </a:lnTo>
                </a:path>
              </a:pathLst>
            </a:custGeom>
            <a:noFill/>
            <a:ln w="20003">
              <a:solidFill>
                <a:srgbClr val="718694"/>
              </a:solidFill>
            </a:ln>
          </p:spPr>
        </p:sp>
        <p:sp>
          <p:nvSpPr>
            <p:cNvPr id="331" name="Input_receptor__330">
              <a:extLst>
                <a:ext uri="{FF2B5EF4-FFF2-40B4-BE49-F238E27FC236}">
                  <a16:creationId xmlns:a16="http://schemas.microsoft.com/office/drawing/2014/main" id="{EBF37239-A239-792F-1666-F9B24D413FF5}"/>
                </a:ext>
              </a:extLst>
            </p:cNvPr>
            <p:cNvSpPr>
              <a:spLocks noGrp="1"/>
            </p:cNvSpPr>
            <p:nvPr/>
          </p:nvSpPr>
          <p:spPr>
            <a:xfrm>
              <a:off x="1717950" y="5328967"/>
              <a:ext cx="22758" cy="30730"/>
            </a:xfrm>
            <a:custGeom>
              <a:avLst/>
              <a:gdLst/>
              <a:ahLst/>
              <a:cxnLst/>
              <a:rect l="0" t="0" r="0" b="0"/>
              <a:pathLst>
                <a:path w="22758" h="30730">
                  <a:moveTo>
                    <a:pt x="22758" y="0"/>
                  </a:moveTo>
                  <a:lnTo>
                    <a:pt x="0" y="30730"/>
                  </a:lnTo>
                </a:path>
              </a:pathLst>
            </a:custGeom>
            <a:noFill/>
            <a:ln w="8096">
              <a:solidFill>
                <a:srgbClr val="718694"/>
              </a:solidFill>
            </a:ln>
          </p:spPr>
        </p:sp>
        <p:sp>
          <p:nvSpPr>
            <p:cNvPr id="332" name="Input_receptor__331">
              <a:extLst>
                <a:ext uri="{FF2B5EF4-FFF2-40B4-BE49-F238E27FC236}">
                  <a16:creationId xmlns:a16="http://schemas.microsoft.com/office/drawing/2014/main" id="{CC0A6845-8BD0-34D2-ED58-9B2B57EAAD06}"/>
                </a:ext>
              </a:extLst>
            </p:cNvPr>
            <p:cNvSpPr>
              <a:spLocks noGrp="1"/>
            </p:cNvSpPr>
            <p:nvPr/>
          </p:nvSpPr>
          <p:spPr>
            <a:xfrm>
              <a:off x="1667295" y="5215391"/>
              <a:ext cx="21892" cy="1975"/>
            </a:xfrm>
            <a:custGeom>
              <a:avLst/>
              <a:gdLst/>
              <a:ahLst/>
              <a:cxnLst/>
              <a:rect l="0" t="0" r="0" b="0"/>
              <a:pathLst>
                <a:path w="21892" h="1975">
                  <a:moveTo>
                    <a:pt x="21892" y="1975"/>
                  </a:moveTo>
                  <a:lnTo>
                    <a:pt x="0" y="0"/>
                  </a:lnTo>
                </a:path>
              </a:pathLst>
            </a:custGeom>
            <a:noFill/>
            <a:ln w="20003">
              <a:solidFill>
                <a:srgbClr val="718694"/>
              </a:solidFill>
            </a:ln>
          </p:spPr>
        </p:sp>
        <p:sp>
          <p:nvSpPr>
            <p:cNvPr id="333" name="Input_receptor__332">
              <a:extLst>
                <a:ext uri="{FF2B5EF4-FFF2-40B4-BE49-F238E27FC236}">
                  <a16:creationId xmlns:a16="http://schemas.microsoft.com/office/drawing/2014/main" id="{D8B6FCD7-D7EB-4A83-BFCC-84AC2BFD5F5E}"/>
                </a:ext>
              </a:extLst>
            </p:cNvPr>
            <p:cNvSpPr>
              <a:spLocks noGrp="1"/>
            </p:cNvSpPr>
            <p:nvPr/>
          </p:nvSpPr>
          <p:spPr>
            <a:xfrm>
              <a:off x="1391132" y="5261208"/>
              <a:ext cx="30927" cy="30967"/>
            </a:xfrm>
            <a:custGeom>
              <a:avLst/>
              <a:gdLst/>
              <a:ahLst/>
              <a:cxnLst/>
              <a:rect l="0" t="0" r="0" b="0"/>
              <a:pathLst>
                <a:path w="30927" h="30967">
                  <a:moveTo>
                    <a:pt x="0" y="30967"/>
                  </a:moveTo>
                  <a:lnTo>
                    <a:pt x="30927" y="0"/>
                  </a:lnTo>
                </a:path>
              </a:pathLst>
            </a:custGeom>
            <a:noFill/>
            <a:ln w="20003">
              <a:solidFill>
                <a:srgbClr val="718694"/>
              </a:solidFill>
            </a:ln>
          </p:spPr>
        </p:sp>
        <p:sp>
          <p:nvSpPr>
            <p:cNvPr id="334" name="Input_receptor__333">
              <a:extLst>
                <a:ext uri="{FF2B5EF4-FFF2-40B4-BE49-F238E27FC236}">
                  <a16:creationId xmlns:a16="http://schemas.microsoft.com/office/drawing/2014/main" id="{02D95C73-0668-AE6B-77EF-209B1EDB3BC4}"/>
                </a:ext>
              </a:extLst>
            </p:cNvPr>
            <p:cNvSpPr>
              <a:spLocks noGrp="1"/>
            </p:cNvSpPr>
            <p:nvPr/>
          </p:nvSpPr>
          <p:spPr>
            <a:xfrm>
              <a:off x="1396455" y="5224750"/>
              <a:ext cx="25604" cy="36458"/>
            </a:xfrm>
            <a:custGeom>
              <a:avLst/>
              <a:gdLst/>
              <a:ahLst/>
              <a:cxnLst/>
              <a:rect l="0" t="0" r="0" b="0"/>
              <a:pathLst>
                <a:path w="25604" h="36458">
                  <a:moveTo>
                    <a:pt x="25604" y="36458"/>
                  </a:moveTo>
                  <a:lnTo>
                    <a:pt x="0" y="0"/>
                  </a:lnTo>
                </a:path>
              </a:pathLst>
            </a:custGeom>
            <a:noFill/>
            <a:ln w="20003">
              <a:solidFill>
                <a:srgbClr val="718694"/>
              </a:solidFill>
            </a:ln>
          </p:spPr>
        </p:sp>
        <p:sp>
          <p:nvSpPr>
            <p:cNvPr id="335" name="Input_receptor__334">
              <a:extLst>
                <a:ext uri="{FF2B5EF4-FFF2-40B4-BE49-F238E27FC236}">
                  <a16:creationId xmlns:a16="http://schemas.microsoft.com/office/drawing/2014/main" id="{A3DB0105-F102-9053-5766-EF415DF69076}"/>
                </a:ext>
              </a:extLst>
            </p:cNvPr>
            <p:cNvSpPr>
              <a:spLocks noGrp="1"/>
            </p:cNvSpPr>
            <p:nvPr/>
          </p:nvSpPr>
          <p:spPr>
            <a:xfrm>
              <a:off x="1140050" y="5348504"/>
              <a:ext cx="41111" cy="5335"/>
            </a:xfrm>
            <a:custGeom>
              <a:avLst/>
              <a:gdLst/>
              <a:ahLst/>
              <a:cxnLst/>
              <a:rect l="0" t="0" r="0" b="0"/>
              <a:pathLst>
                <a:path w="41111" h="5335">
                  <a:moveTo>
                    <a:pt x="41111" y="5335"/>
                  </a:moveTo>
                  <a:lnTo>
                    <a:pt x="0" y="0"/>
                  </a:lnTo>
                </a:path>
              </a:pathLst>
            </a:custGeom>
            <a:noFill/>
            <a:ln w="20003">
              <a:solidFill>
                <a:srgbClr val="718694"/>
              </a:solidFill>
            </a:ln>
          </p:spPr>
        </p:sp>
        <p:sp>
          <p:nvSpPr>
            <p:cNvPr id="336" name="Input_receptor__335">
              <a:extLst>
                <a:ext uri="{FF2B5EF4-FFF2-40B4-BE49-F238E27FC236}">
                  <a16:creationId xmlns:a16="http://schemas.microsoft.com/office/drawing/2014/main" id="{83E99AFC-780E-4F6D-C86C-B46271E59D4D}"/>
                </a:ext>
              </a:extLst>
            </p:cNvPr>
            <p:cNvSpPr>
              <a:spLocks noGrp="1"/>
            </p:cNvSpPr>
            <p:nvPr/>
          </p:nvSpPr>
          <p:spPr>
            <a:xfrm>
              <a:off x="1266099" y="5413683"/>
              <a:ext cx="40015" cy="23950"/>
            </a:xfrm>
            <a:custGeom>
              <a:avLst/>
              <a:gdLst/>
              <a:ahLst/>
              <a:cxnLst/>
              <a:rect l="0" t="0" r="0" b="0"/>
              <a:pathLst>
                <a:path w="40015" h="23950">
                  <a:moveTo>
                    <a:pt x="40015" y="0"/>
                  </a:moveTo>
                  <a:lnTo>
                    <a:pt x="0" y="23950"/>
                  </a:lnTo>
                </a:path>
              </a:pathLst>
            </a:custGeom>
            <a:noFill/>
            <a:ln w="20003">
              <a:solidFill>
                <a:srgbClr val="718694"/>
              </a:solidFill>
            </a:ln>
          </p:spPr>
        </p:sp>
        <p:sp>
          <p:nvSpPr>
            <p:cNvPr id="337" name="Input_receptor__336">
              <a:extLst>
                <a:ext uri="{FF2B5EF4-FFF2-40B4-BE49-F238E27FC236}">
                  <a16:creationId xmlns:a16="http://schemas.microsoft.com/office/drawing/2014/main" id="{0A874462-5775-BAC9-3327-E4C81ADDD502}"/>
                </a:ext>
              </a:extLst>
            </p:cNvPr>
            <p:cNvSpPr>
              <a:spLocks noGrp="1"/>
            </p:cNvSpPr>
            <p:nvPr/>
          </p:nvSpPr>
          <p:spPr>
            <a:xfrm>
              <a:off x="1162265" y="5457212"/>
              <a:ext cx="37644" cy="21710"/>
            </a:xfrm>
            <a:custGeom>
              <a:avLst/>
              <a:gdLst/>
              <a:ahLst/>
              <a:cxnLst/>
              <a:rect l="0" t="0" r="0" b="0"/>
              <a:pathLst>
                <a:path w="37644" h="21710">
                  <a:moveTo>
                    <a:pt x="0" y="21710"/>
                  </a:moveTo>
                  <a:lnTo>
                    <a:pt x="37644" y="0"/>
                  </a:lnTo>
                </a:path>
              </a:pathLst>
            </a:custGeom>
            <a:noFill/>
            <a:ln w="20003">
              <a:solidFill>
                <a:srgbClr val="718694"/>
              </a:solidFill>
            </a:ln>
          </p:spPr>
        </p:sp>
        <p:sp>
          <p:nvSpPr>
            <p:cNvPr id="338" name="Input_receptor__337">
              <a:extLst>
                <a:ext uri="{FF2B5EF4-FFF2-40B4-BE49-F238E27FC236}">
                  <a16:creationId xmlns:a16="http://schemas.microsoft.com/office/drawing/2014/main" id="{A66AC8F9-4F60-3885-1566-F2F67F0B3B05}"/>
                </a:ext>
              </a:extLst>
            </p:cNvPr>
            <p:cNvSpPr>
              <a:spLocks noGrp="1"/>
            </p:cNvSpPr>
            <p:nvPr/>
          </p:nvSpPr>
          <p:spPr>
            <a:xfrm>
              <a:off x="1156698" y="5408391"/>
              <a:ext cx="3555" cy="7631"/>
            </a:xfrm>
            <a:custGeom>
              <a:avLst/>
              <a:gdLst/>
              <a:ahLst/>
              <a:cxnLst/>
              <a:rect l="0" t="0" r="0" b="0"/>
              <a:pathLst>
                <a:path w="3555" h="7631">
                  <a:moveTo>
                    <a:pt x="0" y="7631"/>
                  </a:moveTo>
                  <a:lnTo>
                    <a:pt x="3555" y="0"/>
                  </a:lnTo>
                </a:path>
              </a:pathLst>
            </a:custGeom>
            <a:noFill/>
            <a:ln w="20003">
              <a:solidFill>
                <a:srgbClr val="718694"/>
              </a:solidFill>
            </a:ln>
          </p:spPr>
        </p:sp>
        <p:sp>
          <p:nvSpPr>
            <p:cNvPr id="339" name="Input_receptor__338">
              <a:extLst>
                <a:ext uri="{FF2B5EF4-FFF2-40B4-BE49-F238E27FC236}">
                  <a16:creationId xmlns:a16="http://schemas.microsoft.com/office/drawing/2014/main" id="{7CDB881A-0708-3AA3-4D16-B246969D40C9}"/>
                </a:ext>
              </a:extLst>
            </p:cNvPr>
            <p:cNvSpPr>
              <a:spLocks noGrp="1"/>
            </p:cNvSpPr>
            <p:nvPr/>
          </p:nvSpPr>
          <p:spPr>
            <a:xfrm>
              <a:off x="1181161" y="5353839"/>
              <a:ext cx="18170" cy="26413"/>
            </a:xfrm>
            <a:custGeom>
              <a:avLst/>
              <a:gdLst/>
              <a:ahLst/>
              <a:cxnLst/>
              <a:rect l="0" t="0" r="0" b="0"/>
              <a:pathLst>
                <a:path w="18170" h="26413">
                  <a:moveTo>
                    <a:pt x="18170" y="26413"/>
                  </a:moveTo>
                  <a:lnTo>
                    <a:pt x="0" y="0"/>
                  </a:lnTo>
                </a:path>
              </a:pathLst>
            </a:custGeom>
            <a:noFill/>
            <a:ln w="20003">
              <a:solidFill>
                <a:srgbClr val="728694"/>
              </a:solidFill>
            </a:ln>
          </p:spPr>
        </p:sp>
        <p:sp>
          <p:nvSpPr>
            <p:cNvPr id="340" name="Input_receptor__339">
              <a:extLst>
                <a:ext uri="{FF2B5EF4-FFF2-40B4-BE49-F238E27FC236}">
                  <a16:creationId xmlns:a16="http://schemas.microsoft.com/office/drawing/2014/main" id="{4167657E-3DC7-F2CF-E50F-EDA8DFBD2B63}"/>
                </a:ext>
              </a:extLst>
            </p:cNvPr>
            <p:cNvSpPr>
              <a:spLocks noGrp="1"/>
            </p:cNvSpPr>
            <p:nvPr/>
          </p:nvSpPr>
          <p:spPr>
            <a:xfrm>
              <a:off x="1872765" y="5120306"/>
              <a:ext cx="5030" cy="36239"/>
            </a:xfrm>
            <a:custGeom>
              <a:avLst/>
              <a:gdLst/>
              <a:ahLst/>
              <a:cxnLst/>
              <a:rect l="0" t="0" r="0" b="0"/>
              <a:pathLst>
                <a:path w="5030" h="36239">
                  <a:moveTo>
                    <a:pt x="5030" y="36239"/>
                  </a:moveTo>
                  <a:lnTo>
                    <a:pt x="0" y="0"/>
                  </a:lnTo>
                </a:path>
              </a:pathLst>
            </a:custGeom>
            <a:noFill/>
            <a:ln w="20003">
              <a:solidFill>
                <a:srgbClr val="728795"/>
              </a:solidFill>
            </a:ln>
          </p:spPr>
        </p:sp>
        <p:sp>
          <p:nvSpPr>
            <p:cNvPr id="341" name="Input_receptor__340">
              <a:extLst>
                <a:ext uri="{FF2B5EF4-FFF2-40B4-BE49-F238E27FC236}">
                  <a16:creationId xmlns:a16="http://schemas.microsoft.com/office/drawing/2014/main" id="{55684312-D85C-32CE-D965-981C66E2E085}"/>
                </a:ext>
              </a:extLst>
            </p:cNvPr>
            <p:cNvSpPr>
              <a:spLocks noGrp="1"/>
            </p:cNvSpPr>
            <p:nvPr/>
          </p:nvSpPr>
          <p:spPr>
            <a:xfrm>
              <a:off x="1153146" y="5282492"/>
              <a:ext cx="37121" cy="18751"/>
            </a:xfrm>
            <a:custGeom>
              <a:avLst/>
              <a:gdLst/>
              <a:ahLst/>
              <a:cxnLst/>
              <a:rect l="0" t="0" r="0" b="0"/>
              <a:pathLst>
                <a:path w="37121" h="18751">
                  <a:moveTo>
                    <a:pt x="37121" y="18751"/>
                  </a:moveTo>
                  <a:lnTo>
                    <a:pt x="0" y="0"/>
                  </a:lnTo>
                </a:path>
              </a:pathLst>
            </a:custGeom>
            <a:noFill/>
            <a:ln w="20003">
              <a:solidFill>
                <a:srgbClr val="728795"/>
              </a:solidFill>
            </a:ln>
          </p:spPr>
        </p:sp>
        <p:sp>
          <p:nvSpPr>
            <p:cNvPr id="342" name="Input_receptor__341">
              <a:extLst>
                <a:ext uri="{FF2B5EF4-FFF2-40B4-BE49-F238E27FC236}">
                  <a16:creationId xmlns:a16="http://schemas.microsoft.com/office/drawing/2014/main" id="{E7DD68A0-4675-10C5-2641-C49C84516067}"/>
                </a:ext>
              </a:extLst>
            </p:cNvPr>
            <p:cNvSpPr>
              <a:spLocks noGrp="1"/>
            </p:cNvSpPr>
            <p:nvPr/>
          </p:nvSpPr>
          <p:spPr>
            <a:xfrm>
              <a:off x="1846427" y="5156545"/>
              <a:ext cx="31368" cy="27346"/>
            </a:xfrm>
            <a:custGeom>
              <a:avLst/>
              <a:gdLst/>
              <a:ahLst/>
              <a:cxnLst/>
              <a:rect l="0" t="0" r="0" b="0"/>
              <a:pathLst>
                <a:path w="31368" h="27346">
                  <a:moveTo>
                    <a:pt x="0" y="27346"/>
                  </a:moveTo>
                  <a:lnTo>
                    <a:pt x="31368" y="0"/>
                  </a:lnTo>
                </a:path>
              </a:pathLst>
            </a:custGeom>
            <a:noFill/>
            <a:ln w="20003">
              <a:solidFill>
                <a:srgbClr val="728795"/>
              </a:solidFill>
            </a:ln>
          </p:spPr>
        </p:sp>
        <p:sp>
          <p:nvSpPr>
            <p:cNvPr id="343" name="Input_receptor__342">
              <a:extLst>
                <a:ext uri="{FF2B5EF4-FFF2-40B4-BE49-F238E27FC236}">
                  <a16:creationId xmlns:a16="http://schemas.microsoft.com/office/drawing/2014/main" id="{84987111-ABFE-B378-DCF2-EB7F09F42C6F}"/>
                </a:ext>
              </a:extLst>
            </p:cNvPr>
            <p:cNvSpPr>
              <a:spLocks noGrp="1"/>
            </p:cNvSpPr>
            <p:nvPr/>
          </p:nvSpPr>
          <p:spPr>
            <a:xfrm>
              <a:off x="988148" y="5223787"/>
              <a:ext cx="46318" cy="13831"/>
            </a:xfrm>
            <a:custGeom>
              <a:avLst/>
              <a:gdLst/>
              <a:ahLst/>
              <a:cxnLst/>
              <a:rect l="0" t="0" r="0" b="0"/>
              <a:pathLst>
                <a:path w="46318" h="13831">
                  <a:moveTo>
                    <a:pt x="46318" y="0"/>
                  </a:moveTo>
                  <a:lnTo>
                    <a:pt x="0" y="13831"/>
                  </a:lnTo>
                </a:path>
              </a:pathLst>
            </a:custGeom>
            <a:noFill/>
            <a:ln w="20003">
              <a:solidFill>
                <a:srgbClr val="728795"/>
              </a:solidFill>
            </a:ln>
          </p:spPr>
        </p:sp>
        <p:sp>
          <p:nvSpPr>
            <p:cNvPr id="344" name="Input_receptor__343">
              <a:extLst>
                <a:ext uri="{FF2B5EF4-FFF2-40B4-BE49-F238E27FC236}">
                  <a16:creationId xmlns:a16="http://schemas.microsoft.com/office/drawing/2014/main" id="{18502568-46B4-0C83-2116-0DE1E85107D0}"/>
                </a:ext>
              </a:extLst>
            </p:cNvPr>
            <p:cNvSpPr>
              <a:spLocks noGrp="1"/>
            </p:cNvSpPr>
            <p:nvPr/>
          </p:nvSpPr>
          <p:spPr>
            <a:xfrm>
              <a:off x="1247896" y="5375403"/>
              <a:ext cx="14244" cy="6092"/>
            </a:xfrm>
            <a:custGeom>
              <a:avLst/>
              <a:gdLst/>
              <a:ahLst/>
              <a:cxnLst/>
              <a:rect l="0" t="0" r="0" b="0"/>
              <a:pathLst>
                <a:path w="14244" h="6092">
                  <a:moveTo>
                    <a:pt x="14244" y="6092"/>
                  </a:moveTo>
                  <a:lnTo>
                    <a:pt x="0" y="0"/>
                  </a:lnTo>
                </a:path>
              </a:pathLst>
            </a:custGeom>
            <a:noFill/>
            <a:ln w="20003">
              <a:solidFill>
                <a:srgbClr val="728795"/>
              </a:solidFill>
            </a:ln>
          </p:spPr>
        </p:sp>
        <p:sp>
          <p:nvSpPr>
            <p:cNvPr id="345" name="Input_receptor__344">
              <a:extLst>
                <a:ext uri="{FF2B5EF4-FFF2-40B4-BE49-F238E27FC236}">
                  <a16:creationId xmlns:a16="http://schemas.microsoft.com/office/drawing/2014/main" id="{8BC0D9AF-ED81-FECA-E0F4-CC8165ABF021}"/>
                </a:ext>
              </a:extLst>
            </p:cNvPr>
            <p:cNvSpPr>
              <a:spLocks noGrp="1"/>
            </p:cNvSpPr>
            <p:nvPr/>
          </p:nvSpPr>
          <p:spPr>
            <a:xfrm>
              <a:off x="1238370" y="5194559"/>
              <a:ext cx="29282" cy="5366"/>
            </a:xfrm>
            <a:custGeom>
              <a:avLst/>
              <a:gdLst/>
              <a:ahLst/>
              <a:cxnLst/>
              <a:rect l="0" t="0" r="0" b="0"/>
              <a:pathLst>
                <a:path w="29282" h="5366">
                  <a:moveTo>
                    <a:pt x="29282" y="0"/>
                  </a:moveTo>
                  <a:lnTo>
                    <a:pt x="0" y="5366"/>
                  </a:lnTo>
                </a:path>
              </a:pathLst>
            </a:custGeom>
            <a:noFill/>
            <a:ln w="20003">
              <a:solidFill>
                <a:srgbClr val="728795"/>
              </a:solidFill>
            </a:ln>
          </p:spPr>
        </p:sp>
        <p:sp>
          <p:nvSpPr>
            <p:cNvPr id="346" name="Input_receptor__345">
              <a:extLst>
                <a:ext uri="{FF2B5EF4-FFF2-40B4-BE49-F238E27FC236}">
                  <a16:creationId xmlns:a16="http://schemas.microsoft.com/office/drawing/2014/main" id="{0ABF478A-9F86-7E30-ACBF-D41F69BC5309}"/>
                </a:ext>
              </a:extLst>
            </p:cNvPr>
            <p:cNvSpPr>
              <a:spLocks noGrp="1"/>
            </p:cNvSpPr>
            <p:nvPr/>
          </p:nvSpPr>
          <p:spPr>
            <a:xfrm>
              <a:off x="1690820" y="5155183"/>
              <a:ext cx="37616" cy="29496"/>
            </a:xfrm>
            <a:custGeom>
              <a:avLst/>
              <a:gdLst/>
              <a:ahLst/>
              <a:cxnLst/>
              <a:rect l="0" t="0" r="0" b="0"/>
              <a:pathLst>
                <a:path w="37616" h="29496">
                  <a:moveTo>
                    <a:pt x="37616" y="29496"/>
                  </a:moveTo>
                  <a:lnTo>
                    <a:pt x="0" y="0"/>
                  </a:lnTo>
                </a:path>
              </a:pathLst>
            </a:custGeom>
            <a:noFill/>
            <a:ln w="20003">
              <a:solidFill>
                <a:srgbClr val="728795"/>
              </a:solidFill>
            </a:ln>
          </p:spPr>
        </p:sp>
        <p:sp>
          <p:nvSpPr>
            <p:cNvPr id="347" name="Input_receptor__346">
              <a:extLst>
                <a:ext uri="{FF2B5EF4-FFF2-40B4-BE49-F238E27FC236}">
                  <a16:creationId xmlns:a16="http://schemas.microsoft.com/office/drawing/2014/main" id="{BA318736-3397-3FCE-E62D-19672830CFD9}"/>
                </a:ext>
              </a:extLst>
            </p:cNvPr>
            <p:cNvSpPr>
              <a:spLocks noGrp="1"/>
            </p:cNvSpPr>
            <p:nvPr/>
          </p:nvSpPr>
          <p:spPr>
            <a:xfrm>
              <a:off x="1121907" y="5282492"/>
              <a:ext cx="31239" cy="402"/>
            </a:xfrm>
            <a:custGeom>
              <a:avLst/>
              <a:gdLst/>
              <a:ahLst/>
              <a:cxnLst/>
              <a:rect l="0" t="0" r="0" b="0"/>
              <a:pathLst>
                <a:path w="31239" h="402">
                  <a:moveTo>
                    <a:pt x="31239" y="0"/>
                  </a:moveTo>
                  <a:lnTo>
                    <a:pt x="0" y="402"/>
                  </a:lnTo>
                </a:path>
              </a:pathLst>
            </a:custGeom>
            <a:noFill/>
            <a:ln w="20003">
              <a:solidFill>
                <a:srgbClr val="738795"/>
              </a:solidFill>
            </a:ln>
          </p:spPr>
        </p:sp>
        <p:sp>
          <p:nvSpPr>
            <p:cNvPr id="348" name="Input_receptor__347">
              <a:extLst>
                <a:ext uri="{FF2B5EF4-FFF2-40B4-BE49-F238E27FC236}">
                  <a16:creationId xmlns:a16="http://schemas.microsoft.com/office/drawing/2014/main" id="{73373272-4D4C-F6C4-F4E8-8211C8A72962}"/>
                </a:ext>
              </a:extLst>
            </p:cNvPr>
            <p:cNvSpPr>
              <a:spLocks noGrp="1"/>
            </p:cNvSpPr>
            <p:nvPr/>
          </p:nvSpPr>
          <p:spPr>
            <a:xfrm>
              <a:off x="1233444" y="5139293"/>
              <a:ext cx="46905" cy="11115"/>
            </a:xfrm>
            <a:custGeom>
              <a:avLst/>
              <a:gdLst/>
              <a:ahLst/>
              <a:cxnLst/>
              <a:rect l="0" t="0" r="0" b="0"/>
              <a:pathLst>
                <a:path w="46905" h="11115">
                  <a:moveTo>
                    <a:pt x="0" y="0"/>
                  </a:moveTo>
                  <a:lnTo>
                    <a:pt x="46905" y="11115"/>
                  </a:lnTo>
                </a:path>
              </a:pathLst>
            </a:custGeom>
            <a:noFill/>
            <a:ln w="20003">
              <a:solidFill>
                <a:srgbClr val="738795"/>
              </a:solidFill>
            </a:ln>
          </p:spPr>
        </p:sp>
        <p:sp>
          <p:nvSpPr>
            <p:cNvPr id="349" name="Input_receptor__348">
              <a:extLst>
                <a:ext uri="{FF2B5EF4-FFF2-40B4-BE49-F238E27FC236}">
                  <a16:creationId xmlns:a16="http://schemas.microsoft.com/office/drawing/2014/main" id="{7E9D3174-E1A5-78AC-6872-78916DD89718}"/>
                </a:ext>
              </a:extLst>
            </p:cNvPr>
            <p:cNvSpPr>
              <a:spLocks noGrp="1"/>
            </p:cNvSpPr>
            <p:nvPr/>
          </p:nvSpPr>
          <p:spPr>
            <a:xfrm>
              <a:off x="1511291" y="5313331"/>
              <a:ext cx="47847" cy="95"/>
            </a:xfrm>
            <a:custGeom>
              <a:avLst/>
              <a:gdLst/>
              <a:ahLst/>
              <a:cxnLst/>
              <a:rect l="0" t="0" r="0" b="0"/>
              <a:pathLst>
                <a:path w="47847" h="95">
                  <a:moveTo>
                    <a:pt x="47847" y="93"/>
                  </a:moveTo>
                  <a:lnTo>
                    <a:pt x="0" y="0"/>
                  </a:lnTo>
                </a:path>
              </a:pathLst>
            </a:custGeom>
            <a:noFill/>
            <a:ln w="20003">
              <a:solidFill>
                <a:srgbClr val="738795"/>
              </a:solidFill>
            </a:ln>
          </p:spPr>
        </p:sp>
        <p:sp>
          <p:nvSpPr>
            <p:cNvPr id="350" name="Input_receptor__349">
              <a:extLst>
                <a:ext uri="{FF2B5EF4-FFF2-40B4-BE49-F238E27FC236}">
                  <a16:creationId xmlns:a16="http://schemas.microsoft.com/office/drawing/2014/main" id="{386327CC-8424-1FE3-30D2-9CBE7F0A0501}"/>
                </a:ext>
              </a:extLst>
            </p:cNvPr>
            <p:cNvSpPr>
              <a:spLocks noGrp="1"/>
            </p:cNvSpPr>
            <p:nvPr/>
          </p:nvSpPr>
          <p:spPr>
            <a:xfrm>
              <a:off x="1823212" y="5121676"/>
              <a:ext cx="1483" cy="3851"/>
            </a:xfrm>
            <a:custGeom>
              <a:avLst/>
              <a:gdLst/>
              <a:ahLst/>
              <a:cxnLst/>
              <a:rect l="0" t="0" r="0" b="0"/>
              <a:pathLst>
                <a:path w="1483" h="3851">
                  <a:moveTo>
                    <a:pt x="1483" y="3851"/>
                  </a:moveTo>
                  <a:lnTo>
                    <a:pt x="0" y="0"/>
                  </a:lnTo>
                </a:path>
              </a:pathLst>
            </a:custGeom>
            <a:noFill/>
            <a:ln w="20003">
              <a:solidFill>
                <a:srgbClr val="738795"/>
              </a:solidFill>
            </a:ln>
          </p:spPr>
        </p:sp>
        <p:sp>
          <p:nvSpPr>
            <p:cNvPr id="351" name="Input_receptor__350">
              <a:extLst>
                <a:ext uri="{FF2B5EF4-FFF2-40B4-BE49-F238E27FC236}">
                  <a16:creationId xmlns:a16="http://schemas.microsoft.com/office/drawing/2014/main" id="{31E57DCF-EC45-B9DD-A5A1-41A8ECD427F9}"/>
                </a:ext>
              </a:extLst>
            </p:cNvPr>
            <p:cNvSpPr>
              <a:spLocks noGrp="1"/>
            </p:cNvSpPr>
            <p:nvPr/>
          </p:nvSpPr>
          <p:spPr>
            <a:xfrm>
              <a:off x="1459912" y="5423884"/>
              <a:ext cx="44492" cy="3648"/>
            </a:xfrm>
            <a:custGeom>
              <a:avLst/>
              <a:gdLst/>
              <a:ahLst/>
              <a:cxnLst/>
              <a:rect l="0" t="0" r="0" b="0"/>
              <a:pathLst>
                <a:path w="44492" h="3648">
                  <a:moveTo>
                    <a:pt x="0" y="0"/>
                  </a:moveTo>
                  <a:lnTo>
                    <a:pt x="44492" y="3648"/>
                  </a:lnTo>
                </a:path>
              </a:pathLst>
            </a:custGeom>
            <a:noFill/>
            <a:ln w="8096">
              <a:solidFill>
                <a:srgbClr val="738795"/>
              </a:solidFill>
            </a:ln>
          </p:spPr>
        </p:sp>
        <p:sp>
          <p:nvSpPr>
            <p:cNvPr id="352" name="Input_receptor__351">
              <a:extLst>
                <a:ext uri="{FF2B5EF4-FFF2-40B4-BE49-F238E27FC236}">
                  <a16:creationId xmlns:a16="http://schemas.microsoft.com/office/drawing/2014/main" id="{75487BCA-ED14-5A74-9ED7-B7463B920989}"/>
                </a:ext>
              </a:extLst>
            </p:cNvPr>
            <p:cNvSpPr>
              <a:spLocks noGrp="1"/>
            </p:cNvSpPr>
            <p:nvPr/>
          </p:nvSpPr>
          <p:spPr>
            <a:xfrm>
              <a:off x="1740708" y="5328967"/>
              <a:ext cx="39005" cy="13437"/>
            </a:xfrm>
            <a:custGeom>
              <a:avLst/>
              <a:gdLst/>
              <a:ahLst/>
              <a:cxnLst/>
              <a:rect l="0" t="0" r="0" b="0"/>
              <a:pathLst>
                <a:path w="39005" h="13437">
                  <a:moveTo>
                    <a:pt x="39005" y="13437"/>
                  </a:moveTo>
                  <a:lnTo>
                    <a:pt x="0" y="0"/>
                  </a:lnTo>
                </a:path>
              </a:pathLst>
            </a:custGeom>
            <a:noFill/>
            <a:ln w="8096">
              <a:solidFill>
                <a:srgbClr val="738795"/>
              </a:solidFill>
            </a:ln>
          </p:spPr>
        </p:sp>
        <p:sp>
          <p:nvSpPr>
            <p:cNvPr id="353" name="Input_receptor__352">
              <a:extLst>
                <a:ext uri="{FF2B5EF4-FFF2-40B4-BE49-F238E27FC236}">
                  <a16:creationId xmlns:a16="http://schemas.microsoft.com/office/drawing/2014/main" id="{E2878A5C-CE6A-8392-5821-5108EA0C34D3}"/>
                </a:ext>
              </a:extLst>
            </p:cNvPr>
            <p:cNvSpPr>
              <a:spLocks noGrp="1"/>
            </p:cNvSpPr>
            <p:nvPr/>
          </p:nvSpPr>
          <p:spPr>
            <a:xfrm>
              <a:off x="1160253" y="5380252"/>
              <a:ext cx="39079" cy="28139"/>
            </a:xfrm>
            <a:custGeom>
              <a:avLst/>
              <a:gdLst/>
              <a:ahLst/>
              <a:cxnLst/>
              <a:rect l="0" t="0" r="0" b="0"/>
              <a:pathLst>
                <a:path w="39079" h="28139">
                  <a:moveTo>
                    <a:pt x="0" y="28139"/>
                  </a:moveTo>
                  <a:lnTo>
                    <a:pt x="39079" y="0"/>
                  </a:lnTo>
                </a:path>
              </a:pathLst>
            </a:custGeom>
            <a:noFill/>
            <a:ln w="20003">
              <a:solidFill>
                <a:srgbClr val="738795"/>
              </a:solidFill>
            </a:ln>
          </p:spPr>
        </p:sp>
        <p:sp>
          <p:nvSpPr>
            <p:cNvPr id="354" name="Input_receptor__353">
              <a:extLst>
                <a:ext uri="{FF2B5EF4-FFF2-40B4-BE49-F238E27FC236}">
                  <a16:creationId xmlns:a16="http://schemas.microsoft.com/office/drawing/2014/main" id="{228162FC-B286-89D7-3BFB-570575EA7938}"/>
                </a:ext>
              </a:extLst>
            </p:cNvPr>
            <p:cNvSpPr>
              <a:spLocks noGrp="1"/>
            </p:cNvSpPr>
            <p:nvPr/>
          </p:nvSpPr>
          <p:spPr>
            <a:xfrm>
              <a:off x="1788288" y="5062336"/>
              <a:ext cx="39339" cy="8615"/>
            </a:xfrm>
            <a:custGeom>
              <a:avLst/>
              <a:gdLst/>
              <a:ahLst/>
              <a:cxnLst/>
              <a:rect l="0" t="0" r="0" b="0"/>
              <a:pathLst>
                <a:path w="39339" h="8615">
                  <a:moveTo>
                    <a:pt x="39339" y="0"/>
                  </a:moveTo>
                  <a:lnTo>
                    <a:pt x="0" y="8615"/>
                  </a:lnTo>
                </a:path>
              </a:pathLst>
            </a:custGeom>
            <a:noFill/>
            <a:ln w="20003">
              <a:solidFill>
                <a:srgbClr val="738795"/>
              </a:solidFill>
            </a:ln>
          </p:spPr>
        </p:sp>
        <p:sp>
          <p:nvSpPr>
            <p:cNvPr id="355" name="Input_receptor__354">
              <a:extLst>
                <a:ext uri="{FF2B5EF4-FFF2-40B4-BE49-F238E27FC236}">
                  <a16:creationId xmlns:a16="http://schemas.microsoft.com/office/drawing/2014/main" id="{26C9AEB5-776F-B3BA-D16D-AFFACB5C41A0}"/>
                </a:ext>
              </a:extLst>
            </p:cNvPr>
            <p:cNvSpPr>
              <a:spLocks noGrp="1"/>
            </p:cNvSpPr>
            <p:nvPr/>
          </p:nvSpPr>
          <p:spPr>
            <a:xfrm>
              <a:off x="1354469" y="5241939"/>
              <a:ext cx="19820" cy="6350"/>
            </a:xfrm>
            <a:custGeom>
              <a:avLst/>
              <a:gdLst/>
              <a:ahLst/>
              <a:cxnLst/>
              <a:rect l="0" t="0" r="0" b="0"/>
              <a:pathLst>
                <a:path w="19820" h="6350">
                  <a:moveTo>
                    <a:pt x="0" y="0"/>
                  </a:moveTo>
                  <a:lnTo>
                    <a:pt x="19820" y="6350"/>
                  </a:lnTo>
                </a:path>
              </a:pathLst>
            </a:custGeom>
            <a:noFill/>
            <a:ln w="20003">
              <a:solidFill>
                <a:srgbClr val="738896"/>
              </a:solidFill>
            </a:ln>
          </p:spPr>
        </p:sp>
        <p:sp>
          <p:nvSpPr>
            <p:cNvPr id="356" name="Input_receptor__355">
              <a:extLst>
                <a:ext uri="{FF2B5EF4-FFF2-40B4-BE49-F238E27FC236}">
                  <a16:creationId xmlns:a16="http://schemas.microsoft.com/office/drawing/2014/main" id="{F8B08845-7A4D-93E5-44C5-E5EEF6DE9F87}"/>
                </a:ext>
              </a:extLst>
            </p:cNvPr>
            <p:cNvSpPr>
              <a:spLocks noGrp="1"/>
            </p:cNvSpPr>
            <p:nvPr/>
          </p:nvSpPr>
          <p:spPr>
            <a:xfrm>
              <a:off x="1779713" y="5314526"/>
              <a:ext cx="34185" cy="27878"/>
            </a:xfrm>
            <a:custGeom>
              <a:avLst/>
              <a:gdLst/>
              <a:ahLst/>
              <a:cxnLst/>
              <a:rect l="0" t="0" r="0" b="0"/>
              <a:pathLst>
                <a:path w="34185" h="27878">
                  <a:moveTo>
                    <a:pt x="34185" y="0"/>
                  </a:moveTo>
                  <a:lnTo>
                    <a:pt x="0" y="27878"/>
                  </a:lnTo>
                </a:path>
              </a:pathLst>
            </a:custGeom>
            <a:noFill/>
            <a:ln w="8096">
              <a:solidFill>
                <a:srgbClr val="738896"/>
              </a:solidFill>
            </a:ln>
          </p:spPr>
        </p:sp>
        <p:sp>
          <p:nvSpPr>
            <p:cNvPr id="357" name="Input_receptor__356">
              <a:extLst>
                <a:ext uri="{FF2B5EF4-FFF2-40B4-BE49-F238E27FC236}">
                  <a16:creationId xmlns:a16="http://schemas.microsoft.com/office/drawing/2014/main" id="{3E7B8545-638D-931B-308E-FFC1C9F3F87F}"/>
                </a:ext>
              </a:extLst>
            </p:cNvPr>
            <p:cNvSpPr>
              <a:spLocks noGrp="1"/>
            </p:cNvSpPr>
            <p:nvPr/>
          </p:nvSpPr>
          <p:spPr>
            <a:xfrm>
              <a:off x="1034465" y="5223787"/>
              <a:ext cx="18152" cy="36546"/>
            </a:xfrm>
            <a:custGeom>
              <a:avLst/>
              <a:gdLst/>
              <a:ahLst/>
              <a:cxnLst/>
              <a:rect l="0" t="0" r="0" b="0"/>
              <a:pathLst>
                <a:path w="18152" h="36546">
                  <a:moveTo>
                    <a:pt x="18152" y="36546"/>
                  </a:moveTo>
                  <a:lnTo>
                    <a:pt x="0" y="0"/>
                  </a:lnTo>
                </a:path>
              </a:pathLst>
            </a:custGeom>
            <a:noFill/>
            <a:ln w="20003">
              <a:solidFill>
                <a:srgbClr val="738896"/>
              </a:solidFill>
            </a:ln>
          </p:spPr>
        </p:sp>
        <p:sp>
          <p:nvSpPr>
            <p:cNvPr id="358" name="Input_receptor__357">
              <a:extLst>
                <a:ext uri="{FF2B5EF4-FFF2-40B4-BE49-F238E27FC236}">
                  <a16:creationId xmlns:a16="http://schemas.microsoft.com/office/drawing/2014/main" id="{2606464F-F245-A0A5-EA46-168B342E6AA4}"/>
                </a:ext>
              </a:extLst>
            </p:cNvPr>
            <p:cNvSpPr>
              <a:spLocks noGrp="1"/>
            </p:cNvSpPr>
            <p:nvPr/>
          </p:nvSpPr>
          <p:spPr>
            <a:xfrm>
              <a:off x="1709487" y="5184679"/>
              <a:ext cx="18950" cy="35193"/>
            </a:xfrm>
            <a:custGeom>
              <a:avLst/>
              <a:gdLst/>
              <a:ahLst/>
              <a:cxnLst/>
              <a:rect l="0" t="0" r="0" b="0"/>
              <a:pathLst>
                <a:path w="18950" h="35193">
                  <a:moveTo>
                    <a:pt x="0" y="35193"/>
                  </a:moveTo>
                  <a:lnTo>
                    <a:pt x="18950" y="0"/>
                  </a:lnTo>
                </a:path>
              </a:pathLst>
            </a:custGeom>
            <a:noFill/>
            <a:ln w="20003">
              <a:solidFill>
                <a:srgbClr val="738896"/>
              </a:solidFill>
            </a:ln>
          </p:spPr>
        </p:sp>
        <p:sp>
          <p:nvSpPr>
            <p:cNvPr id="359" name="Input_receptor__358">
              <a:extLst>
                <a:ext uri="{FF2B5EF4-FFF2-40B4-BE49-F238E27FC236}">
                  <a16:creationId xmlns:a16="http://schemas.microsoft.com/office/drawing/2014/main" id="{F7BC6FA0-6D10-FA68-7D40-B0BBF9402499}"/>
                </a:ext>
              </a:extLst>
            </p:cNvPr>
            <p:cNvSpPr>
              <a:spLocks noGrp="1"/>
            </p:cNvSpPr>
            <p:nvPr/>
          </p:nvSpPr>
          <p:spPr>
            <a:xfrm>
              <a:off x="1827627" y="5062336"/>
              <a:ext cx="26696" cy="22411"/>
            </a:xfrm>
            <a:custGeom>
              <a:avLst/>
              <a:gdLst/>
              <a:ahLst/>
              <a:cxnLst/>
              <a:rect l="0" t="0" r="0" b="0"/>
              <a:pathLst>
                <a:path w="26696" h="22411">
                  <a:moveTo>
                    <a:pt x="26696" y="22411"/>
                  </a:moveTo>
                  <a:lnTo>
                    <a:pt x="0" y="0"/>
                  </a:lnTo>
                </a:path>
              </a:pathLst>
            </a:custGeom>
            <a:noFill/>
            <a:ln w="20003">
              <a:solidFill>
                <a:srgbClr val="738896"/>
              </a:solidFill>
            </a:ln>
          </p:spPr>
        </p:sp>
        <p:sp>
          <p:nvSpPr>
            <p:cNvPr id="360" name="Input_receptor__359">
              <a:extLst>
                <a:ext uri="{FF2B5EF4-FFF2-40B4-BE49-F238E27FC236}">
                  <a16:creationId xmlns:a16="http://schemas.microsoft.com/office/drawing/2014/main" id="{AA50B621-BEAC-2923-3921-6A72B544482D}"/>
                </a:ext>
              </a:extLst>
            </p:cNvPr>
            <p:cNvSpPr>
              <a:spLocks noGrp="1"/>
            </p:cNvSpPr>
            <p:nvPr/>
          </p:nvSpPr>
          <p:spPr>
            <a:xfrm>
              <a:off x="1267652" y="5150408"/>
              <a:ext cx="12697" cy="44151"/>
            </a:xfrm>
            <a:custGeom>
              <a:avLst/>
              <a:gdLst/>
              <a:ahLst/>
              <a:cxnLst/>
              <a:rect l="0" t="0" r="0" b="0"/>
              <a:pathLst>
                <a:path w="12697" h="44151">
                  <a:moveTo>
                    <a:pt x="12697" y="0"/>
                  </a:moveTo>
                  <a:lnTo>
                    <a:pt x="0" y="44151"/>
                  </a:lnTo>
                </a:path>
              </a:pathLst>
            </a:custGeom>
            <a:noFill/>
            <a:ln w="20003">
              <a:solidFill>
                <a:srgbClr val="738896"/>
              </a:solidFill>
            </a:ln>
          </p:spPr>
        </p:sp>
        <p:sp>
          <p:nvSpPr>
            <p:cNvPr id="361" name="Input_receptor__360">
              <a:extLst>
                <a:ext uri="{FF2B5EF4-FFF2-40B4-BE49-F238E27FC236}">
                  <a16:creationId xmlns:a16="http://schemas.microsoft.com/office/drawing/2014/main" id="{646EA487-4922-3592-BFB0-73F8D4837A74}"/>
                </a:ext>
              </a:extLst>
            </p:cNvPr>
            <p:cNvSpPr>
              <a:spLocks noGrp="1"/>
            </p:cNvSpPr>
            <p:nvPr/>
          </p:nvSpPr>
          <p:spPr>
            <a:xfrm>
              <a:off x="1559138" y="5313424"/>
              <a:ext cx="6048" cy="40414"/>
            </a:xfrm>
            <a:custGeom>
              <a:avLst/>
              <a:gdLst/>
              <a:ahLst/>
              <a:cxnLst/>
              <a:rect l="0" t="0" r="0" b="0"/>
              <a:pathLst>
                <a:path w="6048" h="40414">
                  <a:moveTo>
                    <a:pt x="6048" y="40414"/>
                  </a:moveTo>
                  <a:lnTo>
                    <a:pt x="0" y="0"/>
                  </a:lnTo>
                </a:path>
              </a:pathLst>
            </a:custGeom>
            <a:noFill/>
            <a:ln w="20003">
              <a:solidFill>
                <a:srgbClr val="738896"/>
              </a:solidFill>
            </a:ln>
          </p:spPr>
        </p:sp>
        <p:sp>
          <p:nvSpPr>
            <p:cNvPr id="362" name="Input_receptor__361">
              <a:extLst>
                <a:ext uri="{FF2B5EF4-FFF2-40B4-BE49-F238E27FC236}">
                  <a16:creationId xmlns:a16="http://schemas.microsoft.com/office/drawing/2014/main" id="{C7BBBB1D-041D-8FF1-645F-250BE10536A8}"/>
                </a:ext>
              </a:extLst>
            </p:cNvPr>
            <p:cNvSpPr>
              <a:spLocks noGrp="1"/>
            </p:cNvSpPr>
            <p:nvPr/>
          </p:nvSpPr>
          <p:spPr>
            <a:xfrm>
              <a:off x="1028204" y="5260333"/>
              <a:ext cx="24413" cy="35736"/>
            </a:xfrm>
            <a:custGeom>
              <a:avLst/>
              <a:gdLst/>
              <a:ahLst/>
              <a:cxnLst/>
              <a:rect l="0" t="0" r="0" b="0"/>
              <a:pathLst>
                <a:path w="24413" h="35736">
                  <a:moveTo>
                    <a:pt x="0" y="35736"/>
                  </a:moveTo>
                  <a:lnTo>
                    <a:pt x="24413" y="0"/>
                  </a:lnTo>
                </a:path>
              </a:pathLst>
            </a:custGeom>
            <a:noFill/>
            <a:ln w="20003">
              <a:solidFill>
                <a:srgbClr val="738896"/>
              </a:solidFill>
            </a:ln>
          </p:spPr>
        </p:sp>
        <p:sp>
          <p:nvSpPr>
            <p:cNvPr id="363" name="Input_receptor__362">
              <a:extLst>
                <a:ext uri="{FF2B5EF4-FFF2-40B4-BE49-F238E27FC236}">
                  <a16:creationId xmlns:a16="http://schemas.microsoft.com/office/drawing/2014/main" id="{2BF607B0-1222-EEE2-FB27-E19EE07EEDA0}"/>
                </a:ext>
              </a:extLst>
            </p:cNvPr>
            <p:cNvSpPr>
              <a:spLocks noGrp="1"/>
            </p:cNvSpPr>
            <p:nvPr/>
          </p:nvSpPr>
          <p:spPr>
            <a:xfrm>
              <a:off x="1329418" y="5603012"/>
              <a:ext cx="36460" cy="4185"/>
            </a:xfrm>
            <a:custGeom>
              <a:avLst/>
              <a:gdLst/>
              <a:ahLst/>
              <a:cxnLst/>
              <a:rect l="0" t="0" r="0" b="0"/>
              <a:pathLst>
                <a:path w="36460" h="4185">
                  <a:moveTo>
                    <a:pt x="0" y="0"/>
                  </a:moveTo>
                  <a:lnTo>
                    <a:pt x="36460" y="4185"/>
                  </a:lnTo>
                </a:path>
              </a:pathLst>
            </a:custGeom>
            <a:noFill/>
            <a:ln w="20003">
              <a:solidFill>
                <a:srgbClr val="738896"/>
              </a:solidFill>
            </a:ln>
          </p:spPr>
        </p:sp>
        <p:sp>
          <p:nvSpPr>
            <p:cNvPr id="364" name="Input_receptor__363">
              <a:extLst>
                <a:ext uri="{FF2B5EF4-FFF2-40B4-BE49-F238E27FC236}">
                  <a16:creationId xmlns:a16="http://schemas.microsoft.com/office/drawing/2014/main" id="{86479FF1-7477-4687-2F06-C8613AE7E8CC}"/>
                </a:ext>
              </a:extLst>
            </p:cNvPr>
            <p:cNvSpPr>
              <a:spLocks noGrp="1"/>
            </p:cNvSpPr>
            <p:nvPr/>
          </p:nvSpPr>
          <p:spPr>
            <a:xfrm>
              <a:off x="1667295" y="5215391"/>
              <a:ext cx="42192" cy="4481"/>
            </a:xfrm>
            <a:custGeom>
              <a:avLst/>
              <a:gdLst/>
              <a:ahLst/>
              <a:cxnLst/>
              <a:rect l="0" t="0" r="0" b="0"/>
              <a:pathLst>
                <a:path w="42192" h="4481">
                  <a:moveTo>
                    <a:pt x="0" y="0"/>
                  </a:moveTo>
                  <a:lnTo>
                    <a:pt x="42192" y="4481"/>
                  </a:lnTo>
                </a:path>
              </a:pathLst>
            </a:custGeom>
            <a:noFill/>
            <a:ln w="20003">
              <a:solidFill>
                <a:srgbClr val="738896"/>
              </a:solidFill>
            </a:ln>
          </p:spPr>
        </p:sp>
        <p:sp>
          <p:nvSpPr>
            <p:cNvPr id="365" name="Input_receptor__364">
              <a:extLst>
                <a:ext uri="{FF2B5EF4-FFF2-40B4-BE49-F238E27FC236}">
                  <a16:creationId xmlns:a16="http://schemas.microsoft.com/office/drawing/2014/main" id="{B96EC064-374F-4796-D625-F60D222E9B01}"/>
                </a:ext>
              </a:extLst>
            </p:cNvPr>
            <p:cNvSpPr>
              <a:spLocks noGrp="1"/>
            </p:cNvSpPr>
            <p:nvPr/>
          </p:nvSpPr>
          <p:spPr>
            <a:xfrm>
              <a:off x="1294551" y="5603012"/>
              <a:ext cx="34866" cy="6599"/>
            </a:xfrm>
            <a:custGeom>
              <a:avLst/>
              <a:gdLst/>
              <a:ahLst/>
              <a:cxnLst/>
              <a:rect l="0" t="0" r="0" b="0"/>
              <a:pathLst>
                <a:path w="34866" h="6599">
                  <a:moveTo>
                    <a:pt x="0" y="6599"/>
                  </a:moveTo>
                  <a:lnTo>
                    <a:pt x="34866" y="0"/>
                  </a:lnTo>
                </a:path>
              </a:pathLst>
            </a:custGeom>
            <a:noFill/>
            <a:ln w="20003">
              <a:solidFill>
                <a:srgbClr val="738896"/>
              </a:solidFill>
            </a:ln>
          </p:spPr>
        </p:sp>
        <p:sp>
          <p:nvSpPr>
            <p:cNvPr id="366" name="Input_receptor__365">
              <a:extLst>
                <a:ext uri="{FF2B5EF4-FFF2-40B4-BE49-F238E27FC236}">
                  <a16:creationId xmlns:a16="http://schemas.microsoft.com/office/drawing/2014/main" id="{16365C60-6AEF-408E-F007-00F58B52CE01}"/>
                </a:ext>
              </a:extLst>
            </p:cNvPr>
            <p:cNvSpPr>
              <a:spLocks noGrp="1"/>
            </p:cNvSpPr>
            <p:nvPr/>
          </p:nvSpPr>
          <p:spPr>
            <a:xfrm>
              <a:off x="1140050" y="5334385"/>
              <a:ext cx="25802" cy="14119"/>
            </a:xfrm>
            <a:custGeom>
              <a:avLst/>
              <a:gdLst/>
              <a:ahLst/>
              <a:cxnLst/>
              <a:rect l="0" t="0" r="0" b="0"/>
              <a:pathLst>
                <a:path w="25802" h="14119">
                  <a:moveTo>
                    <a:pt x="0" y="14119"/>
                  </a:moveTo>
                  <a:lnTo>
                    <a:pt x="25802" y="0"/>
                  </a:lnTo>
                </a:path>
              </a:pathLst>
            </a:custGeom>
            <a:noFill/>
            <a:ln w="20003">
              <a:solidFill>
                <a:srgbClr val="738896"/>
              </a:solidFill>
            </a:ln>
          </p:spPr>
        </p:sp>
        <p:sp>
          <p:nvSpPr>
            <p:cNvPr id="367" name="Input_receptor__366">
              <a:extLst>
                <a:ext uri="{FF2B5EF4-FFF2-40B4-BE49-F238E27FC236}">
                  <a16:creationId xmlns:a16="http://schemas.microsoft.com/office/drawing/2014/main" id="{7C162581-2DA3-5D3A-442D-120D327060E7}"/>
                </a:ext>
              </a:extLst>
            </p:cNvPr>
            <p:cNvSpPr>
              <a:spLocks noGrp="1"/>
            </p:cNvSpPr>
            <p:nvPr/>
          </p:nvSpPr>
          <p:spPr>
            <a:xfrm>
              <a:off x="1746371" y="4803866"/>
              <a:ext cx="35160" cy="2391"/>
            </a:xfrm>
            <a:custGeom>
              <a:avLst/>
              <a:gdLst/>
              <a:ahLst/>
              <a:cxnLst/>
              <a:rect l="0" t="0" r="0" b="0"/>
              <a:pathLst>
                <a:path w="35160" h="2391">
                  <a:moveTo>
                    <a:pt x="0" y="0"/>
                  </a:moveTo>
                  <a:lnTo>
                    <a:pt x="35160" y="2391"/>
                  </a:lnTo>
                </a:path>
              </a:pathLst>
            </a:custGeom>
            <a:noFill/>
            <a:ln w="8096">
              <a:solidFill>
                <a:srgbClr val="738896"/>
              </a:solidFill>
            </a:ln>
          </p:spPr>
        </p:sp>
        <p:sp>
          <p:nvSpPr>
            <p:cNvPr id="368" name="Input_receptor__367">
              <a:extLst>
                <a:ext uri="{FF2B5EF4-FFF2-40B4-BE49-F238E27FC236}">
                  <a16:creationId xmlns:a16="http://schemas.microsoft.com/office/drawing/2014/main" id="{AB86D2C7-F157-80DC-7E72-3872641E4F83}"/>
                </a:ext>
              </a:extLst>
            </p:cNvPr>
            <p:cNvSpPr>
              <a:spLocks noGrp="1"/>
            </p:cNvSpPr>
            <p:nvPr/>
          </p:nvSpPr>
          <p:spPr>
            <a:xfrm>
              <a:off x="1365878" y="5581372"/>
              <a:ext cx="31322" cy="25825"/>
            </a:xfrm>
            <a:custGeom>
              <a:avLst/>
              <a:gdLst/>
              <a:ahLst/>
              <a:cxnLst/>
              <a:rect l="0" t="0" r="0" b="0"/>
              <a:pathLst>
                <a:path w="31322" h="25825">
                  <a:moveTo>
                    <a:pt x="0" y="25825"/>
                  </a:moveTo>
                  <a:lnTo>
                    <a:pt x="31322" y="0"/>
                  </a:lnTo>
                </a:path>
              </a:pathLst>
            </a:custGeom>
            <a:noFill/>
            <a:ln w="8096">
              <a:solidFill>
                <a:srgbClr val="748896"/>
              </a:solidFill>
            </a:ln>
          </p:spPr>
        </p:sp>
        <p:sp>
          <p:nvSpPr>
            <p:cNvPr id="369" name="Input_receptor__368">
              <a:extLst>
                <a:ext uri="{FF2B5EF4-FFF2-40B4-BE49-F238E27FC236}">
                  <a16:creationId xmlns:a16="http://schemas.microsoft.com/office/drawing/2014/main" id="{726E96E9-D5A5-9DC5-597A-928E6E991B60}"/>
                </a:ext>
              </a:extLst>
            </p:cNvPr>
            <p:cNvSpPr>
              <a:spLocks noGrp="1"/>
            </p:cNvSpPr>
            <p:nvPr/>
          </p:nvSpPr>
          <p:spPr>
            <a:xfrm>
              <a:off x="1116502" y="5218793"/>
              <a:ext cx="46784" cy="10041"/>
            </a:xfrm>
            <a:custGeom>
              <a:avLst/>
              <a:gdLst/>
              <a:ahLst/>
              <a:cxnLst/>
              <a:rect l="0" t="0" r="0" b="0"/>
              <a:pathLst>
                <a:path w="46784" h="10041">
                  <a:moveTo>
                    <a:pt x="46784" y="10041"/>
                  </a:moveTo>
                  <a:lnTo>
                    <a:pt x="0" y="0"/>
                  </a:lnTo>
                </a:path>
              </a:pathLst>
            </a:custGeom>
            <a:noFill/>
            <a:ln w="20003">
              <a:solidFill>
                <a:srgbClr val="748896"/>
              </a:solidFill>
            </a:ln>
          </p:spPr>
        </p:sp>
        <p:sp>
          <p:nvSpPr>
            <p:cNvPr id="370" name="Input_receptor__369">
              <a:extLst>
                <a:ext uri="{FF2B5EF4-FFF2-40B4-BE49-F238E27FC236}">
                  <a16:creationId xmlns:a16="http://schemas.microsoft.com/office/drawing/2014/main" id="{DF8CA3A4-B2E4-62A6-F0A6-524D2E5857CA}"/>
                </a:ext>
              </a:extLst>
            </p:cNvPr>
            <p:cNvSpPr>
              <a:spLocks noGrp="1"/>
            </p:cNvSpPr>
            <p:nvPr/>
          </p:nvSpPr>
          <p:spPr>
            <a:xfrm>
              <a:off x="1165852" y="5301243"/>
              <a:ext cx="24415" cy="33142"/>
            </a:xfrm>
            <a:custGeom>
              <a:avLst/>
              <a:gdLst/>
              <a:ahLst/>
              <a:cxnLst/>
              <a:rect l="0" t="0" r="0" b="0"/>
              <a:pathLst>
                <a:path w="24415" h="33142">
                  <a:moveTo>
                    <a:pt x="0" y="33142"/>
                  </a:moveTo>
                  <a:lnTo>
                    <a:pt x="24415" y="0"/>
                  </a:lnTo>
                </a:path>
              </a:pathLst>
            </a:custGeom>
            <a:noFill/>
            <a:ln w="20003">
              <a:solidFill>
                <a:srgbClr val="748896"/>
              </a:solidFill>
            </a:ln>
          </p:spPr>
        </p:sp>
        <p:sp>
          <p:nvSpPr>
            <p:cNvPr id="371" name="Input_receptor__370">
              <a:extLst>
                <a:ext uri="{FF2B5EF4-FFF2-40B4-BE49-F238E27FC236}">
                  <a16:creationId xmlns:a16="http://schemas.microsoft.com/office/drawing/2014/main" id="{3051A8BB-BABA-D39A-DA08-CF511122B37F}"/>
                </a:ext>
              </a:extLst>
            </p:cNvPr>
            <p:cNvSpPr>
              <a:spLocks noGrp="1"/>
            </p:cNvSpPr>
            <p:nvPr/>
          </p:nvSpPr>
          <p:spPr>
            <a:xfrm>
              <a:off x="980896" y="5237618"/>
              <a:ext cx="7252" cy="3241"/>
            </a:xfrm>
            <a:custGeom>
              <a:avLst/>
              <a:gdLst/>
              <a:ahLst/>
              <a:cxnLst/>
              <a:rect l="0" t="0" r="0" b="0"/>
              <a:pathLst>
                <a:path w="7252" h="3241">
                  <a:moveTo>
                    <a:pt x="7252" y="0"/>
                  </a:moveTo>
                  <a:lnTo>
                    <a:pt x="0" y="3241"/>
                  </a:lnTo>
                </a:path>
              </a:pathLst>
            </a:custGeom>
            <a:noFill/>
            <a:ln w="8096">
              <a:solidFill>
                <a:srgbClr val="748896"/>
              </a:solidFill>
            </a:ln>
          </p:spPr>
        </p:sp>
        <p:sp>
          <p:nvSpPr>
            <p:cNvPr id="372" name="Input_receptor__371">
              <a:extLst>
                <a:ext uri="{FF2B5EF4-FFF2-40B4-BE49-F238E27FC236}">
                  <a16:creationId xmlns:a16="http://schemas.microsoft.com/office/drawing/2014/main" id="{5C0BDE77-1D25-620F-09B8-D784845D0DFB}"/>
                </a:ext>
              </a:extLst>
            </p:cNvPr>
            <p:cNvSpPr>
              <a:spLocks noGrp="1"/>
            </p:cNvSpPr>
            <p:nvPr/>
          </p:nvSpPr>
          <p:spPr>
            <a:xfrm>
              <a:off x="1813898" y="5310567"/>
              <a:ext cx="24021" cy="3959"/>
            </a:xfrm>
            <a:custGeom>
              <a:avLst/>
              <a:gdLst/>
              <a:ahLst/>
              <a:cxnLst/>
              <a:rect l="0" t="0" r="0" b="0"/>
              <a:pathLst>
                <a:path w="24021" h="3959">
                  <a:moveTo>
                    <a:pt x="24021" y="0"/>
                  </a:moveTo>
                  <a:lnTo>
                    <a:pt x="0" y="3959"/>
                  </a:lnTo>
                </a:path>
              </a:pathLst>
            </a:custGeom>
            <a:noFill/>
            <a:ln w="20003">
              <a:solidFill>
                <a:srgbClr val="748896"/>
              </a:solidFill>
            </a:ln>
          </p:spPr>
        </p:sp>
        <p:sp>
          <p:nvSpPr>
            <p:cNvPr id="373" name="Input_receptor__372">
              <a:extLst>
                <a:ext uri="{FF2B5EF4-FFF2-40B4-BE49-F238E27FC236}">
                  <a16:creationId xmlns:a16="http://schemas.microsoft.com/office/drawing/2014/main" id="{9A3E3C50-1385-24CE-986F-DFB208270ADB}"/>
                </a:ext>
              </a:extLst>
            </p:cNvPr>
            <p:cNvSpPr>
              <a:spLocks noGrp="1"/>
            </p:cNvSpPr>
            <p:nvPr/>
          </p:nvSpPr>
          <p:spPr>
            <a:xfrm>
              <a:off x="1397200" y="5560717"/>
              <a:ext cx="22497" cy="20654"/>
            </a:xfrm>
            <a:custGeom>
              <a:avLst/>
              <a:gdLst/>
              <a:ahLst/>
              <a:cxnLst/>
              <a:rect l="0" t="0" r="0" b="0"/>
              <a:pathLst>
                <a:path w="22497" h="20654">
                  <a:moveTo>
                    <a:pt x="0" y="20654"/>
                  </a:moveTo>
                  <a:lnTo>
                    <a:pt x="22497" y="0"/>
                  </a:lnTo>
                </a:path>
              </a:pathLst>
            </a:custGeom>
            <a:noFill/>
            <a:ln w="8096">
              <a:solidFill>
                <a:srgbClr val="748896"/>
              </a:solidFill>
            </a:ln>
          </p:spPr>
        </p:sp>
        <p:sp>
          <p:nvSpPr>
            <p:cNvPr id="374" name="Input_receptor__373">
              <a:extLst>
                <a:ext uri="{FF2B5EF4-FFF2-40B4-BE49-F238E27FC236}">
                  <a16:creationId xmlns:a16="http://schemas.microsoft.com/office/drawing/2014/main" id="{9B4614B4-4EA4-FB18-AECC-95DF4DBF718A}"/>
                </a:ext>
              </a:extLst>
            </p:cNvPr>
            <p:cNvSpPr>
              <a:spLocks noGrp="1"/>
            </p:cNvSpPr>
            <p:nvPr/>
          </p:nvSpPr>
          <p:spPr>
            <a:xfrm>
              <a:off x="1225516" y="5139293"/>
              <a:ext cx="7928" cy="15653"/>
            </a:xfrm>
            <a:custGeom>
              <a:avLst/>
              <a:gdLst/>
              <a:ahLst/>
              <a:cxnLst/>
              <a:rect l="0" t="0" r="0" b="0"/>
              <a:pathLst>
                <a:path w="7928" h="15653">
                  <a:moveTo>
                    <a:pt x="0" y="15653"/>
                  </a:moveTo>
                  <a:lnTo>
                    <a:pt x="7928" y="0"/>
                  </a:lnTo>
                </a:path>
              </a:pathLst>
            </a:custGeom>
            <a:noFill/>
            <a:ln w="20003">
              <a:solidFill>
                <a:srgbClr val="748896"/>
              </a:solidFill>
            </a:ln>
          </p:spPr>
        </p:sp>
        <p:sp>
          <p:nvSpPr>
            <p:cNvPr id="375" name="Input_receptor__374">
              <a:extLst>
                <a:ext uri="{FF2B5EF4-FFF2-40B4-BE49-F238E27FC236}">
                  <a16:creationId xmlns:a16="http://schemas.microsoft.com/office/drawing/2014/main" id="{474B3C89-FEDA-4A8A-145B-75D7D0D590A0}"/>
                </a:ext>
              </a:extLst>
            </p:cNvPr>
            <p:cNvSpPr>
              <a:spLocks noGrp="1"/>
            </p:cNvSpPr>
            <p:nvPr/>
          </p:nvSpPr>
          <p:spPr>
            <a:xfrm>
              <a:off x="1262140" y="5335739"/>
              <a:ext cx="14582" cy="45756"/>
            </a:xfrm>
            <a:custGeom>
              <a:avLst/>
              <a:gdLst/>
              <a:ahLst/>
              <a:cxnLst/>
              <a:rect l="0" t="0" r="0" b="0"/>
              <a:pathLst>
                <a:path w="14582" h="45756">
                  <a:moveTo>
                    <a:pt x="14582" y="0"/>
                  </a:moveTo>
                  <a:lnTo>
                    <a:pt x="0" y="45756"/>
                  </a:lnTo>
                </a:path>
              </a:pathLst>
            </a:custGeom>
            <a:noFill/>
            <a:ln w="20003">
              <a:solidFill>
                <a:srgbClr val="748896"/>
              </a:solidFill>
            </a:ln>
          </p:spPr>
        </p:sp>
        <p:sp>
          <p:nvSpPr>
            <p:cNvPr id="376" name="Input_receptor__375">
              <a:extLst>
                <a:ext uri="{FF2B5EF4-FFF2-40B4-BE49-F238E27FC236}">
                  <a16:creationId xmlns:a16="http://schemas.microsoft.com/office/drawing/2014/main" id="{7DDDA6E1-88D9-6981-9EAF-0489DCE9C372}"/>
                </a:ext>
              </a:extLst>
            </p:cNvPr>
            <p:cNvSpPr>
              <a:spLocks noGrp="1"/>
            </p:cNvSpPr>
            <p:nvPr/>
          </p:nvSpPr>
          <p:spPr>
            <a:xfrm>
              <a:off x="1386866" y="5349173"/>
              <a:ext cx="16902" cy="43153"/>
            </a:xfrm>
            <a:custGeom>
              <a:avLst/>
              <a:gdLst/>
              <a:ahLst/>
              <a:cxnLst/>
              <a:rect l="0" t="0" r="0" b="0"/>
              <a:pathLst>
                <a:path w="16902" h="43153">
                  <a:moveTo>
                    <a:pt x="0" y="43153"/>
                  </a:moveTo>
                  <a:lnTo>
                    <a:pt x="16902" y="0"/>
                  </a:lnTo>
                </a:path>
              </a:pathLst>
            </a:custGeom>
            <a:noFill/>
            <a:ln w="20003">
              <a:solidFill>
                <a:srgbClr val="748896"/>
              </a:solidFill>
            </a:ln>
          </p:spPr>
        </p:sp>
        <p:sp>
          <p:nvSpPr>
            <p:cNvPr id="377" name="Input_receptor__376">
              <a:extLst>
                <a:ext uri="{FF2B5EF4-FFF2-40B4-BE49-F238E27FC236}">
                  <a16:creationId xmlns:a16="http://schemas.microsoft.com/office/drawing/2014/main" id="{2984C856-E48D-9F34-1B5E-77807602B9B8}"/>
                </a:ext>
              </a:extLst>
            </p:cNvPr>
            <p:cNvSpPr>
              <a:spLocks noGrp="1"/>
            </p:cNvSpPr>
            <p:nvPr/>
          </p:nvSpPr>
          <p:spPr>
            <a:xfrm>
              <a:off x="1279060" y="5544970"/>
              <a:ext cx="44662" cy="3714"/>
            </a:xfrm>
            <a:custGeom>
              <a:avLst/>
              <a:gdLst/>
              <a:ahLst/>
              <a:cxnLst/>
              <a:rect l="0" t="0" r="0" b="0"/>
              <a:pathLst>
                <a:path w="44662" h="3714">
                  <a:moveTo>
                    <a:pt x="0" y="3714"/>
                  </a:moveTo>
                  <a:lnTo>
                    <a:pt x="44662" y="0"/>
                  </a:lnTo>
                </a:path>
              </a:pathLst>
            </a:custGeom>
            <a:noFill/>
            <a:ln w="20003">
              <a:solidFill>
                <a:srgbClr val="748896"/>
              </a:solidFill>
            </a:ln>
          </p:spPr>
        </p:sp>
        <p:sp>
          <p:nvSpPr>
            <p:cNvPr id="378" name="Input_receptor__377">
              <a:extLst>
                <a:ext uri="{FF2B5EF4-FFF2-40B4-BE49-F238E27FC236}">
                  <a16:creationId xmlns:a16="http://schemas.microsoft.com/office/drawing/2014/main" id="{CFDBAE8D-80C3-B10A-202C-622DCD6BC46E}"/>
                </a:ext>
              </a:extLst>
            </p:cNvPr>
            <p:cNvSpPr>
              <a:spLocks noGrp="1"/>
            </p:cNvSpPr>
            <p:nvPr/>
          </p:nvSpPr>
          <p:spPr>
            <a:xfrm>
              <a:off x="1774285" y="5008057"/>
              <a:ext cx="46675" cy="5285"/>
            </a:xfrm>
            <a:custGeom>
              <a:avLst/>
              <a:gdLst/>
              <a:ahLst/>
              <a:cxnLst/>
              <a:rect l="0" t="0" r="0" b="0"/>
              <a:pathLst>
                <a:path w="46675" h="5285">
                  <a:moveTo>
                    <a:pt x="46675" y="5285"/>
                  </a:moveTo>
                  <a:lnTo>
                    <a:pt x="0" y="0"/>
                  </a:lnTo>
                </a:path>
              </a:pathLst>
            </a:custGeom>
            <a:noFill/>
            <a:ln w="20003">
              <a:solidFill>
                <a:srgbClr val="748896"/>
              </a:solidFill>
            </a:ln>
          </p:spPr>
        </p:sp>
        <p:sp>
          <p:nvSpPr>
            <p:cNvPr id="379" name="Input_receptor__378">
              <a:extLst>
                <a:ext uri="{FF2B5EF4-FFF2-40B4-BE49-F238E27FC236}">
                  <a16:creationId xmlns:a16="http://schemas.microsoft.com/office/drawing/2014/main" id="{BED269AD-EB7E-27A9-50D9-C0F46B151DD3}"/>
                </a:ext>
              </a:extLst>
            </p:cNvPr>
            <p:cNvSpPr>
              <a:spLocks noGrp="1"/>
            </p:cNvSpPr>
            <p:nvPr/>
          </p:nvSpPr>
          <p:spPr>
            <a:xfrm>
              <a:off x="1386866" y="5392326"/>
              <a:ext cx="27665" cy="35331"/>
            </a:xfrm>
            <a:custGeom>
              <a:avLst/>
              <a:gdLst/>
              <a:ahLst/>
              <a:cxnLst/>
              <a:rect l="0" t="0" r="0" b="0"/>
              <a:pathLst>
                <a:path w="27665" h="35331">
                  <a:moveTo>
                    <a:pt x="27665" y="35331"/>
                  </a:moveTo>
                  <a:lnTo>
                    <a:pt x="0" y="0"/>
                  </a:lnTo>
                </a:path>
              </a:pathLst>
            </a:custGeom>
            <a:noFill/>
            <a:ln w="20003">
              <a:solidFill>
                <a:srgbClr val="748896"/>
              </a:solidFill>
            </a:ln>
          </p:spPr>
        </p:sp>
        <p:sp>
          <p:nvSpPr>
            <p:cNvPr id="380" name="Input_receptor__379">
              <a:extLst>
                <a:ext uri="{FF2B5EF4-FFF2-40B4-BE49-F238E27FC236}">
                  <a16:creationId xmlns:a16="http://schemas.microsoft.com/office/drawing/2014/main" id="{8868AAEB-D924-7C17-D334-1A3417033A82}"/>
                </a:ext>
              </a:extLst>
            </p:cNvPr>
            <p:cNvSpPr>
              <a:spLocks noGrp="1"/>
            </p:cNvSpPr>
            <p:nvPr/>
          </p:nvSpPr>
          <p:spPr>
            <a:xfrm>
              <a:off x="1342400" y="5189180"/>
              <a:ext cx="44477" cy="12429"/>
            </a:xfrm>
            <a:custGeom>
              <a:avLst/>
              <a:gdLst/>
              <a:ahLst/>
              <a:cxnLst/>
              <a:rect l="0" t="0" r="0" b="0"/>
              <a:pathLst>
                <a:path w="44477" h="12429">
                  <a:moveTo>
                    <a:pt x="44477" y="12429"/>
                  </a:moveTo>
                  <a:lnTo>
                    <a:pt x="0" y="0"/>
                  </a:lnTo>
                </a:path>
              </a:pathLst>
            </a:custGeom>
            <a:noFill/>
            <a:ln w="20003">
              <a:solidFill>
                <a:srgbClr val="748896"/>
              </a:solidFill>
            </a:ln>
          </p:spPr>
        </p:sp>
        <p:sp>
          <p:nvSpPr>
            <p:cNvPr id="381" name="Input_receptor__380">
              <a:extLst>
                <a:ext uri="{FF2B5EF4-FFF2-40B4-BE49-F238E27FC236}">
                  <a16:creationId xmlns:a16="http://schemas.microsoft.com/office/drawing/2014/main" id="{3B66B199-88D0-E790-3740-3673CB63ACCF}"/>
                </a:ext>
              </a:extLst>
            </p:cNvPr>
            <p:cNvSpPr>
              <a:spLocks noGrp="1"/>
            </p:cNvSpPr>
            <p:nvPr/>
          </p:nvSpPr>
          <p:spPr>
            <a:xfrm>
              <a:off x="1801432" y="5256257"/>
              <a:ext cx="46693" cy="8568"/>
            </a:xfrm>
            <a:custGeom>
              <a:avLst/>
              <a:gdLst/>
              <a:ahLst/>
              <a:cxnLst/>
              <a:rect l="0" t="0" r="0" b="0"/>
              <a:pathLst>
                <a:path w="46693" h="8568">
                  <a:moveTo>
                    <a:pt x="0" y="0"/>
                  </a:moveTo>
                  <a:lnTo>
                    <a:pt x="46693" y="8568"/>
                  </a:lnTo>
                </a:path>
              </a:pathLst>
            </a:custGeom>
            <a:noFill/>
            <a:ln w="20003">
              <a:solidFill>
                <a:srgbClr val="748997"/>
              </a:solidFill>
            </a:ln>
          </p:spPr>
        </p:sp>
        <p:sp>
          <p:nvSpPr>
            <p:cNvPr id="382" name="Input_receptor__381">
              <a:extLst>
                <a:ext uri="{FF2B5EF4-FFF2-40B4-BE49-F238E27FC236}">
                  <a16:creationId xmlns:a16="http://schemas.microsoft.com/office/drawing/2014/main" id="{5DF604DF-E844-52ED-B07B-FF195735F572}"/>
                </a:ext>
              </a:extLst>
            </p:cNvPr>
            <p:cNvSpPr>
              <a:spLocks noGrp="1"/>
            </p:cNvSpPr>
            <p:nvPr/>
          </p:nvSpPr>
          <p:spPr>
            <a:xfrm>
              <a:off x="1363887" y="5322248"/>
              <a:ext cx="39881" cy="26924"/>
            </a:xfrm>
            <a:custGeom>
              <a:avLst/>
              <a:gdLst/>
              <a:ahLst/>
              <a:cxnLst/>
              <a:rect l="0" t="0" r="0" b="0"/>
              <a:pathLst>
                <a:path w="39881" h="26924">
                  <a:moveTo>
                    <a:pt x="39881" y="26924"/>
                  </a:moveTo>
                  <a:lnTo>
                    <a:pt x="0" y="0"/>
                  </a:lnTo>
                </a:path>
              </a:pathLst>
            </a:custGeom>
            <a:noFill/>
            <a:ln w="20003">
              <a:solidFill>
                <a:srgbClr val="748997"/>
              </a:solidFill>
            </a:ln>
          </p:spPr>
        </p:sp>
        <p:sp>
          <p:nvSpPr>
            <p:cNvPr id="383" name="Input_receptor__382">
              <a:extLst>
                <a:ext uri="{FF2B5EF4-FFF2-40B4-BE49-F238E27FC236}">
                  <a16:creationId xmlns:a16="http://schemas.microsoft.com/office/drawing/2014/main" id="{57B0FA0D-75B2-7D70-53BC-0AB827AC1876}"/>
                </a:ext>
              </a:extLst>
            </p:cNvPr>
            <p:cNvSpPr>
              <a:spLocks noGrp="1"/>
            </p:cNvSpPr>
            <p:nvPr/>
          </p:nvSpPr>
          <p:spPr>
            <a:xfrm>
              <a:off x="1823212" y="5084747"/>
              <a:ext cx="31111" cy="36930"/>
            </a:xfrm>
            <a:custGeom>
              <a:avLst/>
              <a:gdLst/>
              <a:ahLst/>
              <a:cxnLst/>
              <a:rect l="0" t="0" r="0" b="0"/>
              <a:pathLst>
                <a:path w="31111" h="36930">
                  <a:moveTo>
                    <a:pt x="0" y="36930"/>
                  </a:moveTo>
                  <a:lnTo>
                    <a:pt x="31111" y="0"/>
                  </a:lnTo>
                </a:path>
              </a:pathLst>
            </a:custGeom>
            <a:noFill/>
            <a:ln w="20003">
              <a:solidFill>
                <a:srgbClr val="748997"/>
              </a:solidFill>
            </a:ln>
          </p:spPr>
        </p:sp>
        <p:sp>
          <p:nvSpPr>
            <p:cNvPr id="384" name="Input_receptor__383">
              <a:extLst>
                <a:ext uri="{FF2B5EF4-FFF2-40B4-BE49-F238E27FC236}">
                  <a16:creationId xmlns:a16="http://schemas.microsoft.com/office/drawing/2014/main" id="{B64E93A7-08D8-2700-C2E2-1433FF55082E}"/>
                </a:ext>
              </a:extLst>
            </p:cNvPr>
            <p:cNvSpPr>
              <a:spLocks noGrp="1"/>
            </p:cNvSpPr>
            <p:nvPr/>
          </p:nvSpPr>
          <p:spPr>
            <a:xfrm>
              <a:off x="1690820" y="5155183"/>
              <a:ext cx="172" cy="8960"/>
            </a:xfrm>
            <a:custGeom>
              <a:avLst/>
              <a:gdLst/>
              <a:ahLst/>
              <a:cxnLst/>
              <a:rect l="0" t="0" r="0" b="0"/>
              <a:pathLst>
                <a:path w="172" h="8960">
                  <a:moveTo>
                    <a:pt x="0" y="0"/>
                  </a:moveTo>
                  <a:lnTo>
                    <a:pt x="172" y="8960"/>
                  </a:lnTo>
                </a:path>
              </a:pathLst>
            </a:custGeom>
            <a:noFill/>
            <a:ln w="20003">
              <a:solidFill>
                <a:srgbClr val="748997"/>
              </a:solidFill>
            </a:ln>
          </p:spPr>
        </p:sp>
        <p:sp>
          <p:nvSpPr>
            <p:cNvPr id="385" name="Input_receptor__384">
              <a:extLst>
                <a:ext uri="{FF2B5EF4-FFF2-40B4-BE49-F238E27FC236}">
                  <a16:creationId xmlns:a16="http://schemas.microsoft.com/office/drawing/2014/main" id="{6C851347-6737-B712-73E1-7AEFD7E97750}"/>
                </a:ext>
              </a:extLst>
            </p:cNvPr>
            <p:cNvSpPr>
              <a:spLocks noGrp="1"/>
            </p:cNvSpPr>
            <p:nvPr/>
          </p:nvSpPr>
          <p:spPr>
            <a:xfrm>
              <a:off x="1511291" y="5313331"/>
              <a:ext cx="4230" cy="11351"/>
            </a:xfrm>
            <a:custGeom>
              <a:avLst/>
              <a:gdLst/>
              <a:ahLst/>
              <a:cxnLst/>
              <a:rect l="0" t="0" r="0" b="0"/>
              <a:pathLst>
                <a:path w="4230" h="11351">
                  <a:moveTo>
                    <a:pt x="0" y="0"/>
                  </a:moveTo>
                  <a:lnTo>
                    <a:pt x="4230" y="11351"/>
                  </a:lnTo>
                </a:path>
              </a:pathLst>
            </a:custGeom>
            <a:noFill/>
            <a:ln w="20003">
              <a:solidFill>
                <a:srgbClr val="758997"/>
              </a:solidFill>
            </a:ln>
          </p:spPr>
        </p:sp>
        <p:sp>
          <p:nvSpPr>
            <p:cNvPr id="386" name="Input_receptor__385">
              <a:extLst>
                <a:ext uri="{FF2B5EF4-FFF2-40B4-BE49-F238E27FC236}">
                  <a16:creationId xmlns:a16="http://schemas.microsoft.com/office/drawing/2014/main" id="{EB1D6B32-1AD3-603B-6222-7DFA655FC476}"/>
                </a:ext>
              </a:extLst>
            </p:cNvPr>
            <p:cNvSpPr>
              <a:spLocks noGrp="1"/>
            </p:cNvSpPr>
            <p:nvPr/>
          </p:nvSpPr>
          <p:spPr>
            <a:xfrm>
              <a:off x="1580235" y="4860019"/>
              <a:ext cx="14404" cy="43714"/>
            </a:xfrm>
            <a:custGeom>
              <a:avLst/>
              <a:gdLst/>
              <a:ahLst/>
              <a:cxnLst/>
              <a:rect l="0" t="0" r="0" b="0"/>
              <a:pathLst>
                <a:path w="14404" h="43714">
                  <a:moveTo>
                    <a:pt x="0" y="43714"/>
                  </a:moveTo>
                  <a:lnTo>
                    <a:pt x="14404" y="0"/>
                  </a:lnTo>
                </a:path>
              </a:pathLst>
            </a:custGeom>
            <a:noFill/>
            <a:ln w="8096">
              <a:solidFill>
                <a:srgbClr val="758997"/>
              </a:solidFill>
            </a:ln>
          </p:spPr>
        </p:sp>
        <p:sp>
          <p:nvSpPr>
            <p:cNvPr id="387" name="Input_receptor__386">
              <a:extLst>
                <a:ext uri="{FF2B5EF4-FFF2-40B4-BE49-F238E27FC236}">
                  <a16:creationId xmlns:a16="http://schemas.microsoft.com/office/drawing/2014/main" id="{F47AFA83-FD33-6D27-0C48-7CA986970D1F}"/>
                </a:ext>
              </a:extLst>
            </p:cNvPr>
            <p:cNvSpPr>
              <a:spLocks noGrp="1"/>
            </p:cNvSpPr>
            <p:nvPr/>
          </p:nvSpPr>
          <p:spPr>
            <a:xfrm>
              <a:off x="1374288" y="5201609"/>
              <a:ext cx="12589" cy="46680"/>
            </a:xfrm>
            <a:custGeom>
              <a:avLst/>
              <a:gdLst/>
              <a:ahLst/>
              <a:cxnLst/>
              <a:rect l="0" t="0" r="0" b="0"/>
              <a:pathLst>
                <a:path w="12589" h="46680">
                  <a:moveTo>
                    <a:pt x="0" y="46680"/>
                  </a:moveTo>
                  <a:lnTo>
                    <a:pt x="12589" y="0"/>
                  </a:lnTo>
                </a:path>
              </a:pathLst>
            </a:custGeom>
            <a:noFill/>
            <a:ln w="20003">
              <a:solidFill>
                <a:srgbClr val="758997"/>
              </a:solidFill>
            </a:ln>
          </p:spPr>
        </p:sp>
        <p:sp>
          <p:nvSpPr>
            <p:cNvPr id="388" name="Input_receptor__387">
              <a:extLst>
                <a:ext uri="{FF2B5EF4-FFF2-40B4-BE49-F238E27FC236}">
                  <a16:creationId xmlns:a16="http://schemas.microsoft.com/office/drawing/2014/main" id="{8C7CC269-9C55-3CC3-D71F-553B389D9978}"/>
                </a:ext>
              </a:extLst>
            </p:cNvPr>
            <p:cNvSpPr>
              <a:spLocks noGrp="1"/>
            </p:cNvSpPr>
            <p:nvPr/>
          </p:nvSpPr>
          <p:spPr>
            <a:xfrm>
              <a:off x="1235135" y="5326513"/>
              <a:ext cx="41587" cy="9226"/>
            </a:xfrm>
            <a:custGeom>
              <a:avLst/>
              <a:gdLst/>
              <a:ahLst/>
              <a:cxnLst/>
              <a:rect l="0" t="0" r="0" b="0"/>
              <a:pathLst>
                <a:path w="41587" h="9226">
                  <a:moveTo>
                    <a:pt x="0" y="0"/>
                  </a:moveTo>
                  <a:lnTo>
                    <a:pt x="41587" y="9226"/>
                  </a:lnTo>
                </a:path>
              </a:pathLst>
            </a:custGeom>
            <a:noFill/>
            <a:ln w="20003">
              <a:solidFill>
                <a:srgbClr val="758997"/>
              </a:solidFill>
            </a:ln>
          </p:spPr>
        </p:sp>
        <p:sp>
          <p:nvSpPr>
            <p:cNvPr id="389" name="Input_receptor__388">
              <a:extLst>
                <a:ext uri="{FF2B5EF4-FFF2-40B4-BE49-F238E27FC236}">
                  <a16:creationId xmlns:a16="http://schemas.microsoft.com/office/drawing/2014/main" id="{BCF9B0E1-F6C1-23CC-DD1D-AF2A19DDF875}"/>
                </a:ext>
              </a:extLst>
            </p:cNvPr>
            <p:cNvSpPr>
              <a:spLocks noGrp="1"/>
            </p:cNvSpPr>
            <p:nvPr/>
          </p:nvSpPr>
          <p:spPr>
            <a:xfrm>
              <a:off x="1381055" y="5427656"/>
              <a:ext cx="33475" cy="34540"/>
            </a:xfrm>
            <a:custGeom>
              <a:avLst/>
              <a:gdLst/>
              <a:ahLst/>
              <a:cxnLst/>
              <a:rect l="0" t="0" r="0" b="0"/>
              <a:pathLst>
                <a:path w="33475" h="34540">
                  <a:moveTo>
                    <a:pt x="0" y="34540"/>
                  </a:moveTo>
                  <a:lnTo>
                    <a:pt x="33475" y="0"/>
                  </a:lnTo>
                </a:path>
              </a:pathLst>
            </a:custGeom>
            <a:noFill/>
            <a:ln w="20003">
              <a:solidFill>
                <a:srgbClr val="758997"/>
              </a:solidFill>
            </a:ln>
          </p:spPr>
        </p:sp>
        <p:sp>
          <p:nvSpPr>
            <p:cNvPr id="390" name="Input_receptor__389">
              <a:extLst>
                <a:ext uri="{FF2B5EF4-FFF2-40B4-BE49-F238E27FC236}">
                  <a16:creationId xmlns:a16="http://schemas.microsoft.com/office/drawing/2014/main" id="{4EA32DAC-361B-3516-3788-760563EA3D38}"/>
                </a:ext>
              </a:extLst>
            </p:cNvPr>
            <p:cNvSpPr>
              <a:spLocks noGrp="1"/>
            </p:cNvSpPr>
            <p:nvPr/>
          </p:nvSpPr>
          <p:spPr>
            <a:xfrm>
              <a:off x="1321311" y="5189180"/>
              <a:ext cx="21090" cy="26121"/>
            </a:xfrm>
            <a:custGeom>
              <a:avLst/>
              <a:gdLst/>
              <a:ahLst/>
              <a:cxnLst/>
              <a:rect l="0" t="0" r="0" b="0"/>
              <a:pathLst>
                <a:path w="21090" h="26121">
                  <a:moveTo>
                    <a:pt x="21090" y="0"/>
                  </a:moveTo>
                  <a:lnTo>
                    <a:pt x="0" y="26121"/>
                  </a:lnTo>
                </a:path>
              </a:pathLst>
            </a:custGeom>
            <a:noFill/>
            <a:ln w="20003">
              <a:solidFill>
                <a:srgbClr val="758997"/>
              </a:solidFill>
            </a:ln>
          </p:spPr>
        </p:sp>
        <p:sp>
          <p:nvSpPr>
            <p:cNvPr id="391" name="Input_receptor__390">
              <a:extLst>
                <a:ext uri="{FF2B5EF4-FFF2-40B4-BE49-F238E27FC236}">
                  <a16:creationId xmlns:a16="http://schemas.microsoft.com/office/drawing/2014/main" id="{3F8AE1D4-397D-454E-E99D-A169FEA34125}"/>
                </a:ext>
              </a:extLst>
            </p:cNvPr>
            <p:cNvSpPr>
              <a:spLocks noGrp="1"/>
            </p:cNvSpPr>
            <p:nvPr/>
          </p:nvSpPr>
          <p:spPr>
            <a:xfrm>
              <a:off x="1121907" y="5264840"/>
              <a:ext cx="31537" cy="18055"/>
            </a:xfrm>
            <a:custGeom>
              <a:avLst/>
              <a:gdLst/>
              <a:ahLst/>
              <a:cxnLst/>
              <a:rect l="0" t="0" r="0" b="0"/>
              <a:pathLst>
                <a:path w="31537" h="18055">
                  <a:moveTo>
                    <a:pt x="0" y="18055"/>
                  </a:moveTo>
                  <a:lnTo>
                    <a:pt x="31537" y="0"/>
                  </a:lnTo>
                </a:path>
              </a:pathLst>
            </a:custGeom>
            <a:noFill/>
            <a:ln w="20003">
              <a:solidFill>
                <a:srgbClr val="758997"/>
              </a:solidFill>
            </a:ln>
          </p:spPr>
        </p:sp>
        <p:sp>
          <p:nvSpPr>
            <p:cNvPr id="392" name="Input_receptor__391">
              <a:extLst>
                <a:ext uri="{FF2B5EF4-FFF2-40B4-BE49-F238E27FC236}">
                  <a16:creationId xmlns:a16="http://schemas.microsoft.com/office/drawing/2014/main" id="{E6FE8606-97AD-B8AC-D364-450F3B265949}"/>
                </a:ext>
              </a:extLst>
            </p:cNvPr>
            <p:cNvSpPr>
              <a:spLocks noGrp="1"/>
            </p:cNvSpPr>
            <p:nvPr/>
          </p:nvSpPr>
          <p:spPr>
            <a:xfrm>
              <a:off x="1153444" y="5228834"/>
              <a:ext cx="9842" cy="36005"/>
            </a:xfrm>
            <a:custGeom>
              <a:avLst/>
              <a:gdLst/>
              <a:ahLst/>
              <a:cxnLst/>
              <a:rect l="0" t="0" r="0" b="0"/>
              <a:pathLst>
                <a:path w="9842" h="36005">
                  <a:moveTo>
                    <a:pt x="0" y="36005"/>
                  </a:moveTo>
                  <a:lnTo>
                    <a:pt x="9842" y="0"/>
                  </a:lnTo>
                </a:path>
              </a:pathLst>
            </a:custGeom>
            <a:noFill/>
            <a:ln w="20003">
              <a:solidFill>
                <a:srgbClr val="758997"/>
              </a:solidFill>
            </a:ln>
          </p:spPr>
        </p:sp>
        <p:sp>
          <p:nvSpPr>
            <p:cNvPr id="393" name="Input_receptor__392">
              <a:extLst>
                <a:ext uri="{FF2B5EF4-FFF2-40B4-BE49-F238E27FC236}">
                  <a16:creationId xmlns:a16="http://schemas.microsoft.com/office/drawing/2014/main" id="{98891C46-2F7A-98CD-A1F2-7430FECBC191}"/>
                </a:ext>
              </a:extLst>
            </p:cNvPr>
            <p:cNvSpPr>
              <a:spLocks noGrp="1"/>
            </p:cNvSpPr>
            <p:nvPr/>
          </p:nvSpPr>
          <p:spPr>
            <a:xfrm>
              <a:off x="1260160" y="5547095"/>
              <a:ext cx="18900" cy="1589"/>
            </a:xfrm>
            <a:custGeom>
              <a:avLst/>
              <a:gdLst/>
              <a:ahLst/>
              <a:cxnLst/>
              <a:rect l="0" t="0" r="0" b="0"/>
              <a:pathLst>
                <a:path w="18900" h="1589">
                  <a:moveTo>
                    <a:pt x="0" y="0"/>
                  </a:moveTo>
                  <a:lnTo>
                    <a:pt x="18900" y="1589"/>
                  </a:lnTo>
                </a:path>
              </a:pathLst>
            </a:custGeom>
            <a:noFill/>
            <a:ln w="20003">
              <a:solidFill>
                <a:srgbClr val="758997"/>
              </a:solidFill>
            </a:ln>
          </p:spPr>
        </p:sp>
        <p:sp>
          <p:nvSpPr>
            <p:cNvPr id="394" name="Input_receptor__393">
              <a:extLst>
                <a:ext uri="{FF2B5EF4-FFF2-40B4-BE49-F238E27FC236}">
                  <a16:creationId xmlns:a16="http://schemas.microsoft.com/office/drawing/2014/main" id="{6CDB93A2-2601-3C98-FC6A-F05C2B10A9CF}"/>
                </a:ext>
              </a:extLst>
            </p:cNvPr>
            <p:cNvSpPr>
              <a:spLocks noGrp="1"/>
            </p:cNvSpPr>
            <p:nvPr/>
          </p:nvSpPr>
          <p:spPr>
            <a:xfrm>
              <a:off x="1837918" y="5264825"/>
              <a:ext cx="10207" cy="45742"/>
            </a:xfrm>
            <a:custGeom>
              <a:avLst/>
              <a:gdLst/>
              <a:ahLst/>
              <a:cxnLst/>
              <a:rect l="0" t="0" r="0" b="0"/>
              <a:pathLst>
                <a:path w="10207" h="45742">
                  <a:moveTo>
                    <a:pt x="10207" y="0"/>
                  </a:moveTo>
                  <a:lnTo>
                    <a:pt x="0" y="45742"/>
                  </a:lnTo>
                </a:path>
              </a:pathLst>
            </a:custGeom>
            <a:noFill/>
            <a:ln w="20003">
              <a:solidFill>
                <a:srgbClr val="758997"/>
              </a:solidFill>
            </a:ln>
          </p:spPr>
        </p:sp>
        <p:sp>
          <p:nvSpPr>
            <p:cNvPr id="395" name="Input_receptor__394">
              <a:extLst>
                <a:ext uri="{FF2B5EF4-FFF2-40B4-BE49-F238E27FC236}">
                  <a16:creationId xmlns:a16="http://schemas.microsoft.com/office/drawing/2014/main" id="{C818F542-3471-D39B-24E9-ACE34776C06E}"/>
                </a:ext>
              </a:extLst>
            </p:cNvPr>
            <p:cNvSpPr>
              <a:spLocks noGrp="1"/>
            </p:cNvSpPr>
            <p:nvPr/>
          </p:nvSpPr>
          <p:spPr>
            <a:xfrm>
              <a:off x="1339148" y="5322248"/>
              <a:ext cx="24739" cy="34502"/>
            </a:xfrm>
            <a:custGeom>
              <a:avLst/>
              <a:gdLst/>
              <a:ahLst/>
              <a:cxnLst/>
              <a:rect l="0" t="0" r="0" b="0"/>
              <a:pathLst>
                <a:path w="24739" h="34502">
                  <a:moveTo>
                    <a:pt x="24739" y="0"/>
                  </a:moveTo>
                  <a:lnTo>
                    <a:pt x="0" y="34502"/>
                  </a:lnTo>
                </a:path>
              </a:pathLst>
            </a:custGeom>
            <a:noFill/>
            <a:ln w="20003">
              <a:solidFill>
                <a:srgbClr val="758997"/>
              </a:solidFill>
            </a:ln>
          </p:spPr>
        </p:sp>
        <p:sp>
          <p:nvSpPr>
            <p:cNvPr id="396" name="Input_receptor__395">
              <a:extLst>
                <a:ext uri="{FF2B5EF4-FFF2-40B4-BE49-F238E27FC236}">
                  <a16:creationId xmlns:a16="http://schemas.microsoft.com/office/drawing/2014/main" id="{8536C368-3532-EEEE-570F-6C8581C007B4}"/>
                </a:ext>
              </a:extLst>
            </p:cNvPr>
            <p:cNvSpPr>
              <a:spLocks noGrp="1"/>
            </p:cNvSpPr>
            <p:nvPr/>
          </p:nvSpPr>
          <p:spPr>
            <a:xfrm>
              <a:off x="1105158" y="5218793"/>
              <a:ext cx="11344" cy="2087"/>
            </a:xfrm>
            <a:custGeom>
              <a:avLst/>
              <a:gdLst/>
              <a:ahLst/>
              <a:cxnLst/>
              <a:rect l="0" t="0" r="0" b="0"/>
              <a:pathLst>
                <a:path w="11344" h="2087">
                  <a:moveTo>
                    <a:pt x="11344" y="0"/>
                  </a:moveTo>
                  <a:lnTo>
                    <a:pt x="0" y="2087"/>
                  </a:lnTo>
                </a:path>
              </a:pathLst>
            </a:custGeom>
            <a:noFill/>
            <a:ln w="20003">
              <a:solidFill>
                <a:srgbClr val="758997"/>
              </a:solidFill>
            </a:ln>
          </p:spPr>
        </p:sp>
        <p:sp>
          <p:nvSpPr>
            <p:cNvPr id="397" name="Input_receptor__396">
              <a:extLst>
                <a:ext uri="{FF2B5EF4-FFF2-40B4-BE49-F238E27FC236}">
                  <a16:creationId xmlns:a16="http://schemas.microsoft.com/office/drawing/2014/main" id="{6E8F0250-1B1E-BCE1-D715-7614CB0383F4}"/>
                </a:ext>
              </a:extLst>
            </p:cNvPr>
            <p:cNvSpPr>
              <a:spLocks noGrp="1"/>
            </p:cNvSpPr>
            <p:nvPr/>
          </p:nvSpPr>
          <p:spPr>
            <a:xfrm>
              <a:off x="1498019" y="5409881"/>
              <a:ext cx="6386" cy="17651"/>
            </a:xfrm>
            <a:custGeom>
              <a:avLst/>
              <a:gdLst/>
              <a:ahLst/>
              <a:cxnLst/>
              <a:rect l="0" t="0" r="0" b="0"/>
              <a:pathLst>
                <a:path w="6386" h="17651">
                  <a:moveTo>
                    <a:pt x="6386" y="17651"/>
                  </a:moveTo>
                  <a:lnTo>
                    <a:pt x="0" y="0"/>
                  </a:lnTo>
                </a:path>
              </a:pathLst>
            </a:custGeom>
            <a:noFill/>
            <a:ln w="8096">
              <a:solidFill>
                <a:srgbClr val="758997"/>
              </a:solidFill>
            </a:ln>
          </p:spPr>
        </p:sp>
        <p:sp>
          <p:nvSpPr>
            <p:cNvPr id="398" name="Input_receptor__397">
              <a:extLst>
                <a:ext uri="{FF2B5EF4-FFF2-40B4-BE49-F238E27FC236}">
                  <a16:creationId xmlns:a16="http://schemas.microsoft.com/office/drawing/2014/main" id="{4086624E-375A-A269-FE39-16A3783291B4}"/>
                </a:ext>
              </a:extLst>
            </p:cNvPr>
            <p:cNvSpPr>
              <a:spLocks noGrp="1"/>
            </p:cNvSpPr>
            <p:nvPr/>
          </p:nvSpPr>
          <p:spPr>
            <a:xfrm>
              <a:off x="1788288" y="5050145"/>
              <a:ext cx="22502" cy="20807"/>
            </a:xfrm>
            <a:custGeom>
              <a:avLst/>
              <a:gdLst/>
              <a:ahLst/>
              <a:cxnLst/>
              <a:rect l="0" t="0" r="0" b="0"/>
              <a:pathLst>
                <a:path w="22502" h="20807">
                  <a:moveTo>
                    <a:pt x="0" y="20807"/>
                  </a:moveTo>
                  <a:lnTo>
                    <a:pt x="22502" y="0"/>
                  </a:lnTo>
                </a:path>
              </a:pathLst>
            </a:custGeom>
            <a:noFill/>
            <a:ln w="20003">
              <a:solidFill>
                <a:srgbClr val="758997"/>
              </a:solidFill>
            </a:ln>
          </p:spPr>
        </p:sp>
        <p:sp>
          <p:nvSpPr>
            <p:cNvPr id="399" name="Input_receptor__398">
              <a:extLst>
                <a:ext uri="{FF2B5EF4-FFF2-40B4-BE49-F238E27FC236}">
                  <a16:creationId xmlns:a16="http://schemas.microsoft.com/office/drawing/2014/main" id="{98A771EC-9889-49EF-8467-27C348D2525A}"/>
                </a:ext>
              </a:extLst>
            </p:cNvPr>
            <p:cNvSpPr>
              <a:spLocks noGrp="1"/>
            </p:cNvSpPr>
            <p:nvPr/>
          </p:nvSpPr>
          <p:spPr>
            <a:xfrm>
              <a:off x="1731358" y="4947767"/>
              <a:ext cx="46871" cy="6980"/>
            </a:xfrm>
            <a:custGeom>
              <a:avLst/>
              <a:gdLst/>
              <a:ahLst/>
              <a:cxnLst/>
              <a:rect l="0" t="0" r="0" b="0"/>
              <a:pathLst>
                <a:path w="46871" h="6980">
                  <a:moveTo>
                    <a:pt x="46871" y="0"/>
                  </a:moveTo>
                  <a:lnTo>
                    <a:pt x="0" y="6980"/>
                  </a:lnTo>
                </a:path>
              </a:pathLst>
            </a:custGeom>
            <a:noFill/>
            <a:ln w="20003">
              <a:solidFill>
                <a:srgbClr val="758997"/>
              </a:solidFill>
            </a:ln>
          </p:spPr>
        </p:sp>
        <p:sp>
          <p:nvSpPr>
            <p:cNvPr id="400" name="Input_receptor__399">
              <a:extLst>
                <a:ext uri="{FF2B5EF4-FFF2-40B4-BE49-F238E27FC236}">
                  <a16:creationId xmlns:a16="http://schemas.microsoft.com/office/drawing/2014/main" id="{E0939649-F3F9-A34A-9E4C-D18C8BACB34C}"/>
                </a:ext>
              </a:extLst>
            </p:cNvPr>
            <p:cNvSpPr>
              <a:spLocks noGrp="1"/>
            </p:cNvSpPr>
            <p:nvPr/>
          </p:nvSpPr>
          <p:spPr>
            <a:xfrm>
              <a:off x="1227911" y="5484257"/>
              <a:ext cx="45066" cy="14119"/>
            </a:xfrm>
            <a:custGeom>
              <a:avLst/>
              <a:gdLst/>
              <a:ahLst/>
              <a:cxnLst/>
              <a:rect l="0" t="0" r="0" b="0"/>
              <a:pathLst>
                <a:path w="45066" h="14119">
                  <a:moveTo>
                    <a:pt x="0" y="14119"/>
                  </a:moveTo>
                  <a:lnTo>
                    <a:pt x="45066" y="0"/>
                  </a:lnTo>
                </a:path>
              </a:pathLst>
            </a:custGeom>
            <a:noFill/>
            <a:ln w="20003">
              <a:solidFill>
                <a:srgbClr val="758A97"/>
              </a:solidFill>
            </a:ln>
          </p:spPr>
        </p:sp>
        <p:sp>
          <p:nvSpPr>
            <p:cNvPr id="401" name="Input_receptor__400">
              <a:extLst>
                <a:ext uri="{FF2B5EF4-FFF2-40B4-BE49-F238E27FC236}">
                  <a16:creationId xmlns:a16="http://schemas.microsoft.com/office/drawing/2014/main" id="{2B36C070-686A-3EBC-32CF-2B449483030F}"/>
                </a:ext>
              </a:extLst>
            </p:cNvPr>
            <p:cNvSpPr>
              <a:spLocks noGrp="1"/>
            </p:cNvSpPr>
            <p:nvPr/>
          </p:nvSpPr>
          <p:spPr>
            <a:xfrm>
              <a:off x="1763968" y="5008057"/>
              <a:ext cx="10318" cy="2271"/>
            </a:xfrm>
            <a:custGeom>
              <a:avLst/>
              <a:gdLst/>
              <a:ahLst/>
              <a:cxnLst/>
              <a:rect l="0" t="0" r="0" b="0"/>
              <a:pathLst>
                <a:path w="10318" h="2271">
                  <a:moveTo>
                    <a:pt x="10318" y="0"/>
                  </a:moveTo>
                  <a:lnTo>
                    <a:pt x="0" y="2271"/>
                  </a:lnTo>
                </a:path>
              </a:pathLst>
            </a:custGeom>
            <a:noFill/>
            <a:ln w="20003">
              <a:solidFill>
                <a:srgbClr val="758A97"/>
              </a:solidFill>
            </a:ln>
          </p:spPr>
        </p:sp>
        <p:sp>
          <p:nvSpPr>
            <p:cNvPr id="402" name="Input_receptor__401">
              <a:extLst>
                <a:ext uri="{FF2B5EF4-FFF2-40B4-BE49-F238E27FC236}">
                  <a16:creationId xmlns:a16="http://schemas.microsoft.com/office/drawing/2014/main" id="{73981E8E-6A68-FC73-D431-C8B2D5BD7112}"/>
                </a:ext>
              </a:extLst>
            </p:cNvPr>
            <p:cNvSpPr>
              <a:spLocks noGrp="1"/>
            </p:cNvSpPr>
            <p:nvPr/>
          </p:nvSpPr>
          <p:spPr>
            <a:xfrm>
              <a:off x="1785667" y="5256257"/>
              <a:ext cx="15765" cy="20452"/>
            </a:xfrm>
            <a:custGeom>
              <a:avLst/>
              <a:gdLst/>
              <a:ahLst/>
              <a:cxnLst/>
              <a:rect l="0" t="0" r="0" b="0"/>
              <a:pathLst>
                <a:path w="15765" h="20452">
                  <a:moveTo>
                    <a:pt x="0" y="20452"/>
                  </a:moveTo>
                  <a:lnTo>
                    <a:pt x="15765" y="0"/>
                  </a:lnTo>
                </a:path>
              </a:pathLst>
            </a:custGeom>
            <a:noFill/>
            <a:ln w="20003">
              <a:solidFill>
                <a:srgbClr val="758A97"/>
              </a:solidFill>
            </a:ln>
          </p:spPr>
        </p:sp>
        <p:sp>
          <p:nvSpPr>
            <p:cNvPr id="403" name="Input_receptor__402">
              <a:extLst>
                <a:ext uri="{FF2B5EF4-FFF2-40B4-BE49-F238E27FC236}">
                  <a16:creationId xmlns:a16="http://schemas.microsoft.com/office/drawing/2014/main" id="{90509B3D-E358-81E1-E3B9-8A18CBDAEF97}"/>
                </a:ext>
              </a:extLst>
            </p:cNvPr>
            <p:cNvSpPr>
              <a:spLocks noGrp="1"/>
            </p:cNvSpPr>
            <p:nvPr/>
          </p:nvSpPr>
          <p:spPr>
            <a:xfrm>
              <a:off x="1734635" y="5114089"/>
              <a:ext cx="3731" cy="42146"/>
            </a:xfrm>
            <a:custGeom>
              <a:avLst/>
              <a:gdLst/>
              <a:ahLst/>
              <a:cxnLst/>
              <a:rect l="0" t="0" r="0" b="0"/>
              <a:pathLst>
                <a:path w="3731" h="42146">
                  <a:moveTo>
                    <a:pt x="3731" y="42146"/>
                  </a:moveTo>
                  <a:lnTo>
                    <a:pt x="0" y="0"/>
                  </a:lnTo>
                </a:path>
              </a:pathLst>
            </a:custGeom>
            <a:noFill/>
            <a:ln w="20003">
              <a:solidFill>
                <a:srgbClr val="758A97"/>
              </a:solidFill>
            </a:ln>
          </p:spPr>
        </p:sp>
        <p:sp>
          <p:nvSpPr>
            <p:cNvPr id="404" name="Input_receptor__403">
              <a:extLst>
                <a:ext uri="{FF2B5EF4-FFF2-40B4-BE49-F238E27FC236}">
                  <a16:creationId xmlns:a16="http://schemas.microsoft.com/office/drawing/2014/main" id="{01EF9805-23E4-7904-C91E-F621D4921D76}"/>
                </a:ext>
              </a:extLst>
            </p:cNvPr>
            <p:cNvSpPr>
              <a:spLocks noGrp="1"/>
            </p:cNvSpPr>
            <p:nvPr/>
          </p:nvSpPr>
          <p:spPr>
            <a:xfrm>
              <a:off x="1560550" y="4903733"/>
              <a:ext cx="19685" cy="14991"/>
            </a:xfrm>
            <a:custGeom>
              <a:avLst/>
              <a:gdLst/>
              <a:ahLst/>
              <a:cxnLst/>
              <a:rect l="0" t="0" r="0" b="0"/>
              <a:pathLst>
                <a:path w="19685" h="14991">
                  <a:moveTo>
                    <a:pt x="0" y="14991"/>
                  </a:moveTo>
                  <a:lnTo>
                    <a:pt x="19685" y="0"/>
                  </a:lnTo>
                </a:path>
              </a:pathLst>
            </a:custGeom>
            <a:noFill/>
            <a:ln w="8096">
              <a:solidFill>
                <a:srgbClr val="758A98"/>
              </a:solidFill>
            </a:ln>
          </p:spPr>
        </p:sp>
        <p:sp>
          <p:nvSpPr>
            <p:cNvPr id="405" name="Input_receptor__404">
              <a:extLst>
                <a:ext uri="{FF2B5EF4-FFF2-40B4-BE49-F238E27FC236}">
                  <a16:creationId xmlns:a16="http://schemas.microsoft.com/office/drawing/2014/main" id="{E8E23327-0789-E9A5-DE3C-B2EAD8562E06}"/>
                </a:ext>
              </a:extLst>
            </p:cNvPr>
            <p:cNvSpPr>
              <a:spLocks noGrp="1"/>
            </p:cNvSpPr>
            <p:nvPr/>
          </p:nvSpPr>
          <p:spPr>
            <a:xfrm>
              <a:off x="1810790" y="5013342"/>
              <a:ext cx="10170" cy="36803"/>
            </a:xfrm>
            <a:custGeom>
              <a:avLst/>
              <a:gdLst/>
              <a:ahLst/>
              <a:cxnLst/>
              <a:rect l="0" t="0" r="0" b="0"/>
              <a:pathLst>
                <a:path w="10170" h="36803">
                  <a:moveTo>
                    <a:pt x="0" y="36803"/>
                  </a:moveTo>
                  <a:lnTo>
                    <a:pt x="10170" y="0"/>
                  </a:lnTo>
                </a:path>
              </a:pathLst>
            </a:custGeom>
            <a:noFill/>
            <a:ln w="20003">
              <a:solidFill>
                <a:srgbClr val="758A98"/>
              </a:solidFill>
            </a:ln>
          </p:spPr>
        </p:sp>
        <p:sp>
          <p:nvSpPr>
            <p:cNvPr id="406" name="Input_receptor__405">
              <a:extLst>
                <a:ext uri="{FF2B5EF4-FFF2-40B4-BE49-F238E27FC236}">
                  <a16:creationId xmlns:a16="http://schemas.microsoft.com/office/drawing/2014/main" id="{0A52F265-28FE-48B7-C672-89682D1D6EFC}"/>
                </a:ext>
              </a:extLst>
            </p:cNvPr>
            <p:cNvSpPr>
              <a:spLocks noGrp="1"/>
            </p:cNvSpPr>
            <p:nvPr/>
          </p:nvSpPr>
          <p:spPr>
            <a:xfrm>
              <a:off x="1697526" y="5099165"/>
              <a:ext cx="37109" cy="14923"/>
            </a:xfrm>
            <a:custGeom>
              <a:avLst/>
              <a:gdLst/>
              <a:ahLst/>
              <a:cxnLst/>
              <a:rect l="0" t="0" r="0" b="0"/>
              <a:pathLst>
                <a:path w="37109" h="14923">
                  <a:moveTo>
                    <a:pt x="37109" y="14923"/>
                  </a:moveTo>
                  <a:lnTo>
                    <a:pt x="0" y="0"/>
                  </a:lnTo>
                </a:path>
              </a:pathLst>
            </a:custGeom>
            <a:noFill/>
            <a:ln w="20003">
              <a:solidFill>
                <a:srgbClr val="768A98"/>
              </a:solidFill>
            </a:ln>
          </p:spPr>
        </p:sp>
        <p:sp>
          <p:nvSpPr>
            <p:cNvPr id="407" name="Input_receptor__406">
              <a:extLst>
                <a:ext uri="{FF2B5EF4-FFF2-40B4-BE49-F238E27FC236}">
                  <a16:creationId xmlns:a16="http://schemas.microsoft.com/office/drawing/2014/main" id="{B109B4AD-695B-5488-5425-2BAB9F96F2AD}"/>
                </a:ext>
              </a:extLst>
            </p:cNvPr>
            <p:cNvSpPr>
              <a:spLocks noGrp="1"/>
            </p:cNvSpPr>
            <p:nvPr/>
          </p:nvSpPr>
          <p:spPr>
            <a:xfrm>
              <a:off x="1201490" y="5087735"/>
              <a:ext cx="43195" cy="6392"/>
            </a:xfrm>
            <a:custGeom>
              <a:avLst/>
              <a:gdLst/>
              <a:ahLst/>
              <a:cxnLst/>
              <a:rect l="0" t="0" r="0" b="0"/>
              <a:pathLst>
                <a:path w="43195" h="6392">
                  <a:moveTo>
                    <a:pt x="0" y="6392"/>
                  </a:moveTo>
                  <a:lnTo>
                    <a:pt x="43195" y="0"/>
                  </a:lnTo>
                </a:path>
              </a:pathLst>
            </a:custGeom>
            <a:noFill/>
            <a:ln w="20003">
              <a:solidFill>
                <a:srgbClr val="768A98"/>
              </a:solidFill>
            </a:ln>
          </p:spPr>
        </p:sp>
        <p:sp>
          <p:nvSpPr>
            <p:cNvPr id="408" name="Input_receptor__407">
              <a:extLst>
                <a:ext uri="{FF2B5EF4-FFF2-40B4-BE49-F238E27FC236}">
                  <a16:creationId xmlns:a16="http://schemas.microsoft.com/office/drawing/2014/main" id="{1F7FEB7C-087E-7160-909A-8AA87B311241}"/>
                </a:ext>
              </a:extLst>
            </p:cNvPr>
            <p:cNvSpPr>
              <a:spLocks noGrp="1"/>
            </p:cNvSpPr>
            <p:nvPr/>
          </p:nvSpPr>
          <p:spPr>
            <a:xfrm>
              <a:off x="1294551" y="5580725"/>
              <a:ext cx="20722" cy="28885"/>
            </a:xfrm>
            <a:custGeom>
              <a:avLst/>
              <a:gdLst/>
              <a:ahLst/>
              <a:cxnLst/>
              <a:rect l="0" t="0" r="0" b="0"/>
              <a:pathLst>
                <a:path w="20722" h="28885">
                  <a:moveTo>
                    <a:pt x="20722" y="0"/>
                  </a:moveTo>
                  <a:lnTo>
                    <a:pt x="0" y="28885"/>
                  </a:lnTo>
                </a:path>
              </a:pathLst>
            </a:custGeom>
            <a:noFill/>
            <a:ln w="20003">
              <a:solidFill>
                <a:srgbClr val="768A98"/>
              </a:solidFill>
            </a:ln>
          </p:spPr>
        </p:sp>
        <p:sp>
          <p:nvSpPr>
            <p:cNvPr id="409" name="Input_receptor__408">
              <a:extLst>
                <a:ext uri="{FF2B5EF4-FFF2-40B4-BE49-F238E27FC236}">
                  <a16:creationId xmlns:a16="http://schemas.microsoft.com/office/drawing/2014/main" id="{FCF9E3D5-7757-464A-9CC8-394AA6EED005}"/>
                </a:ext>
              </a:extLst>
            </p:cNvPr>
            <p:cNvSpPr>
              <a:spLocks noGrp="1"/>
            </p:cNvSpPr>
            <p:nvPr/>
          </p:nvSpPr>
          <p:spPr>
            <a:xfrm>
              <a:off x="1514510" y="5258443"/>
              <a:ext cx="30874" cy="28753"/>
            </a:xfrm>
            <a:custGeom>
              <a:avLst/>
              <a:gdLst/>
              <a:ahLst/>
              <a:cxnLst/>
              <a:rect l="0" t="0" r="0" b="0"/>
              <a:pathLst>
                <a:path w="30874" h="28753">
                  <a:moveTo>
                    <a:pt x="30874" y="28753"/>
                  </a:moveTo>
                  <a:lnTo>
                    <a:pt x="0" y="0"/>
                  </a:lnTo>
                </a:path>
              </a:pathLst>
            </a:custGeom>
            <a:noFill/>
            <a:ln w="20003">
              <a:solidFill>
                <a:srgbClr val="768A98"/>
              </a:solidFill>
            </a:ln>
          </p:spPr>
        </p:sp>
        <p:sp>
          <p:nvSpPr>
            <p:cNvPr id="410" name="Input_receptor__409">
              <a:extLst>
                <a:ext uri="{FF2B5EF4-FFF2-40B4-BE49-F238E27FC236}">
                  <a16:creationId xmlns:a16="http://schemas.microsoft.com/office/drawing/2014/main" id="{98911F0C-3F4C-0885-53D4-1D1A43893EDA}"/>
                </a:ext>
              </a:extLst>
            </p:cNvPr>
            <p:cNvSpPr>
              <a:spLocks noGrp="1"/>
            </p:cNvSpPr>
            <p:nvPr/>
          </p:nvSpPr>
          <p:spPr>
            <a:xfrm>
              <a:off x="1315273" y="5544970"/>
              <a:ext cx="8449" cy="35755"/>
            </a:xfrm>
            <a:custGeom>
              <a:avLst/>
              <a:gdLst/>
              <a:ahLst/>
              <a:cxnLst/>
              <a:rect l="0" t="0" r="0" b="0"/>
              <a:pathLst>
                <a:path w="8449" h="35755">
                  <a:moveTo>
                    <a:pt x="8449" y="0"/>
                  </a:moveTo>
                  <a:lnTo>
                    <a:pt x="0" y="35755"/>
                  </a:lnTo>
                </a:path>
              </a:pathLst>
            </a:custGeom>
            <a:noFill/>
            <a:ln w="20003">
              <a:solidFill>
                <a:srgbClr val="768A98"/>
              </a:solidFill>
            </a:ln>
          </p:spPr>
        </p:sp>
        <p:sp>
          <p:nvSpPr>
            <p:cNvPr id="411" name="Input_receptor__410">
              <a:extLst>
                <a:ext uri="{FF2B5EF4-FFF2-40B4-BE49-F238E27FC236}">
                  <a16:creationId xmlns:a16="http://schemas.microsoft.com/office/drawing/2014/main" id="{1293AFA2-82C2-FACE-5C9D-A9076006A64C}"/>
                </a:ext>
              </a:extLst>
            </p:cNvPr>
            <p:cNvSpPr>
              <a:spLocks noGrp="1"/>
            </p:cNvSpPr>
            <p:nvPr/>
          </p:nvSpPr>
          <p:spPr>
            <a:xfrm>
              <a:off x="1086904" y="5159122"/>
              <a:ext cx="44970" cy="2178"/>
            </a:xfrm>
            <a:custGeom>
              <a:avLst/>
              <a:gdLst/>
              <a:ahLst/>
              <a:cxnLst/>
              <a:rect l="0" t="0" r="0" b="0"/>
              <a:pathLst>
                <a:path w="44970" h="2178">
                  <a:moveTo>
                    <a:pt x="44970" y="2178"/>
                  </a:moveTo>
                  <a:lnTo>
                    <a:pt x="0" y="0"/>
                  </a:lnTo>
                </a:path>
              </a:pathLst>
            </a:custGeom>
            <a:noFill/>
            <a:ln w="20003">
              <a:solidFill>
                <a:srgbClr val="768A98"/>
              </a:solidFill>
            </a:ln>
          </p:spPr>
        </p:sp>
        <p:sp>
          <p:nvSpPr>
            <p:cNvPr id="412" name="Input_receptor__411">
              <a:extLst>
                <a:ext uri="{FF2B5EF4-FFF2-40B4-BE49-F238E27FC236}">
                  <a16:creationId xmlns:a16="http://schemas.microsoft.com/office/drawing/2014/main" id="{1376BB05-F2D0-A76B-DDCF-01D9E45CF0C0}"/>
                </a:ext>
              </a:extLst>
            </p:cNvPr>
            <p:cNvSpPr>
              <a:spLocks noGrp="1"/>
            </p:cNvSpPr>
            <p:nvPr/>
          </p:nvSpPr>
          <p:spPr>
            <a:xfrm>
              <a:off x="1244685" y="5087735"/>
              <a:ext cx="16065" cy="38482"/>
            </a:xfrm>
            <a:custGeom>
              <a:avLst/>
              <a:gdLst/>
              <a:ahLst/>
              <a:cxnLst/>
              <a:rect l="0" t="0" r="0" b="0"/>
              <a:pathLst>
                <a:path w="16065" h="38482">
                  <a:moveTo>
                    <a:pt x="0" y="0"/>
                  </a:moveTo>
                  <a:lnTo>
                    <a:pt x="16065" y="38482"/>
                  </a:lnTo>
                </a:path>
              </a:pathLst>
            </a:custGeom>
            <a:noFill/>
            <a:ln w="20003">
              <a:solidFill>
                <a:srgbClr val="768A98"/>
              </a:solidFill>
            </a:ln>
          </p:spPr>
        </p:sp>
        <p:sp>
          <p:nvSpPr>
            <p:cNvPr id="413" name="Input_receptor__412">
              <a:extLst>
                <a:ext uri="{FF2B5EF4-FFF2-40B4-BE49-F238E27FC236}">
                  <a16:creationId xmlns:a16="http://schemas.microsoft.com/office/drawing/2014/main" id="{66B6B70F-B87B-2A40-AB33-2F793190FB2A}"/>
                </a:ext>
              </a:extLst>
            </p:cNvPr>
            <p:cNvSpPr>
              <a:spLocks noGrp="1"/>
            </p:cNvSpPr>
            <p:nvPr/>
          </p:nvSpPr>
          <p:spPr>
            <a:xfrm>
              <a:off x="1565186" y="5353838"/>
              <a:ext cx="11718" cy="4450"/>
            </a:xfrm>
            <a:custGeom>
              <a:avLst/>
              <a:gdLst/>
              <a:ahLst/>
              <a:cxnLst/>
              <a:rect l="0" t="0" r="0" b="0"/>
              <a:pathLst>
                <a:path w="11718" h="4450">
                  <a:moveTo>
                    <a:pt x="11718" y="4450"/>
                  </a:moveTo>
                  <a:lnTo>
                    <a:pt x="0" y="0"/>
                  </a:lnTo>
                </a:path>
              </a:pathLst>
            </a:custGeom>
            <a:noFill/>
            <a:ln w="20003">
              <a:solidFill>
                <a:srgbClr val="768A98"/>
              </a:solidFill>
            </a:ln>
          </p:spPr>
        </p:sp>
        <p:sp>
          <p:nvSpPr>
            <p:cNvPr id="414" name="Input_receptor__413">
              <a:extLst>
                <a:ext uri="{FF2B5EF4-FFF2-40B4-BE49-F238E27FC236}">
                  <a16:creationId xmlns:a16="http://schemas.microsoft.com/office/drawing/2014/main" id="{70462592-DA77-B47F-F48F-3E410B2BE829}"/>
                </a:ext>
              </a:extLst>
            </p:cNvPr>
            <p:cNvSpPr>
              <a:spLocks noGrp="1"/>
            </p:cNvSpPr>
            <p:nvPr/>
          </p:nvSpPr>
          <p:spPr>
            <a:xfrm>
              <a:off x="1477239" y="5258443"/>
              <a:ext cx="37271" cy="13496"/>
            </a:xfrm>
            <a:custGeom>
              <a:avLst/>
              <a:gdLst/>
              <a:ahLst/>
              <a:cxnLst/>
              <a:rect l="0" t="0" r="0" b="0"/>
              <a:pathLst>
                <a:path w="37271" h="13496">
                  <a:moveTo>
                    <a:pt x="37271" y="0"/>
                  </a:moveTo>
                  <a:lnTo>
                    <a:pt x="0" y="13496"/>
                  </a:lnTo>
                </a:path>
              </a:pathLst>
            </a:custGeom>
            <a:noFill/>
            <a:ln w="20003">
              <a:solidFill>
                <a:srgbClr val="768A98"/>
              </a:solidFill>
            </a:ln>
          </p:spPr>
        </p:sp>
        <p:sp>
          <p:nvSpPr>
            <p:cNvPr id="415" name="Input_receptor__414">
              <a:extLst>
                <a:ext uri="{FF2B5EF4-FFF2-40B4-BE49-F238E27FC236}">
                  <a16:creationId xmlns:a16="http://schemas.microsoft.com/office/drawing/2014/main" id="{7A436A63-8C04-7511-C92F-22A7B9E4B2CA}"/>
                </a:ext>
              </a:extLst>
            </p:cNvPr>
            <p:cNvSpPr>
              <a:spLocks noGrp="1"/>
            </p:cNvSpPr>
            <p:nvPr/>
          </p:nvSpPr>
          <p:spPr>
            <a:xfrm>
              <a:off x="1746371" y="4803866"/>
              <a:ext cx="27656" cy="5821"/>
            </a:xfrm>
            <a:custGeom>
              <a:avLst/>
              <a:gdLst/>
              <a:ahLst/>
              <a:cxnLst/>
              <a:rect l="0" t="0" r="0" b="0"/>
              <a:pathLst>
                <a:path w="27656" h="5821">
                  <a:moveTo>
                    <a:pt x="27656" y="5821"/>
                  </a:moveTo>
                  <a:lnTo>
                    <a:pt x="0" y="0"/>
                  </a:lnTo>
                </a:path>
              </a:pathLst>
            </a:custGeom>
            <a:noFill/>
            <a:ln w="8096">
              <a:solidFill>
                <a:srgbClr val="768A98"/>
              </a:solidFill>
            </a:ln>
          </p:spPr>
        </p:sp>
        <p:sp>
          <p:nvSpPr>
            <p:cNvPr id="416" name="Input_receptor__415">
              <a:extLst>
                <a:ext uri="{FF2B5EF4-FFF2-40B4-BE49-F238E27FC236}">
                  <a16:creationId xmlns:a16="http://schemas.microsoft.com/office/drawing/2014/main" id="{DAE5B413-6C07-E914-2E55-A151035815BE}"/>
                </a:ext>
              </a:extLst>
            </p:cNvPr>
            <p:cNvSpPr>
              <a:spLocks noGrp="1"/>
            </p:cNvSpPr>
            <p:nvPr/>
          </p:nvSpPr>
          <p:spPr>
            <a:xfrm>
              <a:off x="1625297" y="4879740"/>
              <a:ext cx="23162" cy="21331"/>
            </a:xfrm>
            <a:custGeom>
              <a:avLst/>
              <a:gdLst/>
              <a:ahLst/>
              <a:cxnLst/>
              <a:rect l="0" t="0" r="0" b="0"/>
              <a:pathLst>
                <a:path w="23162" h="21331">
                  <a:moveTo>
                    <a:pt x="0" y="0"/>
                  </a:moveTo>
                  <a:lnTo>
                    <a:pt x="23162" y="21331"/>
                  </a:lnTo>
                </a:path>
              </a:pathLst>
            </a:custGeom>
            <a:noFill/>
            <a:ln w="8096">
              <a:solidFill>
                <a:srgbClr val="768A98"/>
              </a:solidFill>
            </a:ln>
          </p:spPr>
        </p:sp>
        <p:sp>
          <p:nvSpPr>
            <p:cNvPr id="417" name="Input_receptor__416">
              <a:extLst>
                <a:ext uri="{FF2B5EF4-FFF2-40B4-BE49-F238E27FC236}">
                  <a16:creationId xmlns:a16="http://schemas.microsoft.com/office/drawing/2014/main" id="{0BCAAFF8-A038-58E5-2A28-6E7579809766}"/>
                </a:ext>
              </a:extLst>
            </p:cNvPr>
            <p:cNvSpPr>
              <a:spLocks noGrp="1"/>
            </p:cNvSpPr>
            <p:nvPr/>
          </p:nvSpPr>
          <p:spPr>
            <a:xfrm>
              <a:off x="1225516" y="5126217"/>
              <a:ext cx="35234" cy="28728"/>
            </a:xfrm>
            <a:custGeom>
              <a:avLst/>
              <a:gdLst/>
              <a:ahLst/>
              <a:cxnLst/>
              <a:rect l="0" t="0" r="0" b="0"/>
              <a:pathLst>
                <a:path w="35234" h="28728">
                  <a:moveTo>
                    <a:pt x="35234" y="0"/>
                  </a:moveTo>
                  <a:lnTo>
                    <a:pt x="0" y="28728"/>
                  </a:lnTo>
                </a:path>
              </a:pathLst>
            </a:custGeom>
            <a:noFill/>
            <a:ln w="20003">
              <a:solidFill>
                <a:srgbClr val="768A98"/>
              </a:solidFill>
            </a:ln>
          </p:spPr>
        </p:sp>
        <p:sp>
          <p:nvSpPr>
            <p:cNvPr id="418" name="Input_receptor__417">
              <a:extLst>
                <a:ext uri="{FF2B5EF4-FFF2-40B4-BE49-F238E27FC236}">
                  <a16:creationId xmlns:a16="http://schemas.microsoft.com/office/drawing/2014/main" id="{445C5BB1-7F6E-C2D2-5E06-D227D2DD66C8}"/>
                </a:ext>
              </a:extLst>
            </p:cNvPr>
            <p:cNvSpPr>
              <a:spLocks noGrp="1"/>
            </p:cNvSpPr>
            <p:nvPr/>
          </p:nvSpPr>
          <p:spPr>
            <a:xfrm>
              <a:off x="1690992" y="5156234"/>
              <a:ext cx="47373" cy="7909"/>
            </a:xfrm>
            <a:custGeom>
              <a:avLst/>
              <a:gdLst/>
              <a:ahLst/>
              <a:cxnLst/>
              <a:rect l="0" t="0" r="0" b="0"/>
              <a:pathLst>
                <a:path w="47373" h="7909">
                  <a:moveTo>
                    <a:pt x="0" y="7909"/>
                  </a:moveTo>
                  <a:lnTo>
                    <a:pt x="47373" y="0"/>
                  </a:lnTo>
                </a:path>
              </a:pathLst>
            </a:custGeom>
            <a:noFill/>
            <a:ln w="20003">
              <a:solidFill>
                <a:srgbClr val="768A98"/>
              </a:solidFill>
            </a:ln>
          </p:spPr>
        </p:sp>
        <p:sp>
          <p:nvSpPr>
            <p:cNvPr id="419" name="Input_receptor__418">
              <a:extLst>
                <a:ext uri="{FF2B5EF4-FFF2-40B4-BE49-F238E27FC236}">
                  <a16:creationId xmlns:a16="http://schemas.microsoft.com/office/drawing/2014/main" id="{F55460FA-A2CB-B7E0-104A-B33FFD109E9F}"/>
                </a:ext>
              </a:extLst>
            </p:cNvPr>
            <p:cNvSpPr>
              <a:spLocks noGrp="1"/>
            </p:cNvSpPr>
            <p:nvPr/>
          </p:nvSpPr>
          <p:spPr>
            <a:xfrm>
              <a:off x="1594639" y="4860019"/>
              <a:ext cx="30657" cy="19721"/>
            </a:xfrm>
            <a:custGeom>
              <a:avLst/>
              <a:gdLst/>
              <a:ahLst/>
              <a:cxnLst/>
              <a:rect l="0" t="0" r="0" b="0"/>
              <a:pathLst>
                <a:path w="30657" h="19721">
                  <a:moveTo>
                    <a:pt x="0" y="0"/>
                  </a:moveTo>
                  <a:lnTo>
                    <a:pt x="30657" y="19721"/>
                  </a:lnTo>
                </a:path>
              </a:pathLst>
            </a:custGeom>
            <a:noFill/>
            <a:ln w="8096">
              <a:solidFill>
                <a:srgbClr val="768A98"/>
              </a:solidFill>
            </a:ln>
          </p:spPr>
        </p:sp>
        <p:sp>
          <p:nvSpPr>
            <p:cNvPr id="420" name="Input_receptor__419">
              <a:extLst>
                <a:ext uri="{FF2B5EF4-FFF2-40B4-BE49-F238E27FC236}">
                  <a16:creationId xmlns:a16="http://schemas.microsoft.com/office/drawing/2014/main" id="{AEEFBDB9-1EB1-F205-5F43-3CA860222014}"/>
                </a:ext>
              </a:extLst>
            </p:cNvPr>
            <p:cNvSpPr>
              <a:spLocks noGrp="1"/>
            </p:cNvSpPr>
            <p:nvPr/>
          </p:nvSpPr>
          <p:spPr>
            <a:xfrm>
              <a:off x="1778229" y="4947767"/>
              <a:ext cx="16276" cy="25966"/>
            </a:xfrm>
            <a:custGeom>
              <a:avLst/>
              <a:gdLst/>
              <a:ahLst/>
              <a:cxnLst/>
              <a:rect l="0" t="0" r="0" b="0"/>
              <a:pathLst>
                <a:path w="16276" h="25966">
                  <a:moveTo>
                    <a:pt x="16276" y="25966"/>
                  </a:moveTo>
                  <a:lnTo>
                    <a:pt x="0" y="0"/>
                  </a:lnTo>
                </a:path>
              </a:pathLst>
            </a:custGeom>
            <a:noFill/>
            <a:ln w="20003">
              <a:solidFill>
                <a:srgbClr val="768A98"/>
              </a:solidFill>
            </a:ln>
          </p:spPr>
        </p:sp>
        <p:sp>
          <p:nvSpPr>
            <p:cNvPr id="421" name="Input_receptor__420">
              <a:extLst>
                <a:ext uri="{FF2B5EF4-FFF2-40B4-BE49-F238E27FC236}">
                  <a16:creationId xmlns:a16="http://schemas.microsoft.com/office/drawing/2014/main" id="{D0FD3812-3736-9219-0515-1120D55C9AA9}"/>
                </a:ext>
              </a:extLst>
            </p:cNvPr>
            <p:cNvSpPr>
              <a:spLocks noGrp="1"/>
            </p:cNvSpPr>
            <p:nvPr/>
          </p:nvSpPr>
          <p:spPr>
            <a:xfrm>
              <a:off x="1419697" y="5560717"/>
              <a:ext cx="24948" cy="29897"/>
            </a:xfrm>
            <a:custGeom>
              <a:avLst/>
              <a:gdLst/>
              <a:ahLst/>
              <a:cxnLst/>
              <a:rect l="0" t="0" r="0" b="0"/>
              <a:pathLst>
                <a:path w="24948" h="29897">
                  <a:moveTo>
                    <a:pt x="0" y="0"/>
                  </a:moveTo>
                  <a:lnTo>
                    <a:pt x="24948" y="29897"/>
                  </a:lnTo>
                </a:path>
              </a:pathLst>
            </a:custGeom>
            <a:noFill/>
            <a:ln w="8096">
              <a:solidFill>
                <a:srgbClr val="768A98"/>
              </a:solidFill>
            </a:ln>
          </p:spPr>
        </p:sp>
        <p:sp>
          <p:nvSpPr>
            <p:cNvPr id="422" name="Input_receptor__421">
              <a:extLst>
                <a:ext uri="{FF2B5EF4-FFF2-40B4-BE49-F238E27FC236}">
                  <a16:creationId xmlns:a16="http://schemas.microsoft.com/office/drawing/2014/main" id="{4C05AB10-52B8-06D4-3FC1-C76E65FD63FB}"/>
                </a:ext>
              </a:extLst>
            </p:cNvPr>
            <p:cNvSpPr>
              <a:spLocks noGrp="1"/>
            </p:cNvSpPr>
            <p:nvPr/>
          </p:nvSpPr>
          <p:spPr>
            <a:xfrm>
              <a:off x="1272977" y="5484257"/>
              <a:ext cx="15235" cy="26353"/>
            </a:xfrm>
            <a:custGeom>
              <a:avLst/>
              <a:gdLst/>
              <a:ahLst/>
              <a:cxnLst/>
              <a:rect l="0" t="0" r="0" b="0"/>
              <a:pathLst>
                <a:path w="15235" h="26353">
                  <a:moveTo>
                    <a:pt x="0" y="0"/>
                  </a:moveTo>
                  <a:lnTo>
                    <a:pt x="15235" y="26353"/>
                  </a:lnTo>
                </a:path>
              </a:pathLst>
            </a:custGeom>
            <a:noFill/>
            <a:ln w="20003">
              <a:solidFill>
                <a:srgbClr val="768A98"/>
              </a:solidFill>
            </a:ln>
          </p:spPr>
        </p:sp>
        <p:sp>
          <p:nvSpPr>
            <p:cNvPr id="423" name="Input_receptor__422">
              <a:extLst>
                <a:ext uri="{FF2B5EF4-FFF2-40B4-BE49-F238E27FC236}">
                  <a16:creationId xmlns:a16="http://schemas.microsoft.com/office/drawing/2014/main" id="{1151EAE9-A6D2-64C0-3563-4103A60C1E69}"/>
                </a:ext>
              </a:extLst>
            </p:cNvPr>
            <p:cNvSpPr>
              <a:spLocks noGrp="1"/>
            </p:cNvSpPr>
            <p:nvPr/>
          </p:nvSpPr>
          <p:spPr>
            <a:xfrm>
              <a:off x="1131874" y="5161300"/>
              <a:ext cx="11248" cy="32233"/>
            </a:xfrm>
            <a:custGeom>
              <a:avLst/>
              <a:gdLst/>
              <a:ahLst/>
              <a:cxnLst/>
              <a:rect l="0" t="0" r="0" b="0"/>
              <a:pathLst>
                <a:path w="11248" h="32233">
                  <a:moveTo>
                    <a:pt x="11248" y="32233"/>
                  </a:moveTo>
                  <a:lnTo>
                    <a:pt x="0" y="0"/>
                  </a:lnTo>
                </a:path>
              </a:pathLst>
            </a:custGeom>
            <a:noFill/>
            <a:ln w="20003">
              <a:solidFill>
                <a:srgbClr val="768A98"/>
              </a:solidFill>
            </a:ln>
          </p:spPr>
        </p:sp>
        <p:sp>
          <p:nvSpPr>
            <p:cNvPr id="424" name="Input_receptor__423">
              <a:extLst>
                <a:ext uri="{FF2B5EF4-FFF2-40B4-BE49-F238E27FC236}">
                  <a16:creationId xmlns:a16="http://schemas.microsoft.com/office/drawing/2014/main" id="{9A2ABA3A-1AFC-092D-8741-FEC7D6CA21B0}"/>
                </a:ext>
              </a:extLst>
            </p:cNvPr>
            <p:cNvSpPr>
              <a:spLocks noGrp="1"/>
            </p:cNvSpPr>
            <p:nvPr/>
          </p:nvSpPr>
          <p:spPr>
            <a:xfrm>
              <a:off x="1515521" y="5287196"/>
              <a:ext cx="29863" cy="37487"/>
            </a:xfrm>
            <a:custGeom>
              <a:avLst/>
              <a:gdLst/>
              <a:ahLst/>
              <a:cxnLst/>
              <a:rect l="0" t="0" r="0" b="0"/>
              <a:pathLst>
                <a:path w="29863" h="37487">
                  <a:moveTo>
                    <a:pt x="0" y="37487"/>
                  </a:moveTo>
                  <a:lnTo>
                    <a:pt x="29863" y="0"/>
                  </a:lnTo>
                </a:path>
              </a:pathLst>
            </a:custGeom>
            <a:noFill/>
            <a:ln w="20003">
              <a:solidFill>
                <a:srgbClr val="768A98"/>
              </a:solidFill>
            </a:ln>
          </p:spPr>
        </p:sp>
        <p:sp>
          <p:nvSpPr>
            <p:cNvPr id="425" name="Input_receptor__424">
              <a:extLst>
                <a:ext uri="{FF2B5EF4-FFF2-40B4-BE49-F238E27FC236}">
                  <a16:creationId xmlns:a16="http://schemas.microsoft.com/office/drawing/2014/main" id="{0210DC12-EDA3-80AB-260E-55CA6856F58D}"/>
                </a:ext>
              </a:extLst>
            </p:cNvPr>
            <p:cNvSpPr>
              <a:spLocks noGrp="1"/>
            </p:cNvSpPr>
            <p:nvPr/>
          </p:nvSpPr>
          <p:spPr>
            <a:xfrm>
              <a:off x="1623982" y="5260515"/>
              <a:ext cx="43122" cy="9308"/>
            </a:xfrm>
            <a:custGeom>
              <a:avLst/>
              <a:gdLst/>
              <a:ahLst/>
              <a:cxnLst/>
              <a:rect l="0" t="0" r="0" b="0"/>
              <a:pathLst>
                <a:path w="43122" h="9308">
                  <a:moveTo>
                    <a:pt x="0" y="0"/>
                  </a:moveTo>
                  <a:lnTo>
                    <a:pt x="43122" y="9308"/>
                  </a:lnTo>
                </a:path>
              </a:pathLst>
            </a:custGeom>
            <a:noFill/>
            <a:ln w="20003">
              <a:solidFill>
                <a:srgbClr val="778B98"/>
              </a:solidFill>
            </a:ln>
          </p:spPr>
        </p:sp>
        <p:sp>
          <p:nvSpPr>
            <p:cNvPr id="426" name="Input_receptor__425">
              <a:extLst>
                <a:ext uri="{FF2B5EF4-FFF2-40B4-BE49-F238E27FC236}">
                  <a16:creationId xmlns:a16="http://schemas.microsoft.com/office/drawing/2014/main" id="{BAE9048C-817D-3B73-428F-C60F3D43F475}"/>
                </a:ext>
              </a:extLst>
            </p:cNvPr>
            <p:cNvSpPr>
              <a:spLocks noGrp="1"/>
            </p:cNvSpPr>
            <p:nvPr/>
          </p:nvSpPr>
          <p:spPr>
            <a:xfrm>
              <a:off x="1381055" y="5462196"/>
              <a:ext cx="3846" cy="7082"/>
            </a:xfrm>
            <a:custGeom>
              <a:avLst/>
              <a:gdLst/>
              <a:ahLst/>
              <a:cxnLst/>
              <a:rect l="0" t="0" r="0" b="0"/>
              <a:pathLst>
                <a:path w="3846" h="7082">
                  <a:moveTo>
                    <a:pt x="3846" y="7082"/>
                  </a:moveTo>
                  <a:lnTo>
                    <a:pt x="0" y="0"/>
                  </a:lnTo>
                </a:path>
              </a:pathLst>
            </a:custGeom>
            <a:noFill/>
            <a:ln w="20003">
              <a:solidFill>
                <a:srgbClr val="778B98"/>
              </a:solidFill>
            </a:ln>
          </p:spPr>
        </p:sp>
        <p:sp>
          <p:nvSpPr>
            <p:cNvPr id="427" name="Input_receptor__426">
              <a:extLst>
                <a:ext uri="{FF2B5EF4-FFF2-40B4-BE49-F238E27FC236}">
                  <a16:creationId xmlns:a16="http://schemas.microsoft.com/office/drawing/2014/main" id="{914B3913-F69B-2F40-A3DF-0D41EE6A7505}"/>
                </a:ext>
              </a:extLst>
            </p:cNvPr>
            <p:cNvSpPr>
              <a:spLocks noGrp="1"/>
            </p:cNvSpPr>
            <p:nvPr/>
          </p:nvSpPr>
          <p:spPr>
            <a:xfrm>
              <a:off x="966930" y="5209210"/>
              <a:ext cx="13965" cy="31648"/>
            </a:xfrm>
            <a:custGeom>
              <a:avLst/>
              <a:gdLst/>
              <a:ahLst/>
              <a:cxnLst/>
              <a:rect l="0" t="0" r="0" b="0"/>
              <a:pathLst>
                <a:path w="13965" h="31648">
                  <a:moveTo>
                    <a:pt x="13965" y="31648"/>
                  </a:moveTo>
                  <a:lnTo>
                    <a:pt x="0" y="0"/>
                  </a:lnTo>
                </a:path>
              </a:pathLst>
            </a:custGeom>
            <a:noFill/>
            <a:ln w="8096">
              <a:solidFill>
                <a:srgbClr val="778B98"/>
              </a:solidFill>
            </a:ln>
          </p:spPr>
        </p:sp>
        <p:sp>
          <p:nvSpPr>
            <p:cNvPr id="428" name="Input_receptor__427">
              <a:extLst>
                <a:ext uri="{FF2B5EF4-FFF2-40B4-BE49-F238E27FC236}">
                  <a16:creationId xmlns:a16="http://schemas.microsoft.com/office/drawing/2014/main" id="{52C677F9-DC3C-42DD-F1AD-1294A5BE8505}"/>
                </a:ext>
              </a:extLst>
            </p:cNvPr>
            <p:cNvSpPr>
              <a:spLocks noGrp="1"/>
            </p:cNvSpPr>
            <p:nvPr/>
          </p:nvSpPr>
          <p:spPr>
            <a:xfrm>
              <a:off x="1211242" y="5435679"/>
              <a:ext cx="38493" cy="4464"/>
            </a:xfrm>
            <a:custGeom>
              <a:avLst/>
              <a:gdLst/>
              <a:ahLst/>
              <a:cxnLst/>
              <a:rect l="0" t="0" r="0" b="0"/>
              <a:pathLst>
                <a:path w="38493" h="4464">
                  <a:moveTo>
                    <a:pt x="0" y="0"/>
                  </a:moveTo>
                  <a:lnTo>
                    <a:pt x="38493" y="4464"/>
                  </a:lnTo>
                </a:path>
              </a:pathLst>
            </a:custGeom>
            <a:noFill/>
            <a:ln w="20003">
              <a:solidFill>
                <a:srgbClr val="778B99"/>
              </a:solidFill>
            </a:ln>
          </p:spPr>
        </p:sp>
        <p:sp>
          <p:nvSpPr>
            <p:cNvPr id="429" name="Input_receptor__428">
              <a:extLst>
                <a:ext uri="{FF2B5EF4-FFF2-40B4-BE49-F238E27FC236}">
                  <a16:creationId xmlns:a16="http://schemas.microsoft.com/office/drawing/2014/main" id="{0CB74629-DD46-7B72-E7A5-74E82F063F08}"/>
                </a:ext>
              </a:extLst>
            </p:cNvPr>
            <p:cNvSpPr>
              <a:spLocks noGrp="1"/>
            </p:cNvSpPr>
            <p:nvPr/>
          </p:nvSpPr>
          <p:spPr>
            <a:xfrm>
              <a:off x="1235135" y="5314085"/>
              <a:ext cx="22841" cy="12428"/>
            </a:xfrm>
            <a:custGeom>
              <a:avLst/>
              <a:gdLst/>
              <a:ahLst/>
              <a:cxnLst/>
              <a:rect l="0" t="0" r="0" b="0"/>
              <a:pathLst>
                <a:path w="22841" h="12428">
                  <a:moveTo>
                    <a:pt x="22841" y="0"/>
                  </a:moveTo>
                  <a:lnTo>
                    <a:pt x="0" y="12428"/>
                  </a:lnTo>
                </a:path>
              </a:pathLst>
            </a:custGeom>
            <a:noFill/>
            <a:ln w="8096">
              <a:solidFill>
                <a:srgbClr val="778B99"/>
              </a:solidFill>
            </a:ln>
          </p:spPr>
        </p:sp>
        <p:sp>
          <p:nvSpPr>
            <p:cNvPr id="430" name="Input_receptor__429">
              <a:extLst>
                <a:ext uri="{FF2B5EF4-FFF2-40B4-BE49-F238E27FC236}">
                  <a16:creationId xmlns:a16="http://schemas.microsoft.com/office/drawing/2014/main" id="{0E2E0DD7-0A4D-FE53-1D54-15C7EDBC71E7}"/>
                </a:ext>
              </a:extLst>
            </p:cNvPr>
            <p:cNvSpPr>
              <a:spLocks noGrp="1"/>
            </p:cNvSpPr>
            <p:nvPr/>
          </p:nvSpPr>
          <p:spPr>
            <a:xfrm>
              <a:off x="1181496" y="5435679"/>
              <a:ext cx="29746" cy="12887"/>
            </a:xfrm>
            <a:custGeom>
              <a:avLst/>
              <a:gdLst/>
              <a:ahLst/>
              <a:cxnLst/>
              <a:rect l="0" t="0" r="0" b="0"/>
              <a:pathLst>
                <a:path w="29746" h="12887">
                  <a:moveTo>
                    <a:pt x="0" y="12887"/>
                  </a:moveTo>
                  <a:lnTo>
                    <a:pt x="29746" y="0"/>
                  </a:lnTo>
                </a:path>
              </a:pathLst>
            </a:custGeom>
            <a:noFill/>
            <a:ln w="20003">
              <a:solidFill>
                <a:srgbClr val="778B99"/>
              </a:solidFill>
            </a:ln>
          </p:spPr>
        </p:sp>
        <p:sp>
          <p:nvSpPr>
            <p:cNvPr id="431" name="Input_receptor__430">
              <a:extLst>
                <a:ext uri="{FF2B5EF4-FFF2-40B4-BE49-F238E27FC236}">
                  <a16:creationId xmlns:a16="http://schemas.microsoft.com/office/drawing/2014/main" id="{70CB28E8-46E4-284D-48BB-1452E2E43C9F}"/>
                </a:ext>
              </a:extLst>
            </p:cNvPr>
            <p:cNvSpPr>
              <a:spLocks noGrp="1"/>
            </p:cNvSpPr>
            <p:nvPr/>
          </p:nvSpPr>
          <p:spPr>
            <a:xfrm>
              <a:off x="1260160" y="5510610"/>
              <a:ext cx="28052" cy="36486"/>
            </a:xfrm>
            <a:custGeom>
              <a:avLst/>
              <a:gdLst/>
              <a:ahLst/>
              <a:cxnLst/>
              <a:rect l="0" t="0" r="0" b="0"/>
              <a:pathLst>
                <a:path w="28052" h="36486">
                  <a:moveTo>
                    <a:pt x="28052" y="0"/>
                  </a:moveTo>
                  <a:lnTo>
                    <a:pt x="0" y="36486"/>
                  </a:lnTo>
                </a:path>
              </a:pathLst>
            </a:custGeom>
            <a:noFill/>
            <a:ln w="20003">
              <a:solidFill>
                <a:srgbClr val="778B99"/>
              </a:solidFill>
            </a:ln>
          </p:spPr>
        </p:sp>
        <p:sp>
          <p:nvSpPr>
            <p:cNvPr id="432" name="Input_receptor__431">
              <a:extLst>
                <a:ext uri="{FF2B5EF4-FFF2-40B4-BE49-F238E27FC236}">
                  <a16:creationId xmlns:a16="http://schemas.microsoft.com/office/drawing/2014/main" id="{812B707C-864B-463F-1E7F-A4A30E183D46}"/>
                </a:ext>
              </a:extLst>
            </p:cNvPr>
            <p:cNvSpPr>
              <a:spLocks noGrp="1"/>
            </p:cNvSpPr>
            <p:nvPr/>
          </p:nvSpPr>
          <p:spPr>
            <a:xfrm>
              <a:off x="1667104" y="5269823"/>
              <a:ext cx="17822" cy="27981"/>
            </a:xfrm>
            <a:custGeom>
              <a:avLst/>
              <a:gdLst/>
              <a:ahLst/>
              <a:cxnLst/>
              <a:rect l="0" t="0" r="0" b="0"/>
              <a:pathLst>
                <a:path w="17822" h="27981">
                  <a:moveTo>
                    <a:pt x="0" y="0"/>
                  </a:moveTo>
                  <a:lnTo>
                    <a:pt x="17822" y="27981"/>
                  </a:lnTo>
                </a:path>
              </a:pathLst>
            </a:custGeom>
            <a:noFill/>
            <a:ln w="20003">
              <a:solidFill>
                <a:srgbClr val="778B99"/>
              </a:solidFill>
            </a:ln>
          </p:spPr>
        </p:sp>
        <p:sp>
          <p:nvSpPr>
            <p:cNvPr id="433" name="Input_receptor__432">
              <a:extLst>
                <a:ext uri="{FF2B5EF4-FFF2-40B4-BE49-F238E27FC236}">
                  <a16:creationId xmlns:a16="http://schemas.microsoft.com/office/drawing/2014/main" id="{9E39AAE6-A2AA-1A4B-129A-87B3098A7741}"/>
                </a:ext>
              </a:extLst>
            </p:cNvPr>
            <p:cNvSpPr>
              <a:spLocks noGrp="1"/>
            </p:cNvSpPr>
            <p:nvPr/>
          </p:nvSpPr>
          <p:spPr>
            <a:xfrm>
              <a:off x="1105158" y="5193533"/>
              <a:ext cx="37963" cy="27348"/>
            </a:xfrm>
            <a:custGeom>
              <a:avLst/>
              <a:gdLst/>
              <a:ahLst/>
              <a:cxnLst/>
              <a:rect l="0" t="0" r="0" b="0"/>
              <a:pathLst>
                <a:path w="37963" h="27348">
                  <a:moveTo>
                    <a:pt x="0" y="27348"/>
                  </a:moveTo>
                  <a:lnTo>
                    <a:pt x="37963" y="0"/>
                  </a:lnTo>
                </a:path>
              </a:pathLst>
            </a:custGeom>
            <a:noFill/>
            <a:ln w="20003">
              <a:solidFill>
                <a:srgbClr val="778B99"/>
              </a:solidFill>
            </a:ln>
          </p:spPr>
        </p:sp>
        <p:sp>
          <p:nvSpPr>
            <p:cNvPr id="434" name="Input_receptor__433">
              <a:extLst>
                <a:ext uri="{FF2B5EF4-FFF2-40B4-BE49-F238E27FC236}">
                  <a16:creationId xmlns:a16="http://schemas.microsoft.com/office/drawing/2014/main" id="{8D5802C6-F33B-D358-A4A6-644C45DB6C94}"/>
                </a:ext>
              </a:extLst>
            </p:cNvPr>
            <p:cNvSpPr>
              <a:spLocks noGrp="1"/>
            </p:cNvSpPr>
            <p:nvPr/>
          </p:nvSpPr>
          <p:spPr>
            <a:xfrm>
              <a:off x="1731358" y="4933583"/>
              <a:ext cx="490" cy="21164"/>
            </a:xfrm>
            <a:custGeom>
              <a:avLst/>
              <a:gdLst/>
              <a:ahLst/>
              <a:cxnLst/>
              <a:rect l="0" t="0" r="0" b="0"/>
              <a:pathLst>
                <a:path w="490" h="21164">
                  <a:moveTo>
                    <a:pt x="0" y="21164"/>
                  </a:moveTo>
                  <a:lnTo>
                    <a:pt x="490" y="0"/>
                  </a:lnTo>
                </a:path>
              </a:pathLst>
            </a:custGeom>
            <a:noFill/>
            <a:ln w="20003">
              <a:solidFill>
                <a:srgbClr val="778B99"/>
              </a:solidFill>
            </a:ln>
          </p:spPr>
        </p:sp>
        <p:sp>
          <p:nvSpPr>
            <p:cNvPr id="435" name="Input_receptor__434">
              <a:extLst>
                <a:ext uri="{FF2B5EF4-FFF2-40B4-BE49-F238E27FC236}">
                  <a16:creationId xmlns:a16="http://schemas.microsoft.com/office/drawing/2014/main" id="{490F7443-DF4B-AE47-CC8D-73B98E25741D}"/>
                </a:ext>
              </a:extLst>
            </p:cNvPr>
            <p:cNvSpPr>
              <a:spLocks noGrp="1"/>
            </p:cNvSpPr>
            <p:nvPr/>
          </p:nvSpPr>
          <p:spPr>
            <a:xfrm>
              <a:off x="1339148" y="5356750"/>
              <a:ext cx="29830" cy="2533"/>
            </a:xfrm>
            <a:custGeom>
              <a:avLst/>
              <a:gdLst/>
              <a:ahLst/>
              <a:cxnLst/>
              <a:rect l="0" t="0" r="0" b="0"/>
              <a:pathLst>
                <a:path w="29830" h="2533">
                  <a:moveTo>
                    <a:pt x="0" y="0"/>
                  </a:moveTo>
                  <a:lnTo>
                    <a:pt x="29830" y="2533"/>
                  </a:lnTo>
                </a:path>
              </a:pathLst>
            </a:custGeom>
            <a:noFill/>
            <a:ln w="20003">
              <a:solidFill>
                <a:srgbClr val="778B99"/>
              </a:solidFill>
            </a:ln>
          </p:spPr>
        </p:sp>
        <p:sp>
          <p:nvSpPr>
            <p:cNvPr id="436" name="Input_receptor__435">
              <a:extLst>
                <a:ext uri="{FF2B5EF4-FFF2-40B4-BE49-F238E27FC236}">
                  <a16:creationId xmlns:a16="http://schemas.microsoft.com/office/drawing/2014/main" id="{EE388F81-CB0F-524C-A39D-13BD08D888A1}"/>
                </a:ext>
              </a:extLst>
            </p:cNvPr>
            <p:cNvSpPr>
              <a:spLocks noGrp="1"/>
            </p:cNvSpPr>
            <p:nvPr/>
          </p:nvSpPr>
          <p:spPr>
            <a:xfrm>
              <a:off x="1536563" y="4877690"/>
              <a:ext cx="23988" cy="41034"/>
            </a:xfrm>
            <a:custGeom>
              <a:avLst/>
              <a:gdLst/>
              <a:ahLst/>
              <a:cxnLst/>
              <a:rect l="0" t="0" r="0" b="0"/>
              <a:pathLst>
                <a:path w="23988" h="41034">
                  <a:moveTo>
                    <a:pt x="0" y="0"/>
                  </a:moveTo>
                  <a:lnTo>
                    <a:pt x="23988" y="41034"/>
                  </a:lnTo>
                </a:path>
              </a:pathLst>
            </a:custGeom>
            <a:noFill/>
            <a:ln w="8096">
              <a:solidFill>
                <a:srgbClr val="778B99"/>
              </a:solidFill>
            </a:ln>
          </p:spPr>
        </p:sp>
        <p:sp>
          <p:nvSpPr>
            <p:cNvPr id="437" name="Input_receptor__436">
              <a:extLst>
                <a:ext uri="{FF2B5EF4-FFF2-40B4-BE49-F238E27FC236}">
                  <a16:creationId xmlns:a16="http://schemas.microsoft.com/office/drawing/2014/main" id="{C8FE6A58-4680-38BF-13E4-5162C1F44170}"/>
                </a:ext>
              </a:extLst>
            </p:cNvPr>
            <p:cNvSpPr>
              <a:spLocks noGrp="1"/>
            </p:cNvSpPr>
            <p:nvPr/>
          </p:nvSpPr>
          <p:spPr>
            <a:xfrm>
              <a:off x="1206970" y="5264267"/>
              <a:ext cx="47817" cy="3401"/>
            </a:xfrm>
            <a:custGeom>
              <a:avLst/>
              <a:gdLst/>
              <a:ahLst/>
              <a:cxnLst/>
              <a:rect l="0" t="0" r="0" b="0"/>
              <a:pathLst>
                <a:path w="47817" h="3401">
                  <a:moveTo>
                    <a:pt x="0" y="0"/>
                  </a:moveTo>
                  <a:lnTo>
                    <a:pt x="47817" y="3401"/>
                  </a:lnTo>
                </a:path>
              </a:pathLst>
            </a:custGeom>
            <a:noFill/>
            <a:ln w="20003">
              <a:solidFill>
                <a:srgbClr val="778B99"/>
              </a:solidFill>
            </a:ln>
          </p:spPr>
        </p:sp>
        <p:sp>
          <p:nvSpPr>
            <p:cNvPr id="438" name="Input_receptor__437">
              <a:extLst>
                <a:ext uri="{FF2B5EF4-FFF2-40B4-BE49-F238E27FC236}">
                  <a16:creationId xmlns:a16="http://schemas.microsoft.com/office/drawing/2014/main" id="{46DCE8D2-5956-2E70-AB6C-30CC8676A2AF}"/>
                </a:ext>
              </a:extLst>
            </p:cNvPr>
            <p:cNvSpPr>
              <a:spLocks noGrp="1"/>
            </p:cNvSpPr>
            <p:nvPr/>
          </p:nvSpPr>
          <p:spPr>
            <a:xfrm>
              <a:off x="1763968" y="4973732"/>
              <a:ext cx="30538" cy="36595"/>
            </a:xfrm>
            <a:custGeom>
              <a:avLst/>
              <a:gdLst/>
              <a:ahLst/>
              <a:cxnLst/>
              <a:rect l="0" t="0" r="0" b="0"/>
              <a:pathLst>
                <a:path w="30538" h="36595">
                  <a:moveTo>
                    <a:pt x="0" y="36595"/>
                  </a:moveTo>
                  <a:lnTo>
                    <a:pt x="30538" y="0"/>
                  </a:lnTo>
                </a:path>
              </a:pathLst>
            </a:custGeom>
            <a:noFill/>
            <a:ln w="20003">
              <a:solidFill>
                <a:srgbClr val="778B99"/>
              </a:solidFill>
            </a:ln>
          </p:spPr>
        </p:sp>
        <p:sp>
          <p:nvSpPr>
            <p:cNvPr id="439" name="Input_receptor__438">
              <a:extLst>
                <a:ext uri="{FF2B5EF4-FFF2-40B4-BE49-F238E27FC236}">
                  <a16:creationId xmlns:a16="http://schemas.microsoft.com/office/drawing/2014/main" id="{35513BC5-FDBD-1D7C-2E34-B31D662C2541}"/>
                </a:ext>
              </a:extLst>
            </p:cNvPr>
            <p:cNvSpPr>
              <a:spLocks noGrp="1"/>
            </p:cNvSpPr>
            <p:nvPr/>
          </p:nvSpPr>
          <p:spPr>
            <a:xfrm>
              <a:off x="1227911" y="5483047"/>
              <a:ext cx="5723" cy="15329"/>
            </a:xfrm>
            <a:custGeom>
              <a:avLst/>
              <a:gdLst/>
              <a:ahLst/>
              <a:cxnLst/>
              <a:rect l="0" t="0" r="0" b="0"/>
              <a:pathLst>
                <a:path w="5723" h="15329">
                  <a:moveTo>
                    <a:pt x="5723" y="0"/>
                  </a:moveTo>
                  <a:lnTo>
                    <a:pt x="0" y="15329"/>
                  </a:lnTo>
                </a:path>
              </a:pathLst>
            </a:custGeom>
            <a:noFill/>
            <a:ln w="20003">
              <a:solidFill>
                <a:srgbClr val="778B99"/>
              </a:solidFill>
            </a:ln>
          </p:spPr>
        </p:sp>
        <p:sp>
          <p:nvSpPr>
            <p:cNvPr id="440" name="Input_receptor__439">
              <a:extLst>
                <a:ext uri="{FF2B5EF4-FFF2-40B4-BE49-F238E27FC236}">
                  <a16:creationId xmlns:a16="http://schemas.microsoft.com/office/drawing/2014/main" id="{2FEF3259-32DB-9753-4C15-86CC391923D4}"/>
                </a:ext>
              </a:extLst>
            </p:cNvPr>
            <p:cNvSpPr>
              <a:spLocks noGrp="1"/>
            </p:cNvSpPr>
            <p:nvPr/>
          </p:nvSpPr>
          <p:spPr>
            <a:xfrm>
              <a:off x="1321311" y="5196417"/>
              <a:ext cx="28388" cy="18884"/>
            </a:xfrm>
            <a:custGeom>
              <a:avLst/>
              <a:gdLst/>
              <a:ahLst/>
              <a:cxnLst/>
              <a:rect l="0" t="0" r="0" b="0"/>
              <a:pathLst>
                <a:path w="28388" h="18884">
                  <a:moveTo>
                    <a:pt x="0" y="18884"/>
                  </a:moveTo>
                  <a:lnTo>
                    <a:pt x="28388" y="0"/>
                  </a:lnTo>
                </a:path>
              </a:pathLst>
            </a:custGeom>
            <a:noFill/>
            <a:ln w="20003">
              <a:solidFill>
                <a:srgbClr val="778B99"/>
              </a:solidFill>
            </a:ln>
          </p:spPr>
        </p:sp>
        <p:sp>
          <p:nvSpPr>
            <p:cNvPr id="441" name="Input_receptor__440">
              <a:extLst>
                <a:ext uri="{FF2B5EF4-FFF2-40B4-BE49-F238E27FC236}">
                  <a16:creationId xmlns:a16="http://schemas.microsoft.com/office/drawing/2014/main" id="{08CE5BD4-63DD-CB54-0994-EC58431A4C28}"/>
                </a:ext>
              </a:extLst>
            </p:cNvPr>
            <p:cNvSpPr>
              <a:spLocks noGrp="1"/>
            </p:cNvSpPr>
            <p:nvPr/>
          </p:nvSpPr>
          <p:spPr>
            <a:xfrm>
              <a:off x="1759099" y="5211070"/>
              <a:ext cx="47988" cy="5575"/>
            </a:xfrm>
            <a:custGeom>
              <a:avLst/>
              <a:gdLst/>
              <a:ahLst/>
              <a:cxnLst/>
              <a:rect l="0" t="0" r="0" b="0"/>
              <a:pathLst>
                <a:path w="47988" h="5575">
                  <a:moveTo>
                    <a:pt x="0" y="5575"/>
                  </a:moveTo>
                  <a:lnTo>
                    <a:pt x="47988" y="0"/>
                  </a:lnTo>
                </a:path>
              </a:pathLst>
            </a:custGeom>
            <a:noFill/>
            <a:ln w="20003">
              <a:solidFill>
                <a:srgbClr val="778B99"/>
              </a:solidFill>
            </a:ln>
          </p:spPr>
        </p:sp>
        <p:sp>
          <p:nvSpPr>
            <p:cNvPr id="442" name="Input_receptor__441">
              <a:extLst>
                <a:ext uri="{FF2B5EF4-FFF2-40B4-BE49-F238E27FC236}">
                  <a16:creationId xmlns:a16="http://schemas.microsoft.com/office/drawing/2014/main" id="{22BFB092-308F-0A1C-404F-A0CE2A9F3BB7}"/>
                </a:ext>
              </a:extLst>
            </p:cNvPr>
            <p:cNvSpPr>
              <a:spLocks noGrp="1"/>
            </p:cNvSpPr>
            <p:nvPr/>
          </p:nvSpPr>
          <p:spPr>
            <a:xfrm>
              <a:off x="1294005" y="5151256"/>
              <a:ext cx="47154" cy="9756"/>
            </a:xfrm>
            <a:custGeom>
              <a:avLst/>
              <a:gdLst/>
              <a:ahLst/>
              <a:cxnLst/>
              <a:rect l="0" t="0" r="0" b="0"/>
              <a:pathLst>
                <a:path w="47154" h="9756">
                  <a:moveTo>
                    <a:pt x="47154" y="0"/>
                  </a:moveTo>
                  <a:lnTo>
                    <a:pt x="0" y="9756"/>
                  </a:lnTo>
                </a:path>
              </a:pathLst>
            </a:custGeom>
            <a:noFill/>
            <a:ln w="20003">
              <a:solidFill>
                <a:srgbClr val="778B99"/>
              </a:solidFill>
            </a:ln>
          </p:spPr>
        </p:sp>
        <p:sp>
          <p:nvSpPr>
            <p:cNvPr id="443" name="Input_receptor__442">
              <a:extLst>
                <a:ext uri="{FF2B5EF4-FFF2-40B4-BE49-F238E27FC236}">
                  <a16:creationId xmlns:a16="http://schemas.microsoft.com/office/drawing/2014/main" id="{9F573266-F722-AC8D-B14E-BA54F79BD834}"/>
                </a:ext>
              </a:extLst>
            </p:cNvPr>
            <p:cNvSpPr>
              <a:spLocks noGrp="1"/>
            </p:cNvSpPr>
            <p:nvPr/>
          </p:nvSpPr>
          <p:spPr>
            <a:xfrm>
              <a:off x="1721340" y="4863309"/>
              <a:ext cx="35243" cy="30007"/>
            </a:xfrm>
            <a:custGeom>
              <a:avLst/>
              <a:gdLst/>
              <a:ahLst/>
              <a:cxnLst/>
              <a:rect l="0" t="0" r="0" b="0"/>
              <a:pathLst>
                <a:path w="35243" h="30007">
                  <a:moveTo>
                    <a:pt x="35243" y="30007"/>
                  </a:moveTo>
                  <a:lnTo>
                    <a:pt x="0" y="0"/>
                  </a:lnTo>
                </a:path>
              </a:pathLst>
            </a:custGeom>
            <a:noFill/>
            <a:ln w="8096">
              <a:solidFill>
                <a:srgbClr val="778B99"/>
              </a:solidFill>
            </a:ln>
          </p:spPr>
        </p:sp>
        <p:sp>
          <p:nvSpPr>
            <p:cNvPr id="444" name="Input_receptor__443">
              <a:extLst>
                <a:ext uri="{FF2B5EF4-FFF2-40B4-BE49-F238E27FC236}">
                  <a16:creationId xmlns:a16="http://schemas.microsoft.com/office/drawing/2014/main" id="{1DE18359-13E6-80D2-98EC-3410437C8ECD}"/>
                </a:ext>
              </a:extLst>
            </p:cNvPr>
            <p:cNvSpPr>
              <a:spLocks noGrp="1"/>
            </p:cNvSpPr>
            <p:nvPr/>
          </p:nvSpPr>
          <p:spPr>
            <a:xfrm>
              <a:off x="1434370" y="4658347"/>
              <a:ext cx="34276" cy="33004"/>
            </a:xfrm>
            <a:custGeom>
              <a:avLst/>
              <a:gdLst/>
              <a:ahLst/>
              <a:cxnLst/>
              <a:rect l="0" t="0" r="0" b="0"/>
              <a:pathLst>
                <a:path w="34276" h="33004">
                  <a:moveTo>
                    <a:pt x="0" y="33004"/>
                  </a:moveTo>
                  <a:lnTo>
                    <a:pt x="34276" y="0"/>
                  </a:lnTo>
                </a:path>
              </a:pathLst>
            </a:custGeom>
            <a:noFill/>
            <a:ln w="8096">
              <a:solidFill>
                <a:srgbClr val="778B99"/>
              </a:solidFill>
            </a:ln>
          </p:spPr>
        </p:sp>
        <p:sp>
          <p:nvSpPr>
            <p:cNvPr id="445" name="Input_receptor__444">
              <a:extLst>
                <a:ext uri="{FF2B5EF4-FFF2-40B4-BE49-F238E27FC236}">
                  <a16:creationId xmlns:a16="http://schemas.microsoft.com/office/drawing/2014/main" id="{B5CAE3AF-582B-6D49-1B9D-8C048DDAA6B7}"/>
                </a:ext>
              </a:extLst>
            </p:cNvPr>
            <p:cNvSpPr>
              <a:spLocks noGrp="1"/>
            </p:cNvSpPr>
            <p:nvPr/>
          </p:nvSpPr>
          <p:spPr>
            <a:xfrm>
              <a:off x="1106686" y="5093642"/>
              <a:ext cx="29182" cy="25318"/>
            </a:xfrm>
            <a:custGeom>
              <a:avLst/>
              <a:gdLst/>
              <a:ahLst/>
              <a:cxnLst/>
              <a:rect l="0" t="0" r="0" b="0"/>
              <a:pathLst>
                <a:path w="29182" h="25318">
                  <a:moveTo>
                    <a:pt x="29182" y="25318"/>
                  </a:moveTo>
                  <a:lnTo>
                    <a:pt x="0" y="0"/>
                  </a:lnTo>
                </a:path>
              </a:pathLst>
            </a:custGeom>
            <a:noFill/>
            <a:ln w="20003">
              <a:solidFill>
                <a:srgbClr val="788C99"/>
              </a:solidFill>
            </a:ln>
          </p:spPr>
        </p:sp>
        <p:sp>
          <p:nvSpPr>
            <p:cNvPr id="446" name="Input_receptor__445">
              <a:extLst>
                <a:ext uri="{FF2B5EF4-FFF2-40B4-BE49-F238E27FC236}">
                  <a16:creationId xmlns:a16="http://schemas.microsoft.com/office/drawing/2014/main" id="{0E46638D-3320-D0FC-6CF6-95B018422A1A}"/>
                </a:ext>
              </a:extLst>
            </p:cNvPr>
            <p:cNvSpPr>
              <a:spLocks noGrp="1"/>
            </p:cNvSpPr>
            <p:nvPr/>
          </p:nvSpPr>
          <p:spPr>
            <a:xfrm>
              <a:off x="1148875" y="5381821"/>
              <a:ext cx="45801" cy="13954"/>
            </a:xfrm>
            <a:custGeom>
              <a:avLst/>
              <a:gdLst/>
              <a:ahLst/>
              <a:cxnLst/>
              <a:rect l="0" t="0" r="0" b="0"/>
              <a:pathLst>
                <a:path w="45801" h="13954">
                  <a:moveTo>
                    <a:pt x="0" y="13954"/>
                  </a:moveTo>
                  <a:lnTo>
                    <a:pt x="45801" y="0"/>
                  </a:lnTo>
                </a:path>
              </a:pathLst>
            </a:custGeom>
            <a:noFill/>
            <a:ln w="20003">
              <a:solidFill>
                <a:srgbClr val="788C99"/>
              </a:solidFill>
            </a:ln>
          </p:spPr>
        </p:sp>
        <p:sp>
          <p:nvSpPr>
            <p:cNvPr id="447" name="Input_receptor__446">
              <a:extLst>
                <a:ext uri="{FF2B5EF4-FFF2-40B4-BE49-F238E27FC236}">
                  <a16:creationId xmlns:a16="http://schemas.microsoft.com/office/drawing/2014/main" id="{94B452FD-E6EA-A560-4CE7-1708160B5DFF}"/>
                </a:ext>
              </a:extLst>
            </p:cNvPr>
            <p:cNvSpPr>
              <a:spLocks noGrp="1"/>
            </p:cNvSpPr>
            <p:nvPr/>
          </p:nvSpPr>
          <p:spPr>
            <a:xfrm>
              <a:off x="1498019" y="5409881"/>
              <a:ext cx="24303" cy="28072"/>
            </a:xfrm>
            <a:custGeom>
              <a:avLst/>
              <a:gdLst/>
              <a:ahLst/>
              <a:cxnLst/>
              <a:rect l="0" t="0" r="0" b="0"/>
              <a:pathLst>
                <a:path w="24303" h="28072">
                  <a:moveTo>
                    <a:pt x="0" y="0"/>
                  </a:moveTo>
                  <a:lnTo>
                    <a:pt x="24303" y="28072"/>
                  </a:lnTo>
                </a:path>
              </a:pathLst>
            </a:custGeom>
            <a:noFill/>
            <a:ln w="8096">
              <a:solidFill>
                <a:srgbClr val="788C99"/>
              </a:solidFill>
            </a:ln>
          </p:spPr>
        </p:sp>
        <p:sp>
          <p:nvSpPr>
            <p:cNvPr id="448" name="Input_receptor__447">
              <a:extLst>
                <a:ext uri="{FF2B5EF4-FFF2-40B4-BE49-F238E27FC236}">
                  <a16:creationId xmlns:a16="http://schemas.microsoft.com/office/drawing/2014/main" id="{6F48D6A2-0278-D3B2-AAAA-E241428E990A}"/>
                </a:ext>
              </a:extLst>
            </p:cNvPr>
            <p:cNvSpPr>
              <a:spLocks noGrp="1"/>
            </p:cNvSpPr>
            <p:nvPr/>
          </p:nvSpPr>
          <p:spPr>
            <a:xfrm>
              <a:off x="1785667" y="5253284"/>
              <a:ext cx="33707" cy="23425"/>
            </a:xfrm>
            <a:custGeom>
              <a:avLst/>
              <a:gdLst/>
              <a:ahLst/>
              <a:cxnLst/>
              <a:rect l="0" t="0" r="0" b="0"/>
              <a:pathLst>
                <a:path w="33707" h="23425">
                  <a:moveTo>
                    <a:pt x="33707" y="0"/>
                  </a:moveTo>
                  <a:lnTo>
                    <a:pt x="0" y="23425"/>
                  </a:lnTo>
                </a:path>
              </a:pathLst>
            </a:custGeom>
            <a:noFill/>
            <a:ln w="20003">
              <a:solidFill>
                <a:srgbClr val="788C99"/>
              </a:solidFill>
            </a:ln>
          </p:spPr>
        </p:sp>
        <p:sp>
          <p:nvSpPr>
            <p:cNvPr id="449" name="Input_receptor__448">
              <a:extLst>
                <a:ext uri="{FF2B5EF4-FFF2-40B4-BE49-F238E27FC236}">
                  <a16:creationId xmlns:a16="http://schemas.microsoft.com/office/drawing/2014/main" id="{99AA678C-B991-3E43-C99A-36539EDD32CA}"/>
                </a:ext>
              </a:extLst>
            </p:cNvPr>
            <p:cNvSpPr>
              <a:spLocks noGrp="1"/>
            </p:cNvSpPr>
            <p:nvPr/>
          </p:nvSpPr>
          <p:spPr>
            <a:xfrm>
              <a:off x="1576904" y="5358287"/>
              <a:ext cx="14384" cy="45013"/>
            </a:xfrm>
            <a:custGeom>
              <a:avLst/>
              <a:gdLst/>
              <a:ahLst/>
              <a:cxnLst/>
              <a:rect l="0" t="0" r="0" b="0"/>
              <a:pathLst>
                <a:path w="14384" h="45013">
                  <a:moveTo>
                    <a:pt x="14384" y="45013"/>
                  </a:moveTo>
                  <a:lnTo>
                    <a:pt x="0" y="0"/>
                  </a:lnTo>
                </a:path>
              </a:pathLst>
            </a:custGeom>
            <a:noFill/>
            <a:ln w="8096">
              <a:solidFill>
                <a:srgbClr val="788C99"/>
              </a:solidFill>
            </a:ln>
          </p:spPr>
        </p:sp>
        <p:sp>
          <p:nvSpPr>
            <p:cNvPr id="450" name="Input_receptor__449">
              <a:extLst>
                <a:ext uri="{FF2B5EF4-FFF2-40B4-BE49-F238E27FC236}">
                  <a16:creationId xmlns:a16="http://schemas.microsoft.com/office/drawing/2014/main" id="{477A4BDC-198C-F5DB-1E5E-A808B57E7074}"/>
                </a:ext>
              </a:extLst>
            </p:cNvPr>
            <p:cNvSpPr>
              <a:spLocks noGrp="1"/>
            </p:cNvSpPr>
            <p:nvPr/>
          </p:nvSpPr>
          <p:spPr>
            <a:xfrm>
              <a:off x="1254787" y="5267668"/>
              <a:ext cx="3189" cy="46417"/>
            </a:xfrm>
            <a:custGeom>
              <a:avLst/>
              <a:gdLst/>
              <a:ahLst/>
              <a:cxnLst/>
              <a:rect l="0" t="0" r="0" b="0"/>
              <a:pathLst>
                <a:path w="3189" h="46417">
                  <a:moveTo>
                    <a:pt x="0" y="0"/>
                  </a:moveTo>
                  <a:lnTo>
                    <a:pt x="3189" y="46417"/>
                  </a:lnTo>
                </a:path>
              </a:pathLst>
            </a:custGeom>
            <a:noFill/>
            <a:ln w="20003">
              <a:solidFill>
                <a:srgbClr val="788C99"/>
              </a:solidFill>
            </a:ln>
          </p:spPr>
        </p:sp>
        <p:sp>
          <p:nvSpPr>
            <p:cNvPr id="451" name="Input_receptor__450">
              <a:extLst>
                <a:ext uri="{FF2B5EF4-FFF2-40B4-BE49-F238E27FC236}">
                  <a16:creationId xmlns:a16="http://schemas.microsoft.com/office/drawing/2014/main" id="{B5193F63-7317-F3C6-3851-2E3AE1F7FE68}"/>
                </a:ext>
              </a:extLst>
            </p:cNvPr>
            <p:cNvSpPr>
              <a:spLocks noGrp="1"/>
            </p:cNvSpPr>
            <p:nvPr/>
          </p:nvSpPr>
          <p:spPr>
            <a:xfrm>
              <a:off x="1201490" y="5094127"/>
              <a:ext cx="18652" cy="2430"/>
            </a:xfrm>
            <a:custGeom>
              <a:avLst/>
              <a:gdLst/>
              <a:ahLst/>
              <a:cxnLst/>
              <a:rect l="0" t="0" r="0" b="0"/>
              <a:pathLst>
                <a:path w="18652" h="2430">
                  <a:moveTo>
                    <a:pt x="18652" y="2430"/>
                  </a:moveTo>
                  <a:lnTo>
                    <a:pt x="0" y="0"/>
                  </a:lnTo>
                </a:path>
              </a:pathLst>
            </a:custGeom>
            <a:noFill/>
            <a:ln w="20003">
              <a:solidFill>
                <a:srgbClr val="788C99"/>
              </a:solidFill>
            </a:ln>
          </p:spPr>
        </p:sp>
        <p:sp>
          <p:nvSpPr>
            <p:cNvPr id="452" name="Input_receptor__451">
              <a:extLst>
                <a:ext uri="{FF2B5EF4-FFF2-40B4-BE49-F238E27FC236}">
                  <a16:creationId xmlns:a16="http://schemas.microsoft.com/office/drawing/2014/main" id="{80FA2486-84D5-D7A1-4061-77BA68689A78}"/>
                </a:ext>
              </a:extLst>
            </p:cNvPr>
            <p:cNvSpPr>
              <a:spLocks noGrp="1"/>
            </p:cNvSpPr>
            <p:nvPr/>
          </p:nvSpPr>
          <p:spPr>
            <a:xfrm>
              <a:off x="1807087" y="5211070"/>
              <a:ext cx="12287" cy="42214"/>
            </a:xfrm>
            <a:custGeom>
              <a:avLst/>
              <a:gdLst/>
              <a:ahLst/>
              <a:cxnLst/>
              <a:rect l="0" t="0" r="0" b="0"/>
              <a:pathLst>
                <a:path w="12287" h="42214">
                  <a:moveTo>
                    <a:pt x="0" y="0"/>
                  </a:moveTo>
                  <a:lnTo>
                    <a:pt x="12287" y="42214"/>
                  </a:lnTo>
                </a:path>
              </a:pathLst>
            </a:custGeom>
            <a:noFill/>
            <a:ln w="20003">
              <a:solidFill>
                <a:srgbClr val="788C99"/>
              </a:solidFill>
            </a:ln>
          </p:spPr>
        </p:sp>
        <p:sp>
          <p:nvSpPr>
            <p:cNvPr id="453" name="Input_receptor__452">
              <a:extLst>
                <a:ext uri="{FF2B5EF4-FFF2-40B4-BE49-F238E27FC236}">
                  <a16:creationId xmlns:a16="http://schemas.microsoft.com/office/drawing/2014/main" id="{0C9BE23C-B93E-2C6F-1440-38BC101CC659}"/>
                </a:ext>
              </a:extLst>
            </p:cNvPr>
            <p:cNvSpPr>
              <a:spLocks noGrp="1"/>
            </p:cNvSpPr>
            <p:nvPr/>
          </p:nvSpPr>
          <p:spPr>
            <a:xfrm>
              <a:off x="1076970" y="5083666"/>
              <a:ext cx="29716" cy="9976"/>
            </a:xfrm>
            <a:custGeom>
              <a:avLst/>
              <a:gdLst/>
              <a:ahLst/>
              <a:cxnLst/>
              <a:rect l="0" t="0" r="0" b="0"/>
              <a:pathLst>
                <a:path w="29716" h="9976">
                  <a:moveTo>
                    <a:pt x="29716" y="9976"/>
                  </a:moveTo>
                  <a:lnTo>
                    <a:pt x="0" y="0"/>
                  </a:lnTo>
                </a:path>
              </a:pathLst>
            </a:custGeom>
            <a:noFill/>
            <a:ln w="20003">
              <a:solidFill>
                <a:srgbClr val="788C99"/>
              </a:solidFill>
            </a:ln>
          </p:spPr>
        </p:sp>
        <p:sp>
          <p:nvSpPr>
            <p:cNvPr id="454" name="Input_receptor__453">
              <a:extLst>
                <a:ext uri="{FF2B5EF4-FFF2-40B4-BE49-F238E27FC236}">
                  <a16:creationId xmlns:a16="http://schemas.microsoft.com/office/drawing/2014/main" id="{36C19F53-8824-967B-6A88-B811709CB3B7}"/>
                </a:ext>
              </a:extLst>
            </p:cNvPr>
            <p:cNvSpPr>
              <a:spLocks noGrp="1"/>
            </p:cNvSpPr>
            <p:nvPr/>
          </p:nvSpPr>
          <p:spPr>
            <a:xfrm>
              <a:off x="1086904" y="5153954"/>
              <a:ext cx="17961" cy="5168"/>
            </a:xfrm>
            <a:custGeom>
              <a:avLst/>
              <a:gdLst/>
              <a:ahLst/>
              <a:cxnLst/>
              <a:rect l="0" t="0" r="0" b="0"/>
              <a:pathLst>
                <a:path w="17961" h="5168">
                  <a:moveTo>
                    <a:pt x="0" y="5168"/>
                  </a:moveTo>
                  <a:lnTo>
                    <a:pt x="17961" y="0"/>
                  </a:lnTo>
                </a:path>
              </a:pathLst>
            </a:custGeom>
            <a:noFill/>
            <a:ln w="20003">
              <a:solidFill>
                <a:srgbClr val="788C99"/>
              </a:solidFill>
            </a:ln>
          </p:spPr>
        </p:sp>
        <p:sp>
          <p:nvSpPr>
            <p:cNvPr id="455" name="Input_receptor__454">
              <a:extLst>
                <a:ext uri="{FF2B5EF4-FFF2-40B4-BE49-F238E27FC236}">
                  <a16:creationId xmlns:a16="http://schemas.microsoft.com/office/drawing/2014/main" id="{3FA4DD4D-D5C1-7934-8E46-7AE209E13ECA}"/>
                </a:ext>
              </a:extLst>
            </p:cNvPr>
            <p:cNvSpPr>
              <a:spLocks noGrp="1"/>
            </p:cNvSpPr>
            <p:nvPr/>
          </p:nvSpPr>
          <p:spPr>
            <a:xfrm>
              <a:off x="1697526" y="5099165"/>
              <a:ext cx="22349" cy="14222"/>
            </a:xfrm>
            <a:custGeom>
              <a:avLst/>
              <a:gdLst/>
              <a:ahLst/>
              <a:cxnLst/>
              <a:rect l="0" t="0" r="0" b="0"/>
              <a:pathLst>
                <a:path w="22349" h="14222">
                  <a:moveTo>
                    <a:pt x="0" y="0"/>
                  </a:moveTo>
                  <a:lnTo>
                    <a:pt x="22349" y="14222"/>
                  </a:lnTo>
                </a:path>
              </a:pathLst>
            </a:custGeom>
            <a:noFill/>
            <a:ln w="20003">
              <a:solidFill>
                <a:srgbClr val="788C99"/>
              </a:solidFill>
            </a:ln>
          </p:spPr>
        </p:sp>
        <p:sp>
          <p:nvSpPr>
            <p:cNvPr id="456" name="Input_receptor__455">
              <a:extLst>
                <a:ext uri="{FF2B5EF4-FFF2-40B4-BE49-F238E27FC236}">
                  <a16:creationId xmlns:a16="http://schemas.microsoft.com/office/drawing/2014/main" id="{5AE51A25-EB64-65AA-8539-AB2EE4B69BDC}"/>
                </a:ext>
              </a:extLst>
            </p:cNvPr>
            <p:cNvSpPr>
              <a:spLocks noGrp="1"/>
            </p:cNvSpPr>
            <p:nvPr/>
          </p:nvSpPr>
          <p:spPr>
            <a:xfrm>
              <a:off x="1341159" y="5151256"/>
              <a:ext cx="8540" cy="45161"/>
            </a:xfrm>
            <a:custGeom>
              <a:avLst/>
              <a:gdLst/>
              <a:ahLst/>
              <a:cxnLst/>
              <a:rect l="0" t="0" r="0" b="0"/>
              <a:pathLst>
                <a:path w="8540" h="45161">
                  <a:moveTo>
                    <a:pt x="8540" y="45161"/>
                  </a:moveTo>
                  <a:lnTo>
                    <a:pt x="0" y="0"/>
                  </a:lnTo>
                </a:path>
              </a:pathLst>
            </a:custGeom>
            <a:noFill/>
            <a:ln w="20003">
              <a:solidFill>
                <a:srgbClr val="788C99"/>
              </a:solidFill>
            </a:ln>
          </p:spPr>
        </p:sp>
        <p:sp>
          <p:nvSpPr>
            <p:cNvPr id="457" name="Input_receptor__456">
              <a:extLst>
                <a:ext uri="{FF2B5EF4-FFF2-40B4-BE49-F238E27FC236}">
                  <a16:creationId xmlns:a16="http://schemas.microsoft.com/office/drawing/2014/main" id="{F6E3EABE-7FB3-1545-DC9E-699DAB31CAC6}"/>
                </a:ext>
              </a:extLst>
            </p:cNvPr>
            <p:cNvSpPr>
              <a:spLocks noGrp="1"/>
            </p:cNvSpPr>
            <p:nvPr/>
          </p:nvSpPr>
          <p:spPr>
            <a:xfrm>
              <a:off x="1640849" y="5199226"/>
              <a:ext cx="36560" cy="23361"/>
            </a:xfrm>
            <a:custGeom>
              <a:avLst/>
              <a:gdLst/>
              <a:ahLst/>
              <a:cxnLst/>
              <a:rect l="0" t="0" r="0" b="0"/>
              <a:pathLst>
                <a:path w="36560" h="23361">
                  <a:moveTo>
                    <a:pt x="0" y="0"/>
                  </a:moveTo>
                  <a:lnTo>
                    <a:pt x="36560" y="23361"/>
                  </a:lnTo>
                </a:path>
              </a:pathLst>
            </a:custGeom>
            <a:noFill/>
            <a:ln w="20003">
              <a:solidFill>
                <a:srgbClr val="788C9A"/>
              </a:solidFill>
            </a:ln>
          </p:spPr>
        </p:sp>
        <p:sp>
          <p:nvSpPr>
            <p:cNvPr id="458" name="Input_receptor__457">
              <a:extLst>
                <a:ext uri="{FF2B5EF4-FFF2-40B4-BE49-F238E27FC236}">
                  <a16:creationId xmlns:a16="http://schemas.microsoft.com/office/drawing/2014/main" id="{4D45680B-258B-B263-F157-C17B7B00B8AB}"/>
                </a:ext>
              </a:extLst>
            </p:cNvPr>
            <p:cNvSpPr>
              <a:spLocks noGrp="1"/>
            </p:cNvSpPr>
            <p:nvPr/>
          </p:nvSpPr>
          <p:spPr>
            <a:xfrm>
              <a:off x="1689969" y="4863309"/>
              <a:ext cx="31371" cy="12671"/>
            </a:xfrm>
            <a:custGeom>
              <a:avLst/>
              <a:gdLst/>
              <a:ahLst/>
              <a:cxnLst/>
              <a:rect l="0" t="0" r="0" b="0"/>
              <a:pathLst>
                <a:path w="31371" h="12671">
                  <a:moveTo>
                    <a:pt x="31371" y="0"/>
                  </a:moveTo>
                  <a:lnTo>
                    <a:pt x="0" y="12671"/>
                  </a:lnTo>
                </a:path>
              </a:pathLst>
            </a:custGeom>
            <a:noFill/>
            <a:ln w="8096">
              <a:solidFill>
                <a:srgbClr val="788C9A"/>
              </a:solidFill>
            </a:ln>
          </p:spPr>
        </p:sp>
        <p:sp>
          <p:nvSpPr>
            <p:cNvPr id="459" name="Input_receptor__458">
              <a:extLst>
                <a:ext uri="{FF2B5EF4-FFF2-40B4-BE49-F238E27FC236}">
                  <a16:creationId xmlns:a16="http://schemas.microsoft.com/office/drawing/2014/main" id="{64012CFD-4069-F6E1-79A7-E79365D11505}"/>
                </a:ext>
              </a:extLst>
            </p:cNvPr>
            <p:cNvSpPr>
              <a:spLocks noGrp="1"/>
            </p:cNvSpPr>
            <p:nvPr/>
          </p:nvSpPr>
          <p:spPr>
            <a:xfrm>
              <a:off x="1330773" y="5408417"/>
              <a:ext cx="27040" cy="33989"/>
            </a:xfrm>
            <a:custGeom>
              <a:avLst/>
              <a:gdLst/>
              <a:ahLst/>
              <a:cxnLst/>
              <a:rect l="0" t="0" r="0" b="0"/>
              <a:pathLst>
                <a:path w="27040" h="33989">
                  <a:moveTo>
                    <a:pt x="0" y="33989"/>
                  </a:moveTo>
                  <a:lnTo>
                    <a:pt x="27040" y="0"/>
                  </a:lnTo>
                </a:path>
              </a:pathLst>
            </a:custGeom>
            <a:noFill/>
            <a:ln w="20003">
              <a:solidFill>
                <a:srgbClr val="788C9A"/>
              </a:solidFill>
            </a:ln>
          </p:spPr>
        </p:sp>
        <p:sp>
          <p:nvSpPr>
            <p:cNvPr id="460" name="Input_receptor__459">
              <a:extLst>
                <a:ext uri="{FF2B5EF4-FFF2-40B4-BE49-F238E27FC236}">
                  <a16:creationId xmlns:a16="http://schemas.microsoft.com/office/drawing/2014/main" id="{78208A53-EBD7-B956-05C0-F9990D4D54A0}"/>
                </a:ext>
              </a:extLst>
            </p:cNvPr>
            <p:cNvSpPr>
              <a:spLocks noGrp="1"/>
            </p:cNvSpPr>
            <p:nvPr/>
          </p:nvSpPr>
          <p:spPr>
            <a:xfrm>
              <a:off x="1737939" y="5050434"/>
              <a:ext cx="23192" cy="40966"/>
            </a:xfrm>
            <a:custGeom>
              <a:avLst/>
              <a:gdLst/>
              <a:ahLst/>
              <a:cxnLst/>
              <a:rect l="0" t="0" r="0" b="0"/>
              <a:pathLst>
                <a:path w="23192" h="40966">
                  <a:moveTo>
                    <a:pt x="23192" y="40966"/>
                  </a:moveTo>
                  <a:lnTo>
                    <a:pt x="0" y="0"/>
                  </a:lnTo>
                </a:path>
              </a:pathLst>
            </a:custGeom>
            <a:noFill/>
            <a:ln w="20003">
              <a:solidFill>
                <a:srgbClr val="788C9A"/>
              </a:solidFill>
            </a:ln>
          </p:spPr>
        </p:sp>
        <p:sp>
          <p:nvSpPr>
            <p:cNvPr id="461" name="Input_receptor__460">
              <a:extLst>
                <a:ext uri="{FF2B5EF4-FFF2-40B4-BE49-F238E27FC236}">
                  <a16:creationId xmlns:a16="http://schemas.microsoft.com/office/drawing/2014/main" id="{B7A32720-685D-EBC3-C49D-C30A373D634A}"/>
                </a:ext>
              </a:extLst>
            </p:cNvPr>
            <p:cNvSpPr>
              <a:spLocks noGrp="1"/>
            </p:cNvSpPr>
            <p:nvPr/>
          </p:nvSpPr>
          <p:spPr>
            <a:xfrm>
              <a:off x="1357813" y="5408417"/>
              <a:ext cx="38116" cy="15245"/>
            </a:xfrm>
            <a:custGeom>
              <a:avLst/>
              <a:gdLst/>
              <a:ahLst/>
              <a:cxnLst/>
              <a:rect l="0" t="0" r="0" b="0"/>
              <a:pathLst>
                <a:path w="38116" h="15245">
                  <a:moveTo>
                    <a:pt x="0" y="0"/>
                  </a:moveTo>
                  <a:lnTo>
                    <a:pt x="38116" y="15245"/>
                  </a:lnTo>
                </a:path>
              </a:pathLst>
            </a:custGeom>
            <a:noFill/>
            <a:ln w="20003">
              <a:solidFill>
                <a:srgbClr val="788C9A"/>
              </a:solidFill>
            </a:ln>
          </p:spPr>
        </p:sp>
        <p:sp>
          <p:nvSpPr>
            <p:cNvPr id="462" name="Input_receptor__461">
              <a:extLst>
                <a:ext uri="{FF2B5EF4-FFF2-40B4-BE49-F238E27FC236}">
                  <a16:creationId xmlns:a16="http://schemas.microsoft.com/office/drawing/2014/main" id="{5BF71E84-CFEE-92E2-F6D5-A92E2F30867E}"/>
                </a:ext>
              </a:extLst>
            </p:cNvPr>
            <p:cNvSpPr>
              <a:spLocks noGrp="1"/>
            </p:cNvSpPr>
            <p:nvPr/>
          </p:nvSpPr>
          <p:spPr>
            <a:xfrm>
              <a:off x="1253392" y="5676661"/>
              <a:ext cx="40439" cy="17213"/>
            </a:xfrm>
            <a:custGeom>
              <a:avLst/>
              <a:gdLst/>
              <a:ahLst/>
              <a:cxnLst/>
              <a:rect l="0" t="0" r="0" b="0"/>
              <a:pathLst>
                <a:path w="40439" h="17213">
                  <a:moveTo>
                    <a:pt x="40439" y="17213"/>
                  </a:moveTo>
                  <a:lnTo>
                    <a:pt x="0" y="0"/>
                  </a:lnTo>
                </a:path>
              </a:pathLst>
            </a:custGeom>
            <a:noFill/>
            <a:ln w="20003">
              <a:solidFill>
                <a:srgbClr val="788C9A"/>
              </a:solidFill>
            </a:ln>
          </p:spPr>
        </p:sp>
        <p:sp>
          <p:nvSpPr>
            <p:cNvPr id="463" name="Input_receptor__462">
              <a:extLst>
                <a:ext uri="{FF2B5EF4-FFF2-40B4-BE49-F238E27FC236}">
                  <a16:creationId xmlns:a16="http://schemas.microsoft.com/office/drawing/2014/main" id="{EB5C2766-2A94-73AD-68AF-C28D8421EB30}"/>
                </a:ext>
              </a:extLst>
            </p:cNvPr>
            <p:cNvSpPr>
              <a:spLocks noGrp="1"/>
            </p:cNvSpPr>
            <p:nvPr/>
          </p:nvSpPr>
          <p:spPr>
            <a:xfrm>
              <a:off x="1591288" y="5389804"/>
              <a:ext cx="46274" cy="13496"/>
            </a:xfrm>
            <a:custGeom>
              <a:avLst/>
              <a:gdLst/>
              <a:ahLst/>
              <a:cxnLst/>
              <a:rect l="0" t="0" r="0" b="0"/>
              <a:pathLst>
                <a:path w="46274" h="13496">
                  <a:moveTo>
                    <a:pt x="46274" y="0"/>
                  </a:moveTo>
                  <a:lnTo>
                    <a:pt x="0" y="13496"/>
                  </a:lnTo>
                </a:path>
              </a:pathLst>
            </a:custGeom>
            <a:noFill/>
            <a:ln w="8096">
              <a:solidFill>
                <a:srgbClr val="788C9A"/>
              </a:solidFill>
            </a:ln>
          </p:spPr>
        </p:sp>
        <p:sp>
          <p:nvSpPr>
            <p:cNvPr id="464" name="Input_receptor__463">
              <a:extLst>
                <a:ext uri="{FF2B5EF4-FFF2-40B4-BE49-F238E27FC236}">
                  <a16:creationId xmlns:a16="http://schemas.microsoft.com/office/drawing/2014/main" id="{BB8C2B49-9EC5-1F86-C1D2-4E0F09FC74E6}"/>
                </a:ext>
              </a:extLst>
            </p:cNvPr>
            <p:cNvSpPr>
              <a:spLocks noGrp="1"/>
            </p:cNvSpPr>
            <p:nvPr/>
          </p:nvSpPr>
          <p:spPr>
            <a:xfrm>
              <a:off x="1477239" y="5266906"/>
              <a:ext cx="25559" cy="5032"/>
            </a:xfrm>
            <a:custGeom>
              <a:avLst/>
              <a:gdLst/>
              <a:ahLst/>
              <a:cxnLst/>
              <a:rect l="0" t="0" r="0" b="0"/>
              <a:pathLst>
                <a:path w="25559" h="5032">
                  <a:moveTo>
                    <a:pt x="0" y="5032"/>
                  </a:moveTo>
                  <a:lnTo>
                    <a:pt x="25559" y="0"/>
                  </a:lnTo>
                </a:path>
              </a:pathLst>
            </a:custGeom>
            <a:noFill/>
            <a:ln w="20003">
              <a:solidFill>
                <a:srgbClr val="788C9A"/>
              </a:solidFill>
            </a:ln>
          </p:spPr>
        </p:sp>
        <p:sp>
          <p:nvSpPr>
            <p:cNvPr id="465" name="Input_receptor__464">
              <a:extLst>
                <a:ext uri="{FF2B5EF4-FFF2-40B4-BE49-F238E27FC236}">
                  <a16:creationId xmlns:a16="http://schemas.microsoft.com/office/drawing/2014/main" id="{84DD500F-4625-E483-B0BC-B62F25AB2D33}"/>
                </a:ext>
              </a:extLst>
            </p:cNvPr>
            <p:cNvSpPr>
              <a:spLocks noGrp="1"/>
            </p:cNvSpPr>
            <p:nvPr/>
          </p:nvSpPr>
          <p:spPr>
            <a:xfrm>
              <a:off x="1731848" y="4893315"/>
              <a:ext cx="24735" cy="40268"/>
            </a:xfrm>
            <a:custGeom>
              <a:avLst/>
              <a:gdLst/>
              <a:ahLst/>
              <a:cxnLst/>
              <a:rect l="0" t="0" r="0" b="0"/>
              <a:pathLst>
                <a:path w="24735" h="40268">
                  <a:moveTo>
                    <a:pt x="0" y="40268"/>
                  </a:moveTo>
                  <a:lnTo>
                    <a:pt x="24735" y="0"/>
                  </a:lnTo>
                </a:path>
              </a:pathLst>
            </a:custGeom>
            <a:noFill/>
            <a:ln w="8096">
              <a:solidFill>
                <a:srgbClr val="788C9A"/>
              </a:solidFill>
            </a:ln>
          </p:spPr>
        </p:sp>
        <p:sp>
          <p:nvSpPr>
            <p:cNvPr id="466" name="Input_receptor__465">
              <a:extLst>
                <a:ext uri="{FF2B5EF4-FFF2-40B4-BE49-F238E27FC236}">
                  <a16:creationId xmlns:a16="http://schemas.microsoft.com/office/drawing/2014/main" id="{F0F9B2EE-6E46-1439-5396-11F387BAD2E6}"/>
                </a:ext>
              </a:extLst>
            </p:cNvPr>
            <p:cNvSpPr>
              <a:spLocks noGrp="1"/>
            </p:cNvSpPr>
            <p:nvPr/>
          </p:nvSpPr>
          <p:spPr>
            <a:xfrm>
              <a:off x="1473826" y="5206151"/>
              <a:ext cx="43871" cy="17034"/>
            </a:xfrm>
            <a:custGeom>
              <a:avLst/>
              <a:gdLst/>
              <a:ahLst/>
              <a:cxnLst/>
              <a:rect l="0" t="0" r="0" b="0"/>
              <a:pathLst>
                <a:path w="43871" h="17034">
                  <a:moveTo>
                    <a:pt x="43871" y="17034"/>
                  </a:moveTo>
                  <a:lnTo>
                    <a:pt x="0" y="0"/>
                  </a:lnTo>
                </a:path>
              </a:pathLst>
            </a:custGeom>
            <a:noFill/>
            <a:ln w="20003">
              <a:solidFill>
                <a:srgbClr val="788C9A"/>
              </a:solidFill>
            </a:ln>
          </p:spPr>
        </p:sp>
        <p:sp>
          <p:nvSpPr>
            <p:cNvPr id="467" name="Input_receptor__466">
              <a:extLst>
                <a:ext uri="{FF2B5EF4-FFF2-40B4-BE49-F238E27FC236}">
                  <a16:creationId xmlns:a16="http://schemas.microsoft.com/office/drawing/2014/main" id="{6613F732-1FFE-04F2-6B4B-DBD988B70E61}"/>
                </a:ext>
              </a:extLst>
            </p:cNvPr>
            <p:cNvSpPr>
              <a:spLocks noGrp="1"/>
            </p:cNvSpPr>
            <p:nvPr/>
          </p:nvSpPr>
          <p:spPr>
            <a:xfrm>
              <a:off x="1233634" y="5440143"/>
              <a:ext cx="16102" cy="42905"/>
            </a:xfrm>
            <a:custGeom>
              <a:avLst/>
              <a:gdLst/>
              <a:ahLst/>
              <a:cxnLst/>
              <a:rect l="0" t="0" r="0" b="0"/>
              <a:pathLst>
                <a:path w="16102" h="42905">
                  <a:moveTo>
                    <a:pt x="16102" y="0"/>
                  </a:moveTo>
                  <a:lnTo>
                    <a:pt x="0" y="42905"/>
                  </a:lnTo>
                </a:path>
              </a:pathLst>
            </a:custGeom>
            <a:noFill/>
            <a:ln w="20003">
              <a:solidFill>
                <a:srgbClr val="788C9A"/>
              </a:solidFill>
            </a:ln>
          </p:spPr>
        </p:sp>
        <p:sp>
          <p:nvSpPr>
            <p:cNvPr id="468" name="Input_receptor__467">
              <a:extLst>
                <a:ext uri="{FF2B5EF4-FFF2-40B4-BE49-F238E27FC236}">
                  <a16:creationId xmlns:a16="http://schemas.microsoft.com/office/drawing/2014/main" id="{A1219B5F-DAA0-966E-16E4-A9B6B8688C4A}"/>
                </a:ext>
              </a:extLst>
            </p:cNvPr>
            <p:cNvSpPr>
              <a:spLocks noGrp="1"/>
            </p:cNvSpPr>
            <p:nvPr/>
          </p:nvSpPr>
          <p:spPr>
            <a:xfrm>
              <a:off x="1536563" y="4837483"/>
              <a:ext cx="4762" cy="40207"/>
            </a:xfrm>
            <a:custGeom>
              <a:avLst/>
              <a:gdLst/>
              <a:ahLst/>
              <a:cxnLst/>
              <a:rect l="0" t="0" r="0" b="0"/>
              <a:pathLst>
                <a:path w="4762" h="40207">
                  <a:moveTo>
                    <a:pt x="4762" y="0"/>
                  </a:moveTo>
                  <a:lnTo>
                    <a:pt x="0" y="40207"/>
                  </a:lnTo>
                </a:path>
              </a:pathLst>
            </a:custGeom>
            <a:noFill/>
            <a:ln w="8096">
              <a:solidFill>
                <a:srgbClr val="788C9A"/>
              </a:solidFill>
            </a:ln>
          </p:spPr>
        </p:sp>
        <p:sp>
          <p:nvSpPr>
            <p:cNvPr id="469" name="Input_receptor__468">
              <a:extLst>
                <a:ext uri="{FF2B5EF4-FFF2-40B4-BE49-F238E27FC236}">
                  <a16:creationId xmlns:a16="http://schemas.microsoft.com/office/drawing/2014/main" id="{C84153B5-8E6A-BE1A-D801-7CB0D854F8F1}"/>
                </a:ext>
              </a:extLst>
            </p:cNvPr>
            <p:cNvSpPr>
              <a:spLocks noGrp="1"/>
            </p:cNvSpPr>
            <p:nvPr/>
          </p:nvSpPr>
          <p:spPr>
            <a:xfrm>
              <a:off x="1444646" y="5561811"/>
              <a:ext cx="18139" cy="28803"/>
            </a:xfrm>
            <a:custGeom>
              <a:avLst/>
              <a:gdLst/>
              <a:ahLst/>
              <a:cxnLst/>
              <a:rect l="0" t="0" r="0" b="0"/>
              <a:pathLst>
                <a:path w="18139" h="28803">
                  <a:moveTo>
                    <a:pt x="0" y="28803"/>
                  </a:moveTo>
                  <a:lnTo>
                    <a:pt x="18139" y="0"/>
                  </a:lnTo>
                </a:path>
              </a:pathLst>
            </a:custGeom>
            <a:noFill/>
            <a:ln w="20003">
              <a:solidFill>
                <a:srgbClr val="788C9A"/>
              </a:solidFill>
            </a:ln>
          </p:spPr>
        </p:sp>
        <p:sp>
          <p:nvSpPr>
            <p:cNvPr id="470" name="Input_receptor__469">
              <a:extLst>
                <a:ext uri="{FF2B5EF4-FFF2-40B4-BE49-F238E27FC236}">
                  <a16:creationId xmlns:a16="http://schemas.microsoft.com/office/drawing/2014/main" id="{F88EEB64-E123-0A33-E392-F38DF27058B3}"/>
                </a:ext>
              </a:extLst>
            </p:cNvPr>
            <p:cNvSpPr>
              <a:spLocks noGrp="1"/>
            </p:cNvSpPr>
            <p:nvPr/>
          </p:nvSpPr>
          <p:spPr>
            <a:xfrm>
              <a:off x="1735657" y="4809686"/>
              <a:ext cx="38370" cy="2916"/>
            </a:xfrm>
            <a:custGeom>
              <a:avLst/>
              <a:gdLst/>
              <a:ahLst/>
              <a:cxnLst/>
              <a:rect l="0" t="0" r="0" b="0"/>
              <a:pathLst>
                <a:path w="38370" h="2916">
                  <a:moveTo>
                    <a:pt x="0" y="2916"/>
                  </a:moveTo>
                  <a:lnTo>
                    <a:pt x="38370" y="0"/>
                  </a:lnTo>
                </a:path>
              </a:pathLst>
            </a:custGeom>
            <a:noFill/>
            <a:ln w="8096">
              <a:solidFill>
                <a:srgbClr val="788C9A"/>
              </a:solidFill>
            </a:ln>
          </p:spPr>
        </p:sp>
        <p:sp>
          <p:nvSpPr>
            <p:cNvPr id="471" name="Input_receptor__470">
              <a:extLst>
                <a:ext uri="{FF2B5EF4-FFF2-40B4-BE49-F238E27FC236}">
                  <a16:creationId xmlns:a16="http://schemas.microsoft.com/office/drawing/2014/main" id="{9E35D996-A4D4-1B47-9464-12F953454649}"/>
                </a:ext>
              </a:extLst>
            </p:cNvPr>
            <p:cNvSpPr>
              <a:spLocks noGrp="1"/>
            </p:cNvSpPr>
            <p:nvPr/>
          </p:nvSpPr>
          <p:spPr>
            <a:xfrm>
              <a:off x="1468646" y="4658347"/>
              <a:ext cx="29183" cy="14334"/>
            </a:xfrm>
            <a:custGeom>
              <a:avLst/>
              <a:gdLst/>
              <a:ahLst/>
              <a:cxnLst/>
              <a:rect l="0" t="0" r="0" b="0"/>
              <a:pathLst>
                <a:path w="29183" h="14334">
                  <a:moveTo>
                    <a:pt x="0" y="0"/>
                  </a:moveTo>
                  <a:lnTo>
                    <a:pt x="29183" y="14334"/>
                  </a:lnTo>
                </a:path>
              </a:pathLst>
            </a:custGeom>
            <a:noFill/>
            <a:ln w="8096">
              <a:solidFill>
                <a:srgbClr val="788C9A"/>
              </a:solidFill>
            </a:ln>
          </p:spPr>
        </p:sp>
        <p:sp>
          <p:nvSpPr>
            <p:cNvPr id="472" name="Input_receptor__471">
              <a:extLst>
                <a:ext uri="{FF2B5EF4-FFF2-40B4-BE49-F238E27FC236}">
                  <a16:creationId xmlns:a16="http://schemas.microsoft.com/office/drawing/2014/main" id="{5A214B90-F538-9489-9CD4-5D1EC3A9A0F1}"/>
                </a:ext>
              </a:extLst>
            </p:cNvPr>
            <p:cNvSpPr>
              <a:spLocks noGrp="1"/>
            </p:cNvSpPr>
            <p:nvPr/>
          </p:nvSpPr>
          <p:spPr>
            <a:xfrm>
              <a:off x="1196585" y="5264267"/>
              <a:ext cx="10385" cy="17103"/>
            </a:xfrm>
            <a:custGeom>
              <a:avLst/>
              <a:gdLst/>
              <a:ahLst/>
              <a:cxnLst/>
              <a:rect l="0" t="0" r="0" b="0"/>
              <a:pathLst>
                <a:path w="10385" h="17103">
                  <a:moveTo>
                    <a:pt x="0" y="17103"/>
                  </a:moveTo>
                  <a:lnTo>
                    <a:pt x="10385" y="0"/>
                  </a:lnTo>
                </a:path>
              </a:pathLst>
            </a:custGeom>
            <a:noFill/>
            <a:ln w="20003">
              <a:solidFill>
                <a:srgbClr val="798C9A"/>
              </a:solidFill>
            </a:ln>
          </p:spPr>
        </p:sp>
        <p:sp>
          <p:nvSpPr>
            <p:cNvPr id="473" name="Input_receptor__472">
              <a:extLst>
                <a:ext uri="{FF2B5EF4-FFF2-40B4-BE49-F238E27FC236}">
                  <a16:creationId xmlns:a16="http://schemas.microsoft.com/office/drawing/2014/main" id="{52E906CF-B483-3436-2542-49340F68508F}"/>
                </a:ext>
              </a:extLst>
            </p:cNvPr>
            <p:cNvSpPr>
              <a:spLocks noGrp="1"/>
            </p:cNvSpPr>
            <p:nvPr/>
          </p:nvSpPr>
          <p:spPr>
            <a:xfrm>
              <a:off x="1368978" y="5311507"/>
              <a:ext cx="6627" cy="47776"/>
            </a:xfrm>
            <a:custGeom>
              <a:avLst/>
              <a:gdLst/>
              <a:ahLst/>
              <a:cxnLst/>
              <a:rect l="0" t="0" r="0" b="0"/>
              <a:pathLst>
                <a:path w="6627" h="47776">
                  <a:moveTo>
                    <a:pt x="0" y="47776"/>
                  </a:moveTo>
                  <a:lnTo>
                    <a:pt x="6627" y="0"/>
                  </a:lnTo>
                </a:path>
              </a:pathLst>
            </a:custGeom>
            <a:noFill/>
            <a:ln w="20003">
              <a:solidFill>
                <a:srgbClr val="798C9A"/>
              </a:solidFill>
            </a:ln>
          </p:spPr>
        </p:sp>
        <p:sp>
          <p:nvSpPr>
            <p:cNvPr id="474" name="Input_receptor__473">
              <a:extLst>
                <a:ext uri="{FF2B5EF4-FFF2-40B4-BE49-F238E27FC236}">
                  <a16:creationId xmlns:a16="http://schemas.microsoft.com/office/drawing/2014/main" id="{24829811-1D4A-55AB-3579-80B73118F01A}"/>
                </a:ext>
              </a:extLst>
            </p:cNvPr>
            <p:cNvSpPr>
              <a:spLocks noGrp="1"/>
            </p:cNvSpPr>
            <p:nvPr/>
          </p:nvSpPr>
          <p:spPr>
            <a:xfrm>
              <a:off x="1328992" y="5299454"/>
              <a:ext cx="46613" cy="12054"/>
            </a:xfrm>
            <a:custGeom>
              <a:avLst/>
              <a:gdLst/>
              <a:ahLst/>
              <a:cxnLst/>
              <a:rect l="0" t="0" r="0" b="0"/>
              <a:pathLst>
                <a:path w="46613" h="12054">
                  <a:moveTo>
                    <a:pt x="46613" y="12054"/>
                  </a:moveTo>
                  <a:lnTo>
                    <a:pt x="0" y="0"/>
                  </a:lnTo>
                </a:path>
              </a:pathLst>
            </a:custGeom>
            <a:noFill/>
            <a:ln w="20003">
              <a:solidFill>
                <a:srgbClr val="798C9A"/>
              </a:solidFill>
            </a:ln>
          </p:spPr>
        </p:sp>
        <p:sp>
          <p:nvSpPr>
            <p:cNvPr id="475" name="Input_receptor__474">
              <a:extLst>
                <a:ext uri="{FF2B5EF4-FFF2-40B4-BE49-F238E27FC236}">
                  <a16:creationId xmlns:a16="http://schemas.microsoft.com/office/drawing/2014/main" id="{FEF3E0FD-258D-E80F-40DE-7820CDBB7C6C}"/>
                </a:ext>
              </a:extLst>
            </p:cNvPr>
            <p:cNvSpPr>
              <a:spLocks noGrp="1"/>
            </p:cNvSpPr>
            <p:nvPr/>
          </p:nvSpPr>
          <p:spPr>
            <a:xfrm>
              <a:off x="1087881" y="4988047"/>
              <a:ext cx="27851" cy="38587"/>
            </a:xfrm>
            <a:custGeom>
              <a:avLst/>
              <a:gdLst/>
              <a:ahLst/>
              <a:cxnLst/>
              <a:rect l="0" t="0" r="0" b="0"/>
              <a:pathLst>
                <a:path w="27851" h="38587">
                  <a:moveTo>
                    <a:pt x="27851" y="38587"/>
                  </a:moveTo>
                  <a:lnTo>
                    <a:pt x="0" y="0"/>
                  </a:lnTo>
                </a:path>
              </a:pathLst>
            </a:custGeom>
            <a:noFill/>
            <a:ln w="8096">
              <a:solidFill>
                <a:srgbClr val="798D9A"/>
              </a:solidFill>
            </a:ln>
          </p:spPr>
        </p:sp>
        <p:sp>
          <p:nvSpPr>
            <p:cNvPr id="476" name="Input_receptor__475">
              <a:extLst>
                <a:ext uri="{FF2B5EF4-FFF2-40B4-BE49-F238E27FC236}">
                  <a16:creationId xmlns:a16="http://schemas.microsoft.com/office/drawing/2014/main" id="{9CDF1209-67F9-0AB2-74BC-D23A1D0CB0CE}"/>
                </a:ext>
              </a:extLst>
            </p:cNvPr>
            <p:cNvSpPr>
              <a:spLocks noGrp="1"/>
            </p:cNvSpPr>
            <p:nvPr/>
          </p:nvSpPr>
          <p:spPr>
            <a:xfrm>
              <a:off x="1384902" y="5423661"/>
              <a:ext cx="11027" cy="45617"/>
            </a:xfrm>
            <a:custGeom>
              <a:avLst/>
              <a:gdLst/>
              <a:ahLst/>
              <a:cxnLst/>
              <a:rect l="0" t="0" r="0" b="0"/>
              <a:pathLst>
                <a:path w="11027" h="45617">
                  <a:moveTo>
                    <a:pt x="11027" y="0"/>
                  </a:moveTo>
                  <a:lnTo>
                    <a:pt x="0" y="45617"/>
                  </a:lnTo>
                </a:path>
              </a:pathLst>
            </a:custGeom>
            <a:noFill/>
            <a:ln w="20003">
              <a:solidFill>
                <a:srgbClr val="798D9A"/>
              </a:solidFill>
            </a:ln>
          </p:spPr>
        </p:sp>
        <p:sp>
          <p:nvSpPr>
            <p:cNvPr id="477" name="Input_receptor__476">
              <a:extLst>
                <a:ext uri="{FF2B5EF4-FFF2-40B4-BE49-F238E27FC236}">
                  <a16:creationId xmlns:a16="http://schemas.microsoft.com/office/drawing/2014/main" id="{7A30D9D0-5795-A3CA-4ADC-7DC95D977C3A}"/>
                </a:ext>
              </a:extLst>
            </p:cNvPr>
            <p:cNvSpPr>
              <a:spLocks noGrp="1"/>
            </p:cNvSpPr>
            <p:nvPr/>
          </p:nvSpPr>
          <p:spPr>
            <a:xfrm>
              <a:off x="1623982" y="5250913"/>
              <a:ext cx="20813" cy="9602"/>
            </a:xfrm>
            <a:custGeom>
              <a:avLst/>
              <a:gdLst/>
              <a:ahLst/>
              <a:cxnLst/>
              <a:rect l="0" t="0" r="0" b="0"/>
              <a:pathLst>
                <a:path w="20813" h="9602">
                  <a:moveTo>
                    <a:pt x="20813" y="0"/>
                  </a:moveTo>
                  <a:lnTo>
                    <a:pt x="0" y="9602"/>
                  </a:lnTo>
                </a:path>
              </a:pathLst>
            </a:custGeom>
            <a:noFill/>
            <a:ln w="20003">
              <a:solidFill>
                <a:srgbClr val="798D9A"/>
              </a:solidFill>
            </a:ln>
          </p:spPr>
        </p:sp>
        <p:sp>
          <p:nvSpPr>
            <p:cNvPr id="478" name="Input_receptor__477">
              <a:extLst>
                <a:ext uri="{FF2B5EF4-FFF2-40B4-BE49-F238E27FC236}">
                  <a16:creationId xmlns:a16="http://schemas.microsoft.com/office/drawing/2014/main" id="{60E93030-1674-2778-DE4B-67A213FFD998}"/>
                </a:ext>
              </a:extLst>
            </p:cNvPr>
            <p:cNvSpPr>
              <a:spLocks noGrp="1"/>
            </p:cNvSpPr>
            <p:nvPr/>
          </p:nvSpPr>
          <p:spPr>
            <a:xfrm>
              <a:off x="1618240" y="5193778"/>
              <a:ext cx="22609" cy="5448"/>
            </a:xfrm>
            <a:custGeom>
              <a:avLst/>
              <a:gdLst/>
              <a:ahLst/>
              <a:cxnLst/>
              <a:rect l="0" t="0" r="0" b="0"/>
              <a:pathLst>
                <a:path w="22609" h="5448">
                  <a:moveTo>
                    <a:pt x="0" y="0"/>
                  </a:moveTo>
                  <a:lnTo>
                    <a:pt x="22609" y="5448"/>
                  </a:lnTo>
                </a:path>
              </a:pathLst>
            </a:custGeom>
            <a:noFill/>
            <a:ln w="20003">
              <a:solidFill>
                <a:srgbClr val="798D9A"/>
              </a:solidFill>
            </a:ln>
          </p:spPr>
        </p:sp>
        <p:sp>
          <p:nvSpPr>
            <p:cNvPr id="479" name="Input_receptor__478">
              <a:extLst>
                <a:ext uri="{FF2B5EF4-FFF2-40B4-BE49-F238E27FC236}">
                  <a16:creationId xmlns:a16="http://schemas.microsoft.com/office/drawing/2014/main" id="{B89FA770-4916-BDA4-B1C2-595DC9FAE260}"/>
                </a:ext>
              </a:extLst>
            </p:cNvPr>
            <p:cNvSpPr>
              <a:spLocks noGrp="1"/>
            </p:cNvSpPr>
            <p:nvPr/>
          </p:nvSpPr>
          <p:spPr>
            <a:xfrm>
              <a:off x="1290832" y="5161013"/>
              <a:ext cx="3172" cy="16351"/>
            </a:xfrm>
            <a:custGeom>
              <a:avLst/>
              <a:gdLst/>
              <a:ahLst/>
              <a:cxnLst/>
              <a:rect l="0" t="0" r="0" b="0"/>
              <a:pathLst>
                <a:path w="3172" h="16351">
                  <a:moveTo>
                    <a:pt x="3172" y="0"/>
                  </a:moveTo>
                  <a:lnTo>
                    <a:pt x="0" y="16351"/>
                  </a:lnTo>
                </a:path>
              </a:pathLst>
            </a:custGeom>
            <a:noFill/>
            <a:ln w="20003">
              <a:solidFill>
                <a:srgbClr val="798D9A"/>
              </a:solidFill>
            </a:ln>
          </p:spPr>
        </p:sp>
        <p:sp>
          <p:nvSpPr>
            <p:cNvPr id="480" name="Input_receptor__479">
              <a:extLst>
                <a:ext uri="{FF2B5EF4-FFF2-40B4-BE49-F238E27FC236}">
                  <a16:creationId xmlns:a16="http://schemas.microsoft.com/office/drawing/2014/main" id="{F0C81504-64DC-9EAC-F681-3E6598594EAF}"/>
                </a:ext>
              </a:extLst>
            </p:cNvPr>
            <p:cNvSpPr>
              <a:spLocks noGrp="1"/>
            </p:cNvSpPr>
            <p:nvPr/>
          </p:nvSpPr>
          <p:spPr>
            <a:xfrm>
              <a:off x="1644412" y="5297803"/>
              <a:ext cx="40515" cy="22381"/>
            </a:xfrm>
            <a:custGeom>
              <a:avLst/>
              <a:gdLst/>
              <a:ahLst/>
              <a:cxnLst/>
              <a:rect l="0" t="0" r="0" b="0"/>
              <a:pathLst>
                <a:path w="40515" h="22381">
                  <a:moveTo>
                    <a:pt x="40515" y="0"/>
                  </a:moveTo>
                  <a:lnTo>
                    <a:pt x="0" y="22381"/>
                  </a:lnTo>
                </a:path>
              </a:pathLst>
            </a:custGeom>
            <a:noFill/>
            <a:ln w="20003">
              <a:solidFill>
                <a:srgbClr val="798D9A"/>
              </a:solidFill>
            </a:ln>
          </p:spPr>
        </p:sp>
        <p:sp>
          <p:nvSpPr>
            <p:cNvPr id="481" name="Input_receptor__480">
              <a:extLst>
                <a:ext uri="{FF2B5EF4-FFF2-40B4-BE49-F238E27FC236}">
                  <a16:creationId xmlns:a16="http://schemas.microsoft.com/office/drawing/2014/main" id="{941259F4-2F91-057C-646D-D987F51F474E}"/>
                </a:ext>
              </a:extLst>
            </p:cNvPr>
            <p:cNvSpPr>
              <a:spLocks noGrp="1"/>
            </p:cNvSpPr>
            <p:nvPr/>
          </p:nvSpPr>
          <p:spPr>
            <a:xfrm>
              <a:off x="1225328" y="5676661"/>
              <a:ext cx="28064" cy="14773"/>
            </a:xfrm>
            <a:custGeom>
              <a:avLst/>
              <a:gdLst/>
              <a:ahLst/>
              <a:cxnLst/>
              <a:rect l="0" t="0" r="0" b="0"/>
              <a:pathLst>
                <a:path w="28064" h="14773">
                  <a:moveTo>
                    <a:pt x="28064" y="0"/>
                  </a:moveTo>
                  <a:lnTo>
                    <a:pt x="0" y="14773"/>
                  </a:lnTo>
                </a:path>
              </a:pathLst>
            </a:custGeom>
            <a:noFill/>
            <a:ln w="20003">
              <a:solidFill>
                <a:srgbClr val="798D9A"/>
              </a:solidFill>
            </a:ln>
          </p:spPr>
        </p:sp>
        <p:sp>
          <p:nvSpPr>
            <p:cNvPr id="482" name="Input_receptor__481">
              <a:extLst>
                <a:ext uri="{FF2B5EF4-FFF2-40B4-BE49-F238E27FC236}">
                  <a16:creationId xmlns:a16="http://schemas.microsoft.com/office/drawing/2014/main" id="{819CC6BC-B676-5D84-74E1-9A963EBA09AC}"/>
                </a:ext>
              </a:extLst>
            </p:cNvPr>
            <p:cNvSpPr>
              <a:spLocks noGrp="1"/>
            </p:cNvSpPr>
            <p:nvPr/>
          </p:nvSpPr>
          <p:spPr>
            <a:xfrm>
              <a:off x="966930" y="5186122"/>
              <a:ext cx="31094" cy="23089"/>
            </a:xfrm>
            <a:custGeom>
              <a:avLst/>
              <a:gdLst/>
              <a:ahLst/>
              <a:cxnLst/>
              <a:rect l="0" t="0" r="0" b="0"/>
              <a:pathLst>
                <a:path w="31094" h="23089">
                  <a:moveTo>
                    <a:pt x="0" y="23089"/>
                  </a:moveTo>
                  <a:lnTo>
                    <a:pt x="31094" y="0"/>
                  </a:lnTo>
                </a:path>
              </a:pathLst>
            </a:custGeom>
            <a:noFill/>
            <a:ln w="8096">
              <a:solidFill>
                <a:srgbClr val="798D9A"/>
              </a:solidFill>
            </a:ln>
          </p:spPr>
        </p:sp>
        <p:sp>
          <p:nvSpPr>
            <p:cNvPr id="483" name="Input_receptor__482">
              <a:extLst>
                <a:ext uri="{FF2B5EF4-FFF2-40B4-BE49-F238E27FC236}">
                  <a16:creationId xmlns:a16="http://schemas.microsoft.com/office/drawing/2014/main" id="{0DD08337-4A4A-4BF3-2173-08DB9DFA9A29}"/>
                </a:ext>
              </a:extLst>
            </p:cNvPr>
            <p:cNvSpPr>
              <a:spLocks noGrp="1"/>
            </p:cNvSpPr>
            <p:nvPr/>
          </p:nvSpPr>
          <p:spPr>
            <a:xfrm>
              <a:off x="1719875" y="5091400"/>
              <a:ext cx="41256" cy="21987"/>
            </a:xfrm>
            <a:custGeom>
              <a:avLst/>
              <a:gdLst/>
              <a:ahLst/>
              <a:cxnLst/>
              <a:rect l="0" t="0" r="0" b="0"/>
              <a:pathLst>
                <a:path w="41256" h="21987">
                  <a:moveTo>
                    <a:pt x="0" y="21987"/>
                  </a:moveTo>
                  <a:lnTo>
                    <a:pt x="41256" y="0"/>
                  </a:lnTo>
                </a:path>
              </a:pathLst>
            </a:custGeom>
            <a:noFill/>
            <a:ln w="20003">
              <a:solidFill>
                <a:srgbClr val="798D9A"/>
              </a:solidFill>
            </a:ln>
          </p:spPr>
        </p:sp>
        <p:sp>
          <p:nvSpPr>
            <p:cNvPr id="484" name="Input_receptor__483">
              <a:extLst>
                <a:ext uri="{FF2B5EF4-FFF2-40B4-BE49-F238E27FC236}">
                  <a16:creationId xmlns:a16="http://schemas.microsoft.com/office/drawing/2014/main" id="{2F0B1BC3-83D9-B355-8E13-B8290B517D5D}"/>
                </a:ext>
              </a:extLst>
            </p:cNvPr>
            <p:cNvSpPr>
              <a:spLocks noGrp="1"/>
            </p:cNvSpPr>
            <p:nvPr/>
          </p:nvSpPr>
          <p:spPr>
            <a:xfrm>
              <a:off x="1759099" y="5216645"/>
              <a:ext cx="2331" cy="12400"/>
            </a:xfrm>
            <a:custGeom>
              <a:avLst/>
              <a:gdLst/>
              <a:ahLst/>
              <a:cxnLst/>
              <a:rect l="0" t="0" r="0" b="0"/>
              <a:pathLst>
                <a:path w="2331" h="12400">
                  <a:moveTo>
                    <a:pt x="2331" y="12400"/>
                  </a:moveTo>
                  <a:lnTo>
                    <a:pt x="0" y="0"/>
                  </a:lnTo>
                </a:path>
              </a:pathLst>
            </a:custGeom>
            <a:noFill/>
            <a:ln w="20003">
              <a:solidFill>
                <a:srgbClr val="798D9A"/>
              </a:solidFill>
            </a:ln>
          </p:spPr>
        </p:sp>
        <p:sp>
          <p:nvSpPr>
            <p:cNvPr id="485" name="Input_receptor__484">
              <a:extLst>
                <a:ext uri="{FF2B5EF4-FFF2-40B4-BE49-F238E27FC236}">
                  <a16:creationId xmlns:a16="http://schemas.microsoft.com/office/drawing/2014/main" id="{89FBF2BB-CF8F-05C7-5EBB-68F272CC5F7E}"/>
                </a:ext>
              </a:extLst>
            </p:cNvPr>
            <p:cNvSpPr>
              <a:spLocks noGrp="1"/>
            </p:cNvSpPr>
            <p:nvPr/>
          </p:nvSpPr>
          <p:spPr>
            <a:xfrm>
              <a:off x="1104866" y="5118960"/>
              <a:ext cx="31003" cy="34994"/>
            </a:xfrm>
            <a:custGeom>
              <a:avLst/>
              <a:gdLst/>
              <a:ahLst/>
              <a:cxnLst/>
              <a:rect l="0" t="0" r="0" b="0"/>
              <a:pathLst>
                <a:path w="31003" h="34994">
                  <a:moveTo>
                    <a:pt x="0" y="34994"/>
                  </a:moveTo>
                  <a:lnTo>
                    <a:pt x="31003" y="0"/>
                  </a:lnTo>
                </a:path>
              </a:pathLst>
            </a:custGeom>
            <a:noFill/>
            <a:ln w="20003">
              <a:solidFill>
                <a:srgbClr val="798D9A"/>
              </a:solidFill>
            </a:ln>
          </p:spPr>
        </p:sp>
        <p:sp>
          <p:nvSpPr>
            <p:cNvPr id="486" name="Input_receptor__485">
              <a:extLst>
                <a:ext uri="{FF2B5EF4-FFF2-40B4-BE49-F238E27FC236}">
                  <a16:creationId xmlns:a16="http://schemas.microsoft.com/office/drawing/2014/main" id="{7CE171BA-9AD3-A480-85F0-C0D34BA3951E}"/>
                </a:ext>
              </a:extLst>
            </p:cNvPr>
            <p:cNvSpPr>
              <a:spLocks noGrp="1"/>
            </p:cNvSpPr>
            <p:nvPr/>
          </p:nvSpPr>
          <p:spPr>
            <a:xfrm>
              <a:off x="1194676" y="5381821"/>
              <a:ext cx="6327" cy="33782"/>
            </a:xfrm>
            <a:custGeom>
              <a:avLst/>
              <a:gdLst/>
              <a:ahLst/>
              <a:cxnLst/>
              <a:rect l="0" t="0" r="0" b="0"/>
              <a:pathLst>
                <a:path w="6327" h="33782">
                  <a:moveTo>
                    <a:pt x="0" y="0"/>
                  </a:moveTo>
                  <a:lnTo>
                    <a:pt x="6327" y="33782"/>
                  </a:lnTo>
                </a:path>
              </a:pathLst>
            </a:custGeom>
            <a:noFill/>
            <a:ln w="20003">
              <a:solidFill>
                <a:srgbClr val="798D9A"/>
              </a:solidFill>
            </a:ln>
          </p:spPr>
        </p:sp>
        <p:sp>
          <p:nvSpPr>
            <p:cNvPr id="487" name="Input_receptor__486">
              <a:extLst>
                <a:ext uri="{FF2B5EF4-FFF2-40B4-BE49-F238E27FC236}">
                  <a16:creationId xmlns:a16="http://schemas.microsoft.com/office/drawing/2014/main" id="{D156D0A4-10A2-0204-0819-F21962A2962E}"/>
                </a:ext>
              </a:extLst>
            </p:cNvPr>
            <p:cNvSpPr>
              <a:spLocks noGrp="1"/>
            </p:cNvSpPr>
            <p:nvPr/>
          </p:nvSpPr>
          <p:spPr>
            <a:xfrm>
              <a:off x="1141207" y="5392870"/>
              <a:ext cx="7668" cy="2905"/>
            </a:xfrm>
            <a:custGeom>
              <a:avLst/>
              <a:gdLst/>
              <a:ahLst/>
              <a:cxnLst/>
              <a:rect l="0" t="0" r="0" b="0"/>
              <a:pathLst>
                <a:path w="7668" h="2905">
                  <a:moveTo>
                    <a:pt x="0" y="0"/>
                  </a:moveTo>
                  <a:lnTo>
                    <a:pt x="7668" y="2905"/>
                  </a:lnTo>
                </a:path>
              </a:pathLst>
            </a:custGeom>
            <a:noFill/>
            <a:ln w="20003">
              <a:solidFill>
                <a:srgbClr val="798D9A"/>
              </a:solidFill>
            </a:ln>
          </p:spPr>
        </p:sp>
        <p:sp>
          <p:nvSpPr>
            <p:cNvPr id="488" name="Input_receptor__487">
              <a:extLst>
                <a:ext uri="{FF2B5EF4-FFF2-40B4-BE49-F238E27FC236}">
                  <a16:creationId xmlns:a16="http://schemas.microsoft.com/office/drawing/2014/main" id="{E740D35D-50C2-607A-E0F2-77FFAE463F25}"/>
                </a:ext>
              </a:extLst>
            </p:cNvPr>
            <p:cNvSpPr>
              <a:spLocks noGrp="1"/>
            </p:cNvSpPr>
            <p:nvPr/>
          </p:nvSpPr>
          <p:spPr>
            <a:xfrm>
              <a:off x="1502798" y="5223185"/>
              <a:ext cx="14899" cy="43721"/>
            </a:xfrm>
            <a:custGeom>
              <a:avLst/>
              <a:gdLst/>
              <a:ahLst/>
              <a:cxnLst/>
              <a:rect l="0" t="0" r="0" b="0"/>
              <a:pathLst>
                <a:path w="14899" h="43721">
                  <a:moveTo>
                    <a:pt x="0" y="43721"/>
                  </a:moveTo>
                  <a:lnTo>
                    <a:pt x="14899" y="0"/>
                  </a:lnTo>
                </a:path>
              </a:pathLst>
            </a:custGeom>
            <a:noFill/>
            <a:ln w="20003">
              <a:solidFill>
                <a:srgbClr val="798D9A"/>
              </a:solidFill>
            </a:ln>
          </p:spPr>
        </p:sp>
        <p:sp>
          <p:nvSpPr>
            <p:cNvPr id="489" name="Input_receptor__488">
              <a:extLst>
                <a:ext uri="{FF2B5EF4-FFF2-40B4-BE49-F238E27FC236}">
                  <a16:creationId xmlns:a16="http://schemas.microsoft.com/office/drawing/2014/main" id="{AE9DE094-FA4E-589D-84BB-D7304EB5D9B8}"/>
                </a:ext>
              </a:extLst>
            </p:cNvPr>
            <p:cNvSpPr>
              <a:spLocks noGrp="1"/>
            </p:cNvSpPr>
            <p:nvPr/>
          </p:nvSpPr>
          <p:spPr>
            <a:xfrm>
              <a:off x="1712234" y="5050434"/>
              <a:ext cx="25705" cy="1654"/>
            </a:xfrm>
            <a:custGeom>
              <a:avLst/>
              <a:gdLst/>
              <a:ahLst/>
              <a:cxnLst/>
              <a:rect l="0" t="0" r="0" b="0"/>
              <a:pathLst>
                <a:path w="25705" h="1654">
                  <a:moveTo>
                    <a:pt x="25705" y="0"/>
                  </a:moveTo>
                  <a:lnTo>
                    <a:pt x="0" y="1654"/>
                  </a:lnTo>
                </a:path>
              </a:pathLst>
            </a:custGeom>
            <a:noFill/>
            <a:ln w="20003">
              <a:solidFill>
                <a:srgbClr val="798D9B"/>
              </a:solidFill>
            </a:ln>
          </p:spPr>
        </p:sp>
        <p:sp>
          <p:nvSpPr>
            <p:cNvPr id="490" name="Input_receptor__489">
              <a:extLst>
                <a:ext uri="{FF2B5EF4-FFF2-40B4-BE49-F238E27FC236}">
                  <a16:creationId xmlns:a16="http://schemas.microsoft.com/office/drawing/2014/main" id="{67107712-BE2F-1B73-998D-773FF2AFB74F}"/>
                </a:ext>
              </a:extLst>
            </p:cNvPr>
            <p:cNvSpPr>
              <a:spLocks noGrp="1"/>
            </p:cNvSpPr>
            <p:nvPr/>
          </p:nvSpPr>
          <p:spPr>
            <a:xfrm>
              <a:off x="1181496" y="5415603"/>
              <a:ext cx="19508" cy="32963"/>
            </a:xfrm>
            <a:custGeom>
              <a:avLst/>
              <a:gdLst/>
              <a:ahLst/>
              <a:cxnLst/>
              <a:rect l="0" t="0" r="0" b="0"/>
              <a:pathLst>
                <a:path w="19508" h="32963">
                  <a:moveTo>
                    <a:pt x="19508" y="0"/>
                  </a:moveTo>
                  <a:lnTo>
                    <a:pt x="0" y="32963"/>
                  </a:lnTo>
                </a:path>
              </a:pathLst>
            </a:custGeom>
            <a:noFill/>
            <a:ln w="20003">
              <a:solidFill>
                <a:srgbClr val="798D9B"/>
              </a:solidFill>
            </a:ln>
          </p:spPr>
        </p:sp>
        <p:sp>
          <p:nvSpPr>
            <p:cNvPr id="491" name="Input_receptor__490">
              <a:extLst>
                <a:ext uri="{FF2B5EF4-FFF2-40B4-BE49-F238E27FC236}">
                  <a16:creationId xmlns:a16="http://schemas.microsoft.com/office/drawing/2014/main" id="{CBB7ABC8-96FA-A37C-5C6D-6EA40FD56344}"/>
                </a:ext>
              </a:extLst>
            </p:cNvPr>
            <p:cNvSpPr>
              <a:spLocks noGrp="1"/>
            </p:cNvSpPr>
            <p:nvPr/>
          </p:nvSpPr>
          <p:spPr>
            <a:xfrm>
              <a:off x="1092860" y="5337773"/>
              <a:ext cx="36716" cy="17761"/>
            </a:xfrm>
            <a:custGeom>
              <a:avLst/>
              <a:gdLst/>
              <a:ahLst/>
              <a:cxnLst/>
              <a:rect l="0" t="0" r="0" b="0"/>
              <a:pathLst>
                <a:path w="36716" h="17761">
                  <a:moveTo>
                    <a:pt x="0" y="17761"/>
                  </a:moveTo>
                  <a:lnTo>
                    <a:pt x="36716" y="0"/>
                  </a:lnTo>
                </a:path>
              </a:pathLst>
            </a:custGeom>
            <a:noFill/>
            <a:ln w="20003">
              <a:solidFill>
                <a:srgbClr val="798D9B"/>
              </a:solidFill>
            </a:ln>
          </p:spPr>
        </p:sp>
        <p:sp>
          <p:nvSpPr>
            <p:cNvPr id="492" name="Input_receptor__491">
              <a:extLst>
                <a:ext uri="{FF2B5EF4-FFF2-40B4-BE49-F238E27FC236}">
                  <a16:creationId xmlns:a16="http://schemas.microsoft.com/office/drawing/2014/main" id="{1350B62A-870F-679B-1BCD-983512EE37E3}"/>
                </a:ext>
              </a:extLst>
            </p:cNvPr>
            <p:cNvSpPr>
              <a:spLocks noGrp="1"/>
            </p:cNvSpPr>
            <p:nvPr/>
          </p:nvSpPr>
          <p:spPr>
            <a:xfrm>
              <a:off x="1452522" y="5206151"/>
              <a:ext cx="21305" cy="19598"/>
            </a:xfrm>
            <a:custGeom>
              <a:avLst/>
              <a:gdLst/>
              <a:ahLst/>
              <a:cxnLst/>
              <a:rect l="0" t="0" r="0" b="0"/>
              <a:pathLst>
                <a:path w="21305" h="19598">
                  <a:moveTo>
                    <a:pt x="21305" y="0"/>
                  </a:moveTo>
                  <a:lnTo>
                    <a:pt x="0" y="19598"/>
                  </a:lnTo>
                </a:path>
              </a:pathLst>
            </a:custGeom>
            <a:noFill/>
            <a:ln w="20003">
              <a:solidFill>
                <a:srgbClr val="798D9B"/>
              </a:solidFill>
            </a:ln>
          </p:spPr>
        </p:sp>
        <p:sp>
          <p:nvSpPr>
            <p:cNvPr id="493" name="Input_receptor__492">
              <a:extLst>
                <a:ext uri="{FF2B5EF4-FFF2-40B4-BE49-F238E27FC236}">
                  <a16:creationId xmlns:a16="http://schemas.microsoft.com/office/drawing/2014/main" id="{8B5C4343-869B-1A88-58D2-4ABF92C79EF0}"/>
                </a:ext>
              </a:extLst>
            </p:cNvPr>
            <p:cNvSpPr>
              <a:spLocks noGrp="1"/>
            </p:cNvSpPr>
            <p:nvPr/>
          </p:nvSpPr>
          <p:spPr>
            <a:xfrm>
              <a:off x="1419937" y="4673835"/>
              <a:ext cx="14433" cy="17516"/>
            </a:xfrm>
            <a:custGeom>
              <a:avLst/>
              <a:gdLst/>
              <a:ahLst/>
              <a:cxnLst/>
              <a:rect l="0" t="0" r="0" b="0"/>
              <a:pathLst>
                <a:path w="14433" h="17516">
                  <a:moveTo>
                    <a:pt x="0" y="0"/>
                  </a:moveTo>
                  <a:lnTo>
                    <a:pt x="14433" y="17516"/>
                  </a:lnTo>
                </a:path>
              </a:pathLst>
            </a:custGeom>
            <a:noFill/>
            <a:ln w="8096">
              <a:solidFill>
                <a:srgbClr val="798D9B"/>
              </a:solidFill>
            </a:ln>
          </p:spPr>
        </p:sp>
        <p:sp>
          <p:nvSpPr>
            <p:cNvPr id="494" name="Input_receptor__493">
              <a:extLst>
                <a:ext uri="{FF2B5EF4-FFF2-40B4-BE49-F238E27FC236}">
                  <a16:creationId xmlns:a16="http://schemas.microsoft.com/office/drawing/2014/main" id="{289ED38E-AE17-76A4-A998-6F525CA25DB0}"/>
                </a:ext>
              </a:extLst>
            </p:cNvPr>
            <p:cNvSpPr>
              <a:spLocks noGrp="1"/>
            </p:cNvSpPr>
            <p:nvPr/>
          </p:nvSpPr>
          <p:spPr>
            <a:xfrm>
              <a:off x="1618343" y="5130884"/>
              <a:ext cx="46036" cy="14749"/>
            </a:xfrm>
            <a:custGeom>
              <a:avLst/>
              <a:gdLst/>
              <a:ahLst/>
              <a:cxnLst/>
              <a:rect l="0" t="0" r="0" b="0"/>
              <a:pathLst>
                <a:path w="46036" h="14749">
                  <a:moveTo>
                    <a:pt x="0" y="0"/>
                  </a:moveTo>
                  <a:lnTo>
                    <a:pt x="46036" y="14749"/>
                  </a:lnTo>
                </a:path>
              </a:pathLst>
            </a:custGeom>
            <a:noFill/>
            <a:ln w="20003">
              <a:solidFill>
                <a:srgbClr val="798D9B"/>
              </a:solidFill>
            </a:ln>
          </p:spPr>
        </p:sp>
        <p:sp>
          <p:nvSpPr>
            <p:cNvPr id="495" name="Input_receptor__494">
              <a:extLst>
                <a:ext uri="{FF2B5EF4-FFF2-40B4-BE49-F238E27FC236}">
                  <a16:creationId xmlns:a16="http://schemas.microsoft.com/office/drawing/2014/main" id="{29F00CAE-A3BB-DA69-2F0B-99D25EE1C8F0}"/>
                </a:ext>
              </a:extLst>
            </p:cNvPr>
            <p:cNvSpPr>
              <a:spLocks noGrp="1"/>
            </p:cNvSpPr>
            <p:nvPr/>
          </p:nvSpPr>
          <p:spPr>
            <a:xfrm>
              <a:off x="1220142" y="5057366"/>
              <a:ext cx="28272" cy="39191"/>
            </a:xfrm>
            <a:custGeom>
              <a:avLst/>
              <a:gdLst/>
              <a:ahLst/>
              <a:cxnLst/>
              <a:rect l="0" t="0" r="0" b="0"/>
              <a:pathLst>
                <a:path w="28272" h="39191">
                  <a:moveTo>
                    <a:pt x="28272" y="0"/>
                  </a:moveTo>
                  <a:lnTo>
                    <a:pt x="0" y="39191"/>
                  </a:lnTo>
                </a:path>
              </a:pathLst>
            </a:custGeom>
            <a:noFill/>
            <a:ln w="20003">
              <a:solidFill>
                <a:srgbClr val="798D9B"/>
              </a:solidFill>
            </a:ln>
          </p:spPr>
        </p:sp>
        <p:sp>
          <p:nvSpPr>
            <p:cNvPr id="496" name="Input_receptor__495">
              <a:extLst>
                <a:ext uri="{FF2B5EF4-FFF2-40B4-BE49-F238E27FC236}">
                  <a16:creationId xmlns:a16="http://schemas.microsoft.com/office/drawing/2014/main" id="{19E19E51-828E-7E90-9255-0A0A2622C091}"/>
                </a:ext>
              </a:extLst>
            </p:cNvPr>
            <p:cNvSpPr>
              <a:spLocks noGrp="1"/>
            </p:cNvSpPr>
            <p:nvPr/>
          </p:nvSpPr>
          <p:spPr>
            <a:xfrm>
              <a:off x="1497829" y="4672681"/>
              <a:ext cx="30410" cy="37348"/>
            </a:xfrm>
            <a:custGeom>
              <a:avLst/>
              <a:gdLst/>
              <a:ahLst/>
              <a:cxnLst/>
              <a:rect l="0" t="0" r="0" b="0"/>
              <a:pathLst>
                <a:path w="30410" h="37348">
                  <a:moveTo>
                    <a:pt x="0" y="0"/>
                  </a:moveTo>
                  <a:lnTo>
                    <a:pt x="30410" y="37348"/>
                  </a:lnTo>
                </a:path>
              </a:pathLst>
            </a:custGeom>
            <a:noFill/>
            <a:ln w="8096">
              <a:solidFill>
                <a:srgbClr val="798D9B"/>
              </a:solidFill>
            </a:ln>
          </p:spPr>
        </p:sp>
        <p:sp>
          <p:nvSpPr>
            <p:cNvPr id="497" name="Input_receptor__496">
              <a:extLst>
                <a:ext uri="{FF2B5EF4-FFF2-40B4-BE49-F238E27FC236}">
                  <a16:creationId xmlns:a16="http://schemas.microsoft.com/office/drawing/2014/main" id="{02A0C944-6A1F-A405-2284-BFB1920D7A9F}"/>
                </a:ext>
              </a:extLst>
            </p:cNvPr>
            <p:cNvSpPr>
              <a:spLocks noGrp="1"/>
            </p:cNvSpPr>
            <p:nvPr/>
          </p:nvSpPr>
          <p:spPr>
            <a:xfrm>
              <a:off x="1644795" y="5222587"/>
              <a:ext cx="32613" cy="28326"/>
            </a:xfrm>
            <a:custGeom>
              <a:avLst/>
              <a:gdLst/>
              <a:ahLst/>
              <a:cxnLst/>
              <a:rect l="0" t="0" r="0" b="0"/>
              <a:pathLst>
                <a:path w="32613" h="28326">
                  <a:moveTo>
                    <a:pt x="32613" y="0"/>
                  </a:moveTo>
                  <a:lnTo>
                    <a:pt x="0" y="28326"/>
                  </a:lnTo>
                </a:path>
              </a:pathLst>
            </a:custGeom>
            <a:noFill/>
            <a:ln w="20003">
              <a:solidFill>
                <a:srgbClr val="798D9B"/>
              </a:solidFill>
            </a:ln>
          </p:spPr>
        </p:sp>
        <p:sp>
          <p:nvSpPr>
            <p:cNvPr id="498" name="Input_receptor__497">
              <a:extLst>
                <a:ext uri="{FF2B5EF4-FFF2-40B4-BE49-F238E27FC236}">
                  <a16:creationId xmlns:a16="http://schemas.microsoft.com/office/drawing/2014/main" id="{A4286DCA-F999-5785-3D01-8596B30117AB}"/>
                </a:ext>
              </a:extLst>
            </p:cNvPr>
            <p:cNvSpPr>
              <a:spLocks noGrp="1"/>
            </p:cNvSpPr>
            <p:nvPr/>
          </p:nvSpPr>
          <p:spPr>
            <a:xfrm>
              <a:off x="1315795" y="5299454"/>
              <a:ext cx="13197" cy="36941"/>
            </a:xfrm>
            <a:custGeom>
              <a:avLst/>
              <a:gdLst/>
              <a:ahLst/>
              <a:cxnLst/>
              <a:rect l="0" t="0" r="0" b="0"/>
              <a:pathLst>
                <a:path w="13197" h="36941">
                  <a:moveTo>
                    <a:pt x="13197" y="0"/>
                  </a:moveTo>
                  <a:lnTo>
                    <a:pt x="0" y="36941"/>
                  </a:lnTo>
                </a:path>
              </a:pathLst>
            </a:custGeom>
            <a:noFill/>
            <a:ln w="20003">
              <a:solidFill>
                <a:srgbClr val="798D9B"/>
              </a:solidFill>
            </a:ln>
          </p:spPr>
        </p:sp>
        <p:sp>
          <p:nvSpPr>
            <p:cNvPr id="499" name="Input_receptor__498">
              <a:extLst>
                <a:ext uri="{FF2B5EF4-FFF2-40B4-BE49-F238E27FC236}">
                  <a16:creationId xmlns:a16="http://schemas.microsoft.com/office/drawing/2014/main" id="{D6849419-73CE-0EDF-4765-285CCB04CF04}"/>
                </a:ext>
              </a:extLst>
            </p:cNvPr>
            <p:cNvSpPr>
              <a:spLocks noGrp="1"/>
            </p:cNvSpPr>
            <p:nvPr/>
          </p:nvSpPr>
          <p:spPr>
            <a:xfrm>
              <a:off x="1293831" y="5666635"/>
              <a:ext cx="36004" cy="27239"/>
            </a:xfrm>
            <a:custGeom>
              <a:avLst/>
              <a:gdLst/>
              <a:ahLst/>
              <a:cxnLst/>
              <a:rect l="0" t="0" r="0" b="0"/>
              <a:pathLst>
                <a:path w="36004" h="27239">
                  <a:moveTo>
                    <a:pt x="36004" y="0"/>
                  </a:moveTo>
                  <a:lnTo>
                    <a:pt x="0" y="27239"/>
                  </a:lnTo>
                </a:path>
              </a:pathLst>
            </a:custGeom>
            <a:noFill/>
            <a:ln w="20003">
              <a:solidFill>
                <a:srgbClr val="798D9B"/>
              </a:solidFill>
            </a:ln>
          </p:spPr>
        </p:sp>
        <p:sp>
          <p:nvSpPr>
            <p:cNvPr id="500" name="Input_receptor__499">
              <a:extLst>
                <a:ext uri="{FF2B5EF4-FFF2-40B4-BE49-F238E27FC236}">
                  <a16:creationId xmlns:a16="http://schemas.microsoft.com/office/drawing/2014/main" id="{B222D460-39A5-0362-B75D-4321CC6CA895}"/>
                </a:ext>
              </a:extLst>
            </p:cNvPr>
            <p:cNvSpPr>
              <a:spLocks noGrp="1"/>
            </p:cNvSpPr>
            <p:nvPr/>
          </p:nvSpPr>
          <p:spPr>
            <a:xfrm>
              <a:off x="1129576" y="5337773"/>
              <a:ext cx="30111" cy="10691"/>
            </a:xfrm>
            <a:custGeom>
              <a:avLst/>
              <a:gdLst/>
              <a:ahLst/>
              <a:cxnLst/>
              <a:rect l="0" t="0" r="0" b="0"/>
              <a:pathLst>
                <a:path w="30111" h="10691">
                  <a:moveTo>
                    <a:pt x="0" y="0"/>
                  </a:moveTo>
                  <a:lnTo>
                    <a:pt x="30111" y="10691"/>
                  </a:lnTo>
                </a:path>
              </a:pathLst>
            </a:custGeom>
            <a:noFill/>
            <a:ln w="20003">
              <a:solidFill>
                <a:srgbClr val="7A8D9B"/>
              </a:solidFill>
            </a:ln>
          </p:spPr>
        </p:sp>
        <p:sp>
          <p:nvSpPr>
            <p:cNvPr id="501" name="Input_receptor__500">
              <a:extLst>
                <a:ext uri="{FF2B5EF4-FFF2-40B4-BE49-F238E27FC236}">
                  <a16:creationId xmlns:a16="http://schemas.microsoft.com/office/drawing/2014/main" id="{2E0E50B9-5020-FB7D-654F-78D1F451325A}"/>
                </a:ext>
              </a:extLst>
            </p:cNvPr>
            <p:cNvSpPr>
              <a:spLocks noGrp="1"/>
            </p:cNvSpPr>
            <p:nvPr/>
          </p:nvSpPr>
          <p:spPr>
            <a:xfrm>
              <a:off x="1113455" y="5026634"/>
              <a:ext cx="2277" cy="38221"/>
            </a:xfrm>
            <a:custGeom>
              <a:avLst/>
              <a:gdLst/>
              <a:ahLst/>
              <a:cxnLst/>
              <a:rect l="0" t="0" r="0" b="0"/>
              <a:pathLst>
                <a:path w="2277" h="38221">
                  <a:moveTo>
                    <a:pt x="0" y="38221"/>
                  </a:moveTo>
                  <a:lnTo>
                    <a:pt x="2277" y="0"/>
                  </a:lnTo>
                </a:path>
              </a:pathLst>
            </a:custGeom>
            <a:noFill/>
            <a:ln w="8096">
              <a:solidFill>
                <a:srgbClr val="7A8E9B"/>
              </a:solidFill>
            </a:ln>
          </p:spPr>
        </p:sp>
        <p:sp>
          <p:nvSpPr>
            <p:cNvPr id="502" name="Input_receptor__501">
              <a:extLst>
                <a:ext uri="{FF2B5EF4-FFF2-40B4-BE49-F238E27FC236}">
                  <a16:creationId xmlns:a16="http://schemas.microsoft.com/office/drawing/2014/main" id="{7D1294D9-F502-00FF-F2E0-11897DD31828}"/>
                </a:ext>
              </a:extLst>
            </p:cNvPr>
            <p:cNvSpPr>
              <a:spLocks noGrp="1"/>
            </p:cNvSpPr>
            <p:nvPr/>
          </p:nvSpPr>
          <p:spPr>
            <a:xfrm>
              <a:off x="1901024" y="5309020"/>
              <a:ext cx="31398" cy="34965"/>
            </a:xfrm>
            <a:custGeom>
              <a:avLst/>
              <a:gdLst/>
              <a:ahLst/>
              <a:cxnLst/>
              <a:rect l="0" t="0" r="0" b="0"/>
              <a:pathLst>
                <a:path w="31398" h="34965">
                  <a:moveTo>
                    <a:pt x="0" y="34965"/>
                  </a:moveTo>
                  <a:lnTo>
                    <a:pt x="31398" y="0"/>
                  </a:lnTo>
                </a:path>
              </a:pathLst>
            </a:custGeom>
            <a:noFill/>
            <a:ln w="20003">
              <a:solidFill>
                <a:srgbClr val="7A8E9B"/>
              </a:solidFill>
            </a:ln>
          </p:spPr>
        </p:sp>
        <p:sp>
          <p:nvSpPr>
            <p:cNvPr id="503" name="Input_receptor__502">
              <a:extLst>
                <a:ext uri="{FF2B5EF4-FFF2-40B4-BE49-F238E27FC236}">
                  <a16:creationId xmlns:a16="http://schemas.microsoft.com/office/drawing/2014/main" id="{32F961C2-84E1-956E-604D-CA70418D148C}"/>
                </a:ext>
              </a:extLst>
            </p:cNvPr>
            <p:cNvSpPr>
              <a:spLocks noGrp="1"/>
            </p:cNvSpPr>
            <p:nvPr/>
          </p:nvSpPr>
          <p:spPr>
            <a:xfrm>
              <a:off x="1076970" y="5064854"/>
              <a:ext cx="36485" cy="18812"/>
            </a:xfrm>
            <a:custGeom>
              <a:avLst/>
              <a:gdLst/>
              <a:ahLst/>
              <a:cxnLst/>
              <a:rect l="0" t="0" r="0" b="0"/>
              <a:pathLst>
                <a:path w="36485" h="18812">
                  <a:moveTo>
                    <a:pt x="0" y="18812"/>
                  </a:moveTo>
                  <a:lnTo>
                    <a:pt x="36485" y="0"/>
                  </a:lnTo>
                </a:path>
              </a:pathLst>
            </a:custGeom>
            <a:noFill/>
            <a:ln w="8096">
              <a:solidFill>
                <a:srgbClr val="7A8E9B"/>
              </a:solidFill>
            </a:ln>
          </p:spPr>
        </p:sp>
        <p:sp>
          <p:nvSpPr>
            <p:cNvPr id="504" name="Input_receptor__503">
              <a:extLst>
                <a:ext uri="{FF2B5EF4-FFF2-40B4-BE49-F238E27FC236}">
                  <a16:creationId xmlns:a16="http://schemas.microsoft.com/office/drawing/2014/main" id="{A601BB9D-2C68-E232-E3D1-4745442207E3}"/>
                </a:ext>
              </a:extLst>
            </p:cNvPr>
            <p:cNvSpPr>
              <a:spLocks noGrp="1"/>
            </p:cNvSpPr>
            <p:nvPr/>
          </p:nvSpPr>
          <p:spPr>
            <a:xfrm>
              <a:off x="1883668" y="5237599"/>
              <a:ext cx="40243" cy="24863"/>
            </a:xfrm>
            <a:custGeom>
              <a:avLst/>
              <a:gdLst/>
              <a:ahLst/>
              <a:cxnLst/>
              <a:rect l="0" t="0" r="0" b="0"/>
              <a:pathLst>
                <a:path w="40243" h="24863">
                  <a:moveTo>
                    <a:pt x="40243" y="0"/>
                  </a:moveTo>
                  <a:lnTo>
                    <a:pt x="0" y="24863"/>
                  </a:lnTo>
                </a:path>
              </a:pathLst>
            </a:custGeom>
            <a:noFill/>
            <a:ln w="20003">
              <a:solidFill>
                <a:srgbClr val="7A8E9B"/>
              </a:solidFill>
            </a:ln>
          </p:spPr>
        </p:sp>
        <p:sp>
          <p:nvSpPr>
            <p:cNvPr id="505" name="Input_receptor__504">
              <a:extLst>
                <a:ext uri="{FF2B5EF4-FFF2-40B4-BE49-F238E27FC236}">
                  <a16:creationId xmlns:a16="http://schemas.microsoft.com/office/drawing/2014/main" id="{46EF8D0C-84FC-91B6-C395-42702A4DC630}"/>
                </a:ext>
              </a:extLst>
            </p:cNvPr>
            <p:cNvSpPr>
              <a:spLocks noGrp="1"/>
            </p:cNvSpPr>
            <p:nvPr/>
          </p:nvSpPr>
          <p:spPr>
            <a:xfrm>
              <a:off x="1451901" y="4739899"/>
              <a:ext cx="14166" cy="45788"/>
            </a:xfrm>
            <a:custGeom>
              <a:avLst/>
              <a:gdLst/>
              <a:ahLst/>
              <a:cxnLst/>
              <a:rect l="0" t="0" r="0" b="0"/>
              <a:pathLst>
                <a:path w="14166" h="45788">
                  <a:moveTo>
                    <a:pt x="14166" y="0"/>
                  </a:moveTo>
                  <a:lnTo>
                    <a:pt x="0" y="45788"/>
                  </a:lnTo>
                </a:path>
              </a:pathLst>
            </a:custGeom>
            <a:noFill/>
            <a:ln w="8096">
              <a:solidFill>
                <a:srgbClr val="7A8E9B"/>
              </a:solidFill>
            </a:ln>
          </p:spPr>
        </p:sp>
        <p:sp>
          <p:nvSpPr>
            <p:cNvPr id="506" name="Input_receptor__505">
              <a:extLst>
                <a:ext uri="{FF2B5EF4-FFF2-40B4-BE49-F238E27FC236}">
                  <a16:creationId xmlns:a16="http://schemas.microsoft.com/office/drawing/2014/main" id="{9C70C682-B5BA-671F-E0A7-1DFEBAC521BA}"/>
                </a:ext>
              </a:extLst>
            </p:cNvPr>
            <p:cNvSpPr>
              <a:spLocks noGrp="1"/>
            </p:cNvSpPr>
            <p:nvPr/>
          </p:nvSpPr>
          <p:spPr>
            <a:xfrm>
              <a:off x="1330773" y="5426084"/>
              <a:ext cx="13648" cy="16322"/>
            </a:xfrm>
            <a:custGeom>
              <a:avLst/>
              <a:gdLst/>
              <a:ahLst/>
              <a:cxnLst/>
              <a:rect l="0" t="0" r="0" b="0"/>
              <a:pathLst>
                <a:path w="13648" h="16322">
                  <a:moveTo>
                    <a:pt x="13648" y="0"/>
                  </a:moveTo>
                  <a:lnTo>
                    <a:pt x="0" y="16322"/>
                  </a:lnTo>
                </a:path>
              </a:pathLst>
            </a:custGeom>
            <a:noFill/>
            <a:ln w="20003">
              <a:solidFill>
                <a:srgbClr val="7A8E9B"/>
              </a:solidFill>
            </a:ln>
          </p:spPr>
        </p:sp>
        <p:sp>
          <p:nvSpPr>
            <p:cNvPr id="507" name="Input_receptor__506">
              <a:extLst>
                <a:ext uri="{FF2B5EF4-FFF2-40B4-BE49-F238E27FC236}">
                  <a16:creationId xmlns:a16="http://schemas.microsoft.com/office/drawing/2014/main" id="{4BE66012-B192-70E4-BD68-D9EDE780DFEC}"/>
                </a:ext>
              </a:extLst>
            </p:cNvPr>
            <p:cNvSpPr>
              <a:spLocks noGrp="1"/>
            </p:cNvSpPr>
            <p:nvPr/>
          </p:nvSpPr>
          <p:spPr>
            <a:xfrm>
              <a:off x="1681639" y="4840407"/>
              <a:ext cx="8330" cy="35573"/>
            </a:xfrm>
            <a:custGeom>
              <a:avLst/>
              <a:gdLst/>
              <a:ahLst/>
              <a:cxnLst/>
              <a:rect l="0" t="0" r="0" b="0"/>
              <a:pathLst>
                <a:path w="8330" h="35573">
                  <a:moveTo>
                    <a:pt x="8330" y="35573"/>
                  </a:moveTo>
                  <a:lnTo>
                    <a:pt x="0" y="0"/>
                  </a:lnTo>
                </a:path>
              </a:pathLst>
            </a:custGeom>
            <a:noFill/>
            <a:ln w="8096">
              <a:solidFill>
                <a:srgbClr val="7A8E9B"/>
              </a:solidFill>
            </a:ln>
          </p:spPr>
        </p:sp>
        <p:sp>
          <p:nvSpPr>
            <p:cNvPr id="508" name="Input_receptor__507">
              <a:extLst>
                <a:ext uri="{FF2B5EF4-FFF2-40B4-BE49-F238E27FC236}">
                  <a16:creationId xmlns:a16="http://schemas.microsoft.com/office/drawing/2014/main" id="{27985175-371A-B3C7-3DEB-E5ACE76D54F1}"/>
                </a:ext>
              </a:extLst>
            </p:cNvPr>
            <p:cNvSpPr>
              <a:spLocks noGrp="1"/>
            </p:cNvSpPr>
            <p:nvPr/>
          </p:nvSpPr>
          <p:spPr>
            <a:xfrm>
              <a:off x="1511667" y="4814295"/>
              <a:ext cx="29658" cy="23188"/>
            </a:xfrm>
            <a:custGeom>
              <a:avLst/>
              <a:gdLst/>
              <a:ahLst/>
              <a:cxnLst/>
              <a:rect l="0" t="0" r="0" b="0"/>
              <a:pathLst>
                <a:path w="29658" h="23188">
                  <a:moveTo>
                    <a:pt x="0" y="0"/>
                  </a:moveTo>
                  <a:lnTo>
                    <a:pt x="29658" y="23188"/>
                  </a:lnTo>
                </a:path>
              </a:pathLst>
            </a:custGeom>
            <a:noFill/>
            <a:ln w="8096">
              <a:solidFill>
                <a:srgbClr val="7A8E9B"/>
              </a:solidFill>
            </a:ln>
          </p:spPr>
        </p:sp>
        <p:sp>
          <p:nvSpPr>
            <p:cNvPr id="509" name="Input_receptor__508">
              <a:extLst>
                <a:ext uri="{FF2B5EF4-FFF2-40B4-BE49-F238E27FC236}">
                  <a16:creationId xmlns:a16="http://schemas.microsoft.com/office/drawing/2014/main" id="{A84826DA-DE37-37A2-C01E-D6716A1E8405}"/>
                </a:ext>
              </a:extLst>
            </p:cNvPr>
            <p:cNvSpPr>
              <a:spLocks noGrp="1"/>
            </p:cNvSpPr>
            <p:nvPr/>
          </p:nvSpPr>
          <p:spPr>
            <a:xfrm>
              <a:off x="1203204" y="5627970"/>
              <a:ext cx="47869" cy="731"/>
            </a:xfrm>
            <a:custGeom>
              <a:avLst/>
              <a:gdLst/>
              <a:ahLst/>
              <a:cxnLst/>
              <a:rect l="0" t="0" r="0" b="0"/>
              <a:pathLst>
                <a:path w="47869" h="731">
                  <a:moveTo>
                    <a:pt x="47869" y="731"/>
                  </a:moveTo>
                  <a:lnTo>
                    <a:pt x="0" y="0"/>
                  </a:lnTo>
                </a:path>
              </a:pathLst>
            </a:custGeom>
            <a:noFill/>
            <a:ln w="20003">
              <a:solidFill>
                <a:srgbClr val="7A8E9B"/>
              </a:solidFill>
            </a:ln>
          </p:spPr>
        </p:sp>
        <p:sp>
          <p:nvSpPr>
            <p:cNvPr id="510" name="Input_receptor__509">
              <a:extLst>
                <a:ext uri="{FF2B5EF4-FFF2-40B4-BE49-F238E27FC236}">
                  <a16:creationId xmlns:a16="http://schemas.microsoft.com/office/drawing/2014/main" id="{B5834572-0162-562A-D156-396213A4611A}"/>
                </a:ext>
              </a:extLst>
            </p:cNvPr>
            <p:cNvSpPr>
              <a:spLocks noGrp="1"/>
            </p:cNvSpPr>
            <p:nvPr/>
          </p:nvSpPr>
          <p:spPr>
            <a:xfrm>
              <a:off x="1290962" y="5380487"/>
              <a:ext cx="44271" cy="11569"/>
            </a:xfrm>
            <a:custGeom>
              <a:avLst/>
              <a:gdLst/>
              <a:ahLst/>
              <a:cxnLst/>
              <a:rect l="0" t="0" r="0" b="0"/>
              <a:pathLst>
                <a:path w="44271" h="11569">
                  <a:moveTo>
                    <a:pt x="0" y="11569"/>
                  </a:moveTo>
                  <a:lnTo>
                    <a:pt x="44271" y="0"/>
                  </a:lnTo>
                </a:path>
              </a:pathLst>
            </a:custGeom>
            <a:noFill/>
            <a:ln w="20003">
              <a:solidFill>
                <a:srgbClr val="7A8E9B"/>
              </a:solidFill>
            </a:ln>
          </p:spPr>
        </p:sp>
        <p:sp>
          <p:nvSpPr>
            <p:cNvPr id="511" name="Input_receptor__510">
              <a:extLst>
                <a:ext uri="{FF2B5EF4-FFF2-40B4-BE49-F238E27FC236}">
                  <a16:creationId xmlns:a16="http://schemas.microsoft.com/office/drawing/2014/main" id="{B5F71093-C4B5-CA6A-F583-34F5BB38A5DB}"/>
                </a:ext>
              </a:extLst>
            </p:cNvPr>
            <p:cNvSpPr>
              <a:spLocks noGrp="1"/>
            </p:cNvSpPr>
            <p:nvPr/>
          </p:nvSpPr>
          <p:spPr>
            <a:xfrm>
              <a:off x="1511692" y="5437048"/>
              <a:ext cx="10630" cy="905"/>
            </a:xfrm>
            <a:custGeom>
              <a:avLst/>
              <a:gdLst/>
              <a:ahLst/>
              <a:cxnLst/>
              <a:rect l="0" t="0" r="0" b="0"/>
              <a:pathLst>
                <a:path w="10630" h="905">
                  <a:moveTo>
                    <a:pt x="10630" y="905"/>
                  </a:moveTo>
                  <a:lnTo>
                    <a:pt x="0" y="0"/>
                  </a:lnTo>
                </a:path>
              </a:pathLst>
            </a:custGeom>
            <a:noFill/>
            <a:ln w="20003">
              <a:solidFill>
                <a:srgbClr val="7A8E9C"/>
              </a:solidFill>
            </a:ln>
          </p:spPr>
        </p:sp>
        <p:sp>
          <p:nvSpPr>
            <p:cNvPr id="512" name="Input_receptor__511">
              <a:extLst>
                <a:ext uri="{FF2B5EF4-FFF2-40B4-BE49-F238E27FC236}">
                  <a16:creationId xmlns:a16="http://schemas.microsoft.com/office/drawing/2014/main" id="{9BEA0DE8-4D4A-E862-5CE9-4548927A39A6}"/>
                </a:ext>
              </a:extLst>
            </p:cNvPr>
            <p:cNvSpPr>
              <a:spLocks noGrp="1"/>
            </p:cNvSpPr>
            <p:nvPr/>
          </p:nvSpPr>
          <p:spPr>
            <a:xfrm>
              <a:off x="1248103" y="5108228"/>
              <a:ext cx="40681" cy="23517"/>
            </a:xfrm>
            <a:custGeom>
              <a:avLst/>
              <a:gdLst/>
              <a:ahLst/>
              <a:cxnLst/>
              <a:rect l="0" t="0" r="0" b="0"/>
              <a:pathLst>
                <a:path w="40681" h="23517">
                  <a:moveTo>
                    <a:pt x="40681" y="0"/>
                  </a:moveTo>
                  <a:lnTo>
                    <a:pt x="0" y="23517"/>
                  </a:lnTo>
                </a:path>
              </a:pathLst>
            </a:custGeom>
            <a:noFill/>
            <a:ln w="20003">
              <a:solidFill>
                <a:srgbClr val="7A8E9C"/>
              </a:solidFill>
            </a:ln>
          </p:spPr>
        </p:sp>
        <p:sp>
          <p:nvSpPr>
            <p:cNvPr id="513" name="Input_receptor__512">
              <a:extLst>
                <a:ext uri="{FF2B5EF4-FFF2-40B4-BE49-F238E27FC236}">
                  <a16:creationId xmlns:a16="http://schemas.microsoft.com/office/drawing/2014/main" id="{937E7E22-D83F-8F70-7B32-BB54B74B50B8}"/>
                </a:ext>
              </a:extLst>
            </p:cNvPr>
            <p:cNvSpPr>
              <a:spLocks noGrp="1"/>
            </p:cNvSpPr>
            <p:nvPr/>
          </p:nvSpPr>
          <p:spPr>
            <a:xfrm>
              <a:off x="1068561" y="5288738"/>
              <a:ext cx="42478" cy="6983"/>
            </a:xfrm>
            <a:custGeom>
              <a:avLst/>
              <a:gdLst/>
              <a:ahLst/>
              <a:cxnLst/>
              <a:rect l="0" t="0" r="0" b="0"/>
              <a:pathLst>
                <a:path w="42478" h="6983">
                  <a:moveTo>
                    <a:pt x="0" y="6983"/>
                  </a:moveTo>
                  <a:lnTo>
                    <a:pt x="42478" y="0"/>
                  </a:lnTo>
                </a:path>
              </a:pathLst>
            </a:custGeom>
            <a:noFill/>
            <a:ln w="20003">
              <a:solidFill>
                <a:srgbClr val="7A8E9C"/>
              </a:solidFill>
            </a:ln>
          </p:spPr>
        </p:sp>
        <p:sp>
          <p:nvSpPr>
            <p:cNvPr id="514" name="Input_receptor__513">
              <a:extLst>
                <a:ext uri="{FF2B5EF4-FFF2-40B4-BE49-F238E27FC236}">
                  <a16:creationId xmlns:a16="http://schemas.microsoft.com/office/drawing/2014/main" id="{6A592792-70A3-BE12-41F9-DFB02960D11F}"/>
                </a:ext>
              </a:extLst>
            </p:cNvPr>
            <p:cNvSpPr>
              <a:spLocks noGrp="1"/>
            </p:cNvSpPr>
            <p:nvPr/>
          </p:nvSpPr>
          <p:spPr>
            <a:xfrm>
              <a:off x="1761543" y="5161311"/>
              <a:ext cx="30106" cy="30765"/>
            </a:xfrm>
            <a:custGeom>
              <a:avLst/>
              <a:gdLst/>
              <a:ahLst/>
              <a:cxnLst/>
              <a:rect l="0" t="0" r="0" b="0"/>
              <a:pathLst>
                <a:path w="30106" h="30765">
                  <a:moveTo>
                    <a:pt x="0" y="0"/>
                  </a:moveTo>
                  <a:lnTo>
                    <a:pt x="30106" y="30765"/>
                  </a:lnTo>
                </a:path>
              </a:pathLst>
            </a:custGeom>
            <a:noFill/>
            <a:ln w="20003">
              <a:solidFill>
                <a:srgbClr val="7A8E9C"/>
              </a:solidFill>
            </a:ln>
          </p:spPr>
        </p:sp>
        <p:sp>
          <p:nvSpPr>
            <p:cNvPr id="515" name="Input_receptor__514">
              <a:extLst>
                <a:ext uri="{FF2B5EF4-FFF2-40B4-BE49-F238E27FC236}">
                  <a16:creationId xmlns:a16="http://schemas.microsoft.com/office/drawing/2014/main" id="{3936572E-80DE-015A-AECE-2E78A849F8D9}"/>
                </a:ext>
              </a:extLst>
            </p:cNvPr>
            <p:cNvSpPr>
              <a:spLocks noGrp="1"/>
            </p:cNvSpPr>
            <p:nvPr/>
          </p:nvSpPr>
          <p:spPr>
            <a:xfrm>
              <a:off x="1227792" y="5027522"/>
              <a:ext cx="20622" cy="29844"/>
            </a:xfrm>
            <a:custGeom>
              <a:avLst/>
              <a:gdLst/>
              <a:ahLst/>
              <a:cxnLst/>
              <a:rect l="0" t="0" r="0" b="0"/>
              <a:pathLst>
                <a:path w="20622" h="29844">
                  <a:moveTo>
                    <a:pt x="0" y="0"/>
                  </a:moveTo>
                  <a:lnTo>
                    <a:pt x="20622" y="29844"/>
                  </a:lnTo>
                </a:path>
              </a:pathLst>
            </a:custGeom>
            <a:noFill/>
            <a:ln w="20003">
              <a:solidFill>
                <a:srgbClr val="7A8E9C"/>
              </a:solidFill>
            </a:ln>
          </p:spPr>
        </p:sp>
        <p:sp>
          <p:nvSpPr>
            <p:cNvPr id="516" name="Input_receptor__515">
              <a:extLst>
                <a:ext uri="{FF2B5EF4-FFF2-40B4-BE49-F238E27FC236}">
                  <a16:creationId xmlns:a16="http://schemas.microsoft.com/office/drawing/2014/main" id="{8F140862-15EB-47C8-1460-DEED8219D983}"/>
                </a:ext>
              </a:extLst>
            </p:cNvPr>
            <p:cNvSpPr>
              <a:spLocks noGrp="1"/>
            </p:cNvSpPr>
            <p:nvPr/>
          </p:nvSpPr>
          <p:spPr>
            <a:xfrm>
              <a:off x="1658188" y="5145634"/>
              <a:ext cx="6192" cy="32373"/>
            </a:xfrm>
            <a:custGeom>
              <a:avLst/>
              <a:gdLst/>
              <a:ahLst/>
              <a:cxnLst/>
              <a:rect l="0" t="0" r="0" b="0"/>
              <a:pathLst>
                <a:path w="6192" h="32373">
                  <a:moveTo>
                    <a:pt x="6192" y="0"/>
                  </a:moveTo>
                  <a:lnTo>
                    <a:pt x="0" y="32373"/>
                  </a:lnTo>
                </a:path>
              </a:pathLst>
            </a:custGeom>
            <a:noFill/>
            <a:ln w="20003">
              <a:solidFill>
                <a:srgbClr val="7A8E9C"/>
              </a:solidFill>
            </a:ln>
          </p:spPr>
        </p:sp>
        <p:sp>
          <p:nvSpPr>
            <p:cNvPr id="517" name="Input_receptor__516">
              <a:extLst>
                <a:ext uri="{FF2B5EF4-FFF2-40B4-BE49-F238E27FC236}">
                  <a16:creationId xmlns:a16="http://schemas.microsoft.com/office/drawing/2014/main" id="{9AB98892-1840-0E64-E400-66988F5E8FB2}"/>
                </a:ext>
              </a:extLst>
            </p:cNvPr>
            <p:cNvSpPr>
              <a:spLocks noGrp="1"/>
            </p:cNvSpPr>
            <p:nvPr/>
          </p:nvSpPr>
          <p:spPr>
            <a:xfrm>
              <a:off x="1932421" y="5271606"/>
              <a:ext cx="16144" cy="37414"/>
            </a:xfrm>
            <a:custGeom>
              <a:avLst/>
              <a:gdLst/>
              <a:ahLst/>
              <a:cxnLst/>
              <a:rect l="0" t="0" r="0" b="0"/>
              <a:pathLst>
                <a:path w="16144" h="37414">
                  <a:moveTo>
                    <a:pt x="0" y="37414"/>
                  </a:moveTo>
                  <a:lnTo>
                    <a:pt x="16144" y="0"/>
                  </a:lnTo>
                </a:path>
              </a:pathLst>
            </a:custGeom>
            <a:noFill/>
            <a:ln w="20003">
              <a:solidFill>
                <a:srgbClr val="7B8E9C"/>
              </a:solidFill>
            </a:ln>
          </p:spPr>
        </p:sp>
        <p:sp>
          <p:nvSpPr>
            <p:cNvPr id="518" name="Input_receptor__517">
              <a:extLst>
                <a:ext uri="{FF2B5EF4-FFF2-40B4-BE49-F238E27FC236}">
                  <a16:creationId xmlns:a16="http://schemas.microsoft.com/office/drawing/2014/main" id="{AE7B427C-6144-EF6E-A4DC-8784F35CC7F3}"/>
                </a:ext>
              </a:extLst>
            </p:cNvPr>
            <p:cNvSpPr>
              <a:spLocks noGrp="1"/>
            </p:cNvSpPr>
            <p:nvPr/>
          </p:nvSpPr>
          <p:spPr>
            <a:xfrm>
              <a:off x="1507562" y="4710029"/>
              <a:ext cx="20677" cy="22648"/>
            </a:xfrm>
            <a:custGeom>
              <a:avLst/>
              <a:gdLst/>
              <a:ahLst/>
              <a:cxnLst/>
              <a:rect l="0" t="0" r="0" b="0"/>
              <a:pathLst>
                <a:path w="20677" h="22648">
                  <a:moveTo>
                    <a:pt x="20677" y="0"/>
                  </a:moveTo>
                  <a:lnTo>
                    <a:pt x="0" y="22648"/>
                  </a:lnTo>
                </a:path>
              </a:pathLst>
            </a:custGeom>
            <a:noFill/>
            <a:ln w="8096">
              <a:solidFill>
                <a:srgbClr val="7B8E9C"/>
              </a:solidFill>
            </a:ln>
          </p:spPr>
        </p:sp>
        <p:sp>
          <p:nvSpPr>
            <p:cNvPr id="519" name="Input_receptor__518">
              <a:extLst>
                <a:ext uri="{FF2B5EF4-FFF2-40B4-BE49-F238E27FC236}">
                  <a16:creationId xmlns:a16="http://schemas.microsoft.com/office/drawing/2014/main" id="{4551DEA8-E2B4-D7FA-56CD-0FE118E3F31E}"/>
                </a:ext>
              </a:extLst>
            </p:cNvPr>
            <p:cNvSpPr>
              <a:spLocks noGrp="1"/>
            </p:cNvSpPr>
            <p:nvPr/>
          </p:nvSpPr>
          <p:spPr>
            <a:xfrm>
              <a:off x="1202138" y="5215595"/>
              <a:ext cx="27348" cy="34887"/>
            </a:xfrm>
            <a:custGeom>
              <a:avLst/>
              <a:gdLst/>
              <a:ahLst/>
              <a:cxnLst/>
              <a:rect l="0" t="0" r="0" b="0"/>
              <a:pathLst>
                <a:path w="27348" h="34887">
                  <a:moveTo>
                    <a:pt x="0" y="0"/>
                  </a:moveTo>
                  <a:lnTo>
                    <a:pt x="27348" y="34887"/>
                  </a:lnTo>
                </a:path>
              </a:pathLst>
            </a:custGeom>
            <a:noFill/>
            <a:ln w="20003">
              <a:solidFill>
                <a:srgbClr val="7B8E9C"/>
              </a:solidFill>
            </a:ln>
          </p:spPr>
        </p:sp>
        <p:sp>
          <p:nvSpPr>
            <p:cNvPr id="520" name="Input_receptor__519">
              <a:extLst>
                <a:ext uri="{FF2B5EF4-FFF2-40B4-BE49-F238E27FC236}">
                  <a16:creationId xmlns:a16="http://schemas.microsoft.com/office/drawing/2014/main" id="{737F717C-286F-8527-14BC-88D6C543301F}"/>
                </a:ext>
              </a:extLst>
            </p:cNvPr>
            <p:cNvSpPr>
              <a:spLocks noGrp="1"/>
            </p:cNvSpPr>
            <p:nvPr/>
          </p:nvSpPr>
          <p:spPr>
            <a:xfrm>
              <a:off x="1923911" y="5237599"/>
              <a:ext cx="24654" cy="34007"/>
            </a:xfrm>
            <a:custGeom>
              <a:avLst/>
              <a:gdLst/>
              <a:ahLst/>
              <a:cxnLst/>
              <a:rect l="0" t="0" r="0" b="0"/>
              <a:pathLst>
                <a:path w="24654" h="34007">
                  <a:moveTo>
                    <a:pt x="24654" y="34007"/>
                  </a:moveTo>
                  <a:lnTo>
                    <a:pt x="0" y="0"/>
                  </a:lnTo>
                </a:path>
              </a:pathLst>
            </a:custGeom>
            <a:noFill/>
            <a:ln w="20003">
              <a:solidFill>
                <a:srgbClr val="7B8E9C"/>
              </a:solidFill>
            </a:ln>
          </p:spPr>
        </p:sp>
        <p:sp>
          <p:nvSpPr>
            <p:cNvPr id="521" name="Input_receptor__520">
              <a:extLst>
                <a:ext uri="{FF2B5EF4-FFF2-40B4-BE49-F238E27FC236}">
                  <a16:creationId xmlns:a16="http://schemas.microsoft.com/office/drawing/2014/main" id="{F7F57B89-7B45-2FE8-43F8-75031BAFC81B}"/>
                </a:ext>
              </a:extLst>
            </p:cNvPr>
            <p:cNvSpPr>
              <a:spLocks noGrp="1"/>
            </p:cNvSpPr>
            <p:nvPr/>
          </p:nvSpPr>
          <p:spPr>
            <a:xfrm>
              <a:off x="1196585" y="5250482"/>
              <a:ext cx="32901" cy="30888"/>
            </a:xfrm>
            <a:custGeom>
              <a:avLst/>
              <a:gdLst/>
              <a:ahLst/>
              <a:cxnLst/>
              <a:rect l="0" t="0" r="0" b="0"/>
              <a:pathLst>
                <a:path w="32901" h="30888">
                  <a:moveTo>
                    <a:pt x="32901" y="0"/>
                  </a:moveTo>
                  <a:lnTo>
                    <a:pt x="0" y="30888"/>
                  </a:lnTo>
                </a:path>
              </a:pathLst>
            </a:custGeom>
            <a:noFill/>
            <a:ln w="20003">
              <a:solidFill>
                <a:srgbClr val="7B8E9C"/>
              </a:solidFill>
            </a:ln>
          </p:spPr>
        </p:sp>
        <p:sp>
          <p:nvSpPr>
            <p:cNvPr id="522" name="Input_receptor__521">
              <a:extLst>
                <a:ext uri="{FF2B5EF4-FFF2-40B4-BE49-F238E27FC236}">
                  <a16:creationId xmlns:a16="http://schemas.microsoft.com/office/drawing/2014/main" id="{B3285B9E-9875-EB19-E873-FFF6752FA671}"/>
                </a:ext>
              </a:extLst>
            </p:cNvPr>
            <p:cNvSpPr>
              <a:spLocks noGrp="1"/>
            </p:cNvSpPr>
            <p:nvPr/>
          </p:nvSpPr>
          <p:spPr>
            <a:xfrm>
              <a:off x="1163554" y="5215595"/>
              <a:ext cx="38583" cy="20340"/>
            </a:xfrm>
            <a:custGeom>
              <a:avLst/>
              <a:gdLst/>
              <a:ahLst/>
              <a:cxnLst/>
              <a:rect l="0" t="0" r="0" b="0"/>
              <a:pathLst>
                <a:path w="38583" h="20340">
                  <a:moveTo>
                    <a:pt x="0" y="20340"/>
                  </a:moveTo>
                  <a:lnTo>
                    <a:pt x="38583" y="0"/>
                  </a:lnTo>
                </a:path>
              </a:pathLst>
            </a:custGeom>
            <a:noFill/>
            <a:ln w="20003">
              <a:solidFill>
                <a:srgbClr val="7B8E9C"/>
              </a:solidFill>
            </a:ln>
          </p:spPr>
        </p:sp>
        <p:sp>
          <p:nvSpPr>
            <p:cNvPr id="523" name="Input_receptor__522">
              <a:extLst>
                <a:ext uri="{FF2B5EF4-FFF2-40B4-BE49-F238E27FC236}">
                  <a16:creationId xmlns:a16="http://schemas.microsoft.com/office/drawing/2014/main" id="{1510C4D8-12BE-8461-1F84-BECAFEBB022B}"/>
                </a:ext>
              </a:extLst>
            </p:cNvPr>
            <p:cNvSpPr>
              <a:spLocks noGrp="1"/>
            </p:cNvSpPr>
            <p:nvPr/>
          </p:nvSpPr>
          <p:spPr>
            <a:xfrm>
              <a:off x="1727135" y="5161311"/>
              <a:ext cx="34408" cy="14932"/>
            </a:xfrm>
            <a:custGeom>
              <a:avLst/>
              <a:gdLst/>
              <a:ahLst/>
              <a:cxnLst/>
              <a:rect l="0" t="0" r="0" b="0"/>
              <a:pathLst>
                <a:path w="34408" h="14932">
                  <a:moveTo>
                    <a:pt x="0" y="14932"/>
                  </a:moveTo>
                  <a:lnTo>
                    <a:pt x="34408" y="0"/>
                  </a:lnTo>
                </a:path>
              </a:pathLst>
            </a:custGeom>
            <a:noFill/>
            <a:ln w="20003">
              <a:solidFill>
                <a:srgbClr val="7B8E9C"/>
              </a:solidFill>
            </a:ln>
          </p:spPr>
        </p:sp>
        <p:sp>
          <p:nvSpPr>
            <p:cNvPr id="524" name="Input_receptor__523">
              <a:extLst>
                <a:ext uri="{FF2B5EF4-FFF2-40B4-BE49-F238E27FC236}">
                  <a16:creationId xmlns:a16="http://schemas.microsoft.com/office/drawing/2014/main" id="{91778358-DAB9-D00E-BFA4-D1EF7C832646}"/>
                </a:ext>
              </a:extLst>
            </p:cNvPr>
            <p:cNvSpPr>
              <a:spLocks noGrp="1"/>
            </p:cNvSpPr>
            <p:nvPr/>
          </p:nvSpPr>
          <p:spPr>
            <a:xfrm>
              <a:off x="1288784" y="5108228"/>
              <a:ext cx="28727" cy="32280"/>
            </a:xfrm>
            <a:custGeom>
              <a:avLst/>
              <a:gdLst/>
              <a:ahLst/>
              <a:cxnLst/>
              <a:rect l="0" t="0" r="0" b="0"/>
              <a:pathLst>
                <a:path w="28727" h="32280">
                  <a:moveTo>
                    <a:pt x="28727" y="32280"/>
                  </a:moveTo>
                  <a:lnTo>
                    <a:pt x="0" y="0"/>
                  </a:lnTo>
                </a:path>
              </a:pathLst>
            </a:custGeom>
            <a:noFill/>
            <a:ln w="20003">
              <a:solidFill>
                <a:srgbClr val="7B8E9C"/>
              </a:solidFill>
            </a:ln>
          </p:spPr>
        </p:sp>
        <p:sp>
          <p:nvSpPr>
            <p:cNvPr id="525" name="Input_receptor__524">
              <a:extLst>
                <a:ext uri="{FF2B5EF4-FFF2-40B4-BE49-F238E27FC236}">
                  <a16:creationId xmlns:a16="http://schemas.microsoft.com/office/drawing/2014/main" id="{E0D35427-6607-2BF0-9D99-67CE74460F8B}"/>
                </a:ext>
              </a:extLst>
            </p:cNvPr>
            <p:cNvSpPr>
              <a:spLocks noGrp="1"/>
            </p:cNvSpPr>
            <p:nvPr/>
          </p:nvSpPr>
          <p:spPr>
            <a:xfrm>
              <a:off x="1141207" y="5348463"/>
              <a:ext cx="18480" cy="44407"/>
            </a:xfrm>
            <a:custGeom>
              <a:avLst/>
              <a:gdLst/>
              <a:ahLst/>
              <a:cxnLst/>
              <a:rect l="0" t="0" r="0" b="0"/>
              <a:pathLst>
                <a:path w="18480" h="44407">
                  <a:moveTo>
                    <a:pt x="18480" y="0"/>
                  </a:moveTo>
                  <a:lnTo>
                    <a:pt x="0" y="44407"/>
                  </a:lnTo>
                </a:path>
              </a:pathLst>
            </a:custGeom>
            <a:noFill/>
            <a:ln w="20003">
              <a:solidFill>
                <a:srgbClr val="7B8E9C"/>
              </a:solidFill>
            </a:ln>
          </p:spPr>
        </p:sp>
        <p:sp>
          <p:nvSpPr>
            <p:cNvPr id="526" name="Input_receptor__525">
              <a:extLst>
                <a:ext uri="{FF2B5EF4-FFF2-40B4-BE49-F238E27FC236}">
                  <a16:creationId xmlns:a16="http://schemas.microsoft.com/office/drawing/2014/main" id="{6DBF199C-6DBC-C904-7C19-ADC9ADD2B3EF}"/>
                </a:ext>
              </a:extLst>
            </p:cNvPr>
            <p:cNvSpPr>
              <a:spLocks noGrp="1"/>
            </p:cNvSpPr>
            <p:nvPr/>
          </p:nvSpPr>
          <p:spPr>
            <a:xfrm>
              <a:off x="1640764" y="5306559"/>
              <a:ext cx="3647" cy="13625"/>
            </a:xfrm>
            <a:custGeom>
              <a:avLst/>
              <a:gdLst/>
              <a:ahLst/>
              <a:cxnLst/>
              <a:rect l="0" t="0" r="0" b="0"/>
              <a:pathLst>
                <a:path w="3647" h="13625">
                  <a:moveTo>
                    <a:pt x="3647" y="13625"/>
                  </a:moveTo>
                  <a:lnTo>
                    <a:pt x="0" y="0"/>
                  </a:lnTo>
                </a:path>
              </a:pathLst>
            </a:custGeom>
            <a:noFill/>
            <a:ln w="20003">
              <a:solidFill>
                <a:srgbClr val="7B8E9C"/>
              </a:solidFill>
            </a:ln>
          </p:spPr>
        </p:sp>
        <p:sp>
          <p:nvSpPr>
            <p:cNvPr id="527" name="Input_receptor__526">
              <a:extLst>
                <a:ext uri="{FF2B5EF4-FFF2-40B4-BE49-F238E27FC236}">
                  <a16:creationId xmlns:a16="http://schemas.microsoft.com/office/drawing/2014/main" id="{E8D58D7E-6FAC-218B-E2FD-46292875F2B8}"/>
                </a:ext>
              </a:extLst>
            </p:cNvPr>
            <p:cNvSpPr>
              <a:spLocks noGrp="1"/>
            </p:cNvSpPr>
            <p:nvPr/>
          </p:nvSpPr>
          <p:spPr>
            <a:xfrm>
              <a:off x="1290832" y="5140508"/>
              <a:ext cx="26679" cy="36856"/>
            </a:xfrm>
            <a:custGeom>
              <a:avLst/>
              <a:gdLst/>
              <a:ahLst/>
              <a:cxnLst/>
              <a:rect l="0" t="0" r="0" b="0"/>
              <a:pathLst>
                <a:path w="26679" h="36856">
                  <a:moveTo>
                    <a:pt x="0" y="36856"/>
                  </a:moveTo>
                  <a:lnTo>
                    <a:pt x="26679" y="0"/>
                  </a:lnTo>
                </a:path>
              </a:pathLst>
            </a:custGeom>
            <a:noFill/>
            <a:ln w="20003">
              <a:solidFill>
                <a:srgbClr val="7B8E9C"/>
              </a:solidFill>
            </a:ln>
          </p:spPr>
        </p:sp>
        <p:sp>
          <p:nvSpPr>
            <p:cNvPr id="528" name="Input_receptor__527">
              <a:extLst>
                <a:ext uri="{FF2B5EF4-FFF2-40B4-BE49-F238E27FC236}">
                  <a16:creationId xmlns:a16="http://schemas.microsoft.com/office/drawing/2014/main" id="{772FE378-610F-AD9E-42EB-2B68F39BD998}"/>
                </a:ext>
              </a:extLst>
            </p:cNvPr>
            <p:cNvSpPr>
              <a:spLocks noGrp="1"/>
            </p:cNvSpPr>
            <p:nvPr/>
          </p:nvSpPr>
          <p:spPr>
            <a:xfrm>
              <a:off x="1761431" y="5192076"/>
              <a:ext cx="30218" cy="36969"/>
            </a:xfrm>
            <a:custGeom>
              <a:avLst/>
              <a:gdLst/>
              <a:ahLst/>
              <a:cxnLst/>
              <a:rect l="0" t="0" r="0" b="0"/>
              <a:pathLst>
                <a:path w="30218" h="36969">
                  <a:moveTo>
                    <a:pt x="30218" y="0"/>
                  </a:moveTo>
                  <a:lnTo>
                    <a:pt x="0" y="36969"/>
                  </a:lnTo>
                </a:path>
              </a:pathLst>
            </a:custGeom>
            <a:noFill/>
            <a:ln w="20003">
              <a:solidFill>
                <a:srgbClr val="7B8E9C"/>
              </a:solidFill>
            </a:ln>
          </p:spPr>
        </p:sp>
        <p:sp>
          <p:nvSpPr>
            <p:cNvPr id="529" name="Input_receptor__528">
              <a:extLst>
                <a:ext uri="{FF2B5EF4-FFF2-40B4-BE49-F238E27FC236}">
                  <a16:creationId xmlns:a16="http://schemas.microsoft.com/office/drawing/2014/main" id="{5A7471AF-9E84-3BFA-30B1-E77A03A30F13}"/>
                </a:ext>
              </a:extLst>
            </p:cNvPr>
            <p:cNvSpPr>
              <a:spLocks noGrp="1"/>
            </p:cNvSpPr>
            <p:nvPr/>
          </p:nvSpPr>
          <p:spPr>
            <a:xfrm>
              <a:off x="1475013" y="5366753"/>
              <a:ext cx="46158" cy="13744"/>
            </a:xfrm>
            <a:custGeom>
              <a:avLst/>
              <a:gdLst/>
              <a:ahLst/>
              <a:cxnLst/>
              <a:rect l="0" t="0" r="0" b="0"/>
              <a:pathLst>
                <a:path w="46158" h="13744">
                  <a:moveTo>
                    <a:pt x="46158" y="0"/>
                  </a:moveTo>
                  <a:lnTo>
                    <a:pt x="0" y="13744"/>
                  </a:lnTo>
                </a:path>
              </a:pathLst>
            </a:custGeom>
            <a:noFill/>
            <a:ln w="20003">
              <a:solidFill>
                <a:srgbClr val="7B8E9C"/>
              </a:solidFill>
            </a:ln>
          </p:spPr>
        </p:sp>
        <p:sp>
          <p:nvSpPr>
            <p:cNvPr id="530" name="Input_receptor__529">
              <a:extLst>
                <a:ext uri="{FF2B5EF4-FFF2-40B4-BE49-F238E27FC236}">
                  <a16:creationId xmlns:a16="http://schemas.microsoft.com/office/drawing/2014/main" id="{8C626308-AC6E-1AA7-9462-58B09C7A5AF4}"/>
                </a:ext>
              </a:extLst>
            </p:cNvPr>
            <p:cNvSpPr>
              <a:spLocks noGrp="1"/>
            </p:cNvSpPr>
            <p:nvPr/>
          </p:nvSpPr>
          <p:spPr>
            <a:xfrm>
              <a:off x="1735657" y="4796006"/>
              <a:ext cx="10902" cy="16597"/>
            </a:xfrm>
            <a:custGeom>
              <a:avLst/>
              <a:gdLst/>
              <a:ahLst/>
              <a:cxnLst/>
              <a:rect l="0" t="0" r="0" b="0"/>
              <a:pathLst>
                <a:path w="10902" h="16597">
                  <a:moveTo>
                    <a:pt x="10902" y="0"/>
                  </a:moveTo>
                  <a:lnTo>
                    <a:pt x="0" y="16597"/>
                  </a:lnTo>
                </a:path>
              </a:pathLst>
            </a:custGeom>
            <a:noFill/>
            <a:ln w="8096">
              <a:solidFill>
                <a:srgbClr val="7B8E9C"/>
              </a:solidFill>
            </a:ln>
          </p:spPr>
        </p:sp>
        <p:sp>
          <p:nvSpPr>
            <p:cNvPr id="531" name="Input_receptor__530">
              <a:extLst>
                <a:ext uri="{FF2B5EF4-FFF2-40B4-BE49-F238E27FC236}">
                  <a16:creationId xmlns:a16="http://schemas.microsoft.com/office/drawing/2014/main" id="{9BD548AE-DC13-4CFD-9B09-3BBBEFD973CD}"/>
                </a:ext>
              </a:extLst>
            </p:cNvPr>
            <p:cNvSpPr>
              <a:spLocks noGrp="1"/>
            </p:cNvSpPr>
            <p:nvPr/>
          </p:nvSpPr>
          <p:spPr>
            <a:xfrm>
              <a:off x="1618240" y="5178007"/>
              <a:ext cx="39947" cy="15772"/>
            </a:xfrm>
            <a:custGeom>
              <a:avLst/>
              <a:gdLst/>
              <a:ahLst/>
              <a:cxnLst/>
              <a:rect l="0" t="0" r="0" b="0"/>
              <a:pathLst>
                <a:path w="39947" h="15772">
                  <a:moveTo>
                    <a:pt x="39947" y="0"/>
                  </a:moveTo>
                  <a:lnTo>
                    <a:pt x="0" y="15772"/>
                  </a:lnTo>
                </a:path>
              </a:pathLst>
            </a:custGeom>
            <a:noFill/>
            <a:ln w="20003">
              <a:solidFill>
                <a:srgbClr val="7B8E9C"/>
              </a:solidFill>
            </a:ln>
          </p:spPr>
        </p:sp>
        <p:sp>
          <p:nvSpPr>
            <p:cNvPr id="532" name="Input_receptor__531">
              <a:extLst>
                <a:ext uri="{FF2B5EF4-FFF2-40B4-BE49-F238E27FC236}">
                  <a16:creationId xmlns:a16="http://schemas.microsoft.com/office/drawing/2014/main" id="{40345F15-B496-26A5-A0EB-C8B5FA43228C}"/>
                </a:ext>
              </a:extLst>
            </p:cNvPr>
            <p:cNvSpPr>
              <a:spLocks noGrp="1"/>
            </p:cNvSpPr>
            <p:nvPr/>
          </p:nvSpPr>
          <p:spPr>
            <a:xfrm>
              <a:off x="1618343" y="5125264"/>
              <a:ext cx="1372" cy="5621"/>
            </a:xfrm>
            <a:custGeom>
              <a:avLst/>
              <a:gdLst/>
              <a:ahLst/>
              <a:cxnLst/>
              <a:rect l="0" t="0" r="0" b="0"/>
              <a:pathLst>
                <a:path w="1372" h="5621">
                  <a:moveTo>
                    <a:pt x="1372" y="0"/>
                  </a:moveTo>
                  <a:lnTo>
                    <a:pt x="0" y="5621"/>
                  </a:lnTo>
                </a:path>
              </a:pathLst>
            </a:custGeom>
            <a:noFill/>
            <a:ln w="20003">
              <a:solidFill>
                <a:srgbClr val="7B8E9C"/>
              </a:solidFill>
            </a:ln>
          </p:spPr>
        </p:sp>
        <p:sp>
          <p:nvSpPr>
            <p:cNvPr id="533" name="Input_receptor__532">
              <a:extLst>
                <a:ext uri="{FF2B5EF4-FFF2-40B4-BE49-F238E27FC236}">
                  <a16:creationId xmlns:a16="http://schemas.microsoft.com/office/drawing/2014/main" id="{32E90171-BEC7-346B-978E-54112A8F7E6F}"/>
                </a:ext>
              </a:extLst>
            </p:cNvPr>
            <p:cNvSpPr>
              <a:spLocks noGrp="1"/>
            </p:cNvSpPr>
            <p:nvPr/>
          </p:nvSpPr>
          <p:spPr>
            <a:xfrm>
              <a:off x="1859412" y="5325282"/>
              <a:ext cx="41611" cy="18704"/>
            </a:xfrm>
            <a:custGeom>
              <a:avLst/>
              <a:gdLst/>
              <a:ahLst/>
              <a:cxnLst/>
              <a:rect l="0" t="0" r="0" b="0"/>
              <a:pathLst>
                <a:path w="41611" h="18704">
                  <a:moveTo>
                    <a:pt x="0" y="0"/>
                  </a:moveTo>
                  <a:lnTo>
                    <a:pt x="41611" y="18704"/>
                  </a:lnTo>
                </a:path>
              </a:pathLst>
            </a:custGeom>
            <a:noFill/>
            <a:ln w="8096">
              <a:solidFill>
                <a:srgbClr val="7B8E9C"/>
              </a:solidFill>
            </a:ln>
          </p:spPr>
        </p:sp>
        <p:sp>
          <p:nvSpPr>
            <p:cNvPr id="534" name="Input_receptor__533">
              <a:extLst>
                <a:ext uri="{FF2B5EF4-FFF2-40B4-BE49-F238E27FC236}">
                  <a16:creationId xmlns:a16="http://schemas.microsoft.com/office/drawing/2014/main" id="{A2C91789-55DC-5E41-A065-A2BBED5FA2F8}"/>
                </a:ext>
              </a:extLst>
            </p:cNvPr>
            <p:cNvSpPr>
              <a:spLocks noGrp="1"/>
            </p:cNvSpPr>
            <p:nvPr/>
          </p:nvSpPr>
          <p:spPr>
            <a:xfrm>
              <a:off x="1601851" y="5064282"/>
              <a:ext cx="39491" cy="7700"/>
            </a:xfrm>
            <a:custGeom>
              <a:avLst/>
              <a:gdLst/>
              <a:ahLst/>
              <a:cxnLst/>
              <a:rect l="0" t="0" r="0" b="0"/>
              <a:pathLst>
                <a:path w="39491" h="7700">
                  <a:moveTo>
                    <a:pt x="0" y="0"/>
                  </a:moveTo>
                  <a:lnTo>
                    <a:pt x="39491" y="7700"/>
                  </a:lnTo>
                </a:path>
              </a:pathLst>
            </a:custGeom>
            <a:noFill/>
            <a:ln w="20003">
              <a:solidFill>
                <a:srgbClr val="7B8E9C"/>
              </a:solidFill>
            </a:ln>
          </p:spPr>
        </p:sp>
        <p:sp>
          <p:nvSpPr>
            <p:cNvPr id="535" name="Input_receptor__534">
              <a:extLst>
                <a:ext uri="{FF2B5EF4-FFF2-40B4-BE49-F238E27FC236}">
                  <a16:creationId xmlns:a16="http://schemas.microsoft.com/office/drawing/2014/main" id="{ABEA34AC-A153-1C1D-4D08-9412B7C27F90}"/>
                </a:ext>
              </a:extLst>
            </p:cNvPr>
            <p:cNvSpPr>
              <a:spLocks noGrp="1"/>
            </p:cNvSpPr>
            <p:nvPr/>
          </p:nvSpPr>
          <p:spPr>
            <a:xfrm>
              <a:off x="1466067" y="4732677"/>
              <a:ext cx="41495" cy="7222"/>
            </a:xfrm>
            <a:custGeom>
              <a:avLst/>
              <a:gdLst/>
              <a:ahLst/>
              <a:cxnLst/>
              <a:rect l="0" t="0" r="0" b="0"/>
              <a:pathLst>
                <a:path w="41495" h="7222">
                  <a:moveTo>
                    <a:pt x="41495" y="0"/>
                  </a:moveTo>
                  <a:lnTo>
                    <a:pt x="0" y="7222"/>
                  </a:lnTo>
                </a:path>
              </a:pathLst>
            </a:custGeom>
            <a:noFill/>
            <a:ln w="8096">
              <a:solidFill>
                <a:srgbClr val="7B8E9C"/>
              </a:solidFill>
            </a:ln>
          </p:spPr>
        </p:sp>
        <p:sp>
          <p:nvSpPr>
            <p:cNvPr id="536" name="Input_receptor__535">
              <a:extLst>
                <a:ext uri="{FF2B5EF4-FFF2-40B4-BE49-F238E27FC236}">
                  <a16:creationId xmlns:a16="http://schemas.microsoft.com/office/drawing/2014/main" id="{6F35FC27-F5A5-CE82-B602-A8B7D28933AD}"/>
                </a:ext>
              </a:extLst>
            </p:cNvPr>
            <p:cNvSpPr>
              <a:spLocks noGrp="1"/>
            </p:cNvSpPr>
            <p:nvPr/>
          </p:nvSpPr>
          <p:spPr>
            <a:xfrm>
              <a:off x="1004295" y="5239258"/>
              <a:ext cx="45541" cy="15411"/>
            </a:xfrm>
            <a:custGeom>
              <a:avLst/>
              <a:gdLst/>
              <a:ahLst/>
              <a:cxnLst/>
              <a:rect l="0" t="0" r="0" b="0"/>
              <a:pathLst>
                <a:path w="45541" h="15411">
                  <a:moveTo>
                    <a:pt x="0" y="15411"/>
                  </a:moveTo>
                  <a:lnTo>
                    <a:pt x="45541" y="0"/>
                  </a:lnTo>
                </a:path>
              </a:pathLst>
            </a:custGeom>
            <a:noFill/>
            <a:ln w="20003">
              <a:solidFill>
                <a:srgbClr val="7B8E9C"/>
              </a:solidFill>
            </a:ln>
          </p:spPr>
        </p:sp>
        <p:sp>
          <p:nvSpPr>
            <p:cNvPr id="537" name="Input_receptor__536">
              <a:extLst>
                <a:ext uri="{FF2B5EF4-FFF2-40B4-BE49-F238E27FC236}">
                  <a16:creationId xmlns:a16="http://schemas.microsoft.com/office/drawing/2014/main" id="{C28B50E6-05E0-4D35-D410-3946B3E8E42A}"/>
                </a:ext>
              </a:extLst>
            </p:cNvPr>
            <p:cNvSpPr>
              <a:spLocks noGrp="1"/>
            </p:cNvSpPr>
            <p:nvPr/>
          </p:nvSpPr>
          <p:spPr>
            <a:xfrm>
              <a:off x="1445357" y="5561811"/>
              <a:ext cx="17428" cy="10990"/>
            </a:xfrm>
            <a:custGeom>
              <a:avLst/>
              <a:gdLst/>
              <a:ahLst/>
              <a:cxnLst/>
              <a:rect l="0" t="0" r="0" b="0"/>
              <a:pathLst>
                <a:path w="17428" h="10990">
                  <a:moveTo>
                    <a:pt x="17428" y="0"/>
                  </a:moveTo>
                  <a:lnTo>
                    <a:pt x="0" y="10990"/>
                  </a:lnTo>
                </a:path>
              </a:pathLst>
            </a:custGeom>
            <a:noFill/>
            <a:ln w="20003">
              <a:solidFill>
                <a:srgbClr val="7B8E9C"/>
              </a:solidFill>
            </a:ln>
          </p:spPr>
        </p:sp>
        <p:sp>
          <p:nvSpPr>
            <p:cNvPr id="538" name="Input_receptor__537">
              <a:extLst>
                <a:ext uri="{FF2B5EF4-FFF2-40B4-BE49-F238E27FC236}">
                  <a16:creationId xmlns:a16="http://schemas.microsoft.com/office/drawing/2014/main" id="{11E61F41-D318-6C3B-7638-4FE1BFACD59B}"/>
                </a:ext>
              </a:extLst>
            </p:cNvPr>
            <p:cNvSpPr>
              <a:spLocks noGrp="1"/>
            </p:cNvSpPr>
            <p:nvPr/>
          </p:nvSpPr>
          <p:spPr>
            <a:xfrm>
              <a:off x="1046490" y="5295722"/>
              <a:ext cx="22071" cy="6050"/>
            </a:xfrm>
            <a:custGeom>
              <a:avLst/>
              <a:gdLst/>
              <a:ahLst/>
              <a:cxnLst/>
              <a:rect l="0" t="0" r="0" b="0"/>
              <a:pathLst>
                <a:path w="22071" h="6050">
                  <a:moveTo>
                    <a:pt x="0" y="6050"/>
                  </a:moveTo>
                  <a:lnTo>
                    <a:pt x="22071" y="0"/>
                  </a:lnTo>
                </a:path>
              </a:pathLst>
            </a:custGeom>
            <a:noFill/>
            <a:ln w="20003">
              <a:solidFill>
                <a:srgbClr val="7B8E9C"/>
              </a:solidFill>
            </a:ln>
          </p:spPr>
        </p:sp>
        <p:sp>
          <p:nvSpPr>
            <p:cNvPr id="539" name="Input_receptor__538">
              <a:extLst>
                <a:ext uri="{FF2B5EF4-FFF2-40B4-BE49-F238E27FC236}">
                  <a16:creationId xmlns:a16="http://schemas.microsoft.com/office/drawing/2014/main" id="{A0DD4F9A-0EAE-E8B0-F1C3-692A655726FD}"/>
                </a:ext>
              </a:extLst>
            </p:cNvPr>
            <p:cNvSpPr>
              <a:spLocks noGrp="1"/>
            </p:cNvSpPr>
            <p:nvPr/>
          </p:nvSpPr>
          <p:spPr>
            <a:xfrm>
              <a:off x="1390449" y="5515433"/>
              <a:ext cx="28151" cy="38159"/>
            </a:xfrm>
            <a:custGeom>
              <a:avLst/>
              <a:gdLst/>
              <a:ahLst/>
              <a:cxnLst/>
              <a:rect l="0" t="0" r="0" b="0"/>
              <a:pathLst>
                <a:path w="28151" h="38159">
                  <a:moveTo>
                    <a:pt x="28151" y="0"/>
                  </a:moveTo>
                  <a:lnTo>
                    <a:pt x="0" y="38159"/>
                  </a:lnTo>
                </a:path>
              </a:pathLst>
            </a:custGeom>
            <a:noFill/>
            <a:ln w="20003">
              <a:solidFill>
                <a:srgbClr val="7B8E9C"/>
              </a:solidFill>
            </a:ln>
          </p:spPr>
        </p:sp>
        <p:sp>
          <p:nvSpPr>
            <p:cNvPr id="540" name="Input_receptor__539">
              <a:extLst>
                <a:ext uri="{FF2B5EF4-FFF2-40B4-BE49-F238E27FC236}">
                  <a16:creationId xmlns:a16="http://schemas.microsoft.com/office/drawing/2014/main" id="{736C2363-BFCD-71ED-5570-AEE1E9F33C89}"/>
                </a:ext>
              </a:extLst>
            </p:cNvPr>
            <p:cNvSpPr>
              <a:spLocks noGrp="1"/>
            </p:cNvSpPr>
            <p:nvPr/>
          </p:nvSpPr>
          <p:spPr>
            <a:xfrm>
              <a:off x="987083" y="5186122"/>
              <a:ext cx="10942" cy="27286"/>
            </a:xfrm>
            <a:custGeom>
              <a:avLst/>
              <a:gdLst/>
              <a:ahLst/>
              <a:cxnLst/>
              <a:rect l="0" t="0" r="0" b="0"/>
              <a:pathLst>
                <a:path w="10942" h="27286">
                  <a:moveTo>
                    <a:pt x="10942" y="0"/>
                  </a:moveTo>
                  <a:lnTo>
                    <a:pt x="0" y="27286"/>
                  </a:lnTo>
                </a:path>
              </a:pathLst>
            </a:custGeom>
            <a:noFill/>
            <a:ln w="8096">
              <a:solidFill>
                <a:srgbClr val="7B8E9C"/>
              </a:solidFill>
            </a:ln>
          </p:spPr>
        </p:sp>
        <p:sp>
          <p:nvSpPr>
            <p:cNvPr id="541" name="Input_receptor__540">
              <a:extLst>
                <a:ext uri="{FF2B5EF4-FFF2-40B4-BE49-F238E27FC236}">
                  <a16:creationId xmlns:a16="http://schemas.microsoft.com/office/drawing/2014/main" id="{C7E4CD11-4A0F-5F81-2AD0-21B7837ECDF6}"/>
                </a:ext>
              </a:extLst>
            </p:cNvPr>
            <p:cNvSpPr>
              <a:spLocks noGrp="1"/>
            </p:cNvSpPr>
            <p:nvPr/>
          </p:nvSpPr>
          <p:spPr>
            <a:xfrm>
              <a:off x="1225328" y="5668993"/>
              <a:ext cx="26679" cy="22442"/>
            </a:xfrm>
            <a:custGeom>
              <a:avLst/>
              <a:gdLst/>
              <a:ahLst/>
              <a:cxnLst/>
              <a:rect l="0" t="0" r="0" b="0"/>
              <a:pathLst>
                <a:path w="26679" h="22442">
                  <a:moveTo>
                    <a:pt x="0" y="22442"/>
                  </a:moveTo>
                  <a:lnTo>
                    <a:pt x="26679" y="0"/>
                  </a:lnTo>
                </a:path>
              </a:pathLst>
            </a:custGeom>
            <a:noFill/>
            <a:ln w="20003">
              <a:solidFill>
                <a:srgbClr val="7B8E9C"/>
              </a:solidFill>
            </a:ln>
          </p:spPr>
        </p:sp>
        <p:sp>
          <p:nvSpPr>
            <p:cNvPr id="542" name="Input_receptor__541">
              <a:extLst>
                <a:ext uri="{FF2B5EF4-FFF2-40B4-BE49-F238E27FC236}">
                  <a16:creationId xmlns:a16="http://schemas.microsoft.com/office/drawing/2014/main" id="{351BCD20-5EEF-66DB-B22A-EC61D013B56F}"/>
                </a:ext>
              </a:extLst>
            </p:cNvPr>
            <p:cNvSpPr>
              <a:spLocks noGrp="1"/>
            </p:cNvSpPr>
            <p:nvPr/>
          </p:nvSpPr>
          <p:spPr>
            <a:xfrm>
              <a:off x="1641343" y="5071982"/>
              <a:ext cx="19484" cy="28431"/>
            </a:xfrm>
            <a:custGeom>
              <a:avLst/>
              <a:gdLst/>
              <a:ahLst/>
              <a:cxnLst/>
              <a:rect l="0" t="0" r="0" b="0"/>
              <a:pathLst>
                <a:path w="19484" h="28431">
                  <a:moveTo>
                    <a:pt x="0" y="0"/>
                  </a:moveTo>
                  <a:lnTo>
                    <a:pt x="19484" y="28431"/>
                  </a:lnTo>
                </a:path>
              </a:pathLst>
            </a:custGeom>
            <a:noFill/>
            <a:ln w="20003">
              <a:solidFill>
                <a:srgbClr val="7B8E9C"/>
              </a:solidFill>
            </a:ln>
          </p:spPr>
        </p:sp>
        <p:sp>
          <p:nvSpPr>
            <p:cNvPr id="543" name="Input_receptor__542">
              <a:extLst>
                <a:ext uri="{FF2B5EF4-FFF2-40B4-BE49-F238E27FC236}">
                  <a16:creationId xmlns:a16="http://schemas.microsoft.com/office/drawing/2014/main" id="{E3618C3E-27E3-61F8-4484-3D7378C6F304}"/>
                </a:ext>
              </a:extLst>
            </p:cNvPr>
            <p:cNvSpPr>
              <a:spLocks noGrp="1"/>
            </p:cNvSpPr>
            <p:nvPr/>
          </p:nvSpPr>
          <p:spPr>
            <a:xfrm>
              <a:off x="1283657" y="5392056"/>
              <a:ext cx="7305" cy="24427"/>
            </a:xfrm>
            <a:custGeom>
              <a:avLst/>
              <a:gdLst/>
              <a:ahLst/>
              <a:cxnLst/>
              <a:rect l="0" t="0" r="0" b="0"/>
              <a:pathLst>
                <a:path w="7305" h="24427">
                  <a:moveTo>
                    <a:pt x="0" y="24427"/>
                  </a:moveTo>
                  <a:lnTo>
                    <a:pt x="7305" y="0"/>
                  </a:lnTo>
                </a:path>
              </a:pathLst>
            </a:custGeom>
            <a:noFill/>
            <a:ln w="20003">
              <a:solidFill>
                <a:srgbClr val="7B8E9C"/>
              </a:solidFill>
            </a:ln>
          </p:spPr>
        </p:sp>
        <p:sp>
          <p:nvSpPr>
            <p:cNvPr id="544" name="Input_receptor__543">
              <a:extLst>
                <a:ext uri="{FF2B5EF4-FFF2-40B4-BE49-F238E27FC236}">
                  <a16:creationId xmlns:a16="http://schemas.microsoft.com/office/drawing/2014/main" id="{9952E04B-F50D-AD42-0A17-5A998D3DB446}"/>
                </a:ext>
              </a:extLst>
            </p:cNvPr>
            <p:cNvSpPr>
              <a:spLocks noGrp="1"/>
            </p:cNvSpPr>
            <p:nvPr/>
          </p:nvSpPr>
          <p:spPr>
            <a:xfrm>
              <a:off x="1742481" y="4994943"/>
              <a:ext cx="36089" cy="32097"/>
            </a:xfrm>
            <a:custGeom>
              <a:avLst/>
              <a:gdLst/>
              <a:ahLst/>
              <a:cxnLst/>
              <a:rect l="0" t="0" r="0" b="0"/>
              <a:pathLst>
                <a:path w="36089" h="32097">
                  <a:moveTo>
                    <a:pt x="36089" y="32097"/>
                  </a:moveTo>
                  <a:lnTo>
                    <a:pt x="0" y="0"/>
                  </a:lnTo>
                </a:path>
              </a:pathLst>
            </a:custGeom>
            <a:noFill/>
            <a:ln w="20003">
              <a:solidFill>
                <a:srgbClr val="7B8E9C"/>
              </a:solidFill>
            </a:ln>
          </p:spPr>
        </p:sp>
        <p:sp>
          <p:nvSpPr>
            <p:cNvPr id="545" name="Input_receptor__544">
              <a:extLst>
                <a:ext uri="{FF2B5EF4-FFF2-40B4-BE49-F238E27FC236}">
                  <a16:creationId xmlns:a16="http://schemas.microsoft.com/office/drawing/2014/main" id="{2613ADB2-8634-E50E-4527-316FEC3182B7}"/>
                </a:ext>
              </a:extLst>
            </p:cNvPr>
            <p:cNvSpPr>
              <a:spLocks noGrp="1"/>
            </p:cNvSpPr>
            <p:nvPr/>
          </p:nvSpPr>
          <p:spPr>
            <a:xfrm>
              <a:off x="1329835" y="5666635"/>
              <a:ext cx="12641" cy="30538"/>
            </a:xfrm>
            <a:custGeom>
              <a:avLst/>
              <a:gdLst/>
              <a:ahLst/>
              <a:cxnLst/>
              <a:rect l="0" t="0" r="0" b="0"/>
              <a:pathLst>
                <a:path w="12641" h="30538">
                  <a:moveTo>
                    <a:pt x="12641" y="30538"/>
                  </a:moveTo>
                  <a:lnTo>
                    <a:pt x="0" y="0"/>
                  </a:lnTo>
                </a:path>
              </a:pathLst>
            </a:custGeom>
            <a:noFill/>
            <a:ln w="8096">
              <a:solidFill>
                <a:srgbClr val="7B8E9C"/>
              </a:solidFill>
            </a:ln>
          </p:spPr>
        </p:sp>
        <p:sp>
          <p:nvSpPr>
            <p:cNvPr id="546" name="Input_receptor__545">
              <a:extLst>
                <a:ext uri="{FF2B5EF4-FFF2-40B4-BE49-F238E27FC236}">
                  <a16:creationId xmlns:a16="http://schemas.microsoft.com/office/drawing/2014/main" id="{C6CE79D4-CF9B-0787-82B4-1159BF797322}"/>
                </a:ext>
              </a:extLst>
            </p:cNvPr>
            <p:cNvSpPr>
              <a:spLocks noGrp="1"/>
            </p:cNvSpPr>
            <p:nvPr/>
          </p:nvSpPr>
          <p:spPr>
            <a:xfrm>
              <a:off x="1335233" y="5380487"/>
              <a:ext cx="9188" cy="45598"/>
            </a:xfrm>
            <a:custGeom>
              <a:avLst/>
              <a:gdLst/>
              <a:ahLst/>
              <a:cxnLst/>
              <a:rect l="0" t="0" r="0" b="0"/>
              <a:pathLst>
                <a:path w="9188" h="45598">
                  <a:moveTo>
                    <a:pt x="0" y="0"/>
                  </a:moveTo>
                  <a:lnTo>
                    <a:pt x="9188" y="45598"/>
                  </a:lnTo>
                </a:path>
              </a:pathLst>
            </a:custGeom>
            <a:noFill/>
            <a:ln w="20003">
              <a:solidFill>
                <a:srgbClr val="7B8E9C"/>
              </a:solidFill>
            </a:ln>
          </p:spPr>
        </p:sp>
        <p:sp>
          <p:nvSpPr>
            <p:cNvPr id="547" name="Input_receptor__546">
              <a:extLst>
                <a:ext uri="{FF2B5EF4-FFF2-40B4-BE49-F238E27FC236}">
                  <a16:creationId xmlns:a16="http://schemas.microsoft.com/office/drawing/2014/main" id="{0A9A61F1-5D1E-4EF4-2E1C-D44BBC5AD500}"/>
                </a:ext>
              </a:extLst>
            </p:cNvPr>
            <p:cNvSpPr>
              <a:spLocks noGrp="1"/>
            </p:cNvSpPr>
            <p:nvPr/>
          </p:nvSpPr>
          <p:spPr>
            <a:xfrm>
              <a:off x="1437533" y="5161171"/>
              <a:ext cx="47678" cy="4998"/>
            </a:xfrm>
            <a:custGeom>
              <a:avLst/>
              <a:gdLst/>
              <a:ahLst/>
              <a:cxnLst/>
              <a:rect l="0" t="0" r="0" b="0"/>
              <a:pathLst>
                <a:path w="47678" h="4998">
                  <a:moveTo>
                    <a:pt x="47678" y="4998"/>
                  </a:moveTo>
                  <a:lnTo>
                    <a:pt x="0" y="0"/>
                  </a:lnTo>
                </a:path>
              </a:pathLst>
            </a:custGeom>
            <a:noFill/>
            <a:ln w="20003">
              <a:solidFill>
                <a:srgbClr val="7B8E9C"/>
              </a:solidFill>
            </a:ln>
          </p:spPr>
        </p:sp>
        <p:sp>
          <p:nvSpPr>
            <p:cNvPr id="548" name="Input_receptor__547">
              <a:extLst>
                <a:ext uri="{FF2B5EF4-FFF2-40B4-BE49-F238E27FC236}">
                  <a16:creationId xmlns:a16="http://schemas.microsoft.com/office/drawing/2014/main" id="{19EF7352-0942-9FEA-BE2C-CB2073D59451}"/>
                </a:ext>
              </a:extLst>
            </p:cNvPr>
            <p:cNvSpPr>
              <a:spLocks noGrp="1"/>
            </p:cNvSpPr>
            <p:nvPr/>
          </p:nvSpPr>
          <p:spPr>
            <a:xfrm>
              <a:off x="1251073" y="5628701"/>
              <a:ext cx="933" cy="40291"/>
            </a:xfrm>
            <a:custGeom>
              <a:avLst/>
              <a:gdLst/>
              <a:ahLst/>
              <a:cxnLst/>
              <a:rect l="0" t="0" r="0" b="0"/>
              <a:pathLst>
                <a:path w="933" h="40291">
                  <a:moveTo>
                    <a:pt x="933" y="40291"/>
                  </a:moveTo>
                  <a:lnTo>
                    <a:pt x="0" y="0"/>
                  </a:lnTo>
                </a:path>
              </a:pathLst>
            </a:custGeom>
            <a:noFill/>
            <a:ln w="20003">
              <a:solidFill>
                <a:srgbClr val="7B8E9C"/>
              </a:solidFill>
            </a:ln>
          </p:spPr>
        </p:sp>
        <p:sp>
          <p:nvSpPr>
            <p:cNvPr id="549" name="Input_receptor__548">
              <a:extLst>
                <a:ext uri="{FF2B5EF4-FFF2-40B4-BE49-F238E27FC236}">
                  <a16:creationId xmlns:a16="http://schemas.microsoft.com/office/drawing/2014/main" id="{D5B245DC-522C-2CDE-0973-24ED9F989197}"/>
                </a:ext>
              </a:extLst>
            </p:cNvPr>
            <p:cNvSpPr>
              <a:spLocks noGrp="1"/>
            </p:cNvSpPr>
            <p:nvPr/>
          </p:nvSpPr>
          <p:spPr>
            <a:xfrm>
              <a:off x="1092860" y="5329942"/>
              <a:ext cx="11180" cy="25591"/>
            </a:xfrm>
            <a:custGeom>
              <a:avLst/>
              <a:gdLst/>
              <a:ahLst/>
              <a:cxnLst/>
              <a:rect l="0" t="0" r="0" b="0"/>
              <a:pathLst>
                <a:path w="11180" h="25591">
                  <a:moveTo>
                    <a:pt x="11180" y="0"/>
                  </a:moveTo>
                  <a:lnTo>
                    <a:pt x="0" y="25591"/>
                  </a:lnTo>
                </a:path>
              </a:pathLst>
            </a:custGeom>
            <a:noFill/>
            <a:ln w="20003">
              <a:solidFill>
                <a:srgbClr val="7C8E9C"/>
              </a:solidFill>
            </a:ln>
          </p:spPr>
        </p:sp>
        <p:sp>
          <p:nvSpPr>
            <p:cNvPr id="550" name="Input_receptor__549">
              <a:extLst>
                <a:ext uri="{FF2B5EF4-FFF2-40B4-BE49-F238E27FC236}">
                  <a16:creationId xmlns:a16="http://schemas.microsoft.com/office/drawing/2014/main" id="{21A0A108-F13F-3AF8-95B5-42602A9A60B4}"/>
                </a:ext>
              </a:extLst>
            </p:cNvPr>
            <p:cNvSpPr>
              <a:spLocks noGrp="1"/>
            </p:cNvSpPr>
            <p:nvPr/>
          </p:nvSpPr>
          <p:spPr>
            <a:xfrm>
              <a:off x="1712234" y="5052089"/>
              <a:ext cx="38437" cy="10228"/>
            </a:xfrm>
            <a:custGeom>
              <a:avLst/>
              <a:gdLst/>
              <a:ahLst/>
              <a:cxnLst/>
              <a:rect l="0" t="0" r="0" b="0"/>
              <a:pathLst>
                <a:path w="38437" h="10228">
                  <a:moveTo>
                    <a:pt x="0" y="0"/>
                  </a:moveTo>
                  <a:lnTo>
                    <a:pt x="38437" y="10228"/>
                  </a:lnTo>
                </a:path>
              </a:pathLst>
            </a:custGeom>
            <a:noFill/>
            <a:ln w="20003">
              <a:solidFill>
                <a:srgbClr val="7C8E9C"/>
              </a:solidFill>
            </a:ln>
          </p:spPr>
        </p:sp>
        <p:sp>
          <p:nvSpPr>
            <p:cNvPr id="551" name="Input_receptor__550">
              <a:extLst>
                <a:ext uri="{FF2B5EF4-FFF2-40B4-BE49-F238E27FC236}">
                  <a16:creationId xmlns:a16="http://schemas.microsoft.com/office/drawing/2014/main" id="{A82286EE-3121-96C3-C9C0-DD66A2154927}"/>
                </a:ext>
              </a:extLst>
            </p:cNvPr>
            <p:cNvSpPr>
              <a:spLocks noGrp="1"/>
            </p:cNvSpPr>
            <p:nvPr/>
          </p:nvSpPr>
          <p:spPr>
            <a:xfrm>
              <a:off x="1820809" y="5325282"/>
              <a:ext cx="38603" cy="28967"/>
            </a:xfrm>
            <a:custGeom>
              <a:avLst/>
              <a:gdLst/>
              <a:ahLst/>
              <a:cxnLst/>
              <a:rect l="0" t="0" r="0" b="0"/>
              <a:pathLst>
                <a:path w="38603" h="28967">
                  <a:moveTo>
                    <a:pt x="0" y="28967"/>
                  </a:moveTo>
                  <a:lnTo>
                    <a:pt x="38603" y="0"/>
                  </a:lnTo>
                </a:path>
              </a:pathLst>
            </a:custGeom>
            <a:noFill/>
            <a:ln w="8096">
              <a:solidFill>
                <a:srgbClr val="7C8E9D"/>
              </a:solidFill>
            </a:ln>
          </p:spPr>
        </p:sp>
        <p:sp>
          <p:nvSpPr>
            <p:cNvPr id="552" name="Input_receptor__551">
              <a:extLst>
                <a:ext uri="{FF2B5EF4-FFF2-40B4-BE49-F238E27FC236}">
                  <a16:creationId xmlns:a16="http://schemas.microsoft.com/office/drawing/2014/main" id="{8F327C63-BEAB-D1E1-9F7A-0FA1DCB86A21}"/>
                </a:ext>
              </a:extLst>
            </p:cNvPr>
            <p:cNvSpPr>
              <a:spLocks noGrp="1"/>
            </p:cNvSpPr>
            <p:nvPr/>
          </p:nvSpPr>
          <p:spPr>
            <a:xfrm>
              <a:off x="1315795" y="5324976"/>
              <a:ext cx="29867" cy="11419"/>
            </a:xfrm>
            <a:custGeom>
              <a:avLst/>
              <a:gdLst/>
              <a:ahLst/>
              <a:cxnLst/>
              <a:rect l="0" t="0" r="0" b="0"/>
              <a:pathLst>
                <a:path w="29867" h="11419">
                  <a:moveTo>
                    <a:pt x="0" y="11419"/>
                  </a:moveTo>
                  <a:lnTo>
                    <a:pt x="29867" y="0"/>
                  </a:lnTo>
                </a:path>
              </a:pathLst>
            </a:custGeom>
            <a:noFill/>
            <a:ln w="20003">
              <a:solidFill>
                <a:srgbClr val="7C8E9D"/>
              </a:solidFill>
            </a:ln>
          </p:spPr>
        </p:sp>
        <p:sp>
          <p:nvSpPr>
            <p:cNvPr id="553" name="Input_receptor__552">
              <a:extLst>
                <a:ext uri="{FF2B5EF4-FFF2-40B4-BE49-F238E27FC236}">
                  <a16:creationId xmlns:a16="http://schemas.microsoft.com/office/drawing/2014/main" id="{B611EFFE-BF45-10FF-3439-BEFACDD7D8B4}"/>
                </a:ext>
              </a:extLst>
            </p:cNvPr>
            <p:cNvSpPr>
              <a:spLocks noGrp="1"/>
            </p:cNvSpPr>
            <p:nvPr/>
          </p:nvSpPr>
          <p:spPr>
            <a:xfrm>
              <a:off x="1451901" y="4785687"/>
              <a:ext cx="18491" cy="8985"/>
            </a:xfrm>
            <a:custGeom>
              <a:avLst/>
              <a:gdLst/>
              <a:ahLst/>
              <a:cxnLst/>
              <a:rect l="0" t="0" r="0" b="0"/>
              <a:pathLst>
                <a:path w="18491" h="8985">
                  <a:moveTo>
                    <a:pt x="0" y="0"/>
                  </a:moveTo>
                  <a:lnTo>
                    <a:pt x="18491" y="8985"/>
                  </a:lnTo>
                </a:path>
              </a:pathLst>
            </a:custGeom>
            <a:noFill/>
            <a:ln w="8096">
              <a:solidFill>
                <a:srgbClr val="7C8E9D"/>
              </a:solidFill>
            </a:ln>
          </p:spPr>
        </p:sp>
        <p:sp>
          <p:nvSpPr>
            <p:cNvPr id="554" name="Input_receptor__553">
              <a:extLst>
                <a:ext uri="{FF2B5EF4-FFF2-40B4-BE49-F238E27FC236}">
                  <a16:creationId xmlns:a16="http://schemas.microsoft.com/office/drawing/2014/main" id="{BE550D51-4C32-1F33-965E-0C2062EC6016}"/>
                </a:ext>
              </a:extLst>
            </p:cNvPr>
            <p:cNvSpPr>
              <a:spLocks noGrp="1"/>
            </p:cNvSpPr>
            <p:nvPr/>
          </p:nvSpPr>
          <p:spPr>
            <a:xfrm>
              <a:off x="1452522" y="5208638"/>
              <a:ext cx="31054" cy="17111"/>
            </a:xfrm>
            <a:custGeom>
              <a:avLst/>
              <a:gdLst/>
              <a:ahLst/>
              <a:cxnLst/>
              <a:rect l="0" t="0" r="0" b="0"/>
              <a:pathLst>
                <a:path w="31054" h="17111">
                  <a:moveTo>
                    <a:pt x="0" y="17111"/>
                  </a:moveTo>
                  <a:lnTo>
                    <a:pt x="31054" y="0"/>
                  </a:lnTo>
                </a:path>
              </a:pathLst>
            </a:custGeom>
            <a:noFill/>
            <a:ln w="20003">
              <a:solidFill>
                <a:srgbClr val="7C8E9D"/>
              </a:solidFill>
            </a:ln>
          </p:spPr>
        </p:sp>
        <p:sp>
          <p:nvSpPr>
            <p:cNvPr id="555" name="Input_receptor__554">
              <a:extLst>
                <a:ext uri="{FF2B5EF4-FFF2-40B4-BE49-F238E27FC236}">
                  <a16:creationId xmlns:a16="http://schemas.microsoft.com/office/drawing/2014/main" id="{7B186540-D729-45FD-E92B-604476251C89}"/>
                </a:ext>
              </a:extLst>
            </p:cNvPr>
            <p:cNvSpPr>
              <a:spLocks noGrp="1"/>
            </p:cNvSpPr>
            <p:nvPr/>
          </p:nvSpPr>
          <p:spPr>
            <a:xfrm>
              <a:off x="1195883" y="5627970"/>
              <a:ext cx="7321" cy="12319"/>
            </a:xfrm>
            <a:custGeom>
              <a:avLst/>
              <a:gdLst/>
              <a:ahLst/>
              <a:cxnLst/>
              <a:rect l="0" t="0" r="0" b="0"/>
              <a:pathLst>
                <a:path w="7321" h="12319">
                  <a:moveTo>
                    <a:pt x="7321" y="0"/>
                  </a:moveTo>
                  <a:lnTo>
                    <a:pt x="0" y="12319"/>
                  </a:lnTo>
                </a:path>
              </a:pathLst>
            </a:custGeom>
            <a:noFill/>
            <a:ln w="20003">
              <a:solidFill>
                <a:srgbClr val="7C8E9D"/>
              </a:solidFill>
            </a:ln>
          </p:spPr>
        </p:sp>
        <p:sp>
          <p:nvSpPr>
            <p:cNvPr id="556" name="Input_receptor__555">
              <a:extLst>
                <a:ext uri="{FF2B5EF4-FFF2-40B4-BE49-F238E27FC236}">
                  <a16:creationId xmlns:a16="http://schemas.microsoft.com/office/drawing/2014/main" id="{5DFBD557-AB44-545B-F19D-A1D1857621F2}"/>
                </a:ext>
              </a:extLst>
            </p:cNvPr>
            <p:cNvSpPr>
              <a:spLocks noGrp="1"/>
            </p:cNvSpPr>
            <p:nvPr/>
          </p:nvSpPr>
          <p:spPr>
            <a:xfrm>
              <a:off x="987083" y="5213407"/>
              <a:ext cx="17212" cy="41262"/>
            </a:xfrm>
            <a:custGeom>
              <a:avLst/>
              <a:gdLst/>
              <a:ahLst/>
              <a:cxnLst/>
              <a:rect l="0" t="0" r="0" b="0"/>
              <a:pathLst>
                <a:path w="17212" h="41262">
                  <a:moveTo>
                    <a:pt x="0" y="0"/>
                  </a:moveTo>
                  <a:lnTo>
                    <a:pt x="17212" y="41262"/>
                  </a:lnTo>
                </a:path>
              </a:pathLst>
            </a:custGeom>
            <a:noFill/>
            <a:ln w="20003">
              <a:solidFill>
                <a:srgbClr val="7C8E9D"/>
              </a:solidFill>
            </a:ln>
          </p:spPr>
        </p:sp>
        <p:sp>
          <p:nvSpPr>
            <p:cNvPr id="557" name="Input_receptor__556">
              <a:extLst>
                <a:ext uri="{FF2B5EF4-FFF2-40B4-BE49-F238E27FC236}">
                  <a16:creationId xmlns:a16="http://schemas.microsoft.com/office/drawing/2014/main" id="{B566B21B-6CCB-9EDB-A6EB-6B9932FCBD52}"/>
                </a:ext>
              </a:extLst>
            </p:cNvPr>
            <p:cNvSpPr>
              <a:spLocks noGrp="1"/>
            </p:cNvSpPr>
            <p:nvPr/>
          </p:nvSpPr>
          <p:spPr>
            <a:xfrm>
              <a:off x="1750671" y="5027040"/>
              <a:ext cx="27899" cy="35277"/>
            </a:xfrm>
            <a:custGeom>
              <a:avLst/>
              <a:gdLst/>
              <a:ahLst/>
              <a:cxnLst/>
              <a:rect l="0" t="0" r="0" b="0"/>
              <a:pathLst>
                <a:path w="27899" h="35277">
                  <a:moveTo>
                    <a:pt x="0" y="35277"/>
                  </a:moveTo>
                  <a:lnTo>
                    <a:pt x="27899" y="0"/>
                  </a:lnTo>
                </a:path>
              </a:pathLst>
            </a:custGeom>
            <a:noFill/>
            <a:ln w="20003">
              <a:solidFill>
                <a:srgbClr val="7C8E9D"/>
              </a:solidFill>
            </a:ln>
          </p:spPr>
        </p:sp>
        <p:sp>
          <p:nvSpPr>
            <p:cNvPr id="558" name="Input_receptor__557">
              <a:extLst>
                <a:ext uri="{FF2B5EF4-FFF2-40B4-BE49-F238E27FC236}">
                  <a16:creationId xmlns:a16="http://schemas.microsoft.com/office/drawing/2014/main" id="{D895A00C-F8FF-D6A5-799C-51DDB7287A82}"/>
                </a:ext>
              </a:extLst>
            </p:cNvPr>
            <p:cNvSpPr>
              <a:spLocks noGrp="1"/>
            </p:cNvSpPr>
            <p:nvPr/>
          </p:nvSpPr>
          <p:spPr>
            <a:xfrm>
              <a:off x="1411827" y="4673835"/>
              <a:ext cx="8110" cy="32691"/>
            </a:xfrm>
            <a:custGeom>
              <a:avLst/>
              <a:gdLst/>
              <a:ahLst/>
              <a:cxnLst/>
              <a:rect l="0" t="0" r="0" b="0"/>
              <a:pathLst>
                <a:path w="8110" h="32691">
                  <a:moveTo>
                    <a:pt x="0" y="32691"/>
                  </a:moveTo>
                  <a:lnTo>
                    <a:pt x="8110" y="0"/>
                  </a:lnTo>
                </a:path>
              </a:pathLst>
            </a:custGeom>
            <a:noFill/>
            <a:ln w="8096">
              <a:solidFill>
                <a:srgbClr val="7C8E9D"/>
              </a:solidFill>
            </a:ln>
          </p:spPr>
        </p:sp>
        <p:sp>
          <p:nvSpPr>
            <p:cNvPr id="559" name="Input_receptor__558">
              <a:extLst>
                <a:ext uri="{FF2B5EF4-FFF2-40B4-BE49-F238E27FC236}">
                  <a16:creationId xmlns:a16="http://schemas.microsoft.com/office/drawing/2014/main" id="{B9082100-DBB5-0028-22AA-F4040349DD5F}"/>
                </a:ext>
              </a:extLst>
            </p:cNvPr>
            <p:cNvSpPr>
              <a:spLocks noGrp="1"/>
            </p:cNvSpPr>
            <p:nvPr/>
          </p:nvSpPr>
          <p:spPr>
            <a:xfrm>
              <a:off x="1615311" y="5000442"/>
              <a:ext cx="40231" cy="23417"/>
            </a:xfrm>
            <a:custGeom>
              <a:avLst/>
              <a:gdLst/>
              <a:ahLst/>
              <a:cxnLst/>
              <a:rect l="0" t="0" r="0" b="0"/>
              <a:pathLst>
                <a:path w="40231" h="23417">
                  <a:moveTo>
                    <a:pt x="0" y="0"/>
                  </a:moveTo>
                  <a:lnTo>
                    <a:pt x="40231" y="23417"/>
                  </a:lnTo>
                </a:path>
              </a:pathLst>
            </a:custGeom>
            <a:noFill/>
            <a:ln w="20003">
              <a:solidFill>
                <a:srgbClr val="7C8E9D"/>
              </a:solidFill>
            </a:ln>
          </p:spPr>
        </p:sp>
        <p:sp>
          <p:nvSpPr>
            <p:cNvPr id="560" name="Input_receptor__559">
              <a:extLst>
                <a:ext uri="{FF2B5EF4-FFF2-40B4-BE49-F238E27FC236}">
                  <a16:creationId xmlns:a16="http://schemas.microsoft.com/office/drawing/2014/main" id="{7C494D4C-D22A-6919-AE4F-87F858A59120}"/>
                </a:ext>
              </a:extLst>
            </p:cNvPr>
            <p:cNvSpPr>
              <a:spLocks noGrp="1"/>
            </p:cNvSpPr>
            <p:nvPr/>
          </p:nvSpPr>
          <p:spPr>
            <a:xfrm>
              <a:off x="1883668" y="5262462"/>
              <a:ext cx="10307" cy="6411"/>
            </a:xfrm>
            <a:custGeom>
              <a:avLst/>
              <a:gdLst/>
              <a:ahLst/>
              <a:cxnLst/>
              <a:rect l="0" t="0" r="0" b="0"/>
              <a:pathLst>
                <a:path w="10307" h="6411">
                  <a:moveTo>
                    <a:pt x="0" y="0"/>
                  </a:moveTo>
                  <a:lnTo>
                    <a:pt x="10307" y="6411"/>
                  </a:lnTo>
                </a:path>
              </a:pathLst>
            </a:custGeom>
            <a:noFill/>
            <a:ln w="20003">
              <a:solidFill>
                <a:srgbClr val="7C8F9D"/>
              </a:solidFill>
            </a:ln>
          </p:spPr>
        </p:sp>
        <p:sp>
          <p:nvSpPr>
            <p:cNvPr id="561" name="Input_receptor__560">
              <a:extLst>
                <a:ext uri="{FF2B5EF4-FFF2-40B4-BE49-F238E27FC236}">
                  <a16:creationId xmlns:a16="http://schemas.microsoft.com/office/drawing/2014/main" id="{C2699C4D-1EB4-F5CD-6BC8-2A3F169FEEB7}"/>
                </a:ext>
              </a:extLst>
            </p:cNvPr>
            <p:cNvSpPr>
              <a:spLocks noGrp="1"/>
            </p:cNvSpPr>
            <p:nvPr/>
          </p:nvSpPr>
          <p:spPr>
            <a:xfrm>
              <a:off x="1483575" y="5166169"/>
              <a:ext cx="1636" cy="42469"/>
            </a:xfrm>
            <a:custGeom>
              <a:avLst/>
              <a:gdLst/>
              <a:ahLst/>
              <a:cxnLst/>
              <a:rect l="0" t="0" r="0" b="0"/>
              <a:pathLst>
                <a:path w="1636" h="42469">
                  <a:moveTo>
                    <a:pt x="0" y="42469"/>
                  </a:moveTo>
                  <a:lnTo>
                    <a:pt x="1636" y="0"/>
                  </a:lnTo>
                </a:path>
              </a:pathLst>
            </a:custGeom>
            <a:noFill/>
            <a:ln w="20003">
              <a:solidFill>
                <a:srgbClr val="7C8F9D"/>
              </a:solidFill>
            </a:ln>
          </p:spPr>
        </p:sp>
        <p:sp>
          <p:nvSpPr>
            <p:cNvPr id="562" name="Input_receptor__561">
              <a:extLst>
                <a:ext uri="{FF2B5EF4-FFF2-40B4-BE49-F238E27FC236}">
                  <a16:creationId xmlns:a16="http://schemas.microsoft.com/office/drawing/2014/main" id="{DBDCB7CF-E8A4-F282-1122-5CFABB1CCA09}"/>
                </a:ext>
              </a:extLst>
            </p:cNvPr>
            <p:cNvSpPr>
              <a:spLocks noGrp="1"/>
            </p:cNvSpPr>
            <p:nvPr/>
          </p:nvSpPr>
          <p:spPr>
            <a:xfrm>
              <a:off x="1104040" y="5288738"/>
              <a:ext cx="6999" cy="41204"/>
            </a:xfrm>
            <a:custGeom>
              <a:avLst/>
              <a:gdLst/>
              <a:ahLst/>
              <a:cxnLst/>
              <a:rect l="0" t="0" r="0" b="0"/>
              <a:pathLst>
                <a:path w="6999" h="41204">
                  <a:moveTo>
                    <a:pt x="6999" y="0"/>
                  </a:moveTo>
                  <a:lnTo>
                    <a:pt x="0" y="41204"/>
                  </a:lnTo>
                </a:path>
              </a:pathLst>
            </a:custGeom>
            <a:noFill/>
            <a:ln w="20003">
              <a:solidFill>
                <a:srgbClr val="7C8F9D"/>
              </a:solidFill>
            </a:ln>
          </p:spPr>
        </p:sp>
        <p:sp>
          <p:nvSpPr>
            <p:cNvPr id="563" name="Input_receptor__562">
              <a:extLst>
                <a:ext uri="{FF2B5EF4-FFF2-40B4-BE49-F238E27FC236}">
                  <a16:creationId xmlns:a16="http://schemas.microsoft.com/office/drawing/2014/main" id="{060D5C3A-97E4-D71C-CEE9-2F222F006F65}"/>
                </a:ext>
              </a:extLst>
            </p:cNvPr>
            <p:cNvSpPr>
              <a:spLocks noGrp="1"/>
            </p:cNvSpPr>
            <p:nvPr/>
          </p:nvSpPr>
          <p:spPr>
            <a:xfrm>
              <a:off x="1319630" y="5508443"/>
              <a:ext cx="23689" cy="27430"/>
            </a:xfrm>
            <a:custGeom>
              <a:avLst/>
              <a:gdLst/>
              <a:ahLst/>
              <a:cxnLst/>
              <a:rect l="0" t="0" r="0" b="0"/>
              <a:pathLst>
                <a:path w="23689" h="27430">
                  <a:moveTo>
                    <a:pt x="23689" y="0"/>
                  </a:moveTo>
                  <a:lnTo>
                    <a:pt x="0" y="27430"/>
                  </a:lnTo>
                </a:path>
              </a:pathLst>
            </a:custGeom>
            <a:noFill/>
            <a:ln w="20003">
              <a:solidFill>
                <a:srgbClr val="7C8F9D"/>
              </a:solidFill>
            </a:ln>
          </p:spPr>
        </p:sp>
        <p:sp>
          <p:nvSpPr>
            <p:cNvPr id="564" name="Input_receptor__563">
              <a:extLst>
                <a:ext uri="{FF2B5EF4-FFF2-40B4-BE49-F238E27FC236}">
                  <a16:creationId xmlns:a16="http://schemas.microsoft.com/office/drawing/2014/main" id="{372502DE-C0DE-020B-2459-68B1C956A06A}"/>
                </a:ext>
              </a:extLst>
            </p:cNvPr>
            <p:cNvSpPr>
              <a:spLocks noGrp="1"/>
            </p:cNvSpPr>
            <p:nvPr/>
          </p:nvSpPr>
          <p:spPr>
            <a:xfrm>
              <a:off x="1482896" y="4894731"/>
              <a:ext cx="47137" cy="10080"/>
            </a:xfrm>
            <a:custGeom>
              <a:avLst/>
              <a:gdLst/>
              <a:ahLst/>
              <a:cxnLst/>
              <a:rect l="0" t="0" r="0" b="0"/>
              <a:pathLst>
                <a:path w="47137" h="10080">
                  <a:moveTo>
                    <a:pt x="47137" y="10080"/>
                  </a:moveTo>
                  <a:lnTo>
                    <a:pt x="0" y="0"/>
                  </a:lnTo>
                </a:path>
              </a:pathLst>
            </a:custGeom>
            <a:noFill/>
            <a:ln w="20003">
              <a:solidFill>
                <a:srgbClr val="7C8F9D"/>
              </a:solidFill>
            </a:ln>
          </p:spPr>
        </p:sp>
        <p:sp>
          <p:nvSpPr>
            <p:cNvPr id="565" name="Input_receptor__564">
              <a:extLst>
                <a:ext uri="{FF2B5EF4-FFF2-40B4-BE49-F238E27FC236}">
                  <a16:creationId xmlns:a16="http://schemas.microsoft.com/office/drawing/2014/main" id="{FBA26E89-87A1-4CCC-A93A-F8A4CE371A79}"/>
                </a:ext>
              </a:extLst>
            </p:cNvPr>
            <p:cNvSpPr>
              <a:spLocks noGrp="1"/>
            </p:cNvSpPr>
            <p:nvPr/>
          </p:nvSpPr>
          <p:spPr>
            <a:xfrm>
              <a:off x="1521171" y="5366753"/>
              <a:ext cx="10682" cy="30818"/>
            </a:xfrm>
            <a:custGeom>
              <a:avLst/>
              <a:gdLst/>
              <a:ahLst/>
              <a:cxnLst/>
              <a:rect l="0" t="0" r="0" b="0"/>
              <a:pathLst>
                <a:path w="10682" h="30818">
                  <a:moveTo>
                    <a:pt x="10682" y="30818"/>
                  </a:moveTo>
                  <a:lnTo>
                    <a:pt x="0" y="0"/>
                  </a:lnTo>
                </a:path>
              </a:pathLst>
            </a:custGeom>
            <a:noFill/>
            <a:ln w="20003">
              <a:solidFill>
                <a:srgbClr val="7C8F9D"/>
              </a:solidFill>
            </a:ln>
          </p:spPr>
        </p:sp>
        <p:sp>
          <p:nvSpPr>
            <p:cNvPr id="566" name="Input_receptor__565">
              <a:extLst>
                <a:ext uri="{FF2B5EF4-FFF2-40B4-BE49-F238E27FC236}">
                  <a16:creationId xmlns:a16="http://schemas.microsoft.com/office/drawing/2014/main" id="{169CDDEB-5E8C-419E-0428-6A85D5AEFA94}"/>
                </a:ext>
              </a:extLst>
            </p:cNvPr>
            <p:cNvSpPr>
              <a:spLocks noGrp="1"/>
            </p:cNvSpPr>
            <p:nvPr/>
          </p:nvSpPr>
          <p:spPr>
            <a:xfrm>
              <a:off x="1343319" y="5491888"/>
              <a:ext cx="30622" cy="16555"/>
            </a:xfrm>
            <a:custGeom>
              <a:avLst/>
              <a:gdLst/>
              <a:ahLst/>
              <a:cxnLst/>
              <a:rect l="0" t="0" r="0" b="0"/>
              <a:pathLst>
                <a:path w="30622" h="16555">
                  <a:moveTo>
                    <a:pt x="30622" y="0"/>
                  </a:moveTo>
                  <a:lnTo>
                    <a:pt x="0" y="16555"/>
                  </a:lnTo>
                </a:path>
              </a:pathLst>
            </a:custGeom>
            <a:noFill/>
            <a:ln w="20003">
              <a:solidFill>
                <a:srgbClr val="7C8F9D"/>
              </a:solidFill>
            </a:ln>
          </p:spPr>
        </p:sp>
        <p:sp>
          <p:nvSpPr>
            <p:cNvPr id="567" name="Input_receptor__566">
              <a:extLst>
                <a:ext uri="{FF2B5EF4-FFF2-40B4-BE49-F238E27FC236}">
                  <a16:creationId xmlns:a16="http://schemas.microsoft.com/office/drawing/2014/main" id="{EA9DACF9-797E-B0DC-945D-A5E3C8FE4BCF}"/>
                </a:ext>
              </a:extLst>
            </p:cNvPr>
            <p:cNvSpPr>
              <a:spLocks noGrp="1"/>
            </p:cNvSpPr>
            <p:nvPr/>
          </p:nvSpPr>
          <p:spPr>
            <a:xfrm>
              <a:off x="1418600" y="5515433"/>
              <a:ext cx="25171" cy="11187"/>
            </a:xfrm>
            <a:custGeom>
              <a:avLst/>
              <a:gdLst/>
              <a:ahLst/>
              <a:cxnLst/>
              <a:rect l="0" t="0" r="0" b="0"/>
              <a:pathLst>
                <a:path w="25171" h="11187">
                  <a:moveTo>
                    <a:pt x="25171" y="11187"/>
                  </a:moveTo>
                  <a:lnTo>
                    <a:pt x="0" y="0"/>
                  </a:lnTo>
                </a:path>
              </a:pathLst>
            </a:custGeom>
            <a:noFill/>
            <a:ln w="20003">
              <a:solidFill>
                <a:srgbClr val="7C8F9D"/>
              </a:solidFill>
            </a:ln>
          </p:spPr>
        </p:sp>
        <p:sp>
          <p:nvSpPr>
            <p:cNvPr id="568" name="Input_receptor__567">
              <a:extLst>
                <a:ext uri="{FF2B5EF4-FFF2-40B4-BE49-F238E27FC236}">
                  <a16:creationId xmlns:a16="http://schemas.microsoft.com/office/drawing/2014/main" id="{91D3A5DF-267B-2E08-5521-0DDD7790007B}"/>
                </a:ext>
              </a:extLst>
            </p:cNvPr>
            <p:cNvSpPr>
              <a:spLocks noGrp="1"/>
            </p:cNvSpPr>
            <p:nvPr/>
          </p:nvSpPr>
          <p:spPr>
            <a:xfrm>
              <a:off x="1505286" y="4966889"/>
              <a:ext cx="43705" cy="10095"/>
            </a:xfrm>
            <a:custGeom>
              <a:avLst/>
              <a:gdLst/>
              <a:ahLst/>
              <a:cxnLst/>
              <a:rect l="0" t="0" r="0" b="0"/>
              <a:pathLst>
                <a:path w="43705" h="10095">
                  <a:moveTo>
                    <a:pt x="43705" y="10095"/>
                  </a:moveTo>
                  <a:lnTo>
                    <a:pt x="0" y="0"/>
                  </a:lnTo>
                </a:path>
              </a:pathLst>
            </a:custGeom>
            <a:noFill/>
            <a:ln w="20003">
              <a:solidFill>
                <a:srgbClr val="7C8F9D"/>
              </a:solidFill>
            </a:ln>
          </p:spPr>
        </p:sp>
        <p:sp>
          <p:nvSpPr>
            <p:cNvPr id="569" name="Input_receptor__568">
              <a:extLst>
                <a:ext uri="{FF2B5EF4-FFF2-40B4-BE49-F238E27FC236}">
                  <a16:creationId xmlns:a16="http://schemas.microsoft.com/office/drawing/2014/main" id="{626F1870-C078-1C01-7937-C17FD269B56B}"/>
                </a:ext>
              </a:extLst>
            </p:cNvPr>
            <p:cNvSpPr>
              <a:spLocks noGrp="1"/>
            </p:cNvSpPr>
            <p:nvPr/>
          </p:nvSpPr>
          <p:spPr>
            <a:xfrm>
              <a:off x="1049835" y="5239258"/>
              <a:ext cx="18290" cy="21906"/>
            </a:xfrm>
            <a:custGeom>
              <a:avLst/>
              <a:gdLst/>
              <a:ahLst/>
              <a:cxnLst/>
              <a:rect l="0" t="0" r="0" b="0"/>
              <a:pathLst>
                <a:path w="18290" h="21906">
                  <a:moveTo>
                    <a:pt x="0" y="0"/>
                  </a:moveTo>
                  <a:lnTo>
                    <a:pt x="18290" y="21906"/>
                  </a:lnTo>
                </a:path>
              </a:pathLst>
            </a:custGeom>
            <a:noFill/>
            <a:ln w="20003">
              <a:solidFill>
                <a:srgbClr val="7C8F9D"/>
              </a:solidFill>
            </a:ln>
          </p:spPr>
        </p:sp>
        <p:sp>
          <p:nvSpPr>
            <p:cNvPr id="570" name="Input_receptor__569">
              <a:extLst>
                <a:ext uri="{FF2B5EF4-FFF2-40B4-BE49-F238E27FC236}">
                  <a16:creationId xmlns:a16="http://schemas.microsoft.com/office/drawing/2014/main" id="{6AF596AE-4BFD-A4FD-9EBC-1DC0AFFEB9EC}"/>
                </a:ext>
              </a:extLst>
            </p:cNvPr>
            <p:cNvSpPr>
              <a:spLocks noGrp="1"/>
            </p:cNvSpPr>
            <p:nvPr/>
          </p:nvSpPr>
          <p:spPr>
            <a:xfrm>
              <a:off x="1068995" y="4305692"/>
              <a:ext cx="14478" cy="45955"/>
            </a:xfrm>
            <a:custGeom>
              <a:avLst/>
              <a:gdLst/>
              <a:ahLst/>
              <a:cxnLst/>
              <a:rect l="0" t="0" r="0" b="0"/>
              <a:pathLst>
                <a:path w="14478" h="45955">
                  <a:moveTo>
                    <a:pt x="0" y="0"/>
                  </a:moveTo>
                  <a:lnTo>
                    <a:pt x="14478" y="45955"/>
                  </a:lnTo>
                </a:path>
              </a:pathLst>
            </a:custGeom>
            <a:noFill/>
            <a:ln w="20003">
              <a:solidFill>
                <a:srgbClr val="7C8F9D"/>
              </a:solidFill>
            </a:ln>
          </p:spPr>
        </p:sp>
        <p:sp>
          <p:nvSpPr>
            <p:cNvPr id="571" name="Input_receptor__570">
              <a:extLst>
                <a:ext uri="{FF2B5EF4-FFF2-40B4-BE49-F238E27FC236}">
                  <a16:creationId xmlns:a16="http://schemas.microsoft.com/office/drawing/2014/main" id="{9EBDAE6A-C6EC-25BC-DEFB-D81ED897D7D7}"/>
                </a:ext>
              </a:extLst>
            </p:cNvPr>
            <p:cNvSpPr>
              <a:spLocks noGrp="1"/>
            </p:cNvSpPr>
            <p:nvPr/>
          </p:nvSpPr>
          <p:spPr>
            <a:xfrm>
              <a:off x="1522486" y="5099454"/>
              <a:ext cx="46982" cy="7575"/>
            </a:xfrm>
            <a:custGeom>
              <a:avLst/>
              <a:gdLst/>
              <a:ahLst/>
              <a:cxnLst/>
              <a:rect l="0" t="0" r="0" b="0"/>
              <a:pathLst>
                <a:path w="46982" h="7575">
                  <a:moveTo>
                    <a:pt x="46982" y="7575"/>
                  </a:moveTo>
                  <a:lnTo>
                    <a:pt x="0" y="0"/>
                  </a:lnTo>
                </a:path>
              </a:pathLst>
            </a:custGeom>
            <a:noFill/>
            <a:ln w="20003">
              <a:solidFill>
                <a:srgbClr val="7C8F9D"/>
              </a:solidFill>
            </a:ln>
          </p:spPr>
        </p:sp>
        <p:sp>
          <p:nvSpPr>
            <p:cNvPr id="572" name="Input_receptor__571">
              <a:extLst>
                <a:ext uri="{FF2B5EF4-FFF2-40B4-BE49-F238E27FC236}">
                  <a16:creationId xmlns:a16="http://schemas.microsoft.com/office/drawing/2014/main" id="{E29B697A-A114-35C3-610F-CD91AFF38832}"/>
                </a:ext>
              </a:extLst>
            </p:cNvPr>
            <p:cNvSpPr>
              <a:spLocks noGrp="1"/>
            </p:cNvSpPr>
            <p:nvPr/>
          </p:nvSpPr>
          <p:spPr>
            <a:xfrm>
              <a:off x="1248103" y="5130459"/>
              <a:ext cx="11557" cy="1287"/>
            </a:xfrm>
            <a:custGeom>
              <a:avLst/>
              <a:gdLst/>
              <a:ahLst/>
              <a:cxnLst/>
              <a:rect l="0" t="0" r="0" b="0"/>
              <a:pathLst>
                <a:path w="11557" h="1287">
                  <a:moveTo>
                    <a:pt x="0" y="1287"/>
                  </a:moveTo>
                  <a:lnTo>
                    <a:pt x="11557" y="0"/>
                  </a:lnTo>
                </a:path>
              </a:pathLst>
            </a:custGeom>
            <a:noFill/>
            <a:ln w="20003">
              <a:solidFill>
                <a:srgbClr val="7C8F9D"/>
              </a:solidFill>
            </a:ln>
          </p:spPr>
        </p:sp>
        <p:sp>
          <p:nvSpPr>
            <p:cNvPr id="573" name="Input_receptor__572">
              <a:extLst>
                <a:ext uri="{FF2B5EF4-FFF2-40B4-BE49-F238E27FC236}">
                  <a16:creationId xmlns:a16="http://schemas.microsoft.com/office/drawing/2014/main" id="{B64837E5-B1DD-C2C9-00AA-8BBBF42391D0}"/>
                </a:ext>
              </a:extLst>
            </p:cNvPr>
            <p:cNvSpPr>
              <a:spLocks noGrp="1"/>
            </p:cNvSpPr>
            <p:nvPr/>
          </p:nvSpPr>
          <p:spPr>
            <a:xfrm>
              <a:off x="1268672" y="5468812"/>
              <a:ext cx="33073" cy="30870"/>
            </a:xfrm>
            <a:custGeom>
              <a:avLst/>
              <a:gdLst/>
              <a:ahLst/>
              <a:cxnLst/>
              <a:rect l="0" t="0" r="0" b="0"/>
              <a:pathLst>
                <a:path w="33073" h="30870">
                  <a:moveTo>
                    <a:pt x="33073" y="0"/>
                  </a:moveTo>
                  <a:lnTo>
                    <a:pt x="0" y="30870"/>
                  </a:lnTo>
                </a:path>
              </a:pathLst>
            </a:custGeom>
            <a:noFill/>
            <a:ln w="20003">
              <a:solidFill>
                <a:srgbClr val="7C8F9D"/>
              </a:solidFill>
            </a:ln>
          </p:spPr>
        </p:sp>
        <p:sp>
          <p:nvSpPr>
            <p:cNvPr id="574" name="Input_receptor__573">
              <a:extLst>
                <a:ext uri="{FF2B5EF4-FFF2-40B4-BE49-F238E27FC236}">
                  <a16:creationId xmlns:a16="http://schemas.microsoft.com/office/drawing/2014/main" id="{3076CDC5-350A-305F-5CDA-6F8EFEBF5209}"/>
                </a:ext>
              </a:extLst>
            </p:cNvPr>
            <p:cNvSpPr>
              <a:spLocks noGrp="1"/>
            </p:cNvSpPr>
            <p:nvPr/>
          </p:nvSpPr>
          <p:spPr>
            <a:xfrm>
              <a:off x="1619715" y="5100414"/>
              <a:ext cx="41111" cy="24850"/>
            </a:xfrm>
            <a:custGeom>
              <a:avLst/>
              <a:gdLst/>
              <a:ahLst/>
              <a:cxnLst/>
              <a:rect l="0" t="0" r="0" b="0"/>
              <a:pathLst>
                <a:path w="41111" h="24850">
                  <a:moveTo>
                    <a:pt x="41111" y="0"/>
                  </a:moveTo>
                  <a:lnTo>
                    <a:pt x="0" y="24850"/>
                  </a:lnTo>
                </a:path>
              </a:pathLst>
            </a:custGeom>
            <a:noFill/>
            <a:ln w="20003">
              <a:solidFill>
                <a:srgbClr val="7D8F9D"/>
              </a:solidFill>
            </a:ln>
          </p:spPr>
        </p:sp>
        <p:sp>
          <p:nvSpPr>
            <p:cNvPr id="575" name="Input_receptor__574">
              <a:extLst>
                <a:ext uri="{FF2B5EF4-FFF2-40B4-BE49-F238E27FC236}">
                  <a16:creationId xmlns:a16="http://schemas.microsoft.com/office/drawing/2014/main" id="{17A42282-545E-9D68-8F93-14E626B73DA7}"/>
                </a:ext>
              </a:extLst>
            </p:cNvPr>
            <p:cNvSpPr>
              <a:spLocks noGrp="1"/>
            </p:cNvSpPr>
            <p:nvPr/>
          </p:nvSpPr>
          <p:spPr>
            <a:xfrm>
              <a:off x="1501195" y="5026019"/>
              <a:ext cx="37583" cy="11878"/>
            </a:xfrm>
            <a:custGeom>
              <a:avLst/>
              <a:gdLst/>
              <a:ahLst/>
              <a:cxnLst/>
              <a:rect l="0" t="0" r="0" b="0"/>
              <a:pathLst>
                <a:path w="37583" h="11878">
                  <a:moveTo>
                    <a:pt x="37583" y="11878"/>
                  </a:moveTo>
                  <a:lnTo>
                    <a:pt x="0" y="0"/>
                  </a:lnTo>
                </a:path>
              </a:pathLst>
            </a:custGeom>
            <a:noFill/>
            <a:ln w="20003">
              <a:solidFill>
                <a:srgbClr val="7D8F9D"/>
              </a:solidFill>
            </a:ln>
          </p:spPr>
        </p:sp>
        <p:sp>
          <p:nvSpPr>
            <p:cNvPr id="576" name="Input_receptor__575">
              <a:extLst>
                <a:ext uri="{FF2B5EF4-FFF2-40B4-BE49-F238E27FC236}">
                  <a16:creationId xmlns:a16="http://schemas.microsoft.com/office/drawing/2014/main" id="{44039F67-0BB5-B2B7-EEF9-3BCFD7BB3EFA}"/>
                </a:ext>
              </a:extLst>
            </p:cNvPr>
            <p:cNvSpPr>
              <a:spLocks noGrp="1"/>
            </p:cNvSpPr>
            <p:nvPr/>
          </p:nvSpPr>
          <p:spPr>
            <a:xfrm>
              <a:off x="1511667" y="4814295"/>
              <a:ext cx="11097" cy="30261"/>
            </a:xfrm>
            <a:custGeom>
              <a:avLst/>
              <a:gdLst/>
              <a:ahLst/>
              <a:cxnLst/>
              <a:rect l="0" t="0" r="0" b="0"/>
              <a:pathLst>
                <a:path w="11097" h="30261">
                  <a:moveTo>
                    <a:pt x="11097" y="30261"/>
                  </a:moveTo>
                  <a:lnTo>
                    <a:pt x="0" y="0"/>
                  </a:lnTo>
                </a:path>
              </a:pathLst>
            </a:custGeom>
            <a:noFill/>
            <a:ln w="8096">
              <a:solidFill>
                <a:srgbClr val="7D8F9D"/>
              </a:solidFill>
            </a:ln>
          </p:spPr>
        </p:sp>
        <p:sp>
          <p:nvSpPr>
            <p:cNvPr id="577" name="Input_receptor__576">
              <a:extLst>
                <a:ext uri="{FF2B5EF4-FFF2-40B4-BE49-F238E27FC236}">
                  <a16:creationId xmlns:a16="http://schemas.microsoft.com/office/drawing/2014/main" id="{9D8F4780-20C3-75CD-E5A7-0F0D091AB580}"/>
                </a:ext>
              </a:extLst>
            </p:cNvPr>
            <p:cNvSpPr>
              <a:spLocks noGrp="1"/>
            </p:cNvSpPr>
            <p:nvPr/>
          </p:nvSpPr>
          <p:spPr>
            <a:xfrm>
              <a:off x="1475013" y="5379469"/>
              <a:ext cx="1453" cy="1028"/>
            </a:xfrm>
            <a:custGeom>
              <a:avLst/>
              <a:gdLst/>
              <a:ahLst/>
              <a:cxnLst/>
              <a:rect l="0" t="0" r="0" b="0"/>
              <a:pathLst>
                <a:path w="1453" h="1028">
                  <a:moveTo>
                    <a:pt x="0" y="1028"/>
                  </a:moveTo>
                  <a:lnTo>
                    <a:pt x="1453" y="0"/>
                  </a:lnTo>
                </a:path>
              </a:pathLst>
            </a:custGeom>
            <a:noFill/>
            <a:ln w="20003">
              <a:solidFill>
                <a:srgbClr val="7D8F9D"/>
              </a:solidFill>
            </a:ln>
          </p:spPr>
        </p:sp>
        <p:sp>
          <p:nvSpPr>
            <p:cNvPr id="578" name="Input_receptor__577">
              <a:extLst>
                <a:ext uri="{FF2B5EF4-FFF2-40B4-BE49-F238E27FC236}">
                  <a16:creationId xmlns:a16="http://schemas.microsoft.com/office/drawing/2014/main" id="{72E114F3-079C-CE13-C374-5820BD0CE6E8}"/>
                </a:ext>
              </a:extLst>
            </p:cNvPr>
            <p:cNvSpPr>
              <a:spLocks noGrp="1"/>
            </p:cNvSpPr>
            <p:nvPr/>
          </p:nvSpPr>
          <p:spPr>
            <a:xfrm>
              <a:off x="1511692" y="5397571"/>
              <a:ext cx="20162" cy="39477"/>
            </a:xfrm>
            <a:custGeom>
              <a:avLst/>
              <a:gdLst/>
              <a:ahLst/>
              <a:cxnLst/>
              <a:rect l="0" t="0" r="0" b="0"/>
              <a:pathLst>
                <a:path w="20162" h="39477">
                  <a:moveTo>
                    <a:pt x="0" y="39477"/>
                  </a:moveTo>
                  <a:lnTo>
                    <a:pt x="20162" y="0"/>
                  </a:lnTo>
                </a:path>
              </a:pathLst>
            </a:custGeom>
            <a:noFill/>
            <a:ln w="20003">
              <a:solidFill>
                <a:srgbClr val="7D8F9D"/>
              </a:solidFill>
            </a:ln>
          </p:spPr>
        </p:sp>
        <p:sp>
          <p:nvSpPr>
            <p:cNvPr id="579" name="Input_receptor__578">
              <a:extLst>
                <a:ext uri="{FF2B5EF4-FFF2-40B4-BE49-F238E27FC236}">
                  <a16:creationId xmlns:a16="http://schemas.microsoft.com/office/drawing/2014/main" id="{9C666354-7163-3E0B-6F18-615B872FF3C7}"/>
                </a:ext>
              </a:extLst>
            </p:cNvPr>
            <p:cNvSpPr>
              <a:spLocks noGrp="1"/>
            </p:cNvSpPr>
            <p:nvPr/>
          </p:nvSpPr>
          <p:spPr>
            <a:xfrm>
              <a:off x="1557672" y="5168505"/>
              <a:ext cx="43893" cy="5942"/>
            </a:xfrm>
            <a:custGeom>
              <a:avLst/>
              <a:gdLst/>
              <a:ahLst/>
              <a:cxnLst/>
              <a:rect l="0" t="0" r="0" b="0"/>
              <a:pathLst>
                <a:path w="43893" h="5942">
                  <a:moveTo>
                    <a:pt x="43893" y="5942"/>
                  </a:moveTo>
                  <a:lnTo>
                    <a:pt x="0" y="0"/>
                  </a:lnTo>
                </a:path>
              </a:pathLst>
            </a:custGeom>
            <a:noFill/>
            <a:ln w="20003">
              <a:solidFill>
                <a:srgbClr val="7D8F9D"/>
              </a:solidFill>
            </a:ln>
          </p:spPr>
        </p:sp>
        <p:sp>
          <p:nvSpPr>
            <p:cNvPr id="580" name="Input_receptor__579">
              <a:extLst>
                <a:ext uri="{FF2B5EF4-FFF2-40B4-BE49-F238E27FC236}">
                  <a16:creationId xmlns:a16="http://schemas.microsoft.com/office/drawing/2014/main" id="{223BC471-CB49-E546-D785-A6290426B55C}"/>
                </a:ext>
              </a:extLst>
            </p:cNvPr>
            <p:cNvSpPr>
              <a:spLocks noGrp="1"/>
            </p:cNvSpPr>
            <p:nvPr/>
          </p:nvSpPr>
          <p:spPr>
            <a:xfrm>
              <a:off x="1594133" y="5297780"/>
              <a:ext cx="46631" cy="8779"/>
            </a:xfrm>
            <a:custGeom>
              <a:avLst/>
              <a:gdLst/>
              <a:ahLst/>
              <a:cxnLst/>
              <a:rect l="0" t="0" r="0" b="0"/>
              <a:pathLst>
                <a:path w="46631" h="8779">
                  <a:moveTo>
                    <a:pt x="46631" y="8779"/>
                  </a:moveTo>
                  <a:lnTo>
                    <a:pt x="0" y="0"/>
                  </a:lnTo>
                </a:path>
              </a:pathLst>
            </a:custGeom>
            <a:noFill/>
            <a:ln w="20003">
              <a:solidFill>
                <a:srgbClr val="7D8F9D"/>
              </a:solidFill>
            </a:ln>
          </p:spPr>
        </p:sp>
        <p:sp>
          <p:nvSpPr>
            <p:cNvPr id="581" name="Input_receptor__580">
              <a:extLst>
                <a:ext uri="{FF2B5EF4-FFF2-40B4-BE49-F238E27FC236}">
                  <a16:creationId xmlns:a16="http://schemas.microsoft.com/office/drawing/2014/main" id="{CA2843DC-7491-D44C-D731-88E85F1A57C7}"/>
                </a:ext>
              </a:extLst>
            </p:cNvPr>
            <p:cNvSpPr>
              <a:spLocks noGrp="1"/>
            </p:cNvSpPr>
            <p:nvPr/>
          </p:nvSpPr>
          <p:spPr>
            <a:xfrm>
              <a:off x="1211343" y="5027522"/>
              <a:ext cx="16449" cy="30221"/>
            </a:xfrm>
            <a:custGeom>
              <a:avLst/>
              <a:gdLst/>
              <a:ahLst/>
              <a:cxnLst/>
              <a:rect l="0" t="0" r="0" b="0"/>
              <a:pathLst>
                <a:path w="16449" h="30221">
                  <a:moveTo>
                    <a:pt x="0" y="30221"/>
                  </a:moveTo>
                  <a:lnTo>
                    <a:pt x="16449" y="0"/>
                  </a:lnTo>
                </a:path>
              </a:pathLst>
            </a:custGeom>
            <a:noFill/>
            <a:ln w="8096">
              <a:solidFill>
                <a:srgbClr val="7D8F9D"/>
              </a:solidFill>
            </a:ln>
          </p:spPr>
        </p:sp>
        <p:sp>
          <p:nvSpPr>
            <p:cNvPr id="582" name="Input_receptor__581">
              <a:extLst>
                <a:ext uri="{FF2B5EF4-FFF2-40B4-BE49-F238E27FC236}">
                  <a16:creationId xmlns:a16="http://schemas.microsoft.com/office/drawing/2014/main" id="{073907FF-2CB1-3F09-445C-9BB1FAC5B087}"/>
                </a:ext>
              </a:extLst>
            </p:cNvPr>
            <p:cNvSpPr>
              <a:spLocks noGrp="1"/>
            </p:cNvSpPr>
            <p:nvPr/>
          </p:nvSpPr>
          <p:spPr>
            <a:xfrm>
              <a:off x="1195186" y="5451440"/>
              <a:ext cx="33701" cy="34156"/>
            </a:xfrm>
            <a:custGeom>
              <a:avLst/>
              <a:gdLst/>
              <a:ahLst/>
              <a:cxnLst/>
              <a:rect l="0" t="0" r="0" b="0"/>
              <a:pathLst>
                <a:path w="33701" h="34156">
                  <a:moveTo>
                    <a:pt x="33701" y="0"/>
                  </a:moveTo>
                  <a:lnTo>
                    <a:pt x="0" y="34156"/>
                  </a:lnTo>
                </a:path>
              </a:pathLst>
            </a:custGeom>
            <a:noFill/>
            <a:ln w="20003">
              <a:solidFill>
                <a:srgbClr val="7D8F9D"/>
              </a:solidFill>
            </a:ln>
          </p:spPr>
        </p:sp>
        <p:sp>
          <p:nvSpPr>
            <p:cNvPr id="583" name="Input_receptor__582">
              <a:extLst>
                <a:ext uri="{FF2B5EF4-FFF2-40B4-BE49-F238E27FC236}">
                  <a16:creationId xmlns:a16="http://schemas.microsoft.com/office/drawing/2014/main" id="{E4629AC8-7286-A1DB-A7E2-F55AA99CCF33}"/>
                </a:ext>
              </a:extLst>
            </p:cNvPr>
            <p:cNvSpPr>
              <a:spLocks noGrp="1"/>
            </p:cNvSpPr>
            <p:nvPr/>
          </p:nvSpPr>
          <p:spPr>
            <a:xfrm>
              <a:off x="1285853" y="5278359"/>
              <a:ext cx="47289" cy="9735"/>
            </a:xfrm>
            <a:custGeom>
              <a:avLst/>
              <a:gdLst/>
              <a:ahLst/>
              <a:cxnLst/>
              <a:rect l="0" t="0" r="0" b="0"/>
              <a:pathLst>
                <a:path w="47289" h="9735">
                  <a:moveTo>
                    <a:pt x="47289" y="0"/>
                  </a:moveTo>
                  <a:lnTo>
                    <a:pt x="0" y="9735"/>
                  </a:lnTo>
                </a:path>
              </a:pathLst>
            </a:custGeom>
            <a:noFill/>
            <a:ln w="20003">
              <a:solidFill>
                <a:srgbClr val="7D8F9D"/>
              </a:solidFill>
            </a:ln>
          </p:spPr>
        </p:sp>
        <p:sp>
          <p:nvSpPr>
            <p:cNvPr id="584" name="Input_receptor__583">
              <a:extLst>
                <a:ext uri="{FF2B5EF4-FFF2-40B4-BE49-F238E27FC236}">
                  <a16:creationId xmlns:a16="http://schemas.microsoft.com/office/drawing/2014/main" id="{705D32F0-2404-4DEA-BBE3-6C628C298A02}"/>
                </a:ext>
              </a:extLst>
            </p:cNvPr>
            <p:cNvSpPr>
              <a:spLocks noGrp="1"/>
            </p:cNvSpPr>
            <p:nvPr/>
          </p:nvSpPr>
          <p:spPr>
            <a:xfrm>
              <a:off x="1163554" y="5233159"/>
              <a:ext cx="23754" cy="2776"/>
            </a:xfrm>
            <a:custGeom>
              <a:avLst/>
              <a:gdLst/>
              <a:ahLst/>
              <a:cxnLst/>
              <a:rect l="0" t="0" r="0" b="0"/>
              <a:pathLst>
                <a:path w="23754" h="2776">
                  <a:moveTo>
                    <a:pt x="23754" y="0"/>
                  </a:moveTo>
                  <a:lnTo>
                    <a:pt x="0" y="2776"/>
                  </a:lnTo>
                </a:path>
              </a:pathLst>
            </a:custGeom>
            <a:noFill/>
            <a:ln w="20003">
              <a:solidFill>
                <a:srgbClr val="7D8F9D"/>
              </a:solidFill>
            </a:ln>
          </p:spPr>
        </p:sp>
        <p:sp>
          <p:nvSpPr>
            <p:cNvPr id="585" name="Input_receptor__584">
              <a:extLst>
                <a:ext uri="{FF2B5EF4-FFF2-40B4-BE49-F238E27FC236}">
                  <a16:creationId xmlns:a16="http://schemas.microsoft.com/office/drawing/2014/main" id="{2F553F03-1599-D633-D44B-27989FD989FD}"/>
                </a:ext>
              </a:extLst>
            </p:cNvPr>
            <p:cNvSpPr>
              <a:spLocks noGrp="1"/>
            </p:cNvSpPr>
            <p:nvPr/>
          </p:nvSpPr>
          <p:spPr>
            <a:xfrm>
              <a:off x="1333142" y="5278359"/>
              <a:ext cx="12520" cy="46617"/>
            </a:xfrm>
            <a:custGeom>
              <a:avLst/>
              <a:gdLst/>
              <a:ahLst/>
              <a:cxnLst/>
              <a:rect l="0" t="0" r="0" b="0"/>
              <a:pathLst>
                <a:path w="12520" h="46617">
                  <a:moveTo>
                    <a:pt x="12520" y="46617"/>
                  </a:moveTo>
                  <a:lnTo>
                    <a:pt x="0" y="0"/>
                  </a:lnTo>
                </a:path>
              </a:pathLst>
            </a:custGeom>
            <a:noFill/>
            <a:ln w="20003">
              <a:solidFill>
                <a:srgbClr val="7D8F9E"/>
              </a:solidFill>
            </a:ln>
          </p:spPr>
        </p:sp>
        <p:sp>
          <p:nvSpPr>
            <p:cNvPr id="586" name="Input_receptor__585">
              <a:extLst>
                <a:ext uri="{FF2B5EF4-FFF2-40B4-BE49-F238E27FC236}">
                  <a16:creationId xmlns:a16="http://schemas.microsoft.com/office/drawing/2014/main" id="{AF83E654-D59E-6837-673F-DE390634E19B}"/>
                </a:ext>
              </a:extLst>
            </p:cNvPr>
            <p:cNvSpPr>
              <a:spLocks noGrp="1"/>
            </p:cNvSpPr>
            <p:nvPr/>
          </p:nvSpPr>
          <p:spPr>
            <a:xfrm>
              <a:off x="1731104" y="4994943"/>
              <a:ext cx="11377" cy="10010"/>
            </a:xfrm>
            <a:custGeom>
              <a:avLst/>
              <a:gdLst/>
              <a:ahLst/>
              <a:cxnLst/>
              <a:rect l="0" t="0" r="0" b="0"/>
              <a:pathLst>
                <a:path w="11377" h="10010">
                  <a:moveTo>
                    <a:pt x="11377" y="0"/>
                  </a:moveTo>
                  <a:lnTo>
                    <a:pt x="0" y="10010"/>
                  </a:lnTo>
                </a:path>
              </a:pathLst>
            </a:custGeom>
            <a:noFill/>
            <a:ln w="20003">
              <a:solidFill>
                <a:srgbClr val="7D8F9E"/>
              </a:solidFill>
            </a:ln>
          </p:spPr>
        </p:sp>
        <p:sp>
          <p:nvSpPr>
            <p:cNvPr id="587" name="Input_receptor__586">
              <a:extLst>
                <a:ext uri="{FF2B5EF4-FFF2-40B4-BE49-F238E27FC236}">
                  <a16:creationId xmlns:a16="http://schemas.microsoft.com/office/drawing/2014/main" id="{CEC30503-7B13-31AF-5CC2-C703AE5D5012}"/>
                </a:ext>
              </a:extLst>
            </p:cNvPr>
            <p:cNvSpPr>
              <a:spLocks noGrp="1"/>
            </p:cNvSpPr>
            <p:nvPr/>
          </p:nvSpPr>
          <p:spPr>
            <a:xfrm>
              <a:off x="1342476" y="5675629"/>
              <a:ext cx="42202" cy="21544"/>
            </a:xfrm>
            <a:custGeom>
              <a:avLst/>
              <a:gdLst/>
              <a:ahLst/>
              <a:cxnLst/>
              <a:rect l="0" t="0" r="0" b="0"/>
              <a:pathLst>
                <a:path w="42202" h="21544">
                  <a:moveTo>
                    <a:pt x="42202" y="0"/>
                  </a:moveTo>
                  <a:lnTo>
                    <a:pt x="0" y="21544"/>
                  </a:lnTo>
                </a:path>
              </a:pathLst>
            </a:custGeom>
            <a:noFill/>
            <a:ln w="8096">
              <a:solidFill>
                <a:srgbClr val="7D8F9E"/>
              </a:solidFill>
            </a:ln>
          </p:spPr>
        </p:sp>
        <p:sp>
          <p:nvSpPr>
            <p:cNvPr id="588" name="Input_receptor__587">
              <a:extLst>
                <a:ext uri="{FF2B5EF4-FFF2-40B4-BE49-F238E27FC236}">
                  <a16:creationId xmlns:a16="http://schemas.microsoft.com/office/drawing/2014/main" id="{4A7E6384-E9CB-681C-47B8-F6A1E4853625}"/>
                </a:ext>
              </a:extLst>
            </p:cNvPr>
            <p:cNvSpPr>
              <a:spLocks noGrp="1"/>
            </p:cNvSpPr>
            <p:nvPr/>
          </p:nvSpPr>
          <p:spPr>
            <a:xfrm>
              <a:off x="1158486" y="5572423"/>
              <a:ext cx="43816" cy="14619"/>
            </a:xfrm>
            <a:custGeom>
              <a:avLst/>
              <a:gdLst/>
              <a:ahLst/>
              <a:cxnLst/>
              <a:rect l="0" t="0" r="0" b="0"/>
              <a:pathLst>
                <a:path w="43816" h="14619">
                  <a:moveTo>
                    <a:pt x="43816" y="0"/>
                  </a:moveTo>
                  <a:lnTo>
                    <a:pt x="0" y="14619"/>
                  </a:lnTo>
                </a:path>
              </a:pathLst>
            </a:custGeom>
            <a:noFill/>
            <a:ln w="20003">
              <a:solidFill>
                <a:srgbClr val="7D8F9E"/>
              </a:solidFill>
            </a:ln>
          </p:spPr>
        </p:sp>
        <p:sp>
          <p:nvSpPr>
            <p:cNvPr id="589" name="Input_receptor__588">
              <a:extLst>
                <a:ext uri="{FF2B5EF4-FFF2-40B4-BE49-F238E27FC236}">
                  <a16:creationId xmlns:a16="http://schemas.microsoft.com/office/drawing/2014/main" id="{7ACEEA08-1FB9-4580-492F-95AD4FE25D14}"/>
                </a:ext>
              </a:extLst>
            </p:cNvPr>
            <p:cNvSpPr>
              <a:spLocks noGrp="1"/>
            </p:cNvSpPr>
            <p:nvPr/>
          </p:nvSpPr>
          <p:spPr>
            <a:xfrm>
              <a:off x="1538778" y="5037896"/>
              <a:ext cx="26970" cy="10663"/>
            </a:xfrm>
            <a:custGeom>
              <a:avLst/>
              <a:gdLst/>
              <a:ahLst/>
              <a:cxnLst/>
              <a:rect l="0" t="0" r="0" b="0"/>
              <a:pathLst>
                <a:path w="26970" h="10663">
                  <a:moveTo>
                    <a:pt x="26970" y="10663"/>
                  </a:moveTo>
                  <a:lnTo>
                    <a:pt x="0" y="0"/>
                  </a:lnTo>
                </a:path>
              </a:pathLst>
            </a:custGeom>
            <a:noFill/>
            <a:ln w="20003">
              <a:solidFill>
                <a:srgbClr val="7D8F9E"/>
              </a:solidFill>
            </a:ln>
          </p:spPr>
        </p:sp>
        <p:sp>
          <p:nvSpPr>
            <p:cNvPr id="590" name="Input_receptor__589">
              <a:extLst>
                <a:ext uri="{FF2B5EF4-FFF2-40B4-BE49-F238E27FC236}">
                  <a16:creationId xmlns:a16="http://schemas.microsoft.com/office/drawing/2014/main" id="{39C702EA-BE12-9086-C4AD-2BF2C77EA75F}"/>
                </a:ext>
              </a:extLst>
            </p:cNvPr>
            <p:cNvSpPr>
              <a:spLocks noGrp="1"/>
            </p:cNvSpPr>
            <p:nvPr/>
          </p:nvSpPr>
          <p:spPr>
            <a:xfrm>
              <a:off x="1681639" y="4837671"/>
              <a:ext cx="16347" cy="2735"/>
            </a:xfrm>
            <a:custGeom>
              <a:avLst/>
              <a:gdLst/>
              <a:ahLst/>
              <a:cxnLst/>
              <a:rect l="0" t="0" r="0" b="0"/>
              <a:pathLst>
                <a:path w="16347" h="2735">
                  <a:moveTo>
                    <a:pt x="0" y="2735"/>
                  </a:moveTo>
                  <a:lnTo>
                    <a:pt x="16347" y="0"/>
                  </a:lnTo>
                </a:path>
              </a:pathLst>
            </a:custGeom>
            <a:noFill/>
            <a:ln w="8096">
              <a:solidFill>
                <a:srgbClr val="7D8F9E"/>
              </a:solidFill>
            </a:ln>
          </p:spPr>
        </p:sp>
        <p:sp>
          <p:nvSpPr>
            <p:cNvPr id="591" name="Input_receptor__590">
              <a:extLst>
                <a:ext uri="{FF2B5EF4-FFF2-40B4-BE49-F238E27FC236}">
                  <a16:creationId xmlns:a16="http://schemas.microsoft.com/office/drawing/2014/main" id="{4C8F5450-8357-5694-0BF0-9A3F1CE2C64B}"/>
                </a:ext>
              </a:extLst>
            </p:cNvPr>
            <p:cNvSpPr>
              <a:spLocks noGrp="1"/>
            </p:cNvSpPr>
            <p:nvPr/>
          </p:nvSpPr>
          <p:spPr>
            <a:xfrm>
              <a:off x="1600424" y="4930970"/>
              <a:ext cx="43940" cy="17073"/>
            </a:xfrm>
            <a:custGeom>
              <a:avLst/>
              <a:gdLst/>
              <a:ahLst/>
              <a:cxnLst/>
              <a:rect l="0" t="0" r="0" b="0"/>
              <a:pathLst>
                <a:path w="43940" h="17073">
                  <a:moveTo>
                    <a:pt x="0" y="0"/>
                  </a:moveTo>
                  <a:lnTo>
                    <a:pt x="43940" y="17073"/>
                  </a:lnTo>
                </a:path>
              </a:pathLst>
            </a:custGeom>
            <a:noFill/>
            <a:ln w="20003">
              <a:solidFill>
                <a:srgbClr val="7D8F9E"/>
              </a:solidFill>
            </a:ln>
          </p:spPr>
        </p:sp>
        <p:sp>
          <p:nvSpPr>
            <p:cNvPr id="592" name="Input_receptor__591">
              <a:extLst>
                <a:ext uri="{FF2B5EF4-FFF2-40B4-BE49-F238E27FC236}">
                  <a16:creationId xmlns:a16="http://schemas.microsoft.com/office/drawing/2014/main" id="{AE98A773-7049-1DFB-0E5A-F94ACA1CCDBC}"/>
                </a:ext>
              </a:extLst>
            </p:cNvPr>
            <p:cNvSpPr>
              <a:spLocks noGrp="1"/>
            </p:cNvSpPr>
            <p:nvPr/>
          </p:nvSpPr>
          <p:spPr>
            <a:xfrm>
              <a:off x="1592051" y="5237729"/>
              <a:ext cx="35519" cy="3961"/>
            </a:xfrm>
            <a:custGeom>
              <a:avLst/>
              <a:gdLst/>
              <a:ahLst/>
              <a:cxnLst/>
              <a:rect l="0" t="0" r="0" b="0"/>
              <a:pathLst>
                <a:path w="35519" h="3961">
                  <a:moveTo>
                    <a:pt x="35519" y="3961"/>
                  </a:moveTo>
                  <a:lnTo>
                    <a:pt x="0" y="0"/>
                  </a:lnTo>
                </a:path>
              </a:pathLst>
            </a:custGeom>
            <a:noFill/>
            <a:ln w="20003">
              <a:solidFill>
                <a:srgbClr val="7D8F9E"/>
              </a:solidFill>
            </a:ln>
          </p:spPr>
        </p:sp>
        <p:sp>
          <p:nvSpPr>
            <p:cNvPr id="593" name="Input_receptor__592">
              <a:extLst>
                <a:ext uri="{FF2B5EF4-FFF2-40B4-BE49-F238E27FC236}">
                  <a16:creationId xmlns:a16="http://schemas.microsoft.com/office/drawing/2014/main" id="{78A25C98-19FD-EF04-60E3-3DECF3D08B70}"/>
                </a:ext>
              </a:extLst>
            </p:cNvPr>
            <p:cNvSpPr>
              <a:spLocks noGrp="1"/>
            </p:cNvSpPr>
            <p:nvPr/>
          </p:nvSpPr>
          <p:spPr>
            <a:xfrm>
              <a:off x="1557721" y="5229042"/>
              <a:ext cx="34331" cy="8687"/>
            </a:xfrm>
            <a:custGeom>
              <a:avLst/>
              <a:gdLst/>
              <a:ahLst/>
              <a:cxnLst/>
              <a:rect l="0" t="0" r="0" b="0"/>
              <a:pathLst>
                <a:path w="34331" h="8687">
                  <a:moveTo>
                    <a:pt x="34331" y="8687"/>
                  </a:moveTo>
                  <a:lnTo>
                    <a:pt x="0" y="0"/>
                  </a:lnTo>
                </a:path>
              </a:pathLst>
            </a:custGeom>
            <a:noFill/>
            <a:ln w="20003">
              <a:solidFill>
                <a:srgbClr val="7D8F9E"/>
              </a:solidFill>
            </a:ln>
          </p:spPr>
        </p:sp>
        <p:sp>
          <p:nvSpPr>
            <p:cNvPr id="594" name="Input_receptor__593">
              <a:extLst>
                <a:ext uri="{FF2B5EF4-FFF2-40B4-BE49-F238E27FC236}">
                  <a16:creationId xmlns:a16="http://schemas.microsoft.com/office/drawing/2014/main" id="{EBB10E3D-60C3-6BAD-338C-EE2796FD2241}"/>
                </a:ext>
              </a:extLst>
            </p:cNvPr>
            <p:cNvSpPr>
              <a:spLocks noGrp="1"/>
            </p:cNvSpPr>
            <p:nvPr/>
          </p:nvSpPr>
          <p:spPr>
            <a:xfrm>
              <a:off x="1425179" y="5321691"/>
              <a:ext cx="33721" cy="19753"/>
            </a:xfrm>
            <a:custGeom>
              <a:avLst/>
              <a:gdLst/>
              <a:ahLst/>
              <a:cxnLst/>
              <a:rect l="0" t="0" r="0" b="0"/>
              <a:pathLst>
                <a:path w="33721" h="19753">
                  <a:moveTo>
                    <a:pt x="33721" y="0"/>
                  </a:moveTo>
                  <a:lnTo>
                    <a:pt x="0" y="19753"/>
                  </a:lnTo>
                </a:path>
              </a:pathLst>
            </a:custGeom>
            <a:noFill/>
            <a:ln w="20003">
              <a:solidFill>
                <a:srgbClr val="7D8F9E"/>
              </a:solidFill>
            </a:ln>
          </p:spPr>
        </p:sp>
        <p:sp>
          <p:nvSpPr>
            <p:cNvPr id="595" name="Input_receptor__594">
              <a:extLst>
                <a:ext uri="{FF2B5EF4-FFF2-40B4-BE49-F238E27FC236}">
                  <a16:creationId xmlns:a16="http://schemas.microsoft.com/office/drawing/2014/main" id="{7BBF0DB1-A6E9-99D4-750D-00C7C48EA18C}"/>
                </a:ext>
              </a:extLst>
            </p:cNvPr>
            <p:cNvSpPr>
              <a:spLocks noGrp="1"/>
            </p:cNvSpPr>
            <p:nvPr/>
          </p:nvSpPr>
          <p:spPr>
            <a:xfrm>
              <a:off x="1381573" y="5536385"/>
              <a:ext cx="8876" cy="17207"/>
            </a:xfrm>
            <a:custGeom>
              <a:avLst/>
              <a:gdLst/>
              <a:ahLst/>
              <a:cxnLst/>
              <a:rect l="0" t="0" r="0" b="0"/>
              <a:pathLst>
                <a:path w="8876" h="17207">
                  <a:moveTo>
                    <a:pt x="8876" y="17207"/>
                  </a:moveTo>
                  <a:lnTo>
                    <a:pt x="0" y="0"/>
                  </a:lnTo>
                </a:path>
              </a:pathLst>
            </a:custGeom>
            <a:noFill/>
            <a:ln w="20003">
              <a:solidFill>
                <a:srgbClr val="7D8F9E"/>
              </a:solidFill>
            </a:ln>
          </p:spPr>
        </p:sp>
        <p:sp>
          <p:nvSpPr>
            <p:cNvPr id="596" name="Input_receptor__595">
              <a:extLst>
                <a:ext uri="{FF2B5EF4-FFF2-40B4-BE49-F238E27FC236}">
                  <a16:creationId xmlns:a16="http://schemas.microsoft.com/office/drawing/2014/main" id="{6B9CC82D-6563-99F2-AAFE-6FD17D3BF24D}"/>
                </a:ext>
              </a:extLst>
            </p:cNvPr>
            <p:cNvSpPr>
              <a:spLocks noGrp="1"/>
            </p:cNvSpPr>
            <p:nvPr/>
          </p:nvSpPr>
          <p:spPr>
            <a:xfrm>
              <a:off x="1231774" y="5349495"/>
              <a:ext cx="37091" cy="30201"/>
            </a:xfrm>
            <a:custGeom>
              <a:avLst/>
              <a:gdLst/>
              <a:ahLst/>
              <a:cxnLst/>
              <a:rect l="0" t="0" r="0" b="0"/>
              <a:pathLst>
                <a:path w="37091" h="30201">
                  <a:moveTo>
                    <a:pt x="0" y="30201"/>
                  </a:moveTo>
                  <a:lnTo>
                    <a:pt x="37091" y="0"/>
                  </a:lnTo>
                </a:path>
              </a:pathLst>
            </a:custGeom>
            <a:noFill/>
            <a:ln w="20003">
              <a:solidFill>
                <a:srgbClr val="7D8F9E"/>
              </a:solidFill>
            </a:ln>
          </p:spPr>
        </p:sp>
        <p:sp>
          <p:nvSpPr>
            <p:cNvPr id="597" name="Input_receptor__596">
              <a:extLst>
                <a:ext uri="{FF2B5EF4-FFF2-40B4-BE49-F238E27FC236}">
                  <a16:creationId xmlns:a16="http://schemas.microsoft.com/office/drawing/2014/main" id="{2AF2EA33-6748-E604-3D71-3442B4005827}"/>
                </a:ext>
              </a:extLst>
            </p:cNvPr>
            <p:cNvSpPr>
              <a:spLocks noGrp="1"/>
            </p:cNvSpPr>
            <p:nvPr/>
          </p:nvSpPr>
          <p:spPr>
            <a:xfrm>
              <a:off x="1727135" y="5169425"/>
              <a:ext cx="30963" cy="6819"/>
            </a:xfrm>
            <a:custGeom>
              <a:avLst/>
              <a:gdLst/>
              <a:ahLst/>
              <a:cxnLst/>
              <a:rect l="0" t="0" r="0" b="0"/>
              <a:pathLst>
                <a:path w="30963" h="6819">
                  <a:moveTo>
                    <a:pt x="30963" y="0"/>
                  </a:moveTo>
                  <a:lnTo>
                    <a:pt x="0" y="6819"/>
                  </a:lnTo>
                </a:path>
              </a:pathLst>
            </a:custGeom>
            <a:noFill/>
            <a:ln w="20003">
              <a:solidFill>
                <a:srgbClr val="7D8F9E"/>
              </a:solidFill>
            </a:ln>
          </p:spPr>
        </p:sp>
        <p:sp>
          <p:nvSpPr>
            <p:cNvPr id="598" name="Input_receptor__597">
              <a:extLst>
                <a:ext uri="{FF2B5EF4-FFF2-40B4-BE49-F238E27FC236}">
                  <a16:creationId xmlns:a16="http://schemas.microsoft.com/office/drawing/2014/main" id="{605E4D68-E26E-4C1A-1F4E-E35418E890F4}"/>
                </a:ext>
              </a:extLst>
            </p:cNvPr>
            <p:cNvSpPr>
              <a:spLocks noGrp="1"/>
            </p:cNvSpPr>
            <p:nvPr/>
          </p:nvSpPr>
          <p:spPr>
            <a:xfrm>
              <a:off x="1443771" y="5526620"/>
              <a:ext cx="1586" cy="46181"/>
            </a:xfrm>
            <a:custGeom>
              <a:avLst/>
              <a:gdLst/>
              <a:ahLst/>
              <a:cxnLst/>
              <a:rect l="0" t="0" r="0" b="0"/>
              <a:pathLst>
                <a:path w="1586" h="46181">
                  <a:moveTo>
                    <a:pt x="1586" y="46181"/>
                  </a:moveTo>
                  <a:lnTo>
                    <a:pt x="0" y="0"/>
                  </a:lnTo>
                </a:path>
              </a:pathLst>
            </a:custGeom>
            <a:noFill/>
            <a:ln w="20003">
              <a:solidFill>
                <a:srgbClr val="7D8F9E"/>
              </a:solidFill>
            </a:ln>
          </p:spPr>
        </p:sp>
        <p:sp>
          <p:nvSpPr>
            <p:cNvPr id="599" name="Input_receptor__598">
              <a:extLst>
                <a:ext uri="{FF2B5EF4-FFF2-40B4-BE49-F238E27FC236}">
                  <a16:creationId xmlns:a16="http://schemas.microsoft.com/office/drawing/2014/main" id="{6AE72D4A-B7B1-1F3C-891D-F5A5B476FCC7}"/>
                </a:ext>
              </a:extLst>
            </p:cNvPr>
            <p:cNvSpPr>
              <a:spLocks noGrp="1"/>
            </p:cNvSpPr>
            <p:nvPr/>
          </p:nvSpPr>
          <p:spPr>
            <a:xfrm>
              <a:off x="1458900" y="5321691"/>
              <a:ext cx="34598" cy="12653"/>
            </a:xfrm>
            <a:custGeom>
              <a:avLst/>
              <a:gdLst/>
              <a:ahLst/>
              <a:cxnLst/>
              <a:rect l="0" t="0" r="0" b="0"/>
              <a:pathLst>
                <a:path w="34598" h="12653">
                  <a:moveTo>
                    <a:pt x="34598" y="12653"/>
                  </a:moveTo>
                  <a:lnTo>
                    <a:pt x="0" y="0"/>
                  </a:lnTo>
                </a:path>
              </a:pathLst>
            </a:custGeom>
            <a:noFill/>
            <a:ln w="20003">
              <a:solidFill>
                <a:srgbClr val="7D8F9E"/>
              </a:solidFill>
            </a:ln>
          </p:spPr>
        </p:sp>
        <p:sp>
          <p:nvSpPr>
            <p:cNvPr id="600" name="Input_receptor__599">
              <a:extLst>
                <a:ext uri="{FF2B5EF4-FFF2-40B4-BE49-F238E27FC236}">
                  <a16:creationId xmlns:a16="http://schemas.microsoft.com/office/drawing/2014/main" id="{E176A107-877C-5CA6-975E-F4BAF6BD17BC}"/>
                </a:ext>
              </a:extLst>
            </p:cNvPr>
            <p:cNvSpPr>
              <a:spLocks noGrp="1"/>
            </p:cNvSpPr>
            <p:nvPr/>
          </p:nvSpPr>
          <p:spPr>
            <a:xfrm>
              <a:off x="1489775" y="4949813"/>
              <a:ext cx="15511" cy="17076"/>
            </a:xfrm>
            <a:custGeom>
              <a:avLst/>
              <a:gdLst/>
              <a:ahLst/>
              <a:cxnLst/>
              <a:rect l="0" t="0" r="0" b="0"/>
              <a:pathLst>
                <a:path w="15511" h="17076">
                  <a:moveTo>
                    <a:pt x="15511" y="17076"/>
                  </a:moveTo>
                  <a:lnTo>
                    <a:pt x="0" y="0"/>
                  </a:lnTo>
                </a:path>
              </a:pathLst>
            </a:custGeom>
            <a:noFill/>
            <a:ln w="20003">
              <a:solidFill>
                <a:srgbClr val="7D8F9E"/>
              </a:solidFill>
            </a:ln>
          </p:spPr>
        </p:sp>
        <p:sp>
          <p:nvSpPr>
            <p:cNvPr id="601" name="Input_receptor__600">
              <a:extLst>
                <a:ext uri="{FF2B5EF4-FFF2-40B4-BE49-F238E27FC236}">
                  <a16:creationId xmlns:a16="http://schemas.microsoft.com/office/drawing/2014/main" id="{D5FA8D96-8716-742C-A3B3-5858A13FD7F9}"/>
                </a:ext>
              </a:extLst>
            </p:cNvPr>
            <p:cNvSpPr>
              <a:spLocks noGrp="1"/>
            </p:cNvSpPr>
            <p:nvPr/>
          </p:nvSpPr>
          <p:spPr>
            <a:xfrm>
              <a:off x="1046490" y="5261164"/>
              <a:ext cx="21636" cy="40607"/>
            </a:xfrm>
            <a:custGeom>
              <a:avLst/>
              <a:gdLst/>
              <a:ahLst/>
              <a:cxnLst/>
              <a:rect l="0" t="0" r="0" b="0"/>
              <a:pathLst>
                <a:path w="21636" h="40607">
                  <a:moveTo>
                    <a:pt x="21636" y="0"/>
                  </a:moveTo>
                  <a:lnTo>
                    <a:pt x="0" y="40607"/>
                  </a:lnTo>
                </a:path>
              </a:pathLst>
            </a:custGeom>
            <a:noFill/>
            <a:ln w="20003">
              <a:solidFill>
                <a:srgbClr val="7D909E"/>
              </a:solidFill>
            </a:ln>
          </p:spPr>
        </p:sp>
        <p:sp>
          <p:nvSpPr>
            <p:cNvPr id="602" name="Input_receptor__601">
              <a:extLst>
                <a:ext uri="{FF2B5EF4-FFF2-40B4-BE49-F238E27FC236}">
                  <a16:creationId xmlns:a16="http://schemas.microsoft.com/office/drawing/2014/main" id="{4427B889-7C6E-20F5-427B-E6D184F5008A}"/>
                </a:ext>
              </a:extLst>
            </p:cNvPr>
            <p:cNvSpPr>
              <a:spLocks noGrp="1"/>
            </p:cNvSpPr>
            <p:nvPr/>
          </p:nvSpPr>
          <p:spPr>
            <a:xfrm>
              <a:off x="1603007" y="4995614"/>
              <a:ext cx="12304" cy="4828"/>
            </a:xfrm>
            <a:custGeom>
              <a:avLst/>
              <a:gdLst/>
              <a:ahLst/>
              <a:cxnLst/>
              <a:rect l="0" t="0" r="0" b="0"/>
              <a:pathLst>
                <a:path w="12304" h="4828">
                  <a:moveTo>
                    <a:pt x="0" y="0"/>
                  </a:moveTo>
                  <a:lnTo>
                    <a:pt x="12304" y="4828"/>
                  </a:lnTo>
                </a:path>
              </a:pathLst>
            </a:custGeom>
            <a:noFill/>
            <a:ln w="20003">
              <a:solidFill>
                <a:srgbClr val="7D909E"/>
              </a:solidFill>
            </a:ln>
          </p:spPr>
        </p:sp>
        <p:sp>
          <p:nvSpPr>
            <p:cNvPr id="603" name="Input_receptor__602">
              <a:extLst>
                <a:ext uri="{FF2B5EF4-FFF2-40B4-BE49-F238E27FC236}">
                  <a16:creationId xmlns:a16="http://schemas.microsoft.com/office/drawing/2014/main" id="{886EC8C5-4B9E-A636-A613-0FC0DE0749BD}"/>
                </a:ext>
              </a:extLst>
            </p:cNvPr>
            <p:cNvSpPr>
              <a:spLocks noGrp="1"/>
            </p:cNvSpPr>
            <p:nvPr/>
          </p:nvSpPr>
          <p:spPr>
            <a:xfrm>
              <a:off x="1720975" y="5113898"/>
              <a:ext cx="46594" cy="10853"/>
            </a:xfrm>
            <a:custGeom>
              <a:avLst/>
              <a:gdLst/>
              <a:ahLst/>
              <a:cxnLst/>
              <a:rect l="0" t="0" r="0" b="0"/>
              <a:pathLst>
                <a:path w="46594" h="10853">
                  <a:moveTo>
                    <a:pt x="0" y="0"/>
                  </a:moveTo>
                  <a:lnTo>
                    <a:pt x="46594" y="10853"/>
                  </a:lnTo>
                </a:path>
              </a:pathLst>
            </a:custGeom>
            <a:noFill/>
            <a:ln w="20003">
              <a:solidFill>
                <a:srgbClr val="7D909E"/>
              </a:solidFill>
            </a:ln>
          </p:spPr>
        </p:sp>
        <p:sp>
          <p:nvSpPr>
            <p:cNvPr id="604" name="Input_receptor__603">
              <a:extLst>
                <a:ext uri="{FF2B5EF4-FFF2-40B4-BE49-F238E27FC236}">
                  <a16:creationId xmlns:a16="http://schemas.microsoft.com/office/drawing/2014/main" id="{961D7F0B-96DE-2D31-4049-6A41A4A5C757}"/>
                </a:ext>
              </a:extLst>
            </p:cNvPr>
            <p:cNvSpPr>
              <a:spLocks noGrp="1"/>
            </p:cNvSpPr>
            <p:nvPr/>
          </p:nvSpPr>
          <p:spPr>
            <a:xfrm>
              <a:off x="1150005" y="5180401"/>
              <a:ext cx="47529" cy="7139"/>
            </a:xfrm>
            <a:custGeom>
              <a:avLst/>
              <a:gdLst/>
              <a:ahLst/>
              <a:cxnLst/>
              <a:rect l="0" t="0" r="0" b="0"/>
              <a:pathLst>
                <a:path w="47529" h="7139">
                  <a:moveTo>
                    <a:pt x="0" y="0"/>
                  </a:moveTo>
                  <a:lnTo>
                    <a:pt x="47529" y="7139"/>
                  </a:lnTo>
                </a:path>
              </a:pathLst>
            </a:custGeom>
            <a:noFill/>
            <a:ln w="20003">
              <a:solidFill>
                <a:srgbClr val="7D909E"/>
              </a:solidFill>
            </a:ln>
          </p:spPr>
        </p:sp>
        <p:sp>
          <p:nvSpPr>
            <p:cNvPr id="605" name="Input_receptor__604">
              <a:extLst>
                <a:ext uri="{FF2B5EF4-FFF2-40B4-BE49-F238E27FC236}">
                  <a16:creationId xmlns:a16="http://schemas.microsoft.com/office/drawing/2014/main" id="{A133AB8B-36DE-A69D-99CB-090B706C5D95}"/>
                </a:ext>
              </a:extLst>
            </p:cNvPr>
            <p:cNvSpPr>
              <a:spLocks noGrp="1"/>
            </p:cNvSpPr>
            <p:nvPr/>
          </p:nvSpPr>
          <p:spPr>
            <a:xfrm>
              <a:off x="1437533" y="5161171"/>
              <a:ext cx="4059" cy="16015"/>
            </a:xfrm>
            <a:custGeom>
              <a:avLst/>
              <a:gdLst/>
              <a:ahLst/>
              <a:cxnLst/>
              <a:rect l="0" t="0" r="0" b="0"/>
              <a:pathLst>
                <a:path w="4059" h="16015">
                  <a:moveTo>
                    <a:pt x="0" y="0"/>
                  </a:moveTo>
                  <a:lnTo>
                    <a:pt x="4059" y="16015"/>
                  </a:lnTo>
                </a:path>
              </a:pathLst>
            </a:custGeom>
            <a:noFill/>
            <a:ln w="20003">
              <a:solidFill>
                <a:srgbClr val="7D909E"/>
              </a:solidFill>
            </a:ln>
          </p:spPr>
        </p:sp>
        <p:sp>
          <p:nvSpPr>
            <p:cNvPr id="606" name="Input_receptor__605">
              <a:extLst>
                <a:ext uri="{FF2B5EF4-FFF2-40B4-BE49-F238E27FC236}">
                  <a16:creationId xmlns:a16="http://schemas.microsoft.com/office/drawing/2014/main" id="{EEBA98BF-FB51-A8F0-1095-65C7626860E3}"/>
                </a:ext>
              </a:extLst>
            </p:cNvPr>
            <p:cNvSpPr>
              <a:spLocks noGrp="1"/>
            </p:cNvSpPr>
            <p:nvPr/>
          </p:nvSpPr>
          <p:spPr>
            <a:xfrm>
              <a:off x="1601851" y="5051235"/>
              <a:ext cx="28133" cy="13047"/>
            </a:xfrm>
            <a:custGeom>
              <a:avLst/>
              <a:gdLst/>
              <a:ahLst/>
              <a:cxnLst/>
              <a:rect l="0" t="0" r="0" b="0"/>
              <a:pathLst>
                <a:path w="28133" h="13047">
                  <a:moveTo>
                    <a:pt x="28133" y="0"/>
                  </a:moveTo>
                  <a:lnTo>
                    <a:pt x="0" y="13047"/>
                  </a:lnTo>
                </a:path>
              </a:pathLst>
            </a:custGeom>
            <a:noFill/>
            <a:ln w="20003">
              <a:solidFill>
                <a:srgbClr val="7D909E"/>
              </a:solidFill>
            </a:ln>
          </p:spPr>
        </p:sp>
        <p:sp>
          <p:nvSpPr>
            <p:cNvPr id="607" name="Input_receptor__606">
              <a:extLst>
                <a:ext uri="{FF2B5EF4-FFF2-40B4-BE49-F238E27FC236}">
                  <a16:creationId xmlns:a16="http://schemas.microsoft.com/office/drawing/2014/main" id="{827A8468-5BB5-39CA-312E-FD102CFB17B5}"/>
                </a:ext>
              </a:extLst>
            </p:cNvPr>
            <p:cNvSpPr>
              <a:spLocks noGrp="1"/>
            </p:cNvSpPr>
            <p:nvPr/>
          </p:nvSpPr>
          <p:spPr>
            <a:xfrm>
              <a:off x="1121388" y="5439886"/>
              <a:ext cx="32277" cy="24331"/>
            </a:xfrm>
            <a:custGeom>
              <a:avLst/>
              <a:gdLst/>
              <a:ahLst/>
              <a:cxnLst/>
              <a:rect l="0" t="0" r="0" b="0"/>
              <a:pathLst>
                <a:path w="32277" h="24331">
                  <a:moveTo>
                    <a:pt x="32277" y="0"/>
                  </a:moveTo>
                  <a:lnTo>
                    <a:pt x="0" y="24331"/>
                  </a:lnTo>
                </a:path>
              </a:pathLst>
            </a:custGeom>
            <a:noFill/>
            <a:ln w="20003">
              <a:solidFill>
                <a:srgbClr val="7D909E"/>
              </a:solidFill>
            </a:ln>
          </p:spPr>
        </p:sp>
        <p:sp>
          <p:nvSpPr>
            <p:cNvPr id="608" name="Input_receptor__607">
              <a:extLst>
                <a:ext uri="{FF2B5EF4-FFF2-40B4-BE49-F238E27FC236}">
                  <a16:creationId xmlns:a16="http://schemas.microsoft.com/office/drawing/2014/main" id="{6446C01C-4CD0-9398-0174-06235025E467}"/>
                </a:ext>
              </a:extLst>
            </p:cNvPr>
            <p:cNvSpPr>
              <a:spLocks noGrp="1"/>
            </p:cNvSpPr>
            <p:nvPr/>
          </p:nvSpPr>
          <p:spPr>
            <a:xfrm>
              <a:off x="1814103" y="5348242"/>
              <a:ext cx="6706" cy="6006"/>
            </a:xfrm>
            <a:custGeom>
              <a:avLst/>
              <a:gdLst/>
              <a:ahLst/>
              <a:cxnLst/>
              <a:rect l="0" t="0" r="0" b="0"/>
              <a:pathLst>
                <a:path w="6706" h="6006">
                  <a:moveTo>
                    <a:pt x="0" y="0"/>
                  </a:moveTo>
                  <a:lnTo>
                    <a:pt x="6706" y="6006"/>
                  </a:lnTo>
                </a:path>
              </a:pathLst>
            </a:custGeom>
            <a:noFill/>
            <a:ln w="20003">
              <a:solidFill>
                <a:srgbClr val="7D909E"/>
              </a:solidFill>
            </a:ln>
          </p:spPr>
        </p:sp>
        <p:sp>
          <p:nvSpPr>
            <p:cNvPr id="609" name="Input_receptor__608">
              <a:extLst>
                <a:ext uri="{FF2B5EF4-FFF2-40B4-BE49-F238E27FC236}">
                  <a16:creationId xmlns:a16="http://schemas.microsoft.com/office/drawing/2014/main" id="{CF064A64-2992-6CD0-2269-6DF58CD77377}"/>
                </a:ext>
              </a:extLst>
            </p:cNvPr>
            <p:cNvSpPr>
              <a:spLocks noGrp="1"/>
            </p:cNvSpPr>
            <p:nvPr/>
          </p:nvSpPr>
          <p:spPr>
            <a:xfrm>
              <a:off x="1202302" y="5572423"/>
              <a:ext cx="23013" cy="32161"/>
            </a:xfrm>
            <a:custGeom>
              <a:avLst/>
              <a:gdLst/>
              <a:ahLst/>
              <a:cxnLst/>
              <a:rect l="0" t="0" r="0" b="0"/>
              <a:pathLst>
                <a:path w="23013" h="32161">
                  <a:moveTo>
                    <a:pt x="23013" y="32161"/>
                  </a:moveTo>
                  <a:lnTo>
                    <a:pt x="0" y="0"/>
                  </a:lnTo>
                </a:path>
              </a:pathLst>
            </a:custGeom>
            <a:noFill/>
            <a:ln w="20003">
              <a:solidFill>
                <a:srgbClr val="7D909E"/>
              </a:solidFill>
            </a:ln>
          </p:spPr>
        </p:sp>
        <p:sp>
          <p:nvSpPr>
            <p:cNvPr id="610" name="Input_receptor__609">
              <a:extLst>
                <a:ext uri="{FF2B5EF4-FFF2-40B4-BE49-F238E27FC236}">
                  <a16:creationId xmlns:a16="http://schemas.microsoft.com/office/drawing/2014/main" id="{E4B5EACF-8CE0-4CB7-79C3-421F2F890A7F}"/>
                </a:ext>
              </a:extLst>
            </p:cNvPr>
            <p:cNvSpPr>
              <a:spLocks noGrp="1"/>
            </p:cNvSpPr>
            <p:nvPr/>
          </p:nvSpPr>
          <p:spPr>
            <a:xfrm>
              <a:off x="1862382" y="5207266"/>
              <a:ext cx="40742" cy="14736"/>
            </a:xfrm>
            <a:custGeom>
              <a:avLst/>
              <a:gdLst/>
              <a:ahLst/>
              <a:cxnLst/>
              <a:rect l="0" t="0" r="0" b="0"/>
              <a:pathLst>
                <a:path w="40742" h="14736">
                  <a:moveTo>
                    <a:pt x="40742" y="14736"/>
                  </a:moveTo>
                  <a:lnTo>
                    <a:pt x="0" y="0"/>
                  </a:lnTo>
                </a:path>
              </a:pathLst>
            </a:custGeom>
            <a:noFill/>
            <a:ln w="20003">
              <a:solidFill>
                <a:srgbClr val="7D909E"/>
              </a:solidFill>
            </a:ln>
          </p:spPr>
        </p:sp>
        <p:sp>
          <p:nvSpPr>
            <p:cNvPr id="611" name="Input_receptor__610">
              <a:extLst>
                <a:ext uri="{FF2B5EF4-FFF2-40B4-BE49-F238E27FC236}">
                  <a16:creationId xmlns:a16="http://schemas.microsoft.com/office/drawing/2014/main" id="{D1B4F58E-8FDA-1503-E4D2-C9183A0CF042}"/>
                </a:ext>
              </a:extLst>
            </p:cNvPr>
            <p:cNvSpPr>
              <a:spLocks noGrp="1"/>
            </p:cNvSpPr>
            <p:nvPr/>
          </p:nvSpPr>
          <p:spPr>
            <a:xfrm>
              <a:off x="1411827" y="4706526"/>
              <a:ext cx="46561" cy="10258"/>
            </a:xfrm>
            <a:custGeom>
              <a:avLst/>
              <a:gdLst/>
              <a:ahLst/>
              <a:cxnLst/>
              <a:rect l="0" t="0" r="0" b="0"/>
              <a:pathLst>
                <a:path w="46561" h="10258">
                  <a:moveTo>
                    <a:pt x="46561" y="10258"/>
                  </a:moveTo>
                  <a:lnTo>
                    <a:pt x="0" y="0"/>
                  </a:lnTo>
                </a:path>
              </a:pathLst>
            </a:custGeom>
            <a:noFill/>
            <a:ln w="20003">
              <a:solidFill>
                <a:srgbClr val="7D909E"/>
              </a:solidFill>
            </a:ln>
          </p:spPr>
        </p:sp>
        <p:sp>
          <p:nvSpPr>
            <p:cNvPr id="612" name="Input_receptor__611">
              <a:extLst>
                <a:ext uri="{FF2B5EF4-FFF2-40B4-BE49-F238E27FC236}">
                  <a16:creationId xmlns:a16="http://schemas.microsoft.com/office/drawing/2014/main" id="{CC52BB9D-6984-1D55-F7B8-738A6A4F92BC}"/>
                </a:ext>
              </a:extLst>
            </p:cNvPr>
            <p:cNvSpPr>
              <a:spLocks noGrp="1"/>
            </p:cNvSpPr>
            <p:nvPr/>
          </p:nvSpPr>
          <p:spPr>
            <a:xfrm>
              <a:off x="1746558" y="4796006"/>
              <a:ext cx="33899" cy="20518"/>
            </a:xfrm>
            <a:custGeom>
              <a:avLst/>
              <a:gdLst/>
              <a:ahLst/>
              <a:cxnLst/>
              <a:rect l="0" t="0" r="0" b="0"/>
              <a:pathLst>
                <a:path w="33899" h="20518">
                  <a:moveTo>
                    <a:pt x="33899" y="20518"/>
                  </a:moveTo>
                  <a:lnTo>
                    <a:pt x="0" y="0"/>
                  </a:lnTo>
                </a:path>
              </a:pathLst>
            </a:custGeom>
            <a:noFill/>
            <a:ln w="8096">
              <a:solidFill>
                <a:srgbClr val="7D909E"/>
              </a:solidFill>
            </a:ln>
          </p:spPr>
        </p:sp>
        <p:sp>
          <p:nvSpPr>
            <p:cNvPr id="613" name="Input_receptor__612">
              <a:extLst>
                <a:ext uri="{FF2B5EF4-FFF2-40B4-BE49-F238E27FC236}">
                  <a16:creationId xmlns:a16="http://schemas.microsoft.com/office/drawing/2014/main" id="{AB657F3A-D1BF-21C4-AFF2-4FD172B4FFE5}"/>
                </a:ext>
              </a:extLst>
            </p:cNvPr>
            <p:cNvSpPr>
              <a:spLocks noGrp="1"/>
            </p:cNvSpPr>
            <p:nvPr/>
          </p:nvSpPr>
          <p:spPr>
            <a:xfrm>
              <a:off x="1252385" y="5499682"/>
              <a:ext cx="16287" cy="6880"/>
            </a:xfrm>
            <a:custGeom>
              <a:avLst/>
              <a:gdLst/>
              <a:ahLst/>
              <a:cxnLst/>
              <a:rect l="0" t="0" r="0" b="0"/>
              <a:pathLst>
                <a:path w="16287" h="6880">
                  <a:moveTo>
                    <a:pt x="16287" y="0"/>
                  </a:moveTo>
                  <a:lnTo>
                    <a:pt x="0" y="6880"/>
                  </a:lnTo>
                </a:path>
              </a:pathLst>
            </a:custGeom>
            <a:noFill/>
            <a:ln w="20003">
              <a:solidFill>
                <a:srgbClr val="7D909E"/>
              </a:solidFill>
            </a:ln>
          </p:spPr>
        </p:sp>
        <p:sp>
          <p:nvSpPr>
            <p:cNvPr id="614" name="Input_receptor__613">
              <a:extLst>
                <a:ext uri="{FF2B5EF4-FFF2-40B4-BE49-F238E27FC236}">
                  <a16:creationId xmlns:a16="http://schemas.microsoft.com/office/drawing/2014/main" id="{35B4DFD2-DE4B-894C-3FBC-AA9068A1A5DD}"/>
                </a:ext>
              </a:extLst>
            </p:cNvPr>
            <p:cNvSpPr>
              <a:spLocks noGrp="1"/>
            </p:cNvSpPr>
            <p:nvPr/>
          </p:nvSpPr>
          <p:spPr>
            <a:xfrm>
              <a:off x="1629985" y="5023859"/>
              <a:ext cx="25558" cy="27376"/>
            </a:xfrm>
            <a:custGeom>
              <a:avLst/>
              <a:gdLst/>
              <a:ahLst/>
              <a:cxnLst/>
              <a:rect l="0" t="0" r="0" b="0"/>
              <a:pathLst>
                <a:path w="25558" h="27376">
                  <a:moveTo>
                    <a:pt x="25558" y="0"/>
                  </a:moveTo>
                  <a:lnTo>
                    <a:pt x="0" y="27376"/>
                  </a:lnTo>
                </a:path>
              </a:pathLst>
            </a:custGeom>
            <a:noFill/>
            <a:ln w="20003">
              <a:solidFill>
                <a:srgbClr val="7D909E"/>
              </a:solidFill>
            </a:ln>
          </p:spPr>
        </p:sp>
        <p:sp>
          <p:nvSpPr>
            <p:cNvPr id="615" name="Input_receptor__614">
              <a:extLst>
                <a:ext uri="{FF2B5EF4-FFF2-40B4-BE49-F238E27FC236}">
                  <a16:creationId xmlns:a16="http://schemas.microsoft.com/office/drawing/2014/main" id="{84A9EF6D-496D-C9E5-D092-389496C603E0}"/>
                </a:ext>
              </a:extLst>
            </p:cNvPr>
            <p:cNvSpPr>
              <a:spLocks noGrp="1"/>
            </p:cNvSpPr>
            <p:nvPr/>
          </p:nvSpPr>
          <p:spPr>
            <a:xfrm>
              <a:off x="1835971" y="5207266"/>
              <a:ext cx="26411" cy="33022"/>
            </a:xfrm>
            <a:custGeom>
              <a:avLst/>
              <a:gdLst/>
              <a:ahLst/>
              <a:cxnLst/>
              <a:rect l="0" t="0" r="0" b="0"/>
              <a:pathLst>
                <a:path w="26411" h="33022">
                  <a:moveTo>
                    <a:pt x="26411" y="0"/>
                  </a:moveTo>
                  <a:lnTo>
                    <a:pt x="0" y="33022"/>
                  </a:lnTo>
                </a:path>
              </a:pathLst>
            </a:custGeom>
            <a:noFill/>
            <a:ln w="20003">
              <a:solidFill>
                <a:srgbClr val="7D909E"/>
              </a:solidFill>
            </a:ln>
          </p:spPr>
        </p:sp>
        <p:sp>
          <p:nvSpPr>
            <p:cNvPr id="616" name="Input_receptor__615">
              <a:extLst>
                <a:ext uri="{FF2B5EF4-FFF2-40B4-BE49-F238E27FC236}">
                  <a16:creationId xmlns:a16="http://schemas.microsoft.com/office/drawing/2014/main" id="{FF893B77-ACF9-7743-F335-B6E99EA3B9CA}"/>
                </a:ext>
              </a:extLst>
            </p:cNvPr>
            <p:cNvSpPr>
              <a:spLocks noGrp="1"/>
            </p:cNvSpPr>
            <p:nvPr/>
          </p:nvSpPr>
          <p:spPr>
            <a:xfrm>
              <a:off x="1377090" y="5628927"/>
              <a:ext cx="7588" cy="46702"/>
            </a:xfrm>
            <a:custGeom>
              <a:avLst/>
              <a:gdLst/>
              <a:ahLst/>
              <a:cxnLst/>
              <a:rect l="0" t="0" r="0" b="0"/>
              <a:pathLst>
                <a:path w="7588" h="46702">
                  <a:moveTo>
                    <a:pt x="0" y="0"/>
                  </a:moveTo>
                  <a:lnTo>
                    <a:pt x="7588" y="46702"/>
                  </a:lnTo>
                </a:path>
              </a:pathLst>
            </a:custGeom>
            <a:noFill/>
            <a:ln w="8096">
              <a:solidFill>
                <a:srgbClr val="7E909E"/>
              </a:solidFill>
            </a:ln>
          </p:spPr>
        </p:sp>
        <p:sp>
          <p:nvSpPr>
            <p:cNvPr id="617" name="Input_receptor__616">
              <a:extLst>
                <a:ext uri="{FF2B5EF4-FFF2-40B4-BE49-F238E27FC236}">
                  <a16:creationId xmlns:a16="http://schemas.microsoft.com/office/drawing/2014/main" id="{DD3B14F7-D5FE-D31D-7F9B-ADE3E90857E3}"/>
                </a:ext>
              </a:extLst>
            </p:cNvPr>
            <p:cNvSpPr>
              <a:spLocks noGrp="1"/>
            </p:cNvSpPr>
            <p:nvPr/>
          </p:nvSpPr>
          <p:spPr>
            <a:xfrm>
              <a:off x="1540364" y="5153758"/>
              <a:ext cx="17308" cy="14747"/>
            </a:xfrm>
            <a:custGeom>
              <a:avLst/>
              <a:gdLst/>
              <a:ahLst/>
              <a:cxnLst/>
              <a:rect l="0" t="0" r="0" b="0"/>
              <a:pathLst>
                <a:path w="17308" h="14747">
                  <a:moveTo>
                    <a:pt x="17308" y="14747"/>
                  </a:moveTo>
                  <a:lnTo>
                    <a:pt x="0" y="0"/>
                  </a:lnTo>
                </a:path>
              </a:pathLst>
            </a:custGeom>
            <a:noFill/>
            <a:ln w="20003">
              <a:solidFill>
                <a:srgbClr val="7E909E"/>
              </a:solidFill>
            </a:ln>
          </p:spPr>
        </p:sp>
        <p:sp>
          <p:nvSpPr>
            <p:cNvPr id="618" name="Input_receptor__617">
              <a:extLst>
                <a:ext uri="{FF2B5EF4-FFF2-40B4-BE49-F238E27FC236}">
                  <a16:creationId xmlns:a16="http://schemas.microsoft.com/office/drawing/2014/main" id="{3ACDDA0C-0FBD-2767-3C1C-254F585F29F1}"/>
                </a:ext>
              </a:extLst>
            </p:cNvPr>
            <p:cNvSpPr>
              <a:spLocks noGrp="1"/>
            </p:cNvSpPr>
            <p:nvPr/>
          </p:nvSpPr>
          <p:spPr>
            <a:xfrm>
              <a:off x="1528743" y="4904810"/>
              <a:ext cx="1290" cy="17916"/>
            </a:xfrm>
            <a:custGeom>
              <a:avLst/>
              <a:gdLst/>
              <a:ahLst/>
              <a:cxnLst/>
              <a:rect l="0" t="0" r="0" b="0"/>
              <a:pathLst>
                <a:path w="1290" h="17916">
                  <a:moveTo>
                    <a:pt x="0" y="17916"/>
                  </a:moveTo>
                  <a:lnTo>
                    <a:pt x="1290" y="0"/>
                  </a:lnTo>
                </a:path>
              </a:pathLst>
            </a:custGeom>
            <a:noFill/>
            <a:ln w="20003">
              <a:solidFill>
                <a:srgbClr val="7E909E"/>
              </a:solidFill>
            </a:ln>
          </p:spPr>
        </p:sp>
        <p:sp>
          <p:nvSpPr>
            <p:cNvPr id="619" name="Input_receptor__618">
              <a:extLst>
                <a:ext uri="{FF2B5EF4-FFF2-40B4-BE49-F238E27FC236}">
                  <a16:creationId xmlns:a16="http://schemas.microsoft.com/office/drawing/2014/main" id="{5AE019E3-723D-D608-1925-B68074714697}"/>
                </a:ext>
              </a:extLst>
            </p:cNvPr>
            <p:cNvSpPr>
              <a:spLocks noGrp="1"/>
            </p:cNvSpPr>
            <p:nvPr/>
          </p:nvSpPr>
          <p:spPr>
            <a:xfrm>
              <a:off x="1283657" y="5378550"/>
              <a:ext cx="14924" cy="37933"/>
            </a:xfrm>
            <a:custGeom>
              <a:avLst/>
              <a:gdLst/>
              <a:ahLst/>
              <a:cxnLst/>
              <a:rect l="0" t="0" r="0" b="0"/>
              <a:pathLst>
                <a:path w="14924" h="37933">
                  <a:moveTo>
                    <a:pt x="14924" y="0"/>
                  </a:moveTo>
                  <a:lnTo>
                    <a:pt x="0" y="37933"/>
                  </a:lnTo>
                </a:path>
              </a:pathLst>
            </a:custGeom>
            <a:noFill/>
            <a:ln w="20003">
              <a:solidFill>
                <a:srgbClr val="7E909E"/>
              </a:solidFill>
            </a:ln>
          </p:spPr>
        </p:sp>
        <p:sp>
          <p:nvSpPr>
            <p:cNvPr id="620" name="Input_receptor__619">
              <a:extLst>
                <a:ext uri="{FF2B5EF4-FFF2-40B4-BE49-F238E27FC236}">
                  <a16:creationId xmlns:a16="http://schemas.microsoft.com/office/drawing/2014/main" id="{6739AFFA-A714-2903-2AAF-12CCAD0DF401}"/>
                </a:ext>
              </a:extLst>
            </p:cNvPr>
            <p:cNvSpPr>
              <a:spLocks noGrp="1"/>
            </p:cNvSpPr>
            <p:nvPr/>
          </p:nvSpPr>
          <p:spPr>
            <a:xfrm>
              <a:off x="1268865" y="5349495"/>
              <a:ext cx="29716" cy="29055"/>
            </a:xfrm>
            <a:custGeom>
              <a:avLst/>
              <a:gdLst/>
              <a:ahLst/>
              <a:cxnLst/>
              <a:rect l="0" t="0" r="0" b="0"/>
              <a:pathLst>
                <a:path w="29716" h="29055">
                  <a:moveTo>
                    <a:pt x="0" y="0"/>
                  </a:moveTo>
                  <a:lnTo>
                    <a:pt x="29716" y="29055"/>
                  </a:lnTo>
                </a:path>
              </a:pathLst>
            </a:custGeom>
            <a:noFill/>
            <a:ln w="20003">
              <a:solidFill>
                <a:srgbClr val="7E909E"/>
              </a:solidFill>
            </a:ln>
          </p:spPr>
        </p:sp>
        <p:sp>
          <p:nvSpPr>
            <p:cNvPr id="621" name="Input_receptor__620">
              <a:extLst>
                <a:ext uri="{FF2B5EF4-FFF2-40B4-BE49-F238E27FC236}">
                  <a16:creationId xmlns:a16="http://schemas.microsoft.com/office/drawing/2014/main" id="{D1860575-E703-A834-2EDB-C95C1B2C8B7A}"/>
                </a:ext>
              </a:extLst>
            </p:cNvPr>
            <p:cNvSpPr>
              <a:spLocks noGrp="1"/>
            </p:cNvSpPr>
            <p:nvPr/>
          </p:nvSpPr>
          <p:spPr>
            <a:xfrm>
              <a:off x="1153664" y="5425541"/>
              <a:ext cx="26548" cy="14345"/>
            </a:xfrm>
            <a:custGeom>
              <a:avLst/>
              <a:gdLst/>
              <a:ahLst/>
              <a:cxnLst/>
              <a:rect l="0" t="0" r="0" b="0"/>
              <a:pathLst>
                <a:path w="26548" h="14345">
                  <a:moveTo>
                    <a:pt x="26548" y="0"/>
                  </a:moveTo>
                  <a:lnTo>
                    <a:pt x="0" y="14345"/>
                  </a:lnTo>
                </a:path>
              </a:pathLst>
            </a:custGeom>
            <a:noFill/>
            <a:ln w="20003">
              <a:solidFill>
                <a:srgbClr val="7E909E"/>
              </a:solidFill>
            </a:ln>
          </p:spPr>
        </p:sp>
        <p:sp>
          <p:nvSpPr>
            <p:cNvPr id="622" name="Input_receptor__621">
              <a:extLst>
                <a:ext uri="{FF2B5EF4-FFF2-40B4-BE49-F238E27FC236}">
                  <a16:creationId xmlns:a16="http://schemas.microsoft.com/office/drawing/2014/main" id="{6800EEF1-9DA9-6DE2-3724-642EBFCA936F}"/>
                </a:ext>
              </a:extLst>
            </p:cNvPr>
            <p:cNvSpPr>
              <a:spLocks noGrp="1"/>
            </p:cNvSpPr>
            <p:nvPr/>
          </p:nvSpPr>
          <p:spPr>
            <a:xfrm>
              <a:off x="1780100" y="5296524"/>
              <a:ext cx="38880" cy="3984"/>
            </a:xfrm>
            <a:custGeom>
              <a:avLst/>
              <a:gdLst/>
              <a:ahLst/>
              <a:cxnLst/>
              <a:rect l="0" t="0" r="0" b="0"/>
              <a:pathLst>
                <a:path w="38880" h="3984">
                  <a:moveTo>
                    <a:pt x="0" y="0"/>
                  </a:moveTo>
                  <a:lnTo>
                    <a:pt x="38880" y="3984"/>
                  </a:lnTo>
                </a:path>
              </a:pathLst>
            </a:custGeom>
            <a:noFill/>
            <a:ln w="20003">
              <a:solidFill>
                <a:srgbClr val="7E909E"/>
              </a:solidFill>
            </a:ln>
          </p:spPr>
        </p:sp>
        <p:sp>
          <p:nvSpPr>
            <p:cNvPr id="623" name="Input_receptor__622">
              <a:extLst>
                <a:ext uri="{FF2B5EF4-FFF2-40B4-BE49-F238E27FC236}">
                  <a16:creationId xmlns:a16="http://schemas.microsoft.com/office/drawing/2014/main" id="{E6E5423E-9893-BE37-C37B-596042F9444C}"/>
                </a:ext>
              </a:extLst>
            </p:cNvPr>
            <p:cNvSpPr>
              <a:spLocks noGrp="1"/>
            </p:cNvSpPr>
            <p:nvPr/>
          </p:nvSpPr>
          <p:spPr>
            <a:xfrm>
              <a:off x="1482896" y="4873279"/>
              <a:ext cx="6452" cy="21452"/>
            </a:xfrm>
            <a:custGeom>
              <a:avLst/>
              <a:gdLst/>
              <a:ahLst/>
              <a:cxnLst/>
              <a:rect l="0" t="0" r="0" b="0"/>
              <a:pathLst>
                <a:path w="6452" h="21452">
                  <a:moveTo>
                    <a:pt x="0" y="21452"/>
                  </a:moveTo>
                  <a:lnTo>
                    <a:pt x="6452" y="0"/>
                  </a:lnTo>
                </a:path>
              </a:pathLst>
            </a:custGeom>
            <a:noFill/>
            <a:ln w="20003">
              <a:solidFill>
                <a:srgbClr val="7E909E"/>
              </a:solidFill>
            </a:ln>
          </p:spPr>
        </p:sp>
        <p:sp>
          <p:nvSpPr>
            <p:cNvPr id="624" name="Input_receptor__623">
              <a:extLst>
                <a:ext uri="{FF2B5EF4-FFF2-40B4-BE49-F238E27FC236}">
                  <a16:creationId xmlns:a16="http://schemas.microsoft.com/office/drawing/2014/main" id="{D7265A4B-F559-FD6D-4F5A-AE0BE0C0C4EE}"/>
                </a:ext>
              </a:extLst>
            </p:cNvPr>
            <p:cNvSpPr>
              <a:spLocks noGrp="1"/>
            </p:cNvSpPr>
            <p:nvPr/>
          </p:nvSpPr>
          <p:spPr>
            <a:xfrm>
              <a:off x="1569468" y="5107029"/>
              <a:ext cx="6740" cy="14609"/>
            </a:xfrm>
            <a:custGeom>
              <a:avLst/>
              <a:gdLst/>
              <a:ahLst/>
              <a:cxnLst/>
              <a:rect l="0" t="0" r="0" b="0"/>
              <a:pathLst>
                <a:path w="6740" h="14609">
                  <a:moveTo>
                    <a:pt x="6740" y="14609"/>
                  </a:moveTo>
                  <a:lnTo>
                    <a:pt x="0" y="0"/>
                  </a:lnTo>
                </a:path>
              </a:pathLst>
            </a:custGeom>
            <a:noFill/>
            <a:ln w="20003">
              <a:solidFill>
                <a:srgbClr val="7E909E"/>
              </a:solidFill>
            </a:ln>
          </p:spPr>
        </p:sp>
        <p:sp>
          <p:nvSpPr>
            <p:cNvPr id="625" name="Input_receptor__624">
              <a:extLst>
                <a:ext uri="{FF2B5EF4-FFF2-40B4-BE49-F238E27FC236}">
                  <a16:creationId xmlns:a16="http://schemas.microsoft.com/office/drawing/2014/main" id="{10138158-12B8-38B9-CF1E-1C0604958FFC}"/>
                </a:ext>
              </a:extLst>
            </p:cNvPr>
            <p:cNvSpPr>
              <a:spLocks noGrp="1"/>
            </p:cNvSpPr>
            <p:nvPr/>
          </p:nvSpPr>
          <p:spPr>
            <a:xfrm>
              <a:off x="1753867" y="5296524"/>
              <a:ext cx="26233" cy="24694"/>
            </a:xfrm>
            <a:custGeom>
              <a:avLst/>
              <a:gdLst/>
              <a:ahLst/>
              <a:cxnLst/>
              <a:rect l="0" t="0" r="0" b="0"/>
              <a:pathLst>
                <a:path w="26233" h="24694">
                  <a:moveTo>
                    <a:pt x="0" y="24694"/>
                  </a:moveTo>
                  <a:lnTo>
                    <a:pt x="26233" y="0"/>
                  </a:lnTo>
                </a:path>
              </a:pathLst>
            </a:custGeom>
            <a:noFill/>
            <a:ln w="20003">
              <a:solidFill>
                <a:srgbClr val="7E909E"/>
              </a:solidFill>
            </a:ln>
          </p:spPr>
        </p:sp>
        <p:sp>
          <p:nvSpPr>
            <p:cNvPr id="626" name="Input_receptor__625">
              <a:extLst>
                <a:ext uri="{FF2B5EF4-FFF2-40B4-BE49-F238E27FC236}">
                  <a16:creationId xmlns:a16="http://schemas.microsoft.com/office/drawing/2014/main" id="{863200B2-31BF-149C-9CBA-5C5D7EE9CA6C}"/>
                </a:ext>
              </a:extLst>
            </p:cNvPr>
            <p:cNvSpPr>
              <a:spLocks noGrp="1"/>
            </p:cNvSpPr>
            <p:nvPr/>
          </p:nvSpPr>
          <p:spPr>
            <a:xfrm>
              <a:off x="1758098" y="5124751"/>
              <a:ext cx="9471" cy="44674"/>
            </a:xfrm>
            <a:custGeom>
              <a:avLst/>
              <a:gdLst/>
              <a:ahLst/>
              <a:cxnLst/>
              <a:rect l="0" t="0" r="0" b="0"/>
              <a:pathLst>
                <a:path w="9471" h="44674">
                  <a:moveTo>
                    <a:pt x="9471" y="0"/>
                  </a:moveTo>
                  <a:lnTo>
                    <a:pt x="0" y="44674"/>
                  </a:lnTo>
                </a:path>
              </a:pathLst>
            </a:custGeom>
            <a:noFill/>
            <a:ln w="20003">
              <a:solidFill>
                <a:srgbClr val="7E909E"/>
              </a:solidFill>
            </a:ln>
          </p:spPr>
        </p:sp>
        <p:sp>
          <p:nvSpPr>
            <p:cNvPr id="627" name="Input_receptor__626">
              <a:extLst>
                <a:ext uri="{FF2B5EF4-FFF2-40B4-BE49-F238E27FC236}">
                  <a16:creationId xmlns:a16="http://schemas.microsoft.com/office/drawing/2014/main" id="{EEBB7144-A402-14B0-45F3-EAA94C39DDE0}"/>
                </a:ext>
              </a:extLst>
            </p:cNvPr>
            <p:cNvSpPr>
              <a:spLocks noGrp="1"/>
            </p:cNvSpPr>
            <p:nvPr/>
          </p:nvSpPr>
          <p:spPr>
            <a:xfrm>
              <a:off x="1195883" y="5604584"/>
              <a:ext cx="29432" cy="35706"/>
            </a:xfrm>
            <a:custGeom>
              <a:avLst/>
              <a:gdLst/>
              <a:ahLst/>
              <a:cxnLst/>
              <a:rect l="0" t="0" r="0" b="0"/>
              <a:pathLst>
                <a:path w="29432" h="35706">
                  <a:moveTo>
                    <a:pt x="0" y="35706"/>
                  </a:moveTo>
                  <a:lnTo>
                    <a:pt x="29432" y="0"/>
                  </a:lnTo>
                </a:path>
              </a:pathLst>
            </a:custGeom>
            <a:noFill/>
            <a:ln w="20003">
              <a:solidFill>
                <a:srgbClr val="7E909E"/>
              </a:solidFill>
            </a:ln>
          </p:spPr>
        </p:sp>
        <p:sp>
          <p:nvSpPr>
            <p:cNvPr id="628" name="Input_receptor__627">
              <a:extLst>
                <a:ext uri="{FF2B5EF4-FFF2-40B4-BE49-F238E27FC236}">
                  <a16:creationId xmlns:a16="http://schemas.microsoft.com/office/drawing/2014/main" id="{BA5E9D28-CADB-6329-3509-B4D31AD31988}"/>
                </a:ext>
              </a:extLst>
            </p:cNvPr>
            <p:cNvSpPr>
              <a:spLocks noGrp="1"/>
            </p:cNvSpPr>
            <p:nvPr/>
          </p:nvSpPr>
          <p:spPr>
            <a:xfrm>
              <a:off x="1187308" y="5187540"/>
              <a:ext cx="10226" cy="45619"/>
            </a:xfrm>
            <a:custGeom>
              <a:avLst/>
              <a:gdLst/>
              <a:ahLst/>
              <a:cxnLst/>
              <a:rect l="0" t="0" r="0" b="0"/>
              <a:pathLst>
                <a:path w="10226" h="45619">
                  <a:moveTo>
                    <a:pt x="10226" y="0"/>
                  </a:moveTo>
                  <a:lnTo>
                    <a:pt x="0" y="45619"/>
                  </a:lnTo>
                </a:path>
              </a:pathLst>
            </a:custGeom>
            <a:noFill/>
            <a:ln w="20003">
              <a:solidFill>
                <a:srgbClr val="7E909E"/>
              </a:solidFill>
            </a:ln>
          </p:spPr>
        </p:sp>
        <p:sp>
          <p:nvSpPr>
            <p:cNvPr id="629" name="Input_receptor__628">
              <a:extLst>
                <a:ext uri="{FF2B5EF4-FFF2-40B4-BE49-F238E27FC236}">
                  <a16:creationId xmlns:a16="http://schemas.microsoft.com/office/drawing/2014/main" id="{9C1EB7D0-6ED2-2060-A0D6-CC7E9F0C045A}"/>
                </a:ext>
              </a:extLst>
            </p:cNvPr>
            <p:cNvSpPr>
              <a:spLocks noGrp="1"/>
            </p:cNvSpPr>
            <p:nvPr/>
          </p:nvSpPr>
          <p:spPr>
            <a:xfrm>
              <a:off x="1078628" y="5395005"/>
              <a:ext cx="33717" cy="27131"/>
            </a:xfrm>
            <a:custGeom>
              <a:avLst/>
              <a:gdLst/>
              <a:ahLst/>
              <a:cxnLst/>
              <a:rect l="0" t="0" r="0" b="0"/>
              <a:pathLst>
                <a:path w="33717" h="27131">
                  <a:moveTo>
                    <a:pt x="33717" y="0"/>
                  </a:moveTo>
                  <a:lnTo>
                    <a:pt x="0" y="27131"/>
                  </a:lnTo>
                </a:path>
              </a:pathLst>
            </a:custGeom>
            <a:noFill/>
            <a:ln w="20003">
              <a:solidFill>
                <a:srgbClr val="7E909E"/>
              </a:solidFill>
            </a:ln>
          </p:spPr>
        </p:sp>
        <p:sp>
          <p:nvSpPr>
            <p:cNvPr id="630" name="Input_receptor__629">
              <a:extLst>
                <a:ext uri="{FF2B5EF4-FFF2-40B4-BE49-F238E27FC236}">
                  <a16:creationId xmlns:a16="http://schemas.microsoft.com/office/drawing/2014/main" id="{901A36C6-E65A-4278-E0C6-FBA88EA93251}"/>
                </a:ext>
              </a:extLst>
            </p:cNvPr>
            <p:cNvSpPr>
              <a:spLocks noGrp="1"/>
            </p:cNvSpPr>
            <p:nvPr/>
          </p:nvSpPr>
          <p:spPr>
            <a:xfrm>
              <a:off x="1893975" y="5222002"/>
              <a:ext cx="9150" cy="46870"/>
            </a:xfrm>
            <a:custGeom>
              <a:avLst/>
              <a:gdLst/>
              <a:ahLst/>
              <a:cxnLst/>
              <a:rect l="0" t="0" r="0" b="0"/>
              <a:pathLst>
                <a:path w="9150" h="46870">
                  <a:moveTo>
                    <a:pt x="0" y="46870"/>
                  </a:moveTo>
                  <a:lnTo>
                    <a:pt x="9150" y="0"/>
                  </a:lnTo>
                </a:path>
              </a:pathLst>
            </a:custGeom>
            <a:noFill/>
            <a:ln w="20003">
              <a:solidFill>
                <a:srgbClr val="7E909E"/>
              </a:solidFill>
            </a:ln>
          </p:spPr>
        </p:sp>
        <p:sp>
          <p:nvSpPr>
            <p:cNvPr id="631" name="Input_receptor__630">
              <a:extLst>
                <a:ext uri="{FF2B5EF4-FFF2-40B4-BE49-F238E27FC236}">
                  <a16:creationId xmlns:a16="http://schemas.microsoft.com/office/drawing/2014/main" id="{9B18FB59-0CBF-59D2-B255-9A9CFCA24617}"/>
                </a:ext>
              </a:extLst>
            </p:cNvPr>
            <p:cNvSpPr>
              <a:spLocks noGrp="1"/>
            </p:cNvSpPr>
            <p:nvPr/>
          </p:nvSpPr>
          <p:spPr>
            <a:xfrm>
              <a:off x="1373941" y="5491888"/>
              <a:ext cx="7632" cy="44497"/>
            </a:xfrm>
            <a:custGeom>
              <a:avLst/>
              <a:gdLst/>
              <a:ahLst/>
              <a:cxnLst/>
              <a:rect l="0" t="0" r="0" b="0"/>
              <a:pathLst>
                <a:path w="7632" h="44497">
                  <a:moveTo>
                    <a:pt x="7632" y="44497"/>
                  </a:moveTo>
                  <a:lnTo>
                    <a:pt x="0" y="0"/>
                  </a:lnTo>
                </a:path>
              </a:pathLst>
            </a:custGeom>
            <a:noFill/>
            <a:ln w="20003">
              <a:solidFill>
                <a:srgbClr val="7E909E"/>
              </a:solidFill>
            </a:ln>
          </p:spPr>
        </p:sp>
        <p:sp>
          <p:nvSpPr>
            <p:cNvPr id="632" name="Input_receptor__631">
              <a:extLst>
                <a:ext uri="{FF2B5EF4-FFF2-40B4-BE49-F238E27FC236}">
                  <a16:creationId xmlns:a16="http://schemas.microsoft.com/office/drawing/2014/main" id="{9A31B903-F8F8-1E20-9452-164CC0F8F689}"/>
                </a:ext>
              </a:extLst>
            </p:cNvPr>
            <p:cNvSpPr>
              <a:spLocks noGrp="1"/>
            </p:cNvSpPr>
            <p:nvPr/>
          </p:nvSpPr>
          <p:spPr>
            <a:xfrm>
              <a:off x="1083473" y="4351647"/>
              <a:ext cx="14284" cy="8137"/>
            </a:xfrm>
            <a:custGeom>
              <a:avLst/>
              <a:gdLst/>
              <a:ahLst/>
              <a:cxnLst/>
              <a:rect l="0" t="0" r="0" b="0"/>
              <a:pathLst>
                <a:path w="14284" h="8137">
                  <a:moveTo>
                    <a:pt x="0" y="0"/>
                  </a:moveTo>
                  <a:lnTo>
                    <a:pt x="14284" y="8137"/>
                  </a:lnTo>
                </a:path>
              </a:pathLst>
            </a:custGeom>
            <a:noFill/>
            <a:ln w="20003">
              <a:solidFill>
                <a:srgbClr val="7E909E"/>
              </a:solidFill>
            </a:ln>
          </p:spPr>
        </p:sp>
        <p:sp>
          <p:nvSpPr>
            <p:cNvPr id="633" name="Input_receptor__632">
              <a:extLst>
                <a:ext uri="{FF2B5EF4-FFF2-40B4-BE49-F238E27FC236}">
                  <a16:creationId xmlns:a16="http://schemas.microsoft.com/office/drawing/2014/main" id="{49F3C65F-F546-2D10-8CB4-ACC492425060}"/>
                </a:ext>
              </a:extLst>
            </p:cNvPr>
            <p:cNvSpPr>
              <a:spLocks noGrp="1"/>
            </p:cNvSpPr>
            <p:nvPr/>
          </p:nvSpPr>
          <p:spPr>
            <a:xfrm>
              <a:off x="1329150" y="5628927"/>
              <a:ext cx="47940" cy="8241"/>
            </a:xfrm>
            <a:custGeom>
              <a:avLst/>
              <a:gdLst/>
              <a:ahLst/>
              <a:cxnLst/>
              <a:rect l="0" t="0" r="0" b="0"/>
              <a:pathLst>
                <a:path w="47940" h="8241">
                  <a:moveTo>
                    <a:pt x="0" y="8241"/>
                  </a:moveTo>
                  <a:lnTo>
                    <a:pt x="47940" y="0"/>
                  </a:lnTo>
                </a:path>
              </a:pathLst>
            </a:custGeom>
            <a:noFill/>
            <a:ln w="8096">
              <a:solidFill>
                <a:srgbClr val="7E909E"/>
              </a:solidFill>
            </a:ln>
          </p:spPr>
        </p:sp>
        <p:sp>
          <p:nvSpPr>
            <p:cNvPr id="634" name="Input_receptor__633">
              <a:extLst>
                <a:ext uri="{FF2B5EF4-FFF2-40B4-BE49-F238E27FC236}">
                  <a16:creationId xmlns:a16="http://schemas.microsoft.com/office/drawing/2014/main" id="{473FDD23-CFA9-2A7F-E323-494CD5506A7B}"/>
                </a:ext>
              </a:extLst>
            </p:cNvPr>
            <p:cNvSpPr>
              <a:spLocks noGrp="1"/>
            </p:cNvSpPr>
            <p:nvPr/>
          </p:nvSpPr>
          <p:spPr>
            <a:xfrm>
              <a:off x="1644364" y="4948043"/>
              <a:ext cx="1554" cy="27236"/>
            </a:xfrm>
            <a:custGeom>
              <a:avLst/>
              <a:gdLst/>
              <a:ahLst/>
              <a:cxnLst/>
              <a:rect l="0" t="0" r="0" b="0"/>
              <a:pathLst>
                <a:path w="1554" h="27236">
                  <a:moveTo>
                    <a:pt x="0" y="0"/>
                  </a:moveTo>
                  <a:lnTo>
                    <a:pt x="1554" y="27236"/>
                  </a:lnTo>
                </a:path>
              </a:pathLst>
            </a:custGeom>
            <a:noFill/>
            <a:ln w="20003">
              <a:solidFill>
                <a:srgbClr val="7E909E"/>
              </a:solidFill>
            </a:ln>
          </p:spPr>
        </p:sp>
        <p:sp>
          <p:nvSpPr>
            <p:cNvPr id="635" name="Input_receptor__634">
              <a:extLst>
                <a:ext uri="{FF2B5EF4-FFF2-40B4-BE49-F238E27FC236}">
                  <a16:creationId xmlns:a16="http://schemas.microsoft.com/office/drawing/2014/main" id="{6929741D-604F-A6F0-9122-F147EDE93F3D}"/>
                </a:ext>
              </a:extLst>
            </p:cNvPr>
            <p:cNvSpPr>
              <a:spLocks noGrp="1"/>
            </p:cNvSpPr>
            <p:nvPr/>
          </p:nvSpPr>
          <p:spPr>
            <a:xfrm>
              <a:off x="1211343" y="5057743"/>
              <a:ext cx="41958" cy="24468"/>
            </a:xfrm>
            <a:custGeom>
              <a:avLst/>
              <a:gdLst/>
              <a:ahLst/>
              <a:cxnLst/>
              <a:rect l="0" t="0" r="0" b="0"/>
              <a:pathLst>
                <a:path w="41958" h="24468">
                  <a:moveTo>
                    <a:pt x="41958" y="24468"/>
                  </a:moveTo>
                  <a:lnTo>
                    <a:pt x="0" y="0"/>
                  </a:lnTo>
                </a:path>
              </a:pathLst>
            </a:custGeom>
            <a:noFill/>
            <a:ln w="8096">
              <a:solidFill>
                <a:srgbClr val="7E909F"/>
              </a:solidFill>
            </a:ln>
          </p:spPr>
        </p:sp>
        <p:sp>
          <p:nvSpPr>
            <p:cNvPr id="636" name="Input_receptor__635">
              <a:extLst>
                <a:ext uri="{FF2B5EF4-FFF2-40B4-BE49-F238E27FC236}">
                  <a16:creationId xmlns:a16="http://schemas.microsoft.com/office/drawing/2014/main" id="{D02A152B-6685-87ED-1293-7C1DEAE8BF3F}"/>
                </a:ext>
              </a:extLst>
            </p:cNvPr>
            <p:cNvSpPr>
              <a:spLocks noGrp="1"/>
            </p:cNvSpPr>
            <p:nvPr/>
          </p:nvSpPr>
          <p:spPr>
            <a:xfrm>
              <a:off x="1285853" y="5288094"/>
              <a:ext cx="7738" cy="32287"/>
            </a:xfrm>
            <a:custGeom>
              <a:avLst/>
              <a:gdLst/>
              <a:ahLst/>
              <a:cxnLst/>
              <a:rect l="0" t="0" r="0" b="0"/>
              <a:pathLst>
                <a:path w="7738" h="32287">
                  <a:moveTo>
                    <a:pt x="0" y="0"/>
                  </a:moveTo>
                  <a:lnTo>
                    <a:pt x="7738" y="32287"/>
                  </a:lnTo>
                </a:path>
              </a:pathLst>
            </a:custGeom>
            <a:noFill/>
            <a:ln w="20003">
              <a:solidFill>
                <a:srgbClr val="7E909F"/>
              </a:solidFill>
            </a:ln>
          </p:spPr>
        </p:sp>
        <p:sp>
          <p:nvSpPr>
            <p:cNvPr id="637" name="Input_receptor__636">
              <a:extLst>
                <a:ext uri="{FF2B5EF4-FFF2-40B4-BE49-F238E27FC236}">
                  <a16:creationId xmlns:a16="http://schemas.microsoft.com/office/drawing/2014/main" id="{C553C4F4-D65E-495B-5E69-AD0144794BE9}"/>
                </a:ext>
              </a:extLst>
            </p:cNvPr>
            <p:cNvSpPr>
              <a:spLocks noGrp="1"/>
            </p:cNvSpPr>
            <p:nvPr/>
          </p:nvSpPr>
          <p:spPr>
            <a:xfrm>
              <a:off x="1253301" y="5082211"/>
              <a:ext cx="6359" cy="48247"/>
            </a:xfrm>
            <a:custGeom>
              <a:avLst/>
              <a:gdLst/>
              <a:ahLst/>
              <a:cxnLst/>
              <a:rect l="0" t="0" r="0" b="0"/>
              <a:pathLst>
                <a:path w="6359" h="48247">
                  <a:moveTo>
                    <a:pt x="6359" y="48247"/>
                  </a:moveTo>
                  <a:lnTo>
                    <a:pt x="0" y="0"/>
                  </a:lnTo>
                </a:path>
              </a:pathLst>
            </a:custGeom>
            <a:noFill/>
            <a:ln w="8096">
              <a:solidFill>
                <a:srgbClr val="7E909F"/>
              </a:solidFill>
            </a:ln>
          </p:spPr>
        </p:sp>
        <p:sp>
          <p:nvSpPr>
            <p:cNvPr id="638" name="Input_receptor__637">
              <a:extLst>
                <a:ext uri="{FF2B5EF4-FFF2-40B4-BE49-F238E27FC236}">
                  <a16:creationId xmlns:a16="http://schemas.microsoft.com/office/drawing/2014/main" id="{E9EECD6E-E5FD-DC8E-F4F5-0EB6A3D49662}"/>
                </a:ext>
              </a:extLst>
            </p:cNvPr>
            <p:cNvSpPr>
              <a:spLocks noGrp="1"/>
            </p:cNvSpPr>
            <p:nvPr/>
          </p:nvSpPr>
          <p:spPr>
            <a:xfrm>
              <a:off x="1228888" y="5451440"/>
              <a:ext cx="18976" cy="7910"/>
            </a:xfrm>
            <a:custGeom>
              <a:avLst/>
              <a:gdLst/>
              <a:ahLst/>
              <a:cxnLst/>
              <a:rect l="0" t="0" r="0" b="0"/>
              <a:pathLst>
                <a:path w="18976" h="7910">
                  <a:moveTo>
                    <a:pt x="18976" y="7910"/>
                  </a:moveTo>
                  <a:lnTo>
                    <a:pt x="0" y="0"/>
                  </a:lnTo>
                </a:path>
              </a:pathLst>
            </a:custGeom>
            <a:noFill/>
            <a:ln w="20003">
              <a:solidFill>
                <a:srgbClr val="7E909F"/>
              </a:solidFill>
            </a:ln>
          </p:spPr>
        </p:sp>
        <p:sp>
          <p:nvSpPr>
            <p:cNvPr id="639" name="Input_receptor__638">
              <a:extLst>
                <a:ext uri="{FF2B5EF4-FFF2-40B4-BE49-F238E27FC236}">
                  <a16:creationId xmlns:a16="http://schemas.microsoft.com/office/drawing/2014/main" id="{DDD8C9CB-29CE-8316-EF14-B5DBC7BB49A1}"/>
                </a:ext>
              </a:extLst>
            </p:cNvPr>
            <p:cNvSpPr>
              <a:spLocks noGrp="1"/>
            </p:cNvSpPr>
            <p:nvPr/>
          </p:nvSpPr>
          <p:spPr>
            <a:xfrm>
              <a:off x="1522486" y="5076130"/>
              <a:ext cx="8747" cy="23324"/>
            </a:xfrm>
            <a:custGeom>
              <a:avLst/>
              <a:gdLst/>
              <a:ahLst/>
              <a:cxnLst/>
              <a:rect l="0" t="0" r="0" b="0"/>
              <a:pathLst>
                <a:path w="8747" h="23324">
                  <a:moveTo>
                    <a:pt x="0" y="23324"/>
                  </a:moveTo>
                  <a:lnTo>
                    <a:pt x="8747" y="0"/>
                  </a:lnTo>
                </a:path>
              </a:pathLst>
            </a:custGeom>
            <a:noFill/>
            <a:ln w="20003">
              <a:solidFill>
                <a:srgbClr val="7E909F"/>
              </a:solidFill>
            </a:ln>
          </p:spPr>
        </p:sp>
        <p:sp>
          <p:nvSpPr>
            <p:cNvPr id="640" name="Input_receptor__639">
              <a:extLst>
                <a:ext uri="{FF2B5EF4-FFF2-40B4-BE49-F238E27FC236}">
                  <a16:creationId xmlns:a16="http://schemas.microsoft.com/office/drawing/2014/main" id="{A81CC622-1B1E-0204-B46A-2FD76D906895}"/>
                </a:ext>
              </a:extLst>
            </p:cNvPr>
            <p:cNvSpPr>
              <a:spLocks noGrp="1"/>
            </p:cNvSpPr>
            <p:nvPr/>
          </p:nvSpPr>
          <p:spPr>
            <a:xfrm>
              <a:off x="1458388" y="4670356"/>
              <a:ext cx="3991" cy="46428"/>
            </a:xfrm>
            <a:custGeom>
              <a:avLst/>
              <a:gdLst/>
              <a:ahLst/>
              <a:cxnLst/>
              <a:rect l="0" t="0" r="0" b="0"/>
              <a:pathLst>
                <a:path w="3991" h="46428">
                  <a:moveTo>
                    <a:pt x="3991" y="0"/>
                  </a:moveTo>
                  <a:lnTo>
                    <a:pt x="0" y="46428"/>
                  </a:lnTo>
                </a:path>
              </a:pathLst>
            </a:custGeom>
            <a:noFill/>
            <a:ln w="20003">
              <a:solidFill>
                <a:srgbClr val="7E909F"/>
              </a:solidFill>
            </a:ln>
          </p:spPr>
        </p:sp>
        <p:sp>
          <p:nvSpPr>
            <p:cNvPr id="641" name="Input_receptor__640">
              <a:extLst>
                <a:ext uri="{FF2B5EF4-FFF2-40B4-BE49-F238E27FC236}">
                  <a16:creationId xmlns:a16="http://schemas.microsoft.com/office/drawing/2014/main" id="{68B5C8A6-54D1-066D-4257-1DF5941491AA}"/>
                </a:ext>
              </a:extLst>
            </p:cNvPr>
            <p:cNvSpPr>
              <a:spLocks noGrp="1"/>
            </p:cNvSpPr>
            <p:nvPr/>
          </p:nvSpPr>
          <p:spPr>
            <a:xfrm>
              <a:off x="1527700" y="4976984"/>
              <a:ext cx="21292" cy="21074"/>
            </a:xfrm>
            <a:custGeom>
              <a:avLst/>
              <a:gdLst/>
              <a:ahLst/>
              <a:cxnLst/>
              <a:rect l="0" t="0" r="0" b="0"/>
              <a:pathLst>
                <a:path w="21292" h="21074">
                  <a:moveTo>
                    <a:pt x="0" y="21074"/>
                  </a:moveTo>
                  <a:lnTo>
                    <a:pt x="21292" y="0"/>
                  </a:lnTo>
                </a:path>
              </a:pathLst>
            </a:custGeom>
            <a:noFill/>
            <a:ln w="20003">
              <a:solidFill>
                <a:srgbClr val="7E909F"/>
              </a:solidFill>
            </a:ln>
          </p:spPr>
        </p:sp>
        <p:sp>
          <p:nvSpPr>
            <p:cNvPr id="642" name="Input_receptor__641">
              <a:extLst>
                <a:ext uri="{FF2B5EF4-FFF2-40B4-BE49-F238E27FC236}">
                  <a16:creationId xmlns:a16="http://schemas.microsoft.com/office/drawing/2014/main" id="{FA9DF588-F885-5AA9-F5DF-9EA1E8726CE0}"/>
                </a:ext>
              </a:extLst>
            </p:cNvPr>
            <p:cNvSpPr>
              <a:spLocks noGrp="1"/>
            </p:cNvSpPr>
            <p:nvPr/>
          </p:nvSpPr>
          <p:spPr>
            <a:xfrm>
              <a:off x="1476466" y="5334343"/>
              <a:ext cx="17033" cy="45125"/>
            </a:xfrm>
            <a:custGeom>
              <a:avLst/>
              <a:gdLst/>
              <a:ahLst/>
              <a:cxnLst/>
              <a:rect l="0" t="0" r="0" b="0"/>
              <a:pathLst>
                <a:path w="17033" h="45125">
                  <a:moveTo>
                    <a:pt x="0" y="45125"/>
                  </a:moveTo>
                  <a:lnTo>
                    <a:pt x="17033" y="0"/>
                  </a:lnTo>
                </a:path>
              </a:pathLst>
            </a:custGeom>
            <a:noFill/>
            <a:ln w="20003">
              <a:solidFill>
                <a:srgbClr val="7E909F"/>
              </a:solidFill>
            </a:ln>
          </p:spPr>
        </p:sp>
        <p:sp>
          <p:nvSpPr>
            <p:cNvPr id="643" name="Input_receptor__642">
              <a:extLst>
                <a:ext uri="{FF2B5EF4-FFF2-40B4-BE49-F238E27FC236}">
                  <a16:creationId xmlns:a16="http://schemas.microsoft.com/office/drawing/2014/main" id="{12E9DA42-7E43-D0CF-D8C1-232C97AB5421}"/>
                </a:ext>
              </a:extLst>
            </p:cNvPr>
            <p:cNvSpPr>
              <a:spLocks noGrp="1"/>
            </p:cNvSpPr>
            <p:nvPr/>
          </p:nvSpPr>
          <p:spPr>
            <a:xfrm>
              <a:off x="1301745" y="5468812"/>
              <a:ext cx="14099" cy="30558"/>
            </a:xfrm>
            <a:custGeom>
              <a:avLst/>
              <a:gdLst/>
              <a:ahLst/>
              <a:cxnLst/>
              <a:rect l="0" t="0" r="0" b="0"/>
              <a:pathLst>
                <a:path w="14099" h="30558">
                  <a:moveTo>
                    <a:pt x="14099" y="30558"/>
                  </a:moveTo>
                  <a:lnTo>
                    <a:pt x="0" y="0"/>
                  </a:lnTo>
                </a:path>
              </a:pathLst>
            </a:custGeom>
            <a:noFill/>
            <a:ln w="20003">
              <a:solidFill>
                <a:srgbClr val="7E909F"/>
              </a:solidFill>
            </a:ln>
          </p:spPr>
        </p:sp>
        <p:sp>
          <p:nvSpPr>
            <p:cNvPr id="644" name="Input_receptor__643">
              <a:extLst>
                <a:ext uri="{FF2B5EF4-FFF2-40B4-BE49-F238E27FC236}">
                  <a16:creationId xmlns:a16="http://schemas.microsoft.com/office/drawing/2014/main" id="{AE1B7C32-DEF2-B3D7-664C-E85325C5ACC6}"/>
                </a:ext>
              </a:extLst>
            </p:cNvPr>
            <p:cNvSpPr>
              <a:spLocks noGrp="1"/>
            </p:cNvSpPr>
            <p:nvPr/>
          </p:nvSpPr>
          <p:spPr>
            <a:xfrm>
              <a:off x="1006429" y="5369502"/>
              <a:ext cx="36206" cy="31003"/>
            </a:xfrm>
            <a:custGeom>
              <a:avLst/>
              <a:gdLst/>
              <a:ahLst/>
              <a:cxnLst/>
              <a:rect l="0" t="0" r="0" b="0"/>
              <a:pathLst>
                <a:path w="36206" h="31003">
                  <a:moveTo>
                    <a:pt x="36206" y="0"/>
                  </a:moveTo>
                  <a:lnTo>
                    <a:pt x="0" y="31003"/>
                  </a:lnTo>
                </a:path>
              </a:pathLst>
            </a:custGeom>
            <a:noFill/>
            <a:ln w="20003">
              <a:solidFill>
                <a:srgbClr val="7E919F"/>
              </a:solidFill>
            </a:ln>
          </p:spPr>
        </p:sp>
        <p:sp>
          <p:nvSpPr>
            <p:cNvPr id="645" name="Input_receptor__644">
              <a:extLst>
                <a:ext uri="{FF2B5EF4-FFF2-40B4-BE49-F238E27FC236}">
                  <a16:creationId xmlns:a16="http://schemas.microsoft.com/office/drawing/2014/main" id="{6B03C6B3-0678-4F7B-4FF3-7A9F1A84F7E3}"/>
                </a:ext>
              </a:extLst>
            </p:cNvPr>
            <p:cNvSpPr>
              <a:spLocks noGrp="1"/>
            </p:cNvSpPr>
            <p:nvPr/>
          </p:nvSpPr>
          <p:spPr>
            <a:xfrm>
              <a:off x="1315844" y="5499370"/>
              <a:ext cx="3787" cy="36503"/>
            </a:xfrm>
            <a:custGeom>
              <a:avLst/>
              <a:gdLst/>
              <a:ahLst/>
              <a:cxnLst/>
              <a:rect l="0" t="0" r="0" b="0"/>
              <a:pathLst>
                <a:path w="3787" h="36503">
                  <a:moveTo>
                    <a:pt x="3787" y="36503"/>
                  </a:moveTo>
                  <a:lnTo>
                    <a:pt x="0" y="0"/>
                  </a:lnTo>
                </a:path>
              </a:pathLst>
            </a:custGeom>
            <a:noFill/>
            <a:ln w="20003">
              <a:solidFill>
                <a:srgbClr val="7E919F"/>
              </a:solidFill>
            </a:ln>
          </p:spPr>
        </p:sp>
        <p:sp>
          <p:nvSpPr>
            <p:cNvPr id="646" name="Input_receptor__645">
              <a:extLst>
                <a:ext uri="{FF2B5EF4-FFF2-40B4-BE49-F238E27FC236}">
                  <a16:creationId xmlns:a16="http://schemas.microsoft.com/office/drawing/2014/main" id="{82110929-8775-C70B-C9D8-FD939B14B403}"/>
                </a:ext>
              </a:extLst>
            </p:cNvPr>
            <p:cNvSpPr>
              <a:spLocks noGrp="1"/>
            </p:cNvSpPr>
            <p:nvPr/>
          </p:nvSpPr>
          <p:spPr>
            <a:xfrm>
              <a:off x="1402207" y="5276803"/>
              <a:ext cx="43617" cy="1106"/>
            </a:xfrm>
            <a:custGeom>
              <a:avLst/>
              <a:gdLst/>
              <a:ahLst/>
              <a:cxnLst/>
              <a:rect l="0" t="0" r="0" b="0"/>
              <a:pathLst>
                <a:path w="43617" h="1106">
                  <a:moveTo>
                    <a:pt x="43617" y="0"/>
                  </a:moveTo>
                  <a:lnTo>
                    <a:pt x="0" y="1106"/>
                  </a:lnTo>
                </a:path>
              </a:pathLst>
            </a:custGeom>
            <a:noFill/>
            <a:ln w="20003">
              <a:solidFill>
                <a:srgbClr val="7E919F"/>
              </a:solidFill>
            </a:ln>
          </p:spPr>
        </p:sp>
        <p:sp>
          <p:nvSpPr>
            <p:cNvPr id="647" name="Input_receptor__646">
              <a:extLst>
                <a:ext uri="{FF2B5EF4-FFF2-40B4-BE49-F238E27FC236}">
                  <a16:creationId xmlns:a16="http://schemas.microsoft.com/office/drawing/2014/main" id="{8FF522E9-5374-2D60-A206-74BD27F1F79C}"/>
                </a:ext>
              </a:extLst>
            </p:cNvPr>
            <p:cNvSpPr>
              <a:spLocks noGrp="1"/>
            </p:cNvSpPr>
            <p:nvPr/>
          </p:nvSpPr>
          <p:spPr>
            <a:xfrm>
              <a:off x="1439297" y="4794672"/>
              <a:ext cx="31095" cy="15193"/>
            </a:xfrm>
            <a:custGeom>
              <a:avLst/>
              <a:gdLst/>
              <a:ahLst/>
              <a:cxnLst/>
              <a:rect l="0" t="0" r="0" b="0"/>
              <a:pathLst>
                <a:path w="31095" h="15193">
                  <a:moveTo>
                    <a:pt x="31095" y="0"/>
                  </a:moveTo>
                  <a:lnTo>
                    <a:pt x="0" y="15193"/>
                  </a:lnTo>
                </a:path>
              </a:pathLst>
            </a:custGeom>
            <a:noFill/>
            <a:ln w="8096">
              <a:solidFill>
                <a:srgbClr val="7E919F"/>
              </a:solidFill>
            </a:ln>
          </p:spPr>
        </p:sp>
        <p:sp>
          <p:nvSpPr>
            <p:cNvPr id="648" name="Input_receptor__647">
              <a:extLst>
                <a:ext uri="{FF2B5EF4-FFF2-40B4-BE49-F238E27FC236}">
                  <a16:creationId xmlns:a16="http://schemas.microsoft.com/office/drawing/2014/main" id="{76BAECE5-8CE8-154C-1099-50481BA05676}"/>
                </a:ext>
              </a:extLst>
            </p:cNvPr>
            <p:cNvSpPr>
              <a:spLocks noGrp="1"/>
            </p:cNvSpPr>
            <p:nvPr/>
          </p:nvSpPr>
          <p:spPr>
            <a:xfrm>
              <a:off x="1635515" y="4862712"/>
              <a:ext cx="18501" cy="36089"/>
            </a:xfrm>
            <a:custGeom>
              <a:avLst/>
              <a:gdLst/>
              <a:ahLst/>
              <a:cxnLst/>
              <a:rect l="0" t="0" r="0" b="0"/>
              <a:pathLst>
                <a:path w="18501" h="36089">
                  <a:moveTo>
                    <a:pt x="0" y="0"/>
                  </a:moveTo>
                  <a:lnTo>
                    <a:pt x="18501" y="36089"/>
                  </a:lnTo>
                </a:path>
              </a:pathLst>
            </a:custGeom>
            <a:noFill/>
            <a:ln w="20003">
              <a:solidFill>
                <a:srgbClr val="7E919F"/>
              </a:solidFill>
            </a:ln>
          </p:spPr>
        </p:sp>
        <p:sp>
          <p:nvSpPr>
            <p:cNvPr id="649" name="Input_receptor__648">
              <a:extLst>
                <a:ext uri="{FF2B5EF4-FFF2-40B4-BE49-F238E27FC236}">
                  <a16:creationId xmlns:a16="http://schemas.microsoft.com/office/drawing/2014/main" id="{812D4ED8-8840-4BA8-8D23-9F4D9E9E41CF}"/>
                </a:ext>
              </a:extLst>
            </p:cNvPr>
            <p:cNvSpPr>
              <a:spLocks noGrp="1"/>
            </p:cNvSpPr>
            <p:nvPr/>
          </p:nvSpPr>
          <p:spPr>
            <a:xfrm>
              <a:off x="1594133" y="5272340"/>
              <a:ext cx="6447" cy="25440"/>
            </a:xfrm>
            <a:custGeom>
              <a:avLst/>
              <a:gdLst/>
              <a:ahLst/>
              <a:cxnLst/>
              <a:rect l="0" t="0" r="0" b="0"/>
              <a:pathLst>
                <a:path w="6447" h="25440">
                  <a:moveTo>
                    <a:pt x="0" y="25440"/>
                  </a:moveTo>
                  <a:lnTo>
                    <a:pt x="6447" y="0"/>
                  </a:lnTo>
                </a:path>
              </a:pathLst>
            </a:custGeom>
            <a:noFill/>
            <a:ln w="20003">
              <a:solidFill>
                <a:srgbClr val="7E919F"/>
              </a:solidFill>
            </a:ln>
          </p:spPr>
        </p:sp>
        <p:sp>
          <p:nvSpPr>
            <p:cNvPr id="650" name="Input_receptor__649">
              <a:extLst>
                <a:ext uri="{FF2B5EF4-FFF2-40B4-BE49-F238E27FC236}">
                  <a16:creationId xmlns:a16="http://schemas.microsoft.com/office/drawing/2014/main" id="{514F6ADC-19D0-DC1F-122A-4C4BB7F08849}"/>
                </a:ext>
              </a:extLst>
            </p:cNvPr>
            <p:cNvSpPr>
              <a:spLocks noGrp="1"/>
            </p:cNvSpPr>
            <p:nvPr/>
          </p:nvSpPr>
          <p:spPr>
            <a:xfrm>
              <a:off x="1184473" y="5471210"/>
              <a:ext cx="10713" cy="14385"/>
            </a:xfrm>
            <a:custGeom>
              <a:avLst/>
              <a:gdLst/>
              <a:ahLst/>
              <a:cxnLst/>
              <a:rect l="0" t="0" r="0" b="0"/>
              <a:pathLst>
                <a:path w="10713" h="14385">
                  <a:moveTo>
                    <a:pt x="10713" y="14385"/>
                  </a:moveTo>
                  <a:lnTo>
                    <a:pt x="0" y="0"/>
                  </a:lnTo>
                </a:path>
              </a:pathLst>
            </a:custGeom>
            <a:noFill/>
            <a:ln w="20003">
              <a:solidFill>
                <a:srgbClr val="7E919F"/>
              </a:solidFill>
            </a:ln>
          </p:spPr>
        </p:sp>
        <p:sp>
          <p:nvSpPr>
            <p:cNvPr id="651" name="Input_receptor__650">
              <a:extLst>
                <a:ext uri="{FF2B5EF4-FFF2-40B4-BE49-F238E27FC236}">
                  <a16:creationId xmlns:a16="http://schemas.microsoft.com/office/drawing/2014/main" id="{EA97F4E2-117F-69C8-36FD-666369C7D279}"/>
                </a:ext>
              </a:extLst>
            </p:cNvPr>
            <p:cNvSpPr>
              <a:spLocks noGrp="1"/>
            </p:cNvSpPr>
            <p:nvPr/>
          </p:nvSpPr>
          <p:spPr>
            <a:xfrm>
              <a:off x="1501195" y="4998058"/>
              <a:ext cx="26505" cy="27961"/>
            </a:xfrm>
            <a:custGeom>
              <a:avLst/>
              <a:gdLst/>
              <a:ahLst/>
              <a:cxnLst/>
              <a:rect l="0" t="0" r="0" b="0"/>
              <a:pathLst>
                <a:path w="26505" h="27961">
                  <a:moveTo>
                    <a:pt x="0" y="27961"/>
                  </a:moveTo>
                  <a:lnTo>
                    <a:pt x="26505" y="0"/>
                  </a:lnTo>
                </a:path>
              </a:pathLst>
            </a:custGeom>
            <a:noFill/>
            <a:ln w="20003">
              <a:solidFill>
                <a:srgbClr val="7F919F"/>
              </a:solidFill>
            </a:ln>
          </p:spPr>
        </p:sp>
        <p:sp>
          <p:nvSpPr>
            <p:cNvPr id="652" name="Input_receptor__651">
              <a:extLst>
                <a:ext uri="{FF2B5EF4-FFF2-40B4-BE49-F238E27FC236}">
                  <a16:creationId xmlns:a16="http://schemas.microsoft.com/office/drawing/2014/main" id="{462E7A3D-F44B-E36F-61F7-4ED044BCE253}"/>
                </a:ext>
              </a:extLst>
            </p:cNvPr>
            <p:cNvSpPr>
              <a:spLocks noGrp="1"/>
            </p:cNvSpPr>
            <p:nvPr/>
          </p:nvSpPr>
          <p:spPr>
            <a:xfrm>
              <a:off x="1489348" y="4844556"/>
              <a:ext cx="33416" cy="28723"/>
            </a:xfrm>
            <a:custGeom>
              <a:avLst/>
              <a:gdLst/>
              <a:ahLst/>
              <a:cxnLst/>
              <a:rect l="0" t="0" r="0" b="0"/>
              <a:pathLst>
                <a:path w="33416" h="28723">
                  <a:moveTo>
                    <a:pt x="0" y="28723"/>
                  </a:moveTo>
                  <a:lnTo>
                    <a:pt x="33416" y="0"/>
                  </a:lnTo>
                </a:path>
              </a:pathLst>
            </a:custGeom>
            <a:noFill/>
            <a:ln w="20003">
              <a:solidFill>
                <a:srgbClr val="7F919F"/>
              </a:solidFill>
            </a:ln>
          </p:spPr>
        </p:sp>
        <p:sp>
          <p:nvSpPr>
            <p:cNvPr id="653" name="Input_receptor__652">
              <a:extLst>
                <a:ext uri="{FF2B5EF4-FFF2-40B4-BE49-F238E27FC236}">
                  <a16:creationId xmlns:a16="http://schemas.microsoft.com/office/drawing/2014/main" id="{F627869F-4053-7950-A733-C51E031CF6BC}"/>
                </a:ext>
              </a:extLst>
            </p:cNvPr>
            <p:cNvSpPr>
              <a:spLocks noGrp="1"/>
            </p:cNvSpPr>
            <p:nvPr/>
          </p:nvSpPr>
          <p:spPr>
            <a:xfrm>
              <a:off x="1136501" y="5180401"/>
              <a:ext cx="13504" cy="15611"/>
            </a:xfrm>
            <a:custGeom>
              <a:avLst/>
              <a:gdLst/>
              <a:ahLst/>
              <a:cxnLst/>
              <a:rect l="0" t="0" r="0" b="0"/>
              <a:pathLst>
                <a:path w="13504" h="15611">
                  <a:moveTo>
                    <a:pt x="0" y="15611"/>
                  </a:moveTo>
                  <a:lnTo>
                    <a:pt x="13504" y="0"/>
                  </a:lnTo>
                </a:path>
              </a:pathLst>
            </a:custGeom>
            <a:noFill/>
            <a:ln w="20003">
              <a:solidFill>
                <a:srgbClr val="7F919F"/>
              </a:solidFill>
            </a:ln>
          </p:spPr>
        </p:sp>
        <p:sp>
          <p:nvSpPr>
            <p:cNvPr id="654" name="Input_receptor__653">
              <a:extLst>
                <a:ext uri="{FF2B5EF4-FFF2-40B4-BE49-F238E27FC236}">
                  <a16:creationId xmlns:a16="http://schemas.microsoft.com/office/drawing/2014/main" id="{A8C66525-802B-A0CD-A80B-2C632956C04E}"/>
                </a:ext>
              </a:extLst>
            </p:cNvPr>
            <p:cNvSpPr>
              <a:spLocks noGrp="1"/>
            </p:cNvSpPr>
            <p:nvPr/>
          </p:nvSpPr>
          <p:spPr>
            <a:xfrm>
              <a:off x="1777309" y="4955696"/>
              <a:ext cx="339" cy="43994"/>
            </a:xfrm>
            <a:custGeom>
              <a:avLst/>
              <a:gdLst/>
              <a:ahLst/>
              <a:cxnLst/>
              <a:rect l="0" t="0" r="0" b="0"/>
              <a:pathLst>
                <a:path w="339" h="43994">
                  <a:moveTo>
                    <a:pt x="339" y="43994"/>
                  </a:moveTo>
                  <a:lnTo>
                    <a:pt x="0" y="0"/>
                  </a:lnTo>
                </a:path>
              </a:pathLst>
            </a:custGeom>
            <a:noFill/>
            <a:ln w="20003">
              <a:solidFill>
                <a:srgbClr val="7F919F"/>
              </a:solidFill>
            </a:ln>
          </p:spPr>
        </p:sp>
        <p:sp>
          <p:nvSpPr>
            <p:cNvPr id="655" name="Input_receptor__654">
              <a:extLst>
                <a:ext uri="{FF2B5EF4-FFF2-40B4-BE49-F238E27FC236}">
                  <a16:creationId xmlns:a16="http://schemas.microsoft.com/office/drawing/2014/main" id="{EA8BF603-8877-38E8-4889-64B90595EC2F}"/>
                </a:ext>
              </a:extLst>
            </p:cNvPr>
            <p:cNvSpPr>
              <a:spLocks noGrp="1"/>
            </p:cNvSpPr>
            <p:nvPr/>
          </p:nvSpPr>
          <p:spPr>
            <a:xfrm>
              <a:off x="1635515" y="4828995"/>
              <a:ext cx="17948" cy="33716"/>
            </a:xfrm>
            <a:custGeom>
              <a:avLst/>
              <a:gdLst/>
              <a:ahLst/>
              <a:cxnLst/>
              <a:rect l="0" t="0" r="0" b="0"/>
              <a:pathLst>
                <a:path w="17948" h="33716">
                  <a:moveTo>
                    <a:pt x="17948" y="0"/>
                  </a:moveTo>
                  <a:lnTo>
                    <a:pt x="0" y="33716"/>
                  </a:lnTo>
                </a:path>
              </a:pathLst>
            </a:custGeom>
            <a:noFill/>
            <a:ln w="20003">
              <a:solidFill>
                <a:srgbClr val="7F919F"/>
              </a:solidFill>
            </a:ln>
          </p:spPr>
        </p:sp>
        <p:sp>
          <p:nvSpPr>
            <p:cNvPr id="656" name="Input_receptor__655">
              <a:extLst>
                <a:ext uri="{FF2B5EF4-FFF2-40B4-BE49-F238E27FC236}">
                  <a16:creationId xmlns:a16="http://schemas.microsoft.com/office/drawing/2014/main" id="{B361F20B-6B69-6178-A053-2CDA260EA4CD}"/>
                </a:ext>
              </a:extLst>
            </p:cNvPr>
            <p:cNvSpPr>
              <a:spLocks noGrp="1"/>
            </p:cNvSpPr>
            <p:nvPr/>
          </p:nvSpPr>
          <p:spPr>
            <a:xfrm>
              <a:off x="1056031" y="5422136"/>
              <a:ext cx="22597" cy="8171"/>
            </a:xfrm>
            <a:custGeom>
              <a:avLst/>
              <a:gdLst/>
              <a:ahLst/>
              <a:cxnLst/>
              <a:rect l="0" t="0" r="0" b="0"/>
              <a:pathLst>
                <a:path w="22597" h="8171">
                  <a:moveTo>
                    <a:pt x="22597" y="0"/>
                  </a:moveTo>
                  <a:lnTo>
                    <a:pt x="0" y="8171"/>
                  </a:lnTo>
                </a:path>
              </a:pathLst>
            </a:custGeom>
            <a:noFill/>
            <a:ln w="20003">
              <a:solidFill>
                <a:srgbClr val="7F919F"/>
              </a:solidFill>
            </a:ln>
          </p:spPr>
        </p:sp>
        <p:sp>
          <p:nvSpPr>
            <p:cNvPr id="657" name="Input_receptor__656">
              <a:extLst>
                <a:ext uri="{FF2B5EF4-FFF2-40B4-BE49-F238E27FC236}">
                  <a16:creationId xmlns:a16="http://schemas.microsoft.com/office/drawing/2014/main" id="{79978BE1-1AD9-EE17-6092-898BCC0CAEA6}"/>
                </a:ext>
              </a:extLst>
            </p:cNvPr>
            <p:cNvSpPr>
              <a:spLocks noGrp="1"/>
            </p:cNvSpPr>
            <p:nvPr/>
          </p:nvSpPr>
          <p:spPr>
            <a:xfrm>
              <a:off x="1712217" y="5113898"/>
              <a:ext cx="8758" cy="14818"/>
            </a:xfrm>
            <a:custGeom>
              <a:avLst/>
              <a:gdLst/>
              <a:ahLst/>
              <a:cxnLst/>
              <a:rect l="0" t="0" r="0" b="0"/>
              <a:pathLst>
                <a:path w="8758" h="14818">
                  <a:moveTo>
                    <a:pt x="0" y="14818"/>
                  </a:moveTo>
                  <a:lnTo>
                    <a:pt x="8758" y="0"/>
                  </a:lnTo>
                </a:path>
              </a:pathLst>
            </a:custGeom>
            <a:noFill/>
            <a:ln w="20003">
              <a:solidFill>
                <a:srgbClr val="7F919F"/>
              </a:solidFill>
            </a:ln>
          </p:spPr>
        </p:sp>
        <p:sp>
          <p:nvSpPr>
            <p:cNvPr id="658" name="Input_receptor__657">
              <a:extLst>
                <a:ext uri="{FF2B5EF4-FFF2-40B4-BE49-F238E27FC236}">
                  <a16:creationId xmlns:a16="http://schemas.microsoft.com/office/drawing/2014/main" id="{E30B11C1-DA4A-513D-6C01-1A9C75C4E315}"/>
                </a:ext>
              </a:extLst>
            </p:cNvPr>
            <p:cNvSpPr>
              <a:spLocks noGrp="1"/>
            </p:cNvSpPr>
            <p:nvPr/>
          </p:nvSpPr>
          <p:spPr>
            <a:xfrm>
              <a:off x="1735328" y="4944950"/>
              <a:ext cx="41980" cy="10745"/>
            </a:xfrm>
            <a:custGeom>
              <a:avLst/>
              <a:gdLst/>
              <a:ahLst/>
              <a:cxnLst/>
              <a:rect l="0" t="0" r="0" b="0"/>
              <a:pathLst>
                <a:path w="41980" h="10745">
                  <a:moveTo>
                    <a:pt x="41980" y="10745"/>
                  </a:moveTo>
                  <a:lnTo>
                    <a:pt x="0" y="0"/>
                  </a:lnTo>
                </a:path>
              </a:pathLst>
            </a:custGeom>
            <a:noFill/>
            <a:ln w="20003">
              <a:solidFill>
                <a:srgbClr val="7F919F"/>
              </a:solidFill>
            </a:ln>
          </p:spPr>
        </p:sp>
        <p:sp>
          <p:nvSpPr>
            <p:cNvPr id="659" name="Input_receptor__658">
              <a:extLst>
                <a:ext uri="{FF2B5EF4-FFF2-40B4-BE49-F238E27FC236}">
                  <a16:creationId xmlns:a16="http://schemas.microsoft.com/office/drawing/2014/main" id="{E0FEF68A-48A7-F33D-24CD-49D07313B576}"/>
                </a:ext>
              </a:extLst>
            </p:cNvPr>
            <p:cNvSpPr>
              <a:spLocks noGrp="1"/>
            </p:cNvSpPr>
            <p:nvPr/>
          </p:nvSpPr>
          <p:spPr>
            <a:xfrm>
              <a:off x="1129718" y="4443496"/>
              <a:ext cx="10905" cy="43465"/>
            </a:xfrm>
            <a:custGeom>
              <a:avLst/>
              <a:gdLst/>
              <a:ahLst/>
              <a:cxnLst/>
              <a:rect l="0" t="0" r="0" b="0"/>
              <a:pathLst>
                <a:path w="10905" h="43465">
                  <a:moveTo>
                    <a:pt x="10905" y="43465"/>
                  </a:moveTo>
                  <a:lnTo>
                    <a:pt x="0" y="0"/>
                  </a:lnTo>
                </a:path>
              </a:pathLst>
            </a:custGeom>
            <a:noFill/>
            <a:ln w="8096">
              <a:solidFill>
                <a:srgbClr val="7F919F"/>
              </a:solidFill>
            </a:ln>
          </p:spPr>
        </p:sp>
        <p:sp>
          <p:nvSpPr>
            <p:cNvPr id="660" name="Input_receptor__659">
              <a:extLst>
                <a:ext uri="{FF2B5EF4-FFF2-40B4-BE49-F238E27FC236}">
                  <a16:creationId xmlns:a16="http://schemas.microsoft.com/office/drawing/2014/main" id="{91571CEB-5BEC-127C-8321-66867A618942}"/>
                </a:ext>
              </a:extLst>
            </p:cNvPr>
            <p:cNvSpPr>
              <a:spLocks noGrp="1"/>
            </p:cNvSpPr>
            <p:nvPr/>
          </p:nvSpPr>
          <p:spPr>
            <a:xfrm>
              <a:off x="1584312" y="5174447"/>
              <a:ext cx="17253" cy="24472"/>
            </a:xfrm>
            <a:custGeom>
              <a:avLst/>
              <a:gdLst/>
              <a:ahLst/>
              <a:cxnLst/>
              <a:rect l="0" t="0" r="0" b="0"/>
              <a:pathLst>
                <a:path w="17253" h="24472">
                  <a:moveTo>
                    <a:pt x="0" y="24472"/>
                  </a:moveTo>
                  <a:lnTo>
                    <a:pt x="17253" y="0"/>
                  </a:lnTo>
                </a:path>
              </a:pathLst>
            </a:custGeom>
            <a:noFill/>
            <a:ln w="20003">
              <a:solidFill>
                <a:srgbClr val="7F919F"/>
              </a:solidFill>
            </a:ln>
          </p:spPr>
        </p:sp>
        <p:sp>
          <p:nvSpPr>
            <p:cNvPr id="661" name="Input_receptor__660">
              <a:extLst>
                <a:ext uri="{FF2B5EF4-FFF2-40B4-BE49-F238E27FC236}">
                  <a16:creationId xmlns:a16="http://schemas.microsoft.com/office/drawing/2014/main" id="{6CE75BC8-A837-CA22-1A0F-38640A8846C1}"/>
                </a:ext>
              </a:extLst>
            </p:cNvPr>
            <p:cNvSpPr>
              <a:spLocks noGrp="1"/>
            </p:cNvSpPr>
            <p:nvPr/>
          </p:nvSpPr>
          <p:spPr>
            <a:xfrm>
              <a:off x="1450149" y="5109491"/>
              <a:ext cx="26563" cy="36055"/>
            </a:xfrm>
            <a:custGeom>
              <a:avLst/>
              <a:gdLst/>
              <a:ahLst/>
              <a:cxnLst/>
              <a:rect l="0" t="0" r="0" b="0"/>
              <a:pathLst>
                <a:path w="26563" h="36055">
                  <a:moveTo>
                    <a:pt x="26563" y="36055"/>
                  </a:moveTo>
                  <a:lnTo>
                    <a:pt x="0" y="0"/>
                  </a:lnTo>
                </a:path>
              </a:pathLst>
            </a:custGeom>
            <a:noFill/>
            <a:ln w="20003">
              <a:solidFill>
                <a:srgbClr val="7F919F"/>
              </a:solidFill>
            </a:ln>
          </p:spPr>
        </p:sp>
        <p:sp>
          <p:nvSpPr>
            <p:cNvPr id="662" name="Input_receptor__661">
              <a:extLst>
                <a:ext uri="{FF2B5EF4-FFF2-40B4-BE49-F238E27FC236}">
                  <a16:creationId xmlns:a16="http://schemas.microsoft.com/office/drawing/2014/main" id="{6187D258-2FBE-07CF-524A-62E43F955F45}"/>
                </a:ext>
              </a:extLst>
            </p:cNvPr>
            <p:cNvSpPr>
              <a:spLocks noGrp="1"/>
            </p:cNvSpPr>
            <p:nvPr/>
          </p:nvSpPr>
          <p:spPr>
            <a:xfrm>
              <a:off x="1814103" y="5300508"/>
              <a:ext cx="4877" cy="47735"/>
            </a:xfrm>
            <a:custGeom>
              <a:avLst/>
              <a:gdLst/>
              <a:ahLst/>
              <a:cxnLst/>
              <a:rect l="0" t="0" r="0" b="0"/>
              <a:pathLst>
                <a:path w="4877" h="47735">
                  <a:moveTo>
                    <a:pt x="4877" y="0"/>
                  </a:moveTo>
                  <a:lnTo>
                    <a:pt x="0" y="47735"/>
                  </a:lnTo>
                </a:path>
              </a:pathLst>
            </a:custGeom>
            <a:noFill/>
            <a:ln w="20003">
              <a:solidFill>
                <a:srgbClr val="7F919F"/>
              </a:solidFill>
            </a:ln>
          </p:spPr>
        </p:sp>
        <p:sp>
          <p:nvSpPr>
            <p:cNvPr id="663" name="Input_receptor__662">
              <a:extLst>
                <a:ext uri="{FF2B5EF4-FFF2-40B4-BE49-F238E27FC236}">
                  <a16:creationId xmlns:a16="http://schemas.microsoft.com/office/drawing/2014/main" id="{863DC03D-1F04-06EC-AD5E-5E424FC3C625}"/>
                </a:ext>
              </a:extLst>
            </p:cNvPr>
            <p:cNvSpPr>
              <a:spLocks noGrp="1"/>
            </p:cNvSpPr>
            <p:nvPr/>
          </p:nvSpPr>
          <p:spPr>
            <a:xfrm>
              <a:off x="1731104" y="4999689"/>
              <a:ext cx="46543" cy="5263"/>
            </a:xfrm>
            <a:custGeom>
              <a:avLst/>
              <a:gdLst/>
              <a:ahLst/>
              <a:cxnLst/>
              <a:rect l="0" t="0" r="0" b="0"/>
              <a:pathLst>
                <a:path w="46543" h="5263">
                  <a:moveTo>
                    <a:pt x="0" y="5263"/>
                  </a:moveTo>
                  <a:lnTo>
                    <a:pt x="46543" y="0"/>
                  </a:lnTo>
                </a:path>
              </a:pathLst>
            </a:custGeom>
            <a:noFill/>
            <a:ln w="20003">
              <a:solidFill>
                <a:srgbClr val="7F919F"/>
              </a:solidFill>
            </a:ln>
          </p:spPr>
        </p:sp>
        <p:sp>
          <p:nvSpPr>
            <p:cNvPr id="664" name="Input_receptor__663">
              <a:extLst>
                <a:ext uri="{FF2B5EF4-FFF2-40B4-BE49-F238E27FC236}">
                  <a16:creationId xmlns:a16="http://schemas.microsoft.com/office/drawing/2014/main" id="{F8C3B8A6-41E7-4F59-3090-33E666944F7B}"/>
                </a:ext>
              </a:extLst>
            </p:cNvPr>
            <p:cNvSpPr>
              <a:spLocks noGrp="1"/>
            </p:cNvSpPr>
            <p:nvPr/>
          </p:nvSpPr>
          <p:spPr>
            <a:xfrm>
              <a:off x="1489775" y="4922726"/>
              <a:ext cx="38968" cy="27087"/>
            </a:xfrm>
            <a:custGeom>
              <a:avLst/>
              <a:gdLst/>
              <a:ahLst/>
              <a:cxnLst/>
              <a:rect l="0" t="0" r="0" b="0"/>
              <a:pathLst>
                <a:path w="38968" h="27087">
                  <a:moveTo>
                    <a:pt x="0" y="27087"/>
                  </a:moveTo>
                  <a:lnTo>
                    <a:pt x="38968" y="0"/>
                  </a:lnTo>
                </a:path>
              </a:pathLst>
            </a:custGeom>
            <a:noFill/>
            <a:ln w="20003">
              <a:solidFill>
                <a:srgbClr val="7F919F"/>
              </a:solidFill>
            </a:ln>
          </p:spPr>
        </p:sp>
        <p:sp>
          <p:nvSpPr>
            <p:cNvPr id="665" name="Input_receptor__664">
              <a:extLst>
                <a:ext uri="{FF2B5EF4-FFF2-40B4-BE49-F238E27FC236}">
                  <a16:creationId xmlns:a16="http://schemas.microsoft.com/office/drawing/2014/main" id="{8B3DADF1-8E02-BC4F-55EF-E45467D6B679}"/>
                </a:ext>
              </a:extLst>
            </p:cNvPr>
            <p:cNvSpPr>
              <a:spLocks noGrp="1"/>
            </p:cNvSpPr>
            <p:nvPr/>
          </p:nvSpPr>
          <p:spPr>
            <a:xfrm>
              <a:off x="1231774" y="5379695"/>
              <a:ext cx="8335" cy="3652"/>
            </a:xfrm>
            <a:custGeom>
              <a:avLst/>
              <a:gdLst/>
              <a:ahLst/>
              <a:cxnLst/>
              <a:rect l="0" t="0" r="0" b="0"/>
              <a:pathLst>
                <a:path w="8335" h="3652">
                  <a:moveTo>
                    <a:pt x="8335" y="3652"/>
                  </a:moveTo>
                  <a:lnTo>
                    <a:pt x="0" y="0"/>
                  </a:lnTo>
                </a:path>
              </a:pathLst>
            </a:custGeom>
            <a:noFill/>
            <a:ln w="20003">
              <a:solidFill>
                <a:srgbClr val="7F919F"/>
              </a:solidFill>
            </a:ln>
          </p:spPr>
        </p:sp>
        <p:sp>
          <p:nvSpPr>
            <p:cNvPr id="666" name="Input_receptor__665">
              <a:extLst>
                <a:ext uri="{FF2B5EF4-FFF2-40B4-BE49-F238E27FC236}">
                  <a16:creationId xmlns:a16="http://schemas.microsoft.com/office/drawing/2014/main" id="{16BA0D62-35C1-341C-3377-C422F1A9E996}"/>
                </a:ext>
              </a:extLst>
            </p:cNvPr>
            <p:cNvSpPr>
              <a:spLocks noGrp="1"/>
            </p:cNvSpPr>
            <p:nvPr/>
          </p:nvSpPr>
          <p:spPr>
            <a:xfrm>
              <a:off x="1600424" y="4922841"/>
              <a:ext cx="13943" cy="8129"/>
            </a:xfrm>
            <a:custGeom>
              <a:avLst/>
              <a:gdLst/>
              <a:ahLst/>
              <a:cxnLst/>
              <a:rect l="0" t="0" r="0" b="0"/>
              <a:pathLst>
                <a:path w="13943" h="8129">
                  <a:moveTo>
                    <a:pt x="13943" y="0"/>
                  </a:moveTo>
                  <a:lnTo>
                    <a:pt x="0" y="8129"/>
                  </a:lnTo>
                </a:path>
              </a:pathLst>
            </a:custGeom>
            <a:noFill/>
            <a:ln w="20003">
              <a:solidFill>
                <a:srgbClr val="7F919F"/>
              </a:solidFill>
            </a:ln>
          </p:spPr>
        </p:sp>
        <p:sp>
          <p:nvSpPr>
            <p:cNvPr id="667" name="Input_receptor__666">
              <a:extLst>
                <a:ext uri="{FF2B5EF4-FFF2-40B4-BE49-F238E27FC236}">
                  <a16:creationId xmlns:a16="http://schemas.microsoft.com/office/drawing/2014/main" id="{43EA36D6-905C-3630-C4AA-46D20CA4230B}"/>
                </a:ext>
              </a:extLst>
            </p:cNvPr>
            <p:cNvSpPr>
              <a:spLocks noGrp="1"/>
            </p:cNvSpPr>
            <p:nvPr/>
          </p:nvSpPr>
          <p:spPr>
            <a:xfrm>
              <a:off x="1531233" y="5048559"/>
              <a:ext cx="34515" cy="27570"/>
            </a:xfrm>
            <a:custGeom>
              <a:avLst/>
              <a:gdLst/>
              <a:ahLst/>
              <a:cxnLst/>
              <a:rect l="0" t="0" r="0" b="0"/>
              <a:pathLst>
                <a:path w="34515" h="27570">
                  <a:moveTo>
                    <a:pt x="0" y="27570"/>
                  </a:moveTo>
                  <a:lnTo>
                    <a:pt x="34515" y="0"/>
                  </a:lnTo>
                </a:path>
              </a:pathLst>
            </a:custGeom>
            <a:noFill/>
            <a:ln w="20003">
              <a:solidFill>
                <a:srgbClr val="7F919F"/>
              </a:solidFill>
            </a:ln>
          </p:spPr>
        </p:sp>
        <p:sp>
          <p:nvSpPr>
            <p:cNvPr id="668" name="Input_receptor__667">
              <a:extLst>
                <a:ext uri="{FF2B5EF4-FFF2-40B4-BE49-F238E27FC236}">
                  <a16:creationId xmlns:a16="http://schemas.microsoft.com/office/drawing/2014/main" id="{7E177ACC-A23E-B96C-6A75-1FEBD7F28440}"/>
                </a:ext>
              </a:extLst>
            </p:cNvPr>
            <p:cNvSpPr>
              <a:spLocks noGrp="1"/>
            </p:cNvSpPr>
            <p:nvPr/>
          </p:nvSpPr>
          <p:spPr>
            <a:xfrm>
              <a:off x="1158486" y="5585920"/>
              <a:ext cx="13795" cy="1122"/>
            </a:xfrm>
            <a:custGeom>
              <a:avLst/>
              <a:gdLst/>
              <a:ahLst/>
              <a:cxnLst/>
              <a:rect l="0" t="0" r="0" b="0"/>
              <a:pathLst>
                <a:path w="13795" h="1122">
                  <a:moveTo>
                    <a:pt x="0" y="1122"/>
                  </a:moveTo>
                  <a:lnTo>
                    <a:pt x="13795" y="0"/>
                  </a:lnTo>
                </a:path>
              </a:pathLst>
            </a:custGeom>
            <a:noFill/>
            <a:ln w="20003">
              <a:solidFill>
                <a:srgbClr val="7F919F"/>
              </a:solidFill>
            </a:ln>
          </p:spPr>
        </p:sp>
        <p:sp>
          <p:nvSpPr>
            <p:cNvPr id="669" name="Input_receptor__668">
              <a:extLst>
                <a:ext uri="{FF2B5EF4-FFF2-40B4-BE49-F238E27FC236}">
                  <a16:creationId xmlns:a16="http://schemas.microsoft.com/office/drawing/2014/main" id="{50BCEA89-0092-5C84-CDCF-90CDC46EA010}"/>
                </a:ext>
              </a:extLst>
            </p:cNvPr>
            <p:cNvSpPr>
              <a:spLocks noGrp="1"/>
            </p:cNvSpPr>
            <p:nvPr/>
          </p:nvSpPr>
          <p:spPr>
            <a:xfrm>
              <a:off x="1600580" y="5241689"/>
              <a:ext cx="26990" cy="30651"/>
            </a:xfrm>
            <a:custGeom>
              <a:avLst/>
              <a:gdLst/>
              <a:ahLst/>
              <a:cxnLst/>
              <a:rect l="0" t="0" r="0" b="0"/>
              <a:pathLst>
                <a:path w="26990" h="30651">
                  <a:moveTo>
                    <a:pt x="0" y="30651"/>
                  </a:moveTo>
                  <a:lnTo>
                    <a:pt x="26990" y="0"/>
                  </a:lnTo>
                </a:path>
              </a:pathLst>
            </a:custGeom>
            <a:noFill/>
            <a:ln w="20003">
              <a:solidFill>
                <a:srgbClr val="7F919F"/>
              </a:solidFill>
            </a:ln>
          </p:spPr>
        </p:sp>
        <p:sp>
          <p:nvSpPr>
            <p:cNvPr id="670" name="Input_receptor__669">
              <a:extLst>
                <a:ext uri="{FF2B5EF4-FFF2-40B4-BE49-F238E27FC236}">
                  <a16:creationId xmlns:a16="http://schemas.microsoft.com/office/drawing/2014/main" id="{7DE01419-DC57-112B-9563-2138219D1F55}"/>
                </a:ext>
              </a:extLst>
            </p:cNvPr>
            <p:cNvSpPr>
              <a:spLocks noGrp="1"/>
            </p:cNvSpPr>
            <p:nvPr/>
          </p:nvSpPr>
          <p:spPr>
            <a:xfrm>
              <a:off x="1653464" y="4828995"/>
              <a:ext cx="44522" cy="8676"/>
            </a:xfrm>
            <a:custGeom>
              <a:avLst/>
              <a:gdLst/>
              <a:ahLst/>
              <a:cxnLst/>
              <a:rect l="0" t="0" r="0" b="0"/>
              <a:pathLst>
                <a:path w="44522" h="8676">
                  <a:moveTo>
                    <a:pt x="44522" y="8676"/>
                  </a:moveTo>
                  <a:lnTo>
                    <a:pt x="0" y="0"/>
                  </a:lnTo>
                </a:path>
              </a:pathLst>
            </a:custGeom>
            <a:noFill/>
            <a:ln w="8096">
              <a:solidFill>
                <a:srgbClr val="7F919F"/>
              </a:solidFill>
            </a:ln>
          </p:spPr>
        </p:sp>
        <p:sp>
          <p:nvSpPr>
            <p:cNvPr id="671" name="Input_receptor__670">
              <a:extLst>
                <a:ext uri="{FF2B5EF4-FFF2-40B4-BE49-F238E27FC236}">
                  <a16:creationId xmlns:a16="http://schemas.microsoft.com/office/drawing/2014/main" id="{13DFEF3C-CC10-7211-380F-7AF95B0DB7EC}"/>
                </a:ext>
              </a:extLst>
            </p:cNvPr>
            <p:cNvSpPr>
              <a:spLocks noGrp="1"/>
            </p:cNvSpPr>
            <p:nvPr/>
          </p:nvSpPr>
          <p:spPr>
            <a:xfrm>
              <a:off x="1557721" y="5198919"/>
              <a:ext cx="26591" cy="30123"/>
            </a:xfrm>
            <a:custGeom>
              <a:avLst/>
              <a:gdLst/>
              <a:ahLst/>
              <a:cxnLst/>
              <a:rect l="0" t="0" r="0" b="0"/>
              <a:pathLst>
                <a:path w="26591" h="30123">
                  <a:moveTo>
                    <a:pt x="0" y="30123"/>
                  </a:moveTo>
                  <a:lnTo>
                    <a:pt x="26591" y="0"/>
                  </a:lnTo>
                </a:path>
              </a:pathLst>
            </a:custGeom>
            <a:noFill/>
            <a:ln w="20003">
              <a:solidFill>
                <a:srgbClr val="7F919F"/>
              </a:solidFill>
            </a:ln>
          </p:spPr>
        </p:sp>
        <p:sp>
          <p:nvSpPr>
            <p:cNvPr id="672" name="Input_receptor__671">
              <a:extLst>
                <a:ext uri="{FF2B5EF4-FFF2-40B4-BE49-F238E27FC236}">
                  <a16:creationId xmlns:a16="http://schemas.microsoft.com/office/drawing/2014/main" id="{E7BB83B5-FC18-56CF-6693-97126E8E0937}"/>
                </a:ext>
              </a:extLst>
            </p:cNvPr>
            <p:cNvSpPr>
              <a:spLocks noGrp="1"/>
            </p:cNvSpPr>
            <p:nvPr/>
          </p:nvSpPr>
          <p:spPr>
            <a:xfrm>
              <a:off x="1603007" y="4975279"/>
              <a:ext cx="42911" cy="20335"/>
            </a:xfrm>
            <a:custGeom>
              <a:avLst/>
              <a:gdLst/>
              <a:ahLst/>
              <a:cxnLst/>
              <a:rect l="0" t="0" r="0" b="0"/>
              <a:pathLst>
                <a:path w="42911" h="20335">
                  <a:moveTo>
                    <a:pt x="42911" y="0"/>
                  </a:moveTo>
                  <a:lnTo>
                    <a:pt x="0" y="20335"/>
                  </a:lnTo>
                </a:path>
              </a:pathLst>
            </a:custGeom>
            <a:noFill/>
            <a:ln w="20003">
              <a:solidFill>
                <a:srgbClr val="7F919F"/>
              </a:solidFill>
            </a:ln>
          </p:spPr>
        </p:sp>
        <p:sp>
          <p:nvSpPr>
            <p:cNvPr id="673" name="Input_receptor__672">
              <a:extLst>
                <a:ext uri="{FF2B5EF4-FFF2-40B4-BE49-F238E27FC236}">
                  <a16:creationId xmlns:a16="http://schemas.microsoft.com/office/drawing/2014/main" id="{94769880-20EA-2FF9-9B43-B8B22E7C4CF3}"/>
                </a:ext>
              </a:extLst>
            </p:cNvPr>
            <p:cNvSpPr>
              <a:spLocks noGrp="1"/>
            </p:cNvSpPr>
            <p:nvPr/>
          </p:nvSpPr>
          <p:spPr>
            <a:xfrm>
              <a:off x="935872" y="5347927"/>
              <a:ext cx="35705" cy="15482"/>
            </a:xfrm>
            <a:custGeom>
              <a:avLst/>
              <a:gdLst/>
              <a:ahLst/>
              <a:cxnLst/>
              <a:rect l="0" t="0" r="0" b="0"/>
              <a:pathLst>
                <a:path w="35705" h="15482">
                  <a:moveTo>
                    <a:pt x="35705" y="0"/>
                  </a:moveTo>
                  <a:lnTo>
                    <a:pt x="0" y="15482"/>
                  </a:lnTo>
                </a:path>
              </a:pathLst>
            </a:custGeom>
            <a:noFill/>
            <a:ln w="20003">
              <a:solidFill>
                <a:srgbClr val="7F919F"/>
              </a:solidFill>
            </a:ln>
          </p:spPr>
        </p:sp>
        <p:sp>
          <p:nvSpPr>
            <p:cNvPr id="674" name="Input_receptor__673">
              <a:extLst>
                <a:ext uri="{FF2B5EF4-FFF2-40B4-BE49-F238E27FC236}">
                  <a16:creationId xmlns:a16="http://schemas.microsoft.com/office/drawing/2014/main" id="{67539F42-5F48-0936-28AF-F344A2CBF5FA}"/>
                </a:ext>
              </a:extLst>
            </p:cNvPr>
            <p:cNvSpPr>
              <a:spLocks noGrp="1"/>
            </p:cNvSpPr>
            <p:nvPr/>
          </p:nvSpPr>
          <p:spPr>
            <a:xfrm>
              <a:off x="1441592" y="5145546"/>
              <a:ext cx="35120" cy="31640"/>
            </a:xfrm>
            <a:custGeom>
              <a:avLst/>
              <a:gdLst/>
              <a:ahLst/>
              <a:cxnLst/>
              <a:rect l="0" t="0" r="0" b="0"/>
              <a:pathLst>
                <a:path w="35120" h="31640">
                  <a:moveTo>
                    <a:pt x="0" y="31640"/>
                  </a:moveTo>
                  <a:lnTo>
                    <a:pt x="35120" y="0"/>
                  </a:lnTo>
                </a:path>
              </a:pathLst>
            </a:custGeom>
            <a:noFill/>
            <a:ln w="20003">
              <a:solidFill>
                <a:srgbClr val="7F919F"/>
              </a:solidFill>
            </a:ln>
          </p:spPr>
        </p:sp>
        <p:sp>
          <p:nvSpPr>
            <p:cNvPr id="675" name="Input_receptor__674">
              <a:extLst>
                <a:ext uri="{FF2B5EF4-FFF2-40B4-BE49-F238E27FC236}">
                  <a16:creationId xmlns:a16="http://schemas.microsoft.com/office/drawing/2014/main" id="{9DD328C3-B364-C564-C1C9-58374C220E85}"/>
                </a:ext>
              </a:extLst>
            </p:cNvPr>
            <p:cNvSpPr>
              <a:spLocks noGrp="1"/>
            </p:cNvSpPr>
            <p:nvPr/>
          </p:nvSpPr>
          <p:spPr>
            <a:xfrm>
              <a:off x="1382381" y="5277910"/>
              <a:ext cx="19826" cy="9785"/>
            </a:xfrm>
            <a:custGeom>
              <a:avLst/>
              <a:gdLst/>
              <a:ahLst/>
              <a:cxnLst/>
              <a:rect l="0" t="0" r="0" b="0"/>
              <a:pathLst>
                <a:path w="19826" h="9785">
                  <a:moveTo>
                    <a:pt x="19826" y="0"/>
                  </a:moveTo>
                  <a:lnTo>
                    <a:pt x="0" y="9785"/>
                  </a:lnTo>
                </a:path>
              </a:pathLst>
            </a:custGeom>
            <a:noFill/>
            <a:ln w="20003">
              <a:solidFill>
                <a:srgbClr val="7F919F"/>
              </a:solidFill>
            </a:ln>
          </p:spPr>
        </p:sp>
        <p:sp>
          <p:nvSpPr>
            <p:cNvPr id="676" name="Input_receptor__675">
              <a:extLst>
                <a:ext uri="{FF2B5EF4-FFF2-40B4-BE49-F238E27FC236}">
                  <a16:creationId xmlns:a16="http://schemas.microsoft.com/office/drawing/2014/main" id="{1635DF03-456A-7F9B-189C-CA09B6129B66}"/>
                </a:ext>
              </a:extLst>
            </p:cNvPr>
            <p:cNvSpPr>
              <a:spLocks noGrp="1"/>
            </p:cNvSpPr>
            <p:nvPr/>
          </p:nvSpPr>
          <p:spPr>
            <a:xfrm>
              <a:off x="1714386" y="5254333"/>
              <a:ext cx="45786" cy="14177"/>
            </a:xfrm>
            <a:custGeom>
              <a:avLst/>
              <a:gdLst/>
              <a:ahLst/>
              <a:cxnLst/>
              <a:rect l="0" t="0" r="0" b="0"/>
              <a:pathLst>
                <a:path w="45786" h="14177">
                  <a:moveTo>
                    <a:pt x="0" y="14177"/>
                  </a:moveTo>
                  <a:lnTo>
                    <a:pt x="45786" y="0"/>
                  </a:lnTo>
                </a:path>
              </a:pathLst>
            </a:custGeom>
            <a:noFill/>
            <a:ln w="20003">
              <a:solidFill>
                <a:srgbClr val="7F919F"/>
              </a:solidFill>
            </a:ln>
          </p:spPr>
        </p:sp>
        <p:sp>
          <p:nvSpPr>
            <p:cNvPr id="677" name="Input_receptor__676">
              <a:extLst>
                <a:ext uri="{FF2B5EF4-FFF2-40B4-BE49-F238E27FC236}">
                  <a16:creationId xmlns:a16="http://schemas.microsoft.com/office/drawing/2014/main" id="{155BCA3A-4BB5-5D09-B64F-6E642C63E7F4}"/>
                </a:ext>
              </a:extLst>
            </p:cNvPr>
            <p:cNvSpPr>
              <a:spLocks noGrp="1"/>
            </p:cNvSpPr>
            <p:nvPr/>
          </p:nvSpPr>
          <p:spPr>
            <a:xfrm>
              <a:off x="1412973" y="5109491"/>
              <a:ext cx="37176" cy="12330"/>
            </a:xfrm>
            <a:custGeom>
              <a:avLst/>
              <a:gdLst/>
              <a:ahLst/>
              <a:cxnLst/>
              <a:rect l="0" t="0" r="0" b="0"/>
              <a:pathLst>
                <a:path w="37176" h="12330">
                  <a:moveTo>
                    <a:pt x="37176" y="0"/>
                  </a:moveTo>
                  <a:lnTo>
                    <a:pt x="0" y="12330"/>
                  </a:lnTo>
                </a:path>
              </a:pathLst>
            </a:custGeom>
            <a:noFill/>
            <a:ln w="20003">
              <a:solidFill>
                <a:srgbClr val="7F919F"/>
              </a:solidFill>
            </a:ln>
          </p:spPr>
        </p:sp>
        <p:sp>
          <p:nvSpPr>
            <p:cNvPr id="678" name="Input_receptor__677">
              <a:extLst>
                <a:ext uri="{FF2B5EF4-FFF2-40B4-BE49-F238E27FC236}">
                  <a16:creationId xmlns:a16="http://schemas.microsoft.com/office/drawing/2014/main" id="{2CB97772-9A68-CB68-4FEF-5B3F94FE30CD}"/>
                </a:ext>
              </a:extLst>
            </p:cNvPr>
            <p:cNvSpPr>
              <a:spLocks noGrp="1"/>
            </p:cNvSpPr>
            <p:nvPr/>
          </p:nvSpPr>
          <p:spPr>
            <a:xfrm>
              <a:off x="1540364" y="5121638"/>
              <a:ext cx="35844" cy="32120"/>
            </a:xfrm>
            <a:custGeom>
              <a:avLst/>
              <a:gdLst/>
              <a:ahLst/>
              <a:cxnLst/>
              <a:rect l="0" t="0" r="0" b="0"/>
              <a:pathLst>
                <a:path w="35844" h="32120">
                  <a:moveTo>
                    <a:pt x="0" y="32120"/>
                  </a:moveTo>
                  <a:lnTo>
                    <a:pt x="35844" y="0"/>
                  </a:lnTo>
                </a:path>
              </a:pathLst>
            </a:custGeom>
            <a:noFill/>
            <a:ln w="20003">
              <a:solidFill>
                <a:srgbClr val="7F919F"/>
              </a:solidFill>
            </a:ln>
          </p:spPr>
        </p:sp>
        <p:sp>
          <p:nvSpPr>
            <p:cNvPr id="679" name="Input_receptor__678">
              <a:extLst>
                <a:ext uri="{FF2B5EF4-FFF2-40B4-BE49-F238E27FC236}">
                  <a16:creationId xmlns:a16="http://schemas.microsoft.com/office/drawing/2014/main" id="{2661FF64-967B-1C93-9FB7-EC70D6B9DC65}"/>
                </a:ext>
              </a:extLst>
            </p:cNvPr>
            <p:cNvSpPr>
              <a:spLocks noGrp="1"/>
            </p:cNvSpPr>
            <p:nvPr/>
          </p:nvSpPr>
          <p:spPr>
            <a:xfrm>
              <a:off x="1758748" y="5436231"/>
              <a:ext cx="43889" cy="8305"/>
            </a:xfrm>
            <a:custGeom>
              <a:avLst/>
              <a:gdLst/>
              <a:ahLst/>
              <a:cxnLst/>
              <a:rect l="0" t="0" r="0" b="0"/>
              <a:pathLst>
                <a:path w="43889" h="8305">
                  <a:moveTo>
                    <a:pt x="0" y="8305"/>
                  </a:moveTo>
                  <a:lnTo>
                    <a:pt x="43889" y="0"/>
                  </a:lnTo>
                </a:path>
              </a:pathLst>
            </a:custGeom>
            <a:noFill/>
            <a:ln w="8096">
              <a:solidFill>
                <a:srgbClr val="7F91A0"/>
              </a:solidFill>
            </a:ln>
          </p:spPr>
        </p:sp>
        <p:sp>
          <p:nvSpPr>
            <p:cNvPr id="680" name="Input_receptor__679">
              <a:extLst>
                <a:ext uri="{FF2B5EF4-FFF2-40B4-BE49-F238E27FC236}">
                  <a16:creationId xmlns:a16="http://schemas.microsoft.com/office/drawing/2014/main" id="{C400106D-7D86-DA18-0FA3-23C3B7800751}"/>
                </a:ext>
              </a:extLst>
            </p:cNvPr>
            <p:cNvSpPr>
              <a:spLocks noGrp="1"/>
            </p:cNvSpPr>
            <p:nvPr/>
          </p:nvSpPr>
          <p:spPr>
            <a:xfrm>
              <a:off x="1425179" y="5317860"/>
              <a:ext cx="13238" cy="23583"/>
            </a:xfrm>
            <a:custGeom>
              <a:avLst/>
              <a:gdLst/>
              <a:ahLst/>
              <a:cxnLst/>
              <a:rect l="0" t="0" r="0" b="0"/>
              <a:pathLst>
                <a:path w="13238" h="23583">
                  <a:moveTo>
                    <a:pt x="0" y="23583"/>
                  </a:moveTo>
                  <a:lnTo>
                    <a:pt x="13238" y="0"/>
                  </a:lnTo>
                </a:path>
              </a:pathLst>
            </a:custGeom>
            <a:noFill/>
            <a:ln w="20003">
              <a:solidFill>
                <a:srgbClr val="7F91A0"/>
              </a:solidFill>
            </a:ln>
          </p:spPr>
        </p:sp>
        <p:sp>
          <p:nvSpPr>
            <p:cNvPr id="681" name="Input_receptor__680">
              <a:extLst>
                <a:ext uri="{FF2B5EF4-FFF2-40B4-BE49-F238E27FC236}">
                  <a16:creationId xmlns:a16="http://schemas.microsoft.com/office/drawing/2014/main" id="{9F443C5B-3F4F-71A0-E5D1-53DA27ACC337}"/>
                </a:ext>
              </a:extLst>
            </p:cNvPr>
            <p:cNvSpPr>
              <a:spLocks noGrp="1"/>
            </p:cNvSpPr>
            <p:nvPr/>
          </p:nvSpPr>
          <p:spPr>
            <a:xfrm>
              <a:off x="1247864" y="5459350"/>
              <a:ext cx="4521" cy="47213"/>
            </a:xfrm>
            <a:custGeom>
              <a:avLst/>
              <a:gdLst/>
              <a:ahLst/>
              <a:cxnLst/>
              <a:rect l="0" t="0" r="0" b="0"/>
              <a:pathLst>
                <a:path w="4521" h="47213">
                  <a:moveTo>
                    <a:pt x="4521" y="47213"/>
                  </a:moveTo>
                  <a:lnTo>
                    <a:pt x="0" y="0"/>
                  </a:lnTo>
                </a:path>
              </a:pathLst>
            </a:custGeom>
            <a:noFill/>
            <a:ln w="20003">
              <a:solidFill>
                <a:srgbClr val="7F91A0"/>
              </a:solidFill>
            </a:ln>
          </p:spPr>
        </p:sp>
        <p:sp>
          <p:nvSpPr>
            <p:cNvPr id="682" name="Input_receptor__681">
              <a:extLst>
                <a:ext uri="{FF2B5EF4-FFF2-40B4-BE49-F238E27FC236}">
                  <a16:creationId xmlns:a16="http://schemas.microsoft.com/office/drawing/2014/main" id="{C1FD156D-F853-00F0-9B98-63450E3AE78C}"/>
                </a:ext>
              </a:extLst>
            </p:cNvPr>
            <p:cNvSpPr>
              <a:spLocks noGrp="1"/>
            </p:cNvSpPr>
            <p:nvPr/>
          </p:nvSpPr>
          <p:spPr>
            <a:xfrm>
              <a:off x="1144792" y="4843841"/>
              <a:ext cx="42832" cy="18247"/>
            </a:xfrm>
            <a:custGeom>
              <a:avLst/>
              <a:gdLst/>
              <a:ahLst/>
              <a:cxnLst/>
              <a:rect l="0" t="0" r="0" b="0"/>
              <a:pathLst>
                <a:path w="42832" h="18247">
                  <a:moveTo>
                    <a:pt x="42832" y="18247"/>
                  </a:moveTo>
                  <a:lnTo>
                    <a:pt x="0" y="0"/>
                  </a:lnTo>
                </a:path>
              </a:pathLst>
            </a:custGeom>
            <a:noFill/>
            <a:ln w="8096">
              <a:solidFill>
                <a:srgbClr val="7F92A0"/>
              </a:solidFill>
            </a:ln>
          </p:spPr>
        </p:sp>
        <p:sp>
          <p:nvSpPr>
            <p:cNvPr id="683" name="Input_receptor__682">
              <a:extLst>
                <a:ext uri="{FF2B5EF4-FFF2-40B4-BE49-F238E27FC236}">
                  <a16:creationId xmlns:a16="http://schemas.microsoft.com/office/drawing/2014/main" id="{0BA62075-9E4B-67BB-DCD3-E0392A86B5EE}"/>
                </a:ext>
              </a:extLst>
            </p:cNvPr>
            <p:cNvSpPr>
              <a:spLocks noGrp="1"/>
            </p:cNvSpPr>
            <p:nvPr/>
          </p:nvSpPr>
          <p:spPr>
            <a:xfrm>
              <a:off x="1121388" y="5431699"/>
              <a:ext cx="388" cy="32517"/>
            </a:xfrm>
            <a:custGeom>
              <a:avLst/>
              <a:gdLst/>
              <a:ahLst/>
              <a:cxnLst/>
              <a:rect l="0" t="0" r="0" b="0"/>
              <a:pathLst>
                <a:path w="388" h="32517">
                  <a:moveTo>
                    <a:pt x="0" y="32517"/>
                  </a:moveTo>
                  <a:lnTo>
                    <a:pt x="388" y="0"/>
                  </a:lnTo>
                </a:path>
              </a:pathLst>
            </a:custGeom>
            <a:noFill/>
            <a:ln w="20003">
              <a:solidFill>
                <a:srgbClr val="7F92A0"/>
              </a:solidFill>
            </a:ln>
          </p:spPr>
        </p:sp>
        <p:sp>
          <p:nvSpPr>
            <p:cNvPr id="684" name="Input_receptor__683">
              <a:extLst>
                <a:ext uri="{FF2B5EF4-FFF2-40B4-BE49-F238E27FC236}">
                  <a16:creationId xmlns:a16="http://schemas.microsoft.com/office/drawing/2014/main" id="{28C998C7-2BDB-DE95-4943-C8C50270E0E3}"/>
                </a:ext>
              </a:extLst>
            </p:cNvPr>
            <p:cNvSpPr>
              <a:spLocks noGrp="1"/>
            </p:cNvSpPr>
            <p:nvPr/>
          </p:nvSpPr>
          <p:spPr>
            <a:xfrm>
              <a:off x="971577" y="5336483"/>
              <a:ext cx="28424" cy="11444"/>
            </a:xfrm>
            <a:custGeom>
              <a:avLst/>
              <a:gdLst/>
              <a:ahLst/>
              <a:cxnLst/>
              <a:rect l="0" t="0" r="0" b="0"/>
              <a:pathLst>
                <a:path w="28424" h="11444">
                  <a:moveTo>
                    <a:pt x="28424" y="0"/>
                  </a:moveTo>
                  <a:lnTo>
                    <a:pt x="0" y="11444"/>
                  </a:lnTo>
                </a:path>
              </a:pathLst>
            </a:custGeom>
            <a:noFill/>
            <a:ln w="20003">
              <a:solidFill>
                <a:srgbClr val="7F92A0"/>
              </a:solidFill>
            </a:ln>
          </p:spPr>
        </p:sp>
        <p:sp>
          <p:nvSpPr>
            <p:cNvPr id="685" name="Input_receptor__684">
              <a:extLst>
                <a:ext uri="{FF2B5EF4-FFF2-40B4-BE49-F238E27FC236}">
                  <a16:creationId xmlns:a16="http://schemas.microsoft.com/office/drawing/2014/main" id="{E072E12A-43B6-14A1-23BD-93D6FFB274AF}"/>
                </a:ext>
              </a:extLst>
            </p:cNvPr>
            <p:cNvSpPr>
              <a:spLocks noGrp="1"/>
            </p:cNvSpPr>
            <p:nvPr/>
          </p:nvSpPr>
          <p:spPr>
            <a:xfrm>
              <a:off x="934435" y="5363409"/>
              <a:ext cx="1437" cy="45205"/>
            </a:xfrm>
            <a:custGeom>
              <a:avLst/>
              <a:gdLst/>
              <a:ahLst/>
              <a:cxnLst/>
              <a:rect l="0" t="0" r="0" b="0"/>
              <a:pathLst>
                <a:path w="1437" h="45205">
                  <a:moveTo>
                    <a:pt x="1437" y="0"/>
                  </a:moveTo>
                  <a:lnTo>
                    <a:pt x="0" y="45205"/>
                  </a:lnTo>
                </a:path>
              </a:pathLst>
            </a:custGeom>
            <a:noFill/>
            <a:ln w="8096">
              <a:solidFill>
                <a:srgbClr val="8092A0"/>
              </a:solidFill>
            </a:ln>
          </p:spPr>
        </p:sp>
        <p:sp>
          <p:nvSpPr>
            <p:cNvPr id="686" name="Input_receptor__685">
              <a:extLst>
                <a:ext uri="{FF2B5EF4-FFF2-40B4-BE49-F238E27FC236}">
                  <a16:creationId xmlns:a16="http://schemas.microsoft.com/office/drawing/2014/main" id="{BC4585F3-FA1A-5443-C996-68D07D5AE9F2}"/>
                </a:ext>
              </a:extLst>
            </p:cNvPr>
            <p:cNvSpPr>
              <a:spLocks noGrp="1"/>
            </p:cNvSpPr>
            <p:nvPr/>
          </p:nvSpPr>
          <p:spPr>
            <a:xfrm>
              <a:off x="1802638" y="5395602"/>
              <a:ext cx="9178" cy="40629"/>
            </a:xfrm>
            <a:custGeom>
              <a:avLst/>
              <a:gdLst/>
              <a:ahLst/>
              <a:cxnLst/>
              <a:rect l="0" t="0" r="0" b="0"/>
              <a:pathLst>
                <a:path w="9178" h="40629">
                  <a:moveTo>
                    <a:pt x="0" y="40629"/>
                  </a:moveTo>
                  <a:lnTo>
                    <a:pt x="9178" y="0"/>
                  </a:lnTo>
                </a:path>
              </a:pathLst>
            </a:custGeom>
            <a:noFill/>
            <a:ln w="8096">
              <a:solidFill>
                <a:srgbClr val="8092A0"/>
              </a:solidFill>
            </a:ln>
          </p:spPr>
        </p:sp>
        <p:sp>
          <p:nvSpPr>
            <p:cNvPr id="687" name="Input_receptor__686">
              <a:extLst>
                <a:ext uri="{FF2B5EF4-FFF2-40B4-BE49-F238E27FC236}">
                  <a16:creationId xmlns:a16="http://schemas.microsoft.com/office/drawing/2014/main" id="{AAE1526C-6B14-BC31-3A12-D891A159DA68}"/>
                </a:ext>
              </a:extLst>
            </p:cNvPr>
            <p:cNvSpPr>
              <a:spLocks noGrp="1"/>
            </p:cNvSpPr>
            <p:nvPr/>
          </p:nvSpPr>
          <p:spPr>
            <a:xfrm>
              <a:off x="1180212" y="5425541"/>
              <a:ext cx="4261" cy="45669"/>
            </a:xfrm>
            <a:custGeom>
              <a:avLst/>
              <a:gdLst/>
              <a:ahLst/>
              <a:cxnLst/>
              <a:rect l="0" t="0" r="0" b="0"/>
              <a:pathLst>
                <a:path w="4261" h="45669">
                  <a:moveTo>
                    <a:pt x="4261" y="45669"/>
                  </a:moveTo>
                  <a:lnTo>
                    <a:pt x="0" y="0"/>
                  </a:lnTo>
                </a:path>
              </a:pathLst>
            </a:custGeom>
            <a:noFill/>
            <a:ln w="20003">
              <a:solidFill>
                <a:srgbClr val="8092A0"/>
              </a:solidFill>
            </a:ln>
          </p:spPr>
        </p:sp>
        <p:sp>
          <p:nvSpPr>
            <p:cNvPr id="688" name="Input_receptor__687">
              <a:extLst>
                <a:ext uri="{FF2B5EF4-FFF2-40B4-BE49-F238E27FC236}">
                  <a16:creationId xmlns:a16="http://schemas.microsoft.com/office/drawing/2014/main" id="{DB0BD1A9-0160-29BF-C616-AE24CD672819}"/>
                </a:ext>
              </a:extLst>
            </p:cNvPr>
            <p:cNvSpPr>
              <a:spLocks noGrp="1"/>
            </p:cNvSpPr>
            <p:nvPr/>
          </p:nvSpPr>
          <p:spPr>
            <a:xfrm>
              <a:off x="1145860" y="5528357"/>
              <a:ext cx="42571" cy="12472"/>
            </a:xfrm>
            <a:custGeom>
              <a:avLst/>
              <a:gdLst/>
              <a:ahLst/>
              <a:cxnLst/>
              <a:rect l="0" t="0" r="0" b="0"/>
              <a:pathLst>
                <a:path w="42571" h="12472">
                  <a:moveTo>
                    <a:pt x="42571" y="12472"/>
                  </a:moveTo>
                  <a:lnTo>
                    <a:pt x="0" y="0"/>
                  </a:lnTo>
                </a:path>
              </a:pathLst>
            </a:custGeom>
            <a:noFill/>
            <a:ln w="20003">
              <a:solidFill>
                <a:srgbClr val="8092A0"/>
              </a:solidFill>
            </a:ln>
          </p:spPr>
        </p:sp>
        <p:sp>
          <p:nvSpPr>
            <p:cNvPr id="689" name="Input_receptor__688">
              <a:extLst>
                <a:ext uri="{FF2B5EF4-FFF2-40B4-BE49-F238E27FC236}">
                  <a16:creationId xmlns:a16="http://schemas.microsoft.com/office/drawing/2014/main" id="{81CD3CF5-0E08-3286-0847-2675EDFD29CA}"/>
                </a:ext>
              </a:extLst>
            </p:cNvPr>
            <p:cNvSpPr>
              <a:spLocks noGrp="1"/>
            </p:cNvSpPr>
            <p:nvPr/>
          </p:nvSpPr>
          <p:spPr>
            <a:xfrm>
              <a:off x="1042635" y="5369502"/>
              <a:ext cx="18764" cy="14737"/>
            </a:xfrm>
            <a:custGeom>
              <a:avLst/>
              <a:gdLst/>
              <a:ahLst/>
              <a:cxnLst/>
              <a:rect l="0" t="0" r="0" b="0"/>
              <a:pathLst>
                <a:path w="18764" h="14737">
                  <a:moveTo>
                    <a:pt x="18764" y="14737"/>
                  </a:moveTo>
                  <a:lnTo>
                    <a:pt x="0" y="0"/>
                  </a:lnTo>
                </a:path>
              </a:pathLst>
            </a:custGeom>
            <a:noFill/>
            <a:ln w="20003">
              <a:solidFill>
                <a:srgbClr val="8092A0"/>
              </a:solidFill>
            </a:ln>
          </p:spPr>
        </p:sp>
        <p:sp>
          <p:nvSpPr>
            <p:cNvPr id="690" name="Input_receptor__689">
              <a:extLst>
                <a:ext uri="{FF2B5EF4-FFF2-40B4-BE49-F238E27FC236}">
                  <a16:creationId xmlns:a16="http://schemas.microsoft.com/office/drawing/2014/main" id="{43E56CA8-8638-BAF9-23D1-EE339593B684}"/>
                </a:ext>
              </a:extLst>
            </p:cNvPr>
            <p:cNvSpPr>
              <a:spLocks noGrp="1"/>
            </p:cNvSpPr>
            <p:nvPr/>
          </p:nvSpPr>
          <p:spPr>
            <a:xfrm>
              <a:off x="1344278" y="5222246"/>
              <a:ext cx="45247" cy="15350"/>
            </a:xfrm>
            <a:custGeom>
              <a:avLst/>
              <a:gdLst/>
              <a:ahLst/>
              <a:cxnLst/>
              <a:rect l="0" t="0" r="0" b="0"/>
              <a:pathLst>
                <a:path w="45247" h="15350">
                  <a:moveTo>
                    <a:pt x="45247" y="0"/>
                  </a:moveTo>
                  <a:lnTo>
                    <a:pt x="0" y="15350"/>
                  </a:lnTo>
                </a:path>
              </a:pathLst>
            </a:custGeom>
            <a:noFill/>
            <a:ln w="20003">
              <a:solidFill>
                <a:srgbClr val="8092A0"/>
              </a:solidFill>
            </a:ln>
          </p:spPr>
        </p:sp>
        <p:sp>
          <p:nvSpPr>
            <p:cNvPr id="691" name="Input_receptor__690">
              <a:extLst>
                <a:ext uri="{FF2B5EF4-FFF2-40B4-BE49-F238E27FC236}">
                  <a16:creationId xmlns:a16="http://schemas.microsoft.com/office/drawing/2014/main" id="{AE33C1B5-0045-84FD-556B-744D5E0D4573}"/>
                </a:ext>
              </a:extLst>
            </p:cNvPr>
            <p:cNvSpPr>
              <a:spLocks noGrp="1"/>
            </p:cNvSpPr>
            <p:nvPr/>
          </p:nvSpPr>
          <p:spPr>
            <a:xfrm>
              <a:off x="1329150" y="5637168"/>
              <a:ext cx="4070" cy="15857"/>
            </a:xfrm>
            <a:custGeom>
              <a:avLst/>
              <a:gdLst/>
              <a:ahLst/>
              <a:cxnLst/>
              <a:rect l="0" t="0" r="0" b="0"/>
              <a:pathLst>
                <a:path w="4070" h="15857">
                  <a:moveTo>
                    <a:pt x="4070" y="15857"/>
                  </a:moveTo>
                  <a:lnTo>
                    <a:pt x="0" y="0"/>
                  </a:lnTo>
                </a:path>
              </a:pathLst>
            </a:custGeom>
            <a:noFill/>
            <a:ln w="20003">
              <a:solidFill>
                <a:srgbClr val="8092A0"/>
              </a:solidFill>
            </a:ln>
          </p:spPr>
        </p:sp>
        <p:sp>
          <p:nvSpPr>
            <p:cNvPr id="692" name="Input_receptor__691">
              <a:extLst>
                <a:ext uri="{FF2B5EF4-FFF2-40B4-BE49-F238E27FC236}">
                  <a16:creationId xmlns:a16="http://schemas.microsoft.com/office/drawing/2014/main" id="{5B5AA91F-C3A7-1E47-32BB-D19286FE2401}"/>
                </a:ext>
              </a:extLst>
            </p:cNvPr>
            <p:cNvSpPr>
              <a:spLocks noGrp="1"/>
            </p:cNvSpPr>
            <p:nvPr/>
          </p:nvSpPr>
          <p:spPr>
            <a:xfrm>
              <a:off x="1112345" y="5395005"/>
              <a:ext cx="9431" cy="36694"/>
            </a:xfrm>
            <a:custGeom>
              <a:avLst/>
              <a:gdLst/>
              <a:ahLst/>
              <a:cxnLst/>
              <a:rect l="0" t="0" r="0" b="0"/>
              <a:pathLst>
                <a:path w="9431" h="36694">
                  <a:moveTo>
                    <a:pt x="9431" y="36694"/>
                  </a:moveTo>
                  <a:lnTo>
                    <a:pt x="0" y="0"/>
                  </a:lnTo>
                </a:path>
              </a:pathLst>
            </a:custGeom>
            <a:noFill/>
            <a:ln w="20003">
              <a:solidFill>
                <a:srgbClr val="8092A0"/>
              </a:solidFill>
            </a:ln>
          </p:spPr>
        </p:sp>
        <p:sp>
          <p:nvSpPr>
            <p:cNvPr id="693" name="Input_receptor__692">
              <a:extLst>
                <a:ext uri="{FF2B5EF4-FFF2-40B4-BE49-F238E27FC236}">
                  <a16:creationId xmlns:a16="http://schemas.microsoft.com/office/drawing/2014/main" id="{A82712ED-259F-C32C-6598-F4191425A53C}"/>
                </a:ext>
              </a:extLst>
            </p:cNvPr>
            <p:cNvSpPr>
              <a:spLocks noGrp="1"/>
            </p:cNvSpPr>
            <p:nvPr/>
          </p:nvSpPr>
          <p:spPr>
            <a:xfrm>
              <a:off x="1835971" y="5228849"/>
              <a:ext cx="19959" cy="11440"/>
            </a:xfrm>
            <a:custGeom>
              <a:avLst/>
              <a:gdLst/>
              <a:ahLst/>
              <a:cxnLst/>
              <a:rect l="0" t="0" r="0" b="0"/>
              <a:pathLst>
                <a:path w="19959" h="11440">
                  <a:moveTo>
                    <a:pt x="0" y="11440"/>
                  </a:moveTo>
                  <a:lnTo>
                    <a:pt x="19959" y="0"/>
                  </a:lnTo>
                </a:path>
              </a:pathLst>
            </a:custGeom>
            <a:noFill/>
            <a:ln w="20003">
              <a:solidFill>
                <a:srgbClr val="8092A0"/>
              </a:solidFill>
            </a:ln>
          </p:spPr>
        </p:sp>
        <p:sp>
          <p:nvSpPr>
            <p:cNvPr id="694" name="Input_receptor__693">
              <a:extLst>
                <a:ext uri="{FF2B5EF4-FFF2-40B4-BE49-F238E27FC236}">
                  <a16:creationId xmlns:a16="http://schemas.microsoft.com/office/drawing/2014/main" id="{B16C0A2E-31DD-821E-A3E0-09DA644B3FD9}"/>
                </a:ext>
              </a:extLst>
            </p:cNvPr>
            <p:cNvSpPr>
              <a:spLocks noGrp="1"/>
            </p:cNvSpPr>
            <p:nvPr/>
          </p:nvSpPr>
          <p:spPr>
            <a:xfrm>
              <a:off x="1780457" y="4816524"/>
              <a:ext cx="10338" cy="23889"/>
            </a:xfrm>
            <a:custGeom>
              <a:avLst/>
              <a:gdLst/>
              <a:ahLst/>
              <a:cxnLst/>
              <a:rect l="0" t="0" r="0" b="0"/>
              <a:pathLst>
                <a:path w="10338" h="23889">
                  <a:moveTo>
                    <a:pt x="10338" y="23889"/>
                  </a:moveTo>
                  <a:lnTo>
                    <a:pt x="0" y="0"/>
                  </a:lnTo>
                </a:path>
              </a:pathLst>
            </a:custGeom>
            <a:noFill/>
            <a:ln w="8096">
              <a:solidFill>
                <a:srgbClr val="8092A0"/>
              </a:solidFill>
            </a:ln>
          </p:spPr>
        </p:sp>
        <p:sp>
          <p:nvSpPr>
            <p:cNvPr id="695" name="Input_receptor__694">
              <a:extLst>
                <a:ext uri="{FF2B5EF4-FFF2-40B4-BE49-F238E27FC236}">
                  <a16:creationId xmlns:a16="http://schemas.microsoft.com/office/drawing/2014/main" id="{90DD23E1-AC94-2838-23C2-8B6C2BB388AF}"/>
                </a:ext>
              </a:extLst>
            </p:cNvPr>
            <p:cNvSpPr>
              <a:spLocks noGrp="1"/>
            </p:cNvSpPr>
            <p:nvPr/>
          </p:nvSpPr>
          <p:spPr>
            <a:xfrm>
              <a:off x="1438417" y="5276803"/>
              <a:ext cx="7407" cy="41057"/>
            </a:xfrm>
            <a:custGeom>
              <a:avLst/>
              <a:gdLst/>
              <a:ahLst/>
              <a:cxnLst/>
              <a:rect l="0" t="0" r="0" b="0"/>
              <a:pathLst>
                <a:path w="7407" h="41057">
                  <a:moveTo>
                    <a:pt x="0" y="41057"/>
                  </a:moveTo>
                  <a:lnTo>
                    <a:pt x="7407" y="0"/>
                  </a:lnTo>
                </a:path>
              </a:pathLst>
            </a:custGeom>
            <a:noFill/>
            <a:ln w="20003">
              <a:solidFill>
                <a:srgbClr val="8092A0"/>
              </a:solidFill>
            </a:ln>
          </p:spPr>
        </p:sp>
        <p:sp>
          <p:nvSpPr>
            <p:cNvPr id="696" name="Input_receptor__695">
              <a:extLst>
                <a:ext uri="{FF2B5EF4-FFF2-40B4-BE49-F238E27FC236}">
                  <a16:creationId xmlns:a16="http://schemas.microsoft.com/office/drawing/2014/main" id="{EA347A6F-D92B-60F9-570D-84CC61138A70}"/>
                </a:ext>
              </a:extLst>
            </p:cNvPr>
            <p:cNvSpPr>
              <a:spLocks noGrp="1"/>
            </p:cNvSpPr>
            <p:nvPr/>
          </p:nvSpPr>
          <p:spPr>
            <a:xfrm>
              <a:off x="1021957" y="4364912"/>
              <a:ext cx="23695" cy="41926"/>
            </a:xfrm>
            <a:custGeom>
              <a:avLst/>
              <a:gdLst/>
              <a:ahLst/>
              <a:cxnLst/>
              <a:rect l="0" t="0" r="0" b="0"/>
              <a:pathLst>
                <a:path w="23695" h="41926">
                  <a:moveTo>
                    <a:pt x="0" y="0"/>
                  </a:moveTo>
                  <a:lnTo>
                    <a:pt x="23695" y="41926"/>
                  </a:lnTo>
                </a:path>
              </a:pathLst>
            </a:custGeom>
            <a:noFill/>
            <a:ln w="20003">
              <a:solidFill>
                <a:srgbClr val="8092A0"/>
              </a:solidFill>
            </a:ln>
          </p:spPr>
        </p:sp>
        <p:sp>
          <p:nvSpPr>
            <p:cNvPr id="697" name="Input_receptor__696">
              <a:extLst>
                <a:ext uri="{FF2B5EF4-FFF2-40B4-BE49-F238E27FC236}">
                  <a16:creationId xmlns:a16="http://schemas.microsoft.com/office/drawing/2014/main" id="{2E0FEDD4-7206-12E3-9ABA-D1B3672AF138}"/>
                </a:ext>
              </a:extLst>
            </p:cNvPr>
            <p:cNvSpPr>
              <a:spLocks noGrp="1"/>
            </p:cNvSpPr>
            <p:nvPr/>
          </p:nvSpPr>
          <p:spPr>
            <a:xfrm>
              <a:off x="1614367" y="4898801"/>
              <a:ext cx="39649" cy="24040"/>
            </a:xfrm>
            <a:custGeom>
              <a:avLst/>
              <a:gdLst/>
              <a:ahLst/>
              <a:cxnLst/>
              <a:rect l="0" t="0" r="0" b="0"/>
              <a:pathLst>
                <a:path w="39649" h="24040">
                  <a:moveTo>
                    <a:pt x="39649" y="0"/>
                  </a:moveTo>
                  <a:lnTo>
                    <a:pt x="0" y="24040"/>
                  </a:lnTo>
                </a:path>
              </a:pathLst>
            </a:custGeom>
            <a:noFill/>
            <a:ln w="20003">
              <a:solidFill>
                <a:srgbClr val="8092A0"/>
              </a:solidFill>
            </a:ln>
          </p:spPr>
        </p:sp>
        <p:sp>
          <p:nvSpPr>
            <p:cNvPr id="698" name="Input_receptor__697">
              <a:extLst>
                <a:ext uri="{FF2B5EF4-FFF2-40B4-BE49-F238E27FC236}">
                  <a16:creationId xmlns:a16="http://schemas.microsoft.com/office/drawing/2014/main" id="{DD214465-BA0C-7452-8EA9-8868ACF031A3}"/>
                </a:ext>
              </a:extLst>
            </p:cNvPr>
            <p:cNvSpPr>
              <a:spLocks noGrp="1"/>
            </p:cNvSpPr>
            <p:nvPr/>
          </p:nvSpPr>
          <p:spPr>
            <a:xfrm>
              <a:off x="1201820" y="5330246"/>
              <a:ext cx="41730" cy="5086"/>
            </a:xfrm>
            <a:custGeom>
              <a:avLst/>
              <a:gdLst/>
              <a:ahLst/>
              <a:cxnLst/>
              <a:rect l="0" t="0" r="0" b="0"/>
              <a:pathLst>
                <a:path w="41730" h="5086">
                  <a:moveTo>
                    <a:pt x="0" y="0"/>
                  </a:moveTo>
                  <a:lnTo>
                    <a:pt x="41730" y="5086"/>
                  </a:lnTo>
                </a:path>
              </a:pathLst>
            </a:custGeom>
            <a:noFill/>
            <a:ln w="20003">
              <a:solidFill>
                <a:srgbClr val="8092A0"/>
              </a:solidFill>
            </a:ln>
          </p:spPr>
        </p:sp>
        <p:sp>
          <p:nvSpPr>
            <p:cNvPr id="699" name="Input_receptor__698">
              <a:extLst>
                <a:ext uri="{FF2B5EF4-FFF2-40B4-BE49-F238E27FC236}">
                  <a16:creationId xmlns:a16="http://schemas.microsoft.com/office/drawing/2014/main" id="{64DD61C1-0D2F-35D8-07D0-4169C65234F0}"/>
                </a:ext>
              </a:extLst>
            </p:cNvPr>
            <p:cNvSpPr>
              <a:spLocks noGrp="1"/>
            </p:cNvSpPr>
            <p:nvPr/>
          </p:nvSpPr>
          <p:spPr>
            <a:xfrm>
              <a:off x="1440653" y="4670356"/>
              <a:ext cx="21726" cy="12927"/>
            </a:xfrm>
            <a:custGeom>
              <a:avLst/>
              <a:gdLst/>
              <a:ahLst/>
              <a:cxnLst/>
              <a:rect l="0" t="0" r="0" b="0"/>
              <a:pathLst>
                <a:path w="21726" h="12927">
                  <a:moveTo>
                    <a:pt x="0" y="12927"/>
                  </a:moveTo>
                  <a:lnTo>
                    <a:pt x="21726" y="0"/>
                  </a:lnTo>
                </a:path>
              </a:pathLst>
            </a:custGeom>
            <a:noFill/>
            <a:ln w="20003">
              <a:solidFill>
                <a:srgbClr val="8092A0"/>
              </a:solidFill>
            </a:ln>
          </p:spPr>
        </p:sp>
        <p:sp>
          <p:nvSpPr>
            <p:cNvPr id="700" name="Input_receptor__699">
              <a:extLst>
                <a:ext uri="{FF2B5EF4-FFF2-40B4-BE49-F238E27FC236}">
                  <a16:creationId xmlns:a16="http://schemas.microsoft.com/office/drawing/2014/main" id="{1A464507-25D7-B136-B563-9A6C53345DEF}"/>
                </a:ext>
              </a:extLst>
            </p:cNvPr>
            <p:cNvSpPr>
              <a:spLocks noGrp="1"/>
            </p:cNvSpPr>
            <p:nvPr/>
          </p:nvSpPr>
          <p:spPr>
            <a:xfrm>
              <a:off x="1753867" y="5292009"/>
              <a:ext cx="16762" cy="29209"/>
            </a:xfrm>
            <a:custGeom>
              <a:avLst/>
              <a:gdLst/>
              <a:ahLst/>
              <a:cxnLst/>
              <a:rect l="0" t="0" r="0" b="0"/>
              <a:pathLst>
                <a:path w="16762" h="29209">
                  <a:moveTo>
                    <a:pt x="16762" y="0"/>
                  </a:moveTo>
                  <a:lnTo>
                    <a:pt x="0" y="29209"/>
                  </a:lnTo>
                </a:path>
              </a:pathLst>
            </a:custGeom>
            <a:noFill/>
            <a:ln w="20003">
              <a:solidFill>
                <a:srgbClr val="8092A0"/>
              </a:solidFill>
            </a:ln>
          </p:spPr>
        </p:sp>
        <p:sp>
          <p:nvSpPr>
            <p:cNvPr id="701" name="Input_receptor__700">
              <a:extLst>
                <a:ext uri="{FF2B5EF4-FFF2-40B4-BE49-F238E27FC236}">
                  <a16:creationId xmlns:a16="http://schemas.microsoft.com/office/drawing/2014/main" id="{003C30AD-969B-A426-DECA-09AAF602C450}"/>
                </a:ext>
              </a:extLst>
            </p:cNvPr>
            <p:cNvSpPr>
              <a:spLocks noGrp="1"/>
            </p:cNvSpPr>
            <p:nvPr/>
          </p:nvSpPr>
          <p:spPr>
            <a:xfrm>
              <a:off x="1122961" y="5528357"/>
              <a:ext cx="22899" cy="21383"/>
            </a:xfrm>
            <a:custGeom>
              <a:avLst/>
              <a:gdLst/>
              <a:ahLst/>
              <a:cxnLst/>
              <a:rect l="0" t="0" r="0" b="0"/>
              <a:pathLst>
                <a:path w="22899" h="21383">
                  <a:moveTo>
                    <a:pt x="22899" y="0"/>
                  </a:moveTo>
                  <a:lnTo>
                    <a:pt x="0" y="21383"/>
                  </a:lnTo>
                </a:path>
              </a:pathLst>
            </a:custGeom>
            <a:noFill/>
            <a:ln w="20003">
              <a:solidFill>
                <a:srgbClr val="8092A0"/>
              </a:solidFill>
            </a:ln>
          </p:spPr>
        </p:sp>
        <p:sp>
          <p:nvSpPr>
            <p:cNvPr id="702" name="Input_receptor__701">
              <a:extLst>
                <a:ext uri="{FF2B5EF4-FFF2-40B4-BE49-F238E27FC236}">
                  <a16:creationId xmlns:a16="http://schemas.microsoft.com/office/drawing/2014/main" id="{D7B9B369-C02B-3F46-1BFC-F85D6A6DA555}"/>
                </a:ext>
              </a:extLst>
            </p:cNvPr>
            <p:cNvSpPr>
              <a:spLocks noGrp="1"/>
            </p:cNvSpPr>
            <p:nvPr/>
          </p:nvSpPr>
          <p:spPr>
            <a:xfrm>
              <a:off x="999858" y="5382569"/>
              <a:ext cx="6571" cy="17936"/>
            </a:xfrm>
            <a:custGeom>
              <a:avLst/>
              <a:gdLst/>
              <a:ahLst/>
              <a:cxnLst/>
              <a:rect l="0" t="0" r="0" b="0"/>
              <a:pathLst>
                <a:path w="6571" h="17936">
                  <a:moveTo>
                    <a:pt x="6571" y="17936"/>
                  </a:moveTo>
                  <a:lnTo>
                    <a:pt x="0" y="0"/>
                  </a:lnTo>
                </a:path>
              </a:pathLst>
            </a:custGeom>
            <a:noFill/>
            <a:ln w="20003">
              <a:solidFill>
                <a:srgbClr val="8092A0"/>
              </a:solidFill>
            </a:ln>
          </p:spPr>
        </p:sp>
        <p:sp>
          <p:nvSpPr>
            <p:cNvPr id="703" name="Input_receptor__702">
              <a:extLst>
                <a:ext uri="{FF2B5EF4-FFF2-40B4-BE49-F238E27FC236}">
                  <a16:creationId xmlns:a16="http://schemas.microsoft.com/office/drawing/2014/main" id="{2517B23A-1494-D3BB-C09D-A3110929D3C7}"/>
                </a:ext>
              </a:extLst>
            </p:cNvPr>
            <p:cNvSpPr>
              <a:spLocks noGrp="1"/>
            </p:cNvSpPr>
            <p:nvPr/>
          </p:nvSpPr>
          <p:spPr>
            <a:xfrm>
              <a:off x="1183535" y="5330246"/>
              <a:ext cx="18285" cy="35081"/>
            </a:xfrm>
            <a:custGeom>
              <a:avLst/>
              <a:gdLst/>
              <a:ahLst/>
              <a:cxnLst/>
              <a:rect l="0" t="0" r="0" b="0"/>
              <a:pathLst>
                <a:path w="18285" h="35081">
                  <a:moveTo>
                    <a:pt x="0" y="35081"/>
                  </a:moveTo>
                  <a:lnTo>
                    <a:pt x="18285" y="0"/>
                  </a:lnTo>
                </a:path>
              </a:pathLst>
            </a:custGeom>
            <a:noFill/>
            <a:ln w="20003">
              <a:solidFill>
                <a:srgbClr val="8092A0"/>
              </a:solidFill>
            </a:ln>
          </p:spPr>
        </p:sp>
        <p:sp>
          <p:nvSpPr>
            <p:cNvPr id="704" name="Input_receptor__703">
              <a:extLst>
                <a:ext uri="{FF2B5EF4-FFF2-40B4-BE49-F238E27FC236}">
                  <a16:creationId xmlns:a16="http://schemas.microsoft.com/office/drawing/2014/main" id="{6673F821-28A2-B086-90EE-08F8F8C59F71}"/>
                </a:ext>
              </a:extLst>
            </p:cNvPr>
            <p:cNvSpPr>
              <a:spLocks noGrp="1"/>
            </p:cNvSpPr>
            <p:nvPr/>
          </p:nvSpPr>
          <p:spPr>
            <a:xfrm>
              <a:off x="1116150" y="4843841"/>
              <a:ext cx="28642" cy="12789"/>
            </a:xfrm>
            <a:custGeom>
              <a:avLst/>
              <a:gdLst/>
              <a:ahLst/>
              <a:cxnLst/>
              <a:rect l="0" t="0" r="0" b="0"/>
              <a:pathLst>
                <a:path w="28642" h="12789">
                  <a:moveTo>
                    <a:pt x="28642" y="0"/>
                  </a:moveTo>
                  <a:lnTo>
                    <a:pt x="0" y="12789"/>
                  </a:lnTo>
                </a:path>
              </a:pathLst>
            </a:custGeom>
            <a:noFill/>
            <a:ln w="8096">
              <a:solidFill>
                <a:srgbClr val="8092A0"/>
              </a:solidFill>
            </a:ln>
          </p:spPr>
        </p:sp>
        <p:sp>
          <p:nvSpPr>
            <p:cNvPr id="705" name="Input_receptor__704">
              <a:extLst>
                <a:ext uri="{FF2B5EF4-FFF2-40B4-BE49-F238E27FC236}">
                  <a16:creationId xmlns:a16="http://schemas.microsoft.com/office/drawing/2014/main" id="{F4A72CFA-98B4-8A36-F071-589E2C541C7F}"/>
                </a:ext>
              </a:extLst>
            </p:cNvPr>
            <p:cNvSpPr>
              <a:spLocks noGrp="1"/>
            </p:cNvSpPr>
            <p:nvPr/>
          </p:nvSpPr>
          <p:spPr>
            <a:xfrm>
              <a:off x="1800156" y="5182270"/>
              <a:ext cx="45399" cy="11018"/>
            </a:xfrm>
            <a:custGeom>
              <a:avLst/>
              <a:gdLst/>
              <a:ahLst/>
              <a:cxnLst/>
              <a:rect l="0" t="0" r="0" b="0"/>
              <a:pathLst>
                <a:path w="45399" h="11018">
                  <a:moveTo>
                    <a:pt x="45399" y="0"/>
                  </a:moveTo>
                  <a:lnTo>
                    <a:pt x="0" y="11018"/>
                  </a:lnTo>
                </a:path>
              </a:pathLst>
            </a:custGeom>
            <a:noFill/>
            <a:ln w="20003">
              <a:solidFill>
                <a:srgbClr val="8092A0"/>
              </a:solidFill>
            </a:ln>
          </p:spPr>
        </p:sp>
        <p:sp>
          <p:nvSpPr>
            <p:cNvPr id="706" name="Input_receptor__705">
              <a:extLst>
                <a:ext uri="{FF2B5EF4-FFF2-40B4-BE49-F238E27FC236}">
                  <a16:creationId xmlns:a16="http://schemas.microsoft.com/office/drawing/2014/main" id="{1D2D6B81-6351-DC23-58F1-3EEB21A47DBB}"/>
                </a:ext>
              </a:extLst>
            </p:cNvPr>
            <p:cNvSpPr>
              <a:spLocks noGrp="1"/>
            </p:cNvSpPr>
            <p:nvPr/>
          </p:nvSpPr>
          <p:spPr>
            <a:xfrm>
              <a:off x="934435" y="5408613"/>
              <a:ext cx="24890" cy="13509"/>
            </a:xfrm>
            <a:custGeom>
              <a:avLst/>
              <a:gdLst/>
              <a:ahLst/>
              <a:cxnLst/>
              <a:rect l="0" t="0" r="0" b="0"/>
              <a:pathLst>
                <a:path w="24890" h="13509">
                  <a:moveTo>
                    <a:pt x="0" y="0"/>
                  </a:moveTo>
                  <a:lnTo>
                    <a:pt x="24890" y="13509"/>
                  </a:lnTo>
                </a:path>
              </a:pathLst>
            </a:custGeom>
            <a:noFill/>
            <a:ln w="8096">
              <a:solidFill>
                <a:srgbClr val="8092A0"/>
              </a:solidFill>
            </a:ln>
          </p:spPr>
        </p:sp>
        <p:sp>
          <p:nvSpPr>
            <p:cNvPr id="707" name="Input_receptor__706">
              <a:extLst>
                <a:ext uri="{FF2B5EF4-FFF2-40B4-BE49-F238E27FC236}">
                  <a16:creationId xmlns:a16="http://schemas.microsoft.com/office/drawing/2014/main" id="{FA2B1A81-A7BB-DCC2-A0C1-AED5B00D44F2}"/>
                </a:ext>
              </a:extLst>
            </p:cNvPr>
            <p:cNvSpPr>
              <a:spLocks noGrp="1"/>
            </p:cNvSpPr>
            <p:nvPr/>
          </p:nvSpPr>
          <p:spPr>
            <a:xfrm>
              <a:off x="1760171" y="5254333"/>
              <a:ext cx="10457" cy="37676"/>
            </a:xfrm>
            <a:custGeom>
              <a:avLst/>
              <a:gdLst/>
              <a:ahLst/>
              <a:cxnLst/>
              <a:rect l="0" t="0" r="0" b="0"/>
              <a:pathLst>
                <a:path w="10457" h="37676">
                  <a:moveTo>
                    <a:pt x="0" y="0"/>
                  </a:moveTo>
                  <a:lnTo>
                    <a:pt x="10457" y="37676"/>
                  </a:lnTo>
                </a:path>
              </a:pathLst>
            </a:custGeom>
            <a:noFill/>
            <a:ln w="20003">
              <a:solidFill>
                <a:srgbClr val="8092A0"/>
              </a:solidFill>
            </a:ln>
          </p:spPr>
        </p:sp>
        <p:sp>
          <p:nvSpPr>
            <p:cNvPr id="708" name="Input_receptor__707">
              <a:extLst>
                <a:ext uri="{FF2B5EF4-FFF2-40B4-BE49-F238E27FC236}">
                  <a16:creationId xmlns:a16="http://schemas.microsoft.com/office/drawing/2014/main" id="{184A154C-5663-70AD-D9AE-9497E696A81D}"/>
                </a:ext>
              </a:extLst>
            </p:cNvPr>
            <p:cNvSpPr>
              <a:spLocks noGrp="1"/>
            </p:cNvSpPr>
            <p:nvPr/>
          </p:nvSpPr>
          <p:spPr>
            <a:xfrm>
              <a:off x="1293590" y="5288829"/>
              <a:ext cx="22803" cy="31552"/>
            </a:xfrm>
            <a:custGeom>
              <a:avLst/>
              <a:gdLst/>
              <a:ahLst/>
              <a:cxnLst/>
              <a:rect l="0" t="0" r="0" b="0"/>
              <a:pathLst>
                <a:path w="22803" h="31552">
                  <a:moveTo>
                    <a:pt x="0" y="31552"/>
                  </a:moveTo>
                  <a:lnTo>
                    <a:pt x="22803" y="0"/>
                  </a:lnTo>
                </a:path>
              </a:pathLst>
            </a:custGeom>
            <a:noFill/>
            <a:ln w="20003">
              <a:solidFill>
                <a:srgbClr val="8092A0"/>
              </a:solidFill>
            </a:ln>
          </p:spPr>
        </p:sp>
        <p:sp>
          <p:nvSpPr>
            <p:cNvPr id="709" name="Input_receptor__708">
              <a:extLst>
                <a:ext uri="{FF2B5EF4-FFF2-40B4-BE49-F238E27FC236}">
                  <a16:creationId xmlns:a16="http://schemas.microsoft.com/office/drawing/2014/main" id="{2C5E9CBA-DEF7-A166-AAC3-CD64A6F653C6}"/>
                </a:ext>
              </a:extLst>
            </p:cNvPr>
            <p:cNvSpPr>
              <a:spLocks noGrp="1"/>
            </p:cNvSpPr>
            <p:nvPr/>
          </p:nvSpPr>
          <p:spPr>
            <a:xfrm>
              <a:off x="1059855" y="4341800"/>
              <a:ext cx="37903" cy="17984"/>
            </a:xfrm>
            <a:custGeom>
              <a:avLst/>
              <a:gdLst/>
              <a:ahLst/>
              <a:cxnLst/>
              <a:rect l="0" t="0" r="0" b="0"/>
              <a:pathLst>
                <a:path w="37903" h="17984">
                  <a:moveTo>
                    <a:pt x="37903" y="17984"/>
                  </a:moveTo>
                  <a:lnTo>
                    <a:pt x="0" y="0"/>
                  </a:lnTo>
                </a:path>
              </a:pathLst>
            </a:custGeom>
            <a:noFill/>
            <a:ln w="20003">
              <a:solidFill>
                <a:srgbClr val="8092A0"/>
              </a:solidFill>
            </a:ln>
          </p:spPr>
        </p:sp>
        <p:sp>
          <p:nvSpPr>
            <p:cNvPr id="710" name="Input_receptor__709">
              <a:extLst>
                <a:ext uri="{FF2B5EF4-FFF2-40B4-BE49-F238E27FC236}">
                  <a16:creationId xmlns:a16="http://schemas.microsoft.com/office/drawing/2014/main" id="{BED51B05-6FF7-E8F0-F9C0-DFDF6AE9B584}"/>
                </a:ext>
              </a:extLst>
            </p:cNvPr>
            <p:cNvSpPr>
              <a:spLocks noGrp="1"/>
            </p:cNvSpPr>
            <p:nvPr/>
          </p:nvSpPr>
          <p:spPr>
            <a:xfrm>
              <a:off x="1693662" y="5064659"/>
              <a:ext cx="45045" cy="2139"/>
            </a:xfrm>
            <a:custGeom>
              <a:avLst/>
              <a:gdLst/>
              <a:ahLst/>
              <a:cxnLst/>
              <a:rect l="0" t="0" r="0" b="0"/>
              <a:pathLst>
                <a:path w="45045" h="2139">
                  <a:moveTo>
                    <a:pt x="0" y="2139"/>
                  </a:moveTo>
                  <a:lnTo>
                    <a:pt x="45045" y="0"/>
                  </a:lnTo>
                </a:path>
              </a:pathLst>
            </a:custGeom>
            <a:noFill/>
            <a:ln w="20003">
              <a:solidFill>
                <a:srgbClr val="8092A0"/>
              </a:solidFill>
            </a:ln>
          </p:spPr>
        </p:sp>
        <p:sp>
          <p:nvSpPr>
            <p:cNvPr id="711" name="Input_receptor__710">
              <a:extLst>
                <a:ext uri="{FF2B5EF4-FFF2-40B4-BE49-F238E27FC236}">
                  <a16:creationId xmlns:a16="http://schemas.microsoft.com/office/drawing/2014/main" id="{8493DACC-8934-3384-64AB-657E322AE561}"/>
                </a:ext>
              </a:extLst>
            </p:cNvPr>
            <p:cNvSpPr>
              <a:spLocks noGrp="1"/>
            </p:cNvSpPr>
            <p:nvPr/>
          </p:nvSpPr>
          <p:spPr>
            <a:xfrm>
              <a:off x="1172281" y="5540829"/>
              <a:ext cx="16149" cy="45091"/>
            </a:xfrm>
            <a:custGeom>
              <a:avLst/>
              <a:gdLst/>
              <a:ahLst/>
              <a:cxnLst/>
              <a:rect l="0" t="0" r="0" b="0"/>
              <a:pathLst>
                <a:path w="16149" h="45091">
                  <a:moveTo>
                    <a:pt x="0" y="45091"/>
                  </a:moveTo>
                  <a:lnTo>
                    <a:pt x="16149" y="0"/>
                  </a:lnTo>
                </a:path>
              </a:pathLst>
            </a:custGeom>
            <a:noFill/>
            <a:ln w="20003">
              <a:solidFill>
                <a:srgbClr val="8092A0"/>
              </a:solidFill>
            </a:ln>
          </p:spPr>
        </p:sp>
        <p:sp>
          <p:nvSpPr>
            <p:cNvPr id="712" name="Input_receptor__711">
              <a:extLst>
                <a:ext uri="{FF2B5EF4-FFF2-40B4-BE49-F238E27FC236}">
                  <a16:creationId xmlns:a16="http://schemas.microsoft.com/office/drawing/2014/main" id="{23D6812E-F1F3-EA97-CCAD-A8491286A19B}"/>
                </a:ext>
              </a:extLst>
            </p:cNvPr>
            <p:cNvSpPr>
              <a:spLocks noGrp="1"/>
            </p:cNvSpPr>
            <p:nvPr/>
          </p:nvSpPr>
          <p:spPr>
            <a:xfrm>
              <a:off x="1187624" y="4818486"/>
              <a:ext cx="13278" cy="43602"/>
            </a:xfrm>
            <a:custGeom>
              <a:avLst/>
              <a:gdLst/>
              <a:ahLst/>
              <a:cxnLst/>
              <a:rect l="0" t="0" r="0" b="0"/>
              <a:pathLst>
                <a:path w="13278" h="43602">
                  <a:moveTo>
                    <a:pt x="13278" y="0"/>
                  </a:moveTo>
                  <a:lnTo>
                    <a:pt x="0" y="43602"/>
                  </a:lnTo>
                </a:path>
              </a:pathLst>
            </a:custGeom>
            <a:noFill/>
            <a:ln w="20003">
              <a:solidFill>
                <a:srgbClr val="8092A0"/>
              </a:solidFill>
            </a:ln>
          </p:spPr>
        </p:sp>
        <p:sp>
          <p:nvSpPr>
            <p:cNvPr id="713" name="Input_receptor__712">
              <a:extLst>
                <a:ext uri="{FF2B5EF4-FFF2-40B4-BE49-F238E27FC236}">
                  <a16:creationId xmlns:a16="http://schemas.microsoft.com/office/drawing/2014/main" id="{DC8ED785-4E23-5542-3BC5-5CFEFB01E25F}"/>
                </a:ext>
              </a:extLst>
            </p:cNvPr>
            <p:cNvSpPr>
              <a:spLocks noGrp="1"/>
            </p:cNvSpPr>
            <p:nvPr/>
          </p:nvSpPr>
          <p:spPr>
            <a:xfrm>
              <a:off x="1255936" y="4415226"/>
              <a:ext cx="11774" cy="44931"/>
            </a:xfrm>
            <a:custGeom>
              <a:avLst/>
              <a:gdLst/>
              <a:ahLst/>
              <a:cxnLst/>
              <a:rect l="0" t="0" r="0" b="0"/>
              <a:pathLst>
                <a:path w="11774" h="44931">
                  <a:moveTo>
                    <a:pt x="0" y="0"/>
                  </a:moveTo>
                  <a:lnTo>
                    <a:pt x="11774" y="44931"/>
                  </a:lnTo>
                </a:path>
              </a:pathLst>
            </a:custGeom>
            <a:noFill/>
            <a:ln w="20003">
              <a:solidFill>
                <a:srgbClr val="8092A1"/>
              </a:solidFill>
            </a:ln>
          </p:spPr>
        </p:sp>
        <p:sp>
          <p:nvSpPr>
            <p:cNvPr id="714" name="Input_receptor__713">
              <a:extLst>
                <a:ext uri="{FF2B5EF4-FFF2-40B4-BE49-F238E27FC236}">
                  <a16:creationId xmlns:a16="http://schemas.microsoft.com/office/drawing/2014/main" id="{718E73D1-4086-2EC8-4E6A-8FAB599BE4CD}"/>
                </a:ext>
              </a:extLst>
            </p:cNvPr>
            <p:cNvSpPr>
              <a:spLocks noGrp="1"/>
            </p:cNvSpPr>
            <p:nvPr/>
          </p:nvSpPr>
          <p:spPr>
            <a:xfrm>
              <a:off x="1056031" y="5384240"/>
              <a:ext cx="5367" cy="46067"/>
            </a:xfrm>
            <a:custGeom>
              <a:avLst/>
              <a:gdLst/>
              <a:ahLst/>
              <a:cxnLst/>
              <a:rect l="0" t="0" r="0" b="0"/>
              <a:pathLst>
                <a:path w="5367" h="46067">
                  <a:moveTo>
                    <a:pt x="0" y="46067"/>
                  </a:moveTo>
                  <a:lnTo>
                    <a:pt x="5367" y="0"/>
                  </a:lnTo>
                </a:path>
              </a:pathLst>
            </a:custGeom>
            <a:noFill/>
            <a:ln w="20003">
              <a:solidFill>
                <a:srgbClr val="8193A1"/>
              </a:solidFill>
            </a:ln>
          </p:spPr>
        </p:sp>
        <p:sp>
          <p:nvSpPr>
            <p:cNvPr id="715" name="Input_receptor__714">
              <a:extLst>
                <a:ext uri="{FF2B5EF4-FFF2-40B4-BE49-F238E27FC236}">
                  <a16:creationId xmlns:a16="http://schemas.microsoft.com/office/drawing/2014/main" id="{89C4313A-AE0A-9F91-5212-FE8FF8E21C3F}"/>
                </a:ext>
              </a:extLst>
            </p:cNvPr>
            <p:cNvSpPr>
              <a:spLocks noGrp="1"/>
            </p:cNvSpPr>
            <p:nvPr/>
          </p:nvSpPr>
          <p:spPr>
            <a:xfrm>
              <a:off x="1021957" y="4341800"/>
              <a:ext cx="37897" cy="23112"/>
            </a:xfrm>
            <a:custGeom>
              <a:avLst/>
              <a:gdLst/>
              <a:ahLst/>
              <a:cxnLst/>
              <a:rect l="0" t="0" r="0" b="0"/>
              <a:pathLst>
                <a:path w="37897" h="23112">
                  <a:moveTo>
                    <a:pt x="37897" y="0"/>
                  </a:moveTo>
                  <a:lnTo>
                    <a:pt x="0" y="23112"/>
                  </a:lnTo>
                </a:path>
              </a:pathLst>
            </a:custGeom>
            <a:noFill/>
            <a:ln w="20003">
              <a:solidFill>
                <a:srgbClr val="8193A1"/>
              </a:solidFill>
            </a:ln>
          </p:spPr>
        </p:sp>
        <p:sp>
          <p:nvSpPr>
            <p:cNvPr id="716" name="Input_receptor__715">
              <a:extLst>
                <a:ext uri="{FF2B5EF4-FFF2-40B4-BE49-F238E27FC236}">
                  <a16:creationId xmlns:a16="http://schemas.microsoft.com/office/drawing/2014/main" id="{1FD0B7CE-4B12-3DB0-911C-60F3A36DE668}"/>
                </a:ext>
              </a:extLst>
            </p:cNvPr>
            <p:cNvSpPr>
              <a:spLocks noGrp="1"/>
            </p:cNvSpPr>
            <p:nvPr/>
          </p:nvSpPr>
          <p:spPr>
            <a:xfrm>
              <a:off x="1811816" y="5380855"/>
              <a:ext cx="45455" cy="14747"/>
            </a:xfrm>
            <a:custGeom>
              <a:avLst/>
              <a:gdLst/>
              <a:ahLst/>
              <a:cxnLst/>
              <a:rect l="0" t="0" r="0" b="0"/>
              <a:pathLst>
                <a:path w="45455" h="14747">
                  <a:moveTo>
                    <a:pt x="0" y="14747"/>
                  </a:moveTo>
                  <a:lnTo>
                    <a:pt x="45455" y="0"/>
                  </a:lnTo>
                </a:path>
              </a:pathLst>
            </a:custGeom>
            <a:noFill/>
            <a:ln w="8096">
              <a:solidFill>
                <a:srgbClr val="8193A1"/>
              </a:solidFill>
            </a:ln>
          </p:spPr>
        </p:sp>
        <p:sp>
          <p:nvSpPr>
            <p:cNvPr id="717" name="Input_receptor__716">
              <a:extLst>
                <a:ext uri="{FF2B5EF4-FFF2-40B4-BE49-F238E27FC236}">
                  <a16:creationId xmlns:a16="http://schemas.microsoft.com/office/drawing/2014/main" id="{AAA0E118-44BE-841B-322D-B9E71BE627B0}"/>
                </a:ext>
              </a:extLst>
            </p:cNvPr>
            <p:cNvSpPr>
              <a:spLocks noGrp="1"/>
            </p:cNvSpPr>
            <p:nvPr/>
          </p:nvSpPr>
          <p:spPr>
            <a:xfrm>
              <a:off x="1738707" y="5064659"/>
              <a:ext cx="11483" cy="40647"/>
            </a:xfrm>
            <a:custGeom>
              <a:avLst/>
              <a:gdLst/>
              <a:ahLst/>
              <a:cxnLst/>
              <a:rect l="0" t="0" r="0" b="0"/>
              <a:pathLst>
                <a:path w="11483" h="40647">
                  <a:moveTo>
                    <a:pt x="0" y="0"/>
                  </a:moveTo>
                  <a:lnTo>
                    <a:pt x="11483" y="40647"/>
                  </a:lnTo>
                </a:path>
              </a:pathLst>
            </a:custGeom>
            <a:noFill/>
            <a:ln w="20003">
              <a:solidFill>
                <a:srgbClr val="8193A1"/>
              </a:solidFill>
            </a:ln>
          </p:spPr>
        </p:sp>
        <p:sp>
          <p:nvSpPr>
            <p:cNvPr id="718" name="Input_receptor__717">
              <a:extLst>
                <a:ext uri="{FF2B5EF4-FFF2-40B4-BE49-F238E27FC236}">
                  <a16:creationId xmlns:a16="http://schemas.microsoft.com/office/drawing/2014/main" id="{2FE63ADA-269F-2E2D-8BA3-A7F8B27A0EE7}"/>
                </a:ext>
              </a:extLst>
            </p:cNvPr>
            <p:cNvSpPr>
              <a:spLocks noGrp="1"/>
            </p:cNvSpPr>
            <p:nvPr/>
          </p:nvSpPr>
          <p:spPr>
            <a:xfrm>
              <a:off x="1710948" y="5268511"/>
              <a:ext cx="3438" cy="6173"/>
            </a:xfrm>
            <a:custGeom>
              <a:avLst/>
              <a:gdLst/>
              <a:ahLst/>
              <a:cxnLst/>
              <a:rect l="0" t="0" r="0" b="0"/>
              <a:pathLst>
                <a:path w="3438" h="6173">
                  <a:moveTo>
                    <a:pt x="0" y="6173"/>
                  </a:moveTo>
                  <a:lnTo>
                    <a:pt x="3438" y="0"/>
                  </a:lnTo>
                </a:path>
              </a:pathLst>
            </a:custGeom>
            <a:noFill/>
            <a:ln w="20003">
              <a:solidFill>
                <a:srgbClr val="8193A1"/>
              </a:solidFill>
            </a:ln>
          </p:spPr>
        </p:sp>
        <p:sp>
          <p:nvSpPr>
            <p:cNvPr id="719" name="Input_receptor__718">
              <a:extLst>
                <a:ext uri="{FF2B5EF4-FFF2-40B4-BE49-F238E27FC236}">
                  <a16:creationId xmlns:a16="http://schemas.microsoft.com/office/drawing/2014/main" id="{53AC46A2-6E76-A245-A1BD-7CFB570066E0}"/>
                </a:ext>
              </a:extLst>
            </p:cNvPr>
            <p:cNvSpPr>
              <a:spLocks noGrp="1"/>
            </p:cNvSpPr>
            <p:nvPr/>
          </p:nvSpPr>
          <p:spPr>
            <a:xfrm>
              <a:off x="1389525" y="5222246"/>
              <a:ext cx="13738" cy="26671"/>
            </a:xfrm>
            <a:custGeom>
              <a:avLst/>
              <a:gdLst/>
              <a:ahLst/>
              <a:cxnLst/>
              <a:rect l="0" t="0" r="0" b="0"/>
              <a:pathLst>
                <a:path w="13738" h="26671">
                  <a:moveTo>
                    <a:pt x="13738" y="26671"/>
                  </a:moveTo>
                  <a:lnTo>
                    <a:pt x="0" y="0"/>
                  </a:lnTo>
                </a:path>
              </a:pathLst>
            </a:custGeom>
            <a:noFill/>
            <a:ln w="20003">
              <a:solidFill>
                <a:srgbClr val="8193A1"/>
              </a:solidFill>
            </a:ln>
          </p:spPr>
        </p:sp>
        <p:sp>
          <p:nvSpPr>
            <p:cNvPr id="720" name="Input_receptor__719">
              <a:extLst>
                <a:ext uri="{FF2B5EF4-FFF2-40B4-BE49-F238E27FC236}">
                  <a16:creationId xmlns:a16="http://schemas.microsoft.com/office/drawing/2014/main" id="{C1B771D1-4232-17AD-1A04-6C22A61BC59B}"/>
                </a:ext>
              </a:extLst>
            </p:cNvPr>
            <p:cNvSpPr>
              <a:spLocks noGrp="1"/>
            </p:cNvSpPr>
            <p:nvPr/>
          </p:nvSpPr>
          <p:spPr>
            <a:xfrm>
              <a:off x="1240110" y="5335332"/>
              <a:ext cx="3440" cy="48015"/>
            </a:xfrm>
            <a:custGeom>
              <a:avLst/>
              <a:gdLst/>
              <a:ahLst/>
              <a:cxnLst/>
              <a:rect l="0" t="0" r="0" b="0"/>
              <a:pathLst>
                <a:path w="3440" h="48015">
                  <a:moveTo>
                    <a:pt x="3440" y="0"/>
                  </a:moveTo>
                  <a:lnTo>
                    <a:pt x="0" y="48015"/>
                  </a:lnTo>
                </a:path>
              </a:pathLst>
            </a:custGeom>
            <a:noFill/>
            <a:ln w="20003">
              <a:solidFill>
                <a:srgbClr val="8193A1"/>
              </a:solidFill>
            </a:ln>
          </p:spPr>
        </p:sp>
        <p:sp>
          <p:nvSpPr>
            <p:cNvPr id="721" name="Input_receptor__720">
              <a:extLst>
                <a:ext uri="{FF2B5EF4-FFF2-40B4-BE49-F238E27FC236}">
                  <a16:creationId xmlns:a16="http://schemas.microsoft.com/office/drawing/2014/main" id="{576A80B1-7F05-CB28-DAC7-BCB6EB204534}"/>
                </a:ext>
              </a:extLst>
            </p:cNvPr>
            <p:cNvSpPr>
              <a:spLocks noGrp="1"/>
            </p:cNvSpPr>
            <p:nvPr/>
          </p:nvSpPr>
          <p:spPr>
            <a:xfrm>
              <a:off x="1737134" y="5408944"/>
              <a:ext cx="21614" cy="35592"/>
            </a:xfrm>
            <a:custGeom>
              <a:avLst/>
              <a:gdLst/>
              <a:ahLst/>
              <a:cxnLst/>
              <a:rect l="0" t="0" r="0" b="0"/>
              <a:pathLst>
                <a:path w="21614" h="35592">
                  <a:moveTo>
                    <a:pt x="0" y="0"/>
                  </a:moveTo>
                  <a:lnTo>
                    <a:pt x="21614" y="35592"/>
                  </a:lnTo>
                </a:path>
              </a:pathLst>
            </a:custGeom>
            <a:noFill/>
            <a:ln w="8096">
              <a:solidFill>
                <a:srgbClr val="8193A1"/>
              </a:solidFill>
            </a:ln>
          </p:spPr>
        </p:sp>
        <p:sp>
          <p:nvSpPr>
            <p:cNvPr id="722" name="Input_receptor__721">
              <a:extLst>
                <a:ext uri="{FF2B5EF4-FFF2-40B4-BE49-F238E27FC236}">
                  <a16:creationId xmlns:a16="http://schemas.microsoft.com/office/drawing/2014/main" id="{2103E57D-DA30-A7BA-083C-5D2B69B61DA5}"/>
                </a:ext>
              </a:extLst>
            </p:cNvPr>
            <p:cNvSpPr>
              <a:spLocks noGrp="1"/>
            </p:cNvSpPr>
            <p:nvPr/>
          </p:nvSpPr>
          <p:spPr>
            <a:xfrm>
              <a:off x="1712217" y="5105306"/>
              <a:ext cx="37973" cy="23410"/>
            </a:xfrm>
            <a:custGeom>
              <a:avLst/>
              <a:gdLst/>
              <a:ahLst/>
              <a:cxnLst/>
              <a:rect l="0" t="0" r="0" b="0"/>
              <a:pathLst>
                <a:path w="37973" h="23410">
                  <a:moveTo>
                    <a:pt x="37973" y="0"/>
                  </a:moveTo>
                  <a:lnTo>
                    <a:pt x="0" y="23410"/>
                  </a:lnTo>
                </a:path>
              </a:pathLst>
            </a:custGeom>
            <a:noFill/>
            <a:ln w="20003">
              <a:solidFill>
                <a:srgbClr val="8193A1"/>
              </a:solidFill>
            </a:ln>
          </p:spPr>
        </p:sp>
        <p:sp>
          <p:nvSpPr>
            <p:cNvPr id="723" name="Input_receptor__722">
              <a:extLst>
                <a:ext uri="{FF2B5EF4-FFF2-40B4-BE49-F238E27FC236}">
                  <a16:creationId xmlns:a16="http://schemas.microsoft.com/office/drawing/2014/main" id="{5F7A1439-CC32-2DA1-47F9-531838D0DBF9}"/>
                </a:ext>
              </a:extLst>
            </p:cNvPr>
            <p:cNvSpPr>
              <a:spLocks noGrp="1"/>
            </p:cNvSpPr>
            <p:nvPr/>
          </p:nvSpPr>
          <p:spPr>
            <a:xfrm>
              <a:off x="1735328" y="4944950"/>
              <a:ext cx="18239" cy="12477"/>
            </a:xfrm>
            <a:custGeom>
              <a:avLst/>
              <a:gdLst/>
              <a:ahLst/>
              <a:cxnLst/>
              <a:rect l="0" t="0" r="0" b="0"/>
              <a:pathLst>
                <a:path w="18239" h="12477">
                  <a:moveTo>
                    <a:pt x="0" y="0"/>
                  </a:moveTo>
                  <a:lnTo>
                    <a:pt x="18239" y="12477"/>
                  </a:lnTo>
                </a:path>
              </a:pathLst>
            </a:custGeom>
            <a:noFill/>
            <a:ln w="20003">
              <a:solidFill>
                <a:srgbClr val="8193A1"/>
              </a:solidFill>
            </a:ln>
          </p:spPr>
        </p:sp>
        <p:sp>
          <p:nvSpPr>
            <p:cNvPr id="724" name="Input_receptor__723">
              <a:extLst>
                <a:ext uri="{FF2B5EF4-FFF2-40B4-BE49-F238E27FC236}">
                  <a16:creationId xmlns:a16="http://schemas.microsoft.com/office/drawing/2014/main" id="{6453E275-7C9F-431A-AB62-DED49C7B19F9}"/>
                </a:ext>
              </a:extLst>
            </p:cNvPr>
            <p:cNvSpPr>
              <a:spLocks noGrp="1"/>
            </p:cNvSpPr>
            <p:nvPr/>
          </p:nvSpPr>
          <p:spPr>
            <a:xfrm>
              <a:off x="1439297" y="4778818"/>
              <a:ext cx="1953" cy="31047"/>
            </a:xfrm>
            <a:custGeom>
              <a:avLst/>
              <a:gdLst/>
              <a:ahLst/>
              <a:cxnLst/>
              <a:rect l="0" t="0" r="0" b="0"/>
              <a:pathLst>
                <a:path w="1953" h="31047">
                  <a:moveTo>
                    <a:pt x="0" y="31047"/>
                  </a:moveTo>
                  <a:lnTo>
                    <a:pt x="1953" y="0"/>
                  </a:lnTo>
                </a:path>
              </a:pathLst>
            </a:custGeom>
            <a:noFill/>
            <a:ln w="8096">
              <a:solidFill>
                <a:srgbClr val="8193A1"/>
              </a:solidFill>
            </a:ln>
          </p:spPr>
        </p:sp>
        <p:sp>
          <p:nvSpPr>
            <p:cNvPr id="725" name="Input_receptor__724">
              <a:extLst>
                <a:ext uri="{FF2B5EF4-FFF2-40B4-BE49-F238E27FC236}">
                  <a16:creationId xmlns:a16="http://schemas.microsoft.com/office/drawing/2014/main" id="{5B38AE9F-D8A1-404E-B0F0-6BCF40586BD0}"/>
                </a:ext>
              </a:extLst>
            </p:cNvPr>
            <p:cNvSpPr>
              <a:spLocks noGrp="1"/>
            </p:cNvSpPr>
            <p:nvPr/>
          </p:nvSpPr>
          <p:spPr>
            <a:xfrm>
              <a:off x="1127962" y="4485962"/>
              <a:ext cx="12660" cy="999"/>
            </a:xfrm>
            <a:custGeom>
              <a:avLst/>
              <a:gdLst/>
              <a:ahLst/>
              <a:cxnLst/>
              <a:rect l="0" t="0" r="0" b="0"/>
              <a:pathLst>
                <a:path w="12660" h="999">
                  <a:moveTo>
                    <a:pt x="0" y="0"/>
                  </a:moveTo>
                  <a:lnTo>
                    <a:pt x="12660" y="999"/>
                  </a:lnTo>
                </a:path>
              </a:pathLst>
            </a:custGeom>
            <a:noFill/>
            <a:ln w="8096">
              <a:solidFill>
                <a:srgbClr val="8193A1"/>
              </a:solidFill>
            </a:ln>
          </p:spPr>
        </p:sp>
        <p:sp>
          <p:nvSpPr>
            <p:cNvPr id="726" name="Input_receptor__725">
              <a:extLst>
                <a:ext uri="{FF2B5EF4-FFF2-40B4-BE49-F238E27FC236}">
                  <a16:creationId xmlns:a16="http://schemas.microsoft.com/office/drawing/2014/main" id="{9345DAD2-02EC-3C93-0337-99F4277A76E0}"/>
                </a:ext>
              </a:extLst>
            </p:cNvPr>
            <p:cNvSpPr>
              <a:spLocks noGrp="1"/>
            </p:cNvSpPr>
            <p:nvPr/>
          </p:nvSpPr>
          <p:spPr>
            <a:xfrm>
              <a:off x="1283867" y="5254945"/>
              <a:ext cx="32526" cy="33884"/>
            </a:xfrm>
            <a:custGeom>
              <a:avLst/>
              <a:gdLst/>
              <a:ahLst/>
              <a:cxnLst/>
              <a:rect l="0" t="0" r="0" b="0"/>
              <a:pathLst>
                <a:path w="32526" h="33884">
                  <a:moveTo>
                    <a:pt x="32526" y="33884"/>
                  </a:moveTo>
                  <a:lnTo>
                    <a:pt x="0" y="0"/>
                  </a:lnTo>
                </a:path>
              </a:pathLst>
            </a:custGeom>
            <a:noFill/>
            <a:ln w="20003">
              <a:solidFill>
                <a:srgbClr val="8193A1"/>
              </a:solidFill>
            </a:ln>
          </p:spPr>
        </p:sp>
        <p:sp>
          <p:nvSpPr>
            <p:cNvPr id="727" name="Input_receptor__726">
              <a:extLst>
                <a:ext uri="{FF2B5EF4-FFF2-40B4-BE49-F238E27FC236}">
                  <a16:creationId xmlns:a16="http://schemas.microsoft.com/office/drawing/2014/main" id="{A38B37E4-7535-9270-ECB3-6D655FBE9FF2}"/>
                </a:ext>
              </a:extLst>
            </p:cNvPr>
            <p:cNvSpPr>
              <a:spLocks noGrp="1"/>
            </p:cNvSpPr>
            <p:nvPr/>
          </p:nvSpPr>
          <p:spPr>
            <a:xfrm>
              <a:off x="1247222" y="5254945"/>
              <a:ext cx="36645" cy="28817"/>
            </a:xfrm>
            <a:custGeom>
              <a:avLst/>
              <a:gdLst/>
              <a:ahLst/>
              <a:cxnLst/>
              <a:rect l="0" t="0" r="0" b="0"/>
              <a:pathLst>
                <a:path w="36645" h="28817">
                  <a:moveTo>
                    <a:pt x="36645" y="0"/>
                  </a:moveTo>
                  <a:lnTo>
                    <a:pt x="0" y="28817"/>
                  </a:lnTo>
                </a:path>
              </a:pathLst>
            </a:custGeom>
            <a:noFill/>
            <a:ln w="20003">
              <a:solidFill>
                <a:srgbClr val="8193A1"/>
              </a:solidFill>
            </a:ln>
          </p:spPr>
        </p:sp>
        <p:sp>
          <p:nvSpPr>
            <p:cNvPr id="728" name="Input_receptor__727">
              <a:extLst>
                <a:ext uri="{FF2B5EF4-FFF2-40B4-BE49-F238E27FC236}">
                  <a16:creationId xmlns:a16="http://schemas.microsoft.com/office/drawing/2014/main" id="{88C2B362-F28B-D82F-AF69-72B4CF8C8CBF}"/>
                </a:ext>
              </a:extLst>
            </p:cNvPr>
            <p:cNvSpPr>
              <a:spLocks noGrp="1"/>
            </p:cNvSpPr>
            <p:nvPr/>
          </p:nvSpPr>
          <p:spPr>
            <a:xfrm>
              <a:off x="1290784" y="5172592"/>
              <a:ext cx="37452" cy="10037"/>
            </a:xfrm>
            <a:custGeom>
              <a:avLst/>
              <a:gdLst/>
              <a:ahLst/>
              <a:cxnLst/>
              <a:rect l="0" t="0" r="0" b="0"/>
              <a:pathLst>
                <a:path w="37452" h="10037">
                  <a:moveTo>
                    <a:pt x="37452" y="0"/>
                  </a:moveTo>
                  <a:lnTo>
                    <a:pt x="0" y="10037"/>
                  </a:lnTo>
                </a:path>
              </a:pathLst>
            </a:custGeom>
            <a:noFill/>
            <a:ln w="20003">
              <a:solidFill>
                <a:srgbClr val="8193A1"/>
              </a:solidFill>
            </a:ln>
          </p:spPr>
        </p:sp>
        <p:sp>
          <p:nvSpPr>
            <p:cNvPr id="729" name="Input_receptor__728">
              <a:extLst>
                <a:ext uri="{FF2B5EF4-FFF2-40B4-BE49-F238E27FC236}">
                  <a16:creationId xmlns:a16="http://schemas.microsoft.com/office/drawing/2014/main" id="{F652532F-CEB3-BF27-C1A9-0612C589AD09}"/>
                </a:ext>
              </a:extLst>
            </p:cNvPr>
            <p:cNvSpPr>
              <a:spLocks noGrp="1"/>
            </p:cNvSpPr>
            <p:nvPr/>
          </p:nvSpPr>
          <p:spPr>
            <a:xfrm>
              <a:off x="1845555" y="5182270"/>
              <a:ext cx="10375" cy="46578"/>
            </a:xfrm>
            <a:custGeom>
              <a:avLst/>
              <a:gdLst/>
              <a:ahLst/>
              <a:cxnLst/>
              <a:rect l="0" t="0" r="0" b="0"/>
              <a:pathLst>
                <a:path w="10375" h="46578">
                  <a:moveTo>
                    <a:pt x="10375" y="46578"/>
                  </a:moveTo>
                  <a:lnTo>
                    <a:pt x="0" y="0"/>
                  </a:lnTo>
                </a:path>
              </a:pathLst>
            </a:custGeom>
            <a:noFill/>
            <a:ln w="20003">
              <a:solidFill>
                <a:srgbClr val="8193A1"/>
              </a:solidFill>
            </a:ln>
          </p:spPr>
        </p:sp>
        <p:sp>
          <p:nvSpPr>
            <p:cNvPr id="730" name="Input_receptor__729">
              <a:extLst>
                <a:ext uri="{FF2B5EF4-FFF2-40B4-BE49-F238E27FC236}">
                  <a16:creationId xmlns:a16="http://schemas.microsoft.com/office/drawing/2014/main" id="{B072EA0F-599A-530D-F668-FBE59636671C}"/>
                </a:ext>
              </a:extLst>
            </p:cNvPr>
            <p:cNvSpPr>
              <a:spLocks noGrp="1"/>
            </p:cNvSpPr>
            <p:nvPr/>
          </p:nvSpPr>
          <p:spPr>
            <a:xfrm>
              <a:off x="1267710" y="4460157"/>
              <a:ext cx="35942" cy="14554"/>
            </a:xfrm>
            <a:custGeom>
              <a:avLst/>
              <a:gdLst/>
              <a:ahLst/>
              <a:cxnLst/>
              <a:rect l="0" t="0" r="0" b="0"/>
              <a:pathLst>
                <a:path w="35942" h="14554">
                  <a:moveTo>
                    <a:pt x="0" y="0"/>
                  </a:moveTo>
                  <a:lnTo>
                    <a:pt x="35942" y="14554"/>
                  </a:lnTo>
                </a:path>
              </a:pathLst>
            </a:custGeom>
            <a:noFill/>
            <a:ln w="20003">
              <a:solidFill>
                <a:srgbClr val="8193A1"/>
              </a:solidFill>
            </a:ln>
          </p:spPr>
        </p:sp>
        <p:sp>
          <p:nvSpPr>
            <p:cNvPr id="731" name="Input_receptor__730">
              <a:extLst>
                <a:ext uri="{FF2B5EF4-FFF2-40B4-BE49-F238E27FC236}">
                  <a16:creationId xmlns:a16="http://schemas.microsoft.com/office/drawing/2014/main" id="{FAC1D903-5043-5213-DC07-00F7D82398F1}"/>
                </a:ext>
              </a:extLst>
            </p:cNvPr>
            <p:cNvSpPr>
              <a:spLocks noGrp="1"/>
            </p:cNvSpPr>
            <p:nvPr/>
          </p:nvSpPr>
          <p:spPr>
            <a:xfrm>
              <a:off x="1328236" y="5172592"/>
              <a:ext cx="34798" cy="8842"/>
            </a:xfrm>
            <a:custGeom>
              <a:avLst/>
              <a:gdLst/>
              <a:ahLst/>
              <a:cxnLst/>
              <a:rect l="0" t="0" r="0" b="0"/>
              <a:pathLst>
                <a:path w="34798" h="8842">
                  <a:moveTo>
                    <a:pt x="34798" y="8842"/>
                  </a:moveTo>
                  <a:lnTo>
                    <a:pt x="0" y="0"/>
                  </a:lnTo>
                </a:path>
              </a:pathLst>
            </a:custGeom>
            <a:noFill/>
            <a:ln w="20003">
              <a:solidFill>
                <a:srgbClr val="8193A1"/>
              </a:solidFill>
            </a:ln>
          </p:spPr>
        </p:sp>
        <p:sp>
          <p:nvSpPr>
            <p:cNvPr id="732" name="Input_receptor__731">
              <a:extLst>
                <a:ext uri="{FF2B5EF4-FFF2-40B4-BE49-F238E27FC236}">
                  <a16:creationId xmlns:a16="http://schemas.microsoft.com/office/drawing/2014/main" id="{382D9D70-9985-3A7E-6BB4-5A32FF4AB93B}"/>
                </a:ext>
              </a:extLst>
            </p:cNvPr>
            <p:cNvSpPr>
              <a:spLocks noGrp="1"/>
            </p:cNvSpPr>
            <p:nvPr/>
          </p:nvSpPr>
          <p:spPr>
            <a:xfrm>
              <a:off x="1212397" y="4394667"/>
              <a:ext cx="43539" cy="20559"/>
            </a:xfrm>
            <a:custGeom>
              <a:avLst/>
              <a:gdLst/>
              <a:ahLst/>
              <a:cxnLst/>
              <a:rect l="0" t="0" r="0" b="0"/>
              <a:pathLst>
                <a:path w="43539" h="20559">
                  <a:moveTo>
                    <a:pt x="0" y="0"/>
                  </a:moveTo>
                  <a:lnTo>
                    <a:pt x="43539" y="20559"/>
                  </a:lnTo>
                </a:path>
              </a:pathLst>
            </a:custGeom>
            <a:noFill/>
            <a:ln w="8096">
              <a:solidFill>
                <a:srgbClr val="8193A1"/>
              </a:solidFill>
            </a:ln>
          </p:spPr>
        </p:sp>
        <p:sp>
          <p:nvSpPr>
            <p:cNvPr id="733" name="Input_receptor__732">
              <a:extLst>
                <a:ext uri="{FF2B5EF4-FFF2-40B4-BE49-F238E27FC236}">
                  <a16:creationId xmlns:a16="http://schemas.microsoft.com/office/drawing/2014/main" id="{DA88CD41-BFB3-5612-5DD8-FB3B9649814B}"/>
                </a:ext>
              </a:extLst>
            </p:cNvPr>
            <p:cNvSpPr>
              <a:spLocks noGrp="1"/>
            </p:cNvSpPr>
            <p:nvPr/>
          </p:nvSpPr>
          <p:spPr>
            <a:xfrm>
              <a:off x="1136501" y="5176131"/>
              <a:ext cx="32480" cy="19881"/>
            </a:xfrm>
            <a:custGeom>
              <a:avLst/>
              <a:gdLst/>
              <a:ahLst/>
              <a:cxnLst/>
              <a:rect l="0" t="0" r="0" b="0"/>
              <a:pathLst>
                <a:path w="32480" h="19881">
                  <a:moveTo>
                    <a:pt x="32480" y="0"/>
                  </a:moveTo>
                  <a:lnTo>
                    <a:pt x="0" y="19881"/>
                  </a:lnTo>
                </a:path>
              </a:pathLst>
            </a:custGeom>
            <a:noFill/>
            <a:ln w="20003">
              <a:solidFill>
                <a:srgbClr val="8193A1"/>
              </a:solidFill>
            </a:ln>
          </p:spPr>
        </p:sp>
        <p:sp>
          <p:nvSpPr>
            <p:cNvPr id="734" name="Input_receptor__733">
              <a:extLst>
                <a:ext uri="{FF2B5EF4-FFF2-40B4-BE49-F238E27FC236}">
                  <a16:creationId xmlns:a16="http://schemas.microsoft.com/office/drawing/2014/main" id="{CA3189F3-F6E1-2261-581D-D0575DABC06D}"/>
                </a:ext>
              </a:extLst>
            </p:cNvPr>
            <p:cNvSpPr>
              <a:spLocks noGrp="1"/>
            </p:cNvSpPr>
            <p:nvPr/>
          </p:nvSpPr>
          <p:spPr>
            <a:xfrm>
              <a:off x="1790795" y="4840413"/>
              <a:ext cx="41413" cy="24654"/>
            </a:xfrm>
            <a:custGeom>
              <a:avLst/>
              <a:gdLst/>
              <a:ahLst/>
              <a:cxnLst/>
              <a:rect l="0" t="0" r="0" b="0"/>
              <a:pathLst>
                <a:path w="41413" h="24654">
                  <a:moveTo>
                    <a:pt x="41413" y="24654"/>
                  </a:moveTo>
                  <a:lnTo>
                    <a:pt x="0" y="0"/>
                  </a:lnTo>
                </a:path>
              </a:pathLst>
            </a:custGeom>
            <a:noFill/>
            <a:ln w="8096">
              <a:solidFill>
                <a:srgbClr val="8193A1"/>
              </a:solidFill>
            </a:ln>
          </p:spPr>
        </p:sp>
        <p:sp>
          <p:nvSpPr>
            <p:cNvPr id="735" name="Input_receptor__734">
              <a:extLst>
                <a:ext uri="{FF2B5EF4-FFF2-40B4-BE49-F238E27FC236}">
                  <a16:creationId xmlns:a16="http://schemas.microsoft.com/office/drawing/2014/main" id="{4ABCB9C9-5859-71AB-E6DD-13C6F92B4510}"/>
                </a:ext>
              </a:extLst>
            </p:cNvPr>
            <p:cNvSpPr>
              <a:spLocks noGrp="1"/>
            </p:cNvSpPr>
            <p:nvPr/>
          </p:nvSpPr>
          <p:spPr>
            <a:xfrm>
              <a:off x="999858" y="5336483"/>
              <a:ext cx="144" cy="46086"/>
            </a:xfrm>
            <a:custGeom>
              <a:avLst/>
              <a:gdLst/>
              <a:ahLst/>
              <a:cxnLst/>
              <a:rect l="0" t="0" r="0" b="0"/>
              <a:pathLst>
                <a:path w="144" h="46086">
                  <a:moveTo>
                    <a:pt x="0" y="46086"/>
                  </a:moveTo>
                  <a:lnTo>
                    <a:pt x="144" y="0"/>
                  </a:lnTo>
                </a:path>
              </a:pathLst>
            </a:custGeom>
            <a:noFill/>
            <a:ln w="20003">
              <a:solidFill>
                <a:srgbClr val="8193A1"/>
              </a:solidFill>
            </a:ln>
          </p:spPr>
        </p:sp>
        <p:sp>
          <p:nvSpPr>
            <p:cNvPr id="736" name="Input_receptor__735">
              <a:extLst>
                <a:ext uri="{FF2B5EF4-FFF2-40B4-BE49-F238E27FC236}">
                  <a16:creationId xmlns:a16="http://schemas.microsoft.com/office/drawing/2014/main" id="{E0A1D605-E868-0EBA-DC33-1F3AA895508F}"/>
                </a:ext>
              </a:extLst>
            </p:cNvPr>
            <p:cNvSpPr>
              <a:spLocks noGrp="1"/>
            </p:cNvSpPr>
            <p:nvPr/>
          </p:nvSpPr>
          <p:spPr>
            <a:xfrm>
              <a:off x="1275786" y="5595160"/>
              <a:ext cx="22555" cy="38238"/>
            </a:xfrm>
            <a:custGeom>
              <a:avLst/>
              <a:gdLst/>
              <a:ahLst/>
              <a:cxnLst/>
              <a:rect l="0" t="0" r="0" b="0"/>
              <a:pathLst>
                <a:path w="22555" h="38238">
                  <a:moveTo>
                    <a:pt x="0" y="38238"/>
                  </a:moveTo>
                  <a:lnTo>
                    <a:pt x="22555" y="0"/>
                  </a:lnTo>
                </a:path>
              </a:pathLst>
            </a:custGeom>
            <a:noFill/>
            <a:ln w="20003">
              <a:solidFill>
                <a:srgbClr val="8193A1"/>
              </a:solidFill>
            </a:ln>
          </p:spPr>
        </p:sp>
        <p:sp>
          <p:nvSpPr>
            <p:cNvPr id="737" name="Input_receptor__736">
              <a:extLst>
                <a:ext uri="{FF2B5EF4-FFF2-40B4-BE49-F238E27FC236}">
                  <a16:creationId xmlns:a16="http://schemas.microsoft.com/office/drawing/2014/main" id="{11C4B907-972B-0CB5-9532-4A39A43BAC83}"/>
                </a:ext>
              </a:extLst>
            </p:cNvPr>
            <p:cNvSpPr>
              <a:spLocks noGrp="1"/>
            </p:cNvSpPr>
            <p:nvPr/>
          </p:nvSpPr>
          <p:spPr>
            <a:xfrm>
              <a:off x="1793276" y="5193289"/>
              <a:ext cx="6879" cy="27684"/>
            </a:xfrm>
            <a:custGeom>
              <a:avLst/>
              <a:gdLst/>
              <a:ahLst/>
              <a:cxnLst/>
              <a:rect l="0" t="0" r="0" b="0"/>
              <a:pathLst>
                <a:path w="6879" h="27684">
                  <a:moveTo>
                    <a:pt x="6879" y="0"/>
                  </a:moveTo>
                  <a:lnTo>
                    <a:pt x="0" y="27684"/>
                  </a:lnTo>
                </a:path>
              </a:pathLst>
            </a:custGeom>
            <a:noFill/>
            <a:ln w="20003">
              <a:solidFill>
                <a:srgbClr val="8193A1"/>
              </a:solidFill>
            </a:ln>
          </p:spPr>
        </p:sp>
        <p:sp>
          <p:nvSpPr>
            <p:cNvPr id="738" name="Input_receptor__737">
              <a:extLst>
                <a:ext uri="{FF2B5EF4-FFF2-40B4-BE49-F238E27FC236}">
                  <a16:creationId xmlns:a16="http://schemas.microsoft.com/office/drawing/2014/main" id="{D28B710E-8E68-2014-1BC9-D3C2C2ACFA51}"/>
                </a:ext>
              </a:extLst>
            </p:cNvPr>
            <p:cNvSpPr>
              <a:spLocks noGrp="1"/>
            </p:cNvSpPr>
            <p:nvPr/>
          </p:nvSpPr>
          <p:spPr>
            <a:xfrm>
              <a:off x="1382381" y="5248917"/>
              <a:ext cx="20882" cy="38777"/>
            </a:xfrm>
            <a:custGeom>
              <a:avLst/>
              <a:gdLst/>
              <a:ahLst/>
              <a:cxnLst/>
              <a:rect l="0" t="0" r="0" b="0"/>
              <a:pathLst>
                <a:path w="20882" h="38777">
                  <a:moveTo>
                    <a:pt x="0" y="38777"/>
                  </a:moveTo>
                  <a:lnTo>
                    <a:pt x="20882" y="0"/>
                  </a:lnTo>
                </a:path>
              </a:pathLst>
            </a:custGeom>
            <a:noFill/>
            <a:ln w="20003">
              <a:solidFill>
                <a:srgbClr val="8193A1"/>
              </a:solidFill>
            </a:ln>
          </p:spPr>
        </p:sp>
        <p:sp>
          <p:nvSpPr>
            <p:cNvPr id="739" name="Input_receptor__738">
              <a:extLst>
                <a:ext uri="{FF2B5EF4-FFF2-40B4-BE49-F238E27FC236}">
                  <a16:creationId xmlns:a16="http://schemas.microsoft.com/office/drawing/2014/main" id="{F5312961-5FF8-4365-F4EE-53F82D4D8629}"/>
                </a:ext>
              </a:extLst>
            </p:cNvPr>
            <p:cNvSpPr>
              <a:spLocks noGrp="1"/>
            </p:cNvSpPr>
            <p:nvPr/>
          </p:nvSpPr>
          <p:spPr>
            <a:xfrm>
              <a:off x="1764879" y="4892769"/>
              <a:ext cx="27875" cy="38231"/>
            </a:xfrm>
            <a:custGeom>
              <a:avLst/>
              <a:gdLst/>
              <a:ahLst/>
              <a:cxnLst/>
              <a:rect l="0" t="0" r="0" b="0"/>
              <a:pathLst>
                <a:path w="27875" h="38231">
                  <a:moveTo>
                    <a:pt x="27875" y="38231"/>
                  </a:moveTo>
                  <a:lnTo>
                    <a:pt x="0" y="0"/>
                  </a:lnTo>
                </a:path>
              </a:pathLst>
            </a:custGeom>
            <a:noFill/>
            <a:ln w="20003">
              <a:solidFill>
                <a:srgbClr val="8193A1"/>
              </a:solidFill>
            </a:ln>
          </p:spPr>
        </p:sp>
        <p:sp>
          <p:nvSpPr>
            <p:cNvPr id="740" name="Input_receptor__739">
              <a:extLst>
                <a:ext uri="{FF2B5EF4-FFF2-40B4-BE49-F238E27FC236}">
                  <a16:creationId xmlns:a16="http://schemas.microsoft.com/office/drawing/2014/main" id="{74E8943D-A664-8F2F-8CBF-25C3124218CC}"/>
                </a:ext>
              </a:extLst>
            </p:cNvPr>
            <p:cNvSpPr>
              <a:spLocks noGrp="1"/>
            </p:cNvSpPr>
            <p:nvPr/>
          </p:nvSpPr>
          <p:spPr>
            <a:xfrm>
              <a:off x="1343835" y="5223986"/>
              <a:ext cx="443" cy="13610"/>
            </a:xfrm>
            <a:custGeom>
              <a:avLst/>
              <a:gdLst/>
              <a:ahLst/>
              <a:cxnLst/>
              <a:rect l="0" t="0" r="0" b="0"/>
              <a:pathLst>
                <a:path w="443" h="13610">
                  <a:moveTo>
                    <a:pt x="443" y="13610"/>
                  </a:moveTo>
                  <a:lnTo>
                    <a:pt x="0" y="0"/>
                  </a:lnTo>
                </a:path>
              </a:pathLst>
            </a:custGeom>
            <a:noFill/>
            <a:ln w="20003">
              <a:solidFill>
                <a:srgbClr val="8193A1"/>
              </a:solidFill>
            </a:ln>
          </p:spPr>
        </p:sp>
        <p:sp>
          <p:nvSpPr>
            <p:cNvPr id="741" name="Input_receptor__740">
              <a:extLst>
                <a:ext uri="{FF2B5EF4-FFF2-40B4-BE49-F238E27FC236}">
                  <a16:creationId xmlns:a16="http://schemas.microsoft.com/office/drawing/2014/main" id="{F67B6D95-7BFD-85FC-4CE1-92B83649128B}"/>
                </a:ext>
              </a:extLst>
            </p:cNvPr>
            <p:cNvSpPr>
              <a:spLocks noGrp="1"/>
            </p:cNvSpPr>
            <p:nvPr/>
          </p:nvSpPr>
          <p:spPr>
            <a:xfrm>
              <a:off x="1168981" y="5133774"/>
              <a:ext cx="973" cy="42357"/>
            </a:xfrm>
            <a:custGeom>
              <a:avLst/>
              <a:gdLst/>
              <a:ahLst/>
              <a:cxnLst/>
              <a:rect l="0" t="0" r="0" b="0"/>
              <a:pathLst>
                <a:path w="973" h="42357">
                  <a:moveTo>
                    <a:pt x="973" y="0"/>
                  </a:moveTo>
                  <a:lnTo>
                    <a:pt x="0" y="42357"/>
                  </a:lnTo>
                </a:path>
              </a:pathLst>
            </a:custGeom>
            <a:noFill/>
            <a:ln w="20003">
              <a:solidFill>
                <a:srgbClr val="8193A1"/>
              </a:solidFill>
            </a:ln>
          </p:spPr>
        </p:sp>
        <p:sp>
          <p:nvSpPr>
            <p:cNvPr id="742" name="Input_receptor__741">
              <a:extLst>
                <a:ext uri="{FF2B5EF4-FFF2-40B4-BE49-F238E27FC236}">
                  <a16:creationId xmlns:a16="http://schemas.microsoft.com/office/drawing/2014/main" id="{8FC6C7E7-7CBF-1518-8C7B-902F84B7F1E9}"/>
                </a:ext>
              </a:extLst>
            </p:cNvPr>
            <p:cNvSpPr>
              <a:spLocks noGrp="1"/>
            </p:cNvSpPr>
            <p:nvPr/>
          </p:nvSpPr>
          <p:spPr>
            <a:xfrm>
              <a:off x="1298342" y="5595160"/>
              <a:ext cx="40475" cy="12042"/>
            </a:xfrm>
            <a:custGeom>
              <a:avLst/>
              <a:gdLst/>
              <a:ahLst/>
              <a:cxnLst/>
              <a:rect l="0" t="0" r="0" b="0"/>
              <a:pathLst>
                <a:path w="40475" h="12042">
                  <a:moveTo>
                    <a:pt x="0" y="0"/>
                  </a:moveTo>
                  <a:lnTo>
                    <a:pt x="40475" y="12042"/>
                  </a:lnTo>
                </a:path>
              </a:pathLst>
            </a:custGeom>
            <a:noFill/>
            <a:ln w="20003">
              <a:solidFill>
                <a:srgbClr val="8193A1"/>
              </a:solidFill>
            </a:ln>
          </p:spPr>
        </p:sp>
        <p:sp>
          <p:nvSpPr>
            <p:cNvPr id="743" name="Input_receptor__742">
              <a:extLst>
                <a:ext uri="{FF2B5EF4-FFF2-40B4-BE49-F238E27FC236}">
                  <a16:creationId xmlns:a16="http://schemas.microsoft.com/office/drawing/2014/main" id="{7E19812A-D49E-AA25-93D1-7939A711672A}"/>
                </a:ext>
              </a:extLst>
            </p:cNvPr>
            <p:cNvSpPr>
              <a:spLocks noGrp="1"/>
            </p:cNvSpPr>
            <p:nvPr/>
          </p:nvSpPr>
          <p:spPr>
            <a:xfrm>
              <a:off x="1095008" y="4938874"/>
              <a:ext cx="33892" cy="28078"/>
            </a:xfrm>
            <a:custGeom>
              <a:avLst/>
              <a:gdLst/>
              <a:ahLst/>
              <a:cxnLst/>
              <a:rect l="0" t="0" r="0" b="0"/>
              <a:pathLst>
                <a:path w="33892" h="28078">
                  <a:moveTo>
                    <a:pt x="33892" y="28078"/>
                  </a:moveTo>
                  <a:lnTo>
                    <a:pt x="0" y="0"/>
                  </a:lnTo>
                </a:path>
              </a:pathLst>
            </a:custGeom>
            <a:noFill/>
            <a:ln w="8096">
              <a:solidFill>
                <a:srgbClr val="8193A1"/>
              </a:solidFill>
            </a:ln>
          </p:spPr>
        </p:sp>
        <p:sp>
          <p:nvSpPr>
            <p:cNvPr id="744" name="Input_receptor__743">
              <a:extLst>
                <a:ext uri="{FF2B5EF4-FFF2-40B4-BE49-F238E27FC236}">
                  <a16:creationId xmlns:a16="http://schemas.microsoft.com/office/drawing/2014/main" id="{F778CC26-F8FD-62F2-F1D6-1548020DB4F5}"/>
                </a:ext>
              </a:extLst>
            </p:cNvPr>
            <p:cNvSpPr>
              <a:spLocks noGrp="1"/>
            </p:cNvSpPr>
            <p:nvPr/>
          </p:nvSpPr>
          <p:spPr>
            <a:xfrm>
              <a:off x="1045652" y="4401083"/>
              <a:ext cx="14746" cy="5755"/>
            </a:xfrm>
            <a:custGeom>
              <a:avLst/>
              <a:gdLst/>
              <a:ahLst/>
              <a:cxnLst/>
              <a:rect l="0" t="0" r="0" b="0"/>
              <a:pathLst>
                <a:path w="14746" h="5755">
                  <a:moveTo>
                    <a:pt x="0" y="5755"/>
                  </a:moveTo>
                  <a:lnTo>
                    <a:pt x="14746" y="0"/>
                  </a:lnTo>
                </a:path>
              </a:pathLst>
            </a:custGeom>
            <a:noFill/>
            <a:ln w="20003">
              <a:solidFill>
                <a:srgbClr val="8293A1"/>
              </a:solidFill>
            </a:ln>
          </p:spPr>
        </p:sp>
        <p:sp>
          <p:nvSpPr>
            <p:cNvPr id="745" name="Input_receptor__744">
              <a:extLst>
                <a:ext uri="{FF2B5EF4-FFF2-40B4-BE49-F238E27FC236}">
                  <a16:creationId xmlns:a16="http://schemas.microsoft.com/office/drawing/2014/main" id="{97C273CE-A1FC-783C-2669-377785DDB4D7}"/>
                </a:ext>
              </a:extLst>
            </p:cNvPr>
            <p:cNvSpPr>
              <a:spLocks noGrp="1"/>
            </p:cNvSpPr>
            <p:nvPr/>
          </p:nvSpPr>
          <p:spPr>
            <a:xfrm>
              <a:off x="1412973" y="5121821"/>
              <a:ext cx="28224" cy="3728"/>
            </a:xfrm>
            <a:custGeom>
              <a:avLst/>
              <a:gdLst/>
              <a:ahLst/>
              <a:cxnLst/>
              <a:rect l="0" t="0" r="0" b="0"/>
              <a:pathLst>
                <a:path w="28224" h="3728">
                  <a:moveTo>
                    <a:pt x="0" y="0"/>
                  </a:moveTo>
                  <a:lnTo>
                    <a:pt x="28224" y="3728"/>
                  </a:lnTo>
                </a:path>
              </a:pathLst>
            </a:custGeom>
            <a:noFill/>
            <a:ln w="20003">
              <a:solidFill>
                <a:srgbClr val="8293A1"/>
              </a:solidFill>
            </a:ln>
          </p:spPr>
        </p:sp>
        <p:sp>
          <p:nvSpPr>
            <p:cNvPr id="746" name="Input_receptor__745">
              <a:extLst>
                <a:ext uri="{FF2B5EF4-FFF2-40B4-BE49-F238E27FC236}">
                  <a16:creationId xmlns:a16="http://schemas.microsoft.com/office/drawing/2014/main" id="{C806B1B9-C6A8-DBE7-D65C-2AEEFFED030B}"/>
                </a:ext>
              </a:extLst>
            </p:cNvPr>
            <p:cNvSpPr>
              <a:spLocks noGrp="1"/>
            </p:cNvSpPr>
            <p:nvPr/>
          </p:nvSpPr>
          <p:spPr>
            <a:xfrm>
              <a:off x="1071558" y="4900496"/>
              <a:ext cx="23450" cy="38378"/>
            </a:xfrm>
            <a:custGeom>
              <a:avLst/>
              <a:gdLst/>
              <a:ahLst/>
              <a:cxnLst/>
              <a:rect l="0" t="0" r="0" b="0"/>
              <a:pathLst>
                <a:path w="23450" h="38378">
                  <a:moveTo>
                    <a:pt x="23450" y="38378"/>
                  </a:moveTo>
                  <a:lnTo>
                    <a:pt x="0" y="0"/>
                  </a:lnTo>
                </a:path>
              </a:pathLst>
            </a:custGeom>
            <a:noFill/>
            <a:ln w="8096">
              <a:solidFill>
                <a:srgbClr val="8293A1"/>
              </a:solidFill>
            </a:ln>
          </p:spPr>
        </p:sp>
        <p:sp>
          <p:nvSpPr>
            <p:cNvPr id="747" name="Input_receptor__746">
              <a:extLst>
                <a:ext uri="{FF2B5EF4-FFF2-40B4-BE49-F238E27FC236}">
                  <a16:creationId xmlns:a16="http://schemas.microsoft.com/office/drawing/2014/main" id="{655AF6EC-9590-06CB-9ED7-39A4CB34786C}"/>
                </a:ext>
              </a:extLst>
            </p:cNvPr>
            <p:cNvSpPr>
              <a:spLocks noGrp="1"/>
            </p:cNvSpPr>
            <p:nvPr/>
          </p:nvSpPr>
          <p:spPr>
            <a:xfrm>
              <a:off x="1664870" y="5214229"/>
              <a:ext cx="34374" cy="13207"/>
            </a:xfrm>
            <a:custGeom>
              <a:avLst/>
              <a:gdLst/>
              <a:ahLst/>
              <a:cxnLst/>
              <a:rect l="0" t="0" r="0" b="0"/>
              <a:pathLst>
                <a:path w="34374" h="13207">
                  <a:moveTo>
                    <a:pt x="0" y="13207"/>
                  </a:moveTo>
                  <a:lnTo>
                    <a:pt x="34374" y="0"/>
                  </a:lnTo>
                </a:path>
              </a:pathLst>
            </a:custGeom>
            <a:noFill/>
            <a:ln w="20003">
              <a:solidFill>
                <a:srgbClr val="8293A1"/>
              </a:solidFill>
            </a:ln>
          </p:spPr>
        </p:sp>
        <p:sp>
          <p:nvSpPr>
            <p:cNvPr id="748" name="Input_receptor__747">
              <a:extLst>
                <a:ext uri="{FF2B5EF4-FFF2-40B4-BE49-F238E27FC236}">
                  <a16:creationId xmlns:a16="http://schemas.microsoft.com/office/drawing/2014/main" id="{CB357FCD-CF6D-2FFE-0D4F-C6CD64F1236B}"/>
                </a:ext>
              </a:extLst>
            </p:cNvPr>
            <p:cNvSpPr>
              <a:spLocks noGrp="1"/>
            </p:cNvSpPr>
            <p:nvPr/>
          </p:nvSpPr>
          <p:spPr>
            <a:xfrm>
              <a:off x="1140406" y="5112588"/>
              <a:ext cx="29548" cy="21186"/>
            </a:xfrm>
            <a:custGeom>
              <a:avLst/>
              <a:gdLst/>
              <a:ahLst/>
              <a:cxnLst/>
              <a:rect l="0" t="0" r="0" b="0"/>
              <a:pathLst>
                <a:path w="29548" h="21186">
                  <a:moveTo>
                    <a:pt x="0" y="0"/>
                  </a:moveTo>
                  <a:lnTo>
                    <a:pt x="29548" y="21186"/>
                  </a:lnTo>
                </a:path>
              </a:pathLst>
            </a:custGeom>
            <a:noFill/>
            <a:ln w="20003">
              <a:solidFill>
                <a:srgbClr val="8294A1"/>
              </a:solidFill>
            </a:ln>
          </p:spPr>
        </p:sp>
        <p:sp>
          <p:nvSpPr>
            <p:cNvPr id="749" name="Input_receptor__748">
              <a:extLst>
                <a:ext uri="{FF2B5EF4-FFF2-40B4-BE49-F238E27FC236}">
                  <a16:creationId xmlns:a16="http://schemas.microsoft.com/office/drawing/2014/main" id="{ACF97E6B-0054-8C01-674A-7B2EFCC883CD}"/>
                </a:ext>
              </a:extLst>
            </p:cNvPr>
            <p:cNvSpPr>
              <a:spLocks noGrp="1"/>
            </p:cNvSpPr>
            <p:nvPr/>
          </p:nvSpPr>
          <p:spPr>
            <a:xfrm>
              <a:off x="1607626" y="5453698"/>
              <a:ext cx="15065" cy="3472"/>
            </a:xfrm>
            <a:custGeom>
              <a:avLst/>
              <a:gdLst/>
              <a:ahLst/>
              <a:cxnLst/>
              <a:rect l="0" t="0" r="0" b="0"/>
              <a:pathLst>
                <a:path w="15065" h="3472">
                  <a:moveTo>
                    <a:pt x="15065" y="0"/>
                  </a:moveTo>
                  <a:lnTo>
                    <a:pt x="0" y="3472"/>
                  </a:lnTo>
                </a:path>
              </a:pathLst>
            </a:custGeom>
            <a:noFill/>
            <a:ln w="8096">
              <a:solidFill>
                <a:srgbClr val="8294A1"/>
              </a:solidFill>
            </a:ln>
          </p:spPr>
        </p:sp>
        <p:sp>
          <p:nvSpPr>
            <p:cNvPr id="750" name="Input_receptor__749">
              <a:extLst>
                <a:ext uri="{FF2B5EF4-FFF2-40B4-BE49-F238E27FC236}">
                  <a16:creationId xmlns:a16="http://schemas.microsoft.com/office/drawing/2014/main" id="{44340061-FD96-76EB-5513-3F65B165BB57}"/>
                </a:ext>
              </a:extLst>
            </p:cNvPr>
            <p:cNvSpPr>
              <a:spLocks noGrp="1"/>
            </p:cNvSpPr>
            <p:nvPr/>
          </p:nvSpPr>
          <p:spPr>
            <a:xfrm>
              <a:off x="1699244" y="5214229"/>
              <a:ext cx="30592" cy="16519"/>
            </a:xfrm>
            <a:custGeom>
              <a:avLst/>
              <a:gdLst/>
              <a:ahLst/>
              <a:cxnLst/>
              <a:rect l="0" t="0" r="0" b="0"/>
              <a:pathLst>
                <a:path w="30592" h="16519">
                  <a:moveTo>
                    <a:pt x="0" y="0"/>
                  </a:moveTo>
                  <a:lnTo>
                    <a:pt x="30592" y="16519"/>
                  </a:lnTo>
                </a:path>
              </a:pathLst>
            </a:custGeom>
            <a:noFill/>
            <a:ln w="20003">
              <a:solidFill>
                <a:srgbClr val="8294A1"/>
              </a:solidFill>
            </a:ln>
          </p:spPr>
        </p:sp>
        <p:sp>
          <p:nvSpPr>
            <p:cNvPr id="751" name="Input_receptor__750">
              <a:extLst>
                <a:ext uri="{FF2B5EF4-FFF2-40B4-BE49-F238E27FC236}">
                  <a16:creationId xmlns:a16="http://schemas.microsoft.com/office/drawing/2014/main" id="{6D4559DC-3FD7-0F3E-E398-AF4B14E5F9BD}"/>
                </a:ext>
              </a:extLst>
            </p:cNvPr>
            <p:cNvSpPr>
              <a:spLocks noGrp="1"/>
            </p:cNvSpPr>
            <p:nvPr/>
          </p:nvSpPr>
          <p:spPr>
            <a:xfrm>
              <a:off x="1128901" y="4952620"/>
              <a:ext cx="37589" cy="14332"/>
            </a:xfrm>
            <a:custGeom>
              <a:avLst/>
              <a:gdLst/>
              <a:ahLst/>
              <a:cxnLst/>
              <a:rect l="0" t="0" r="0" b="0"/>
              <a:pathLst>
                <a:path w="37589" h="14332">
                  <a:moveTo>
                    <a:pt x="37589" y="0"/>
                  </a:moveTo>
                  <a:lnTo>
                    <a:pt x="0" y="14332"/>
                  </a:lnTo>
                </a:path>
              </a:pathLst>
            </a:custGeom>
            <a:noFill/>
            <a:ln w="20003">
              <a:solidFill>
                <a:srgbClr val="8294A1"/>
              </a:solidFill>
            </a:ln>
          </p:spPr>
        </p:sp>
        <p:sp>
          <p:nvSpPr>
            <p:cNvPr id="752" name="Input_receptor__751">
              <a:extLst>
                <a:ext uri="{FF2B5EF4-FFF2-40B4-BE49-F238E27FC236}">
                  <a16:creationId xmlns:a16="http://schemas.microsoft.com/office/drawing/2014/main" id="{F3422FEC-DC07-0616-4234-2EEE16BD2857}"/>
                </a:ext>
              </a:extLst>
            </p:cNvPr>
            <p:cNvSpPr>
              <a:spLocks noGrp="1"/>
            </p:cNvSpPr>
            <p:nvPr/>
          </p:nvSpPr>
          <p:spPr>
            <a:xfrm>
              <a:off x="1333221" y="5607201"/>
              <a:ext cx="5596" cy="45823"/>
            </a:xfrm>
            <a:custGeom>
              <a:avLst/>
              <a:gdLst/>
              <a:ahLst/>
              <a:cxnLst/>
              <a:rect l="0" t="0" r="0" b="0"/>
              <a:pathLst>
                <a:path w="5596" h="45823">
                  <a:moveTo>
                    <a:pt x="5596" y="0"/>
                  </a:moveTo>
                  <a:lnTo>
                    <a:pt x="0" y="45823"/>
                  </a:lnTo>
                </a:path>
              </a:pathLst>
            </a:custGeom>
            <a:noFill/>
            <a:ln w="20003">
              <a:solidFill>
                <a:srgbClr val="8294A1"/>
              </a:solidFill>
            </a:ln>
          </p:spPr>
        </p:sp>
        <p:sp>
          <p:nvSpPr>
            <p:cNvPr id="753" name="Input_receptor__752">
              <a:extLst>
                <a:ext uri="{FF2B5EF4-FFF2-40B4-BE49-F238E27FC236}">
                  <a16:creationId xmlns:a16="http://schemas.microsoft.com/office/drawing/2014/main" id="{C4FA1A6F-79AC-4953-42FF-375F16439F4E}"/>
                </a:ext>
              </a:extLst>
            </p:cNvPr>
            <p:cNvSpPr>
              <a:spLocks noGrp="1"/>
            </p:cNvSpPr>
            <p:nvPr/>
          </p:nvSpPr>
          <p:spPr>
            <a:xfrm>
              <a:off x="1857271" y="5348405"/>
              <a:ext cx="22151" cy="32450"/>
            </a:xfrm>
            <a:custGeom>
              <a:avLst/>
              <a:gdLst/>
              <a:ahLst/>
              <a:cxnLst/>
              <a:rect l="0" t="0" r="0" b="0"/>
              <a:pathLst>
                <a:path w="22151" h="32450">
                  <a:moveTo>
                    <a:pt x="0" y="32450"/>
                  </a:moveTo>
                  <a:lnTo>
                    <a:pt x="22151" y="0"/>
                  </a:lnTo>
                </a:path>
              </a:pathLst>
            </a:custGeom>
            <a:noFill/>
            <a:ln w="20003">
              <a:solidFill>
                <a:srgbClr val="8294A2"/>
              </a:solidFill>
            </a:ln>
          </p:spPr>
        </p:sp>
        <p:sp>
          <p:nvSpPr>
            <p:cNvPr id="754" name="Input_receptor__753">
              <a:extLst>
                <a:ext uri="{FF2B5EF4-FFF2-40B4-BE49-F238E27FC236}">
                  <a16:creationId xmlns:a16="http://schemas.microsoft.com/office/drawing/2014/main" id="{EF63B75F-59C7-67C9-218E-D85669DE5788}"/>
                </a:ext>
              </a:extLst>
            </p:cNvPr>
            <p:cNvSpPr>
              <a:spLocks noGrp="1"/>
            </p:cNvSpPr>
            <p:nvPr/>
          </p:nvSpPr>
          <p:spPr>
            <a:xfrm>
              <a:off x="1525891" y="4625016"/>
              <a:ext cx="36699" cy="18773"/>
            </a:xfrm>
            <a:custGeom>
              <a:avLst/>
              <a:gdLst/>
              <a:ahLst/>
              <a:cxnLst/>
              <a:rect l="0" t="0" r="0" b="0"/>
              <a:pathLst>
                <a:path w="36699" h="18773">
                  <a:moveTo>
                    <a:pt x="36699" y="0"/>
                  </a:moveTo>
                  <a:lnTo>
                    <a:pt x="0" y="18773"/>
                  </a:lnTo>
                </a:path>
              </a:pathLst>
            </a:custGeom>
            <a:noFill/>
            <a:ln w="8096">
              <a:solidFill>
                <a:srgbClr val="8294A2"/>
              </a:solidFill>
            </a:ln>
          </p:spPr>
        </p:sp>
        <p:sp>
          <p:nvSpPr>
            <p:cNvPr id="755" name="Input_receptor__754">
              <a:extLst>
                <a:ext uri="{FF2B5EF4-FFF2-40B4-BE49-F238E27FC236}">
                  <a16:creationId xmlns:a16="http://schemas.microsoft.com/office/drawing/2014/main" id="{7DB424BE-02DC-5011-D8AA-B55B090D6EED}"/>
                </a:ext>
              </a:extLst>
            </p:cNvPr>
            <p:cNvSpPr>
              <a:spLocks noGrp="1"/>
            </p:cNvSpPr>
            <p:nvPr/>
          </p:nvSpPr>
          <p:spPr>
            <a:xfrm>
              <a:off x="1161299" y="4816454"/>
              <a:ext cx="39604" cy="2032"/>
            </a:xfrm>
            <a:custGeom>
              <a:avLst/>
              <a:gdLst/>
              <a:ahLst/>
              <a:cxnLst/>
              <a:rect l="0" t="0" r="0" b="0"/>
              <a:pathLst>
                <a:path w="39604" h="2032">
                  <a:moveTo>
                    <a:pt x="0" y="0"/>
                  </a:moveTo>
                  <a:lnTo>
                    <a:pt x="39604" y="2032"/>
                  </a:lnTo>
                </a:path>
              </a:pathLst>
            </a:custGeom>
            <a:noFill/>
            <a:ln w="20003">
              <a:solidFill>
                <a:srgbClr val="8294A2"/>
              </a:solidFill>
            </a:ln>
          </p:spPr>
        </p:sp>
        <p:sp>
          <p:nvSpPr>
            <p:cNvPr id="756" name="Input_receptor__755">
              <a:extLst>
                <a:ext uri="{FF2B5EF4-FFF2-40B4-BE49-F238E27FC236}">
                  <a16:creationId xmlns:a16="http://schemas.microsoft.com/office/drawing/2014/main" id="{DC231B4A-862C-FA70-F698-3A477A6F8478}"/>
                </a:ext>
              </a:extLst>
            </p:cNvPr>
            <p:cNvSpPr>
              <a:spLocks noGrp="1"/>
            </p:cNvSpPr>
            <p:nvPr/>
          </p:nvSpPr>
          <p:spPr>
            <a:xfrm>
              <a:off x="1753567" y="4931001"/>
              <a:ext cx="39187" cy="26427"/>
            </a:xfrm>
            <a:custGeom>
              <a:avLst/>
              <a:gdLst/>
              <a:ahLst/>
              <a:cxnLst/>
              <a:rect l="0" t="0" r="0" b="0"/>
              <a:pathLst>
                <a:path w="39187" h="26427">
                  <a:moveTo>
                    <a:pt x="0" y="26427"/>
                  </a:moveTo>
                  <a:lnTo>
                    <a:pt x="39187" y="0"/>
                  </a:lnTo>
                </a:path>
              </a:pathLst>
            </a:custGeom>
            <a:noFill/>
            <a:ln w="20003">
              <a:solidFill>
                <a:srgbClr val="8294A2"/>
              </a:solidFill>
            </a:ln>
          </p:spPr>
        </p:sp>
        <p:sp>
          <p:nvSpPr>
            <p:cNvPr id="757" name="Input_receptor__756">
              <a:extLst>
                <a:ext uri="{FF2B5EF4-FFF2-40B4-BE49-F238E27FC236}">
                  <a16:creationId xmlns:a16="http://schemas.microsoft.com/office/drawing/2014/main" id="{053063E5-9CD5-A852-243A-4C7C7D65438A}"/>
                </a:ext>
              </a:extLst>
            </p:cNvPr>
            <p:cNvSpPr>
              <a:spLocks noGrp="1"/>
            </p:cNvSpPr>
            <p:nvPr/>
          </p:nvSpPr>
          <p:spPr>
            <a:xfrm>
              <a:off x="1440653" y="4683284"/>
              <a:ext cx="42981" cy="16954"/>
            </a:xfrm>
            <a:custGeom>
              <a:avLst/>
              <a:gdLst/>
              <a:ahLst/>
              <a:cxnLst/>
              <a:rect l="0" t="0" r="0" b="0"/>
              <a:pathLst>
                <a:path w="42981" h="16954">
                  <a:moveTo>
                    <a:pt x="42981" y="16954"/>
                  </a:moveTo>
                  <a:lnTo>
                    <a:pt x="0" y="0"/>
                  </a:lnTo>
                </a:path>
              </a:pathLst>
            </a:custGeom>
            <a:noFill/>
            <a:ln w="20003">
              <a:solidFill>
                <a:srgbClr val="8294A2"/>
              </a:solidFill>
            </a:ln>
          </p:spPr>
        </p:sp>
        <p:sp>
          <p:nvSpPr>
            <p:cNvPr id="758" name="Input_receptor__757">
              <a:extLst>
                <a:ext uri="{FF2B5EF4-FFF2-40B4-BE49-F238E27FC236}">
                  <a16:creationId xmlns:a16="http://schemas.microsoft.com/office/drawing/2014/main" id="{DC312CD7-FA74-3330-A45A-84F41A6FEBB8}"/>
                </a:ext>
              </a:extLst>
            </p:cNvPr>
            <p:cNvSpPr>
              <a:spLocks noGrp="1"/>
            </p:cNvSpPr>
            <p:nvPr/>
          </p:nvSpPr>
          <p:spPr>
            <a:xfrm>
              <a:off x="1424970" y="5057400"/>
              <a:ext cx="39657" cy="26567"/>
            </a:xfrm>
            <a:custGeom>
              <a:avLst/>
              <a:gdLst/>
              <a:ahLst/>
              <a:cxnLst/>
              <a:rect l="0" t="0" r="0" b="0"/>
              <a:pathLst>
                <a:path w="39657" h="26567">
                  <a:moveTo>
                    <a:pt x="39657" y="26567"/>
                  </a:moveTo>
                  <a:lnTo>
                    <a:pt x="0" y="0"/>
                  </a:lnTo>
                </a:path>
              </a:pathLst>
            </a:custGeom>
            <a:noFill/>
            <a:ln w="20003">
              <a:solidFill>
                <a:srgbClr val="8294A2"/>
              </a:solidFill>
            </a:ln>
          </p:spPr>
        </p:sp>
        <p:sp>
          <p:nvSpPr>
            <p:cNvPr id="759" name="Input_receptor__758">
              <a:extLst>
                <a:ext uri="{FF2B5EF4-FFF2-40B4-BE49-F238E27FC236}">
                  <a16:creationId xmlns:a16="http://schemas.microsoft.com/office/drawing/2014/main" id="{47DD3479-0B14-B1F4-427B-8C5551955B12}"/>
                </a:ext>
              </a:extLst>
            </p:cNvPr>
            <p:cNvSpPr>
              <a:spLocks noGrp="1"/>
            </p:cNvSpPr>
            <p:nvPr/>
          </p:nvSpPr>
          <p:spPr>
            <a:xfrm>
              <a:off x="1135577" y="5299257"/>
              <a:ext cx="40837" cy="23910"/>
            </a:xfrm>
            <a:custGeom>
              <a:avLst/>
              <a:gdLst/>
              <a:ahLst/>
              <a:cxnLst/>
              <a:rect l="0" t="0" r="0" b="0"/>
              <a:pathLst>
                <a:path w="40837" h="23910">
                  <a:moveTo>
                    <a:pt x="0" y="23910"/>
                  </a:moveTo>
                  <a:lnTo>
                    <a:pt x="40837" y="0"/>
                  </a:lnTo>
                </a:path>
              </a:pathLst>
            </a:custGeom>
            <a:noFill/>
            <a:ln w="20003">
              <a:solidFill>
                <a:srgbClr val="8294A2"/>
              </a:solidFill>
            </a:ln>
          </p:spPr>
        </p:sp>
        <p:sp>
          <p:nvSpPr>
            <p:cNvPr id="760" name="Input_receptor__759">
              <a:extLst>
                <a:ext uri="{FF2B5EF4-FFF2-40B4-BE49-F238E27FC236}">
                  <a16:creationId xmlns:a16="http://schemas.microsoft.com/office/drawing/2014/main" id="{22C879A0-11AC-A861-103B-40AC87BAB2AE}"/>
                </a:ext>
              </a:extLst>
            </p:cNvPr>
            <p:cNvSpPr>
              <a:spLocks noGrp="1"/>
            </p:cNvSpPr>
            <p:nvPr/>
          </p:nvSpPr>
          <p:spPr>
            <a:xfrm>
              <a:off x="1092860" y="5484372"/>
              <a:ext cx="47308" cy="9626"/>
            </a:xfrm>
            <a:custGeom>
              <a:avLst/>
              <a:gdLst/>
              <a:ahLst/>
              <a:cxnLst/>
              <a:rect l="0" t="0" r="0" b="0"/>
              <a:pathLst>
                <a:path w="47308" h="9626">
                  <a:moveTo>
                    <a:pt x="47308" y="0"/>
                  </a:moveTo>
                  <a:lnTo>
                    <a:pt x="0" y="9626"/>
                  </a:lnTo>
                </a:path>
              </a:pathLst>
            </a:custGeom>
            <a:noFill/>
            <a:ln w="20003">
              <a:solidFill>
                <a:srgbClr val="8294A2"/>
              </a:solidFill>
            </a:ln>
          </p:spPr>
        </p:sp>
        <p:sp>
          <p:nvSpPr>
            <p:cNvPr id="761" name="Input_receptor__760">
              <a:extLst>
                <a:ext uri="{FF2B5EF4-FFF2-40B4-BE49-F238E27FC236}">
                  <a16:creationId xmlns:a16="http://schemas.microsoft.com/office/drawing/2014/main" id="{C47F63A2-328D-F86B-B48C-CF8282485B30}"/>
                </a:ext>
              </a:extLst>
            </p:cNvPr>
            <p:cNvSpPr>
              <a:spLocks noGrp="1"/>
            </p:cNvSpPr>
            <p:nvPr/>
          </p:nvSpPr>
          <p:spPr>
            <a:xfrm>
              <a:off x="1087915" y="4822893"/>
              <a:ext cx="28235" cy="33737"/>
            </a:xfrm>
            <a:custGeom>
              <a:avLst/>
              <a:gdLst/>
              <a:ahLst/>
              <a:cxnLst/>
              <a:rect l="0" t="0" r="0" b="0"/>
              <a:pathLst>
                <a:path w="28235" h="33737">
                  <a:moveTo>
                    <a:pt x="28235" y="33737"/>
                  </a:moveTo>
                  <a:lnTo>
                    <a:pt x="0" y="0"/>
                  </a:lnTo>
                </a:path>
              </a:pathLst>
            </a:custGeom>
            <a:noFill/>
            <a:ln w="20003">
              <a:solidFill>
                <a:srgbClr val="8294A2"/>
              </a:solidFill>
            </a:ln>
          </p:spPr>
        </p:sp>
        <p:sp>
          <p:nvSpPr>
            <p:cNvPr id="762" name="Input_receptor__761">
              <a:extLst>
                <a:ext uri="{FF2B5EF4-FFF2-40B4-BE49-F238E27FC236}">
                  <a16:creationId xmlns:a16="http://schemas.microsoft.com/office/drawing/2014/main" id="{26E7CA0D-9444-ED91-0541-63226A701D85}"/>
                </a:ext>
              </a:extLst>
            </p:cNvPr>
            <p:cNvSpPr>
              <a:spLocks noGrp="1"/>
            </p:cNvSpPr>
            <p:nvPr/>
          </p:nvSpPr>
          <p:spPr>
            <a:xfrm>
              <a:off x="1259951" y="4971940"/>
              <a:ext cx="38080" cy="5475"/>
            </a:xfrm>
            <a:custGeom>
              <a:avLst/>
              <a:gdLst/>
              <a:ahLst/>
              <a:cxnLst/>
              <a:rect l="0" t="0" r="0" b="0"/>
              <a:pathLst>
                <a:path w="38080" h="5475">
                  <a:moveTo>
                    <a:pt x="38080" y="0"/>
                  </a:moveTo>
                  <a:lnTo>
                    <a:pt x="0" y="5475"/>
                  </a:lnTo>
                </a:path>
              </a:pathLst>
            </a:custGeom>
            <a:noFill/>
            <a:ln w="20003">
              <a:solidFill>
                <a:srgbClr val="8294A2"/>
              </a:solidFill>
            </a:ln>
          </p:spPr>
        </p:sp>
        <p:sp>
          <p:nvSpPr>
            <p:cNvPr id="763" name="Input_receptor__762">
              <a:extLst>
                <a:ext uri="{FF2B5EF4-FFF2-40B4-BE49-F238E27FC236}">
                  <a16:creationId xmlns:a16="http://schemas.microsoft.com/office/drawing/2014/main" id="{759F60CD-B50D-11A8-70C6-3A5A62BF27A4}"/>
                </a:ext>
              </a:extLst>
            </p:cNvPr>
            <p:cNvSpPr>
              <a:spLocks noGrp="1"/>
            </p:cNvSpPr>
            <p:nvPr/>
          </p:nvSpPr>
          <p:spPr>
            <a:xfrm>
              <a:off x="1736353" y="4892769"/>
              <a:ext cx="28526" cy="6348"/>
            </a:xfrm>
            <a:custGeom>
              <a:avLst/>
              <a:gdLst/>
              <a:ahLst/>
              <a:cxnLst/>
              <a:rect l="0" t="0" r="0" b="0"/>
              <a:pathLst>
                <a:path w="28526" h="6348">
                  <a:moveTo>
                    <a:pt x="28526" y="0"/>
                  </a:moveTo>
                  <a:lnTo>
                    <a:pt x="0" y="6348"/>
                  </a:lnTo>
                </a:path>
              </a:pathLst>
            </a:custGeom>
            <a:noFill/>
            <a:ln w="20003">
              <a:solidFill>
                <a:srgbClr val="8294A2"/>
              </a:solidFill>
            </a:ln>
          </p:spPr>
        </p:sp>
        <p:sp>
          <p:nvSpPr>
            <p:cNvPr id="764" name="Input_receptor__763">
              <a:extLst>
                <a:ext uri="{FF2B5EF4-FFF2-40B4-BE49-F238E27FC236}">
                  <a16:creationId xmlns:a16="http://schemas.microsoft.com/office/drawing/2014/main" id="{AC03D1DB-0982-C1B2-DB87-7CE3FCD6B80B}"/>
                </a:ext>
              </a:extLst>
            </p:cNvPr>
            <p:cNvSpPr>
              <a:spLocks noGrp="1"/>
            </p:cNvSpPr>
            <p:nvPr/>
          </p:nvSpPr>
          <p:spPr>
            <a:xfrm>
              <a:off x="1053162" y="4882742"/>
              <a:ext cx="18396" cy="17754"/>
            </a:xfrm>
            <a:custGeom>
              <a:avLst/>
              <a:gdLst/>
              <a:ahLst/>
              <a:cxnLst/>
              <a:rect l="0" t="0" r="0" b="0"/>
              <a:pathLst>
                <a:path w="18396" h="17754">
                  <a:moveTo>
                    <a:pt x="18396" y="17754"/>
                  </a:moveTo>
                  <a:lnTo>
                    <a:pt x="0" y="0"/>
                  </a:lnTo>
                </a:path>
              </a:pathLst>
            </a:custGeom>
            <a:noFill/>
            <a:ln w="20003">
              <a:solidFill>
                <a:srgbClr val="8294A2"/>
              </a:solidFill>
            </a:ln>
          </p:spPr>
        </p:sp>
        <p:sp>
          <p:nvSpPr>
            <p:cNvPr id="765" name="Input_receptor__764">
              <a:extLst>
                <a:ext uri="{FF2B5EF4-FFF2-40B4-BE49-F238E27FC236}">
                  <a16:creationId xmlns:a16="http://schemas.microsoft.com/office/drawing/2014/main" id="{AABBE541-BB62-5E8D-7251-A739CE7B82D3}"/>
                </a:ext>
              </a:extLst>
            </p:cNvPr>
            <p:cNvSpPr>
              <a:spLocks noGrp="1"/>
            </p:cNvSpPr>
            <p:nvPr/>
          </p:nvSpPr>
          <p:spPr>
            <a:xfrm>
              <a:off x="1183535" y="5339659"/>
              <a:ext cx="11140" cy="25668"/>
            </a:xfrm>
            <a:custGeom>
              <a:avLst/>
              <a:gdLst/>
              <a:ahLst/>
              <a:cxnLst/>
              <a:rect l="0" t="0" r="0" b="0"/>
              <a:pathLst>
                <a:path w="11140" h="25668">
                  <a:moveTo>
                    <a:pt x="11140" y="0"/>
                  </a:moveTo>
                  <a:lnTo>
                    <a:pt x="0" y="25668"/>
                  </a:lnTo>
                </a:path>
              </a:pathLst>
            </a:custGeom>
            <a:noFill/>
            <a:ln w="20003">
              <a:solidFill>
                <a:srgbClr val="8394A2"/>
              </a:solidFill>
            </a:ln>
          </p:spPr>
        </p:sp>
        <p:sp>
          <p:nvSpPr>
            <p:cNvPr id="766" name="Input_receptor__765">
              <a:extLst>
                <a:ext uri="{FF2B5EF4-FFF2-40B4-BE49-F238E27FC236}">
                  <a16:creationId xmlns:a16="http://schemas.microsoft.com/office/drawing/2014/main" id="{84F2C898-9385-1D28-4A09-1336979526E3}"/>
                </a:ext>
              </a:extLst>
            </p:cNvPr>
            <p:cNvSpPr>
              <a:spLocks noGrp="1"/>
            </p:cNvSpPr>
            <p:nvPr/>
          </p:nvSpPr>
          <p:spPr>
            <a:xfrm>
              <a:off x="1693662" y="5066797"/>
              <a:ext cx="18617" cy="6157"/>
            </a:xfrm>
            <a:custGeom>
              <a:avLst/>
              <a:gdLst/>
              <a:ahLst/>
              <a:cxnLst/>
              <a:rect l="0" t="0" r="0" b="0"/>
              <a:pathLst>
                <a:path w="18617" h="6157">
                  <a:moveTo>
                    <a:pt x="18617" y="6157"/>
                  </a:moveTo>
                  <a:lnTo>
                    <a:pt x="0" y="0"/>
                  </a:lnTo>
                </a:path>
              </a:pathLst>
            </a:custGeom>
            <a:noFill/>
            <a:ln w="20003">
              <a:solidFill>
                <a:srgbClr val="8394A2"/>
              </a:solidFill>
            </a:ln>
          </p:spPr>
        </p:sp>
        <p:sp>
          <p:nvSpPr>
            <p:cNvPr id="767" name="Input_receptor__766">
              <a:extLst>
                <a:ext uri="{FF2B5EF4-FFF2-40B4-BE49-F238E27FC236}">
                  <a16:creationId xmlns:a16="http://schemas.microsoft.com/office/drawing/2014/main" id="{FC9349B1-888F-39D7-2BA1-937AD83C954A}"/>
                </a:ext>
              </a:extLst>
            </p:cNvPr>
            <p:cNvSpPr>
              <a:spLocks noGrp="1"/>
            </p:cNvSpPr>
            <p:nvPr/>
          </p:nvSpPr>
          <p:spPr>
            <a:xfrm>
              <a:off x="1122961" y="5526039"/>
              <a:ext cx="27489" cy="23701"/>
            </a:xfrm>
            <a:custGeom>
              <a:avLst/>
              <a:gdLst/>
              <a:ahLst/>
              <a:cxnLst/>
              <a:rect l="0" t="0" r="0" b="0"/>
              <a:pathLst>
                <a:path w="27489" h="23701">
                  <a:moveTo>
                    <a:pt x="0" y="23701"/>
                  </a:moveTo>
                  <a:lnTo>
                    <a:pt x="27489" y="0"/>
                  </a:lnTo>
                </a:path>
              </a:pathLst>
            </a:custGeom>
            <a:noFill/>
            <a:ln w="20003">
              <a:solidFill>
                <a:srgbClr val="8394A2"/>
              </a:solidFill>
            </a:ln>
          </p:spPr>
        </p:sp>
        <p:sp>
          <p:nvSpPr>
            <p:cNvPr id="768" name="Input_receptor__767">
              <a:extLst>
                <a:ext uri="{FF2B5EF4-FFF2-40B4-BE49-F238E27FC236}">
                  <a16:creationId xmlns:a16="http://schemas.microsoft.com/office/drawing/2014/main" id="{EAC1B3EC-AF36-A52A-AE44-BFEFB22996EA}"/>
                </a:ext>
              </a:extLst>
            </p:cNvPr>
            <p:cNvSpPr>
              <a:spLocks noGrp="1"/>
            </p:cNvSpPr>
            <p:nvPr/>
          </p:nvSpPr>
          <p:spPr>
            <a:xfrm>
              <a:off x="1343835" y="5181434"/>
              <a:ext cx="19199" cy="42552"/>
            </a:xfrm>
            <a:custGeom>
              <a:avLst/>
              <a:gdLst/>
              <a:ahLst/>
              <a:cxnLst/>
              <a:rect l="0" t="0" r="0" b="0"/>
              <a:pathLst>
                <a:path w="19199" h="42552">
                  <a:moveTo>
                    <a:pt x="0" y="42552"/>
                  </a:moveTo>
                  <a:lnTo>
                    <a:pt x="19199" y="0"/>
                  </a:lnTo>
                </a:path>
              </a:pathLst>
            </a:custGeom>
            <a:noFill/>
            <a:ln w="20003">
              <a:solidFill>
                <a:srgbClr val="8394A2"/>
              </a:solidFill>
            </a:ln>
          </p:spPr>
        </p:sp>
        <p:sp>
          <p:nvSpPr>
            <p:cNvPr id="769" name="Input_receptor__768">
              <a:extLst>
                <a:ext uri="{FF2B5EF4-FFF2-40B4-BE49-F238E27FC236}">
                  <a16:creationId xmlns:a16="http://schemas.microsoft.com/office/drawing/2014/main" id="{3290C6B4-B1C2-7799-4B5D-AC514744A622}"/>
                </a:ext>
              </a:extLst>
            </p:cNvPr>
            <p:cNvSpPr>
              <a:spLocks noGrp="1"/>
            </p:cNvSpPr>
            <p:nvPr/>
          </p:nvSpPr>
          <p:spPr>
            <a:xfrm>
              <a:off x="1609258" y="5383634"/>
              <a:ext cx="38819" cy="8293"/>
            </a:xfrm>
            <a:custGeom>
              <a:avLst/>
              <a:gdLst/>
              <a:ahLst/>
              <a:cxnLst/>
              <a:rect l="0" t="0" r="0" b="0"/>
              <a:pathLst>
                <a:path w="38819" h="8293">
                  <a:moveTo>
                    <a:pt x="38819" y="8293"/>
                  </a:moveTo>
                  <a:lnTo>
                    <a:pt x="0" y="0"/>
                  </a:lnTo>
                </a:path>
              </a:pathLst>
            </a:custGeom>
            <a:noFill/>
            <a:ln w="20003">
              <a:solidFill>
                <a:srgbClr val="8394A2"/>
              </a:solidFill>
            </a:ln>
          </p:spPr>
        </p:sp>
        <p:sp>
          <p:nvSpPr>
            <p:cNvPr id="770" name="Input_receptor__769">
              <a:extLst>
                <a:ext uri="{FF2B5EF4-FFF2-40B4-BE49-F238E27FC236}">
                  <a16:creationId xmlns:a16="http://schemas.microsoft.com/office/drawing/2014/main" id="{D0830527-C063-7A34-9519-92F84A3A2419}"/>
                </a:ext>
              </a:extLst>
            </p:cNvPr>
            <p:cNvSpPr>
              <a:spLocks noGrp="1"/>
            </p:cNvSpPr>
            <p:nvPr/>
          </p:nvSpPr>
          <p:spPr>
            <a:xfrm>
              <a:off x="1710948" y="5230748"/>
              <a:ext cx="18888" cy="43935"/>
            </a:xfrm>
            <a:custGeom>
              <a:avLst/>
              <a:gdLst/>
              <a:ahLst/>
              <a:cxnLst/>
              <a:rect l="0" t="0" r="0" b="0"/>
              <a:pathLst>
                <a:path w="18888" h="43935">
                  <a:moveTo>
                    <a:pt x="18888" y="0"/>
                  </a:moveTo>
                  <a:lnTo>
                    <a:pt x="0" y="43935"/>
                  </a:lnTo>
                </a:path>
              </a:pathLst>
            </a:custGeom>
            <a:noFill/>
            <a:ln w="20003">
              <a:solidFill>
                <a:srgbClr val="8394A2"/>
              </a:solidFill>
            </a:ln>
          </p:spPr>
        </p:sp>
        <p:sp>
          <p:nvSpPr>
            <p:cNvPr id="771" name="Input_receptor__770">
              <a:extLst>
                <a:ext uri="{FF2B5EF4-FFF2-40B4-BE49-F238E27FC236}">
                  <a16:creationId xmlns:a16="http://schemas.microsoft.com/office/drawing/2014/main" id="{07562ED5-8C84-BF70-20D1-5991B42F23D6}"/>
                </a:ext>
              </a:extLst>
            </p:cNvPr>
            <p:cNvSpPr>
              <a:spLocks noGrp="1"/>
            </p:cNvSpPr>
            <p:nvPr/>
          </p:nvSpPr>
          <p:spPr>
            <a:xfrm>
              <a:off x="1441196" y="5083966"/>
              <a:ext cx="23430" cy="41583"/>
            </a:xfrm>
            <a:custGeom>
              <a:avLst/>
              <a:gdLst/>
              <a:ahLst/>
              <a:cxnLst/>
              <a:rect l="0" t="0" r="0" b="0"/>
              <a:pathLst>
                <a:path w="23430" h="41583">
                  <a:moveTo>
                    <a:pt x="0" y="41583"/>
                  </a:moveTo>
                  <a:lnTo>
                    <a:pt x="23430" y="0"/>
                  </a:lnTo>
                </a:path>
              </a:pathLst>
            </a:custGeom>
            <a:noFill/>
            <a:ln w="20003">
              <a:solidFill>
                <a:srgbClr val="8394A2"/>
              </a:solidFill>
            </a:ln>
          </p:spPr>
        </p:sp>
        <p:sp>
          <p:nvSpPr>
            <p:cNvPr id="772" name="Input_receptor__771">
              <a:extLst>
                <a:ext uri="{FF2B5EF4-FFF2-40B4-BE49-F238E27FC236}">
                  <a16:creationId xmlns:a16="http://schemas.microsoft.com/office/drawing/2014/main" id="{FEBF6706-9819-9423-94E5-2889546D7CB2}"/>
                </a:ext>
              </a:extLst>
            </p:cNvPr>
            <p:cNvSpPr>
              <a:spLocks noGrp="1"/>
            </p:cNvSpPr>
            <p:nvPr/>
          </p:nvSpPr>
          <p:spPr>
            <a:xfrm>
              <a:off x="1201632" y="4394667"/>
              <a:ext cx="10765" cy="23894"/>
            </a:xfrm>
            <a:custGeom>
              <a:avLst/>
              <a:gdLst/>
              <a:ahLst/>
              <a:cxnLst/>
              <a:rect l="0" t="0" r="0" b="0"/>
              <a:pathLst>
                <a:path w="10765" h="23894">
                  <a:moveTo>
                    <a:pt x="0" y="23894"/>
                  </a:moveTo>
                  <a:lnTo>
                    <a:pt x="10765" y="0"/>
                  </a:lnTo>
                </a:path>
              </a:pathLst>
            </a:custGeom>
            <a:noFill/>
            <a:ln w="8096">
              <a:solidFill>
                <a:srgbClr val="8394A2"/>
              </a:solidFill>
            </a:ln>
          </p:spPr>
        </p:sp>
        <p:sp>
          <p:nvSpPr>
            <p:cNvPr id="773" name="Input_receptor__772">
              <a:extLst>
                <a:ext uri="{FF2B5EF4-FFF2-40B4-BE49-F238E27FC236}">
                  <a16:creationId xmlns:a16="http://schemas.microsoft.com/office/drawing/2014/main" id="{3CED49CD-8B75-25FC-BC55-F64C740FF482}"/>
                </a:ext>
              </a:extLst>
            </p:cNvPr>
            <p:cNvSpPr>
              <a:spLocks noGrp="1"/>
            </p:cNvSpPr>
            <p:nvPr/>
          </p:nvSpPr>
          <p:spPr>
            <a:xfrm>
              <a:off x="1832208" y="4865067"/>
              <a:ext cx="5396" cy="15451"/>
            </a:xfrm>
            <a:custGeom>
              <a:avLst/>
              <a:gdLst/>
              <a:ahLst/>
              <a:cxnLst/>
              <a:rect l="0" t="0" r="0" b="0"/>
              <a:pathLst>
                <a:path w="5396" h="15451">
                  <a:moveTo>
                    <a:pt x="5396" y="15451"/>
                  </a:moveTo>
                  <a:lnTo>
                    <a:pt x="0" y="0"/>
                  </a:lnTo>
                </a:path>
              </a:pathLst>
            </a:custGeom>
            <a:noFill/>
            <a:ln w="8096">
              <a:solidFill>
                <a:srgbClr val="8394A2"/>
              </a:solidFill>
            </a:ln>
          </p:spPr>
        </p:sp>
        <p:sp>
          <p:nvSpPr>
            <p:cNvPr id="774" name="Input_receptor__773">
              <a:extLst>
                <a:ext uri="{FF2B5EF4-FFF2-40B4-BE49-F238E27FC236}">
                  <a16:creationId xmlns:a16="http://schemas.microsoft.com/office/drawing/2014/main" id="{77FDD541-6FC8-BC3D-8800-82E761395E68}"/>
                </a:ext>
              </a:extLst>
            </p:cNvPr>
            <p:cNvSpPr>
              <a:spLocks noGrp="1"/>
            </p:cNvSpPr>
            <p:nvPr/>
          </p:nvSpPr>
          <p:spPr>
            <a:xfrm>
              <a:off x="1486029" y="4616997"/>
              <a:ext cx="39862" cy="26793"/>
            </a:xfrm>
            <a:custGeom>
              <a:avLst/>
              <a:gdLst/>
              <a:ahLst/>
              <a:cxnLst/>
              <a:rect l="0" t="0" r="0" b="0"/>
              <a:pathLst>
                <a:path w="39862" h="26793">
                  <a:moveTo>
                    <a:pt x="39862" y="26793"/>
                  </a:moveTo>
                  <a:lnTo>
                    <a:pt x="0" y="0"/>
                  </a:lnTo>
                </a:path>
              </a:pathLst>
            </a:custGeom>
            <a:noFill/>
            <a:ln w="8096">
              <a:solidFill>
                <a:srgbClr val="8394A2"/>
              </a:solidFill>
            </a:ln>
          </p:spPr>
        </p:sp>
        <p:sp>
          <p:nvSpPr>
            <p:cNvPr id="775" name="Input_receptor__774">
              <a:extLst>
                <a:ext uri="{FF2B5EF4-FFF2-40B4-BE49-F238E27FC236}">
                  <a16:creationId xmlns:a16="http://schemas.microsoft.com/office/drawing/2014/main" id="{B101B797-0BCE-63D4-1B37-D7089142F738}"/>
                </a:ext>
              </a:extLst>
            </p:cNvPr>
            <p:cNvSpPr>
              <a:spLocks noGrp="1"/>
            </p:cNvSpPr>
            <p:nvPr/>
          </p:nvSpPr>
          <p:spPr>
            <a:xfrm>
              <a:off x="1247222" y="5283762"/>
              <a:ext cx="20585" cy="12565"/>
            </a:xfrm>
            <a:custGeom>
              <a:avLst/>
              <a:gdLst/>
              <a:ahLst/>
              <a:cxnLst/>
              <a:rect l="0" t="0" r="0" b="0"/>
              <a:pathLst>
                <a:path w="20585" h="12565">
                  <a:moveTo>
                    <a:pt x="0" y="0"/>
                  </a:moveTo>
                  <a:lnTo>
                    <a:pt x="20585" y="12565"/>
                  </a:lnTo>
                </a:path>
              </a:pathLst>
            </a:custGeom>
            <a:noFill/>
            <a:ln w="20003">
              <a:solidFill>
                <a:srgbClr val="8395A2"/>
              </a:solidFill>
            </a:ln>
          </p:spPr>
        </p:sp>
        <p:sp>
          <p:nvSpPr>
            <p:cNvPr id="776" name="Input_receptor__775">
              <a:extLst>
                <a:ext uri="{FF2B5EF4-FFF2-40B4-BE49-F238E27FC236}">
                  <a16:creationId xmlns:a16="http://schemas.microsoft.com/office/drawing/2014/main" id="{6CB2A187-D918-8113-DB34-1789AD1E9374}"/>
                </a:ext>
              </a:extLst>
            </p:cNvPr>
            <p:cNvSpPr>
              <a:spLocks noGrp="1"/>
            </p:cNvSpPr>
            <p:nvPr/>
          </p:nvSpPr>
          <p:spPr>
            <a:xfrm>
              <a:off x="1636273" y="5164335"/>
              <a:ext cx="33202" cy="18503"/>
            </a:xfrm>
            <a:custGeom>
              <a:avLst/>
              <a:gdLst/>
              <a:ahLst/>
              <a:cxnLst/>
              <a:rect l="0" t="0" r="0" b="0"/>
              <a:pathLst>
                <a:path w="33202" h="18503">
                  <a:moveTo>
                    <a:pt x="0" y="0"/>
                  </a:moveTo>
                  <a:lnTo>
                    <a:pt x="33202" y="18503"/>
                  </a:lnTo>
                </a:path>
              </a:pathLst>
            </a:custGeom>
            <a:noFill/>
            <a:ln w="8096">
              <a:solidFill>
                <a:srgbClr val="8395A2"/>
              </a:solidFill>
            </a:ln>
          </p:spPr>
        </p:sp>
        <p:sp>
          <p:nvSpPr>
            <p:cNvPr id="777" name="Input_receptor__776">
              <a:extLst>
                <a:ext uri="{FF2B5EF4-FFF2-40B4-BE49-F238E27FC236}">
                  <a16:creationId xmlns:a16="http://schemas.microsoft.com/office/drawing/2014/main" id="{C23BF1FB-154C-7AC2-4CB2-F415C56D3F0F}"/>
                </a:ext>
              </a:extLst>
            </p:cNvPr>
            <p:cNvSpPr>
              <a:spLocks noGrp="1"/>
            </p:cNvSpPr>
            <p:nvPr/>
          </p:nvSpPr>
          <p:spPr>
            <a:xfrm>
              <a:off x="1140168" y="5484372"/>
              <a:ext cx="10282" cy="41667"/>
            </a:xfrm>
            <a:custGeom>
              <a:avLst/>
              <a:gdLst/>
              <a:ahLst/>
              <a:cxnLst/>
              <a:rect l="0" t="0" r="0" b="0"/>
              <a:pathLst>
                <a:path w="10282" h="41667">
                  <a:moveTo>
                    <a:pt x="10282" y="41667"/>
                  </a:moveTo>
                  <a:lnTo>
                    <a:pt x="0" y="0"/>
                  </a:lnTo>
                </a:path>
              </a:pathLst>
            </a:custGeom>
            <a:noFill/>
            <a:ln w="20003">
              <a:solidFill>
                <a:srgbClr val="8395A2"/>
              </a:solidFill>
            </a:ln>
          </p:spPr>
        </p:sp>
        <p:sp>
          <p:nvSpPr>
            <p:cNvPr id="778" name="Input_receptor__777">
              <a:extLst>
                <a:ext uri="{FF2B5EF4-FFF2-40B4-BE49-F238E27FC236}">
                  <a16:creationId xmlns:a16="http://schemas.microsoft.com/office/drawing/2014/main" id="{6A7C1840-EFC4-7C69-3D43-303E050BC365}"/>
                </a:ext>
              </a:extLst>
            </p:cNvPr>
            <p:cNvSpPr>
              <a:spLocks noGrp="1"/>
            </p:cNvSpPr>
            <p:nvPr/>
          </p:nvSpPr>
          <p:spPr>
            <a:xfrm>
              <a:off x="1579976" y="5383634"/>
              <a:ext cx="29282" cy="3889"/>
            </a:xfrm>
            <a:custGeom>
              <a:avLst/>
              <a:gdLst/>
              <a:ahLst/>
              <a:cxnLst/>
              <a:rect l="0" t="0" r="0" b="0"/>
              <a:pathLst>
                <a:path w="29282" h="3889">
                  <a:moveTo>
                    <a:pt x="29282" y="0"/>
                  </a:moveTo>
                  <a:lnTo>
                    <a:pt x="0" y="3889"/>
                  </a:lnTo>
                </a:path>
              </a:pathLst>
            </a:custGeom>
            <a:noFill/>
            <a:ln w="20003">
              <a:solidFill>
                <a:srgbClr val="8395A3"/>
              </a:solidFill>
            </a:ln>
          </p:spPr>
        </p:sp>
        <p:sp>
          <p:nvSpPr>
            <p:cNvPr id="779" name="Input_receptor__778">
              <a:extLst>
                <a:ext uri="{FF2B5EF4-FFF2-40B4-BE49-F238E27FC236}">
                  <a16:creationId xmlns:a16="http://schemas.microsoft.com/office/drawing/2014/main" id="{3A428E38-1091-842A-D2BD-548578166414}"/>
                </a:ext>
              </a:extLst>
            </p:cNvPr>
            <p:cNvSpPr>
              <a:spLocks noGrp="1"/>
            </p:cNvSpPr>
            <p:nvPr/>
          </p:nvSpPr>
          <p:spPr>
            <a:xfrm>
              <a:off x="1604875" y="5164335"/>
              <a:ext cx="31398" cy="746"/>
            </a:xfrm>
            <a:custGeom>
              <a:avLst/>
              <a:gdLst/>
              <a:ahLst/>
              <a:cxnLst/>
              <a:rect l="0" t="0" r="0" b="0"/>
              <a:pathLst>
                <a:path w="31398" h="746">
                  <a:moveTo>
                    <a:pt x="0" y="746"/>
                  </a:moveTo>
                  <a:lnTo>
                    <a:pt x="31398" y="0"/>
                  </a:lnTo>
                </a:path>
              </a:pathLst>
            </a:custGeom>
            <a:noFill/>
            <a:ln w="20003">
              <a:solidFill>
                <a:srgbClr val="8395A3"/>
              </a:solidFill>
            </a:ln>
          </p:spPr>
        </p:sp>
        <p:sp>
          <p:nvSpPr>
            <p:cNvPr id="780" name="Input_receptor__779">
              <a:extLst>
                <a:ext uri="{FF2B5EF4-FFF2-40B4-BE49-F238E27FC236}">
                  <a16:creationId xmlns:a16="http://schemas.microsoft.com/office/drawing/2014/main" id="{D2698300-7622-B322-CB54-92B76E1798D1}"/>
                </a:ext>
              </a:extLst>
            </p:cNvPr>
            <p:cNvSpPr>
              <a:spLocks noGrp="1"/>
            </p:cNvSpPr>
            <p:nvPr/>
          </p:nvSpPr>
          <p:spPr>
            <a:xfrm>
              <a:off x="1741502" y="5152946"/>
              <a:ext cx="38867" cy="28367"/>
            </a:xfrm>
            <a:custGeom>
              <a:avLst/>
              <a:gdLst/>
              <a:ahLst/>
              <a:cxnLst/>
              <a:rect l="0" t="0" r="0" b="0"/>
              <a:pathLst>
                <a:path w="38867" h="28367">
                  <a:moveTo>
                    <a:pt x="38867" y="0"/>
                  </a:moveTo>
                  <a:lnTo>
                    <a:pt x="0" y="28367"/>
                  </a:lnTo>
                </a:path>
              </a:pathLst>
            </a:custGeom>
            <a:noFill/>
            <a:ln w="20003">
              <a:solidFill>
                <a:srgbClr val="8395A3"/>
              </a:solidFill>
            </a:ln>
          </p:spPr>
        </p:sp>
        <p:sp>
          <p:nvSpPr>
            <p:cNvPr id="781" name="Input_receptor__780">
              <a:extLst>
                <a:ext uri="{FF2B5EF4-FFF2-40B4-BE49-F238E27FC236}">
                  <a16:creationId xmlns:a16="http://schemas.microsoft.com/office/drawing/2014/main" id="{F2C71CF7-4383-2FC4-D6C2-5C31C0F2A914}"/>
                </a:ext>
              </a:extLst>
            </p:cNvPr>
            <p:cNvSpPr>
              <a:spLocks noGrp="1"/>
            </p:cNvSpPr>
            <p:nvPr/>
          </p:nvSpPr>
          <p:spPr>
            <a:xfrm>
              <a:off x="1555351" y="5324972"/>
              <a:ext cx="47749" cy="6889"/>
            </a:xfrm>
            <a:custGeom>
              <a:avLst/>
              <a:gdLst/>
              <a:ahLst/>
              <a:cxnLst/>
              <a:rect l="0" t="0" r="0" b="0"/>
              <a:pathLst>
                <a:path w="47749" h="6889">
                  <a:moveTo>
                    <a:pt x="47749" y="0"/>
                  </a:moveTo>
                  <a:lnTo>
                    <a:pt x="0" y="6889"/>
                  </a:lnTo>
                </a:path>
              </a:pathLst>
            </a:custGeom>
            <a:noFill/>
            <a:ln w="20003">
              <a:solidFill>
                <a:srgbClr val="8395A3"/>
              </a:solidFill>
            </a:ln>
          </p:spPr>
        </p:sp>
        <p:sp>
          <p:nvSpPr>
            <p:cNvPr id="782" name="Input_receptor__781">
              <a:extLst>
                <a:ext uri="{FF2B5EF4-FFF2-40B4-BE49-F238E27FC236}">
                  <a16:creationId xmlns:a16="http://schemas.microsoft.com/office/drawing/2014/main" id="{BA59BAFE-AE5A-B7ED-E00C-DD60B83BCD8D}"/>
                </a:ext>
              </a:extLst>
            </p:cNvPr>
            <p:cNvSpPr>
              <a:spLocks noGrp="1"/>
            </p:cNvSpPr>
            <p:nvPr/>
          </p:nvSpPr>
          <p:spPr>
            <a:xfrm>
              <a:off x="1702036" y="5007845"/>
              <a:ext cx="38028" cy="25913"/>
            </a:xfrm>
            <a:custGeom>
              <a:avLst/>
              <a:gdLst/>
              <a:ahLst/>
              <a:cxnLst/>
              <a:rect l="0" t="0" r="0" b="0"/>
              <a:pathLst>
                <a:path w="38028" h="25913">
                  <a:moveTo>
                    <a:pt x="0" y="0"/>
                  </a:moveTo>
                  <a:lnTo>
                    <a:pt x="38028" y="25913"/>
                  </a:lnTo>
                </a:path>
              </a:pathLst>
            </a:custGeom>
            <a:noFill/>
            <a:ln w="20003">
              <a:solidFill>
                <a:srgbClr val="8395A3"/>
              </a:solidFill>
            </a:ln>
          </p:spPr>
        </p:sp>
        <p:sp>
          <p:nvSpPr>
            <p:cNvPr id="783" name="Input_receptor__782">
              <a:extLst>
                <a:ext uri="{FF2B5EF4-FFF2-40B4-BE49-F238E27FC236}">
                  <a16:creationId xmlns:a16="http://schemas.microsoft.com/office/drawing/2014/main" id="{AC425D24-6AE3-02B6-9D14-8C5A18633A46}"/>
                </a:ext>
              </a:extLst>
            </p:cNvPr>
            <p:cNvSpPr>
              <a:spLocks noGrp="1"/>
            </p:cNvSpPr>
            <p:nvPr/>
          </p:nvSpPr>
          <p:spPr>
            <a:xfrm>
              <a:off x="1505910" y="4737277"/>
              <a:ext cx="32658" cy="30425"/>
            </a:xfrm>
            <a:custGeom>
              <a:avLst/>
              <a:gdLst/>
              <a:ahLst/>
              <a:cxnLst/>
              <a:rect l="0" t="0" r="0" b="0"/>
              <a:pathLst>
                <a:path w="32658" h="30425">
                  <a:moveTo>
                    <a:pt x="32658" y="0"/>
                  </a:moveTo>
                  <a:lnTo>
                    <a:pt x="0" y="30425"/>
                  </a:lnTo>
                </a:path>
              </a:pathLst>
            </a:custGeom>
            <a:noFill/>
            <a:ln w="20003">
              <a:solidFill>
                <a:srgbClr val="8395A3"/>
              </a:solidFill>
            </a:ln>
          </p:spPr>
        </p:sp>
        <p:sp>
          <p:nvSpPr>
            <p:cNvPr id="784" name="Input_receptor__783">
              <a:extLst>
                <a:ext uri="{FF2B5EF4-FFF2-40B4-BE49-F238E27FC236}">
                  <a16:creationId xmlns:a16="http://schemas.microsoft.com/office/drawing/2014/main" id="{B6B81DD3-04AE-B682-65C3-1512F5743AA4}"/>
                </a:ext>
              </a:extLst>
            </p:cNvPr>
            <p:cNvSpPr>
              <a:spLocks noGrp="1"/>
            </p:cNvSpPr>
            <p:nvPr/>
          </p:nvSpPr>
          <p:spPr>
            <a:xfrm>
              <a:off x="1176414" y="5299257"/>
              <a:ext cx="18261" cy="40402"/>
            </a:xfrm>
            <a:custGeom>
              <a:avLst/>
              <a:gdLst/>
              <a:ahLst/>
              <a:cxnLst/>
              <a:rect l="0" t="0" r="0" b="0"/>
              <a:pathLst>
                <a:path w="18261" h="40402">
                  <a:moveTo>
                    <a:pt x="0" y="0"/>
                  </a:moveTo>
                  <a:lnTo>
                    <a:pt x="18261" y="40402"/>
                  </a:lnTo>
                </a:path>
              </a:pathLst>
            </a:custGeom>
            <a:noFill/>
            <a:ln w="20003">
              <a:solidFill>
                <a:srgbClr val="8395A3"/>
              </a:solidFill>
            </a:ln>
          </p:spPr>
        </p:sp>
        <p:sp>
          <p:nvSpPr>
            <p:cNvPr id="785" name="Input_receptor__784">
              <a:extLst>
                <a:ext uri="{FF2B5EF4-FFF2-40B4-BE49-F238E27FC236}">
                  <a16:creationId xmlns:a16="http://schemas.microsoft.com/office/drawing/2014/main" id="{3285B6F9-2742-8E19-C1F3-67C394303146}"/>
                </a:ext>
              </a:extLst>
            </p:cNvPr>
            <p:cNvSpPr>
              <a:spLocks noGrp="1"/>
            </p:cNvSpPr>
            <p:nvPr/>
          </p:nvSpPr>
          <p:spPr>
            <a:xfrm>
              <a:off x="1127962" y="4485962"/>
              <a:ext cx="35715" cy="25164"/>
            </a:xfrm>
            <a:custGeom>
              <a:avLst/>
              <a:gdLst/>
              <a:ahLst/>
              <a:cxnLst/>
              <a:rect l="0" t="0" r="0" b="0"/>
              <a:pathLst>
                <a:path w="35715" h="25164">
                  <a:moveTo>
                    <a:pt x="35715" y="25164"/>
                  </a:moveTo>
                  <a:lnTo>
                    <a:pt x="0" y="0"/>
                  </a:lnTo>
                </a:path>
              </a:pathLst>
            </a:custGeom>
            <a:noFill/>
            <a:ln w="8096">
              <a:solidFill>
                <a:srgbClr val="8395A3"/>
              </a:solidFill>
            </a:ln>
          </p:spPr>
        </p:sp>
        <p:sp>
          <p:nvSpPr>
            <p:cNvPr id="786" name="Input_receptor__785">
              <a:extLst>
                <a:ext uri="{FF2B5EF4-FFF2-40B4-BE49-F238E27FC236}">
                  <a16:creationId xmlns:a16="http://schemas.microsoft.com/office/drawing/2014/main" id="{529E62BF-7814-E82D-249B-F70E58FC30EB}"/>
                </a:ext>
              </a:extLst>
            </p:cNvPr>
            <p:cNvSpPr>
              <a:spLocks noGrp="1"/>
            </p:cNvSpPr>
            <p:nvPr/>
          </p:nvSpPr>
          <p:spPr>
            <a:xfrm>
              <a:off x="948762" y="5409586"/>
              <a:ext cx="10563" cy="12537"/>
            </a:xfrm>
            <a:custGeom>
              <a:avLst/>
              <a:gdLst/>
              <a:ahLst/>
              <a:cxnLst/>
              <a:rect l="0" t="0" r="0" b="0"/>
              <a:pathLst>
                <a:path w="10563" h="12537">
                  <a:moveTo>
                    <a:pt x="10563" y="12537"/>
                  </a:moveTo>
                  <a:lnTo>
                    <a:pt x="0" y="0"/>
                  </a:lnTo>
                </a:path>
              </a:pathLst>
            </a:custGeom>
            <a:noFill/>
            <a:ln w="8096">
              <a:solidFill>
                <a:srgbClr val="8395A3"/>
              </a:solidFill>
            </a:ln>
          </p:spPr>
        </p:sp>
        <p:sp>
          <p:nvSpPr>
            <p:cNvPr id="787" name="Input_receptor__786">
              <a:extLst>
                <a:ext uri="{FF2B5EF4-FFF2-40B4-BE49-F238E27FC236}">
                  <a16:creationId xmlns:a16="http://schemas.microsoft.com/office/drawing/2014/main" id="{D7B4815E-DF4C-FDFD-DA2A-6747412FD58A}"/>
                </a:ext>
              </a:extLst>
            </p:cNvPr>
            <p:cNvSpPr>
              <a:spLocks noGrp="1"/>
            </p:cNvSpPr>
            <p:nvPr/>
          </p:nvSpPr>
          <p:spPr>
            <a:xfrm>
              <a:off x="1242172" y="4492109"/>
              <a:ext cx="31533" cy="36298"/>
            </a:xfrm>
            <a:custGeom>
              <a:avLst/>
              <a:gdLst/>
              <a:ahLst/>
              <a:cxnLst/>
              <a:rect l="0" t="0" r="0" b="0"/>
              <a:pathLst>
                <a:path w="31533" h="36298">
                  <a:moveTo>
                    <a:pt x="0" y="0"/>
                  </a:moveTo>
                  <a:lnTo>
                    <a:pt x="31533" y="36298"/>
                  </a:lnTo>
                </a:path>
              </a:pathLst>
            </a:custGeom>
            <a:noFill/>
            <a:ln w="20003">
              <a:solidFill>
                <a:srgbClr val="8395A3"/>
              </a:solidFill>
            </a:ln>
          </p:spPr>
        </p:sp>
        <p:sp>
          <p:nvSpPr>
            <p:cNvPr id="788" name="Input_receptor__787">
              <a:extLst>
                <a:ext uri="{FF2B5EF4-FFF2-40B4-BE49-F238E27FC236}">
                  <a16:creationId xmlns:a16="http://schemas.microsoft.com/office/drawing/2014/main" id="{6679201F-DB89-90C6-DDC3-8E370F4B2D84}"/>
                </a:ext>
              </a:extLst>
            </p:cNvPr>
            <p:cNvSpPr>
              <a:spLocks noGrp="1"/>
            </p:cNvSpPr>
            <p:nvPr/>
          </p:nvSpPr>
          <p:spPr>
            <a:xfrm>
              <a:off x="1407657" y="5057400"/>
              <a:ext cx="17313" cy="11316"/>
            </a:xfrm>
            <a:custGeom>
              <a:avLst/>
              <a:gdLst/>
              <a:ahLst/>
              <a:cxnLst/>
              <a:rect l="0" t="0" r="0" b="0"/>
              <a:pathLst>
                <a:path w="17313" h="11316">
                  <a:moveTo>
                    <a:pt x="17313" y="0"/>
                  </a:moveTo>
                  <a:lnTo>
                    <a:pt x="0" y="11316"/>
                  </a:lnTo>
                </a:path>
              </a:pathLst>
            </a:custGeom>
            <a:noFill/>
            <a:ln w="20003">
              <a:solidFill>
                <a:srgbClr val="8395A3"/>
              </a:solidFill>
            </a:ln>
          </p:spPr>
        </p:sp>
        <p:sp>
          <p:nvSpPr>
            <p:cNvPr id="789" name="Input_receptor__788">
              <a:extLst>
                <a:ext uri="{FF2B5EF4-FFF2-40B4-BE49-F238E27FC236}">
                  <a16:creationId xmlns:a16="http://schemas.microsoft.com/office/drawing/2014/main" id="{1D0E412D-DFCD-688C-7A49-B41DBD7893E7}"/>
                </a:ext>
              </a:extLst>
            </p:cNvPr>
            <p:cNvSpPr>
              <a:spLocks noGrp="1"/>
            </p:cNvSpPr>
            <p:nvPr/>
          </p:nvSpPr>
          <p:spPr>
            <a:xfrm>
              <a:off x="1664870" y="5182838"/>
              <a:ext cx="4605" cy="44599"/>
            </a:xfrm>
            <a:custGeom>
              <a:avLst/>
              <a:gdLst/>
              <a:ahLst/>
              <a:cxnLst/>
              <a:rect l="0" t="0" r="0" b="0"/>
              <a:pathLst>
                <a:path w="4605" h="44599">
                  <a:moveTo>
                    <a:pt x="4605" y="0"/>
                  </a:moveTo>
                  <a:lnTo>
                    <a:pt x="0" y="44599"/>
                  </a:lnTo>
                </a:path>
              </a:pathLst>
            </a:custGeom>
            <a:noFill/>
            <a:ln w="20003">
              <a:solidFill>
                <a:srgbClr val="8395A3"/>
              </a:solidFill>
            </a:ln>
          </p:spPr>
        </p:sp>
        <p:sp>
          <p:nvSpPr>
            <p:cNvPr id="790" name="Input_receptor__789">
              <a:extLst>
                <a:ext uri="{FF2B5EF4-FFF2-40B4-BE49-F238E27FC236}">
                  <a16:creationId xmlns:a16="http://schemas.microsoft.com/office/drawing/2014/main" id="{017D4AA8-DF10-A2C5-251A-93EC3329BA83}"/>
                </a:ext>
              </a:extLst>
            </p:cNvPr>
            <p:cNvSpPr>
              <a:spLocks noGrp="1"/>
            </p:cNvSpPr>
            <p:nvPr/>
          </p:nvSpPr>
          <p:spPr>
            <a:xfrm>
              <a:off x="1733935" y="5408944"/>
              <a:ext cx="3199" cy="12482"/>
            </a:xfrm>
            <a:custGeom>
              <a:avLst/>
              <a:gdLst/>
              <a:ahLst/>
              <a:cxnLst/>
              <a:rect l="0" t="0" r="0" b="0"/>
              <a:pathLst>
                <a:path w="3199" h="12482">
                  <a:moveTo>
                    <a:pt x="0" y="12482"/>
                  </a:moveTo>
                  <a:lnTo>
                    <a:pt x="3199" y="0"/>
                  </a:lnTo>
                </a:path>
              </a:pathLst>
            </a:custGeom>
            <a:noFill/>
            <a:ln w="8096">
              <a:solidFill>
                <a:srgbClr val="8395A3"/>
              </a:solidFill>
            </a:ln>
          </p:spPr>
        </p:sp>
        <p:sp>
          <p:nvSpPr>
            <p:cNvPr id="791" name="Input_receptor__790">
              <a:extLst>
                <a:ext uri="{FF2B5EF4-FFF2-40B4-BE49-F238E27FC236}">
                  <a16:creationId xmlns:a16="http://schemas.microsoft.com/office/drawing/2014/main" id="{A36BC7E3-0925-2080-1EB3-D1B602F422F1}"/>
                </a:ext>
              </a:extLst>
            </p:cNvPr>
            <p:cNvSpPr>
              <a:spLocks noGrp="1"/>
            </p:cNvSpPr>
            <p:nvPr/>
          </p:nvSpPr>
          <p:spPr>
            <a:xfrm>
              <a:off x="1290784" y="5158525"/>
              <a:ext cx="11789" cy="24105"/>
            </a:xfrm>
            <a:custGeom>
              <a:avLst/>
              <a:gdLst/>
              <a:ahLst/>
              <a:cxnLst/>
              <a:rect l="0" t="0" r="0" b="0"/>
              <a:pathLst>
                <a:path w="11789" h="24105">
                  <a:moveTo>
                    <a:pt x="0" y="24105"/>
                  </a:moveTo>
                  <a:lnTo>
                    <a:pt x="11789" y="0"/>
                  </a:lnTo>
                </a:path>
              </a:pathLst>
            </a:custGeom>
            <a:noFill/>
            <a:ln w="20003">
              <a:solidFill>
                <a:srgbClr val="8395A3"/>
              </a:solidFill>
            </a:ln>
          </p:spPr>
        </p:sp>
        <p:sp>
          <p:nvSpPr>
            <p:cNvPr id="792" name="Input_receptor__791">
              <a:extLst>
                <a:ext uri="{FF2B5EF4-FFF2-40B4-BE49-F238E27FC236}">
                  <a16:creationId xmlns:a16="http://schemas.microsoft.com/office/drawing/2014/main" id="{3DC1E338-CF13-F00A-94D1-6450CA4810EE}"/>
                </a:ext>
              </a:extLst>
            </p:cNvPr>
            <p:cNvSpPr>
              <a:spLocks noGrp="1"/>
            </p:cNvSpPr>
            <p:nvPr/>
          </p:nvSpPr>
          <p:spPr>
            <a:xfrm>
              <a:off x="1277228" y="4465886"/>
              <a:ext cx="26424" cy="8824"/>
            </a:xfrm>
            <a:custGeom>
              <a:avLst/>
              <a:gdLst/>
              <a:ahLst/>
              <a:cxnLst/>
              <a:rect l="0" t="0" r="0" b="0"/>
              <a:pathLst>
                <a:path w="26424" h="8824">
                  <a:moveTo>
                    <a:pt x="26424" y="8824"/>
                  </a:moveTo>
                  <a:lnTo>
                    <a:pt x="0" y="0"/>
                  </a:lnTo>
                </a:path>
              </a:pathLst>
            </a:custGeom>
            <a:noFill/>
            <a:ln w="20003">
              <a:solidFill>
                <a:srgbClr val="8395A3"/>
              </a:solidFill>
            </a:ln>
          </p:spPr>
        </p:sp>
        <p:sp>
          <p:nvSpPr>
            <p:cNvPr id="793" name="Input_receptor__792">
              <a:extLst>
                <a:ext uri="{FF2B5EF4-FFF2-40B4-BE49-F238E27FC236}">
                  <a16:creationId xmlns:a16="http://schemas.microsoft.com/office/drawing/2014/main" id="{3686324D-7557-FBF6-6CCE-4FFA39EC7E85}"/>
                </a:ext>
              </a:extLst>
            </p:cNvPr>
            <p:cNvSpPr>
              <a:spLocks noGrp="1"/>
            </p:cNvSpPr>
            <p:nvPr/>
          </p:nvSpPr>
          <p:spPr>
            <a:xfrm>
              <a:off x="1134741" y="5323167"/>
              <a:ext cx="836" cy="18315"/>
            </a:xfrm>
            <a:custGeom>
              <a:avLst/>
              <a:gdLst/>
              <a:ahLst/>
              <a:cxnLst/>
              <a:rect l="0" t="0" r="0" b="0"/>
              <a:pathLst>
                <a:path w="836" h="18315">
                  <a:moveTo>
                    <a:pt x="0" y="18315"/>
                  </a:moveTo>
                  <a:lnTo>
                    <a:pt x="836" y="0"/>
                  </a:lnTo>
                </a:path>
              </a:pathLst>
            </a:custGeom>
            <a:noFill/>
            <a:ln w="20003">
              <a:solidFill>
                <a:srgbClr val="8395A3"/>
              </a:solidFill>
            </a:ln>
          </p:spPr>
        </p:sp>
        <p:sp>
          <p:nvSpPr>
            <p:cNvPr id="794" name="Input_receptor__793">
              <a:extLst>
                <a:ext uri="{FF2B5EF4-FFF2-40B4-BE49-F238E27FC236}">
                  <a16:creationId xmlns:a16="http://schemas.microsoft.com/office/drawing/2014/main" id="{CEA0575A-BADF-582C-FD8C-3D7C66A1B138}"/>
                </a:ext>
              </a:extLst>
            </p:cNvPr>
            <p:cNvSpPr>
              <a:spLocks noGrp="1"/>
            </p:cNvSpPr>
            <p:nvPr/>
          </p:nvSpPr>
          <p:spPr>
            <a:xfrm>
              <a:off x="1463125" y="4515017"/>
              <a:ext cx="2589" cy="8561"/>
            </a:xfrm>
            <a:custGeom>
              <a:avLst/>
              <a:gdLst/>
              <a:ahLst/>
              <a:cxnLst/>
              <a:rect l="0" t="0" r="0" b="0"/>
              <a:pathLst>
                <a:path w="2589" h="8561">
                  <a:moveTo>
                    <a:pt x="0" y="8561"/>
                  </a:moveTo>
                  <a:lnTo>
                    <a:pt x="2589" y="0"/>
                  </a:lnTo>
                </a:path>
              </a:pathLst>
            </a:custGeom>
            <a:noFill/>
            <a:ln w="8096">
              <a:solidFill>
                <a:srgbClr val="8395A3"/>
              </a:solidFill>
            </a:ln>
          </p:spPr>
        </p:sp>
        <p:sp>
          <p:nvSpPr>
            <p:cNvPr id="795" name="Input_receptor__794">
              <a:extLst>
                <a:ext uri="{FF2B5EF4-FFF2-40B4-BE49-F238E27FC236}">
                  <a16:creationId xmlns:a16="http://schemas.microsoft.com/office/drawing/2014/main" id="{CD2D98E8-4290-A192-EC71-2DB07754968B}"/>
                </a:ext>
              </a:extLst>
            </p:cNvPr>
            <p:cNvSpPr>
              <a:spLocks noGrp="1"/>
            </p:cNvSpPr>
            <p:nvPr/>
          </p:nvSpPr>
          <p:spPr>
            <a:xfrm>
              <a:off x="1275786" y="5620462"/>
              <a:ext cx="13790" cy="12935"/>
            </a:xfrm>
            <a:custGeom>
              <a:avLst/>
              <a:gdLst/>
              <a:ahLst/>
              <a:cxnLst/>
              <a:rect l="0" t="0" r="0" b="0"/>
              <a:pathLst>
                <a:path w="13790" h="12935">
                  <a:moveTo>
                    <a:pt x="13790" y="0"/>
                  </a:moveTo>
                  <a:lnTo>
                    <a:pt x="0" y="12935"/>
                  </a:lnTo>
                </a:path>
              </a:pathLst>
            </a:custGeom>
            <a:noFill/>
            <a:ln w="20003">
              <a:solidFill>
                <a:srgbClr val="8395A3"/>
              </a:solidFill>
            </a:ln>
          </p:spPr>
        </p:sp>
        <p:sp>
          <p:nvSpPr>
            <p:cNvPr id="796" name="Input_receptor__795">
              <a:extLst>
                <a:ext uri="{FF2B5EF4-FFF2-40B4-BE49-F238E27FC236}">
                  <a16:creationId xmlns:a16="http://schemas.microsoft.com/office/drawing/2014/main" id="{A80A6A90-E6DA-3738-0ACF-2164C7A036AF}"/>
                </a:ext>
              </a:extLst>
            </p:cNvPr>
            <p:cNvSpPr>
              <a:spLocks noGrp="1"/>
            </p:cNvSpPr>
            <p:nvPr/>
          </p:nvSpPr>
          <p:spPr>
            <a:xfrm>
              <a:off x="1793276" y="5184496"/>
              <a:ext cx="17362" cy="36478"/>
            </a:xfrm>
            <a:custGeom>
              <a:avLst/>
              <a:gdLst/>
              <a:ahLst/>
              <a:cxnLst/>
              <a:rect l="0" t="0" r="0" b="0"/>
              <a:pathLst>
                <a:path w="17362" h="36478">
                  <a:moveTo>
                    <a:pt x="0" y="36478"/>
                  </a:moveTo>
                  <a:lnTo>
                    <a:pt x="17362" y="0"/>
                  </a:lnTo>
                </a:path>
              </a:pathLst>
            </a:custGeom>
            <a:noFill/>
            <a:ln w="20003">
              <a:solidFill>
                <a:srgbClr val="8495A3"/>
              </a:solidFill>
            </a:ln>
          </p:spPr>
        </p:sp>
        <p:sp>
          <p:nvSpPr>
            <p:cNvPr id="797" name="Input_receptor__796">
              <a:extLst>
                <a:ext uri="{FF2B5EF4-FFF2-40B4-BE49-F238E27FC236}">
                  <a16:creationId xmlns:a16="http://schemas.microsoft.com/office/drawing/2014/main" id="{AE7B77D9-67E1-4479-9A98-2022DF5F7BFF}"/>
                </a:ext>
              </a:extLst>
            </p:cNvPr>
            <p:cNvSpPr>
              <a:spLocks noGrp="1"/>
            </p:cNvSpPr>
            <p:nvPr/>
          </p:nvSpPr>
          <p:spPr>
            <a:xfrm>
              <a:off x="1161299" y="4816454"/>
              <a:ext cx="11492" cy="42798"/>
            </a:xfrm>
            <a:custGeom>
              <a:avLst/>
              <a:gdLst/>
              <a:ahLst/>
              <a:cxnLst/>
              <a:rect l="0" t="0" r="0" b="0"/>
              <a:pathLst>
                <a:path w="11492" h="42798">
                  <a:moveTo>
                    <a:pt x="11492" y="42798"/>
                  </a:moveTo>
                  <a:lnTo>
                    <a:pt x="0" y="0"/>
                  </a:lnTo>
                </a:path>
              </a:pathLst>
            </a:custGeom>
            <a:noFill/>
            <a:ln w="20003">
              <a:solidFill>
                <a:srgbClr val="8495A3"/>
              </a:solidFill>
            </a:ln>
          </p:spPr>
        </p:sp>
        <p:sp>
          <p:nvSpPr>
            <p:cNvPr id="798" name="Input_receptor__797">
              <a:extLst>
                <a:ext uri="{FF2B5EF4-FFF2-40B4-BE49-F238E27FC236}">
                  <a16:creationId xmlns:a16="http://schemas.microsoft.com/office/drawing/2014/main" id="{7684BAC9-6041-F002-784F-E523AF2E4A48}"/>
                </a:ext>
              </a:extLst>
            </p:cNvPr>
            <p:cNvSpPr>
              <a:spLocks noGrp="1"/>
            </p:cNvSpPr>
            <p:nvPr/>
          </p:nvSpPr>
          <p:spPr>
            <a:xfrm>
              <a:off x="1205428" y="5102396"/>
              <a:ext cx="40885" cy="21502"/>
            </a:xfrm>
            <a:custGeom>
              <a:avLst/>
              <a:gdLst/>
              <a:ahLst/>
              <a:cxnLst/>
              <a:rect l="0" t="0" r="0" b="0"/>
              <a:pathLst>
                <a:path w="40885" h="21502">
                  <a:moveTo>
                    <a:pt x="40885" y="21502"/>
                  </a:moveTo>
                  <a:lnTo>
                    <a:pt x="0" y="0"/>
                  </a:lnTo>
                </a:path>
              </a:pathLst>
            </a:custGeom>
            <a:noFill/>
            <a:ln w="20003">
              <a:solidFill>
                <a:srgbClr val="8495A3"/>
              </a:solidFill>
            </a:ln>
          </p:spPr>
        </p:sp>
        <p:sp>
          <p:nvSpPr>
            <p:cNvPr id="799" name="Input_receptor__798">
              <a:extLst>
                <a:ext uri="{FF2B5EF4-FFF2-40B4-BE49-F238E27FC236}">
                  <a16:creationId xmlns:a16="http://schemas.microsoft.com/office/drawing/2014/main" id="{DC49D22B-0B2D-9353-CE82-58DB92E40643}"/>
                </a:ext>
              </a:extLst>
            </p:cNvPr>
            <p:cNvSpPr>
              <a:spLocks noGrp="1"/>
            </p:cNvSpPr>
            <p:nvPr/>
          </p:nvSpPr>
          <p:spPr>
            <a:xfrm>
              <a:off x="1016254" y="4388024"/>
              <a:ext cx="44144" cy="13059"/>
            </a:xfrm>
            <a:custGeom>
              <a:avLst/>
              <a:gdLst/>
              <a:ahLst/>
              <a:cxnLst/>
              <a:rect l="0" t="0" r="0" b="0"/>
              <a:pathLst>
                <a:path w="44144" h="13059">
                  <a:moveTo>
                    <a:pt x="44144" y="13059"/>
                  </a:moveTo>
                  <a:lnTo>
                    <a:pt x="0" y="0"/>
                  </a:lnTo>
                </a:path>
              </a:pathLst>
            </a:custGeom>
            <a:noFill/>
            <a:ln w="20003">
              <a:solidFill>
                <a:srgbClr val="8495A3"/>
              </a:solidFill>
            </a:ln>
          </p:spPr>
        </p:sp>
        <p:sp>
          <p:nvSpPr>
            <p:cNvPr id="800" name="Input_receptor__799">
              <a:extLst>
                <a:ext uri="{FF2B5EF4-FFF2-40B4-BE49-F238E27FC236}">
                  <a16:creationId xmlns:a16="http://schemas.microsoft.com/office/drawing/2014/main" id="{A652D13F-79DE-A655-00D9-EA548A79D41E}"/>
                </a:ext>
              </a:extLst>
            </p:cNvPr>
            <p:cNvSpPr>
              <a:spLocks noGrp="1"/>
            </p:cNvSpPr>
            <p:nvPr/>
          </p:nvSpPr>
          <p:spPr>
            <a:xfrm>
              <a:off x="1780369" y="5152946"/>
              <a:ext cx="30270" cy="31549"/>
            </a:xfrm>
            <a:custGeom>
              <a:avLst/>
              <a:gdLst/>
              <a:ahLst/>
              <a:cxnLst/>
              <a:rect l="0" t="0" r="0" b="0"/>
              <a:pathLst>
                <a:path w="30270" h="31549">
                  <a:moveTo>
                    <a:pt x="30270" y="31549"/>
                  </a:moveTo>
                  <a:lnTo>
                    <a:pt x="0" y="0"/>
                  </a:lnTo>
                </a:path>
              </a:pathLst>
            </a:custGeom>
            <a:noFill/>
            <a:ln w="20003">
              <a:solidFill>
                <a:srgbClr val="8495A3"/>
              </a:solidFill>
            </a:ln>
          </p:spPr>
        </p:sp>
        <p:sp>
          <p:nvSpPr>
            <p:cNvPr id="801" name="Input_receptor__800">
              <a:extLst>
                <a:ext uri="{FF2B5EF4-FFF2-40B4-BE49-F238E27FC236}">
                  <a16:creationId xmlns:a16="http://schemas.microsoft.com/office/drawing/2014/main" id="{173F5F58-F8C5-E2A3-6E33-AF62D7E2F61D}"/>
                </a:ext>
              </a:extLst>
            </p:cNvPr>
            <p:cNvSpPr>
              <a:spLocks noGrp="1"/>
            </p:cNvSpPr>
            <p:nvPr/>
          </p:nvSpPr>
          <p:spPr>
            <a:xfrm>
              <a:off x="1430746" y="4775276"/>
              <a:ext cx="10505" cy="3541"/>
            </a:xfrm>
            <a:custGeom>
              <a:avLst/>
              <a:gdLst/>
              <a:ahLst/>
              <a:cxnLst/>
              <a:rect l="0" t="0" r="0" b="0"/>
              <a:pathLst>
                <a:path w="10505" h="3541">
                  <a:moveTo>
                    <a:pt x="10505" y="3541"/>
                  </a:moveTo>
                  <a:lnTo>
                    <a:pt x="0" y="0"/>
                  </a:lnTo>
                </a:path>
              </a:pathLst>
            </a:custGeom>
            <a:noFill/>
            <a:ln w="8096">
              <a:solidFill>
                <a:srgbClr val="8495A3"/>
              </a:solidFill>
            </a:ln>
          </p:spPr>
        </p:sp>
        <p:sp>
          <p:nvSpPr>
            <p:cNvPr id="802" name="Input_receptor__801">
              <a:extLst>
                <a:ext uri="{FF2B5EF4-FFF2-40B4-BE49-F238E27FC236}">
                  <a16:creationId xmlns:a16="http://schemas.microsoft.com/office/drawing/2014/main" id="{DA998985-B73B-4914-6081-331A3CFE6ABA}"/>
                </a:ext>
              </a:extLst>
            </p:cNvPr>
            <p:cNvSpPr>
              <a:spLocks noGrp="1"/>
            </p:cNvSpPr>
            <p:nvPr/>
          </p:nvSpPr>
          <p:spPr>
            <a:xfrm>
              <a:off x="1281126" y="4929364"/>
              <a:ext cx="16905" cy="42575"/>
            </a:xfrm>
            <a:custGeom>
              <a:avLst/>
              <a:gdLst/>
              <a:ahLst/>
              <a:cxnLst/>
              <a:rect l="0" t="0" r="0" b="0"/>
              <a:pathLst>
                <a:path w="16905" h="42575">
                  <a:moveTo>
                    <a:pt x="0" y="0"/>
                  </a:moveTo>
                  <a:lnTo>
                    <a:pt x="16905" y="42575"/>
                  </a:lnTo>
                </a:path>
              </a:pathLst>
            </a:custGeom>
            <a:noFill/>
            <a:ln w="20003">
              <a:solidFill>
                <a:srgbClr val="8495A3"/>
              </a:solidFill>
            </a:ln>
          </p:spPr>
        </p:sp>
        <p:sp>
          <p:nvSpPr>
            <p:cNvPr id="803" name="Input_receptor__802">
              <a:extLst>
                <a:ext uri="{FF2B5EF4-FFF2-40B4-BE49-F238E27FC236}">
                  <a16:creationId xmlns:a16="http://schemas.microsoft.com/office/drawing/2014/main" id="{14BBDB15-0F41-3F07-9721-019C1CDC117B}"/>
                </a:ext>
              </a:extLst>
            </p:cNvPr>
            <p:cNvSpPr>
              <a:spLocks noGrp="1"/>
            </p:cNvSpPr>
            <p:nvPr/>
          </p:nvSpPr>
          <p:spPr>
            <a:xfrm>
              <a:off x="1712279" y="5033758"/>
              <a:ext cx="27785" cy="39197"/>
            </a:xfrm>
            <a:custGeom>
              <a:avLst/>
              <a:gdLst/>
              <a:ahLst/>
              <a:cxnLst/>
              <a:rect l="0" t="0" r="0" b="0"/>
              <a:pathLst>
                <a:path w="27785" h="39197">
                  <a:moveTo>
                    <a:pt x="27785" y="0"/>
                  </a:moveTo>
                  <a:lnTo>
                    <a:pt x="0" y="39197"/>
                  </a:lnTo>
                </a:path>
              </a:pathLst>
            </a:custGeom>
            <a:noFill/>
            <a:ln w="20003">
              <a:solidFill>
                <a:srgbClr val="8495A3"/>
              </a:solidFill>
            </a:ln>
          </p:spPr>
        </p:sp>
        <p:sp>
          <p:nvSpPr>
            <p:cNvPr id="804" name="Input_receptor__803">
              <a:extLst>
                <a:ext uri="{FF2B5EF4-FFF2-40B4-BE49-F238E27FC236}">
                  <a16:creationId xmlns:a16="http://schemas.microsoft.com/office/drawing/2014/main" id="{95B8E676-58C9-7D59-8203-1E01FF1E8A66}"/>
                </a:ext>
              </a:extLst>
            </p:cNvPr>
            <p:cNvSpPr>
              <a:spLocks noGrp="1"/>
            </p:cNvSpPr>
            <p:nvPr/>
          </p:nvSpPr>
          <p:spPr>
            <a:xfrm>
              <a:off x="1481776" y="4700237"/>
              <a:ext cx="1858" cy="30124"/>
            </a:xfrm>
            <a:custGeom>
              <a:avLst/>
              <a:gdLst/>
              <a:ahLst/>
              <a:cxnLst/>
              <a:rect l="0" t="0" r="0" b="0"/>
              <a:pathLst>
                <a:path w="1858" h="30124">
                  <a:moveTo>
                    <a:pt x="0" y="30124"/>
                  </a:moveTo>
                  <a:lnTo>
                    <a:pt x="1858" y="0"/>
                  </a:lnTo>
                </a:path>
              </a:pathLst>
            </a:custGeom>
            <a:noFill/>
            <a:ln w="20003">
              <a:solidFill>
                <a:srgbClr val="8496A3"/>
              </a:solidFill>
            </a:ln>
          </p:spPr>
        </p:sp>
        <p:sp>
          <p:nvSpPr>
            <p:cNvPr id="805" name="Input_receptor__804">
              <a:extLst>
                <a:ext uri="{FF2B5EF4-FFF2-40B4-BE49-F238E27FC236}">
                  <a16:creationId xmlns:a16="http://schemas.microsoft.com/office/drawing/2014/main" id="{0DCC270E-9CF2-C9A6-5DAF-54FE23814FCA}"/>
                </a:ext>
              </a:extLst>
            </p:cNvPr>
            <p:cNvSpPr>
              <a:spLocks noGrp="1"/>
            </p:cNvSpPr>
            <p:nvPr/>
          </p:nvSpPr>
          <p:spPr>
            <a:xfrm>
              <a:off x="1092860" y="5493998"/>
              <a:ext cx="2690" cy="12965"/>
            </a:xfrm>
            <a:custGeom>
              <a:avLst/>
              <a:gdLst/>
              <a:ahLst/>
              <a:cxnLst/>
              <a:rect l="0" t="0" r="0" b="0"/>
              <a:pathLst>
                <a:path w="2690" h="12965">
                  <a:moveTo>
                    <a:pt x="0" y="0"/>
                  </a:moveTo>
                  <a:lnTo>
                    <a:pt x="2690" y="12965"/>
                  </a:lnTo>
                </a:path>
              </a:pathLst>
            </a:custGeom>
            <a:noFill/>
            <a:ln w="20003">
              <a:solidFill>
                <a:srgbClr val="8496A3"/>
              </a:solidFill>
            </a:ln>
          </p:spPr>
        </p:sp>
        <p:sp>
          <p:nvSpPr>
            <p:cNvPr id="806" name="Input_receptor__805">
              <a:extLst>
                <a:ext uri="{FF2B5EF4-FFF2-40B4-BE49-F238E27FC236}">
                  <a16:creationId xmlns:a16="http://schemas.microsoft.com/office/drawing/2014/main" id="{C5EB6033-3A1B-5386-27DE-8B55E314A5F6}"/>
                </a:ext>
              </a:extLst>
            </p:cNvPr>
            <p:cNvSpPr>
              <a:spLocks noGrp="1"/>
            </p:cNvSpPr>
            <p:nvPr/>
          </p:nvSpPr>
          <p:spPr>
            <a:xfrm>
              <a:off x="1233754" y="5574062"/>
              <a:ext cx="43405" cy="12843"/>
            </a:xfrm>
            <a:custGeom>
              <a:avLst/>
              <a:gdLst/>
              <a:ahLst/>
              <a:cxnLst/>
              <a:rect l="0" t="0" r="0" b="0"/>
              <a:pathLst>
                <a:path w="43405" h="12843">
                  <a:moveTo>
                    <a:pt x="0" y="12843"/>
                  </a:moveTo>
                  <a:lnTo>
                    <a:pt x="43405" y="0"/>
                  </a:lnTo>
                </a:path>
              </a:pathLst>
            </a:custGeom>
            <a:noFill/>
            <a:ln w="20003">
              <a:solidFill>
                <a:srgbClr val="8496A3"/>
              </a:solidFill>
            </a:ln>
          </p:spPr>
        </p:sp>
        <p:sp>
          <p:nvSpPr>
            <p:cNvPr id="807" name="Input_receptor__806">
              <a:extLst>
                <a:ext uri="{FF2B5EF4-FFF2-40B4-BE49-F238E27FC236}">
                  <a16:creationId xmlns:a16="http://schemas.microsoft.com/office/drawing/2014/main" id="{25219F86-5A21-A479-4E6A-14F7D47F713F}"/>
                </a:ext>
              </a:extLst>
            </p:cNvPr>
            <p:cNvSpPr>
              <a:spLocks noGrp="1"/>
            </p:cNvSpPr>
            <p:nvPr/>
          </p:nvSpPr>
          <p:spPr>
            <a:xfrm>
              <a:off x="1675482" y="5007845"/>
              <a:ext cx="26553" cy="13135"/>
            </a:xfrm>
            <a:custGeom>
              <a:avLst/>
              <a:gdLst/>
              <a:ahLst/>
              <a:cxnLst/>
              <a:rect l="0" t="0" r="0" b="0"/>
              <a:pathLst>
                <a:path w="26553" h="13135">
                  <a:moveTo>
                    <a:pt x="0" y="13135"/>
                  </a:moveTo>
                  <a:lnTo>
                    <a:pt x="26553" y="0"/>
                  </a:lnTo>
                </a:path>
              </a:pathLst>
            </a:custGeom>
            <a:noFill/>
            <a:ln w="20003">
              <a:solidFill>
                <a:srgbClr val="8496A3"/>
              </a:solidFill>
            </a:ln>
          </p:spPr>
        </p:sp>
        <p:sp>
          <p:nvSpPr>
            <p:cNvPr id="808" name="Input_receptor__807">
              <a:extLst>
                <a:ext uri="{FF2B5EF4-FFF2-40B4-BE49-F238E27FC236}">
                  <a16:creationId xmlns:a16="http://schemas.microsoft.com/office/drawing/2014/main" id="{A875CD6E-A2BE-3B58-98F3-6E1ED509E282}"/>
                </a:ext>
              </a:extLst>
            </p:cNvPr>
            <p:cNvSpPr>
              <a:spLocks noGrp="1"/>
            </p:cNvSpPr>
            <p:nvPr/>
          </p:nvSpPr>
          <p:spPr>
            <a:xfrm>
              <a:off x="1538567" y="4716522"/>
              <a:ext cx="13288" cy="20755"/>
            </a:xfrm>
            <a:custGeom>
              <a:avLst/>
              <a:gdLst/>
              <a:ahLst/>
              <a:cxnLst/>
              <a:rect l="0" t="0" r="0" b="0"/>
              <a:pathLst>
                <a:path w="13288" h="20755">
                  <a:moveTo>
                    <a:pt x="13288" y="0"/>
                  </a:moveTo>
                  <a:lnTo>
                    <a:pt x="0" y="20755"/>
                  </a:lnTo>
                </a:path>
              </a:pathLst>
            </a:custGeom>
            <a:noFill/>
            <a:ln w="20003">
              <a:solidFill>
                <a:srgbClr val="8496A3"/>
              </a:solidFill>
            </a:ln>
          </p:spPr>
        </p:sp>
        <p:sp>
          <p:nvSpPr>
            <p:cNvPr id="809" name="Input_receptor__808">
              <a:extLst>
                <a:ext uri="{FF2B5EF4-FFF2-40B4-BE49-F238E27FC236}">
                  <a16:creationId xmlns:a16="http://schemas.microsoft.com/office/drawing/2014/main" id="{45099894-BFA3-8C2F-407B-9ADE8E2E29FC}"/>
                </a:ext>
              </a:extLst>
            </p:cNvPr>
            <p:cNvSpPr>
              <a:spLocks noGrp="1"/>
            </p:cNvSpPr>
            <p:nvPr/>
          </p:nvSpPr>
          <p:spPr>
            <a:xfrm>
              <a:off x="1246313" y="5112893"/>
              <a:ext cx="39608" cy="11005"/>
            </a:xfrm>
            <a:custGeom>
              <a:avLst/>
              <a:gdLst/>
              <a:ahLst/>
              <a:cxnLst/>
              <a:rect l="0" t="0" r="0" b="0"/>
              <a:pathLst>
                <a:path w="39608" h="11005">
                  <a:moveTo>
                    <a:pt x="39608" y="0"/>
                  </a:moveTo>
                  <a:lnTo>
                    <a:pt x="0" y="11005"/>
                  </a:lnTo>
                </a:path>
              </a:pathLst>
            </a:custGeom>
            <a:noFill/>
            <a:ln w="8096">
              <a:solidFill>
                <a:srgbClr val="8496A3"/>
              </a:solidFill>
            </a:ln>
          </p:spPr>
        </p:sp>
        <p:sp>
          <p:nvSpPr>
            <p:cNvPr id="810" name="Input_receptor__809">
              <a:extLst>
                <a:ext uri="{FF2B5EF4-FFF2-40B4-BE49-F238E27FC236}">
                  <a16:creationId xmlns:a16="http://schemas.microsoft.com/office/drawing/2014/main" id="{F3FEC414-3109-0DD1-4E68-2DFCB58A677C}"/>
                </a:ext>
              </a:extLst>
            </p:cNvPr>
            <p:cNvSpPr>
              <a:spLocks noGrp="1"/>
            </p:cNvSpPr>
            <p:nvPr/>
          </p:nvSpPr>
          <p:spPr>
            <a:xfrm>
              <a:off x="1140406" y="5112588"/>
              <a:ext cx="28077" cy="15686"/>
            </a:xfrm>
            <a:custGeom>
              <a:avLst/>
              <a:gdLst/>
              <a:ahLst/>
              <a:cxnLst/>
              <a:rect l="0" t="0" r="0" b="0"/>
              <a:pathLst>
                <a:path w="28077" h="15686">
                  <a:moveTo>
                    <a:pt x="28077" y="15686"/>
                  </a:moveTo>
                  <a:lnTo>
                    <a:pt x="0" y="0"/>
                  </a:lnTo>
                </a:path>
              </a:pathLst>
            </a:custGeom>
            <a:noFill/>
            <a:ln w="20003">
              <a:solidFill>
                <a:srgbClr val="8496A3"/>
              </a:solidFill>
            </a:ln>
          </p:spPr>
        </p:sp>
        <p:sp>
          <p:nvSpPr>
            <p:cNvPr id="811" name="Input_receptor__810">
              <a:extLst>
                <a:ext uri="{FF2B5EF4-FFF2-40B4-BE49-F238E27FC236}">
                  <a16:creationId xmlns:a16="http://schemas.microsoft.com/office/drawing/2014/main" id="{AD73F8CE-7071-3DDE-511B-523DD5A46C6A}"/>
                </a:ext>
              </a:extLst>
            </p:cNvPr>
            <p:cNvSpPr>
              <a:spLocks noGrp="1"/>
            </p:cNvSpPr>
            <p:nvPr/>
          </p:nvSpPr>
          <p:spPr>
            <a:xfrm>
              <a:off x="1852578" y="5348405"/>
              <a:ext cx="26845" cy="6231"/>
            </a:xfrm>
            <a:custGeom>
              <a:avLst/>
              <a:gdLst/>
              <a:ahLst/>
              <a:cxnLst/>
              <a:rect l="0" t="0" r="0" b="0"/>
              <a:pathLst>
                <a:path w="26845" h="6231">
                  <a:moveTo>
                    <a:pt x="26845" y="0"/>
                  </a:moveTo>
                  <a:lnTo>
                    <a:pt x="0" y="6231"/>
                  </a:lnTo>
                </a:path>
              </a:pathLst>
            </a:custGeom>
            <a:noFill/>
            <a:ln w="20003">
              <a:solidFill>
                <a:srgbClr val="8496A3"/>
              </a:solidFill>
            </a:ln>
          </p:spPr>
        </p:sp>
        <p:sp>
          <p:nvSpPr>
            <p:cNvPr id="812" name="Input_receptor__811">
              <a:extLst>
                <a:ext uri="{FF2B5EF4-FFF2-40B4-BE49-F238E27FC236}">
                  <a16:creationId xmlns:a16="http://schemas.microsoft.com/office/drawing/2014/main" id="{B87BF9CE-D075-CAF8-D64D-ECB699C8EA4D}"/>
                </a:ext>
              </a:extLst>
            </p:cNvPr>
            <p:cNvSpPr>
              <a:spLocks noGrp="1"/>
            </p:cNvSpPr>
            <p:nvPr/>
          </p:nvSpPr>
          <p:spPr>
            <a:xfrm>
              <a:off x="1141747" y="4952620"/>
              <a:ext cx="24743" cy="2621"/>
            </a:xfrm>
            <a:custGeom>
              <a:avLst/>
              <a:gdLst/>
              <a:ahLst/>
              <a:cxnLst/>
              <a:rect l="0" t="0" r="0" b="0"/>
              <a:pathLst>
                <a:path w="24743" h="2621">
                  <a:moveTo>
                    <a:pt x="0" y="2621"/>
                  </a:moveTo>
                  <a:lnTo>
                    <a:pt x="24743" y="0"/>
                  </a:lnTo>
                </a:path>
              </a:pathLst>
            </a:custGeom>
            <a:noFill/>
            <a:ln w="20003">
              <a:solidFill>
                <a:srgbClr val="8496A3"/>
              </a:solidFill>
            </a:ln>
          </p:spPr>
        </p:sp>
        <p:sp>
          <p:nvSpPr>
            <p:cNvPr id="813" name="Input_receptor__812">
              <a:extLst>
                <a:ext uri="{FF2B5EF4-FFF2-40B4-BE49-F238E27FC236}">
                  <a16:creationId xmlns:a16="http://schemas.microsoft.com/office/drawing/2014/main" id="{A061E555-116C-6CC2-79B6-00F84F625D5F}"/>
                </a:ext>
              </a:extLst>
            </p:cNvPr>
            <p:cNvSpPr>
              <a:spLocks noGrp="1"/>
            </p:cNvSpPr>
            <p:nvPr/>
          </p:nvSpPr>
          <p:spPr>
            <a:xfrm>
              <a:off x="1242172" y="4465886"/>
              <a:ext cx="35057" cy="26222"/>
            </a:xfrm>
            <a:custGeom>
              <a:avLst/>
              <a:gdLst/>
              <a:ahLst/>
              <a:cxnLst/>
              <a:rect l="0" t="0" r="0" b="0"/>
              <a:pathLst>
                <a:path w="35057" h="26222">
                  <a:moveTo>
                    <a:pt x="35057" y="0"/>
                  </a:moveTo>
                  <a:lnTo>
                    <a:pt x="0" y="26222"/>
                  </a:lnTo>
                </a:path>
              </a:pathLst>
            </a:custGeom>
            <a:noFill/>
            <a:ln w="20003">
              <a:solidFill>
                <a:srgbClr val="8496A3"/>
              </a:solidFill>
            </a:ln>
          </p:spPr>
        </p:sp>
        <p:sp>
          <p:nvSpPr>
            <p:cNvPr id="814" name="Input_receptor__813">
              <a:extLst>
                <a:ext uri="{FF2B5EF4-FFF2-40B4-BE49-F238E27FC236}">
                  <a16:creationId xmlns:a16="http://schemas.microsoft.com/office/drawing/2014/main" id="{E6B0E558-3CF2-2452-FAEC-9BF05BBE5CB6}"/>
                </a:ext>
              </a:extLst>
            </p:cNvPr>
            <p:cNvSpPr>
              <a:spLocks noGrp="1"/>
            </p:cNvSpPr>
            <p:nvPr/>
          </p:nvSpPr>
          <p:spPr>
            <a:xfrm>
              <a:off x="997525" y="4388024"/>
              <a:ext cx="18729" cy="44482"/>
            </a:xfrm>
            <a:custGeom>
              <a:avLst/>
              <a:gdLst/>
              <a:ahLst/>
              <a:cxnLst/>
              <a:rect l="0" t="0" r="0" b="0"/>
              <a:pathLst>
                <a:path w="18729" h="44482">
                  <a:moveTo>
                    <a:pt x="18729" y="0"/>
                  </a:moveTo>
                  <a:lnTo>
                    <a:pt x="0" y="44482"/>
                  </a:lnTo>
                </a:path>
              </a:pathLst>
            </a:custGeom>
            <a:noFill/>
            <a:ln w="20003">
              <a:solidFill>
                <a:srgbClr val="8496A4"/>
              </a:solidFill>
            </a:ln>
          </p:spPr>
        </p:sp>
        <p:sp>
          <p:nvSpPr>
            <p:cNvPr id="815" name="Input_receptor__814">
              <a:extLst>
                <a:ext uri="{FF2B5EF4-FFF2-40B4-BE49-F238E27FC236}">
                  <a16:creationId xmlns:a16="http://schemas.microsoft.com/office/drawing/2014/main" id="{0650A512-EE7B-12F3-033A-A6D6620D0004}"/>
                </a:ext>
              </a:extLst>
            </p:cNvPr>
            <p:cNvSpPr>
              <a:spLocks noGrp="1"/>
            </p:cNvSpPr>
            <p:nvPr/>
          </p:nvSpPr>
          <p:spPr>
            <a:xfrm>
              <a:off x="1500719" y="4860187"/>
              <a:ext cx="38997" cy="24126"/>
            </a:xfrm>
            <a:custGeom>
              <a:avLst/>
              <a:gdLst/>
              <a:ahLst/>
              <a:cxnLst/>
              <a:rect l="0" t="0" r="0" b="0"/>
              <a:pathLst>
                <a:path w="38997" h="24126">
                  <a:moveTo>
                    <a:pt x="0" y="24126"/>
                  </a:moveTo>
                  <a:lnTo>
                    <a:pt x="38997" y="0"/>
                  </a:lnTo>
                </a:path>
              </a:pathLst>
            </a:custGeom>
            <a:noFill/>
            <a:ln w="8096">
              <a:solidFill>
                <a:srgbClr val="8496A4"/>
              </a:solidFill>
            </a:ln>
          </p:spPr>
        </p:sp>
        <p:sp>
          <p:nvSpPr>
            <p:cNvPr id="816" name="Input_receptor__815">
              <a:extLst>
                <a:ext uri="{FF2B5EF4-FFF2-40B4-BE49-F238E27FC236}">
                  <a16:creationId xmlns:a16="http://schemas.microsoft.com/office/drawing/2014/main" id="{7B367F3F-DD3C-C812-1402-7C2C8DCCD199}"/>
                </a:ext>
              </a:extLst>
            </p:cNvPr>
            <p:cNvSpPr>
              <a:spLocks noGrp="1"/>
            </p:cNvSpPr>
            <p:nvPr/>
          </p:nvSpPr>
          <p:spPr>
            <a:xfrm>
              <a:off x="1471795" y="4616997"/>
              <a:ext cx="14234" cy="21330"/>
            </a:xfrm>
            <a:custGeom>
              <a:avLst/>
              <a:gdLst/>
              <a:ahLst/>
              <a:cxnLst/>
              <a:rect l="0" t="0" r="0" b="0"/>
              <a:pathLst>
                <a:path w="14234" h="21330">
                  <a:moveTo>
                    <a:pt x="14234" y="0"/>
                  </a:moveTo>
                  <a:lnTo>
                    <a:pt x="0" y="21330"/>
                  </a:lnTo>
                </a:path>
              </a:pathLst>
            </a:custGeom>
            <a:noFill/>
            <a:ln w="8096">
              <a:solidFill>
                <a:srgbClr val="8496A4"/>
              </a:solidFill>
            </a:ln>
          </p:spPr>
        </p:sp>
        <p:sp>
          <p:nvSpPr>
            <p:cNvPr id="817" name="Input_receptor__816">
              <a:extLst>
                <a:ext uri="{FF2B5EF4-FFF2-40B4-BE49-F238E27FC236}">
                  <a16:creationId xmlns:a16="http://schemas.microsoft.com/office/drawing/2014/main" id="{26C1ED5E-E5A5-0C35-6D01-BA822D8BAF63}"/>
                </a:ext>
              </a:extLst>
            </p:cNvPr>
            <p:cNvSpPr>
              <a:spLocks noGrp="1"/>
            </p:cNvSpPr>
            <p:nvPr/>
          </p:nvSpPr>
          <p:spPr>
            <a:xfrm>
              <a:off x="1591657" y="5104427"/>
              <a:ext cx="47665" cy="3009"/>
            </a:xfrm>
            <a:custGeom>
              <a:avLst/>
              <a:gdLst/>
              <a:ahLst/>
              <a:cxnLst/>
              <a:rect l="0" t="0" r="0" b="0"/>
              <a:pathLst>
                <a:path w="47665" h="3009">
                  <a:moveTo>
                    <a:pt x="0" y="3009"/>
                  </a:moveTo>
                  <a:lnTo>
                    <a:pt x="47665" y="0"/>
                  </a:lnTo>
                </a:path>
              </a:pathLst>
            </a:custGeom>
            <a:noFill/>
            <a:ln w="20003">
              <a:solidFill>
                <a:srgbClr val="8496A4"/>
              </a:solidFill>
            </a:ln>
          </p:spPr>
        </p:sp>
        <p:sp>
          <p:nvSpPr>
            <p:cNvPr id="818" name="Input_receptor__817">
              <a:extLst>
                <a:ext uri="{FF2B5EF4-FFF2-40B4-BE49-F238E27FC236}">
                  <a16:creationId xmlns:a16="http://schemas.microsoft.com/office/drawing/2014/main" id="{DD6AF2DD-04F5-FEBD-B98E-59F0BEF7A76C}"/>
                </a:ext>
              </a:extLst>
            </p:cNvPr>
            <p:cNvSpPr>
              <a:spLocks noGrp="1"/>
            </p:cNvSpPr>
            <p:nvPr/>
          </p:nvSpPr>
          <p:spPr>
            <a:xfrm>
              <a:off x="1509697" y="5266770"/>
              <a:ext cx="39274" cy="8350"/>
            </a:xfrm>
            <a:custGeom>
              <a:avLst/>
              <a:gdLst/>
              <a:ahLst/>
              <a:cxnLst/>
              <a:rect l="0" t="0" r="0" b="0"/>
              <a:pathLst>
                <a:path w="39274" h="8350">
                  <a:moveTo>
                    <a:pt x="39274" y="0"/>
                  </a:moveTo>
                  <a:lnTo>
                    <a:pt x="0" y="8350"/>
                  </a:lnTo>
                </a:path>
              </a:pathLst>
            </a:custGeom>
            <a:noFill/>
            <a:ln w="20003">
              <a:solidFill>
                <a:srgbClr val="8496A4"/>
              </a:solidFill>
            </a:ln>
          </p:spPr>
        </p:sp>
        <p:sp>
          <p:nvSpPr>
            <p:cNvPr id="819" name="Input_receptor__818">
              <a:extLst>
                <a:ext uri="{FF2B5EF4-FFF2-40B4-BE49-F238E27FC236}">
                  <a16:creationId xmlns:a16="http://schemas.microsoft.com/office/drawing/2014/main" id="{BAAD398E-3B34-EDBB-160A-ADBD5E3D908B}"/>
                </a:ext>
              </a:extLst>
            </p:cNvPr>
            <p:cNvSpPr>
              <a:spLocks noGrp="1"/>
            </p:cNvSpPr>
            <p:nvPr/>
          </p:nvSpPr>
          <p:spPr>
            <a:xfrm>
              <a:off x="1607626" y="5429903"/>
              <a:ext cx="26286" cy="27267"/>
            </a:xfrm>
            <a:custGeom>
              <a:avLst/>
              <a:gdLst/>
              <a:ahLst/>
              <a:cxnLst/>
              <a:rect l="0" t="0" r="0" b="0"/>
              <a:pathLst>
                <a:path w="26286" h="27267">
                  <a:moveTo>
                    <a:pt x="0" y="27267"/>
                  </a:moveTo>
                  <a:lnTo>
                    <a:pt x="26286" y="0"/>
                  </a:lnTo>
                </a:path>
              </a:pathLst>
            </a:custGeom>
            <a:noFill/>
            <a:ln w="20003">
              <a:solidFill>
                <a:srgbClr val="8496A4"/>
              </a:solidFill>
            </a:ln>
          </p:spPr>
        </p:sp>
        <p:sp>
          <p:nvSpPr>
            <p:cNvPr id="820" name="Input_receptor__819">
              <a:extLst>
                <a:ext uri="{FF2B5EF4-FFF2-40B4-BE49-F238E27FC236}">
                  <a16:creationId xmlns:a16="http://schemas.microsoft.com/office/drawing/2014/main" id="{E4F0FE13-3F21-29FB-483C-AEC89E8D322E}"/>
                </a:ext>
              </a:extLst>
            </p:cNvPr>
            <p:cNvSpPr>
              <a:spLocks noGrp="1"/>
            </p:cNvSpPr>
            <p:nvPr/>
          </p:nvSpPr>
          <p:spPr>
            <a:xfrm>
              <a:off x="1633911" y="5391927"/>
              <a:ext cx="14165" cy="37976"/>
            </a:xfrm>
            <a:custGeom>
              <a:avLst/>
              <a:gdLst/>
              <a:ahLst/>
              <a:cxnLst/>
              <a:rect l="0" t="0" r="0" b="0"/>
              <a:pathLst>
                <a:path w="14165" h="37976">
                  <a:moveTo>
                    <a:pt x="0" y="37976"/>
                  </a:moveTo>
                  <a:lnTo>
                    <a:pt x="14165" y="0"/>
                  </a:lnTo>
                </a:path>
              </a:pathLst>
            </a:custGeom>
            <a:noFill/>
            <a:ln w="20003">
              <a:solidFill>
                <a:srgbClr val="8496A4"/>
              </a:solidFill>
            </a:ln>
          </p:spPr>
        </p:sp>
        <p:sp>
          <p:nvSpPr>
            <p:cNvPr id="821" name="Input_receptor__820">
              <a:extLst>
                <a:ext uri="{FF2B5EF4-FFF2-40B4-BE49-F238E27FC236}">
                  <a16:creationId xmlns:a16="http://schemas.microsoft.com/office/drawing/2014/main" id="{40575C88-7EB1-BA54-7B86-F1F7246827FD}"/>
                </a:ext>
              </a:extLst>
            </p:cNvPr>
            <p:cNvSpPr>
              <a:spLocks noGrp="1"/>
            </p:cNvSpPr>
            <p:nvPr/>
          </p:nvSpPr>
          <p:spPr>
            <a:xfrm>
              <a:off x="1603100" y="5324972"/>
              <a:ext cx="3478" cy="29102"/>
            </a:xfrm>
            <a:custGeom>
              <a:avLst/>
              <a:gdLst/>
              <a:ahLst/>
              <a:cxnLst/>
              <a:rect l="0" t="0" r="0" b="0"/>
              <a:pathLst>
                <a:path w="3478" h="29102">
                  <a:moveTo>
                    <a:pt x="3478" y="29102"/>
                  </a:moveTo>
                  <a:lnTo>
                    <a:pt x="0" y="0"/>
                  </a:lnTo>
                </a:path>
              </a:pathLst>
            </a:custGeom>
            <a:noFill/>
            <a:ln w="20003">
              <a:solidFill>
                <a:srgbClr val="8496A4"/>
              </a:solidFill>
            </a:ln>
          </p:spPr>
        </p:sp>
        <p:sp>
          <p:nvSpPr>
            <p:cNvPr id="822" name="Input_receptor__821">
              <a:extLst>
                <a:ext uri="{FF2B5EF4-FFF2-40B4-BE49-F238E27FC236}">
                  <a16:creationId xmlns:a16="http://schemas.microsoft.com/office/drawing/2014/main" id="{03728211-6124-34A7-E4C9-70E27F7AE220}"/>
                </a:ext>
              </a:extLst>
            </p:cNvPr>
            <p:cNvSpPr>
              <a:spLocks noGrp="1"/>
            </p:cNvSpPr>
            <p:nvPr/>
          </p:nvSpPr>
          <p:spPr>
            <a:xfrm>
              <a:off x="1481776" y="4730361"/>
              <a:ext cx="24134" cy="37340"/>
            </a:xfrm>
            <a:custGeom>
              <a:avLst/>
              <a:gdLst/>
              <a:ahLst/>
              <a:cxnLst/>
              <a:rect l="0" t="0" r="0" b="0"/>
              <a:pathLst>
                <a:path w="24134" h="37340">
                  <a:moveTo>
                    <a:pt x="24134" y="37340"/>
                  </a:moveTo>
                  <a:lnTo>
                    <a:pt x="0" y="0"/>
                  </a:lnTo>
                </a:path>
              </a:pathLst>
            </a:custGeom>
            <a:noFill/>
            <a:ln w="20003">
              <a:solidFill>
                <a:srgbClr val="8596A4"/>
              </a:solidFill>
            </a:ln>
          </p:spPr>
        </p:sp>
        <p:sp>
          <p:nvSpPr>
            <p:cNvPr id="823" name="Input_receptor__822">
              <a:extLst>
                <a:ext uri="{FF2B5EF4-FFF2-40B4-BE49-F238E27FC236}">
                  <a16:creationId xmlns:a16="http://schemas.microsoft.com/office/drawing/2014/main" id="{3D940208-60C5-9DCA-1934-CE98DC5427D8}"/>
                </a:ext>
              </a:extLst>
            </p:cNvPr>
            <p:cNvSpPr>
              <a:spLocks noGrp="1"/>
            </p:cNvSpPr>
            <p:nvPr/>
          </p:nvSpPr>
          <p:spPr>
            <a:xfrm>
              <a:off x="1161133" y="4418560"/>
              <a:ext cx="40499" cy="22324"/>
            </a:xfrm>
            <a:custGeom>
              <a:avLst/>
              <a:gdLst/>
              <a:ahLst/>
              <a:cxnLst/>
              <a:rect l="0" t="0" r="0" b="0"/>
              <a:pathLst>
                <a:path w="40499" h="22324">
                  <a:moveTo>
                    <a:pt x="0" y="22324"/>
                  </a:moveTo>
                  <a:lnTo>
                    <a:pt x="40499" y="0"/>
                  </a:lnTo>
                </a:path>
              </a:pathLst>
            </a:custGeom>
            <a:noFill/>
            <a:ln w="8096">
              <a:solidFill>
                <a:srgbClr val="8596A4"/>
              </a:solidFill>
            </a:ln>
          </p:spPr>
        </p:sp>
        <p:sp>
          <p:nvSpPr>
            <p:cNvPr id="824" name="Input_receptor__823">
              <a:extLst>
                <a:ext uri="{FF2B5EF4-FFF2-40B4-BE49-F238E27FC236}">
                  <a16:creationId xmlns:a16="http://schemas.microsoft.com/office/drawing/2014/main" id="{BDF412B3-9394-B109-57F6-355EE0BC90D1}"/>
                </a:ext>
              </a:extLst>
            </p:cNvPr>
            <p:cNvSpPr>
              <a:spLocks noGrp="1"/>
            </p:cNvSpPr>
            <p:nvPr/>
          </p:nvSpPr>
          <p:spPr>
            <a:xfrm>
              <a:off x="1087915" y="4822696"/>
              <a:ext cx="7269" cy="197"/>
            </a:xfrm>
            <a:custGeom>
              <a:avLst/>
              <a:gdLst/>
              <a:ahLst/>
              <a:cxnLst/>
              <a:rect l="0" t="0" r="0" b="0"/>
              <a:pathLst>
                <a:path w="7269" h="197">
                  <a:moveTo>
                    <a:pt x="0" y="197"/>
                  </a:moveTo>
                  <a:lnTo>
                    <a:pt x="7269" y="0"/>
                  </a:lnTo>
                </a:path>
              </a:pathLst>
            </a:custGeom>
            <a:noFill/>
            <a:ln w="20003">
              <a:solidFill>
                <a:srgbClr val="8596A4"/>
              </a:solidFill>
            </a:ln>
          </p:spPr>
        </p:sp>
        <p:sp>
          <p:nvSpPr>
            <p:cNvPr id="825" name="Input_receptor__824">
              <a:extLst>
                <a:ext uri="{FF2B5EF4-FFF2-40B4-BE49-F238E27FC236}">
                  <a16:creationId xmlns:a16="http://schemas.microsoft.com/office/drawing/2014/main" id="{1C8660A7-58EE-3C80-0D17-7F26293F42B6}"/>
                </a:ext>
              </a:extLst>
            </p:cNvPr>
            <p:cNvSpPr>
              <a:spLocks noGrp="1"/>
            </p:cNvSpPr>
            <p:nvPr/>
          </p:nvSpPr>
          <p:spPr>
            <a:xfrm>
              <a:off x="1548971" y="5266770"/>
              <a:ext cx="29697" cy="14558"/>
            </a:xfrm>
            <a:custGeom>
              <a:avLst/>
              <a:gdLst/>
              <a:ahLst/>
              <a:cxnLst/>
              <a:rect l="0" t="0" r="0" b="0"/>
              <a:pathLst>
                <a:path w="29697" h="14558">
                  <a:moveTo>
                    <a:pt x="29697" y="14558"/>
                  </a:moveTo>
                  <a:lnTo>
                    <a:pt x="0" y="0"/>
                  </a:lnTo>
                </a:path>
              </a:pathLst>
            </a:custGeom>
            <a:noFill/>
            <a:ln w="20003">
              <a:solidFill>
                <a:srgbClr val="8596A4"/>
              </a:solidFill>
            </a:ln>
          </p:spPr>
        </p:sp>
        <p:sp>
          <p:nvSpPr>
            <p:cNvPr id="826" name="Input_receptor__825">
              <a:extLst>
                <a:ext uri="{FF2B5EF4-FFF2-40B4-BE49-F238E27FC236}">
                  <a16:creationId xmlns:a16="http://schemas.microsoft.com/office/drawing/2014/main" id="{74A4B782-3776-D801-361D-868BBBFC97E5}"/>
                </a:ext>
              </a:extLst>
            </p:cNvPr>
            <p:cNvSpPr>
              <a:spLocks noGrp="1"/>
            </p:cNvSpPr>
            <p:nvPr/>
          </p:nvSpPr>
          <p:spPr>
            <a:xfrm>
              <a:off x="1227400" y="5586904"/>
              <a:ext cx="6354" cy="29794"/>
            </a:xfrm>
            <a:custGeom>
              <a:avLst/>
              <a:gdLst/>
              <a:ahLst/>
              <a:cxnLst/>
              <a:rect l="0" t="0" r="0" b="0"/>
              <a:pathLst>
                <a:path w="6354" h="29794">
                  <a:moveTo>
                    <a:pt x="0" y="29794"/>
                  </a:moveTo>
                  <a:lnTo>
                    <a:pt x="6354" y="0"/>
                  </a:lnTo>
                </a:path>
              </a:pathLst>
            </a:custGeom>
            <a:noFill/>
            <a:ln w="20003">
              <a:solidFill>
                <a:srgbClr val="8596A4"/>
              </a:solidFill>
            </a:ln>
          </p:spPr>
        </p:sp>
        <p:sp>
          <p:nvSpPr>
            <p:cNvPr id="827" name="Input_receptor__826">
              <a:extLst>
                <a:ext uri="{FF2B5EF4-FFF2-40B4-BE49-F238E27FC236}">
                  <a16:creationId xmlns:a16="http://schemas.microsoft.com/office/drawing/2014/main" id="{E94F4BBE-7362-AC8C-864E-C2723488E0B3}"/>
                </a:ext>
              </a:extLst>
            </p:cNvPr>
            <p:cNvSpPr>
              <a:spLocks noGrp="1"/>
            </p:cNvSpPr>
            <p:nvPr/>
          </p:nvSpPr>
          <p:spPr>
            <a:xfrm>
              <a:off x="1172791" y="4843205"/>
              <a:ext cx="44295" cy="16047"/>
            </a:xfrm>
            <a:custGeom>
              <a:avLst/>
              <a:gdLst/>
              <a:ahLst/>
              <a:cxnLst/>
              <a:rect l="0" t="0" r="0" b="0"/>
              <a:pathLst>
                <a:path w="44295" h="16047">
                  <a:moveTo>
                    <a:pt x="44295" y="0"/>
                  </a:moveTo>
                  <a:lnTo>
                    <a:pt x="0" y="16047"/>
                  </a:lnTo>
                </a:path>
              </a:pathLst>
            </a:custGeom>
            <a:noFill/>
            <a:ln w="20003">
              <a:solidFill>
                <a:srgbClr val="8596A4"/>
              </a:solidFill>
            </a:ln>
          </p:spPr>
        </p:sp>
        <p:sp>
          <p:nvSpPr>
            <p:cNvPr id="828" name="Input_receptor__827">
              <a:extLst>
                <a:ext uri="{FF2B5EF4-FFF2-40B4-BE49-F238E27FC236}">
                  <a16:creationId xmlns:a16="http://schemas.microsoft.com/office/drawing/2014/main" id="{1FE56F5E-E0FE-D92E-31E2-16C820957F5F}"/>
                </a:ext>
              </a:extLst>
            </p:cNvPr>
            <p:cNvSpPr>
              <a:spLocks noGrp="1"/>
            </p:cNvSpPr>
            <p:nvPr/>
          </p:nvSpPr>
          <p:spPr>
            <a:xfrm>
              <a:off x="1228651" y="5239856"/>
              <a:ext cx="44730" cy="10406"/>
            </a:xfrm>
            <a:custGeom>
              <a:avLst/>
              <a:gdLst/>
              <a:ahLst/>
              <a:cxnLst/>
              <a:rect l="0" t="0" r="0" b="0"/>
              <a:pathLst>
                <a:path w="44730" h="10406">
                  <a:moveTo>
                    <a:pt x="44730" y="10406"/>
                  </a:moveTo>
                  <a:lnTo>
                    <a:pt x="0" y="0"/>
                  </a:lnTo>
                </a:path>
              </a:pathLst>
            </a:custGeom>
            <a:noFill/>
            <a:ln w="20003">
              <a:solidFill>
                <a:srgbClr val="8596A4"/>
              </a:solidFill>
            </a:ln>
          </p:spPr>
        </p:sp>
        <p:sp>
          <p:nvSpPr>
            <p:cNvPr id="829" name="Input_receptor__828">
              <a:extLst>
                <a:ext uri="{FF2B5EF4-FFF2-40B4-BE49-F238E27FC236}">
                  <a16:creationId xmlns:a16="http://schemas.microsoft.com/office/drawing/2014/main" id="{D7354D3B-96A3-A92A-5F9B-33D079A1D62B}"/>
                </a:ext>
              </a:extLst>
            </p:cNvPr>
            <p:cNvSpPr>
              <a:spLocks noGrp="1"/>
            </p:cNvSpPr>
            <p:nvPr/>
          </p:nvSpPr>
          <p:spPr>
            <a:xfrm>
              <a:off x="1794036" y="4863472"/>
              <a:ext cx="43568" cy="17047"/>
            </a:xfrm>
            <a:custGeom>
              <a:avLst/>
              <a:gdLst/>
              <a:ahLst/>
              <a:cxnLst/>
              <a:rect l="0" t="0" r="0" b="0"/>
              <a:pathLst>
                <a:path w="43568" h="17047">
                  <a:moveTo>
                    <a:pt x="0" y="0"/>
                  </a:moveTo>
                  <a:lnTo>
                    <a:pt x="43568" y="17047"/>
                  </a:lnTo>
                </a:path>
              </a:pathLst>
            </a:custGeom>
            <a:noFill/>
            <a:ln w="8096">
              <a:solidFill>
                <a:srgbClr val="8596A4"/>
              </a:solidFill>
            </a:ln>
          </p:spPr>
        </p:sp>
        <p:sp>
          <p:nvSpPr>
            <p:cNvPr id="830" name="Input_receptor__829">
              <a:extLst>
                <a:ext uri="{FF2B5EF4-FFF2-40B4-BE49-F238E27FC236}">
                  <a16:creationId xmlns:a16="http://schemas.microsoft.com/office/drawing/2014/main" id="{1B0F8FF1-91B4-F5D4-133F-B31FBB3D3D0C}"/>
                </a:ext>
              </a:extLst>
            </p:cNvPr>
            <p:cNvSpPr>
              <a:spLocks noGrp="1"/>
            </p:cNvSpPr>
            <p:nvPr/>
          </p:nvSpPr>
          <p:spPr>
            <a:xfrm>
              <a:off x="1273704" y="4523276"/>
              <a:ext cx="13335" cy="5131"/>
            </a:xfrm>
            <a:custGeom>
              <a:avLst/>
              <a:gdLst/>
              <a:ahLst/>
              <a:cxnLst/>
              <a:rect l="0" t="0" r="0" b="0"/>
              <a:pathLst>
                <a:path w="13335" h="5131">
                  <a:moveTo>
                    <a:pt x="0" y="5131"/>
                  </a:moveTo>
                  <a:lnTo>
                    <a:pt x="13335" y="0"/>
                  </a:lnTo>
                </a:path>
              </a:pathLst>
            </a:custGeom>
            <a:noFill/>
            <a:ln w="20003">
              <a:solidFill>
                <a:srgbClr val="8596A4"/>
              </a:solidFill>
            </a:ln>
          </p:spPr>
        </p:sp>
        <p:sp>
          <p:nvSpPr>
            <p:cNvPr id="831" name="Input_receptor__830">
              <a:extLst>
                <a:ext uri="{FF2B5EF4-FFF2-40B4-BE49-F238E27FC236}">
                  <a16:creationId xmlns:a16="http://schemas.microsoft.com/office/drawing/2014/main" id="{2301A899-45EE-F8A6-F463-708CC92BD0E5}"/>
                </a:ext>
              </a:extLst>
            </p:cNvPr>
            <p:cNvSpPr>
              <a:spLocks noGrp="1"/>
            </p:cNvSpPr>
            <p:nvPr/>
          </p:nvSpPr>
          <p:spPr>
            <a:xfrm>
              <a:off x="1168483" y="5102396"/>
              <a:ext cx="36945" cy="25878"/>
            </a:xfrm>
            <a:custGeom>
              <a:avLst/>
              <a:gdLst/>
              <a:ahLst/>
              <a:cxnLst/>
              <a:rect l="0" t="0" r="0" b="0"/>
              <a:pathLst>
                <a:path w="36945" h="25878">
                  <a:moveTo>
                    <a:pt x="36945" y="0"/>
                  </a:moveTo>
                  <a:lnTo>
                    <a:pt x="0" y="25878"/>
                  </a:lnTo>
                </a:path>
              </a:pathLst>
            </a:custGeom>
            <a:noFill/>
            <a:ln w="20003">
              <a:solidFill>
                <a:srgbClr val="8596A4"/>
              </a:solidFill>
            </a:ln>
          </p:spPr>
        </p:sp>
        <p:sp>
          <p:nvSpPr>
            <p:cNvPr id="832" name="Input_receptor__831">
              <a:extLst>
                <a:ext uri="{FF2B5EF4-FFF2-40B4-BE49-F238E27FC236}">
                  <a16:creationId xmlns:a16="http://schemas.microsoft.com/office/drawing/2014/main" id="{FF299938-6D8F-D9F8-CE62-7401F02C038E}"/>
                </a:ext>
              </a:extLst>
            </p:cNvPr>
            <p:cNvSpPr>
              <a:spLocks noGrp="1"/>
            </p:cNvSpPr>
            <p:nvPr/>
          </p:nvSpPr>
          <p:spPr>
            <a:xfrm>
              <a:off x="1267807" y="5250262"/>
              <a:ext cx="5574" cy="46065"/>
            </a:xfrm>
            <a:custGeom>
              <a:avLst/>
              <a:gdLst/>
              <a:ahLst/>
              <a:cxnLst/>
              <a:rect l="0" t="0" r="0" b="0"/>
              <a:pathLst>
                <a:path w="5574" h="46065">
                  <a:moveTo>
                    <a:pt x="0" y="46065"/>
                  </a:moveTo>
                  <a:lnTo>
                    <a:pt x="5574" y="0"/>
                  </a:lnTo>
                </a:path>
              </a:pathLst>
            </a:custGeom>
            <a:noFill/>
            <a:ln w="20003">
              <a:solidFill>
                <a:srgbClr val="8596A4"/>
              </a:solidFill>
            </a:ln>
          </p:spPr>
        </p:sp>
        <p:sp>
          <p:nvSpPr>
            <p:cNvPr id="833" name="Input_receptor__832">
              <a:extLst>
                <a:ext uri="{FF2B5EF4-FFF2-40B4-BE49-F238E27FC236}">
                  <a16:creationId xmlns:a16="http://schemas.microsoft.com/office/drawing/2014/main" id="{9059ACBB-7E67-3EED-5BB2-816C3C9A003F}"/>
                </a:ext>
              </a:extLst>
            </p:cNvPr>
            <p:cNvSpPr>
              <a:spLocks noGrp="1"/>
            </p:cNvSpPr>
            <p:nvPr/>
          </p:nvSpPr>
          <p:spPr>
            <a:xfrm>
              <a:off x="1155101" y="4511126"/>
              <a:ext cx="8576" cy="41561"/>
            </a:xfrm>
            <a:custGeom>
              <a:avLst/>
              <a:gdLst/>
              <a:ahLst/>
              <a:cxnLst/>
              <a:rect l="0" t="0" r="0" b="0"/>
              <a:pathLst>
                <a:path w="8576" h="41561">
                  <a:moveTo>
                    <a:pt x="0" y="41561"/>
                  </a:moveTo>
                  <a:lnTo>
                    <a:pt x="8576" y="0"/>
                  </a:lnTo>
                </a:path>
              </a:pathLst>
            </a:custGeom>
            <a:noFill/>
            <a:ln w="20003">
              <a:solidFill>
                <a:srgbClr val="8596A4"/>
              </a:solidFill>
            </a:ln>
          </p:spPr>
        </p:sp>
        <p:sp>
          <p:nvSpPr>
            <p:cNvPr id="834" name="Input_receptor__833">
              <a:extLst>
                <a:ext uri="{FF2B5EF4-FFF2-40B4-BE49-F238E27FC236}">
                  <a16:creationId xmlns:a16="http://schemas.microsoft.com/office/drawing/2014/main" id="{9E17B43F-305E-8218-A1A9-0778F2C5BB8B}"/>
                </a:ext>
              </a:extLst>
            </p:cNvPr>
            <p:cNvSpPr>
              <a:spLocks noGrp="1"/>
            </p:cNvSpPr>
            <p:nvPr/>
          </p:nvSpPr>
          <p:spPr>
            <a:xfrm>
              <a:off x="1552231" y="5321154"/>
              <a:ext cx="3120" cy="10706"/>
            </a:xfrm>
            <a:custGeom>
              <a:avLst/>
              <a:gdLst/>
              <a:ahLst/>
              <a:cxnLst/>
              <a:rect l="0" t="0" r="0" b="0"/>
              <a:pathLst>
                <a:path w="3120" h="10706">
                  <a:moveTo>
                    <a:pt x="3120" y="10706"/>
                  </a:moveTo>
                  <a:lnTo>
                    <a:pt x="0" y="0"/>
                  </a:lnTo>
                </a:path>
              </a:pathLst>
            </a:custGeom>
            <a:noFill/>
            <a:ln w="20003">
              <a:solidFill>
                <a:srgbClr val="8596A4"/>
              </a:solidFill>
            </a:ln>
          </p:spPr>
        </p:sp>
        <p:sp>
          <p:nvSpPr>
            <p:cNvPr id="835" name="Input_receptor__834">
              <a:extLst>
                <a:ext uri="{FF2B5EF4-FFF2-40B4-BE49-F238E27FC236}">
                  <a16:creationId xmlns:a16="http://schemas.microsoft.com/office/drawing/2014/main" id="{293B04D3-C0D0-90B4-9055-197C2CB7DE1B}"/>
                </a:ext>
              </a:extLst>
            </p:cNvPr>
            <p:cNvSpPr>
              <a:spLocks noGrp="1"/>
            </p:cNvSpPr>
            <p:nvPr/>
          </p:nvSpPr>
          <p:spPr>
            <a:xfrm>
              <a:off x="1277159" y="5574062"/>
              <a:ext cx="12417" cy="46400"/>
            </a:xfrm>
            <a:custGeom>
              <a:avLst/>
              <a:gdLst/>
              <a:ahLst/>
              <a:cxnLst/>
              <a:rect l="0" t="0" r="0" b="0"/>
              <a:pathLst>
                <a:path w="12417" h="46400">
                  <a:moveTo>
                    <a:pt x="0" y="0"/>
                  </a:moveTo>
                  <a:lnTo>
                    <a:pt x="12417" y="46400"/>
                  </a:lnTo>
                </a:path>
              </a:pathLst>
            </a:custGeom>
            <a:noFill/>
            <a:ln w="20003">
              <a:solidFill>
                <a:srgbClr val="8596A4"/>
              </a:solidFill>
            </a:ln>
          </p:spPr>
        </p:sp>
        <p:sp>
          <p:nvSpPr>
            <p:cNvPr id="836" name="Input_receptor__835">
              <a:extLst>
                <a:ext uri="{FF2B5EF4-FFF2-40B4-BE49-F238E27FC236}">
                  <a16:creationId xmlns:a16="http://schemas.microsoft.com/office/drawing/2014/main" id="{F03BBC7B-30BC-1158-57D6-4C21FF2481FC}"/>
                </a:ext>
              </a:extLst>
            </p:cNvPr>
            <p:cNvSpPr>
              <a:spLocks noGrp="1"/>
            </p:cNvSpPr>
            <p:nvPr/>
          </p:nvSpPr>
          <p:spPr>
            <a:xfrm>
              <a:off x="997525" y="4432506"/>
              <a:ext cx="40482" cy="20021"/>
            </a:xfrm>
            <a:custGeom>
              <a:avLst/>
              <a:gdLst/>
              <a:ahLst/>
              <a:cxnLst/>
              <a:rect l="0" t="0" r="0" b="0"/>
              <a:pathLst>
                <a:path w="40482" h="20021">
                  <a:moveTo>
                    <a:pt x="0" y="0"/>
                  </a:moveTo>
                  <a:lnTo>
                    <a:pt x="40482" y="20021"/>
                  </a:lnTo>
                </a:path>
              </a:pathLst>
            </a:custGeom>
            <a:noFill/>
            <a:ln w="20003">
              <a:solidFill>
                <a:srgbClr val="8596A4"/>
              </a:solidFill>
            </a:ln>
          </p:spPr>
        </p:sp>
        <p:sp>
          <p:nvSpPr>
            <p:cNvPr id="837" name="Input_receptor__836">
              <a:extLst>
                <a:ext uri="{FF2B5EF4-FFF2-40B4-BE49-F238E27FC236}">
                  <a16:creationId xmlns:a16="http://schemas.microsoft.com/office/drawing/2014/main" id="{0E7D96BE-C428-C3FD-41F5-1EEB9D714A47}"/>
                </a:ext>
              </a:extLst>
            </p:cNvPr>
            <p:cNvSpPr>
              <a:spLocks noGrp="1"/>
            </p:cNvSpPr>
            <p:nvPr/>
          </p:nvSpPr>
          <p:spPr>
            <a:xfrm>
              <a:off x="1736353" y="4899117"/>
              <a:ext cx="36253" cy="5994"/>
            </a:xfrm>
            <a:custGeom>
              <a:avLst/>
              <a:gdLst/>
              <a:ahLst/>
              <a:cxnLst/>
              <a:rect l="0" t="0" r="0" b="0"/>
              <a:pathLst>
                <a:path w="36253" h="5994">
                  <a:moveTo>
                    <a:pt x="0" y="0"/>
                  </a:moveTo>
                  <a:lnTo>
                    <a:pt x="36253" y="5994"/>
                  </a:lnTo>
                </a:path>
              </a:pathLst>
            </a:custGeom>
            <a:noFill/>
            <a:ln w="20003">
              <a:solidFill>
                <a:srgbClr val="8596A4"/>
              </a:solidFill>
            </a:ln>
          </p:spPr>
        </p:sp>
        <p:sp>
          <p:nvSpPr>
            <p:cNvPr id="838" name="Input_receptor__837">
              <a:extLst>
                <a:ext uri="{FF2B5EF4-FFF2-40B4-BE49-F238E27FC236}">
                  <a16:creationId xmlns:a16="http://schemas.microsoft.com/office/drawing/2014/main" id="{087C1460-3879-FCE8-9B76-31A862879700}"/>
                </a:ext>
              </a:extLst>
            </p:cNvPr>
            <p:cNvSpPr>
              <a:spLocks noGrp="1"/>
            </p:cNvSpPr>
            <p:nvPr/>
          </p:nvSpPr>
          <p:spPr>
            <a:xfrm>
              <a:off x="1557939" y="4925345"/>
              <a:ext cx="43906" cy="19826"/>
            </a:xfrm>
            <a:custGeom>
              <a:avLst/>
              <a:gdLst/>
              <a:ahLst/>
              <a:cxnLst/>
              <a:rect l="0" t="0" r="0" b="0"/>
              <a:pathLst>
                <a:path w="43906" h="19826">
                  <a:moveTo>
                    <a:pt x="43906" y="0"/>
                  </a:moveTo>
                  <a:lnTo>
                    <a:pt x="0" y="19826"/>
                  </a:lnTo>
                </a:path>
              </a:pathLst>
            </a:custGeom>
            <a:noFill/>
            <a:ln w="8096">
              <a:solidFill>
                <a:srgbClr val="8596A4"/>
              </a:solidFill>
            </a:ln>
          </p:spPr>
        </p:sp>
        <p:sp>
          <p:nvSpPr>
            <p:cNvPr id="839" name="Input_receptor__838">
              <a:extLst>
                <a:ext uri="{FF2B5EF4-FFF2-40B4-BE49-F238E27FC236}">
                  <a16:creationId xmlns:a16="http://schemas.microsoft.com/office/drawing/2014/main" id="{182FE07E-9A26-7640-0712-B0605F136D13}"/>
                </a:ext>
              </a:extLst>
            </p:cNvPr>
            <p:cNvSpPr>
              <a:spLocks noGrp="1"/>
            </p:cNvSpPr>
            <p:nvPr/>
          </p:nvSpPr>
          <p:spPr>
            <a:xfrm>
              <a:off x="1285920" y="5112893"/>
              <a:ext cx="16652" cy="45632"/>
            </a:xfrm>
            <a:custGeom>
              <a:avLst/>
              <a:gdLst/>
              <a:ahLst/>
              <a:cxnLst/>
              <a:rect l="0" t="0" r="0" b="0"/>
              <a:pathLst>
                <a:path w="16652" h="45632">
                  <a:moveTo>
                    <a:pt x="16652" y="45632"/>
                  </a:moveTo>
                  <a:lnTo>
                    <a:pt x="0" y="0"/>
                  </a:lnTo>
                </a:path>
              </a:pathLst>
            </a:custGeom>
            <a:noFill/>
            <a:ln w="8096">
              <a:solidFill>
                <a:srgbClr val="8596A4"/>
              </a:solidFill>
            </a:ln>
          </p:spPr>
        </p:sp>
        <p:sp>
          <p:nvSpPr>
            <p:cNvPr id="840" name="Input_receptor__839">
              <a:extLst>
                <a:ext uri="{FF2B5EF4-FFF2-40B4-BE49-F238E27FC236}">
                  <a16:creationId xmlns:a16="http://schemas.microsoft.com/office/drawing/2014/main" id="{12B9CFD8-D49E-E7F6-8154-3905A459260F}"/>
                </a:ext>
              </a:extLst>
            </p:cNvPr>
            <p:cNvSpPr>
              <a:spLocks noGrp="1"/>
            </p:cNvSpPr>
            <p:nvPr/>
          </p:nvSpPr>
          <p:spPr>
            <a:xfrm>
              <a:off x="1132090" y="5002493"/>
              <a:ext cx="45389" cy="9870"/>
            </a:xfrm>
            <a:custGeom>
              <a:avLst/>
              <a:gdLst/>
              <a:ahLst/>
              <a:cxnLst/>
              <a:rect l="0" t="0" r="0" b="0"/>
              <a:pathLst>
                <a:path w="45389" h="9870">
                  <a:moveTo>
                    <a:pt x="45389" y="9870"/>
                  </a:moveTo>
                  <a:lnTo>
                    <a:pt x="0" y="0"/>
                  </a:lnTo>
                </a:path>
              </a:pathLst>
            </a:custGeom>
            <a:noFill/>
            <a:ln w="20003">
              <a:solidFill>
                <a:srgbClr val="8596A4"/>
              </a:solidFill>
            </a:ln>
          </p:spPr>
        </p:sp>
        <p:sp>
          <p:nvSpPr>
            <p:cNvPr id="841" name="Input_receptor__840">
              <a:extLst>
                <a:ext uri="{FF2B5EF4-FFF2-40B4-BE49-F238E27FC236}">
                  <a16:creationId xmlns:a16="http://schemas.microsoft.com/office/drawing/2014/main" id="{EB051896-06AC-6BBF-3B49-BE28E2717983}"/>
                </a:ext>
              </a:extLst>
            </p:cNvPr>
            <p:cNvSpPr>
              <a:spLocks noGrp="1"/>
            </p:cNvSpPr>
            <p:nvPr/>
          </p:nvSpPr>
          <p:spPr>
            <a:xfrm>
              <a:off x="1741502" y="5181313"/>
              <a:ext cx="8457" cy="13381"/>
            </a:xfrm>
            <a:custGeom>
              <a:avLst/>
              <a:gdLst/>
              <a:ahLst/>
              <a:cxnLst/>
              <a:rect l="0" t="0" r="0" b="0"/>
              <a:pathLst>
                <a:path w="8457" h="13381">
                  <a:moveTo>
                    <a:pt x="0" y="0"/>
                  </a:moveTo>
                  <a:lnTo>
                    <a:pt x="8457" y="13381"/>
                  </a:lnTo>
                </a:path>
              </a:pathLst>
            </a:custGeom>
            <a:noFill/>
            <a:ln w="20003">
              <a:solidFill>
                <a:srgbClr val="8596A4"/>
              </a:solidFill>
            </a:ln>
          </p:spPr>
        </p:sp>
        <p:sp>
          <p:nvSpPr>
            <p:cNvPr id="842" name="Input_receptor__841">
              <a:extLst>
                <a:ext uri="{FF2B5EF4-FFF2-40B4-BE49-F238E27FC236}">
                  <a16:creationId xmlns:a16="http://schemas.microsoft.com/office/drawing/2014/main" id="{DCD83C41-BDBD-A83F-F903-4C1F28C040E9}"/>
                </a:ext>
              </a:extLst>
            </p:cNvPr>
            <p:cNvSpPr>
              <a:spLocks noGrp="1"/>
            </p:cNvSpPr>
            <p:nvPr/>
          </p:nvSpPr>
          <p:spPr>
            <a:xfrm>
              <a:off x="1077807" y="5282843"/>
              <a:ext cx="26463" cy="37007"/>
            </a:xfrm>
            <a:custGeom>
              <a:avLst/>
              <a:gdLst/>
              <a:ahLst/>
              <a:cxnLst/>
              <a:rect l="0" t="0" r="0" b="0"/>
              <a:pathLst>
                <a:path w="26463" h="37007">
                  <a:moveTo>
                    <a:pt x="0" y="37007"/>
                  </a:moveTo>
                  <a:lnTo>
                    <a:pt x="26463" y="0"/>
                  </a:lnTo>
                </a:path>
              </a:pathLst>
            </a:custGeom>
            <a:noFill/>
            <a:ln w="20003">
              <a:solidFill>
                <a:srgbClr val="8596A4"/>
              </a:solidFill>
            </a:ln>
          </p:spPr>
        </p:sp>
        <p:sp>
          <p:nvSpPr>
            <p:cNvPr id="843" name="Input_receptor__842">
              <a:extLst>
                <a:ext uri="{FF2B5EF4-FFF2-40B4-BE49-F238E27FC236}">
                  <a16:creationId xmlns:a16="http://schemas.microsoft.com/office/drawing/2014/main" id="{DE92B801-B35B-9110-2225-41E108AD03BC}"/>
                </a:ext>
              </a:extLst>
            </p:cNvPr>
            <p:cNvSpPr>
              <a:spLocks noGrp="1"/>
            </p:cNvSpPr>
            <p:nvPr/>
          </p:nvSpPr>
          <p:spPr>
            <a:xfrm>
              <a:off x="1240076" y="4929364"/>
              <a:ext cx="41050" cy="19947"/>
            </a:xfrm>
            <a:custGeom>
              <a:avLst/>
              <a:gdLst/>
              <a:ahLst/>
              <a:cxnLst/>
              <a:rect l="0" t="0" r="0" b="0"/>
              <a:pathLst>
                <a:path w="41050" h="19947">
                  <a:moveTo>
                    <a:pt x="0" y="19947"/>
                  </a:moveTo>
                  <a:lnTo>
                    <a:pt x="41050" y="0"/>
                  </a:lnTo>
                </a:path>
              </a:pathLst>
            </a:custGeom>
            <a:noFill/>
            <a:ln w="20003">
              <a:solidFill>
                <a:srgbClr val="8596A4"/>
              </a:solidFill>
            </a:ln>
          </p:spPr>
        </p:sp>
        <p:sp>
          <p:nvSpPr>
            <p:cNvPr id="844" name="Input_receptor__843">
              <a:extLst>
                <a:ext uri="{FF2B5EF4-FFF2-40B4-BE49-F238E27FC236}">
                  <a16:creationId xmlns:a16="http://schemas.microsoft.com/office/drawing/2014/main" id="{1395601D-B20C-6826-6B4E-2421C9999611}"/>
                </a:ext>
              </a:extLst>
            </p:cNvPr>
            <p:cNvSpPr>
              <a:spLocks noGrp="1"/>
            </p:cNvSpPr>
            <p:nvPr/>
          </p:nvSpPr>
          <p:spPr>
            <a:xfrm>
              <a:off x="964241" y="4899858"/>
              <a:ext cx="40466" cy="3714"/>
            </a:xfrm>
            <a:custGeom>
              <a:avLst/>
              <a:gdLst/>
              <a:ahLst/>
              <a:cxnLst/>
              <a:rect l="0" t="0" r="0" b="0"/>
              <a:pathLst>
                <a:path w="40466" h="3714">
                  <a:moveTo>
                    <a:pt x="0" y="0"/>
                  </a:moveTo>
                  <a:lnTo>
                    <a:pt x="40466" y="3714"/>
                  </a:lnTo>
                </a:path>
              </a:pathLst>
            </a:custGeom>
            <a:noFill/>
            <a:ln w="8096">
              <a:solidFill>
                <a:srgbClr val="8596A4"/>
              </a:solidFill>
            </a:ln>
          </p:spPr>
        </p:sp>
        <p:sp>
          <p:nvSpPr>
            <p:cNvPr id="845" name="Input_receptor__844">
              <a:extLst>
                <a:ext uri="{FF2B5EF4-FFF2-40B4-BE49-F238E27FC236}">
                  <a16:creationId xmlns:a16="http://schemas.microsoft.com/office/drawing/2014/main" id="{3C02A128-3574-4AEE-4A03-381952BFADA6}"/>
                </a:ext>
              </a:extLst>
            </p:cNvPr>
            <p:cNvSpPr>
              <a:spLocks noGrp="1"/>
            </p:cNvSpPr>
            <p:nvPr/>
          </p:nvSpPr>
          <p:spPr>
            <a:xfrm>
              <a:off x="1212061" y="5239856"/>
              <a:ext cx="16590" cy="37164"/>
            </a:xfrm>
            <a:custGeom>
              <a:avLst/>
              <a:gdLst/>
              <a:ahLst/>
              <a:cxnLst/>
              <a:rect l="0" t="0" r="0" b="0"/>
              <a:pathLst>
                <a:path w="16590" h="37164">
                  <a:moveTo>
                    <a:pt x="16590" y="0"/>
                  </a:moveTo>
                  <a:lnTo>
                    <a:pt x="0" y="37164"/>
                  </a:lnTo>
                </a:path>
              </a:pathLst>
            </a:custGeom>
            <a:noFill/>
            <a:ln w="20003">
              <a:solidFill>
                <a:srgbClr val="8597A4"/>
              </a:solidFill>
            </a:ln>
          </p:spPr>
        </p:sp>
        <p:sp>
          <p:nvSpPr>
            <p:cNvPr id="846" name="Input_receptor__845">
              <a:extLst>
                <a:ext uri="{FF2B5EF4-FFF2-40B4-BE49-F238E27FC236}">
                  <a16:creationId xmlns:a16="http://schemas.microsoft.com/office/drawing/2014/main" id="{EFB3232C-282B-17DD-562D-85BDC5CB221A}"/>
                </a:ext>
              </a:extLst>
            </p:cNvPr>
            <p:cNvSpPr>
              <a:spLocks noGrp="1"/>
            </p:cNvSpPr>
            <p:nvPr/>
          </p:nvSpPr>
          <p:spPr>
            <a:xfrm>
              <a:off x="1601846" y="4882400"/>
              <a:ext cx="21741" cy="42946"/>
            </a:xfrm>
            <a:custGeom>
              <a:avLst/>
              <a:gdLst/>
              <a:ahLst/>
              <a:cxnLst/>
              <a:rect l="0" t="0" r="0" b="0"/>
              <a:pathLst>
                <a:path w="21741" h="42946">
                  <a:moveTo>
                    <a:pt x="21741" y="0"/>
                  </a:moveTo>
                  <a:lnTo>
                    <a:pt x="0" y="42946"/>
                  </a:lnTo>
                </a:path>
              </a:pathLst>
            </a:custGeom>
            <a:noFill/>
            <a:ln w="8096">
              <a:solidFill>
                <a:srgbClr val="8597A4"/>
              </a:solidFill>
            </a:ln>
          </p:spPr>
        </p:sp>
        <p:sp>
          <p:nvSpPr>
            <p:cNvPr id="847" name="Input_receptor__846">
              <a:extLst>
                <a:ext uri="{FF2B5EF4-FFF2-40B4-BE49-F238E27FC236}">
                  <a16:creationId xmlns:a16="http://schemas.microsoft.com/office/drawing/2014/main" id="{CAB0E677-0D61-C256-38A6-3381C05B7EF4}"/>
                </a:ext>
              </a:extLst>
            </p:cNvPr>
            <p:cNvSpPr>
              <a:spLocks noGrp="1"/>
            </p:cNvSpPr>
            <p:nvPr/>
          </p:nvSpPr>
          <p:spPr>
            <a:xfrm>
              <a:off x="1579976" y="5354074"/>
              <a:ext cx="26602" cy="33450"/>
            </a:xfrm>
            <a:custGeom>
              <a:avLst/>
              <a:gdLst/>
              <a:ahLst/>
              <a:cxnLst/>
              <a:rect l="0" t="0" r="0" b="0"/>
              <a:pathLst>
                <a:path w="26602" h="33450">
                  <a:moveTo>
                    <a:pt x="0" y="33450"/>
                  </a:moveTo>
                  <a:lnTo>
                    <a:pt x="26602" y="0"/>
                  </a:lnTo>
                </a:path>
              </a:pathLst>
            </a:custGeom>
            <a:noFill/>
            <a:ln w="20003">
              <a:solidFill>
                <a:srgbClr val="8597A4"/>
              </a:solidFill>
            </a:ln>
          </p:spPr>
        </p:sp>
        <p:sp>
          <p:nvSpPr>
            <p:cNvPr id="848" name="Input_receptor__847">
              <a:extLst>
                <a:ext uri="{FF2B5EF4-FFF2-40B4-BE49-F238E27FC236}">
                  <a16:creationId xmlns:a16="http://schemas.microsoft.com/office/drawing/2014/main" id="{F35A7B68-2047-4463-6923-09B30A2B0194}"/>
                </a:ext>
              </a:extLst>
            </p:cNvPr>
            <p:cNvSpPr>
              <a:spLocks noGrp="1"/>
            </p:cNvSpPr>
            <p:nvPr/>
          </p:nvSpPr>
          <p:spPr>
            <a:xfrm>
              <a:off x="1539716" y="4844404"/>
              <a:ext cx="12098" cy="15783"/>
            </a:xfrm>
            <a:custGeom>
              <a:avLst/>
              <a:gdLst/>
              <a:ahLst/>
              <a:cxnLst/>
              <a:rect l="0" t="0" r="0" b="0"/>
              <a:pathLst>
                <a:path w="12098" h="15783">
                  <a:moveTo>
                    <a:pt x="0" y="15783"/>
                  </a:moveTo>
                  <a:lnTo>
                    <a:pt x="12098" y="0"/>
                  </a:lnTo>
                </a:path>
              </a:pathLst>
            </a:custGeom>
            <a:noFill/>
            <a:ln w="8096">
              <a:solidFill>
                <a:srgbClr val="8597A4"/>
              </a:solidFill>
            </a:ln>
          </p:spPr>
        </p:sp>
        <p:sp>
          <p:nvSpPr>
            <p:cNvPr id="849" name="Input_receptor__848">
              <a:extLst>
                <a:ext uri="{FF2B5EF4-FFF2-40B4-BE49-F238E27FC236}">
                  <a16:creationId xmlns:a16="http://schemas.microsoft.com/office/drawing/2014/main" id="{953D9355-5B3C-6A89-ADBB-64D45960D20F}"/>
                </a:ext>
              </a:extLst>
            </p:cNvPr>
            <p:cNvSpPr>
              <a:spLocks noGrp="1"/>
            </p:cNvSpPr>
            <p:nvPr/>
          </p:nvSpPr>
          <p:spPr>
            <a:xfrm>
              <a:off x="939422" y="4899858"/>
              <a:ext cx="24818" cy="22606"/>
            </a:xfrm>
            <a:custGeom>
              <a:avLst/>
              <a:gdLst/>
              <a:ahLst/>
              <a:cxnLst/>
              <a:rect l="0" t="0" r="0" b="0"/>
              <a:pathLst>
                <a:path w="24818" h="22606">
                  <a:moveTo>
                    <a:pt x="0" y="22606"/>
                  </a:moveTo>
                  <a:lnTo>
                    <a:pt x="24818" y="0"/>
                  </a:lnTo>
                </a:path>
              </a:pathLst>
            </a:custGeom>
            <a:noFill/>
            <a:ln w="8096">
              <a:solidFill>
                <a:srgbClr val="8597A4"/>
              </a:solidFill>
            </a:ln>
          </p:spPr>
        </p:sp>
        <p:sp>
          <p:nvSpPr>
            <p:cNvPr id="850" name="Input_receptor__849">
              <a:extLst>
                <a:ext uri="{FF2B5EF4-FFF2-40B4-BE49-F238E27FC236}">
                  <a16:creationId xmlns:a16="http://schemas.microsoft.com/office/drawing/2014/main" id="{142FF03E-9D8A-89DC-C77F-DBFB9CEBA137}"/>
                </a:ext>
              </a:extLst>
            </p:cNvPr>
            <p:cNvSpPr>
              <a:spLocks noGrp="1"/>
            </p:cNvSpPr>
            <p:nvPr/>
          </p:nvSpPr>
          <p:spPr>
            <a:xfrm>
              <a:off x="948762" y="5367403"/>
              <a:ext cx="19449" cy="42182"/>
            </a:xfrm>
            <a:custGeom>
              <a:avLst/>
              <a:gdLst/>
              <a:ahLst/>
              <a:cxnLst/>
              <a:rect l="0" t="0" r="0" b="0"/>
              <a:pathLst>
                <a:path w="19449" h="42182">
                  <a:moveTo>
                    <a:pt x="0" y="42182"/>
                  </a:moveTo>
                  <a:lnTo>
                    <a:pt x="19449" y="0"/>
                  </a:lnTo>
                </a:path>
              </a:pathLst>
            </a:custGeom>
            <a:noFill/>
            <a:ln w="8096">
              <a:solidFill>
                <a:srgbClr val="8597A4"/>
              </a:solidFill>
            </a:ln>
          </p:spPr>
        </p:sp>
        <p:sp>
          <p:nvSpPr>
            <p:cNvPr id="851" name="Input_receptor__850">
              <a:extLst>
                <a:ext uri="{FF2B5EF4-FFF2-40B4-BE49-F238E27FC236}">
                  <a16:creationId xmlns:a16="http://schemas.microsoft.com/office/drawing/2014/main" id="{90D280C2-11AD-7091-033E-92E7B3C3FC49}"/>
                </a:ext>
              </a:extLst>
            </p:cNvPr>
            <p:cNvSpPr>
              <a:spLocks noGrp="1"/>
            </p:cNvSpPr>
            <p:nvPr/>
          </p:nvSpPr>
          <p:spPr>
            <a:xfrm>
              <a:off x="1711795" y="5356128"/>
              <a:ext cx="39776" cy="22250"/>
            </a:xfrm>
            <a:custGeom>
              <a:avLst/>
              <a:gdLst/>
              <a:ahLst/>
              <a:cxnLst/>
              <a:rect l="0" t="0" r="0" b="0"/>
              <a:pathLst>
                <a:path w="39776" h="22250">
                  <a:moveTo>
                    <a:pt x="0" y="0"/>
                  </a:moveTo>
                  <a:lnTo>
                    <a:pt x="39776" y="22250"/>
                  </a:lnTo>
                </a:path>
              </a:pathLst>
            </a:custGeom>
            <a:noFill/>
            <a:ln w="20003">
              <a:solidFill>
                <a:srgbClr val="8597A4"/>
              </a:solidFill>
            </a:ln>
          </p:spPr>
        </p:sp>
        <p:sp>
          <p:nvSpPr>
            <p:cNvPr id="852" name="Input_receptor__851">
              <a:extLst>
                <a:ext uri="{FF2B5EF4-FFF2-40B4-BE49-F238E27FC236}">
                  <a16:creationId xmlns:a16="http://schemas.microsoft.com/office/drawing/2014/main" id="{25155EE1-C81A-C2AD-8D68-B34169DFEE48}"/>
                </a:ext>
              </a:extLst>
            </p:cNvPr>
            <p:cNvSpPr>
              <a:spLocks noGrp="1"/>
            </p:cNvSpPr>
            <p:nvPr/>
          </p:nvSpPr>
          <p:spPr>
            <a:xfrm>
              <a:off x="1053162" y="4882742"/>
              <a:ext cx="23920" cy="2559"/>
            </a:xfrm>
            <a:custGeom>
              <a:avLst/>
              <a:gdLst/>
              <a:ahLst/>
              <a:cxnLst/>
              <a:rect l="0" t="0" r="0" b="0"/>
              <a:pathLst>
                <a:path w="23920" h="2559">
                  <a:moveTo>
                    <a:pt x="0" y="0"/>
                  </a:moveTo>
                  <a:lnTo>
                    <a:pt x="23920" y="2559"/>
                  </a:lnTo>
                </a:path>
              </a:pathLst>
            </a:custGeom>
            <a:noFill/>
            <a:ln w="20003">
              <a:solidFill>
                <a:srgbClr val="8597A4"/>
              </a:solidFill>
            </a:ln>
          </p:spPr>
        </p:sp>
        <p:sp>
          <p:nvSpPr>
            <p:cNvPr id="853" name="Input_receptor__852">
              <a:extLst>
                <a:ext uri="{FF2B5EF4-FFF2-40B4-BE49-F238E27FC236}">
                  <a16:creationId xmlns:a16="http://schemas.microsoft.com/office/drawing/2014/main" id="{EA84E8D9-BEF4-8201-E406-2EE72EBDEC43}"/>
                </a:ext>
              </a:extLst>
            </p:cNvPr>
            <p:cNvSpPr>
              <a:spLocks noGrp="1"/>
            </p:cNvSpPr>
            <p:nvPr/>
          </p:nvSpPr>
          <p:spPr>
            <a:xfrm>
              <a:off x="1104270" y="5282843"/>
              <a:ext cx="35381" cy="14537"/>
            </a:xfrm>
            <a:custGeom>
              <a:avLst/>
              <a:gdLst/>
              <a:ahLst/>
              <a:cxnLst/>
              <a:rect l="0" t="0" r="0" b="0"/>
              <a:pathLst>
                <a:path w="35381" h="14537">
                  <a:moveTo>
                    <a:pt x="0" y="0"/>
                  </a:moveTo>
                  <a:lnTo>
                    <a:pt x="35381" y="14537"/>
                  </a:lnTo>
                </a:path>
              </a:pathLst>
            </a:custGeom>
            <a:noFill/>
            <a:ln w="20003">
              <a:solidFill>
                <a:srgbClr val="8597A4"/>
              </a:solidFill>
            </a:ln>
          </p:spPr>
        </p:sp>
        <p:sp>
          <p:nvSpPr>
            <p:cNvPr id="854" name="Input_receptor__853">
              <a:extLst>
                <a:ext uri="{FF2B5EF4-FFF2-40B4-BE49-F238E27FC236}">
                  <a16:creationId xmlns:a16="http://schemas.microsoft.com/office/drawing/2014/main" id="{97B4E91A-3ADD-D87E-E8DE-870497359B26}"/>
                </a:ext>
              </a:extLst>
            </p:cNvPr>
            <p:cNvSpPr>
              <a:spLocks noGrp="1"/>
            </p:cNvSpPr>
            <p:nvPr/>
          </p:nvSpPr>
          <p:spPr>
            <a:xfrm>
              <a:off x="1832208" y="5291745"/>
              <a:ext cx="48387" cy="1709"/>
            </a:xfrm>
            <a:custGeom>
              <a:avLst/>
              <a:gdLst/>
              <a:ahLst/>
              <a:cxnLst/>
              <a:rect l="0" t="0" r="0" b="0"/>
              <a:pathLst>
                <a:path w="48387" h="1709">
                  <a:moveTo>
                    <a:pt x="48387" y="0"/>
                  </a:moveTo>
                  <a:lnTo>
                    <a:pt x="0" y="1709"/>
                  </a:lnTo>
                </a:path>
              </a:pathLst>
            </a:custGeom>
            <a:noFill/>
            <a:ln w="20003">
              <a:solidFill>
                <a:srgbClr val="8597A4"/>
              </a:solidFill>
            </a:ln>
          </p:spPr>
        </p:sp>
        <p:sp>
          <p:nvSpPr>
            <p:cNvPr id="855" name="Input_receptor__854">
              <a:extLst>
                <a:ext uri="{FF2B5EF4-FFF2-40B4-BE49-F238E27FC236}">
                  <a16:creationId xmlns:a16="http://schemas.microsoft.com/office/drawing/2014/main" id="{2EEDBD6F-528C-5ABD-7B3C-0F4CCD59DE03}"/>
                </a:ext>
              </a:extLst>
            </p:cNvPr>
            <p:cNvSpPr>
              <a:spLocks noGrp="1"/>
            </p:cNvSpPr>
            <p:nvPr/>
          </p:nvSpPr>
          <p:spPr>
            <a:xfrm>
              <a:off x="1004707" y="4903572"/>
              <a:ext cx="27966" cy="36589"/>
            </a:xfrm>
            <a:custGeom>
              <a:avLst/>
              <a:gdLst/>
              <a:ahLst/>
              <a:cxnLst/>
              <a:rect l="0" t="0" r="0" b="0"/>
              <a:pathLst>
                <a:path w="27966" h="36589">
                  <a:moveTo>
                    <a:pt x="0" y="0"/>
                  </a:moveTo>
                  <a:lnTo>
                    <a:pt x="27966" y="36589"/>
                  </a:lnTo>
                </a:path>
              </a:pathLst>
            </a:custGeom>
            <a:noFill/>
            <a:ln w="8096">
              <a:solidFill>
                <a:srgbClr val="8597A5"/>
              </a:solidFill>
            </a:ln>
          </p:spPr>
        </p:sp>
        <p:sp>
          <p:nvSpPr>
            <p:cNvPr id="856" name="Input_receptor__855">
              <a:extLst>
                <a:ext uri="{FF2B5EF4-FFF2-40B4-BE49-F238E27FC236}">
                  <a16:creationId xmlns:a16="http://schemas.microsoft.com/office/drawing/2014/main" id="{1FA34591-2012-485E-3B1E-B739312241E8}"/>
                </a:ext>
              </a:extLst>
            </p:cNvPr>
            <p:cNvSpPr>
              <a:spLocks noGrp="1"/>
            </p:cNvSpPr>
            <p:nvPr/>
          </p:nvSpPr>
          <p:spPr>
            <a:xfrm>
              <a:off x="1495593" y="5209920"/>
              <a:ext cx="45297" cy="4126"/>
            </a:xfrm>
            <a:custGeom>
              <a:avLst/>
              <a:gdLst/>
              <a:ahLst/>
              <a:cxnLst/>
              <a:rect l="0" t="0" r="0" b="0"/>
              <a:pathLst>
                <a:path w="45297" h="4126">
                  <a:moveTo>
                    <a:pt x="45297" y="4126"/>
                  </a:moveTo>
                  <a:lnTo>
                    <a:pt x="0" y="0"/>
                  </a:lnTo>
                </a:path>
              </a:pathLst>
            </a:custGeom>
            <a:noFill/>
            <a:ln w="20003">
              <a:solidFill>
                <a:srgbClr val="8597A5"/>
              </a:solidFill>
            </a:ln>
          </p:spPr>
        </p:sp>
        <p:sp>
          <p:nvSpPr>
            <p:cNvPr id="857" name="Input_receptor__856">
              <a:extLst>
                <a:ext uri="{FF2B5EF4-FFF2-40B4-BE49-F238E27FC236}">
                  <a16:creationId xmlns:a16="http://schemas.microsoft.com/office/drawing/2014/main" id="{5258D0D0-2DF3-0DCC-3E4F-73CA208EEC40}"/>
                </a:ext>
              </a:extLst>
            </p:cNvPr>
            <p:cNvSpPr>
              <a:spLocks noGrp="1"/>
            </p:cNvSpPr>
            <p:nvPr/>
          </p:nvSpPr>
          <p:spPr>
            <a:xfrm>
              <a:off x="1733935" y="5378379"/>
              <a:ext cx="17636" cy="43048"/>
            </a:xfrm>
            <a:custGeom>
              <a:avLst/>
              <a:gdLst/>
              <a:ahLst/>
              <a:cxnLst/>
              <a:rect l="0" t="0" r="0" b="0"/>
              <a:pathLst>
                <a:path w="17636" h="43048">
                  <a:moveTo>
                    <a:pt x="17636" y="0"/>
                  </a:moveTo>
                  <a:lnTo>
                    <a:pt x="0" y="43048"/>
                  </a:lnTo>
                </a:path>
              </a:pathLst>
            </a:custGeom>
            <a:noFill/>
            <a:ln w="8096">
              <a:solidFill>
                <a:srgbClr val="8597A5"/>
              </a:solidFill>
            </a:ln>
          </p:spPr>
        </p:sp>
        <p:sp>
          <p:nvSpPr>
            <p:cNvPr id="858" name="Input_receptor__857">
              <a:extLst>
                <a:ext uri="{FF2B5EF4-FFF2-40B4-BE49-F238E27FC236}">
                  <a16:creationId xmlns:a16="http://schemas.microsoft.com/office/drawing/2014/main" id="{FC3392A7-EB99-A20A-A368-A04A1A95B06C}"/>
                </a:ext>
              </a:extLst>
            </p:cNvPr>
            <p:cNvSpPr>
              <a:spLocks noGrp="1"/>
            </p:cNvSpPr>
            <p:nvPr/>
          </p:nvSpPr>
          <p:spPr>
            <a:xfrm>
              <a:off x="1604875" y="5142425"/>
              <a:ext cx="29133" cy="22656"/>
            </a:xfrm>
            <a:custGeom>
              <a:avLst/>
              <a:gdLst/>
              <a:ahLst/>
              <a:cxnLst/>
              <a:rect l="0" t="0" r="0" b="0"/>
              <a:pathLst>
                <a:path w="29133" h="22656">
                  <a:moveTo>
                    <a:pt x="29133" y="0"/>
                  </a:moveTo>
                  <a:lnTo>
                    <a:pt x="0" y="22656"/>
                  </a:lnTo>
                </a:path>
              </a:pathLst>
            </a:custGeom>
            <a:noFill/>
            <a:ln w="20003">
              <a:solidFill>
                <a:srgbClr val="8597A5"/>
              </a:solidFill>
            </a:ln>
          </p:spPr>
        </p:sp>
        <p:sp>
          <p:nvSpPr>
            <p:cNvPr id="859" name="Input_receptor__858">
              <a:extLst>
                <a:ext uri="{FF2B5EF4-FFF2-40B4-BE49-F238E27FC236}">
                  <a16:creationId xmlns:a16="http://schemas.microsoft.com/office/drawing/2014/main" id="{15752338-2E80-0A3C-A3D6-29E40C5B447A}"/>
                </a:ext>
              </a:extLst>
            </p:cNvPr>
            <p:cNvSpPr>
              <a:spLocks noGrp="1"/>
            </p:cNvSpPr>
            <p:nvPr/>
          </p:nvSpPr>
          <p:spPr>
            <a:xfrm>
              <a:off x="1132090" y="4955241"/>
              <a:ext cx="9656" cy="47252"/>
            </a:xfrm>
            <a:custGeom>
              <a:avLst/>
              <a:gdLst/>
              <a:ahLst/>
              <a:cxnLst/>
              <a:rect l="0" t="0" r="0" b="0"/>
              <a:pathLst>
                <a:path w="9656" h="47252">
                  <a:moveTo>
                    <a:pt x="0" y="47252"/>
                  </a:moveTo>
                  <a:lnTo>
                    <a:pt x="9656" y="0"/>
                  </a:lnTo>
                </a:path>
              </a:pathLst>
            </a:custGeom>
            <a:noFill/>
            <a:ln w="20003">
              <a:solidFill>
                <a:srgbClr val="8597A5"/>
              </a:solidFill>
            </a:ln>
          </p:spPr>
        </p:sp>
        <p:sp>
          <p:nvSpPr>
            <p:cNvPr id="860" name="Input_receptor__859">
              <a:extLst>
                <a:ext uri="{FF2B5EF4-FFF2-40B4-BE49-F238E27FC236}">
                  <a16:creationId xmlns:a16="http://schemas.microsoft.com/office/drawing/2014/main" id="{0DB63541-F12D-B521-F3ED-CD939104330F}"/>
                </a:ext>
              </a:extLst>
            </p:cNvPr>
            <p:cNvSpPr>
              <a:spLocks noGrp="1"/>
            </p:cNvSpPr>
            <p:nvPr/>
          </p:nvSpPr>
          <p:spPr>
            <a:xfrm>
              <a:off x="1634008" y="5104427"/>
              <a:ext cx="5314" cy="37998"/>
            </a:xfrm>
            <a:custGeom>
              <a:avLst/>
              <a:gdLst/>
              <a:ahLst/>
              <a:cxnLst/>
              <a:rect l="0" t="0" r="0" b="0"/>
              <a:pathLst>
                <a:path w="5314" h="37998">
                  <a:moveTo>
                    <a:pt x="5314" y="0"/>
                  </a:moveTo>
                  <a:lnTo>
                    <a:pt x="0" y="37998"/>
                  </a:lnTo>
                </a:path>
              </a:pathLst>
            </a:custGeom>
            <a:noFill/>
            <a:ln w="20003">
              <a:solidFill>
                <a:srgbClr val="8597A5"/>
              </a:solidFill>
            </a:ln>
          </p:spPr>
        </p:sp>
        <p:sp>
          <p:nvSpPr>
            <p:cNvPr id="861" name="Input_receptor__860">
              <a:extLst>
                <a:ext uri="{FF2B5EF4-FFF2-40B4-BE49-F238E27FC236}">
                  <a16:creationId xmlns:a16="http://schemas.microsoft.com/office/drawing/2014/main" id="{8F32CF1E-BECE-AD96-DA9B-86C916BC5647}"/>
                </a:ext>
              </a:extLst>
            </p:cNvPr>
            <p:cNvSpPr>
              <a:spLocks noGrp="1"/>
            </p:cNvSpPr>
            <p:nvPr/>
          </p:nvSpPr>
          <p:spPr>
            <a:xfrm>
              <a:off x="1772606" y="4863472"/>
              <a:ext cx="21430" cy="41639"/>
            </a:xfrm>
            <a:custGeom>
              <a:avLst/>
              <a:gdLst/>
              <a:ahLst/>
              <a:cxnLst/>
              <a:rect l="0" t="0" r="0" b="0"/>
              <a:pathLst>
                <a:path w="21430" h="41639">
                  <a:moveTo>
                    <a:pt x="0" y="41639"/>
                  </a:moveTo>
                  <a:lnTo>
                    <a:pt x="21430" y="0"/>
                  </a:lnTo>
                </a:path>
              </a:pathLst>
            </a:custGeom>
            <a:noFill/>
            <a:ln w="20003">
              <a:solidFill>
                <a:srgbClr val="8597A5"/>
              </a:solidFill>
            </a:ln>
          </p:spPr>
        </p:sp>
        <p:sp>
          <p:nvSpPr>
            <p:cNvPr id="862" name="Input_receptor__861">
              <a:extLst>
                <a:ext uri="{FF2B5EF4-FFF2-40B4-BE49-F238E27FC236}">
                  <a16:creationId xmlns:a16="http://schemas.microsoft.com/office/drawing/2014/main" id="{92C5EA8F-F88B-200F-F638-C3FE10B81F5A}"/>
                </a:ext>
              </a:extLst>
            </p:cNvPr>
            <p:cNvSpPr>
              <a:spLocks noGrp="1"/>
            </p:cNvSpPr>
            <p:nvPr/>
          </p:nvSpPr>
          <p:spPr>
            <a:xfrm>
              <a:off x="1089828" y="5438287"/>
              <a:ext cx="32329" cy="29647"/>
            </a:xfrm>
            <a:custGeom>
              <a:avLst/>
              <a:gdLst/>
              <a:ahLst/>
              <a:cxnLst/>
              <a:rect l="0" t="0" r="0" b="0"/>
              <a:pathLst>
                <a:path w="32329" h="29647">
                  <a:moveTo>
                    <a:pt x="32329" y="29647"/>
                  </a:moveTo>
                  <a:lnTo>
                    <a:pt x="0" y="0"/>
                  </a:lnTo>
                </a:path>
              </a:pathLst>
            </a:custGeom>
            <a:noFill/>
            <a:ln w="20003">
              <a:solidFill>
                <a:srgbClr val="8697A5"/>
              </a:solidFill>
            </a:ln>
          </p:spPr>
        </p:sp>
        <p:sp>
          <p:nvSpPr>
            <p:cNvPr id="863" name="Input_receptor__862">
              <a:extLst>
                <a:ext uri="{FF2B5EF4-FFF2-40B4-BE49-F238E27FC236}">
                  <a16:creationId xmlns:a16="http://schemas.microsoft.com/office/drawing/2014/main" id="{1B902296-462E-3BEA-CBFF-57F3F0314B8E}"/>
                </a:ext>
              </a:extLst>
            </p:cNvPr>
            <p:cNvSpPr>
              <a:spLocks noGrp="1"/>
            </p:cNvSpPr>
            <p:nvPr/>
          </p:nvSpPr>
          <p:spPr>
            <a:xfrm>
              <a:off x="1051853" y="5438287"/>
              <a:ext cx="37975" cy="22461"/>
            </a:xfrm>
            <a:custGeom>
              <a:avLst/>
              <a:gdLst/>
              <a:ahLst/>
              <a:cxnLst/>
              <a:rect l="0" t="0" r="0" b="0"/>
              <a:pathLst>
                <a:path w="37975" h="22461">
                  <a:moveTo>
                    <a:pt x="37975" y="0"/>
                  </a:moveTo>
                  <a:lnTo>
                    <a:pt x="0" y="22461"/>
                  </a:lnTo>
                </a:path>
              </a:pathLst>
            </a:custGeom>
            <a:noFill/>
            <a:ln w="20003">
              <a:solidFill>
                <a:srgbClr val="8697A5"/>
              </a:solidFill>
            </a:ln>
          </p:spPr>
        </p:sp>
        <p:sp>
          <p:nvSpPr>
            <p:cNvPr id="864" name="Input_receptor__863">
              <a:extLst>
                <a:ext uri="{FF2B5EF4-FFF2-40B4-BE49-F238E27FC236}">
                  <a16:creationId xmlns:a16="http://schemas.microsoft.com/office/drawing/2014/main" id="{07E216BB-7944-2623-6217-0024F181ADE0}"/>
                </a:ext>
              </a:extLst>
            </p:cNvPr>
            <p:cNvSpPr>
              <a:spLocks noGrp="1"/>
            </p:cNvSpPr>
            <p:nvPr/>
          </p:nvSpPr>
          <p:spPr>
            <a:xfrm>
              <a:off x="1134741" y="5297380"/>
              <a:ext cx="4911" cy="44102"/>
            </a:xfrm>
            <a:custGeom>
              <a:avLst/>
              <a:gdLst/>
              <a:ahLst/>
              <a:cxnLst/>
              <a:rect l="0" t="0" r="0" b="0"/>
              <a:pathLst>
                <a:path w="4911" h="44102">
                  <a:moveTo>
                    <a:pt x="4911" y="0"/>
                  </a:moveTo>
                  <a:lnTo>
                    <a:pt x="0" y="44102"/>
                  </a:lnTo>
                </a:path>
              </a:pathLst>
            </a:custGeom>
            <a:noFill/>
            <a:ln w="20003">
              <a:solidFill>
                <a:srgbClr val="8697A5"/>
              </a:solidFill>
            </a:ln>
          </p:spPr>
        </p:sp>
        <p:sp>
          <p:nvSpPr>
            <p:cNvPr id="865" name="Input_receptor__864">
              <a:extLst>
                <a:ext uri="{FF2B5EF4-FFF2-40B4-BE49-F238E27FC236}">
                  <a16:creationId xmlns:a16="http://schemas.microsoft.com/office/drawing/2014/main" id="{575CF79F-0043-A9E7-DF68-5F1411BDF0EE}"/>
                </a:ext>
              </a:extLst>
            </p:cNvPr>
            <p:cNvSpPr>
              <a:spLocks noGrp="1"/>
            </p:cNvSpPr>
            <p:nvPr/>
          </p:nvSpPr>
          <p:spPr>
            <a:xfrm>
              <a:off x="1407657" y="5050918"/>
              <a:ext cx="37000" cy="17797"/>
            </a:xfrm>
            <a:custGeom>
              <a:avLst/>
              <a:gdLst/>
              <a:ahLst/>
              <a:cxnLst/>
              <a:rect l="0" t="0" r="0" b="0"/>
              <a:pathLst>
                <a:path w="37000" h="17797">
                  <a:moveTo>
                    <a:pt x="0" y="17797"/>
                  </a:moveTo>
                  <a:lnTo>
                    <a:pt x="37000" y="0"/>
                  </a:lnTo>
                </a:path>
              </a:pathLst>
            </a:custGeom>
            <a:noFill/>
            <a:ln w="8096">
              <a:solidFill>
                <a:srgbClr val="8697A5"/>
              </a:solidFill>
            </a:ln>
          </p:spPr>
        </p:sp>
        <p:sp>
          <p:nvSpPr>
            <p:cNvPr id="866" name="Input_receptor__865">
              <a:extLst>
                <a:ext uri="{FF2B5EF4-FFF2-40B4-BE49-F238E27FC236}">
                  <a16:creationId xmlns:a16="http://schemas.microsoft.com/office/drawing/2014/main" id="{4F5966D5-21C2-31D1-D0C7-E72FD174DE53}"/>
                </a:ext>
              </a:extLst>
            </p:cNvPr>
            <p:cNvSpPr>
              <a:spLocks noGrp="1"/>
            </p:cNvSpPr>
            <p:nvPr/>
          </p:nvSpPr>
          <p:spPr>
            <a:xfrm>
              <a:off x="1199148" y="4802644"/>
              <a:ext cx="17938" cy="40560"/>
            </a:xfrm>
            <a:custGeom>
              <a:avLst/>
              <a:gdLst/>
              <a:ahLst/>
              <a:cxnLst/>
              <a:rect l="0" t="0" r="0" b="0"/>
              <a:pathLst>
                <a:path w="17938" h="40560">
                  <a:moveTo>
                    <a:pt x="0" y="0"/>
                  </a:moveTo>
                  <a:lnTo>
                    <a:pt x="17938" y="40560"/>
                  </a:lnTo>
                </a:path>
              </a:pathLst>
            </a:custGeom>
            <a:noFill/>
            <a:ln w="20003">
              <a:solidFill>
                <a:srgbClr val="8697A5"/>
              </a:solidFill>
            </a:ln>
          </p:spPr>
        </p:sp>
        <p:sp>
          <p:nvSpPr>
            <p:cNvPr id="867" name="Input_receptor__866">
              <a:extLst>
                <a:ext uri="{FF2B5EF4-FFF2-40B4-BE49-F238E27FC236}">
                  <a16:creationId xmlns:a16="http://schemas.microsoft.com/office/drawing/2014/main" id="{B3856456-3EFA-09A5-B338-5B2684D7F14B}"/>
                </a:ext>
              </a:extLst>
            </p:cNvPr>
            <p:cNvSpPr>
              <a:spLocks noGrp="1"/>
            </p:cNvSpPr>
            <p:nvPr/>
          </p:nvSpPr>
          <p:spPr>
            <a:xfrm>
              <a:off x="1177479" y="4987180"/>
              <a:ext cx="14284" cy="25183"/>
            </a:xfrm>
            <a:custGeom>
              <a:avLst/>
              <a:gdLst/>
              <a:ahLst/>
              <a:cxnLst/>
              <a:rect l="0" t="0" r="0" b="0"/>
              <a:pathLst>
                <a:path w="14284" h="25183">
                  <a:moveTo>
                    <a:pt x="14284" y="0"/>
                  </a:moveTo>
                  <a:lnTo>
                    <a:pt x="0" y="25183"/>
                  </a:lnTo>
                </a:path>
              </a:pathLst>
            </a:custGeom>
            <a:noFill/>
            <a:ln w="20003">
              <a:solidFill>
                <a:srgbClr val="8697A5"/>
              </a:solidFill>
            </a:ln>
          </p:spPr>
        </p:sp>
        <p:sp>
          <p:nvSpPr>
            <p:cNvPr id="868" name="Input_receptor__867">
              <a:extLst>
                <a:ext uri="{FF2B5EF4-FFF2-40B4-BE49-F238E27FC236}">
                  <a16:creationId xmlns:a16="http://schemas.microsoft.com/office/drawing/2014/main" id="{C0AF5FAF-AE8C-A2E8-27DA-AD72B03FDCE9}"/>
                </a:ext>
              </a:extLst>
            </p:cNvPr>
            <p:cNvSpPr>
              <a:spLocks noGrp="1"/>
            </p:cNvSpPr>
            <p:nvPr/>
          </p:nvSpPr>
          <p:spPr>
            <a:xfrm>
              <a:off x="1395539" y="4743113"/>
              <a:ext cx="35207" cy="32164"/>
            </a:xfrm>
            <a:custGeom>
              <a:avLst/>
              <a:gdLst/>
              <a:ahLst/>
              <a:cxnLst/>
              <a:rect l="0" t="0" r="0" b="0"/>
              <a:pathLst>
                <a:path w="35207" h="32164">
                  <a:moveTo>
                    <a:pt x="35207" y="32164"/>
                  </a:moveTo>
                  <a:lnTo>
                    <a:pt x="0" y="0"/>
                  </a:lnTo>
                </a:path>
              </a:pathLst>
            </a:custGeom>
            <a:noFill/>
            <a:ln w="20003">
              <a:solidFill>
                <a:srgbClr val="8697A5"/>
              </a:solidFill>
            </a:ln>
          </p:spPr>
        </p:sp>
        <p:sp>
          <p:nvSpPr>
            <p:cNvPr id="869" name="Input_receptor__868">
              <a:extLst>
                <a:ext uri="{FF2B5EF4-FFF2-40B4-BE49-F238E27FC236}">
                  <a16:creationId xmlns:a16="http://schemas.microsoft.com/office/drawing/2014/main" id="{02EE1BF1-E3A5-3BE2-85AF-19F97E73319E}"/>
                </a:ext>
              </a:extLst>
            </p:cNvPr>
            <p:cNvSpPr>
              <a:spLocks noGrp="1"/>
            </p:cNvSpPr>
            <p:nvPr/>
          </p:nvSpPr>
          <p:spPr>
            <a:xfrm>
              <a:off x="1586642" y="5105493"/>
              <a:ext cx="5015" cy="1943"/>
            </a:xfrm>
            <a:custGeom>
              <a:avLst/>
              <a:gdLst/>
              <a:ahLst/>
              <a:cxnLst/>
              <a:rect l="0" t="0" r="0" b="0"/>
              <a:pathLst>
                <a:path w="5015" h="1943">
                  <a:moveTo>
                    <a:pt x="0" y="0"/>
                  </a:moveTo>
                  <a:lnTo>
                    <a:pt x="5015" y="1943"/>
                  </a:lnTo>
                </a:path>
              </a:pathLst>
            </a:custGeom>
            <a:noFill/>
            <a:ln w="20003">
              <a:solidFill>
                <a:srgbClr val="8697A5"/>
              </a:solidFill>
            </a:ln>
          </p:spPr>
        </p:sp>
        <p:sp>
          <p:nvSpPr>
            <p:cNvPr id="870" name="Input_receptor__869">
              <a:extLst>
                <a:ext uri="{FF2B5EF4-FFF2-40B4-BE49-F238E27FC236}">
                  <a16:creationId xmlns:a16="http://schemas.microsoft.com/office/drawing/2014/main" id="{62287C56-7A42-57B8-06C3-47C85F6B33C8}"/>
                </a:ext>
              </a:extLst>
            </p:cNvPr>
            <p:cNvSpPr>
              <a:spLocks noGrp="1"/>
            </p:cNvSpPr>
            <p:nvPr/>
          </p:nvSpPr>
          <p:spPr>
            <a:xfrm>
              <a:off x="1489495" y="4846437"/>
              <a:ext cx="11224" cy="37876"/>
            </a:xfrm>
            <a:custGeom>
              <a:avLst/>
              <a:gdLst/>
              <a:ahLst/>
              <a:cxnLst/>
              <a:rect l="0" t="0" r="0" b="0"/>
              <a:pathLst>
                <a:path w="11224" h="37876">
                  <a:moveTo>
                    <a:pt x="0" y="0"/>
                  </a:moveTo>
                  <a:lnTo>
                    <a:pt x="11224" y="37876"/>
                  </a:lnTo>
                </a:path>
              </a:pathLst>
            </a:custGeom>
            <a:noFill/>
            <a:ln w="8096">
              <a:solidFill>
                <a:srgbClr val="8697A5"/>
              </a:solidFill>
            </a:ln>
          </p:spPr>
        </p:sp>
        <p:sp>
          <p:nvSpPr>
            <p:cNvPr id="871" name="Input_receptor__870">
              <a:extLst>
                <a:ext uri="{FF2B5EF4-FFF2-40B4-BE49-F238E27FC236}">
                  <a16:creationId xmlns:a16="http://schemas.microsoft.com/office/drawing/2014/main" id="{D7B7B5BE-8FEA-6611-3F11-5FD3C2913D08}"/>
                </a:ext>
              </a:extLst>
            </p:cNvPr>
            <p:cNvSpPr>
              <a:spLocks noGrp="1"/>
            </p:cNvSpPr>
            <p:nvPr/>
          </p:nvSpPr>
          <p:spPr>
            <a:xfrm>
              <a:off x="1095550" y="5467933"/>
              <a:ext cx="26607" cy="39029"/>
            </a:xfrm>
            <a:custGeom>
              <a:avLst/>
              <a:gdLst/>
              <a:ahLst/>
              <a:cxnLst/>
              <a:rect l="0" t="0" r="0" b="0"/>
              <a:pathLst>
                <a:path w="26607" h="39029">
                  <a:moveTo>
                    <a:pt x="0" y="39029"/>
                  </a:moveTo>
                  <a:lnTo>
                    <a:pt x="26607" y="0"/>
                  </a:lnTo>
                </a:path>
              </a:pathLst>
            </a:custGeom>
            <a:noFill/>
            <a:ln w="20003">
              <a:solidFill>
                <a:srgbClr val="8697A5"/>
              </a:solidFill>
            </a:ln>
          </p:spPr>
        </p:sp>
        <p:sp>
          <p:nvSpPr>
            <p:cNvPr id="872" name="Input_receptor__871">
              <a:extLst>
                <a:ext uri="{FF2B5EF4-FFF2-40B4-BE49-F238E27FC236}">
                  <a16:creationId xmlns:a16="http://schemas.microsoft.com/office/drawing/2014/main" id="{E36CF306-97CE-65E8-0E23-5A4ECF1FA7E0}"/>
                </a:ext>
              </a:extLst>
            </p:cNvPr>
            <p:cNvSpPr>
              <a:spLocks noGrp="1"/>
            </p:cNvSpPr>
            <p:nvPr/>
          </p:nvSpPr>
          <p:spPr>
            <a:xfrm>
              <a:off x="1686550" y="5356128"/>
              <a:ext cx="25245" cy="16576"/>
            </a:xfrm>
            <a:custGeom>
              <a:avLst/>
              <a:gdLst/>
              <a:ahLst/>
              <a:cxnLst/>
              <a:rect l="0" t="0" r="0" b="0"/>
              <a:pathLst>
                <a:path w="25245" h="16576">
                  <a:moveTo>
                    <a:pt x="0" y="16576"/>
                  </a:moveTo>
                  <a:lnTo>
                    <a:pt x="25245" y="0"/>
                  </a:lnTo>
                </a:path>
              </a:pathLst>
            </a:custGeom>
            <a:noFill/>
            <a:ln w="20003">
              <a:solidFill>
                <a:srgbClr val="8697A5"/>
              </a:solidFill>
            </a:ln>
          </p:spPr>
        </p:sp>
        <p:sp>
          <p:nvSpPr>
            <p:cNvPr id="873" name="Input_receptor__872">
              <a:extLst>
                <a:ext uri="{FF2B5EF4-FFF2-40B4-BE49-F238E27FC236}">
                  <a16:creationId xmlns:a16="http://schemas.microsoft.com/office/drawing/2014/main" id="{DC8DB07E-54F3-8B51-58B9-571F69AF1FBA}"/>
                </a:ext>
              </a:extLst>
            </p:cNvPr>
            <p:cNvSpPr>
              <a:spLocks noGrp="1"/>
            </p:cNvSpPr>
            <p:nvPr/>
          </p:nvSpPr>
          <p:spPr>
            <a:xfrm>
              <a:off x="1234460" y="4563471"/>
              <a:ext cx="36790" cy="21926"/>
            </a:xfrm>
            <a:custGeom>
              <a:avLst/>
              <a:gdLst/>
              <a:ahLst/>
              <a:cxnLst/>
              <a:rect l="0" t="0" r="0" b="0"/>
              <a:pathLst>
                <a:path w="36790" h="21926">
                  <a:moveTo>
                    <a:pt x="0" y="0"/>
                  </a:moveTo>
                  <a:lnTo>
                    <a:pt x="36790" y="21926"/>
                  </a:lnTo>
                </a:path>
              </a:pathLst>
            </a:custGeom>
            <a:noFill/>
            <a:ln w="20003">
              <a:solidFill>
                <a:srgbClr val="8697A5"/>
              </a:solidFill>
            </a:ln>
          </p:spPr>
        </p:sp>
        <p:sp>
          <p:nvSpPr>
            <p:cNvPr id="874" name="Input_receptor__873">
              <a:extLst>
                <a:ext uri="{FF2B5EF4-FFF2-40B4-BE49-F238E27FC236}">
                  <a16:creationId xmlns:a16="http://schemas.microsoft.com/office/drawing/2014/main" id="{6B4E7A97-B5BA-6D79-DB3E-932560955846}"/>
                </a:ext>
              </a:extLst>
            </p:cNvPr>
            <p:cNvSpPr>
              <a:spLocks noGrp="1"/>
            </p:cNvSpPr>
            <p:nvPr/>
          </p:nvSpPr>
          <p:spPr>
            <a:xfrm>
              <a:off x="1552231" y="5281328"/>
              <a:ext cx="26437" cy="39826"/>
            </a:xfrm>
            <a:custGeom>
              <a:avLst/>
              <a:gdLst/>
              <a:ahLst/>
              <a:cxnLst/>
              <a:rect l="0" t="0" r="0" b="0"/>
              <a:pathLst>
                <a:path w="26437" h="39826">
                  <a:moveTo>
                    <a:pt x="0" y="39826"/>
                  </a:moveTo>
                  <a:lnTo>
                    <a:pt x="26437" y="0"/>
                  </a:lnTo>
                </a:path>
              </a:pathLst>
            </a:custGeom>
            <a:noFill/>
            <a:ln w="20003">
              <a:solidFill>
                <a:srgbClr val="8697A5"/>
              </a:solidFill>
            </a:ln>
          </p:spPr>
        </p:sp>
        <p:sp>
          <p:nvSpPr>
            <p:cNvPr id="875" name="Input_receptor__874">
              <a:extLst>
                <a:ext uri="{FF2B5EF4-FFF2-40B4-BE49-F238E27FC236}">
                  <a16:creationId xmlns:a16="http://schemas.microsoft.com/office/drawing/2014/main" id="{387AD9AA-533F-234A-E84C-481A362EDBF3}"/>
                </a:ext>
              </a:extLst>
            </p:cNvPr>
            <p:cNvSpPr>
              <a:spLocks noGrp="1"/>
            </p:cNvSpPr>
            <p:nvPr/>
          </p:nvSpPr>
          <p:spPr>
            <a:xfrm>
              <a:off x="1669395" y="4960995"/>
              <a:ext cx="47805" cy="6466"/>
            </a:xfrm>
            <a:custGeom>
              <a:avLst/>
              <a:gdLst/>
              <a:ahLst/>
              <a:cxnLst/>
              <a:rect l="0" t="0" r="0" b="0"/>
              <a:pathLst>
                <a:path w="47805" h="6466">
                  <a:moveTo>
                    <a:pt x="0" y="0"/>
                  </a:moveTo>
                  <a:lnTo>
                    <a:pt x="47805" y="6466"/>
                  </a:lnTo>
                </a:path>
              </a:pathLst>
            </a:custGeom>
            <a:noFill/>
            <a:ln w="20003">
              <a:solidFill>
                <a:srgbClr val="8697A5"/>
              </a:solidFill>
            </a:ln>
          </p:spPr>
        </p:sp>
        <p:sp>
          <p:nvSpPr>
            <p:cNvPr id="876" name="Input_receptor__875">
              <a:extLst>
                <a:ext uri="{FF2B5EF4-FFF2-40B4-BE49-F238E27FC236}">
                  <a16:creationId xmlns:a16="http://schemas.microsoft.com/office/drawing/2014/main" id="{3979F046-22BE-D68C-F12D-32E357F1F269}"/>
                </a:ext>
              </a:extLst>
            </p:cNvPr>
            <p:cNvSpPr>
              <a:spLocks noGrp="1"/>
            </p:cNvSpPr>
            <p:nvPr/>
          </p:nvSpPr>
          <p:spPr>
            <a:xfrm>
              <a:off x="1161133" y="4440884"/>
              <a:ext cx="5739" cy="34973"/>
            </a:xfrm>
            <a:custGeom>
              <a:avLst/>
              <a:gdLst/>
              <a:ahLst/>
              <a:cxnLst/>
              <a:rect l="0" t="0" r="0" b="0"/>
              <a:pathLst>
                <a:path w="5739" h="34973">
                  <a:moveTo>
                    <a:pt x="5739" y="34973"/>
                  </a:moveTo>
                  <a:lnTo>
                    <a:pt x="0" y="0"/>
                  </a:lnTo>
                </a:path>
              </a:pathLst>
            </a:custGeom>
            <a:noFill/>
            <a:ln w="8096">
              <a:solidFill>
                <a:srgbClr val="8698A5"/>
              </a:solidFill>
            </a:ln>
          </p:spPr>
        </p:sp>
        <p:sp>
          <p:nvSpPr>
            <p:cNvPr id="877" name="Input_receptor__876">
              <a:extLst>
                <a:ext uri="{FF2B5EF4-FFF2-40B4-BE49-F238E27FC236}">
                  <a16:creationId xmlns:a16="http://schemas.microsoft.com/office/drawing/2014/main" id="{51274693-6C43-34D0-AB66-67B264FEE1B5}"/>
                </a:ext>
              </a:extLst>
            </p:cNvPr>
            <p:cNvSpPr>
              <a:spLocks noGrp="1"/>
            </p:cNvSpPr>
            <p:nvPr/>
          </p:nvSpPr>
          <p:spPr>
            <a:xfrm>
              <a:off x="1547908" y="5045008"/>
              <a:ext cx="39439" cy="14519"/>
            </a:xfrm>
            <a:custGeom>
              <a:avLst/>
              <a:gdLst/>
              <a:ahLst/>
              <a:cxnLst/>
              <a:rect l="0" t="0" r="0" b="0"/>
              <a:pathLst>
                <a:path w="39439" h="14519">
                  <a:moveTo>
                    <a:pt x="0" y="14519"/>
                  </a:moveTo>
                  <a:lnTo>
                    <a:pt x="39439" y="0"/>
                  </a:lnTo>
                </a:path>
              </a:pathLst>
            </a:custGeom>
            <a:noFill/>
            <a:ln w="20003">
              <a:solidFill>
                <a:srgbClr val="8698A5"/>
              </a:solidFill>
            </a:ln>
          </p:spPr>
        </p:sp>
        <p:sp>
          <p:nvSpPr>
            <p:cNvPr id="878" name="Input_receptor__877">
              <a:extLst>
                <a:ext uri="{FF2B5EF4-FFF2-40B4-BE49-F238E27FC236}">
                  <a16:creationId xmlns:a16="http://schemas.microsoft.com/office/drawing/2014/main" id="{D391D2AB-F86B-C1F1-11CC-14E96860A6F7}"/>
                </a:ext>
              </a:extLst>
            </p:cNvPr>
            <p:cNvSpPr>
              <a:spLocks noGrp="1"/>
            </p:cNvSpPr>
            <p:nvPr/>
          </p:nvSpPr>
          <p:spPr>
            <a:xfrm>
              <a:off x="1465713" y="4513071"/>
              <a:ext cx="36626" cy="1946"/>
            </a:xfrm>
            <a:custGeom>
              <a:avLst/>
              <a:gdLst/>
              <a:ahLst/>
              <a:cxnLst/>
              <a:rect l="0" t="0" r="0" b="0"/>
              <a:pathLst>
                <a:path w="36626" h="1946">
                  <a:moveTo>
                    <a:pt x="0" y="1946"/>
                  </a:moveTo>
                  <a:lnTo>
                    <a:pt x="36626" y="0"/>
                  </a:lnTo>
                </a:path>
              </a:pathLst>
            </a:custGeom>
            <a:noFill/>
            <a:ln w="8096">
              <a:solidFill>
                <a:srgbClr val="8698A5"/>
              </a:solidFill>
            </a:ln>
          </p:spPr>
        </p:sp>
        <p:sp>
          <p:nvSpPr>
            <p:cNvPr id="879" name="Input_receptor__878">
              <a:extLst>
                <a:ext uri="{FF2B5EF4-FFF2-40B4-BE49-F238E27FC236}">
                  <a16:creationId xmlns:a16="http://schemas.microsoft.com/office/drawing/2014/main" id="{97CADE0E-E6AE-A64B-3355-366347AE5194}"/>
                </a:ext>
              </a:extLst>
            </p:cNvPr>
            <p:cNvSpPr>
              <a:spLocks noGrp="1"/>
            </p:cNvSpPr>
            <p:nvPr/>
          </p:nvSpPr>
          <p:spPr>
            <a:xfrm>
              <a:off x="1377816" y="4847569"/>
              <a:ext cx="41732" cy="19464"/>
            </a:xfrm>
            <a:custGeom>
              <a:avLst/>
              <a:gdLst/>
              <a:ahLst/>
              <a:cxnLst/>
              <a:rect l="0" t="0" r="0" b="0"/>
              <a:pathLst>
                <a:path w="41732" h="19464">
                  <a:moveTo>
                    <a:pt x="41732" y="0"/>
                  </a:moveTo>
                  <a:lnTo>
                    <a:pt x="0" y="19464"/>
                  </a:lnTo>
                </a:path>
              </a:pathLst>
            </a:custGeom>
            <a:noFill/>
            <a:ln w="20003">
              <a:solidFill>
                <a:srgbClr val="8698A5"/>
              </a:solidFill>
            </a:ln>
          </p:spPr>
        </p:sp>
        <p:sp>
          <p:nvSpPr>
            <p:cNvPr id="880" name="Input_receptor__879">
              <a:extLst>
                <a:ext uri="{FF2B5EF4-FFF2-40B4-BE49-F238E27FC236}">
                  <a16:creationId xmlns:a16="http://schemas.microsoft.com/office/drawing/2014/main" id="{AB6A179F-8E17-F094-6F2D-4E0C261D1F35}"/>
                </a:ext>
              </a:extLst>
            </p:cNvPr>
            <p:cNvSpPr>
              <a:spLocks noGrp="1"/>
            </p:cNvSpPr>
            <p:nvPr/>
          </p:nvSpPr>
          <p:spPr>
            <a:xfrm>
              <a:off x="1537371" y="4940763"/>
              <a:ext cx="20568" cy="4408"/>
            </a:xfrm>
            <a:custGeom>
              <a:avLst/>
              <a:gdLst/>
              <a:ahLst/>
              <a:cxnLst/>
              <a:rect l="0" t="0" r="0" b="0"/>
              <a:pathLst>
                <a:path w="20568" h="4408">
                  <a:moveTo>
                    <a:pt x="20568" y="4408"/>
                  </a:moveTo>
                  <a:lnTo>
                    <a:pt x="0" y="0"/>
                  </a:lnTo>
                </a:path>
              </a:pathLst>
            </a:custGeom>
            <a:noFill/>
            <a:ln w="20003">
              <a:solidFill>
                <a:srgbClr val="8698A5"/>
              </a:solidFill>
            </a:ln>
          </p:spPr>
        </p:sp>
        <p:sp>
          <p:nvSpPr>
            <p:cNvPr id="881" name="Input_receptor__880">
              <a:extLst>
                <a:ext uri="{FF2B5EF4-FFF2-40B4-BE49-F238E27FC236}">
                  <a16:creationId xmlns:a16="http://schemas.microsoft.com/office/drawing/2014/main" id="{36AB5448-098E-5195-1603-8390558B426B}"/>
                </a:ext>
              </a:extLst>
            </p:cNvPr>
            <p:cNvSpPr>
              <a:spLocks noGrp="1"/>
            </p:cNvSpPr>
            <p:nvPr/>
          </p:nvSpPr>
          <p:spPr>
            <a:xfrm>
              <a:off x="1234460" y="4524705"/>
              <a:ext cx="6242" cy="38767"/>
            </a:xfrm>
            <a:custGeom>
              <a:avLst/>
              <a:gdLst/>
              <a:ahLst/>
              <a:cxnLst/>
              <a:rect l="0" t="0" r="0" b="0"/>
              <a:pathLst>
                <a:path w="6242" h="38767">
                  <a:moveTo>
                    <a:pt x="6242" y="0"/>
                  </a:moveTo>
                  <a:lnTo>
                    <a:pt x="0" y="38767"/>
                  </a:lnTo>
                </a:path>
              </a:pathLst>
            </a:custGeom>
            <a:noFill/>
            <a:ln w="20003">
              <a:solidFill>
                <a:srgbClr val="8698A5"/>
              </a:solidFill>
            </a:ln>
          </p:spPr>
        </p:sp>
        <p:sp>
          <p:nvSpPr>
            <p:cNvPr id="882" name="Input_receptor__881">
              <a:extLst>
                <a:ext uri="{FF2B5EF4-FFF2-40B4-BE49-F238E27FC236}">
                  <a16:creationId xmlns:a16="http://schemas.microsoft.com/office/drawing/2014/main" id="{4062100D-0B35-0BD4-C80E-8291788980F3}"/>
                </a:ext>
              </a:extLst>
            </p:cNvPr>
            <p:cNvSpPr>
              <a:spLocks noGrp="1"/>
            </p:cNvSpPr>
            <p:nvPr/>
          </p:nvSpPr>
          <p:spPr>
            <a:xfrm>
              <a:off x="1032673" y="4940161"/>
              <a:ext cx="27992" cy="2369"/>
            </a:xfrm>
            <a:custGeom>
              <a:avLst/>
              <a:gdLst/>
              <a:ahLst/>
              <a:cxnLst/>
              <a:rect l="0" t="0" r="0" b="0"/>
              <a:pathLst>
                <a:path w="27992" h="2369">
                  <a:moveTo>
                    <a:pt x="0" y="0"/>
                  </a:moveTo>
                  <a:lnTo>
                    <a:pt x="27992" y="2369"/>
                  </a:lnTo>
                </a:path>
              </a:pathLst>
            </a:custGeom>
            <a:noFill/>
            <a:ln w="20003">
              <a:solidFill>
                <a:srgbClr val="8698A5"/>
              </a:solidFill>
            </a:ln>
          </p:spPr>
        </p:sp>
        <p:sp>
          <p:nvSpPr>
            <p:cNvPr id="883" name="Input_receptor__882">
              <a:extLst>
                <a:ext uri="{FF2B5EF4-FFF2-40B4-BE49-F238E27FC236}">
                  <a16:creationId xmlns:a16="http://schemas.microsoft.com/office/drawing/2014/main" id="{F5926B2C-DADB-65F8-27EC-348A984D241D}"/>
                </a:ext>
              </a:extLst>
            </p:cNvPr>
            <p:cNvSpPr>
              <a:spLocks noGrp="1"/>
            </p:cNvSpPr>
            <p:nvPr/>
          </p:nvSpPr>
          <p:spPr>
            <a:xfrm>
              <a:off x="1880594" y="5291745"/>
              <a:ext cx="2971" cy="37810"/>
            </a:xfrm>
            <a:custGeom>
              <a:avLst/>
              <a:gdLst/>
              <a:ahLst/>
              <a:cxnLst/>
              <a:rect l="0" t="0" r="0" b="0"/>
              <a:pathLst>
                <a:path w="2971" h="37810">
                  <a:moveTo>
                    <a:pt x="2971" y="37810"/>
                  </a:moveTo>
                  <a:lnTo>
                    <a:pt x="0" y="0"/>
                  </a:lnTo>
                </a:path>
              </a:pathLst>
            </a:custGeom>
            <a:noFill/>
            <a:ln w="20003">
              <a:solidFill>
                <a:srgbClr val="8698A5"/>
              </a:solidFill>
            </a:ln>
          </p:spPr>
        </p:sp>
        <p:sp>
          <p:nvSpPr>
            <p:cNvPr id="884" name="Input_receptor__883">
              <a:extLst>
                <a:ext uri="{FF2B5EF4-FFF2-40B4-BE49-F238E27FC236}">
                  <a16:creationId xmlns:a16="http://schemas.microsoft.com/office/drawing/2014/main" id="{7F56DCF3-7B5E-5D25-D98C-D4328B0BC051}"/>
                </a:ext>
              </a:extLst>
            </p:cNvPr>
            <p:cNvSpPr>
              <a:spLocks noGrp="1"/>
            </p:cNvSpPr>
            <p:nvPr/>
          </p:nvSpPr>
          <p:spPr>
            <a:xfrm>
              <a:off x="1595428" y="4860857"/>
              <a:ext cx="28159" cy="21542"/>
            </a:xfrm>
            <a:custGeom>
              <a:avLst/>
              <a:gdLst/>
              <a:ahLst/>
              <a:cxnLst/>
              <a:rect l="0" t="0" r="0" b="0"/>
              <a:pathLst>
                <a:path w="28159" h="21542">
                  <a:moveTo>
                    <a:pt x="0" y="0"/>
                  </a:moveTo>
                  <a:lnTo>
                    <a:pt x="28159" y="21542"/>
                  </a:lnTo>
                </a:path>
              </a:pathLst>
            </a:custGeom>
            <a:noFill/>
            <a:ln w="8096">
              <a:solidFill>
                <a:srgbClr val="8698A5"/>
              </a:solidFill>
            </a:ln>
          </p:spPr>
        </p:sp>
        <p:sp>
          <p:nvSpPr>
            <p:cNvPr id="885" name="Input_receptor__884">
              <a:extLst>
                <a:ext uri="{FF2B5EF4-FFF2-40B4-BE49-F238E27FC236}">
                  <a16:creationId xmlns:a16="http://schemas.microsoft.com/office/drawing/2014/main" id="{90FBA6AD-F075-7A85-53D5-3D52E426112C}"/>
                </a:ext>
              </a:extLst>
            </p:cNvPr>
            <p:cNvSpPr>
              <a:spLocks noGrp="1"/>
            </p:cNvSpPr>
            <p:nvPr/>
          </p:nvSpPr>
          <p:spPr>
            <a:xfrm>
              <a:off x="1675482" y="5011424"/>
              <a:ext cx="37009" cy="9556"/>
            </a:xfrm>
            <a:custGeom>
              <a:avLst/>
              <a:gdLst/>
              <a:ahLst/>
              <a:cxnLst/>
              <a:rect l="0" t="0" r="0" b="0"/>
              <a:pathLst>
                <a:path w="37009" h="9556">
                  <a:moveTo>
                    <a:pt x="37009" y="0"/>
                  </a:moveTo>
                  <a:lnTo>
                    <a:pt x="0" y="9556"/>
                  </a:lnTo>
                </a:path>
              </a:pathLst>
            </a:custGeom>
            <a:noFill/>
            <a:ln w="20003">
              <a:solidFill>
                <a:srgbClr val="8698A5"/>
              </a:solidFill>
            </a:ln>
          </p:spPr>
        </p:sp>
        <p:sp>
          <p:nvSpPr>
            <p:cNvPr id="886" name="Input_receptor__885">
              <a:extLst>
                <a:ext uri="{FF2B5EF4-FFF2-40B4-BE49-F238E27FC236}">
                  <a16:creationId xmlns:a16="http://schemas.microsoft.com/office/drawing/2014/main" id="{E25590DD-6816-F337-F4FD-FE6DE7368518}"/>
                </a:ext>
              </a:extLst>
            </p:cNvPr>
            <p:cNvSpPr>
              <a:spLocks noGrp="1"/>
            </p:cNvSpPr>
            <p:nvPr/>
          </p:nvSpPr>
          <p:spPr>
            <a:xfrm>
              <a:off x="1240076" y="4949311"/>
              <a:ext cx="25519" cy="31670"/>
            </a:xfrm>
            <a:custGeom>
              <a:avLst/>
              <a:gdLst/>
              <a:ahLst/>
              <a:cxnLst/>
              <a:rect l="0" t="0" r="0" b="0"/>
              <a:pathLst>
                <a:path w="25519" h="31670">
                  <a:moveTo>
                    <a:pt x="25519" y="31670"/>
                  </a:moveTo>
                  <a:lnTo>
                    <a:pt x="0" y="0"/>
                  </a:lnTo>
                </a:path>
              </a:pathLst>
            </a:custGeom>
            <a:noFill/>
            <a:ln w="20003">
              <a:solidFill>
                <a:srgbClr val="8698A5"/>
              </a:solidFill>
            </a:ln>
          </p:spPr>
        </p:sp>
        <p:sp>
          <p:nvSpPr>
            <p:cNvPr id="887" name="Input_receptor__886">
              <a:extLst>
                <a:ext uri="{FF2B5EF4-FFF2-40B4-BE49-F238E27FC236}">
                  <a16:creationId xmlns:a16="http://schemas.microsoft.com/office/drawing/2014/main" id="{DAFE2BEE-D5AF-263C-7B7B-05EA6FBDC6FE}"/>
                </a:ext>
              </a:extLst>
            </p:cNvPr>
            <p:cNvSpPr>
              <a:spLocks noGrp="1"/>
            </p:cNvSpPr>
            <p:nvPr/>
          </p:nvSpPr>
          <p:spPr>
            <a:xfrm>
              <a:off x="1478892" y="5209920"/>
              <a:ext cx="16702" cy="6201"/>
            </a:xfrm>
            <a:custGeom>
              <a:avLst/>
              <a:gdLst/>
              <a:ahLst/>
              <a:cxnLst/>
              <a:rect l="0" t="0" r="0" b="0"/>
              <a:pathLst>
                <a:path w="16702" h="6201">
                  <a:moveTo>
                    <a:pt x="16702" y="0"/>
                  </a:moveTo>
                  <a:lnTo>
                    <a:pt x="0" y="6201"/>
                  </a:lnTo>
                </a:path>
              </a:pathLst>
            </a:custGeom>
            <a:noFill/>
            <a:ln w="20003">
              <a:solidFill>
                <a:srgbClr val="8698A5"/>
              </a:solidFill>
            </a:ln>
          </p:spPr>
        </p:sp>
        <p:sp>
          <p:nvSpPr>
            <p:cNvPr id="888" name="Input_receptor__887">
              <a:extLst>
                <a:ext uri="{FF2B5EF4-FFF2-40B4-BE49-F238E27FC236}">
                  <a16:creationId xmlns:a16="http://schemas.microsoft.com/office/drawing/2014/main" id="{6CC3CF9B-F050-C408-DEC4-2524169CFA05}"/>
                </a:ext>
              </a:extLst>
            </p:cNvPr>
            <p:cNvSpPr>
              <a:spLocks noGrp="1"/>
            </p:cNvSpPr>
            <p:nvPr/>
          </p:nvSpPr>
          <p:spPr>
            <a:xfrm>
              <a:off x="1852578" y="5329554"/>
              <a:ext cx="30988" cy="25081"/>
            </a:xfrm>
            <a:custGeom>
              <a:avLst/>
              <a:gdLst/>
              <a:ahLst/>
              <a:cxnLst/>
              <a:rect l="0" t="0" r="0" b="0"/>
              <a:pathLst>
                <a:path w="30988" h="25081">
                  <a:moveTo>
                    <a:pt x="0" y="25081"/>
                  </a:moveTo>
                  <a:lnTo>
                    <a:pt x="30988" y="0"/>
                  </a:lnTo>
                </a:path>
              </a:pathLst>
            </a:custGeom>
            <a:noFill/>
            <a:ln w="20003">
              <a:solidFill>
                <a:srgbClr val="8698A5"/>
              </a:solidFill>
            </a:ln>
          </p:spPr>
        </p:sp>
        <p:sp>
          <p:nvSpPr>
            <p:cNvPr id="889" name="Input_receptor__888">
              <a:extLst>
                <a:ext uri="{FF2B5EF4-FFF2-40B4-BE49-F238E27FC236}">
                  <a16:creationId xmlns:a16="http://schemas.microsoft.com/office/drawing/2014/main" id="{7DFF36DD-14CA-C5BC-6435-5D5CDBF2919C}"/>
                </a:ext>
              </a:extLst>
            </p:cNvPr>
            <p:cNvSpPr>
              <a:spLocks noGrp="1"/>
            </p:cNvSpPr>
            <p:nvPr/>
          </p:nvSpPr>
          <p:spPr>
            <a:xfrm>
              <a:off x="1587347" y="5045008"/>
              <a:ext cx="27974" cy="21900"/>
            </a:xfrm>
            <a:custGeom>
              <a:avLst/>
              <a:gdLst/>
              <a:ahLst/>
              <a:cxnLst/>
              <a:rect l="0" t="0" r="0" b="0"/>
              <a:pathLst>
                <a:path w="27974" h="21900">
                  <a:moveTo>
                    <a:pt x="0" y="0"/>
                  </a:moveTo>
                  <a:lnTo>
                    <a:pt x="27974" y="21900"/>
                  </a:lnTo>
                </a:path>
              </a:pathLst>
            </a:custGeom>
            <a:noFill/>
            <a:ln w="20003">
              <a:solidFill>
                <a:srgbClr val="8698A5"/>
              </a:solidFill>
            </a:ln>
          </p:spPr>
        </p:sp>
        <p:sp>
          <p:nvSpPr>
            <p:cNvPr id="890" name="Input_receptor__889">
              <a:extLst>
                <a:ext uri="{FF2B5EF4-FFF2-40B4-BE49-F238E27FC236}">
                  <a16:creationId xmlns:a16="http://schemas.microsoft.com/office/drawing/2014/main" id="{BEBE0F3E-2903-6818-3656-0E38E1CB0148}"/>
                </a:ext>
              </a:extLst>
            </p:cNvPr>
            <p:cNvSpPr>
              <a:spLocks noGrp="1"/>
            </p:cNvSpPr>
            <p:nvPr/>
          </p:nvSpPr>
          <p:spPr>
            <a:xfrm>
              <a:off x="1689952" y="5134967"/>
              <a:ext cx="27577" cy="33813"/>
            </a:xfrm>
            <a:custGeom>
              <a:avLst/>
              <a:gdLst/>
              <a:ahLst/>
              <a:cxnLst/>
              <a:rect l="0" t="0" r="0" b="0"/>
              <a:pathLst>
                <a:path w="27577" h="33813">
                  <a:moveTo>
                    <a:pt x="27577" y="0"/>
                  </a:moveTo>
                  <a:lnTo>
                    <a:pt x="0" y="33813"/>
                  </a:lnTo>
                </a:path>
              </a:pathLst>
            </a:custGeom>
            <a:noFill/>
            <a:ln w="20003">
              <a:solidFill>
                <a:srgbClr val="8698A5"/>
              </a:solidFill>
            </a:ln>
          </p:spPr>
        </p:sp>
        <p:sp>
          <p:nvSpPr>
            <p:cNvPr id="891" name="Input_receptor__890">
              <a:extLst>
                <a:ext uri="{FF2B5EF4-FFF2-40B4-BE49-F238E27FC236}">
                  <a16:creationId xmlns:a16="http://schemas.microsoft.com/office/drawing/2014/main" id="{3549721C-5484-62EC-337C-BF2176D6D5CD}"/>
                </a:ext>
              </a:extLst>
            </p:cNvPr>
            <p:cNvSpPr>
              <a:spLocks noGrp="1"/>
            </p:cNvSpPr>
            <p:nvPr/>
          </p:nvSpPr>
          <p:spPr>
            <a:xfrm>
              <a:off x="1509697" y="5251564"/>
              <a:ext cx="18504" cy="23556"/>
            </a:xfrm>
            <a:custGeom>
              <a:avLst/>
              <a:gdLst/>
              <a:ahLst/>
              <a:cxnLst/>
              <a:rect l="0" t="0" r="0" b="0"/>
              <a:pathLst>
                <a:path w="18504" h="23556">
                  <a:moveTo>
                    <a:pt x="0" y="23556"/>
                  </a:moveTo>
                  <a:lnTo>
                    <a:pt x="18504" y="0"/>
                  </a:lnTo>
                </a:path>
              </a:pathLst>
            </a:custGeom>
            <a:noFill/>
            <a:ln w="20003">
              <a:solidFill>
                <a:srgbClr val="8798A5"/>
              </a:solidFill>
            </a:ln>
          </p:spPr>
        </p:sp>
        <p:sp>
          <p:nvSpPr>
            <p:cNvPr id="892" name="Input_receptor__891">
              <a:extLst>
                <a:ext uri="{FF2B5EF4-FFF2-40B4-BE49-F238E27FC236}">
                  <a16:creationId xmlns:a16="http://schemas.microsoft.com/office/drawing/2014/main" id="{1280A381-36EF-1AE1-FF94-4E7434E32B36}"/>
                </a:ext>
              </a:extLst>
            </p:cNvPr>
            <p:cNvSpPr>
              <a:spLocks noGrp="1"/>
            </p:cNvSpPr>
            <p:nvPr/>
          </p:nvSpPr>
          <p:spPr>
            <a:xfrm>
              <a:off x="1434898" y="4570358"/>
              <a:ext cx="44916" cy="11755"/>
            </a:xfrm>
            <a:custGeom>
              <a:avLst/>
              <a:gdLst/>
              <a:ahLst/>
              <a:cxnLst/>
              <a:rect l="0" t="0" r="0" b="0"/>
              <a:pathLst>
                <a:path w="44916" h="11755">
                  <a:moveTo>
                    <a:pt x="44916" y="0"/>
                  </a:moveTo>
                  <a:lnTo>
                    <a:pt x="0" y="11755"/>
                  </a:lnTo>
                </a:path>
              </a:pathLst>
            </a:custGeom>
            <a:noFill/>
            <a:ln w="8096">
              <a:solidFill>
                <a:srgbClr val="8798A5"/>
              </a:solidFill>
            </a:ln>
          </p:spPr>
        </p:sp>
        <p:sp>
          <p:nvSpPr>
            <p:cNvPr id="893" name="Input_receptor__892">
              <a:extLst>
                <a:ext uri="{FF2B5EF4-FFF2-40B4-BE49-F238E27FC236}">
                  <a16:creationId xmlns:a16="http://schemas.microsoft.com/office/drawing/2014/main" id="{739681A6-1AE2-96AA-F43A-288EA765AA3D}"/>
                </a:ext>
              </a:extLst>
            </p:cNvPr>
            <p:cNvSpPr>
              <a:spLocks noGrp="1"/>
            </p:cNvSpPr>
            <p:nvPr/>
          </p:nvSpPr>
          <p:spPr>
            <a:xfrm>
              <a:off x="1471795" y="4609573"/>
              <a:ext cx="28101" cy="28754"/>
            </a:xfrm>
            <a:custGeom>
              <a:avLst/>
              <a:gdLst/>
              <a:ahLst/>
              <a:cxnLst/>
              <a:rect l="0" t="0" r="0" b="0"/>
              <a:pathLst>
                <a:path w="28101" h="28754">
                  <a:moveTo>
                    <a:pt x="0" y="28754"/>
                  </a:moveTo>
                  <a:lnTo>
                    <a:pt x="28101" y="0"/>
                  </a:lnTo>
                </a:path>
              </a:pathLst>
            </a:custGeom>
            <a:noFill/>
            <a:ln w="8096">
              <a:solidFill>
                <a:srgbClr val="8798A5"/>
              </a:solidFill>
            </a:ln>
          </p:spPr>
        </p:sp>
        <p:sp>
          <p:nvSpPr>
            <p:cNvPr id="894" name="Input_receptor__893">
              <a:extLst>
                <a:ext uri="{FF2B5EF4-FFF2-40B4-BE49-F238E27FC236}">
                  <a16:creationId xmlns:a16="http://schemas.microsoft.com/office/drawing/2014/main" id="{A3D31F3B-D5DD-121F-7DB9-DCDCF66DD653}"/>
                </a:ext>
              </a:extLst>
            </p:cNvPr>
            <p:cNvSpPr>
              <a:spLocks noGrp="1"/>
            </p:cNvSpPr>
            <p:nvPr/>
          </p:nvSpPr>
          <p:spPr>
            <a:xfrm>
              <a:off x="1717530" y="5134967"/>
              <a:ext cx="39867" cy="14348"/>
            </a:xfrm>
            <a:custGeom>
              <a:avLst/>
              <a:gdLst/>
              <a:ahLst/>
              <a:cxnLst/>
              <a:rect l="0" t="0" r="0" b="0"/>
              <a:pathLst>
                <a:path w="39867" h="14348">
                  <a:moveTo>
                    <a:pt x="39867" y="14348"/>
                  </a:moveTo>
                  <a:lnTo>
                    <a:pt x="0" y="0"/>
                  </a:lnTo>
                </a:path>
              </a:pathLst>
            </a:custGeom>
            <a:noFill/>
            <a:ln w="20003">
              <a:solidFill>
                <a:srgbClr val="8798A5"/>
              </a:solidFill>
            </a:ln>
          </p:spPr>
        </p:sp>
        <p:sp>
          <p:nvSpPr>
            <p:cNvPr id="895" name="Input_receptor__894">
              <a:extLst>
                <a:ext uri="{FF2B5EF4-FFF2-40B4-BE49-F238E27FC236}">
                  <a16:creationId xmlns:a16="http://schemas.microsoft.com/office/drawing/2014/main" id="{8ECAD697-F48A-2EED-34D5-048DC5A8D952}"/>
                </a:ext>
              </a:extLst>
            </p:cNvPr>
            <p:cNvSpPr>
              <a:spLocks noGrp="1"/>
            </p:cNvSpPr>
            <p:nvPr/>
          </p:nvSpPr>
          <p:spPr>
            <a:xfrm>
              <a:off x="1038007" y="4421126"/>
              <a:ext cx="2074" cy="31401"/>
            </a:xfrm>
            <a:custGeom>
              <a:avLst/>
              <a:gdLst/>
              <a:ahLst/>
              <a:cxnLst/>
              <a:rect l="0" t="0" r="0" b="0"/>
              <a:pathLst>
                <a:path w="2074" h="31401">
                  <a:moveTo>
                    <a:pt x="0" y="31401"/>
                  </a:moveTo>
                  <a:lnTo>
                    <a:pt x="2074" y="0"/>
                  </a:lnTo>
                </a:path>
              </a:pathLst>
            </a:custGeom>
            <a:noFill/>
            <a:ln w="20003">
              <a:solidFill>
                <a:srgbClr val="8798A6"/>
              </a:solidFill>
            </a:ln>
          </p:spPr>
        </p:sp>
        <p:sp>
          <p:nvSpPr>
            <p:cNvPr id="896" name="Input_receptor__895">
              <a:extLst>
                <a:ext uri="{FF2B5EF4-FFF2-40B4-BE49-F238E27FC236}">
                  <a16:creationId xmlns:a16="http://schemas.microsoft.com/office/drawing/2014/main" id="{EC0E5C76-D39C-46C1-7CB4-E11359253091}"/>
                </a:ext>
              </a:extLst>
            </p:cNvPr>
            <p:cNvSpPr>
              <a:spLocks noGrp="1"/>
            </p:cNvSpPr>
            <p:nvPr/>
          </p:nvSpPr>
          <p:spPr>
            <a:xfrm>
              <a:off x="1712491" y="4967461"/>
              <a:ext cx="4709" cy="43963"/>
            </a:xfrm>
            <a:custGeom>
              <a:avLst/>
              <a:gdLst/>
              <a:ahLst/>
              <a:cxnLst/>
              <a:rect l="0" t="0" r="0" b="0"/>
              <a:pathLst>
                <a:path w="4709" h="43963">
                  <a:moveTo>
                    <a:pt x="4709" y="0"/>
                  </a:moveTo>
                  <a:lnTo>
                    <a:pt x="0" y="43963"/>
                  </a:lnTo>
                </a:path>
              </a:pathLst>
            </a:custGeom>
            <a:noFill/>
            <a:ln w="20003">
              <a:solidFill>
                <a:srgbClr val="8798A6"/>
              </a:solidFill>
            </a:ln>
          </p:spPr>
        </p:sp>
        <p:sp>
          <p:nvSpPr>
            <p:cNvPr id="897" name="Input_receptor__896">
              <a:extLst>
                <a:ext uri="{FF2B5EF4-FFF2-40B4-BE49-F238E27FC236}">
                  <a16:creationId xmlns:a16="http://schemas.microsoft.com/office/drawing/2014/main" id="{E66C7812-168A-C843-CF11-30D1EC824F64}"/>
                </a:ext>
              </a:extLst>
            </p:cNvPr>
            <p:cNvSpPr>
              <a:spLocks noGrp="1"/>
            </p:cNvSpPr>
            <p:nvPr/>
          </p:nvSpPr>
          <p:spPr>
            <a:xfrm>
              <a:off x="1174046" y="5550602"/>
              <a:ext cx="35808" cy="32569"/>
            </a:xfrm>
            <a:custGeom>
              <a:avLst/>
              <a:gdLst/>
              <a:ahLst/>
              <a:cxnLst/>
              <a:rect l="0" t="0" r="0" b="0"/>
              <a:pathLst>
                <a:path w="35808" h="32569">
                  <a:moveTo>
                    <a:pt x="0" y="32569"/>
                  </a:moveTo>
                  <a:lnTo>
                    <a:pt x="35808" y="0"/>
                  </a:lnTo>
                </a:path>
              </a:pathLst>
            </a:custGeom>
            <a:noFill/>
            <a:ln w="20003">
              <a:solidFill>
                <a:srgbClr val="8798A6"/>
              </a:solidFill>
            </a:ln>
          </p:spPr>
        </p:sp>
        <p:sp>
          <p:nvSpPr>
            <p:cNvPr id="898" name="Input_receptor__897">
              <a:extLst>
                <a:ext uri="{FF2B5EF4-FFF2-40B4-BE49-F238E27FC236}">
                  <a16:creationId xmlns:a16="http://schemas.microsoft.com/office/drawing/2014/main" id="{B3FFB4C8-657A-4858-2978-DB6A0D29110D}"/>
                </a:ext>
              </a:extLst>
            </p:cNvPr>
            <p:cNvSpPr>
              <a:spLocks noGrp="1"/>
            </p:cNvSpPr>
            <p:nvPr/>
          </p:nvSpPr>
          <p:spPr>
            <a:xfrm>
              <a:off x="1240702" y="4523276"/>
              <a:ext cx="46337" cy="1428"/>
            </a:xfrm>
            <a:custGeom>
              <a:avLst/>
              <a:gdLst/>
              <a:ahLst/>
              <a:cxnLst/>
              <a:rect l="0" t="0" r="0" b="0"/>
              <a:pathLst>
                <a:path w="46337" h="1428">
                  <a:moveTo>
                    <a:pt x="46337" y="0"/>
                  </a:moveTo>
                  <a:lnTo>
                    <a:pt x="0" y="1428"/>
                  </a:lnTo>
                </a:path>
              </a:pathLst>
            </a:custGeom>
            <a:noFill/>
            <a:ln w="20003">
              <a:solidFill>
                <a:srgbClr val="8798A6"/>
              </a:solidFill>
            </a:ln>
          </p:spPr>
        </p:sp>
        <p:sp>
          <p:nvSpPr>
            <p:cNvPr id="899" name="Input_receptor__898">
              <a:extLst>
                <a:ext uri="{FF2B5EF4-FFF2-40B4-BE49-F238E27FC236}">
                  <a16:creationId xmlns:a16="http://schemas.microsoft.com/office/drawing/2014/main" id="{7EEDEBD8-8A9A-2FBF-A75A-D0C5CA91DE99}"/>
                </a:ext>
              </a:extLst>
            </p:cNvPr>
            <p:cNvSpPr>
              <a:spLocks noGrp="1"/>
            </p:cNvSpPr>
            <p:nvPr/>
          </p:nvSpPr>
          <p:spPr>
            <a:xfrm>
              <a:off x="1479813" y="4570358"/>
              <a:ext cx="20083" cy="39215"/>
            </a:xfrm>
            <a:custGeom>
              <a:avLst/>
              <a:gdLst/>
              <a:ahLst/>
              <a:cxnLst/>
              <a:rect l="0" t="0" r="0" b="0"/>
              <a:pathLst>
                <a:path w="20083" h="39215">
                  <a:moveTo>
                    <a:pt x="20083" y="39215"/>
                  </a:moveTo>
                  <a:lnTo>
                    <a:pt x="0" y="0"/>
                  </a:lnTo>
                </a:path>
              </a:pathLst>
            </a:custGeom>
            <a:noFill/>
            <a:ln w="8096">
              <a:solidFill>
                <a:srgbClr val="8798A6"/>
              </a:solidFill>
            </a:ln>
          </p:spPr>
        </p:sp>
        <p:sp>
          <p:nvSpPr>
            <p:cNvPr id="900" name="Input_receptor__899">
              <a:extLst>
                <a:ext uri="{FF2B5EF4-FFF2-40B4-BE49-F238E27FC236}">
                  <a16:creationId xmlns:a16="http://schemas.microsoft.com/office/drawing/2014/main" id="{AB80482C-9EF6-532E-B761-AEB416AD3C55}"/>
                </a:ext>
              </a:extLst>
            </p:cNvPr>
            <p:cNvSpPr>
              <a:spLocks noGrp="1"/>
            </p:cNvSpPr>
            <p:nvPr/>
          </p:nvSpPr>
          <p:spPr>
            <a:xfrm>
              <a:off x="1551855" y="4716522"/>
              <a:ext cx="144" cy="28419"/>
            </a:xfrm>
            <a:custGeom>
              <a:avLst/>
              <a:gdLst/>
              <a:ahLst/>
              <a:cxnLst/>
              <a:rect l="0" t="0" r="0" b="0"/>
              <a:pathLst>
                <a:path w="144" h="28419">
                  <a:moveTo>
                    <a:pt x="144" y="28419"/>
                  </a:moveTo>
                  <a:lnTo>
                    <a:pt x="0" y="0"/>
                  </a:lnTo>
                </a:path>
              </a:pathLst>
            </a:custGeom>
            <a:noFill/>
            <a:ln w="20003">
              <a:solidFill>
                <a:srgbClr val="8798A6"/>
              </a:solidFill>
            </a:ln>
          </p:spPr>
        </p:sp>
        <p:sp>
          <p:nvSpPr>
            <p:cNvPr id="901" name="Input_receptor__900">
              <a:extLst>
                <a:ext uri="{FF2B5EF4-FFF2-40B4-BE49-F238E27FC236}">
                  <a16:creationId xmlns:a16="http://schemas.microsoft.com/office/drawing/2014/main" id="{65E96837-87F1-A1C6-B820-0EBB65CB7A64}"/>
                </a:ext>
              </a:extLst>
            </p:cNvPr>
            <p:cNvSpPr>
              <a:spLocks noGrp="1"/>
            </p:cNvSpPr>
            <p:nvPr/>
          </p:nvSpPr>
          <p:spPr>
            <a:xfrm>
              <a:off x="1155101" y="4552686"/>
              <a:ext cx="29505" cy="157"/>
            </a:xfrm>
            <a:custGeom>
              <a:avLst/>
              <a:gdLst/>
              <a:ahLst/>
              <a:cxnLst/>
              <a:rect l="0" t="0" r="0" b="0"/>
              <a:pathLst>
                <a:path w="29505" h="157">
                  <a:moveTo>
                    <a:pt x="29505" y="157"/>
                  </a:moveTo>
                  <a:lnTo>
                    <a:pt x="0" y="0"/>
                  </a:lnTo>
                </a:path>
              </a:pathLst>
            </a:custGeom>
            <a:noFill/>
            <a:ln w="20003">
              <a:solidFill>
                <a:srgbClr val="8798A6"/>
              </a:solidFill>
            </a:ln>
          </p:spPr>
        </p:sp>
        <p:sp>
          <p:nvSpPr>
            <p:cNvPr id="902" name="Input_receptor__901">
              <a:extLst>
                <a:ext uri="{FF2B5EF4-FFF2-40B4-BE49-F238E27FC236}">
                  <a16:creationId xmlns:a16="http://schemas.microsoft.com/office/drawing/2014/main" id="{5792D075-51D2-090C-12B7-C53344EC449D}"/>
                </a:ext>
              </a:extLst>
            </p:cNvPr>
            <p:cNvSpPr>
              <a:spLocks noGrp="1"/>
            </p:cNvSpPr>
            <p:nvPr/>
          </p:nvSpPr>
          <p:spPr>
            <a:xfrm>
              <a:off x="1528201" y="5214046"/>
              <a:ext cx="12690" cy="37518"/>
            </a:xfrm>
            <a:custGeom>
              <a:avLst/>
              <a:gdLst/>
              <a:ahLst/>
              <a:cxnLst/>
              <a:rect l="0" t="0" r="0" b="0"/>
              <a:pathLst>
                <a:path w="12690" h="37518">
                  <a:moveTo>
                    <a:pt x="0" y="37518"/>
                  </a:moveTo>
                  <a:lnTo>
                    <a:pt x="12690" y="0"/>
                  </a:lnTo>
                </a:path>
              </a:pathLst>
            </a:custGeom>
            <a:noFill/>
            <a:ln w="20003">
              <a:solidFill>
                <a:srgbClr val="8798A6"/>
              </a:solidFill>
            </a:ln>
          </p:spPr>
        </p:sp>
        <p:sp>
          <p:nvSpPr>
            <p:cNvPr id="903" name="Input_receptor__902">
              <a:extLst>
                <a:ext uri="{FF2B5EF4-FFF2-40B4-BE49-F238E27FC236}">
                  <a16:creationId xmlns:a16="http://schemas.microsoft.com/office/drawing/2014/main" id="{1793D72D-9887-CCE0-EADA-54A26D455C7D}"/>
                </a:ext>
              </a:extLst>
            </p:cNvPr>
            <p:cNvSpPr>
              <a:spLocks noGrp="1"/>
            </p:cNvSpPr>
            <p:nvPr/>
          </p:nvSpPr>
          <p:spPr>
            <a:xfrm>
              <a:off x="1749959" y="5149315"/>
              <a:ext cx="7437" cy="45379"/>
            </a:xfrm>
            <a:custGeom>
              <a:avLst/>
              <a:gdLst/>
              <a:ahLst/>
              <a:cxnLst/>
              <a:rect l="0" t="0" r="0" b="0"/>
              <a:pathLst>
                <a:path w="7437" h="45379">
                  <a:moveTo>
                    <a:pt x="0" y="45379"/>
                  </a:moveTo>
                  <a:lnTo>
                    <a:pt x="7437" y="0"/>
                  </a:lnTo>
                </a:path>
              </a:pathLst>
            </a:custGeom>
            <a:noFill/>
            <a:ln w="20003">
              <a:solidFill>
                <a:srgbClr val="8798A6"/>
              </a:solidFill>
            </a:ln>
          </p:spPr>
        </p:sp>
        <p:sp>
          <p:nvSpPr>
            <p:cNvPr id="904" name="Input_receptor__903">
              <a:extLst>
                <a:ext uri="{FF2B5EF4-FFF2-40B4-BE49-F238E27FC236}">
                  <a16:creationId xmlns:a16="http://schemas.microsoft.com/office/drawing/2014/main" id="{9162D278-6D51-64C1-0968-526B39C74025}"/>
                </a:ext>
              </a:extLst>
            </p:cNvPr>
            <p:cNvSpPr>
              <a:spLocks noGrp="1"/>
            </p:cNvSpPr>
            <p:nvPr/>
          </p:nvSpPr>
          <p:spPr>
            <a:xfrm>
              <a:off x="1227400" y="5582049"/>
              <a:ext cx="12754" cy="34650"/>
            </a:xfrm>
            <a:custGeom>
              <a:avLst/>
              <a:gdLst/>
              <a:ahLst/>
              <a:cxnLst/>
              <a:rect l="0" t="0" r="0" b="0"/>
              <a:pathLst>
                <a:path w="12754" h="34650">
                  <a:moveTo>
                    <a:pt x="12754" y="0"/>
                  </a:moveTo>
                  <a:lnTo>
                    <a:pt x="0" y="34650"/>
                  </a:lnTo>
                </a:path>
              </a:pathLst>
            </a:custGeom>
            <a:noFill/>
            <a:ln w="20003">
              <a:solidFill>
                <a:srgbClr val="8798A6"/>
              </a:solidFill>
            </a:ln>
          </p:spPr>
        </p:sp>
        <p:sp>
          <p:nvSpPr>
            <p:cNvPr id="905" name="Input_receptor__904">
              <a:extLst>
                <a:ext uri="{FF2B5EF4-FFF2-40B4-BE49-F238E27FC236}">
                  <a16:creationId xmlns:a16="http://schemas.microsoft.com/office/drawing/2014/main" id="{B60012ED-5A42-E66C-F672-33E68CB1E9C8}"/>
                </a:ext>
              </a:extLst>
            </p:cNvPr>
            <p:cNvSpPr>
              <a:spLocks noGrp="1"/>
            </p:cNvSpPr>
            <p:nvPr/>
          </p:nvSpPr>
          <p:spPr>
            <a:xfrm>
              <a:off x="1832208" y="5293454"/>
              <a:ext cx="876" cy="1996"/>
            </a:xfrm>
            <a:custGeom>
              <a:avLst/>
              <a:gdLst/>
              <a:ahLst/>
              <a:cxnLst/>
              <a:rect l="0" t="0" r="0" b="0"/>
              <a:pathLst>
                <a:path w="876" h="1996">
                  <a:moveTo>
                    <a:pt x="0" y="0"/>
                  </a:moveTo>
                  <a:lnTo>
                    <a:pt x="876" y="1996"/>
                  </a:lnTo>
                </a:path>
              </a:pathLst>
            </a:custGeom>
            <a:noFill/>
            <a:ln w="20003">
              <a:solidFill>
                <a:srgbClr val="8798A6"/>
              </a:solidFill>
            </a:ln>
          </p:spPr>
        </p:sp>
        <p:sp>
          <p:nvSpPr>
            <p:cNvPr id="906" name="Input_receptor__905">
              <a:extLst>
                <a:ext uri="{FF2B5EF4-FFF2-40B4-BE49-F238E27FC236}">
                  <a16:creationId xmlns:a16="http://schemas.microsoft.com/office/drawing/2014/main" id="{B1255F71-8CDE-9C35-8B1E-3367989F2437}"/>
                </a:ext>
              </a:extLst>
            </p:cNvPr>
            <p:cNvSpPr>
              <a:spLocks noGrp="1"/>
            </p:cNvSpPr>
            <p:nvPr/>
          </p:nvSpPr>
          <p:spPr>
            <a:xfrm>
              <a:off x="1448540" y="5151565"/>
              <a:ext cx="46083" cy="8957"/>
            </a:xfrm>
            <a:custGeom>
              <a:avLst/>
              <a:gdLst/>
              <a:ahLst/>
              <a:cxnLst/>
              <a:rect l="0" t="0" r="0" b="0"/>
              <a:pathLst>
                <a:path w="46083" h="8957">
                  <a:moveTo>
                    <a:pt x="46083" y="0"/>
                  </a:moveTo>
                  <a:lnTo>
                    <a:pt x="0" y="8957"/>
                  </a:lnTo>
                </a:path>
              </a:pathLst>
            </a:custGeom>
            <a:noFill/>
            <a:ln w="20003">
              <a:solidFill>
                <a:srgbClr val="8798A6"/>
              </a:solidFill>
            </a:ln>
          </p:spPr>
        </p:sp>
        <p:sp>
          <p:nvSpPr>
            <p:cNvPr id="907" name="Input_receptor__906">
              <a:extLst>
                <a:ext uri="{FF2B5EF4-FFF2-40B4-BE49-F238E27FC236}">
                  <a16:creationId xmlns:a16="http://schemas.microsoft.com/office/drawing/2014/main" id="{48A76BD2-62EB-647E-F518-2EF9177B5DEA}"/>
                </a:ext>
              </a:extLst>
            </p:cNvPr>
            <p:cNvSpPr>
              <a:spLocks noGrp="1"/>
            </p:cNvSpPr>
            <p:nvPr/>
          </p:nvSpPr>
          <p:spPr>
            <a:xfrm>
              <a:off x="1551813" y="4844404"/>
              <a:ext cx="43614" cy="16453"/>
            </a:xfrm>
            <a:custGeom>
              <a:avLst/>
              <a:gdLst/>
              <a:ahLst/>
              <a:cxnLst/>
              <a:rect l="0" t="0" r="0" b="0"/>
              <a:pathLst>
                <a:path w="43614" h="16453">
                  <a:moveTo>
                    <a:pt x="0" y="0"/>
                  </a:moveTo>
                  <a:lnTo>
                    <a:pt x="43614" y="16453"/>
                  </a:lnTo>
                </a:path>
              </a:pathLst>
            </a:custGeom>
            <a:noFill/>
            <a:ln w="8096">
              <a:solidFill>
                <a:srgbClr val="8798A6"/>
              </a:solidFill>
            </a:ln>
          </p:spPr>
        </p:sp>
        <p:sp>
          <p:nvSpPr>
            <p:cNvPr id="908" name="Input_receptor__907">
              <a:extLst>
                <a:ext uri="{FF2B5EF4-FFF2-40B4-BE49-F238E27FC236}">
                  <a16:creationId xmlns:a16="http://schemas.microsoft.com/office/drawing/2014/main" id="{ED2CF8ED-1E24-69FD-9CA7-6E733C58108F}"/>
                </a:ext>
              </a:extLst>
            </p:cNvPr>
            <p:cNvSpPr>
              <a:spLocks noGrp="1"/>
            </p:cNvSpPr>
            <p:nvPr/>
          </p:nvSpPr>
          <p:spPr>
            <a:xfrm>
              <a:off x="1356970" y="4867033"/>
              <a:ext cx="20846" cy="5486"/>
            </a:xfrm>
            <a:custGeom>
              <a:avLst/>
              <a:gdLst/>
              <a:ahLst/>
              <a:cxnLst/>
              <a:rect l="0" t="0" r="0" b="0"/>
              <a:pathLst>
                <a:path w="20846" h="5486">
                  <a:moveTo>
                    <a:pt x="20846" y="0"/>
                  </a:moveTo>
                  <a:lnTo>
                    <a:pt x="0" y="5486"/>
                  </a:lnTo>
                </a:path>
              </a:pathLst>
            </a:custGeom>
            <a:noFill/>
            <a:ln w="20003">
              <a:solidFill>
                <a:srgbClr val="8798A6"/>
              </a:solidFill>
            </a:ln>
          </p:spPr>
        </p:sp>
        <p:sp>
          <p:nvSpPr>
            <p:cNvPr id="909" name="Input_receptor__908">
              <a:extLst>
                <a:ext uri="{FF2B5EF4-FFF2-40B4-BE49-F238E27FC236}">
                  <a16:creationId xmlns:a16="http://schemas.microsoft.com/office/drawing/2014/main" id="{8C18BA93-B029-5F6A-2D07-46E7ADB68AD6}"/>
                </a:ext>
              </a:extLst>
            </p:cNvPr>
            <p:cNvSpPr>
              <a:spLocks noGrp="1"/>
            </p:cNvSpPr>
            <p:nvPr/>
          </p:nvSpPr>
          <p:spPr>
            <a:xfrm>
              <a:off x="1077584" y="5310899"/>
              <a:ext cx="223" cy="8951"/>
            </a:xfrm>
            <a:custGeom>
              <a:avLst/>
              <a:gdLst/>
              <a:ahLst/>
              <a:cxnLst/>
              <a:rect l="0" t="0" r="0" b="0"/>
              <a:pathLst>
                <a:path w="223" h="8951">
                  <a:moveTo>
                    <a:pt x="0" y="0"/>
                  </a:moveTo>
                  <a:lnTo>
                    <a:pt x="223" y="8951"/>
                  </a:lnTo>
                </a:path>
              </a:pathLst>
            </a:custGeom>
            <a:noFill/>
            <a:ln w="20003">
              <a:solidFill>
                <a:srgbClr val="8798A6"/>
              </a:solidFill>
            </a:ln>
          </p:spPr>
        </p:sp>
        <p:sp>
          <p:nvSpPr>
            <p:cNvPr id="910" name="Input_receptor__909">
              <a:extLst>
                <a:ext uri="{FF2B5EF4-FFF2-40B4-BE49-F238E27FC236}">
                  <a16:creationId xmlns:a16="http://schemas.microsoft.com/office/drawing/2014/main" id="{BE533D2E-ACAF-1FB9-957F-99A07467BCE2}"/>
                </a:ext>
              </a:extLst>
            </p:cNvPr>
            <p:cNvSpPr>
              <a:spLocks noGrp="1"/>
            </p:cNvSpPr>
            <p:nvPr/>
          </p:nvSpPr>
          <p:spPr>
            <a:xfrm>
              <a:off x="966903" y="5367403"/>
              <a:ext cx="1309" cy="15811"/>
            </a:xfrm>
            <a:custGeom>
              <a:avLst/>
              <a:gdLst/>
              <a:ahLst/>
              <a:cxnLst/>
              <a:rect l="0" t="0" r="0" b="0"/>
              <a:pathLst>
                <a:path w="1309" h="15811">
                  <a:moveTo>
                    <a:pt x="1309" y="0"/>
                  </a:moveTo>
                  <a:lnTo>
                    <a:pt x="0" y="15811"/>
                  </a:lnTo>
                </a:path>
              </a:pathLst>
            </a:custGeom>
            <a:noFill/>
            <a:ln w="8096">
              <a:solidFill>
                <a:srgbClr val="8799A6"/>
              </a:solidFill>
            </a:ln>
          </p:spPr>
        </p:sp>
        <p:sp>
          <p:nvSpPr>
            <p:cNvPr id="911" name="Input_receptor__910">
              <a:extLst>
                <a:ext uri="{FF2B5EF4-FFF2-40B4-BE49-F238E27FC236}">
                  <a16:creationId xmlns:a16="http://schemas.microsoft.com/office/drawing/2014/main" id="{DFFD3A08-C35E-96F5-CA08-14FC5637F476}"/>
                </a:ext>
              </a:extLst>
            </p:cNvPr>
            <p:cNvSpPr>
              <a:spLocks noGrp="1"/>
            </p:cNvSpPr>
            <p:nvPr/>
          </p:nvSpPr>
          <p:spPr>
            <a:xfrm>
              <a:off x="1168955" y="4802644"/>
              <a:ext cx="30193" cy="25949"/>
            </a:xfrm>
            <a:custGeom>
              <a:avLst/>
              <a:gdLst/>
              <a:ahLst/>
              <a:cxnLst/>
              <a:rect l="0" t="0" r="0" b="0"/>
              <a:pathLst>
                <a:path w="30193" h="25949">
                  <a:moveTo>
                    <a:pt x="0" y="25949"/>
                  </a:moveTo>
                  <a:lnTo>
                    <a:pt x="30193" y="0"/>
                  </a:lnTo>
                </a:path>
              </a:pathLst>
            </a:custGeom>
            <a:noFill/>
            <a:ln w="20003">
              <a:solidFill>
                <a:srgbClr val="8799A6"/>
              </a:solidFill>
            </a:ln>
          </p:spPr>
        </p:sp>
        <p:sp>
          <p:nvSpPr>
            <p:cNvPr id="912" name="Input_receptor__911">
              <a:extLst>
                <a:ext uri="{FF2B5EF4-FFF2-40B4-BE49-F238E27FC236}">
                  <a16:creationId xmlns:a16="http://schemas.microsoft.com/office/drawing/2014/main" id="{4D0EC0C1-8D4F-CEC4-9ACB-FB77F44E4672}"/>
                </a:ext>
              </a:extLst>
            </p:cNvPr>
            <p:cNvSpPr>
              <a:spLocks noGrp="1"/>
            </p:cNvSpPr>
            <p:nvPr/>
          </p:nvSpPr>
          <p:spPr>
            <a:xfrm>
              <a:off x="1212061" y="5259290"/>
              <a:ext cx="22376" cy="17729"/>
            </a:xfrm>
            <a:custGeom>
              <a:avLst/>
              <a:gdLst/>
              <a:ahLst/>
              <a:cxnLst/>
              <a:rect l="0" t="0" r="0" b="0"/>
              <a:pathLst>
                <a:path w="22376" h="17729">
                  <a:moveTo>
                    <a:pt x="0" y="17729"/>
                  </a:moveTo>
                  <a:lnTo>
                    <a:pt x="22376" y="0"/>
                  </a:lnTo>
                </a:path>
              </a:pathLst>
            </a:custGeom>
            <a:noFill/>
            <a:ln w="20003">
              <a:solidFill>
                <a:srgbClr val="8799A6"/>
              </a:solidFill>
            </a:ln>
          </p:spPr>
        </p:sp>
        <p:sp>
          <p:nvSpPr>
            <p:cNvPr id="913" name="Input_receptor__912">
              <a:extLst>
                <a:ext uri="{FF2B5EF4-FFF2-40B4-BE49-F238E27FC236}">
                  <a16:creationId xmlns:a16="http://schemas.microsoft.com/office/drawing/2014/main" id="{11D7FA45-0FAF-E01A-EA0E-1037D96024DF}"/>
                </a:ext>
              </a:extLst>
            </p:cNvPr>
            <p:cNvSpPr>
              <a:spLocks noGrp="1"/>
            </p:cNvSpPr>
            <p:nvPr/>
          </p:nvSpPr>
          <p:spPr>
            <a:xfrm>
              <a:off x="1395539" y="4723284"/>
              <a:ext cx="20262" cy="19829"/>
            </a:xfrm>
            <a:custGeom>
              <a:avLst/>
              <a:gdLst/>
              <a:ahLst/>
              <a:cxnLst/>
              <a:rect l="0" t="0" r="0" b="0"/>
              <a:pathLst>
                <a:path w="20262" h="19829">
                  <a:moveTo>
                    <a:pt x="0" y="19829"/>
                  </a:moveTo>
                  <a:lnTo>
                    <a:pt x="20262" y="0"/>
                  </a:lnTo>
                </a:path>
              </a:pathLst>
            </a:custGeom>
            <a:noFill/>
            <a:ln w="20003">
              <a:solidFill>
                <a:srgbClr val="8799A6"/>
              </a:solidFill>
            </a:ln>
          </p:spPr>
        </p:sp>
        <p:sp>
          <p:nvSpPr>
            <p:cNvPr id="914" name="Input_receptor__913">
              <a:extLst>
                <a:ext uri="{FF2B5EF4-FFF2-40B4-BE49-F238E27FC236}">
                  <a16:creationId xmlns:a16="http://schemas.microsoft.com/office/drawing/2014/main" id="{7082A5C9-C7BD-1141-D241-034C6121A009}"/>
                </a:ext>
              </a:extLst>
            </p:cNvPr>
            <p:cNvSpPr>
              <a:spLocks noGrp="1"/>
            </p:cNvSpPr>
            <p:nvPr/>
          </p:nvSpPr>
          <p:spPr>
            <a:xfrm>
              <a:off x="1439069" y="5008869"/>
              <a:ext cx="5588" cy="42049"/>
            </a:xfrm>
            <a:custGeom>
              <a:avLst/>
              <a:gdLst/>
              <a:ahLst/>
              <a:cxnLst/>
              <a:rect l="0" t="0" r="0" b="0"/>
              <a:pathLst>
                <a:path w="5588" h="42049">
                  <a:moveTo>
                    <a:pt x="5588" y="42049"/>
                  </a:moveTo>
                  <a:lnTo>
                    <a:pt x="0" y="0"/>
                  </a:lnTo>
                </a:path>
              </a:pathLst>
            </a:custGeom>
            <a:noFill/>
            <a:ln w="20003">
              <a:solidFill>
                <a:srgbClr val="8799A6"/>
              </a:solidFill>
            </a:ln>
          </p:spPr>
        </p:sp>
        <p:sp>
          <p:nvSpPr>
            <p:cNvPr id="915" name="Input_receptor__914">
              <a:extLst>
                <a:ext uri="{FF2B5EF4-FFF2-40B4-BE49-F238E27FC236}">
                  <a16:creationId xmlns:a16="http://schemas.microsoft.com/office/drawing/2014/main" id="{ED1C0670-5404-9DF0-3394-C9966999516C}"/>
                </a:ext>
              </a:extLst>
            </p:cNvPr>
            <p:cNvSpPr>
              <a:spLocks noGrp="1"/>
            </p:cNvSpPr>
            <p:nvPr/>
          </p:nvSpPr>
          <p:spPr>
            <a:xfrm>
              <a:off x="1209854" y="5550602"/>
              <a:ext cx="30300" cy="31446"/>
            </a:xfrm>
            <a:custGeom>
              <a:avLst/>
              <a:gdLst/>
              <a:ahLst/>
              <a:cxnLst/>
              <a:rect l="0" t="0" r="0" b="0"/>
              <a:pathLst>
                <a:path w="30300" h="31446">
                  <a:moveTo>
                    <a:pt x="0" y="0"/>
                  </a:moveTo>
                  <a:lnTo>
                    <a:pt x="30300" y="31446"/>
                  </a:lnTo>
                </a:path>
              </a:pathLst>
            </a:custGeom>
            <a:noFill/>
            <a:ln w="20003">
              <a:solidFill>
                <a:srgbClr val="8799A6"/>
              </a:solidFill>
            </a:ln>
          </p:spPr>
        </p:sp>
        <p:sp>
          <p:nvSpPr>
            <p:cNvPr id="916" name="Input_receptor__915">
              <a:extLst>
                <a:ext uri="{FF2B5EF4-FFF2-40B4-BE49-F238E27FC236}">
                  <a16:creationId xmlns:a16="http://schemas.microsoft.com/office/drawing/2014/main" id="{C843AF53-1C2B-F40C-8AC7-E9D23621DC07}"/>
                </a:ext>
              </a:extLst>
            </p:cNvPr>
            <p:cNvSpPr>
              <a:spLocks noGrp="1"/>
            </p:cNvSpPr>
            <p:nvPr/>
          </p:nvSpPr>
          <p:spPr>
            <a:xfrm>
              <a:off x="1656717" y="5304673"/>
              <a:ext cx="45788" cy="13223"/>
            </a:xfrm>
            <a:custGeom>
              <a:avLst/>
              <a:gdLst/>
              <a:ahLst/>
              <a:cxnLst/>
              <a:rect l="0" t="0" r="0" b="0"/>
              <a:pathLst>
                <a:path w="45788" h="13223">
                  <a:moveTo>
                    <a:pt x="0" y="13223"/>
                  </a:moveTo>
                  <a:lnTo>
                    <a:pt x="45788" y="0"/>
                  </a:lnTo>
                </a:path>
              </a:pathLst>
            </a:custGeom>
            <a:noFill/>
            <a:ln w="20003">
              <a:solidFill>
                <a:srgbClr val="8799A6"/>
              </a:solidFill>
            </a:ln>
          </p:spPr>
        </p:sp>
        <p:sp>
          <p:nvSpPr>
            <p:cNvPr id="917" name="Input_receptor__916">
              <a:extLst>
                <a:ext uri="{FF2B5EF4-FFF2-40B4-BE49-F238E27FC236}">
                  <a16:creationId xmlns:a16="http://schemas.microsoft.com/office/drawing/2014/main" id="{528EA4AF-BEA0-D17B-D613-DFB528573D30}"/>
                </a:ext>
              </a:extLst>
            </p:cNvPr>
            <p:cNvSpPr>
              <a:spLocks noGrp="1"/>
            </p:cNvSpPr>
            <p:nvPr/>
          </p:nvSpPr>
          <p:spPr>
            <a:xfrm>
              <a:off x="1066431" y="4804102"/>
              <a:ext cx="28753" cy="18594"/>
            </a:xfrm>
            <a:custGeom>
              <a:avLst/>
              <a:gdLst/>
              <a:ahLst/>
              <a:cxnLst/>
              <a:rect l="0" t="0" r="0" b="0"/>
              <a:pathLst>
                <a:path w="28753" h="18594">
                  <a:moveTo>
                    <a:pt x="28753" y="18594"/>
                  </a:moveTo>
                  <a:lnTo>
                    <a:pt x="0" y="0"/>
                  </a:lnTo>
                </a:path>
              </a:pathLst>
            </a:custGeom>
            <a:noFill/>
            <a:ln w="20003">
              <a:solidFill>
                <a:srgbClr val="8799A6"/>
              </a:solidFill>
            </a:ln>
          </p:spPr>
        </p:sp>
        <p:sp>
          <p:nvSpPr>
            <p:cNvPr id="918" name="Input_receptor__917">
              <a:extLst>
                <a:ext uri="{FF2B5EF4-FFF2-40B4-BE49-F238E27FC236}">
                  <a16:creationId xmlns:a16="http://schemas.microsoft.com/office/drawing/2014/main" id="{FDBB2213-5E95-5912-765E-52FC9347A21A}"/>
                </a:ext>
              </a:extLst>
            </p:cNvPr>
            <p:cNvSpPr>
              <a:spLocks noGrp="1"/>
            </p:cNvSpPr>
            <p:nvPr/>
          </p:nvSpPr>
          <p:spPr>
            <a:xfrm>
              <a:off x="1379560" y="4152373"/>
              <a:ext cx="46988" cy="2857"/>
            </a:xfrm>
            <a:custGeom>
              <a:avLst/>
              <a:gdLst/>
              <a:ahLst/>
              <a:cxnLst/>
              <a:rect l="0" t="0" r="0" b="0"/>
              <a:pathLst>
                <a:path w="46988" h="2857">
                  <a:moveTo>
                    <a:pt x="46988" y="2857"/>
                  </a:moveTo>
                  <a:lnTo>
                    <a:pt x="0" y="0"/>
                  </a:lnTo>
                </a:path>
              </a:pathLst>
            </a:custGeom>
            <a:noFill/>
            <a:ln w="20003">
              <a:solidFill>
                <a:srgbClr val="8799A6"/>
              </a:solidFill>
            </a:ln>
          </p:spPr>
        </p:sp>
        <p:sp>
          <p:nvSpPr>
            <p:cNvPr id="919" name="Input_receptor__918">
              <a:extLst>
                <a:ext uri="{FF2B5EF4-FFF2-40B4-BE49-F238E27FC236}">
                  <a16:creationId xmlns:a16="http://schemas.microsoft.com/office/drawing/2014/main" id="{D838EBDE-B7B0-1F17-2366-277B6DA499F2}"/>
                </a:ext>
              </a:extLst>
            </p:cNvPr>
            <p:cNvSpPr>
              <a:spLocks noGrp="1"/>
            </p:cNvSpPr>
            <p:nvPr/>
          </p:nvSpPr>
          <p:spPr>
            <a:xfrm>
              <a:off x="981896" y="4289017"/>
              <a:ext cx="29045" cy="38196"/>
            </a:xfrm>
            <a:custGeom>
              <a:avLst/>
              <a:gdLst/>
              <a:ahLst/>
              <a:cxnLst/>
              <a:rect l="0" t="0" r="0" b="0"/>
              <a:pathLst>
                <a:path w="29045" h="38196">
                  <a:moveTo>
                    <a:pt x="0" y="0"/>
                  </a:moveTo>
                  <a:lnTo>
                    <a:pt x="29045" y="38196"/>
                  </a:lnTo>
                </a:path>
              </a:pathLst>
            </a:custGeom>
            <a:noFill/>
            <a:ln w="8096">
              <a:solidFill>
                <a:srgbClr val="8799A6"/>
              </a:solidFill>
            </a:ln>
          </p:spPr>
        </p:sp>
        <p:sp>
          <p:nvSpPr>
            <p:cNvPr id="920" name="Input_receptor__919">
              <a:extLst>
                <a:ext uri="{FF2B5EF4-FFF2-40B4-BE49-F238E27FC236}">
                  <a16:creationId xmlns:a16="http://schemas.microsoft.com/office/drawing/2014/main" id="{079D7274-8782-E393-0CE0-960623D7EF97}"/>
                </a:ext>
              </a:extLst>
            </p:cNvPr>
            <p:cNvSpPr>
              <a:spLocks noGrp="1"/>
            </p:cNvSpPr>
            <p:nvPr/>
          </p:nvSpPr>
          <p:spPr>
            <a:xfrm>
              <a:off x="939422" y="4889846"/>
              <a:ext cx="20253" cy="32619"/>
            </a:xfrm>
            <a:custGeom>
              <a:avLst/>
              <a:gdLst/>
              <a:ahLst/>
              <a:cxnLst/>
              <a:rect l="0" t="0" r="0" b="0"/>
              <a:pathLst>
                <a:path w="20253" h="32619">
                  <a:moveTo>
                    <a:pt x="20253" y="0"/>
                  </a:moveTo>
                  <a:lnTo>
                    <a:pt x="0" y="32619"/>
                  </a:lnTo>
                </a:path>
              </a:pathLst>
            </a:custGeom>
            <a:noFill/>
            <a:ln w="8096">
              <a:solidFill>
                <a:srgbClr val="8799A6"/>
              </a:solidFill>
            </a:ln>
          </p:spPr>
        </p:sp>
        <p:sp>
          <p:nvSpPr>
            <p:cNvPr id="921" name="Input_receptor__920">
              <a:extLst>
                <a:ext uri="{FF2B5EF4-FFF2-40B4-BE49-F238E27FC236}">
                  <a16:creationId xmlns:a16="http://schemas.microsoft.com/office/drawing/2014/main" id="{51B54315-256E-42B5-F499-805764B48DE7}"/>
                </a:ext>
              </a:extLst>
            </p:cNvPr>
            <p:cNvSpPr>
              <a:spLocks noGrp="1"/>
            </p:cNvSpPr>
            <p:nvPr/>
          </p:nvSpPr>
          <p:spPr>
            <a:xfrm>
              <a:off x="1586642" y="5066908"/>
              <a:ext cx="28680" cy="38585"/>
            </a:xfrm>
            <a:custGeom>
              <a:avLst/>
              <a:gdLst/>
              <a:ahLst/>
              <a:cxnLst/>
              <a:rect l="0" t="0" r="0" b="0"/>
              <a:pathLst>
                <a:path w="28680" h="38585">
                  <a:moveTo>
                    <a:pt x="28680" y="0"/>
                  </a:moveTo>
                  <a:lnTo>
                    <a:pt x="0" y="38585"/>
                  </a:lnTo>
                </a:path>
              </a:pathLst>
            </a:custGeom>
            <a:noFill/>
            <a:ln w="20003">
              <a:solidFill>
                <a:srgbClr val="8799A6"/>
              </a:solidFill>
            </a:ln>
          </p:spPr>
        </p:sp>
        <p:sp>
          <p:nvSpPr>
            <p:cNvPr id="922" name="Input_receptor__921">
              <a:extLst>
                <a:ext uri="{FF2B5EF4-FFF2-40B4-BE49-F238E27FC236}">
                  <a16:creationId xmlns:a16="http://schemas.microsoft.com/office/drawing/2014/main" id="{2A37D0FC-FBF9-A4F7-91A2-3A28D18CB58B}"/>
                </a:ext>
              </a:extLst>
            </p:cNvPr>
            <p:cNvSpPr>
              <a:spLocks noGrp="1"/>
            </p:cNvSpPr>
            <p:nvPr/>
          </p:nvSpPr>
          <p:spPr>
            <a:xfrm>
              <a:off x="1798796" y="5231331"/>
              <a:ext cx="41438" cy="9300"/>
            </a:xfrm>
            <a:custGeom>
              <a:avLst/>
              <a:gdLst/>
              <a:ahLst/>
              <a:cxnLst/>
              <a:rect l="0" t="0" r="0" b="0"/>
              <a:pathLst>
                <a:path w="41438" h="9300">
                  <a:moveTo>
                    <a:pt x="41438" y="0"/>
                  </a:moveTo>
                  <a:lnTo>
                    <a:pt x="0" y="9300"/>
                  </a:lnTo>
                </a:path>
              </a:pathLst>
            </a:custGeom>
            <a:noFill/>
            <a:ln w="20003">
              <a:solidFill>
                <a:srgbClr val="8899A6"/>
              </a:solidFill>
            </a:ln>
          </p:spPr>
        </p:sp>
        <p:sp>
          <p:nvSpPr>
            <p:cNvPr id="923" name="Input_receptor__922">
              <a:extLst>
                <a:ext uri="{FF2B5EF4-FFF2-40B4-BE49-F238E27FC236}">
                  <a16:creationId xmlns:a16="http://schemas.microsoft.com/office/drawing/2014/main" id="{5CCC452A-C7EE-BB06-706F-0FFBA41A308C}"/>
                </a:ext>
              </a:extLst>
            </p:cNvPr>
            <p:cNvSpPr>
              <a:spLocks noGrp="1"/>
            </p:cNvSpPr>
            <p:nvPr/>
          </p:nvSpPr>
          <p:spPr>
            <a:xfrm>
              <a:off x="1523161" y="5001423"/>
              <a:ext cx="45390" cy="4933"/>
            </a:xfrm>
            <a:custGeom>
              <a:avLst/>
              <a:gdLst/>
              <a:ahLst/>
              <a:cxnLst/>
              <a:rect l="0" t="0" r="0" b="0"/>
              <a:pathLst>
                <a:path w="45390" h="4933">
                  <a:moveTo>
                    <a:pt x="0" y="4933"/>
                  </a:moveTo>
                  <a:lnTo>
                    <a:pt x="45390" y="0"/>
                  </a:lnTo>
                </a:path>
              </a:pathLst>
            </a:custGeom>
            <a:noFill/>
            <a:ln w="20003">
              <a:solidFill>
                <a:srgbClr val="8899A6"/>
              </a:solidFill>
            </a:ln>
          </p:spPr>
        </p:sp>
        <p:sp>
          <p:nvSpPr>
            <p:cNvPr id="924" name="Input_receptor__923">
              <a:extLst>
                <a:ext uri="{FF2B5EF4-FFF2-40B4-BE49-F238E27FC236}">
                  <a16:creationId xmlns:a16="http://schemas.microsoft.com/office/drawing/2014/main" id="{FBAB6242-1863-9BFB-392A-60C83775111E}"/>
                </a:ext>
              </a:extLst>
            </p:cNvPr>
            <p:cNvSpPr>
              <a:spLocks noGrp="1"/>
            </p:cNvSpPr>
            <p:nvPr/>
          </p:nvSpPr>
          <p:spPr>
            <a:xfrm>
              <a:off x="1419549" y="4847569"/>
              <a:ext cx="11142" cy="36689"/>
            </a:xfrm>
            <a:custGeom>
              <a:avLst/>
              <a:gdLst/>
              <a:ahLst/>
              <a:cxnLst/>
              <a:rect l="0" t="0" r="0" b="0"/>
              <a:pathLst>
                <a:path w="11142" h="36689">
                  <a:moveTo>
                    <a:pt x="11142" y="36689"/>
                  </a:moveTo>
                  <a:lnTo>
                    <a:pt x="0" y="0"/>
                  </a:lnTo>
                </a:path>
              </a:pathLst>
            </a:custGeom>
            <a:noFill/>
            <a:ln w="20003">
              <a:solidFill>
                <a:srgbClr val="8899A6"/>
              </a:solidFill>
            </a:ln>
          </p:spPr>
        </p:sp>
        <p:sp>
          <p:nvSpPr>
            <p:cNvPr id="925" name="Input_receptor__924">
              <a:extLst>
                <a:ext uri="{FF2B5EF4-FFF2-40B4-BE49-F238E27FC236}">
                  <a16:creationId xmlns:a16="http://schemas.microsoft.com/office/drawing/2014/main" id="{70330F48-8292-2723-B485-CCB01F7973DA}"/>
                </a:ext>
              </a:extLst>
            </p:cNvPr>
            <p:cNvSpPr>
              <a:spLocks noGrp="1"/>
            </p:cNvSpPr>
            <p:nvPr/>
          </p:nvSpPr>
          <p:spPr>
            <a:xfrm>
              <a:off x="1016111" y="5284529"/>
              <a:ext cx="21769" cy="36712"/>
            </a:xfrm>
            <a:custGeom>
              <a:avLst/>
              <a:gdLst/>
              <a:ahLst/>
              <a:cxnLst/>
              <a:rect l="0" t="0" r="0" b="0"/>
              <a:pathLst>
                <a:path w="21769" h="36712">
                  <a:moveTo>
                    <a:pt x="0" y="36712"/>
                  </a:moveTo>
                  <a:lnTo>
                    <a:pt x="21769" y="0"/>
                  </a:lnTo>
                </a:path>
              </a:pathLst>
            </a:custGeom>
            <a:noFill/>
            <a:ln w="8096">
              <a:solidFill>
                <a:srgbClr val="8899A6"/>
              </a:solidFill>
            </a:ln>
          </p:spPr>
        </p:sp>
        <p:sp>
          <p:nvSpPr>
            <p:cNvPr id="926" name="Input_receptor__925">
              <a:extLst>
                <a:ext uri="{FF2B5EF4-FFF2-40B4-BE49-F238E27FC236}">
                  <a16:creationId xmlns:a16="http://schemas.microsoft.com/office/drawing/2014/main" id="{754676F6-F959-4E79-7E19-52291FA80E24}"/>
                </a:ext>
              </a:extLst>
            </p:cNvPr>
            <p:cNvSpPr>
              <a:spLocks noGrp="1"/>
            </p:cNvSpPr>
            <p:nvPr/>
          </p:nvSpPr>
          <p:spPr>
            <a:xfrm>
              <a:off x="1136653" y="4475857"/>
              <a:ext cx="30220" cy="34932"/>
            </a:xfrm>
            <a:custGeom>
              <a:avLst/>
              <a:gdLst/>
              <a:ahLst/>
              <a:cxnLst/>
              <a:rect l="0" t="0" r="0" b="0"/>
              <a:pathLst>
                <a:path w="30220" h="34932">
                  <a:moveTo>
                    <a:pt x="0" y="34932"/>
                  </a:moveTo>
                  <a:lnTo>
                    <a:pt x="30220" y="0"/>
                  </a:lnTo>
                </a:path>
              </a:pathLst>
            </a:custGeom>
            <a:noFill/>
            <a:ln w="20003">
              <a:solidFill>
                <a:srgbClr val="8899A6"/>
              </a:solidFill>
            </a:ln>
          </p:spPr>
        </p:sp>
        <p:sp>
          <p:nvSpPr>
            <p:cNvPr id="927" name="Input_receptor__926">
              <a:extLst>
                <a:ext uri="{FF2B5EF4-FFF2-40B4-BE49-F238E27FC236}">
                  <a16:creationId xmlns:a16="http://schemas.microsoft.com/office/drawing/2014/main" id="{147B0B3B-8B15-BA6A-ECC0-CC143D75EEF3}"/>
                </a:ext>
              </a:extLst>
            </p:cNvPr>
            <p:cNvSpPr>
              <a:spLocks noGrp="1"/>
            </p:cNvSpPr>
            <p:nvPr/>
          </p:nvSpPr>
          <p:spPr>
            <a:xfrm>
              <a:off x="1312733" y="4797778"/>
              <a:ext cx="47844" cy="2276"/>
            </a:xfrm>
            <a:custGeom>
              <a:avLst/>
              <a:gdLst/>
              <a:ahLst/>
              <a:cxnLst/>
              <a:rect l="0" t="0" r="0" b="0"/>
              <a:pathLst>
                <a:path w="47844" h="2276">
                  <a:moveTo>
                    <a:pt x="47844" y="2276"/>
                  </a:moveTo>
                  <a:lnTo>
                    <a:pt x="0" y="0"/>
                  </a:lnTo>
                </a:path>
              </a:pathLst>
            </a:custGeom>
            <a:noFill/>
            <a:ln w="8096">
              <a:solidFill>
                <a:srgbClr val="8899A6"/>
              </a:solidFill>
            </a:ln>
          </p:spPr>
        </p:sp>
        <p:sp>
          <p:nvSpPr>
            <p:cNvPr id="928" name="Input_receptor__927">
              <a:extLst>
                <a:ext uri="{FF2B5EF4-FFF2-40B4-BE49-F238E27FC236}">
                  <a16:creationId xmlns:a16="http://schemas.microsoft.com/office/drawing/2014/main" id="{F6F96905-45EF-951D-64FC-C4F75F1EF614}"/>
                </a:ext>
              </a:extLst>
            </p:cNvPr>
            <p:cNvSpPr>
              <a:spLocks noGrp="1"/>
            </p:cNvSpPr>
            <p:nvPr/>
          </p:nvSpPr>
          <p:spPr>
            <a:xfrm>
              <a:off x="1172385" y="5214769"/>
              <a:ext cx="45193" cy="15134"/>
            </a:xfrm>
            <a:custGeom>
              <a:avLst/>
              <a:gdLst/>
              <a:ahLst/>
              <a:cxnLst/>
              <a:rect l="0" t="0" r="0" b="0"/>
              <a:pathLst>
                <a:path w="45193" h="15134">
                  <a:moveTo>
                    <a:pt x="45193" y="0"/>
                  </a:moveTo>
                  <a:lnTo>
                    <a:pt x="0" y="15134"/>
                  </a:lnTo>
                </a:path>
              </a:pathLst>
            </a:custGeom>
            <a:noFill/>
            <a:ln w="20003">
              <a:solidFill>
                <a:srgbClr val="8899A6"/>
              </a:solidFill>
            </a:ln>
          </p:spPr>
        </p:sp>
        <p:sp>
          <p:nvSpPr>
            <p:cNvPr id="929" name="Input_receptor__928">
              <a:extLst>
                <a:ext uri="{FF2B5EF4-FFF2-40B4-BE49-F238E27FC236}">
                  <a16:creationId xmlns:a16="http://schemas.microsoft.com/office/drawing/2014/main" id="{2C063888-5A1F-F383-F46A-8B87625A9BEF}"/>
                </a:ext>
              </a:extLst>
            </p:cNvPr>
            <p:cNvSpPr>
              <a:spLocks noGrp="1"/>
            </p:cNvSpPr>
            <p:nvPr/>
          </p:nvSpPr>
          <p:spPr>
            <a:xfrm>
              <a:off x="1016111" y="5321241"/>
              <a:ext cx="10752" cy="39746"/>
            </a:xfrm>
            <a:custGeom>
              <a:avLst/>
              <a:gdLst/>
              <a:ahLst/>
              <a:cxnLst/>
              <a:rect l="0" t="0" r="0" b="0"/>
              <a:pathLst>
                <a:path w="10752" h="39746">
                  <a:moveTo>
                    <a:pt x="10752" y="39746"/>
                  </a:moveTo>
                  <a:lnTo>
                    <a:pt x="0" y="0"/>
                  </a:lnTo>
                </a:path>
              </a:pathLst>
            </a:custGeom>
            <a:noFill/>
            <a:ln w="8096">
              <a:solidFill>
                <a:srgbClr val="8899A7"/>
              </a:solidFill>
            </a:ln>
          </p:spPr>
        </p:sp>
        <p:sp>
          <p:nvSpPr>
            <p:cNvPr id="930" name="Input_receptor__929">
              <a:extLst>
                <a:ext uri="{FF2B5EF4-FFF2-40B4-BE49-F238E27FC236}">
                  <a16:creationId xmlns:a16="http://schemas.microsoft.com/office/drawing/2014/main" id="{D93E5950-A240-0230-C204-1F3AAB6251D8}"/>
                </a:ext>
              </a:extLst>
            </p:cNvPr>
            <p:cNvSpPr>
              <a:spLocks noGrp="1"/>
            </p:cNvSpPr>
            <p:nvPr/>
          </p:nvSpPr>
          <p:spPr>
            <a:xfrm>
              <a:off x="1051853" y="5439544"/>
              <a:ext cx="437" cy="21204"/>
            </a:xfrm>
            <a:custGeom>
              <a:avLst/>
              <a:gdLst/>
              <a:ahLst/>
              <a:cxnLst/>
              <a:rect l="0" t="0" r="0" b="0"/>
              <a:pathLst>
                <a:path w="437" h="21204">
                  <a:moveTo>
                    <a:pt x="0" y="21204"/>
                  </a:moveTo>
                  <a:lnTo>
                    <a:pt x="437" y="0"/>
                  </a:lnTo>
                </a:path>
              </a:pathLst>
            </a:custGeom>
            <a:noFill/>
            <a:ln w="8096">
              <a:solidFill>
                <a:srgbClr val="8899A7"/>
              </a:solidFill>
            </a:ln>
          </p:spPr>
        </p:sp>
        <p:sp>
          <p:nvSpPr>
            <p:cNvPr id="931" name="Input_receptor__930">
              <a:extLst>
                <a:ext uri="{FF2B5EF4-FFF2-40B4-BE49-F238E27FC236}">
                  <a16:creationId xmlns:a16="http://schemas.microsoft.com/office/drawing/2014/main" id="{C2ABA24C-34C3-B96E-2072-A45441551393}"/>
                </a:ext>
              </a:extLst>
            </p:cNvPr>
            <p:cNvSpPr>
              <a:spLocks noGrp="1"/>
            </p:cNvSpPr>
            <p:nvPr/>
          </p:nvSpPr>
          <p:spPr>
            <a:xfrm>
              <a:off x="1121341" y="4262080"/>
              <a:ext cx="7685" cy="43433"/>
            </a:xfrm>
            <a:custGeom>
              <a:avLst/>
              <a:gdLst/>
              <a:ahLst/>
              <a:cxnLst/>
              <a:rect l="0" t="0" r="0" b="0"/>
              <a:pathLst>
                <a:path w="7685" h="43433">
                  <a:moveTo>
                    <a:pt x="7685" y="0"/>
                  </a:moveTo>
                  <a:lnTo>
                    <a:pt x="0" y="43433"/>
                  </a:lnTo>
                </a:path>
              </a:pathLst>
            </a:custGeom>
            <a:noFill/>
            <a:ln w="8096">
              <a:solidFill>
                <a:srgbClr val="8899A7"/>
              </a:solidFill>
            </a:ln>
          </p:spPr>
        </p:sp>
        <p:sp>
          <p:nvSpPr>
            <p:cNvPr id="932" name="Input_receptor__931">
              <a:extLst>
                <a:ext uri="{FF2B5EF4-FFF2-40B4-BE49-F238E27FC236}">
                  <a16:creationId xmlns:a16="http://schemas.microsoft.com/office/drawing/2014/main" id="{72E44F36-1DE9-A9D9-3677-5229A925A22D}"/>
                </a:ext>
              </a:extLst>
            </p:cNvPr>
            <p:cNvSpPr>
              <a:spLocks noGrp="1"/>
            </p:cNvSpPr>
            <p:nvPr/>
          </p:nvSpPr>
          <p:spPr>
            <a:xfrm>
              <a:off x="945683" y="4848180"/>
              <a:ext cx="13993" cy="41665"/>
            </a:xfrm>
            <a:custGeom>
              <a:avLst/>
              <a:gdLst/>
              <a:ahLst/>
              <a:cxnLst/>
              <a:rect l="0" t="0" r="0" b="0"/>
              <a:pathLst>
                <a:path w="13993" h="41665">
                  <a:moveTo>
                    <a:pt x="0" y="0"/>
                  </a:moveTo>
                  <a:lnTo>
                    <a:pt x="13993" y="41665"/>
                  </a:lnTo>
                </a:path>
              </a:pathLst>
            </a:custGeom>
            <a:noFill/>
            <a:ln w="20003">
              <a:solidFill>
                <a:srgbClr val="8899A7"/>
              </a:solidFill>
            </a:ln>
          </p:spPr>
        </p:sp>
        <p:sp>
          <p:nvSpPr>
            <p:cNvPr id="933" name="Input_receptor__932">
              <a:extLst>
                <a:ext uri="{FF2B5EF4-FFF2-40B4-BE49-F238E27FC236}">
                  <a16:creationId xmlns:a16="http://schemas.microsoft.com/office/drawing/2014/main" id="{4D603D07-D42A-F4C6-3559-1ACEE4F6A2B8}"/>
                </a:ext>
              </a:extLst>
            </p:cNvPr>
            <p:cNvSpPr>
              <a:spLocks noGrp="1"/>
            </p:cNvSpPr>
            <p:nvPr/>
          </p:nvSpPr>
          <p:spPr>
            <a:xfrm>
              <a:off x="902488" y="4839411"/>
              <a:ext cx="43195" cy="8769"/>
            </a:xfrm>
            <a:custGeom>
              <a:avLst/>
              <a:gdLst/>
              <a:ahLst/>
              <a:cxnLst/>
              <a:rect l="0" t="0" r="0" b="0"/>
              <a:pathLst>
                <a:path w="43195" h="8769">
                  <a:moveTo>
                    <a:pt x="0" y="0"/>
                  </a:moveTo>
                  <a:lnTo>
                    <a:pt x="43195" y="8769"/>
                  </a:lnTo>
                </a:path>
              </a:pathLst>
            </a:custGeom>
            <a:noFill/>
            <a:ln w="20003">
              <a:solidFill>
                <a:srgbClr val="8899A7"/>
              </a:solidFill>
            </a:ln>
          </p:spPr>
        </p:sp>
        <p:sp>
          <p:nvSpPr>
            <p:cNvPr id="934" name="Input_receptor__933">
              <a:extLst>
                <a:ext uri="{FF2B5EF4-FFF2-40B4-BE49-F238E27FC236}">
                  <a16:creationId xmlns:a16="http://schemas.microsoft.com/office/drawing/2014/main" id="{8BE37EF1-A6E7-CC32-2C57-24011C9CB11A}"/>
                </a:ext>
              </a:extLst>
            </p:cNvPr>
            <p:cNvSpPr>
              <a:spLocks noGrp="1"/>
            </p:cNvSpPr>
            <p:nvPr/>
          </p:nvSpPr>
          <p:spPr>
            <a:xfrm>
              <a:off x="1669082" y="4960995"/>
              <a:ext cx="313" cy="9605"/>
            </a:xfrm>
            <a:custGeom>
              <a:avLst/>
              <a:gdLst/>
              <a:ahLst/>
              <a:cxnLst/>
              <a:rect l="0" t="0" r="0" b="0"/>
              <a:pathLst>
                <a:path w="313" h="9605">
                  <a:moveTo>
                    <a:pt x="0" y="9605"/>
                  </a:moveTo>
                  <a:lnTo>
                    <a:pt x="313" y="0"/>
                  </a:lnTo>
                </a:path>
              </a:pathLst>
            </a:custGeom>
            <a:noFill/>
            <a:ln w="20003">
              <a:solidFill>
                <a:srgbClr val="8899A7"/>
              </a:solidFill>
            </a:ln>
          </p:spPr>
        </p:sp>
        <p:sp>
          <p:nvSpPr>
            <p:cNvPr id="935" name="Input_receptor__934">
              <a:extLst>
                <a:ext uri="{FF2B5EF4-FFF2-40B4-BE49-F238E27FC236}">
                  <a16:creationId xmlns:a16="http://schemas.microsoft.com/office/drawing/2014/main" id="{DBD9BDA0-0507-C376-C50B-32455379DAFC}"/>
                </a:ext>
              </a:extLst>
            </p:cNvPr>
            <p:cNvSpPr>
              <a:spLocks noGrp="1"/>
            </p:cNvSpPr>
            <p:nvPr/>
          </p:nvSpPr>
          <p:spPr>
            <a:xfrm>
              <a:off x="1439069" y="4971407"/>
              <a:ext cx="28622" cy="37462"/>
            </a:xfrm>
            <a:custGeom>
              <a:avLst/>
              <a:gdLst/>
              <a:ahLst/>
              <a:cxnLst/>
              <a:rect l="0" t="0" r="0" b="0"/>
              <a:pathLst>
                <a:path w="28622" h="37462">
                  <a:moveTo>
                    <a:pt x="0" y="37462"/>
                  </a:moveTo>
                  <a:lnTo>
                    <a:pt x="28622" y="0"/>
                  </a:lnTo>
                </a:path>
              </a:pathLst>
            </a:custGeom>
            <a:noFill/>
            <a:ln w="20003">
              <a:solidFill>
                <a:srgbClr val="8899A7"/>
              </a:solidFill>
            </a:ln>
          </p:spPr>
        </p:sp>
        <p:sp>
          <p:nvSpPr>
            <p:cNvPr id="936" name="Input_receptor__935">
              <a:extLst>
                <a:ext uri="{FF2B5EF4-FFF2-40B4-BE49-F238E27FC236}">
                  <a16:creationId xmlns:a16="http://schemas.microsoft.com/office/drawing/2014/main" id="{765BDE79-747F-E4B3-C9EB-7E3DA754DC6B}"/>
                </a:ext>
              </a:extLst>
            </p:cNvPr>
            <p:cNvSpPr>
              <a:spLocks noGrp="1"/>
            </p:cNvSpPr>
            <p:nvPr/>
          </p:nvSpPr>
          <p:spPr>
            <a:xfrm>
              <a:off x="1265595" y="4944006"/>
              <a:ext cx="25692" cy="36975"/>
            </a:xfrm>
            <a:custGeom>
              <a:avLst/>
              <a:gdLst/>
              <a:ahLst/>
              <a:cxnLst/>
              <a:rect l="0" t="0" r="0" b="0"/>
              <a:pathLst>
                <a:path w="25692" h="36975">
                  <a:moveTo>
                    <a:pt x="25692" y="0"/>
                  </a:moveTo>
                  <a:lnTo>
                    <a:pt x="0" y="36975"/>
                  </a:lnTo>
                </a:path>
              </a:pathLst>
            </a:custGeom>
            <a:noFill/>
            <a:ln w="20003">
              <a:solidFill>
                <a:srgbClr val="8899A7"/>
              </a:solidFill>
            </a:ln>
          </p:spPr>
        </p:sp>
        <p:sp>
          <p:nvSpPr>
            <p:cNvPr id="937" name="Input_receptor__936">
              <a:extLst>
                <a:ext uri="{FF2B5EF4-FFF2-40B4-BE49-F238E27FC236}">
                  <a16:creationId xmlns:a16="http://schemas.microsoft.com/office/drawing/2014/main" id="{E5C12EDD-2FB0-5EEF-69BC-A097D368DEE5}"/>
                </a:ext>
              </a:extLst>
            </p:cNvPr>
            <p:cNvSpPr>
              <a:spLocks noGrp="1"/>
            </p:cNvSpPr>
            <p:nvPr/>
          </p:nvSpPr>
          <p:spPr>
            <a:xfrm>
              <a:off x="1840234" y="5231331"/>
              <a:ext cx="25109" cy="28298"/>
            </a:xfrm>
            <a:custGeom>
              <a:avLst/>
              <a:gdLst/>
              <a:ahLst/>
              <a:cxnLst/>
              <a:rect l="0" t="0" r="0" b="0"/>
              <a:pathLst>
                <a:path w="25109" h="28298">
                  <a:moveTo>
                    <a:pt x="25109" y="28298"/>
                  </a:moveTo>
                  <a:lnTo>
                    <a:pt x="0" y="0"/>
                  </a:lnTo>
                </a:path>
              </a:pathLst>
            </a:custGeom>
            <a:noFill/>
            <a:ln w="20003">
              <a:solidFill>
                <a:srgbClr val="8899A7"/>
              </a:solidFill>
            </a:ln>
          </p:spPr>
        </p:sp>
        <p:sp>
          <p:nvSpPr>
            <p:cNvPr id="938" name="Input_receptor__937">
              <a:extLst>
                <a:ext uri="{FF2B5EF4-FFF2-40B4-BE49-F238E27FC236}">
                  <a16:creationId xmlns:a16="http://schemas.microsoft.com/office/drawing/2014/main" id="{DDAD15F1-D4B3-4CFD-5E07-49884DFCB313}"/>
                </a:ext>
              </a:extLst>
            </p:cNvPr>
            <p:cNvSpPr>
              <a:spLocks noGrp="1"/>
            </p:cNvSpPr>
            <p:nvPr/>
          </p:nvSpPr>
          <p:spPr>
            <a:xfrm>
              <a:off x="1494623" y="5151565"/>
              <a:ext cx="13097" cy="29875"/>
            </a:xfrm>
            <a:custGeom>
              <a:avLst/>
              <a:gdLst/>
              <a:ahLst/>
              <a:cxnLst/>
              <a:rect l="0" t="0" r="0" b="0"/>
              <a:pathLst>
                <a:path w="13097" h="29875">
                  <a:moveTo>
                    <a:pt x="13097" y="29875"/>
                  </a:moveTo>
                  <a:lnTo>
                    <a:pt x="0" y="0"/>
                  </a:lnTo>
                </a:path>
              </a:pathLst>
            </a:custGeom>
            <a:noFill/>
            <a:ln w="20003">
              <a:solidFill>
                <a:srgbClr val="8899A7"/>
              </a:solidFill>
            </a:ln>
          </p:spPr>
        </p:sp>
        <p:sp>
          <p:nvSpPr>
            <p:cNvPr id="939" name="Input_receptor__938">
              <a:extLst>
                <a:ext uri="{FF2B5EF4-FFF2-40B4-BE49-F238E27FC236}">
                  <a16:creationId xmlns:a16="http://schemas.microsoft.com/office/drawing/2014/main" id="{FA631DB4-BECB-2770-240A-B3E9CDB04B56}"/>
                </a:ext>
              </a:extLst>
            </p:cNvPr>
            <p:cNvSpPr>
              <a:spLocks noGrp="1"/>
            </p:cNvSpPr>
            <p:nvPr/>
          </p:nvSpPr>
          <p:spPr>
            <a:xfrm>
              <a:off x="1461428" y="4397289"/>
              <a:ext cx="11612" cy="44168"/>
            </a:xfrm>
            <a:custGeom>
              <a:avLst/>
              <a:gdLst/>
              <a:ahLst/>
              <a:cxnLst/>
              <a:rect l="0" t="0" r="0" b="0"/>
              <a:pathLst>
                <a:path w="11612" h="44168">
                  <a:moveTo>
                    <a:pt x="0" y="0"/>
                  </a:moveTo>
                  <a:lnTo>
                    <a:pt x="11612" y="44168"/>
                  </a:lnTo>
                </a:path>
              </a:pathLst>
            </a:custGeom>
            <a:noFill/>
            <a:ln w="8096">
              <a:solidFill>
                <a:srgbClr val="8899A7"/>
              </a:solidFill>
            </a:ln>
          </p:spPr>
        </p:sp>
        <p:sp>
          <p:nvSpPr>
            <p:cNvPr id="940" name="Input_receptor__939">
              <a:extLst>
                <a:ext uri="{FF2B5EF4-FFF2-40B4-BE49-F238E27FC236}">
                  <a16:creationId xmlns:a16="http://schemas.microsoft.com/office/drawing/2014/main" id="{63511CF2-173E-A14F-CDDB-D537F1DB4EDB}"/>
                </a:ext>
              </a:extLst>
            </p:cNvPr>
            <p:cNvSpPr>
              <a:spLocks noGrp="1"/>
            </p:cNvSpPr>
            <p:nvPr/>
          </p:nvSpPr>
          <p:spPr>
            <a:xfrm>
              <a:off x="1356449" y="4679080"/>
              <a:ext cx="46130" cy="10625"/>
            </a:xfrm>
            <a:custGeom>
              <a:avLst/>
              <a:gdLst/>
              <a:ahLst/>
              <a:cxnLst/>
              <a:rect l="0" t="0" r="0" b="0"/>
              <a:pathLst>
                <a:path w="46130" h="10625">
                  <a:moveTo>
                    <a:pt x="46130" y="0"/>
                  </a:moveTo>
                  <a:lnTo>
                    <a:pt x="0" y="10625"/>
                  </a:lnTo>
                </a:path>
              </a:pathLst>
            </a:custGeom>
            <a:noFill/>
            <a:ln w="20003">
              <a:solidFill>
                <a:srgbClr val="8899A7"/>
              </a:solidFill>
            </a:ln>
          </p:spPr>
        </p:sp>
        <p:sp>
          <p:nvSpPr>
            <p:cNvPr id="941" name="Input_receptor__940">
              <a:extLst>
                <a:ext uri="{FF2B5EF4-FFF2-40B4-BE49-F238E27FC236}">
                  <a16:creationId xmlns:a16="http://schemas.microsoft.com/office/drawing/2014/main" id="{733B1403-8D8E-E792-8509-552D39844593}"/>
                </a:ext>
              </a:extLst>
            </p:cNvPr>
            <p:cNvSpPr>
              <a:spLocks noGrp="1"/>
            </p:cNvSpPr>
            <p:nvPr/>
          </p:nvSpPr>
          <p:spPr>
            <a:xfrm>
              <a:off x="1161252" y="4987180"/>
              <a:ext cx="30512" cy="24918"/>
            </a:xfrm>
            <a:custGeom>
              <a:avLst/>
              <a:gdLst/>
              <a:ahLst/>
              <a:cxnLst/>
              <a:rect l="0" t="0" r="0" b="0"/>
              <a:pathLst>
                <a:path w="30512" h="24918">
                  <a:moveTo>
                    <a:pt x="0" y="24918"/>
                  </a:moveTo>
                  <a:lnTo>
                    <a:pt x="30512" y="0"/>
                  </a:lnTo>
                </a:path>
              </a:pathLst>
            </a:custGeom>
            <a:noFill/>
            <a:ln w="20003">
              <a:solidFill>
                <a:srgbClr val="8899A7"/>
              </a:solidFill>
            </a:ln>
          </p:spPr>
        </p:sp>
        <p:sp>
          <p:nvSpPr>
            <p:cNvPr id="942" name="Input_receptor__941">
              <a:extLst>
                <a:ext uri="{FF2B5EF4-FFF2-40B4-BE49-F238E27FC236}">
                  <a16:creationId xmlns:a16="http://schemas.microsoft.com/office/drawing/2014/main" id="{DE555F70-52F1-2660-532B-3DAC20723EE2}"/>
                </a:ext>
              </a:extLst>
            </p:cNvPr>
            <p:cNvSpPr>
              <a:spLocks noGrp="1"/>
            </p:cNvSpPr>
            <p:nvPr/>
          </p:nvSpPr>
          <p:spPr>
            <a:xfrm>
              <a:off x="1424377" y="4371982"/>
              <a:ext cx="37052" cy="25307"/>
            </a:xfrm>
            <a:custGeom>
              <a:avLst/>
              <a:gdLst/>
              <a:ahLst/>
              <a:cxnLst/>
              <a:rect l="0" t="0" r="0" b="0"/>
              <a:pathLst>
                <a:path w="37052" h="25307">
                  <a:moveTo>
                    <a:pt x="0" y="0"/>
                  </a:moveTo>
                  <a:lnTo>
                    <a:pt x="37052" y="25307"/>
                  </a:lnTo>
                </a:path>
              </a:pathLst>
            </a:custGeom>
            <a:noFill/>
            <a:ln w="8096">
              <a:solidFill>
                <a:srgbClr val="8899A7"/>
              </a:solidFill>
            </a:ln>
          </p:spPr>
        </p:sp>
        <p:sp>
          <p:nvSpPr>
            <p:cNvPr id="943" name="Input_receptor__942">
              <a:extLst>
                <a:ext uri="{FF2B5EF4-FFF2-40B4-BE49-F238E27FC236}">
                  <a16:creationId xmlns:a16="http://schemas.microsoft.com/office/drawing/2014/main" id="{BFB858B5-A46E-6947-8583-CD6B87A44F8B}"/>
                </a:ext>
              </a:extLst>
            </p:cNvPr>
            <p:cNvSpPr>
              <a:spLocks noGrp="1"/>
            </p:cNvSpPr>
            <p:nvPr/>
          </p:nvSpPr>
          <p:spPr>
            <a:xfrm>
              <a:off x="1080508" y="4305512"/>
              <a:ext cx="40833" cy="5871"/>
            </a:xfrm>
            <a:custGeom>
              <a:avLst/>
              <a:gdLst/>
              <a:ahLst/>
              <a:cxnLst/>
              <a:rect l="0" t="0" r="0" b="0"/>
              <a:pathLst>
                <a:path w="40833" h="5871">
                  <a:moveTo>
                    <a:pt x="40833" y="0"/>
                  </a:moveTo>
                  <a:lnTo>
                    <a:pt x="0" y="5871"/>
                  </a:lnTo>
                </a:path>
              </a:pathLst>
            </a:custGeom>
            <a:noFill/>
            <a:ln w="8096">
              <a:solidFill>
                <a:srgbClr val="8899A7"/>
              </a:solidFill>
            </a:ln>
          </p:spPr>
        </p:sp>
        <p:sp>
          <p:nvSpPr>
            <p:cNvPr id="944" name="Input_receptor__943">
              <a:extLst>
                <a:ext uri="{FF2B5EF4-FFF2-40B4-BE49-F238E27FC236}">
                  <a16:creationId xmlns:a16="http://schemas.microsoft.com/office/drawing/2014/main" id="{8B8C5349-C21B-99D6-36E9-00C3547A94AA}"/>
                </a:ext>
              </a:extLst>
            </p:cNvPr>
            <p:cNvSpPr>
              <a:spLocks noGrp="1"/>
            </p:cNvSpPr>
            <p:nvPr/>
          </p:nvSpPr>
          <p:spPr>
            <a:xfrm>
              <a:off x="996685" y="4986094"/>
              <a:ext cx="39131" cy="8367"/>
            </a:xfrm>
            <a:custGeom>
              <a:avLst/>
              <a:gdLst/>
              <a:ahLst/>
              <a:cxnLst/>
              <a:rect l="0" t="0" r="0" b="0"/>
              <a:pathLst>
                <a:path w="39131" h="8367">
                  <a:moveTo>
                    <a:pt x="0" y="0"/>
                  </a:moveTo>
                  <a:lnTo>
                    <a:pt x="39131" y="8367"/>
                  </a:lnTo>
                </a:path>
              </a:pathLst>
            </a:custGeom>
            <a:noFill/>
            <a:ln w="8096">
              <a:solidFill>
                <a:srgbClr val="8899A7"/>
              </a:solidFill>
            </a:ln>
          </p:spPr>
        </p:sp>
        <p:sp>
          <p:nvSpPr>
            <p:cNvPr id="945" name="Input_receptor__944">
              <a:extLst>
                <a:ext uri="{FF2B5EF4-FFF2-40B4-BE49-F238E27FC236}">
                  <a16:creationId xmlns:a16="http://schemas.microsoft.com/office/drawing/2014/main" id="{9ADB08CE-2F09-0C6E-6B2D-E8FE03556C14}"/>
                </a:ext>
              </a:extLst>
            </p:cNvPr>
            <p:cNvSpPr>
              <a:spLocks noGrp="1"/>
            </p:cNvSpPr>
            <p:nvPr/>
          </p:nvSpPr>
          <p:spPr>
            <a:xfrm>
              <a:off x="1177851" y="5039290"/>
              <a:ext cx="45317" cy="14608"/>
            </a:xfrm>
            <a:custGeom>
              <a:avLst/>
              <a:gdLst/>
              <a:ahLst/>
              <a:cxnLst/>
              <a:rect l="0" t="0" r="0" b="0"/>
              <a:pathLst>
                <a:path w="45317" h="14608">
                  <a:moveTo>
                    <a:pt x="45317" y="0"/>
                  </a:moveTo>
                  <a:lnTo>
                    <a:pt x="0" y="14608"/>
                  </a:lnTo>
                </a:path>
              </a:pathLst>
            </a:custGeom>
            <a:noFill/>
            <a:ln w="20003">
              <a:solidFill>
                <a:srgbClr val="8899A7"/>
              </a:solidFill>
            </a:ln>
          </p:spPr>
        </p:sp>
        <p:sp>
          <p:nvSpPr>
            <p:cNvPr id="946" name="Input_receptor__945">
              <a:extLst>
                <a:ext uri="{FF2B5EF4-FFF2-40B4-BE49-F238E27FC236}">
                  <a16:creationId xmlns:a16="http://schemas.microsoft.com/office/drawing/2014/main" id="{9B1A2E4C-A904-DFAE-E30E-4D91E0975EDE}"/>
                </a:ext>
              </a:extLst>
            </p:cNvPr>
            <p:cNvSpPr>
              <a:spLocks noGrp="1"/>
            </p:cNvSpPr>
            <p:nvPr/>
          </p:nvSpPr>
          <p:spPr>
            <a:xfrm>
              <a:off x="980886" y="4951359"/>
              <a:ext cx="15799" cy="34735"/>
            </a:xfrm>
            <a:custGeom>
              <a:avLst/>
              <a:gdLst/>
              <a:ahLst/>
              <a:cxnLst/>
              <a:rect l="0" t="0" r="0" b="0"/>
              <a:pathLst>
                <a:path w="15799" h="34735">
                  <a:moveTo>
                    <a:pt x="0" y="0"/>
                  </a:moveTo>
                  <a:lnTo>
                    <a:pt x="15799" y="34735"/>
                  </a:lnTo>
                </a:path>
              </a:pathLst>
            </a:custGeom>
            <a:noFill/>
            <a:ln w="8096">
              <a:solidFill>
                <a:srgbClr val="8899A7"/>
              </a:solidFill>
            </a:ln>
          </p:spPr>
        </p:sp>
        <p:sp>
          <p:nvSpPr>
            <p:cNvPr id="947" name="Input_receptor__946">
              <a:extLst>
                <a:ext uri="{FF2B5EF4-FFF2-40B4-BE49-F238E27FC236}">
                  <a16:creationId xmlns:a16="http://schemas.microsoft.com/office/drawing/2014/main" id="{11FE36AC-B042-E271-69D3-DED106B4DBAC}"/>
                </a:ext>
              </a:extLst>
            </p:cNvPr>
            <p:cNvSpPr>
              <a:spLocks noGrp="1"/>
            </p:cNvSpPr>
            <p:nvPr/>
          </p:nvSpPr>
          <p:spPr>
            <a:xfrm>
              <a:off x="1060508" y="4865426"/>
              <a:ext cx="16574" cy="19875"/>
            </a:xfrm>
            <a:custGeom>
              <a:avLst/>
              <a:gdLst/>
              <a:ahLst/>
              <a:cxnLst/>
              <a:rect l="0" t="0" r="0" b="0"/>
              <a:pathLst>
                <a:path w="16574" h="19875">
                  <a:moveTo>
                    <a:pt x="16574" y="19875"/>
                  </a:moveTo>
                  <a:lnTo>
                    <a:pt x="0" y="0"/>
                  </a:lnTo>
                </a:path>
              </a:pathLst>
            </a:custGeom>
            <a:noFill/>
            <a:ln w="20003">
              <a:solidFill>
                <a:srgbClr val="8899A7"/>
              </a:solidFill>
            </a:ln>
          </p:spPr>
        </p:sp>
        <p:sp>
          <p:nvSpPr>
            <p:cNvPr id="948" name="Input_receptor__947">
              <a:extLst>
                <a:ext uri="{FF2B5EF4-FFF2-40B4-BE49-F238E27FC236}">
                  <a16:creationId xmlns:a16="http://schemas.microsoft.com/office/drawing/2014/main" id="{421B288D-5E4E-4A46-0B76-B0249767F647}"/>
                </a:ext>
              </a:extLst>
            </p:cNvPr>
            <p:cNvSpPr>
              <a:spLocks noGrp="1"/>
            </p:cNvSpPr>
            <p:nvPr/>
          </p:nvSpPr>
          <p:spPr>
            <a:xfrm>
              <a:off x="1402579" y="4679080"/>
              <a:ext cx="13222" cy="44204"/>
            </a:xfrm>
            <a:custGeom>
              <a:avLst/>
              <a:gdLst/>
              <a:ahLst/>
              <a:cxnLst/>
              <a:rect l="0" t="0" r="0" b="0"/>
              <a:pathLst>
                <a:path w="13222" h="44204">
                  <a:moveTo>
                    <a:pt x="13222" y="44204"/>
                  </a:moveTo>
                  <a:lnTo>
                    <a:pt x="0" y="0"/>
                  </a:lnTo>
                </a:path>
              </a:pathLst>
            </a:custGeom>
            <a:noFill/>
            <a:ln w="20003">
              <a:solidFill>
                <a:srgbClr val="8899A7"/>
              </a:solidFill>
            </a:ln>
          </p:spPr>
        </p:sp>
        <p:sp>
          <p:nvSpPr>
            <p:cNvPr id="949" name="Input_receptor__948">
              <a:extLst>
                <a:ext uri="{FF2B5EF4-FFF2-40B4-BE49-F238E27FC236}">
                  <a16:creationId xmlns:a16="http://schemas.microsoft.com/office/drawing/2014/main" id="{E411A6EA-D4F3-44E2-4DB6-1B8DB3CF54C1}"/>
                </a:ext>
              </a:extLst>
            </p:cNvPr>
            <p:cNvSpPr>
              <a:spLocks noGrp="1"/>
            </p:cNvSpPr>
            <p:nvPr/>
          </p:nvSpPr>
          <p:spPr>
            <a:xfrm>
              <a:off x="992914" y="4421126"/>
              <a:ext cx="47167" cy="7200"/>
            </a:xfrm>
            <a:custGeom>
              <a:avLst/>
              <a:gdLst/>
              <a:ahLst/>
              <a:cxnLst/>
              <a:rect l="0" t="0" r="0" b="0"/>
              <a:pathLst>
                <a:path w="47167" h="7200">
                  <a:moveTo>
                    <a:pt x="47167" y="0"/>
                  </a:moveTo>
                  <a:lnTo>
                    <a:pt x="0" y="7200"/>
                  </a:lnTo>
                </a:path>
              </a:pathLst>
            </a:custGeom>
            <a:noFill/>
            <a:ln w="20003">
              <a:solidFill>
                <a:srgbClr val="8899A7"/>
              </a:solidFill>
            </a:ln>
          </p:spPr>
        </p:sp>
        <p:sp>
          <p:nvSpPr>
            <p:cNvPr id="950" name="Input_receptor__949">
              <a:extLst>
                <a:ext uri="{FF2B5EF4-FFF2-40B4-BE49-F238E27FC236}">
                  <a16:creationId xmlns:a16="http://schemas.microsoft.com/office/drawing/2014/main" id="{9CD0F869-C721-C1C7-7DE5-257392BFD547}"/>
                </a:ext>
              </a:extLst>
            </p:cNvPr>
            <p:cNvSpPr>
              <a:spLocks noGrp="1"/>
            </p:cNvSpPr>
            <p:nvPr/>
          </p:nvSpPr>
          <p:spPr>
            <a:xfrm>
              <a:off x="1409825" y="4558056"/>
              <a:ext cx="25073" cy="24057"/>
            </a:xfrm>
            <a:custGeom>
              <a:avLst/>
              <a:gdLst/>
              <a:ahLst/>
              <a:cxnLst/>
              <a:rect l="0" t="0" r="0" b="0"/>
              <a:pathLst>
                <a:path w="25073" h="24057">
                  <a:moveTo>
                    <a:pt x="25073" y="24057"/>
                  </a:moveTo>
                  <a:lnTo>
                    <a:pt x="0" y="0"/>
                  </a:lnTo>
                </a:path>
              </a:pathLst>
            </a:custGeom>
            <a:noFill/>
            <a:ln w="8096">
              <a:solidFill>
                <a:srgbClr val="8899A7"/>
              </a:solidFill>
            </a:ln>
          </p:spPr>
        </p:sp>
        <p:sp>
          <p:nvSpPr>
            <p:cNvPr id="951" name="Input_receptor__950">
              <a:extLst>
                <a:ext uri="{FF2B5EF4-FFF2-40B4-BE49-F238E27FC236}">
                  <a16:creationId xmlns:a16="http://schemas.microsoft.com/office/drawing/2014/main" id="{24A40760-401A-78F7-8553-0ED0DF6A0CFE}"/>
                </a:ext>
              </a:extLst>
            </p:cNvPr>
            <p:cNvSpPr>
              <a:spLocks noGrp="1"/>
            </p:cNvSpPr>
            <p:nvPr/>
          </p:nvSpPr>
          <p:spPr>
            <a:xfrm>
              <a:off x="1129025" y="4261656"/>
              <a:ext cx="47734" cy="423"/>
            </a:xfrm>
            <a:custGeom>
              <a:avLst/>
              <a:gdLst/>
              <a:ahLst/>
              <a:cxnLst/>
              <a:rect l="0" t="0" r="0" b="0"/>
              <a:pathLst>
                <a:path w="47734" h="423">
                  <a:moveTo>
                    <a:pt x="47734" y="0"/>
                  </a:moveTo>
                  <a:lnTo>
                    <a:pt x="0" y="423"/>
                  </a:lnTo>
                </a:path>
              </a:pathLst>
            </a:custGeom>
            <a:noFill/>
            <a:ln w="8096">
              <a:solidFill>
                <a:srgbClr val="8899A7"/>
              </a:solidFill>
            </a:ln>
          </p:spPr>
        </p:sp>
        <p:sp>
          <p:nvSpPr>
            <p:cNvPr id="952" name="Input_receptor__951">
              <a:extLst>
                <a:ext uri="{FF2B5EF4-FFF2-40B4-BE49-F238E27FC236}">
                  <a16:creationId xmlns:a16="http://schemas.microsoft.com/office/drawing/2014/main" id="{EC46DD7D-95C3-43FC-BDCF-F13D36B55D44}"/>
                </a:ext>
              </a:extLst>
            </p:cNvPr>
            <p:cNvSpPr>
              <a:spLocks noGrp="1"/>
            </p:cNvSpPr>
            <p:nvPr/>
          </p:nvSpPr>
          <p:spPr>
            <a:xfrm>
              <a:off x="981896" y="4262217"/>
              <a:ext cx="27787" cy="26800"/>
            </a:xfrm>
            <a:custGeom>
              <a:avLst/>
              <a:gdLst/>
              <a:ahLst/>
              <a:cxnLst/>
              <a:rect l="0" t="0" r="0" b="0"/>
              <a:pathLst>
                <a:path w="27787" h="26800">
                  <a:moveTo>
                    <a:pt x="27787" y="0"/>
                  </a:moveTo>
                  <a:lnTo>
                    <a:pt x="0" y="26800"/>
                  </a:lnTo>
                </a:path>
              </a:pathLst>
            </a:custGeom>
            <a:noFill/>
            <a:ln w="8096">
              <a:solidFill>
                <a:srgbClr val="8899A7"/>
              </a:solidFill>
            </a:ln>
          </p:spPr>
        </p:sp>
        <p:sp>
          <p:nvSpPr>
            <p:cNvPr id="953" name="Input_receptor__952">
              <a:extLst>
                <a:ext uri="{FF2B5EF4-FFF2-40B4-BE49-F238E27FC236}">
                  <a16:creationId xmlns:a16="http://schemas.microsoft.com/office/drawing/2014/main" id="{4EF98A0C-8EBB-F75C-4882-AE2B55C20A05}"/>
                </a:ext>
              </a:extLst>
            </p:cNvPr>
            <p:cNvSpPr>
              <a:spLocks noGrp="1"/>
            </p:cNvSpPr>
            <p:nvPr/>
          </p:nvSpPr>
          <p:spPr>
            <a:xfrm>
              <a:off x="1253446" y="4574231"/>
              <a:ext cx="17804" cy="11166"/>
            </a:xfrm>
            <a:custGeom>
              <a:avLst/>
              <a:gdLst/>
              <a:ahLst/>
              <a:cxnLst/>
              <a:rect l="0" t="0" r="0" b="0"/>
              <a:pathLst>
                <a:path w="17804" h="11166">
                  <a:moveTo>
                    <a:pt x="17804" y="11166"/>
                  </a:moveTo>
                  <a:lnTo>
                    <a:pt x="0" y="0"/>
                  </a:lnTo>
                </a:path>
              </a:pathLst>
            </a:custGeom>
            <a:noFill/>
            <a:ln w="20003">
              <a:solidFill>
                <a:srgbClr val="8899A7"/>
              </a:solidFill>
            </a:ln>
          </p:spPr>
        </p:sp>
        <p:sp>
          <p:nvSpPr>
            <p:cNvPr id="954" name="Input_receptor__953">
              <a:extLst>
                <a:ext uri="{FF2B5EF4-FFF2-40B4-BE49-F238E27FC236}">
                  <a16:creationId xmlns:a16="http://schemas.microsoft.com/office/drawing/2014/main" id="{D94B37BA-22BB-44EA-D056-8BD922F02E1B}"/>
                </a:ext>
              </a:extLst>
            </p:cNvPr>
            <p:cNvSpPr>
              <a:spLocks noGrp="1"/>
            </p:cNvSpPr>
            <p:nvPr/>
          </p:nvSpPr>
          <p:spPr>
            <a:xfrm>
              <a:off x="1502339" y="4513071"/>
              <a:ext cx="20208" cy="30218"/>
            </a:xfrm>
            <a:custGeom>
              <a:avLst/>
              <a:gdLst/>
              <a:ahLst/>
              <a:cxnLst/>
              <a:rect l="0" t="0" r="0" b="0"/>
              <a:pathLst>
                <a:path w="20208" h="30218">
                  <a:moveTo>
                    <a:pt x="0" y="0"/>
                  </a:moveTo>
                  <a:lnTo>
                    <a:pt x="20208" y="30218"/>
                  </a:lnTo>
                </a:path>
              </a:pathLst>
            </a:custGeom>
            <a:noFill/>
            <a:ln w="8096">
              <a:solidFill>
                <a:srgbClr val="8899A7"/>
              </a:solidFill>
            </a:ln>
          </p:spPr>
        </p:sp>
        <p:sp>
          <p:nvSpPr>
            <p:cNvPr id="955" name="Input_receptor__954">
              <a:extLst>
                <a:ext uri="{FF2B5EF4-FFF2-40B4-BE49-F238E27FC236}">
                  <a16:creationId xmlns:a16="http://schemas.microsoft.com/office/drawing/2014/main" id="{AB96B3ED-7A6C-E933-2937-F9F83D11C5FF}"/>
                </a:ext>
              </a:extLst>
            </p:cNvPr>
            <p:cNvSpPr>
              <a:spLocks noGrp="1"/>
            </p:cNvSpPr>
            <p:nvPr/>
          </p:nvSpPr>
          <p:spPr>
            <a:xfrm>
              <a:off x="1480467" y="4846437"/>
              <a:ext cx="9028" cy="7385"/>
            </a:xfrm>
            <a:custGeom>
              <a:avLst/>
              <a:gdLst/>
              <a:ahLst/>
              <a:cxnLst/>
              <a:rect l="0" t="0" r="0" b="0"/>
              <a:pathLst>
                <a:path w="9028" h="7385">
                  <a:moveTo>
                    <a:pt x="0" y="7385"/>
                  </a:moveTo>
                  <a:lnTo>
                    <a:pt x="9028" y="0"/>
                  </a:lnTo>
                </a:path>
              </a:pathLst>
            </a:custGeom>
            <a:noFill/>
            <a:ln w="8096">
              <a:solidFill>
                <a:srgbClr val="8899A7"/>
              </a:solidFill>
            </a:ln>
          </p:spPr>
        </p:sp>
        <p:sp>
          <p:nvSpPr>
            <p:cNvPr id="956" name="Input_receptor__955">
              <a:extLst>
                <a:ext uri="{FF2B5EF4-FFF2-40B4-BE49-F238E27FC236}">
                  <a16:creationId xmlns:a16="http://schemas.microsoft.com/office/drawing/2014/main" id="{57E6DC6B-E1F3-BC9C-7DFE-36C99FC8B15E}"/>
                </a:ext>
              </a:extLst>
            </p:cNvPr>
            <p:cNvSpPr>
              <a:spLocks noGrp="1"/>
            </p:cNvSpPr>
            <p:nvPr/>
          </p:nvSpPr>
          <p:spPr>
            <a:xfrm>
              <a:off x="1050463" y="4277369"/>
              <a:ext cx="30044" cy="34015"/>
            </a:xfrm>
            <a:custGeom>
              <a:avLst/>
              <a:gdLst/>
              <a:ahLst/>
              <a:cxnLst/>
              <a:rect l="0" t="0" r="0" b="0"/>
              <a:pathLst>
                <a:path w="30044" h="34015">
                  <a:moveTo>
                    <a:pt x="30044" y="34015"/>
                  </a:moveTo>
                  <a:lnTo>
                    <a:pt x="0" y="0"/>
                  </a:lnTo>
                </a:path>
              </a:pathLst>
            </a:custGeom>
            <a:noFill/>
            <a:ln w="8096">
              <a:solidFill>
                <a:srgbClr val="889AA7"/>
              </a:solidFill>
            </a:ln>
          </p:spPr>
        </p:sp>
        <p:sp>
          <p:nvSpPr>
            <p:cNvPr id="957" name="Input_receptor__956">
              <a:extLst>
                <a:ext uri="{FF2B5EF4-FFF2-40B4-BE49-F238E27FC236}">
                  <a16:creationId xmlns:a16="http://schemas.microsoft.com/office/drawing/2014/main" id="{BF5D7402-0642-9086-489D-B37FF5E6039C}"/>
                </a:ext>
              </a:extLst>
            </p:cNvPr>
            <p:cNvSpPr>
              <a:spLocks noGrp="1"/>
            </p:cNvSpPr>
            <p:nvPr/>
          </p:nvSpPr>
          <p:spPr>
            <a:xfrm>
              <a:off x="1217578" y="5214769"/>
              <a:ext cx="16859" cy="44521"/>
            </a:xfrm>
            <a:custGeom>
              <a:avLst/>
              <a:gdLst/>
              <a:ahLst/>
              <a:cxnLst/>
              <a:rect l="0" t="0" r="0" b="0"/>
              <a:pathLst>
                <a:path w="16859" h="44521">
                  <a:moveTo>
                    <a:pt x="16859" y="44521"/>
                  </a:moveTo>
                  <a:lnTo>
                    <a:pt x="0" y="0"/>
                  </a:lnTo>
                </a:path>
              </a:pathLst>
            </a:custGeom>
            <a:noFill/>
            <a:ln w="20003">
              <a:solidFill>
                <a:srgbClr val="889AA7"/>
              </a:solidFill>
            </a:ln>
          </p:spPr>
        </p:sp>
        <p:sp>
          <p:nvSpPr>
            <p:cNvPr id="958" name="Input_receptor__957">
              <a:extLst>
                <a:ext uri="{FF2B5EF4-FFF2-40B4-BE49-F238E27FC236}">
                  <a16:creationId xmlns:a16="http://schemas.microsoft.com/office/drawing/2014/main" id="{9D0C2C22-970F-B3E9-E001-C70345F22C23}"/>
                </a:ext>
              </a:extLst>
            </p:cNvPr>
            <p:cNvSpPr>
              <a:spLocks noGrp="1"/>
            </p:cNvSpPr>
            <p:nvPr/>
          </p:nvSpPr>
          <p:spPr>
            <a:xfrm>
              <a:off x="1161252" y="5012098"/>
              <a:ext cx="16599" cy="41800"/>
            </a:xfrm>
            <a:custGeom>
              <a:avLst/>
              <a:gdLst/>
              <a:ahLst/>
              <a:cxnLst/>
              <a:rect l="0" t="0" r="0" b="0"/>
              <a:pathLst>
                <a:path w="16599" h="41800">
                  <a:moveTo>
                    <a:pt x="16599" y="41800"/>
                  </a:moveTo>
                  <a:lnTo>
                    <a:pt x="0" y="0"/>
                  </a:lnTo>
                </a:path>
              </a:pathLst>
            </a:custGeom>
            <a:noFill/>
            <a:ln w="20003">
              <a:solidFill>
                <a:srgbClr val="889AA7"/>
              </a:solidFill>
            </a:ln>
          </p:spPr>
        </p:sp>
        <p:sp>
          <p:nvSpPr>
            <p:cNvPr id="959" name="Input_receptor__958">
              <a:extLst>
                <a:ext uri="{FF2B5EF4-FFF2-40B4-BE49-F238E27FC236}">
                  <a16:creationId xmlns:a16="http://schemas.microsoft.com/office/drawing/2014/main" id="{F6A0F2A7-EDC0-0570-E2CA-C665257815A6}"/>
                </a:ext>
              </a:extLst>
            </p:cNvPr>
            <p:cNvSpPr>
              <a:spLocks noGrp="1"/>
            </p:cNvSpPr>
            <p:nvPr/>
          </p:nvSpPr>
          <p:spPr>
            <a:xfrm>
              <a:off x="1174046" y="5583171"/>
              <a:ext cx="10245" cy="9335"/>
            </a:xfrm>
            <a:custGeom>
              <a:avLst/>
              <a:gdLst/>
              <a:ahLst/>
              <a:cxnLst/>
              <a:rect l="0" t="0" r="0" b="0"/>
              <a:pathLst>
                <a:path w="10245" h="9335">
                  <a:moveTo>
                    <a:pt x="10245" y="9335"/>
                  </a:moveTo>
                  <a:lnTo>
                    <a:pt x="0" y="0"/>
                  </a:lnTo>
                </a:path>
              </a:pathLst>
            </a:custGeom>
            <a:noFill/>
            <a:ln w="20003">
              <a:solidFill>
                <a:srgbClr val="889AA7"/>
              </a:solidFill>
            </a:ln>
          </p:spPr>
        </p:sp>
        <p:sp>
          <p:nvSpPr>
            <p:cNvPr id="960" name="Input_receptor__959">
              <a:extLst>
                <a:ext uri="{FF2B5EF4-FFF2-40B4-BE49-F238E27FC236}">
                  <a16:creationId xmlns:a16="http://schemas.microsoft.com/office/drawing/2014/main" id="{4739EDD3-357C-E3A2-AF05-862B491C1831}"/>
                </a:ext>
              </a:extLst>
            </p:cNvPr>
            <p:cNvSpPr>
              <a:spLocks noGrp="1"/>
            </p:cNvSpPr>
            <p:nvPr/>
          </p:nvSpPr>
          <p:spPr>
            <a:xfrm>
              <a:off x="1164693" y="4394281"/>
              <a:ext cx="41694" cy="21282"/>
            </a:xfrm>
            <a:custGeom>
              <a:avLst/>
              <a:gdLst/>
              <a:ahLst/>
              <a:cxnLst/>
              <a:rect l="0" t="0" r="0" b="0"/>
              <a:pathLst>
                <a:path w="41694" h="21282">
                  <a:moveTo>
                    <a:pt x="0" y="21282"/>
                  </a:moveTo>
                  <a:lnTo>
                    <a:pt x="41694" y="0"/>
                  </a:lnTo>
                </a:path>
              </a:pathLst>
            </a:custGeom>
            <a:noFill/>
            <a:ln w="8096">
              <a:solidFill>
                <a:srgbClr val="889AA7"/>
              </a:solidFill>
            </a:ln>
          </p:spPr>
        </p:sp>
        <p:sp>
          <p:nvSpPr>
            <p:cNvPr id="961" name="Input_receptor__960">
              <a:extLst>
                <a:ext uri="{FF2B5EF4-FFF2-40B4-BE49-F238E27FC236}">
                  <a16:creationId xmlns:a16="http://schemas.microsoft.com/office/drawing/2014/main" id="{C61A959A-56C5-78FE-386C-422AF3EE9AEB}"/>
                </a:ext>
              </a:extLst>
            </p:cNvPr>
            <p:cNvSpPr>
              <a:spLocks noGrp="1"/>
            </p:cNvSpPr>
            <p:nvPr/>
          </p:nvSpPr>
          <p:spPr>
            <a:xfrm>
              <a:off x="1547908" y="5044138"/>
              <a:ext cx="20743" cy="15389"/>
            </a:xfrm>
            <a:custGeom>
              <a:avLst/>
              <a:gdLst/>
              <a:ahLst/>
              <a:cxnLst/>
              <a:rect l="0" t="0" r="0" b="0"/>
              <a:pathLst>
                <a:path w="20743" h="15389">
                  <a:moveTo>
                    <a:pt x="20743" y="0"/>
                  </a:moveTo>
                  <a:lnTo>
                    <a:pt x="0" y="15389"/>
                  </a:lnTo>
                </a:path>
              </a:pathLst>
            </a:custGeom>
            <a:noFill/>
            <a:ln w="20003">
              <a:solidFill>
                <a:srgbClr val="889AA7"/>
              </a:solidFill>
            </a:ln>
          </p:spPr>
        </p:sp>
        <p:sp>
          <p:nvSpPr>
            <p:cNvPr id="962" name="Input_receptor__961">
              <a:extLst>
                <a:ext uri="{FF2B5EF4-FFF2-40B4-BE49-F238E27FC236}">
                  <a16:creationId xmlns:a16="http://schemas.microsoft.com/office/drawing/2014/main" id="{8B5B049D-262D-A9D3-F455-B098B2217E27}"/>
                </a:ext>
              </a:extLst>
            </p:cNvPr>
            <p:cNvSpPr>
              <a:spLocks noGrp="1"/>
            </p:cNvSpPr>
            <p:nvPr/>
          </p:nvSpPr>
          <p:spPr>
            <a:xfrm>
              <a:off x="1426548" y="4155230"/>
              <a:ext cx="18131" cy="19007"/>
            </a:xfrm>
            <a:custGeom>
              <a:avLst/>
              <a:gdLst/>
              <a:ahLst/>
              <a:cxnLst/>
              <a:rect l="0" t="0" r="0" b="0"/>
              <a:pathLst>
                <a:path w="18131" h="19007">
                  <a:moveTo>
                    <a:pt x="18131" y="19007"/>
                  </a:moveTo>
                  <a:lnTo>
                    <a:pt x="0" y="0"/>
                  </a:lnTo>
                </a:path>
              </a:pathLst>
            </a:custGeom>
            <a:noFill/>
            <a:ln w="20003">
              <a:solidFill>
                <a:srgbClr val="889AA7"/>
              </a:solidFill>
            </a:ln>
          </p:spPr>
        </p:sp>
        <p:sp>
          <p:nvSpPr>
            <p:cNvPr id="963" name="Input_receptor__962">
              <a:extLst>
                <a:ext uri="{FF2B5EF4-FFF2-40B4-BE49-F238E27FC236}">
                  <a16:creationId xmlns:a16="http://schemas.microsoft.com/office/drawing/2014/main" id="{28B549DB-95EE-66C6-8BB2-280482C08D4A}"/>
                </a:ext>
              </a:extLst>
            </p:cNvPr>
            <p:cNvSpPr>
              <a:spLocks noGrp="1"/>
            </p:cNvSpPr>
            <p:nvPr/>
          </p:nvSpPr>
          <p:spPr>
            <a:xfrm>
              <a:off x="1686550" y="5344080"/>
              <a:ext cx="22072" cy="28624"/>
            </a:xfrm>
            <a:custGeom>
              <a:avLst/>
              <a:gdLst/>
              <a:ahLst/>
              <a:cxnLst/>
              <a:rect l="0" t="0" r="0" b="0"/>
              <a:pathLst>
                <a:path w="22072" h="28624">
                  <a:moveTo>
                    <a:pt x="22072" y="0"/>
                  </a:moveTo>
                  <a:lnTo>
                    <a:pt x="0" y="28624"/>
                  </a:lnTo>
                </a:path>
              </a:pathLst>
            </a:custGeom>
            <a:noFill/>
            <a:ln w="20003">
              <a:solidFill>
                <a:srgbClr val="889AA7"/>
              </a:solidFill>
            </a:ln>
          </p:spPr>
        </p:sp>
        <p:sp>
          <p:nvSpPr>
            <p:cNvPr id="964" name="Input_receptor__963">
              <a:extLst>
                <a:ext uri="{FF2B5EF4-FFF2-40B4-BE49-F238E27FC236}">
                  <a16:creationId xmlns:a16="http://schemas.microsoft.com/office/drawing/2014/main" id="{7AB3C967-2B2B-AEEF-E537-B38B1A075F23}"/>
                </a:ext>
              </a:extLst>
            </p:cNvPr>
            <p:cNvSpPr>
              <a:spLocks noGrp="1"/>
            </p:cNvSpPr>
            <p:nvPr/>
          </p:nvSpPr>
          <p:spPr>
            <a:xfrm>
              <a:off x="1206387" y="4394281"/>
              <a:ext cx="30234" cy="34856"/>
            </a:xfrm>
            <a:custGeom>
              <a:avLst/>
              <a:gdLst/>
              <a:ahLst/>
              <a:cxnLst/>
              <a:rect l="0" t="0" r="0" b="0"/>
              <a:pathLst>
                <a:path w="30234" h="34856">
                  <a:moveTo>
                    <a:pt x="0" y="0"/>
                  </a:moveTo>
                  <a:lnTo>
                    <a:pt x="30234" y="34856"/>
                  </a:lnTo>
                </a:path>
              </a:pathLst>
            </a:custGeom>
            <a:noFill/>
            <a:ln w="8096">
              <a:solidFill>
                <a:srgbClr val="889AA7"/>
              </a:solidFill>
            </a:ln>
          </p:spPr>
        </p:sp>
        <p:sp>
          <p:nvSpPr>
            <p:cNvPr id="965" name="Input_receptor__964">
              <a:extLst>
                <a:ext uri="{FF2B5EF4-FFF2-40B4-BE49-F238E27FC236}">
                  <a16:creationId xmlns:a16="http://schemas.microsoft.com/office/drawing/2014/main" id="{7DEE17BE-E8F7-77DB-BF90-840AD15C7B96}"/>
                </a:ext>
              </a:extLst>
            </p:cNvPr>
            <p:cNvSpPr>
              <a:spLocks noGrp="1"/>
            </p:cNvSpPr>
            <p:nvPr/>
          </p:nvSpPr>
          <p:spPr>
            <a:xfrm>
              <a:off x="1026863" y="5360988"/>
              <a:ext cx="34656" cy="33167"/>
            </a:xfrm>
            <a:custGeom>
              <a:avLst/>
              <a:gdLst/>
              <a:ahLst/>
              <a:cxnLst/>
              <a:rect l="0" t="0" r="0" b="0"/>
              <a:pathLst>
                <a:path w="34656" h="33167">
                  <a:moveTo>
                    <a:pt x="34656" y="33167"/>
                  </a:moveTo>
                  <a:lnTo>
                    <a:pt x="0" y="0"/>
                  </a:lnTo>
                </a:path>
              </a:pathLst>
            </a:custGeom>
            <a:noFill/>
            <a:ln w="8096">
              <a:solidFill>
                <a:srgbClr val="889AA7"/>
              </a:solidFill>
            </a:ln>
          </p:spPr>
        </p:sp>
        <p:sp>
          <p:nvSpPr>
            <p:cNvPr id="966" name="Input_receptor__965">
              <a:extLst>
                <a:ext uri="{FF2B5EF4-FFF2-40B4-BE49-F238E27FC236}">
                  <a16:creationId xmlns:a16="http://schemas.microsoft.com/office/drawing/2014/main" id="{866B07A1-E429-E045-187E-C4F33F314D1F}"/>
                </a:ext>
              </a:extLst>
            </p:cNvPr>
            <p:cNvSpPr>
              <a:spLocks noGrp="1"/>
            </p:cNvSpPr>
            <p:nvPr/>
          </p:nvSpPr>
          <p:spPr>
            <a:xfrm>
              <a:off x="1537371" y="4924307"/>
              <a:ext cx="38985" cy="16456"/>
            </a:xfrm>
            <a:custGeom>
              <a:avLst/>
              <a:gdLst/>
              <a:ahLst/>
              <a:cxnLst/>
              <a:rect l="0" t="0" r="0" b="0"/>
              <a:pathLst>
                <a:path w="38985" h="16456">
                  <a:moveTo>
                    <a:pt x="0" y="16456"/>
                  </a:moveTo>
                  <a:lnTo>
                    <a:pt x="38985" y="0"/>
                  </a:lnTo>
                </a:path>
              </a:pathLst>
            </a:custGeom>
            <a:noFill/>
            <a:ln w="20003">
              <a:solidFill>
                <a:srgbClr val="899AA7"/>
              </a:solidFill>
            </a:ln>
          </p:spPr>
        </p:sp>
        <p:sp>
          <p:nvSpPr>
            <p:cNvPr id="967" name="Input_receptor__966">
              <a:extLst>
                <a:ext uri="{FF2B5EF4-FFF2-40B4-BE49-F238E27FC236}">
                  <a16:creationId xmlns:a16="http://schemas.microsoft.com/office/drawing/2014/main" id="{1171D9CE-C353-6C7B-DF3B-8B843E43480E}"/>
                </a:ext>
              </a:extLst>
            </p:cNvPr>
            <p:cNvSpPr>
              <a:spLocks noGrp="1"/>
            </p:cNvSpPr>
            <p:nvPr/>
          </p:nvSpPr>
          <p:spPr>
            <a:xfrm>
              <a:off x="1383340" y="4089661"/>
              <a:ext cx="36634" cy="13755"/>
            </a:xfrm>
            <a:custGeom>
              <a:avLst/>
              <a:gdLst/>
              <a:ahLst/>
              <a:cxnLst/>
              <a:rect l="0" t="0" r="0" b="0"/>
              <a:pathLst>
                <a:path w="36634" h="13755">
                  <a:moveTo>
                    <a:pt x="36634" y="13755"/>
                  </a:moveTo>
                  <a:lnTo>
                    <a:pt x="0" y="0"/>
                  </a:lnTo>
                </a:path>
              </a:pathLst>
            </a:custGeom>
            <a:noFill/>
            <a:ln w="20003">
              <a:solidFill>
                <a:srgbClr val="899AA7"/>
              </a:solidFill>
            </a:ln>
          </p:spPr>
        </p:sp>
        <p:sp>
          <p:nvSpPr>
            <p:cNvPr id="968" name="Input_receptor__967">
              <a:extLst>
                <a:ext uri="{FF2B5EF4-FFF2-40B4-BE49-F238E27FC236}">
                  <a16:creationId xmlns:a16="http://schemas.microsoft.com/office/drawing/2014/main" id="{3EB5DA64-378A-4E2B-EC24-58BE3B6B8A84}"/>
                </a:ext>
              </a:extLst>
            </p:cNvPr>
            <p:cNvSpPr>
              <a:spLocks noGrp="1"/>
            </p:cNvSpPr>
            <p:nvPr/>
          </p:nvSpPr>
          <p:spPr>
            <a:xfrm>
              <a:off x="1009683" y="4262217"/>
              <a:ext cx="40780" cy="15152"/>
            </a:xfrm>
            <a:custGeom>
              <a:avLst/>
              <a:gdLst/>
              <a:ahLst/>
              <a:cxnLst/>
              <a:rect l="0" t="0" r="0" b="0"/>
              <a:pathLst>
                <a:path w="40780" h="15152">
                  <a:moveTo>
                    <a:pt x="40780" y="15152"/>
                  </a:moveTo>
                  <a:lnTo>
                    <a:pt x="0" y="0"/>
                  </a:lnTo>
                </a:path>
              </a:pathLst>
            </a:custGeom>
            <a:noFill/>
            <a:ln w="8096">
              <a:solidFill>
                <a:srgbClr val="899AA7"/>
              </a:solidFill>
            </a:ln>
          </p:spPr>
        </p:sp>
        <p:sp>
          <p:nvSpPr>
            <p:cNvPr id="969" name="Input_receptor__968">
              <a:extLst>
                <a:ext uri="{FF2B5EF4-FFF2-40B4-BE49-F238E27FC236}">
                  <a16:creationId xmlns:a16="http://schemas.microsoft.com/office/drawing/2014/main" id="{FBF96A5A-D646-EE20-FF06-57060A4C9208}"/>
                </a:ext>
              </a:extLst>
            </p:cNvPr>
            <p:cNvSpPr>
              <a:spLocks noGrp="1"/>
            </p:cNvSpPr>
            <p:nvPr/>
          </p:nvSpPr>
          <p:spPr>
            <a:xfrm>
              <a:off x="1478892" y="5181440"/>
              <a:ext cx="28828" cy="34682"/>
            </a:xfrm>
            <a:custGeom>
              <a:avLst/>
              <a:gdLst/>
              <a:ahLst/>
              <a:cxnLst/>
              <a:rect l="0" t="0" r="0" b="0"/>
              <a:pathLst>
                <a:path w="28828" h="34682">
                  <a:moveTo>
                    <a:pt x="0" y="34682"/>
                  </a:moveTo>
                  <a:lnTo>
                    <a:pt x="28828" y="0"/>
                  </a:lnTo>
                </a:path>
              </a:pathLst>
            </a:custGeom>
            <a:noFill/>
            <a:ln w="20003">
              <a:solidFill>
                <a:srgbClr val="899AA7"/>
              </a:solidFill>
            </a:ln>
          </p:spPr>
        </p:sp>
        <p:sp>
          <p:nvSpPr>
            <p:cNvPr id="970" name="Input_receptor__969">
              <a:extLst>
                <a:ext uri="{FF2B5EF4-FFF2-40B4-BE49-F238E27FC236}">
                  <a16:creationId xmlns:a16="http://schemas.microsoft.com/office/drawing/2014/main" id="{6032401E-1FD8-A392-3CDF-293432E2A416}"/>
                </a:ext>
              </a:extLst>
            </p:cNvPr>
            <p:cNvSpPr>
              <a:spLocks noGrp="1"/>
            </p:cNvSpPr>
            <p:nvPr/>
          </p:nvSpPr>
          <p:spPr>
            <a:xfrm>
              <a:off x="992914" y="4428327"/>
              <a:ext cx="6528" cy="47581"/>
            </a:xfrm>
            <a:custGeom>
              <a:avLst/>
              <a:gdLst/>
              <a:ahLst/>
              <a:cxnLst/>
              <a:rect l="0" t="0" r="0" b="0"/>
              <a:pathLst>
                <a:path w="6528" h="47581">
                  <a:moveTo>
                    <a:pt x="0" y="0"/>
                  </a:moveTo>
                  <a:lnTo>
                    <a:pt x="6528" y="47581"/>
                  </a:lnTo>
                </a:path>
              </a:pathLst>
            </a:custGeom>
            <a:noFill/>
            <a:ln w="20003">
              <a:solidFill>
                <a:srgbClr val="899AA7"/>
              </a:solidFill>
            </a:ln>
          </p:spPr>
        </p:sp>
        <p:sp>
          <p:nvSpPr>
            <p:cNvPr id="971" name="Input_receptor__970">
              <a:extLst>
                <a:ext uri="{FF2B5EF4-FFF2-40B4-BE49-F238E27FC236}">
                  <a16:creationId xmlns:a16="http://schemas.microsoft.com/office/drawing/2014/main" id="{D083C4D8-5112-B119-95DC-6C15FA749737}"/>
                </a:ext>
              </a:extLst>
            </p:cNvPr>
            <p:cNvSpPr>
              <a:spLocks noGrp="1"/>
            </p:cNvSpPr>
            <p:nvPr/>
          </p:nvSpPr>
          <p:spPr>
            <a:xfrm>
              <a:off x="1702505" y="5304673"/>
              <a:ext cx="6118" cy="39407"/>
            </a:xfrm>
            <a:custGeom>
              <a:avLst/>
              <a:gdLst/>
              <a:ahLst/>
              <a:cxnLst/>
              <a:rect l="0" t="0" r="0" b="0"/>
              <a:pathLst>
                <a:path w="6118" h="39407">
                  <a:moveTo>
                    <a:pt x="0" y="0"/>
                  </a:moveTo>
                  <a:lnTo>
                    <a:pt x="6118" y="39407"/>
                  </a:lnTo>
                </a:path>
              </a:pathLst>
            </a:custGeom>
            <a:noFill/>
            <a:ln w="20003">
              <a:solidFill>
                <a:srgbClr val="899AA7"/>
              </a:solidFill>
            </a:ln>
          </p:spPr>
        </p:sp>
        <p:sp>
          <p:nvSpPr>
            <p:cNvPr id="972" name="Input_receptor__971">
              <a:extLst>
                <a:ext uri="{FF2B5EF4-FFF2-40B4-BE49-F238E27FC236}">
                  <a16:creationId xmlns:a16="http://schemas.microsoft.com/office/drawing/2014/main" id="{4BDB9FEA-DE9C-662F-5EF1-E790349210BC}"/>
                </a:ext>
              </a:extLst>
            </p:cNvPr>
            <p:cNvSpPr>
              <a:spLocks noGrp="1"/>
            </p:cNvSpPr>
            <p:nvPr/>
          </p:nvSpPr>
          <p:spPr>
            <a:xfrm>
              <a:off x="1065782" y="4701017"/>
              <a:ext cx="10387" cy="45497"/>
            </a:xfrm>
            <a:custGeom>
              <a:avLst/>
              <a:gdLst/>
              <a:ahLst/>
              <a:cxnLst/>
              <a:rect l="0" t="0" r="0" b="0"/>
              <a:pathLst>
                <a:path w="10387" h="45497">
                  <a:moveTo>
                    <a:pt x="0" y="0"/>
                  </a:moveTo>
                  <a:lnTo>
                    <a:pt x="10387" y="45497"/>
                  </a:lnTo>
                </a:path>
              </a:pathLst>
            </a:custGeom>
            <a:noFill/>
            <a:ln w="8096">
              <a:solidFill>
                <a:srgbClr val="899AA7"/>
              </a:solidFill>
            </a:ln>
          </p:spPr>
        </p:sp>
        <p:sp>
          <p:nvSpPr>
            <p:cNvPr id="973" name="Input_receptor__972">
              <a:extLst>
                <a:ext uri="{FF2B5EF4-FFF2-40B4-BE49-F238E27FC236}">
                  <a16:creationId xmlns:a16="http://schemas.microsoft.com/office/drawing/2014/main" id="{35EBD2BC-3D79-C5B2-F785-547CE3F75727}"/>
                </a:ext>
              </a:extLst>
            </p:cNvPr>
            <p:cNvSpPr>
              <a:spLocks noGrp="1"/>
            </p:cNvSpPr>
            <p:nvPr/>
          </p:nvSpPr>
          <p:spPr>
            <a:xfrm>
              <a:off x="1184606" y="4552844"/>
              <a:ext cx="25108" cy="38674"/>
            </a:xfrm>
            <a:custGeom>
              <a:avLst/>
              <a:gdLst/>
              <a:ahLst/>
              <a:cxnLst/>
              <a:rect l="0" t="0" r="0" b="0"/>
              <a:pathLst>
                <a:path w="25108" h="38674">
                  <a:moveTo>
                    <a:pt x="25108" y="38674"/>
                  </a:moveTo>
                  <a:lnTo>
                    <a:pt x="0" y="0"/>
                  </a:lnTo>
                </a:path>
              </a:pathLst>
            </a:custGeom>
            <a:noFill/>
            <a:ln w="8096">
              <a:solidFill>
                <a:srgbClr val="899AA7"/>
              </a:solidFill>
            </a:ln>
          </p:spPr>
        </p:sp>
        <p:sp>
          <p:nvSpPr>
            <p:cNvPr id="974" name="Input_receptor__973">
              <a:extLst>
                <a:ext uri="{FF2B5EF4-FFF2-40B4-BE49-F238E27FC236}">
                  <a16:creationId xmlns:a16="http://schemas.microsoft.com/office/drawing/2014/main" id="{8CA7E17C-AC1E-16D9-E099-D68724F55A34}"/>
                </a:ext>
              </a:extLst>
            </p:cNvPr>
            <p:cNvSpPr>
              <a:spLocks noGrp="1"/>
            </p:cNvSpPr>
            <p:nvPr/>
          </p:nvSpPr>
          <p:spPr>
            <a:xfrm>
              <a:off x="1505037" y="5006356"/>
              <a:ext cx="18124" cy="9247"/>
            </a:xfrm>
            <a:custGeom>
              <a:avLst/>
              <a:gdLst/>
              <a:ahLst/>
              <a:cxnLst/>
              <a:rect l="0" t="0" r="0" b="0"/>
              <a:pathLst>
                <a:path w="18124" h="9247">
                  <a:moveTo>
                    <a:pt x="0" y="9247"/>
                  </a:moveTo>
                  <a:lnTo>
                    <a:pt x="18124" y="0"/>
                  </a:lnTo>
                </a:path>
              </a:pathLst>
            </a:custGeom>
            <a:noFill/>
            <a:ln w="20003">
              <a:solidFill>
                <a:srgbClr val="899AA7"/>
              </a:solidFill>
            </a:ln>
          </p:spPr>
        </p:sp>
        <p:sp>
          <p:nvSpPr>
            <p:cNvPr id="975" name="Input_receptor__974">
              <a:extLst>
                <a:ext uri="{FF2B5EF4-FFF2-40B4-BE49-F238E27FC236}">
                  <a16:creationId xmlns:a16="http://schemas.microsoft.com/office/drawing/2014/main" id="{29B86639-5BDF-1F96-EF3E-8C88C0C2B77A}"/>
                </a:ext>
              </a:extLst>
            </p:cNvPr>
            <p:cNvSpPr>
              <a:spLocks noGrp="1"/>
            </p:cNvSpPr>
            <p:nvPr/>
          </p:nvSpPr>
          <p:spPr>
            <a:xfrm>
              <a:off x="1037880" y="5284529"/>
              <a:ext cx="39704" cy="26370"/>
            </a:xfrm>
            <a:custGeom>
              <a:avLst/>
              <a:gdLst/>
              <a:ahLst/>
              <a:cxnLst/>
              <a:rect l="0" t="0" r="0" b="0"/>
              <a:pathLst>
                <a:path w="39704" h="26370">
                  <a:moveTo>
                    <a:pt x="0" y="0"/>
                  </a:moveTo>
                  <a:lnTo>
                    <a:pt x="39704" y="26370"/>
                  </a:lnTo>
                </a:path>
              </a:pathLst>
            </a:custGeom>
            <a:noFill/>
            <a:ln w="20003">
              <a:solidFill>
                <a:srgbClr val="899AA7"/>
              </a:solidFill>
            </a:ln>
          </p:spPr>
        </p:sp>
        <p:sp>
          <p:nvSpPr>
            <p:cNvPr id="976" name="Input_receptor__975">
              <a:extLst>
                <a:ext uri="{FF2B5EF4-FFF2-40B4-BE49-F238E27FC236}">
                  <a16:creationId xmlns:a16="http://schemas.microsoft.com/office/drawing/2014/main" id="{ADBE14C0-C640-1091-F99F-ACB40D2A086A}"/>
                </a:ext>
              </a:extLst>
            </p:cNvPr>
            <p:cNvSpPr>
              <a:spLocks noGrp="1"/>
            </p:cNvSpPr>
            <p:nvPr/>
          </p:nvSpPr>
          <p:spPr>
            <a:xfrm>
              <a:off x="1360577" y="4800054"/>
              <a:ext cx="10200" cy="29940"/>
            </a:xfrm>
            <a:custGeom>
              <a:avLst/>
              <a:gdLst/>
              <a:ahLst/>
              <a:cxnLst/>
              <a:rect l="0" t="0" r="0" b="0"/>
              <a:pathLst>
                <a:path w="10200" h="29940">
                  <a:moveTo>
                    <a:pt x="10200" y="29940"/>
                  </a:moveTo>
                  <a:lnTo>
                    <a:pt x="0" y="0"/>
                  </a:lnTo>
                </a:path>
              </a:pathLst>
            </a:custGeom>
            <a:noFill/>
            <a:ln w="20003">
              <a:solidFill>
                <a:srgbClr val="899AA7"/>
              </a:solidFill>
            </a:ln>
          </p:spPr>
        </p:sp>
        <p:sp>
          <p:nvSpPr>
            <p:cNvPr id="977" name="Input_receptor__976">
              <a:extLst>
                <a:ext uri="{FF2B5EF4-FFF2-40B4-BE49-F238E27FC236}">
                  <a16:creationId xmlns:a16="http://schemas.microsoft.com/office/drawing/2014/main" id="{85E90C5B-416A-145E-41F1-A1A9EF55E9A5}"/>
                </a:ext>
              </a:extLst>
            </p:cNvPr>
            <p:cNvSpPr>
              <a:spLocks noGrp="1"/>
            </p:cNvSpPr>
            <p:nvPr/>
          </p:nvSpPr>
          <p:spPr>
            <a:xfrm>
              <a:off x="1168955" y="4828594"/>
              <a:ext cx="36240" cy="28938"/>
            </a:xfrm>
            <a:custGeom>
              <a:avLst/>
              <a:gdLst/>
              <a:ahLst/>
              <a:cxnLst/>
              <a:rect l="0" t="0" r="0" b="0"/>
              <a:pathLst>
                <a:path w="36240" h="28938">
                  <a:moveTo>
                    <a:pt x="36240" y="28938"/>
                  </a:moveTo>
                  <a:lnTo>
                    <a:pt x="0" y="0"/>
                  </a:lnTo>
                </a:path>
              </a:pathLst>
            </a:custGeom>
            <a:noFill/>
            <a:ln w="20003">
              <a:solidFill>
                <a:srgbClr val="899AA7"/>
              </a:solidFill>
            </a:ln>
          </p:spPr>
        </p:sp>
        <p:sp>
          <p:nvSpPr>
            <p:cNvPr id="978" name="Input_receptor__977">
              <a:extLst>
                <a:ext uri="{FF2B5EF4-FFF2-40B4-BE49-F238E27FC236}">
                  <a16:creationId xmlns:a16="http://schemas.microsoft.com/office/drawing/2014/main" id="{AC0B64DA-875B-57E0-C4D7-A276CDA19763}"/>
                </a:ext>
              </a:extLst>
            </p:cNvPr>
            <p:cNvSpPr>
              <a:spLocks noGrp="1"/>
            </p:cNvSpPr>
            <p:nvPr/>
          </p:nvSpPr>
          <p:spPr>
            <a:xfrm>
              <a:off x="1647274" y="5317896"/>
              <a:ext cx="9443" cy="5620"/>
            </a:xfrm>
            <a:custGeom>
              <a:avLst/>
              <a:gdLst/>
              <a:ahLst/>
              <a:cxnLst/>
              <a:rect l="0" t="0" r="0" b="0"/>
              <a:pathLst>
                <a:path w="9443" h="5620">
                  <a:moveTo>
                    <a:pt x="0" y="5620"/>
                  </a:moveTo>
                  <a:lnTo>
                    <a:pt x="9443" y="0"/>
                  </a:lnTo>
                </a:path>
              </a:pathLst>
            </a:custGeom>
            <a:noFill/>
            <a:ln w="20003">
              <a:solidFill>
                <a:srgbClr val="899AA7"/>
              </a:solidFill>
            </a:ln>
          </p:spPr>
        </p:sp>
        <p:sp>
          <p:nvSpPr>
            <p:cNvPr id="979" name="Input_receptor__978">
              <a:extLst>
                <a:ext uri="{FF2B5EF4-FFF2-40B4-BE49-F238E27FC236}">
                  <a16:creationId xmlns:a16="http://schemas.microsoft.com/office/drawing/2014/main" id="{CD5BF84D-5DBD-0862-59F1-7B7841FBE9C4}"/>
                </a:ext>
              </a:extLst>
            </p:cNvPr>
            <p:cNvSpPr>
              <a:spLocks noGrp="1"/>
            </p:cNvSpPr>
            <p:nvPr/>
          </p:nvSpPr>
          <p:spPr>
            <a:xfrm>
              <a:off x="1689952" y="5164397"/>
              <a:ext cx="17098" cy="4383"/>
            </a:xfrm>
            <a:custGeom>
              <a:avLst/>
              <a:gdLst/>
              <a:ahLst/>
              <a:cxnLst/>
              <a:rect l="0" t="0" r="0" b="0"/>
              <a:pathLst>
                <a:path w="17098" h="4383">
                  <a:moveTo>
                    <a:pt x="0" y="4383"/>
                  </a:moveTo>
                  <a:lnTo>
                    <a:pt x="17098" y="0"/>
                  </a:lnTo>
                </a:path>
              </a:pathLst>
            </a:custGeom>
            <a:noFill/>
            <a:ln w="20003">
              <a:solidFill>
                <a:srgbClr val="899AA7"/>
              </a:solidFill>
            </a:ln>
          </p:spPr>
        </p:sp>
        <p:sp>
          <p:nvSpPr>
            <p:cNvPr id="980" name="Input_receptor__979">
              <a:extLst>
                <a:ext uri="{FF2B5EF4-FFF2-40B4-BE49-F238E27FC236}">
                  <a16:creationId xmlns:a16="http://schemas.microsoft.com/office/drawing/2014/main" id="{2C60DCAE-5C0F-C534-1E25-A1A3692E7669}"/>
                </a:ext>
              </a:extLst>
            </p:cNvPr>
            <p:cNvSpPr>
              <a:spLocks noGrp="1"/>
            </p:cNvSpPr>
            <p:nvPr/>
          </p:nvSpPr>
          <p:spPr>
            <a:xfrm>
              <a:off x="1350678" y="4089267"/>
              <a:ext cx="32662" cy="394"/>
            </a:xfrm>
            <a:custGeom>
              <a:avLst/>
              <a:gdLst/>
              <a:ahLst/>
              <a:cxnLst/>
              <a:rect l="0" t="0" r="0" b="0"/>
              <a:pathLst>
                <a:path w="32662" h="394">
                  <a:moveTo>
                    <a:pt x="32662" y="394"/>
                  </a:moveTo>
                  <a:lnTo>
                    <a:pt x="0" y="0"/>
                  </a:lnTo>
                </a:path>
              </a:pathLst>
            </a:custGeom>
            <a:noFill/>
            <a:ln w="20003">
              <a:solidFill>
                <a:srgbClr val="899AA7"/>
              </a:solidFill>
            </a:ln>
          </p:spPr>
        </p:sp>
        <p:sp>
          <p:nvSpPr>
            <p:cNvPr id="981" name="Input_receptor__980">
              <a:extLst>
                <a:ext uri="{FF2B5EF4-FFF2-40B4-BE49-F238E27FC236}">
                  <a16:creationId xmlns:a16="http://schemas.microsoft.com/office/drawing/2014/main" id="{DAA810B3-0F5B-8AD7-DE18-4B3E2E0225ED}"/>
                </a:ext>
              </a:extLst>
            </p:cNvPr>
            <p:cNvSpPr>
              <a:spLocks noGrp="1"/>
            </p:cNvSpPr>
            <p:nvPr/>
          </p:nvSpPr>
          <p:spPr>
            <a:xfrm>
              <a:off x="1833084" y="5259629"/>
              <a:ext cx="32259" cy="35821"/>
            </a:xfrm>
            <a:custGeom>
              <a:avLst/>
              <a:gdLst/>
              <a:ahLst/>
              <a:cxnLst/>
              <a:rect l="0" t="0" r="0" b="0"/>
              <a:pathLst>
                <a:path w="32259" h="35821">
                  <a:moveTo>
                    <a:pt x="0" y="35821"/>
                  </a:moveTo>
                  <a:lnTo>
                    <a:pt x="32259" y="0"/>
                  </a:lnTo>
                </a:path>
              </a:pathLst>
            </a:custGeom>
            <a:noFill/>
            <a:ln w="20003">
              <a:solidFill>
                <a:srgbClr val="899AA7"/>
              </a:solidFill>
            </a:ln>
          </p:spPr>
        </p:sp>
        <p:sp>
          <p:nvSpPr>
            <p:cNvPr id="982" name="Input_receptor__981">
              <a:extLst>
                <a:ext uri="{FF2B5EF4-FFF2-40B4-BE49-F238E27FC236}">
                  <a16:creationId xmlns:a16="http://schemas.microsoft.com/office/drawing/2014/main" id="{7565C027-8DD8-02EA-1648-8F24F3DF68E9}"/>
                </a:ext>
              </a:extLst>
            </p:cNvPr>
            <p:cNvSpPr>
              <a:spLocks noGrp="1"/>
            </p:cNvSpPr>
            <p:nvPr/>
          </p:nvSpPr>
          <p:spPr>
            <a:xfrm>
              <a:off x="1052290" y="5394154"/>
              <a:ext cx="9228" cy="45389"/>
            </a:xfrm>
            <a:custGeom>
              <a:avLst/>
              <a:gdLst/>
              <a:ahLst/>
              <a:cxnLst/>
              <a:rect l="0" t="0" r="0" b="0"/>
              <a:pathLst>
                <a:path w="9228" h="45389">
                  <a:moveTo>
                    <a:pt x="0" y="45389"/>
                  </a:moveTo>
                  <a:lnTo>
                    <a:pt x="9228" y="0"/>
                  </a:lnTo>
                </a:path>
              </a:pathLst>
            </a:custGeom>
            <a:noFill/>
            <a:ln w="8096">
              <a:solidFill>
                <a:srgbClr val="899AA7"/>
              </a:solidFill>
            </a:ln>
          </p:spPr>
        </p:sp>
        <p:sp>
          <p:nvSpPr>
            <p:cNvPr id="983" name="Input_receptor__982">
              <a:extLst>
                <a:ext uri="{FF2B5EF4-FFF2-40B4-BE49-F238E27FC236}">
                  <a16:creationId xmlns:a16="http://schemas.microsoft.com/office/drawing/2014/main" id="{37DB29D8-444E-A296-6808-F764773716F4}"/>
                </a:ext>
              </a:extLst>
            </p:cNvPr>
            <p:cNvSpPr>
              <a:spLocks noGrp="1"/>
            </p:cNvSpPr>
            <p:nvPr/>
          </p:nvSpPr>
          <p:spPr>
            <a:xfrm>
              <a:off x="1252369" y="4917234"/>
              <a:ext cx="38918" cy="26771"/>
            </a:xfrm>
            <a:custGeom>
              <a:avLst/>
              <a:gdLst/>
              <a:ahLst/>
              <a:cxnLst/>
              <a:rect l="0" t="0" r="0" b="0"/>
              <a:pathLst>
                <a:path w="38918" h="26771">
                  <a:moveTo>
                    <a:pt x="0" y="0"/>
                  </a:moveTo>
                  <a:lnTo>
                    <a:pt x="38918" y="26771"/>
                  </a:lnTo>
                </a:path>
              </a:pathLst>
            </a:custGeom>
            <a:noFill/>
            <a:ln w="20003">
              <a:solidFill>
                <a:srgbClr val="899AA7"/>
              </a:solidFill>
            </a:ln>
          </p:spPr>
        </p:sp>
        <p:sp>
          <p:nvSpPr>
            <p:cNvPr id="984" name="Input_receptor__983">
              <a:extLst>
                <a:ext uri="{FF2B5EF4-FFF2-40B4-BE49-F238E27FC236}">
                  <a16:creationId xmlns:a16="http://schemas.microsoft.com/office/drawing/2014/main" id="{9815AB5A-7B00-6134-15B6-33D19AF95EAA}"/>
                </a:ext>
              </a:extLst>
            </p:cNvPr>
            <p:cNvSpPr>
              <a:spLocks noGrp="1"/>
            </p:cNvSpPr>
            <p:nvPr/>
          </p:nvSpPr>
          <p:spPr>
            <a:xfrm>
              <a:off x="1172385" y="5229904"/>
              <a:ext cx="95" cy="27192"/>
            </a:xfrm>
            <a:custGeom>
              <a:avLst/>
              <a:gdLst/>
              <a:ahLst/>
              <a:cxnLst/>
              <a:rect l="0" t="0" r="0" b="0"/>
              <a:pathLst>
                <a:path w="95" h="27192">
                  <a:moveTo>
                    <a:pt x="0" y="0"/>
                  </a:moveTo>
                  <a:lnTo>
                    <a:pt x="39" y="27192"/>
                  </a:lnTo>
                </a:path>
              </a:pathLst>
            </a:custGeom>
            <a:noFill/>
            <a:ln w="20003">
              <a:solidFill>
                <a:srgbClr val="899AA7"/>
              </a:solidFill>
            </a:ln>
          </p:spPr>
        </p:sp>
        <p:sp>
          <p:nvSpPr>
            <p:cNvPr id="985" name="Input_receptor__984">
              <a:extLst>
                <a:ext uri="{FF2B5EF4-FFF2-40B4-BE49-F238E27FC236}">
                  <a16:creationId xmlns:a16="http://schemas.microsoft.com/office/drawing/2014/main" id="{CA4B6A63-268F-05AB-240C-7611D8BA0CA2}"/>
                </a:ext>
              </a:extLst>
            </p:cNvPr>
            <p:cNvSpPr>
              <a:spLocks noGrp="1"/>
            </p:cNvSpPr>
            <p:nvPr/>
          </p:nvSpPr>
          <p:spPr>
            <a:xfrm>
              <a:off x="1634002" y="4606201"/>
              <a:ext cx="13052" cy="6437"/>
            </a:xfrm>
            <a:custGeom>
              <a:avLst/>
              <a:gdLst/>
              <a:ahLst/>
              <a:cxnLst/>
              <a:rect l="0" t="0" r="0" b="0"/>
              <a:pathLst>
                <a:path w="13052" h="6437">
                  <a:moveTo>
                    <a:pt x="13052" y="6437"/>
                  </a:moveTo>
                  <a:lnTo>
                    <a:pt x="0" y="0"/>
                  </a:lnTo>
                </a:path>
              </a:pathLst>
            </a:custGeom>
            <a:noFill/>
            <a:ln w="8096">
              <a:solidFill>
                <a:srgbClr val="899AA7"/>
              </a:solidFill>
            </a:ln>
          </p:spPr>
        </p:sp>
        <p:sp>
          <p:nvSpPr>
            <p:cNvPr id="986" name="Input_receptor__985">
              <a:extLst>
                <a:ext uri="{FF2B5EF4-FFF2-40B4-BE49-F238E27FC236}">
                  <a16:creationId xmlns:a16="http://schemas.microsoft.com/office/drawing/2014/main" id="{817FAEF0-CB1D-68C0-CC1F-19CA4E9D59AB}"/>
                </a:ext>
              </a:extLst>
            </p:cNvPr>
            <p:cNvSpPr>
              <a:spLocks noGrp="1"/>
            </p:cNvSpPr>
            <p:nvPr/>
          </p:nvSpPr>
          <p:spPr>
            <a:xfrm>
              <a:off x="1424377" y="4333575"/>
              <a:ext cx="27637" cy="38407"/>
            </a:xfrm>
            <a:custGeom>
              <a:avLst/>
              <a:gdLst/>
              <a:ahLst/>
              <a:cxnLst/>
              <a:rect l="0" t="0" r="0" b="0"/>
              <a:pathLst>
                <a:path w="27637" h="38407">
                  <a:moveTo>
                    <a:pt x="27637" y="0"/>
                  </a:moveTo>
                  <a:lnTo>
                    <a:pt x="0" y="38407"/>
                  </a:lnTo>
                </a:path>
              </a:pathLst>
            </a:custGeom>
            <a:noFill/>
            <a:ln w="8096">
              <a:solidFill>
                <a:srgbClr val="899AA7"/>
              </a:solidFill>
            </a:ln>
          </p:spPr>
        </p:sp>
        <p:sp>
          <p:nvSpPr>
            <p:cNvPr id="987" name="Input_receptor__986">
              <a:extLst>
                <a:ext uri="{FF2B5EF4-FFF2-40B4-BE49-F238E27FC236}">
                  <a16:creationId xmlns:a16="http://schemas.microsoft.com/office/drawing/2014/main" id="{BF4CFED5-0BDC-316B-EDD2-C7D47A9529F2}"/>
                </a:ext>
              </a:extLst>
            </p:cNvPr>
            <p:cNvSpPr>
              <a:spLocks noGrp="1"/>
            </p:cNvSpPr>
            <p:nvPr/>
          </p:nvSpPr>
          <p:spPr>
            <a:xfrm>
              <a:off x="1568551" y="5001423"/>
              <a:ext cx="101" cy="42715"/>
            </a:xfrm>
            <a:custGeom>
              <a:avLst/>
              <a:gdLst/>
              <a:ahLst/>
              <a:cxnLst/>
              <a:rect l="0" t="0" r="0" b="0"/>
              <a:pathLst>
                <a:path w="101" h="42715">
                  <a:moveTo>
                    <a:pt x="0" y="0"/>
                  </a:moveTo>
                  <a:lnTo>
                    <a:pt x="101" y="42715"/>
                  </a:lnTo>
                </a:path>
              </a:pathLst>
            </a:custGeom>
            <a:noFill/>
            <a:ln w="20003">
              <a:solidFill>
                <a:srgbClr val="899AA8"/>
              </a:solidFill>
            </a:ln>
          </p:spPr>
        </p:sp>
        <p:sp>
          <p:nvSpPr>
            <p:cNvPr id="988" name="Input_receptor__987">
              <a:extLst>
                <a:ext uri="{FF2B5EF4-FFF2-40B4-BE49-F238E27FC236}">
                  <a16:creationId xmlns:a16="http://schemas.microsoft.com/office/drawing/2014/main" id="{34C0F01E-BB1D-CAB8-2635-2C379D1F6F44}"/>
                </a:ext>
              </a:extLst>
            </p:cNvPr>
            <p:cNvSpPr>
              <a:spLocks noGrp="1"/>
            </p:cNvSpPr>
            <p:nvPr/>
          </p:nvSpPr>
          <p:spPr>
            <a:xfrm>
              <a:off x="1473040" y="4424022"/>
              <a:ext cx="41100" cy="17435"/>
            </a:xfrm>
            <a:custGeom>
              <a:avLst/>
              <a:gdLst/>
              <a:ahLst/>
              <a:cxnLst/>
              <a:rect l="0" t="0" r="0" b="0"/>
              <a:pathLst>
                <a:path w="41100" h="17435">
                  <a:moveTo>
                    <a:pt x="0" y="17435"/>
                  </a:moveTo>
                  <a:lnTo>
                    <a:pt x="41100" y="0"/>
                  </a:lnTo>
                </a:path>
              </a:pathLst>
            </a:custGeom>
            <a:noFill/>
            <a:ln w="8096">
              <a:solidFill>
                <a:srgbClr val="899AA8"/>
              </a:solidFill>
            </a:ln>
          </p:spPr>
        </p:sp>
        <p:sp>
          <p:nvSpPr>
            <p:cNvPr id="989" name="Input_receptor__988">
              <a:extLst>
                <a:ext uri="{FF2B5EF4-FFF2-40B4-BE49-F238E27FC236}">
                  <a16:creationId xmlns:a16="http://schemas.microsoft.com/office/drawing/2014/main" id="{E4F2C1A4-3230-C194-0F3B-CA818469DD22}"/>
                </a:ext>
              </a:extLst>
            </p:cNvPr>
            <p:cNvSpPr>
              <a:spLocks noGrp="1"/>
            </p:cNvSpPr>
            <p:nvPr/>
          </p:nvSpPr>
          <p:spPr>
            <a:xfrm>
              <a:off x="1051381" y="4922283"/>
              <a:ext cx="9284" cy="20247"/>
            </a:xfrm>
            <a:custGeom>
              <a:avLst/>
              <a:gdLst/>
              <a:ahLst/>
              <a:cxnLst/>
              <a:rect l="0" t="0" r="0" b="0"/>
              <a:pathLst>
                <a:path w="9284" h="20247">
                  <a:moveTo>
                    <a:pt x="9284" y="20247"/>
                  </a:moveTo>
                  <a:lnTo>
                    <a:pt x="0" y="0"/>
                  </a:lnTo>
                </a:path>
              </a:pathLst>
            </a:custGeom>
            <a:noFill/>
            <a:ln w="20003">
              <a:solidFill>
                <a:srgbClr val="899AA8"/>
              </a:solidFill>
            </a:ln>
          </p:spPr>
        </p:sp>
        <p:sp>
          <p:nvSpPr>
            <p:cNvPr id="990" name="Input_receptor__989">
              <a:extLst>
                <a:ext uri="{FF2B5EF4-FFF2-40B4-BE49-F238E27FC236}">
                  <a16:creationId xmlns:a16="http://schemas.microsoft.com/office/drawing/2014/main" id="{2B27C227-5B2D-8E2B-DDC7-021CED119853}"/>
                </a:ext>
              </a:extLst>
            </p:cNvPr>
            <p:cNvSpPr>
              <a:spLocks noGrp="1"/>
            </p:cNvSpPr>
            <p:nvPr/>
          </p:nvSpPr>
          <p:spPr>
            <a:xfrm>
              <a:off x="1448540" y="5154324"/>
              <a:ext cx="8661" cy="6198"/>
            </a:xfrm>
            <a:custGeom>
              <a:avLst/>
              <a:gdLst/>
              <a:ahLst/>
              <a:cxnLst/>
              <a:rect l="0" t="0" r="0" b="0"/>
              <a:pathLst>
                <a:path w="8661" h="6198">
                  <a:moveTo>
                    <a:pt x="0" y="6198"/>
                  </a:moveTo>
                  <a:lnTo>
                    <a:pt x="8661" y="0"/>
                  </a:lnTo>
                </a:path>
              </a:pathLst>
            </a:custGeom>
            <a:noFill/>
            <a:ln w="20003">
              <a:solidFill>
                <a:srgbClr val="899AA8"/>
              </a:solidFill>
            </a:ln>
          </p:spPr>
        </p:sp>
        <p:sp>
          <p:nvSpPr>
            <p:cNvPr id="991" name="Input_receptor__990">
              <a:extLst>
                <a:ext uri="{FF2B5EF4-FFF2-40B4-BE49-F238E27FC236}">
                  <a16:creationId xmlns:a16="http://schemas.microsoft.com/office/drawing/2014/main" id="{BF35DBD2-CCB6-914C-E3DF-18B3E703A274}"/>
                </a:ext>
              </a:extLst>
            </p:cNvPr>
            <p:cNvSpPr>
              <a:spLocks noGrp="1"/>
            </p:cNvSpPr>
            <p:nvPr/>
          </p:nvSpPr>
          <p:spPr>
            <a:xfrm>
              <a:off x="1467691" y="4971407"/>
              <a:ext cx="14517" cy="2319"/>
            </a:xfrm>
            <a:custGeom>
              <a:avLst/>
              <a:gdLst/>
              <a:ahLst/>
              <a:cxnLst/>
              <a:rect l="0" t="0" r="0" b="0"/>
              <a:pathLst>
                <a:path w="14517" h="2319">
                  <a:moveTo>
                    <a:pt x="0" y="0"/>
                  </a:moveTo>
                  <a:lnTo>
                    <a:pt x="14517" y="2319"/>
                  </a:lnTo>
                </a:path>
              </a:pathLst>
            </a:custGeom>
            <a:noFill/>
            <a:ln w="20003">
              <a:solidFill>
                <a:srgbClr val="899AA8"/>
              </a:solidFill>
            </a:ln>
          </p:spPr>
        </p:sp>
        <p:sp>
          <p:nvSpPr>
            <p:cNvPr id="992" name="Input_receptor__991">
              <a:extLst>
                <a:ext uri="{FF2B5EF4-FFF2-40B4-BE49-F238E27FC236}">
                  <a16:creationId xmlns:a16="http://schemas.microsoft.com/office/drawing/2014/main" id="{73CF9C77-0621-661A-BFBF-242C58759E81}"/>
                </a:ext>
              </a:extLst>
            </p:cNvPr>
            <p:cNvSpPr>
              <a:spLocks noGrp="1"/>
            </p:cNvSpPr>
            <p:nvPr/>
          </p:nvSpPr>
          <p:spPr>
            <a:xfrm>
              <a:off x="1554920" y="4309005"/>
              <a:ext cx="39834" cy="1718"/>
            </a:xfrm>
            <a:custGeom>
              <a:avLst/>
              <a:gdLst/>
              <a:ahLst/>
              <a:cxnLst/>
              <a:rect l="0" t="0" r="0" b="0"/>
              <a:pathLst>
                <a:path w="39834" h="1718">
                  <a:moveTo>
                    <a:pt x="39834" y="1718"/>
                  </a:moveTo>
                  <a:lnTo>
                    <a:pt x="0" y="0"/>
                  </a:lnTo>
                </a:path>
              </a:pathLst>
            </a:custGeom>
            <a:noFill/>
            <a:ln w="20003">
              <a:solidFill>
                <a:srgbClr val="899AA8"/>
              </a:solidFill>
            </a:ln>
          </p:spPr>
        </p:sp>
        <p:sp>
          <p:nvSpPr>
            <p:cNvPr id="993" name="Input_receptor__992">
              <a:extLst>
                <a:ext uri="{FF2B5EF4-FFF2-40B4-BE49-F238E27FC236}">
                  <a16:creationId xmlns:a16="http://schemas.microsoft.com/office/drawing/2014/main" id="{402D3E0E-00C9-A7A6-A1CE-F10A7983F049}"/>
                </a:ext>
              </a:extLst>
            </p:cNvPr>
            <p:cNvSpPr>
              <a:spLocks noGrp="1"/>
            </p:cNvSpPr>
            <p:nvPr/>
          </p:nvSpPr>
          <p:spPr>
            <a:xfrm>
              <a:off x="966903" y="5383215"/>
              <a:ext cx="35815" cy="29731"/>
            </a:xfrm>
            <a:custGeom>
              <a:avLst/>
              <a:gdLst/>
              <a:ahLst/>
              <a:cxnLst/>
              <a:rect l="0" t="0" r="0" b="0"/>
              <a:pathLst>
                <a:path w="35815" h="29731">
                  <a:moveTo>
                    <a:pt x="0" y="0"/>
                  </a:moveTo>
                  <a:lnTo>
                    <a:pt x="35815" y="29731"/>
                  </a:lnTo>
                </a:path>
              </a:pathLst>
            </a:custGeom>
            <a:noFill/>
            <a:ln w="8096">
              <a:solidFill>
                <a:srgbClr val="899AA8"/>
              </a:solidFill>
            </a:ln>
          </p:spPr>
        </p:sp>
        <p:sp>
          <p:nvSpPr>
            <p:cNvPr id="994" name="Input_receptor__993">
              <a:extLst>
                <a:ext uri="{FF2B5EF4-FFF2-40B4-BE49-F238E27FC236}">
                  <a16:creationId xmlns:a16="http://schemas.microsoft.com/office/drawing/2014/main" id="{9B1C9D31-3BE9-F3A1-9982-61E63704C6D8}"/>
                </a:ext>
              </a:extLst>
            </p:cNvPr>
            <p:cNvSpPr>
              <a:spLocks noGrp="1"/>
            </p:cNvSpPr>
            <p:nvPr/>
          </p:nvSpPr>
          <p:spPr>
            <a:xfrm>
              <a:off x="1000988" y="4327212"/>
              <a:ext cx="9953" cy="3529"/>
            </a:xfrm>
            <a:custGeom>
              <a:avLst/>
              <a:gdLst/>
              <a:ahLst/>
              <a:cxnLst/>
              <a:rect l="0" t="0" r="0" b="0"/>
              <a:pathLst>
                <a:path w="9953" h="3529">
                  <a:moveTo>
                    <a:pt x="9953" y="0"/>
                  </a:moveTo>
                  <a:lnTo>
                    <a:pt x="0" y="3529"/>
                  </a:lnTo>
                </a:path>
              </a:pathLst>
            </a:custGeom>
            <a:noFill/>
            <a:ln w="8096">
              <a:solidFill>
                <a:srgbClr val="899AA8"/>
              </a:solidFill>
            </a:ln>
          </p:spPr>
        </p:sp>
        <p:sp>
          <p:nvSpPr>
            <p:cNvPr id="995" name="Input_receptor__994">
              <a:extLst>
                <a:ext uri="{FF2B5EF4-FFF2-40B4-BE49-F238E27FC236}">
                  <a16:creationId xmlns:a16="http://schemas.microsoft.com/office/drawing/2014/main" id="{8D5F8648-C589-360F-2D47-A45C523BF854}"/>
                </a:ext>
              </a:extLst>
            </p:cNvPr>
            <p:cNvSpPr>
              <a:spLocks noGrp="1"/>
            </p:cNvSpPr>
            <p:nvPr/>
          </p:nvSpPr>
          <p:spPr>
            <a:xfrm>
              <a:off x="1356970" y="4829994"/>
              <a:ext cx="13806" cy="42525"/>
            </a:xfrm>
            <a:custGeom>
              <a:avLst/>
              <a:gdLst/>
              <a:ahLst/>
              <a:cxnLst/>
              <a:rect l="0" t="0" r="0" b="0"/>
              <a:pathLst>
                <a:path w="13806" h="42525">
                  <a:moveTo>
                    <a:pt x="0" y="42525"/>
                  </a:moveTo>
                  <a:lnTo>
                    <a:pt x="13806" y="0"/>
                  </a:lnTo>
                </a:path>
              </a:pathLst>
            </a:custGeom>
            <a:noFill/>
            <a:ln w="20003">
              <a:solidFill>
                <a:srgbClr val="899AA8"/>
              </a:solidFill>
            </a:ln>
          </p:spPr>
        </p:sp>
        <p:sp>
          <p:nvSpPr>
            <p:cNvPr id="996" name="Input_receptor__995">
              <a:extLst>
                <a:ext uri="{FF2B5EF4-FFF2-40B4-BE49-F238E27FC236}">
                  <a16:creationId xmlns:a16="http://schemas.microsoft.com/office/drawing/2014/main" id="{B02B6D2A-EF2C-B507-F433-F3C50EDCC33D}"/>
                </a:ext>
              </a:extLst>
            </p:cNvPr>
            <p:cNvSpPr>
              <a:spLocks noGrp="1"/>
            </p:cNvSpPr>
            <p:nvPr/>
          </p:nvSpPr>
          <p:spPr>
            <a:xfrm>
              <a:off x="1379560" y="4137502"/>
              <a:ext cx="12516" cy="14871"/>
            </a:xfrm>
            <a:custGeom>
              <a:avLst/>
              <a:gdLst/>
              <a:ahLst/>
              <a:cxnLst/>
              <a:rect l="0" t="0" r="0" b="0"/>
              <a:pathLst>
                <a:path w="12516" h="14871">
                  <a:moveTo>
                    <a:pt x="0" y="14871"/>
                  </a:moveTo>
                  <a:lnTo>
                    <a:pt x="12516" y="0"/>
                  </a:lnTo>
                </a:path>
              </a:pathLst>
            </a:custGeom>
            <a:noFill/>
            <a:ln w="20003">
              <a:solidFill>
                <a:srgbClr val="899AA8"/>
              </a:solidFill>
            </a:ln>
          </p:spPr>
        </p:sp>
        <p:sp>
          <p:nvSpPr>
            <p:cNvPr id="997" name="Input_receptor__996">
              <a:extLst>
                <a:ext uri="{FF2B5EF4-FFF2-40B4-BE49-F238E27FC236}">
                  <a16:creationId xmlns:a16="http://schemas.microsoft.com/office/drawing/2014/main" id="{C02D4376-1BBF-C3FD-2B0A-9EB67A0F37BD}"/>
                </a:ext>
              </a:extLst>
            </p:cNvPr>
            <p:cNvSpPr>
              <a:spLocks noGrp="1"/>
            </p:cNvSpPr>
            <p:nvPr/>
          </p:nvSpPr>
          <p:spPr>
            <a:xfrm>
              <a:off x="994290" y="5412945"/>
              <a:ext cx="8428" cy="46412"/>
            </a:xfrm>
            <a:custGeom>
              <a:avLst/>
              <a:gdLst/>
              <a:ahLst/>
              <a:cxnLst/>
              <a:rect l="0" t="0" r="0" b="0"/>
              <a:pathLst>
                <a:path w="8428" h="46412">
                  <a:moveTo>
                    <a:pt x="8428" y="0"/>
                  </a:moveTo>
                  <a:lnTo>
                    <a:pt x="0" y="46412"/>
                  </a:lnTo>
                </a:path>
              </a:pathLst>
            </a:custGeom>
            <a:noFill/>
            <a:ln w="8096">
              <a:solidFill>
                <a:srgbClr val="899AA8"/>
              </a:solidFill>
            </a:ln>
          </p:spPr>
        </p:sp>
        <p:sp>
          <p:nvSpPr>
            <p:cNvPr id="998" name="Input_receptor__997">
              <a:extLst>
                <a:ext uri="{FF2B5EF4-FFF2-40B4-BE49-F238E27FC236}">
                  <a16:creationId xmlns:a16="http://schemas.microsoft.com/office/drawing/2014/main" id="{D6C71801-4A19-5411-6748-DFEDAEF072C5}"/>
                </a:ext>
              </a:extLst>
            </p:cNvPr>
            <p:cNvSpPr>
              <a:spLocks noGrp="1"/>
            </p:cNvSpPr>
            <p:nvPr/>
          </p:nvSpPr>
          <p:spPr>
            <a:xfrm>
              <a:off x="1176760" y="4249244"/>
              <a:ext cx="23879" cy="12412"/>
            </a:xfrm>
            <a:custGeom>
              <a:avLst/>
              <a:gdLst/>
              <a:ahLst/>
              <a:cxnLst/>
              <a:rect l="0" t="0" r="0" b="0"/>
              <a:pathLst>
                <a:path w="23879" h="12412">
                  <a:moveTo>
                    <a:pt x="23879" y="0"/>
                  </a:moveTo>
                  <a:lnTo>
                    <a:pt x="0" y="12412"/>
                  </a:lnTo>
                </a:path>
              </a:pathLst>
            </a:custGeom>
            <a:noFill/>
            <a:ln w="8096">
              <a:solidFill>
                <a:srgbClr val="899AA8"/>
              </a:solidFill>
            </a:ln>
          </p:spPr>
        </p:sp>
        <p:sp>
          <p:nvSpPr>
            <p:cNvPr id="999" name="Input_receptor__998">
              <a:extLst>
                <a:ext uri="{FF2B5EF4-FFF2-40B4-BE49-F238E27FC236}">
                  <a16:creationId xmlns:a16="http://schemas.microsoft.com/office/drawing/2014/main" id="{68C14C43-7347-C3EC-D16E-BCC1C0A1EB34}"/>
                </a:ext>
              </a:extLst>
            </p:cNvPr>
            <p:cNvSpPr>
              <a:spLocks noGrp="1"/>
            </p:cNvSpPr>
            <p:nvPr/>
          </p:nvSpPr>
          <p:spPr>
            <a:xfrm>
              <a:off x="1551999" y="4741769"/>
              <a:ext cx="30115" cy="3172"/>
            </a:xfrm>
            <a:custGeom>
              <a:avLst/>
              <a:gdLst/>
              <a:ahLst/>
              <a:cxnLst/>
              <a:rect l="0" t="0" r="0" b="0"/>
              <a:pathLst>
                <a:path w="30115" h="3172">
                  <a:moveTo>
                    <a:pt x="30115" y="0"/>
                  </a:moveTo>
                  <a:lnTo>
                    <a:pt x="0" y="3172"/>
                  </a:lnTo>
                </a:path>
              </a:pathLst>
            </a:custGeom>
            <a:noFill/>
            <a:ln w="8096">
              <a:solidFill>
                <a:srgbClr val="899AA8"/>
              </a:solidFill>
            </a:ln>
          </p:spPr>
        </p:sp>
        <p:sp>
          <p:nvSpPr>
            <p:cNvPr id="1000" name="Input_receptor__999">
              <a:extLst>
                <a:ext uri="{FF2B5EF4-FFF2-40B4-BE49-F238E27FC236}">
                  <a16:creationId xmlns:a16="http://schemas.microsoft.com/office/drawing/2014/main" id="{DC03193E-85C8-12B3-3027-3FCC2C65984F}"/>
                </a:ext>
              </a:extLst>
            </p:cNvPr>
            <p:cNvSpPr>
              <a:spLocks noGrp="1"/>
            </p:cNvSpPr>
            <p:nvPr/>
          </p:nvSpPr>
          <p:spPr>
            <a:xfrm>
              <a:off x="1209714" y="4574231"/>
              <a:ext cx="43731" cy="17286"/>
            </a:xfrm>
            <a:custGeom>
              <a:avLst/>
              <a:gdLst/>
              <a:ahLst/>
              <a:cxnLst/>
              <a:rect l="0" t="0" r="0" b="0"/>
              <a:pathLst>
                <a:path w="43731" h="17286">
                  <a:moveTo>
                    <a:pt x="43731" y="0"/>
                  </a:moveTo>
                  <a:lnTo>
                    <a:pt x="0" y="17286"/>
                  </a:lnTo>
                </a:path>
              </a:pathLst>
            </a:custGeom>
            <a:noFill/>
            <a:ln w="20003">
              <a:solidFill>
                <a:srgbClr val="899BA8"/>
              </a:solidFill>
            </a:ln>
          </p:spPr>
        </p:sp>
        <p:sp>
          <p:nvSpPr>
            <p:cNvPr id="1001" name="Input_receptor__1000">
              <a:extLst>
                <a:ext uri="{FF2B5EF4-FFF2-40B4-BE49-F238E27FC236}">
                  <a16:creationId xmlns:a16="http://schemas.microsoft.com/office/drawing/2014/main" id="{DC929972-A24E-2B89-A505-CD15BC9B10D4}"/>
                </a:ext>
              </a:extLst>
            </p:cNvPr>
            <p:cNvSpPr>
              <a:spLocks noGrp="1"/>
            </p:cNvSpPr>
            <p:nvPr/>
          </p:nvSpPr>
          <p:spPr>
            <a:xfrm>
              <a:off x="1601225" y="5260595"/>
              <a:ext cx="38847" cy="22146"/>
            </a:xfrm>
            <a:custGeom>
              <a:avLst/>
              <a:gdLst/>
              <a:ahLst/>
              <a:cxnLst/>
              <a:rect l="0" t="0" r="0" b="0"/>
              <a:pathLst>
                <a:path w="38847" h="22146">
                  <a:moveTo>
                    <a:pt x="0" y="22146"/>
                  </a:moveTo>
                  <a:lnTo>
                    <a:pt x="38847" y="0"/>
                  </a:lnTo>
                </a:path>
              </a:pathLst>
            </a:custGeom>
            <a:noFill/>
            <a:ln w="20003">
              <a:solidFill>
                <a:srgbClr val="899BA8"/>
              </a:solidFill>
            </a:ln>
          </p:spPr>
        </p:sp>
        <p:sp>
          <p:nvSpPr>
            <p:cNvPr id="1002" name="Input_receptor__1001">
              <a:extLst>
                <a:ext uri="{FF2B5EF4-FFF2-40B4-BE49-F238E27FC236}">
                  <a16:creationId xmlns:a16="http://schemas.microsoft.com/office/drawing/2014/main" id="{16249CF1-EAB5-E02A-E39B-FF5570786987}"/>
                </a:ext>
              </a:extLst>
            </p:cNvPr>
            <p:cNvSpPr>
              <a:spLocks noGrp="1"/>
            </p:cNvSpPr>
            <p:nvPr/>
          </p:nvSpPr>
          <p:spPr>
            <a:xfrm>
              <a:off x="1236621" y="4415774"/>
              <a:ext cx="43487" cy="13364"/>
            </a:xfrm>
            <a:custGeom>
              <a:avLst/>
              <a:gdLst/>
              <a:ahLst/>
              <a:cxnLst/>
              <a:rect l="0" t="0" r="0" b="0"/>
              <a:pathLst>
                <a:path w="43487" h="13364">
                  <a:moveTo>
                    <a:pt x="0" y="13364"/>
                  </a:moveTo>
                  <a:lnTo>
                    <a:pt x="43487" y="0"/>
                  </a:lnTo>
                </a:path>
              </a:pathLst>
            </a:custGeom>
            <a:noFill/>
            <a:ln w="20003">
              <a:solidFill>
                <a:srgbClr val="899BA8"/>
              </a:solidFill>
            </a:ln>
          </p:spPr>
        </p:sp>
        <p:sp>
          <p:nvSpPr>
            <p:cNvPr id="1003" name="Input_receptor__1002">
              <a:extLst>
                <a:ext uri="{FF2B5EF4-FFF2-40B4-BE49-F238E27FC236}">
                  <a16:creationId xmlns:a16="http://schemas.microsoft.com/office/drawing/2014/main" id="{3F98AC9E-3B7F-6052-1AC1-83FC94CCFEAD}"/>
                </a:ext>
              </a:extLst>
            </p:cNvPr>
            <p:cNvSpPr>
              <a:spLocks noGrp="1"/>
            </p:cNvSpPr>
            <p:nvPr/>
          </p:nvSpPr>
          <p:spPr>
            <a:xfrm>
              <a:off x="1065782" y="4684054"/>
              <a:ext cx="21718" cy="16963"/>
            </a:xfrm>
            <a:custGeom>
              <a:avLst/>
              <a:gdLst/>
              <a:ahLst/>
              <a:cxnLst/>
              <a:rect l="0" t="0" r="0" b="0"/>
              <a:pathLst>
                <a:path w="21718" h="16963">
                  <a:moveTo>
                    <a:pt x="21718" y="0"/>
                  </a:moveTo>
                  <a:lnTo>
                    <a:pt x="0" y="16963"/>
                  </a:lnTo>
                </a:path>
              </a:pathLst>
            </a:custGeom>
            <a:noFill/>
            <a:ln w="8096">
              <a:solidFill>
                <a:srgbClr val="8A9BA8"/>
              </a:solidFill>
            </a:ln>
          </p:spPr>
        </p:sp>
        <p:sp>
          <p:nvSpPr>
            <p:cNvPr id="1004" name="Input_receptor__1003">
              <a:extLst>
                <a:ext uri="{FF2B5EF4-FFF2-40B4-BE49-F238E27FC236}">
                  <a16:creationId xmlns:a16="http://schemas.microsoft.com/office/drawing/2014/main" id="{07A1B918-6C40-2866-9ED4-76773E3AF2E9}"/>
                </a:ext>
              </a:extLst>
            </p:cNvPr>
            <p:cNvSpPr>
              <a:spLocks noGrp="1"/>
            </p:cNvSpPr>
            <p:nvPr/>
          </p:nvSpPr>
          <p:spPr>
            <a:xfrm>
              <a:off x="1563823" y="4798679"/>
              <a:ext cx="46193" cy="11866"/>
            </a:xfrm>
            <a:custGeom>
              <a:avLst/>
              <a:gdLst/>
              <a:ahLst/>
              <a:cxnLst/>
              <a:rect l="0" t="0" r="0" b="0"/>
              <a:pathLst>
                <a:path w="46193" h="11866">
                  <a:moveTo>
                    <a:pt x="0" y="0"/>
                  </a:moveTo>
                  <a:lnTo>
                    <a:pt x="46193" y="11866"/>
                  </a:lnTo>
                </a:path>
              </a:pathLst>
            </a:custGeom>
            <a:noFill/>
            <a:ln w="20003">
              <a:solidFill>
                <a:srgbClr val="8A9BA8"/>
              </a:solidFill>
            </a:ln>
          </p:spPr>
        </p:sp>
        <p:sp>
          <p:nvSpPr>
            <p:cNvPr id="1005" name="Input_receptor__1004">
              <a:extLst>
                <a:ext uri="{FF2B5EF4-FFF2-40B4-BE49-F238E27FC236}">
                  <a16:creationId xmlns:a16="http://schemas.microsoft.com/office/drawing/2014/main" id="{BF475AC0-1329-486A-353E-CC18230957C9}"/>
                </a:ext>
              </a:extLst>
            </p:cNvPr>
            <p:cNvSpPr>
              <a:spLocks noGrp="1"/>
            </p:cNvSpPr>
            <p:nvPr/>
          </p:nvSpPr>
          <p:spPr>
            <a:xfrm>
              <a:off x="1136653" y="4510789"/>
              <a:ext cx="1899" cy="26892"/>
            </a:xfrm>
            <a:custGeom>
              <a:avLst/>
              <a:gdLst/>
              <a:ahLst/>
              <a:cxnLst/>
              <a:rect l="0" t="0" r="0" b="0"/>
              <a:pathLst>
                <a:path w="1899" h="26892">
                  <a:moveTo>
                    <a:pt x="1899" y="26892"/>
                  </a:moveTo>
                  <a:lnTo>
                    <a:pt x="0" y="0"/>
                  </a:lnTo>
                </a:path>
              </a:pathLst>
            </a:custGeom>
            <a:noFill/>
            <a:ln w="20003">
              <a:solidFill>
                <a:srgbClr val="8A9BA8"/>
              </a:solidFill>
            </a:ln>
          </p:spPr>
        </p:sp>
        <p:sp>
          <p:nvSpPr>
            <p:cNvPr id="1006" name="Input_receptor__1005">
              <a:extLst>
                <a:ext uri="{FF2B5EF4-FFF2-40B4-BE49-F238E27FC236}">
                  <a16:creationId xmlns:a16="http://schemas.microsoft.com/office/drawing/2014/main" id="{952AC399-5709-264E-DCBF-25D0D353EC40}"/>
                </a:ext>
              </a:extLst>
            </p:cNvPr>
            <p:cNvSpPr>
              <a:spLocks noGrp="1"/>
            </p:cNvSpPr>
            <p:nvPr/>
          </p:nvSpPr>
          <p:spPr>
            <a:xfrm>
              <a:off x="1525590" y="4309005"/>
              <a:ext cx="29330" cy="9134"/>
            </a:xfrm>
            <a:custGeom>
              <a:avLst/>
              <a:gdLst/>
              <a:ahLst/>
              <a:cxnLst/>
              <a:rect l="0" t="0" r="0" b="0"/>
              <a:pathLst>
                <a:path w="29330" h="9134">
                  <a:moveTo>
                    <a:pt x="29330" y="0"/>
                  </a:moveTo>
                  <a:lnTo>
                    <a:pt x="0" y="9134"/>
                  </a:lnTo>
                </a:path>
              </a:pathLst>
            </a:custGeom>
            <a:noFill/>
            <a:ln w="20003">
              <a:solidFill>
                <a:srgbClr val="8A9BA8"/>
              </a:solidFill>
            </a:ln>
          </p:spPr>
        </p:sp>
        <p:sp>
          <p:nvSpPr>
            <p:cNvPr id="1007" name="Input_receptor__1006">
              <a:extLst>
                <a:ext uri="{FF2B5EF4-FFF2-40B4-BE49-F238E27FC236}">
                  <a16:creationId xmlns:a16="http://schemas.microsoft.com/office/drawing/2014/main" id="{E5CBB82B-BC21-C13B-07B1-F4FE50BCD27F}"/>
                </a:ext>
              </a:extLst>
            </p:cNvPr>
            <p:cNvSpPr>
              <a:spLocks noGrp="1"/>
            </p:cNvSpPr>
            <p:nvPr/>
          </p:nvSpPr>
          <p:spPr>
            <a:xfrm>
              <a:off x="1497558" y="4253675"/>
              <a:ext cx="46167" cy="8731"/>
            </a:xfrm>
            <a:custGeom>
              <a:avLst/>
              <a:gdLst/>
              <a:ahLst/>
              <a:cxnLst/>
              <a:rect l="0" t="0" r="0" b="0"/>
              <a:pathLst>
                <a:path w="46167" h="8731">
                  <a:moveTo>
                    <a:pt x="46167" y="0"/>
                  </a:moveTo>
                  <a:lnTo>
                    <a:pt x="0" y="8731"/>
                  </a:lnTo>
                </a:path>
              </a:pathLst>
            </a:custGeom>
            <a:noFill/>
            <a:ln w="20003">
              <a:solidFill>
                <a:srgbClr val="8A9BA8"/>
              </a:solidFill>
            </a:ln>
          </p:spPr>
        </p:sp>
        <p:sp>
          <p:nvSpPr>
            <p:cNvPr id="1008" name="Input_receptor__1007">
              <a:extLst>
                <a:ext uri="{FF2B5EF4-FFF2-40B4-BE49-F238E27FC236}">
                  <a16:creationId xmlns:a16="http://schemas.microsoft.com/office/drawing/2014/main" id="{78839299-3394-86BB-0ECA-1451EDBBC771}"/>
                </a:ext>
              </a:extLst>
            </p:cNvPr>
            <p:cNvSpPr>
              <a:spLocks noGrp="1"/>
            </p:cNvSpPr>
            <p:nvPr/>
          </p:nvSpPr>
          <p:spPr>
            <a:xfrm>
              <a:off x="1205195" y="4819753"/>
              <a:ext cx="27524" cy="37779"/>
            </a:xfrm>
            <a:custGeom>
              <a:avLst/>
              <a:gdLst/>
              <a:ahLst/>
              <a:cxnLst/>
              <a:rect l="0" t="0" r="0" b="0"/>
              <a:pathLst>
                <a:path w="27524" h="37779">
                  <a:moveTo>
                    <a:pt x="27524" y="0"/>
                  </a:moveTo>
                  <a:lnTo>
                    <a:pt x="0" y="37779"/>
                  </a:lnTo>
                </a:path>
              </a:pathLst>
            </a:custGeom>
            <a:noFill/>
            <a:ln w="20003">
              <a:solidFill>
                <a:srgbClr val="8A9BA8"/>
              </a:solidFill>
            </a:ln>
          </p:spPr>
        </p:sp>
        <p:sp>
          <p:nvSpPr>
            <p:cNvPr id="1009" name="Input_receptor__1008">
              <a:extLst>
                <a:ext uri="{FF2B5EF4-FFF2-40B4-BE49-F238E27FC236}">
                  <a16:creationId xmlns:a16="http://schemas.microsoft.com/office/drawing/2014/main" id="{91988139-EE06-0B44-5624-D4F624C38A77}"/>
                </a:ext>
              </a:extLst>
            </p:cNvPr>
            <p:cNvSpPr>
              <a:spLocks noGrp="1"/>
            </p:cNvSpPr>
            <p:nvPr/>
          </p:nvSpPr>
          <p:spPr>
            <a:xfrm>
              <a:off x="1665161" y="5111871"/>
              <a:ext cx="43552" cy="4362"/>
            </a:xfrm>
            <a:custGeom>
              <a:avLst/>
              <a:gdLst/>
              <a:ahLst/>
              <a:cxnLst/>
              <a:rect l="0" t="0" r="0" b="0"/>
              <a:pathLst>
                <a:path w="43552" h="4362">
                  <a:moveTo>
                    <a:pt x="43552" y="4362"/>
                  </a:moveTo>
                  <a:lnTo>
                    <a:pt x="0" y="0"/>
                  </a:lnTo>
                </a:path>
              </a:pathLst>
            </a:custGeom>
            <a:noFill/>
            <a:ln w="20003">
              <a:solidFill>
                <a:srgbClr val="8A9BA8"/>
              </a:solidFill>
            </a:ln>
          </p:spPr>
        </p:sp>
        <p:sp>
          <p:nvSpPr>
            <p:cNvPr id="1010" name="Input_receptor__1009">
              <a:extLst>
                <a:ext uri="{FF2B5EF4-FFF2-40B4-BE49-F238E27FC236}">
                  <a16:creationId xmlns:a16="http://schemas.microsoft.com/office/drawing/2014/main" id="{36011117-7CF8-AF66-F0B9-B284B2DBB390}"/>
                </a:ext>
              </a:extLst>
            </p:cNvPr>
            <p:cNvSpPr>
              <a:spLocks noGrp="1"/>
            </p:cNvSpPr>
            <p:nvPr/>
          </p:nvSpPr>
          <p:spPr>
            <a:xfrm>
              <a:off x="1802402" y="5172820"/>
              <a:ext cx="37996" cy="18661"/>
            </a:xfrm>
            <a:custGeom>
              <a:avLst/>
              <a:gdLst/>
              <a:ahLst/>
              <a:cxnLst/>
              <a:rect l="0" t="0" r="0" b="0"/>
              <a:pathLst>
                <a:path w="37996" h="18661">
                  <a:moveTo>
                    <a:pt x="37996" y="18661"/>
                  </a:moveTo>
                  <a:lnTo>
                    <a:pt x="0" y="0"/>
                  </a:lnTo>
                </a:path>
              </a:pathLst>
            </a:custGeom>
            <a:noFill/>
            <a:ln w="20003">
              <a:solidFill>
                <a:srgbClr val="8A9BA8"/>
              </a:solidFill>
            </a:ln>
          </p:spPr>
        </p:sp>
        <p:sp>
          <p:nvSpPr>
            <p:cNvPr id="1011" name="Input_receptor__1010">
              <a:extLst>
                <a:ext uri="{FF2B5EF4-FFF2-40B4-BE49-F238E27FC236}">
                  <a16:creationId xmlns:a16="http://schemas.microsoft.com/office/drawing/2014/main" id="{42CA930E-59E8-E588-D318-46AA21E54CCB}"/>
                </a:ext>
              </a:extLst>
            </p:cNvPr>
            <p:cNvSpPr>
              <a:spLocks noGrp="1"/>
            </p:cNvSpPr>
            <p:nvPr/>
          </p:nvSpPr>
          <p:spPr>
            <a:xfrm>
              <a:off x="953588" y="4329758"/>
              <a:ext cx="2760" cy="44784"/>
            </a:xfrm>
            <a:custGeom>
              <a:avLst/>
              <a:gdLst/>
              <a:ahLst/>
              <a:cxnLst/>
              <a:rect l="0" t="0" r="0" b="0"/>
              <a:pathLst>
                <a:path w="2760" h="44784">
                  <a:moveTo>
                    <a:pt x="0" y="0"/>
                  </a:moveTo>
                  <a:lnTo>
                    <a:pt x="2760" y="44784"/>
                  </a:lnTo>
                </a:path>
              </a:pathLst>
            </a:custGeom>
            <a:noFill/>
            <a:ln w="8096">
              <a:solidFill>
                <a:srgbClr val="8A9BA8"/>
              </a:solidFill>
            </a:ln>
          </p:spPr>
        </p:sp>
        <p:sp>
          <p:nvSpPr>
            <p:cNvPr id="1012" name="Input_receptor__1011">
              <a:extLst>
                <a:ext uri="{FF2B5EF4-FFF2-40B4-BE49-F238E27FC236}">
                  <a16:creationId xmlns:a16="http://schemas.microsoft.com/office/drawing/2014/main" id="{3C68F5EC-F18F-4E7C-1D3A-DED8E956FE01}"/>
                </a:ext>
              </a:extLst>
            </p:cNvPr>
            <p:cNvSpPr>
              <a:spLocks noGrp="1"/>
            </p:cNvSpPr>
            <p:nvPr/>
          </p:nvSpPr>
          <p:spPr>
            <a:xfrm>
              <a:off x="1312733" y="4794858"/>
              <a:ext cx="10743" cy="2919"/>
            </a:xfrm>
            <a:custGeom>
              <a:avLst/>
              <a:gdLst/>
              <a:ahLst/>
              <a:cxnLst/>
              <a:rect l="0" t="0" r="0" b="0"/>
              <a:pathLst>
                <a:path w="10743" h="2919">
                  <a:moveTo>
                    <a:pt x="0" y="2919"/>
                  </a:moveTo>
                  <a:lnTo>
                    <a:pt x="10743" y="0"/>
                  </a:lnTo>
                </a:path>
              </a:pathLst>
            </a:custGeom>
            <a:noFill/>
            <a:ln w="20003">
              <a:solidFill>
                <a:srgbClr val="8A9BA8"/>
              </a:solidFill>
            </a:ln>
          </p:spPr>
        </p:sp>
        <p:sp>
          <p:nvSpPr>
            <p:cNvPr id="1013" name="Input_receptor__1012">
              <a:extLst>
                <a:ext uri="{FF2B5EF4-FFF2-40B4-BE49-F238E27FC236}">
                  <a16:creationId xmlns:a16="http://schemas.microsoft.com/office/drawing/2014/main" id="{1B4E6522-33C9-973B-DC7C-A0D160D8F697}"/>
                </a:ext>
              </a:extLst>
            </p:cNvPr>
            <p:cNvSpPr>
              <a:spLocks noGrp="1"/>
            </p:cNvSpPr>
            <p:nvPr/>
          </p:nvSpPr>
          <p:spPr>
            <a:xfrm>
              <a:off x="1433822" y="5093118"/>
              <a:ext cx="44280" cy="18336"/>
            </a:xfrm>
            <a:custGeom>
              <a:avLst/>
              <a:gdLst/>
              <a:ahLst/>
              <a:cxnLst/>
              <a:rect l="0" t="0" r="0" b="0"/>
              <a:pathLst>
                <a:path w="44280" h="18336">
                  <a:moveTo>
                    <a:pt x="44280" y="18336"/>
                  </a:moveTo>
                  <a:lnTo>
                    <a:pt x="0" y="0"/>
                  </a:lnTo>
                </a:path>
              </a:pathLst>
            </a:custGeom>
            <a:noFill/>
            <a:ln w="8096">
              <a:solidFill>
                <a:srgbClr val="8A9BA8"/>
              </a:solidFill>
            </a:ln>
          </p:spPr>
        </p:sp>
        <p:sp>
          <p:nvSpPr>
            <p:cNvPr id="1014" name="Input_receptor__1013">
              <a:extLst>
                <a:ext uri="{FF2B5EF4-FFF2-40B4-BE49-F238E27FC236}">
                  <a16:creationId xmlns:a16="http://schemas.microsoft.com/office/drawing/2014/main" id="{B5DFA66F-73A6-BD09-7A85-5C252DC8F8BF}"/>
                </a:ext>
              </a:extLst>
            </p:cNvPr>
            <p:cNvSpPr>
              <a:spLocks noGrp="1"/>
            </p:cNvSpPr>
            <p:nvPr/>
          </p:nvSpPr>
          <p:spPr>
            <a:xfrm>
              <a:off x="999442" y="4475730"/>
              <a:ext cx="34051" cy="178"/>
            </a:xfrm>
            <a:custGeom>
              <a:avLst/>
              <a:gdLst/>
              <a:ahLst/>
              <a:cxnLst/>
              <a:rect l="0" t="0" r="0" b="0"/>
              <a:pathLst>
                <a:path w="34051" h="178">
                  <a:moveTo>
                    <a:pt x="0" y="178"/>
                  </a:moveTo>
                  <a:lnTo>
                    <a:pt x="34051" y="0"/>
                  </a:lnTo>
                </a:path>
              </a:pathLst>
            </a:custGeom>
            <a:noFill/>
            <a:ln w="20003">
              <a:solidFill>
                <a:srgbClr val="8A9BA8"/>
              </a:solidFill>
            </a:ln>
          </p:spPr>
        </p:sp>
        <p:sp>
          <p:nvSpPr>
            <p:cNvPr id="1015" name="Input_receptor__1014">
              <a:extLst>
                <a:ext uri="{FF2B5EF4-FFF2-40B4-BE49-F238E27FC236}">
                  <a16:creationId xmlns:a16="http://schemas.microsoft.com/office/drawing/2014/main" id="{E2D6DC00-5137-4554-C6AE-9E67C9F5169E}"/>
                </a:ext>
              </a:extLst>
            </p:cNvPr>
            <p:cNvSpPr>
              <a:spLocks noGrp="1"/>
            </p:cNvSpPr>
            <p:nvPr/>
          </p:nvSpPr>
          <p:spPr>
            <a:xfrm>
              <a:off x="1213460" y="5026335"/>
              <a:ext cx="9707" cy="12954"/>
            </a:xfrm>
            <a:custGeom>
              <a:avLst/>
              <a:gdLst/>
              <a:ahLst/>
              <a:cxnLst/>
              <a:rect l="0" t="0" r="0" b="0"/>
              <a:pathLst>
                <a:path w="9707" h="12954">
                  <a:moveTo>
                    <a:pt x="0" y="0"/>
                  </a:moveTo>
                  <a:lnTo>
                    <a:pt x="9707" y="12954"/>
                  </a:lnTo>
                </a:path>
              </a:pathLst>
            </a:custGeom>
            <a:noFill/>
            <a:ln w="20003">
              <a:solidFill>
                <a:srgbClr val="8A9BA8"/>
              </a:solidFill>
            </a:ln>
          </p:spPr>
        </p:sp>
        <p:sp>
          <p:nvSpPr>
            <p:cNvPr id="1016" name="Input_receptor__1015">
              <a:extLst>
                <a:ext uri="{FF2B5EF4-FFF2-40B4-BE49-F238E27FC236}">
                  <a16:creationId xmlns:a16="http://schemas.microsoft.com/office/drawing/2014/main" id="{07262F83-48B8-080B-AC5F-5A2BF28DFA31}"/>
                </a:ext>
              </a:extLst>
            </p:cNvPr>
            <p:cNvSpPr>
              <a:spLocks noGrp="1"/>
            </p:cNvSpPr>
            <p:nvPr/>
          </p:nvSpPr>
          <p:spPr>
            <a:xfrm>
              <a:off x="1230310" y="4917234"/>
              <a:ext cx="22059" cy="37784"/>
            </a:xfrm>
            <a:custGeom>
              <a:avLst/>
              <a:gdLst/>
              <a:ahLst/>
              <a:cxnLst/>
              <a:rect l="0" t="0" r="0" b="0"/>
              <a:pathLst>
                <a:path w="22059" h="37784">
                  <a:moveTo>
                    <a:pt x="0" y="37784"/>
                  </a:moveTo>
                  <a:lnTo>
                    <a:pt x="22059" y="0"/>
                  </a:lnTo>
                </a:path>
              </a:pathLst>
            </a:custGeom>
            <a:noFill/>
            <a:ln w="20003">
              <a:solidFill>
                <a:srgbClr val="8A9BA8"/>
              </a:solidFill>
            </a:ln>
          </p:spPr>
        </p:sp>
        <p:sp>
          <p:nvSpPr>
            <p:cNvPr id="1017" name="Input_receptor__1016">
              <a:extLst>
                <a:ext uri="{FF2B5EF4-FFF2-40B4-BE49-F238E27FC236}">
                  <a16:creationId xmlns:a16="http://schemas.microsoft.com/office/drawing/2014/main" id="{CF875710-4CB8-21EC-92C0-43AF2567D8DA}"/>
                </a:ext>
              </a:extLst>
            </p:cNvPr>
            <p:cNvSpPr>
              <a:spLocks noGrp="1"/>
            </p:cNvSpPr>
            <p:nvPr/>
          </p:nvSpPr>
          <p:spPr>
            <a:xfrm>
              <a:off x="939159" y="4951359"/>
              <a:ext cx="41728" cy="3303"/>
            </a:xfrm>
            <a:custGeom>
              <a:avLst/>
              <a:gdLst/>
              <a:ahLst/>
              <a:cxnLst/>
              <a:rect l="0" t="0" r="0" b="0"/>
              <a:pathLst>
                <a:path w="41728" h="3303">
                  <a:moveTo>
                    <a:pt x="0" y="3303"/>
                  </a:moveTo>
                  <a:lnTo>
                    <a:pt x="41728" y="0"/>
                  </a:lnTo>
                </a:path>
              </a:pathLst>
            </a:custGeom>
            <a:noFill/>
            <a:ln w="8096">
              <a:solidFill>
                <a:srgbClr val="8A9BA8"/>
              </a:solidFill>
            </a:ln>
          </p:spPr>
        </p:sp>
        <p:sp>
          <p:nvSpPr>
            <p:cNvPr id="1018" name="Input_receptor__1017">
              <a:extLst>
                <a:ext uri="{FF2B5EF4-FFF2-40B4-BE49-F238E27FC236}">
                  <a16:creationId xmlns:a16="http://schemas.microsoft.com/office/drawing/2014/main" id="{5ACDF6B8-5F21-6AD4-4293-FCF2561E537B}"/>
                </a:ext>
              </a:extLst>
            </p:cNvPr>
            <p:cNvSpPr>
              <a:spLocks noGrp="1"/>
            </p:cNvSpPr>
            <p:nvPr/>
          </p:nvSpPr>
          <p:spPr>
            <a:xfrm>
              <a:off x="1798796" y="5231364"/>
              <a:ext cx="18245" cy="9267"/>
            </a:xfrm>
            <a:custGeom>
              <a:avLst/>
              <a:gdLst/>
              <a:ahLst/>
              <a:cxnLst/>
              <a:rect l="0" t="0" r="0" b="0"/>
              <a:pathLst>
                <a:path w="18245" h="9267">
                  <a:moveTo>
                    <a:pt x="0" y="9267"/>
                  </a:moveTo>
                  <a:lnTo>
                    <a:pt x="18245" y="0"/>
                  </a:lnTo>
                </a:path>
              </a:pathLst>
            </a:custGeom>
            <a:noFill/>
            <a:ln w="20003">
              <a:solidFill>
                <a:srgbClr val="8A9BA8"/>
              </a:solidFill>
            </a:ln>
          </p:spPr>
        </p:sp>
        <p:sp>
          <p:nvSpPr>
            <p:cNvPr id="1019" name="Input_receptor__1018">
              <a:extLst>
                <a:ext uri="{FF2B5EF4-FFF2-40B4-BE49-F238E27FC236}">
                  <a16:creationId xmlns:a16="http://schemas.microsoft.com/office/drawing/2014/main" id="{5956A4D1-ED00-06EE-2223-3610017B8E12}"/>
                </a:ext>
              </a:extLst>
            </p:cNvPr>
            <p:cNvSpPr>
              <a:spLocks noGrp="1"/>
            </p:cNvSpPr>
            <p:nvPr/>
          </p:nvSpPr>
          <p:spPr>
            <a:xfrm>
              <a:off x="1161463" y="4415564"/>
              <a:ext cx="3229" cy="32923"/>
            </a:xfrm>
            <a:custGeom>
              <a:avLst/>
              <a:gdLst/>
              <a:ahLst/>
              <a:cxnLst/>
              <a:rect l="0" t="0" r="0" b="0"/>
              <a:pathLst>
                <a:path w="3229" h="32923">
                  <a:moveTo>
                    <a:pt x="0" y="32923"/>
                  </a:moveTo>
                  <a:lnTo>
                    <a:pt x="3229" y="0"/>
                  </a:lnTo>
                </a:path>
              </a:pathLst>
            </a:custGeom>
            <a:noFill/>
            <a:ln w="20003">
              <a:solidFill>
                <a:srgbClr val="8A9BA8"/>
              </a:solidFill>
            </a:ln>
          </p:spPr>
        </p:sp>
        <p:sp>
          <p:nvSpPr>
            <p:cNvPr id="1020" name="Input_receptor__1019">
              <a:extLst>
                <a:ext uri="{FF2B5EF4-FFF2-40B4-BE49-F238E27FC236}">
                  <a16:creationId xmlns:a16="http://schemas.microsoft.com/office/drawing/2014/main" id="{2331A292-A95B-E3BD-6CBE-A9C241350A92}"/>
                </a:ext>
              </a:extLst>
            </p:cNvPr>
            <p:cNvSpPr>
              <a:spLocks noGrp="1"/>
            </p:cNvSpPr>
            <p:nvPr/>
          </p:nvSpPr>
          <p:spPr>
            <a:xfrm>
              <a:off x="1640072" y="5260595"/>
              <a:ext cx="28347" cy="20832"/>
            </a:xfrm>
            <a:custGeom>
              <a:avLst/>
              <a:gdLst/>
              <a:ahLst/>
              <a:cxnLst/>
              <a:rect l="0" t="0" r="0" b="0"/>
              <a:pathLst>
                <a:path w="28347" h="20832">
                  <a:moveTo>
                    <a:pt x="0" y="0"/>
                  </a:moveTo>
                  <a:lnTo>
                    <a:pt x="28347" y="20832"/>
                  </a:lnTo>
                </a:path>
              </a:pathLst>
            </a:custGeom>
            <a:noFill/>
            <a:ln w="20003">
              <a:solidFill>
                <a:srgbClr val="8A9BA8"/>
              </a:solidFill>
            </a:ln>
          </p:spPr>
        </p:sp>
        <p:sp>
          <p:nvSpPr>
            <p:cNvPr id="1021" name="Input_receptor__1020">
              <a:extLst>
                <a:ext uri="{FF2B5EF4-FFF2-40B4-BE49-F238E27FC236}">
                  <a16:creationId xmlns:a16="http://schemas.microsoft.com/office/drawing/2014/main" id="{DA5F115C-D50F-8A5A-AA80-DCC25F463A9B}"/>
                </a:ext>
              </a:extLst>
            </p:cNvPr>
            <p:cNvSpPr>
              <a:spLocks noGrp="1"/>
            </p:cNvSpPr>
            <p:nvPr/>
          </p:nvSpPr>
          <p:spPr>
            <a:xfrm>
              <a:off x="1356449" y="4689704"/>
              <a:ext cx="10007" cy="200"/>
            </a:xfrm>
            <a:custGeom>
              <a:avLst/>
              <a:gdLst/>
              <a:ahLst/>
              <a:cxnLst/>
              <a:rect l="0" t="0" r="0" b="0"/>
              <a:pathLst>
                <a:path w="10007" h="200">
                  <a:moveTo>
                    <a:pt x="0" y="0"/>
                  </a:moveTo>
                  <a:lnTo>
                    <a:pt x="10007" y="200"/>
                  </a:lnTo>
                </a:path>
              </a:pathLst>
            </a:custGeom>
            <a:noFill/>
            <a:ln w="20003">
              <a:solidFill>
                <a:srgbClr val="8A9BA8"/>
              </a:solidFill>
            </a:ln>
          </p:spPr>
        </p:sp>
        <p:sp>
          <p:nvSpPr>
            <p:cNvPr id="1022" name="Input_receptor__1021">
              <a:extLst>
                <a:ext uri="{FF2B5EF4-FFF2-40B4-BE49-F238E27FC236}">
                  <a16:creationId xmlns:a16="http://schemas.microsoft.com/office/drawing/2014/main" id="{F98616F0-B14C-5355-D7DD-D7CF927FE740}"/>
                </a:ext>
              </a:extLst>
            </p:cNvPr>
            <p:cNvSpPr>
              <a:spLocks noGrp="1"/>
            </p:cNvSpPr>
            <p:nvPr/>
          </p:nvSpPr>
          <p:spPr>
            <a:xfrm>
              <a:off x="1594753" y="4273901"/>
              <a:ext cx="31046" cy="36822"/>
            </a:xfrm>
            <a:custGeom>
              <a:avLst/>
              <a:gdLst/>
              <a:ahLst/>
              <a:cxnLst/>
              <a:rect l="0" t="0" r="0" b="0"/>
              <a:pathLst>
                <a:path w="31046" h="36822">
                  <a:moveTo>
                    <a:pt x="31046" y="0"/>
                  </a:moveTo>
                  <a:lnTo>
                    <a:pt x="0" y="36822"/>
                  </a:lnTo>
                </a:path>
              </a:pathLst>
            </a:custGeom>
            <a:noFill/>
            <a:ln w="20003">
              <a:solidFill>
                <a:srgbClr val="8A9BA8"/>
              </a:solidFill>
            </a:ln>
          </p:spPr>
        </p:sp>
        <p:sp>
          <p:nvSpPr>
            <p:cNvPr id="1023" name="Input_receptor__1022">
              <a:extLst>
                <a:ext uri="{FF2B5EF4-FFF2-40B4-BE49-F238E27FC236}">
                  <a16:creationId xmlns:a16="http://schemas.microsoft.com/office/drawing/2014/main" id="{DC2A7D8C-AC8D-81CC-ADFB-A142EE48A5D3}"/>
                </a:ext>
              </a:extLst>
            </p:cNvPr>
            <p:cNvSpPr>
              <a:spLocks noGrp="1"/>
            </p:cNvSpPr>
            <p:nvPr/>
          </p:nvSpPr>
          <p:spPr>
            <a:xfrm>
              <a:off x="1122446" y="5537416"/>
              <a:ext cx="20986" cy="38511"/>
            </a:xfrm>
            <a:custGeom>
              <a:avLst/>
              <a:gdLst/>
              <a:ahLst/>
              <a:cxnLst/>
              <a:rect l="0" t="0" r="0" b="0"/>
              <a:pathLst>
                <a:path w="20986" h="38511">
                  <a:moveTo>
                    <a:pt x="0" y="38511"/>
                  </a:moveTo>
                  <a:lnTo>
                    <a:pt x="20986" y="0"/>
                  </a:lnTo>
                </a:path>
              </a:pathLst>
            </a:custGeom>
            <a:noFill/>
            <a:ln w="20003">
              <a:solidFill>
                <a:srgbClr val="8A9BA8"/>
              </a:solidFill>
            </a:ln>
          </p:spPr>
        </p:sp>
        <p:sp>
          <p:nvSpPr>
            <p:cNvPr id="1024" name="Input_receptor__1023">
              <a:extLst>
                <a:ext uri="{FF2B5EF4-FFF2-40B4-BE49-F238E27FC236}">
                  <a16:creationId xmlns:a16="http://schemas.microsoft.com/office/drawing/2014/main" id="{86407F68-EA81-3854-A0AE-FE94503B0696}"/>
                </a:ext>
              </a:extLst>
            </p:cNvPr>
            <p:cNvSpPr>
              <a:spLocks noGrp="1"/>
            </p:cNvSpPr>
            <p:nvPr/>
          </p:nvSpPr>
          <p:spPr>
            <a:xfrm>
              <a:off x="1143432" y="5537416"/>
              <a:ext cx="42729" cy="8100"/>
            </a:xfrm>
            <a:custGeom>
              <a:avLst/>
              <a:gdLst/>
              <a:ahLst/>
              <a:cxnLst/>
              <a:rect l="0" t="0" r="0" b="0"/>
              <a:pathLst>
                <a:path w="42729" h="8100">
                  <a:moveTo>
                    <a:pt x="0" y="0"/>
                  </a:moveTo>
                  <a:lnTo>
                    <a:pt x="42729" y="8100"/>
                  </a:lnTo>
                </a:path>
              </a:pathLst>
            </a:custGeom>
            <a:noFill/>
            <a:ln w="20003">
              <a:solidFill>
                <a:srgbClr val="8A9BA8"/>
              </a:solidFill>
            </a:ln>
          </p:spPr>
        </p:sp>
        <p:sp>
          <p:nvSpPr>
            <p:cNvPr id="1025" name="Input_receptor__1024">
              <a:extLst>
                <a:ext uri="{FF2B5EF4-FFF2-40B4-BE49-F238E27FC236}">
                  <a16:creationId xmlns:a16="http://schemas.microsoft.com/office/drawing/2014/main" id="{308A167C-C092-364C-F84D-3291320BC0EF}"/>
                </a:ext>
              </a:extLst>
            </p:cNvPr>
            <p:cNvSpPr>
              <a:spLocks noGrp="1"/>
            </p:cNvSpPr>
            <p:nvPr/>
          </p:nvSpPr>
          <p:spPr>
            <a:xfrm>
              <a:off x="902488" y="4839411"/>
              <a:ext cx="21843" cy="863"/>
            </a:xfrm>
            <a:custGeom>
              <a:avLst/>
              <a:gdLst/>
              <a:ahLst/>
              <a:cxnLst/>
              <a:rect l="0" t="0" r="0" b="0"/>
              <a:pathLst>
                <a:path w="21843" h="863">
                  <a:moveTo>
                    <a:pt x="21843" y="863"/>
                  </a:moveTo>
                  <a:lnTo>
                    <a:pt x="0" y="0"/>
                  </a:lnTo>
                </a:path>
              </a:pathLst>
            </a:custGeom>
            <a:noFill/>
            <a:ln w="20003">
              <a:solidFill>
                <a:srgbClr val="8A9BA8"/>
              </a:solidFill>
            </a:ln>
          </p:spPr>
        </p:sp>
        <p:sp>
          <p:nvSpPr>
            <p:cNvPr id="1026" name="Input_receptor__1025">
              <a:extLst>
                <a:ext uri="{FF2B5EF4-FFF2-40B4-BE49-F238E27FC236}">
                  <a16:creationId xmlns:a16="http://schemas.microsoft.com/office/drawing/2014/main" id="{F9C194D2-9A0C-BB62-6C42-A414B3F41384}"/>
                </a:ext>
              </a:extLst>
            </p:cNvPr>
            <p:cNvSpPr>
              <a:spLocks noGrp="1"/>
            </p:cNvSpPr>
            <p:nvPr/>
          </p:nvSpPr>
          <p:spPr>
            <a:xfrm>
              <a:off x="1444679" y="4154378"/>
              <a:ext cx="43435" cy="19859"/>
            </a:xfrm>
            <a:custGeom>
              <a:avLst/>
              <a:gdLst/>
              <a:ahLst/>
              <a:cxnLst/>
              <a:rect l="0" t="0" r="0" b="0"/>
              <a:pathLst>
                <a:path w="43435" h="19859">
                  <a:moveTo>
                    <a:pt x="43435" y="0"/>
                  </a:moveTo>
                  <a:lnTo>
                    <a:pt x="0" y="19859"/>
                  </a:lnTo>
                </a:path>
              </a:pathLst>
            </a:custGeom>
            <a:noFill/>
            <a:ln w="20003">
              <a:solidFill>
                <a:srgbClr val="8A9BA8"/>
              </a:solidFill>
            </a:ln>
          </p:spPr>
        </p:sp>
        <p:sp>
          <p:nvSpPr>
            <p:cNvPr id="1027" name="Input_receptor__1026">
              <a:extLst>
                <a:ext uri="{FF2B5EF4-FFF2-40B4-BE49-F238E27FC236}">
                  <a16:creationId xmlns:a16="http://schemas.microsoft.com/office/drawing/2014/main" id="{CCF6D4D4-9430-0595-C0D9-A50BA6DA18B8}"/>
                </a:ext>
              </a:extLst>
            </p:cNvPr>
            <p:cNvSpPr>
              <a:spLocks noGrp="1"/>
            </p:cNvSpPr>
            <p:nvPr/>
          </p:nvSpPr>
          <p:spPr>
            <a:xfrm>
              <a:off x="1646852" y="5111871"/>
              <a:ext cx="18308" cy="29699"/>
            </a:xfrm>
            <a:custGeom>
              <a:avLst/>
              <a:gdLst/>
              <a:ahLst/>
              <a:cxnLst/>
              <a:rect l="0" t="0" r="0" b="0"/>
              <a:pathLst>
                <a:path w="18308" h="29699">
                  <a:moveTo>
                    <a:pt x="18308" y="0"/>
                  </a:moveTo>
                  <a:lnTo>
                    <a:pt x="0" y="29699"/>
                  </a:lnTo>
                </a:path>
              </a:pathLst>
            </a:custGeom>
            <a:noFill/>
            <a:ln w="20003">
              <a:solidFill>
                <a:srgbClr val="8A9BA8"/>
              </a:solidFill>
            </a:ln>
          </p:spPr>
        </p:sp>
        <p:sp>
          <p:nvSpPr>
            <p:cNvPr id="1028" name="Input_receptor__1027">
              <a:extLst>
                <a:ext uri="{FF2B5EF4-FFF2-40B4-BE49-F238E27FC236}">
                  <a16:creationId xmlns:a16="http://schemas.microsoft.com/office/drawing/2014/main" id="{8C5AC657-1025-1C55-F35D-C99CBFE8239E}"/>
                </a:ext>
              </a:extLst>
            </p:cNvPr>
            <p:cNvSpPr>
              <a:spLocks noGrp="1"/>
            </p:cNvSpPr>
            <p:nvPr/>
          </p:nvSpPr>
          <p:spPr>
            <a:xfrm>
              <a:off x="1669082" y="4941827"/>
              <a:ext cx="34958" cy="28773"/>
            </a:xfrm>
            <a:custGeom>
              <a:avLst/>
              <a:gdLst/>
              <a:ahLst/>
              <a:cxnLst/>
              <a:rect l="0" t="0" r="0" b="0"/>
              <a:pathLst>
                <a:path w="34958" h="28773">
                  <a:moveTo>
                    <a:pt x="34958" y="0"/>
                  </a:moveTo>
                  <a:lnTo>
                    <a:pt x="0" y="28773"/>
                  </a:lnTo>
                </a:path>
              </a:pathLst>
            </a:custGeom>
            <a:noFill/>
            <a:ln w="20003">
              <a:solidFill>
                <a:srgbClr val="8A9BA8"/>
              </a:solidFill>
            </a:ln>
          </p:spPr>
        </p:sp>
        <p:sp>
          <p:nvSpPr>
            <p:cNvPr id="1029" name="Input_receptor__1028">
              <a:extLst>
                <a:ext uri="{FF2B5EF4-FFF2-40B4-BE49-F238E27FC236}">
                  <a16:creationId xmlns:a16="http://schemas.microsoft.com/office/drawing/2014/main" id="{FB861BE2-C6E4-F796-4E6A-34C1BBE5940A}"/>
                </a:ext>
              </a:extLst>
            </p:cNvPr>
            <p:cNvSpPr>
              <a:spLocks noGrp="1"/>
            </p:cNvSpPr>
            <p:nvPr/>
          </p:nvSpPr>
          <p:spPr>
            <a:xfrm>
              <a:off x="1772141" y="5172820"/>
              <a:ext cx="30262" cy="10361"/>
            </a:xfrm>
            <a:custGeom>
              <a:avLst/>
              <a:gdLst/>
              <a:ahLst/>
              <a:cxnLst/>
              <a:rect l="0" t="0" r="0" b="0"/>
              <a:pathLst>
                <a:path w="30262" h="10361">
                  <a:moveTo>
                    <a:pt x="30262" y="0"/>
                  </a:moveTo>
                  <a:lnTo>
                    <a:pt x="0" y="10361"/>
                  </a:lnTo>
                </a:path>
              </a:pathLst>
            </a:custGeom>
            <a:noFill/>
            <a:ln w="20003">
              <a:solidFill>
                <a:srgbClr val="8A9BA8"/>
              </a:solidFill>
            </a:ln>
          </p:spPr>
        </p:sp>
        <p:sp>
          <p:nvSpPr>
            <p:cNvPr id="1030" name="Input_receptor__1029">
              <a:extLst>
                <a:ext uri="{FF2B5EF4-FFF2-40B4-BE49-F238E27FC236}">
                  <a16:creationId xmlns:a16="http://schemas.microsoft.com/office/drawing/2014/main" id="{F4B38FC4-82A4-693F-E972-D35BD7CF0E6A}"/>
                </a:ext>
              </a:extLst>
            </p:cNvPr>
            <p:cNvSpPr>
              <a:spLocks noGrp="1"/>
            </p:cNvSpPr>
            <p:nvPr/>
          </p:nvSpPr>
          <p:spPr>
            <a:xfrm>
              <a:off x="1392076" y="4103416"/>
              <a:ext cx="27899" cy="34086"/>
            </a:xfrm>
            <a:custGeom>
              <a:avLst/>
              <a:gdLst/>
              <a:ahLst/>
              <a:cxnLst/>
              <a:rect l="0" t="0" r="0" b="0"/>
              <a:pathLst>
                <a:path w="27899" h="34086">
                  <a:moveTo>
                    <a:pt x="0" y="34086"/>
                  </a:moveTo>
                  <a:lnTo>
                    <a:pt x="27899" y="0"/>
                  </a:lnTo>
                </a:path>
              </a:pathLst>
            </a:custGeom>
            <a:noFill/>
            <a:ln w="20003">
              <a:solidFill>
                <a:srgbClr val="8A9BA8"/>
              </a:solidFill>
            </a:ln>
          </p:spPr>
        </p:sp>
        <p:sp>
          <p:nvSpPr>
            <p:cNvPr id="1031" name="Input_receptor__1030">
              <a:extLst>
                <a:ext uri="{FF2B5EF4-FFF2-40B4-BE49-F238E27FC236}">
                  <a16:creationId xmlns:a16="http://schemas.microsoft.com/office/drawing/2014/main" id="{CB9DFA57-FC18-593D-DAE4-8B862F7D3341}"/>
                </a:ext>
              </a:extLst>
            </p:cNvPr>
            <p:cNvSpPr>
              <a:spLocks noGrp="1"/>
            </p:cNvSpPr>
            <p:nvPr/>
          </p:nvSpPr>
          <p:spPr>
            <a:xfrm>
              <a:off x="1610016" y="4770893"/>
              <a:ext cx="15118" cy="39652"/>
            </a:xfrm>
            <a:custGeom>
              <a:avLst/>
              <a:gdLst/>
              <a:ahLst/>
              <a:cxnLst/>
              <a:rect l="0" t="0" r="0" b="0"/>
              <a:pathLst>
                <a:path w="15118" h="39652">
                  <a:moveTo>
                    <a:pt x="0" y="39652"/>
                  </a:moveTo>
                  <a:lnTo>
                    <a:pt x="15118" y="0"/>
                  </a:lnTo>
                </a:path>
              </a:pathLst>
            </a:custGeom>
            <a:noFill/>
            <a:ln w="20003">
              <a:solidFill>
                <a:srgbClr val="8A9BA8"/>
              </a:solidFill>
            </a:ln>
          </p:spPr>
        </p:sp>
        <p:sp>
          <p:nvSpPr>
            <p:cNvPr id="1032" name="Input_receptor__1031">
              <a:extLst>
                <a:ext uri="{FF2B5EF4-FFF2-40B4-BE49-F238E27FC236}">
                  <a16:creationId xmlns:a16="http://schemas.microsoft.com/office/drawing/2014/main" id="{154B1960-858E-B4C4-A9BF-EA6588D11B8C}"/>
                </a:ext>
              </a:extLst>
            </p:cNvPr>
            <p:cNvSpPr>
              <a:spLocks noGrp="1"/>
            </p:cNvSpPr>
            <p:nvPr/>
          </p:nvSpPr>
          <p:spPr>
            <a:xfrm>
              <a:off x="1066431" y="4802928"/>
              <a:ext cx="2013" cy="1174"/>
            </a:xfrm>
            <a:custGeom>
              <a:avLst/>
              <a:gdLst/>
              <a:ahLst/>
              <a:cxnLst/>
              <a:rect l="0" t="0" r="0" b="0"/>
              <a:pathLst>
                <a:path w="2013" h="1174">
                  <a:moveTo>
                    <a:pt x="0" y="1174"/>
                  </a:moveTo>
                  <a:lnTo>
                    <a:pt x="2013" y="0"/>
                  </a:lnTo>
                </a:path>
              </a:pathLst>
            </a:custGeom>
            <a:noFill/>
            <a:ln w="20003">
              <a:solidFill>
                <a:srgbClr val="8A9BA9"/>
              </a:solidFill>
            </a:ln>
          </p:spPr>
        </p:sp>
        <p:sp>
          <p:nvSpPr>
            <p:cNvPr id="1033" name="Input_receptor__1032">
              <a:extLst>
                <a:ext uri="{FF2B5EF4-FFF2-40B4-BE49-F238E27FC236}">
                  <a16:creationId xmlns:a16="http://schemas.microsoft.com/office/drawing/2014/main" id="{0F3CF95C-0FCB-45C3-9A1D-AE095AFAE5EA}"/>
                </a:ext>
              </a:extLst>
            </p:cNvPr>
            <p:cNvSpPr>
              <a:spLocks noGrp="1"/>
            </p:cNvSpPr>
            <p:nvPr/>
          </p:nvSpPr>
          <p:spPr>
            <a:xfrm>
              <a:off x="1421213" y="4884258"/>
              <a:ext cx="9478" cy="2628"/>
            </a:xfrm>
            <a:custGeom>
              <a:avLst/>
              <a:gdLst/>
              <a:ahLst/>
              <a:cxnLst/>
              <a:rect l="0" t="0" r="0" b="0"/>
              <a:pathLst>
                <a:path w="9478" h="2628">
                  <a:moveTo>
                    <a:pt x="0" y="2628"/>
                  </a:moveTo>
                  <a:lnTo>
                    <a:pt x="9478" y="0"/>
                  </a:lnTo>
                </a:path>
              </a:pathLst>
            </a:custGeom>
            <a:noFill/>
            <a:ln w="20003">
              <a:solidFill>
                <a:srgbClr val="8A9BA9"/>
              </a:solidFill>
            </a:ln>
          </p:spPr>
        </p:sp>
        <p:sp>
          <p:nvSpPr>
            <p:cNvPr id="1034" name="Input_receptor__1033">
              <a:extLst>
                <a:ext uri="{FF2B5EF4-FFF2-40B4-BE49-F238E27FC236}">
                  <a16:creationId xmlns:a16="http://schemas.microsoft.com/office/drawing/2014/main" id="{168EBABC-3742-F7A0-6C30-CA00C6F2377D}"/>
                </a:ext>
              </a:extLst>
            </p:cNvPr>
            <p:cNvSpPr>
              <a:spLocks noGrp="1"/>
            </p:cNvSpPr>
            <p:nvPr/>
          </p:nvSpPr>
          <p:spPr>
            <a:xfrm>
              <a:off x="1707050" y="5116233"/>
              <a:ext cx="1663" cy="48163"/>
            </a:xfrm>
            <a:custGeom>
              <a:avLst/>
              <a:gdLst/>
              <a:ahLst/>
              <a:cxnLst/>
              <a:rect l="0" t="0" r="0" b="0"/>
              <a:pathLst>
                <a:path w="1663" h="48163">
                  <a:moveTo>
                    <a:pt x="0" y="48163"/>
                  </a:moveTo>
                  <a:lnTo>
                    <a:pt x="1663" y="0"/>
                  </a:lnTo>
                </a:path>
              </a:pathLst>
            </a:custGeom>
            <a:noFill/>
            <a:ln w="20003">
              <a:solidFill>
                <a:srgbClr val="8A9BA9"/>
              </a:solidFill>
            </a:ln>
          </p:spPr>
        </p:sp>
        <p:sp>
          <p:nvSpPr>
            <p:cNvPr id="1035" name="Input_receptor__1034">
              <a:extLst>
                <a:ext uri="{FF2B5EF4-FFF2-40B4-BE49-F238E27FC236}">
                  <a16:creationId xmlns:a16="http://schemas.microsoft.com/office/drawing/2014/main" id="{E839189F-BF44-DB42-EEF7-BF8080B94481}"/>
                </a:ext>
              </a:extLst>
            </p:cNvPr>
            <p:cNvSpPr>
              <a:spLocks noGrp="1"/>
            </p:cNvSpPr>
            <p:nvPr/>
          </p:nvSpPr>
          <p:spPr>
            <a:xfrm>
              <a:off x="1555235" y="4893378"/>
              <a:ext cx="21121" cy="30929"/>
            </a:xfrm>
            <a:custGeom>
              <a:avLst/>
              <a:gdLst/>
              <a:ahLst/>
              <a:cxnLst/>
              <a:rect l="0" t="0" r="0" b="0"/>
              <a:pathLst>
                <a:path w="21121" h="30929">
                  <a:moveTo>
                    <a:pt x="21121" y="30929"/>
                  </a:moveTo>
                  <a:lnTo>
                    <a:pt x="0" y="0"/>
                  </a:lnTo>
                </a:path>
              </a:pathLst>
            </a:custGeom>
            <a:noFill/>
            <a:ln w="20003">
              <a:solidFill>
                <a:srgbClr val="8A9BA9"/>
              </a:solidFill>
            </a:ln>
          </p:spPr>
        </p:sp>
        <p:sp>
          <p:nvSpPr>
            <p:cNvPr id="1036" name="Input_receptor__1035">
              <a:extLst>
                <a:ext uri="{FF2B5EF4-FFF2-40B4-BE49-F238E27FC236}">
                  <a16:creationId xmlns:a16="http://schemas.microsoft.com/office/drawing/2014/main" id="{8A541F17-7581-B4AD-B6AE-91810E965AED}"/>
                </a:ext>
              </a:extLst>
            </p:cNvPr>
            <p:cNvSpPr>
              <a:spLocks noGrp="1"/>
            </p:cNvSpPr>
            <p:nvPr/>
          </p:nvSpPr>
          <p:spPr>
            <a:xfrm>
              <a:off x="1184291" y="5545516"/>
              <a:ext cx="1870" cy="46990"/>
            </a:xfrm>
            <a:custGeom>
              <a:avLst/>
              <a:gdLst/>
              <a:ahLst/>
              <a:cxnLst/>
              <a:rect l="0" t="0" r="0" b="0"/>
              <a:pathLst>
                <a:path w="1870" h="46990">
                  <a:moveTo>
                    <a:pt x="1870" y="0"/>
                  </a:moveTo>
                  <a:lnTo>
                    <a:pt x="0" y="46990"/>
                  </a:lnTo>
                </a:path>
              </a:pathLst>
            </a:custGeom>
            <a:noFill/>
            <a:ln w="20003">
              <a:solidFill>
                <a:srgbClr val="8A9BA9"/>
              </a:solidFill>
            </a:ln>
          </p:spPr>
        </p:sp>
        <p:sp>
          <p:nvSpPr>
            <p:cNvPr id="1037" name="Input_receptor__1036">
              <a:extLst>
                <a:ext uri="{FF2B5EF4-FFF2-40B4-BE49-F238E27FC236}">
                  <a16:creationId xmlns:a16="http://schemas.microsoft.com/office/drawing/2014/main" id="{15D3AB5C-5A95-FB30-C4A8-C7D126CD05AC}"/>
                </a:ext>
              </a:extLst>
            </p:cNvPr>
            <p:cNvSpPr>
              <a:spLocks noGrp="1"/>
            </p:cNvSpPr>
            <p:nvPr/>
          </p:nvSpPr>
          <p:spPr>
            <a:xfrm>
              <a:off x="1087499" y="4684054"/>
              <a:ext cx="43844" cy="12087"/>
            </a:xfrm>
            <a:custGeom>
              <a:avLst/>
              <a:gdLst/>
              <a:ahLst/>
              <a:cxnLst/>
              <a:rect l="0" t="0" r="0" b="0"/>
              <a:pathLst>
                <a:path w="43844" h="12087">
                  <a:moveTo>
                    <a:pt x="43844" y="12087"/>
                  </a:moveTo>
                  <a:lnTo>
                    <a:pt x="0" y="0"/>
                  </a:lnTo>
                </a:path>
              </a:pathLst>
            </a:custGeom>
            <a:noFill/>
            <a:ln w="8096">
              <a:solidFill>
                <a:srgbClr val="8A9BA9"/>
              </a:solidFill>
            </a:ln>
          </p:spPr>
        </p:sp>
        <p:sp>
          <p:nvSpPr>
            <p:cNvPr id="1038" name="Input_receptor__1037">
              <a:extLst>
                <a:ext uri="{FF2B5EF4-FFF2-40B4-BE49-F238E27FC236}">
                  <a16:creationId xmlns:a16="http://schemas.microsoft.com/office/drawing/2014/main" id="{49DC0E47-A32E-784A-6857-86290A3BFA69}"/>
                </a:ext>
              </a:extLst>
            </p:cNvPr>
            <p:cNvSpPr>
              <a:spLocks noGrp="1"/>
            </p:cNvSpPr>
            <p:nvPr/>
          </p:nvSpPr>
          <p:spPr>
            <a:xfrm>
              <a:off x="1457201" y="5111454"/>
              <a:ext cx="20901" cy="42870"/>
            </a:xfrm>
            <a:custGeom>
              <a:avLst/>
              <a:gdLst/>
              <a:ahLst/>
              <a:cxnLst/>
              <a:rect l="0" t="0" r="0" b="0"/>
              <a:pathLst>
                <a:path w="20901" h="42870">
                  <a:moveTo>
                    <a:pt x="0" y="42870"/>
                  </a:moveTo>
                  <a:lnTo>
                    <a:pt x="20901" y="0"/>
                  </a:lnTo>
                </a:path>
              </a:pathLst>
            </a:custGeom>
            <a:noFill/>
            <a:ln w="20003">
              <a:solidFill>
                <a:srgbClr val="8A9BA9"/>
              </a:solidFill>
            </a:ln>
          </p:spPr>
        </p:sp>
        <p:sp>
          <p:nvSpPr>
            <p:cNvPr id="1039" name="Input_receptor__1038">
              <a:extLst>
                <a:ext uri="{FF2B5EF4-FFF2-40B4-BE49-F238E27FC236}">
                  <a16:creationId xmlns:a16="http://schemas.microsoft.com/office/drawing/2014/main" id="{27324120-3498-5267-C809-1EA81A3E54AC}"/>
                </a:ext>
              </a:extLst>
            </p:cNvPr>
            <p:cNvSpPr>
              <a:spLocks noGrp="1"/>
            </p:cNvSpPr>
            <p:nvPr/>
          </p:nvSpPr>
          <p:spPr>
            <a:xfrm>
              <a:off x="1482207" y="4973726"/>
              <a:ext cx="22830" cy="41878"/>
            </a:xfrm>
            <a:custGeom>
              <a:avLst/>
              <a:gdLst/>
              <a:ahLst/>
              <a:cxnLst/>
              <a:rect l="0" t="0" r="0" b="0"/>
              <a:pathLst>
                <a:path w="22830" h="41878">
                  <a:moveTo>
                    <a:pt x="0" y="0"/>
                  </a:moveTo>
                  <a:lnTo>
                    <a:pt x="22830" y="41878"/>
                  </a:lnTo>
                </a:path>
              </a:pathLst>
            </a:custGeom>
            <a:noFill/>
            <a:ln w="20003">
              <a:solidFill>
                <a:srgbClr val="8A9BA9"/>
              </a:solidFill>
            </a:ln>
          </p:spPr>
        </p:sp>
        <p:sp>
          <p:nvSpPr>
            <p:cNvPr id="1040" name="Input_receptor__1039">
              <a:extLst>
                <a:ext uri="{FF2B5EF4-FFF2-40B4-BE49-F238E27FC236}">
                  <a16:creationId xmlns:a16="http://schemas.microsoft.com/office/drawing/2014/main" id="{3040CDBD-DE71-7B07-470D-FB73D481E39B}"/>
                </a:ext>
              </a:extLst>
            </p:cNvPr>
            <p:cNvSpPr>
              <a:spLocks noGrp="1"/>
            </p:cNvSpPr>
            <p:nvPr/>
          </p:nvSpPr>
          <p:spPr>
            <a:xfrm>
              <a:off x="956348" y="4374543"/>
              <a:ext cx="24164" cy="15596"/>
            </a:xfrm>
            <a:custGeom>
              <a:avLst/>
              <a:gdLst/>
              <a:ahLst/>
              <a:cxnLst/>
              <a:rect l="0" t="0" r="0" b="0"/>
              <a:pathLst>
                <a:path w="24164" h="15596">
                  <a:moveTo>
                    <a:pt x="0" y="0"/>
                  </a:moveTo>
                  <a:lnTo>
                    <a:pt x="24164" y="15596"/>
                  </a:lnTo>
                </a:path>
              </a:pathLst>
            </a:custGeom>
            <a:noFill/>
            <a:ln w="8096">
              <a:solidFill>
                <a:srgbClr val="8A9BA9"/>
              </a:solidFill>
            </a:ln>
          </p:spPr>
        </p:sp>
        <p:sp>
          <p:nvSpPr>
            <p:cNvPr id="1041" name="Input_receptor__1040">
              <a:extLst>
                <a:ext uri="{FF2B5EF4-FFF2-40B4-BE49-F238E27FC236}">
                  <a16:creationId xmlns:a16="http://schemas.microsoft.com/office/drawing/2014/main" id="{6F1C0281-5BCC-B99F-8967-C885BF6A0810}"/>
                </a:ext>
              </a:extLst>
            </p:cNvPr>
            <p:cNvSpPr>
              <a:spLocks noGrp="1"/>
            </p:cNvSpPr>
            <p:nvPr/>
          </p:nvSpPr>
          <p:spPr>
            <a:xfrm>
              <a:off x="994290" y="5459357"/>
              <a:ext cx="12778" cy="22016"/>
            </a:xfrm>
            <a:custGeom>
              <a:avLst/>
              <a:gdLst/>
              <a:ahLst/>
              <a:cxnLst/>
              <a:rect l="0" t="0" r="0" b="0"/>
              <a:pathLst>
                <a:path w="12778" h="22016">
                  <a:moveTo>
                    <a:pt x="0" y="0"/>
                  </a:moveTo>
                  <a:lnTo>
                    <a:pt x="12778" y="22016"/>
                  </a:lnTo>
                </a:path>
              </a:pathLst>
            </a:custGeom>
            <a:noFill/>
            <a:ln w="8096">
              <a:solidFill>
                <a:srgbClr val="8A9BA9"/>
              </a:solidFill>
            </a:ln>
          </p:spPr>
        </p:sp>
        <p:sp>
          <p:nvSpPr>
            <p:cNvPr id="1042" name="Input_receptor__1041">
              <a:extLst>
                <a:ext uri="{FF2B5EF4-FFF2-40B4-BE49-F238E27FC236}">
                  <a16:creationId xmlns:a16="http://schemas.microsoft.com/office/drawing/2014/main" id="{BA1A83EE-553D-1D0D-867D-45310D260034}"/>
                </a:ext>
              </a:extLst>
            </p:cNvPr>
            <p:cNvSpPr>
              <a:spLocks noGrp="1"/>
            </p:cNvSpPr>
            <p:nvPr/>
          </p:nvSpPr>
          <p:spPr>
            <a:xfrm>
              <a:off x="1404706" y="4558056"/>
              <a:ext cx="5120" cy="35026"/>
            </a:xfrm>
            <a:custGeom>
              <a:avLst/>
              <a:gdLst/>
              <a:ahLst/>
              <a:cxnLst/>
              <a:rect l="0" t="0" r="0" b="0"/>
              <a:pathLst>
                <a:path w="5120" h="35026">
                  <a:moveTo>
                    <a:pt x="5120" y="0"/>
                  </a:moveTo>
                  <a:lnTo>
                    <a:pt x="0" y="35026"/>
                  </a:lnTo>
                </a:path>
              </a:pathLst>
            </a:custGeom>
            <a:noFill/>
            <a:ln w="8096">
              <a:solidFill>
                <a:srgbClr val="8A9BA9"/>
              </a:solidFill>
            </a:ln>
          </p:spPr>
        </p:sp>
        <p:sp>
          <p:nvSpPr>
            <p:cNvPr id="1043" name="Input_receptor__1042">
              <a:extLst>
                <a:ext uri="{FF2B5EF4-FFF2-40B4-BE49-F238E27FC236}">
                  <a16:creationId xmlns:a16="http://schemas.microsoft.com/office/drawing/2014/main" id="{28A959F1-054F-6D83-5F82-7F4785086CF4}"/>
                </a:ext>
              </a:extLst>
            </p:cNvPr>
            <p:cNvSpPr>
              <a:spLocks noGrp="1"/>
            </p:cNvSpPr>
            <p:nvPr/>
          </p:nvSpPr>
          <p:spPr>
            <a:xfrm>
              <a:off x="1215532" y="4298600"/>
              <a:ext cx="21210" cy="42446"/>
            </a:xfrm>
            <a:custGeom>
              <a:avLst/>
              <a:gdLst/>
              <a:ahLst/>
              <a:cxnLst/>
              <a:rect l="0" t="0" r="0" b="0"/>
              <a:pathLst>
                <a:path w="21210" h="42446">
                  <a:moveTo>
                    <a:pt x="0" y="42446"/>
                  </a:moveTo>
                  <a:lnTo>
                    <a:pt x="21210" y="0"/>
                  </a:lnTo>
                </a:path>
              </a:pathLst>
            </a:custGeom>
            <a:noFill/>
            <a:ln w="8096">
              <a:solidFill>
                <a:srgbClr val="8B9BA9"/>
              </a:solidFill>
            </a:ln>
          </p:spPr>
        </p:sp>
        <p:sp>
          <p:nvSpPr>
            <p:cNvPr id="1044" name="Input_receptor__1043">
              <a:extLst>
                <a:ext uri="{FF2B5EF4-FFF2-40B4-BE49-F238E27FC236}">
                  <a16:creationId xmlns:a16="http://schemas.microsoft.com/office/drawing/2014/main" id="{FB8455E0-591F-C036-E063-057E4FA4FDBD}"/>
                </a:ext>
              </a:extLst>
            </p:cNvPr>
            <p:cNvSpPr>
              <a:spLocks noGrp="1"/>
            </p:cNvSpPr>
            <p:nvPr/>
          </p:nvSpPr>
          <p:spPr>
            <a:xfrm>
              <a:off x="1035817" y="4982335"/>
              <a:ext cx="12813" cy="12126"/>
            </a:xfrm>
            <a:custGeom>
              <a:avLst/>
              <a:gdLst/>
              <a:ahLst/>
              <a:cxnLst/>
              <a:rect l="0" t="0" r="0" b="0"/>
              <a:pathLst>
                <a:path w="12813" h="12126">
                  <a:moveTo>
                    <a:pt x="0" y="12126"/>
                  </a:moveTo>
                  <a:lnTo>
                    <a:pt x="12813" y="0"/>
                  </a:lnTo>
                </a:path>
              </a:pathLst>
            </a:custGeom>
            <a:noFill/>
            <a:ln w="20003">
              <a:solidFill>
                <a:srgbClr val="8B9BA9"/>
              </a:solidFill>
            </a:ln>
          </p:spPr>
        </p:sp>
        <p:sp>
          <p:nvSpPr>
            <p:cNvPr id="1045" name="Input_receptor__1044">
              <a:extLst>
                <a:ext uri="{FF2B5EF4-FFF2-40B4-BE49-F238E27FC236}">
                  <a16:creationId xmlns:a16="http://schemas.microsoft.com/office/drawing/2014/main" id="{CE1565FA-DD81-BFA4-5739-0B85947F66FE}"/>
                </a:ext>
              </a:extLst>
            </p:cNvPr>
            <p:cNvSpPr>
              <a:spLocks noGrp="1"/>
            </p:cNvSpPr>
            <p:nvPr/>
          </p:nvSpPr>
          <p:spPr>
            <a:xfrm>
              <a:off x="1127559" y="5358509"/>
              <a:ext cx="28546" cy="37314"/>
            </a:xfrm>
            <a:custGeom>
              <a:avLst/>
              <a:gdLst/>
              <a:ahLst/>
              <a:cxnLst/>
              <a:rect l="0" t="0" r="0" b="0"/>
              <a:pathLst>
                <a:path w="28546" h="37314">
                  <a:moveTo>
                    <a:pt x="0" y="0"/>
                  </a:moveTo>
                  <a:lnTo>
                    <a:pt x="28546" y="37314"/>
                  </a:lnTo>
                </a:path>
              </a:pathLst>
            </a:custGeom>
            <a:noFill/>
            <a:ln w="20003">
              <a:solidFill>
                <a:srgbClr val="8B9BA9"/>
              </a:solidFill>
            </a:ln>
          </p:spPr>
        </p:sp>
        <p:sp>
          <p:nvSpPr>
            <p:cNvPr id="1046" name="Input_receptor__1045">
              <a:extLst>
                <a:ext uri="{FF2B5EF4-FFF2-40B4-BE49-F238E27FC236}">
                  <a16:creationId xmlns:a16="http://schemas.microsoft.com/office/drawing/2014/main" id="{D1323031-E346-BC8C-0654-2D197CB97685}"/>
                </a:ext>
              </a:extLst>
            </p:cNvPr>
            <p:cNvSpPr>
              <a:spLocks noGrp="1"/>
            </p:cNvSpPr>
            <p:nvPr/>
          </p:nvSpPr>
          <p:spPr>
            <a:xfrm>
              <a:off x="1060823" y="4742413"/>
              <a:ext cx="15346" cy="4101"/>
            </a:xfrm>
            <a:custGeom>
              <a:avLst/>
              <a:gdLst/>
              <a:ahLst/>
              <a:cxnLst/>
              <a:rect l="0" t="0" r="0" b="0"/>
              <a:pathLst>
                <a:path w="15346" h="4101">
                  <a:moveTo>
                    <a:pt x="15346" y="4101"/>
                  </a:moveTo>
                  <a:lnTo>
                    <a:pt x="0" y="0"/>
                  </a:lnTo>
                </a:path>
              </a:pathLst>
            </a:custGeom>
            <a:noFill/>
            <a:ln w="20003">
              <a:solidFill>
                <a:srgbClr val="8B9CA9"/>
              </a:solidFill>
            </a:ln>
          </p:spPr>
        </p:sp>
        <p:sp>
          <p:nvSpPr>
            <p:cNvPr id="1047" name="Input_receptor__1046">
              <a:extLst>
                <a:ext uri="{FF2B5EF4-FFF2-40B4-BE49-F238E27FC236}">
                  <a16:creationId xmlns:a16="http://schemas.microsoft.com/office/drawing/2014/main" id="{EDE17BE4-1271-C5C5-CD8D-95DAE663A97B}"/>
                </a:ext>
              </a:extLst>
            </p:cNvPr>
            <p:cNvSpPr>
              <a:spLocks noGrp="1"/>
            </p:cNvSpPr>
            <p:nvPr/>
          </p:nvSpPr>
          <p:spPr>
            <a:xfrm>
              <a:off x="953588" y="4329758"/>
              <a:ext cx="47400" cy="983"/>
            </a:xfrm>
            <a:custGeom>
              <a:avLst/>
              <a:gdLst/>
              <a:ahLst/>
              <a:cxnLst/>
              <a:rect l="0" t="0" r="0" b="0"/>
              <a:pathLst>
                <a:path w="47400" h="983">
                  <a:moveTo>
                    <a:pt x="47400" y="983"/>
                  </a:moveTo>
                  <a:lnTo>
                    <a:pt x="0" y="0"/>
                  </a:lnTo>
                </a:path>
              </a:pathLst>
            </a:custGeom>
            <a:noFill/>
            <a:ln w="8096">
              <a:solidFill>
                <a:srgbClr val="8B9CA9"/>
              </a:solidFill>
            </a:ln>
          </p:spPr>
        </p:sp>
        <p:sp>
          <p:nvSpPr>
            <p:cNvPr id="1048" name="Input_receptor__1047">
              <a:extLst>
                <a:ext uri="{FF2B5EF4-FFF2-40B4-BE49-F238E27FC236}">
                  <a16:creationId xmlns:a16="http://schemas.microsoft.com/office/drawing/2014/main" id="{DA93D61F-A31A-B5AC-4C9C-60B85CB7CA86}"/>
                </a:ext>
              </a:extLst>
            </p:cNvPr>
            <p:cNvSpPr>
              <a:spLocks noGrp="1"/>
            </p:cNvSpPr>
            <p:nvPr/>
          </p:nvSpPr>
          <p:spPr>
            <a:xfrm>
              <a:off x="934460" y="4766837"/>
              <a:ext cx="23547" cy="41959"/>
            </a:xfrm>
            <a:custGeom>
              <a:avLst/>
              <a:gdLst/>
              <a:ahLst/>
              <a:cxnLst/>
              <a:rect l="0" t="0" r="0" b="0"/>
              <a:pathLst>
                <a:path w="23547" h="41959">
                  <a:moveTo>
                    <a:pt x="0" y="0"/>
                  </a:moveTo>
                  <a:lnTo>
                    <a:pt x="23547" y="41959"/>
                  </a:lnTo>
                </a:path>
              </a:pathLst>
            </a:custGeom>
            <a:noFill/>
            <a:ln w="20003">
              <a:solidFill>
                <a:srgbClr val="8B9CA9"/>
              </a:solidFill>
            </a:ln>
          </p:spPr>
        </p:sp>
        <p:sp>
          <p:nvSpPr>
            <p:cNvPr id="1049" name="Input_receptor__1048">
              <a:extLst>
                <a:ext uri="{FF2B5EF4-FFF2-40B4-BE49-F238E27FC236}">
                  <a16:creationId xmlns:a16="http://schemas.microsoft.com/office/drawing/2014/main" id="{2F2281A4-6835-83D4-1AA4-B6FC51ABF292}"/>
                </a:ext>
              </a:extLst>
            </p:cNvPr>
            <p:cNvSpPr>
              <a:spLocks noGrp="1"/>
            </p:cNvSpPr>
            <p:nvPr/>
          </p:nvSpPr>
          <p:spPr>
            <a:xfrm>
              <a:off x="1647274" y="5281427"/>
              <a:ext cx="21144" cy="42090"/>
            </a:xfrm>
            <a:custGeom>
              <a:avLst/>
              <a:gdLst/>
              <a:ahLst/>
              <a:cxnLst/>
              <a:rect l="0" t="0" r="0" b="0"/>
              <a:pathLst>
                <a:path w="21144" h="42090">
                  <a:moveTo>
                    <a:pt x="21144" y="0"/>
                  </a:moveTo>
                  <a:lnTo>
                    <a:pt x="0" y="42090"/>
                  </a:lnTo>
                </a:path>
              </a:pathLst>
            </a:custGeom>
            <a:noFill/>
            <a:ln w="20003">
              <a:solidFill>
                <a:srgbClr val="8B9CA9"/>
              </a:solidFill>
            </a:ln>
          </p:spPr>
        </p:sp>
        <p:sp>
          <p:nvSpPr>
            <p:cNvPr id="1050" name="Input_receptor__1049">
              <a:extLst>
                <a:ext uri="{FF2B5EF4-FFF2-40B4-BE49-F238E27FC236}">
                  <a16:creationId xmlns:a16="http://schemas.microsoft.com/office/drawing/2014/main" id="{30468B08-A7DB-90D7-9516-BD1288B2B397}"/>
                </a:ext>
              </a:extLst>
            </p:cNvPr>
            <p:cNvSpPr>
              <a:spLocks noGrp="1"/>
            </p:cNvSpPr>
            <p:nvPr/>
          </p:nvSpPr>
          <p:spPr>
            <a:xfrm>
              <a:off x="1117609" y="5186637"/>
              <a:ext cx="40350" cy="26028"/>
            </a:xfrm>
            <a:custGeom>
              <a:avLst/>
              <a:gdLst/>
              <a:ahLst/>
              <a:cxnLst/>
              <a:rect l="0" t="0" r="0" b="0"/>
              <a:pathLst>
                <a:path w="40350" h="26028">
                  <a:moveTo>
                    <a:pt x="40350" y="0"/>
                  </a:moveTo>
                  <a:lnTo>
                    <a:pt x="0" y="26028"/>
                  </a:lnTo>
                </a:path>
              </a:pathLst>
            </a:custGeom>
            <a:noFill/>
            <a:ln w="20003">
              <a:solidFill>
                <a:srgbClr val="8B9CA9"/>
              </a:solidFill>
            </a:ln>
          </p:spPr>
        </p:sp>
        <p:sp>
          <p:nvSpPr>
            <p:cNvPr id="1051" name="Input_receptor__1050">
              <a:extLst>
                <a:ext uri="{FF2B5EF4-FFF2-40B4-BE49-F238E27FC236}">
                  <a16:creationId xmlns:a16="http://schemas.microsoft.com/office/drawing/2014/main" id="{CB49C68F-CD26-8887-3C06-359DD4EB610D}"/>
                </a:ext>
              </a:extLst>
            </p:cNvPr>
            <p:cNvSpPr>
              <a:spLocks noGrp="1"/>
            </p:cNvSpPr>
            <p:nvPr/>
          </p:nvSpPr>
          <p:spPr>
            <a:xfrm>
              <a:off x="1487702" y="4396766"/>
              <a:ext cx="26438" cy="27256"/>
            </a:xfrm>
            <a:custGeom>
              <a:avLst/>
              <a:gdLst/>
              <a:ahLst/>
              <a:cxnLst/>
              <a:rect l="0" t="0" r="0" b="0"/>
              <a:pathLst>
                <a:path w="26438" h="27256">
                  <a:moveTo>
                    <a:pt x="26438" y="27256"/>
                  </a:moveTo>
                  <a:lnTo>
                    <a:pt x="0" y="0"/>
                  </a:lnTo>
                </a:path>
              </a:pathLst>
            </a:custGeom>
            <a:noFill/>
            <a:ln w="8096">
              <a:solidFill>
                <a:srgbClr val="8B9CA9"/>
              </a:solidFill>
            </a:ln>
          </p:spPr>
        </p:sp>
        <p:sp>
          <p:nvSpPr>
            <p:cNvPr id="1052" name="Input_receptor__1051">
              <a:extLst>
                <a:ext uri="{FF2B5EF4-FFF2-40B4-BE49-F238E27FC236}">
                  <a16:creationId xmlns:a16="http://schemas.microsoft.com/office/drawing/2014/main" id="{480AC52A-C266-81EE-F3FA-58F5E273AD68}"/>
                </a:ext>
              </a:extLst>
            </p:cNvPr>
            <p:cNvSpPr>
              <a:spLocks noGrp="1"/>
            </p:cNvSpPr>
            <p:nvPr/>
          </p:nvSpPr>
          <p:spPr>
            <a:xfrm>
              <a:off x="1131344" y="4696141"/>
              <a:ext cx="25503" cy="30355"/>
            </a:xfrm>
            <a:custGeom>
              <a:avLst/>
              <a:gdLst/>
              <a:ahLst/>
              <a:cxnLst/>
              <a:rect l="0" t="0" r="0" b="0"/>
              <a:pathLst>
                <a:path w="25503" h="30355">
                  <a:moveTo>
                    <a:pt x="25503" y="30355"/>
                  </a:moveTo>
                  <a:lnTo>
                    <a:pt x="0" y="0"/>
                  </a:lnTo>
                </a:path>
              </a:pathLst>
            </a:custGeom>
            <a:noFill/>
            <a:ln w="8096">
              <a:solidFill>
                <a:srgbClr val="8B9CA9"/>
              </a:solidFill>
            </a:ln>
          </p:spPr>
        </p:sp>
        <p:sp>
          <p:nvSpPr>
            <p:cNvPr id="1053" name="Input_receptor__1052">
              <a:extLst>
                <a:ext uri="{FF2B5EF4-FFF2-40B4-BE49-F238E27FC236}">
                  <a16:creationId xmlns:a16="http://schemas.microsoft.com/office/drawing/2014/main" id="{33F2CE5A-7791-8E5D-D578-3CF3B95E9109}"/>
                </a:ext>
              </a:extLst>
            </p:cNvPr>
            <p:cNvSpPr>
              <a:spLocks noGrp="1"/>
            </p:cNvSpPr>
            <p:nvPr/>
          </p:nvSpPr>
          <p:spPr>
            <a:xfrm>
              <a:off x="1200639" y="4249244"/>
              <a:ext cx="36103" cy="49356"/>
            </a:xfrm>
            <a:custGeom>
              <a:avLst/>
              <a:gdLst/>
              <a:ahLst/>
              <a:cxnLst/>
              <a:rect l="0" t="0" r="0" b="0"/>
              <a:pathLst>
                <a:path w="36103" h="49356">
                  <a:moveTo>
                    <a:pt x="36103" y="49356"/>
                  </a:moveTo>
                  <a:lnTo>
                    <a:pt x="0" y="0"/>
                  </a:lnTo>
                </a:path>
              </a:pathLst>
            </a:custGeom>
            <a:noFill/>
            <a:ln w="8096">
              <a:solidFill>
                <a:srgbClr val="8B9CA9"/>
              </a:solidFill>
            </a:ln>
          </p:spPr>
        </p:sp>
        <p:sp>
          <p:nvSpPr>
            <p:cNvPr id="1054" name="Input_receptor__1053">
              <a:extLst>
                <a:ext uri="{FF2B5EF4-FFF2-40B4-BE49-F238E27FC236}">
                  <a16:creationId xmlns:a16="http://schemas.microsoft.com/office/drawing/2014/main" id="{950D19D1-4856-2184-4804-2CA3703B36EB}"/>
                </a:ext>
              </a:extLst>
            </p:cNvPr>
            <p:cNvSpPr>
              <a:spLocks noGrp="1"/>
            </p:cNvSpPr>
            <p:nvPr/>
          </p:nvSpPr>
          <p:spPr>
            <a:xfrm>
              <a:off x="1450708" y="4315121"/>
              <a:ext cx="1305" cy="18454"/>
            </a:xfrm>
            <a:custGeom>
              <a:avLst/>
              <a:gdLst/>
              <a:ahLst/>
              <a:cxnLst/>
              <a:rect l="0" t="0" r="0" b="0"/>
              <a:pathLst>
                <a:path w="1305" h="18454">
                  <a:moveTo>
                    <a:pt x="0" y="0"/>
                  </a:moveTo>
                  <a:lnTo>
                    <a:pt x="1305" y="18454"/>
                  </a:lnTo>
                </a:path>
              </a:pathLst>
            </a:custGeom>
            <a:noFill/>
            <a:ln w="8096">
              <a:solidFill>
                <a:srgbClr val="8B9CA9"/>
              </a:solidFill>
            </a:ln>
          </p:spPr>
        </p:sp>
        <p:sp>
          <p:nvSpPr>
            <p:cNvPr id="1055" name="Input_receptor__1054">
              <a:extLst>
                <a:ext uri="{FF2B5EF4-FFF2-40B4-BE49-F238E27FC236}">
                  <a16:creationId xmlns:a16="http://schemas.microsoft.com/office/drawing/2014/main" id="{93FE493A-E32D-84A4-1D6B-869A1DB0FD47}"/>
                </a:ext>
              </a:extLst>
            </p:cNvPr>
            <p:cNvSpPr>
              <a:spLocks noGrp="1"/>
            </p:cNvSpPr>
            <p:nvPr/>
          </p:nvSpPr>
          <p:spPr>
            <a:xfrm>
              <a:off x="1448625" y="4828047"/>
              <a:ext cx="31841" cy="25775"/>
            </a:xfrm>
            <a:custGeom>
              <a:avLst/>
              <a:gdLst/>
              <a:ahLst/>
              <a:cxnLst/>
              <a:rect l="0" t="0" r="0" b="0"/>
              <a:pathLst>
                <a:path w="31841" h="25775">
                  <a:moveTo>
                    <a:pt x="0" y="0"/>
                  </a:moveTo>
                  <a:lnTo>
                    <a:pt x="31841" y="25775"/>
                  </a:lnTo>
                </a:path>
              </a:pathLst>
            </a:custGeom>
            <a:noFill/>
            <a:ln w="8096">
              <a:solidFill>
                <a:srgbClr val="8B9CA9"/>
              </a:solidFill>
            </a:ln>
          </p:spPr>
        </p:sp>
        <p:sp>
          <p:nvSpPr>
            <p:cNvPr id="1056" name="Input_receptor__1055">
              <a:extLst>
                <a:ext uri="{FF2B5EF4-FFF2-40B4-BE49-F238E27FC236}">
                  <a16:creationId xmlns:a16="http://schemas.microsoft.com/office/drawing/2014/main" id="{47CFA846-9366-673D-5EF0-4D4E4849017E}"/>
                </a:ext>
              </a:extLst>
            </p:cNvPr>
            <p:cNvSpPr>
              <a:spLocks noGrp="1"/>
            </p:cNvSpPr>
            <p:nvPr/>
          </p:nvSpPr>
          <p:spPr>
            <a:xfrm>
              <a:off x="1482621" y="4262407"/>
              <a:ext cx="14937" cy="625"/>
            </a:xfrm>
            <a:custGeom>
              <a:avLst/>
              <a:gdLst/>
              <a:ahLst/>
              <a:cxnLst/>
              <a:rect l="0" t="0" r="0" b="0"/>
              <a:pathLst>
                <a:path w="14937" h="625">
                  <a:moveTo>
                    <a:pt x="14937" y="0"/>
                  </a:moveTo>
                  <a:lnTo>
                    <a:pt x="0" y="625"/>
                  </a:lnTo>
                </a:path>
              </a:pathLst>
            </a:custGeom>
            <a:noFill/>
            <a:ln w="20003">
              <a:solidFill>
                <a:srgbClr val="8B9CA9"/>
              </a:solidFill>
            </a:ln>
          </p:spPr>
        </p:sp>
        <p:sp>
          <p:nvSpPr>
            <p:cNvPr id="1057" name="Input_receptor__1056">
              <a:extLst>
                <a:ext uri="{FF2B5EF4-FFF2-40B4-BE49-F238E27FC236}">
                  <a16:creationId xmlns:a16="http://schemas.microsoft.com/office/drawing/2014/main" id="{A2FA3160-333F-C3A7-341F-15C28463FAB3}"/>
                </a:ext>
              </a:extLst>
            </p:cNvPr>
            <p:cNvSpPr>
              <a:spLocks noGrp="1"/>
            </p:cNvSpPr>
            <p:nvPr/>
          </p:nvSpPr>
          <p:spPr>
            <a:xfrm>
              <a:off x="1118359" y="4448487"/>
              <a:ext cx="43104" cy="19553"/>
            </a:xfrm>
            <a:custGeom>
              <a:avLst/>
              <a:gdLst/>
              <a:ahLst/>
              <a:cxnLst/>
              <a:rect l="0" t="0" r="0" b="0"/>
              <a:pathLst>
                <a:path w="43104" h="19553">
                  <a:moveTo>
                    <a:pt x="0" y="19553"/>
                  </a:moveTo>
                  <a:lnTo>
                    <a:pt x="43104" y="0"/>
                  </a:lnTo>
                </a:path>
              </a:pathLst>
            </a:custGeom>
            <a:noFill/>
            <a:ln w="20003">
              <a:solidFill>
                <a:srgbClr val="8B9CA9"/>
              </a:solidFill>
            </a:ln>
          </p:spPr>
        </p:sp>
        <p:sp>
          <p:nvSpPr>
            <p:cNvPr id="1058" name="Input_receptor__1057">
              <a:extLst>
                <a:ext uri="{FF2B5EF4-FFF2-40B4-BE49-F238E27FC236}">
                  <a16:creationId xmlns:a16="http://schemas.microsoft.com/office/drawing/2014/main" id="{82416D66-C92F-523A-5897-29DCF69A302D}"/>
                </a:ext>
              </a:extLst>
            </p:cNvPr>
            <p:cNvSpPr>
              <a:spLocks noGrp="1"/>
            </p:cNvSpPr>
            <p:nvPr/>
          </p:nvSpPr>
          <p:spPr>
            <a:xfrm>
              <a:off x="1196183" y="4798709"/>
              <a:ext cx="36536" cy="21044"/>
            </a:xfrm>
            <a:custGeom>
              <a:avLst/>
              <a:gdLst/>
              <a:ahLst/>
              <a:cxnLst/>
              <a:rect l="0" t="0" r="0" b="0"/>
              <a:pathLst>
                <a:path w="36536" h="21044">
                  <a:moveTo>
                    <a:pt x="0" y="0"/>
                  </a:moveTo>
                  <a:lnTo>
                    <a:pt x="36536" y="21044"/>
                  </a:lnTo>
                </a:path>
              </a:pathLst>
            </a:custGeom>
            <a:noFill/>
            <a:ln w="20003">
              <a:solidFill>
                <a:srgbClr val="8B9CA9"/>
              </a:solidFill>
            </a:ln>
          </p:spPr>
        </p:sp>
        <p:sp>
          <p:nvSpPr>
            <p:cNvPr id="1059" name="Input_receptor__1058">
              <a:extLst>
                <a:ext uri="{FF2B5EF4-FFF2-40B4-BE49-F238E27FC236}">
                  <a16:creationId xmlns:a16="http://schemas.microsoft.com/office/drawing/2014/main" id="{5952129B-683A-6952-8FFD-C68DAE078B13}"/>
                </a:ext>
              </a:extLst>
            </p:cNvPr>
            <p:cNvSpPr>
              <a:spLocks noGrp="1"/>
            </p:cNvSpPr>
            <p:nvPr/>
          </p:nvSpPr>
          <p:spPr>
            <a:xfrm>
              <a:off x="1817041" y="5191481"/>
              <a:ext cx="23358" cy="39884"/>
            </a:xfrm>
            <a:custGeom>
              <a:avLst/>
              <a:gdLst/>
              <a:ahLst/>
              <a:cxnLst/>
              <a:rect l="0" t="0" r="0" b="0"/>
              <a:pathLst>
                <a:path w="23358" h="39884">
                  <a:moveTo>
                    <a:pt x="0" y="39884"/>
                  </a:moveTo>
                  <a:lnTo>
                    <a:pt x="23358" y="0"/>
                  </a:lnTo>
                </a:path>
              </a:pathLst>
            </a:custGeom>
            <a:noFill/>
            <a:ln w="20003">
              <a:solidFill>
                <a:srgbClr val="8B9CA9"/>
              </a:solidFill>
            </a:ln>
          </p:spPr>
        </p:sp>
        <p:sp>
          <p:nvSpPr>
            <p:cNvPr id="1060" name="Input_receptor__1059">
              <a:extLst>
                <a:ext uri="{FF2B5EF4-FFF2-40B4-BE49-F238E27FC236}">
                  <a16:creationId xmlns:a16="http://schemas.microsoft.com/office/drawing/2014/main" id="{D97F1611-07A0-778B-50A8-9B1F5B7A6B31}"/>
                </a:ext>
              </a:extLst>
            </p:cNvPr>
            <p:cNvSpPr>
              <a:spLocks noGrp="1"/>
            </p:cNvSpPr>
            <p:nvPr/>
          </p:nvSpPr>
          <p:spPr>
            <a:xfrm>
              <a:off x="1060508" y="4863973"/>
              <a:ext cx="25342" cy="1453"/>
            </a:xfrm>
            <a:custGeom>
              <a:avLst/>
              <a:gdLst/>
              <a:ahLst/>
              <a:cxnLst/>
              <a:rect l="0" t="0" r="0" b="0"/>
              <a:pathLst>
                <a:path w="25342" h="1453">
                  <a:moveTo>
                    <a:pt x="0" y="1453"/>
                  </a:moveTo>
                  <a:lnTo>
                    <a:pt x="25342" y="0"/>
                  </a:lnTo>
                </a:path>
              </a:pathLst>
            </a:custGeom>
            <a:noFill/>
            <a:ln w="20003">
              <a:solidFill>
                <a:srgbClr val="8B9CA9"/>
              </a:solidFill>
            </a:ln>
          </p:spPr>
        </p:sp>
        <p:sp>
          <p:nvSpPr>
            <p:cNvPr id="1061" name="Input_receptor__1060">
              <a:extLst>
                <a:ext uri="{FF2B5EF4-FFF2-40B4-BE49-F238E27FC236}">
                  <a16:creationId xmlns:a16="http://schemas.microsoft.com/office/drawing/2014/main" id="{928EA39B-2DC5-F03F-D5F7-4DF05B5EC08E}"/>
                </a:ext>
              </a:extLst>
            </p:cNvPr>
            <p:cNvSpPr>
              <a:spLocks noGrp="1"/>
            </p:cNvSpPr>
            <p:nvPr/>
          </p:nvSpPr>
          <p:spPr>
            <a:xfrm>
              <a:off x="1508540" y="4538562"/>
              <a:ext cx="14007" cy="4727"/>
            </a:xfrm>
            <a:custGeom>
              <a:avLst/>
              <a:gdLst/>
              <a:ahLst/>
              <a:cxnLst/>
              <a:rect l="0" t="0" r="0" b="0"/>
              <a:pathLst>
                <a:path w="14007" h="4727">
                  <a:moveTo>
                    <a:pt x="14007" y="4727"/>
                  </a:moveTo>
                  <a:lnTo>
                    <a:pt x="0" y="0"/>
                  </a:lnTo>
                </a:path>
              </a:pathLst>
            </a:custGeom>
            <a:noFill/>
            <a:ln w="8096">
              <a:solidFill>
                <a:srgbClr val="8B9CA9"/>
              </a:solidFill>
            </a:ln>
          </p:spPr>
        </p:sp>
        <p:sp>
          <p:nvSpPr>
            <p:cNvPr id="1062" name="Input_receptor__1061">
              <a:extLst>
                <a:ext uri="{FF2B5EF4-FFF2-40B4-BE49-F238E27FC236}">
                  <a16:creationId xmlns:a16="http://schemas.microsoft.com/office/drawing/2014/main" id="{8F5A7A67-744D-344F-11F0-1464FC7B7A34}"/>
                </a:ext>
              </a:extLst>
            </p:cNvPr>
            <p:cNvSpPr>
              <a:spLocks noGrp="1"/>
            </p:cNvSpPr>
            <p:nvPr/>
          </p:nvSpPr>
          <p:spPr>
            <a:xfrm>
              <a:off x="1312235" y="4721654"/>
              <a:ext cx="36524" cy="32248"/>
            </a:xfrm>
            <a:custGeom>
              <a:avLst/>
              <a:gdLst/>
              <a:ahLst/>
              <a:cxnLst/>
              <a:rect l="0" t="0" r="0" b="0"/>
              <a:pathLst>
                <a:path w="36524" h="32248">
                  <a:moveTo>
                    <a:pt x="36524" y="32248"/>
                  </a:moveTo>
                  <a:lnTo>
                    <a:pt x="0" y="0"/>
                  </a:lnTo>
                </a:path>
              </a:pathLst>
            </a:custGeom>
            <a:noFill/>
            <a:ln w="20003">
              <a:solidFill>
                <a:srgbClr val="8B9CA9"/>
              </a:solidFill>
            </a:ln>
          </p:spPr>
        </p:sp>
        <p:sp>
          <p:nvSpPr>
            <p:cNvPr id="1063" name="Input_receptor__1062">
              <a:extLst>
                <a:ext uri="{FF2B5EF4-FFF2-40B4-BE49-F238E27FC236}">
                  <a16:creationId xmlns:a16="http://schemas.microsoft.com/office/drawing/2014/main" id="{38D844AB-B343-FA58-C7B2-ED0733B23DCE}"/>
                </a:ext>
              </a:extLst>
            </p:cNvPr>
            <p:cNvSpPr>
              <a:spLocks noGrp="1"/>
            </p:cNvSpPr>
            <p:nvPr/>
          </p:nvSpPr>
          <p:spPr>
            <a:xfrm>
              <a:off x="924331" y="4808795"/>
              <a:ext cx="33676" cy="31478"/>
            </a:xfrm>
            <a:custGeom>
              <a:avLst/>
              <a:gdLst/>
              <a:ahLst/>
              <a:cxnLst/>
              <a:rect l="0" t="0" r="0" b="0"/>
              <a:pathLst>
                <a:path w="33676" h="31478">
                  <a:moveTo>
                    <a:pt x="33676" y="0"/>
                  </a:moveTo>
                  <a:lnTo>
                    <a:pt x="0" y="31478"/>
                  </a:lnTo>
                </a:path>
              </a:pathLst>
            </a:custGeom>
            <a:noFill/>
            <a:ln w="20003">
              <a:solidFill>
                <a:srgbClr val="8B9CA9"/>
              </a:solidFill>
            </a:ln>
          </p:spPr>
        </p:sp>
        <p:sp>
          <p:nvSpPr>
            <p:cNvPr id="1064" name="Input_receptor__1063">
              <a:extLst>
                <a:ext uri="{FF2B5EF4-FFF2-40B4-BE49-F238E27FC236}">
                  <a16:creationId xmlns:a16="http://schemas.microsoft.com/office/drawing/2014/main" id="{F258EBF7-7730-3DA7-AC27-E43D9D1CD710}"/>
                </a:ext>
              </a:extLst>
            </p:cNvPr>
            <p:cNvSpPr>
              <a:spLocks noGrp="1"/>
            </p:cNvSpPr>
            <p:nvPr/>
          </p:nvSpPr>
          <p:spPr>
            <a:xfrm>
              <a:off x="1534791" y="4797017"/>
              <a:ext cx="29032" cy="1662"/>
            </a:xfrm>
            <a:custGeom>
              <a:avLst/>
              <a:gdLst/>
              <a:ahLst/>
              <a:cxnLst/>
              <a:rect l="0" t="0" r="0" b="0"/>
              <a:pathLst>
                <a:path w="29032" h="1662">
                  <a:moveTo>
                    <a:pt x="0" y="0"/>
                  </a:moveTo>
                  <a:lnTo>
                    <a:pt x="29032" y="1662"/>
                  </a:lnTo>
                </a:path>
              </a:pathLst>
            </a:custGeom>
            <a:noFill/>
            <a:ln w="20003">
              <a:solidFill>
                <a:srgbClr val="8B9CA9"/>
              </a:solidFill>
            </a:ln>
          </p:spPr>
        </p:sp>
        <p:sp>
          <p:nvSpPr>
            <p:cNvPr id="1065" name="Input_receptor__1064">
              <a:extLst>
                <a:ext uri="{FF2B5EF4-FFF2-40B4-BE49-F238E27FC236}">
                  <a16:creationId xmlns:a16="http://schemas.microsoft.com/office/drawing/2014/main" id="{5CE8783A-113D-ADD0-C2D2-E0191180A706}"/>
                </a:ext>
              </a:extLst>
            </p:cNvPr>
            <p:cNvSpPr>
              <a:spLocks noGrp="1"/>
            </p:cNvSpPr>
            <p:nvPr/>
          </p:nvSpPr>
          <p:spPr>
            <a:xfrm>
              <a:off x="1172424" y="5218491"/>
              <a:ext cx="15834" cy="38605"/>
            </a:xfrm>
            <a:custGeom>
              <a:avLst/>
              <a:gdLst/>
              <a:ahLst/>
              <a:cxnLst/>
              <a:rect l="0" t="0" r="0" b="0"/>
              <a:pathLst>
                <a:path w="15834" h="38605">
                  <a:moveTo>
                    <a:pt x="0" y="38605"/>
                  </a:moveTo>
                  <a:lnTo>
                    <a:pt x="15834" y="0"/>
                  </a:lnTo>
                </a:path>
              </a:pathLst>
            </a:custGeom>
            <a:noFill/>
            <a:ln w="20003">
              <a:solidFill>
                <a:srgbClr val="8B9CA9"/>
              </a:solidFill>
            </a:ln>
          </p:spPr>
        </p:sp>
        <p:sp>
          <p:nvSpPr>
            <p:cNvPr id="1066" name="Input_receptor__1065">
              <a:extLst>
                <a:ext uri="{FF2B5EF4-FFF2-40B4-BE49-F238E27FC236}">
                  <a16:creationId xmlns:a16="http://schemas.microsoft.com/office/drawing/2014/main" id="{7A782D20-6D97-3E58-4A32-F6164D338429}"/>
                </a:ext>
              </a:extLst>
            </p:cNvPr>
            <p:cNvSpPr>
              <a:spLocks noGrp="1"/>
            </p:cNvSpPr>
            <p:nvPr/>
          </p:nvSpPr>
          <p:spPr>
            <a:xfrm>
              <a:off x="1350678" y="4067467"/>
              <a:ext cx="30069" cy="21800"/>
            </a:xfrm>
            <a:custGeom>
              <a:avLst/>
              <a:gdLst/>
              <a:ahLst/>
              <a:cxnLst/>
              <a:rect l="0" t="0" r="0" b="0"/>
              <a:pathLst>
                <a:path w="30069" h="21800">
                  <a:moveTo>
                    <a:pt x="0" y="21800"/>
                  </a:moveTo>
                  <a:lnTo>
                    <a:pt x="30069" y="0"/>
                  </a:lnTo>
                </a:path>
              </a:pathLst>
            </a:custGeom>
            <a:noFill/>
            <a:ln w="20003">
              <a:solidFill>
                <a:srgbClr val="8B9CA9"/>
              </a:solidFill>
            </a:ln>
          </p:spPr>
        </p:sp>
        <p:sp>
          <p:nvSpPr>
            <p:cNvPr id="1067" name="Input_receptor__1066">
              <a:extLst>
                <a:ext uri="{FF2B5EF4-FFF2-40B4-BE49-F238E27FC236}">
                  <a16:creationId xmlns:a16="http://schemas.microsoft.com/office/drawing/2014/main" id="{6B1E679B-3177-4EE7-5B60-3418CB3B455C}"/>
                </a:ext>
              </a:extLst>
            </p:cNvPr>
            <p:cNvSpPr>
              <a:spLocks noGrp="1"/>
            </p:cNvSpPr>
            <p:nvPr/>
          </p:nvSpPr>
          <p:spPr>
            <a:xfrm>
              <a:off x="1573638" y="5222656"/>
              <a:ext cx="42412" cy="4790"/>
            </a:xfrm>
            <a:custGeom>
              <a:avLst/>
              <a:gdLst/>
              <a:ahLst/>
              <a:cxnLst/>
              <a:rect l="0" t="0" r="0" b="0"/>
              <a:pathLst>
                <a:path w="42412" h="4790">
                  <a:moveTo>
                    <a:pt x="0" y="4790"/>
                  </a:moveTo>
                  <a:lnTo>
                    <a:pt x="42412" y="0"/>
                  </a:lnTo>
                </a:path>
              </a:pathLst>
            </a:custGeom>
            <a:noFill/>
            <a:ln w="20003">
              <a:solidFill>
                <a:srgbClr val="8B9CA9"/>
              </a:solidFill>
            </a:ln>
          </p:spPr>
        </p:sp>
        <p:sp>
          <p:nvSpPr>
            <p:cNvPr id="1068" name="Input_receptor__1067">
              <a:extLst>
                <a:ext uri="{FF2B5EF4-FFF2-40B4-BE49-F238E27FC236}">
                  <a16:creationId xmlns:a16="http://schemas.microsoft.com/office/drawing/2014/main" id="{26B66B34-B862-F147-1770-114310FE87BC}"/>
                </a:ext>
              </a:extLst>
            </p:cNvPr>
            <p:cNvSpPr>
              <a:spLocks noGrp="1"/>
            </p:cNvSpPr>
            <p:nvPr/>
          </p:nvSpPr>
          <p:spPr>
            <a:xfrm>
              <a:off x="1427035" y="5081385"/>
              <a:ext cx="6787" cy="11733"/>
            </a:xfrm>
            <a:custGeom>
              <a:avLst/>
              <a:gdLst/>
              <a:ahLst/>
              <a:cxnLst/>
              <a:rect l="0" t="0" r="0" b="0"/>
              <a:pathLst>
                <a:path w="6787" h="11733">
                  <a:moveTo>
                    <a:pt x="6787" y="11733"/>
                  </a:moveTo>
                  <a:lnTo>
                    <a:pt x="0" y="0"/>
                  </a:lnTo>
                </a:path>
              </a:pathLst>
            </a:custGeom>
            <a:noFill/>
            <a:ln w="8096">
              <a:solidFill>
                <a:srgbClr val="8B9CA9"/>
              </a:solidFill>
            </a:ln>
          </p:spPr>
        </p:sp>
        <p:sp>
          <p:nvSpPr>
            <p:cNvPr id="1069" name="Input_receptor__1068">
              <a:extLst>
                <a:ext uri="{FF2B5EF4-FFF2-40B4-BE49-F238E27FC236}">
                  <a16:creationId xmlns:a16="http://schemas.microsoft.com/office/drawing/2014/main" id="{B49B0A40-B2B5-EF44-9530-69DA7B4EC14C}"/>
                </a:ext>
              </a:extLst>
            </p:cNvPr>
            <p:cNvSpPr>
              <a:spLocks noGrp="1"/>
            </p:cNvSpPr>
            <p:nvPr/>
          </p:nvSpPr>
          <p:spPr>
            <a:xfrm>
              <a:off x="1323476" y="4753902"/>
              <a:ext cx="25283" cy="40956"/>
            </a:xfrm>
            <a:custGeom>
              <a:avLst/>
              <a:gdLst/>
              <a:ahLst/>
              <a:cxnLst/>
              <a:rect l="0" t="0" r="0" b="0"/>
              <a:pathLst>
                <a:path w="25283" h="40956">
                  <a:moveTo>
                    <a:pt x="0" y="40956"/>
                  </a:moveTo>
                  <a:lnTo>
                    <a:pt x="25283" y="0"/>
                  </a:lnTo>
                </a:path>
              </a:pathLst>
            </a:custGeom>
            <a:noFill/>
            <a:ln w="20003">
              <a:solidFill>
                <a:srgbClr val="8B9CA9"/>
              </a:solidFill>
            </a:ln>
          </p:spPr>
        </p:sp>
        <p:sp>
          <p:nvSpPr>
            <p:cNvPr id="1070" name="Input_receptor__1069">
              <a:extLst>
                <a:ext uri="{FF2B5EF4-FFF2-40B4-BE49-F238E27FC236}">
                  <a16:creationId xmlns:a16="http://schemas.microsoft.com/office/drawing/2014/main" id="{F4A2F074-5116-4EFA-89BA-9E48BA3E629C}"/>
                </a:ext>
              </a:extLst>
            </p:cNvPr>
            <p:cNvSpPr>
              <a:spLocks noGrp="1"/>
            </p:cNvSpPr>
            <p:nvPr/>
          </p:nvSpPr>
          <p:spPr>
            <a:xfrm>
              <a:off x="1132637" y="5395822"/>
              <a:ext cx="23468" cy="28936"/>
            </a:xfrm>
            <a:custGeom>
              <a:avLst/>
              <a:gdLst/>
              <a:ahLst/>
              <a:cxnLst/>
              <a:rect l="0" t="0" r="0" b="0"/>
              <a:pathLst>
                <a:path w="23468" h="28936">
                  <a:moveTo>
                    <a:pt x="23468" y="0"/>
                  </a:moveTo>
                  <a:lnTo>
                    <a:pt x="0" y="28936"/>
                  </a:lnTo>
                </a:path>
              </a:pathLst>
            </a:custGeom>
            <a:noFill/>
            <a:ln w="20003">
              <a:solidFill>
                <a:srgbClr val="8B9CA9"/>
              </a:solidFill>
            </a:ln>
          </p:spPr>
        </p:sp>
        <p:sp>
          <p:nvSpPr>
            <p:cNvPr id="1071" name="Input_receptor__1070">
              <a:extLst>
                <a:ext uri="{FF2B5EF4-FFF2-40B4-BE49-F238E27FC236}">
                  <a16:creationId xmlns:a16="http://schemas.microsoft.com/office/drawing/2014/main" id="{9B9A1653-F3E2-7618-9C98-7D8A8EF1911C}"/>
                </a:ext>
              </a:extLst>
            </p:cNvPr>
            <p:cNvSpPr>
              <a:spLocks noGrp="1"/>
            </p:cNvSpPr>
            <p:nvPr/>
          </p:nvSpPr>
          <p:spPr>
            <a:xfrm>
              <a:off x="1157959" y="5186637"/>
              <a:ext cx="30299" cy="31854"/>
            </a:xfrm>
            <a:custGeom>
              <a:avLst/>
              <a:gdLst/>
              <a:ahLst/>
              <a:cxnLst/>
              <a:rect l="0" t="0" r="0" b="0"/>
              <a:pathLst>
                <a:path w="30299" h="31854">
                  <a:moveTo>
                    <a:pt x="30299" y="31854"/>
                  </a:moveTo>
                  <a:lnTo>
                    <a:pt x="0" y="0"/>
                  </a:lnTo>
                </a:path>
              </a:pathLst>
            </a:custGeom>
            <a:noFill/>
            <a:ln w="20003">
              <a:solidFill>
                <a:srgbClr val="8B9CA9"/>
              </a:solidFill>
            </a:ln>
          </p:spPr>
        </p:sp>
        <p:sp>
          <p:nvSpPr>
            <p:cNvPr id="1072" name="Input_receptor__1071">
              <a:extLst>
                <a:ext uri="{FF2B5EF4-FFF2-40B4-BE49-F238E27FC236}">
                  <a16:creationId xmlns:a16="http://schemas.microsoft.com/office/drawing/2014/main" id="{16F03976-742E-421C-09C4-A33F8198200D}"/>
                </a:ext>
              </a:extLst>
            </p:cNvPr>
            <p:cNvSpPr>
              <a:spLocks noGrp="1"/>
            </p:cNvSpPr>
            <p:nvPr/>
          </p:nvSpPr>
          <p:spPr>
            <a:xfrm>
              <a:off x="1280108" y="4415774"/>
              <a:ext cx="23616" cy="18399"/>
            </a:xfrm>
            <a:custGeom>
              <a:avLst/>
              <a:gdLst/>
              <a:ahLst/>
              <a:cxnLst/>
              <a:rect l="0" t="0" r="0" b="0"/>
              <a:pathLst>
                <a:path w="23616" h="18399">
                  <a:moveTo>
                    <a:pt x="0" y="0"/>
                  </a:moveTo>
                  <a:lnTo>
                    <a:pt x="23616" y="18399"/>
                  </a:lnTo>
                </a:path>
              </a:pathLst>
            </a:custGeom>
            <a:noFill/>
            <a:ln w="20003">
              <a:solidFill>
                <a:srgbClr val="8B9CA9"/>
              </a:solidFill>
            </a:ln>
          </p:spPr>
        </p:sp>
        <p:sp>
          <p:nvSpPr>
            <p:cNvPr id="1073" name="Input_receptor__1072">
              <a:extLst>
                <a:ext uri="{FF2B5EF4-FFF2-40B4-BE49-F238E27FC236}">
                  <a16:creationId xmlns:a16="http://schemas.microsoft.com/office/drawing/2014/main" id="{3563B259-E5FE-41FE-1A35-8E2D615AF5A3}"/>
                </a:ext>
              </a:extLst>
            </p:cNvPr>
            <p:cNvSpPr>
              <a:spLocks noGrp="1"/>
            </p:cNvSpPr>
            <p:nvPr/>
          </p:nvSpPr>
          <p:spPr>
            <a:xfrm>
              <a:off x="1543265" y="4253675"/>
              <a:ext cx="460" cy="28083"/>
            </a:xfrm>
            <a:custGeom>
              <a:avLst/>
              <a:gdLst/>
              <a:ahLst/>
              <a:cxnLst/>
              <a:rect l="0" t="0" r="0" b="0"/>
              <a:pathLst>
                <a:path w="460" h="28083">
                  <a:moveTo>
                    <a:pt x="0" y="28083"/>
                  </a:moveTo>
                  <a:lnTo>
                    <a:pt x="460" y="0"/>
                  </a:lnTo>
                </a:path>
              </a:pathLst>
            </a:custGeom>
            <a:noFill/>
            <a:ln w="20003">
              <a:solidFill>
                <a:srgbClr val="8B9CA9"/>
              </a:solidFill>
            </a:ln>
          </p:spPr>
        </p:sp>
        <p:sp>
          <p:nvSpPr>
            <p:cNvPr id="1074" name="Input_receptor__1073">
              <a:extLst>
                <a:ext uri="{FF2B5EF4-FFF2-40B4-BE49-F238E27FC236}">
                  <a16:creationId xmlns:a16="http://schemas.microsoft.com/office/drawing/2014/main" id="{1F34185C-4498-7E0F-A467-13A3F2BDE5B2}"/>
                </a:ext>
              </a:extLst>
            </p:cNvPr>
            <p:cNvSpPr>
              <a:spLocks noGrp="1"/>
            </p:cNvSpPr>
            <p:nvPr/>
          </p:nvSpPr>
          <p:spPr>
            <a:xfrm>
              <a:off x="1377454" y="4025272"/>
              <a:ext cx="3293" cy="42195"/>
            </a:xfrm>
            <a:custGeom>
              <a:avLst/>
              <a:gdLst/>
              <a:ahLst/>
              <a:cxnLst/>
              <a:rect l="0" t="0" r="0" b="0"/>
              <a:pathLst>
                <a:path w="3293" h="42195">
                  <a:moveTo>
                    <a:pt x="3293" y="42195"/>
                  </a:moveTo>
                  <a:lnTo>
                    <a:pt x="0" y="0"/>
                  </a:lnTo>
                </a:path>
              </a:pathLst>
            </a:custGeom>
            <a:noFill/>
            <a:ln w="20003">
              <a:solidFill>
                <a:srgbClr val="8B9CA9"/>
              </a:solidFill>
            </a:ln>
          </p:spPr>
        </p:sp>
        <p:sp>
          <p:nvSpPr>
            <p:cNvPr id="1075" name="Input_receptor__1074">
              <a:extLst>
                <a:ext uri="{FF2B5EF4-FFF2-40B4-BE49-F238E27FC236}">
                  <a16:creationId xmlns:a16="http://schemas.microsoft.com/office/drawing/2014/main" id="{A4CD3A3D-381A-3DFC-11C2-97E5508E49FA}"/>
                </a:ext>
              </a:extLst>
            </p:cNvPr>
            <p:cNvSpPr>
              <a:spLocks noGrp="1"/>
            </p:cNvSpPr>
            <p:nvPr/>
          </p:nvSpPr>
          <p:spPr>
            <a:xfrm>
              <a:off x="1672097" y="4911518"/>
              <a:ext cx="31943" cy="30309"/>
            </a:xfrm>
            <a:custGeom>
              <a:avLst/>
              <a:gdLst/>
              <a:ahLst/>
              <a:cxnLst/>
              <a:rect l="0" t="0" r="0" b="0"/>
              <a:pathLst>
                <a:path w="31943" h="30309">
                  <a:moveTo>
                    <a:pt x="0" y="0"/>
                  </a:moveTo>
                  <a:lnTo>
                    <a:pt x="31943" y="30309"/>
                  </a:lnTo>
                </a:path>
              </a:pathLst>
            </a:custGeom>
            <a:noFill/>
            <a:ln w="20003">
              <a:solidFill>
                <a:srgbClr val="8B9CA9"/>
              </a:solidFill>
            </a:ln>
          </p:spPr>
        </p:sp>
        <p:sp>
          <p:nvSpPr>
            <p:cNvPr id="1076" name="Input_receptor__1075">
              <a:extLst>
                <a:ext uri="{FF2B5EF4-FFF2-40B4-BE49-F238E27FC236}">
                  <a16:creationId xmlns:a16="http://schemas.microsoft.com/office/drawing/2014/main" id="{49671AE9-2FC6-FDA3-0643-4250BA4E2FB0}"/>
                </a:ext>
              </a:extLst>
            </p:cNvPr>
            <p:cNvSpPr>
              <a:spLocks noGrp="1"/>
            </p:cNvSpPr>
            <p:nvPr/>
          </p:nvSpPr>
          <p:spPr>
            <a:xfrm>
              <a:off x="1620211" y="4258404"/>
              <a:ext cx="5589" cy="15498"/>
            </a:xfrm>
            <a:custGeom>
              <a:avLst/>
              <a:gdLst/>
              <a:ahLst/>
              <a:cxnLst/>
              <a:rect l="0" t="0" r="0" b="0"/>
              <a:pathLst>
                <a:path w="5589" h="15498">
                  <a:moveTo>
                    <a:pt x="0" y="0"/>
                  </a:moveTo>
                  <a:lnTo>
                    <a:pt x="5589" y="15498"/>
                  </a:lnTo>
                </a:path>
              </a:pathLst>
            </a:custGeom>
            <a:noFill/>
            <a:ln w="8096">
              <a:solidFill>
                <a:srgbClr val="8B9CAA"/>
              </a:solidFill>
            </a:ln>
          </p:spPr>
        </p:sp>
        <p:sp>
          <p:nvSpPr>
            <p:cNvPr id="1077" name="Input_receptor__1076">
              <a:extLst>
                <a:ext uri="{FF2B5EF4-FFF2-40B4-BE49-F238E27FC236}">
                  <a16:creationId xmlns:a16="http://schemas.microsoft.com/office/drawing/2014/main" id="{05F77BAD-696D-E8E3-F6D2-C9401B234F74}"/>
                </a:ext>
              </a:extLst>
            </p:cNvPr>
            <p:cNvSpPr>
              <a:spLocks noGrp="1"/>
            </p:cNvSpPr>
            <p:nvPr/>
          </p:nvSpPr>
          <p:spPr>
            <a:xfrm>
              <a:off x="1109073" y="4537681"/>
              <a:ext cx="29479" cy="35322"/>
            </a:xfrm>
            <a:custGeom>
              <a:avLst/>
              <a:gdLst/>
              <a:ahLst/>
              <a:cxnLst/>
              <a:rect l="0" t="0" r="0" b="0"/>
              <a:pathLst>
                <a:path w="29479" h="35322">
                  <a:moveTo>
                    <a:pt x="0" y="35322"/>
                  </a:moveTo>
                  <a:lnTo>
                    <a:pt x="29479" y="0"/>
                  </a:lnTo>
                </a:path>
              </a:pathLst>
            </a:custGeom>
            <a:noFill/>
            <a:ln w="20003">
              <a:solidFill>
                <a:srgbClr val="8B9CAA"/>
              </a:solidFill>
            </a:ln>
          </p:spPr>
        </p:sp>
        <p:sp>
          <p:nvSpPr>
            <p:cNvPr id="1078" name="Input_receptor__1077">
              <a:extLst>
                <a:ext uri="{FF2B5EF4-FFF2-40B4-BE49-F238E27FC236}">
                  <a16:creationId xmlns:a16="http://schemas.microsoft.com/office/drawing/2014/main" id="{1D375A10-05C3-8856-48AD-2173F20CE2FF}"/>
                </a:ext>
              </a:extLst>
            </p:cNvPr>
            <p:cNvSpPr>
              <a:spLocks noGrp="1"/>
            </p:cNvSpPr>
            <p:nvPr/>
          </p:nvSpPr>
          <p:spPr>
            <a:xfrm>
              <a:off x="1478117" y="4120130"/>
              <a:ext cx="9998" cy="34248"/>
            </a:xfrm>
            <a:custGeom>
              <a:avLst/>
              <a:gdLst/>
              <a:ahLst/>
              <a:cxnLst/>
              <a:rect l="0" t="0" r="0" b="0"/>
              <a:pathLst>
                <a:path w="9998" h="34248">
                  <a:moveTo>
                    <a:pt x="0" y="0"/>
                  </a:moveTo>
                  <a:lnTo>
                    <a:pt x="9998" y="34248"/>
                  </a:lnTo>
                </a:path>
              </a:pathLst>
            </a:custGeom>
            <a:noFill/>
            <a:ln w="8096">
              <a:solidFill>
                <a:srgbClr val="8B9CAA"/>
              </a:solidFill>
            </a:ln>
          </p:spPr>
        </p:sp>
        <p:sp>
          <p:nvSpPr>
            <p:cNvPr id="1079" name="Input_receptor__1078">
              <a:extLst>
                <a:ext uri="{FF2B5EF4-FFF2-40B4-BE49-F238E27FC236}">
                  <a16:creationId xmlns:a16="http://schemas.microsoft.com/office/drawing/2014/main" id="{9F52DCFC-F58A-D1CD-24FB-353299185CC7}"/>
                </a:ext>
              </a:extLst>
            </p:cNvPr>
            <p:cNvSpPr>
              <a:spLocks noGrp="1"/>
            </p:cNvSpPr>
            <p:nvPr/>
          </p:nvSpPr>
          <p:spPr>
            <a:xfrm>
              <a:off x="1208867" y="4341046"/>
              <a:ext cx="6665" cy="30850"/>
            </a:xfrm>
            <a:custGeom>
              <a:avLst/>
              <a:gdLst/>
              <a:ahLst/>
              <a:cxnLst/>
              <a:rect l="0" t="0" r="0" b="0"/>
              <a:pathLst>
                <a:path w="6665" h="30850">
                  <a:moveTo>
                    <a:pt x="0" y="30850"/>
                  </a:moveTo>
                  <a:lnTo>
                    <a:pt x="6665" y="0"/>
                  </a:lnTo>
                </a:path>
              </a:pathLst>
            </a:custGeom>
            <a:noFill/>
            <a:ln w="8096">
              <a:solidFill>
                <a:srgbClr val="8C9CAA"/>
              </a:solidFill>
            </a:ln>
          </p:spPr>
        </p:sp>
        <p:sp>
          <p:nvSpPr>
            <p:cNvPr id="1080" name="Input_receptor__1079">
              <a:extLst>
                <a:ext uri="{FF2B5EF4-FFF2-40B4-BE49-F238E27FC236}">
                  <a16:creationId xmlns:a16="http://schemas.microsoft.com/office/drawing/2014/main" id="{30973F6B-8F80-C4B4-1FA1-189A66AB4BDF}"/>
                </a:ext>
              </a:extLst>
            </p:cNvPr>
            <p:cNvSpPr>
              <a:spLocks noGrp="1"/>
            </p:cNvSpPr>
            <p:nvPr/>
          </p:nvSpPr>
          <p:spPr>
            <a:xfrm>
              <a:off x="1404706" y="4593081"/>
              <a:ext cx="45190" cy="17087"/>
            </a:xfrm>
            <a:custGeom>
              <a:avLst/>
              <a:gdLst/>
              <a:ahLst/>
              <a:cxnLst/>
              <a:rect l="0" t="0" r="0" b="0"/>
              <a:pathLst>
                <a:path w="45190" h="17087">
                  <a:moveTo>
                    <a:pt x="0" y="0"/>
                  </a:moveTo>
                  <a:lnTo>
                    <a:pt x="45190" y="17087"/>
                  </a:lnTo>
                </a:path>
              </a:pathLst>
            </a:custGeom>
            <a:noFill/>
            <a:ln w="20003">
              <a:solidFill>
                <a:srgbClr val="8C9CAA"/>
              </a:solidFill>
            </a:ln>
          </p:spPr>
        </p:sp>
        <p:sp>
          <p:nvSpPr>
            <p:cNvPr id="1081" name="Input_receptor__1080">
              <a:extLst>
                <a:ext uri="{FF2B5EF4-FFF2-40B4-BE49-F238E27FC236}">
                  <a16:creationId xmlns:a16="http://schemas.microsoft.com/office/drawing/2014/main" id="{31BAC564-49E3-4B0C-49AF-FEBE5C1B1E65}"/>
                </a:ext>
              </a:extLst>
            </p:cNvPr>
            <p:cNvSpPr>
              <a:spLocks noGrp="1"/>
            </p:cNvSpPr>
            <p:nvPr/>
          </p:nvSpPr>
          <p:spPr>
            <a:xfrm>
              <a:off x="1230310" y="4955019"/>
              <a:ext cx="39796" cy="8357"/>
            </a:xfrm>
            <a:custGeom>
              <a:avLst/>
              <a:gdLst/>
              <a:ahLst/>
              <a:cxnLst/>
              <a:rect l="0" t="0" r="0" b="0"/>
              <a:pathLst>
                <a:path w="39796" h="8357">
                  <a:moveTo>
                    <a:pt x="39796" y="8357"/>
                  </a:moveTo>
                  <a:lnTo>
                    <a:pt x="0" y="0"/>
                  </a:lnTo>
                </a:path>
              </a:pathLst>
            </a:custGeom>
            <a:noFill/>
            <a:ln w="20003">
              <a:solidFill>
                <a:srgbClr val="8C9CAA"/>
              </a:solidFill>
            </a:ln>
          </p:spPr>
        </p:sp>
        <p:sp>
          <p:nvSpPr>
            <p:cNvPr id="1082" name="Input_receptor__1081">
              <a:extLst>
                <a:ext uri="{FF2B5EF4-FFF2-40B4-BE49-F238E27FC236}">
                  <a16:creationId xmlns:a16="http://schemas.microsoft.com/office/drawing/2014/main" id="{D81436C2-DEE7-DC0A-F7E8-F5CFC481483B}"/>
                </a:ext>
              </a:extLst>
            </p:cNvPr>
            <p:cNvSpPr>
              <a:spLocks noGrp="1"/>
            </p:cNvSpPr>
            <p:nvPr/>
          </p:nvSpPr>
          <p:spPr>
            <a:xfrm>
              <a:off x="1051381" y="4922283"/>
              <a:ext cx="39025" cy="3754"/>
            </a:xfrm>
            <a:custGeom>
              <a:avLst/>
              <a:gdLst/>
              <a:ahLst/>
              <a:cxnLst/>
              <a:rect l="0" t="0" r="0" b="0"/>
              <a:pathLst>
                <a:path w="39025" h="3754">
                  <a:moveTo>
                    <a:pt x="0" y="0"/>
                  </a:moveTo>
                  <a:lnTo>
                    <a:pt x="39025" y="3754"/>
                  </a:lnTo>
                </a:path>
              </a:pathLst>
            </a:custGeom>
            <a:noFill/>
            <a:ln w="20003">
              <a:solidFill>
                <a:srgbClr val="8C9CAA"/>
              </a:solidFill>
            </a:ln>
          </p:spPr>
        </p:sp>
        <p:sp>
          <p:nvSpPr>
            <p:cNvPr id="1083" name="Input_receptor__1082">
              <a:extLst>
                <a:ext uri="{FF2B5EF4-FFF2-40B4-BE49-F238E27FC236}">
                  <a16:creationId xmlns:a16="http://schemas.microsoft.com/office/drawing/2014/main" id="{516C3E4F-5E18-AEA9-19BB-91897A5A3E72}"/>
                </a:ext>
              </a:extLst>
            </p:cNvPr>
            <p:cNvSpPr>
              <a:spLocks noGrp="1"/>
            </p:cNvSpPr>
            <p:nvPr/>
          </p:nvSpPr>
          <p:spPr>
            <a:xfrm>
              <a:off x="1601225" y="5266885"/>
              <a:ext cx="10867" cy="15855"/>
            </a:xfrm>
            <a:custGeom>
              <a:avLst/>
              <a:gdLst/>
              <a:ahLst/>
              <a:cxnLst/>
              <a:rect l="0" t="0" r="0" b="0"/>
              <a:pathLst>
                <a:path w="10867" h="15855">
                  <a:moveTo>
                    <a:pt x="10867" y="0"/>
                  </a:moveTo>
                  <a:lnTo>
                    <a:pt x="0" y="15855"/>
                  </a:lnTo>
                </a:path>
              </a:pathLst>
            </a:custGeom>
            <a:noFill/>
            <a:ln w="20003">
              <a:solidFill>
                <a:srgbClr val="8C9CAA"/>
              </a:solidFill>
            </a:ln>
          </p:spPr>
        </p:sp>
        <p:sp>
          <p:nvSpPr>
            <p:cNvPr id="1084" name="Input_receptor__1083">
              <a:extLst>
                <a:ext uri="{FF2B5EF4-FFF2-40B4-BE49-F238E27FC236}">
                  <a16:creationId xmlns:a16="http://schemas.microsoft.com/office/drawing/2014/main" id="{BF1196BE-207E-A3C2-055D-31EE1BE8D058}"/>
                </a:ext>
              </a:extLst>
            </p:cNvPr>
            <p:cNvSpPr>
              <a:spLocks noGrp="1"/>
            </p:cNvSpPr>
            <p:nvPr/>
          </p:nvSpPr>
          <p:spPr>
            <a:xfrm>
              <a:off x="1767284" y="5115766"/>
              <a:ext cx="45042" cy="9562"/>
            </a:xfrm>
            <a:custGeom>
              <a:avLst/>
              <a:gdLst/>
              <a:ahLst/>
              <a:cxnLst/>
              <a:rect l="0" t="0" r="0" b="0"/>
              <a:pathLst>
                <a:path w="45042" h="9562">
                  <a:moveTo>
                    <a:pt x="45042" y="9562"/>
                  </a:moveTo>
                  <a:lnTo>
                    <a:pt x="0" y="0"/>
                  </a:lnTo>
                </a:path>
              </a:pathLst>
            </a:custGeom>
            <a:noFill/>
            <a:ln w="20003">
              <a:solidFill>
                <a:srgbClr val="8C9CAA"/>
              </a:solidFill>
            </a:ln>
          </p:spPr>
        </p:sp>
        <p:sp>
          <p:nvSpPr>
            <p:cNvPr id="1085" name="Input_receptor__1084">
              <a:extLst>
                <a:ext uri="{FF2B5EF4-FFF2-40B4-BE49-F238E27FC236}">
                  <a16:creationId xmlns:a16="http://schemas.microsoft.com/office/drawing/2014/main" id="{2BEFD27B-9036-0CCF-BF9A-BFB4FE30EC94}"/>
                </a:ext>
              </a:extLst>
            </p:cNvPr>
            <p:cNvSpPr>
              <a:spLocks noGrp="1"/>
            </p:cNvSpPr>
            <p:nvPr/>
          </p:nvSpPr>
          <p:spPr>
            <a:xfrm>
              <a:off x="1643984" y="4612638"/>
              <a:ext cx="3070" cy="33974"/>
            </a:xfrm>
            <a:custGeom>
              <a:avLst/>
              <a:gdLst/>
              <a:ahLst/>
              <a:cxnLst/>
              <a:rect l="0" t="0" r="0" b="0"/>
              <a:pathLst>
                <a:path w="3070" h="33974">
                  <a:moveTo>
                    <a:pt x="0" y="33974"/>
                  </a:moveTo>
                  <a:lnTo>
                    <a:pt x="3070" y="0"/>
                  </a:lnTo>
                </a:path>
              </a:pathLst>
            </a:custGeom>
            <a:noFill/>
            <a:ln w="8096">
              <a:solidFill>
                <a:srgbClr val="8C9CAA"/>
              </a:solidFill>
            </a:ln>
          </p:spPr>
        </p:sp>
        <p:sp>
          <p:nvSpPr>
            <p:cNvPr id="1086" name="Input_receptor__1085">
              <a:extLst>
                <a:ext uri="{FF2B5EF4-FFF2-40B4-BE49-F238E27FC236}">
                  <a16:creationId xmlns:a16="http://schemas.microsoft.com/office/drawing/2014/main" id="{CAFF85D9-9C0D-5255-1583-21118E27B093}"/>
                </a:ext>
              </a:extLst>
            </p:cNvPr>
            <p:cNvSpPr>
              <a:spLocks noGrp="1"/>
            </p:cNvSpPr>
            <p:nvPr/>
          </p:nvSpPr>
          <p:spPr>
            <a:xfrm>
              <a:off x="1552508" y="5227445"/>
              <a:ext cx="21130" cy="11541"/>
            </a:xfrm>
            <a:custGeom>
              <a:avLst/>
              <a:gdLst/>
              <a:ahLst/>
              <a:cxnLst/>
              <a:rect l="0" t="0" r="0" b="0"/>
              <a:pathLst>
                <a:path w="21130" h="11541">
                  <a:moveTo>
                    <a:pt x="0" y="11541"/>
                  </a:moveTo>
                  <a:lnTo>
                    <a:pt x="21130" y="0"/>
                  </a:lnTo>
                </a:path>
              </a:pathLst>
            </a:custGeom>
            <a:noFill/>
            <a:ln w="20003">
              <a:solidFill>
                <a:srgbClr val="8C9DAA"/>
              </a:solidFill>
            </a:ln>
          </p:spPr>
        </p:sp>
        <p:sp>
          <p:nvSpPr>
            <p:cNvPr id="1087" name="Input_receptor__1086">
              <a:extLst>
                <a:ext uri="{FF2B5EF4-FFF2-40B4-BE49-F238E27FC236}">
                  <a16:creationId xmlns:a16="http://schemas.microsoft.com/office/drawing/2014/main" id="{4C698E1B-A88D-64EB-DF0B-D15E93F496BC}"/>
                </a:ext>
              </a:extLst>
            </p:cNvPr>
            <p:cNvSpPr>
              <a:spLocks noGrp="1"/>
            </p:cNvSpPr>
            <p:nvPr/>
          </p:nvSpPr>
          <p:spPr>
            <a:xfrm>
              <a:off x="1525590" y="4281758"/>
              <a:ext cx="17675" cy="36380"/>
            </a:xfrm>
            <a:custGeom>
              <a:avLst/>
              <a:gdLst/>
              <a:ahLst/>
              <a:cxnLst/>
              <a:rect l="0" t="0" r="0" b="0"/>
              <a:pathLst>
                <a:path w="17675" h="36380">
                  <a:moveTo>
                    <a:pt x="0" y="36380"/>
                  </a:moveTo>
                  <a:lnTo>
                    <a:pt x="17675" y="0"/>
                  </a:lnTo>
                </a:path>
              </a:pathLst>
            </a:custGeom>
            <a:noFill/>
            <a:ln w="20003">
              <a:solidFill>
                <a:srgbClr val="8C9DAA"/>
              </a:solidFill>
            </a:ln>
          </p:spPr>
        </p:sp>
        <p:sp>
          <p:nvSpPr>
            <p:cNvPr id="1088" name="Input_receptor__1087">
              <a:extLst>
                <a:ext uri="{FF2B5EF4-FFF2-40B4-BE49-F238E27FC236}">
                  <a16:creationId xmlns:a16="http://schemas.microsoft.com/office/drawing/2014/main" id="{8509C7A4-4580-298C-A9BD-9BE7AE092AB6}"/>
                </a:ext>
              </a:extLst>
            </p:cNvPr>
            <p:cNvSpPr>
              <a:spLocks noGrp="1"/>
            </p:cNvSpPr>
            <p:nvPr/>
          </p:nvSpPr>
          <p:spPr>
            <a:xfrm>
              <a:off x="993424" y="5046840"/>
              <a:ext cx="17475" cy="40447"/>
            </a:xfrm>
            <a:custGeom>
              <a:avLst/>
              <a:gdLst/>
              <a:ahLst/>
              <a:cxnLst/>
              <a:rect l="0" t="0" r="0" b="0"/>
              <a:pathLst>
                <a:path w="17475" h="40447">
                  <a:moveTo>
                    <a:pt x="0" y="40447"/>
                  </a:moveTo>
                  <a:lnTo>
                    <a:pt x="17475" y="0"/>
                  </a:lnTo>
                </a:path>
              </a:pathLst>
            </a:custGeom>
            <a:noFill/>
            <a:ln w="8096">
              <a:solidFill>
                <a:srgbClr val="8C9DAA"/>
              </a:solidFill>
            </a:ln>
          </p:spPr>
        </p:sp>
        <p:sp>
          <p:nvSpPr>
            <p:cNvPr id="1089" name="Input_receptor__1088">
              <a:extLst>
                <a:ext uri="{FF2B5EF4-FFF2-40B4-BE49-F238E27FC236}">
                  <a16:creationId xmlns:a16="http://schemas.microsoft.com/office/drawing/2014/main" id="{E0C42778-5D9C-36B1-68F4-833A464FE8EC}"/>
                </a:ext>
              </a:extLst>
            </p:cNvPr>
            <p:cNvSpPr>
              <a:spLocks noGrp="1"/>
            </p:cNvSpPr>
            <p:nvPr/>
          </p:nvSpPr>
          <p:spPr>
            <a:xfrm>
              <a:off x="1104753" y="4468040"/>
              <a:ext cx="13606" cy="29052"/>
            </a:xfrm>
            <a:custGeom>
              <a:avLst/>
              <a:gdLst/>
              <a:ahLst/>
              <a:cxnLst/>
              <a:rect l="0" t="0" r="0" b="0"/>
              <a:pathLst>
                <a:path w="13606" h="29052">
                  <a:moveTo>
                    <a:pt x="0" y="29052"/>
                  </a:moveTo>
                  <a:lnTo>
                    <a:pt x="13606" y="0"/>
                  </a:lnTo>
                </a:path>
              </a:pathLst>
            </a:custGeom>
            <a:noFill/>
            <a:ln w="20003">
              <a:solidFill>
                <a:srgbClr val="8C9DAA"/>
              </a:solidFill>
            </a:ln>
          </p:spPr>
        </p:sp>
        <p:sp>
          <p:nvSpPr>
            <p:cNvPr id="1090" name="Input_receptor__1089">
              <a:extLst>
                <a:ext uri="{FF2B5EF4-FFF2-40B4-BE49-F238E27FC236}">
                  <a16:creationId xmlns:a16="http://schemas.microsoft.com/office/drawing/2014/main" id="{26955519-41B7-4C71-569D-020204D280CF}"/>
                </a:ext>
              </a:extLst>
            </p:cNvPr>
            <p:cNvSpPr>
              <a:spLocks noGrp="1"/>
            </p:cNvSpPr>
            <p:nvPr/>
          </p:nvSpPr>
          <p:spPr>
            <a:xfrm>
              <a:off x="1196958" y="5026335"/>
              <a:ext cx="16502" cy="44083"/>
            </a:xfrm>
            <a:custGeom>
              <a:avLst/>
              <a:gdLst/>
              <a:ahLst/>
              <a:cxnLst/>
              <a:rect l="0" t="0" r="0" b="0"/>
              <a:pathLst>
                <a:path w="16502" h="44083">
                  <a:moveTo>
                    <a:pt x="0" y="44083"/>
                  </a:moveTo>
                  <a:lnTo>
                    <a:pt x="16502" y="0"/>
                  </a:lnTo>
                </a:path>
              </a:pathLst>
            </a:custGeom>
            <a:noFill/>
            <a:ln w="20003">
              <a:solidFill>
                <a:srgbClr val="8C9DAA"/>
              </a:solidFill>
            </a:ln>
          </p:spPr>
        </p:sp>
        <p:sp>
          <p:nvSpPr>
            <p:cNvPr id="1091" name="Input_receptor__1090">
              <a:extLst>
                <a:ext uri="{FF2B5EF4-FFF2-40B4-BE49-F238E27FC236}">
                  <a16:creationId xmlns:a16="http://schemas.microsoft.com/office/drawing/2014/main" id="{03D4BF90-F667-4EED-A63D-4891B49A9423}"/>
                </a:ext>
              </a:extLst>
            </p:cNvPr>
            <p:cNvSpPr>
              <a:spLocks noGrp="1"/>
            </p:cNvSpPr>
            <p:nvPr/>
          </p:nvSpPr>
          <p:spPr>
            <a:xfrm>
              <a:off x="1550196" y="4739791"/>
              <a:ext cx="31918" cy="1978"/>
            </a:xfrm>
            <a:custGeom>
              <a:avLst/>
              <a:gdLst/>
              <a:ahLst/>
              <a:cxnLst/>
              <a:rect l="0" t="0" r="0" b="0"/>
              <a:pathLst>
                <a:path w="31918" h="1978">
                  <a:moveTo>
                    <a:pt x="0" y="0"/>
                  </a:moveTo>
                  <a:lnTo>
                    <a:pt x="31918" y="1978"/>
                  </a:lnTo>
                </a:path>
              </a:pathLst>
            </a:custGeom>
            <a:noFill/>
            <a:ln w="8096">
              <a:solidFill>
                <a:srgbClr val="8C9DAA"/>
              </a:solidFill>
            </a:ln>
          </p:spPr>
        </p:sp>
        <p:sp>
          <p:nvSpPr>
            <p:cNvPr id="1092" name="Input_receptor__1091">
              <a:extLst>
                <a:ext uri="{FF2B5EF4-FFF2-40B4-BE49-F238E27FC236}">
                  <a16:creationId xmlns:a16="http://schemas.microsoft.com/office/drawing/2014/main" id="{3D3898CC-3CD0-46E7-C626-F2B381CDB888}"/>
                </a:ext>
              </a:extLst>
            </p:cNvPr>
            <p:cNvSpPr>
              <a:spLocks noGrp="1"/>
            </p:cNvSpPr>
            <p:nvPr/>
          </p:nvSpPr>
          <p:spPr>
            <a:xfrm>
              <a:off x="1525598" y="4893378"/>
              <a:ext cx="29638" cy="34162"/>
            </a:xfrm>
            <a:custGeom>
              <a:avLst/>
              <a:gdLst/>
              <a:ahLst/>
              <a:cxnLst/>
              <a:rect l="0" t="0" r="0" b="0"/>
              <a:pathLst>
                <a:path w="29638" h="34162">
                  <a:moveTo>
                    <a:pt x="29638" y="0"/>
                  </a:moveTo>
                  <a:lnTo>
                    <a:pt x="0" y="34162"/>
                  </a:lnTo>
                </a:path>
              </a:pathLst>
            </a:custGeom>
            <a:noFill/>
            <a:ln w="20003">
              <a:solidFill>
                <a:srgbClr val="8C9DAA"/>
              </a:solidFill>
            </a:ln>
          </p:spPr>
        </p:sp>
        <p:sp>
          <p:nvSpPr>
            <p:cNvPr id="1093" name="Input_receptor__1092">
              <a:extLst>
                <a:ext uri="{FF2B5EF4-FFF2-40B4-BE49-F238E27FC236}">
                  <a16:creationId xmlns:a16="http://schemas.microsoft.com/office/drawing/2014/main" id="{6DA70E76-F941-B2D0-13BE-E700F7A1A12E}"/>
                </a:ext>
              </a:extLst>
            </p:cNvPr>
            <p:cNvSpPr>
              <a:spLocks noGrp="1"/>
            </p:cNvSpPr>
            <p:nvPr/>
          </p:nvSpPr>
          <p:spPr>
            <a:xfrm>
              <a:off x="1453954" y="4396766"/>
              <a:ext cx="33748" cy="34011"/>
            </a:xfrm>
            <a:custGeom>
              <a:avLst/>
              <a:gdLst/>
              <a:ahLst/>
              <a:cxnLst/>
              <a:rect l="0" t="0" r="0" b="0"/>
              <a:pathLst>
                <a:path w="33748" h="34011">
                  <a:moveTo>
                    <a:pt x="33748" y="0"/>
                  </a:moveTo>
                  <a:lnTo>
                    <a:pt x="0" y="34011"/>
                  </a:lnTo>
                </a:path>
              </a:pathLst>
            </a:custGeom>
            <a:noFill/>
            <a:ln w="8096">
              <a:solidFill>
                <a:srgbClr val="8C9DAA"/>
              </a:solidFill>
            </a:ln>
          </p:spPr>
        </p:sp>
        <p:sp>
          <p:nvSpPr>
            <p:cNvPr id="1094" name="Input_receptor__1093">
              <a:extLst>
                <a:ext uri="{FF2B5EF4-FFF2-40B4-BE49-F238E27FC236}">
                  <a16:creationId xmlns:a16="http://schemas.microsoft.com/office/drawing/2014/main" id="{68C5EEF0-AD02-6663-B2E3-3B7B7D617711}"/>
                </a:ext>
              </a:extLst>
            </p:cNvPr>
            <p:cNvSpPr>
              <a:spLocks noGrp="1"/>
            </p:cNvSpPr>
            <p:nvPr/>
          </p:nvSpPr>
          <p:spPr>
            <a:xfrm>
              <a:off x="939159" y="4954662"/>
              <a:ext cx="24225" cy="13152"/>
            </a:xfrm>
            <a:custGeom>
              <a:avLst/>
              <a:gdLst/>
              <a:ahLst/>
              <a:cxnLst/>
              <a:rect l="0" t="0" r="0" b="0"/>
              <a:pathLst>
                <a:path w="24225" h="13152">
                  <a:moveTo>
                    <a:pt x="24225" y="13152"/>
                  </a:moveTo>
                  <a:lnTo>
                    <a:pt x="0" y="0"/>
                  </a:lnTo>
                </a:path>
              </a:pathLst>
            </a:custGeom>
            <a:noFill/>
            <a:ln w="8096">
              <a:solidFill>
                <a:srgbClr val="8C9DAA"/>
              </a:solidFill>
            </a:ln>
          </p:spPr>
        </p:sp>
        <p:sp>
          <p:nvSpPr>
            <p:cNvPr id="1095" name="Input_receptor__1094">
              <a:extLst>
                <a:ext uri="{FF2B5EF4-FFF2-40B4-BE49-F238E27FC236}">
                  <a16:creationId xmlns:a16="http://schemas.microsoft.com/office/drawing/2014/main" id="{D9F0481A-6A9A-9AF6-D9A7-A92D881E9709}"/>
                </a:ext>
              </a:extLst>
            </p:cNvPr>
            <p:cNvSpPr>
              <a:spLocks noGrp="1"/>
            </p:cNvSpPr>
            <p:nvPr/>
          </p:nvSpPr>
          <p:spPr>
            <a:xfrm>
              <a:off x="1095335" y="4290956"/>
              <a:ext cx="45977" cy="4033"/>
            </a:xfrm>
            <a:custGeom>
              <a:avLst/>
              <a:gdLst/>
              <a:ahLst/>
              <a:cxnLst/>
              <a:rect l="0" t="0" r="0" b="0"/>
              <a:pathLst>
                <a:path w="45977" h="4033">
                  <a:moveTo>
                    <a:pt x="45977" y="4033"/>
                  </a:moveTo>
                  <a:lnTo>
                    <a:pt x="0" y="0"/>
                  </a:lnTo>
                </a:path>
              </a:pathLst>
            </a:custGeom>
            <a:noFill/>
            <a:ln w="8096">
              <a:solidFill>
                <a:srgbClr val="8C9DAA"/>
              </a:solidFill>
            </a:ln>
          </p:spPr>
        </p:sp>
        <p:sp>
          <p:nvSpPr>
            <p:cNvPr id="1096" name="Input_receptor__1095">
              <a:extLst>
                <a:ext uri="{FF2B5EF4-FFF2-40B4-BE49-F238E27FC236}">
                  <a16:creationId xmlns:a16="http://schemas.microsoft.com/office/drawing/2014/main" id="{F317ECE5-DF62-DD62-9F3D-326B086E8C2D}"/>
                </a:ext>
              </a:extLst>
            </p:cNvPr>
            <p:cNvSpPr>
              <a:spLocks noGrp="1"/>
            </p:cNvSpPr>
            <p:nvPr/>
          </p:nvSpPr>
          <p:spPr>
            <a:xfrm>
              <a:off x="1234995" y="4441126"/>
              <a:ext cx="23262" cy="41868"/>
            </a:xfrm>
            <a:custGeom>
              <a:avLst/>
              <a:gdLst/>
              <a:ahLst/>
              <a:cxnLst/>
              <a:rect l="0" t="0" r="0" b="0"/>
              <a:pathLst>
                <a:path w="23262" h="41868">
                  <a:moveTo>
                    <a:pt x="0" y="0"/>
                  </a:moveTo>
                  <a:lnTo>
                    <a:pt x="23262" y="41868"/>
                  </a:lnTo>
                </a:path>
              </a:pathLst>
            </a:custGeom>
            <a:noFill/>
            <a:ln w="20003">
              <a:solidFill>
                <a:srgbClr val="8C9DAA"/>
              </a:solidFill>
            </a:ln>
          </p:spPr>
        </p:sp>
        <p:sp>
          <p:nvSpPr>
            <p:cNvPr id="1097" name="Input_receptor__1096">
              <a:extLst>
                <a:ext uri="{FF2B5EF4-FFF2-40B4-BE49-F238E27FC236}">
                  <a16:creationId xmlns:a16="http://schemas.microsoft.com/office/drawing/2014/main" id="{48DD719D-4379-FA76-DBDF-60A4C6F7F80A}"/>
                </a:ext>
              </a:extLst>
            </p:cNvPr>
            <p:cNvSpPr>
              <a:spLocks noGrp="1"/>
            </p:cNvSpPr>
            <p:nvPr/>
          </p:nvSpPr>
          <p:spPr>
            <a:xfrm>
              <a:off x="1013359" y="4742413"/>
              <a:ext cx="47464" cy="8926"/>
            </a:xfrm>
            <a:custGeom>
              <a:avLst/>
              <a:gdLst/>
              <a:ahLst/>
              <a:cxnLst/>
              <a:rect l="0" t="0" r="0" b="0"/>
              <a:pathLst>
                <a:path w="47464" h="8926">
                  <a:moveTo>
                    <a:pt x="47464" y="0"/>
                  </a:moveTo>
                  <a:lnTo>
                    <a:pt x="0" y="8926"/>
                  </a:lnTo>
                </a:path>
              </a:pathLst>
            </a:custGeom>
            <a:noFill/>
            <a:ln w="20003">
              <a:solidFill>
                <a:srgbClr val="8C9DAA"/>
              </a:solidFill>
            </a:ln>
          </p:spPr>
        </p:sp>
        <p:sp>
          <p:nvSpPr>
            <p:cNvPr id="1098" name="Input_receptor__1097">
              <a:extLst>
                <a:ext uri="{FF2B5EF4-FFF2-40B4-BE49-F238E27FC236}">
                  <a16:creationId xmlns:a16="http://schemas.microsoft.com/office/drawing/2014/main" id="{AC818E53-0784-6397-AAAC-A371396238C1}"/>
                </a:ext>
              </a:extLst>
            </p:cNvPr>
            <p:cNvSpPr>
              <a:spLocks noGrp="1"/>
            </p:cNvSpPr>
            <p:nvPr/>
          </p:nvSpPr>
          <p:spPr>
            <a:xfrm>
              <a:off x="1122446" y="5565460"/>
              <a:ext cx="17445" cy="10467"/>
            </a:xfrm>
            <a:custGeom>
              <a:avLst/>
              <a:gdLst/>
              <a:ahLst/>
              <a:cxnLst/>
              <a:rect l="0" t="0" r="0" b="0"/>
              <a:pathLst>
                <a:path w="17445" h="10467">
                  <a:moveTo>
                    <a:pt x="17445" y="0"/>
                  </a:moveTo>
                  <a:lnTo>
                    <a:pt x="0" y="10467"/>
                  </a:lnTo>
                </a:path>
              </a:pathLst>
            </a:custGeom>
            <a:noFill/>
            <a:ln w="20003">
              <a:solidFill>
                <a:srgbClr val="8C9DAA"/>
              </a:solidFill>
            </a:ln>
          </p:spPr>
        </p:sp>
        <p:sp>
          <p:nvSpPr>
            <p:cNvPr id="1099" name="Input_receptor__1098">
              <a:extLst>
                <a:ext uri="{FF2B5EF4-FFF2-40B4-BE49-F238E27FC236}">
                  <a16:creationId xmlns:a16="http://schemas.microsoft.com/office/drawing/2014/main" id="{A24D8A8A-BA72-9EC2-E525-6C8189A69E6F}"/>
                </a:ext>
              </a:extLst>
            </p:cNvPr>
            <p:cNvSpPr>
              <a:spLocks noGrp="1"/>
            </p:cNvSpPr>
            <p:nvPr/>
          </p:nvSpPr>
          <p:spPr>
            <a:xfrm>
              <a:off x="1512582" y="5172727"/>
              <a:ext cx="44355" cy="18132"/>
            </a:xfrm>
            <a:custGeom>
              <a:avLst/>
              <a:gdLst/>
              <a:ahLst/>
              <a:cxnLst/>
              <a:rect l="0" t="0" r="0" b="0"/>
              <a:pathLst>
                <a:path w="44355" h="18132">
                  <a:moveTo>
                    <a:pt x="0" y="18132"/>
                  </a:moveTo>
                  <a:lnTo>
                    <a:pt x="44355" y="0"/>
                  </a:lnTo>
                </a:path>
              </a:pathLst>
            </a:custGeom>
            <a:noFill/>
            <a:ln w="20003">
              <a:solidFill>
                <a:srgbClr val="8C9DAA"/>
              </a:solidFill>
            </a:ln>
          </p:spPr>
        </p:sp>
        <p:sp>
          <p:nvSpPr>
            <p:cNvPr id="1100" name="Input_receptor__1099">
              <a:extLst>
                <a:ext uri="{FF2B5EF4-FFF2-40B4-BE49-F238E27FC236}">
                  <a16:creationId xmlns:a16="http://schemas.microsoft.com/office/drawing/2014/main" id="{1FA6F3FB-B27B-A2E7-B394-2010CD35098E}"/>
                </a:ext>
              </a:extLst>
            </p:cNvPr>
            <p:cNvSpPr>
              <a:spLocks noGrp="1"/>
            </p:cNvSpPr>
            <p:nvPr/>
          </p:nvSpPr>
          <p:spPr>
            <a:xfrm>
              <a:off x="1427542" y="4272617"/>
              <a:ext cx="23167" cy="42503"/>
            </a:xfrm>
            <a:custGeom>
              <a:avLst/>
              <a:gdLst/>
              <a:ahLst/>
              <a:cxnLst/>
              <a:rect l="0" t="0" r="0" b="0"/>
              <a:pathLst>
                <a:path w="23167" h="42503">
                  <a:moveTo>
                    <a:pt x="0" y="0"/>
                  </a:moveTo>
                  <a:lnTo>
                    <a:pt x="23167" y="42503"/>
                  </a:lnTo>
                </a:path>
              </a:pathLst>
            </a:custGeom>
            <a:noFill/>
            <a:ln w="8096">
              <a:solidFill>
                <a:srgbClr val="8C9DAA"/>
              </a:solidFill>
            </a:ln>
          </p:spPr>
        </p:sp>
        <p:sp>
          <p:nvSpPr>
            <p:cNvPr id="1101" name="Input_receptor__1100">
              <a:extLst>
                <a:ext uri="{FF2B5EF4-FFF2-40B4-BE49-F238E27FC236}">
                  <a16:creationId xmlns:a16="http://schemas.microsoft.com/office/drawing/2014/main" id="{E989D75E-ECFE-0AC4-71DA-682002982AE1}"/>
                </a:ext>
              </a:extLst>
            </p:cNvPr>
            <p:cNvSpPr>
              <a:spLocks noGrp="1"/>
            </p:cNvSpPr>
            <p:nvPr/>
          </p:nvSpPr>
          <p:spPr>
            <a:xfrm>
              <a:off x="1489012" y="4781021"/>
              <a:ext cx="45779" cy="15996"/>
            </a:xfrm>
            <a:custGeom>
              <a:avLst/>
              <a:gdLst/>
              <a:ahLst/>
              <a:cxnLst/>
              <a:rect l="0" t="0" r="0" b="0"/>
              <a:pathLst>
                <a:path w="45779" h="15996">
                  <a:moveTo>
                    <a:pt x="0" y="0"/>
                  </a:moveTo>
                  <a:lnTo>
                    <a:pt x="45779" y="15996"/>
                  </a:lnTo>
                </a:path>
              </a:pathLst>
            </a:custGeom>
            <a:noFill/>
            <a:ln w="20003">
              <a:solidFill>
                <a:srgbClr val="8C9DAA"/>
              </a:solidFill>
            </a:ln>
          </p:spPr>
        </p:sp>
        <p:sp>
          <p:nvSpPr>
            <p:cNvPr id="1102" name="Input_receptor__1101">
              <a:extLst>
                <a:ext uri="{FF2B5EF4-FFF2-40B4-BE49-F238E27FC236}">
                  <a16:creationId xmlns:a16="http://schemas.microsoft.com/office/drawing/2014/main" id="{94F593E5-6620-07E8-9801-5EBDE623FFF6}"/>
                </a:ext>
              </a:extLst>
            </p:cNvPr>
            <p:cNvSpPr>
              <a:spLocks noGrp="1"/>
            </p:cNvSpPr>
            <p:nvPr/>
          </p:nvSpPr>
          <p:spPr>
            <a:xfrm>
              <a:off x="1607562" y="5074035"/>
              <a:ext cx="45864" cy="11733"/>
            </a:xfrm>
            <a:custGeom>
              <a:avLst/>
              <a:gdLst/>
              <a:ahLst/>
              <a:cxnLst/>
              <a:rect l="0" t="0" r="0" b="0"/>
              <a:pathLst>
                <a:path w="45864" h="11733">
                  <a:moveTo>
                    <a:pt x="45864" y="0"/>
                  </a:moveTo>
                  <a:lnTo>
                    <a:pt x="0" y="11733"/>
                  </a:lnTo>
                </a:path>
              </a:pathLst>
            </a:custGeom>
            <a:noFill/>
            <a:ln w="20003">
              <a:solidFill>
                <a:srgbClr val="8C9DAA"/>
              </a:solidFill>
            </a:ln>
          </p:spPr>
        </p:sp>
        <p:sp>
          <p:nvSpPr>
            <p:cNvPr id="1103" name="Input_receptor__1102">
              <a:extLst>
                <a:ext uri="{FF2B5EF4-FFF2-40B4-BE49-F238E27FC236}">
                  <a16:creationId xmlns:a16="http://schemas.microsoft.com/office/drawing/2014/main" id="{B400A288-91B0-BFF8-8B81-70EF86DDDCA4}"/>
                </a:ext>
              </a:extLst>
            </p:cNvPr>
            <p:cNvSpPr>
              <a:spLocks noGrp="1"/>
            </p:cNvSpPr>
            <p:nvPr/>
          </p:nvSpPr>
          <p:spPr>
            <a:xfrm>
              <a:off x="1007068" y="5481373"/>
              <a:ext cx="1906" cy="46112"/>
            </a:xfrm>
            <a:custGeom>
              <a:avLst/>
              <a:gdLst/>
              <a:ahLst/>
              <a:cxnLst/>
              <a:rect l="0" t="0" r="0" b="0"/>
              <a:pathLst>
                <a:path w="1906" h="46112">
                  <a:moveTo>
                    <a:pt x="0" y="0"/>
                  </a:moveTo>
                  <a:lnTo>
                    <a:pt x="1906" y="46112"/>
                  </a:lnTo>
                </a:path>
              </a:pathLst>
            </a:custGeom>
            <a:noFill/>
            <a:ln w="8096">
              <a:solidFill>
                <a:srgbClr val="8C9DAA"/>
              </a:solidFill>
            </a:ln>
          </p:spPr>
        </p:sp>
        <p:sp>
          <p:nvSpPr>
            <p:cNvPr id="1104" name="Input_receptor__1103">
              <a:extLst>
                <a:ext uri="{FF2B5EF4-FFF2-40B4-BE49-F238E27FC236}">
                  <a16:creationId xmlns:a16="http://schemas.microsoft.com/office/drawing/2014/main" id="{39360D0D-939B-B51A-C406-CF71B4780422}"/>
                </a:ext>
              </a:extLst>
            </p:cNvPr>
            <p:cNvSpPr>
              <a:spLocks noGrp="1"/>
            </p:cNvSpPr>
            <p:nvPr/>
          </p:nvSpPr>
          <p:spPr>
            <a:xfrm>
              <a:off x="1088168" y="5406332"/>
              <a:ext cx="44468" cy="18426"/>
            </a:xfrm>
            <a:custGeom>
              <a:avLst/>
              <a:gdLst/>
              <a:ahLst/>
              <a:cxnLst/>
              <a:rect l="0" t="0" r="0" b="0"/>
              <a:pathLst>
                <a:path w="44468" h="18426">
                  <a:moveTo>
                    <a:pt x="44468" y="18426"/>
                  </a:moveTo>
                  <a:lnTo>
                    <a:pt x="0" y="0"/>
                  </a:lnTo>
                </a:path>
              </a:pathLst>
            </a:custGeom>
            <a:noFill/>
            <a:ln w="20003">
              <a:solidFill>
                <a:srgbClr val="8C9DAA"/>
              </a:solidFill>
            </a:ln>
          </p:spPr>
        </p:sp>
        <p:sp>
          <p:nvSpPr>
            <p:cNvPr id="1105" name="Input_receptor__1104">
              <a:extLst>
                <a:ext uri="{FF2B5EF4-FFF2-40B4-BE49-F238E27FC236}">
                  <a16:creationId xmlns:a16="http://schemas.microsoft.com/office/drawing/2014/main" id="{4488C8FE-6700-9D0E-160C-583A2DA4E651}"/>
                </a:ext>
              </a:extLst>
            </p:cNvPr>
            <p:cNvSpPr>
              <a:spLocks noGrp="1"/>
            </p:cNvSpPr>
            <p:nvPr/>
          </p:nvSpPr>
          <p:spPr>
            <a:xfrm>
              <a:off x="916090" y="4766837"/>
              <a:ext cx="18369" cy="9240"/>
            </a:xfrm>
            <a:custGeom>
              <a:avLst/>
              <a:gdLst/>
              <a:ahLst/>
              <a:cxnLst/>
              <a:rect l="0" t="0" r="0" b="0"/>
              <a:pathLst>
                <a:path w="18369" h="9240">
                  <a:moveTo>
                    <a:pt x="0" y="9240"/>
                  </a:moveTo>
                  <a:lnTo>
                    <a:pt x="18369" y="0"/>
                  </a:lnTo>
                </a:path>
              </a:pathLst>
            </a:custGeom>
            <a:noFill/>
            <a:ln w="8096">
              <a:solidFill>
                <a:srgbClr val="8C9DAA"/>
              </a:solidFill>
            </a:ln>
          </p:spPr>
        </p:sp>
        <p:sp>
          <p:nvSpPr>
            <p:cNvPr id="1106" name="Input_receptor__1105">
              <a:extLst>
                <a:ext uri="{FF2B5EF4-FFF2-40B4-BE49-F238E27FC236}">
                  <a16:creationId xmlns:a16="http://schemas.microsoft.com/office/drawing/2014/main" id="{E39DC712-E7C3-9BE3-5B2C-3D382918938D}"/>
                </a:ext>
              </a:extLst>
            </p:cNvPr>
            <p:cNvSpPr>
              <a:spLocks noGrp="1"/>
            </p:cNvSpPr>
            <p:nvPr/>
          </p:nvSpPr>
          <p:spPr>
            <a:xfrm>
              <a:off x="1610153" y="4770893"/>
              <a:ext cx="14981" cy="19167"/>
            </a:xfrm>
            <a:custGeom>
              <a:avLst/>
              <a:gdLst/>
              <a:ahLst/>
              <a:cxnLst/>
              <a:rect l="0" t="0" r="0" b="0"/>
              <a:pathLst>
                <a:path w="14981" h="19167">
                  <a:moveTo>
                    <a:pt x="14981" y="0"/>
                  </a:moveTo>
                  <a:lnTo>
                    <a:pt x="0" y="19167"/>
                  </a:lnTo>
                </a:path>
              </a:pathLst>
            </a:custGeom>
            <a:noFill/>
            <a:ln w="20003">
              <a:solidFill>
                <a:srgbClr val="8C9DAA"/>
              </a:solidFill>
            </a:ln>
          </p:spPr>
        </p:sp>
        <p:sp>
          <p:nvSpPr>
            <p:cNvPr id="1107" name="Input_receptor__1106">
              <a:extLst>
                <a:ext uri="{FF2B5EF4-FFF2-40B4-BE49-F238E27FC236}">
                  <a16:creationId xmlns:a16="http://schemas.microsoft.com/office/drawing/2014/main" id="{CD3645AF-CF49-8539-B304-9DBF4B708E6B}"/>
                </a:ext>
              </a:extLst>
            </p:cNvPr>
            <p:cNvSpPr>
              <a:spLocks noGrp="1"/>
            </p:cNvSpPr>
            <p:nvPr/>
          </p:nvSpPr>
          <p:spPr>
            <a:xfrm>
              <a:off x="1010899" y="5034697"/>
              <a:ext cx="26070" cy="12143"/>
            </a:xfrm>
            <a:custGeom>
              <a:avLst/>
              <a:gdLst/>
              <a:ahLst/>
              <a:cxnLst/>
              <a:rect l="0" t="0" r="0" b="0"/>
              <a:pathLst>
                <a:path w="26070" h="12143">
                  <a:moveTo>
                    <a:pt x="0" y="12143"/>
                  </a:moveTo>
                  <a:lnTo>
                    <a:pt x="26070" y="0"/>
                  </a:lnTo>
                </a:path>
              </a:pathLst>
            </a:custGeom>
            <a:noFill/>
            <a:ln w="20003">
              <a:solidFill>
                <a:srgbClr val="8C9DAA"/>
              </a:solidFill>
            </a:ln>
          </p:spPr>
        </p:sp>
        <p:sp>
          <p:nvSpPr>
            <p:cNvPr id="1108" name="Input_receptor__1107">
              <a:extLst>
                <a:ext uri="{FF2B5EF4-FFF2-40B4-BE49-F238E27FC236}">
                  <a16:creationId xmlns:a16="http://schemas.microsoft.com/office/drawing/2014/main" id="{37DFBB07-38CE-7531-03B1-566107AE9800}"/>
                </a:ext>
              </a:extLst>
            </p:cNvPr>
            <p:cNvSpPr>
              <a:spLocks noGrp="1"/>
            </p:cNvSpPr>
            <p:nvPr/>
          </p:nvSpPr>
          <p:spPr>
            <a:xfrm>
              <a:off x="1612092" y="5222656"/>
              <a:ext cx="3959" cy="44230"/>
            </a:xfrm>
            <a:custGeom>
              <a:avLst/>
              <a:gdLst/>
              <a:ahLst/>
              <a:cxnLst/>
              <a:rect l="0" t="0" r="0" b="0"/>
              <a:pathLst>
                <a:path w="3959" h="44230">
                  <a:moveTo>
                    <a:pt x="3959" y="0"/>
                  </a:moveTo>
                  <a:lnTo>
                    <a:pt x="0" y="44230"/>
                  </a:lnTo>
                </a:path>
              </a:pathLst>
            </a:custGeom>
            <a:noFill/>
            <a:ln w="20003">
              <a:solidFill>
                <a:srgbClr val="8D9DAA"/>
              </a:solidFill>
            </a:ln>
          </p:spPr>
        </p:sp>
        <p:sp>
          <p:nvSpPr>
            <p:cNvPr id="1109" name="Input_receptor__1108">
              <a:extLst>
                <a:ext uri="{FF2B5EF4-FFF2-40B4-BE49-F238E27FC236}">
                  <a16:creationId xmlns:a16="http://schemas.microsoft.com/office/drawing/2014/main" id="{7FE9CD14-152C-8CC6-9B5B-5D5419ABC0C0}"/>
                </a:ext>
              </a:extLst>
            </p:cNvPr>
            <p:cNvSpPr>
              <a:spLocks noGrp="1"/>
            </p:cNvSpPr>
            <p:nvPr/>
          </p:nvSpPr>
          <p:spPr>
            <a:xfrm>
              <a:off x="1449896" y="4597746"/>
              <a:ext cx="32868" cy="12423"/>
            </a:xfrm>
            <a:custGeom>
              <a:avLst/>
              <a:gdLst/>
              <a:ahLst/>
              <a:cxnLst/>
              <a:rect l="0" t="0" r="0" b="0"/>
              <a:pathLst>
                <a:path w="32868" h="12423">
                  <a:moveTo>
                    <a:pt x="0" y="12423"/>
                  </a:moveTo>
                  <a:lnTo>
                    <a:pt x="32868" y="0"/>
                  </a:lnTo>
                </a:path>
              </a:pathLst>
            </a:custGeom>
            <a:noFill/>
            <a:ln w="20003">
              <a:solidFill>
                <a:srgbClr val="8D9DAA"/>
              </a:solidFill>
            </a:ln>
          </p:spPr>
        </p:sp>
        <p:sp>
          <p:nvSpPr>
            <p:cNvPr id="1110" name="Input_receptor__1109">
              <a:extLst>
                <a:ext uri="{FF2B5EF4-FFF2-40B4-BE49-F238E27FC236}">
                  <a16:creationId xmlns:a16="http://schemas.microsoft.com/office/drawing/2014/main" id="{2AEBC352-84D6-BC29-6828-DD67B7787027}"/>
                </a:ext>
              </a:extLst>
            </p:cNvPr>
            <p:cNvSpPr>
              <a:spLocks noGrp="1"/>
            </p:cNvSpPr>
            <p:nvPr/>
          </p:nvSpPr>
          <p:spPr>
            <a:xfrm>
              <a:off x="1156847" y="4709358"/>
              <a:ext cx="38792" cy="17138"/>
            </a:xfrm>
            <a:custGeom>
              <a:avLst/>
              <a:gdLst/>
              <a:ahLst/>
              <a:cxnLst/>
              <a:rect l="0" t="0" r="0" b="0"/>
              <a:pathLst>
                <a:path w="38792" h="17138">
                  <a:moveTo>
                    <a:pt x="38792" y="0"/>
                  </a:moveTo>
                  <a:lnTo>
                    <a:pt x="0" y="17138"/>
                  </a:lnTo>
                </a:path>
              </a:pathLst>
            </a:custGeom>
            <a:noFill/>
            <a:ln w="8096">
              <a:solidFill>
                <a:srgbClr val="8D9DAA"/>
              </a:solidFill>
            </a:ln>
          </p:spPr>
        </p:sp>
        <p:sp>
          <p:nvSpPr>
            <p:cNvPr id="1111" name="Input_receptor__1110">
              <a:extLst>
                <a:ext uri="{FF2B5EF4-FFF2-40B4-BE49-F238E27FC236}">
                  <a16:creationId xmlns:a16="http://schemas.microsoft.com/office/drawing/2014/main" id="{C779C58B-146D-6649-8517-F0E94A921EDF}"/>
                </a:ext>
              </a:extLst>
            </p:cNvPr>
            <p:cNvSpPr>
              <a:spLocks noGrp="1"/>
            </p:cNvSpPr>
            <p:nvPr/>
          </p:nvSpPr>
          <p:spPr>
            <a:xfrm>
              <a:off x="1646852" y="5117426"/>
              <a:ext cx="20079" cy="24145"/>
            </a:xfrm>
            <a:custGeom>
              <a:avLst/>
              <a:gdLst/>
              <a:ahLst/>
              <a:cxnLst/>
              <a:rect l="0" t="0" r="0" b="0"/>
              <a:pathLst>
                <a:path w="20079" h="24145">
                  <a:moveTo>
                    <a:pt x="0" y="24145"/>
                  </a:moveTo>
                  <a:lnTo>
                    <a:pt x="20079" y="0"/>
                  </a:lnTo>
                </a:path>
              </a:pathLst>
            </a:custGeom>
            <a:noFill/>
            <a:ln w="20003">
              <a:solidFill>
                <a:srgbClr val="8D9DAA"/>
              </a:solidFill>
            </a:ln>
          </p:spPr>
        </p:sp>
        <p:sp>
          <p:nvSpPr>
            <p:cNvPr id="1112" name="Input_receptor__1111">
              <a:extLst>
                <a:ext uri="{FF2B5EF4-FFF2-40B4-BE49-F238E27FC236}">
                  <a16:creationId xmlns:a16="http://schemas.microsoft.com/office/drawing/2014/main" id="{F3EFC118-1C9C-F200-B1BE-A1A4936E9587}"/>
                </a:ext>
              </a:extLst>
            </p:cNvPr>
            <p:cNvSpPr>
              <a:spLocks noGrp="1"/>
            </p:cNvSpPr>
            <p:nvPr/>
          </p:nvSpPr>
          <p:spPr>
            <a:xfrm>
              <a:off x="1188562" y="4798709"/>
              <a:ext cx="7621" cy="41199"/>
            </a:xfrm>
            <a:custGeom>
              <a:avLst/>
              <a:gdLst/>
              <a:ahLst/>
              <a:cxnLst/>
              <a:rect l="0" t="0" r="0" b="0"/>
              <a:pathLst>
                <a:path w="7621" h="41199">
                  <a:moveTo>
                    <a:pt x="0" y="41199"/>
                  </a:moveTo>
                  <a:lnTo>
                    <a:pt x="7621" y="0"/>
                  </a:lnTo>
                </a:path>
              </a:pathLst>
            </a:custGeom>
            <a:noFill/>
            <a:ln w="20003">
              <a:solidFill>
                <a:srgbClr val="8D9DAA"/>
              </a:solidFill>
            </a:ln>
          </p:spPr>
        </p:sp>
        <p:sp>
          <p:nvSpPr>
            <p:cNvPr id="1113" name="Input_receptor__1112">
              <a:extLst>
                <a:ext uri="{FF2B5EF4-FFF2-40B4-BE49-F238E27FC236}">
                  <a16:creationId xmlns:a16="http://schemas.microsoft.com/office/drawing/2014/main" id="{24739ECF-FD6A-AA13-8BB5-B341A0C058AA}"/>
                </a:ext>
              </a:extLst>
            </p:cNvPr>
            <p:cNvSpPr>
              <a:spLocks noGrp="1"/>
            </p:cNvSpPr>
            <p:nvPr/>
          </p:nvSpPr>
          <p:spPr>
            <a:xfrm>
              <a:off x="1127559" y="5358509"/>
              <a:ext cx="9549" cy="5196"/>
            </a:xfrm>
            <a:custGeom>
              <a:avLst/>
              <a:gdLst/>
              <a:ahLst/>
              <a:cxnLst/>
              <a:rect l="0" t="0" r="0" b="0"/>
              <a:pathLst>
                <a:path w="9549" h="5196">
                  <a:moveTo>
                    <a:pt x="9549" y="5196"/>
                  </a:moveTo>
                  <a:lnTo>
                    <a:pt x="0" y="0"/>
                  </a:lnTo>
                </a:path>
              </a:pathLst>
            </a:custGeom>
            <a:noFill/>
            <a:ln w="20003">
              <a:solidFill>
                <a:srgbClr val="8D9DAA"/>
              </a:solidFill>
            </a:ln>
          </p:spPr>
        </p:sp>
        <p:sp>
          <p:nvSpPr>
            <p:cNvPr id="1114" name="Input_receptor__1113">
              <a:extLst>
                <a:ext uri="{FF2B5EF4-FFF2-40B4-BE49-F238E27FC236}">
                  <a16:creationId xmlns:a16="http://schemas.microsoft.com/office/drawing/2014/main" id="{D6BE9E02-48C3-4717-7858-29C92752BDB6}"/>
                </a:ext>
              </a:extLst>
            </p:cNvPr>
            <p:cNvSpPr>
              <a:spLocks noGrp="1"/>
            </p:cNvSpPr>
            <p:nvPr/>
          </p:nvSpPr>
          <p:spPr>
            <a:xfrm>
              <a:off x="1117609" y="5212664"/>
              <a:ext cx="10764" cy="11567"/>
            </a:xfrm>
            <a:custGeom>
              <a:avLst/>
              <a:gdLst/>
              <a:ahLst/>
              <a:cxnLst/>
              <a:rect l="0" t="0" r="0" b="0"/>
              <a:pathLst>
                <a:path w="10764" h="11567">
                  <a:moveTo>
                    <a:pt x="0" y="0"/>
                  </a:moveTo>
                  <a:lnTo>
                    <a:pt x="10764" y="11567"/>
                  </a:lnTo>
                </a:path>
              </a:pathLst>
            </a:custGeom>
            <a:noFill/>
            <a:ln w="8096">
              <a:solidFill>
                <a:srgbClr val="8D9DAA"/>
              </a:solidFill>
            </a:ln>
          </p:spPr>
        </p:sp>
        <p:sp>
          <p:nvSpPr>
            <p:cNvPr id="1115" name="Input_receptor__1114">
              <a:extLst>
                <a:ext uri="{FF2B5EF4-FFF2-40B4-BE49-F238E27FC236}">
                  <a16:creationId xmlns:a16="http://schemas.microsoft.com/office/drawing/2014/main" id="{B6524475-52DD-AEFF-D3A2-BA13AB99ED04}"/>
                </a:ext>
              </a:extLst>
            </p:cNvPr>
            <p:cNvSpPr>
              <a:spLocks noGrp="1"/>
            </p:cNvSpPr>
            <p:nvPr/>
          </p:nvSpPr>
          <p:spPr>
            <a:xfrm>
              <a:off x="1352609" y="4653384"/>
              <a:ext cx="13847" cy="36520"/>
            </a:xfrm>
            <a:custGeom>
              <a:avLst/>
              <a:gdLst/>
              <a:ahLst/>
              <a:cxnLst/>
              <a:rect l="0" t="0" r="0" b="0"/>
              <a:pathLst>
                <a:path w="13847" h="36520">
                  <a:moveTo>
                    <a:pt x="13847" y="36520"/>
                  </a:moveTo>
                  <a:lnTo>
                    <a:pt x="0" y="0"/>
                  </a:lnTo>
                </a:path>
              </a:pathLst>
            </a:custGeom>
            <a:noFill/>
            <a:ln w="8096">
              <a:solidFill>
                <a:srgbClr val="8D9DAA"/>
              </a:solidFill>
            </a:ln>
          </p:spPr>
        </p:sp>
        <p:sp>
          <p:nvSpPr>
            <p:cNvPr id="1116" name="Input_receptor__1115">
              <a:extLst>
                <a:ext uri="{FF2B5EF4-FFF2-40B4-BE49-F238E27FC236}">
                  <a16:creationId xmlns:a16="http://schemas.microsoft.com/office/drawing/2014/main" id="{71A7E7F4-C5F8-1956-C4A5-FE4B8B32E531}"/>
                </a:ext>
              </a:extLst>
            </p:cNvPr>
            <p:cNvSpPr>
              <a:spLocks noGrp="1"/>
            </p:cNvSpPr>
            <p:nvPr/>
          </p:nvSpPr>
          <p:spPr>
            <a:xfrm>
              <a:off x="1772141" y="5165070"/>
              <a:ext cx="27056" cy="18110"/>
            </a:xfrm>
            <a:custGeom>
              <a:avLst/>
              <a:gdLst/>
              <a:ahLst/>
              <a:cxnLst/>
              <a:rect l="0" t="0" r="0" b="0"/>
              <a:pathLst>
                <a:path w="27056" h="18110">
                  <a:moveTo>
                    <a:pt x="0" y="18110"/>
                  </a:moveTo>
                  <a:lnTo>
                    <a:pt x="27056" y="0"/>
                  </a:lnTo>
                </a:path>
              </a:pathLst>
            </a:custGeom>
            <a:noFill/>
            <a:ln w="20003">
              <a:solidFill>
                <a:srgbClr val="8D9DAA"/>
              </a:solidFill>
            </a:ln>
          </p:spPr>
        </p:sp>
        <p:sp>
          <p:nvSpPr>
            <p:cNvPr id="1117" name="Input_receptor__1116">
              <a:extLst>
                <a:ext uri="{FF2B5EF4-FFF2-40B4-BE49-F238E27FC236}">
                  <a16:creationId xmlns:a16="http://schemas.microsoft.com/office/drawing/2014/main" id="{24164FFE-593A-F261-0E40-D89BC9402810}"/>
                </a:ext>
              </a:extLst>
            </p:cNvPr>
            <p:cNvSpPr>
              <a:spLocks noGrp="1"/>
            </p:cNvSpPr>
            <p:nvPr/>
          </p:nvSpPr>
          <p:spPr>
            <a:xfrm>
              <a:off x="1151504" y="5070418"/>
              <a:ext cx="45454" cy="6596"/>
            </a:xfrm>
            <a:custGeom>
              <a:avLst/>
              <a:gdLst/>
              <a:ahLst/>
              <a:cxnLst/>
              <a:rect l="0" t="0" r="0" b="0"/>
              <a:pathLst>
                <a:path w="45454" h="6596">
                  <a:moveTo>
                    <a:pt x="0" y="6596"/>
                  </a:moveTo>
                  <a:lnTo>
                    <a:pt x="45454" y="0"/>
                  </a:lnTo>
                </a:path>
              </a:pathLst>
            </a:custGeom>
            <a:noFill/>
            <a:ln w="20003">
              <a:solidFill>
                <a:srgbClr val="8D9DAA"/>
              </a:solidFill>
            </a:ln>
          </p:spPr>
        </p:sp>
        <p:sp>
          <p:nvSpPr>
            <p:cNvPr id="1118" name="Input_receptor__1117">
              <a:extLst>
                <a:ext uri="{FF2B5EF4-FFF2-40B4-BE49-F238E27FC236}">
                  <a16:creationId xmlns:a16="http://schemas.microsoft.com/office/drawing/2014/main" id="{B148DDB3-D1B6-2240-D770-43565712BA24}"/>
                </a:ext>
              </a:extLst>
            </p:cNvPr>
            <p:cNvSpPr>
              <a:spLocks noGrp="1"/>
            </p:cNvSpPr>
            <p:nvPr/>
          </p:nvSpPr>
          <p:spPr>
            <a:xfrm>
              <a:off x="1601007" y="4646612"/>
              <a:ext cx="42977" cy="20646"/>
            </a:xfrm>
            <a:custGeom>
              <a:avLst/>
              <a:gdLst/>
              <a:ahLst/>
              <a:cxnLst/>
              <a:rect l="0" t="0" r="0" b="0"/>
              <a:pathLst>
                <a:path w="42977" h="20646">
                  <a:moveTo>
                    <a:pt x="0" y="20646"/>
                  </a:moveTo>
                  <a:lnTo>
                    <a:pt x="42977" y="0"/>
                  </a:lnTo>
                </a:path>
              </a:pathLst>
            </a:custGeom>
            <a:noFill/>
            <a:ln w="8096">
              <a:solidFill>
                <a:srgbClr val="8D9DAA"/>
              </a:solidFill>
            </a:ln>
          </p:spPr>
        </p:sp>
        <p:sp>
          <p:nvSpPr>
            <p:cNvPr id="1119" name="Input_receptor__1118">
              <a:extLst>
                <a:ext uri="{FF2B5EF4-FFF2-40B4-BE49-F238E27FC236}">
                  <a16:creationId xmlns:a16="http://schemas.microsoft.com/office/drawing/2014/main" id="{45242174-66D2-DF5B-1D92-4B2A8DE04D35}"/>
                </a:ext>
              </a:extLst>
            </p:cNvPr>
            <p:cNvSpPr>
              <a:spLocks noGrp="1"/>
            </p:cNvSpPr>
            <p:nvPr/>
          </p:nvSpPr>
          <p:spPr>
            <a:xfrm>
              <a:off x="1748678" y="5115766"/>
              <a:ext cx="18605" cy="8296"/>
            </a:xfrm>
            <a:custGeom>
              <a:avLst/>
              <a:gdLst/>
              <a:ahLst/>
              <a:cxnLst/>
              <a:rect l="0" t="0" r="0" b="0"/>
              <a:pathLst>
                <a:path w="18605" h="8296">
                  <a:moveTo>
                    <a:pt x="18605" y="0"/>
                  </a:moveTo>
                  <a:lnTo>
                    <a:pt x="0" y="8296"/>
                  </a:lnTo>
                </a:path>
              </a:pathLst>
            </a:custGeom>
            <a:noFill/>
            <a:ln w="20003">
              <a:solidFill>
                <a:srgbClr val="8D9DAA"/>
              </a:solidFill>
            </a:ln>
          </p:spPr>
        </p:sp>
        <p:sp>
          <p:nvSpPr>
            <p:cNvPr id="1120" name="Input_receptor__1119">
              <a:extLst>
                <a:ext uri="{FF2B5EF4-FFF2-40B4-BE49-F238E27FC236}">
                  <a16:creationId xmlns:a16="http://schemas.microsoft.com/office/drawing/2014/main" id="{6844AF99-4C44-23AF-EC65-AD4AEF015FD0}"/>
                </a:ext>
              </a:extLst>
            </p:cNvPr>
            <p:cNvSpPr>
              <a:spLocks noGrp="1"/>
            </p:cNvSpPr>
            <p:nvPr/>
          </p:nvSpPr>
          <p:spPr>
            <a:xfrm>
              <a:off x="1048630" y="4982335"/>
              <a:ext cx="45284" cy="3166"/>
            </a:xfrm>
            <a:custGeom>
              <a:avLst/>
              <a:gdLst/>
              <a:ahLst/>
              <a:cxnLst/>
              <a:rect l="0" t="0" r="0" b="0"/>
              <a:pathLst>
                <a:path w="45284" h="3166">
                  <a:moveTo>
                    <a:pt x="0" y="0"/>
                  </a:moveTo>
                  <a:lnTo>
                    <a:pt x="45284" y="3166"/>
                  </a:lnTo>
                </a:path>
              </a:pathLst>
            </a:custGeom>
            <a:noFill/>
            <a:ln w="20003">
              <a:solidFill>
                <a:srgbClr val="8D9DAB"/>
              </a:solidFill>
            </a:ln>
          </p:spPr>
        </p:sp>
        <p:sp>
          <p:nvSpPr>
            <p:cNvPr id="1121" name="Input_receptor__1120">
              <a:extLst>
                <a:ext uri="{FF2B5EF4-FFF2-40B4-BE49-F238E27FC236}">
                  <a16:creationId xmlns:a16="http://schemas.microsoft.com/office/drawing/2014/main" id="{6BBE9BC9-64F0-C89F-4091-DBE1051242D1}"/>
                </a:ext>
              </a:extLst>
            </p:cNvPr>
            <p:cNvSpPr>
              <a:spLocks noGrp="1"/>
            </p:cNvSpPr>
            <p:nvPr/>
          </p:nvSpPr>
          <p:spPr>
            <a:xfrm>
              <a:off x="1302938" y="4721654"/>
              <a:ext cx="9297" cy="17630"/>
            </a:xfrm>
            <a:custGeom>
              <a:avLst/>
              <a:gdLst/>
              <a:ahLst/>
              <a:cxnLst/>
              <a:rect l="0" t="0" r="0" b="0"/>
              <a:pathLst>
                <a:path w="9297" h="17630">
                  <a:moveTo>
                    <a:pt x="9297" y="0"/>
                  </a:moveTo>
                  <a:lnTo>
                    <a:pt x="0" y="17630"/>
                  </a:lnTo>
                </a:path>
              </a:pathLst>
            </a:custGeom>
            <a:noFill/>
            <a:ln w="20003">
              <a:solidFill>
                <a:srgbClr val="8D9DAB"/>
              </a:solidFill>
            </a:ln>
          </p:spPr>
        </p:sp>
        <p:sp>
          <p:nvSpPr>
            <p:cNvPr id="1122" name="Input_receptor__1121">
              <a:extLst>
                <a:ext uri="{FF2B5EF4-FFF2-40B4-BE49-F238E27FC236}">
                  <a16:creationId xmlns:a16="http://schemas.microsoft.com/office/drawing/2014/main" id="{41266367-0C38-1D83-32E9-757FB2CD8936}"/>
                </a:ext>
              </a:extLst>
            </p:cNvPr>
            <p:cNvSpPr>
              <a:spLocks noGrp="1"/>
            </p:cNvSpPr>
            <p:nvPr/>
          </p:nvSpPr>
          <p:spPr>
            <a:xfrm>
              <a:off x="1032240" y="4475730"/>
              <a:ext cx="1253" cy="914"/>
            </a:xfrm>
            <a:custGeom>
              <a:avLst/>
              <a:gdLst/>
              <a:ahLst/>
              <a:cxnLst/>
              <a:rect l="0" t="0" r="0" b="0"/>
              <a:pathLst>
                <a:path w="1253" h="914">
                  <a:moveTo>
                    <a:pt x="1253" y="0"/>
                  </a:moveTo>
                  <a:lnTo>
                    <a:pt x="0" y="914"/>
                  </a:lnTo>
                </a:path>
              </a:pathLst>
            </a:custGeom>
            <a:noFill/>
            <a:ln w="8096">
              <a:solidFill>
                <a:srgbClr val="8D9DAB"/>
              </a:solidFill>
            </a:ln>
          </p:spPr>
        </p:sp>
        <p:sp>
          <p:nvSpPr>
            <p:cNvPr id="1123" name="Input_receptor__1122">
              <a:extLst>
                <a:ext uri="{FF2B5EF4-FFF2-40B4-BE49-F238E27FC236}">
                  <a16:creationId xmlns:a16="http://schemas.microsoft.com/office/drawing/2014/main" id="{4CC3D45F-1E8D-4344-7E62-76DAD18F7651}"/>
                </a:ext>
              </a:extLst>
            </p:cNvPr>
            <p:cNvSpPr>
              <a:spLocks noGrp="1"/>
            </p:cNvSpPr>
            <p:nvPr/>
          </p:nvSpPr>
          <p:spPr>
            <a:xfrm>
              <a:off x="951802" y="4390138"/>
              <a:ext cx="28710" cy="28147"/>
            </a:xfrm>
            <a:custGeom>
              <a:avLst/>
              <a:gdLst/>
              <a:ahLst/>
              <a:cxnLst/>
              <a:rect l="0" t="0" r="0" b="0"/>
              <a:pathLst>
                <a:path w="28710" h="28147">
                  <a:moveTo>
                    <a:pt x="28710" y="0"/>
                  </a:moveTo>
                  <a:lnTo>
                    <a:pt x="0" y="28147"/>
                  </a:lnTo>
                </a:path>
              </a:pathLst>
            </a:custGeom>
            <a:noFill/>
            <a:ln w="8096">
              <a:solidFill>
                <a:srgbClr val="8D9DAB"/>
              </a:solidFill>
            </a:ln>
          </p:spPr>
        </p:sp>
        <p:sp>
          <p:nvSpPr>
            <p:cNvPr id="1124" name="Input_receptor__1123">
              <a:extLst>
                <a:ext uri="{FF2B5EF4-FFF2-40B4-BE49-F238E27FC236}">
                  <a16:creationId xmlns:a16="http://schemas.microsoft.com/office/drawing/2014/main" id="{B3F85974-FD23-6CE0-D0C9-7895167DE5B5}"/>
                </a:ext>
              </a:extLst>
            </p:cNvPr>
            <p:cNvSpPr>
              <a:spLocks noGrp="1"/>
            </p:cNvSpPr>
            <p:nvPr/>
          </p:nvSpPr>
          <p:spPr>
            <a:xfrm>
              <a:off x="1160851" y="4371896"/>
              <a:ext cx="48017" cy="3759"/>
            </a:xfrm>
            <a:custGeom>
              <a:avLst/>
              <a:gdLst/>
              <a:ahLst/>
              <a:cxnLst/>
              <a:rect l="0" t="0" r="0" b="0"/>
              <a:pathLst>
                <a:path w="48017" h="3759">
                  <a:moveTo>
                    <a:pt x="0" y="3759"/>
                  </a:moveTo>
                  <a:lnTo>
                    <a:pt x="48017" y="0"/>
                  </a:lnTo>
                </a:path>
              </a:pathLst>
            </a:custGeom>
            <a:noFill/>
            <a:ln w="8096">
              <a:solidFill>
                <a:srgbClr val="8D9DAB"/>
              </a:solidFill>
            </a:ln>
          </p:spPr>
        </p:sp>
        <p:sp>
          <p:nvSpPr>
            <p:cNvPr id="1125" name="Input_receptor__1124">
              <a:extLst>
                <a:ext uri="{FF2B5EF4-FFF2-40B4-BE49-F238E27FC236}">
                  <a16:creationId xmlns:a16="http://schemas.microsoft.com/office/drawing/2014/main" id="{4D684156-3145-D463-4DB1-45F3D45ED63C}"/>
                </a:ext>
              </a:extLst>
            </p:cNvPr>
            <p:cNvSpPr>
              <a:spLocks noGrp="1"/>
            </p:cNvSpPr>
            <p:nvPr/>
          </p:nvSpPr>
          <p:spPr>
            <a:xfrm>
              <a:off x="1183325" y="5333163"/>
              <a:ext cx="7775" cy="41269"/>
            </a:xfrm>
            <a:custGeom>
              <a:avLst/>
              <a:gdLst/>
              <a:ahLst/>
              <a:cxnLst/>
              <a:rect l="0" t="0" r="0" b="0"/>
              <a:pathLst>
                <a:path w="7775" h="41269">
                  <a:moveTo>
                    <a:pt x="7775" y="0"/>
                  </a:moveTo>
                  <a:lnTo>
                    <a:pt x="0" y="41269"/>
                  </a:lnTo>
                </a:path>
              </a:pathLst>
            </a:custGeom>
            <a:noFill/>
            <a:ln w="20003">
              <a:solidFill>
                <a:srgbClr val="8D9DAB"/>
              </a:solidFill>
            </a:ln>
          </p:spPr>
        </p:sp>
        <p:sp>
          <p:nvSpPr>
            <p:cNvPr id="1126" name="Input_receptor__1125">
              <a:extLst>
                <a:ext uri="{FF2B5EF4-FFF2-40B4-BE49-F238E27FC236}">
                  <a16:creationId xmlns:a16="http://schemas.microsoft.com/office/drawing/2014/main" id="{1F5DC37C-756D-8F30-C76D-D35DBB518A21}"/>
                </a:ext>
              </a:extLst>
            </p:cNvPr>
            <p:cNvSpPr>
              <a:spLocks noGrp="1"/>
            </p:cNvSpPr>
            <p:nvPr/>
          </p:nvSpPr>
          <p:spPr>
            <a:xfrm>
              <a:off x="1652314" y="4911518"/>
              <a:ext cx="19783" cy="38438"/>
            </a:xfrm>
            <a:custGeom>
              <a:avLst/>
              <a:gdLst/>
              <a:ahLst/>
              <a:cxnLst/>
              <a:rect l="0" t="0" r="0" b="0"/>
              <a:pathLst>
                <a:path w="19783" h="38438">
                  <a:moveTo>
                    <a:pt x="0" y="38438"/>
                  </a:moveTo>
                  <a:lnTo>
                    <a:pt x="19783" y="0"/>
                  </a:lnTo>
                </a:path>
              </a:pathLst>
            </a:custGeom>
            <a:noFill/>
            <a:ln w="20003">
              <a:solidFill>
                <a:srgbClr val="8D9EAB"/>
              </a:solidFill>
            </a:ln>
          </p:spPr>
        </p:sp>
        <p:sp>
          <p:nvSpPr>
            <p:cNvPr id="1127" name="Input_receptor__1126">
              <a:extLst>
                <a:ext uri="{FF2B5EF4-FFF2-40B4-BE49-F238E27FC236}">
                  <a16:creationId xmlns:a16="http://schemas.microsoft.com/office/drawing/2014/main" id="{757AFFB4-5925-E32A-214B-F57D9BBBD9E3}"/>
                </a:ext>
              </a:extLst>
            </p:cNvPr>
            <p:cNvSpPr>
              <a:spLocks noGrp="1"/>
            </p:cNvSpPr>
            <p:nvPr/>
          </p:nvSpPr>
          <p:spPr>
            <a:xfrm>
              <a:off x="1141312" y="4262223"/>
              <a:ext cx="10924" cy="32766"/>
            </a:xfrm>
            <a:custGeom>
              <a:avLst/>
              <a:gdLst/>
              <a:ahLst/>
              <a:cxnLst/>
              <a:rect l="0" t="0" r="0" b="0"/>
              <a:pathLst>
                <a:path w="10924" h="32766">
                  <a:moveTo>
                    <a:pt x="10924" y="0"/>
                  </a:moveTo>
                  <a:lnTo>
                    <a:pt x="0" y="32766"/>
                  </a:lnTo>
                </a:path>
              </a:pathLst>
            </a:custGeom>
            <a:noFill/>
            <a:ln w="8096">
              <a:solidFill>
                <a:srgbClr val="8D9EAB"/>
              </a:solidFill>
            </a:ln>
          </p:spPr>
        </p:sp>
        <p:sp>
          <p:nvSpPr>
            <p:cNvPr id="1128" name="Input_receptor__1127">
              <a:extLst>
                <a:ext uri="{FF2B5EF4-FFF2-40B4-BE49-F238E27FC236}">
                  <a16:creationId xmlns:a16="http://schemas.microsoft.com/office/drawing/2014/main" id="{3EC8CAAE-A17A-FED3-BFA4-20AA6667745E}"/>
                </a:ext>
              </a:extLst>
            </p:cNvPr>
            <p:cNvSpPr>
              <a:spLocks noGrp="1"/>
            </p:cNvSpPr>
            <p:nvPr/>
          </p:nvSpPr>
          <p:spPr>
            <a:xfrm>
              <a:off x="1029800" y="4802928"/>
              <a:ext cx="38644" cy="8760"/>
            </a:xfrm>
            <a:custGeom>
              <a:avLst/>
              <a:gdLst/>
              <a:ahLst/>
              <a:cxnLst/>
              <a:rect l="0" t="0" r="0" b="0"/>
              <a:pathLst>
                <a:path w="38644" h="8760">
                  <a:moveTo>
                    <a:pt x="38644" y="0"/>
                  </a:moveTo>
                  <a:lnTo>
                    <a:pt x="0" y="8760"/>
                  </a:lnTo>
                </a:path>
              </a:pathLst>
            </a:custGeom>
            <a:noFill/>
            <a:ln w="20003">
              <a:solidFill>
                <a:srgbClr val="8D9EAB"/>
              </a:solidFill>
            </a:ln>
          </p:spPr>
        </p:sp>
        <p:sp>
          <p:nvSpPr>
            <p:cNvPr id="1129" name="Input_receptor__1128">
              <a:extLst>
                <a:ext uri="{FF2B5EF4-FFF2-40B4-BE49-F238E27FC236}">
                  <a16:creationId xmlns:a16="http://schemas.microsoft.com/office/drawing/2014/main" id="{514CF28F-F006-8064-CBBC-DD28FADCCFB3}"/>
                </a:ext>
              </a:extLst>
            </p:cNvPr>
            <p:cNvSpPr>
              <a:spLocks noGrp="1"/>
            </p:cNvSpPr>
            <p:nvPr/>
          </p:nvSpPr>
          <p:spPr>
            <a:xfrm>
              <a:off x="1068695" y="4497092"/>
              <a:ext cx="36058" cy="31492"/>
            </a:xfrm>
            <a:custGeom>
              <a:avLst/>
              <a:gdLst/>
              <a:ahLst/>
              <a:cxnLst/>
              <a:rect l="0" t="0" r="0" b="0"/>
              <a:pathLst>
                <a:path w="36058" h="31492">
                  <a:moveTo>
                    <a:pt x="0" y="31492"/>
                  </a:moveTo>
                  <a:lnTo>
                    <a:pt x="36058" y="0"/>
                  </a:lnTo>
                </a:path>
              </a:pathLst>
            </a:custGeom>
            <a:noFill/>
            <a:ln w="20003">
              <a:solidFill>
                <a:srgbClr val="8D9EAB"/>
              </a:solidFill>
            </a:ln>
          </p:spPr>
        </p:sp>
        <p:sp>
          <p:nvSpPr>
            <p:cNvPr id="1130" name="Input_receptor__1129">
              <a:extLst>
                <a:ext uri="{FF2B5EF4-FFF2-40B4-BE49-F238E27FC236}">
                  <a16:creationId xmlns:a16="http://schemas.microsoft.com/office/drawing/2014/main" id="{D598B1A7-0C91-F874-5577-DAAC941AE4E8}"/>
                </a:ext>
              </a:extLst>
            </p:cNvPr>
            <p:cNvSpPr>
              <a:spLocks noGrp="1"/>
            </p:cNvSpPr>
            <p:nvPr/>
          </p:nvSpPr>
          <p:spPr>
            <a:xfrm>
              <a:off x="1069213" y="4250953"/>
              <a:ext cx="26122" cy="40003"/>
            </a:xfrm>
            <a:custGeom>
              <a:avLst/>
              <a:gdLst/>
              <a:ahLst/>
              <a:cxnLst/>
              <a:rect l="0" t="0" r="0" b="0"/>
              <a:pathLst>
                <a:path w="26122" h="40003">
                  <a:moveTo>
                    <a:pt x="26122" y="40003"/>
                  </a:moveTo>
                  <a:lnTo>
                    <a:pt x="0" y="0"/>
                  </a:lnTo>
                </a:path>
              </a:pathLst>
            </a:custGeom>
            <a:noFill/>
            <a:ln w="8096">
              <a:solidFill>
                <a:srgbClr val="8D9EAB"/>
              </a:solidFill>
            </a:ln>
          </p:spPr>
        </p:sp>
        <p:sp>
          <p:nvSpPr>
            <p:cNvPr id="1131" name="Input_receptor__1130">
              <a:extLst>
                <a:ext uri="{FF2B5EF4-FFF2-40B4-BE49-F238E27FC236}">
                  <a16:creationId xmlns:a16="http://schemas.microsoft.com/office/drawing/2014/main" id="{A30C255E-6BC5-E5A8-6833-61BAFAF0E213}"/>
                </a:ext>
              </a:extLst>
            </p:cNvPr>
            <p:cNvSpPr>
              <a:spLocks noGrp="1"/>
            </p:cNvSpPr>
            <p:nvPr/>
          </p:nvSpPr>
          <p:spPr>
            <a:xfrm>
              <a:off x="1634774" y="4805337"/>
              <a:ext cx="39547" cy="25241"/>
            </a:xfrm>
            <a:custGeom>
              <a:avLst/>
              <a:gdLst/>
              <a:ahLst/>
              <a:cxnLst/>
              <a:rect l="0" t="0" r="0" b="0"/>
              <a:pathLst>
                <a:path w="39547" h="25241">
                  <a:moveTo>
                    <a:pt x="0" y="25241"/>
                  </a:moveTo>
                  <a:lnTo>
                    <a:pt x="39547" y="0"/>
                  </a:lnTo>
                </a:path>
              </a:pathLst>
            </a:custGeom>
            <a:noFill/>
            <a:ln w="20003">
              <a:solidFill>
                <a:srgbClr val="8D9EAB"/>
              </a:solidFill>
            </a:ln>
          </p:spPr>
        </p:sp>
        <p:sp>
          <p:nvSpPr>
            <p:cNvPr id="1132" name="Input_receptor__1131">
              <a:extLst>
                <a:ext uri="{FF2B5EF4-FFF2-40B4-BE49-F238E27FC236}">
                  <a16:creationId xmlns:a16="http://schemas.microsoft.com/office/drawing/2014/main" id="{80D94F6D-4C84-6D92-8D0E-20004E41C3B9}"/>
                </a:ext>
              </a:extLst>
            </p:cNvPr>
            <p:cNvSpPr>
              <a:spLocks noGrp="1"/>
            </p:cNvSpPr>
            <p:nvPr/>
          </p:nvSpPr>
          <p:spPr>
            <a:xfrm>
              <a:off x="1505027" y="4725392"/>
              <a:ext cx="45169" cy="14399"/>
            </a:xfrm>
            <a:custGeom>
              <a:avLst/>
              <a:gdLst/>
              <a:ahLst/>
              <a:cxnLst/>
              <a:rect l="0" t="0" r="0" b="0"/>
              <a:pathLst>
                <a:path w="45169" h="14399">
                  <a:moveTo>
                    <a:pt x="0" y="0"/>
                  </a:moveTo>
                  <a:lnTo>
                    <a:pt x="45169" y="14399"/>
                  </a:lnTo>
                </a:path>
              </a:pathLst>
            </a:custGeom>
            <a:noFill/>
            <a:ln w="20003">
              <a:solidFill>
                <a:srgbClr val="8D9EAB"/>
              </a:solidFill>
            </a:ln>
          </p:spPr>
        </p:sp>
        <p:sp>
          <p:nvSpPr>
            <p:cNvPr id="1133" name="Input_receptor__1132">
              <a:extLst>
                <a:ext uri="{FF2B5EF4-FFF2-40B4-BE49-F238E27FC236}">
                  <a16:creationId xmlns:a16="http://schemas.microsoft.com/office/drawing/2014/main" id="{04BCFD25-08D0-B6D0-AC7D-1653EDD5EBA1}"/>
                </a:ext>
              </a:extLst>
            </p:cNvPr>
            <p:cNvSpPr>
              <a:spLocks noGrp="1"/>
            </p:cNvSpPr>
            <p:nvPr/>
          </p:nvSpPr>
          <p:spPr>
            <a:xfrm>
              <a:off x="1482621" y="4221734"/>
              <a:ext cx="19498" cy="41298"/>
            </a:xfrm>
            <a:custGeom>
              <a:avLst/>
              <a:gdLst/>
              <a:ahLst/>
              <a:cxnLst/>
              <a:rect l="0" t="0" r="0" b="0"/>
              <a:pathLst>
                <a:path w="19498" h="41298">
                  <a:moveTo>
                    <a:pt x="0" y="41298"/>
                  </a:moveTo>
                  <a:lnTo>
                    <a:pt x="19498" y="0"/>
                  </a:lnTo>
                </a:path>
              </a:pathLst>
            </a:custGeom>
            <a:noFill/>
            <a:ln w="20003">
              <a:solidFill>
                <a:srgbClr val="8D9EAB"/>
              </a:solidFill>
            </a:ln>
          </p:spPr>
        </p:sp>
        <p:sp>
          <p:nvSpPr>
            <p:cNvPr id="1134" name="Input_receptor__1133">
              <a:extLst>
                <a:ext uri="{FF2B5EF4-FFF2-40B4-BE49-F238E27FC236}">
                  <a16:creationId xmlns:a16="http://schemas.microsoft.com/office/drawing/2014/main" id="{94346AA3-87A3-AF00-4112-9A8C0EF63BDB}"/>
                </a:ext>
              </a:extLst>
            </p:cNvPr>
            <p:cNvSpPr>
              <a:spLocks noGrp="1"/>
            </p:cNvSpPr>
            <p:nvPr/>
          </p:nvSpPr>
          <p:spPr>
            <a:xfrm>
              <a:off x="1269198" y="4917600"/>
              <a:ext cx="908" cy="45775"/>
            </a:xfrm>
            <a:custGeom>
              <a:avLst/>
              <a:gdLst/>
              <a:ahLst/>
              <a:cxnLst/>
              <a:rect l="0" t="0" r="0" b="0"/>
              <a:pathLst>
                <a:path w="908" h="45775">
                  <a:moveTo>
                    <a:pt x="0" y="0"/>
                  </a:moveTo>
                  <a:lnTo>
                    <a:pt x="908" y="45775"/>
                  </a:lnTo>
                </a:path>
              </a:pathLst>
            </a:custGeom>
            <a:noFill/>
            <a:ln w="20003">
              <a:solidFill>
                <a:srgbClr val="8D9EAB"/>
              </a:solidFill>
            </a:ln>
          </p:spPr>
        </p:sp>
        <p:sp>
          <p:nvSpPr>
            <p:cNvPr id="1135" name="Input_receptor__1134">
              <a:extLst>
                <a:ext uri="{FF2B5EF4-FFF2-40B4-BE49-F238E27FC236}">
                  <a16:creationId xmlns:a16="http://schemas.microsoft.com/office/drawing/2014/main" id="{31568D38-5251-0B92-FCB5-233173E68E01}"/>
                </a:ext>
              </a:extLst>
            </p:cNvPr>
            <p:cNvSpPr>
              <a:spLocks noGrp="1"/>
            </p:cNvSpPr>
            <p:nvPr/>
          </p:nvSpPr>
          <p:spPr>
            <a:xfrm>
              <a:off x="1799197" y="5125328"/>
              <a:ext cx="13129" cy="39742"/>
            </a:xfrm>
            <a:custGeom>
              <a:avLst/>
              <a:gdLst/>
              <a:ahLst/>
              <a:cxnLst/>
              <a:rect l="0" t="0" r="0" b="0"/>
              <a:pathLst>
                <a:path w="13129" h="39742">
                  <a:moveTo>
                    <a:pt x="0" y="39742"/>
                  </a:moveTo>
                  <a:lnTo>
                    <a:pt x="13129" y="0"/>
                  </a:lnTo>
                </a:path>
              </a:pathLst>
            </a:custGeom>
            <a:noFill/>
            <a:ln w="20003">
              <a:solidFill>
                <a:srgbClr val="8D9EAB"/>
              </a:solidFill>
            </a:ln>
          </p:spPr>
        </p:sp>
        <p:sp>
          <p:nvSpPr>
            <p:cNvPr id="1136" name="Input_receptor__1135">
              <a:extLst>
                <a:ext uri="{FF2B5EF4-FFF2-40B4-BE49-F238E27FC236}">
                  <a16:creationId xmlns:a16="http://schemas.microsoft.com/office/drawing/2014/main" id="{D3A6D341-88CE-A34E-D0EA-F00008C32AE8}"/>
                </a:ext>
              </a:extLst>
            </p:cNvPr>
            <p:cNvSpPr>
              <a:spLocks noGrp="1"/>
            </p:cNvSpPr>
            <p:nvPr/>
          </p:nvSpPr>
          <p:spPr>
            <a:xfrm>
              <a:off x="1168110" y="5305494"/>
              <a:ext cx="22990" cy="27669"/>
            </a:xfrm>
            <a:custGeom>
              <a:avLst/>
              <a:gdLst/>
              <a:ahLst/>
              <a:cxnLst/>
              <a:rect l="0" t="0" r="0" b="0"/>
              <a:pathLst>
                <a:path w="22990" h="27669">
                  <a:moveTo>
                    <a:pt x="0" y="0"/>
                  </a:moveTo>
                  <a:lnTo>
                    <a:pt x="22990" y="27669"/>
                  </a:lnTo>
                </a:path>
              </a:pathLst>
            </a:custGeom>
            <a:noFill/>
            <a:ln w="20003">
              <a:solidFill>
                <a:srgbClr val="8D9EAB"/>
              </a:solidFill>
            </a:ln>
          </p:spPr>
        </p:sp>
        <p:sp>
          <p:nvSpPr>
            <p:cNvPr id="1137" name="Input_receptor__1136">
              <a:extLst>
                <a:ext uri="{FF2B5EF4-FFF2-40B4-BE49-F238E27FC236}">
                  <a16:creationId xmlns:a16="http://schemas.microsoft.com/office/drawing/2014/main" id="{8148C40E-F172-D0FF-BCE7-0F54977E8140}"/>
                </a:ext>
              </a:extLst>
            </p:cNvPr>
            <p:cNvSpPr>
              <a:spLocks noGrp="1"/>
            </p:cNvSpPr>
            <p:nvPr/>
          </p:nvSpPr>
          <p:spPr>
            <a:xfrm>
              <a:off x="1478117" y="4091004"/>
              <a:ext cx="35733" cy="29126"/>
            </a:xfrm>
            <a:custGeom>
              <a:avLst/>
              <a:gdLst/>
              <a:ahLst/>
              <a:cxnLst/>
              <a:rect l="0" t="0" r="0" b="0"/>
              <a:pathLst>
                <a:path w="35733" h="29126">
                  <a:moveTo>
                    <a:pt x="35733" y="0"/>
                  </a:moveTo>
                  <a:lnTo>
                    <a:pt x="0" y="29126"/>
                  </a:lnTo>
                </a:path>
              </a:pathLst>
            </a:custGeom>
            <a:noFill/>
            <a:ln w="20003">
              <a:solidFill>
                <a:srgbClr val="8D9EAB"/>
              </a:solidFill>
            </a:ln>
          </p:spPr>
        </p:sp>
        <p:sp>
          <p:nvSpPr>
            <p:cNvPr id="1138" name="Input_receptor__1137">
              <a:extLst>
                <a:ext uri="{FF2B5EF4-FFF2-40B4-BE49-F238E27FC236}">
                  <a16:creationId xmlns:a16="http://schemas.microsoft.com/office/drawing/2014/main" id="{3DE07005-7406-4F89-8302-B5443B6C766A}"/>
                </a:ext>
              </a:extLst>
            </p:cNvPr>
            <p:cNvSpPr>
              <a:spLocks noGrp="1"/>
            </p:cNvSpPr>
            <p:nvPr/>
          </p:nvSpPr>
          <p:spPr>
            <a:xfrm>
              <a:off x="1083519" y="5518656"/>
              <a:ext cx="45112" cy="11100"/>
            </a:xfrm>
            <a:custGeom>
              <a:avLst/>
              <a:gdLst/>
              <a:ahLst/>
              <a:cxnLst/>
              <a:rect l="0" t="0" r="0" b="0"/>
              <a:pathLst>
                <a:path w="45112" h="11100">
                  <a:moveTo>
                    <a:pt x="0" y="11100"/>
                  </a:moveTo>
                  <a:lnTo>
                    <a:pt x="45112" y="0"/>
                  </a:lnTo>
                </a:path>
              </a:pathLst>
            </a:custGeom>
            <a:noFill/>
            <a:ln w="20003">
              <a:solidFill>
                <a:srgbClr val="8D9EAB"/>
              </a:solidFill>
            </a:ln>
          </p:spPr>
        </p:sp>
        <p:sp>
          <p:nvSpPr>
            <p:cNvPr id="1139" name="Input_receptor__1138">
              <a:extLst>
                <a:ext uri="{FF2B5EF4-FFF2-40B4-BE49-F238E27FC236}">
                  <a16:creationId xmlns:a16="http://schemas.microsoft.com/office/drawing/2014/main" id="{A2D2D229-6DE7-CD6B-8393-54BF72AFD91E}"/>
                </a:ext>
              </a:extLst>
            </p:cNvPr>
            <p:cNvSpPr>
              <a:spLocks noGrp="1"/>
            </p:cNvSpPr>
            <p:nvPr/>
          </p:nvSpPr>
          <p:spPr>
            <a:xfrm>
              <a:off x="1525598" y="4927540"/>
              <a:ext cx="36657" cy="27001"/>
            </a:xfrm>
            <a:custGeom>
              <a:avLst/>
              <a:gdLst/>
              <a:ahLst/>
              <a:cxnLst/>
              <a:rect l="0" t="0" r="0" b="0"/>
              <a:pathLst>
                <a:path w="36657" h="27001">
                  <a:moveTo>
                    <a:pt x="0" y="0"/>
                  </a:moveTo>
                  <a:lnTo>
                    <a:pt x="36657" y="27001"/>
                  </a:lnTo>
                </a:path>
              </a:pathLst>
            </a:custGeom>
            <a:noFill/>
            <a:ln w="20003">
              <a:solidFill>
                <a:srgbClr val="8D9EAB"/>
              </a:solidFill>
            </a:ln>
          </p:spPr>
        </p:sp>
        <p:sp>
          <p:nvSpPr>
            <p:cNvPr id="1140" name="Input_receptor__1139">
              <a:extLst>
                <a:ext uri="{FF2B5EF4-FFF2-40B4-BE49-F238E27FC236}">
                  <a16:creationId xmlns:a16="http://schemas.microsoft.com/office/drawing/2014/main" id="{C2389E33-07F8-08C3-38B5-5A76B4FD62E2}"/>
                </a:ext>
              </a:extLst>
            </p:cNvPr>
            <p:cNvSpPr>
              <a:spLocks noGrp="1"/>
            </p:cNvSpPr>
            <p:nvPr/>
          </p:nvSpPr>
          <p:spPr>
            <a:xfrm>
              <a:off x="1653426" y="5074035"/>
              <a:ext cx="13505" cy="43390"/>
            </a:xfrm>
            <a:custGeom>
              <a:avLst/>
              <a:gdLst/>
              <a:ahLst/>
              <a:cxnLst/>
              <a:rect l="0" t="0" r="0" b="0"/>
              <a:pathLst>
                <a:path w="13505" h="43390">
                  <a:moveTo>
                    <a:pt x="13505" y="43390"/>
                  </a:moveTo>
                  <a:lnTo>
                    <a:pt x="0" y="0"/>
                  </a:lnTo>
                </a:path>
              </a:pathLst>
            </a:custGeom>
            <a:noFill/>
            <a:ln w="20003">
              <a:solidFill>
                <a:srgbClr val="8D9EAB"/>
              </a:solidFill>
            </a:ln>
          </p:spPr>
        </p:sp>
        <p:sp>
          <p:nvSpPr>
            <p:cNvPr id="1141" name="Input_receptor__1140">
              <a:extLst>
                <a:ext uri="{FF2B5EF4-FFF2-40B4-BE49-F238E27FC236}">
                  <a16:creationId xmlns:a16="http://schemas.microsoft.com/office/drawing/2014/main" id="{E1725A5B-6892-2C93-94B6-DFB8F076B5BE}"/>
                </a:ext>
              </a:extLst>
            </p:cNvPr>
            <p:cNvSpPr>
              <a:spLocks noGrp="1"/>
            </p:cNvSpPr>
            <p:nvPr/>
          </p:nvSpPr>
          <p:spPr>
            <a:xfrm>
              <a:off x="1421213" y="4886886"/>
              <a:ext cx="27513" cy="14528"/>
            </a:xfrm>
            <a:custGeom>
              <a:avLst/>
              <a:gdLst/>
              <a:ahLst/>
              <a:cxnLst/>
              <a:rect l="0" t="0" r="0" b="0"/>
              <a:pathLst>
                <a:path w="27513" h="14528">
                  <a:moveTo>
                    <a:pt x="27513" y="14528"/>
                  </a:moveTo>
                  <a:lnTo>
                    <a:pt x="0" y="0"/>
                  </a:lnTo>
                </a:path>
              </a:pathLst>
            </a:custGeom>
            <a:noFill/>
            <a:ln w="20003">
              <a:solidFill>
                <a:srgbClr val="8D9EAB"/>
              </a:solidFill>
            </a:ln>
          </p:spPr>
        </p:sp>
        <p:sp>
          <p:nvSpPr>
            <p:cNvPr id="1142" name="Input_receptor__1141">
              <a:extLst>
                <a:ext uri="{FF2B5EF4-FFF2-40B4-BE49-F238E27FC236}">
                  <a16:creationId xmlns:a16="http://schemas.microsoft.com/office/drawing/2014/main" id="{43B867C7-D479-19EE-CEE0-E00C264D5AB0}"/>
                </a:ext>
              </a:extLst>
            </p:cNvPr>
            <p:cNvSpPr>
              <a:spLocks noGrp="1"/>
            </p:cNvSpPr>
            <p:nvPr/>
          </p:nvSpPr>
          <p:spPr>
            <a:xfrm>
              <a:off x="1448625" y="4828047"/>
              <a:ext cx="2656" cy="8712"/>
            </a:xfrm>
            <a:custGeom>
              <a:avLst/>
              <a:gdLst/>
              <a:ahLst/>
              <a:cxnLst/>
              <a:rect l="0" t="0" r="0" b="0"/>
              <a:pathLst>
                <a:path w="2656" h="8712">
                  <a:moveTo>
                    <a:pt x="2656" y="8712"/>
                  </a:moveTo>
                  <a:lnTo>
                    <a:pt x="0" y="0"/>
                  </a:lnTo>
                </a:path>
              </a:pathLst>
            </a:custGeom>
            <a:noFill/>
            <a:ln w="20003">
              <a:solidFill>
                <a:srgbClr val="8D9EAB"/>
              </a:solidFill>
            </a:ln>
          </p:spPr>
        </p:sp>
        <p:sp>
          <p:nvSpPr>
            <p:cNvPr id="1143" name="Input_receptor__1142">
              <a:extLst>
                <a:ext uri="{FF2B5EF4-FFF2-40B4-BE49-F238E27FC236}">
                  <a16:creationId xmlns:a16="http://schemas.microsoft.com/office/drawing/2014/main" id="{AEC7193A-CE05-26A6-76E8-2802C4E66977}"/>
                </a:ext>
              </a:extLst>
            </p:cNvPr>
            <p:cNvSpPr>
              <a:spLocks noGrp="1"/>
            </p:cNvSpPr>
            <p:nvPr/>
          </p:nvSpPr>
          <p:spPr>
            <a:xfrm>
              <a:off x="1556937" y="5172727"/>
              <a:ext cx="15722" cy="27620"/>
            </a:xfrm>
            <a:custGeom>
              <a:avLst/>
              <a:gdLst/>
              <a:ahLst/>
              <a:cxnLst/>
              <a:rect l="0" t="0" r="0" b="0"/>
              <a:pathLst>
                <a:path w="15722" h="27620">
                  <a:moveTo>
                    <a:pt x="0" y="0"/>
                  </a:moveTo>
                  <a:lnTo>
                    <a:pt x="15722" y="27620"/>
                  </a:lnTo>
                </a:path>
              </a:pathLst>
            </a:custGeom>
            <a:noFill/>
            <a:ln w="20003">
              <a:solidFill>
                <a:srgbClr val="8D9EAB"/>
              </a:solidFill>
            </a:ln>
          </p:spPr>
        </p:sp>
        <p:sp>
          <p:nvSpPr>
            <p:cNvPr id="1144" name="Input_receptor__1143">
              <a:extLst>
                <a:ext uri="{FF2B5EF4-FFF2-40B4-BE49-F238E27FC236}">
                  <a16:creationId xmlns:a16="http://schemas.microsoft.com/office/drawing/2014/main" id="{A8E5BBB4-A460-E1FE-D953-B4E321EDCCE2}"/>
                </a:ext>
              </a:extLst>
            </p:cNvPr>
            <p:cNvSpPr>
              <a:spLocks noGrp="1"/>
            </p:cNvSpPr>
            <p:nvPr/>
          </p:nvSpPr>
          <p:spPr>
            <a:xfrm>
              <a:off x="1562678" y="4667258"/>
              <a:ext cx="38330" cy="8494"/>
            </a:xfrm>
            <a:custGeom>
              <a:avLst/>
              <a:gdLst/>
              <a:ahLst/>
              <a:cxnLst/>
              <a:rect l="0" t="0" r="0" b="0"/>
              <a:pathLst>
                <a:path w="38330" h="8494">
                  <a:moveTo>
                    <a:pt x="0" y="8494"/>
                  </a:moveTo>
                  <a:lnTo>
                    <a:pt x="38330" y="0"/>
                  </a:lnTo>
                </a:path>
              </a:pathLst>
            </a:custGeom>
            <a:noFill/>
            <a:ln w="8096">
              <a:solidFill>
                <a:srgbClr val="8D9EAB"/>
              </a:solidFill>
            </a:ln>
          </p:spPr>
        </p:sp>
        <p:sp>
          <p:nvSpPr>
            <p:cNvPr id="1145" name="Input_receptor__1144">
              <a:extLst>
                <a:ext uri="{FF2B5EF4-FFF2-40B4-BE49-F238E27FC236}">
                  <a16:creationId xmlns:a16="http://schemas.microsoft.com/office/drawing/2014/main" id="{27C8405D-2ED4-AEEE-7F3A-579DF1BDFCA5}"/>
                </a:ext>
              </a:extLst>
            </p:cNvPr>
            <p:cNvSpPr>
              <a:spLocks noGrp="1"/>
            </p:cNvSpPr>
            <p:nvPr/>
          </p:nvSpPr>
          <p:spPr>
            <a:xfrm>
              <a:off x="1394211" y="4272617"/>
              <a:ext cx="33331" cy="9581"/>
            </a:xfrm>
            <a:custGeom>
              <a:avLst/>
              <a:gdLst/>
              <a:ahLst/>
              <a:cxnLst/>
              <a:rect l="0" t="0" r="0" b="0"/>
              <a:pathLst>
                <a:path w="33331" h="9581">
                  <a:moveTo>
                    <a:pt x="0" y="9581"/>
                  </a:moveTo>
                  <a:lnTo>
                    <a:pt x="33331" y="0"/>
                  </a:lnTo>
                </a:path>
              </a:pathLst>
            </a:custGeom>
            <a:noFill/>
            <a:ln w="8096">
              <a:solidFill>
                <a:srgbClr val="8D9EAB"/>
              </a:solidFill>
            </a:ln>
          </p:spPr>
        </p:sp>
        <p:sp>
          <p:nvSpPr>
            <p:cNvPr id="1146" name="Input_receptor__1145">
              <a:extLst>
                <a:ext uri="{FF2B5EF4-FFF2-40B4-BE49-F238E27FC236}">
                  <a16:creationId xmlns:a16="http://schemas.microsoft.com/office/drawing/2014/main" id="{5A3FDAC8-E886-C81F-D482-8467151E1007}"/>
                </a:ext>
              </a:extLst>
            </p:cNvPr>
            <p:cNvSpPr>
              <a:spLocks noGrp="1"/>
            </p:cNvSpPr>
            <p:nvPr/>
          </p:nvSpPr>
          <p:spPr>
            <a:xfrm>
              <a:off x="1142030" y="4375655"/>
              <a:ext cx="18821" cy="37632"/>
            </a:xfrm>
            <a:custGeom>
              <a:avLst/>
              <a:gdLst/>
              <a:ahLst/>
              <a:cxnLst/>
              <a:rect l="0" t="0" r="0" b="0"/>
              <a:pathLst>
                <a:path w="18821" h="37632">
                  <a:moveTo>
                    <a:pt x="0" y="37632"/>
                  </a:moveTo>
                  <a:lnTo>
                    <a:pt x="18821" y="0"/>
                  </a:lnTo>
                </a:path>
              </a:pathLst>
            </a:custGeom>
            <a:noFill/>
            <a:ln w="20003">
              <a:solidFill>
                <a:srgbClr val="8D9EAB"/>
              </a:solidFill>
            </a:ln>
          </p:spPr>
        </p:sp>
        <p:sp>
          <p:nvSpPr>
            <p:cNvPr id="1147" name="Input_receptor__1146">
              <a:extLst>
                <a:ext uri="{FF2B5EF4-FFF2-40B4-BE49-F238E27FC236}">
                  <a16:creationId xmlns:a16="http://schemas.microsoft.com/office/drawing/2014/main" id="{A91B6794-E002-8127-ABCA-5DF9E88A1B4B}"/>
                </a:ext>
              </a:extLst>
            </p:cNvPr>
            <p:cNvSpPr>
              <a:spLocks noGrp="1"/>
            </p:cNvSpPr>
            <p:nvPr/>
          </p:nvSpPr>
          <p:spPr>
            <a:xfrm>
              <a:off x="1234995" y="4424078"/>
              <a:ext cx="31152" cy="17048"/>
            </a:xfrm>
            <a:custGeom>
              <a:avLst/>
              <a:gdLst/>
              <a:ahLst/>
              <a:cxnLst/>
              <a:rect l="0" t="0" r="0" b="0"/>
              <a:pathLst>
                <a:path w="31152" h="17048">
                  <a:moveTo>
                    <a:pt x="31152" y="0"/>
                  </a:moveTo>
                  <a:lnTo>
                    <a:pt x="0" y="17048"/>
                  </a:lnTo>
                </a:path>
              </a:pathLst>
            </a:custGeom>
            <a:noFill/>
            <a:ln w="20003">
              <a:solidFill>
                <a:srgbClr val="8D9EAB"/>
              </a:solidFill>
            </a:ln>
          </p:spPr>
        </p:sp>
        <p:sp>
          <p:nvSpPr>
            <p:cNvPr id="1148" name="Input_receptor__1147">
              <a:extLst>
                <a:ext uri="{FF2B5EF4-FFF2-40B4-BE49-F238E27FC236}">
                  <a16:creationId xmlns:a16="http://schemas.microsoft.com/office/drawing/2014/main" id="{91B9D168-D4D7-80D9-5928-7B96D7CEE845}"/>
                </a:ext>
              </a:extLst>
            </p:cNvPr>
            <p:cNvSpPr>
              <a:spLocks noGrp="1"/>
            </p:cNvSpPr>
            <p:nvPr/>
          </p:nvSpPr>
          <p:spPr>
            <a:xfrm>
              <a:off x="1603455" y="5085768"/>
              <a:ext cx="4108" cy="24047"/>
            </a:xfrm>
            <a:custGeom>
              <a:avLst/>
              <a:gdLst/>
              <a:ahLst/>
              <a:cxnLst/>
              <a:rect l="0" t="0" r="0" b="0"/>
              <a:pathLst>
                <a:path w="4108" h="24047">
                  <a:moveTo>
                    <a:pt x="4108" y="0"/>
                  </a:moveTo>
                  <a:lnTo>
                    <a:pt x="0" y="24047"/>
                  </a:lnTo>
                </a:path>
              </a:pathLst>
            </a:custGeom>
            <a:noFill/>
            <a:ln w="20003">
              <a:solidFill>
                <a:srgbClr val="8E9EAB"/>
              </a:solidFill>
            </a:ln>
          </p:spPr>
        </p:sp>
        <p:sp>
          <p:nvSpPr>
            <p:cNvPr id="1149" name="Input_receptor__1148">
              <a:extLst>
                <a:ext uri="{FF2B5EF4-FFF2-40B4-BE49-F238E27FC236}">
                  <a16:creationId xmlns:a16="http://schemas.microsoft.com/office/drawing/2014/main" id="{E2AFE146-5BF2-1FAE-6949-60AA73E4007D}"/>
                </a:ext>
              </a:extLst>
            </p:cNvPr>
            <p:cNvSpPr>
              <a:spLocks noGrp="1"/>
            </p:cNvSpPr>
            <p:nvPr/>
          </p:nvSpPr>
          <p:spPr>
            <a:xfrm>
              <a:off x="982875" y="4751339"/>
              <a:ext cx="30484" cy="6890"/>
            </a:xfrm>
            <a:custGeom>
              <a:avLst/>
              <a:gdLst/>
              <a:ahLst/>
              <a:cxnLst/>
              <a:rect l="0" t="0" r="0" b="0"/>
              <a:pathLst>
                <a:path w="30484" h="6890">
                  <a:moveTo>
                    <a:pt x="30484" y="0"/>
                  </a:moveTo>
                  <a:lnTo>
                    <a:pt x="0" y="6890"/>
                  </a:lnTo>
                </a:path>
              </a:pathLst>
            </a:custGeom>
            <a:noFill/>
            <a:ln w="20003">
              <a:solidFill>
                <a:srgbClr val="8E9EAB"/>
              </a:solidFill>
            </a:ln>
          </p:spPr>
        </p:sp>
        <p:sp>
          <p:nvSpPr>
            <p:cNvPr id="1150" name="Input_receptor__1149">
              <a:extLst>
                <a:ext uri="{FF2B5EF4-FFF2-40B4-BE49-F238E27FC236}">
                  <a16:creationId xmlns:a16="http://schemas.microsoft.com/office/drawing/2014/main" id="{370CF3BF-6C34-9429-B169-7A2F20BD2041}"/>
                </a:ext>
              </a:extLst>
            </p:cNvPr>
            <p:cNvSpPr>
              <a:spLocks noGrp="1"/>
            </p:cNvSpPr>
            <p:nvPr/>
          </p:nvSpPr>
          <p:spPr>
            <a:xfrm>
              <a:off x="1610153" y="4790060"/>
              <a:ext cx="24621" cy="40518"/>
            </a:xfrm>
            <a:custGeom>
              <a:avLst/>
              <a:gdLst/>
              <a:ahLst/>
              <a:cxnLst/>
              <a:rect l="0" t="0" r="0" b="0"/>
              <a:pathLst>
                <a:path w="24621" h="40518">
                  <a:moveTo>
                    <a:pt x="0" y="0"/>
                  </a:moveTo>
                  <a:lnTo>
                    <a:pt x="24621" y="40518"/>
                  </a:lnTo>
                </a:path>
              </a:pathLst>
            </a:custGeom>
            <a:noFill/>
            <a:ln w="20003">
              <a:solidFill>
                <a:srgbClr val="8E9EAB"/>
              </a:solidFill>
            </a:ln>
          </p:spPr>
        </p:sp>
        <p:sp>
          <p:nvSpPr>
            <p:cNvPr id="1151" name="Input_receptor__1150">
              <a:extLst>
                <a:ext uri="{FF2B5EF4-FFF2-40B4-BE49-F238E27FC236}">
                  <a16:creationId xmlns:a16="http://schemas.microsoft.com/office/drawing/2014/main" id="{405FE999-5D12-8DFC-54A9-BBE0A539B0F6}"/>
                </a:ext>
              </a:extLst>
            </p:cNvPr>
            <p:cNvSpPr>
              <a:spLocks noGrp="1"/>
            </p:cNvSpPr>
            <p:nvPr/>
          </p:nvSpPr>
          <p:spPr>
            <a:xfrm>
              <a:off x="1266146" y="4424078"/>
              <a:ext cx="37578" cy="10095"/>
            </a:xfrm>
            <a:custGeom>
              <a:avLst/>
              <a:gdLst/>
              <a:ahLst/>
              <a:cxnLst/>
              <a:rect l="0" t="0" r="0" b="0"/>
              <a:pathLst>
                <a:path w="37578" h="10095">
                  <a:moveTo>
                    <a:pt x="37578" y="10095"/>
                  </a:moveTo>
                  <a:lnTo>
                    <a:pt x="0" y="0"/>
                  </a:lnTo>
                </a:path>
              </a:pathLst>
            </a:custGeom>
            <a:noFill/>
            <a:ln w="20003">
              <a:solidFill>
                <a:srgbClr val="8E9EAB"/>
              </a:solidFill>
            </a:ln>
          </p:spPr>
        </p:sp>
        <p:sp>
          <p:nvSpPr>
            <p:cNvPr id="1152" name="Input_receptor__1151">
              <a:extLst>
                <a:ext uri="{FF2B5EF4-FFF2-40B4-BE49-F238E27FC236}">
                  <a16:creationId xmlns:a16="http://schemas.microsoft.com/office/drawing/2014/main" id="{C7A1429A-ED5C-7C86-37C7-E578D6C7F494}"/>
                </a:ext>
              </a:extLst>
            </p:cNvPr>
            <p:cNvSpPr>
              <a:spLocks noGrp="1"/>
            </p:cNvSpPr>
            <p:nvPr/>
          </p:nvSpPr>
          <p:spPr>
            <a:xfrm>
              <a:off x="1109073" y="4573003"/>
              <a:ext cx="6569" cy="761"/>
            </a:xfrm>
            <a:custGeom>
              <a:avLst/>
              <a:gdLst/>
              <a:ahLst/>
              <a:cxnLst/>
              <a:rect l="0" t="0" r="0" b="0"/>
              <a:pathLst>
                <a:path w="6569" h="761">
                  <a:moveTo>
                    <a:pt x="6569" y="761"/>
                  </a:moveTo>
                  <a:lnTo>
                    <a:pt x="0" y="0"/>
                  </a:lnTo>
                </a:path>
              </a:pathLst>
            </a:custGeom>
            <a:noFill/>
            <a:ln w="20003">
              <a:solidFill>
                <a:srgbClr val="8E9EAB"/>
              </a:solidFill>
            </a:ln>
          </p:spPr>
        </p:sp>
        <p:sp>
          <p:nvSpPr>
            <p:cNvPr id="1153" name="Input_receptor__1152">
              <a:extLst>
                <a:ext uri="{FF2B5EF4-FFF2-40B4-BE49-F238E27FC236}">
                  <a16:creationId xmlns:a16="http://schemas.microsoft.com/office/drawing/2014/main" id="{27BB8FFE-4D6F-594A-F7F1-D20958BA1C89}"/>
                </a:ext>
              </a:extLst>
            </p:cNvPr>
            <p:cNvSpPr>
              <a:spLocks noGrp="1"/>
            </p:cNvSpPr>
            <p:nvPr/>
          </p:nvSpPr>
          <p:spPr>
            <a:xfrm>
              <a:off x="1482764" y="4597746"/>
              <a:ext cx="47248" cy="8537"/>
            </a:xfrm>
            <a:custGeom>
              <a:avLst/>
              <a:gdLst/>
              <a:ahLst/>
              <a:cxnLst/>
              <a:rect l="0" t="0" r="0" b="0"/>
              <a:pathLst>
                <a:path w="47248" h="8537">
                  <a:moveTo>
                    <a:pt x="0" y="0"/>
                  </a:moveTo>
                  <a:lnTo>
                    <a:pt x="47248" y="8537"/>
                  </a:lnTo>
                </a:path>
              </a:pathLst>
            </a:custGeom>
            <a:noFill/>
            <a:ln w="20003">
              <a:solidFill>
                <a:srgbClr val="8E9EAB"/>
              </a:solidFill>
            </a:ln>
          </p:spPr>
        </p:sp>
        <p:sp>
          <p:nvSpPr>
            <p:cNvPr id="1154" name="Input_receptor__1153">
              <a:extLst>
                <a:ext uri="{FF2B5EF4-FFF2-40B4-BE49-F238E27FC236}">
                  <a16:creationId xmlns:a16="http://schemas.microsoft.com/office/drawing/2014/main" id="{BC800475-26E2-F8F5-52C6-3C2A42061BAB}"/>
                </a:ext>
              </a:extLst>
            </p:cNvPr>
            <p:cNvSpPr>
              <a:spLocks noGrp="1"/>
            </p:cNvSpPr>
            <p:nvPr/>
          </p:nvSpPr>
          <p:spPr>
            <a:xfrm>
              <a:off x="1520647" y="4667617"/>
              <a:ext cx="42030" cy="8135"/>
            </a:xfrm>
            <a:custGeom>
              <a:avLst/>
              <a:gdLst/>
              <a:ahLst/>
              <a:cxnLst/>
              <a:rect l="0" t="0" r="0" b="0"/>
              <a:pathLst>
                <a:path w="42030" h="8135">
                  <a:moveTo>
                    <a:pt x="0" y="0"/>
                  </a:moveTo>
                  <a:lnTo>
                    <a:pt x="42030" y="8135"/>
                  </a:lnTo>
                </a:path>
              </a:pathLst>
            </a:custGeom>
            <a:noFill/>
            <a:ln w="20003">
              <a:solidFill>
                <a:srgbClr val="8E9EAB"/>
              </a:solidFill>
            </a:ln>
          </p:spPr>
        </p:sp>
        <p:sp>
          <p:nvSpPr>
            <p:cNvPr id="1155" name="Input_receptor__1154">
              <a:extLst>
                <a:ext uri="{FF2B5EF4-FFF2-40B4-BE49-F238E27FC236}">
                  <a16:creationId xmlns:a16="http://schemas.microsoft.com/office/drawing/2014/main" id="{FEA822D3-295D-1D4C-F047-0C01BD3FD5BF}"/>
                </a:ext>
              </a:extLst>
            </p:cNvPr>
            <p:cNvSpPr>
              <a:spLocks noGrp="1"/>
            </p:cNvSpPr>
            <p:nvPr/>
          </p:nvSpPr>
          <p:spPr>
            <a:xfrm>
              <a:off x="1728522" y="5060704"/>
              <a:ext cx="48137" cy="3169"/>
            </a:xfrm>
            <a:custGeom>
              <a:avLst/>
              <a:gdLst/>
              <a:ahLst/>
              <a:cxnLst/>
              <a:rect l="0" t="0" r="0" b="0"/>
              <a:pathLst>
                <a:path w="48137" h="3169">
                  <a:moveTo>
                    <a:pt x="48137" y="0"/>
                  </a:moveTo>
                  <a:lnTo>
                    <a:pt x="0" y="3169"/>
                  </a:lnTo>
                </a:path>
              </a:pathLst>
            </a:custGeom>
            <a:noFill/>
            <a:ln w="20003">
              <a:solidFill>
                <a:srgbClr val="8E9EAB"/>
              </a:solidFill>
            </a:ln>
          </p:spPr>
        </p:sp>
        <p:sp>
          <p:nvSpPr>
            <p:cNvPr id="1156" name="Input_receptor__1155">
              <a:extLst>
                <a:ext uri="{FF2B5EF4-FFF2-40B4-BE49-F238E27FC236}">
                  <a16:creationId xmlns:a16="http://schemas.microsoft.com/office/drawing/2014/main" id="{EE48D03F-6F1A-0859-3632-708BECD9B218}"/>
                </a:ext>
              </a:extLst>
            </p:cNvPr>
            <p:cNvSpPr>
              <a:spLocks noGrp="1"/>
            </p:cNvSpPr>
            <p:nvPr/>
          </p:nvSpPr>
          <p:spPr>
            <a:xfrm>
              <a:off x="1128631" y="5518656"/>
              <a:ext cx="11261" cy="46805"/>
            </a:xfrm>
            <a:custGeom>
              <a:avLst/>
              <a:gdLst/>
              <a:ahLst/>
              <a:cxnLst/>
              <a:rect l="0" t="0" r="0" b="0"/>
              <a:pathLst>
                <a:path w="11261" h="46805">
                  <a:moveTo>
                    <a:pt x="0" y="0"/>
                  </a:moveTo>
                  <a:lnTo>
                    <a:pt x="11261" y="46805"/>
                  </a:lnTo>
                </a:path>
              </a:pathLst>
            </a:custGeom>
            <a:noFill/>
            <a:ln w="20003">
              <a:solidFill>
                <a:srgbClr val="8E9EAB"/>
              </a:solidFill>
            </a:ln>
          </p:spPr>
        </p:sp>
        <p:sp>
          <p:nvSpPr>
            <p:cNvPr id="1157" name="Input_receptor__1156">
              <a:extLst>
                <a:ext uri="{FF2B5EF4-FFF2-40B4-BE49-F238E27FC236}">
                  <a16:creationId xmlns:a16="http://schemas.microsoft.com/office/drawing/2014/main" id="{0D4D6697-1F37-C12D-7C6C-9F53F62D1D58}"/>
                </a:ext>
              </a:extLst>
            </p:cNvPr>
            <p:cNvSpPr>
              <a:spLocks noGrp="1"/>
            </p:cNvSpPr>
            <p:nvPr/>
          </p:nvSpPr>
          <p:spPr>
            <a:xfrm>
              <a:off x="963383" y="4922702"/>
              <a:ext cx="17021" cy="45112"/>
            </a:xfrm>
            <a:custGeom>
              <a:avLst/>
              <a:gdLst/>
              <a:ahLst/>
              <a:cxnLst/>
              <a:rect l="0" t="0" r="0" b="0"/>
              <a:pathLst>
                <a:path w="17021" h="45112">
                  <a:moveTo>
                    <a:pt x="17021" y="0"/>
                  </a:moveTo>
                  <a:lnTo>
                    <a:pt x="0" y="45112"/>
                  </a:lnTo>
                </a:path>
              </a:pathLst>
            </a:custGeom>
            <a:noFill/>
            <a:ln w="8096">
              <a:solidFill>
                <a:srgbClr val="8E9EAB"/>
              </a:solidFill>
            </a:ln>
          </p:spPr>
        </p:sp>
        <p:sp>
          <p:nvSpPr>
            <p:cNvPr id="1158" name="Input_receptor__1157">
              <a:extLst>
                <a:ext uri="{FF2B5EF4-FFF2-40B4-BE49-F238E27FC236}">
                  <a16:creationId xmlns:a16="http://schemas.microsoft.com/office/drawing/2014/main" id="{3B6F62D7-B589-9079-1D14-1570A5239F34}"/>
                </a:ext>
              </a:extLst>
            </p:cNvPr>
            <p:cNvSpPr>
              <a:spLocks noGrp="1"/>
            </p:cNvSpPr>
            <p:nvPr/>
          </p:nvSpPr>
          <p:spPr>
            <a:xfrm>
              <a:off x="1188562" y="4839908"/>
              <a:ext cx="47209" cy="3854"/>
            </a:xfrm>
            <a:custGeom>
              <a:avLst/>
              <a:gdLst/>
              <a:ahLst/>
              <a:cxnLst/>
              <a:rect l="0" t="0" r="0" b="0"/>
              <a:pathLst>
                <a:path w="47209" h="3854">
                  <a:moveTo>
                    <a:pt x="47209" y="3854"/>
                  </a:moveTo>
                  <a:lnTo>
                    <a:pt x="0" y="0"/>
                  </a:lnTo>
                </a:path>
              </a:pathLst>
            </a:custGeom>
            <a:noFill/>
            <a:ln w="20003">
              <a:solidFill>
                <a:srgbClr val="8E9EAB"/>
              </a:solidFill>
            </a:ln>
          </p:spPr>
        </p:sp>
        <p:sp>
          <p:nvSpPr>
            <p:cNvPr id="1159" name="Input_receptor__1158">
              <a:extLst>
                <a:ext uri="{FF2B5EF4-FFF2-40B4-BE49-F238E27FC236}">
                  <a16:creationId xmlns:a16="http://schemas.microsoft.com/office/drawing/2014/main" id="{890030F9-5B14-9097-7379-316D419E55C8}"/>
                </a:ext>
              </a:extLst>
            </p:cNvPr>
            <p:cNvSpPr>
              <a:spLocks noGrp="1"/>
            </p:cNvSpPr>
            <p:nvPr/>
          </p:nvSpPr>
          <p:spPr>
            <a:xfrm>
              <a:off x="1258257" y="4482994"/>
              <a:ext cx="3975" cy="4477"/>
            </a:xfrm>
            <a:custGeom>
              <a:avLst/>
              <a:gdLst/>
              <a:ahLst/>
              <a:cxnLst/>
              <a:rect l="0" t="0" r="0" b="0"/>
              <a:pathLst>
                <a:path w="3975" h="4477">
                  <a:moveTo>
                    <a:pt x="0" y="0"/>
                  </a:moveTo>
                  <a:lnTo>
                    <a:pt x="3975" y="4477"/>
                  </a:lnTo>
                </a:path>
              </a:pathLst>
            </a:custGeom>
            <a:noFill/>
            <a:ln w="20003">
              <a:solidFill>
                <a:srgbClr val="8E9EAB"/>
              </a:solidFill>
            </a:ln>
          </p:spPr>
        </p:sp>
        <p:sp>
          <p:nvSpPr>
            <p:cNvPr id="1160" name="Input_receptor__1159">
              <a:extLst>
                <a:ext uri="{FF2B5EF4-FFF2-40B4-BE49-F238E27FC236}">
                  <a16:creationId xmlns:a16="http://schemas.microsoft.com/office/drawing/2014/main" id="{BD572798-D4CE-62EC-C0CB-35A508DD3FDB}"/>
                </a:ext>
              </a:extLst>
            </p:cNvPr>
            <p:cNvSpPr>
              <a:spLocks noGrp="1"/>
            </p:cNvSpPr>
            <p:nvPr/>
          </p:nvSpPr>
          <p:spPr>
            <a:xfrm>
              <a:off x="1620211" y="4258404"/>
              <a:ext cx="4437" cy="43453"/>
            </a:xfrm>
            <a:custGeom>
              <a:avLst/>
              <a:gdLst/>
              <a:ahLst/>
              <a:cxnLst/>
              <a:rect l="0" t="0" r="0" b="0"/>
              <a:pathLst>
                <a:path w="4437" h="43453">
                  <a:moveTo>
                    <a:pt x="4437" y="43453"/>
                  </a:moveTo>
                  <a:lnTo>
                    <a:pt x="0" y="0"/>
                  </a:lnTo>
                </a:path>
              </a:pathLst>
            </a:custGeom>
            <a:noFill/>
            <a:ln w="8096">
              <a:solidFill>
                <a:srgbClr val="8E9EAB"/>
              </a:solidFill>
            </a:ln>
          </p:spPr>
        </p:sp>
        <p:sp>
          <p:nvSpPr>
            <p:cNvPr id="1161" name="Input_receptor__1160">
              <a:extLst>
                <a:ext uri="{FF2B5EF4-FFF2-40B4-BE49-F238E27FC236}">
                  <a16:creationId xmlns:a16="http://schemas.microsoft.com/office/drawing/2014/main" id="{D175A5FD-5695-EC1D-9CF0-453F224BA674}"/>
                </a:ext>
              </a:extLst>
            </p:cNvPr>
            <p:cNvSpPr>
              <a:spLocks noGrp="1"/>
            </p:cNvSpPr>
            <p:nvPr/>
          </p:nvSpPr>
          <p:spPr>
            <a:xfrm>
              <a:off x="1453954" y="4430776"/>
              <a:ext cx="14517" cy="12951"/>
            </a:xfrm>
            <a:custGeom>
              <a:avLst/>
              <a:gdLst/>
              <a:ahLst/>
              <a:cxnLst/>
              <a:rect l="0" t="0" r="0" b="0"/>
              <a:pathLst>
                <a:path w="14517" h="12951">
                  <a:moveTo>
                    <a:pt x="0" y="0"/>
                  </a:moveTo>
                  <a:lnTo>
                    <a:pt x="14517" y="12951"/>
                  </a:lnTo>
                </a:path>
              </a:pathLst>
            </a:custGeom>
            <a:noFill/>
            <a:ln w="8096">
              <a:solidFill>
                <a:srgbClr val="8E9EAB"/>
              </a:solidFill>
            </a:ln>
          </p:spPr>
        </p:sp>
        <p:sp>
          <p:nvSpPr>
            <p:cNvPr id="1162" name="Input_receptor__1161">
              <a:extLst>
                <a:ext uri="{FF2B5EF4-FFF2-40B4-BE49-F238E27FC236}">
                  <a16:creationId xmlns:a16="http://schemas.microsoft.com/office/drawing/2014/main" id="{E696C91C-EBA2-710D-8422-2A9A6CD84F6A}"/>
                </a:ext>
              </a:extLst>
            </p:cNvPr>
            <p:cNvSpPr>
              <a:spLocks noGrp="1"/>
            </p:cNvSpPr>
            <p:nvPr/>
          </p:nvSpPr>
          <p:spPr>
            <a:xfrm>
              <a:off x="1508540" y="4538562"/>
              <a:ext cx="32400" cy="12003"/>
            </a:xfrm>
            <a:custGeom>
              <a:avLst/>
              <a:gdLst/>
              <a:ahLst/>
              <a:cxnLst/>
              <a:rect l="0" t="0" r="0" b="0"/>
              <a:pathLst>
                <a:path w="32400" h="12003">
                  <a:moveTo>
                    <a:pt x="0" y="0"/>
                  </a:moveTo>
                  <a:lnTo>
                    <a:pt x="32400" y="12003"/>
                  </a:lnTo>
                </a:path>
              </a:pathLst>
            </a:custGeom>
            <a:noFill/>
            <a:ln w="8096">
              <a:solidFill>
                <a:srgbClr val="8E9EAB"/>
              </a:solidFill>
            </a:ln>
          </p:spPr>
        </p:sp>
        <p:sp>
          <p:nvSpPr>
            <p:cNvPr id="1163" name="Input_receptor__1162">
              <a:extLst>
                <a:ext uri="{FF2B5EF4-FFF2-40B4-BE49-F238E27FC236}">
                  <a16:creationId xmlns:a16="http://schemas.microsoft.com/office/drawing/2014/main" id="{23E72BDD-3772-EB80-8FB9-2E6A82F103BF}"/>
                </a:ext>
              </a:extLst>
            </p:cNvPr>
            <p:cNvSpPr>
              <a:spLocks noGrp="1"/>
            </p:cNvSpPr>
            <p:nvPr/>
          </p:nvSpPr>
          <p:spPr>
            <a:xfrm>
              <a:off x="1468371" y="4188433"/>
              <a:ext cx="33749" cy="33301"/>
            </a:xfrm>
            <a:custGeom>
              <a:avLst/>
              <a:gdLst/>
              <a:ahLst/>
              <a:cxnLst/>
              <a:rect l="0" t="0" r="0" b="0"/>
              <a:pathLst>
                <a:path w="33749" h="33301">
                  <a:moveTo>
                    <a:pt x="33749" y="33301"/>
                  </a:moveTo>
                  <a:lnTo>
                    <a:pt x="0" y="0"/>
                  </a:lnTo>
                </a:path>
              </a:pathLst>
            </a:custGeom>
            <a:noFill/>
            <a:ln w="20003">
              <a:solidFill>
                <a:srgbClr val="8E9EAB"/>
              </a:solidFill>
            </a:ln>
          </p:spPr>
        </p:sp>
        <p:sp>
          <p:nvSpPr>
            <p:cNvPr id="1164" name="Input_receptor__1163">
              <a:extLst>
                <a:ext uri="{FF2B5EF4-FFF2-40B4-BE49-F238E27FC236}">
                  <a16:creationId xmlns:a16="http://schemas.microsoft.com/office/drawing/2014/main" id="{2FFA39CA-E66F-55AA-073F-1085B0763E59}"/>
                </a:ext>
              </a:extLst>
            </p:cNvPr>
            <p:cNvSpPr>
              <a:spLocks noGrp="1"/>
            </p:cNvSpPr>
            <p:nvPr/>
          </p:nvSpPr>
          <p:spPr>
            <a:xfrm>
              <a:off x="1036969" y="5034697"/>
              <a:ext cx="46109" cy="13474"/>
            </a:xfrm>
            <a:custGeom>
              <a:avLst/>
              <a:gdLst/>
              <a:ahLst/>
              <a:cxnLst/>
              <a:rect l="0" t="0" r="0" b="0"/>
              <a:pathLst>
                <a:path w="46109" h="13474">
                  <a:moveTo>
                    <a:pt x="0" y="0"/>
                  </a:moveTo>
                  <a:lnTo>
                    <a:pt x="46109" y="13474"/>
                  </a:lnTo>
                </a:path>
              </a:pathLst>
            </a:custGeom>
            <a:noFill/>
            <a:ln w="20003">
              <a:solidFill>
                <a:srgbClr val="8E9EAB"/>
              </a:solidFill>
            </a:ln>
          </p:spPr>
        </p:sp>
        <p:sp>
          <p:nvSpPr>
            <p:cNvPr id="1165" name="Input_receptor__1164">
              <a:extLst>
                <a:ext uri="{FF2B5EF4-FFF2-40B4-BE49-F238E27FC236}">
                  <a16:creationId xmlns:a16="http://schemas.microsoft.com/office/drawing/2014/main" id="{BC7314B6-F28F-8553-7495-EA11C69E69CE}"/>
                </a:ext>
              </a:extLst>
            </p:cNvPr>
            <p:cNvSpPr>
              <a:spLocks noGrp="1"/>
            </p:cNvSpPr>
            <p:nvPr/>
          </p:nvSpPr>
          <p:spPr>
            <a:xfrm>
              <a:off x="1076064" y="5529756"/>
              <a:ext cx="7455" cy="32253"/>
            </a:xfrm>
            <a:custGeom>
              <a:avLst/>
              <a:gdLst/>
              <a:ahLst/>
              <a:cxnLst/>
              <a:rect l="0" t="0" r="0" b="0"/>
              <a:pathLst>
                <a:path w="7455" h="32253">
                  <a:moveTo>
                    <a:pt x="0" y="32253"/>
                  </a:moveTo>
                  <a:lnTo>
                    <a:pt x="7455" y="0"/>
                  </a:lnTo>
                </a:path>
              </a:pathLst>
            </a:custGeom>
            <a:noFill/>
            <a:ln w="20003">
              <a:solidFill>
                <a:srgbClr val="8E9EAB"/>
              </a:solidFill>
            </a:ln>
          </p:spPr>
        </p:sp>
        <p:sp>
          <p:nvSpPr>
            <p:cNvPr id="1166" name="Input_receptor__1165">
              <a:extLst>
                <a:ext uri="{FF2B5EF4-FFF2-40B4-BE49-F238E27FC236}">
                  <a16:creationId xmlns:a16="http://schemas.microsoft.com/office/drawing/2014/main" id="{70998AB4-A939-8559-7672-F398F1B963CC}"/>
                </a:ext>
              </a:extLst>
            </p:cNvPr>
            <p:cNvSpPr>
              <a:spLocks noGrp="1"/>
            </p:cNvSpPr>
            <p:nvPr/>
          </p:nvSpPr>
          <p:spPr>
            <a:xfrm>
              <a:off x="1482578" y="4658425"/>
              <a:ext cx="38070" cy="9192"/>
            </a:xfrm>
            <a:custGeom>
              <a:avLst/>
              <a:gdLst/>
              <a:ahLst/>
              <a:cxnLst/>
              <a:rect l="0" t="0" r="0" b="0"/>
              <a:pathLst>
                <a:path w="38070" h="9192">
                  <a:moveTo>
                    <a:pt x="0" y="0"/>
                  </a:moveTo>
                  <a:lnTo>
                    <a:pt x="38070" y="9192"/>
                  </a:lnTo>
                </a:path>
              </a:pathLst>
            </a:custGeom>
            <a:noFill/>
            <a:ln w="20003">
              <a:solidFill>
                <a:srgbClr val="8E9EAB"/>
              </a:solidFill>
            </a:ln>
          </p:spPr>
        </p:sp>
        <p:sp>
          <p:nvSpPr>
            <p:cNvPr id="1167" name="Input_receptor__1166">
              <a:extLst>
                <a:ext uri="{FF2B5EF4-FFF2-40B4-BE49-F238E27FC236}">
                  <a16:creationId xmlns:a16="http://schemas.microsoft.com/office/drawing/2014/main" id="{F9E0C5B2-D8B7-737D-4A11-B86AAC34440D}"/>
                </a:ext>
              </a:extLst>
            </p:cNvPr>
            <p:cNvSpPr>
              <a:spLocks noGrp="1"/>
            </p:cNvSpPr>
            <p:nvPr/>
          </p:nvSpPr>
          <p:spPr>
            <a:xfrm>
              <a:off x="1221639" y="4917600"/>
              <a:ext cx="47558" cy="2022"/>
            </a:xfrm>
            <a:custGeom>
              <a:avLst/>
              <a:gdLst/>
              <a:ahLst/>
              <a:cxnLst/>
              <a:rect l="0" t="0" r="0" b="0"/>
              <a:pathLst>
                <a:path w="47558" h="2022">
                  <a:moveTo>
                    <a:pt x="0" y="2022"/>
                  </a:moveTo>
                  <a:lnTo>
                    <a:pt x="47558" y="0"/>
                  </a:lnTo>
                </a:path>
              </a:pathLst>
            </a:custGeom>
            <a:noFill/>
            <a:ln w="20003">
              <a:solidFill>
                <a:srgbClr val="8E9EAB"/>
              </a:solidFill>
            </a:ln>
          </p:spPr>
        </p:sp>
        <p:sp>
          <p:nvSpPr>
            <p:cNvPr id="1168" name="Input_receptor__1167">
              <a:extLst>
                <a:ext uri="{FF2B5EF4-FFF2-40B4-BE49-F238E27FC236}">
                  <a16:creationId xmlns:a16="http://schemas.microsoft.com/office/drawing/2014/main" id="{03807252-3C7B-309B-07AA-7CAC984D8B6B}"/>
                </a:ext>
              </a:extLst>
            </p:cNvPr>
            <p:cNvSpPr>
              <a:spLocks noGrp="1"/>
            </p:cNvSpPr>
            <p:nvPr/>
          </p:nvSpPr>
          <p:spPr>
            <a:xfrm>
              <a:off x="1135546" y="5271018"/>
              <a:ext cx="32564" cy="34476"/>
            </a:xfrm>
            <a:custGeom>
              <a:avLst/>
              <a:gdLst/>
              <a:ahLst/>
              <a:cxnLst/>
              <a:rect l="0" t="0" r="0" b="0"/>
              <a:pathLst>
                <a:path w="32564" h="34476">
                  <a:moveTo>
                    <a:pt x="0" y="0"/>
                  </a:moveTo>
                  <a:lnTo>
                    <a:pt x="32564" y="34476"/>
                  </a:lnTo>
                </a:path>
              </a:pathLst>
            </a:custGeom>
            <a:noFill/>
            <a:ln w="20003">
              <a:solidFill>
                <a:srgbClr val="8E9EAB"/>
              </a:solidFill>
            </a:ln>
          </p:spPr>
        </p:sp>
        <p:sp>
          <p:nvSpPr>
            <p:cNvPr id="1169" name="Input_receptor__1168">
              <a:extLst>
                <a:ext uri="{FF2B5EF4-FFF2-40B4-BE49-F238E27FC236}">
                  <a16:creationId xmlns:a16="http://schemas.microsoft.com/office/drawing/2014/main" id="{2D0EEF23-B9DC-1CDF-145D-7BBFB3718127}"/>
                </a:ext>
              </a:extLst>
            </p:cNvPr>
            <p:cNvSpPr>
              <a:spLocks noGrp="1"/>
            </p:cNvSpPr>
            <p:nvPr/>
          </p:nvSpPr>
          <p:spPr>
            <a:xfrm>
              <a:off x="1470328" y="4780536"/>
              <a:ext cx="18683" cy="484"/>
            </a:xfrm>
            <a:custGeom>
              <a:avLst/>
              <a:gdLst/>
              <a:ahLst/>
              <a:cxnLst/>
              <a:rect l="0" t="0" r="0" b="0"/>
              <a:pathLst>
                <a:path w="18683" h="484">
                  <a:moveTo>
                    <a:pt x="0" y="0"/>
                  </a:moveTo>
                  <a:lnTo>
                    <a:pt x="18683" y="484"/>
                  </a:lnTo>
                </a:path>
              </a:pathLst>
            </a:custGeom>
            <a:noFill/>
            <a:ln w="20003">
              <a:solidFill>
                <a:srgbClr val="8E9EAB"/>
              </a:solidFill>
            </a:ln>
          </p:spPr>
        </p:sp>
        <p:sp>
          <p:nvSpPr>
            <p:cNvPr id="1170" name="Input_receptor__1169">
              <a:extLst>
                <a:ext uri="{FF2B5EF4-FFF2-40B4-BE49-F238E27FC236}">
                  <a16:creationId xmlns:a16="http://schemas.microsoft.com/office/drawing/2014/main" id="{3D2C49E0-7ECB-A73C-3AED-F828F16291A6}"/>
                </a:ext>
              </a:extLst>
            </p:cNvPr>
            <p:cNvSpPr>
              <a:spLocks noGrp="1"/>
            </p:cNvSpPr>
            <p:nvPr/>
          </p:nvSpPr>
          <p:spPr>
            <a:xfrm>
              <a:off x="1063660" y="4863973"/>
              <a:ext cx="22190" cy="2023"/>
            </a:xfrm>
            <a:custGeom>
              <a:avLst/>
              <a:gdLst/>
              <a:ahLst/>
              <a:cxnLst/>
              <a:rect l="0" t="0" r="0" b="0"/>
              <a:pathLst>
                <a:path w="22190" h="2023">
                  <a:moveTo>
                    <a:pt x="22190" y="0"/>
                  </a:moveTo>
                  <a:lnTo>
                    <a:pt x="0" y="2023"/>
                  </a:lnTo>
                </a:path>
              </a:pathLst>
            </a:custGeom>
            <a:noFill/>
            <a:ln w="20003">
              <a:solidFill>
                <a:srgbClr val="8E9EAC"/>
              </a:solidFill>
            </a:ln>
          </p:spPr>
        </p:sp>
        <p:sp>
          <p:nvSpPr>
            <p:cNvPr id="1171" name="Input_receptor__1170">
              <a:extLst>
                <a:ext uri="{FF2B5EF4-FFF2-40B4-BE49-F238E27FC236}">
                  <a16:creationId xmlns:a16="http://schemas.microsoft.com/office/drawing/2014/main" id="{E3B7B5DD-3B67-2290-F5CA-D5935E8F5061}"/>
                </a:ext>
              </a:extLst>
            </p:cNvPr>
            <p:cNvSpPr>
              <a:spLocks noGrp="1"/>
            </p:cNvSpPr>
            <p:nvPr/>
          </p:nvSpPr>
          <p:spPr>
            <a:xfrm>
              <a:off x="1096094" y="4413287"/>
              <a:ext cx="45936" cy="9488"/>
            </a:xfrm>
            <a:custGeom>
              <a:avLst/>
              <a:gdLst/>
              <a:ahLst/>
              <a:cxnLst/>
              <a:rect l="0" t="0" r="0" b="0"/>
              <a:pathLst>
                <a:path w="45936" h="9488">
                  <a:moveTo>
                    <a:pt x="0" y="9488"/>
                  </a:moveTo>
                  <a:lnTo>
                    <a:pt x="45936" y="0"/>
                  </a:lnTo>
                </a:path>
              </a:pathLst>
            </a:custGeom>
            <a:noFill/>
            <a:ln w="20003">
              <a:solidFill>
                <a:srgbClr val="8E9EAC"/>
              </a:solidFill>
            </a:ln>
          </p:spPr>
        </p:sp>
        <p:sp>
          <p:nvSpPr>
            <p:cNvPr id="1172" name="Input_receptor__1171">
              <a:extLst>
                <a:ext uri="{FF2B5EF4-FFF2-40B4-BE49-F238E27FC236}">
                  <a16:creationId xmlns:a16="http://schemas.microsoft.com/office/drawing/2014/main" id="{8070E031-7E24-2C3E-F4E9-13A11415B188}"/>
                </a:ext>
              </a:extLst>
            </p:cNvPr>
            <p:cNvSpPr>
              <a:spLocks noGrp="1"/>
            </p:cNvSpPr>
            <p:nvPr/>
          </p:nvSpPr>
          <p:spPr>
            <a:xfrm>
              <a:off x="1128372" y="5224231"/>
              <a:ext cx="7173" cy="46786"/>
            </a:xfrm>
            <a:custGeom>
              <a:avLst/>
              <a:gdLst/>
              <a:ahLst/>
              <a:cxnLst/>
              <a:rect l="0" t="0" r="0" b="0"/>
              <a:pathLst>
                <a:path w="7173" h="46786">
                  <a:moveTo>
                    <a:pt x="0" y="0"/>
                  </a:moveTo>
                  <a:lnTo>
                    <a:pt x="7173" y="46786"/>
                  </a:lnTo>
                </a:path>
              </a:pathLst>
            </a:custGeom>
            <a:noFill/>
            <a:ln w="8096">
              <a:solidFill>
                <a:srgbClr val="8E9EAC"/>
              </a:solidFill>
            </a:ln>
          </p:spPr>
        </p:sp>
        <p:sp>
          <p:nvSpPr>
            <p:cNvPr id="1173" name="Input_receptor__1172">
              <a:extLst>
                <a:ext uri="{FF2B5EF4-FFF2-40B4-BE49-F238E27FC236}">
                  <a16:creationId xmlns:a16="http://schemas.microsoft.com/office/drawing/2014/main" id="{142593BA-D49D-0CCC-462D-D790AB8FE448}"/>
                </a:ext>
              </a:extLst>
            </p:cNvPr>
            <p:cNvSpPr>
              <a:spLocks noGrp="1"/>
            </p:cNvSpPr>
            <p:nvPr/>
          </p:nvSpPr>
          <p:spPr>
            <a:xfrm>
              <a:off x="1427035" y="5063040"/>
              <a:ext cx="31099" cy="18344"/>
            </a:xfrm>
            <a:custGeom>
              <a:avLst/>
              <a:gdLst/>
              <a:ahLst/>
              <a:cxnLst/>
              <a:rect l="0" t="0" r="0" b="0"/>
              <a:pathLst>
                <a:path w="31099" h="18344">
                  <a:moveTo>
                    <a:pt x="0" y="18344"/>
                  </a:moveTo>
                  <a:lnTo>
                    <a:pt x="31099" y="0"/>
                  </a:lnTo>
                </a:path>
              </a:pathLst>
            </a:custGeom>
            <a:noFill/>
            <a:ln w="8096">
              <a:solidFill>
                <a:srgbClr val="8E9EAC"/>
              </a:solidFill>
            </a:ln>
          </p:spPr>
        </p:sp>
        <p:sp>
          <p:nvSpPr>
            <p:cNvPr id="1174" name="Input_receptor__1173">
              <a:extLst>
                <a:ext uri="{FF2B5EF4-FFF2-40B4-BE49-F238E27FC236}">
                  <a16:creationId xmlns:a16="http://schemas.microsoft.com/office/drawing/2014/main" id="{14F95233-537D-9D9D-1220-C91F917542D5}"/>
                </a:ext>
              </a:extLst>
            </p:cNvPr>
            <p:cNvSpPr>
              <a:spLocks noGrp="1"/>
            </p:cNvSpPr>
            <p:nvPr/>
          </p:nvSpPr>
          <p:spPr>
            <a:xfrm>
              <a:off x="1077827" y="5406332"/>
              <a:ext cx="10341" cy="21286"/>
            </a:xfrm>
            <a:custGeom>
              <a:avLst/>
              <a:gdLst/>
              <a:ahLst/>
              <a:cxnLst/>
              <a:rect l="0" t="0" r="0" b="0"/>
              <a:pathLst>
                <a:path w="10341" h="21286">
                  <a:moveTo>
                    <a:pt x="10341" y="0"/>
                  </a:moveTo>
                  <a:lnTo>
                    <a:pt x="0" y="21286"/>
                  </a:lnTo>
                </a:path>
              </a:pathLst>
            </a:custGeom>
            <a:noFill/>
            <a:ln w="8096">
              <a:solidFill>
                <a:srgbClr val="8E9EAC"/>
              </a:solidFill>
            </a:ln>
          </p:spPr>
        </p:sp>
        <p:sp>
          <p:nvSpPr>
            <p:cNvPr id="1175" name="Input_receptor__1174">
              <a:extLst>
                <a:ext uri="{FF2B5EF4-FFF2-40B4-BE49-F238E27FC236}">
                  <a16:creationId xmlns:a16="http://schemas.microsoft.com/office/drawing/2014/main" id="{90E2E4DD-A86C-7383-B6D3-56D0CA6F241D}"/>
                </a:ext>
              </a:extLst>
            </p:cNvPr>
            <p:cNvSpPr>
              <a:spLocks noGrp="1"/>
            </p:cNvSpPr>
            <p:nvPr/>
          </p:nvSpPr>
          <p:spPr>
            <a:xfrm>
              <a:off x="1137107" y="5363705"/>
              <a:ext cx="46217" cy="10727"/>
            </a:xfrm>
            <a:custGeom>
              <a:avLst/>
              <a:gdLst/>
              <a:ahLst/>
              <a:cxnLst/>
              <a:rect l="0" t="0" r="0" b="0"/>
              <a:pathLst>
                <a:path w="46217" h="10727">
                  <a:moveTo>
                    <a:pt x="46217" y="10727"/>
                  </a:moveTo>
                  <a:lnTo>
                    <a:pt x="0" y="0"/>
                  </a:lnTo>
                </a:path>
              </a:pathLst>
            </a:custGeom>
            <a:noFill/>
            <a:ln w="20003">
              <a:solidFill>
                <a:srgbClr val="8E9EAC"/>
              </a:solidFill>
            </a:ln>
          </p:spPr>
        </p:sp>
        <p:sp>
          <p:nvSpPr>
            <p:cNvPr id="1176" name="Input_receptor__1175">
              <a:extLst>
                <a:ext uri="{FF2B5EF4-FFF2-40B4-BE49-F238E27FC236}">
                  <a16:creationId xmlns:a16="http://schemas.microsoft.com/office/drawing/2014/main" id="{E7C20793-2B2F-575F-E4F6-A6DE6A4669B3}"/>
                </a:ext>
              </a:extLst>
            </p:cNvPr>
            <p:cNvSpPr>
              <a:spLocks noGrp="1"/>
            </p:cNvSpPr>
            <p:nvPr/>
          </p:nvSpPr>
          <p:spPr>
            <a:xfrm>
              <a:off x="1398206" y="4645163"/>
              <a:ext cx="41618" cy="16312"/>
            </a:xfrm>
            <a:custGeom>
              <a:avLst/>
              <a:gdLst/>
              <a:ahLst/>
              <a:cxnLst/>
              <a:rect l="0" t="0" r="0" b="0"/>
              <a:pathLst>
                <a:path w="41618" h="16312">
                  <a:moveTo>
                    <a:pt x="0" y="0"/>
                  </a:moveTo>
                  <a:lnTo>
                    <a:pt x="41618" y="16312"/>
                  </a:lnTo>
                </a:path>
              </a:pathLst>
            </a:custGeom>
            <a:noFill/>
            <a:ln w="20003">
              <a:solidFill>
                <a:srgbClr val="8E9EAC"/>
              </a:solidFill>
            </a:ln>
          </p:spPr>
        </p:sp>
        <p:sp>
          <p:nvSpPr>
            <p:cNvPr id="1177" name="Input_receptor__1176">
              <a:extLst>
                <a:ext uri="{FF2B5EF4-FFF2-40B4-BE49-F238E27FC236}">
                  <a16:creationId xmlns:a16="http://schemas.microsoft.com/office/drawing/2014/main" id="{600BB12C-AA85-3EEF-8C09-A74B846887B3}"/>
                </a:ext>
              </a:extLst>
            </p:cNvPr>
            <p:cNvSpPr>
              <a:spLocks noGrp="1"/>
            </p:cNvSpPr>
            <p:nvPr/>
          </p:nvSpPr>
          <p:spPr>
            <a:xfrm>
              <a:off x="1671219" y="4778602"/>
              <a:ext cx="3102" cy="26735"/>
            </a:xfrm>
            <a:custGeom>
              <a:avLst/>
              <a:gdLst/>
              <a:ahLst/>
              <a:cxnLst/>
              <a:rect l="0" t="0" r="0" b="0"/>
              <a:pathLst>
                <a:path w="3102" h="26735">
                  <a:moveTo>
                    <a:pt x="3102" y="26735"/>
                  </a:moveTo>
                  <a:lnTo>
                    <a:pt x="0" y="0"/>
                  </a:lnTo>
                </a:path>
              </a:pathLst>
            </a:custGeom>
            <a:noFill/>
            <a:ln w="20003">
              <a:solidFill>
                <a:srgbClr val="8E9EAC"/>
              </a:solidFill>
            </a:ln>
          </p:spPr>
        </p:sp>
        <p:sp>
          <p:nvSpPr>
            <p:cNvPr id="1178" name="Input_receptor__1177">
              <a:extLst>
                <a:ext uri="{FF2B5EF4-FFF2-40B4-BE49-F238E27FC236}">
                  <a16:creationId xmlns:a16="http://schemas.microsoft.com/office/drawing/2014/main" id="{E3718944-6D56-D4F2-7C9D-CE92BC8D9ED8}"/>
                </a:ext>
              </a:extLst>
            </p:cNvPr>
            <p:cNvSpPr>
              <a:spLocks noGrp="1"/>
            </p:cNvSpPr>
            <p:nvPr/>
          </p:nvSpPr>
          <p:spPr>
            <a:xfrm>
              <a:off x="1476830" y="4717989"/>
              <a:ext cx="28198" cy="7403"/>
            </a:xfrm>
            <a:custGeom>
              <a:avLst/>
              <a:gdLst/>
              <a:ahLst/>
              <a:cxnLst/>
              <a:rect l="0" t="0" r="0" b="0"/>
              <a:pathLst>
                <a:path w="28198" h="7403">
                  <a:moveTo>
                    <a:pt x="0" y="0"/>
                  </a:moveTo>
                  <a:lnTo>
                    <a:pt x="28198" y="7403"/>
                  </a:lnTo>
                </a:path>
              </a:pathLst>
            </a:custGeom>
            <a:noFill/>
            <a:ln w="20003">
              <a:solidFill>
                <a:srgbClr val="8E9FAC"/>
              </a:solidFill>
            </a:ln>
          </p:spPr>
        </p:sp>
        <p:sp>
          <p:nvSpPr>
            <p:cNvPr id="1179" name="Input_receptor__1178">
              <a:extLst>
                <a:ext uri="{FF2B5EF4-FFF2-40B4-BE49-F238E27FC236}">
                  <a16:creationId xmlns:a16="http://schemas.microsoft.com/office/drawing/2014/main" id="{9EDCDB43-2A79-EBF9-CCC8-D72E7EE9558C}"/>
                </a:ext>
              </a:extLst>
            </p:cNvPr>
            <p:cNvSpPr>
              <a:spLocks noGrp="1"/>
            </p:cNvSpPr>
            <p:nvPr/>
          </p:nvSpPr>
          <p:spPr>
            <a:xfrm>
              <a:off x="1552508" y="5200347"/>
              <a:ext cx="20151" cy="38639"/>
            </a:xfrm>
            <a:custGeom>
              <a:avLst/>
              <a:gdLst/>
              <a:ahLst/>
              <a:cxnLst/>
              <a:rect l="0" t="0" r="0" b="0"/>
              <a:pathLst>
                <a:path w="20151" h="38639">
                  <a:moveTo>
                    <a:pt x="20151" y="0"/>
                  </a:moveTo>
                  <a:lnTo>
                    <a:pt x="0" y="38639"/>
                  </a:lnTo>
                </a:path>
              </a:pathLst>
            </a:custGeom>
            <a:noFill/>
            <a:ln w="20003">
              <a:solidFill>
                <a:srgbClr val="8E9FAC"/>
              </a:solidFill>
            </a:ln>
          </p:spPr>
        </p:sp>
        <p:sp>
          <p:nvSpPr>
            <p:cNvPr id="1180" name="Input_receptor__1179">
              <a:extLst>
                <a:ext uri="{FF2B5EF4-FFF2-40B4-BE49-F238E27FC236}">
                  <a16:creationId xmlns:a16="http://schemas.microsoft.com/office/drawing/2014/main" id="{30D07A67-A3C4-140E-9B99-85A72530B7F5}"/>
                </a:ext>
              </a:extLst>
            </p:cNvPr>
            <p:cNvSpPr>
              <a:spLocks noGrp="1"/>
            </p:cNvSpPr>
            <p:nvPr/>
          </p:nvSpPr>
          <p:spPr>
            <a:xfrm>
              <a:off x="937164" y="4902483"/>
              <a:ext cx="43240" cy="20219"/>
            </a:xfrm>
            <a:custGeom>
              <a:avLst/>
              <a:gdLst/>
              <a:ahLst/>
              <a:cxnLst/>
              <a:rect l="0" t="0" r="0" b="0"/>
              <a:pathLst>
                <a:path w="43240" h="20219">
                  <a:moveTo>
                    <a:pt x="0" y="0"/>
                  </a:moveTo>
                  <a:lnTo>
                    <a:pt x="43240" y="20219"/>
                  </a:lnTo>
                </a:path>
              </a:pathLst>
            </a:custGeom>
            <a:noFill/>
            <a:ln w="8096">
              <a:solidFill>
                <a:srgbClr val="8E9FAC"/>
              </a:solidFill>
            </a:ln>
          </p:spPr>
        </p:sp>
        <p:sp>
          <p:nvSpPr>
            <p:cNvPr id="1181" name="Input_receptor__1180">
              <a:extLst>
                <a:ext uri="{FF2B5EF4-FFF2-40B4-BE49-F238E27FC236}">
                  <a16:creationId xmlns:a16="http://schemas.microsoft.com/office/drawing/2014/main" id="{ADA84F9E-1036-3AE2-22FC-A77245828D91}"/>
                </a:ext>
              </a:extLst>
            </p:cNvPr>
            <p:cNvSpPr>
              <a:spLocks noGrp="1"/>
            </p:cNvSpPr>
            <p:nvPr/>
          </p:nvSpPr>
          <p:spPr>
            <a:xfrm>
              <a:off x="983199" y="5070960"/>
              <a:ext cx="10225" cy="16326"/>
            </a:xfrm>
            <a:custGeom>
              <a:avLst/>
              <a:gdLst/>
              <a:ahLst/>
              <a:cxnLst/>
              <a:rect l="0" t="0" r="0" b="0"/>
              <a:pathLst>
                <a:path w="10225" h="16326">
                  <a:moveTo>
                    <a:pt x="0" y="0"/>
                  </a:moveTo>
                  <a:lnTo>
                    <a:pt x="10225" y="16326"/>
                  </a:lnTo>
                </a:path>
              </a:pathLst>
            </a:custGeom>
            <a:noFill/>
            <a:ln w="8096">
              <a:solidFill>
                <a:srgbClr val="8E9FAC"/>
              </a:solidFill>
            </a:ln>
          </p:spPr>
        </p:sp>
        <p:sp>
          <p:nvSpPr>
            <p:cNvPr id="1182" name="Input_receptor__1181">
              <a:extLst>
                <a:ext uri="{FF2B5EF4-FFF2-40B4-BE49-F238E27FC236}">
                  <a16:creationId xmlns:a16="http://schemas.microsoft.com/office/drawing/2014/main" id="{EA678820-6A75-2016-1ED4-EABEC45D5BCF}"/>
                </a:ext>
              </a:extLst>
            </p:cNvPr>
            <p:cNvSpPr>
              <a:spLocks noGrp="1"/>
            </p:cNvSpPr>
            <p:nvPr/>
          </p:nvSpPr>
          <p:spPr>
            <a:xfrm>
              <a:off x="1439825" y="4658425"/>
              <a:ext cx="42753" cy="3050"/>
            </a:xfrm>
            <a:custGeom>
              <a:avLst/>
              <a:gdLst/>
              <a:ahLst/>
              <a:cxnLst/>
              <a:rect l="0" t="0" r="0" b="0"/>
              <a:pathLst>
                <a:path w="42753" h="3050">
                  <a:moveTo>
                    <a:pt x="0" y="3050"/>
                  </a:moveTo>
                  <a:lnTo>
                    <a:pt x="42753" y="0"/>
                  </a:lnTo>
                </a:path>
              </a:pathLst>
            </a:custGeom>
            <a:noFill/>
            <a:ln w="20003">
              <a:solidFill>
                <a:srgbClr val="8E9FAC"/>
              </a:solidFill>
            </a:ln>
          </p:spPr>
        </p:sp>
        <p:sp>
          <p:nvSpPr>
            <p:cNvPr id="1183" name="Input_receptor__1182">
              <a:extLst>
                <a:ext uri="{FF2B5EF4-FFF2-40B4-BE49-F238E27FC236}">
                  <a16:creationId xmlns:a16="http://schemas.microsoft.com/office/drawing/2014/main" id="{377338AC-3E0D-4412-DF3C-1A43BD83B4A2}"/>
                </a:ext>
              </a:extLst>
            </p:cNvPr>
            <p:cNvSpPr>
              <a:spLocks noGrp="1"/>
            </p:cNvSpPr>
            <p:nvPr/>
          </p:nvSpPr>
          <p:spPr>
            <a:xfrm>
              <a:off x="1352609" y="4645163"/>
              <a:ext cx="45598" cy="8221"/>
            </a:xfrm>
            <a:custGeom>
              <a:avLst/>
              <a:gdLst/>
              <a:ahLst/>
              <a:cxnLst/>
              <a:rect l="0" t="0" r="0" b="0"/>
              <a:pathLst>
                <a:path w="45598" h="8221">
                  <a:moveTo>
                    <a:pt x="0" y="8221"/>
                  </a:moveTo>
                  <a:lnTo>
                    <a:pt x="45598" y="0"/>
                  </a:lnTo>
                </a:path>
              </a:pathLst>
            </a:custGeom>
            <a:noFill/>
            <a:ln w="20003">
              <a:solidFill>
                <a:srgbClr val="8E9FAC"/>
              </a:solidFill>
            </a:ln>
          </p:spPr>
        </p:sp>
        <p:sp>
          <p:nvSpPr>
            <p:cNvPr id="1184" name="Input_receptor__1183">
              <a:extLst>
                <a:ext uri="{FF2B5EF4-FFF2-40B4-BE49-F238E27FC236}">
                  <a16:creationId xmlns:a16="http://schemas.microsoft.com/office/drawing/2014/main" id="{BA3DAEFD-DBB4-6CAD-BB8C-4025A2C513ED}"/>
                </a:ext>
              </a:extLst>
            </p:cNvPr>
            <p:cNvSpPr>
              <a:spLocks noGrp="1"/>
            </p:cNvSpPr>
            <p:nvPr/>
          </p:nvSpPr>
          <p:spPr>
            <a:xfrm>
              <a:off x="1051954" y="4528584"/>
              <a:ext cx="16741" cy="19566"/>
            </a:xfrm>
            <a:custGeom>
              <a:avLst/>
              <a:gdLst/>
              <a:ahLst/>
              <a:cxnLst/>
              <a:rect l="0" t="0" r="0" b="0"/>
              <a:pathLst>
                <a:path w="16741" h="19566">
                  <a:moveTo>
                    <a:pt x="0" y="19566"/>
                  </a:moveTo>
                  <a:lnTo>
                    <a:pt x="16741" y="0"/>
                  </a:lnTo>
                </a:path>
              </a:pathLst>
            </a:custGeom>
            <a:noFill/>
            <a:ln w="20003">
              <a:solidFill>
                <a:srgbClr val="8E9FAC"/>
              </a:solidFill>
            </a:ln>
          </p:spPr>
        </p:sp>
        <p:sp>
          <p:nvSpPr>
            <p:cNvPr id="1185" name="Input_receptor__1184">
              <a:extLst>
                <a:ext uri="{FF2B5EF4-FFF2-40B4-BE49-F238E27FC236}">
                  <a16:creationId xmlns:a16="http://schemas.microsoft.com/office/drawing/2014/main" id="{4753C82E-7700-2165-19AF-5CDDA0998838}"/>
                </a:ext>
              </a:extLst>
            </p:cNvPr>
            <p:cNvSpPr>
              <a:spLocks noGrp="1"/>
            </p:cNvSpPr>
            <p:nvPr/>
          </p:nvSpPr>
          <p:spPr>
            <a:xfrm>
              <a:off x="1008975" y="5527485"/>
              <a:ext cx="20507" cy="23713"/>
            </a:xfrm>
            <a:custGeom>
              <a:avLst/>
              <a:gdLst/>
              <a:ahLst/>
              <a:cxnLst/>
              <a:rect l="0" t="0" r="0" b="0"/>
              <a:pathLst>
                <a:path w="20507" h="23713">
                  <a:moveTo>
                    <a:pt x="0" y="0"/>
                  </a:moveTo>
                  <a:lnTo>
                    <a:pt x="20507" y="23713"/>
                  </a:lnTo>
                </a:path>
              </a:pathLst>
            </a:custGeom>
            <a:noFill/>
            <a:ln w="8096">
              <a:solidFill>
                <a:srgbClr val="8E9FAC"/>
              </a:solidFill>
            </a:ln>
          </p:spPr>
        </p:sp>
        <p:sp>
          <p:nvSpPr>
            <p:cNvPr id="1186" name="Input_receptor__1185">
              <a:extLst>
                <a:ext uri="{FF2B5EF4-FFF2-40B4-BE49-F238E27FC236}">
                  <a16:creationId xmlns:a16="http://schemas.microsoft.com/office/drawing/2014/main" id="{379DBF2C-EDCF-CFC4-3722-23488BDD9979}"/>
                </a:ext>
              </a:extLst>
            </p:cNvPr>
            <p:cNvSpPr>
              <a:spLocks noGrp="1"/>
            </p:cNvSpPr>
            <p:nvPr/>
          </p:nvSpPr>
          <p:spPr>
            <a:xfrm>
              <a:off x="1512582" y="5182217"/>
              <a:ext cx="103" cy="8642"/>
            </a:xfrm>
            <a:custGeom>
              <a:avLst/>
              <a:gdLst/>
              <a:ahLst/>
              <a:cxnLst/>
              <a:rect l="0" t="0" r="0" b="0"/>
              <a:pathLst>
                <a:path w="103" h="8642">
                  <a:moveTo>
                    <a:pt x="103" y="0"/>
                  </a:moveTo>
                  <a:lnTo>
                    <a:pt x="0" y="8642"/>
                  </a:lnTo>
                </a:path>
              </a:pathLst>
            </a:custGeom>
            <a:noFill/>
            <a:ln w="20003">
              <a:solidFill>
                <a:srgbClr val="8E9FAC"/>
              </a:solidFill>
            </a:ln>
          </p:spPr>
        </p:sp>
        <p:sp>
          <p:nvSpPr>
            <p:cNvPr id="1187" name="Input_receptor__1186">
              <a:extLst>
                <a:ext uri="{FF2B5EF4-FFF2-40B4-BE49-F238E27FC236}">
                  <a16:creationId xmlns:a16="http://schemas.microsoft.com/office/drawing/2014/main" id="{79BB4858-81A0-B478-35DC-8335BD40BEB8}"/>
                </a:ext>
              </a:extLst>
            </p:cNvPr>
            <p:cNvSpPr>
              <a:spLocks noGrp="1"/>
            </p:cNvSpPr>
            <p:nvPr/>
          </p:nvSpPr>
          <p:spPr>
            <a:xfrm>
              <a:off x="1207305" y="4512999"/>
              <a:ext cx="28538" cy="31423"/>
            </a:xfrm>
            <a:custGeom>
              <a:avLst/>
              <a:gdLst/>
              <a:ahLst/>
              <a:cxnLst/>
              <a:rect l="0" t="0" r="0" b="0"/>
              <a:pathLst>
                <a:path w="28538" h="31423">
                  <a:moveTo>
                    <a:pt x="0" y="0"/>
                  </a:moveTo>
                  <a:lnTo>
                    <a:pt x="28538" y="31423"/>
                  </a:lnTo>
                </a:path>
              </a:pathLst>
            </a:custGeom>
            <a:noFill/>
            <a:ln w="20003">
              <a:solidFill>
                <a:srgbClr val="8E9FAC"/>
              </a:solidFill>
            </a:ln>
          </p:spPr>
        </p:sp>
        <p:sp>
          <p:nvSpPr>
            <p:cNvPr id="1188" name="Input_receptor__1187">
              <a:extLst>
                <a:ext uri="{FF2B5EF4-FFF2-40B4-BE49-F238E27FC236}">
                  <a16:creationId xmlns:a16="http://schemas.microsoft.com/office/drawing/2014/main" id="{97AE120C-7C6B-3443-5DFA-7C41E1DFD0A5}"/>
                </a:ext>
              </a:extLst>
            </p:cNvPr>
            <p:cNvSpPr>
              <a:spLocks noGrp="1"/>
            </p:cNvSpPr>
            <p:nvPr/>
          </p:nvSpPr>
          <p:spPr>
            <a:xfrm>
              <a:off x="1080930" y="4923129"/>
              <a:ext cx="9476" cy="2908"/>
            </a:xfrm>
            <a:custGeom>
              <a:avLst/>
              <a:gdLst/>
              <a:ahLst/>
              <a:cxnLst/>
              <a:rect l="0" t="0" r="0" b="0"/>
              <a:pathLst>
                <a:path w="9476" h="2908">
                  <a:moveTo>
                    <a:pt x="9476" y="2908"/>
                  </a:moveTo>
                  <a:lnTo>
                    <a:pt x="0" y="0"/>
                  </a:lnTo>
                </a:path>
              </a:pathLst>
            </a:custGeom>
            <a:noFill/>
            <a:ln w="20003">
              <a:solidFill>
                <a:srgbClr val="8E9FAC"/>
              </a:solidFill>
            </a:ln>
          </p:spPr>
        </p:sp>
        <p:sp>
          <p:nvSpPr>
            <p:cNvPr id="1189" name="Input_receptor__1188">
              <a:extLst>
                <a:ext uri="{FF2B5EF4-FFF2-40B4-BE49-F238E27FC236}">
                  <a16:creationId xmlns:a16="http://schemas.microsoft.com/office/drawing/2014/main" id="{E3272631-0DCC-0569-209C-525BC5CD92A0}"/>
                </a:ext>
              </a:extLst>
            </p:cNvPr>
            <p:cNvSpPr>
              <a:spLocks noGrp="1"/>
            </p:cNvSpPr>
            <p:nvPr/>
          </p:nvSpPr>
          <p:spPr>
            <a:xfrm>
              <a:off x="1562255" y="4914636"/>
              <a:ext cx="23232" cy="39904"/>
            </a:xfrm>
            <a:custGeom>
              <a:avLst/>
              <a:gdLst/>
              <a:ahLst/>
              <a:cxnLst/>
              <a:rect l="0" t="0" r="0" b="0"/>
              <a:pathLst>
                <a:path w="23232" h="39904">
                  <a:moveTo>
                    <a:pt x="0" y="39904"/>
                  </a:moveTo>
                  <a:lnTo>
                    <a:pt x="23232" y="0"/>
                  </a:lnTo>
                </a:path>
              </a:pathLst>
            </a:custGeom>
            <a:noFill/>
            <a:ln w="20003">
              <a:solidFill>
                <a:srgbClr val="8E9FAC"/>
              </a:solidFill>
            </a:ln>
          </p:spPr>
        </p:sp>
        <p:sp>
          <p:nvSpPr>
            <p:cNvPr id="1190" name="Input_receptor__1189">
              <a:extLst>
                <a:ext uri="{FF2B5EF4-FFF2-40B4-BE49-F238E27FC236}">
                  <a16:creationId xmlns:a16="http://schemas.microsoft.com/office/drawing/2014/main" id="{D48E05E4-D03A-421B-0A9C-DBCE5FD4468D}"/>
                </a:ext>
              </a:extLst>
            </p:cNvPr>
            <p:cNvSpPr>
              <a:spLocks noGrp="1"/>
            </p:cNvSpPr>
            <p:nvPr/>
          </p:nvSpPr>
          <p:spPr>
            <a:xfrm>
              <a:off x="1152236" y="4223767"/>
              <a:ext cx="27304" cy="38456"/>
            </a:xfrm>
            <a:custGeom>
              <a:avLst/>
              <a:gdLst/>
              <a:ahLst/>
              <a:cxnLst/>
              <a:rect l="0" t="0" r="0" b="0"/>
              <a:pathLst>
                <a:path w="27304" h="38456">
                  <a:moveTo>
                    <a:pt x="27304" y="0"/>
                  </a:moveTo>
                  <a:lnTo>
                    <a:pt x="0" y="38456"/>
                  </a:lnTo>
                </a:path>
              </a:pathLst>
            </a:custGeom>
            <a:noFill/>
            <a:ln w="8096">
              <a:solidFill>
                <a:srgbClr val="8E9FAC"/>
              </a:solidFill>
            </a:ln>
          </p:spPr>
        </p:sp>
        <p:sp>
          <p:nvSpPr>
            <p:cNvPr id="1191" name="Input_receptor__1190">
              <a:extLst>
                <a:ext uri="{FF2B5EF4-FFF2-40B4-BE49-F238E27FC236}">
                  <a16:creationId xmlns:a16="http://schemas.microsoft.com/office/drawing/2014/main" id="{553559F7-680D-AF6E-FC6F-064B107A8169}"/>
                </a:ext>
              </a:extLst>
            </p:cNvPr>
            <p:cNvSpPr>
              <a:spLocks noGrp="1"/>
            </p:cNvSpPr>
            <p:nvPr/>
          </p:nvSpPr>
          <p:spPr>
            <a:xfrm>
              <a:off x="1652314" y="4949956"/>
              <a:ext cx="41052" cy="10932"/>
            </a:xfrm>
            <a:custGeom>
              <a:avLst/>
              <a:gdLst/>
              <a:ahLst/>
              <a:cxnLst/>
              <a:rect l="0" t="0" r="0" b="0"/>
              <a:pathLst>
                <a:path w="41052" h="10932">
                  <a:moveTo>
                    <a:pt x="41052" y="10932"/>
                  </a:moveTo>
                  <a:lnTo>
                    <a:pt x="0" y="0"/>
                  </a:lnTo>
                </a:path>
              </a:pathLst>
            </a:custGeom>
            <a:noFill/>
            <a:ln w="20003">
              <a:solidFill>
                <a:srgbClr val="8E9FAC"/>
              </a:solidFill>
            </a:ln>
          </p:spPr>
        </p:sp>
        <p:sp>
          <p:nvSpPr>
            <p:cNvPr id="1192" name="Input_receptor__1191">
              <a:extLst>
                <a:ext uri="{FF2B5EF4-FFF2-40B4-BE49-F238E27FC236}">
                  <a16:creationId xmlns:a16="http://schemas.microsoft.com/office/drawing/2014/main" id="{F904ED93-D8C9-74B2-5444-EC30339DC1C8}"/>
                </a:ext>
              </a:extLst>
            </p:cNvPr>
            <p:cNvSpPr>
              <a:spLocks noGrp="1"/>
            </p:cNvSpPr>
            <p:nvPr/>
          </p:nvSpPr>
          <p:spPr>
            <a:xfrm>
              <a:off x="1468371" y="4154287"/>
              <a:ext cx="32550" cy="34146"/>
            </a:xfrm>
            <a:custGeom>
              <a:avLst/>
              <a:gdLst/>
              <a:ahLst/>
              <a:cxnLst/>
              <a:rect l="0" t="0" r="0" b="0"/>
              <a:pathLst>
                <a:path w="32550" h="34146">
                  <a:moveTo>
                    <a:pt x="0" y="34146"/>
                  </a:moveTo>
                  <a:lnTo>
                    <a:pt x="32550" y="0"/>
                  </a:lnTo>
                </a:path>
              </a:pathLst>
            </a:custGeom>
            <a:noFill/>
            <a:ln w="20003">
              <a:solidFill>
                <a:srgbClr val="8E9FAC"/>
              </a:solidFill>
            </a:ln>
          </p:spPr>
        </p:sp>
        <p:sp>
          <p:nvSpPr>
            <p:cNvPr id="1193" name="Input_receptor__1192">
              <a:extLst>
                <a:ext uri="{FF2B5EF4-FFF2-40B4-BE49-F238E27FC236}">
                  <a16:creationId xmlns:a16="http://schemas.microsoft.com/office/drawing/2014/main" id="{99D67069-EC15-4AD1-78C6-7C3B0BD55FE6}"/>
                </a:ext>
              </a:extLst>
            </p:cNvPr>
            <p:cNvSpPr>
              <a:spLocks noGrp="1"/>
            </p:cNvSpPr>
            <p:nvPr/>
          </p:nvSpPr>
          <p:spPr>
            <a:xfrm>
              <a:off x="1074539" y="4422775"/>
              <a:ext cx="21555" cy="34360"/>
            </a:xfrm>
            <a:custGeom>
              <a:avLst/>
              <a:gdLst/>
              <a:ahLst/>
              <a:cxnLst/>
              <a:rect l="0" t="0" r="0" b="0"/>
              <a:pathLst>
                <a:path w="21555" h="34360">
                  <a:moveTo>
                    <a:pt x="0" y="34360"/>
                  </a:moveTo>
                  <a:lnTo>
                    <a:pt x="21555" y="0"/>
                  </a:lnTo>
                </a:path>
              </a:pathLst>
            </a:custGeom>
            <a:noFill/>
            <a:ln w="20003">
              <a:solidFill>
                <a:srgbClr val="8E9FAC"/>
              </a:solidFill>
            </a:ln>
          </p:spPr>
        </p:sp>
        <p:sp>
          <p:nvSpPr>
            <p:cNvPr id="1194" name="Input_receptor__1193">
              <a:extLst>
                <a:ext uri="{FF2B5EF4-FFF2-40B4-BE49-F238E27FC236}">
                  <a16:creationId xmlns:a16="http://schemas.microsoft.com/office/drawing/2014/main" id="{88956099-1A71-231D-3AFB-35FED60C932D}"/>
                </a:ext>
              </a:extLst>
            </p:cNvPr>
            <p:cNvSpPr>
              <a:spLocks noGrp="1"/>
            </p:cNvSpPr>
            <p:nvPr/>
          </p:nvSpPr>
          <p:spPr>
            <a:xfrm>
              <a:off x="916090" y="4776077"/>
              <a:ext cx="40317" cy="22099"/>
            </a:xfrm>
            <a:custGeom>
              <a:avLst/>
              <a:gdLst/>
              <a:ahLst/>
              <a:cxnLst/>
              <a:rect l="0" t="0" r="0" b="0"/>
              <a:pathLst>
                <a:path w="40317" h="22099">
                  <a:moveTo>
                    <a:pt x="40317" y="22099"/>
                  </a:moveTo>
                  <a:lnTo>
                    <a:pt x="0" y="0"/>
                  </a:lnTo>
                </a:path>
              </a:pathLst>
            </a:custGeom>
            <a:noFill/>
            <a:ln w="8096">
              <a:solidFill>
                <a:srgbClr val="8E9FAC"/>
              </a:solidFill>
            </a:ln>
          </p:spPr>
        </p:sp>
        <p:sp>
          <p:nvSpPr>
            <p:cNvPr id="1195" name="Input_receptor__1194">
              <a:extLst>
                <a:ext uri="{FF2B5EF4-FFF2-40B4-BE49-F238E27FC236}">
                  <a16:creationId xmlns:a16="http://schemas.microsoft.com/office/drawing/2014/main" id="{01020E18-424F-50ED-F9C1-475007FE6712}"/>
                </a:ext>
              </a:extLst>
            </p:cNvPr>
            <p:cNvSpPr>
              <a:spLocks noGrp="1"/>
            </p:cNvSpPr>
            <p:nvPr/>
          </p:nvSpPr>
          <p:spPr>
            <a:xfrm>
              <a:off x="1207305" y="4479149"/>
              <a:ext cx="7561" cy="33850"/>
            </a:xfrm>
            <a:custGeom>
              <a:avLst/>
              <a:gdLst/>
              <a:ahLst/>
              <a:cxnLst/>
              <a:rect l="0" t="0" r="0" b="0"/>
              <a:pathLst>
                <a:path w="7561" h="33850">
                  <a:moveTo>
                    <a:pt x="7561" y="0"/>
                  </a:moveTo>
                  <a:lnTo>
                    <a:pt x="0" y="33850"/>
                  </a:lnTo>
                </a:path>
              </a:pathLst>
            </a:custGeom>
            <a:noFill/>
            <a:ln w="20003">
              <a:solidFill>
                <a:srgbClr val="8E9FAC"/>
              </a:solidFill>
            </a:ln>
          </p:spPr>
        </p:sp>
        <p:sp>
          <p:nvSpPr>
            <p:cNvPr id="1196" name="Input_receptor__1195">
              <a:extLst>
                <a:ext uri="{FF2B5EF4-FFF2-40B4-BE49-F238E27FC236}">
                  <a16:creationId xmlns:a16="http://schemas.microsoft.com/office/drawing/2014/main" id="{43CD05B8-8C40-83DA-18E6-0FD9374B823B}"/>
                </a:ext>
              </a:extLst>
            </p:cNvPr>
            <p:cNvSpPr>
              <a:spLocks noGrp="1"/>
            </p:cNvSpPr>
            <p:nvPr/>
          </p:nvSpPr>
          <p:spPr>
            <a:xfrm>
              <a:off x="1195639" y="4709358"/>
              <a:ext cx="10829" cy="31439"/>
            </a:xfrm>
            <a:custGeom>
              <a:avLst/>
              <a:gdLst/>
              <a:ahLst/>
              <a:cxnLst/>
              <a:rect l="0" t="0" r="0" b="0"/>
              <a:pathLst>
                <a:path w="10829" h="31439">
                  <a:moveTo>
                    <a:pt x="10829" y="31439"/>
                  </a:moveTo>
                  <a:lnTo>
                    <a:pt x="0" y="0"/>
                  </a:lnTo>
                </a:path>
              </a:pathLst>
            </a:custGeom>
            <a:noFill/>
            <a:ln w="20003">
              <a:solidFill>
                <a:srgbClr val="8E9FAC"/>
              </a:solidFill>
            </a:ln>
          </p:spPr>
        </p:sp>
        <p:sp>
          <p:nvSpPr>
            <p:cNvPr id="1197" name="Input_receptor__1196">
              <a:extLst>
                <a:ext uri="{FF2B5EF4-FFF2-40B4-BE49-F238E27FC236}">
                  <a16:creationId xmlns:a16="http://schemas.microsoft.com/office/drawing/2014/main" id="{1B2B3ADB-5F72-267D-038F-919BE358D8AA}"/>
                </a:ext>
              </a:extLst>
            </p:cNvPr>
            <p:cNvSpPr>
              <a:spLocks noGrp="1"/>
            </p:cNvSpPr>
            <p:nvPr/>
          </p:nvSpPr>
          <p:spPr>
            <a:xfrm>
              <a:off x="1053444" y="4250953"/>
              <a:ext cx="15769" cy="15156"/>
            </a:xfrm>
            <a:custGeom>
              <a:avLst/>
              <a:gdLst/>
              <a:ahLst/>
              <a:cxnLst/>
              <a:rect l="0" t="0" r="0" b="0"/>
              <a:pathLst>
                <a:path w="15769" h="15156">
                  <a:moveTo>
                    <a:pt x="15769" y="0"/>
                  </a:moveTo>
                  <a:lnTo>
                    <a:pt x="0" y="15156"/>
                  </a:lnTo>
                </a:path>
              </a:pathLst>
            </a:custGeom>
            <a:noFill/>
            <a:ln w="8096">
              <a:solidFill>
                <a:srgbClr val="8E9FAC"/>
              </a:solidFill>
            </a:ln>
          </p:spPr>
        </p:sp>
        <p:sp>
          <p:nvSpPr>
            <p:cNvPr id="1198" name="Input_receptor__1197">
              <a:extLst>
                <a:ext uri="{FF2B5EF4-FFF2-40B4-BE49-F238E27FC236}">
                  <a16:creationId xmlns:a16="http://schemas.microsoft.com/office/drawing/2014/main" id="{1385F1E6-943F-E206-0184-5052C466664D}"/>
                </a:ext>
              </a:extLst>
            </p:cNvPr>
            <p:cNvSpPr>
              <a:spLocks noGrp="1"/>
            </p:cNvSpPr>
            <p:nvPr/>
          </p:nvSpPr>
          <p:spPr>
            <a:xfrm>
              <a:off x="1140481" y="5077014"/>
              <a:ext cx="11024" cy="18279"/>
            </a:xfrm>
            <a:custGeom>
              <a:avLst/>
              <a:gdLst/>
              <a:ahLst/>
              <a:cxnLst/>
              <a:rect l="0" t="0" r="0" b="0"/>
              <a:pathLst>
                <a:path w="11024" h="18279">
                  <a:moveTo>
                    <a:pt x="0" y="18279"/>
                  </a:moveTo>
                  <a:lnTo>
                    <a:pt x="11024" y="0"/>
                  </a:lnTo>
                </a:path>
              </a:pathLst>
            </a:custGeom>
            <a:noFill/>
            <a:ln w="8096">
              <a:solidFill>
                <a:srgbClr val="8E9FAC"/>
              </a:solidFill>
            </a:ln>
          </p:spPr>
        </p:sp>
        <p:sp>
          <p:nvSpPr>
            <p:cNvPr id="1199" name="Input_receptor__1198">
              <a:extLst>
                <a:ext uri="{FF2B5EF4-FFF2-40B4-BE49-F238E27FC236}">
                  <a16:creationId xmlns:a16="http://schemas.microsoft.com/office/drawing/2014/main" id="{AFE985C6-5816-E89A-2DBF-7BB5A17861B7}"/>
                </a:ext>
              </a:extLst>
            </p:cNvPr>
            <p:cNvSpPr>
              <a:spLocks noGrp="1"/>
            </p:cNvSpPr>
            <p:nvPr/>
          </p:nvSpPr>
          <p:spPr>
            <a:xfrm>
              <a:off x="1776659" y="5060704"/>
              <a:ext cx="4649" cy="35961"/>
            </a:xfrm>
            <a:custGeom>
              <a:avLst/>
              <a:gdLst/>
              <a:ahLst/>
              <a:cxnLst/>
              <a:rect l="0" t="0" r="0" b="0"/>
              <a:pathLst>
                <a:path w="4649" h="35961">
                  <a:moveTo>
                    <a:pt x="4649" y="35961"/>
                  </a:moveTo>
                  <a:lnTo>
                    <a:pt x="0" y="0"/>
                  </a:lnTo>
                </a:path>
              </a:pathLst>
            </a:custGeom>
            <a:noFill/>
            <a:ln w="20003">
              <a:solidFill>
                <a:srgbClr val="8E9FAC"/>
              </a:solidFill>
            </a:ln>
          </p:spPr>
        </p:sp>
        <p:sp>
          <p:nvSpPr>
            <p:cNvPr id="1200" name="Input_receptor__1199">
              <a:extLst>
                <a:ext uri="{FF2B5EF4-FFF2-40B4-BE49-F238E27FC236}">
                  <a16:creationId xmlns:a16="http://schemas.microsoft.com/office/drawing/2014/main" id="{04F84637-F2A1-F97D-DE56-A37C13C594F1}"/>
                </a:ext>
              </a:extLst>
            </p:cNvPr>
            <p:cNvSpPr>
              <a:spLocks noGrp="1"/>
            </p:cNvSpPr>
            <p:nvPr/>
          </p:nvSpPr>
          <p:spPr>
            <a:xfrm>
              <a:off x="1234181" y="4799313"/>
              <a:ext cx="1590" cy="44449"/>
            </a:xfrm>
            <a:custGeom>
              <a:avLst/>
              <a:gdLst/>
              <a:ahLst/>
              <a:cxnLst/>
              <a:rect l="0" t="0" r="0" b="0"/>
              <a:pathLst>
                <a:path w="1590" h="44449">
                  <a:moveTo>
                    <a:pt x="0" y="0"/>
                  </a:moveTo>
                  <a:lnTo>
                    <a:pt x="1590" y="44449"/>
                  </a:lnTo>
                </a:path>
              </a:pathLst>
            </a:custGeom>
            <a:noFill/>
            <a:ln w="20003">
              <a:solidFill>
                <a:srgbClr val="8E9FAC"/>
              </a:solidFill>
            </a:ln>
          </p:spPr>
        </p:sp>
        <p:sp>
          <p:nvSpPr>
            <p:cNvPr id="1201" name="Input_receptor__1200">
              <a:extLst>
                <a:ext uri="{FF2B5EF4-FFF2-40B4-BE49-F238E27FC236}">
                  <a16:creationId xmlns:a16="http://schemas.microsoft.com/office/drawing/2014/main" id="{A76E6054-1349-8637-86D5-64627B9CCFDF}"/>
                </a:ext>
              </a:extLst>
            </p:cNvPr>
            <p:cNvSpPr>
              <a:spLocks noGrp="1"/>
            </p:cNvSpPr>
            <p:nvPr/>
          </p:nvSpPr>
          <p:spPr>
            <a:xfrm>
              <a:off x="1489123" y="5120119"/>
              <a:ext cx="38138" cy="16085"/>
            </a:xfrm>
            <a:custGeom>
              <a:avLst/>
              <a:gdLst/>
              <a:ahLst/>
              <a:cxnLst/>
              <a:rect l="0" t="0" r="0" b="0"/>
              <a:pathLst>
                <a:path w="38138" h="16085">
                  <a:moveTo>
                    <a:pt x="0" y="0"/>
                  </a:moveTo>
                  <a:lnTo>
                    <a:pt x="38138" y="16085"/>
                  </a:lnTo>
                </a:path>
              </a:pathLst>
            </a:custGeom>
            <a:noFill/>
            <a:ln w="20003">
              <a:solidFill>
                <a:srgbClr val="8E9FAC"/>
              </a:solidFill>
            </a:ln>
          </p:spPr>
        </p:sp>
        <p:sp>
          <p:nvSpPr>
            <p:cNvPr id="1202" name="Input_receptor__1201">
              <a:extLst>
                <a:ext uri="{FF2B5EF4-FFF2-40B4-BE49-F238E27FC236}">
                  <a16:creationId xmlns:a16="http://schemas.microsoft.com/office/drawing/2014/main" id="{362C3789-756C-C7A6-3575-DDD34E3A639E}"/>
                </a:ext>
              </a:extLst>
            </p:cNvPr>
            <p:cNvSpPr>
              <a:spLocks noGrp="1"/>
            </p:cNvSpPr>
            <p:nvPr/>
          </p:nvSpPr>
          <p:spPr>
            <a:xfrm>
              <a:off x="1450874" y="5120119"/>
              <a:ext cx="38250" cy="15017"/>
            </a:xfrm>
            <a:custGeom>
              <a:avLst/>
              <a:gdLst/>
              <a:ahLst/>
              <a:cxnLst/>
              <a:rect l="0" t="0" r="0" b="0"/>
              <a:pathLst>
                <a:path w="38250" h="15017">
                  <a:moveTo>
                    <a:pt x="0" y="15017"/>
                  </a:moveTo>
                  <a:lnTo>
                    <a:pt x="38250" y="0"/>
                  </a:lnTo>
                </a:path>
              </a:pathLst>
            </a:custGeom>
            <a:noFill/>
            <a:ln w="20003">
              <a:solidFill>
                <a:srgbClr val="8E9FAC"/>
              </a:solidFill>
            </a:ln>
          </p:spPr>
        </p:sp>
        <p:sp>
          <p:nvSpPr>
            <p:cNvPr id="1203" name="Input_receptor__1202">
              <a:extLst>
                <a:ext uri="{FF2B5EF4-FFF2-40B4-BE49-F238E27FC236}">
                  <a16:creationId xmlns:a16="http://schemas.microsoft.com/office/drawing/2014/main" id="{6460B5E6-21BC-3205-A700-D5277492D567}"/>
                </a:ext>
              </a:extLst>
            </p:cNvPr>
            <p:cNvSpPr>
              <a:spLocks noGrp="1"/>
            </p:cNvSpPr>
            <p:nvPr/>
          </p:nvSpPr>
          <p:spPr>
            <a:xfrm>
              <a:off x="1302938" y="4734326"/>
              <a:ext cx="45868" cy="4958"/>
            </a:xfrm>
            <a:custGeom>
              <a:avLst/>
              <a:gdLst/>
              <a:ahLst/>
              <a:cxnLst/>
              <a:rect l="0" t="0" r="0" b="0"/>
              <a:pathLst>
                <a:path w="45868" h="4958">
                  <a:moveTo>
                    <a:pt x="0" y="4958"/>
                  </a:moveTo>
                  <a:lnTo>
                    <a:pt x="45868" y="0"/>
                  </a:lnTo>
                </a:path>
              </a:pathLst>
            </a:custGeom>
            <a:noFill/>
            <a:ln w="20003">
              <a:solidFill>
                <a:srgbClr val="8E9FAC"/>
              </a:solidFill>
            </a:ln>
          </p:spPr>
        </p:sp>
        <p:sp>
          <p:nvSpPr>
            <p:cNvPr id="1204" name="Input_receptor__1203">
              <a:extLst>
                <a:ext uri="{FF2B5EF4-FFF2-40B4-BE49-F238E27FC236}">
                  <a16:creationId xmlns:a16="http://schemas.microsoft.com/office/drawing/2014/main" id="{2EAA312D-6650-EEC4-D4AB-C3AD8A0E120C}"/>
                </a:ext>
              </a:extLst>
            </p:cNvPr>
            <p:cNvSpPr>
              <a:spLocks noGrp="1"/>
            </p:cNvSpPr>
            <p:nvPr/>
          </p:nvSpPr>
          <p:spPr>
            <a:xfrm>
              <a:off x="1530012" y="4606283"/>
              <a:ext cx="30501" cy="14285"/>
            </a:xfrm>
            <a:custGeom>
              <a:avLst/>
              <a:gdLst/>
              <a:ahLst/>
              <a:cxnLst/>
              <a:rect l="0" t="0" r="0" b="0"/>
              <a:pathLst>
                <a:path w="30501" h="14285">
                  <a:moveTo>
                    <a:pt x="0" y="0"/>
                  </a:moveTo>
                  <a:lnTo>
                    <a:pt x="30501" y="14285"/>
                  </a:lnTo>
                </a:path>
              </a:pathLst>
            </a:custGeom>
            <a:noFill/>
            <a:ln w="20003">
              <a:solidFill>
                <a:srgbClr val="8E9FAC"/>
              </a:solidFill>
            </a:ln>
          </p:spPr>
        </p:sp>
        <p:sp>
          <p:nvSpPr>
            <p:cNvPr id="1205" name="Input_receptor__1204">
              <a:extLst>
                <a:ext uri="{FF2B5EF4-FFF2-40B4-BE49-F238E27FC236}">
                  <a16:creationId xmlns:a16="http://schemas.microsoft.com/office/drawing/2014/main" id="{5B31EEE6-BCC8-51AE-717C-C5C3643CAC18}"/>
                </a:ext>
              </a:extLst>
            </p:cNvPr>
            <p:cNvSpPr>
              <a:spLocks noGrp="1"/>
            </p:cNvSpPr>
            <p:nvPr/>
          </p:nvSpPr>
          <p:spPr>
            <a:xfrm>
              <a:off x="1032240" y="4457135"/>
              <a:ext cx="42299" cy="19509"/>
            </a:xfrm>
            <a:custGeom>
              <a:avLst/>
              <a:gdLst/>
              <a:ahLst/>
              <a:cxnLst/>
              <a:rect l="0" t="0" r="0" b="0"/>
              <a:pathLst>
                <a:path w="42299" h="19509">
                  <a:moveTo>
                    <a:pt x="0" y="19509"/>
                  </a:moveTo>
                  <a:lnTo>
                    <a:pt x="42299" y="0"/>
                  </a:lnTo>
                </a:path>
              </a:pathLst>
            </a:custGeom>
            <a:noFill/>
            <a:ln w="20003">
              <a:solidFill>
                <a:srgbClr val="8E9FAC"/>
              </a:solidFill>
            </a:ln>
          </p:spPr>
        </p:sp>
        <p:sp>
          <p:nvSpPr>
            <p:cNvPr id="1206" name="Input_receptor__1205">
              <a:extLst>
                <a:ext uri="{FF2B5EF4-FFF2-40B4-BE49-F238E27FC236}">
                  <a16:creationId xmlns:a16="http://schemas.microsoft.com/office/drawing/2014/main" id="{987C6328-3209-7A1B-B0CD-F90C20FEE8E0}"/>
                </a:ext>
              </a:extLst>
            </p:cNvPr>
            <p:cNvSpPr>
              <a:spLocks noGrp="1"/>
            </p:cNvSpPr>
            <p:nvPr/>
          </p:nvSpPr>
          <p:spPr>
            <a:xfrm>
              <a:off x="1093914" y="4979415"/>
              <a:ext cx="2524" cy="6087"/>
            </a:xfrm>
            <a:custGeom>
              <a:avLst/>
              <a:gdLst/>
              <a:ahLst/>
              <a:cxnLst/>
              <a:rect l="0" t="0" r="0" b="0"/>
              <a:pathLst>
                <a:path w="2524" h="6087">
                  <a:moveTo>
                    <a:pt x="0" y="6087"/>
                  </a:moveTo>
                  <a:lnTo>
                    <a:pt x="2524" y="0"/>
                  </a:lnTo>
                </a:path>
              </a:pathLst>
            </a:custGeom>
            <a:noFill/>
            <a:ln w="20003">
              <a:solidFill>
                <a:srgbClr val="8E9FAC"/>
              </a:solidFill>
            </a:ln>
          </p:spPr>
        </p:sp>
        <p:sp>
          <p:nvSpPr>
            <p:cNvPr id="1207" name="Input_receptor__1206">
              <a:extLst>
                <a:ext uri="{FF2B5EF4-FFF2-40B4-BE49-F238E27FC236}">
                  <a16:creationId xmlns:a16="http://schemas.microsoft.com/office/drawing/2014/main" id="{A2AC1E66-81FA-3122-B95E-6666118548BD}"/>
                </a:ext>
              </a:extLst>
            </p:cNvPr>
            <p:cNvSpPr>
              <a:spLocks noGrp="1"/>
            </p:cNvSpPr>
            <p:nvPr/>
          </p:nvSpPr>
          <p:spPr>
            <a:xfrm>
              <a:off x="956407" y="4758229"/>
              <a:ext cx="26468" cy="39946"/>
            </a:xfrm>
            <a:custGeom>
              <a:avLst/>
              <a:gdLst/>
              <a:ahLst/>
              <a:cxnLst/>
              <a:rect l="0" t="0" r="0" b="0"/>
              <a:pathLst>
                <a:path w="26468" h="39946">
                  <a:moveTo>
                    <a:pt x="26468" y="0"/>
                  </a:moveTo>
                  <a:lnTo>
                    <a:pt x="0" y="39946"/>
                  </a:lnTo>
                </a:path>
              </a:pathLst>
            </a:custGeom>
            <a:noFill/>
            <a:ln w="8096">
              <a:solidFill>
                <a:srgbClr val="8E9FAC"/>
              </a:solidFill>
            </a:ln>
          </p:spPr>
        </p:sp>
        <p:sp>
          <p:nvSpPr>
            <p:cNvPr id="1208" name="Input_receptor__1207">
              <a:extLst>
                <a:ext uri="{FF2B5EF4-FFF2-40B4-BE49-F238E27FC236}">
                  <a16:creationId xmlns:a16="http://schemas.microsoft.com/office/drawing/2014/main" id="{322C4BB4-5192-7FA5-E528-4BD793412799}"/>
                </a:ext>
              </a:extLst>
            </p:cNvPr>
            <p:cNvSpPr>
              <a:spLocks noGrp="1"/>
            </p:cNvSpPr>
            <p:nvPr/>
          </p:nvSpPr>
          <p:spPr>
            <a:xfrm>
              <a:off x="1693366" y="4960888"/>
              <a:ext cx="31434" cy="35932"/>
            </a:xfrm>
            <a:custGeom>
              <a:avLst/>
              <a:gdLst/>
              <a:ahLst/>
              <a:cxnLst/>
              <a:rect l="0" t="0" r="0" b="0"/>
              <a:pathLst>
                <a:path w="31434" h="35932">
                  <a:moveTo>
                    <a:pt x="31434" y="35932"/>
                  </a:moveTo>
                  <a:lnTo>
                    <a:pt x="0" y="0"/>
                  </a:lnTo>
                </a:path>
              </a:pathLst>
            </a:custGeom>
            <a:noFill/>
            <a:ln w="20003">
              <a:solidFill>
                <a:srgbClr val="8E9FAC"/>
              </a:solidFill>
            </a:ln>
          </p:spPr>
        </p:sp>
        <p:sp>
          <p:nvSpPr>
            <p:cNvPr id="1209" name="Input_receptor__1208">
              <a:extLst>
                <a:ext uri="{FF2B5EF4-FFF2-40B4-BE49-F238E27FC236}">
                  <a16:creationId xmlns:a16="http://schemas.microsoft.com/office/drawing/2014/main" id="{116CC4A1-763B-D66C-1B99-D91A1923D2C6}"/>
                </a:ext>
              </a:extLst>
            </p:cNvPr>
            <p:cNvSpPr>
              <a:spLocks noGrp="1"/>
            </p:cNvSpPr>
            <p:nvPr/>
          </p:nvSpPr>
          <p:spPr>
            <a:xfrm>
              <a:off x="1500921" y="4148065"/>
              <a:ext cx="47183" cy="6222"/>
            </a:xfrm>
            <a:custGeom>
              <a:avLst/>
              <a:gdLst/>
              <a:ahLst/>
              <a:cxnLst/>
              <a:rect l="0" t="0" r="0" b="0"/>
              <a:pathLst>
                <a:path w="47183" h="6222">
                  <a:moveTo>
                    <a:pt x="0" y="6222"/>
                  </a:moveTo>
                  <a:lnTo>
                    <a:pt x="47183" y="0"/>
                  </a:lnTo>
                </a:path>
              </a:pathLst>
            </a:custGeom>
            <a:noFill/>
            <a:ln w="20003">
              <a:solidFill>
                <a:srgbClr val="8E9FAC"/>
              </a:solidFill>
            </a:ln>
          </p:spPr>
        </p:sp>
        <p:sp>
          <p:nvSpPr>
            <p:cNvPr id="1210" name="Input_receptor__1209">
              <a:extLst>
                <a:ext uri="{FF2B5EF4-FFF2-40B4-BE49-F238E27FC236}">
                  <a16:creationId xmlns:a16="http://schemas.microsoft.com/office/drawing/2014/main" id="{997061BB-946B-A9EB-3A3A-069B6228449E}"/>
                </a:ext>
              </a:extLst>
            </p:cNvPr>
            <p:cNvSpPr>
              <a:spLocks noGrp="1"/>
            </p:cNvSpPr>
            <p:nvPr/>
          </p:nvSpPr>
          <p:spPr>
            <a:xfrm>
              <a:off x="1429602" y="4717989"/>
              <a:ext cx="47228" cy="251"/>
            </a:xfrm>
            <a:custGeom>
              <a:avLst/>
              <a:gdLst/>
              <a:ahLst/>
              <a:cxnLst/>
              <a:rect l="0" t="0" r="0" b="0"/>
              <a:pathLst>
                <a:path w="47228" h="251">
                  <a:moveTo>
                    <a:pt x="0" y="251"/>
                  </a:moveTo>
                  <a:lnTo>
                    <a:pt x="47228" y="0"/>
                  </a:lnTo>
                </a:path>
              </a:pathLst>
            </a:custGeom>
            <a:noFill/>
            <a:ln w="20003">
              <a:solidFill>
                <a:srgbClr val="8E9FAC"/>
              </a:solidFill>
            </a:ln>
          </p:spPr>
        </p:sp>
        <p:sp>
          <p:nvSpPr>
            <p:cNvPr id="1211" name="Input_receptor__1210">
              <a:extLst>
                <a:ext uri="{FF2B5EF4-FFF2-40B4-BE49-F238E27FC236}">
                  <a16:creationId xmlns:a16="http://schemas.microsoft.com/office/drawing/2014/main" id="{A184EF07-8BC7-A25F-9C06-63DD501E2232}"/>
                </a:ext>
              </a:extLst>
            </p:cNvPr>
            <p:cNvSpPr>
              <a:spLocks noGrp="1"/>
            </p:cNvSpPr>
            <p:nvPr/>
          </p:nvSpPr>
          <p:spPr>
            <a:xfrm>
              <a:off x="1179540" y="4223767"/>
              <a:ext cx="45873" cy="10515"/>
            </a:xfrm>
            <a:custGeom>
              <a:avLst/>
              <a:gdLst/>
              <a:ahLst/>
              <a:cxnLst/>
              <a:rect l="0" t="0" r="0" b="0"/>
              <a:pathLst>
                <a:path w="45873" h="10515">
                  <a:moveTo>
                    <a:pt x="45873" y="10515"/>
                  </a:moveTo>
                  <a:lnTo>
                    <a:pt x="0" y="0"/>
                  </a:lnTo>
                </a:path>
              </a:pathLst>
            </a:custGeom>
            <a:noFill/>
            <a:ln w="8096">
              <a:solidFill>
                <a:srgbClr val="8E9FAC"/>
              </a:solidFill>
            </a:ln>
          </p:spPr>
        </p:sp>
        <p:sp>
          <p:nvSpPr>
            <p:cNvPr id="1212" name="Input_receptor__1211">
              <a:extLst>
                <a:ext uri="{FF2B5EF4-FFF2-40B4-BE49-F238E27FC236}">
                  <a16:creationId xmlns:a16="http://schemas.microsoft.com/office/drawing/2014/main" id="{F7E481AF-CF9A-EC40-16D1-3B45C404FD13}"/>
                </a:ext>
              </a:extLst>
            </p:cNvPr>
            <p:cNvSpPr>
              <a:spLocks noGrp="1"/>
            </p:cNvSpPr>
            <p:nvPr/>
          </p:nvSpPr>
          <p:spPr>
            <a:xfrm>
              <a:off x="1748678" y="5096664"/>
              <a:ext cx="32629" cy="27398"/>
            </a:xfrm>
            <a:custGeom>
              <a:avLst/>
              <a:gdLst/>
              <a:ahLst/>
              <a:cxnLst/>
              <a:rect l="0" t="0" r="0" b="0"/>
              <a:pathLst>
                <a:path w="32629" h="27398">
                  <a:moveTo>
                    <a:pt x="0" y="27398"/>
                  </a:moveTo>
                  <a:lnTo>
                    <a:pt x="32629" y="0"/>
                  </a:lnTo>
                </a:path>
              </a:pathLst>
            </a:custGeom>
            <a:noFill/>
            <a:ln w="20003">
              <a:solidFill>
                <a:srgbClr val="8E9FAC"/>
              </a:solidFill>
            </a:ln>
          </p:spPr>
        </p:sp>
        <p:sp>
          <p:nvSpPr>
            <p:cNvPr id="1213" name="Input_receptor__1212">
              <a:extLst>
                <a:ext uri="{FF2B5EF4-FFF2-40B4-BE49-F238E27FC236}">
                  <a16:creationId xmlns:a16="http://schemas.microsoft.com/office/drawing/2014/main" id="{695B05DC-222F-2E48-2E86-76DBDA2DF05C}"/>
                </a:ext>
              </a:extLst>
            </p:cNvPr>
            <p:cNvSpPr>
              <a:spLocks noGrp="1"/>
            </p:cNvSpPr>
            <p:nvPr/>
          </p:nvSpPr>
          <p:spPr>
            <a:xfrm>
              <a:off x="1221639" y="4919622"/>
              <a:ext cx="6907" cy="40288"/>
            </a:xfrm>
            <a:custGeom>
              <a:avLst/>
              <a:gdLst/>
              <a:ahLst/>
              <a:cxnLst/>
              <a:rect l="0" t="0" r="0" b="0"/>
              <a:pathLst>
                <a:path w="6907" h="40288">
                  <a:moveTo>
                    <a:pt x="6907" y="40288"/>
                  </a:moveTo>
                  <a:lnTo>
                    <a:pt x="0" y="0"/>
                  </a:lnTo>
                </a:path>
              </a:pathLst>
            </a:custGeom>
            <a:noFill/>
            <a:ln w="20003">
              <a:solidFill>
                <a:srgbClr val="8EA0AC"/>
              </a:solidFill>
            </a:ln>
          </p:spPr>
        </p:sp>
        <p:sp>
          <p:nvSpPr>
            <p:cNvPr id="1214" name="Input_receptor__1213">
              <a:extLst>
                <a:ext uri="{FF2B5EF4-FFF2-40B4-BE49-F238E27FC236}">
                  <a16:creationId xmlns:a16="http://schemas.microsoft.com/office/drawing/2014/main" id="{49384480-5E1B-5EB4-5369-A1FD2ECFB6D8}"/>
                </a:ext>
              </a:extLst>
            </p:cNvPr>
            <p:cNvSpPr>
              <a:spLocks noGrp="1"/>
            </p:cNvSpPr>
            <p:nvPr/>
          </p:nvSpPr>
          <p:spPr>
            <a:xfrm>
              <a:off x="1550172" y="5042526"/>
              <a:ext cx="38741" cy="26912"/>
            </a:xfrm>
            <a:custGeom>
              <a:avLst/>
              <a:gdLst/>
              <a:ahLst/>
              <a:cxnLst/>
              <a:rect l="0" t="0" r="0" b="0"/>
              <a:pathLst>
                <a:path w="38741" h="26912">
                  <a:moveTo>
                    <a:pt x="38741" y="0"/>
                  </a:moveTo>
                  <a:lnTo>
                    <a:pt x="0" y="26912"/>
                  </a:lnTo>
                </a:path>
              </a:pathLst>
            </a:custGeom>
            <a:noFill/>
            <a:ln w="20003">
              <a:solidFill>
                <a:srgbClr val="8EA0AC"/>
              </a:solidFill>
            </a:ln>
          </p:spPr>
        </p:sp>
        <p:sp>
          <p:nvSpPr>
            <p:cNvPr id="1215" name="Input_receptor__1214">
              <a:extLst>
                <a:ext uri="{FF2B5EF4-FFF2-40B4-BE49-F238E27FC236}">
                  <a16:creationId xmlns:a16="http://schemas.microsoft.com/office/drawing/2014/main" id="{4AEF9E7C-158E-CA3B-76EE-5DC0E4368B18}"/>
                </a:ext>
              </a:extLst>
            </p:cNvPr>
            <p:cNvSpPr>
              <a:spLocks noGrp="1"/>
            </p:cNvSpPr>
            <p:nvPr/>
          </p:nvSpPr>
          <p:spPr>
            <a:xfrm>
              <a:off x="1083078" y="5041994"/>
              <a:ext cx="26884" cy="6177"/>
            </a:xfrm>
            <a:custGeom>
              <a:avLst/>
              <a:gdLst/>
              <a:ahLst/>
              <a:cxnLst/>
              <a:rect l="0" t="0" r="0" b="0"/>
              <a:pathLst>
                <a:path w="26884" h="6177">
                  <a:moveTo>
                    <a:pt x="0" y="6177"/>
                  </a:moveTo>
                  <a:lnTo>
                    <a:pt x="26884" y="0"/>
                  </a:lnTo>
                </a:path>
              </a:pathLst>
            </a:custGeom>
            <a:noFill/>
            <a:ln w="20003">
              <a:solidFill>
                <a:srgbClr val="8EA0AD"/>
              </a:solidFill>
            </a:ln>
          </p:spPr>
        </p:sp>
        <p:sp>
          <p:nvSpPr>
            <p:cNvPr id="1216" name="Input_receptor__1215">
              <a:extLst>
                <a:ext uri="{FF2B5EF4-FFF2-40B4-BE49-F238E27FC236}">
                  <a16:creationId xmlns:a16="http://schemas.microsoft.com/office/drawing/2014/main" id="{D0E2AF76-B44F-EBCE-8AD2-EA2AF0835954}"/>
                </a:ext>
              </a:extLst>
            </p:cNvPr>
            <p:cNvSpPr>
              <a:spLocks noGrp="1"/>
            </p:cNvSpPr>
            <p:nvPr/>
          </p:nvSpPr>
          <p:spPr>
            <a:xfrm>
              <a:off x="1513850" y="4091004"/>
              <a:ext cx="3764" cy="2260"/>
            </a:xfrm>
            <a:custGeom>
              <a:avLst/>
              <a:gdLst/>
              <a:ahLst/>
              <a:cxnLst/>
              <a:rect l="0" t="0" r="0" b="0"/>
              <a:pathLst>
                <a:path w="3764" h="2260">
                  <a:moveTo>
                    <a:pt x="3764" y="2260"/>
                  </a:moveTo>
                  <a:lnTo>
                    <a:pt x="0" y="0"/>
                  </a:lnTo>
                </a:path>
              </a:pathLst>
            </a:custGeom>
            <a:noFill/>
            <a:ln w="20003">
              <a:solidFill>
                <a:srgbClr val="8EA0AD"/>
              </a:solidFill>
            </a:ln>
          </p:spPr>
        </p:sp>
        <p:sp>
          <p:nvSpPr>
            <p:cNvPr id="1217" name="Input_receptor__1216">
              <a:extLst>
                <a:ext uri="{FF2B5EF4-FFF2-40B4-BE49-F238E27FC236}">
                  <a16:creationId xmlns:a16="http://schemas.microsoft.com/office/drawing/2014/main" id="{34DF97CA-D169-652B-B4C8-5EC40BA9E998}"/>
                </a:ext>
              </a:extLst>
            </p:cNvPr>
            <p:cNvSpPr>
              <a:spLocks noGrp="1"/>
            </p:cNvSpPr>
            <p:nvPr/>
          </p:nvSpPr>
          <p:spPr>
            <a:xfrm>
              <a:off x="1029482" y="5551199"/>
              <a:ext cx="46582" cy="10811"/>
            </a:xfrm>
            <a:custGeom>
              <a:avLst/>
              <a:gdLst/>
              <a:ahLst/>
              <a:cxnLst/>
              <a:rect l="0" t="0" r="0" b="0"/>
              <a:pathLst>
                <a:path w="46582" h="10811">
                  <a:moveTo>
                    <a:pt x="0" y="0"/>
                  </a:moveTo>
                  <a:lnTo>
                    <a:pt x="46582" y="10811"/>
                  </a:lnTo>
                </a:path>
              </a:pathLst>
            </a:custGeom>
            <a:noFill/>
            <a:ln w="20003">
              <a:solidFill>
                <a:srgbClr val="8EA0AD"/>
              </a:solidFill>
            </a:ln>
          </p:spPr>
        </p:sp>
        <p:sp>
          <p:nvSpPr>
            <p:cNvPr id="1218" name="Input_receptor__1217">
              <a:extLst>
                <a:ext uri="{FF2B5EF4-FFF2-40B4-BE49-F238E27FC236}">
                  <a16:creationId xmlns:a16="http://schemas.microsoft.com/office/drawing/2014/main" id="{CF40E6E4-6DB6-692B-599D-D883AE4762E0}"/>
                </a:ext>
              </a:extLst>
            </p:cNvPr>
            <p:cNvSpPr>
              <a:spLocks noGrp="1"/>
            </p:cNvSpPr>
            <p:nvPr/>
          </p:nvSpPr>
          <p:spPr>
            <a:xfrm>
              <a:off x="943387" y="4408766"/>
              <a:ext cx="8415" cy="9520"/>
            </a:xfrm>
            <a:custGeom>
              <a:avLst/>
              <a:gdLst/>
              <a:ahLst/>
              <a:cxnLst/>
              <a:rect l="0" t="0" r="0" b="0"/>
              <a:pathLst>
                <a:path w="8415" h="9520">
                  <a:moveTo>
                    <a:pt x="8415" y="9520"/>
                  </a:moveTo>
                  <a:lnTo>
                    <a:pt x="0" y="0"/>
                  </a:lnTo>
                </a:path>
              </a:pathLst>
            </a:custGeom>
            <a:noFill/>
            <a:ln w="8096">
              <a:solidFill>
                <a:srgbClr val="8EA0AD"/>
              </a:solidFill>
            </a:ln>
          </p:spPr>
        </p:sp>
        <p:sp>
          <p:nvSpPr>
            <p:cNvPr id="1219" name="Input_receptor__1218">
              <a:extLst>
                <a:ext uri="{FF2B5EF4-FFF2-40B4-BE49-F238E27FC236}">
                  <a16:creationId xmlns:a16="http://schemas.microsoft.com/office/drawing/2014/main" id="{20E64BD9-2D4D-5E52-77D4-661A4614EECC}"/>
                </a:ext>
              </a:extLst>
            </p:cNvPr>
            <p:cNvSpPr>
              <a:spLocks noGrp="1"/>
            </p:cNvSpPr>
            <p:nvPr/>
          </p:nvSpPr>
          <p:spPr>
            <a:xfrm>
              <a:off x="1029800" y="4788896"/>
              <a:ext cx="4436" cy="22792"/>
            </a:xfrm>
            <a:custGeom>
              <a:avLst/>
              <a:gdLst/>
              <a:ahLst/>
              <a:cxnLst/>
              <a:rect l="0" t="0" r="0" b="0"/>
              <a:pathLst>
                <a:path w="4436" h="22792">
                  <a:moveTo>
                    <a:pt x="0" y="22792"/>
                  </a:moveTo>
                  <a:lnTo>
                    <a:pt x="4436" y="0"/>
                  </a:lnTo>
                </a:path>
              </a:pathLst>
            </a:custGeom>
            <a:noFill/>
            <a:ln w="20003">
              <a:solidFill>
                <a:srgbClr val="8EA0AD"/>
              </a:solidFill>
            </a:ln>
          </p:spPr>
        </p:sp>
        <p:sp>
          <p:nvSpPr>
            <p:cNvPr id="1220" name="Input_receptor__1219">
              <a:extLst>
                <a:ext uri="{FF2B5EF4-FFF2-40B4-BE49-F238E27FC236}">
                  <a16:creationId xmlns:a16="http://schemas.microsoft.com/office/drawing/2014/main" id="{B7359C87-96EC-0DE8-3FD7-621B663E4E3E}"/>
                </a:ext>
              </a:extLst>
            </p:cNvPr>
            <p:cNvSpPr>
              <a:spLocks noGrp="1"/>
            </p:cNvSpPr>
            <p:nvPr/>
          </p:nvSpPr>
          <p:spPr>
            <a:xfrm>
              <a:off x="937164" y="4873856"/>
              <a:ext cx="14907" cy="28628"/>
            </a:xfrm>
            <a:custGeom>
              <a:avLst/>
              <a:gdLst/>
              <a:ahLst/>
              <a:cxnLst/>
              <a:rect l="0" t="0" r="0" b="0"/>
              <a:pathLst>
                <a:path w="14907" h="28628">
                  <a:moveTo>
                    <a:pt x="14907" y="0"/>
                  </a:moveTo>
                  <a:lnTo>
                    <a:pt x="0" y="28628"/>
                  </a:lnTo>
                </a:path>
              </a:pathLst>
            </a:custGeom>
            <a:noFill/>
            <a:ln w="8096">
              <a:solidFill>
                <a:srgbClr val="8EA0AD"/>
              </a:solidFill>
            </a:ln>
          </p:spPr>
        </p:sp>
        <p:sp>
          <p:nvSpPr>
            <p:cNvPr id="1221" name="Input_receptor__1220">
              <a:extLst>
                <a:ext uri="{FF2B5EF4-FFF2-40B4-BE49-F238E27FC236}">
                  <a16:creationId xmlns:a16="http://schemas.microsoft.com/office/drawing/2014/main" id="{54FCA5E9-1053-E74F-BFC1-8C9B622A0575}"/>
                </a:ext>
              </a:extLst>
            </p:cNvPr>
            <p:cNvSpPr>
              <a:spLocks noGrp="1"/>
            </p:cNvSpPr>
            <p:nvPr/>
          </p:nvSpPr>
          <p:spPr>
            <a:xfrm>
              <a:off x="1728522" y="5061465"/>
              <a:ext cx="2566" cy="2407"/>
            </a:xfrm>
            <a:custGeom>
              <a:avLst/>
              <a:gdLst/>
              <a:ahLst/>
              <a:cxnLst/>
              <a:rect l="0" t="0" r="0" b="0"/>
              <a:pathLst>
                <a:path w="2566" h="2407">
                  <a:moveTo>
                    <a:pt x="0" y="2407"/>
                  </a:moveTo>
                  <a:lnTo>
                    <a:pt x="2566" y="0"/>
                  </a:lnTo>
                </a:path>
              </a:pathLst>
            </a:custGeom>
            <a:noFill/>
            <a:ln w="20003">
              <a:solidFill>
                <a:srgbClr val="8EA0AD"/>
              </a:solidFill>
            </a:ln>
          </p:spPr>
        </p:sp>
        <p:sp>
          <p:nvSpPr>
            <p:cNvPr id="1222" name="Input_receptor__1221">
              <a:extLst>
                <a:ext uri="{FF2B5EF4-FFF2-40B4-BE49-F238E27FC236}">
                  <a16:creationId xmlns:a16="http://schemas.microsoft.com/office/drawing/2014/main" id="{8EF6C017-2B71-3434-7735-0746D0100C31}"/>
                </a:ext>
              </a:extLst>
            </p:cNvPr>
            <p:cNvSpPr>
              <a:spLocks noGrp="1"/>
            </p:cNvSpPr>
            <p:nvPr/>
          </p:nvSpPr>
          <p:spPr>
            <a:xfrm>
              <a:off x="752317" y="4496400"/>
              <a:ext cx="11383" cy="40506"/>
            </a:xfrm>
            <a:custGeom>
              <a:avLst/>
              <a:gdLst/>
              <a:ahLst/>
              <a:cxnLst/>
              <a:rect l="0" t="0" r="0" b="0"/>
              <a:pathLst>
                <a:path w="11383" h="40506">
                  <a:moveTo>
                    <a:pt x="0" y="0"/>
                  </a:moveTo>
                  <a:lnTo>
                    <a:pt x="11383" y="40506"/>
                  </a:lnTo>
                </a:path>
              </a:pathLst>
            </a:custGeom>
            <a:noFill/>
            <a:ln w="20003">
              <a:solidFill>
                <a:srgbClr val="8FA0AD"/>
              </a:solidFill>
            </a:ln>
          </p:spPr>
        </p:sp>
        <p:sp>
          <p:nvSpPr>
            <p:cNvPr id="1223" name="Input_receptor__1222">
              <a:extLst>
                <a:ext uri="{FF2B5EF4-FFF2-40B4-BE49-F238E27FC236}">
                  <a16:creationId xmlns:a16="http://schemas.microsoft.com/office/drawing/2014/main" id="{1BD7CD1B-EFEF-E29D-FB1E-EF418204EDEB}"/>
                </a:ext>
              </a:extLst>
            </p:cNvPr>
            <p:cNvSpPr>
              <a:spLocks noGrp="1"/>
            </p:cNvSpPr>
            <p:nvPr/>
          </p:nvSpPr>
          <p:spPr>
            <a:xfrm>
              <a:off x="1214867" y="4479149"/>
              <a:ext cx="47365" cy="8322"/>
            </a:xfrm>
            <a:custGeom>
              <a:avLst/>
              <a:gdLst/>
              <a:ahLst/>
              <a:cxnLst/>
              <a:rect l="0" t="0" r="0" b="0"/>
              <a:pathLst>
                <a:path w="47365" h="8322">
                  <a:moveTo>
                    <a:pt x="47365" y="8322"/>
                  </a:moveTo>
                  <a:lnTo>
                    <a:pt x="0" y="0"/>
                  </a:lnTo>
                </a:path>
              </a:pathLst>
            </a:custGeom>
            <a:noFill/>
            <a:ln w="20003">
              <a:solidFill>
                <a:srgbClr val="8FA0AD"/>
              </a:solidFill>
            </a:ln>
          </p:spPr>
        </p:sp>
        <p:sp>
          <p:nvSpPr>
            <p:cNvPr id="1224" name="Input_receptor__1223">
              <a:extLst>
                <a:ext uri="{FF2B5EF4-FFF2-40B4-BE49-F238E27FC236}">
                  <a16:creationId xmlns:a16="http://schemas.microsoft.com/office/drawing/2014/main" id="{73D0CC17-8B2E-11AC-43A2-76D57815A73B}"/>
                </a:ext>
              </a:extLst>
            </p:cNvPr>
            <p:cNvSpPr>
              <a:spLocks noGrp="1"/>
            </p:cNvSpPr>
            <p:nvPr/>
          </p:nvSpPr>
          <p:spPr>
            <a:xfrm>
              <a:off x="1051954" y="4548150"/>
              <a:ext cx="3446" cy="47725"/>
            </a:xfrm>
            <a:custGeom>
              <a:avLst/>
              <a:gdLst/>
              <a:ahLst/>
              <a:cxnLst/>
              <a:rect l="0" t="0" r="0" b="0"/>
              <a:pathLst>
                <a:path w="3446" h="47725">
                  <a:moveTo>
                    <a:pt x="3446" y="47725"/>
                  </a:moveTo>
                  <a:lnTo>
                    <a:pt x="0" y="0"/>
                  </a:lnTo>
                </a:path>
              </a:pathLst>
            </a:custGeom>
            <a:noFill/>
            <a:ln w="8096">
              <a:solidFill>
                <a:srgbClr val="8FA0AD"/>
              </a:solidFill>
            </a:ln>
          </p:spPr>
        </p:sp>
        <p:sp>
          <p:nvSpPr>
            <p:cNvPr id="1225" name="Input_receptor__1224">
              <a:extLst>
                <a:ext uri="{FF2B5EF4-FFF2-40B4-BE49-F238E27FC236}">
                  <a16:creationId xmlns:a16="http://schemas.microsoft.com/office/drawing/2014/main" id="{BCE34EEA-8094-5853-6694-5A90FFE850BE}"/>
                </a:ext>
              </a:extLst>
            </p:cNvPr>
            <p:cNvSpPr>
              <a:spLocks noGrp="1"/>
            </p:cNvSpPr>
            <p:nvPr/>
          </p:nvSpPr>
          <p:spPr>
            <a:xfrm>
              <a:off x="1422704" y="4777274"/>
              <a:ext cx="47624" cy="3262"/>
            </a:xfrm>
            <a:custGeom>
              <a:avLst/>
              <a:gdLst/>
              <a:ahLst/>
              <a:cxnLst/>
              <a:rect l="0" t="0" r="0" b="0"/>
              <a:pathLst>
                <a:path w="47624" h="3262">
                  <a:moveTo>
                    <a:pt x="0" y="0"/>
                  </a:moveTo>
                  <a:lnTo>
                    <a:pt x="47624" y="3262"/>
                  </a:lnTo>
                </a:path>
              </a:pathLst>
            </a:custGeom>
            <a:noFill/>
            <a:ln w="20003">
              <a:solidFill>
                <a:srgbClr val="8FA0AD"/>
              </a:solidFill>
            </a:ln>
          </p:spPr>
        </p:sp>
        <p:sp>
          <p:nvSpPr>
            <p:cNvPr id="1226" name="Input_receptor__1225">
              <a:extLst>
                <a:ext uri="{FF2B5EF4-FFF2-40B4-BE49-F238E27FC236}">
                  <a16:creationId xmlns:a16="http://schemas.microsoft.com/office/drawing/2014/main" id="{B3EFF8AA-18E1-3AED-0113-29F5515E6509}"/>
                </a:ext>
              </a:extLst>
            </p:cNvPr>
            <p:cNvSpPr>
              <a:spLocks noGrp="1"/>
            </p:cNvSpPr>
            <p:nvPr/>
          </p:nvSpPr>
          <p:spPr>
            <a:xfrm>
              <a:off x="1588913" y="5042526"/>
              <a:ext cx="29226" cy="27682"/>
            </a:xfrm>
            <a:custGeom>
              <a:avLst/>
              <a:gdLst/>
              <a:ahLst/>
              <a:cxnLst/>
              <a:rect l="0" t="0" r="0" b="0"/>
              <a:pathLst>
                <a:path w="29226" h="27682">
                  <a:moveTo>
                    <a:pt x="29226" y="27682"/>
                  </a:moveTo>
                  <a:lnTo>
                    <a:pt x="0" y="0"/>
                  </a:lnTo>
                </a:path>
              </a:pathLst>
            </a:custGeom>
            <a:noFill/>
            <a:ln w="20003">
              <a:solidFill>
                <a:srgbClr val="8FA0AD"/>
              </a:solidFill>
            </a:ln>
          </p:spPr>
        </p:sp>
        <p:sp>
          <p:nvSpPr>
            <p:cNvPr id="1227" name="Input_receptor__1226">
              <a:extLst>
                <a:ext uri="{FF2B5EF4-FFF2-40B4-BE49-F238E27FC236}">
                  <a16:creationId xmlns:a16="http://schemas.microsoft.com/office/drawing/2014/main" id="{098EDD84-A9F3-6B55-E258-86642A2EDDDC}"/>
                </a:ext>
              </a:extLst>
            </p:cNvPr>
            <p:cNvSpPr>
              <a:spLocks noGrp="1"/>
            </p:cNvSpPr>
            <p:nvPr/>
          </p:nvSpPr>
          <p:spPr>
            <a:xfrm>
              <a:off x="1512685" y="5136205"/>
              <a:ext cx="14576" cy="46012"/>
            </a:xfrm>
            <a:custGeom>
              <a:avLst/>
              <a:gdLst/>
              <a:ahLst/>
              <a:cxnLst/>
              <a:rect l="0" t="0" r="0" b="0"/>
              <a:pathLst>
                <a:path w="14576" h="46012">
                  <a:moveTo>
                    <a:pt x="14576" y="0"/>
                  </a:moveTo>
                  <a:lnTo>
                    <a:pt x="0" y="46012"/>
                  </a:lnTo>
                </a:path>
              </a:pathLst>
            </a:custGeom>
            <a:noFill/>
            <a:ln w="20003">
              <a:solidFill>
                <a:srgbClr val="8FA0AD"/>
              </a:solidFill>
            </a:ln>
          </p:spPr>
        </p:sp>
        <p:sp>
          <p:nvSpPr>
            <p:cNvPr id="1228" name="Input_receptor__1227">
              <a:extLst>
                <a:ext uri="{FF2B5EF4-FFF2-40B4-BE49-F238E27FC236}">
                  <a16:creationId xmlns:a16="http://schemas.microsoft.com/office/drawing/2014/main" id="{2F14085D-CBAD-756E-FF19-61361C5E7D40}"/>
                </a:ext>
              </a:extLst>
            </p:cNvPr>
            <p:cNvSpPr>
              <a:spLocks noGrp="1"/>
            </p:cNvSpPr>
            <p:nvPr/>
          </p:nvSpPr>
          <p:spPr>
            <a:xfrm>
              <a:off x="1549157" y="4900033"/>
              <a:ext cx="36330" cy="14603"/>
            </a:xfrm>
            <a:custGeom>
              <a:avLst/>
              <a:gdLst/>
              <a:ahLst/>
              <a:cxnLst/>
              <a:rect l="0" t="0" r="0" b="0"/>
              <a:pathLst>
                <a:path w="36330" h="14603">
                  <a:moveTo>
                    <a:pt x="36330" y="14603"/>
                  </a:moveTo>
                  <a:lnTo>
                    <a:pt x="0" y="0"/>
                  </a:lnTo>
                </a:path>
              </a:pathLst>
            </a:custGeom>
            <a:noFill/>
            <a:ln w="20003">
              <a:solidFill>
                <a:srgbClr val="8FA0AD"/>
              </a:solidFill>
            </a:ln>
          </p:spPr>
        </p:sp>
        <p:sp>
          <p:nvSpPr>
            <p:cNvPr id="1229" name="Input_receptor__1228">
              <a:extLst>
                <a:ext uri="{FF2B5EF4-FFF2-40B4-BE49-F238E27FC236}">
                  <a16:creationId xmlns:a16="http://schemas.microsoft.com/office/drawing/2014/main" id="{1A45860D-2289-98A8-CE46-677173986193}"/>
                </a:ext>
              </a:extLst>
            </p:cNvPr>
            <p:cNvSpPr>
              <a:spLocks noGrp="1"/>
            </p:cNvSpPr>
            <p:nvPr/>
          </p:nvSpPr>
          <p:spPr>
            <a:xfrm>
              <a:off x="1361804" y="4356876"/>
              <a:ext cx="3988" cy="46253"/>
            </a:xfrm>
            <a:custGeom>
              <a:avLst/>
              <a:gdLst/>
              <a:ahLst/>
              <a:cxnLst/>
              <a:rect l="0" t="0" r="0" b="0"/>
              <a:pathLst>
                <a:path w="3988" h="46253">
                  <a:moveTo>
                    <a:pt x="3988" y="0"/>
                  </a:moveTo>
                  <a:lnTo>
                    <a:pt x="0" y="46253"/>
                  </a:lnTo>
                </a:path>
              </a:pathLst>
            </a:custGeom>
            <a:noFill/>
            <a:ln w="20003">
              <a:solidFill>
                <a:srgbClr val="8FA0AD"/>
              </a:solidFill>
            </a:ln>
          </p:spPr>
        </p:sp>
        <p:sp>
          <p:nvSpPr>
            <p:cNvPr id="1230" name="Input_receptor__1229">
              <a:extLst>
                <a:ext uri="{FF2B5EF4-FFF2-40B4-BE49-F238E27FC236}">
                  <a16:creationId xmlns:a16="http://schemas.microsoft.com/office/drawing/2014/main" id="{17C10026-8956-AF5B-9721-63141D08425A}"/>
                </a:ext>
              </a:extLst>
            </p:cNvPr>
            <p:cNvSpPr>
              <a:spLocks noGrp="1"/>
            </p:cNvSpPr>
            <p:nvPr/>
          </p:nvSpPr>
          <p:spPr>
            <a:xfrm>
              <a:off x="1405144" y="4692791"/>
              <a:ext cx="24457" cy="25449"/>
            </a:xfrm>
            <a:custGeom>
              <a:avLst/>
              <a:gdLst/>
              <a:ahLst/>
              <a:cxnLst/>
              <a:rect l="0" t="0" r="0" b="0"/>
              <a:pathLst>
                <a:path w="24457" h="25449">
                  <a:moveTo>
                    <a:pt x="0" y="0"/>
                  </a:moveTo>
                  <a:lnTo>
                    <a:pt x="24457" y="25449"/>
                  </a:lnTo>
                </a:path>
              </a:pathLst>
            </a:custGeom>
            <a:noFill/>
            <a:ln w="20003">
              <a:solidFill>
                <a:srgbClr val="8FA0AD"/>
              </a:solidFill>
            </a:ln>
          </p:spPr>
        </p:sp>
        <p:sp>
          <p:nvSpPr>
            <p:cNvPr id="1231" name="Input_receptor__1230">
              <a:extLst>
                <a:ext uri="{FF2B5EF4-FFF2-40B4-BE49-F238E27FC236}">
                  <a16:creationId xmlns:a16="http://schemas.microsoft.com/office/drawing/2014/main" id="{E5CCC651-C80E-5BD7-54CB-207F39AA0770}"/>
                </a:ext>
              </a:extLst>
            </p:cNvPr>
            <p:cNvSpPr>
              <a:spLocks noGrp="1"/>
            </p:cNvSpPr>
            <p:nvPr/>
          </p:nvSpPr>
          <p:spPr>
            <a:xfrm>
              <a:off x="1603455" y="5070208"/>
              <a:ext cx="14685" cy="39606"/>
            </a:xfrm>
            <a:custGeom>
              <a:avLst/>
              <a:gdLst/>
              <a:ahLst/>
              <a:cxnLst/>
              <a:rect l="0" t="0" r="0" b="0"/>
              <a:pathLst>
                <a:path w="14685" h="39606">
                  <a:moveTo>
                    <a:pt x="0" y="39606"/>
                  </a:moveTo>
                  <a:lnTo>
                    <a:pt x="14685" y="0"/>
                  </a:lnTo>
                </a:path>
              </a:pathLst>
            </a:custGeom>
            <a:noFill/>
            <a:ln w="20003">
              <a:solidFill>
                <a:srgbClr val="8FA0AD"/>
              </a:solidFill>
            </a:ln>
          </p:spPr>
        </p:sp>
        <p:sp>
          <p:nvSpPr>
            <p:cNvPr id="1232" name="Input_receptor__1231">
              <a:extLst>
                <a:ext uri="{FF2B5EF4-FFF2-40B4-BE49-F238E27FC236}">
                  <a16:creationId xmlns:a16="http://schemas.microsoft.com/office/drawing/2014/main" id="{4507FF7C-2924-AB5E-057E-9D7E20FE97A1}"/>
                </a:ext>
              </a:extLst>
            </p:cNvPr>
            <p:cNvSpPr>
              <a:spLocks noGrp="1"/>
            </p:cNvSpPr>
            <p:nvPr/>
          </p:nvSpPr>
          <p:spPr>
            <a:xfrm>
              <a:off x="1013291" y="4595875"/>
              <a:ext cx="42109" cy="23652"/>
            </a:xfrm>
            <a:custGeom>
              <a:avLst/>
              <a:gdLst/>
              <a:ahLst/>
              <a:cxnLst/>
              <a:rect l="0" t="0" r="0" b="0"/>
              <a:pathLst>
                <a:path w="42109" h="23652">
                  <a:moveTo>
                    <a:pt x="0" y="23652"/>
                  </a:moveTo>
                  <a:lnTo>
                    <a:pt x="42109" y="0"/>
                  </a:lnTo>
                </a:path>
              </a:pathLst>
            </a:custGeom>
            <a:noFill/>
            <a:ln w="8096">
              <a:solidFill>
                <a:srgbClr val="8FA0AD"/>
              </a:solidFill>
            </a:ln>
          </p:spPr>
        </p:sp>
        <p:sp>
          <p:nvSpPr>
            <p:cNvPr id="1233" name="Input_receptor__1232">
              <a:extLst>
                <a:ext uri="{FF2B5EF4-FFF2-40B4-BE49-F238E27FC236}">
                  <a16:creationId xmlns:a16="http://schemas.microsoft.com/office/drawing/2014/main" id="{650FC13E-8C27-661B-0468-A32317F5BEE4}"/>
                </a:ext>
              </a:extLst>
            </p:cNvPr>
            <p:cNvSpPr>
              <a:spLocks noGrp="1"/>
            </p:cNvSpPr>
            <p:nvPr/>
          </p:nvSpPr>
          <p:spPr>
            <a:xfrm>
              <a:off x="1394211" y="4282199"/>
              <a:ext cx="32777" cy="10258"/>
            </a:xfrm>
            <a:custGeom>
              <a:avLst/>
              <a:gdLst/>
              <a:ahLst/>
              <a:cxnLst/>
              <a:rect l="0" t="0" r="0" b="0"/>
              <a:pathLst>
                <a:path w="32777" h="10258">
                  <a:moveTo>
                    <a:pt x="32777" y="10258"/>
                  </a:moveTo>
                  <a:lnTo>
                    <a:pt x="0" y="0"/>
                  </a:lnTo>
                </a:path>
              </a:pathLst>
            </a:custGeom>
            <a:noFill/>
            <a:ln w="8096">
              <a:solidFill>
                <a:srgbClr val="8FA0AD"/>
              </a:solidFill>
            </a:ln>
          </p:spPr>
        </p:sp>
        <p:sp>
          <p:nvSpPr>
            <p:cNvPr id="1234" name="Input_receptor__1233">
              <a:extLst>
                <a:ext uri="{FF2B5EF4-FFF2-40B4-BE49-F238E27FC236}">
                  <a16:creationId xmlns:a16="http://schemas.microsoft.com/office/drawing/2014/main" id="{5D2F1692-DB7F-9EAD-F825-CF19CA80CB62}"/>
                </a:ext>
              </a:extLst>
            </p:cNvPr>
            <p:cNvSpPr>
              <a:spLocks noGrp="1"/>
            </p:cNvSpPr>
            <p:nvPr/>
          </p:nvSpPr>
          <p:spPr>
            <a:xfrm>
              <a:off x="1560513" y="4617089"/>
              <a:ext cx="47855" cy="3479"/>
            </a:xfrm>
            <a:custGeom>
              <a:avLst/>
              <a:gdLst/>
              <a:ahLst/>
              <a:cxnLst/>
              <a:rect l="0" t="0" r="0" b="0"/>
              <a:pathLst>
                <a:path w="47855" h="3479">
                  <a:moveTo>
                    <a:pt x="0" y="3479"/>
                  </a:moveTo>
                  <a:lnTo>
                    <a:pt x="47855" y="0"/>
                  </a:lnTo>
                </a:path>
              </a:pathLst>
            </a:custGeom>
            <a:noFill/>
            <a:ln w="8096">
              <a:solidFill>
                <a:srgbClr val="8FA0AD"/>
              </a:solidFill>
            </a:ln>
          </p:spPr>
        </p:sp>
        <p:sp>
          <p:nvSpPr>
            <p:cNvPr id="1235" name="Input_receptor__1234">
              <a:extLst>
                <a:ext uri="{FF2B5EF4-FFF2-40B4-BE49-F238E27FC236}">
                  <a16:creationId xmlns:a16="http://schemas.microsoft.com/office/drawing/2014/main" id="{F1BF1103-ED8E-2214-8B68-FE6D40828BE4}"/>
                </a:ext>
              </a:extLst>
            </p:cNvPr>
            <p:cNvSpPr>
              <a:spLocks noGrp="1"/>
            </p:cNvSpPr>
            <p:nvPr/>
          </p:nvSpPr>
          <p:spPr>
            <a:xfrm>
              <a:off x="1724800" y="4996820"/>
              <a:ext cx="27898" cy="21320"/>
            </a:xfrm>
            <a:custGeom>
              <a:avLst/>
              <a:gdLst/>
              <a:ahLst/>
              <a:cxnLst/>
              <a:rect l="0" t="0" r="0" b="0"/>
              <a:pathLst>
                <a:path w="27898" h="21320">
                  <a:moveTo>
                    <a:pt x="27898" y="21320"/>
                  </a:moveTo>
                  <a:lnTo>
                    <a:pt x="0" y="0"/>
                  </a:lnTo>
                </a:path>
              </a:pathLst>
            </a:custGeom>
            <a:noFill/>
            <a:ln w="8096">
              <a:solidFill>
                <a:srgbClr val="8FA0AD"/>
              </a:solidFill>
            </a:ln>
          </p:spPr>
        </p:sp>
        <p:sp>
          <p:nvSpPr>
            <p:cNvPr id="1236" name="Input_receptor__1235">
              <a:extLst>
                <a:ext uri="{FF2B5EF4-FFF2-40B4-BE49-F238E27FC236}">
                  <a16:creationId xmlns:a16="http://schemas.microsoft.com/office/drawing/2014/main" id="{922897C5-A976-9C8B-161D-E6F9ACC255A1}"/>
                </a:ext>
              </a:extLst>
            </p:cNvPr>
            <p:cNvSpPr>
              <a:spLocks noGrp="1"/>
            </p:cNvSpPr>
            <p:nvPr/>
          </p:nvSpPr>
          <p:spPr>
            <a:xfrm>
              <a:off x="1468471" y="4398521"/>
              <a:ext cx="1962" cy="45206"/>
            </a:xfrm>
            <a:custGeom>
              <a:avLst/>
              <a:gdLst/>
              <a:ahLst/>
              <a:cxnLst/>
              <a:rect l="0" t="0" r="0" b="0"/>
              <a:pathLst>
                <a:path w="1962" h="45206">
                  <a:moveTo>
                    <a:pt x="0" y="45206"/>
                  </a:moveTo>
                  <a:lnTo>
                    <a:pt x="1962" y="0"/>
                  </a:lnTo>
                </a:path>
              </a:pathLst>
            </a:custGeom>
            <a:noFill/>
            <a:ln w="8096">
              <a:solidFill>
                <a:srgbClr val="8FA0AD"/>
              </a:solidFill>
            </a:ln>
          </p:spPr>
        </p:sp>
        <p:sp>
          <p:nvSpPr>
            <p:cNvPr id="1237" name="Input_receptor__1236">
              <a:extLst>
                <a:ext uri="{FF2B5EF4-FFF2-40B4-BE49-F238E27FC236}">
                  <a16:creationId xmlns:a16="http://schemas.microsoft.com/office/drawing/2014/main" id="{0619AA17-1A69-98DF-FFDE-AFEB7A58C8FA}"/>
                </a:ext>
              </a:extLst>
            </p:cNvPr>
            <p:cNvSpPr>
              <a:spLocks noGrp="1"/>
            </p:cNvSpPr>
            <p:nvPr/>
          </p:nvSpPr>
          <p:spPr>
            <a:xfrm>
              <a:off x="1427797" y="4383423"/>
              <a:ext cx="42637" cy="15098"/>
            </a:xfrm>
            <a:custGeom>
              <a:avLst/>
              <a:gdLst/>
              <a:ahLst/>
              <a:cxnLst/>
              <a:rect l="0" t="0" r="0" b="0"/>
              <a:pathLst>
                <a:path w="42637" h="15098">
                  <a:moveTo>
                    <a:pt x="42637" y="15098"/>
                  </a:moveTo>
                  <a:lnTo>
                    <a:pt x="0" y="0"/>
                  </a:lnTo>
                </a:path>
              </a:pathLst>
            </a:custGeom>
            <a:noFill/>
            <a:ln w="20003">
              <a:solidFill>
                <a:srgbClr val="8FA0AD"/>
              </a:solidFill>
            </a:ln>
          </p:spPr>
        </p:sp>
        <p:sp>
          <p:nvSpPr>
            <p:cNvPr id="1238" name="Input_receptor__1237">
              <a:extLst>
                <a:ext uri="{FF2B5EF4-FFF2-40B4-BE49-F238E27FC236}">
                  <a16:creationId xmlns:a16="http://schemas.microsoft.com/office/drawing/2014/main" id="{3C3C9BCD-999D-B154-FCC3-3F38168E445E}"/>
                </a:ext>
              </a:extLst>
            </p:cNvPr>
            <p:cNvSpPr>
              <a:spLocks noGrp="1"/>
            </p:cNvSpPr>
            <p:nvPr/>
          </p:nvSpPr>
          <p:spPr>
            <a:xfrm>
              <a:off x="1094489" y="5095293"/>
              <a:ext cx="45991" cy="13664"/>
            </a:xfrm>
            <a:custGeom>
              <a:avLst/>
              <a:gdLst/>
              <a:ahLst/>
              <a:cxnLst/>
              <a:rect l="0" t="0" r="0" b="0"/>
              <a:pathLst>
                <a:path w="45991" h="13664">
                  <a:moveTo>
                    <a:pt x="0" y="13664"/>
                  </a:moveTo>
                  <a:lnTo>
                    <a:pt x="45991" y="0"/>
                  </a:lnTo>
                </a:path>
              </a:pathLst>
            </a:custGeom>
            <a:noFill/>
            <a:ln w="8096">
              <a:solidFill>
                <a:srgbClr val="8FA0AD"/>
              </a:solidFill>
            </a:ln>
          </p:spPr>
        </p:sp>
        <p:sp>
          <p:nvSpPr>
            <p:cNvPr id="1239" name="Input_receptor__1238">
              <a:extLst>
                <a:ext uri="{FF2B5EF4-FFF2-40B4-BE49-F238E27FC236}">
                  <a16:creationId xmlns:a16="http://schemas.microsoft.com/office/drawing/2014/main" id="{D104120B-607D-1437-3643-1C61E81267D1}"/>
                </a:ext>
              </a:extLst>
            </p:cNvPr>
            <p:cNvSpPr>
              <a:spLocks noGrp="1"/>
            </p:cNvSpPr>
            <p:nvPr/>
          </p:nvSpPr>
          <p:spPr>
            <a:xfrm>
              <a:off x="1316231" y="4155957"/>
              <a:ext cx="46097" cy="6357"/>
            </a:xfrm>
            <a:custGeom>
              <a:avLst/>
              <a:gdLst/>
              <a:ahLst/>
              <a:cxnLst/>
              <a:rect l="0" t="0" r="0" b="0"/>
              <a:pathLst>
                <a:path w="46097" h="6357">
                  <a:moveTo>
                    <a:pt x="46097" y="6357"/>
                  </a:moveTo>
                  <a:lnTo>
                    <a:pt x="0" y="0"/>
                  </a:lnTo>
                </a:path>
              </a:pathLst>
            </a:custGeom>
            <a:noFill/>
            <a:ln w="8096">
              <a:solidFill>
                <a:srgbClr val="8FA0AD"/>
              </a:solidFill>
            </a:ln>
          </p:spPr>
        </p:sp>
        <p:sp>
          <p:nvSpPr>
            <p:cNvPr id="1240" name="Input_receptor__1239">
              <a:extLst>
                <a:ext uri="{FF2B5EF4-FFF2-40B4-BE49-F238E27FC236}">
                  <a16:creationId xmlns:a16="http://schemas.microsoft.com/office/drawing/2014/main" id="{CA02DD9A-AF31-5A5C-875B-6931CF162834}"/>
                </a:ext>
              </a:extLst>
            </p:cNvPr>
            <p:cNvSpPr>
              <a:spLocks noGrp="1"/>
            </p:cNvSpPr>
            <p:nvPr/>
          </p:nvSpPr>
          <p:spPr>
            <a:xfrm>
              <a:off x="1197982" y="4297566"/>
              <a:ext cx="1548" cy="43462"/>
            </a:xfrm>
            <a:custGeom>
              <a:avLst/>
              <a:gdLst/>
              <a:ahLst/>
              <a:cxnLst/>
              <a:rect l="0" t="0" r="0" b="0"/>
              <a:pathLst>
                <a:path w="1548" h="43462">
                  <a:moveTo>
                    <a:pt x="0" y="43462"/>
                  </a:moveTo>
                  <a:lnTo>
                    <a:pt x="1548" y="0"/>
                  </a:lnTo>
                </a:path>
              </a:pathLst>
            </a:custGeom>
            <a:noFill/>
            <a:ln w="8096">
              <a:solidFill>
                <a:srgbClr val="8FA0AD"/>
              </a:solidFill>
            </a:ln>
          </p:spPr>
        </p:sp>
        <p:sp>
          <p:nvSpPr>
            <p:cNvPr id="1241" name="Input_receptor__1240">
              <a:extLst>
                <a:ext uri="{FF2B5EF4-FFF2-40B4-BE49-F238E27FC236}">
                  <a16:creationId xmlns:a16="http://schemas.microsoft.com/office/drawing/2014/main" id="{6D3DCF85-386F-99F9-FB3B-AC8247FDB1BA}"/>
                </a:ext>
              </a:extLst>
            </p:cNvPr>
            <p:cNvSpPr>
              <a:spLocks noGrp="1"/>
            </p:cNvSpPr>
            <p:nvPr/>
          </p:nvSpPr>
          <p:spPr>
            <a:xfrm>
              <a:off x="1170797" y="4538924"/>
              <a:ext cx="12492" cy="40555"/>
            </a:xfrm>
            <a:custGeom>
              <a:avLst/>
              <a:gdLst/>
              <a:ahLst/>
              <a:cxnLst/>
              <a:rect l="0" t="0" r="0" b="0"/>
              <a:pathLst>
                <a:path w="12492" h="40555">
                  <a:moveTo>
                    <a:pt x="0" y="0"/>
                  </a:moveTo>
                  <a:lnTo>
                    <a:pt x="12492" y="40555"/>
                  </a:lnTo>
                </a:path>
              </a:pathLst>
            </a:custGeom>
            <a:noFill/>
            <a:ln w="20003">
              <a:solidFill>
                <a:srgbClr val="8FA0AD"/>
              </a:solidFill>
            </a:ln>
          </p:spPr>
        </p:sp>
        <p:sp>
          <p:nvSpPr>
            <p:cNvPr id="1242" name="Input_receptor__1241">
              <a:extLst>
                <a:ext uri="{FF2B5EF4-FFF2-40B4-BE49-F238E27FC236}">
                  <a16:creationId xmlns:a16="http://schemas.microsoft.com/office/drawing/2014/main" id="{301A82DF-79DD-0BA8-1D56-AB9052B75FD9}"/>
                </a:ext>
              </a:extLst>
            </p:cNvPr>
            <p:cNvSpPr>
              <a:spLocks noGrp="1"/>
            </p:cNvSpPr>
            <p:nvPr/>
          </p:nvSpPr>
          <p:spPr>
            <a:xfrm>
              <a:off x="1624648" y="4286979"/>
              <a:ext cx="464" cy="14877"/>
            </a:xfrm>
            <a:custGeom>
              <a:avLst/>
              <a:gdLst/>
              <a:ahLst/>
              <a:cxnLst/>
              <a:rect l="0" t="0" r="0" b="0"/>
              <a:pathLst>
                <a:path w="464" h="14877">
                  <a:moveTo>
                    <a:pt x="464" y="0"/>
                  </a:moveTo>
                  <a:lnTo>
                    <a:pt x="0" y="14877"/>
                  </a:lnTo>
                </a:path>
              </a:pathLst>
            </a:custGeom>
            <a:noFill/>
            <a:ln w="8096">
              <a:solidFill>
                <a:srgbClr val="8FA0AD"/>
              </a:solidFill>
            </a:ln>
          </p:spPr>
        </p:sp>
        <p:sp>
          <p:nvSpPr>
            <p:cNvPr id="1243" name="Input_receptor__1242">
              <a:extLst>
                <a:ext uri="{FF2B5EF4-FFF2-40B4-BE49-F238E27FC236}">
                  <a16:creationId xmlns:a16="http://schemas.microsoft.com/office/drawing/2014/main" id="{9DE48C69-3610-C0BD-AB2C-5BF7CEEAEFFC}"/>
                </a:ext>
              </a:extLst>
            </p:cNvPr>
            <p:cNvSpPr>
              <a:spLocks noGrp="1"/>
            </p:cNvSpPr>
            <p:nvPr/>
          </p:nvSpPr>
          <p:spPr>
            <a:xfrm>
              <a:off x="1426611" y="4898139"/>
              <a:ext cx="22115" cy="3276"/>
            </a:xfrm>
            <a:custGeom>
              <a:avLst/>
              <a:gdLst/>
              <a:ahLst/>
              <a:cxnLst/>
              <a:rect l="0" t="0" r="0" b="0"/>
              <a:pathLst>
                <a:path w="22115" h="3276">
                  <a:moveTo>
                    <a:pt x="0" y="0"/>
                  </a:moveTo>
                  <a:lnTo>
                    <a:pt x="22115" y="3276"/>
                  </a:lnTo>
                </a:path>
              </a:pathLst>
            </a:custGeom>
            <a:noFill/>
            <a:ln w="20003">
              <a:solidFill>
                <a:srgbClr val="8FA0AD"/>
              </a:solidFill>
            </a:ln>
          </p:spPr>
        </p:sp>
        <p:sp>
          <p:nvSpPr>
            <p:cNvPr id="1244" name="Input_receptor__1243">
              <a:extLst>
                <a:ext uri="{FF2B5EF4-FFF2-40B4-BE49-F238E27FC236}">
                  <a16:creationId xmlns:a16="http://schemas.microsoft.com/office/drawing/2014/main" id="{A42A595B-1031-60D4-AC86-ACC9BA8274CF}"/>
                </a:ext>
              </a:extLst>
            </p:cNvPr>
            <p:cNvSpPr>
              <a:spLocks noGrp="1"/>
            </p:cNvSpPr>
            <p:nvPr/>
          </p:nvSpPr>
          <p:spPr>
            <a:xfrm>
              <a:off x="1548103" y="4109561"/>
              <a:ext cx="14798" cy="38504"/>
            </a:xfrm>
            <a:custGeom>
              <a:avLst/>
              <a:gdLst/>
              <a:ahLst/>
              <a:cxnLst/>
              <a:rect l="0" t="0" r="0" b="0"/>
              <a:pathLst>
                <a:path w="14798" h="38504">
                  <a:moveTo>
                    <a:pt x="0" y="38504"/>
                  </a:moveTo>
                  <a:lnTo>
                    <a:pt x="14798" y="0"/>
                  </a:lnTo>
                </a:path>
              </a:pathLst>
            </a:custGeom>
            <a:noFill/>
            <a:ln w="8096">
              <a:solidFill>
                <a:srgbClr val="8FA0AD"/>
              </a:solidFill>
            </a:ln>
          </p:spPr>
        </p:sp>
        <p:sp>
          <p:nvSpPr>
            <p:cNvPr id="1245" name="Input_receptor__1244">
              <a:extLst>
                <a:ext uri="{FF2B5EF4-FFF2-40B4-BE49-F238E27FC236}">
                  <a16:creationId xmlns:a16="http://schemas.microsoft.com/office/drawing/2014/main" id="{3624F14A-3896-5700-6E04-BE532BFE8FCF}"/>
                </a:ext>
              </a:extLst>
            </p:cNvPr>
            <p:cNvSpPr>
              <a:spLocks noGrp="1"/>
            </p:cNvSpPr>
            <p:nvPr/>
          </p:nvSpPr>
          <p:spPr>
            <a:xfrm>
              <a:off x="1415382" y="4833363"/>
              <a:ext cx="35900" cy="3395"/>
            </a:xfrm>
            <a:custGeom>
              <a:avLst/>
              <a:gdLst/>
              <a:ahLst/>
              <a:cxnLst/>
              <a:rect l="0" t="0" r="0" b="0"/>
              <a:pathLst>
                <a:path w="35900" h="3395">
                  <a:moveTo>
                    <a:pt x="0" y="0"/>
                  </a:moveTo>
                  <a:lnTo>
                    <a:pt x="35900" y="3395"/>
                  </a:lnTo>
                </a:path>
              </a:pathLst>
            </a:custGeom>
            <a:noFill/>
            <a:ln w="20003">
              <a:solidFill>
                <a:srgbClr val="8FA0AD"/>
              </a:solidFill>
            </a:ln>
          </p:spPr>
        </p:sp>
        <p:sp>
          <p:nvSpPr>
            <p:cNvPr id="1246" name="Input_receptor__1245">
              <a:extLst>
                <a:ext uri="{FF2B5EF4-FFF2-40B4-BE49-F238E27FC236}">
                  <a16:creationId xmlns:a16="http://schemas.microsoft.com/office/drawing/2014/main" id="{6AB91B22-4FDC-426D-8B2F-497769A68545}"/>
                </a:ext>
              </a:extLst>
            </p:cNvPr>
            <p:cNvSpPr>
              <a:spLocks noGrp="1"/>
            </p:cNvSpPr>
            <p:nvPr/>
          </p:nvSpPr>
          <p:spPr>
            <a:xfrm>
              <a:off x="738651" y="4476789"/>
              <a:ext cx="13666" cy="19611"/>
            </a:xfrm>
            <a:custGeom>
              <a:avLst/>
              <a:gdLst/>
              <a:ahLst/>
              <a:cxnLst/>
              <a:rect l="0" t="0" r="0" b="0"/>
              <a:pathLst>
                <a:path w="13666" h="19611">
                  <a:moveTo>
                    <a:pt x="0" y="0"/>
                  </a:moveTo>
                  <a:lnTo>
                    <a:pt x="13666" y="19611"/>
                  </a:lnTo>
                </a:path>
              </a:pathLst>
            </a:custGeom>
            <a:noFill/>
            <a:ln w="20003">
              <a:solidFill>
                <a:srgbClr val="8FA0AD"/>
              </a:solidFill>
            </a:ln>
          </p:spPr>
        </p:sp>
        <p:sp>
          <p:nvSpPr>
            <p:cNvPr id="1247" name="Input_receptor__1246">
              <a:extLst>
                <a:ext uri="{FF2B5EF4-FFF2-40B4-BE49-F238E27FC236}">
                  <a16:creationId xmlns:a16="http://schemas.microsoft.com/office/drawing/2014/main" id="{7D1C662B-7117-D54B-853E-902FAC50239A}"/>
                </a:ext>
              </a:extLst>
            </p:cNvPr>
            <p:cNvSpPr>
              <a:spLocks noGrp="1"/>
            </p:cNvSpPr>
            <p:nvPr/>
          </p:nvSpPr>
          <p:spPr>
            <a:xfrm>
              <a:off x="1115642" y="4573764"/>
              <a:ext cx="20314" cy="35506"/>
            </a:xfrm>
            <a:custGeom>
              <a:avLst/>
              <a:gdLst/>
              <a:ahLst/>
              <a:cxnLst/>
              <a:rect l="0" t="0" r="0" b="0"/>
              <a:pathLst>
                <a:path w="20314" h="35506">
                  <a:moveTo>
                    <a:pt x="20314" y="35506"/>
                  </a:moveTo>
                  <a:lnTo>
                    <a:pt x="0" y="0"/>
                  </a:lnTo>
                </a:path>
              </a:pathLst>
            </a:custGeom>
            <a:noFill/>
            <a:ln w="8096">
              <a:solidFill>
                <a:srgbClr val="8FA0AD"/>
              </a:solidFill>
            </a:ln>
          </p:spPr>
        </p:sp>
        <p:sp>
          <p:nvSpPr>
            <p:cNvPr id="1248" name="Input_receptor__1247">
              <a:extLst>
                <a:ext uri="{FF2B5EF4-FFF2-40B4-BE49-F238E27FC236}">
                  <a16:creationId xmlns:a16="http://schemas.microsoft.com/office/drawing/2014/main" id="{58C4236E-689D-9358-984D-10CE96356206}"/>
                </a:ext>
              </a:extLst>
            </p:cNvPr>
            <p:cNvSpPr>
              <a:spLocks noGrp="1"/>
            </p:cNvSpPr>
            <p:nvPr/>
          </p:nvSpPr>
          <p:spPr>
            <a:xfrm>
              <a:off x="1658300" y="4778602"/>
              <a:ext cx="12919" cy="39479"/>
            </a:xfrm>
            <a:custGeom>
              <a:avLst/>
              <a:gdLst/>
              <a:ahLst/>
              <a:cxnLst/>
              <a:rect l="0" t="0" r="0" b="0"/>
              <a:pathLst>
                <a:path w="12919" h="39479">
                  <a:moveTo>
                    <a:pt x="12919" y="0"/>
                  </a:moveTo>
                  <a:lnTo>
                    <a:pt x="0" y="39479"/>
                  </a:lnTo>
                </a:path>
              </a:pathLst>
            </a:custGeom>
            <a:noFill/>
            <a:ln w="20003">
              <a:solidFill>
                <a:srgbClr val="8FA1AD"/>
              </a:solidFill>
            </a:ln>
          </p:spPr>
        </p:sp>
        <p:sp>
          <p:nvSpPr>
            <p:cNvPr id="1249" name="Input_receptor__1248">
              <a:extLst>
                <a:ext uri="{FF2B5EF4-FFF2-40B4-BE49-F238E27FC236}">
                  <a16:creationId xmlns:a16="http://schemas.microsoft.com/office/drawing/2014/main" id="{E6351742-87CA-264D-F588-2777BD215187}"/>
                </a:ext>
              </a:extLst>
            </p:cNvPr>
            <p:cNvSpPr>
              <a:spLocks noGrp="1"/>
            </p:cNvSpPr>
            <p:nvPr/>
          </p:nvSpPr>
          <p:spPr>
            <a:xfrm>
              <a:off x="1348807" y="4695789"/>
              <a:ext cx="8193" cy="38537"/>
            </a:xfrm>
            <a:custGeom>
              <a:avLst/>
              <a:gdLst/>
              <a:ahLst/>
              <a:cxnLst/>
              <a:rect l="0" t="0" r="0" b="0"/>
              <a:pathLst>
                <a:path w="8193" h="38537">
                  <a:moveTo>
                    <a:pt x="0" y="38537"/>
                  </a:moveTo>
                  <a:lnTo>
                    <a:pt x="8193" y="0"/>
                  </a:lnTo>
                </a:path>
              </a:pathLst>
            </a:custGeom>
            <a:noFill/>
            <a:ln w="8096">
              <a:solidFill>
                <a:srgbClr val="8FA1AD"/>
              </a:solidFill>
            </a:ln>
          </p:spPr>
        </p:sp>
        <p:sp>
          <p:nvSpPr>
            <p:cNvPr id="1250" name="Input_receptor__1249">
              <a:extLst>
                <a:ext uri="{FF2B5EF4-FFF2-40B4-BE49-F238E27FC236}">
                  <a16:creationId xmlns:a16="http://schemas.microsoft.com/office/drawing/2014/main" id="{BC55956E-FE4F-D8F1-B2E1-03417B2B95B0}"/>
                </a:ext>
              </a:extLst>
            </p:cNvPr>
            <p:cNvSpPr>
              <a:spLocks noGrp="1"/>
            </p:cNvSpPr>
            <p:nvPr/>
          </p:nvSpPr>
          <p:spPr>
            <a:xfrm>
              <a:off x="1446008" y="5063040"/>
              <a:ext cx="12126" cy="31646"/>
            </a:xfrm>
            <a:custGeom>
              <a:avLst/>
              <a:gdLst/>
              <a:ahLst/>
              <a:cxnLst/>
              <a:rect l="0" t="0" r="0" b="0"/>
              <a:pathLst>
                <a:path w="12126" h="31646">
                  <a:moveTo>
                    <a:pt x="12126" y="0"/>
                  </a:moveTo>
                  <a:lnTo>
                    <a:pt x="0" y="31646"/>
                  </a:lnTo>
                </a:path>
              </a:pathLst>
            </a:custGeom>
            <a:noFill/>
            <a:ln w="8096">
              <a:solidFill>
                <a:srgbClr val="8FA1AD"/>
              </a:solidFill>
            </a:ln>
          </p:spPr>
        </p:sp>
        <p:sp>
          <p:nvSpPr>
            <p:cNvPr id="1251" name="Input_receptor__1250">
              <a:extLst>
                <a:ext uri="{FF2B5EF4-FFF2-40B4-BE49-F238E27FC236}">
                  <a16:creationId xmlns:a16="http://schemas.microsoft.com/office/drawing/2014/main" id="{271FF722-0912-EEB7-F598-1A2C7940875B}"/>
                </a:ext>
              </a:extLst>
            </p:cNvPr>
            <p:cNvSpPr>
              <a:spLocks noGrp="1"/>
            </p:cNvSpPr>
            <p:nvPr/>
          </p:nvSpPr>
          <p:spPr>
            <a:xfrm>
              <a:off x="1194299" y="4799313"/>
              <a:ext cx="39882" cy="8324"/>
            </a:xfrm>
            <a:custGeom>
              <a:avLst/>
              <a:gdLst/>
              <a:ahLst/>
              <a:cxnLst/>
              <a:rect l="0" t="0" r="0" b="0"/>
              <a:pathLst>
                <a:path w="39882" h="8324">
                  <a:moveTo>
                    <a:pt x="0" y="8324"/>
                  </a:moveTo>
                  <a:lnTo>
                    <a:pt x="39882" y="0"/>
                  </a:lnTo>
                </a:path>
              </a:pathLst>
            </a:custGeom>
            <a:noFill/>
            <a:ln w="20003">
              <a:solidFill>
                <a:srgbClr val="8FA1AD"/>
              </a:solidFill>
            </a:ln>
          </p:spPr>
        </p:sp>
        <p:sp>
          <p:nvSpPr>
            <p:cNvPr id="1252" name="Input_receptor__1251">
              <a:extLst>
                <a:ext uri="{FF2B5EF4-FFF2-40B4-BE49-F238E27FC236}">
                  <a16:creationId xmlns:a16="http://schemas.microsoft.com/office/drawing/2014/main" id="{72166754-9592-D196-C1FF-E12CB090EA18}"/>
                </a:ext>
              </a:extLst>
            </p:cNvPr>
            <p:cNvSpPr>
              <a:spLocks noGrp="1"/>
            </p:cNvSpPr>
            <p:nvPr/>
          </p:nvSpPr>
          <p:spPr>
            <a:xfrm>
              <a:off x="1608368" y="4617089"/>
              <a:ext cx="33504" cy="29117"/>
            </a:xfrm>
            <a:custGeom>
              <a:avLst/>
              <a:gdLst/>
              <a:ahLst/>
              <a:cxnLst/>
              <a:rect l="0" t="0" r="0" b="0"/>
              <a:pathLst>
                <a:path w="33504" h="29117">
                  <a:moveTo>
                    <a:pt x="0" y="0"/>
                  </a:moveTo>
                  <a:lnTo>
                    <a:pt x="33504" y="29117"/>
                  </a:lnTo>
                </a:path>
              </a:pathLst>
            </a:custGeom>
            <a:noFill/>
            <a:ln w="8096">
              <a:solidFill>
                <a:srgbClr val="8FA1AE"/>
              </a:solidFill>
            </a:ln>
          </p:spPr>
        </p:sp>
        <p:sp>
          <p:nvSpPr>
            <p:cNvPr id="1253" name="Input_receptor__1252">
              <a:extLst>
                <a:ext uri="{FF2B5EF4-FFF2-40B4-BE49-F238E27FC236}">
                  <a16:creationId xmlns:a16="http://schemas.microsoft.com/office/drawing/2014/main" id="{0CD3662C-E770-B5A5-DA1E-FDB4D8C8C0B6}"/>
                </a:ext>
              </a:extLst>
            </p:cNvPr>
            <p:cNvSpPr>
              <a:spLocks noGrp="1"/>
            </p:cNvSpPr>
            <p:nvPr/>
          </p:nvSpPr>
          <p:spPr>
            <a:xfrm>
              <a:off x="1522515" y="4550566"/>
              <a:ext cx="18424" cy="15116"/>
            </a:xfrm>
            <a:custGeom>
              <a:avLst/>
              <a:gdLst/>
              <a:ahLst/>
              <a:cxnLst/>
              <a:rect l="0" t="0" r="0" b="0"/>
              <a:pathLst>
                <a:path w="18424" h="15116">
                  <a:moveTo>
                    <a:pt x="18424" y="0"/>
                  </a:moveTo>
                  <a:lnTo>
                    <a:pt x="0" y="15116"/>
                  </a:lnTo>
                </a:path>
              </a:pathLst>
            </a:custGeom>
            <a:noFill/>
            <a:ln w="8096">
              <a:solidFill>
                <a:srgbClr val="8FA1AE"/>
              </a:solidFill>
            </a:ln>
          </p:spPr>
        </p:sp>
        <p:sp>
          <p:nvSpPr>
            <p:cNvPr id="1254" name="Input_receptor__1253">
              <a:extLst>
                <a:ext uri="{FF2B5EF4-FFF2-40B4-BE49-F238E27FC236}">
                  <a16:creationId xmlns:a16="http://schemas.microsoft.com/office/drawing/2014/main" id="{4E5BDBA9-B162-FCAA-70ED-9A9310923507}"/>
                </a:ext>
              </a:extLst>
            </p:cNvPr>
            <p:cNvSpPr>
              <a:spLocks noGrp="1"/>
            </p:cNvSpPr>
            <p:nvPr/>
          </p:nvSpPr>
          <p:spPr>
            <a:xfrm>
              <a:off x="1215988" y="4536695"/>
              <a:ext cx="19855" cy="7727"/>
            </a:xfrm>
            <a:custGeom>
              <a:avLst/>
              <a:gdLst/>
              <a:ahLst/>
              <a:cxnLst/>
              <a:rect l="0" t="0" r="0" b="0"/>
              <a:pathLst>
                <a:path w="19855" h="7727">
                  <a:moveTo>
                    <a:pt x="19855" y="7727"/>
                  </a:moveTo>
                  <a:lnTo>
                    <a:pt x="0" y="0"/>
                  </a:lnTo>
                </a:path>
              </a:pathLst>
            </a:custGeom>
            <a:noFill/>
            <a:ln w="20003">
              <a:solidFill>
                <a:srgbClr val="8FA1AE"/>
              </a:solidFill>
            </a:ln>
          </p:spPr>
        </p:sp>
        <p:sp>
          <p:nvSpPr>
            <p:cNvPr id="1255" name="Input_receptor__1254">
              <a:extLst>
                <a:ext uri="{FF2B5EF4-FFF2-40B4-BE49-F238E27FC236}">
                  <a16:creationId xmlns:a16="http://schemas.microsoft.com/office/drawing/2014/main" id="{6E997BCF-58F1-6C67-586E-23C03BA6D33B}"/>
                </a:ext>
              </a:extLst>
            </p:cNvPr>
            <p:cNvSpPr>
              <a:spLocks noGrp="1"/>
            </p:cNvSpPr>
            <p:nvPr/>
          </p:nvSpPr>
          <p:spPr>
            <a:xfrm>
              <a:off x="1178951" y="4273127"/>
              <a:ext cx="20578" cy="24439"/>
            </a:xfrm>
            <a:custGeom>
              <a:avLst/>
              <a:gdLst/>
              <a:ahLst/>
              <a:cxnLst/>
              <a:rect l="0" t="0" r="0" b="0"/>
              <a:pathLst>
                <a:path w="20578" h="24439">
                  <a:moveTo>
                    <a:pt x="20578" y="24439"/>
                  </a:moveTo>
                  <a:lnTo>
                    <a:pt x="0" y="0"/>
                  </a:lnTo>
                </a:path>
              </a:pathLst>
            </a:custGeom>
            <a:noFill/>
            <a:ln w="8096">
              <a:solidFill>
                <a:srgbClr val="8FA1AE"/>
              </a:solidFill>
            </a:ln>
          </p:spPr>
        </p:sp>
        <p:sp>
          <p:nvSpPr>
            <p:cNvPr id="1256" name="Input_receptor__1255">
              <a:extLst>
                <a:ext uri="{FF2B5EF4-FFF2-40B4-BE49-F238E27FC236}">
                  <a16:creationId xmlns:a16="http://schemas.microsoft.com/office/drawing/2014/main" id="{073F830E-09EF-DDCF-F3FC-39102C0A3000}"/>
                </a:ext>
              </a:extLst>
            </p:cNvPr>
            <p:cNvSpPr>
              <a:spLocks noGrp="1"/>
            </p:cNvSpPr>
            <p:nvPr/>
          </p:nvSpPr>
          <p:spPr>
            <a:xfrm>
              <a:off x="1109961" y="5022818"/>
              <a:ext cx="43981" cy="19177"/>
            </a:xfrm>
            <a:custGeom>
              <a:avLst/>
              <a:gdLst/>
              <a:ahLst/>
              <a:cxnLst/>
              <a:rect l="0" t="0" r="0" b="0"/>
              <a:pathLst>
                <a:path w="43981" h="19177">
                  <a:moveTo>
                    <a:pt x="0" y="19177"/>
                  </a:moveTo>
                  <a:lnTo>
                    <a:pt x="43981" y="0"/>
                  </a:lnTo>
                </a:path>
              </a:pathLst>
            </a:custGeom>
            <a:noFill/>
            <a:ln w="20003">
              <a:solidFill>
                <a:srgbClr val="8FA1AE"/>
              </a:solidFill>
            </a:ln>
          </p:spPr>
        </p:sp>
        <p:sp>
          <p:nvSpPr>
            <p:cNvPr id="1257" name="Input_receptor__1256">
              <a:extLst>
                <a:ext uri="{FF2B5EF4-FFF2-40B4-BE49-F238E27FC236}">
                  <a16:creationId xmlns:a16="http://schemas.microsoft.com/office/drawing/2014/main" id="{7C33E07D-FF26-BEE6-8036-BDCEA253922B}"/>
                </a:ext>
              </a:extLst>
            </p:cNvPr>
            <p:cNvSpPr>
              <a:spLocks noGrp="1"/>
            </p:cNvSpPr>
            <p:nvPr/>
          </p:nvSpPr>
          <p:spPr>
            <a:xfrm>
              <a:off x="1399676" y="4493860"/>
              <a:ext cx="39436" cy="22001"/>
            </a:xfrm>
            <a:custGeom>
              <a:avLst/>
              <a:gdLst/>
              <a:ahLst/>
              <a:cxnLst/>
              <a:rect l="0" t="0" r="0" b="0"/>
              <a:pathLst>
                <a:path w="39436" h="22001">
                  <a:moveTo>
                    <a:pt x="0" y="22001"/>
                  </a:moveTo>
                  <a:lnTo>
                    <a:pt x="39436" y="0"/>
                  </a:lnTo>
                </a:path>
              </a:pathLst>
            </a:custGeom>
            <a:noFill/>
            <a:ln w="8096">
              <a:solidFill>
                <a:srgbClr val="90A1AE"/>
              </a:solidFill>
            </a:ln>
          </p:spPr>
        </p:sp>
        <p:sp>
          <p:nvSpPr>
            <p:cNvPr id="1258" name="Input_receptor__1257">
              <a:extLst>
                <a:ext uri="{FF2B5EF4-FFF2-40B4-BE49-F238E27FC236}">
                  <a16:creationId xmlns:a16="http://schemas.microsoft.com/office/drawing/2014/main" id="{E9338B19-F291-A701-B0F6-CA629A490664}"/>
                </a:ext>
              </a:extLst>
            </p:cNvPr>
            <p:cNvSpPr>
              <a:spLocks noGrp="1"/>
            </p:cNvSpPr>
            <p:nvPr/>
          </p:nvSpPr>
          <p:spPr>
            <a:xfrm>
              <a:off x="1446008" y="5094687"/>
              <a:ext cx="4865" cy="40449"/>
            </a:xfrm>
            <a:custGeom>
              <a:avLst/>
              <a:gdLst/>
              <a:ahLst/>
              <a:cxnLst/>
              <a:rect l="0" t="0" r="0" b="0"/>
              <a:pathLst>
                <a:path w="4865" h="40449">
                  <a:moveTo>
                    <a:pt x="0" y="0"/>
                  </a:moveTo>
                  <a:lnTo>
                    <a:pt x="4865" y="40449"/>
                  </a:lnTo>
                </a:path>
              </a:pathLst>
            </a:custGeom>
            <a:noFill/>
            <a:ln w="20003">
              <a:solidFill>
                <a:srgbClr val="90A1AE"/>
              </a:solidFill>
            </a:ln>
          </p:spPr>
        </p:sp>
        <p:sp>
          <p:nvSpPr>
            <p:cNvPr id="1259" name="Input_receptor__1258">
              <a:extLst>
                <a:ext uri="{FF2B5EF4-FFF2-40B4-BE49-F238E27FC236}">
                  <a16:creationId xmlns:a16="http://schemas.microsoft.com/office/drawing/2014/main" id="{F4E27E6D-2041-DFAD-A07D-7EEF47E65412}"/>
                </a:ext>
              </a:extLst>
            </p:cNvPr>
            <p:cNvSpPr>
              <a:spLocks noGrp="1"/>
            </p:cNvSpPr>
            <p:nvPr/>
          </p:nvSpPr>
          <p:spPr>
            <a:xfrm>
              <a:off x="1148320" y="4698451"/>
              <a:ext cx="8053" cy="47448"/>
            </a:xfrm>
            <a:custGeom>
              <a:avLst/>
              <a:gdLst/>
              <a:ahLst/>
              <a:cxnLst/>
              <a:rect l="0" t="0" r="0" b="0"/>
              <a:pathLst>
                <a:path w="8053" h="47448">
                  <a:moveTo>
                    <a:pt x="0" y="47448"/>
                  </a:moveTo>
                  <a:lnTo>
                    <a:pt x="8053" y="0"/>
                  </a:lnTo>
                </a:path>
              </a:pathLst>
            </a:custGeom>
            <a:noFill/>
            <a:ln w="20003">
              <a:solidFill>
                <a:srgbClr val="90A1AE"/>
              </a:solidFill>
            </a:ln>
          </p:spPr>
        </p:sp>
        <p:sp>
          <p:nvSpPr>
            <p:cNvPr id="1260" name="Input_receptor__1259">
              <a:extLst>
                <a:ext uri="{FF2B5EF4-FFF2-40B4-BE49-F238E27FC236}">
                  <a16:creationId xmlns:a16="http://schemas.microsoft.com/office/drawing/2014/main" id="{DEE5187B-BD8E-F52A-4013-C4C82C57F161}"/>
                </a:ext>
              </a:extLst>
            </p:cNvPr>
            <p:cNvSpPr>
              <a:spLocks noGrp="1"/>
            </p:cNvSpPr>
            <p:nvPr/>
          </p:nvSpPr>
          <p:spPr>
            <a:xfrm>
              <a:off x="1149991" y="4341028"/>
              <a:ext cx="47991" cy="1532"/>
            </a:xfrm>
            <a:custGeom>
              <a:avLst/>
              <a:gdLst/>
              <a:ahLst/>
              <a:cxnLst/>
              <a:rect l="0" t="0" r="0" b="0"/>
              <a:pathLst>
                <a:path w="47991" h="1532">
                  <a:moveTo>
                    <a:pt x="0" y="1532"/>
                  </a:moveTo>
                  <a:lnTo>
                    <a:pt x="47991" y="0"/>
                  </a:lnTo>
                </a:path>
              </a:pathLst>
            </a:custGeom>
            <a:noFill/>
            <a:ln w="8096">
              <a:solidFill>
                <a:srgbClr val="90A1AE"/>
              </a:solidFill>
            </a:ln>
          </p:spPr>
        </p:sp>
        <p:sp>
          <p:nvSpPr>
            <p:cNvPr id="1261" name="Input_receptor__1260">
              <a:extLst>
                <a:ext uri="{FF2B5EF4-FFF2-40B4-BE49-F238E27FC236}">
                  <a16:creationId xmlns:a16="http://schemas.microsoft.com/office/drawing/2014/main" id="{0D58163D-186F-3C42-D8D4-C70740E605EF}"/>
                </a:ext>
              </a:extLst>
            </p:cNvPr>
            <p:cNvSpPr>
              <a:spLocks noGrp="1"/>
            </p:cNvSpPr>
            <p:nvPr/>
          </p:nvSpPr>
          <p:spPr>
            <a:xfrm>
              <a:off x="1063660" y="4853380"/>
              <a:ext cx="30076" cy="12616"/>
            </a:xfrm>
            <a:custGeom>
              <a:avLst/>
              <a:gdLst/>
              <a:ahLst/>
              <a:cxnLst/>
              <a:rect l="0" t="0" r="0" b="0"/>
              <a:pathLst>
                <a:path w="30076" h="12616">
                  <a:moveTo>
                    <a:pt x="0" y="12616"/>
                  </a:moveTo>
                  <a:lnTo>
                    <a:pt x="30076" y="0"/>
                  </a:lnTo>
                </a:path>
              </a:pathLst>
            </a:custGeom>
            <a:noFill/>
            <a:ln w="20003">
              <a:solidFill>
                <a:srgbClr val="90A1AE"/>
              </a:solidFill>
            </a:ln>
          </p:spPr>
        </p:sp>
        <p:sp>
          <p:nvSpPr>
            <p:cNvPr id="1262" name="Input_receptor__1261">
              <a:extLst>
                <a:ext uri="{FF2B5EF4-FFF2-40B4-BE49-F238E27FC236}">
                  <a16:creationId xmlns:a16="http://schemas.microsoft.com/office/drawing/2014/main" id="{BE04CFF1-2C9B-2E5E-BDEA-A98DC867E7A0}"/>
                </a:ext>
              </a:extLst>
            </p:cNvPr>
            <p:cNvSpPr>
              <a:spLocks noGrp="1"/>
            </p:cNvSpPr>
            <p:nvPr/>
          </p:nvSpPr>
          <p:spPr>
            <a:xfrm>
              <a:off x="779999" y="4431331"/>
              <a:ext cx="25611" cy="41091"/>
            </a:xfrm>
            <a:custGeom>
              <a:avLst/>
              <a:gdLst/>
              <a:ahLst/>
              <a:cxnLst/>
              <a:rect l="0" t="0" r="0" b="0"/>
              <a:pathLst>
                <a:path w="25611" h="41091">
                  <a:moveTo>
                    <a:pt x="0" y="0"/>
                  </a:moveTo>
                  <a:lnTo>
                    <a:pt x="25611" y="41091"/>
                  </a:lnTo>
                </a:path>
              </a:pathLst>
            </a:custGeom>
            <a:noFill/>
            <a:ln w="20003">
              <a:solidFill>
                <a:srgbClr val="90A1AE"/>
              </a:solidFill>
            </a:ln>
          </p:spPr>
        </p:sp>
        <p:sp>
          <p:nvSpPr>
            <p:cNvPr id="1263" name="Input_receptor__1262">
              <a:extLst>
                <a:ext uri="{FF2B5EF4-FFF2-40B4-BE49-F238E27FC236}">
                  <a16:creationId xmlns:a16="http://schemas.microsoft.com/office/drawing/2014/main" id="{C75E9ED3-C5AA-45FD-B1BC-5D897C5B5D9C}"/>
                </a:ext>
              </a:extLst>
            </p:cNvPr>
            <p:cNvSpPr>
              <a:spLocks noGrp="1"/>
            </p:cNvSpPr>
            <p:nvPr/>
          </p:nvSpPr>
          <p:spPr>
            <a:xfrm>
              <a:off x="1183289" y="4579478"/>
              <a:ext cx="17228" cy="17536"/>
            </a:xfrm>
            <a:custGeom>
              <a:avLst/>
              <a:gdLst/>
              <a:ahLst/>
              <a:cxnLst/>
              <a:rect l="0" t="0" r="0" b="0"/>
              <a:pathLst>
                <a:path w="17228" h="17536">
                  <a:moveTo>
                    <a:pt x="0" y="0"/>
                  </a:moveTo>
                  <a:lnTo>
                    <a:pt x="17228" y="17536"/>
                  </a:lnTo>
                </a:path>
              </a:pathLst>
            </a:custGeom>
            <a:noFill/>
            <a:ln w="20003">
              <a:solidFill>
                <a:srgbClr val="90A1AE"/>
              </a:solidFill>
            </a:ln>
          </p:spPr>
        </p:sp>
        <p:sp>
          <p:nvSpPr>
            <p:cNvPr id="1264" name="Input_receptor__1263">
              <a:extLst>
                <a:ext uri="{FF2B5EF4-FFF2-40B4-BE49-F238E27FC236}">
                  <a16:creationId xmlns:a16="http://schemas.microsoft.com/office/drawing/2014/main" id="{00FA9EA1-9DBF-407C-4872-295F3E91D119}"/>
                </a:ext>
              </a:extLst>
            </p:cNvPr>
            <p:cNvSpPr>
              <a:spLocks noGrp="1"/>
            </p:cNvSpPr>
            <p:nvPr/>
          </p:nvSpPr>
          <p:spPr>
            <a:xfrm>
              <a:off x="1404356" y="4368994"/>
              <a:ext cx="23441" cy="14429"/>
            </a:xfrm>
            <a:custGeom>
              <a:avLst/>
              <a:gdLst/>
              <a:ahLst/>
              <a:cxnLst/>
              <a:rect l="0" t="0" r="0" b="0"/>
              <a:pathLst>
                <a:path w="23441" h="14429">
                  <a:moveTo>
                    <a:pt x="23441" y="14429"/>
                  </a:moveTo>
                  <a:lnTo>
                    <a:pt x="0" y="0"/>
                  </a:lnTo>
                </a:path>
              </a:pathLst>
            </a:custGeom>
            <a:noFill/>
            <a:ln w="20003">
              <a:solidFill>
                <a:srgbClr val="90A1AE"/>
              </a:solidFill>
            </a:ln>
          </p:spPr>
        </p:sp>
        <p:sp>
          <p:nvSpPr>
            <p:cNvPr id="1265" name="Input_receptor__1264">
              <a:extLst>
                <a:ext uri="{FF2B5EF4-FFF2-40B4-BE49-F238E27FC236}">
                  <a16:creationId xmlns:a16="http://schemas.microsoft.com/office/drawing/2014/main" id="{1C53FC8D-7A2E-2224-B06E-E7EF7D1243AC}"/>
                </a:ext>
              </a:extLst>
            </p:cNvPr>
            <p:cNvSpPr>
              <a:spLocks noGrp="1"/>
            </p:cNvSpPr>
            <p:nvPr/>
          </p:nvSpPr>
          <p:spPr>
            <a:xfrm>
              <a:off x="1080930" y="4908900"/>
              <a:ext cx="39157" cy="14229"/>
            </a:xfrm>
            <a:custGeom>
              <a:avLst/>
              <a:gdLst/>
              <a:ahLst/>
              <a:cxnLst/>
              <a:rect l="0" t="0" r="0" b="0"/>
              <a:pathLst>
                <a:path w="39157" h="14229">
                  <a:moveTo>
                    <a:pt x="0" y="14229"/>
                  </a:moveTo>
                  <a:lnTo>
                    <a:pt x="39157" y="0"/>
                  </a:lnTo>
                </a:path>
              </a:pathLst>
            </a:custGeom>
            <a:noFill/>
            <a:ln w="20003">
              <a:solidFill>
                <a:srgbClr val="90A1AE"/>
              </a:solidFill>
            </a:ln>
          </p:spPr>
        </p:sp>
        <p:sp>
          <p:nvSpPr>
            <p:cNvPr id="1266" name="Input_receptor__1265">
              <a:extLst>
                <a:ext uri="{FF2B5EF4-FFF2-40B4-BE49-F238E27FC236}">
                  <a16:creationId xmlns:a16="http://schemas.microsoft.com/office/drawing/2014/main" id="{B4FFBB67-98BA-DABF-6E10-A42B4B5AD7E4}"/>
                </a:ext>
              </a:extLst>
            </p:cNvPr>
            <p:cNvSpPr>
              <a:spLocks noGrp="1"/>
            </p:cNvSpPr>
            <p:nvPr/>
          </p:nvSpPr>
          <p:spPr>
            <a:xfrm>
              <a:off x="1228547" y="4938122"/>
              <a:ext cx="36559" cy="21789"/>
            </a:xfrm>
            <a:custGeom>
              <a:avLst/>
              <a:gdLst/>
              <a:ahLst/>
              <a:cxnLst/>
              <a:rect l="0" t="0" r="0" b="0"/>
              <a:pathLst>
                <a:path w="36559" h="21789">
                  <a:moveTo>
                    <a:pt x="36559" y="0"/>
                  </a:moveTo>
                  <a:lnTo>
                    <a:pt x="0" y="21789"/>
                  </a:lnTo>
                </a:path>
              </a:pathLst>
            </a:custGeom>
            <a:noFill/>
            <a:ln w="20003">
              <a:solidFill>
                <a:srgbClr val="90A1AE"/>
              </a:solidFill>
            </a:ln>
          </p:spPr>
        </p:sp>
        <p:sp>
          <p:nvSpPr>
            <p:cNvPr id="1267" name="Input_receptor__1266">
              <a:extLst>
                <a:ext uri="{FF2B5EF4-FFF2-40B4-BE49-F238E27FC236}">
                  <a16:creationId xmlns:a16="http://schemas.microsoft.com/office/drawing/2014/main" id="{3D2193CD-E4B9-914E-4196-30B47B83E663}"/>
                </a:ext>
              </a:extLst>
            </p:cNvPr>
            <p:cNvSpPr>
              <a:spLocks noGrp="1"/>
            </p:cNvSpPr>
            <p:nvPr/>
          </p:nvSpPr>
          <p:spPr>
            <a:xfrm>
              <a:off x="1053444" y="4266109"/>
              <a:ext cx="43189" cy="5000"/>
            </a:xfrm>
            <a:custGeom>
              <a:avLst/>
              <a:gdLst/>
              <a:ahLst/>
              <a:cxnLst/>
              <a:rect l="0" t="0" r="0" b="0"/>
              <a:pathLst>
                <a:path w="43189" h="5000">
                  <a:moveTo>
                    <a:pt x="0" y="0"/>
                  </a:moveTo>
                  <a:lnTo>
                    <a:pt x="43189" y="5000"/>
                  </a:lnTo>
                </a:path>
              </a:pathLst>
            </a:custGeom>
            <a:noFill/>
            <a:ln w="8096">
              <a:solidFill>
                <a:srgbClr val="90A1AE"/>
              </a:solidFill>
            </a:ln>
          </p:spPr>
        </p:sp>
        <p:sp>
          <p:nvSpPr>
            <p:cNvPr id="1268" name="Input_receptor__1267">
              <a:extLst>
                <a:ext uri="{FF2B5EF4-FFF2-40B4-BE49-F238E27FC236}">
                  <a16:creationId xmlns:a16="http://schemas.microsoft.com/office/drawing/2014/main" id="{658D0922-AA65-9A9B-E884-85CACBB1C69C}"/>
                </a:ext>
              </a:extLst>
            </p:cNvPr>
            <p:cNvSpPr>
              <a:spLocks noGrp="1"/>
            </p:cNvSpPr>
            <p:nvPr/>
          </p:nvSpPr>
          <p:spPr>
            <a:xfrm>
              <a:off x="1361804" y="4403130"/>
              <a:ext cx="1724" cy="16253"/>
            </a:xfrm>
            <a:custGeom>
              <a:avLst/>
              <a:gdLst/>
              <a:ahLst/>
              <a:cxnLst/>
              <a:rect l="0" t="0" r="0" b="0"/>
              <a:pathLst>
                <a:path w="1724" h="16253">
                  <a:moveTo>
                    <a:pt x="0" y="0"/>
                  </a:moveTo>
                  <a:lnTo>
                    <a:pt x="1724" y="16253"/>
                  </a:lnTo>
                </a:path>
              </a:pathLst>
            </a:custGeom>
            <a:noFill/>
            <a:ln w="20003">
              <a:solidFill>
                <a:srgbClr val="90A1AE"/>
              </a:solidFill>
            </a:ln>
          </p:spPr>
        </p:sp>
        <p:sp>
          <p:nvSpPr>
            <p:cNvPr id="1269" name="Input_receptor__1268">
              <a:extLst>
                <a:ext uri="{FF2B5EF4-FFF2-40B4-BE49-F238E27FC236}">
                  <a16:creationId xmlns:a16="http://schemas.microsoft.com/office/drawing/2014/main" id="{14F2540E-F790-8042-5857-640AB530D24C}"/>
                </a:ext>
              </a:extLst>
            </p:cNvPr>
            <p:cNvSpPr>
              <a:spLocks noGrp="1"/>
            </p:cNvSpPr>
            <p:nvPr/>
          </p:nvSpPr>
          <p:spPr>
            <a:xfrm>
              <a:off x="718345" y="4536906"/>
              <a:ext cx="45355" cy="4222"/>
            </a:xfrm>
            <a:custGeom>
              <a:avLst/>
              <a:gdLst/>
              <a:ahLst/>
              <a:cxnLst/>
              <a:rect l="0" t="0" r="0" b="0"/>
              <a:pathLst>
                <a:path w="45355" h="4222">
                  <a:moveTo>
                    <a:pt x="45355" y="0"/>
                  </a:moveTo>
                  <a:lnTo>
                    <a:pt x="0" y="4222"/>
                  </a:lnTo>
                </a:path>
              </a:pathLst>
            </a:custGeom>
            <a:noFill/>
            <a:ln w="20003">
              <a:solidFill>
                <a:srgbClr val="90A1AE"/>
              </a:solidFill>
            </a:ln>
          </p:spPr>
        </p:sp>
        <p:sp>
          <p:nvSpPr>
            <p:cNvPr id="1270" name="Input_receptor__1269">
              <a:extLst>
                <a:ext uri="{FF2B5EF4-FFF2-40B4-BE49-F238E27FC236}">
                  <a16:creationId xmlns:a16="http://schemas.microsoft.com/office/drawing/2014/main" id="{F4293CC1-941F-9A0E-C0D2-2EFF75DB9C3D}"/>
                </a:ext>
              </a:extLst>
            </p:cNvPr>
            <p:cNvSpPr>
              <a:spLocks noGrp="1"/>
            </p:cNvSpPr>
            <p:nvPr/>
          </p:nvSpPr>
          <p:spPr>
            <a:xfrm>
              <a:off x="1220573" y="4234282"/>
              <a:ext cx="4840" cy="16757"/>
            </a:xfrm>
            <a:custGeom>
              <a:avLst/>
              <a:gdLst/>
              <a:ahLst/>
              <a:cxnLst/>
              <a:rect l="0" t="0" r="0" b="0"/>
              <a:pathLst>
                <a:path w="4840" h="16757">
                  <a:moveTo>
                    <a:pt x="0" y="16757"/>
                  </a:moveTo>
                  <a:lnTo>
                    <a:pt x="4840" y="0"/>
                  </a:lnTo>
                </a:path>
              </a:pathLst>
            </a:custGeom>
            <a:noFill/>
            <a:ln w="8096">
              <a:solidFill>
                <a:srgbClr val="90A1AE"/>
              </a:solidFill>
            </a:ln>
          </p:spPr>
        </p:sp>
        <p:sp>
          <p:nvSpPr>
            <p:cNvPr id="1271" name="Input_receptor__1270">
              <a:extLst>
                <a:ext uri="{FF2B5EF4-FFF2-40B4-BE49-F238E27FC236}">
                  <a16:creationId xmlns:a16="http://schemas.microsoft.com/office/drawing/2014/main" id="{0AB3B747-DCF8-CAEC-1380-CD33641532C6}"/>
                </a:ext>
              </a:extLst>
            </p:cNvPr>
            <p:cNvSpPr>
              <a:spLocks noGrp="1"/>
            </p:cNvSpPr>
            <p:nvPr/>
          </p:nvSpPr>
          <p:spPr>
            <a:xfrm>
              <a:off x="1197741" y="4706818"/>
              <a:ext cx="8726" cy="33979"/>
            </a:xfrm>
            <a:custGeom>
              <a:avLst/>
              <a:gdLst/>
              <a:ahLst/>
              <a:cxnLst/>
              <a:rect l="0" t="0" r="0" b="0"/>
              <a:pathLst>
                <a:path w="8726" h="33979">
                  <a:moveTo>
                    <a:pt x="0" y="0"/>
                  </a:moveTo>
                  <a:lnTo>
                    <a:pt x="8726" y="33979"/>
                  </a:lnTo>
                </a:path>
              </a:pathLst>
            </a:custGeom>
            <a:noFill/>
            <a:ln w="20003">
              <a:solidFill>
                <a:srgbClr val="90A1AE"/>
              </a:solidFill>
            </a:ln>
          </p:spPr>
        </p:sp>
        <p:sp>
          <p:nvSpPr>
            <p:cNvPr id="1272" name="Input_receptor__1271">
              <a:extLst>
                <a:ext uri="{FF2B5EF4-FFF2-40B4-BE49-F238E27FC236}">
                  <a16:creationId xmlns:a16="http://schemas.microsoft.com/office/drawing/2014/main" id="{25F70FEF-DFB5-D866-84A6-7E0390C22037}"/>
                </a:ext>
              </a:extLst>
            </p:cNvPr>
            <p:cNvSpPr>
              <a:spLocks noGrp="1"/>
            </p:cNvSpPr>
            <p:nvPr/>
          </p:nvSpPr>
          <p:spPr>
            <a:xfrm>
              <a:off x="1641872" y="4646206"/>
              <a:ext cx="13981" cy="45904"/>
            </a:xfrm>
            <a:custGeom>
              <a:avLst/>
              <a:gdLst/>
              <a:ahLst/>
              <a:cxnLst/>
              <a:rect l="0" t="0" r="0" b="0"/>
              <a:pathLst>
                <a:path w="13981" h="45904">
                  <a:moveTo>
                    <a:pt x="0" y="0"/>
                  </a:moveTo>
                  <a:lnTo>
                    <a:pt x="13981" y="45904"/>
                  </a:lnTo>
                </a:path>
              </a:pathLst>
            </a:custGeom>
            <a:noFill/>
            <a:ln w="20003">
              <a:solidFill>
                <a:srgbClr val="90A1AE"/>
              </a:solidFill>
            </a:ln>
          </p:spPr>
        </p:sp>
        <p:sp>
          <p:nvSpPr>
            <p:cNvPr id="1273" name="Input_receptor__1272">
              <a:extLst>
                <a:ext uri="{FF2B5EF4-FFF2-40B4-BE49-F238E27FC236}">
                  <a16:creationId xmlns:a16="http://schemas.microsoft.com/office/drawing/2014/main" id="{111C0FF2-57F9-77D0-F063-939DC707E9C6}"/>
                </a:ext>
              </a:extLst>
            </p:cNvPr>
            <p:cNvSpPr>
              <a:spLocks noGrp="1"/>
            </p:cNvSpPr>
            <p:nvPr/>
          </p:nvSpPr>
          <p:spPr>
            <a:xfrm>
              <a:off x="1517614" y="4093264"/>
              <a:ext cx="45288" cy="16297"/>
            </a:xfrm>
            <a:custGeom>
              <a:avLst/>
              <a:gdLst/>
              <a:ahLst/>
              <a:cxnLst/>
              <a:rect l="0" t="0" r="0" b="0"/>
              <a:pathLst>
                <a:path w="45288" h="16297">
                  <a:moveTo>
                    <a:pt x="45288" y="16297"/>
                  </a:moveTo>
                  <a:lnTo>
                    <a:pt x="0" y="0"/>
                  </a:lnTo>
                </a:path>
              </a:pathLst>
            </a:custGeom>
            <a:noFill/>
            <a:ln w="8096">
              <a:solidFill>
                <a:srgbClr val="90A1AE"/>
              </a:solidFill>
            </a:ln>
          </p:spPr>
        </p:sp>
        <p:sp>
          <p:nvSpPr>
            <p:cNvPr id="1274" name="Input_receptor__1273">
              <a:extLst>
                <a:ext uri="{FF2B5EF4-FFF2-40B4-BE49-F238E27FC236}">
                  <a16:creationId xmlns:a16="http://schemas.microsoft.com/office/drawing/2014/main" id="{87992645-288E-334A-CC14-F770F45E02F9}"/>
                </a:ext>
              </a:extLst>
            </p:cNvPr>
            <p:cNvSpPr>
              <a:spLocks noGrp="1"/>
            </p:cNvSpPr>
            <p:nvPr/>
          </p:nvSpPr>
          <p:spPr>
            <a:xfrm>
              <a:off x="1426988" y="4247463"/>
              <a:ext cx="16365" cy="44994"/>
            </a:xfrm>
            <a:custGeom>
              <a:avLst/>
              <a:gdLst/>
              <a:ahLst/>
              <a:cxnLst/>
              <a:rect l="0" t="0" r="0" b="0"/>
              <a:pathLst>
                <a:path w="16365" h="44994">
                  <a:moveTo>
                    <a:pt x="16365" y="0"/>
                  </a:moveTo>
                  <a:lnTo>
                    <a:pt x="0" y="44994"/>
                  </a:lnTo>
                </a:path>
              </a:pathLst>
            </a:custGeom>
            <a:noFill/>
            <a:ln w="8096">
              <a:solidFill>
                <a:srgbClr val="90A1AE"/>
              </a:solidFill>
            </a:ln>
          </p:spPr>
        </p:sp>
        <p:sp>
          <p:nvSpPr>
            <p:cNvPr id="1275" name="Input_receptor__1274">
              <a:extLst>
                <a:ext uri="{FF2B5EF4-FFF2-40B4-BE49-F238E27FC236}">
                  <a16:creationId xmlns:a16="http://schemas.microsoft.com/office/drawing/2014/main" id="{C15680A6-F7C8-01D1-4F56-7989CACDC644}"/>
                </a:ext>
              </a:extLst>
            </p:cNvPr>
            <p:cNvSpPr>
              <a:spLocks noGrp="1"/>
            </p:cNvSpPr>
            <p:nvPr/>
          </p:nvSpPr>
          <p:spPr>
            <a:xfrm>
              <a:off x="1550172" y="5069438"/>
              <a:ext cx="13767" cy="1333"/>
            </a:xfrm>
            <a:custGeom>
              <a:avLst/>
              <a:gdLst/>
              <a:ahLst/>
              <a:cxnLst/>
              <a:rect l="0" t="0" r="0" b="0"/>
              <a:pathLst>
                <a:path w="13767" h="1333">
                  <a:moveTo>
                    <a:pt x="0" y="0"/>
                  </a:moveTo>
                  <a:lnTo>
                    <a:pt x="13767" y="1333"/>
                  </a:lnTo>
                </a:path>
              </a:pathLst>
            </a:custGeom>
            <a:noFill/>
            <a:ln w="20003">
              <a:solidFill>
                <a:srgbClr val="90A1AE"/>
              </a:solidFill>
            </a:ln>
          </p:spPr>
        </p:sp>
        <p:sp>
          <p:nvSpPr>
            <p:cNvPr id="1276" name="Input_receptor__1275">
              <a:extLst>
                <a:ext uri="{FF2B5EF4-FFF2-40B4-BE49-F238E27FC236}">
                  <a16:creationId xmlns:a16="http://schemas.microsoft.com/office/drawing/2014/main" id="{DD05A632-4F32-430F-D694-E4C01D301510}"/>
                </a:ext>
              </a:extLst>
            </p:cNvPr>
            <p:cNvSpPr>
              <a:spLocks noGrp="1"/>
            </p:cNvSpPr>
            <p:nvPr/>
          </p:nvSpPr>
          <p:spPr>
            <a:xfrm>
              <a:off x="1621191" y="4692111"/>
              <a:ext cx="34662" cy="33173"/>
            </a:xfrm>
            <a:custGeom>
              <a:avLst/>
              <a:gdLst/>
              <a:ahLst/>
              <a:cxnLst/>
              <a:rect l="0" t="0" r="0" b="0"/>
              <a:pathLst>
                <a:path w="34662" h="33173">
                  <a:moveTo>
                    <a:pt x="34662" y="0"/>
                  </a:moveTo>
                  <a:lnTo>
                    <a:pt x="0" y="33173"/>
                  </a:lnTo>
                </a:path>
              </a:pathLst>
            </a:custGeom>
            <a:noFill/>
            <a:ln w="20003">
              <a:solidFill>
                <a:srgbClr val="90A1AE"/>
              </a:solidFill>
            </a:ln>
          </p:spPr>
        </p:sp>
        <p:sp>
          <p:nvSpPr>
            <p:cNvPr id="1277" name="Input_receptor__1276">
              <a:extLst>
                <a:ext uri="{FF2B5EF4-FFF2-40B4-BE49-F238E27FC236}">
                  <a16:creationId xmlns:a16="http://schemas.microsoft.com/office/drawing/2014/main" id="{6005E3FF-24DA-0E6A-F236-E1D7DA38A803}"/>
                </a:ext>
              </a:extLst>
            </p:cNvPr>
            <p:cNvSpPr>
              <a:spLocks noGrp="1"/>
            </p:cNvSpPr>
            <p:nvPr/>
          </p:nvSpPr>
          <p:spPr>
            <a:xfrm>
              <a:off x="1357000" y="4692791"/>
              <a:ext cx="48144" cy="2998"/>
            </a:xfrm>
            <a:custGeom>
              <a:avLst/>
              <a:gdLst/>
              <a:ahLst/>
              <a:cxnLst/>
              <a:rect l="0" t="0" r="0" b="0"/>
              <a:pathLst>
                <a:path w="48144" h="2998">
                  <a:moveTo>
                    <a:pt x="0" y="2998"/>
                  </a:moveTo>
                  <a:lnTo>
                    <a:pt x="48144" y="0"/>
                  </a:lnTo>
                </a:path>
              </a:pathLst>
            </a:custGeom>
            <a:noFill/>
            <a:ln w="20003">
              <a:solidFill>
                <a:srgbClr val="90A1AE"/>
              </a:solidFill>
            </a:ln>
          </p:spPr>
        </p:sp>
        <p:sp>
          <p:nvSpPr>
            <p:cNvPr id="1278" name="Input_receptor__1277">
              <a:extLst>
                <a:ext uri="{FF2B5EF4-FFF2-40B4-BE49-F238E27FC236}">
                  <a16:creationId xmlns:a16="http://schemas.microsoft.com/office/drawing/2014/main" id="{C30B6CFC-69C3-79DA-0A49-1B0F3AB171F4}"/>
                </a:ext>
              </a:extLst>
            </p:cNvPr>
            <p:cNvSpPr>
              <a:spLocks noGrp="1"/>
            </p:cNvSpPr>
            <p:nvPr/>
          </p:nvSpPr>
          <p:spPr>
            <a:xfrm>
              <a:off x="1731088" y="5018141"/>
              <a:ext cx="21610" cy="43324"/>
            </a:xfrm>
            <a:custGeom>
              <a:avLst/>
              <a:gdLst/>
              <a:ahLst/>
              <a:cxnLst/>
              <a:rect l="0" t="0" r="0" b="0"/>
              <a:pathLst>
                <a:path w="21610" h="43324">
                  <a:moveTo>
                    <a:pt x="0" y="43324"/>
                  </a:moveTo>
                  <a:lnTo>
                    <a:pt x="21610" y="0"/>
                  </a:lnTo>
                </a:path>
              </a:pathLst>
            </a:custGeom>
            <a:noFill/>
            <a:ln w="20003">
              <a:solidFill>
                <a:srgbClr val="90A1AE"/>
              </a:solidFill>
            </a:ln>
          </p:spPr>
        </p:sp>
        <p:sp>
          <p:nvSpPr>
            <p:cNvPr id="1279" name="Input_receptor__1278">
              <a:extLst>
                <a:ext uri="{FF2B5EF4-FFF2-40B4-BE49-F238E27FC236}">
                  <a16:creationId xmlns:a16="http://schemas.microsoft.com/office/drawing/2014/main" id="{A015D8D5-FEE0-BCB0-3A47-2DA152C17E56}"/>
                </a:ext>
              </a:extLst>
            </p:cNvPr>
            <p:cNvSpPr>
              <a:spLocks noGrp="1"/>
            </p:cNvSpPr>
            <p:nvPr/>
          </p:nvSpPr>
          <p:spPr>
            <a:xfrm>
              <a:off x="1302099" y="4154460"/>
              <a:ext cx="14132" cy="1497"/>
            </a:xfrm>
            <a:custGeom>
              <a:avLst/>
              <a:gdLst/>
              <a:ahLst/>
              <a:cxnLst/>
              <a:rect l="0" t="0" r="0" b="0"/>
              <a:pathLst>
                <a:path w="14132" h="1497">
                  <a:moveTo>
                    <a:pt x="14132" y="1497"/>
                  </a:moveTo>
                  <a:lnTo>
                    <a:pt x="0" y="0"/>
                  </a:lnTo>
                </a:path>
              </a:pathLst>
            </a:custGeom>
            <a:noFill/>
            <a:ln w="8096">
              <a:solidFill>
                <a:srgbClr val="90A1AE"/>
              </a:solidFill>
            </a:ln>
          </p:spPr>
        </p:sp>
        <p:sp>
          <p:nvSpPr>
            <p:cNvPr id="1280" name="Input_receptor__1279">
              <a:extLst>
                <a:ext uri="{FF2B5EF4-FFF2-40B4-BE49-F238E27FC236}">
                  <a16:creationId xmlns:a16="http://schemas.microsoft.com/office/drawing/2014/main" id="{95A74799-6363-CB38-FAAA-6E5F841D64F9}"/>
                </a:ext>
              </a:extLst>
            </p:cNvPr>
            <p:cNvSpPr>
              <a:spLocks noGrp="1"/>
            </p:cNvSpPr>
            <p:nvPr/>
          </p:nvSpPr>
          <p:spPr>
            <a:xfrm>
              <a:off x="983199" y="5070960"/>
              <a:ext cx="15022" cy="10607"/>
            </a:xfrm>
            <a:custGeom>
              <a:avLst/>
              <a:gdLst/>
              <a:ahLst/>
              <a:cxnLst/>
              <a:rect l="0" t="0" r="0" b="0"/>
              <a:pathLst>
                <a:path w="15022" h="10607">
                  <a:moveTo>
                    <a:pt x="15022" y="10607"/>
                  </a:moveTo>
                  <a:lnTo>
                    <a:pt x="0" y="0"/>
                  </a:lnTo>
                </a:path>
              </a:pathLst>
            </a:custGeom>
            <a:noFill/>
            <a:ln w="8096">
              <a:solidFill>
                <a:srgbClr val="90A1AE"/>
              </a:solidFill>
            </a:ln>
          </p:spPr>
        </p:sp>
        <p:sp>
          <p:nvSpPr>
            <p:cNvPr id="1281" name="Input_receptor__1280">
              <a:extLst>
                <a:ext uri="{FF2B5EF4-FFF2-40B4-BE49-F238E27FC236}">
                  <a16:creationId xmlns:a16="http://schemas.microsoft.com/office/drawing/2014/main" id="{8CD963B3-26EF-630F-28AF-BFE31D4B293D}"/>
                </a:ext>
              </a:extLst>
            </p:cNvPr>
            <p:cNvSpPr>
              <a:spLocks noGrp="1"/>
            </p:cNvSpPr>
            <p:nvPr/>
          </p:nvSpPr>
          <p:spPr>
            <a:xfrm>
              <a:off x="1127555" y="4342560"/>
              <a:ext cx="22436" cy="37910"/>
            </a:xfrm>
            <a:custGeom>
              <a:avLst/>
              <a:gdLst/>
              <a:ahLst/>
              <a:cxnLst/>
              <a:rect l="0" t="0" r="0" b="0"/>
              <a:pathLst>
                <a:path w="22436" h="37910">
                  <a:moveTo>
                    <a:pt x="0" y="37910"/>
                  </a:moveTo>
                  <a:lnTo>
                    <a:pt x="22436" y="0"/>
                  </a:lnTo>
                </a:path>
              </a:pathLst>
            </a:custGeom>
            <a:noFill/>
            <a:ln w="20003">
              <a:solidFill>
                <a:srgbClr val="90A1AE"/>
              </a:solidFill>
            </a:ln>
          </p:spPr>
        </p:sp>
        <p:sp>
          <p:nvSpPr>
            <p:cNvPr id="1282" name="Input_receptor__1281">
              <a:extLst>
                <a:ext uri="{FF2B5EF4-FFF2-40B4-BE49-F238E27FC236}">
                  <a16:creationId xmlns:a16="http://schemas.microsoft.com/office/drawing/2014/main" id="{D5458A3B-CC0B-657F-054C-9CE94111E55B}"/>
                </a:ext>
              </a:extLst>
            </p:cNvPr>
            <p:cNvSpPr>
              <a:spLocks noGrp="1"/>
            </p:cNvSpPr>
            <p:nvPr/>
          </p:nvSpPr>
          <p:spPr>
            <a:xfrm>
              <a:off x="1365792" y="4356876"/>
              <a:ext cx="38565" cy="12117"/>
            </a:xfrm>
            <a:custGeom>
              <a:avLst/>
              <a:gdLst/>
              <a:ahLst/>
              <a:cxnLst/>
              <a:rect l="0" t="0" r="0" b="0"/>
              <a:pathLst>
                <a:path w="38565" h="12117">
                  <a:moveTo>
                    <a:pt x="38565" y="12117"/>
                  </a:moveTo>
                  <a:lnTo>
                    <a:pt x="0" y="0"/>
                  </a:lnTo>
                </a:path>
              </a:pathLst>
            </a:custGeom>
            <a:noFill/>
            <a:ln w="20003">
              <a:solidFill>
                <a:srgbClr val="90A1AE"/>
              </a:solidFill>
            </a:ln>
          </p:spPr>
        </p:sp>
        <p:sp>
          <p:nvSpPr>
            <p:cNvPr id="1283" name="Input_receptor__1282">
              <a:extLst>
                <a:ext uri="{FF2B5EF4-FFF2-40B4-BE49-F238E27FC236}">
                  <a16:creationId xmlns:a16="http://schemas.microsoft.com/office/drawing/2014/main" id="{FDE2E768-5AC3-63FB-C804-D411C3AEE841}"/>
                </a:ext>
              </a:extLst>
            </p:cNvPr>
            <p:cNvSpPr>
              <a:spLocks noGrp="1"/>
            </p:cNvSpPr>
            <p:nvPr/>
          </p:nvSpPr>
          <p:spPr>
            <a:xfrm>
              <a:off x="1541035" y="4900033"/>
              <a:ext cx="8123" cy="45153"/>
            </a:xfrm>
            <a:custGeom>
              <a:avLst/>
              <a:gdLst/>
              <a:ahLst/>
              <a:cxnLst/>
              <a:rect l="0" t="0" r="0" b="0"/>
              <a:pathLst>
                <a:path w="8123" h="45153">
                  <a:moveTo>
                    <a:pt x="8123" y="0"/>
                  </a:moveTo>
                  <a:lnTo>
                    <a:pt x="0" y="45153"/>
                  </a:lnTo>
                </a:path>
              </a:pathLst>
            </a:custGeom>
            <a:noFill/>
            <a:ln w="20003">
              <a:solidFill>
                <a:srgbClr val="90A1AE"/>
              </a:solidFill>
            </a:ln>
          </p:spPr>
        </p:sp>
        <p:sp>
          <p:nvSpPr>
            <p:cNvPr id="1284" name="Input_receptor__1283">
              <a:extLst>
                <a:ext uri="{FF2B5EF4-FFF2-40B4-BE49-F238E27FC236}">
                  <a16:creationId xmlns:a16="http://schemas.microsoft.com/office/drawing/2014/main" id="{8ACF0F3A-7FF4-F80F-A5E5-67B3E9636520}"/>
                </a:ext>
              </a:extLst>
            </p:cNvPr>
            <p:cNvSpPr>
              <a:spLocks noGrp="1"/>
            </p:cNvSpPr>
            <p:nvPr/>
          </p:nvSpPr>
          <p:spPr>
            <a:xfrm>
              <a:off x="1082442" y="4380470"/>
              <a:ext cx="45113" cy="1838"/>
            </a:xfrm>
            <a:custGeom>
              <a:avLst/>
              <a:gdLst/>
              <a:ahLst/>
              <a:cxnLst/>
              <a:rect l="0" t="0" r="0" b="0"/>
              <a:pathLst>
                <a:path w="45113" h="1838">
                  <a:moveTo>
                    <a:pt x="0" y="1838"/>
                  </a:moveTo>
                  <a:lnTo>
                    <a:pt x="45113" y="0"/>
                  </a:lnTo>
                </a:path>
              </a:pathLst>
            </a:custGeom>
            <a:noFill/>
            <a:ln w="20003">
              <a:solidFill>
                <a:srgbClr val="90A1AE"/>
              </a:solidFill>
            </a:ln>
          </p:spPr>
        </p:sp>
        <p:sp>
          <p:nvSpPr>
            <p:cNvPr id="1285" name="Input_receptor__1284">
              <a:extLst>
                <a:ext uri="{FF2B5EF4-FFF2-40B4-BE49-F238E27FC236}">
                  <a16:creationId xmlns:a16="http://schemas.microsoft.com/office/drawing/2014/main" id="{AE7071B9-449E-ADD2-7CA2-4B717A533BC8}"/>
                </a:ext>
              </a:extLst>
            </p:cNvPr>
            <p:cNvSpPr>
              <a:spLocks noGrp="1"/>
            </p:cNvSpPr>
            <p:nvPr/>
          </p:nvSpPr>
          <p:spPr>
            <a:xfrm>
              <a:off x="1405638" y="4755238"/>
              <a:ext cx="17066" cy="22036"/>
            </a:xfrm>
            <a:custGeom>
              <a:avLst/>
              <a:gdLst/>
              <a:ahLst/>
              <a:cxnLst/>
              <a:rect l="0" t="0" r="0" b="0"/>
              <a:pathLst>
                <a:path w="17066" h="22036">
                  <a:moveTo>
                    <a:pt x="0" y="0"/>
                  </a:moveTo>
                  <a:lnTo>
                    <a:pt x="17066" y="22036"/>
                  </a:lnTo>
                </a:path>
              </a:pathLst>
            </a:custGeom>
            <a:noFill/>
            <a:ln w="20003">
              <a:solidFill>
                <a:srgbClr val="90A1AE"/>
              </a:solidFill>
            </a:ln>
          </p:spPr>
        </p:sp>
        <p:sp>
          <p:nvSpPr>
            <p:cNvPr id="1286" name="Input_receptor__1285">
              <a:extLst>
                <a:ext uri="{FF2B5EF4-FFF2-40B4-BE49-F238E27FC236}">
                  <a16:creationId xmlns:a16="http://schemas.microsoft.com/office/drawing/2014/main" id="{097E3B4D-0CFB-37B7-B9A0-4753C3917439}"/>
                </a:ext>
              </a:extLst>
            </p:cNvPr>
            <p:cNvSpPr>
              <a:spLocks noGrp="1"/>
            </p:cNvSpPr>
            <p:nvPr/>
          </p:nvSpPr>
          <p:spPr>
            <a:xfrm>
              <a:off x="1071966" y="5107776"/>
              <a:ext cx="22523" cy="1181"/>
            </a:xfrm>
            <a:custGeom>
              <a:avLst/>
              <a:gdLst/>
              <a:ahLst/>
              <a:cxnLst/>
              <a:rect l="0" t="0" r="0" b="0"/>
              <a:pathLst>
                <a:path w="22523" h="1181">
                  <a:moveTo>
                    <a:pt x="0" y="0"/>
                  </a:moveTo>
                  <a:lnTo>
                    <a:pt x="22523" y="1181"/>
                  </a:lnTo>
                </a:path>
              </a:pathLst>
            </a:custGeom>
            <a:noFill/>
            <a:ln w="8096">
              <a:solidFill>
                <a:srgbClr val="90A1AE"/>
              </a:solidFill>
            </a:ln>
          </p:spPr>
        </p:sp>
        <p:sp>
          <p:nvSpPr>
            <p:cNvPr id="1287" name="Input_receptor__1286">
              <a:extLst>
                <a:ext uri="{FF2B5EF4-FFF2-40B4-BE49-F238E27FC236}">
                  <a16:creationId xmlns:a16="http://schemas.microsoft.com/office/drawing/2014/main" id="{BF2077D1-8575-1710-AEBD-9D0B459E876D}"/>
                </a:ext>
              </a:extLst>
            </p:cNvPr>
            <p:cNvSpPr>
              <a:spLocks noGrp="1"/>
            </p:cNvSpPr>
            <p:nvPr/>
          </p:nvSpPr>
          <p:spPr>
            <a:xfrm>
              <a:off x="1096438" y="4967775"/>
              <a:ext cx="42649" cy="11640"/>
            </a:xfrm>
            <a:custGeom>
              <a:avLst/>
              <a:gdLst/>
              <a:ahLst/>
              <a:cxnLst/>
              <a:rect l="0" t="0" r="0" b="0"/>
              <a:pathLst>
                <a:path w="42649" h="11640">
                  <a:moveTo>
                    <a:pt x="0" y="11640"/>
                  </a:moveTo>
                  <a:lnTo>
                    <a:pt x="42649" y="0"/>
                  </a:lnTo>
                </a:path>
              </a:pathLst>
            </a:custGeom>
            <a:noFill/>
            <a:ln w="20003">
              <a:solidFill>
                <a:srgbClr val="90A1AE"/>
              </a:solidFill>
            </a:ln>
          </p:spPr>
        </p:sp>
        <p:sp>
          <p:nvSpPr>
            <p:cNvPr id="1288" name="Input_receptor__1287">
              <a:extLst>
                <a:ext uri="{FF2B5EF4-FFF2-40B4-BE49-F238E27FC236}">
                  <a16:creationId xmlns:a16="http://schemas.microsoft.com/office/drawing/2014/main" id="{4D44805C-789E-C1FE-9A6B-108AAE0FFDD3}"/>
                </a:ext>
              </a:extLst>
            </p:cNvPr>
            <p:cNvSpPr>
              <a:spLocks noGrp="1"/>
            </p:cNvSpPr>
            <p:nvPr/>
          </p:nvSpPr>
          <p:spPr>
            <a:xfrm>
              <a:off x="1156372" y="4698451"/>
              <a:ext cx="41369" cy="8367"/>
            </a:xfrm>
            <a:custGeom>
              <a:avLst/>
              <a:gdLst/>
              <a:ahLst/>
              <a:cxnLst/>
              <a:rect l="0" t="0" r="0" b="0"/>
              <a:pathLst>
                <a:path w="41369" h="8367">
                  <a:moveTo>
                    <a:pt x="0" y="0"/>
                  </a:moveTo>
                  <a:lnTo>
                    <a:pt x="41369" y="8367"/>
                  </a:lnTo>
                </a:path>
              </a:pathLst>
            </a:custGeom>
            <a:noFill/>
            <a:ln w="20003">
              <a:solidFill>
                <a:srgbClr val="90A1AE"/>
              </a:solidFill>
            </a:ln>
          </p:spPr>
        </p:sp>
        <p:sp>
          <p:nvSpPr>
            <p:cNvPr id="1289" name="Input_receptor__1288">
              <a:extLst>
                <a:ext uri="{FF2B5EF4-FFF2-40B4-BE49-F238E27FC236}">
                  <a16:creationId xmlns:a16="http://schemas.microsoft.com/office/drawing/2014/main" id="{C25A8EDF-6FCA-01D0-4D80-317640BE7713}"/>
                </a:ext>
              </a:extLst>
            </p:cNvPr>
            <p:cNvSpPr>
              <a:spLocks noGrp="1"/>
            </p:cNvSpPr>
            <p:nvPr/>
          </p:nvSpPr>
          <p:spPr>
            <a:xfrm>
              <a:off x="1351706" y="4162314"/>
              <a:ext cx="10623" cy="40661"/>
            </a:xfrm>
            <a:custGeom>
              <a:avLst/>
              <a:gdLst/>
              <a:ahLst/>
              <a:cxnLst/>
              <a:rect l="0" t="0" r="0" b="0"/>
              <a:pathLst>
                <a:path w="10623" h="40661">
                  <a:moveTo>
                    <a:pt x="0" y="40661"/>
                  </a:moveTo>
                  <a:lnTo>
                    <a:pt x="10623" y="0"/>
                  </a:lnTo>
                </a:path>
              </a:pathLst>
            </a:custGeom>
            <a:noFill/>
            <a:ln w="8096">
              <a:solidFill>
                <a:srgbClr val="90A1AE"/>
              </a:solidFill>
            </a:ln>
          </p:spPr>
        </p:sp>
        <p:sp>
          <p:nvSpPr>
            <p:cNvPr id="1290" name="Input_receptor__1289">
              <a:extLst>
                <a:ext uri="{FF2B5EF4-FFF2-40B4-BE49-F238E27FC236}">
                  <a16:creationId xmlns:a16="http://schemas.microsoft.com/office/drawing/2014/main" id="{42C74211-5D52-D853-26CC-8C27F553CF18}"/>
                </a:ext>
              </a:extLst>
            </p:cNvPr>
            <p:cNvSpPr>
              <a:spLocks noGrp="1"/>
            </p:cNvSpPr>
            <p:nvPr/>
          </p:nvSpPr>
          <p:spPr>
            <a:xfrm>
              <a:off x="1410716" y="4943881"/>
              <a:ext cx="46298" cy="12928"/>
            </a:xfrm>
            <a:custGeom>
              <a:avLst/>
              <a:gdLst/>
              <a:ahLst/>
              <a:cxnLst/>
              <a:rect l="0" t="0" r="0" b="0"/>
              <a:pathLst>
                <a:path w="46298" h="12928">
                  <a:moveTo>
                    <a:pt x="46298" y="12928"/>
                  </a:moveTo>
                  <a:lnTo>
                    <a:pt x="0" y="0"/>
                  </a:lnTo>
                </a:path>
              </a:pathLst>
            </a:custGeom>
            <a:noFill/>
            <a:ln w="20003">
              <a:solidFill>
                <a:srgbClr val="90A2AE"/>
              </a:solidFill>
            </a:ln>
          </p:spPr>
        </p:sp>
        <p:sp>
          <p:nvSpPr>
            <p:cNvPr id="1291" name="Input_receptor__1290">
              <a:extLst>
                <a:ext uri="{FF2B5EF4-FFF2-40B4-BE49-F238E27FC236}">
                  <a16:creationId xmlns:a16="http://schemas.microsoft.com/office/drawing/2014/main" id="{D1AD86F2-BC45-1AD5-ACC7-F832EF75FBA2}"/>
                </a:ext>
              </a:extLst>
            </p:cNvPr>
            <p:cNvSpPr>
              <a:spLocks noGrp="1"/>
            </p:cNvSpPr>
            <p:nvPr/>
          </p:nvSpPr>
          <p:spPr>
            <a:xfrm>
              <a:off x="1443352" y="4236872"/>
              <a:ext cx="45873" cy="10590"/>
            </a:xfrm>
            <a:custGeom>
              <a:avLst/>
              <a:gdLst/>
              <a:ahLst/>
              <a:cxnLst/>
              <a:rect l="0" t="0" r="0" b="0"/>
              <a:pathLst>
                <a:path w="45873" h="10590">
                  <a:moveTo>
                    <a:pt x="45873" y="0"/>
                  </a:moveTo>
                  <a:lnTo>
                    <a:pt x="0" y="10590"/>
                  </a:lnTo>
                </a:path>
              </a:pathLst>
            </a:custGeom>
            <a:noFill/>
            <a:ln w="20003">
              <a:solidFill>
                <a:srgbClr val="90A2AE"/>
              </a:solidFill>
            </a:ln>
          </p:spPr>
        </p:sp>
        <p:sp>
          <p:nvSpPr>
            <p:cNvPr id="1292" name="Input_receptor__1291">
              <a:extLst>
                <a:ext uri="{FF2B5EF4-FFF2-40B4-BE49-F238E27FC236}">
                  <a16:creationId xmlns:a16="http://schemas.microsoft.com/office/drawing/2014/main" id="{C2198C6B-E0C5-CB3B-3210-E20442866266}"/>
                </a:ext>
              </a:extLst>
            </p:cNvPr>
            <p:cNvSpPr>
              <a:spLocks noGrp="1"/>
            </p:cNvSpPr>
            <p:nvPr/>
          </p:nvSpPr>
          <p:spPr>
            <a:xfrm>
              <a:off x="996390" y="4619527"/>
              <a:ext cx="16901" cy="17111"/>
            </a:xfrm>
            <a:custGeom>
              <a:avLst/>
              <a:gdLst/>
              <a:ahLst/>
              <a:cxnLst/>
              <a:rect l="0" t="0" r="0" b="0"/>
              <a:pathLst>
                <a:path w="16901" h="17111">
                  <a:moveTo>
                    <a:pt x="0" y="17111"/>
                  </a:moveTo>
                  <a:lnTo>
                    <a:pt x="16901" y="0"/>
                  </a:lnTo>
                </a:path>
              </a:pathLst>
            </a:custGeom>
            <a:noFill/>
            <a:ln w="8096">
              <a:solidFill>
                <a:srgbClr val="90A2AE"/>
              </a:solidFill>
            </a:ln>
          </p:spPr>
        </p:sp>
        <p:sp>
          <p:nvSpPr>
            <p:cNvPr id="1293" name="Input_receptor__1292">
              <a:extLst>
                <a:ext uri="{FF2B5EF4-FFF2-40B4-BE49-F238E27FC236}">
                  <a16:creationId xmlns:a16="http://schemas.microsoft.com/office/drawing/2014/main" id="{E296980A-CC25-DCCB-9561-F740FF83C421}"/>
                </a:ext>
              </a:extLst>
            </p:cNvPr>
            <p:cNvSpPr>
              <a:spLocks noGrp="1"/>
            </p:cNvSpPr>
            <p:nvPr/>
          </p:nvSpPr>
          <p:spPr>
            <a:xfrm>
              <a:off x="1170797" y="4536695"/>
              <a:ext cx="45191" cy="2229"/>
            </a:xfrm>
            <a:custGeom>
              <a:avLst/>
              <a:gdLst/>
              <a:ahLst/>
              <a:cxnLst/>
              <a:rect l="0" t="0" r="0" b="0"/>
              <a:pathLst>
                <a:path w="45191" h="2229">
                  <a:moveTo>
                    <a:pt x="45191" y="0"/>
                  </a:moveTo>
                  <a:lnTo>
                    <a:pt x="0" y="2229"/>
                  </a:lnTo>
                </a:path>
              </a:pathLst>
            </a:custGeom>
            <a:noFill/>
            <a:ln w="20003">
              <a:solidFill>
                <a:srgbClr val="90A2AE"/>
              </a:solidFill>
            </a:ln>
          </p:spPr>
        </p:sp>
        <p:sp>
          <p:nvSpPr>
            <p:cNvPr id="1294" name="Input_receptor__1293">
              <a:extLst>
                <a:ext uri="{FF2B5EF4-FFF2-40B4-BE49-F238E27FC236}">
                  <a16:creationId xmlns:a16="http://schemas.microsoft.com/office/drawing/2014/main" id="{267368C0-ABFC-5DB4-D16C-1E8D04789303}"/>
                </a:ext>
              </a:extLst>
            </p:cNvPr>
            <p:cNvSpPr>
              <a:spLocks noGrp="1"/>
            </p:cNvSpPr>
            <p:nvPr/>
          </p:nvSpPr>
          <p:spPr>
            <a:xfrm>
              <a:off x="1053381" y="4382308"/>
              <a:ext cx="29061" cy="31978"/>
            </a:xfrm>
            <a:custGeom>
              <a:avLst/>
              <a:gdLst/>
              <a:ahLst/>
              <a:cxnLst/>
              <a:rect l="0" t="0" r="0" b="0"/>
              <a:pathLst>
                <a:path w="29061" h="31978">
                  <a:moveTo>
                    <a:pt x="0" y="31978"/>
                  </a:moveTo>
                  <a:lnTo>
                    <a:pt x="29061" y="0"/>
                  </a:lnTo>
                </a:path>
              </a:pathLst>
            </a:custGeom>
            <a:noFill/>
            <a:ln w="20003">
              <a:solidFill>
                <a:srgbClr val="90A2AE"/>
              </a:solidFill>
            </a:ln>
          </p:spPr>
        </p:sp>
        <p:sp>
          <p:nvSpPr>
            <p:cNvPr id="1295" name="Input_receptor__1294">
              <a:extLst>
                <a:ext uri="{FF2B5EF4-FFF2-40B4-BE49-F238E27FC236}">
                  <a16:creationId xmlns:a16="http://schemas.microsoft.com/office/drawing/2014/main" id="{CAE88691-7382-4B88-B171-AF652C5E6033}"/>
                </a:ext>
              </a:extLst>
            </p:cNvPr>
            <p:cNvSpPr>
              <a:spLocks noGrp="1"/>
            </p:cNvSpPr>
            <p:nvPr/>
          </p:nvSpPr>
          <p:spPr>
            <a:xfrm>
              <a:off x="1011289" y="4414286"/>
              <a:ext cx="42091" cy="10999"/>
            </a:xfrm>
            <a:custGeom>
              <a:avLst/>
              <a:gdLst/>
              <a:ahLst/>
              <a:cxnLst/>
              <a:rect l="0" t="0" r="0" b="0"/>
              <a:pathLst>
                <a:path w="42091" h="10999">
                  <a:moveTo>
                    <a:pt x="0" y="10999"/>
                  </a:moveTo>
                  <a:lnTo>
                    <a:pt x="42091" y="0"/>
                  </a:lnTo>
                </a:path>
              </a:pathLst>
            </a:custGeom>
            <a:noFill/>
            <a:ln w="20003">
              <a:solidFill>
                <a:srgbClr val="90A2AE"/>
              </a:solidFill>
            </a:ln>
          </p:spPr>
        </p:sp>
        <p:sp>
          <p:nvSpPr>
            <p:cNvPr id="1296" name="Input_receptor__1295">
              <a:extLst>
                <a:ext uri="{FF2B5EF4-FFF2-40B4-BE49-F238E27FC236}">
                  <a16:creationId xmlns:a16="http://schemas.microsoft.com/office/drawing/2014/main" id="{6D8240D2-08DF-23AF-AF9A-1A68661F0271}"/>
                </a:ext>
              </a:extLst>
            </p:cNvPr>
            <p:cNvSpPr>
              <a:spLocks noGrp="1"/>
            </p:cNvSpPr>
            <p:nvPr/>
          </p:nvSpPr>
          <p:spPr>
            <a:xfrm>
              <a:off x="1439112" y="4474468"/>
              <a:ext cx="9964" cy="19392"/>
            </a:xfrm>
            <a:custGeom>
              <a:avLst/>
              <a:gdLst/>
              <a:ahLst/>
              <a:cxnLst/>
              <a:rect l="0" t="0" r="0" b="0"/>
              <a:pathLst>
                <a:path w="9964" h="19392">
                  <a:moveTo>
                    <a:pt x="0" y="19392"/>
                  </a:moveTo>
                  <a:lnTo>
                    <a:pt x="9964" y="0"/>
                  </a:lnTo>
                </a:path>
              </a:pathLst>
            </a:custGeom>
            <a:noFill/>
            <a:ln w="8096">
              <a:solidFill>
                <a:srgbClr val="90A2AE"/>
              </a:solidFill>
            </a:ln>
          </p:spPr>
        </p:sp>
        <p:sp>
          <p:nvSpPr>
            <p:cNvPr id="1297" name="Input_receptor__1296">
              <a:extLst>
                <a:ext uri="{FF2B5EF4-FFF2-40B4-BE49-F238E27FC236}">
                  <a16:creationId xmlns:a16="http://schemas.microsoft.com/office/drawing/2014/main" id="{498AEAE6-21E9-ACA6-D1E0-EBED0D71BB34}"/>
                </a:ext>
              </a:extLst>
            </p:cNvPr>
            <p:cNvSpPr>
              <a:spLocks noGrp="1"/>
            </p:cNvSpPr>
            <p:nvPr/>
          </p:nvSpPr>
          <p:spPr>
            <a:xfrm>
              <a:off x="1410716" y="4898139"/>
              <a:ext cx="15896" cy="45742"/>
            </a:xfrm>
            <a:custGeom>
              <a:avLst/>
              <a:gdLst/>
              <a:ahLst/>
              <a:cxnLst/>
              <a:rect l="0" t="0" r="0" b="0"/>
              <a:pathLst>
                <a:path w="15896" h="45742">
                  <a:moveTo>
                    <a:pt x="0" y="45742"/>
                  </a:moveTo>
                  <a:lnTo>
                    <a:pt x="15896" y="0"/>
                  </a:lnTo>
                </a:path>
              </a:pathLst>
            </a:custGeom>
            <a:noFill/>
            <a:ln w="8096">
              <a:solidFill>
                <a:srgbClr val="90A2AE"/>
              </a:solidFill>
            </a:ln>
          </p:spPr>
        </p:sp>
        <p:sp>
          <p:nvSpPr>
            <p:cNvPr id="1298" name="Input_receptor__1297">
              <a:extLst>
                <a:ext uri="{FF2B5EF4-FFF2-40B4-BE49-F238E27FC236}">
                  <a16:creationId xmlns:a16="http://schemas.microsoft.com/office/drawing/2014/main" id="{02196EBC-3DE4-1BD0-F35F-974EC09F4981}"/>
                </a:ext>
              </a:extLst>
            </p:cNvPr>
            <p:cNvSpPr>
              <a:spLocks noGrp="1"/>
            </p:cNvSpPr>
            <p:nvPr/>
          </p:nvSpPr>
          <p:spPr>
            <a:xfrm>
              <a:off x="1304322" y="4395515"/>
              <a:ext cx="2152" cy="46986"/>
            </a:xfrm>
            <a:custGeom>
              <a:avLst/>
              <a:gdLst/>
              <a:ahLst/>
              <a:cxnLst/>
              <a:rect l="0" t="0" r="0" b="0"/>
              <a:pathLst>
                <a:path w="2152" h="46986">
                  <a:moveTo>
                    <a:pt x="0" y="0"/>
                  </a:moveTo>
                  <a:lnTo>
                    <a:pt x="2152" y="46986"/>
                  </a:lnTo>
                </a:path>
              </a:pathLst>
            </a:custGeom>
            <a:noFill/>
            <a:ln w="20003">
              <a:solidFill>
                <a:srgbClr val="91A2AE"/>
              </a:solidFill>
            </a:ln>
          </p:spPr>
        </p:sp>
        <p:sp>
          <p:nvSpPr>
            <p:cNvPr id="1299" name="Input_receptor__1298">
              <a:extLst>
                <a:ext uri="{FF2B5EF4-FFF2-40B4-BE49-F238E27FC236}">
                  <a16:creationId xmlns:a16="http://schemas.microsoft.com/office/drawing/2014/main" id="{14D6D62A-99DC-38C5-C520-9BDA2C41C66C}"/>
                </a:ext>
              </a:extLst>
            </p:cNvPr>
            <p:cNvSpPr>
              <a:spLocks noGrp="1"/>
            </p:cNvSpPr>
            <p:nvPr/>
          </p:nvSpPr>
          <p:spPr>
            <a:xfrm>
              <a:off x="974726" y="4425285"/>
              <a:ext cx="36564" cy="6815"/>
            </a:xfrm>
            <a:custGeom>
              <a:avLst/>
              <a:gdLst/>
              <a:ahLst/>
              <a:cxnLst/>
              <a:rect l="0" t="0" r="0" b="0"/>
              <a:pathLst>
                <a:path w="36564" h="6815">
                  <a:moveTo>
                    <a:pt x="0" y="6815"/>
                  </a:moveTo>
                  <a:lnTo>
                    <a:pt x="36564" y="0"/>
                  </a:lnTo>
                </a:path>
              </a:pathLst>
            </a:custGeom>
            <a:noFill/>
            <a:ln w="8096">
              <a:solidFill>
                <a:srgbClr val="91A2AE"/>
              </a:solidFill>
            </a:ln>
          </p:spPr>
        </p:sp>
        <p:sp>
          <p:nvSpPr>
            <p:cNvPr id="1300" name="Input_receptor__1299">
              <a:extLst>
                <a:ext uri="{FF2B5EF4-FFF2-40B4-BE49-F238E27FC236}">
                  <a16:creationId xmlns:a16="http://schemas.microsoft.com/office/drawing/2014/main" id="{9F9CBBB4-ADC7-5886-9E1D-C582B116D376}"/>
                </a:ext>
              </a:extLst>
            </p:cNvPr>
            <p:cNvSpPr>
              <a:spLocks noGrp="1"/>
            </p:cNvSpPr>
            <p:nvPr/>
          </p:nvSpPr>
          <p:spPr>
            <a:xfrm>
              <a:off x="1619347" y="4799062"/>
              <a:ext cx="38953" cy="19019"/>
            </a:xfrm>
            <a:custGeom>
              <a:avLst/>
              <a:gdLst/>
              <a:ahLst/>
              <a:cxnLst/>
              <a:rect l="0" t="0" r="0" b="0"/>
              <a:pathLst>
                <a:path w="38953" h="19019">
                  <a:moveTo>
                    <a:pt x="38953" y="19019"/>
                  </a:moveTo>
                  <a:lnTo>
                    <a:pt x="0" y="0"/>
                  </a:lnTo>
                </a:path>
              </a:pathLst>
            </a:custGeom>
            <a:noFill/>
            <a:ln w="20003">
              <a:solidFill>
                <a:srgbClr val="91A2AE"/>
              </a:solidFill>
            </a:ln>
          </p:spPr>
        </p:sp>
        <p:sp>
          <p:nvSpPr>
            <p:cNvPr id="1301" name="Input_receptor__1300">
              <a:extLst>
                <a:ext uri="{FF2B5EF4-FFF2-40B4-BE49-F238E27FC236}">
                  <a16:creationId xmlns:a16="http://schemas.microsoft.com/office/drawing/2014/main" id="{E179A8B8-0658-3BCB-BBE8-CF69153E47B1}"/>
                </a:ext>
              </a:extLst>
            </p:cNvPr>
            <p:cNvSpPr>
              <a:spLocks noGrp="1"/>
            </p:cNvSpPr>
            <p:nvPr/>
          </p:nvSpPr>
          <p:spPr>
            <a:xfrm>
              <a:off x="1153943" y="5022818"/>
              <a:ext cx="23841" cy="4628"/>
            </a:xfrm>
            <a:custGeom>
              <a:avLst/>
              <a:gdLst/>
              <a:ahLst/>
              <a:cxnLst/>
              <a:rect l="0" t="0" r="0" b="0"/>
              <a:pathLst>
                <a:path w="23841" h="4628">
                  <a:moveTo>
                    <a:pt x="0" y="0"/>
                  </a:moveTo>
                  <a:lnTo>
                    <a:pt x="23841" y="4628"/>
                  </a:lnTo>
                </a:path>
              </a:pathLst>
            </a:custGeom>
            <a:noFill/>
            <a:ln w="20003">
              <a:solidFill>
                <a:srgbClr val="91A2AE"/>
              </a:solidFill>
            </a:ln>
          </p:spPr>
        </p:sp>
        <p:sp>
          <p:nvSpPr>
            <p:cNvPr id="1302" name="Input_receptor__1301">
              <a:extLst>
                <a:ext uri="{FF2B5EF4-FFF2-40B4-BE49-F238E27FC236}">
                  <a16:creationId xmlns:a16="http://schemas.microsoft.com/office/drawing/2014/main" id="{775D1BF9-8CA5-42C5-D83F-F8C203791DCF}"/>
                </a:ext>
              </a:extLst>
            </p:cNvPr>
            <p:cNvSpPr>
              <a:spLocks noGrp="1"/>
            </p:cNvSpPr>
            <p:nvPr/>
          </p:nvSpPr>
          <p:spPr>
            <a:xfrm>
              <a:off x="943387" y="4408766"/>
              <a:ext cx="31339" cy="23334"/>
            </a:xfrm>
            <a:custGeom>
              <a:avLst/>
              <a:gdLst/>
              <a:ahLst/>
              <a:cxnLst/>
              <a:rect l="0" t="0" r="0" b="0"/>
              <a:pathLst>
                <a:path w="31339" h="23334">
                  <a:moveTo>
                    <a:pt x="0" y="0"/>
                  </a:moveTo>
                  <a:lnTo>
                    <a:pt x="31339" y="23334"/>
                  </a:lnTo>
                </a:path>
              </a:pathLst>
            </a:custGeom>
            <a:noFill/>
            <a:ln w="8096">
              <a:solidFill>
                <a:srgbClr val="91A2AE"/>
              </a:solidFill>
            </a:ln>
          </p:spPr>
        </p:sp>
        <p:sp>
          <p:nvSpPr>
            <p:cNvPr id="1303" name="Input_receptor__1302">
              <a:extLst>
                <a:ext uri="{FF2B5EF4-FFF2-40B4-BE49-F238E27FC236}">
                  <a16:creationId xmlns:a16="http://schemas.microsoft.com/office/drawing/2014/main" id="{843458D7-DE0C-9C38-9A68-26CFDE77206C}"/>
                </a:ext>
              </a:extLst>
            </p:cNvPr>
            <p:cNvSpPr>
              <a:spLocks noGrp="1"/>
            </p:cNvSpPr>
            <p:nvPr/>
          </p:nvSpPr>
          <p:spPr>
            <a:xfrm>
              <a:off x="779439" y="4472423"/>
              <a:ext cx="26171" cy="18680"/>
            </a:xfrm>
            <a:custGeom>
              <a:avLst/>
              <a:gdLst/>
              <a:ahLst/>
              <a:cxnLst/>
              <a:rect l="0" t="0" r="0" b="0"/>
              <a:pathLst>
                <a:path w="26171" h="18680">
                  <a:moveTo>
                    <a:pt x="26171" y="0"/>
                  </a:moveTo>
                  <a:lnTo>
                    <a:pt x="0" y="18680"/>
                  </a:lnTo>
                </a:path>
              </a:pathLst>
            </a:custGeom>
            <a:noFill/>
            <a:ln w="20003">
              <a:solidFill>
                <a:srgbClr val="91A2AE"/>
              </a:solidFill>
            </a:ln>
          </p:spPr>
        </p:sp>
        <p:sp>
          <p:nvSpPr>
            <p:cNvPr id="1304" name="Input_receptor__1303">
              <a:extLst>
                <a:ext uri="{FF2B5EF4-FFF2-40B4-BE49-F238E27FC236}">
                  <a16:creationId xmlns:a16="http://schemas.microsoft.com/office/drawing/2014/main" id="{300B84A3-4FB4-8641-0809-8B33E13E49C3}"/>
                </a:ext>
              </a:extLst>
            </p:cNvPr>
            <p:cNvSpPr>
              <a:spLocks noGrp="1"/>
            </p:cNvSpPr>
            <p:nvPr/>
          </p:nvSpPr>
          <p:spPr>
            <a:xfrm>
              <a:off x="711155" y="4648259"/>
              <a:ext cx="5960" cy="34384"/>
            </a:xfrm>
            <a:custGeom>
              <a:avLst/>
              <a:gdLst/>
              <a:ahLst/>
              <a:cxnLst/>
              <a:rect l="0" t="0" r="0" b="0"/>
              <a:pathLst>
                <a:path w="5960" h="34384">
                  <a:moveTo>
                    <a:pt x="5960" y="0"/>
                  </a:moveTo>
                  <a:lnTo>
                    <a:pt x="0" y="34384"/>
                  </a:lnTo>
                </a:path>
              </a:pathLst>
            </a:custGeom>
            <a:noFill/>
            <a:ln w="20003">
              <a:solidFill>
                <a:srgbClr val="91A2AE"/>
              </a:solidFill>
            </a:ln>
          </p:spPr>
        </p:sp>
        <p:sp>
          <p:nvSpPr>
            <p:cNvPr id="1305" name="Input_receptor__1304">
              <a:extLst>
                <a:ext uri="{FF2B5EF4-FFF2-40B4-BE49-F238E27FC236}">
                  <a16:creationId xmlns:a16="http://schemas.microsoft.com/office/drawing/2014/main" id="{B64EE0B0-07C2-283A-7280-A8BB5BC9787B}"/>
                </a:ext>
              </a:extLst>
            </p:cNvPr>
            <p:cNvSpPr>
              <a:spLocks noGrp="1"/>
            </p:cNvSpPr>
            <p:nvPr/>
          </p:nvSpPr>
          <p:spPr>
            <a:xfrm>
              <a:off x="768579" y="4593862"/>
              <a:ext cx="7068" cy="47090"/>
            </a:xfrm>
            <a:custGeom>
              <a:avLst/>
              <a:gdLst/>
              <a:ahLst/>
              <a:cxnLst/>
              <a:rect l="0" t="0" r="0" b="0"/>
              <a:pathLst>
                <a:path w="7068" h="47090">
                  <a:moveTo>
                    <a:pt x="0" y="0"/>
                  </a:moveTo>
                  <a:lnTo>
                    <a:pt x="7068" y="47090"/>
                  </a:lnTo>
                </a:path>
              </a:pathLst>
            </a:custGeom>
            <a:noFill/>
            <a:ln w="20003">
              <a:solidFill>
                <a:srgbClr val="91A2AE"/>
              </a:solidFill>
            </a:ln>
          </p:spPr>
        </p:sp>
        <p:sp>
          <p:nvSpPr>
            <p:cNvPr id="1306" name="Input_receptor__1305">
              <a:extLst>
                <a:ext uri="{FF2B5EF4-FFF2-40B4-BE49-F238E27FC236}">
                  <a16:creationId xmlns:a16="http://schemas.microsoft.com/office/drawing/2014/main" id="{0D0E4CF9-C75C-D014-AC58-9C86D9607D92}"/>
                </a:ext>
              </a:extLst>
            </p:cNvPr>
            <p:cNvSpPr>
              <a:spLocks noGrp="1"/>
            </p:cNvSpPr>
            <p:nvPr/>
          </p:nvSpPr>
          <p:spPr>
            <a:xfrm>
              <a:off x="1238019" y="4899595"/>
              <a:ext cx="27087" cy="38526"/>
            </a:xfrm>
            <a:custGeom>
              <a:avLst/>
              <a:gdLst/>
              <a:ahLst/>
              <a:cxnLst/>
              <a:rect l="0" t="0" r="0" b="0"/>
              <a:pathLst>
                <a:path w="27087" h="38526">
                  <a:moveTo>
                    <a:pt x="0" y="0"/>
                  </a:moveTo>
                  <a:lnTo>
                    <a:pt x="27087" y="38526"/>
                  </a:lnTo>
                </a:path>
              </a:pathLst>
            </a:custGeom>
            <a:noFill/>
            <a:ln w="20003">
              <a:solidFill>
                <a:srgbClr val="91A2AE"/>
              </a:solidFill>
            </a:ln>
          </p:spPr>
        </p:sp>
        <p:sp>
          <p:nvSpPr>
            <p:cNvPr id="1307" name="Input_receptor__1306">
              <a:extLst>
                <a:ext uri="{FF2B5EF4-FFF2-40B4-BE49-F238E27FC236}">
                  <a16:creationId xmlns:a16="http://schemas.microsoft.com/office/drawing/2014/main" id="{BBE228AE-A133-77BD-9829-522069CD4E0D}"/>
                </a:ext>
              </a:extLst>
            </p:cNvPr>
            <p:cNvSpPr>
              <a:spLocks noGrp="1"/>
            </p:cNvSpPr>
            <p:nvPr/>
          </p:nvSpPr>
          <p:spPr>
            <a:xfrm>
              <a:off x="1194299" y="4807637"/>
              <a:ext cx="16275" cy="39637"/>
            </a:xfrm>
            <a:custGeom>
              <a:avLst/>
              <a:gdLst/>
              <a:ahLst/>
              <a:cxnLst/>
              <a:rect l="0" t="0" r="0" b="0"/>
              <a:pathLst>
                <a:path w="16275" h="39637">
                  <a:moveTo>
                    <a:pt x="16275" y="39637"/>
                  </a:moveTo>
                  <a:lnTo>
                    <a:pt x="0" y="0"/>
                  </a:lnTo>
                </a:path>
              </a:pathLst>
            </a:custGeom>
            <a:noFill/>
            <a:ln w="20003">
              <a:solidFill>
                <a:srgbClr val="91A2AE"/>
              </a:solidFill>
            </a:ln>
          </p:spPr>
        </p:sp>
        <p:sp>
          <p:nvSpPr>
            <p:cNvPr id="1308" name="Input_receptor__1307">
              <a:extLst>
                <a:ext uri="{FF2B5EF4-FFF2-40B4-BE49-F238E27FC236}">
                  <a16:creationId xmlns:a16="http://schemas.microsoft.com/office/drawing/2014/main" id="{0C002985-96A7-98B7-E370-84967C2EAEE5}"/>
                </a:ext>
              </a:extLst>
            </p:cNvPr>
            <p:cNvSpPr>
              <a:spLocks noGrp="1"/>
            </p:cNvSpPr>
            <p:nvPr/>
          </p:nvSpPr>
          <p:spPr>
            <a:xfrm>
              <a:off x="713267" y="4615743"/>
              <a:ext cx="3848" cy="32516"/>
            </a:xfrm>
            <a:custGeom>
              <a:avLst/>
              <a:gdLst/>
              <a:ahLst/>
              <a:cxnLst/>
              <a:rect l="0" t="0" r="0" b="0"/>
              <a:pathLst>
                <a:path w="3848" h="32516">
                  <a:moveTo>
                    <a:pt x="0" y="0"/>
                  </a:moveTo>
                  <a:lnTo>
                    <a:pt x="3848" y="32516"/>
                  </a:lnTo>
                </a:path>
              </a:pathLst>
            </a:custGeom>
            <a:noFill/>
            <a:ln w="20003">
              <a:solidFill>
                <a:srgbClr val="91A2AE"/>
              </a:solidFill>
            </a:ln>
          </p:spPr>
        </p:sp>
        <p:sp>
          <p:nvSpPr>
            <p:cNvPr id="1309" name="Input_receptor__1308">
              <a:extLst>
                <a:ext uri="{FF2B5EF4-FFF2-40B4-BE49-F238E27FC236}">
                  <a16:creationId xmlns:a16="http://schemas.microsoft.com/office/drawing/2014/main" id="{2D31B031-990E-119E-709A-122C884C5255}"/>
                </a:ext>
              </a:extLst>
            </p:cNvPr>
            <p:cNvSpPr>
              <a:spLocks noGrp="1"/>
            </p:cNvSpPr>
            <p:nvPr/>
          </p:nvSpPr>
          <p:spPr>
            <a:xfrm>
              <a:off x="1387615" y="4515861"/>
              <a:ext cx="12061" cy="38945"/>
            </a:xfrm>
            <a:custGeom>
              <a:avLst/>
              <a:gdLst/>
              <a:ahLst/>
              <a:cxnLst/>
              <a:rect l="0" t="0" r="0" b="0"/>
              <a:pathLst>
                <a:path w="12061" h="38945">
                  <a:moveTo>
                    <a:pt x="0" y="38945"/>
                  </a:moveTo>
                  <a:lnTo>
                    <a:pt x="12061" y="0"/>
                  </a:lnTo>
                </a:path>
              </a:pathLst>
            </a:custGeom>
            <a:noFill/>
            <a:ln w="8096">
              <a:solidFill>
                <a:srgbClr val="91A2AE"/>
              </a:solidFill>
            </a:ln>
          </p:spPr>
        </p:sp>
        <p:sp>
          <p:nvSpPr>
            <p:cNvPr id="1310" name="Input_receptor__1309">
              <a:extLst>
                <a:ext uri="{FF2B5EF4-FFF2-40B4-BE49-F238E27FC236}">
                  <a16:creationId xmlns:a16="http://schemas.microsoft.com/office/drawing/2014/main" id="{94F7F6F8-A047-99CF-F2E7-46EA19C0D1E7}"/>
                </a:ext>
              </a:extLst>
            </p:cNvPr>
            <p:cNvSpPr>
              <a:spLocks noGrp="1"/>
            </p:cNvSpPr>
            <p:nvPr/>
          </p:nvSpPr>
          <p:spPr>
            <a:xfrm>
              <a:off x="921125" y="4873856"/>
              <a:ext cx="30947" cy="525"/>
            </a:xfrm>
            <a:custGeom>
              <a:avLst/>
              <a:gdLst/>
              <a:ahLst/>
              <a:cxnLst/>
              <a:rect l="0" t="0" r="0" b="0"/>
              <a:pathLst>
                <a:path w="30947" h="525">
                  <a:moveTo>
                    <a:pt x="0" y="525"/>
                  </a:moveTo>
                  <a:lnTo>
                    <a:pt x="30947" y="0"/>
                  </a:lnTo>
                </a:path>
              </a:pathLst>
            </a:custGeom>
            <a:noFill/>
            <a:ln w="8096">
              <a:solidFill>
                <a:srgbClr val="91A2AE"/>
              </a:solidFill>
            </a:ln>
          </p:spPr>
        </p:sp>
        <p:sp>
          <p:nvSpPr>
            <p:cNvPr id="1311" name="Input_receptor__1310">
              <a:extLst>
                <a:ext uri="{FF2B5EF4-FFF2-40B4-BE49-F238E27FC236}">
                  <a16:creationId xmlns:a16="http://schemas.microsoft.com/office/drawing/2014/main" id="{FE0B2683-7C46-CC69-63D7-1C4986C49198}"/>
                </a:ext>
              </a:extLst>
            </p:cNvPr>
            <p:cNvSpPr>
              <a:spLocks noGrp="1"/>
            </p:cNvSpPr>
            <p:nvPr/>
          </p:nvSpPr>
          <p:spPr>
            <a:xfrm>
              <a:off x="1005888" y="4788896"/>
              <a:ext cx="28348" cy="16245"/>
            </a:xfrm>
            <a:custGeom>
              <a:avLst/>
              <a:gdLst/>
              <a:ahLst/>
              <a:cxnLst/>
              <a:rect l="0" t="0" r="0" b="0"/>
              <a:pathLst>
                <a:path w="28348" h="16245">
                  <a:moveTo>
                    <a:pt x="28348" y="0"/>
                  </a:moveTo>
                  <a:lnTo>
                    <a:pt x="0" y="16245"/>
                  </a:lnTo>
                </a:path>
              </a:pathLst>
            </a:custGeom>
            <a:noFill/>
            <a:ln w="8096">
              <a:solidFill>
                <a:srgbClr val="91A2AE"/>
              </a:solidFill>
            </a:ln>
          </p:spPr>
        </p:sp>
        <p:sp>
          <p:nvSpPr>
            <p:cNvPr id="1312" name="Input_receptor__1311">
              <a:extLst>
                <a:ext uri="{FF2B5EF4-FFF2-40B4-BE49-F238E27FC236}">
                  <a16:creationId xmlns:a16="http://schemas.microsoft.com/office/drawing/2014/main" id="{E724048F-7C53-A18F-4FF3-B75E2402B5AA}"/>
                </a:ext>
              </a:extLst>
            </p:cNvPr>
            <p:cNvSpPr>
              <a:spLocks noGrp="1"/>
            </p:cNvSpPr>
            <p:nvPr/>
          </p:nvSpPr>
          <p:spPr>
            <a:xfrm>
              <a:off x="1586781" y="4319967"/>
              <a:ext cx="10222" cy="33589"/>
            </a:xfrm>
            <a:custGeom>
              <a:avLst/>
              <a:gdLst/>
              <a:ahLst/>
              <a:cxnLst/>
              <a:rect l="0" t="0" r="0" b="0"/>
              <a:pathLst>
                <a:path w="10222" h="33589">
                  <a:moveTo>
                    <a:pt x="0" y="33589"/>
                  </a:moveTo>
                  <a:lnTo>
                    <a:pt x="10222" y="0"/>
                  </a:lnTo>
                </a:path>
              </a:pathLst>
            </a:custGeom>
            <a:noFill/>
            <a:ln w="8096">
              <a:solidFill>
                <a:srgbClr val="91A2AE"/>
              </a:solidFill>
            </a:ln>
          </p:spPr>
        </p:sp>
        <p:sp>
          <p:nvSpPr>
            <p:cNvPr id="1313" name="Input_receptor__1312">
              <a:extLst>
                <a:ext uri="{FF2B5EF4-FFF2-40B4-BE49-F238E27FC236}">
                  <a16:creationId xmlns:a16="http://schemas.microsoft.com/office/drawing/2014/main" id="{7F93E14D-2E17-F807-CDF9-C31D2D33C877}"/>
                </a:ext>
              </a:extLst>
            </p:cNvPr>
            <p:cNvSpPr>
              <a:spLocks noGrp="1"/>
            </p:cNvSpPr>
            <p:nvPr/>
          </p:nvSpPr>
          <p:spPr>
            <a:xfrm>
              <a:off x="1584104" y="4353556"/>
              <a:ext cx="2677" cy="34367"/>
            </a:xfrm>
            <a:custGeom>
              <a:avLst/>
              <a:gdLst/>
              <a:ahLst/>
              <a:cxnLst/>
              <a:rect l="0" t="0" r="0" b="0"/>
              <a:pathLst>
                <a:path w="2677" h="34367">
                  <a:moveTo>
                    <a:pt x="0" y="34367"/>
                  </a:moveTo>
                  <a:lnTo>
                    <a:pt x="2677" y="0"/>
                  </a:lnTo>
                </a:path>
              </a:pathLst>
            </a:custGeom>
            <a:noFill/>
            <a:ln w="8096">
              <a:solidFill>
                <a:srgbClr val="91A2AE"/>
              </a:solidFill>
            </a:ln>
          </p:spPr>
        </p:sp>
        <p:sp>
          <p:nvSpPr>
            <p:cNvPr id="1314" name="Input_receptor__1313">
              <a:extLst>
                <a:ext uri="{FF2B5EF4-FFF2-40B4-BE49-F238E27FC236}">
                  <a16:creationId xmlns:a16="http://schemas.microsoft.com/office/drawing/2014/main" id="{EA4524B4-B90B-D40D-486A-02278676E436}"/>
                </a:ext>
              </a:extLst>
            </p:cNvPr>
            <p:cNvSpPr>
              <a:spLocks noGrp="1"/>
            </p:cNvSpPr>
            <p:nvPr/>
          </p:nvSpPr>
          <p:spPr>
            <a:xfrm>
              <a:off x="1178951" y="4251039"/>
              <a:ext cx="41621" cy="22088"/>
            </a:xfrm>
            <a:custGeom>
              <a:avLst/>
              <a:gdLst/>
              <a:ahLst/>
              <a:cxnLst/>
              <a:rect l="0" t="0" r="0" b="0"/>
              <a:pathLst>
                <a:path w="41621" h="22088">
                  <a:moveTo>
                    <a:pt x="0" y="22088"/>
                  </a:moveTo>
                  <a:lnTo>
                    <a:pt x="41621" y="0"/>
                  </a:lnTo>
                </a:path>
              </a:pathLst>
            </a:custGeom>
            <a:noFill/>
            <a:ln w="8096">
              <a:solidFill>
                <a:srgbClr val="91A2AE"/>
              </a:solidFill>
            </a:ln>
          </p:spPr>
        </p:sp>
        <p:sp>
          <p:nvSpPr>
            <p:cNvPr id="1315" name="Input_receptor__1314">
              <a:extLst>
                <a:ext uri="{FF2B5EF4-FFF2-40B4-BE49-F238E27FC236}">
                  <a16:creationId xmlns:a16="http://schemas.microsoft.com/office/drawing/2014/main" id="{4A0A9891-FAD6-094E-9995-0AC18D0E1A2B}"/>
                </a:ext>
              </a:extLst>
            </p:cNvPr>
            <p:cNvSpPr>
              <a:spLocks noGrp="1"/>
            </p:cNvSpPr>
            <p:nvPr/>
          </p:nvSpPr>
          <p:spPr>
            <a:xfrm>
              <a:off x="1541035" y="4945186"/>
              <a:ext cx="46426" cy="2725"/>
            </a:xfrm>
            <a:custGeom>
              <a:avLst/>
              <a:gdLst/>
              <a:ahLst/>
              <a:cxnLst/>
              <a:rect l="0" t="0" r="0" b="0"/>
              <a:pathLst>
                <a:path w="46426" h="2725">
                  <a:moveTo>
                    <a:pt x="0" y="0"/>
                  </a:moveTo>
                  <a:lnTo>
                    <a:pt x="46426" y="2725"/>
                  </a:lnTo>
                </a:path>
              </a:pathLst>
            </a:custGeom>
            <a:noFill/>
            <a:ln w="20003">
              <a:solidFill>
                <a:srgbClr val="91A2AE"/>
              </a:solidFill>
            </a:ln>
          </p:spPr>
        </p:sp>
        <p:sp>
          <p:nvSpPr>
            <p:cNvPr id="1316" name="Input_receptor__1315">
              <a:extLst>
                <a:ext uri="{FF2B5EF4-FFF2-40B4-BE49-F238E27FC236}">
                  <a16:creationId xmlns:a16="http://schemas.microsoft.com/office/drawing/2014/main" id="{044B0276-B8B5-94FF-D0D6-0417DD27B0F3}"/>
                </a:ext>
              </a:extLst>
            </p:cNvPr>
            <p:cNvSpPr>
              <a:spLocks noGrp="1"/>
            </p:cNvSpPr>
            <p:nvPr/>
          </p:nvSpPr>
          <p:spPr>
            <a:xfrm>
              <a:off x="1489225" y="4191948"/>
              <a:ext cx="6016" cy="44924"/>
            </a:xfrm>
            <a:custGeom>
              <a:avLst/>
              <a:gdLst/>
              <a:ahLst/>
              <a:cxnLst/>
              <a:rect l="0" t="0" r="0" b="0"/>
              <a:pathLst>
                <a:path w="6016" h="44924">
                  <a:moveTo>
                    <a:pt x="6016" y="0"/>
                  </a:moveTo>
                  <a:lnTo>
                    <a:pt x="0" y="44924"/>
                  </a:lnTo>
                </a:path>
              </a:pathLst>
            </a:custGeom>
            <a:noFill/>
            <a:ln w="20003">
              <a:solidFill>
                <a:srgbClr val="91A2AE"/>
              </a:solidFill>
            </a:ln>
          </p:spPr>
        </p:sp>
        <p:sp>
          <p:nvSpPr>
            <p:cNvPr id="1317" name="Input_receptor__1316">
              <a:extLst>
                <a:ext uri="{FF2B5EF4-FFF2-40B4-BE49-F238E27FC236}">
                  <a16:creationId xmlns:a16="http://schemas.microsoft.com/office/drawing/2014/main" id="{56EC5EDC-1A1D-17BF-8A8E-3DFE18888B96}"/>
                </a:ext>
              </a:extLst>
            </p:cNvPr>
            <p:cNvSpPr>
              <a:spLocks noGrp="1"/>
            </p:cNvSpPr>
            <p:nvPr/>
          </p:nvSpPr>
          <p:spPr>
            <a:xfrm>
              <a:off x="987118" y="5135902"/>
              <a:ext cx="46144" cy="2383"/>
            </a:xfrm>
            <a:custGeom>
              <a:avLst/>
              <a:gdLst/>
              <a:ahLst/>
              <a:cxnLst/>
              <a:rect l="0" t="0" r="0" b="0"/>
              <a:pathLst>
                <a:path w="46144" h="2383">
                  <a:moveTo>
                    <a:pt x="0" y="2383"/>
                  </a:moveTo>
                  <a:lnTo>
                    <a:pt x="46144" y="0"/>
                  </a:lnTo>
                </a:path>
              </a:pathLst>
            </a:custGeom>
            <a:noFill/>
            <a:ln w="8096">
              <a:solidFill>
                <a:srgbClr val="91A2AE"/>
              </a:solidFill>
            </a:ln>
          </p:spPr>
        </p:sp>
        <p:sp>
          <p:nvSpPr>
            <p:cNvPr id="1318" name="Input_receptor__1317">
              <a:extLst>
                <a:ext uri="{FF2B5EF4-FFF2-40B4-BE49-F238E27FC236}">
                  <a16:creationId xmlns:a16="http://schemas.microsoft.com/office/drawing/2014/main" id="{776CEC10-9A4E-15A4-7B1B-4E41ADED7490}"/>
                </a:ext>
              </a:extLst>
            </p:cNvPr>
            <p:cNvSpPr>
              <a:spLocks noGrp="1"/>
            </p:cNvSpPr>
            <p:nvPr/>
          </p:nvSpPr>
          <p:spPr>
            <a:xfrm>
              <a:off x="1135957" y="4586338"/>
              <a:ext cx="22591" cy="22932"/>
            </a:xfrm>
            <a:custGeom>
              <a:avLst/>
              <a:gdLst/>
              <a:ahLst/>
              <a:cxnLst/>
              <a:rect l="0" t="0" r="0" b="0"/>
              <a:pathLst>
                <a:path w="22591" h="22932">
                  <a:moveTo>
                    <a:pt x="22591" y="0"/>
                  </a:moveTo>
                  <a:lnTo>
                    <a:pt x="0" y="22932"/>
                  </a:lnTo>
                </a:path>
              </a:pathLst>
            </a:custGeom>
            <a:noFill/>
            <a:ln w="8096">
              <a:solidFill>
                <a:srgbClr val="91A2AE"/>
              </a:solidFill>
            </a:ln>
          </p:spPr>
        </p:sp>
        <p:sp>
          <p:nvSpPr>
            <p:cNvPr id="1319" name="Input_receptor__1318">
              <a:extLst>
                <a:ext uri="{FF2B5EF4-FFF2-40B4-BE49-F238E27FC236}">
                  <a16:creationId xmlns:a16="http://schemas.microsoft.com/office/drawing/2014/main" id="{4678D37E-F1FE-ECF4-D82C-6A68CFA153D8}"/>
                </a:ext>
              </a:extLst>
            </p:cNvPr>
            <p:cNvSpPr>
              <a:spLocks noGrp="1"/>
            </p:cNvSpPr>
            <p:nvPr/>
          </p:nvSpPr>
          <p:spPr>
            <a:xfrm>
              <a:off x="1148320" y="4745900"/>
              <a:ext cx="8113" cy="212"/>
            </a:xfrm>
            <a:custGeom>
              <a:avLst/>
              <a:gdLst/>
              <a:ahLst/>
              <a:cxnLst/>
              <a:rect l="0" t="0" r="0" b="0"/>
              <a:pathLst>
                <a:path w="8113" h="212">
                  <a:moveTo>
                    <a:pt x="8113" y="212"/>
                  </a:moveTo>
                  <a:lnTo>
                    <a:pt x="0" y="0"/>
                  </a:lnTo>
                </a:path>
              </a:pathLst>
            </a:custGeom>
            <a:noFill/>
            <a:ln w="20003">
              <a:solidFill>
                <a:srgbClr val="91A2AE"/>
              </a:solidFill>
            </a:ln>
          </p:spPr>
        </p:sp>
        <p:sp>
          <p:nvSpPr>
            <p:cNvPr id="1320" name="Input_receptor__1319">
              <a:extLst>
                <a:ext uri="{FF2B5EF4-FFF2-40B4-BE49-F238E27FC236}">
                  <a16:creationId xmlns:a16="http://schemas.microsoft.com/office/drawing/2014/main" id="{822E4A57-D2BB-0CC7-DAB0-0991454C7984}"/>
                </a:ext>
              </a:extLst>
            </p:cNvPr>
            <p:cNvSpPr>
              <a:spLocks noGrp="1"/>
            </p:cNvSpPr>
            <p:nvPr/>
          </p:nvSpPr>
          <p:spPr>
            <a:xfrm>
              <a:off x="1515381" y="5020929"/>
              <a:ext cx="46725" cy="1522"/>
            </a:xfrm>
            <a:custGeom>
              <a:avLst/>
              <a:gdLst/>
              <a:ahLst/>
              <a:cxnLst/>
              <a:rect l="0" t="0" r="0" b="0"/>
              <a:pathLst>
                <a:path w="46725" h="1522">
                  <a:moveTo>
                    <a:pt x="46725" y="1522"/>
                  </a:moveTo>
                  <a:lnTo>
                    <a:pt x="0" y="0"/>
                  </a:lnTo>
                </a:path>
              </a:pathLst>
            </a:custGeom>
            <a:noFill/>
            <a:ln w="20003">
              <a:solidFill>
                <a:srgbClr val="91A2AE"/>
              </a:solidFill>
            </a:ln>
          </p:spPr>
        </p:sp>
        <p:sp>
          <p:nvSpPr>
            <p:cNvPr id="1321" name="Input_receptor__1320">
              <a:extLst>
                <a:ext uri="{FF2B5EF4-FFF2-40B4-BE49-F238E27FC236}">
                  <a16:creationId xmlns:a16="http://schemas.microsoft.com/office/drawing/2014/main" id="{376F7EA2-7C46-7AE2-C6CF-13EE5966E4CC}"/>
                </a:ext>
              </a:extLst>
            </p:cNvPr>
            <p:cNvSpPr>
              <a:spLocks noGrp="1"/>
            </p:cNvSpPr>
            <p:nvPr/>
          </p:nvSpPr>
          <p:spPr>
            <a:xfrm>
              <a:off x="779999" y="4429012"/>
              <a:ext cx="7432" cy="2319"/>
            </a:xfrm>
            <a:custGeom>
              <a:avLst/>
              <a:gdLst/>
              <a:ahLst/>
              <a:cxnLst/>
              <a:rect l="0" t="0" r="0" b="0"/>
              <a:pathLst>
                <a:path w="7432" h="2319">
                  <a:moveTo>
                    <a:pt x="7432" y="0"/>
                  </a:moveTo>
                  <a:lnTo>
                    <a:pt x="0" y="2319"/>
                  </a:lnTo>
                </a:path>
              </a:pathLst>
            </a:custGeom>
            <a:noFill/>
            <a:ln w="20003">
              <a:solidFill>
                <a:srgbClr val="91A2AE"/>
              </a:solidFill>
            </a:ln>
          </p:spPr>
        </p:sp>
        <p:sp>
          <p:nvSpPr>
            <p:cNvPr id="1322" name="Input_receptor__1321">
              <a:extLst>
                <a:ext uri="{FF2B5EF4-FFF2-40B4-BE49-F238E27FC236}">
                  <a16:creationId xmlns:a16="http://schemas.microsoft.com/office/drawing/2014/main" id="{2FAA8375-EB2B-1584-6C0B-EF57547ADB61}"/>
                </a:ext>
              </a:extLst>
            </p:cNvPr>
            <p:cNvSpPr>
              <a:spLocks noGrp="1"/>
            </p:cNvSpPr>
            <p:nvPr/>
          </p:nvSpPr>
          <p:spPr>
            <a:xfrm>
              <a:off x="738651" y="4476789"/>
              <a:ext cx="40787" cy="14314"/>
            </a:xfrm>
            <a:custGeom>
              <a:avLst/>
              <a:gdLst/>
              <a:ahLst/>
              <a:cxnLst/>
              <a:rect l="0" t="0" r="0" b="0"/>
              <a:pathLst>
                <a:path w="40787" h="14314">
                  <a:moveTo>
                    <a:pt x="40787" y="14314"/>
                  </a:moveTo>
                  <a:lnTo>
                    <a:pt x="0" y="0"/>
                  </a:lnTo>
                </a:path>
              </a:pathLst>
            </a:custGeom>
            <a:noFill/>
            <a:ln w="20003">
              <a:solidFill>
                <a:srgbClr val="91A2AE"/>
              </a:solidFill>
            </a:ln>
          </p:spPr>
        </p:sp>
        <p:sp>
          <p:nvSpPr>
            <p:cNvPr id="1323" name="Input_receptor__1322">
              <a:extLst>
                <a:ext uri="{FF2B5EF4-FFF2-40B4-BE49-F238E27FC236}">
                  <a16:creationId xmlns:a16="http://schemas.microsoft.com/office/drawing/2014/main" id="{2145DBA1-E744-EFB6-39B6-7CE7BFED860E}"/>
                </a:ext>
              </a:extLst>
            </p:cNvPr>
            <p:cNvSpPr>
              <a:spLocks noGrp="1"/>
            </p:cNvSpPr>
            <p:nvPr/>
          </p:nvSpPr>
          <p:spPr>
            <a:xfrm>
              <a:off x="1061204" y="4616109"/>
              <a:ext cx="31279" cy="32133"/>
            </a:xfrm>
            <a:custGeom>
              <a:avLst/>
              <a:gdLst/>
              <a:ahLst/>
              <a:cxnLst/>
              <a:rect l="0" t="0" r="0" b="0"/>
              <a:pathLst>
                <a:path w="31279" h="32133">
                  <a:moveTo>
                    <a:pt x="31279" y="0"/>
                  </a:moveTo>
                  <a:lnTo>
                    <a:pt x="0" y="32133"/>
                  </a:lnTo>
                </a:path>
              </a:pathLst>
            </a:custGeom>
            <a:noFill/>
            <a:ln w="8096">
              <a:solidFill>
                <a:srgbClr val="91A2AE"/>
              </a:solidFill>
            </a:ln>
          </p:spPr>
        </p:sp>
        <p:sp>
          <p:nvSpPr>
            <p:cNvPr id="1324" name="Input_receptor__1323">
              <a:extLst>
                <a:ext uri="{FF2B5EF4-FFF2-40B4-BE49-F238E27FC236}">
                  <a16:creationId xmlns:a16="http://schemas.microsoft.com/office/drawing/2014/main" id="{8EC4ABAD-6414-F546-27C5-543ECD6CF479}"/>
                </a:ext>
              </a:extLst>
            </p:cNvPr>
            <p:cNvSpPr>
              <a:spLocks noGrp="1"/>
            </p:cNvSpPr>
            <p:nvPr/>
          </p:nvSpPr>
          <p:spPr>
            <a:xfrm>
              <a:off x="1304322" y="4386634"/>
              <a:ext cx="28802" cy="8881"/>
            </a:xfrm>
            <a:custGeom>
              <a:avLst/>
              <a:gdLst/>
              <a:ahLst/>
              <a:cxnLst/>
              <a:rect l="0" t="0" r="0" b="0"/>
              <a:pathLst>
                <a:path w="28802" h="8881">
                  <a:moveTo>
                    <a:pt x="28802" y="0"/>
                  </a:moveTo>
                  <a:lnTo>
                    <a:pt x="0" y="8881"/>
                  </a:lnTo>
                </a:path>
              </a:pathLst>
            </a:custGeom>
            <a:noFill/>
            <a:ln w="20003">
              <a:solidFill>
                <a:srgbClr val="91A3AE"/>
              </a:solidFill>
            </a:ln>
          </p:spPr>
        </p:sp>
        <p:sp>
          <p:nvSpPr>
            <p:cNvPr id="1325" name="Input_receptor__1324">
              <a:extLst>
                <a:ext uri="{FF2B5EF4-FFF2-40B4-BE49-F238E27FC236}">
                  <a16:creationId xmlns:a16="http://schemas.microsoft.com/office/drawing/2014/main" id="{D6280146-5B8C-4847-7B3F-5C60E91CCBAF}"/>
                </a:ext>
              </a:extLst>
            </p:cNvPr>
            <p:cNvSpPr>
              <a:spLocks noGrp="1"/>
            </p:cNvSpPr>
            <p:nvPr/>
          </p:nvSpPr>
          <p:spPr>
            <a:xfrm>
              <a:off x="935499" y="4330541"/>
              <a:ext cx="14626" cy="41194"/>
            </a:xfrm>
            <a:custGeom>
              <a:avLst/>
              <a:gdLst/>
              <a:ahLst/>
              <a:cxnLst/>
              <a:rect l="0" t="0" r="0" b="0"/>
              <a:pathLst>
                <a:path w="14626" h="41194">
                  <a:moveTo>
                    <a:pt x="0" y="0"/>
                  </a:moveTo>
                  <a:lnTo>
                    <a:pt x="14626" y="41194"/>
                  </a:lnTo>
                </a:path>
              </a:pathLst>
            </a:custGeom>
            <a:noFill/>
            <a:ln w="8096">
              <a:solidFill>
                <a:srgbClr val="91A3AE"/>
              </a:solidFill>
            </a:ln>
          </p:spPr>
        </p:sp>
        <p:sp>
          <p:nvSpPr>
            <p:cNvPr id="1326" name="Input_receptor__1325">
              <a:extLst>
                <a:ext uri="{FF2B5EF4-FFF2-40B4-BE49-F238E27FC236}">
                  <a16:creationId xmlns:a16="http://schemas.microsoft.com/office/drawing/2014/main" id="{82D7184E-2566-F273-8504-9FF703549D24}"/>
                </a:ext>
              </a:extLst>
            </p:cNvPr>
            <p:cNvSpPr>
              <a:spLocks noGrp="1"/>
            </p:cNvSpPr>
            <p:nvPr/>
          </p:nvSpPr>
          <p:spPr>
            <a:xfrm>
              <a:off x="935499" y="4307346"/>
              <a:ext cx="36895" cy="23195"/>
            </a:xfrm>
            <a:custGeom>
              <a:avLst/>
              <a:gdLst/>
              <a:ahLst/>
              <a:cxnLst/>
              <a:rect l="0" t="0" r="0" b="0"/>
              <a:pathLst>
                <a:path w="36895" h="23195">
                  <a:moveTo>
                    <a:pt x="36895" y="0"/>
                  </a:moveTo>
                  <a:lnTo>
                    <a:pt x="0" y="23195"/>
                  </a:lnTo>
                </a:path>
              </a:pathLst>
            </a:custGeom>
            <a:noFill/>
            <a:ln w="8096">
              <a:solidFill>
                <a:srgbClr val="92A3AE"/>
              </a:solidFill>
            </a:ln>
          </p:spPr>
        </p:sp>
        <p:sp>
          <p:nvSpPr>
            <p:cNvPr id="1327" name="Input_receptor__1326">
              <a:extLst>
                <a:ext uri="{FF2B5EF4-FFF2-40B4-BE49-F238E27FC236}">
                  <a16:creationId xmlns:a16="http://schemas.microsoft.com/office/drawing/2014/main" id="{2351976B-D940-BA84-B6CC-4B8E3E0CC00F}"/>
                </a:ext>
              </a:extLst>
            </p:cNvPr>
            <p:cNvSpPr>
              <a:spLocks noGrp="1"/>
            </p:cNvSpPr>
            <p:nvPr/>
          </p:nvSpPr>
          <p:spPr>
            <a:xfrm>
              <a:off x="950125" y="4367295"/>
              <a:ext cx="44812" cy="4440"/>
            </a:xfrm>
            <a:custGeom>
              <a:avLst/>
              <a:gdLst/>
              <a:ahLst/>
              <a:cxnLst/>
              <a:rect l="0" t="0" r="0" b="0"/>
              <a:pathLst>
                <a:path w="44812" h="4440">
                  <a:moveTo>
                    <a:pt x="0" y="4440"/>
                  </a:moveTo>
                  <a:lnTo>
                    <a:pt x="44812" y="0"/>
                  </a:lnTo>
                </a:path>
              </a:pathLst>
            </a:custGeom>
            <a:noFill/>
            <a:ln w="20003">
              <a:solidFill>
                <a:srgbClr val="92A3AE"/>
              </a:solidFill>
            </a:ln>
          </p:spPr>
        </p:sp>
        <p:sp>
          <p:nvSpPr>
            <p:cNvPr id="1328" name="Input_receptor__1327">
              <a:extLst>
                <a:ext uri="{FF2B5EF4-FFF2-40B4-BE49-F238E27FC236}">
                  <a16:creationId xmlns:a16="http://schemas.microsoft.com/office/drawing/2014/main" id="{A147BD48-373B-788D-E95C-02A579D694D3}"/>
                </a:ext>
              </a:extLst>
            </p:cNvPr>
            <p:cNvSpPr>
              <a:spLocks noGrp="1"/>
            </p:cNvSpPr>
            <p:nvPr/>
          </p:nvSpPr>
          <p:spPr>
            <a:xfrm>
              <a:off x="1625112" y="4286599"/>
              <a:ext cx="39756" cy="381"/>
            </a:xfrm>
            <a:custGeom>
              <a:avLst/>
              <a:gdLst/>
              <a:ahLst/>
              <a:cxnLst/>
              <a:rect l="0" t="0" r="0" b="0"/>
              <a:pathLst>
                <a:path w="39756" h="381">
                  <a:moveTo>
                    <a:pt x="39756" y="0"/>
                  </a:moveTo>
                  <a:lnTo>
                    <a:pt x="0" y="381"/>
                  </a:lnTo>
                </a:path>
              </a:pathLst>
            </a:custGeom>
            <a:noFill/>
            <a:ln w="8096">
              <a:solidFill>
                <a:srgbClr val="92A3AE"/>
              </a:solidFill>
            </a:ln>
          </p:spPr>
        </p:sp>
        <p:sp>
          <p:nvSpPr>
            <p:cNvPr id="1329" name="Input_receptor__1328">
              <a:extLst>
                <a:ext uri="{FF2B5EF4-FFF2-40B4-BE49-F238E27FC236}">
                  <a16:creationId xmlns:a16="http://schemas.microsoft.com/office/drawing/2014/main" id="{1B3412CC-7DFF-6D46-D818-BD0CA33FB5F6}"/>
                </a:ext>
              </a:extLst>
            </p:cNvPr>
            <p:cNvSpPr>
              <a:spLocks noGrp="1"/>
            </p:cNvSpPr>
            <p:nvPr/>
          </p:nvSpPr>
          <p:spPr>
            <a:xfrm>
              <a:off x="974865" y="4636638"/>
              <a:ext cx="21525" cy="42750"/>
            </a:xfrm>
            <a:custGeom>
              <a:avLst/>
              <a:gdLst/>
              <a:ahLst/>
              <a:cxnLst/>
              <a:rect l="0" t="0" r="0" b="0"/>
              <a:pathLst>
                <a:path w="21525" h="42750">
                  <a:moveTo>
                    <a:pt x="0" y="42750"/>
                  </a:moveTo>
                  <a:lnTo>
                    <a:pt x="21525" y="0"/>
                  </a:lnTo>
                </a:path>
              </a:pathLst>
            </a:custGeom>
            <a:noFill/>
            <a:ln w="20003">
              <a:solidFill>
                <a:srgbClr val="92A3AE"/>
              </a:solidFill>
            </a:ln>
          </p:spPr>
        </p:sp>
        <p:sp>
          <p:nvSpPr>
            <p:cNvPr id="1330" name="Input_receptor__1329">
              <a:extLst>
                <a:ext uri="{FF2B5EF4-FFF2-40B4-BE49-F238E27FC236}">
                  <a16:creationId xmlns:a16="http://schemas.microsoft.com/office/drawing/2014/main" id="{5D87731A-F165-FD69-EFC7-23D63A5763B9}"/>
                </a:ext>
              </a:extLst>
            </p:cNvPr>
            <p:cNvSpPr>
              <a:spLocks noGrp="1"/>
            </p:cNvSpPr>
            <p:nvPr/>
          </p:nvSpPr>
          <p:spPr>
            <a:xfrm>
              <a:off x="1621191" y="4725284"/>
              <a:ext cx="12725" cy="22086"/>
            </a:xfrm>
            <a:custGeom>
              <a:avLst/>
              <a:gdLst/>
              <a:ahLst/>
              <a:cxnLst/>
              <a:rect l="0" t="0" r="0" b="0"/>
              <a:pathLst>
                <a:path w="12725" h="22086">
                  <a:moveTo>
                    <a:pt x="0" y="0"/>
                  </a:moveTo>
                  <a:lnTo>
                    <a:pt x="12725" y="22086"/>
                  </a:lnTo>
                </a:path>
              </a:pathLst>
            </a:custGeom>
            <a:noFill/>
            <a:ln w="20003">
              <a:solidFill>
                <a:srgbClr val="92A3AE"/>
              </a:solidFill>
            </a:ln>
          </p:spPr>
        </p:sp>
        <p:sp>
          <p:nvSpPr>
            <p:cNvPr id="1331" name="Input_receptor__1330">
              <a:extLst>
                <a:ext uri="{FF2B5EF4-FFF2-40B4-BE49-F238E27FC236}">
                  <a16:creationId xmlns:a16="http://schemas.microsoft.com/office/drawing/2014/main" id="{FE7DCB98-A181-AF76-7640-204CBDE02719}"/>
                </a:ext>
              </a:extLst>
            </p:cNvPr>
            <p:cNvSpPr>
              <a:spLocks noGrp="1"/>
            </p:cNvSpPr>
            <p:nvPr/>
          </p:nvSpPr>
          <p:spPr>
            <a:xfrm>
              <a:off x="945663" y="5136102"/>
              <a:ext cx="41455" cy="2182"/>
            </a:xfrm>
            <a:custGeom>
              <a:avLst/>
              <a:gdLst/>
              <a:ahLst/>
              <a:cxnLst/>
              <a:rect l="0" t="0" r="0" b="0"/>
              <a:pathLst>
                <a:path w="41455" h="2182">
                  <a:moveTo>
                    <a:pt x="0" y="0"/>
                  </a:moveTo>
                  <a:lnTo>
                    <a:pt x="41455" y="2182"/>
                  </a:lnTo>
                </a:path>
              </a:pathLst>
            </a:custGeom>
            <a:noFill/>
            <a:ln w="8096">
              <a:solidFill>
                <a:srgbClr val="92A3AE"/>
              </a:solidFill>
            </a:ln>
          </p:spPr>
        </p:sp>
        <p:sp>
          <p:nvSpPr>
            <p:cNvPr id="1332" name="Input_receptor__1331">
              <a:extLst>
                <a:ext uri="{FF2B5EF4-FFF2-40B4-BE49-F238E27FC236}">
                  <a16:creationId xmlns:a16="http://schemas.microsoft.com/office/drawing/2014/main" id="{1BA3C591-1C30-EA7D-2E99-DA896958E3EC}"/>
                </a:ext>
              </a:extLst>
            </p:cNvPr>
            <p:cNvSpPr>
              <a:spLocks noGrp="1"/>
            </p:cNvSpPr>
            <p:nvPr/>
          </p:nvSpPr>
          <p:spPr>
            <a:xfrm>
              <a:off x="1590027" y="4799062"/>
              <a:ext cx="29320" cy="38344"/>
            </a:xfrm>
            <a:custGeom>
              <a:avLst/>
              <a:gdLst/>
              <a:ahLst/>
              <a:cxnLst/>
              <a:rect l="0" t="0" r="0" b="0"/>
              <a:pathLst>
                <a:path w="29320" h="38344">
                  <a:moveTo>
                    <a:pt x="29320" y="0"/>
                  </a:moveTo>
                  <a:lnTo>
                    <a:pt x="0" y="38344"/>
                  </a:lnTo>
                </a:path>
              </a:pathLst>
            </a:custGeom>
            <a:noFill/>
            <a:ln w="20003">
              <a:solidFill>
                <a:srgbClr val="92A3AE"/>
              </a:solidFill>
            </a:ln>
          </p:spPr>
        </p:sp>
        <p:sp>
          <p:nvSpPr>
            <p:cNvPr id="1333" name="Input_receptor__1332">
              <a:extLst>
                <a:ext uri="{FF2B5EF4-FFF2-40B4-BE49-F238E27FC236}">
                  <a16:creationId xmlns:a16="http://schemas.microsoft.com/office/drawing/2014/main" id="{D2564E38-F87B-F89A-96CB-56F0EF8E9B99}"/>
                </a:ext>
              </a:extLst>
            </p:cNvPr>
            <p:cNvSpPr>
              <a:spLocks noGrp="1"/>
            </p:cNvSpPr>
            <p:nvPr/>
          </p:nvSpPr>
          <p:spPr>
            <a:xfrm>
              <a:off x="819789" y="4545237"/>
              <a:ext cx="12390" cy="41333"/>
            </a:xfrm>
            <a:custGeom>
              <a:avLst/>
              <a:gdLst/>
              <a:ahLst/>
              <a:cxnLst/>
              <a:rect l="0" t="0" r="0" b="0"/>
              <a:pathLst>
                <a:path w="12390" h="41333">
                  <a:moveTo>
                    <a:pt x="0" y="0"/>
                  </a:moveTo>
                  <a:lnTo>
                    <a:pt x="12390" y="41333"/>
                  </a:lnTo>
                </a:path>
              </a:pathLst>
            </a:custGeom>
            <a:noFill/>
            <a:ln w="20003">
              <a:solidFill>
                <a:srgbClr val="92A3AE"/>
              </a:solidFill>
            </a:ln>
          </p:spPr>
        </p:sp>
        <p:sp>
          <p:nvSpPr>
            <p:cNvPr id="1334" name="Input_receptor__1333">
              <a:extLst>
                <a:ext uri="{FF2B5EF4-FFF2-40B4-BE49-F238E27FC236}">
                  <a16:creationId xmlns:a16="http://schemas.microsoft.com/office/drawing/2014/main" id="{DEEAF3AB-DB51-1AB7-C7EC-DFA6C029EE5B}"/>
                </a:ext>
              </a:extLst>
            </p:cNvPr>
            <p:cNvSpPr>
              <a:spLocks noGrp="1"/>
            </p:cNvSpPr>
            <p:nvPr/>
          </p:nvSpPr>
          <p:spPr>
            <a:xfrm>
              <a:off x="1562106" y="5022451"/>
              <a:ext cx="1833" cy="48320"/>
            </a:xfrm>
            <a:custGeom>
              <a:avLst/>
              <a:gdLst/>
              <a:ahLst/>
              <a:cxnLst/>
              <a:rect l="0" t="0" r="0" b="0"/>
              <a:pathLst>
                <a:path w="1833" h="48320">
                  <a:moveTo>
                    <a:pt x="1833" y="48320"/>
                  </a:moveTo>
                  <a:lnTo>
                    <a:pt x="0" y="0"/>
                  </a:lnTo>
                </a:path>
              </a:pathLst>
            </a:custGeom>
            <a:noFill/>
            <a:ln w="20003">
              <a:solidFill>
                <a:srgbClr val="92A3AE"/>
              </a:solidFill>
            </a:ln>
          </p:spPr>
        </p:sp>
        <p:sp>
          <p:nvSpPr>
            <p:cNvPr id="1335" name="Input_receptor__1334">
              <a:extLst>
                <a:ext uri="{FF2B5EF4-FFF2-40B4-BE49-F238E27FC236}">
                  <a16:creationId xmlns:a16="http://schemas.microsoft.com/office/drawing/2014/main" id="{3E452226-8754-1559-0882-479C65257749}"/>
                </a:ext>
              </a:extLst>
            </p:cNvPr>
            <p:cNvSpPr>
              <a:spLocks noGrp="1"/>
            </p:cNvSpPr>
            <p:nvPr/>
          </p:nvSpPr>
          <p:spPr>
            <a:xfrm>
              <a:off x="1033262" y="5107776"/>
              <a:ext cx="38704" cy="28126"/>
            </a:xfrm>
            <a:custGeom>
              <a:avLst/>
              <a:gdLst/>
              <a:ahLst/>
              <a:cxnLst/>
              <a:rect l="0" t="0" r="0" b="0"/>
              <a:pathLst>
                <a:path w="38704" h="28126">
                  <a:moveTo>
                    <a:pt x="0" y="28126"/>
                  </a:moveTo>
                  <a:lnTo>
                    <a:pt x="38704" y="0"/>
                  </a:lnTo>
                </a:path>
              </a:pathLst>
            </a:custGeom>
            <a:noFill/>
            <a:ln w="8096">
              <a:solidFill>
                <a:srgbClr val="92A3AE"/>
              </a:solidFill>
            </a:ln>
          </p:spPr>
        </p:sp>
        <p:sp>
          <p:nvSpPr>
            <p:cNvPr id="1336" name="Input_receptor__1335">
              <a:extLst>
                <a:ext uri="{FF2B5EF4-FFF2-40B4-BE49-F238E27FC236}">
                  <a16:creationId xmlns:a16="http://schemas.microsoft.com/office/drawing/2014/main" id="{40754C59-6817-C5D9-BFE6-719716AC347E}"/>
                </a:ext>
              </a:extLst>
            </p:cNvPr>
            <p:cNvSpPr>
              <a:spLocks noGrp="1"/>
            </p:cNvSpPr>
            <p:nvPr/>
          </p:nvSpPr>
          <p:spPr>
            <a:xfrm>
              <a:off x="1411032" y="4812787"/>
              <a:ext cx="4350" cy="20576"/>
            </a:xfrm>
            <a:custGeom>
              <a:avLst/>
              <a:gdLst/>
              <a:ahLst/>
              <a:cxnLst/>
              <a:rect l="0" t="0" r="0" b="0"/>
              <a:pathLst>
                <a:path w="4350" h="20576">
                  <a:moveTo>
                    <a:pt x="0" y="0"/>
                  </a:moveTo>
                  <a:lnTo>
                    <a:pt x="4350" y="20576"/>
                  </a:lnTo>
                </a:path>
              </a:pathLst>
            </a:custGeom>
            <a:noFill/>
            <a:ln w="20003">
              <a:solidFill>
                <a:srgbClr val="92A3AE"/>
              </a:solidFill>
            </a:ln>
          </p:spPr>
        </p:sp>
        <p:sp>
          <p:nvSpPr>
            <p:cNvPr id="1337" name="Input_receptor__1336">
              <a:extLst>
                <a:ext uri="{FF2B5EF4-FFF2-40B4-BE49-F238E27FC236}">
                  <a16:creationId xmlns:a16="http://schemas.microsoft.com/office/drawing/2014/main" id="{07F53029-2688-8EEA-126F-7CFA7CAF8777}"/>
                </a:ext>
              </a:extLst>
            </p:cNvPr>
            <p:cNvSpPr>
              <a:spLocks noGrp="1"/>
            </p:cNvSpPr>
            <p:nvPr/>
          </p:nvSpPr>
          <p:spPr>
            <a:xfrm>
              <a:off x="1457014" y="4942792"/>
              <a:ext cx="10272" cy="14017"/>
            </a:xfrm>
            <a:custGeom>
              <a:avLst/>
              <a:gdLst/>
              <a:ahLst/>
              <a:cxnLst/>
              <a:rect l="0" t="0" r="0" b="0"/>
              <a:pathLst>
                <a:path w="10272" h="14017">
                  <a:moveTo>
                    <a:pt x="10272" y="0"/>
                  </a:moveTo>
                  <a:lnTo>
                    <a:pt x="0" y="14017"/>
                  </a:lnTo>
                </a:path>
              </a:pathLst>
            </a:custGeom>
            <a:noFill/>
            <a:ln w="20003">
              <a:solidFill>
                <a:srgbClr val="92A3AE"/>
              </a:solidFill>
            </a:ln>
          </p:spPr>
        </p:sp>
        <p:sp>
          <p:nvSpPr>
            <p:cNvPr id="1338" name="Input_receptor__1337">
              <a:extLst>
                <a:ext uri="{FF2B5EF4-FFF2-40B4-BE49-F238E27FC236}">
                  <a16:creationId xmlns:a16="http://schemas.microsoft.com/office/drawing/2014/main" id="{34599CF6-9B0A-5942-9549-851FB5830498}"/>
                </a:ext>
              </a:extLst>
            </p:cNvPr>
            <p:cNvSpPr>
              <a:spLocks noGrp="1"/>
            </p:cNvSpPr>
            <p:nvPr/>
          </p:nvSpPr>
          <p:spPr>
            <a:xfrm>
              <a:off x="998221" y="5042514"/>
              <a:ext cx="28652" cy="39053"/>
            </a:xfrm>
            <a:custGeom>
              <a:avLst/>
              <a:gdLst/>
              <a:ahLst/>
              <a:cxnLst/>
              <a:rect l="0" t="0" r="0" b="0"/>
              <a:pathLst>
                <a:path w="28652" h="39053">
                  <a:moveTo>
                    <a:pt x="28652" y="0"/>
                  </a:moveTo>
                  <a:lnTo>
                    <a:pt x="0" y="39053"/>
                  </a:lnTo>
                </a:path>
              </a:pathLst>
            </a:custGeom>
            <a:noFill/>
            <a:ln w="8096">
              <a:solidFill>
                <a:srgbClr val="92A3AF"/>
              </a:solidFill>
            </a:ln>
          </p:spPr>
        </p:sp>
        <p:sp>
          <p:nvSpPr>
            <p:cNvPr id="1339" name="Input_receptor__1338">
              <a:extLst>
                <a:ext uri="{FF2B5EF4-FFF2-40B4-BE49-F238E27FC236}">
                  <a16:creationId xmlns:a16="http://schemas.microsoft.com/office/drawing/2014/main" id="{16C22F08-C8CC-F7AF-67E0-7769819E78CE}"/>
                </a:ext>
              </a:extLst>
            </p:cNvPr>
            <p:cNvSpPr>
              <a:spLocks noGrp="1"/>
            </p:cNvSpPr>
            <p:nvPr/>
          </p:nvSpPr>
          <p:spPr>
            <a:xfrm>
              <a:off x="989355" y="5012536"/>
              <a:ext cx="37518" cy="29978"/>
            </a:xfrm>
            <a:custGeom>
              <a:avLst/>
              <a:gdLst/>
              <a:ahLst/>
              <a:cxnLst/>
              <a:rect l="0" t="0" r="0" b="0"/>
              <a:pathLst>
                <a:path w="37518" h="29978">
                  <a:moveTo>
                    <a:pt x="0" y="0"/>
                  </a:moveTo>
                  <a:lnTo>
                    <a:pt x="37518" y="29978"/>
                  </a:lnTo>
                </a:path>
              </a:pathLst>
            </a:custGeom>
            <a:noFill/>
            <a:ln w="8096">
              <a:solidFill>
                <a:srgbClr val="92A3AF"/>
              </a:solidFill>
            </a:ln>
          </p:spPr>
        </p:sp>
        <p:sp>
          <p:nvSpPr>
            <p:cNvPr id="1340" name="Input_receptor__1339">
              <a:extLst>
                <a:ext uri="{FF2B5EF4-FFF2-40B4-BE49-F238E27FC236}">
                  <a16:creationId xmlns:a16="http://schemas.microsoft.com/office/drawing/2014/main" id="{3A334838-8828-9D7E-DA54-57EFA075A263}"/>
                </a:ext>
              </a:extLst>
            </p:cNvPr>
            <p:cNvSpPr>
              <a:spLocks noGrp="1"/>
            </p:cNvSpPr>
            <p:nvPr/>
          </p:nvSpPr>
          <p:spPr>
            <a:xfrm>
              <a:off x="1199286" y="4899595"/>
              <a:ext cx="38733" cy="24955"/>
            </a:xfrm>
            <a:custGeom>
              <a:avLst/>
              <a:gdLst/>
              <a:ahLst/>
              <a:cxnLst/>
              <a:rect l="0" t="0" r="0" b="0"/>
              <a:pathLst>
                <a:path w="38733" h="24955">
                  <a:moveTo>
                    <a:pt x="0" y="24955"/>
                  </a:moveTo>
                  <a:lnTo>
                    <a:pt x="38733" y="0"/>
                  </a:lnTo>
                </a:path>
              </a:pathLst>
            </a:custGeom>
            <a:noFill/>
            <a:ln w="20003">
              <a:solidFill>
                <a:srgbClr val="92A3AF"/>
              </a:solidFill>
            </a:ln>
          </p:spPr>
        </p:sp>
        <p:sp>
          <p:nvSpPr>
            <p:cNvPr id="1341" name="Input_receptor__1340">
              <a:extLst>
                <a:ext uri="{FF2B5EF4-FFF2-40B4-BE49-F238E27FC236}">
                  <a16:creationId xmlns:a16="http://schemas.microsoft.com/office/drawing/2014/main" id="{E8D3466A-FEB0-7F86-C9E2-AC6768533391}"/>
                </a:ext>
              </a:extLst>
            </p:cNvPr>
            <p:cNvSpPr>
              <a:spLocks noGrp="1"/>
            </p:cNvSpPr>
            <p:nvPr/>
          </p:nvSpPr>
          <p:spPr>
            <a:xfrm>
              <a:off x="1158547" y="4586338"/>
              <a:ext cx="41970" cy="10677"/>
            </a:xfrm>
            <a:custGeom>
              <a:avLst/>
              <a:gdLst/>
              <a:ahLst/>
              <a:cxnLst/>
              <a:rect l="0" t="0" r="0" b="0"/>
              <a:pathLst>
                <a:path w="41970" h="10677">
                  <a:moveTo>
                    <a:pt x="41970" y="10677"/>
                  </a:moveTo>
                  <a:lnTo>
                    <a:pt x="0" y="0"/>
                  </a:lnTo>
                </a:path>
              </a:pathLst>
            </a:custGeom>
            <a:noFill/>
            <a:ln w="20003">
              <a:solidFill>
                <a:srgbClr val="92A3AF"/>
              </a:solidFill>
            </a:ln>
          </p:spPr>
        </p:sp>
        <p:sp>
          <p:nvSpPr>
            <p:cNvPr id="1342" name="Input_receptor__1341">
              <a:extLst>
                <a:ext uri="{FF2B5EF4-FFF2-40B4-BE49-F238E27FC236}">
                  <a16:creationId xmlns:a16="http://schemas.microsoft.com/office/drawing/2014/main" id="{8E3F2FAE-577B-4058-294F-4771DFC66FC1}"/>
                </a:ext>
              </a:extLst>
            </p:cNvPr>
            <p:cNvSpPr>
              <a:spLocks noGrp="1"/>
            </p:cNvSpPr>
            <p:nvPr/>
          </p:nvSpPr>
          <p:spPr>
            <a:xfrm>
              <a:off x="1495241" y="4166201"/>
              <a:ext cx="40674" cy="25747"/>
            </a:xfrm>
            <a:custGeom>
              <a:avLst/>
              <a:gdLst/>
              <a:ahLst/>
              <a:cxnLst/>
              <a:rect l="0" t="0" r="0" b="0"/>
              <a:pathLst>
                <a:path w="40674" h="25747">
                  <a:moveTo>
                    <a:pt x="40674" y="0"/>
                  </a:moveTo>
                  <a:lnTo>
                    <a:pt x="0" y="25747"/>
                  </a:lnTo>
                </a:path>
              </a:pathLst>
            </a:custGeom>
            <a:noFill/>
            <a:ln w="20003">
              <a:solidFill>
                <a:srgbClr val="92A3AF"/>
              </a:solidFill>
            </a:ln>
          </p:spPr>
        </p:sp>
        <p:sp>
          <p:nvSpPr>
            <p:cNvPr id="1343" name="Input_receptor__1342">
              <a:extLst>
                <a:ext uri="{FF2B5EF4-FFF2-40B4-BE49-F238E27FC236}">
                  <a16:creationId xmlns:a16="http://schemas.microsoft.com/office/drawing/2014/main" id="{5866BD69-F75E-F3EE-1A30-067EA4476D20}"/>
                </a:ext>
              </a:extLst>
            </p:cNvPr>
            <p:cNvSpPr>
              <a:spLocks noGrp="1"/>
            </p:cNvSpPr>
            <p:nvPr/>
          </p:nvSpPr>
          <p:spPr>
            <a:xfrm>
              <a:off x="1241782" y="4403015"/>
              <a:ext cx="16868" cy="33372"/>
            </a:xfrm>
            <a:custGeom>
              <a:avLst/>
              <a:gdLst/>
              <a:ahLst/>
              <a:cxnLst/>
              <a:rect l="0" t="0" r="0" b="0"/>
              <a:pathLst>
                <a:path w="16868" h="33372">
                  <a:moveTo>
                    <a:pt x="16868" y="0"/>
                  </a:moveTo>
                  <a:lnTo>
                    <a:pt x="0" y="33372"/>
                  </a:lnTo>
                </a:path>
              </a:pathLst>
            </a:custGeom>
            <a:noFill/>
            <a:ln w="20003">
              <a:solidFill>
                <a:srgbClr val="92A3AF"/>
              </a:solidFill>
            </a:ln>
          </p:spPr>
        </p:sp>
        <p:sp>
          <p:nvSpPr>
            <p:cNvPr id="1344" name="Input_receptor__1343">
              <a:extLst>
                <a:ext uri="{FF2B5EF4-FFF2-40B4-BE49-F238E27FC236}">
                  <a16:creationId xmlns:a16="http://schemas.microsoft.com/office/drawing/2014/main" id="{692936A3-7EBA-72D1-D027-0A79E6F4734D}"/>
                </a:ext>
              </a:extLst>
            </p:cNvPr>
            <p:cNvSpPr>
              <a:spLocks noGrp="1"/>
            </p:cNvSpPr>
            <p:nvPr/>
          </p:nvSpPr>
          <p:spPr>
            <a:xfrm>
              <a:off x="1351706" y="4202975"/>
              <a:ext cx="42498" cy="7213"/>
            </a:xfrm>
            <a:custGeom>
              <a:avLst/>
              <a:gdLst/>
              <a:ahLst/>
              <a:cxnLst/>
              <a:rect l="0" t="0" r="0" b="0"/>
              <a:pathLst>
                <a:path w="42498" h="7213">
                  <a:moveTo>
                    <a:pt x="42498" y="7213"/>
                  </a:moveTo>
                  <a:lnTo>
                    <a:pt x="0" y="0"/>
                  </a:lnTo>
                </a:path>
              </a:pathLst>
            </a:custGeom>
            <a:noFill/>
            <a:ln w="8096">
              <a:solidFill>
                <a:srgbClr val="92A3AF"/>
              </a:solidFill>
            </a:ln>
          </p:spPr>
        </p:sp>
        <p:sp>
          <p:nvSpPr>
            <p:cNvPr id="1345" name="Input_receptor__1344">
              <a:extLst>
                <a:ext uri="{FF2B5EF4-FFF2-40B4-BE49-F238E27FC236}">
                  <a16:creationId xmlns:a16="http://schemas.microsoft.com/office/drawing/2014/main" id="{0224243A-3468-8C3B-6D6C-F79C29D03965}"/>
                </a:ext>
              </a:extLst>
            </p:cNvPr>
            <p:cNvSpPr>
              <a:spLocks noGrp="1"/>
            </p:cNvSpPr>
            <p:nvPr/>
          </p:nvSpPr>
          <p:spPr>
            <a:xfrm>
              <a:off x="1521801" y="4362710"/>
              <a:ext cx="1765" cy="46987"/>
            </a:xfrm>
            <a:custGeom>
              <a:avLst/>
              <a:gdLst/>
              <a:ahLst/>
              <a:cxnLst/>
              <a:rect l="0" t="0" r="0" b="0"/>
              <a:pathLst>
                <a:path w="1765" h="46987">
                  <a:moveTo>
                    <a:pt x="0" y="46987"/>
                  </a:moveTo>
                  <a:lnTo>
                    <a:pt x="1765" y="0"/>
                  </a:lnTo>
                </a:path>
              </a:pathLst>
            </a:custGeom>
            <a:noFill/>
            <a:ln w="20003">
              <a:solidFill>
                <a:srgbClr val="92A3AF"/>
              </a:solidFill>
            </a:ln>
          </p:spPr>
        </p:sp>
        <p:sp>
          <p:nvSpPr>
            <p:cNvPr id="1346" name="Input_receptor__1345">
              <a:extLst>
                <a:ext uri="{FF2B5EF4-FFF2-40B4-BE49-F238E27FC236}">
                  <a16:creationId xmlns:a16="http://schemas.microsoft.com/office/drawing/2014/main" id="{463532E3-DCD8-12C6-B105-A4B27E6E6B4D}"/>
                </a:ext>
              </a:extLst>
            </p:cNvPr>
            <p:cNvSpPr>
              <a:spLocks noGrp="1"/>
            </p:cNvSpPr>
            <p:nvPr/>
          </p:nvSpPr>
          <p:spPr>
            <a:xfrm>
              <a:off x="1241782" y="4436387"/>
              <a:ext cx="95" cy="35015"/>
            </a:xfrm>
            <a:custGeom>
              <a:avLst/>
              <a:gdLst/>
              <a:ahLst/>
              <a:cxnLst/>
              <a:rect l="0" t="0" r="0" b="0"/>
              <a:pathLst>
                <a:path w="95" h="35015">
                  <a:moveTo>
                    <a:pt x="0" y="0"/>
                  </a:moveTo>
                  <a:lnTo>
                    <a:pt x="21" y="35015"/>
                  </a:lnTo>
                </a:path>
              </a:pathLst>
            </a:custGeom>
            <a:noFill/>
            <a:ln w="20003">
              <a:solidFill>
                <a:srgbClr val="92A3AF"/>
              </a:solidFill>
            </a:ln>
          </p:spPr>
        </p:sp>
        <p:sp>
          <p:nvSpPr>
            <p:cNvPr id="1347" name="Input_receptor__1346">
              <a:extLst>
                <a:ext uri="{FF2B5EF4-FFF2-40B4-BE49-F238E27FC236}">
                  <a16:creationId xmlns:a16="http://schemas.microsoft.com/office/drawing/2014/main" id="{51C05E91-F9B5-CEDF-AAED-BA9626AA0A80}"/>
                </a:ext>
              </a:extLst>
            </p:cNvPr>
            <p:cNvSpPr>
              <a:spLocks noGrp="1"/>
            </p:cNvSpPr>
            <p:nvPr/>
          </p:nvSpPr>
          <p:spPr>
            <a:xfrm>
              <a:off x="718345" y="4522470"/>
              <a:ext cx="1124" cy="18659"/>
            </a:xfrm>
            <a:custGeom>
              <a:avLst/>
              <a:gdLst/>
              <a:ahLst/>
              <a:cxnLst/>
              <a:rect l="0" t="0" r="0" b="0"/>
              <a:pathLst>
                <a:path w="1124" h="18659">
                  <a:moveTo>
                    <a:pt x="0" y="18659"/>
                  </a:moveTo>
                  <a:lnTo>
                    <a:pt x="1124" y="0"/>
                  </a:lnTo>
                </a:path>
              </a:pathLst>
            </a:custGeom>
            <a:noFill/>
            <a:ln w="8096">
              <a:solidFill>
                <a:srgbClr val="92A3AF"/>
              </a:solidFill>
            </a:ln>
          </p:spPr>
        </p:sp>
        <p:sp>
          <p:nvSpPr>
            <p:cNvPr id="1348" name="Input_receptor__1347">
              <a:extLst>
                <a:ext uri="{FF2B5EF4-FFF2-40B4-BE49-F238E27FC236}">
                  <a16:creationId xmlns:a16="http://schemas.microsoft.com/office/drawing/2014/main" id="{550821EA-0C58-62CB-E79E-771A4FBDBAF2}"/>
                </a:ext>
              </a:extLst>
            </p:cNvPr>
            <p:cNvSpPr>
              <a:spLocks noGrp="1"/>
            </p:cNvSpPr>
            <p:nvPr/>
          </p:nvSpPr>
          <p:spPr>
            <a:xfrm>
              <a:off x="1041717" y="4648242"/>
              <a:ext cx="19487" cy="27012"/>
            </a:xfrm>
            <a:custGeom>
              <a:avLst/>
              <a:gdLst/>
              <a:ahLst/>
              <a:cxnLst/>
              <a:rect l="0" t="0" r="0" b="0"/>
              <a:pathLst>
                <a:path w="19487" h="27012">
                  <a:moveTo>
                    <a:pt x="19487" y="0"/>
                  </a:moveTo>
                  <a:lnTo>
                    <a:pt x="0" y="27012"/>
                  </a:lnTo>
                </a:path>
              </a:pathLst>
            </a:custGeom>
            <a:noFill/>
            <a:ln w="20003">
              <a:solidFill>
                <a:srgbClr val="92A3AF"/>
              </a:solidFill>
            </a:ln>
          </p:spPr>
        </p:sp>
        <p:sp>
          <p:nvSpPr>
            <p:cNvPr id="1349" name="Input_receptor__1348">
              <a:extLst>
                <a:ext uri="{FF2B5EF4-FFF2-40B4-BE49-F238E27FC236}">
                  <a16:creationId xmlns:a16="http://schemas.microsoft.com/office/drawing/2014/main" id="{23DC352B-783A-D76F-0A15-2CDAC5E0CA6C}"/>
                </a:ext>
              </a:extLst>
            </p:cNvPr>
            <p:cNvSpPr>
              <a:spLocks noGrp="1"/>
            </p:cNvSpPr>
            <p:nvPr/>
          </p:nvSpPr>
          <p:spPr>
            <a:xfrm>
              <a:off x="1096632" y="4247319"/>
              <a:ext cx="7053" cy="23791"/>
            </a:xfrm>
            <a:custGeom>
              <a:avLst/>
              <a:gdLst/>
              <a:ahLst/>
              <a:cxnLst/>
              <a:rect l="0" t="0" r="0" b="0"/>
              <a:pathLst>
                <a:path w="7053" h="23791">
                  <a:moveTo>
                    <a:pt x="0" y="23791"/>
                  </a:moveTo>
                  <a:lnTo>
                    <a:pt x="7053" y="0"/>
                  </a:lnTo>
                </a:path>
              </a:pathLst>
            </a:custGeom>
            <a:noFill/>
            <a:ln w="8096">
              <a:solidFill>
                <a:srgbClr val="92A3AF"/>
              </a:solidFill>
            </a:ln>
          </p:spPr>
        </p:sp>
        <p:sp>
          <p:nvSpPr>
            <p:cNvPr id="1350" name="Input_receptor__1349">
              <a:extLst>
                <a:ext uri="{FF2B5EF4-FFF2-40B4-BE49-F238E27FC236}">
                  <a16:creationId xmlns:a16="http://schemas.microsoft.com/office/drawing/2014/main" id="{269B902B-E62D-7B41-6FCC-3CEDD4B36330}"/>
                </a:ext>
              </a:extLst>
            </p:cNvPr>
            <p:cNvSpPr>
              <a:spLocks noGrp="1"/>
            </p:cNvSpPr>
            <p:nvPr/>
          </p:nvSpPr>
          <p:spPr>
            <a:xfrm>
              <a:off x="994937" y="4365064"/>
              <a:ext cx="35951" cy="2232"/>
            </a:xfrm>
            <a:custGeom>
              <a:avLst/>
              <a:gdLst/>
              <a:ahLst/>
              <a:cxnLst/>
              <a:rect l="0" t="0" r="0" b="0"/>
              <a:pathLst>
                <a:path w="35951" h="2232">
                  <a:moveTo>
                    <a:pt x="0" y="2232"/>
                  </a:moveTo>
                  <a:lnTo>
                    <a:pt x="35951" y="0"/>
                  </a:lnTo>
                </a:path>
              </a:pathLst>
            </a:custGeom>
            <a:noFill/>
            <a:ln w="20003">
              <a:solidFill>
                <a:srgbClr val="92A3AF"/>
              </a:solidFill>
            </a:ln>
          </p:spPr>
        </p:sp>
        <p:sp>
          <p:nvSpPr>
            <p:cNvPr id="1351" name="Input_receptor__1350">
              <a:extLst>
                <a:ext uri="{FF2B5EF4-FFF2-40B4-BE49-F238E27FC236}">
                  <a16:creationId xmlns:a16="http://schemas.microsoft.com/office/drawing/2014/main" id="{1283E791-3566-0147-6B7D-0879F8D519B1}"/>
                </a:ext>
              </a:extLst>
            </p:cNvPr>
            <p:cNvSpPr>
              <a:spLocks noGrp="1"/>
            </p:cNvSpPr>
            <p:nvPr/>
          </p:nvSpPr>
          <p:spPr>
            <a:xfrm>
              <a:off x="1411984" y="4059732"/>
              <a:ext cx="8206" cy="47532"/>
            </a:xfrm>
            <a:custGeom>
              <a:avLst/>
              <a:gdLst/>
              <a:ahLst/>
              <a:cxnLst/>
              <a:rect l="0" t="0" r="0" b="0"/>
              <a:pathLst>
                <a:path w="8206" h="47532">
                  <a:moveTo>
                    <a:pt x="0" y="47532"/>
                  </a:moveTo>
                  <a:lnTo>
                    <a:pt x="8206" y="0"/>
                  </a:lnTo>
                </a:path>
              </a:pathLst>
            </a:custGeom>
            <a:noFill/>
            <a:ln w="20003">
              <a:solidFill>
                <a:srgbClr val="92A3AF"/>
              </a:solidFill>
            </a:ln>
          </p:spPr>
        </p:sp>
        <p:sp>
          <p:nvSpPr>
            <p:cNvPr id="1352" name="Input_receptor__1351">
              <a:extLst>
                <a:ext uri="{FF2B5EF4-FFF2-40B4-BE49-F238E27FC236}">
                  <a16:creationId xmlns:a16="http://schemas.microsoft.com/office/drawing/2014/main" id="{E6A63588-D4B0-6041-64D5-86DF4C3AECD6}"/>
                </a:ext>
              </a:extLst>
            </p:cNvPr>
            <p:cNvSpPr>
              <a:spLocks noGrp="1"/>
            </p:cNvSpPr>
            <p:nvPr/>
          </p:nvSpPr>
          <p:spPr>
            <a:xfrm>
              <a:off x="1359505" y="4755238"/>
              <a:ext cx="46133" cy="2178"/>
            </a:xfrm>
            <a:custGeom>
              <a:avLst/>
              <a:gdLst/>
              <a:ahLst/>
              <a:cxnLst/>
              <a:rect l="0" t="0" r="0" b="0"/>
              <a:pathLst>
                <a:path w="46133" h="2178">
                  <a:moveTo>
                    <a:pt x="0" y="2178"/>
                  </a:moveTo>
                  <a:lnTo>
                    <a:pt x="46133" y="0"/>
                  </a:lnTo>
                </a:path>
              </a:pathLst>
            </a:custGeom>
            <a:noFill/>
            <a:ln w="20003">
              <a:solidFill>
                <a:srgbClr val="92A3AF"/>
              </a:solidFill>
            </a:ln>
          </p:spPr>
        </p:sp>
        <p:sp>
          <p:nvSpPr>
            <p:cNvPr id="1353" name="Input_receptor__1352">
              <a:extLst>
                <a:ext uri="{FF2B5EF4-FFF2-40B4-BE49-F238E27FC236}">
                  <a16:creationId xmlns:a16="http://schemas.microsoft.com/office/drawing/2014/main" id="{6FF0C53B-7E19-1BD6-8D3F-413C8B17E837}"/>
                </a:ext>
              </a:extLst>
            </p:cNvPr>
            <p:cNvSpPr>
              <a:spLocks noGrp="1"/>
            </p:cNvSpPr>
            <p:nvPr/>
          </p:nvSpPr>
          <p:spPr>
            <a:xfrm>
              <a:off x="1333124" y="4386634"/>
              <a:ext cx="30404" cy="32749"/>
            </a:xfrm>
            <a:custGeom>
              <a:avLst/>
              <a:gdLst/>
              <a:ahLst/>
              <a:cxnLst/>
              <a:rect l="0" t="0" r="0" b="0"/>
              <a:pathLst>
                <a:path w="30404" h="32749">
                  <a:moveTo>
                    <a:pt x="30404" y="32749"/>
                  </a:moveTo>
                  <a:lnTo>
                    <a:pt x="0" y="0"/>
                  </a:lnTo>
                </a:path>
              </a:pathLst>
            </a:custGeom>
            <a:noFill/>
            <a:ln w="20003">
              <a:solidFill>
                <a:srgbClr val="92A3AF"/>
              </a:solidFill>
            </a:ln>
          </p:spPr>
        </p:sp>
        <p:sp>
          <p:nvSpPr>
            <p:cNvPr id="1354" name="Input_receptor__1353">
              <a:extLst>
                <a:ext uri="{FF2B5EF4-FFF2-40B4-BE49-F238E27FC236}">
                  <a16:creationId xmlns:a16="http://schemas.microsoft.com/office/drawing/2014/main" id="{5646A6E6-CE35-9177-FB6E-C241F3A1D540}"/>
                </a:ext>
              </a:extLst>
            </p:cNvPr>
            <p:cNvSpPr>
              <a:spLocks noGrp="1"/>
            </p:cNvSpPr>
            <p:nvPr/>
          </p:nvSpPr>
          <p:spPr>
            <a:xfrm>
              <a:off x="1086566" y="4567700"/>
              <a:ext cx="5917" cy="48409"/>
            </a:xfrm>
            <a:custGeom>
              <a:avLst/>
              <a:gdLst/>
              <a:ahLst/>
              <a:cxnLst/>
              <a:rect l="0" t="0" r="0" b="0"/>
              <a:pathLst>
                <a:path w="5917" h="48409">
                  <a:moveTo>
                    <a:pt x="0" y="0"/>
                  </a:moveTo>
                  <a:lnTo>
                    <a:pt x="5917" y="48409"/>
                  </a:lnTo>
                </a:path>
              </a:pathLst>
            </a:custGeom>
            <a:noFill/>
            <a:ln w="8096">
              <a:solidFill>
                <a:srgbClr val="92A3AF"/>
              </a:solidFill>
            </a:ln>
          </p:spPr>
        </p:sp>
        <p:sp>
          <p:nvSpPr>
            <p:cNvPr id="1355" name="Input_receptor__1354">
              <a:extLst>
                <a:ext uri="{FF2B5EF4-FFF2-40B4-BE49-F238E27FC236}">
                  <a16:creationId xmlns:a16="http://schemas.microsoft.com/office/drawing/2014/main" id="{11CC102C-A9C5-5B44-E3D9-79492CA75C33}"/>
                </a:ext>
              </a:extLst>
            </p:cNvPr>
            <p:cNvSpPr>
              <a:spLocks noGrp="1"/>
            </p:cNvSpPr>
            <p:nvPr/>
          </p:nvSpPr>
          <p:spPr>
            <a:xfrm>
              <a:off x="768579" y="4582904"/>
              <a:ext cx="11383" cy="10958"/>
            </a:xfrm>
            <a:custGeom>
              <a:avLst/>
              <a:gdLst/>
              <a:ahLst/>
              <a:cxnLst/>
              <a:rect l="0" t="0" r="0" b="0"/>
              <a:pathLst>
                <a:path w="11383" h="10958">
                  <a:moveTo>
                    <a:pt x="11383" y="0"/>
                  </a:moveTo>
                  <a:lnTo>
                    <a:pt x="0" y="10958"/>
                  </a:lnTo>
                </a:path>
              </a:pathLst>
            </a:custGeom>
            <a:noFill/>
            <a:ln w="20003">
              <a:solidFill>
                <a:srgbClr val="92A3AF"/>
              </a:solidFill>
            </a:ln>
          </p:spPr>
        </p:sp>
        <p:sp>
          <p:nvSpPr>
            <p:cNvPr id="1356" name="Input_receptor__1355">
              <a:extLst>
                <a:ext uri="{FF2B5EF4-FFF2-40B4-BE49-F238E27FC236}">
                  <a16:creationId xmlns:a16="http://schemas.microsoft.com/office/drawing/2014/main" id="{815C7D20-8E96-56A9-E5A5-8D67DA36617A}"/>
                </a:ext>
              </a:extLst>
            </p:cNvPr>
            <p:cNvSpPr>
              <a:spLocks noGrp="1"/>
            </p:cNvSpPr>
            <p:nvPr/>
          </p:nvSpPr>
          <p:spPr>
            <a:xfrm>
              <a:off x="1501142" y="5020929"/>
              <a:ext cx="14238" cy="27023"/>
            </a:xfrm>
            <a:custGeom>
              <a:avLst/>
              <a:gdLst/>
              <a:ahLst/>
              <a:cxnLst/>
              <a:rect l="0" t="0" r="0" b="0"/>
              <a:pathLst>
                <a:path w="14238" h="27023">
                  <a:moveTo>
                    <a:pt x="14238" y="0"/>
                  </a:moveTo>
                  <a:lnTo>
                    <a:pt x="0" y="27023"/>
                  </a:lnTo>
                </a:path>
              </a:pathLst>
            </a:custGeom>
            <a:noFill/>
            <a:ln w="8096">
              <a:solidFill>
                <a:srgbClr val="92A3AF"/>
              </a:solidFill>
            </a:ln>
          </p:spPr>
        </p:sp>
        <p:sp>
          <p:nvSpPr>
            <p:cNvPr id="1357" name="Input_receptor__1356">
              <a:extLst>
                <a:ext uri="{FF2B5EF4-FFF2-40B4-BE49-F238E27FC236}">
                  <a16:creationId xmlns:a16="http://schemas.microsoft.com/office/drawing/2014/main" id="{62B86729-1E08-20F8-A41D-12CE7810B795}"/>
                </a:ext>
              </a:extLst>
            </p:cNvPr>
            <p:cNvSpPr>
              <a:spLocks noGrp="1"/>
            </p:cNvSpPr>
            <p:nvPr/>
          </p:nvSpPr>
          <p:spPr>
            <a:xfrm>
              <a:off x="1119017" y="4908900"/>
              <a:ext cx="1070" cy="6024"/>
            </a:xfrm>
            <a:custGeom>
              <a:avLst/>
              <a:gdLst/>
              <a:ahLst/>
              <a:cxnLst/>
              <a:rect l="0" t="0" r="0" b="0"/>
              <a:pathLst>
                <a:path w="1070" h="6024">
                  <a:moveTo>
                    <a:pt x="1070" y="0"/>
                  </a:moveTo>
                  <a:lnTo>
                    <a:pt x="0" y="6024"/>
                  </a:lnTo>
                </a:path>
              </a:pathLst>
            </a:custGeom>
            <a:noFill/>
            <a:ln w="8096">
              <a:solidFill>
                <a:srgbClr val="92A3AF"/>
              </a:solidFill>
            </a:ln>
          </p:spPr>
        </p:sp>
        <p:sp>
          <p:nvSpPr>
            <p:cNvPr id="1358" name="Input_receptor__1357">
              <a:extLst>
                <a:ext uri="{FF2B5EF4-FFF2-40B4-BE49-F238E27FC236}">
                  <a16:creationId xmlns:a16="http://schemas.microsoft.com/office/drawing/2014/main" id="{0445C3E3-53AE-08D9-1A72-F01ED21437D3}"/>
                </a:ext>
              </a:extLst>
            </p:cNvPr>
            <p:cNvSpPr>
              <a:spLocks noGrp="1"/>
            </p:cNvSpPr>
            <p:nvPr/>
          </p:nvSpPr>
          <p:spPr>
            <a:xfrm>
              <a:off x="1339792" y="4096716"/>
              <a:ext cx="13391" cy="36633"/>
            </a:xfrm>
            <a:custGeom>
              <a:avLst/>
              <a:gdLst/>
              <a:ahLst/>
              <a:cxnLst/>
              <a:rect l="0" t="0" r="0" b="0"/>
              <a:pathLst>
                <a:path w="13391" h="36633">
                  <a:moveTo>
                    <a:pt x="0" y="36633"/>
                  </a:moveTo>
                  <a:lnTo>
                    <a:pt x="13391" y="0"/>
                  </a:lnTo>
                </a:path>
              </a:pathLst>
            </a:custGeom>
            <a:noFill/>
            <a:ln w="20003">
              <a:solidFill>
                <a:srgbClr val="92A3AF"/>
              </a:solidFill>
            </a:ln>
          </p:spPr>
        </p:sp>
        <p:sp>
          <p:nvSpPr>
            <p:cNvPr id="1359" name="Input_receptor__1358">
              <a:extLst>
                <a:ext uri="{FF2B5EF4-FFF2-40B4-BE49-F238E27FC236}">
                  <a16:creationId xmlns:a16="http://schemas.microsoft.com/office/drawing/2014/main" id="{E680EFC8-BDD9-7196-1585-1B09C9A1D55A}"/>
                </a:ext>
              </a:extLst>
            </p:cNvPr>
            <p:cNvSpPr>
              <a:spLocks noGrp="1"/>
            </p:cNvSpPr>
            <p:nvPr/>
          </p:nvSpPr>
          <p:spPr>
            <a:xfrm>
              <a:off x="818444" y="4586570"/>
              <a:ext cx="13735" cy="25585"/>
            </a:xfrm>
            <a:custGeom>
              <a:avLst/>
              <a:gdLst/>
              <a:ahLst/>
              <a:cxnLst/>
              <a:rect l="0" t="0" r="0" b="0"/>
              <a:pathLst>
                <a:path w="13735" h="25585">
                  <a:moveTo>
                    <a:pt x="13735" y="0"/>
                  </a:moveTo>
                  <a:lnTo>
                    <a:pt x="0" y="25585"/>
                  </a:lnTo>
                </a:path>
              </a:pathLst>
            </a:custGeom>
            <a:noFill/>
            <a:ln w="20003">
              <a:solidFill>
                <a:srgbClr val="92A3AF"/>
              </a:solidFill>
            </a:ln>
          </p:spPr>
        </p:sp>
        <p:sp>
          <p:nvSpPr>
            <p:cNvPr id="1360" name="Input_receptor__1359">
              <a:extLst>
                <a:ext uri="{FF2B5EF4-FFF2-40B4-BE49-F238E27FC236}">
                  <a16:creationId xmlns:a16="http://schemas.microsoft.com/office/drawing/2014/main" id="{F19FB1AE-252E-E981-6714-824B08EA832E}"/>
                </a:ext>
              </a:extLst>
            </p:cNvPr>
            <p:cNvSpPr>
              <a:spLocks noGrp="1"/>
            </p:cNvSpPr>
            <p:nvPr/>
          </p:nvSpPr>
          <p:spPr>
            <a:xfrm>
              <a:off x="1580710" y="4906392"/>
              <a:ext cx="6751" cy="41519"/>
            </a:xfrm>
            <a:custGeom>
              <a:avLst/>
              <a:gdLst/>
              <a:ahLst/>
              <a:cxnLst/>
              <a:rect l="0" t="0" r="0" b="0"/>
              <a:pathLst>
                <a:path w="6751" h="41519">
                  <a:moveTo>
                    <a:pt x="6751" y="41519"/>
                  </a:moveTo>
                  <a:lnTo>
                    <a:pt x="0" y="0"/>
                  </a:lnTo>
                </a:path>
              </a:pathLst>
            </a:custGeom>
            <a:noFill/>
            <a:ln w="20003">
              <a:solidFill>
                <a:srgbClr val="92A3AF"/>
              </a:solidFill>
            </a:ln>
          </p:spPr>
        </p:sp>
        <p:sp>
          <p:nvSpPr>
            <p:cNvPr id="1361" name="Input_receptor__1360">
              <a:extLst>
                <a:ext uri="{FF2B5EF4-FFF2-40B4-BE49-F238E27FC236}">
                  <a16:creationId xmlns:a16="http://schemas.microsoft.com/office/drawing/2014/main" id="{A1CD61F8-2B0B-F469-62AD-D29B6BD99E2D}"/>
                </a:ext>
              </a:extLst>
            </p:cNvPr>
            <p:cNvSpPr>
              <a:spLocks noGrp="1"/>
            </p:cNvSpPr>
            <p:nvPr/>
          </p:nvSpPr>
          <p:spPr>
            <a:xfrm>
              <a:off x="669225" y="4662189"/>
              <a:ext cx="41930" cy="20453"/>
            </a:xfrm>
            <a:custGeom>
              <a:avLst/>
              <a:gdLst/>
              <a:ahLst/>
              <a:cxnLst/>
              <a:rect l="0" t="0" r="0" b="0"/>
              <a:pathLst>
                <a:path w="41930" h="20453">
                  <a:moveTo>
                    <a:pt x="41930" y="20453"/>
                  </a:moveTo>
                  <a:lnTo>
                    <a:pt x="0" y="0"/>
                  </a:lnTo>
                </a:path>
              </a:pathLst>
            </a:custGeom>
            <a:noFill/>
            <a:ln w="20003">
              <a:solidFill>
                <a:srgbClr val="92A3AF"/>
              </a:solidFill>
            </a:ln>
          </p:spPr>
        </p:sp>
        <p:sp>
          <p:nvSpPr>
            <p:cNvPr id="1362" name="Input_receptor__1361">
              <a:extLst>
                <a:ext uri="{FF2B5EF4-FFF2-40B4-BE49-F238E27FC236}">
                  <a16:creationId xmlns:a16="http://schemas.microsoft.com/office/drawing/2014/main" id="{58CE7B2E-52DE-BEF2-EFD7-E252E0A3B138}"/>
                </a:ext>
              </a:extLst>
            </p:cNvPr>
            <p:cNvSpPr>
              <a:spLocks noGrp="1"/>
            </p:cNvSpPr>
            <p:nvPr/>
          </p:nvSpPr>
          <p:spPr>
            <a:xfrm>
              <a:off x="940586" y="4679388"/>
              <a:ext cx="34279" cy="13564"/>
            </a:xfrm>
            <a:custGeom>
              <a:avLst/>
              <a:gdLst/>
              <a:ahLst/>
              <a:cxnLst/>
              <a:rect l="0" t="0" r="0" b="0"/>
              <a:pathLst>
                <a:path w="34279" h="13564">
                  <a:moveTo>
                    <a:pt x="0" y="13564"/>
                  </a:moveTo>
                  <a:lnTo>
                    <a:pt x="34279" y="0"/>
                  </a:lnTo>
                </a:path>
              </a:pathLst>
            </a:custGeom>
            <a:noFill/>
            <a:ln w="20003">
              <a:solidFill>
                <a:srgbClr val="92A3AF"/>
              </a:solidFill>
            </a:ln>
          </p:spPr>
        </p:sp>
        <p:sp>
          <p:nvSpPr>
            <p:cNvPr id="1363" name="Input_receptor__1362">
              <a:extLst>
                <a:ext uri="{FF2B5EF4-FFF2-40B4-BE49-F238E27FC236}">
                  <a16:creationId xmlns:a16="http://schemas.microsoft.com/office/drawing/2014/main" id="{C62113C8-D956-7D92-CF6B-43B83131205B}"/>
                </a:ext>
              </a:extLst>
            </p:cNvPr>
            <p:cNvSpPr>
              <a:spLocks noGrp="1"/>
            </p:cNvSpPr>
            <p:nvPr/>
          </p:nvSpPr>
          <p:spPr>
            <a:xfrm>
              <a:off x="1522515" y="4565682"/>
              <a:ext cx="14640" cy="4735"/>
            </a:xfrm>
            <a:custGeom>
              <a:avLst/>
              <a:gdLst/>
              <a:ahLst/>
              <a:cxnLst/>
              <a:rect l="0" t="0" r="0" b="0"/>
              <a:pathLst>
                <a:path w="14640" h="4735">
                  <a:moveTo>
                    <a:pt x="0" y="0"/>
                  </a:moveTo>
                  <a:lnTo>
                    <a:pt x="14640" y="4735"/>
                  </a:lnTo>
                </a:path>
              </a:pathLst>
            </a:custGeom>
            <a:noFill/>
            <a:ln w="20003">
              <a:solidFill>
                <a:srgbClr val="92A3AF"/>
              </a:solidFill>
            </a:ln>
          </p:spPr>
        </p:sp>
        <p:sp>
          <p:nvSpPr>
            <p:cNvPr id="1364" name="Input_receptor__1363">
              <a:extLst>
                <a:ext uri="{FF2B5EF4-FFF2-40B4-BE49-F238E27FC236}">
                  <a16:creationId xmlns:a16="http://schemas.microsoft.com/office/drawing/2014/main" id="{DE5A8BA5-6793-B482-2876-7D59FDD41071}"/>
                </a:ext>
              </a:extLst>
            </p:cNvPr>
            <p:cNvSpPr>
              <a:spLocks noGrp="1"/>
            </p:cNvSpPr>
            <p:nvPr/>
          </p:nvSpPr>
          <p:spPr>
            <a:xfrm>
              <a:off x="1302099" y="4133349"/>
              <a:ext cx="37693" cy="21111"/>
            </a:xfrm>
            <a:custGeom>
              <a:avLst/>
              <a:gdLst/>
              <a:ahLst/>
              <a:cxnLst/>
              <a:rect l="0" t="0" r="0" b="0"/>
              <a:pathLst>
                <a:path w="37693" h="21111">
                  <a:moveTo>
                    <a:pt x="0" y="21111"/>
                  </a:moveTo>
                  <a:lnTo>
                    <a:pt x="37693" y="0"/>
                  </a:lnTo>
                </a:path>
              </a:pathLst>
            </a:custGeom>
            <a:noFill/>
            <a:ln w="20003">
              <a:solidFill>
                <a:srgbClr val="92A3AF"/>
              </a:solidFill>
            </a:ln>
          </p:spPr>
        </p:sp>
        <p:sp>
          <p:nvSpPr>
            <p:cNvPr id="1365" name="Input_receptor__1364">
              <a:extLst>
                <a:ext uri="{FF2B5EF4-FFF2-40B4-BE49-F238E27FC236}">
                  <a16:creationId xmlns:a16="http://schemas.microsoft.com/office/drawing/2014/main" id="{E83501EF-1C3A-1CEE-4D0B-07A12749C845}"/>
                </a:ext>
              </a:extLst>
            </p:cNvPr>
            <p:cNvSpPr>
              <a:spLocks noGrp="1"/>
            </p:cNvSpPr>
            <p:nvPr/>
          </p:nvSpPr>
          <p:spPr>
            <a:xfrm>
              <a:off x="1293426" y="4432488"/>
              <a:ext cx="13048" cy="10014"/>
            </a:xfrm>
            <a:custGeom>
              <a:avLst/>
              <a:gdLst/>
              <a:ahLst/>
              <a:cxnLst/>
              <a:rect l="0" t="0" r="0" b="0"/>
              <a:pathLst>
                <a:path w="13048" h="10014">
                  <a:moveTo>
                    <a:pt x="13048" y="10014"/>
                  </a:moveTo>
                  <a:lnTo>
                    <a:pt x="0" y="0"/>
                  </a:lnTo>
                </a:path>
              </a:pathLst>
            </a:custGeom>
            <a:noFill/>
            <a:ln w="20003">
              <a:solidFill>
                <a:srgbClr val="92A3AF"/>
              </a:solidFill>
            </a:ln>
          </p:spPr>
        </p:sp>
        <p:sp>
          <p:nvSpPr>
            <p:cNvPr id="1366" name="Input_receptor__1365">
              <a:extLst>
                <a:ext uri="{FF2B5EF4-FFF2-40B4-BE49-F238E27FC236}">
                  <a16:creationId xmlns:a16="http://schemas.microsoft.com/office/drawing/2014/main" id="{80A80735-C2E8-2FB9-1E3E-FF1647CED58D}"/>
                </a:ext>
              </a:extLst>
            </p:cNvPr>
            <p:cNvSpPr>
              <a:spLocks noGrp="1"/>
            </p:cNvSpPr>
            <p:nvPr/>
          </p:nvSpPr>
          <p:spPr>
            <a:xfrm>
              <a:off x="1093237" y="4724534"/>
              <a:ext cx="4600" cy="43774"/>
            </a:xfrm>
            <a:custGeom>
              <a:avLst/>
              <a:gdLst/>
              <a:ahLst/>
              <a:cxnLst/>
              <a:rect l="0" t="0" r="0" b="0"/>
              <a:pathLst>
                <a:path w="4600" h="43774">
                  <a:moveTo>
                    <a:pt x="4600" y="43774"/>
                  </a:moveTo>
                  <a:lnTo>
                    <a:pt x="0" y="0"/>
                  </a:lnTo>
                </a:path>
              </a:pathLst>
            </a:custGeom>
            <a:noFill/>
            <a:ln w="20003">
              <a:solidFill>
                <a:srgbClr val="93A3AF"/>
              </a:solidFill>
            </a:ln>
          </p:spPr>
        </p:sp>
        <p:sp>
          <p:nvSpPr>
            <p:cNvPr id="1367" name="Input_receptor__1366">
              <a:extLst>
                <a:ext uri="{FF2B5EF4-FFF2-40B4-BE49-F238E27FC236}">
                  <a16:creationId xmlns:a16="http://schemas.microsoft.com/office/drawing/2014/main" id="{EF582395-D726-632E-B83E-1772180E8364}"/>
                </a:ext>
              </a:extLst>
            </p:cNvPr>
            <p:cNvSpPr>
              <a:spLocks noGrp="1"/>
            </p:cNvSpPr>
            <p:nvPr/>
          </p:nvSpPr>
          <p:spPr>
            <a:xfrm>
              <a:off x="1086411" y="4853380"/>
              <a:ext cx="7325" cy="5536"/>
            </a:xfrm>
            <a:custGeom>
              <a:avLst/>
              <a:gdLst/>
              <a:ahLst/>
              <a:cxnLst/>
              <a:rect l="0" t="0" r="0" b="0"/>
              <a:pathLst>
                <a:path w="7325" h="5536">
                  <a:moveTo>
                    <a:pt x="7325" y="0"/>
                  </a:moveTo>
                  <a:lnTo>
                    <a:pt x="0" y="5536"/>
                  </a:lnTo>
                </a:path>
              </a:pathLst>
            </a:custGeom>
            <a:noFill/>
            <a:ln w="20003">
              <a:solidFill>
                <a:srgbClr val="93A3AF"/>
              </a:solidFill>
            </a:ln>
          </p:spPr>
        </p:sp>
        <p:sp>
          <p:nvSpPr>
            <p:cNvPr id="1368" name="Input_receptor__1367">
              <a:extLst>
                <a:ext uri="{FF2B5EF4-FFF2-40B4-BE49-F238E27FC236}">
                  <a16:creationId xmlns:a16="http://schemas.microsoft.com/office/drawing/2014/main" id="{F4F8765C-5CED-5839-864A-9CEE3566C9FA}"/>
                </a:ext>
              </a:extLst>
            </p:cNvPr>
            <p:cNvSpPr>
              <a:spLocks noGrp="1"/>
            </p:cNvSpPr>
            <p:nvPr/>
          </p:nvSpPr>
          <p:spPr>
            <a:xfrm>
              <a:off x="747604" y="4638989"/>
              <a:ext cx="28043" cy="1963"/>
            </a:xfrm>
            <a:custGeom>
              <a:avLst/>
              <a:gdLst/>
              <a:ahLst/>
              <a:cxnLst/>
              <a:rect l="0" t="0" r="0" b="0"/>
              <a:pathLst>
                <a:path w="28043" h="1963">
                  <a:moveTo>
                    <a:pt x="28043" y="1963"/>
                  </a:moveTo>
                  <a:lnTo>
                    <a:pt x="0" y="0"/>
                  </a:lnTo>
                </a:path>
              </a:pathLst>
            </a:custGeom>
            <a:noFill/>
            <a:ln w="20003">
              <a:solidFill>
                <a:srgbClr val="93A4AF"/>
              </a:solidFill>
            </a:ln>
          </p:spPr>
        </p:sp>
        <p:sp>
          <p:nvSpPr>
            <p:cNvPr id="1369" name="Input_receptor__1368">
              <a:extLst>
                <a:ext uri="{FF2B5EF4-FFF2-40B4-BE49-F238E27FC236}">
                  <a16:creationId xmlns:a16="http://schemas.microsoft.com/office/drawing/2014/main" id="{E411BE94-0BCD-D936-A623-4D0582D6C80F}"/>
                </a:ext>
              </a:extLst>
            </p:cNvPr>
            <p:cNvSpPr>
              <a:spLocks noGrp="1"/>
            </p:cNvSpPr>
            <p:nvPr/>
          </p:nvSpPr>
          <p:spPr>
            <a:xfrm>
              <a:off x="1139087" y="4967775"/>
              <a:ext cx="4624" cy="7146"/>
            </a:xfrm>
            <a:custGeom>
              <a:avLst/>
              <a:gdLst/>
              <a:ahLst/>
              <a:cxnLst/>
              <a:rect l="0" t="0" r="0" b="0"/>
              <a:pathLst>
                <a:path w="4624" h="7146">
                  <a:moveTo>
                    <a:pt x="0" y="0"/>
                  </a:moveTo>
                  <a:lnTo>
                    <a:pt x="4624" y="7146"/>
                  </a:lnTo>
                </a:path>
              </a:pathLst>
            </a:custGeom>
            <a:noFill/>
            <a:ln w="20003">
              <a:solidFill>
                <a:srgbClr val="93A4AF"/>
              </a:solidFill>
            </a:ln>
          </p:spPr>
        </p:sp>
        <p:sp>
          <p:nvSpPr>
            <p:cNvPr id="1370" name="Input_receptor__1369">
              <a:extLst>
                <a:ext uri="{FF2B5EF4-FFF2-40B4-BE49-F238E27FC236}">
                  <a16:creationId xmlns:a16="http://schemas.microsoft.com/office/drawing/2014/main" id="{0DC6AD36-D244-70EA-CEB0-C14A788CB380}"/>
                </a:ext>
              </a:extLst>
            </p:cNvPr>
            <p:cNvSpPr>
              <a:spLocks noGrp="1"/>
            </p:cNvSpPr>
            <p:nvPr/>
          </p:nvSpPr>
          <p:spPr>
            <a:xfrm>
              <a:off x="1353182" y="4069448"/>
              <a:ext cx="9213" cy="27267"/>
            </a:xfrm>
            <a:custGeom>
              <a:avLst/>
              <a:gdLst/>
              <a:ahLst/>
              <a:cxnLst/>
              <a:rect l="0" t="0" r="0" b="0"/>
              <a:pathLst>
                <a:path w="9213" h="27267">
                  <a:moveTo>
                    <a:pt x="0" y="27267"/>
                  </a:moveTo>
                  <a:lnTo>
                    <a:pt x="9213" y="0"/>
                  </a:lnTo>
                </a:path>
              </a:pathLst>
            </a:custGeom>
            <a:noFill/>
            <a:ln w="20003">
              <a:solidFill>
                <a:srgbClr val="93A4AF"/>
              </a:solidFill>
            </a:ln>
          </p:spPr>
        </p:sp>
        <p:sp>
          <p:nvSpPr>
            <p:cNvPr id="1371" name="Input_receptor__1370">
              <a:extLst>
                <a:ext uri="{FF2B5EF4-FFF2-40B4-BE49-F238E27FC236}">
                  <a16:creationId xmlns:a16="http://schemas.microsoft.com/office/drawing/2014/main" id="{1C980CC5-F190-CE20-8329-7D2847957C81}"/>
                </a:ext>
              </a:extLst>
            </p:cNvPr>
            <p:cNvSpPr>
              <a:spLocks noGrp="1"/>
            </p:cNvSpPr>
            <p:nvPr/>
          </p:nvSpPr>
          <p:spPr>
            <a:xfrm>
              <a:off x="1030888" y="4337409"/>
              <a:ext cx="36015" cy="27654"/>
            </a:xfrm>
            <a:custGeom>
              <a:avLst/>
              <a:gdLst/>
              <a:ahLst/>
              <a:cxnLst/>
              <a:rect l="0" t="0" r="0" b="0"/>
              <a:pathLst>
                <a:path w="36015" h="27654">
                  <a:moveTo>
                    <a:pt x="0" y="27654"/>
                  </a:moveTo>
                  <a:lnTo>
                    <a:pt x="36015" y="0"/>
                  </a:lnTo>
                </a:path>
              </a:pathLst>
            </a:custGeom>
            <a:noFill/>
            <a:ln w="20003">
              <a:solidFill>
                <a:srgbClr val="93A4AF"/>
              </a:solidFill>
            </a:ln>
          </p:spPr>
        </p:sp>
        <p:sp>
          <p:nvSpPr>
            <p:cNvPr id="1372" name="Input_receptor__1371">
              <a:extLst>
                <a:ext uri="{FF2B5EF4-FFF2-40B4-BE49-F238E27FC236}">
                  <a16:creationId xmlns:a16="http://schemas.microsoft.com/office/drawing/2014/main" id="{720D34A3-F8D9-A171-1B54-D403EA490B2E}"/>
                </a:ext>
              </a:extLst>
            </p:cNvPr>
            <p:cNvSpPr>
              <a:spLocks noGrp="1"/>
            </p:cNvSpPr>
            <p:nvPr/>
          </p:nvSpPr>
          <p:spPr>
            <a:xfrm>
              <a:off x="1093237" y="4706053"/>
              <a:ext cx="37227" cy="18481"/>
            </a:xfrm>
            <a:custGeom>
              <a:avLst/>
              <a:gdLst/>
              <a:ahLst/>
              <a:cxnLst/>
              <a:rect l="0" t="0" r="0" b="0"/>
              <a:pathLst>
                <a:path w="37227" h="18481">
                  <a:moveTo>
                    <a:pt x="0" y="18481"/>
                  </a:moveTo>
                  <a:lnTo>
                    <a:pt x="37227" y="0"/>
                  </a:lnTo>
                </a:path>
              </a:pathLst>
            </a:custGeom>
            <a:noFill/>
            <a:ln w="20003">
              <a:solidFill>
                <a:srgbClr val="93A4AF"/>
              </a:solidFill>
            </a:ln>
          </p:spPr>
        </p:sp>
        <p:sp>
          <p:nvSpPr>
            <p:cNvPr id="1373" name="Input_receptor__1372">
              <a:extLst>
                <a:ext uri="{FF2B5EF4-FFF2-40B4-BE49-F238E27FC236}">
                  <a16:creationId xmlns:a16="http://schemas.microsoft.com/office/drawing/2014/main" id="{CBCF85B4-B308-0AC8-47C0-9F203C31C594}"/>
                </a:ext>
              </a:extLst>
            </p:cNvPr>
            <p:cNvSpPr>
              <a:spLocks noGrp="1"/>
            </p:cNvSpPr>
            <p:nvPr/>
          </p:nvSpPr>
          <p:spPr>
            <a:xfrm>
              <a:off x="1175078" y="4428062"/>
              <a:ext cx="14245" cy="45318"/>
            </a:xfrm>
            <a:custGeom>
              <a:avLst/>
              <a:gdLst/>
              <a:ahLst/>
              <a:cxnLst/>
              <a:rect l="0" t="0" r="0" b="0"/>
              <a:pathLst>
                <a:path w="14245" h="45318">
                  <a:moveTo>
                    <a:pt x="14245" y="0"/>
                  </a:moveTo>
                  <a:lnTo>
                    <a:pt x="0" y="45318"/>
                  </a:lnTo>
                </a:path>
              </a:pathLst>
            </a:custGeom>
            <a:noFill/>
            <a:ln w="20003">
              <a:solidFill>
                <a:srgbClr val="93A4AF"/>
              </a:solidFill>
            </a:ln>
          </p:spPr>
        </p:sp>
        <p:sp>
          <p:nvSpPr>
            <p:cNvPr id="1374" name="Input_receptor__1373">
              <a:extLst>
                <a:ext uri="{FF2B5EF4-FFF2-40B4-BE49-F238E27FC236}">
                  <a16:creationId xmlns:a16="http://schemas.microsoft.com/office/drawing/2014/main" id="{5D60732B-6D60-50DD-3092-B7B9AD627C4A}"/>
                </a:ext>
              </a:extLst>
            </p:cNvPr>
            <p:cNvSpPr>
              <a:spLocks noGrp="1"/>
            </p:cNvSpPr>
            <p:nvPr/>
          </p:nvSpPr>
          <p:spPr>
            <a:xfrm>
              <a:off x="1523566" y="4353795"/>
              <a:ext cx="35273" cy="8915"/>
            </a:xfrm>
            <a:custGeom>
              <a:avLst/>
              <a:gdLst/>
              <a:ahLst/>
              <a:cxnLst/>
              <a:rect l="0" t="0" r="0" b="0"/>
              <a:pathLst>
                <a:path w="35273" h="8915">
                  <a:moveTo>
                    <a:pt x="0" y="8915"/>
                  </a:moveTo>
                  <a:lnTo>
                    <a:pt x="35273" y="0"/>
                  </a:lnTo>
                </a:path>
              </a:pathLst>
            </a:custGeom>
            <a:noFill/>
            <a:ln w="20003">
              <a:solidFill>
                <a:srgbClr val="93A4AF"/>
              </a:solidFill>
            </a:ln>
          </p:spPr>
        </p:sp>
        <p:sp>
          <p:nvSpPr>
            <p:cNvPr id="1375" name="Input_receptor__1374">
              <a:extLst>
                <a:ext uri="{FF2B5EF4-FFF2-40B4-BE49-F238E27FC236}">
                  <a16:creationId xmlns:a16="http://schemas.microsoft.com/office/drawing/2014/main" id="{FCFAAB73-9357-F9C2-BC34-D4254D757DAB}"/>
                </a:ext>
              </a:extLst>
            </p:cNvPr>
            <p:cNvSpPr>
              <a:spLocks noGrp="1"/>
            </p:cNvSpPr>
            <p:nvPr/>
          </p:nvSpPr>
          <p:spPr>
            <a:xfrm>
              <a:off x="787432" y="4427465"/>
              <a:ext cx="47275" cy="1547"/>
            </a:xfrm>
            <a:custGeom>
              <a:avLst/>
              <a:gdLst/>
              <a:ahLst/>
              <a:cxnLst/>
              <a:rect l="0" t="0" r="0" b="0"/>
              <a:pathLst>
                <a:path w="47275" h="1547">
                  <a:moveTo>
                    <a:pt x="47275" y="0"/>
                  </a:moveTo>
                  <a:lnTo>
                    <a:pt x="0" y="1547"/>
                  </a:lnTo>
                </a:path>
              </a:pathLst>
            </a:custGeom>
            <a:noFill/>
            <a:ln w="20003">
              <a:solidFill>
                <a:srgbClr val="93A4AF"/>
              </a:solidFill>
            </a:ln>
          </p:spPr>
        </p:sp>
        <p:sp>
          <p:nvSpPr>
            <p:cNvPr id="1376" name="Input_receptor__1375">
              <a:extLst>
                <a:ext uri="{FF2B5EF4-FFF2-40B4-BE49-F238E27FC236}">
                  <a16:creationId xmlns:a16="http://schemas.microsoft.com/office/drawing/2014/main" id="{2B3C22E7-3675-3EFC-3606-599E1D8A7BF6}"/>
                </a:ext>
              </a:extLst>
            </p:cNvPr>
            <p:cNvSpPr>
              <a:spLocks noGrp="1"/>
            </p:cNvSpPr>
            <p:nvPr/>
          </p:nvSpPr>
          <p:spPr>
            <a:xfrm>
              <a:off x="1482402" y="4036090"/>
              <a:ext cx="5514" cy="38363"/>
            </a:xfrm>
            <a:custGeom>
              <a:avLst/>
              <a:gdLst/>
              <a:ahLst/>
              <a:cxnLst/>
              <a:rect l="0" t="0" r="0" b="0"/>
              <a:pathLst>
                <a:path w="5514" h="38363">
                  <a:moveTo>
                    <a:pt x="0" y="38363"/>
                  </a:moveTo>
                  <a:lnTo>
                    <a:pt x="5514" y="0"/>
                  </a:lnTo>
                </a:path>
              </a:pathLst>
            </a:custGeom>
            <a:noFill/>
            <a:ln w="20003">
              <a:solidFill>
                <a:srgbClr val="93A4AF"/>
              </a:solidFill>
            </a:ln>
          </p:spPr>
        </p:sp>
        <p:sp>
          <p:nvSpPr>
            <p:cNvPr id="1377" name="Input_receptor__1376">
              <a:extLst>
                <a:ext uri="{FF2B5EF4-FFF2-40B4-BE49-F238E27FC236}">
                  <a16:creationId xmlns:a16="http://schemas.microsoft.com/office/drawing/2014/main" id="{2E09CF79-9A1F-DA18-FD4C-A84294D902A1}"/>
                </a:ext>
              </a:extLst>
            </p:cNvPr>
            <p:cNvSpPr>
              <a:spLocks noGrp="1"/>
            </p:cNvSpPr>
            <p:nvPr/>
          </p:nvSpPr>
          <p:spPr>
            <a:xfrm>
              <a:off x="834707" y="4427465"/>
              <a:ext cx="30896" cy="36158"/>
            </a:xfrm>
            <a:custGeom>
              <a:avLst/>
              <a:gdLst/>
              <a:ahLst/>
              <a:cxnLst/>
              <a:rect l="0" t="0" r="0" b="0"/>
              <a:pathLst>
                <a:path w="30896" h="36158">
                  <a:moveTo>
                    <a:pt x="30896" y="36158"/>
                  </a:moveTo>
                  <a:lnTo>
                    <a:pt x="0" y="0"/>
                  </a:lnTo>
                </a:path>
              </a:pathLst>
            </a:custGeom>
            <a:noFill/>
            <a:ln w="20003">
              <a:solidFill>
                <a:srgbClr val="93A4AF"/>
              </a:solidFill>
            </a:ln>
          </p:spPr>
        </p:sp>
        <p:sp>
          <p:nvSpPr>
            <p:cNvPr id="1378" name="Input_receptor__1377">
              <a:extLst>
                <a:ext uri="{FF2B5EF4-FFF2-40B4-BE49-F238E27FC236}">
                  <a16:creationId xmlns:a16="http://schemas.microsoft.com/office/drawing/2014/main" id="{C14765E3-7D48-F1D5-616F-E284FD017108}"/>
                </a:ext>
              </a:extLst>
            </p:cNvPr>
            <p:cNvSpPr>
              <a:spLocks noGrp="1"/>
            </p:cNvSpPr>
            <p:nvPr/>
          </p:nvSpPr>
          <p:spPr>
            <a:xfrm>
              <a:off x="1531415" y="4126991"/>
              <a:ext cx="4500" cy="39210"/>
            </a:xfrm>
            <a:custGeom>
              <a:avLst/>
              <a:gdLst/>
              <a:ahLst/>
              <a:cxnLst/>
              <a:rect l="0" t="0" r="0" b="0"/>
              <a:pathLst>
                <a:path w="4500" h="39210">
                  <a:moveTo>
                    <a:pt x="0" y="0"/>
                  </a:moveTo>
                  <a:lnTo>
                    <a:pt x="4500" y="39210"/>
                  </a:lnTo>
                </a:path>
              </a:pathLst>
            </a:custGeom>
            <a:noFill/>
            <a:ln w="20003">
              <a:solidFill>
                <a:srgbClr val="93A4AF"/>
              </a:solidFill>
            </a:ln>
          </p:spPr>
        </p:sp>
        <p:sp>
          <p:nvSpPr>
            <p:cNvPr id="1379" name="Input_receptor__1378">
              <a:extLst>
                <a:ext uri="{FF2B5EF4-FFF2-40B4-BE49-F238E27FC236}">
                  <a16:creationId xmlns:a16="http://schemas.microsoft.com/office/drawing/2014/main" id="{E51DF93A-F3AF-340F-F6C8-05E7C922AFE4}"/>
                </a:ext>
              </a:extLst>
            </p:cNvPr>
            <p:cNvSpPr>
              <a:spLocks noGrp="1"/>
            </p:cNvSpPr>
            <p:nvPr/>
          </p:nvSpPr>
          <p:spPr>
            <a:xfrm>
              <a:off x="1349350" y="4548457"/>
              <a:ext cx="38265" cy="6349"/>
            </a:xfrm>
            <a:custGeom>
              <a:avLst/>
              <a:gdLst/>
              <a:ahLst/>
              <a:cxnLst/>
              <a:rect l="0" t="0" r="0" b="0"/>
              <a:pathLst>
                <a:path w="38265" h="6349">
                  <a:moveTo>
                    <a:pt x="0" y="0"/>
                  </a:moveTo>
                  <a:lnTo>
                    <a:pt x="38265" y="6349"/>
                  </a:lnTo>
                </a:path>
              </a:pathLst>
            </a:custGeom>
            <a:noFill/>
            <a:ln w="20003">
              <a:solidFill>
                <a:srgbClr val="93A4AF"/>
              </a:solidFill>
            </a:ln>
          </p:spPr>
        </p:sp>
        <p:sp>
          <p:nvSpPr>
            <p:cNvPr id="1380" name="Input_receptor__1379">
              <a:extLst>
                <a:ext uri="{FF2B5EF4-FFF2-40B4-BE49-F238E27FC236}">
                  <a16:creationId xmlns:a16="http://schemas.microsoft.com/office/drawing/2014/main" id="{C7C4BA61-43B3-72EE-2243-27CC9885098D}"/>
                </a:ext>
              </a:extLst>
            </p:cNvPr>
            <p:cNvSpPr>
              <a:spLocks noGrp="1"/>
            </p:cNvSpPr>
            <p:nvPr/>
          </p:nvSpPr>
          <p:spPr>
            <a:xfrm>
              <a:off x="1446776" y="4474468"/>
              <a:ext cx="2300" cy="39291"/>
            </a:xfrm>
            <a:custGeom>
              <a:avLst/>
              <a:gdLst/>
              <a:ahLst/>
              <a:cxnLst/>
              <a:rect l="0" t="0" r="0" b="0"/>
              <a:pathLst>
                <a:path w="2300" h="39291">
                  <a:moveTo>
                    <a:pt x="2300" y="0"/>
                  </a:moveTo>
                  <a:lnTo>
                    <a:pt x="0" y="39291"/>
                  </a:lnTo>
                </a:path>
              </a:pathLst>
            </a:custGeom>
            <a:noFill/>
            <a:ln w="8096">
              <a:solidFill>
                <a:srgbClr val="93A4AF"/>
              </a:solidFill>
            </a:ln>
          </p:spPr>
        </p:sp>
        <p:sp>
          <p:nvSpPr>
            <p:cNvPr id="1381" name="Input_receptor__1380">
              <a:extLst>
                <a:ext uri="{FF2B5EF4-FFF2-40B4-BE49-F238E27FC236}">
                  <a16:creationId xmlns:a16="http://schemas.microsoft.com/office/drawing/2014/main" id="{9D725F61-188C-C930-0F00-5C7B9F3B54D9}"/>
                </a:ext>
              </a:extLst>
            </p:cNvPr>
            <p:cNvSpPr>
              <a:spLocks noGrp="1"/>
            </p:cNvSpPr>
            <p:nvPr/>
          </p:nvSpPr>
          <p:spPr>
            <a:xfrm>
              <a:off x="1393836" y="4210188"/>
              <a:ext cx="367" cy="47707"/>
            </a:xfrm>
            <a:custGeom>
              <a:avLst/>
              <a:gdLst/>
              <a:ahLst/>
              <a:cxnLst/>
              <a:rect l="0" t="0" r="0" b="0"/>
              <a:pathLst>
                <a:path w="367" h="47707">
                  <a:moveTo>
                    <a:pt x="0" y="47707"/>
                  </a:moveTo>
                  <a:lnTo>
                    <a:pt x="367" y="0"/>
                  </a:lnTo>
                </a:path>
              </a:pathLst>
            </a:custGeom>
            <a:noFill/>
            <a:ln w="8096">
              <a:solidFill>
                <a:srgbClr val="93A4AF"/>
              </a:solidFill>
            </a:ln>
          </p:spPr>
        </p:sp>
        <p:sp>
          <p:nvSpPr>
            <p:cNvPr id="1382" name="Input_receptor__1381">
              <a:extLst>
                <a:ext uri="{FF2B5EF4-FFF2-40B4-BE49-F238E27FC236}">
                  <a16:creationId xmlns:a16="http://schemas.microsoft.com/office/drawing/2014/main" id="{5945C4DA-A366-7B78-4F95-1165178F6845}"/>
                </a:ext>
              </a:extLst>
            </p:cNvPr>
            <p:cNvSpPr>
              <a:spLocks noGrp="1"/>
            </p:cNvSpPr>
            <p:nvPr/>
          </p:nvSpPr>
          <p:spPr>
            <a:xfrm>
              <a:off x="1177784" y="4999326"/>
              <a:ext cx="34134" cy="28119"/>
            </a:xfrm>
            <a:custGeom>
              <a:avLst/>
              <a:gdLst/>
              <a:ahLst/>
              <a:cxnLst/>
              <a:rect l="0" t="0" r="0" b="0"/>
              <a:pathLst>
                <a:path w="34134" h="28119">
                  <a:moveTo>
                    <a:pt x="0" y="28119"/>
                  </a:moveTo>
                  <a:lnTo>
                    <a:pt x="34134" y="0"/>
                  </a:lnTo>
                </a:path>
              </a:pathLst>
            </a:custGeom>
            <a:noFill/>
            <a:ln w="8096">
              <a:solidFill>
                <a:srgbClr val="93A4AF"/>
              </a:solidFill>
            </a:ln>
          </p:spPr>
        </p:sp>
        <p:sp>
          <p:nvSpPr>
            <p:cNvPr id="1383" name="Input_receptor__1382">
              <a:extLst>
                <a:ext uri="{FF2B5EF4-FFF2-40B4-BE49-F238E27FC236}">
                  <a16:creationId xmlns:a16="http://schemas.microsoft.com/office/drawing/2014/main" id="{2E34A878-C95F-E26A-4557-F5B8DD28330A}"/>
                </a:ext>
              </a:extLst>
            </p:cNvPr>
            <p:cNvSpPr>
              <a:spLocks noGrp="1"/>
            </p:cNvSpPr>
            <p:nvPr/>
          </p:nvSpPr>
          <p:spPr>
            <a:xfrm>
              <a:off x="968812" y="5012536"/>
              <a:ext cx="20543" cy="23676"/>
            </a:xfrm>
            <a:custGeom>
              <a:avLst/>
              <a:gdLst/>
              <a:ahLst/>
              <a:cxnLst/>
              <a:rect l="0" t="0" r="0" b="0"/>
              <a:pathLst>
                <a:path w="20543" h="23676">
                  <a:moveTo>
                    <a:pt x="0" y="23676"/>
                  </a:moveTo>
                  <a:lnTo>
                    <a:pt x="20543" y="0"/>
                  </a:lnTo>
                </a:path>
              </a:pathLst>
            </a:custGeom>
            <a:noFill/>
            <a:ln w="8096">
              <a:solidFill>
                <a:srgbClr val="93A4AF"/>
              </a:solidFill>
            </a:ln>
          </p:spPr>
        </p:sp>
        <p:sp>
          <p:nvSpPr>
            <p:cNvPr id="1384" name="Input_receptor__1383">
              <a:extLst>
                <a:ext uri="{FF2B5EF4-FFF2-40B4-BE49-F238E27FC236}">
                  <a16:creationId xmlns:a16="http://schemas.microsoft.com/office/drawing/2014/main" id="{92EF81BD-799A-4453-03B7-8DC5169BAAB0}"/>
                </a:ext>
              </a:extLst>
            </p:cNvPr>
            <p:cNvSpPr>
              <a:spLocks noGrp="1"/>
            </p:cNvSpPr>
            <p:nvPr/>
          </p:nvSpPr>
          <p:spPr>
            <a:xfrm>
              <a:off x="1011715" y="4675254"/>
              <a:ext cx="30003" cy="37278"/>
            </a:xfrm>
            <a:custGeom>
              <a:avLst/>
              <a:gdLst/>
              <a:ahLst/>
              <a:cxnLst/>
              <a:rect l="0" t="0" r="0" b="0"/>
              <a:pathLst>
                <a:path w="30003" h="37278">
                  <a:moveTo>
                    <a:pt x="30003" y="0"/>
                  </a:moveTo>
                  <a:lnTo>
                    <a:pt x="0" y="37278"/>
                  </a:lnTo>
                </a:path>
              </a:pathLst>
            </a:custGeom>
            <a:noFill/>
            <a:ln w="20003">
              <a:solidFill>
                <a:srgbClr val="93A4B0"/>
              </a:solidFill>
            </a:ln>
          </p:spPr>
        </p:sp>
        <p:sp>
          <p:nvSpPr>
            <p:cNvPr id="1385" name="Input_receptor__1384">
              <a:extLst>
                <a:ext uri="{FF2B5EF4-FFF2-40B4-BE49-F238E27FC236}">
                  <a16:creationId xmlns:a16="http://schemas.microsoft.com/office/drawing/2014/main" id="{F6437427-BD87-F8F2-8092-7D152E4A9B81}"/>
                </a:ext>
              </a:extLst>
            </p:cNvPr>
            <p:cNvSpPr>
              <a:spLocks noGrp="1"/>
            </p:cNvSpPr>
            <p:nvPr/>
          </p:nvSpPr>
          <p:spPr>
            <a:xfrm>
              <a:off x="1558839" y="4353795"/>
              <a:ext cx="25265" cy="34128"/>
            </a:xfrm>
            <a:custGeom>
              <a:avLst/>
              <a:gdLst/>
              <a:ahLst/>
              <a:cxnLst/>
              <a:rect l="0" t="0" r="0" b="0"/>
              <a:pathLst>
                <a:path w="25265" h="34128">
                  <a:moveTo>
                    <a:pt x="0" y="0"/>
                  </a:moveTo>
                  <a:lnTo>
                    <a:pt x="25265" y="34128"/>
                  </a:lnTo>
                </a:path>
              </a:pathLst>
            </a:custGeom>
            <a:noFill/>
            <a:ln w="20003">
              <a:solidFill>
                <a:srgbClr val="93A4B0"/>
              </a:solidFill>
            </a:ln>
          </p:spPr>
        </p:sp>
        <p:sp>
          <p:nvSpPr>
            <p:cNvPr id="1386" name="Input_receptor__1385">
              <a:extLst>
                <a:ext uri="{FF2B5EF4-FFF2-40B4-BE49-F238E27FC236}">
                  <a16:creationId xmlns:a16="http://schemas.microsoft.com/office/drawing/2014/main" id="{1BB4F18B-B637-52B8-DBC9-0E14B55E4248}"/>
                </a:ext>
              </a:extLst>
            </p:cNvPr>
            <p:cNvSpPr>
              <a:spLocks noGrp="1"/>
            </p:cNvSpPr>
            <p:nvPr/>
          </p:nvSpPr>
          <p:spPr>
            <a:xfrm>
              <a:off x="1066903" y="4337409"/>
              <a:ext cx="38539" cy="3603"/>
            </a:xfrm>
            <a:custGeom>
              <a:avLst/>
              <a:gdLst/>
              <a:ahLst/>
              <a:cxnLst/>
              <a:rect l="0" t="0" r="0" b="0"/>
              <a:pathLst>
                <a:path w="38539" h="3603">
                  <a:moveTo>
                    <a:pt x="0" y="0"/>
                  </a:moveTo>
                  <a:lnTo>
                    <a:pt x="38539" y="3603"/>
                  </a:lnTo>
                </a:path>
              </a:pathLst>
            </a:custGeom>
            <a:noFill/>
            <a:ln w="20003">
              <a:solidFill>
                <a:srgbClr val="93A4B0"/>
              </a:solidFill>
            </a:ln>
          </p:spPr>
        </p:sp>
        <p:sp>
          <p:nvSpPr>
            <p:cNvPr id="1387" name="Input_receptor__1386">
              <a:extLst>
                <a:ext uri="{FF2B5EF4-FFF2-40B4-BE49-F238E27FC236}">
                  <a16:creationId xmlns:a16="http://schemas.microsoft.com/office/drawing/2014/main" id="{1885352A-5EAE-E168-EA08-42447981D34A}"/>
                </a:ext>
              </a:extLst>
            </p:cNvPr>
            <p:cNvSpPr>
              <a:spLocks noGrp="1"/>
            </p:cNvSpPr>
            <p:nvPr/>
          </p:nvSpPr>
          <p:spPr>
            <a:xfrm>
              <a:off x="713267" y="4615743"/>
              <a:ext cx="34338" cy="23246"/>
            </a:xfrm>
            <a:custGeom>
              <a:avLst/>
              <a:gdLst/>
              <a:ahLst/>
              <a:cxnLst/>
              <a:rect l="0" t="0" r="0" b="0"/>
              <a:pathLst>
                <a:path w="34338" h="23246">
                  <a:moveTo>
                    <a:pt x="34338" y="23246"/>
                  </a:moveTo>
                  <a:lnTo>
                    <a:pt x="0" y="0"/>
                  </a:lnTo>
                </a:path>
              </a:pathLst>
            </a:custGeom>
            <a:noFill/>
            <a:ln w="20003">
              <a:solidFill>
                <a:srgbClr val="93A4B0"/>
              </a:solidFill>
            </a:ln>
          </p:spPr>
        </p:sp>
        <p:sp>
          <p:nvSpPr>
            <p:cNvPr id="1388" name="Input_receptor__1387">
              <a:extLst>
                <a:ext uri="{FF2B5EF4-FFF2-40B4-BE49-F238E27FC236}">
                  <a16:creationId xmlns:a16="http://schemas.microsoft.com/office/drawing/2014/main" id="{3A1EBA2D-02D9-98F5-B2F4-74F6B905025A}"/>
                </a:ext>
              </a:extLst>
            </p:cNvPr>
            <p:cNvSpPr>
              <a:spLocks noGrp="1"/>
            </p:cNvSpPr>
            <p:nvPr/>
          </p:nvSpPr>
          <p:spPr>
            <a:xfrm>
              <a:off x="1466168" y="4074453"/>
              <a:ext cx="16234" cy="25028"/>
            </a:xfrm>
            <a:custGeom>
              <a:avLst/>
              <a:gdLst/>
              <a:ahLst/>
              <a:cxnLst/>
              <a:rect l="0" t="0" r="0" b="0"/>
              <a:pathLst>
                <a:path w="16234" h="25028">
                  <a:moveTo>
                    <a:pt x="0" y="25028"/>
                  </a:moveTo>
                  <a:lnTo>
                    <a:pt x="16234" y="0"/>
                  </a:lnTo>
                </a:path>
              </a:pathLst>
            </a:custGeom>
            <a:noFill/>
            <a:ln w="20003">
              <a:solidFill>
                <a:srgbClr val="93A4B0"/>
              </a:solidFill>
            </a:ln>
          </p:spPr>
        </p:sp>
        <p:sp>
          <p:nvSpPr>
            <p:cNvPr id="1389" name="Input_receptor__1388">
              <a:extLst>
                <a:ext uri="{FF2B5EF4-FFF2-40B4-BE49-F238E27FC236}">
                  <a16:creationId xmlns:a16="http://schemas.microsoft.com/office/drawing/2014/main" id="{D848715D-F31A-17CD-A721-F10BE370F0D4}"/>
                </a:ext>
              </a:extLst>
            </p:cNvPr>
            <p:cNvSpPr>
              <a:spLocks noGrp="1"/>
            </p:cNvSpPr>
            <p:nvPr/>
          </p:nvSpPr>
          <p:spPr>
            <a:xfrm>
              <a:off x="906845" y="4836935"/>
              <a:ext cx="14279" cy="37446"/>
            </a:xfrm>
            <a:custGeom>
              <a:avLst/>
              <a:gdLst/>
              <a:ahLst/>
              <a:cxnLst/>
              <a:rect l="0" t="0" r="0" b="0"/>
              <a:pathLst>
                <a:path w="14279" h="37446">
                  <a:moveTo>
                    <a:pt x="0" y="0"/>
                  </a:moveTo>
                  <a:lnTo>
                    <a:pt x="14279" y="37446"/>
                  </a:lnTo>
                </a:path>
              </a:pathLst>
            </a:custGeom>
            <a:noFill/>
            <a:ln w="8096">
              <a:solidFill>
                <a:srgbClr val="93A4B0"/>
              </a:solidFill>
            </a:ln>
          </p:spPr>
        </p:sp>
        <p:sp>
          <p:nvSpPr>
            <p:cNvPr id="1390" name="Input_receptor__1389">
              <a:extLst>
                <a:ext uri="{FF2B5EF4-FFF2-40B4-BE49-F238E27FC236}">
                  <a16:creationId xmlns:a16="http://schemas.microsoft.com/office/drawing/2014/main" id="{91568E83-2DD8-0870-CA38-7692E6EC5C51}"/>
                </a:ext>
              </a:extLst>
            </p:cNvPr>
            <p:cNvSpPr>
              <a:spLocks noGrp="1"/>
            </p:cNvSpPr>
            <p:nvPr/>
          </p:nvSpPr>
          <p:spPr>
            <a:xfrm>
              <a:off x="1210574" y="4829149"/>
              <a:ext cx="10828" cy="18125"/>
            </a:xfrm>
            <a:custGeom>
              <a:avLst/>
              <a:gdLst/>
              <a:ahLst/>
              <a:cxnLst/>
              <a:rect l="0" t="0" r="0" b="0"/>
              <a:pathLst>
                <a:path w="10828" h="18125">
                  <a:moveTo>
                    <a:pt x="10828" y="0"/>
                  </a:moveTo>
                  <a:lnTo>
                    <a:pt x="0" y="18125"/>
                  </a:lnTo>
                </a:path>
              </a:pathLst>
            </a:custGeom>
            <a:noFill/>
            <a:ln w="20003">
              <a:solidFill>
                <a:srgbClr val="93A4B0"/>
              </a:solidFill>
            </a:ln>
          </p:spPr>
        </p:sp>
        <p:sp>
          <p:nvSpPr>
            <p:cNvPr id="1391" name="Input_receptor__1390">
              <a:extLst>
                <a:ext uri="{FF2B5EF4-FFF2-40B4-BE49-F238E27FC236}">
                  <a16:creationId xmlns:a16="http://schemas.microsoft.com/office/drawing/2014/main" id="{037AC99F-A3DC-FC8B-F8E1-2021863D7C48}"/>
                </a:ext>
              </a:extLst>
            </p:cNvPr>
            <p:cNvSpPr>
              <a:spLocks noGrp="1"/>
            </p:cNvSpPr>
            <p:nvPr/>
          </p:nvSpPr>
          <p:spPr>
            <a:xfrm>
              <a:off x="1130464" y="4706053"/>
              <a:ext cx="25969" cy="40059"/>
            </a:xfrm>
            <a:custGeom>
              <a:avLst/>
              <a:gdLst/>
              <a:ahLst/>
              <a:cxnLst/>
              <a:rect l="0" t="0" r="0" b="0"/>
              <a:pathLst>
                <a:path w="25969" h="40059">
                  <a:moveTo>
                    <a:pt x="0" y="0"/>
                  </a:moveTo>
                  <a:lnTo>
                    <a:pt x="25969" y="40059"/>
                  </a:lnTo>
                </a:path>
              </a:pathLst>
            </a:custGeom>
            <a:noFill/>
            <a:ln w="20003">
              <a:solidFill>
                <a:srgbClr val="93A4B0"/>
              </a:solidFill>
            </a:ln>
          </p:spPr>
        </p:sp>
        <p:sp>
          <p:nvSpPr>
            <p:cNvPr id="1392" name="Input_receptor__1391">
              <a:extLst>
                <a:ext uri="{FF2B5EF4-FFF2-40B4-BE49-F238E27FC236}">
                  <a16:creationId xmlns:a16="http://schemas.microsoft.com/office/drawing/2014/main" id="{8AA425DB-0FF4-0192-BFDE-6A710D9CD4D5}"/>
                </a:ext>
              </a:extLst>
            </p:cNvPr>
            <p:cNvSpPr>
              <a:spLocks noGrp="1"/>
            </p:cNvSpPr>
            <p:nvPr/>
          </p:nvSpPr>
          <p:spPr>
            <a:xfrm>
              <a:off x="989497" y="4771959"/>
              <a:ext cx="16390" cy="33182"/>
            </a:xfrm>
            <a:custGeom>
              <a:avLst/>
              <a:gdLst/>
              <a:ahLst/>
              <a:cxnLst/>
              <a:rect l="0" t="0" r="0" b="0"/>
              <a:pathLst>
                <a:path w="16390" h="33182">
                  <a:moveTo>
                    <a:pt x="16390" y="33182"/>
                  </a:moveTo>
                  <a:lnTo>
                    <a:pt x="0" y="0"/>
                  </a:lnTo>
                </a:path>
              </a:pathLst>
            </a:custGeom>
            <a:noFill/>
            <a:ln w="8096">
              <a:solidFill>
                <a:srgbClr val="93A4B0"/>
              </a:solidFill>
            </a:ln>
          </p:spPr>
        </p:sp>
        <p:sp>
          <p:nvSpPr>
            <p:cNvPr id="1393" name="Input_receptor__1392">
              <a:extLst>
                <a:ext uri="{FF2B5EF4-FFF2-40B4-BE49-F238E27FC236}">
                  <a16:creationId xmlns:a16="http://schemas.microsoft.com/office/drawing/2014/main" id="{97E879FF-8955-4B4C-2AB9-4891F94134B9}"/>
                </a:ext>
              </a:extLst>
            </p:cNvPr>
            <p:cNvSpPr>
              <a:spLocks noGrp="1"/>
            </p:cNvSpPr>
            <p:nvPr/>
          </p:nvSpPr>
          <p:spPr>
            <a:xfrm>
              <a:off x="1590027" y="4837406"/>
              <a:ext cx="8253" cy="9404"/>
            </a:xfrm>
            <a:custGeom>
              <a:avLst/>
              <a:gdLst/>
              <a:ahLst/>
              <a:cxnLst/>
              <a:rect l="0" t="0" r="0" b="0"/>
              <a:pathLst>
                <a:path w="8253" h="9404">
                  <a:moveTo>
                    <a:pt x="0" y="0"/>
                  </a:moveTo>
                  <a:lnTo>
                    <a:pt x="8253" y="9404"/>
                  </a:lnTo>
                </a:path>
              </a:pathLst>
            </a:custGeom>
            <a:noFill/>
            <a:ln w="20003">
              <a:solidFill>
                <a:srgbClr val="93A4B0"/>
              </a:solidFill>
            </a:ln>
          </p:spPr>
        </p:sp>
        <p:sp>
          <p:nvSpPr>
            <p:cNvPr id="1394" name="Input_receptor__1393">
              <a:extLst>
                <a:ext uri="{FF2B5EF4-FFF2-40B4-BE49-F238E27FC236}">
                  <a16:creationId xmlns:a16="http://schemas.microsoft.com/office/drawing/2014/main" id="{AFA40F04-E6D4-D927-DCD4-B9C6CF8C815E}"/>
                </a:ext>
              </a:extLst>
            </p:cNvPr>
            <p:cNvSpPr>
              <a:spLocks noGrp="1"/>
            </p:cNvSpPr>
            <p:nvPr/>
          </p:nvSpPr>
          <p:spPr>
            <a:xfrm>
              <a:off x="1597003" y="4319967"/>
              <a:ext cx="29825" cy="20064"/>
            </a:xfrm>
            <a:custGeom>
              <a:avLst/>
              <a:gdLst/>
              <a:ahLst/>
              <a:cxnLst/>
              <a:rect l="0" t="0" r="0" b="0"/>
              <a:pathLst>
                <a:path w="29825" h="20064">
                  <a:moveTo>
                    <a:pt x="0" y="0"/>
                  </a:moveTo>
                  <a:lnTo>
                    <a:pt x="29825" y="20064"/>
                  </a:lnTo>
                </a:path>
              </a:pathLst>
            </a:custGeom>
            <a:noFill/>
            <a:ln w="20003">
              <a:solidFill>
                <a:srgbClr val="93A4B0"/>
              </a:solidFill>
            </a:ln>
          </p:spPr>
        </p:sp>
        <p:sp>
          <p:nvSpPr>
            <p:cNvPr id="1395" name="Input_receptor__1394">
              <a:extLst>
                <a:ext uri="{FF2B5EF4-FFF2-40B4-BE49-F238E27FC236}">
                  <a16:creationId xmlns:a16="http://schemas.microsoft.com/office/drawing/2014/main" id="{A3AB79E6-C11B-F564-0A84-16BDBDA8137A}"/>
                </a:ext>
              </a:extLst>
            </p:cNvPr>
            <p:cNvSpPr>
              <a:spLocks noGrp="1"/>
            </p:cNvSpPr>
            <p:nvPr/>
          </p:nvSpPr>
          <p:spPr>
            <a:xfrm>
              <a:off x="1467286" y="4911663"/>
              <a:ext cx="36678" cy="31129"/>
            </a:xfrm>
            <a:custGeom>
              <a:avLst/>
              <a:gdLst/>
              <a:ahLst/>
              <a:cxnLst/>
              <a:rect l="0" t="0" r="0" b="0"/>
              <a:pathLst>
                <a:path w="36678" h="31129">
                  <a:moveTo>
                    <a:pt x="36678" y="0"/>
                  </a:moveTo>
                  <a:lnTo>
                    <a:pt x="0" y="31129"/>
                  </a:lnTo>
                </a:path>
              </a:pathLst>
            </a:custGeom>
            <a:noFill/>
            <a:ln w="20003">
              <a:solidFill>
                <a:srgbClr val="93A4B0"/>
              </a:solidFill>
            </a:ln>
          </p:spPr>
        </p:sp>
        <p:sp>
          <p:nvSpPr>
            <p:cNvPr id="1396" name="Input_receptor__1395">
              <a:extLst>
                <a:ext uri="{FF2B5EF4-FFF2-40B4-BE49-F238E27FC236}">
                  <a16:creationId xmlns:a16="http://schemas.microsoft.com/office/drawing/2014/main" id="{9AF29023-69C3-E322-8B52-65AB3B5144F2}"/>
                </a:ext>
              </a:extLst>
            </p:cNvPr>
            <p:cNvSpPr>
              <a:spLocks noGrp="1"/>
            </p:cNvSpPr>
            <p:nvPr/>
          </p:nvSpPr>
          <p:spPr>
            <a:xfrm>
              <a:off x="1048948" y="4567700"/>
              <a:ext cx="37618" cy="713"/>
            </a:xfrm>
            <a:custGeom>
              <a:avLst/>
              <a:gdLst/>
              <a:ahLst/>
              <a:cxnLst/>
              <a:rect l="0" t="0" r="0" b="0"/>
              <a:pathLst>
                <a:path w="37618" h="713">
                  <a:moveTo>
                    <a:pt x="0" y="713"/>
                  </a:moveTo>
                  <a:lnTo>
                    <a:pt x="37618" y="0"/>
                  </a:lnTo>
                </a:path>
              </a:pathLst>
            </a:custGeom>
            <a:noFill/>
            <a:ln w="8096">
              <a:solidFill>
                <a:srgbClr val="93A4B0"/>
              </a:solidFill>
            </a:ln>
          </p:spPr>
        </p:sp>
        <p:sp>
          <p:nvSpPr>
            <p:cNvPr id="1397" name="Input_receptor__1396">
              <a:extLst>
                <a:ext uri="{FF2B5EF4-FFF2-40B4-BE49-F238E27FC236}">
                  <a16:creationId xmlns:a16="http://schemas.microsoft.com/office/drawing/2014/main" id="{28915595-9CB6-1FF6-64D2-D2F8A2656726}"/>
                </a:ext>
              </a:extLst>
            </p:cNvPr>
            <p:cNvSpPr>
              <a:spLocks noGrp="1"/>
            </p:cNvSpPr>
            <p:nvPr/>
          </p:nvSpPr>
          <p:spPr>
            <a:xfrm>
              <a:off x="1531415" y="4080980"/>
              <a:ext cx="4412" cy="46011"/>
            </a:xfrm>
            <a:custGeom>
              <a:avLst/>
              <a:gdLst/>
              <a:ahLst/>
              <a:cxnLst/>
              <a:rect l="0" t="0" r="0" b="0"/>
              <a:pathLst>
                <a:path w="4412" h="46011">
                  <a:moveTo>
                    <a:pt x="4412" y="0"/>
                  </a:moveTo>
                  <a:lnTo>
                    <a:pt x="0" y="46011"/>
                  </a:lnTo>
                </a:path>
              </a:pathLst>
            </a:custGeom>
            <a:noFill/>
            <a:ln w="8096">
              <a:solidFill>
                <a:srgbClr val="93A4B0"/>
              </a:solidFill>
            </a:ln>
          </p:spPr>
        </p:sp>
        <p:sp>
          <p:nvSpPr>
            <p:cNvPr id="1398" name="Input_receptor__1397">
              <a:extLst>
                <a:ext uri="{FF2B5EF4-FFF2-40B4-BE49-F238E27FC236}">
                  <a16:creationId xmlns:a16="http://schemas.microsoft.com/office/drawing/2014/main" id="{3732F495-2B0F-92A3-8CB4-EFDBB31BC7F8}"/>
                </a:ext>
              </a:extLst>
            </p:cNvPr>
            <p:cNvSpPr>
              <a:spLocks noGrp="1"/>
            </p:cNvSpPr>
            <p:nvPr/>
          </p:nvSpPr>
          <p:spPr>
            <a:xfrm>
              <a:off x="1199286" y="4924550"/>
              <a:ext cx="22426" cy="29698"/>
            </a:xfrm>
            <a:custGeom>
              <a:avLst/>
              <a:gdLst/>
              <a:ahLst/>
              <a:cxnLst/>
              <a:rect l="0" t="0" r="0" b="0"/>
              <a:pathLst>
                <a:path w="22426" h="29698">
                  <a:moveTo>
                    <a:pt x="22426" y="29698"/>
                  </a:moveTo>
                  <a:lnTo>
                    <a:pt x="0" y="0"/>
                  </a:lnTo>
                </a:path>
              </a:pathLst>
            </a:custGeom>
            <a:noFill/>
            <a:ln w="20003">
              <a:solidFill>
                <a:srgbClr val="93A4B0"/>
              </a:solidFill>
            </a:ln>
          </p:spPr>
        </p:sp>
        <p:sp>
          <p:nvSpPr>
            <p:cNvPr id="1399" name="Input_receptor__1398">
              <a:extLst>
                <a:ext uri="{FF2B5EF4-FFF2-40B4-BE49-F238E27FC236}">
                  <a16:creationId xmlns:a16="http://schemas.microsoft.com/office/drawing/2014/main" id="{D01908EC-7217-4FAD-3689-1EDBE1F0347D}"/>
                </a:ext>
              </a:extLst>
            </p:cNvPr>
            <p:cNvSpPr>
              <a:spLocks noGrp="1"/>
            </p:cNvSpPr>
            <p:nvPr/>
          </p:nvSpPr>
          <p:spPr>
            <a:xfrm>
              <a:off x="1258650" y="4403015"/>
              <a:ext cx="34776" cy="29472"/>
            </a:xfrm>
            <a:custGeom>
              <a:avLst/>
              <a:gdLst/>
              <a:ahLst/>
              <a:cxnLst/>
              <a:rect l="0" t="0" r="0" b="0"/>
              <a:pathLst>
                <a:path w="34776" h="29472">
                  <a:moveTo>
                    <a:pt x="34776" y="29472"/>
                  </a:moveTo>
                  <a:lnTo>
                    <a:pt x="0" y="0"/>
                  </a:lnTo>
                </a:path>
              </a:pathLst>
            </a:custGeom>
            <a:noFill/>
            <a:ln w="20003">
              <a:solidFill>
                <a:srgbClr val="93A4B0"/>
              </a:solidFill>
            </a:ln>
          </p:spPr>
        </p:sp>
        <p:sp>
          <p:nvSpPr>
            <p:cNvPr id="1400" name="Input_receptor__1399">
              <a:extLst>
                <a:ext uri="{FF2B5EF4-FFF2-40B4-BE49-F238E27FC236}">
                  <a16:creationId xmlns:a16="http://schemas.microsoft.com/office/drawing/2014/main" id="{C6EB0C9A-EE23-5636-C296-113F16A9593A}"/>
                </a:ext>
              </a:extLst>
            </p:cNvPr>
            <p:cNvSpPr>
              <a:spLocks noGrp="1"/>
            </p:cNvSpPr>
            <p:nvPr/>
          </p:nvSpPr>
          <p:spPr>
            <a:xfrm>
              <a:off x="1390606" y="4105191"/>
              <a:ext cx="21379" cy="2073"/>
            </a:xfrm>
            <a:custGeom>
              <a:avLst/>
              <a:gdLst/>
              <a:ahLst/>
              <a:cxnLst/>
              <a:rect l="0" t="0" r="0" b="0"/>
              <a:pathLst>
                <a:path w="21379" h="2073">
                  <a:moveTo>
                    <a:pt x="0" y="0"/>
                  </a:moveTo>
                  <a:lnTo>
                    <a:pt x="21379" y="2073"/>
                  </a:lnTo>
                </a:path>
              </a:pathLst>
            </a:custGeom>
            <a:noFill/>
            <a:ln w="20003">
              <a:solidFill>
                <a:srgbClr val="94A4B0"/>
              </a:solidFill>
            </a:ln>
          </p:spPr>
        </p:sp>
        <p:sp>
          <p:nvSpPr>
            <p:cNvPr id="1401" name="Input_receptor__1400">
              <a:extLst>
                <a:ext uri="{FF2B5EF4-FFF2-40B4-BE49-F238E27FC236}">
                  <a16:creationId xmlns:a16="http://schemas.microsoft.com/office/drawing/2014/main" id="{62E43934-917A-9798-326F-195363727134}"/>
                </a:ext>
              </a:extLst>
            </p:cNvPr>
            <p:cNvSpPr>
              <a:spLocks noGrp="1"/>
            </p:cNvSpPr>
            <p:nvPr/>
          </p:nvSpPr>
          <p:spPr>
            <a:xfrm>
              <a:off x="972394" y="4307346"/>
              <a:ext cx="24632" cy="19931"/>
            </a:xfrm>
            <a:custGeom>
              <a:avLst/>
              <a:gdLst/>
              <a:ahLst/>
              <a:cxnLst/>
              <a:rect l="0" t="0" r="0" b="0"/>
              <a:pathLst>
                <a:path w="24632" h="19931">
                  <a:moveTo>
                    <a:pt x="24632" y="19931"/>
                  </a:moveTo>
                  <a:lnTo>
                    <a:pt x="0" y="0"/>
                  </a:lnTo>
                </a:path>
              </a:pathLst>
            </a:custGeom>
            <a:noFill/>
            <a:ln w="20003">
              <a:solidFill>
                <a:srgbClr val="94A4B0"/>
              </a:solidFill>
            </a:ln>
          </p:spPr>
        </p:sp>
        <p:sp>
          <p:nvSpPr>
            <p:cNvPr id="1402" name="Input_receptor__1401">
              <a:extLst>
                <a:ext uri="{FF2B5EF4-FFF2-40B4-BE49-F238E27FC236}">
                  <a16:creationId xmlns:a16="http://schemas.microsoft.com/office/drawing/2014/main" id="{FA664D94-84D7-D4B5-5EF7-F91A7A36E403}"/>
                </a:ext>
              </a:extLst>
            </p:cNvPr>
            <p:cNvSpPr>
              <a:spLocks noGrp="1"/>
            </p:cNvSpPr>
            <p:nvPr/>
          </p:nvSpPr>
          <p:spPr>
            <a:xfrm>
              <a:off x="865603" y="4446710"/>
              <a:ext cx="42677" cy="16913"/>
            </a:xfrm>
            <a:custGeom>
              <a:avLst/>
              <a:gdLst/>
              <a:ahLst/>
              <a:cxnLst/>
              <a:rect l="0" t="0" r="0" b="0"/>
              <a:pathLst>
                <a:path w="42677" h="16913">
                  <a:moveTo>
                    <a:pt x="42677" y="0"/>
                  </a:moveTo>
                  <a:lnTo>
                    <a:pt x="0" y="16913"/>
                  </a:lnTo>
                </a:path>
              </a:pathLst>
            </a:custGeom>
            <a:noFill/>
            <a:ln w="8096">
              <a:solidFill>
                <a:srgbClr val="94A4B0"/>
              </a:solidFill>
            </a:ln>
          </p:spPr>
        </p:sp>
        <p:sp>
          <p:nvSpPr>
            <p:cNvPr id="1403" name="Input_receptor__1402">
              <a:extLst>
                <a:ext uri="{FF2B5EF4-FFF2-40B4-BE49-F238E27FC236}">
                  <a16:creationId xmlns:a16="http://schemas.microsoft.com/office/drawing/2014/main" id="{639A313A-9E9F-C30A-0163-451D350270C5}"/>
                </a:ext>
              </a:extLst>
            </p:cNvPr>
            <p:cNvSpPr>
              <a:spLocks noGrp="1"/>
            </p:cNvSpPr>
            <p:nvPr/>
          </p:nvSpPr>
          <p:spPr>
            <a:xfrm>
              <a:off x="969387" y="4919656"/>
              <a:ext cx="24289" cy="30095"/>
            </a:xfrm>
            <a:custGeom>
              <a:avLst/>
              <a:gdLst/>
              <a:ahLst/>
              <a:cxnLst/>
              <a:rect l="0" t="0" r="0" b="0"/>
              <a:pathLst>
                <a:path w="24289" h="30095">
                  <a:moveTo>
                    <a:pt x="24289" y="0"/>
                  </a:moveTo>
                  <a:lnTo>
                    <a:pt x="0" y="30095"/>
                  </a:lnTo>
                </a:path>
              </a:pathLst>
            </a:custGeom>
            <a:noFill/>
            <a:ln w="20003">
              <a:solidFill>
                <a:srgbClr val="94A4B0"/>
              </a:solidFill>
            </a:ln>
          </p:spPr>
        </p:sp>
        <p:sp>
          <p:nvSpPr>
            <p:cNvPr id="1404" name="Input_receptor__1403">
              <a:extLst>
                <a:ext uri="{FF2B5EF4-FFF2-40B4-BE49-F238E27FC236}">
                  <a16:creationId xmlns:a16="http://schemas.microsoft.com/office/drawing/2014/main" id="{3B78EB55-BCE2-A83D-3043-15C94F487D67}"/>
                </a:ext>
              </a:extLst>
            </p:cNvPr>
            <p:cNvSpPr>
              <a:spLocks noGrp="1"/>
            </p:cNvSpPr>
            <p:nvPr/>
          </p:nvSpPr>
          <p:spPr>
            <a:xfrm>
              <a:off x="1105442" y="4314816"/>
              <a:ext cx="37954" cy="26197"/>
            </a:xfrm>
            <a:custGeom>
              <a:avLst/>
              <a:gdLst/>
              <a:ahLst/>
              <a:cxnLst/>
              <a:rect l="0" t="0" r="0" b="0"/>
              <a:pathLst>
                <a:path w="37954" h="26197">
                  <a:moveTo>
                    <a:pt x="0" y="26197"/>
                  </a:moveTo>
                  <a:lnTo>
                    <a:pt x="37954" y="0"/>
                  </a:lnTo>
                </a:path>
              </a:pathLst>
            </a:custGeom>
            <a:noFill/>
            <a:ln w="8096">
              <a:solidFill>
                <a:srgbClr val="94A4B0"/>
              </a:solidFill>
            </a:ln>
          </p:spPr>
        </p:sp>
        <p:sp>
          <p:nvSpPr>
            <p:cNvPr id="1405" name="Input_receptor__1404">
              <a:extLst>
                <a:ext uri="{FF2B5EF4-FFF2-40B4-BE49-F238E27FC236}">
                  <a16:creationId xmlns:a16="http://schemas.microsoft.com/office/drawing/2014/main" id="{9E98C3D3-9949-207E-33D1-5E0DD075E521}"/>
                </a:ext>
              </a:extLst>
            </p:cNvPr>
            <p:cNvSpPr>
              <a:spLocks noGrp="1"/>
            </p:cNvSpPr>
            <p:nvPr/>
          </p:nvSpPr>
          <p:spPr>
            <a:xfrm>
              <a:off x="779962" y="4582904"/>
              <a:ext cx="38481" cy="29251"/>
            </a:xfrm>
            <a:custGeom>
              <a:avLst/>
              <a:gdLst/>
              <a:ahLst/>
              <a:cxnLst/>
              <a:rect l="0" t="0" r="0" b="0"/>
              <a:pathLst>
                <a:path w="38481" h="29251">
                  <a:moveTo>
                    <a:pt x="38481" y="29251"/>
                  </a:moveTo>
                  <a:lnTo>
                    <a:pt x="0" y="0"/>
                  </a:lnTo>
                </a:path>
              </a:pathLst>
            </a:custGeom>
            <a:noFill/>
            <a:ln w="20003">
              <a:solidFill>
                <a:srgbClr val="94A5B0"/>
              </a:solidFill>
            </a:ln>
          </p:spPr>
        </p:sp>
        <p:sp>
          <p:nvSpPr>
            <p:cNvPr id="1406" name="Input_receptor__1405">
              <a:extLst>
                <a:ext uri="{FF2B5EF4-FFF2-40B4-BE49-F238E27FC236}">
                  <a16:creationId xmlns:a16="http://schemas.microsoft.com/office/drawing/2014/main" id="{947F566B-EEA2-B023-C488-21AA41E05046}"/>
                </a:ext>
              </a:extLst>
            </p:cNvPr>
            <p:cNvSpPr>
              <a:spLocks noGrp="1"/>
            </p:cNvSpPr>
            <p:nvPr/>
          </p:nvSpPr>
          <p:spPr>
            <a:xfrm>
              <a:off x="1420190" y="4059732"/>
              <a:ext cx="16280" cy="3827"/>
            </a:xfrm>
            <a:custGeom>
              <a:avLst/>
              <a:gdLst/>
              <a:ahLst/>
              <a:cxnLst/>
              <a:rect l="0" t="0" r="0" b="0"/>
              <a:pathLst>
                <a:path w="16280" h="3827">
                  <a:moveTo>
                    <a:pt x="0" y="0"/>
                  </a:moveTo>
                  <a:lnTo>
                    <a:pt x="16280" y="3827"/>
                  </a:lnTo>
                </a:path>
              </a:pathLst>
            </a:custGeom>
            <a:noFill/>
            <a:ln w="20003">
              <a:solidFill>
                <a:srgbClr val="94A5B0"/>
              </a:solidFill>
            </a:ln>
          </p:spPr>
        </p:sp>
        <p:sp>
          <p:nvSpPr>
            <p:cNvPr id="1407" name="Input_receptor__1406">
              <a:extLst>
                <a:ext uri="{FF2B5EF4-FFF2-40B4-BE49-F238E27FC236}">
                  <a16:creationId xmlns:a16="http://schemas.microsoft.com/office/drawing/2014/main" id="{4A0BB261-27B5-508C-2714-6B60CE2FA7F8}"/>
                </a:ext>
              </a:extLst>
            </p:cNvPr>
            <p:cNvSpPr>
              <a:spLocks noGrp="1"/>
            </p:cNvSpPr>
            <p:nvPr/>
          </p:nvSpPr>
          <p:spPr>
            <a:xfrm>
              <a:off x="819789" y="4545237"/>
              <a:ext cx="29568" cy="7409"/>
            </a:xfrm>
            <a:custGeom>
              <a:avLst/>
              <a:gdLst/>
              <a:ahLst/>
              <a:cxnLst/>
              <a:rect l="0" t="0" r="0" b="0"/>
              <a:pathLst>
                <a:path w="29568" h="7409">
                  <a:moveTo>
                    <a:pt x="29568" y="7409"/>
                  </a:moveTo>
                  <a:lnTo>
                    <a:pt x="0" y="0"/>
                  </a:lnTo>
                </a:path>
              </a:pathLst>
            </a:custGeom>
            <a:noFill/>
            <a:ln w="20003">
              <a:solidFill>
                <a:srgbClr val="94A5B0"/>
              </a:solidFill>
            </a:ln>
          </p:spPr>
        </p:sp>
        <p:sp>
          <p:nvSpPr>
            <p:cNvPr id="1408" name="Input_receptor__1407">
              <a:extLst>
                <a:ext uri="{FF2B5EF4-FFF2-40B4-BE49-F238E27FC236}">
                  <a16:creationId xmlns:a16="http://schemas.microsoft.com/office/drawing/2014/main" id="{109EEE08-CD36-FBD6-5DF1-BBB3B269F274}"/>
                </a:ext>
              </a:extLst>
            </p:cNvPr>
            <p:cNvSpPr>
              <a:spLocks noGrp="1"/>
            </p:cNvSpPr>
            <p:nvPr/>
          </p:nvSpPr>
          <p:spPr>
            <a:xfrm>
              <a:off x="993676" y="4884654"/>
              <a:ext cx="2151" cy="35002"/>
            </a:xfrm>
            <a:custGeom>
              <a:avLst/>
              <a:gdLst/>
              <a:ahLst/>
              <a:cxnLst/>
              <a:rect l="0" t="0" r="0" b="0"/>
              <a:pathLst>
                <a:path w="2151" h="35002">
                  <a:moveTo>
                    <a:pt x="2151" y="0"/>
                  </a:moveTo>
                  <a:lnTo>
                    <a:pt x="0" y="35002"/>
                  </a:lnTo>
                </a:path>
              </a:pathLst>
            </a:custGeom>
            <a:noFill/>
            <a:ln w="8096">
              <a:solidFill>
                <a:srgbClr val="94A5B0"/>
              </a:solidFill>
            </a:ln>
          </p:spPr>
        </p:sp>
        <p:sp>
          <p:nvSpPr>
            <p:cNvPr id="1409" name="Input_receptor__1408">
              <a:extLst>
                <a:ext uri="{FF2B5EF4-FFF2-40B4-BE49-F238E27FC236}">
                  <a16:creationId xmlns:a16="http://schemas.microsoft.com/office/drawing/2014/main" id="{B700A824-1B36-4B9E-FDD5-A903B9DCED1D}"/>
                </a:ext>
              </a:extLst>
            </p:cNvPr>
            <p:cNvSpPr>
              <a:spLocks noGrp="1"/>
            </p:cNvSpPr>
            <p:nvPr/>
          </p:nvSpPr>
          <p:spPr>
            <a:xfrm>
              <a:off x="1393836" y="4257895"/>
              <a:ext cx="42629" cy="11948"/>
            </a:xfrm>
            <a:custGeom>
              <a:avLst/>
              <a:gdLst/>
              <a:ahLst/>
              <a:cxnLst/>
              <a:rect l="0" t="0" r="0" b="0"/>
              <a:pathLst>
                <a:path w="42629" h="11948">
                  <a:moveTo>
                    <a:pt x="42629" y="11948"/>
                  </a:moveTo>
                  <a:lnTo>
                    <a:pt x="0" y="0"/>
                  </a:lnTo>
                </a:path>
              </a:pathLst>
            </a:custGeom>
            <a:noFill/>
            <a:ln w="8096">
              <a:solidFill>
                <a:srgbClr val="94A5B0"/>
              </a:solidFill>
            </a:ln>
          </p:spPr>
        </p:sp>
        <p:sp>
          <p:nvSpPr>
            <p:cNvPr id="1410" name="Input_receptor__1409">
              <a:extLst>
                <a:ext uri="{FF2B5EF4-FFF2-40B4-BE49-F238E27FC236}">
                  <a16:creationId xmlns:a16="http://schemas.microsoft.com/office/drawing/2014/main" id="{7BFD23E9-24CE-03DD-E593-FB6E3DB86536}"/>
                </a:ext>
              </a:extLst>
            </p:cNvPr>
            <p:cNvSpPr>
              <a:spLocks noGrp="1"/>
            </p:cNvSpPr>
            <p:nvPr/>
          </p:nvSpPr>
          <p:spPr>
            <a:xfrm>
              <a:off x="1633916" y="4705966"/>
              <a:ext cx="13124" cy="41404"/>
            </a:xfrm>
            <a:custGeom>
              <a:avLst/>
              <a:gdLst/>
              <a:ahLst/>
              <a:cxnLst/>
              <a:rect l="0" t="0" r="0" b="0"/>
              <a:pathLst>
                <a:path w="13124" h="41404">
                  <a:moveTo>
                    <a:pt x="0" y="41404"/>
                  </a:moveTo>
                  <a:lnTo>
                    <a:pt x="13124" y="0"/>
                  </a:lnTo>
                </a:path>
              </a:pathLst>
            </a:custGeom>
            <a:noFill/>
            <a:ln w="20003">
              <a:solidFill>
                <a:srgbClr val="94A5B0"/>
              </a:solidFill>
            </a:ln>
          </p:spPr>
        </p:sp>
        <p:sp>
          <p:nvSpPr>
            <p:cNvPr id="1411" name="Input_receptor__1410">
              <a:extLst>
                <a:ext uri="{FF2B5EF4-FFF2-40B4-BE49-F238E27FC236}">
                  <a16:creationId xmlns:a16="http://schemas.microsoft.com/office/drawing/2014/main" id="{C52182A6-1484-D02A-C80B-E0DCBE0209FE}"/>
                </a:ext>
              </a:extLst>
            </p:cNvPr>
            <p:cNvSpPr>
              <a:spLocks noGrp="1"/>
            </p:cNvSpPr>
            <p:nvPr/>
          </p:nvSpPr>
          <p:spPr>
            <a:xfrm>
              <a:off x="1339507" y="4733724"/>
              <a:ext cx="19998" cy="23692"/>
            </a:xfrm>
            <a:custGeom>
              <a:avLst/>
              <a:gdLst/>
              <a:ahLst/>
              <a:cxnLst/>
              <a:rect l="0" t="0" r="0" b="0"/>
              <a:pathLst>
                <a:path w="19998" h="23692">
                  <a:moveTo>
                    <a:pt x="0" y="0"/>
                  </a:moveTo>
                  <a:lnTo>
                    <a:pt x="19998" y="23692"/>
                  </a:lnTo>
                </a:path>
              </a:pathLst>
            </a:custGeom>
            <a:noFill/>
            <a:ln w="20003">
              <a:solidFill>
                <a:srgbClr val="94A5B0"/>
              </a:solidFill>
            </a:ln>
          </p:spPr>
        </p:sp>
        <p:sp>
          <p:nvSpPr>
            <p:cNvPr id="1412" name="Input_receptor__1411">
              <a:extLst>
                <a:ext uri="{FF2B5EF4-FFF2-40B4-BE49-F238E27FC236}">
                  <a16:creationId xmlns:a16="http://schemas.microsoft.com/office/drawing/2014/main" id="{14E53399-21A1-282C-1BF6-586777781D94}"/>
                </a:ext>
              </a:extLst>
            </p:cNvPr>
            <p:cNvSpPr>
              <a:spLocks noGrp="1"/>
            </p:cNvSpPr>
            <p:nvPr/>
          </p:nvSpPr>
          <p:spPr>
            <a:xfrm>
              <a:off x="1521186" y="4399038"/>
              <a:ext cx="615" cy="10659"/>
            </a:xfrm>
            <a:custGeom>
              <a:avLst/>
              <a:gdLst/>
              <a:ahLst/>
              <a:cxnLst/>
              <a:rect l="0" t="0" r="0" b="0"/>
              <a:pathLst>
                <a:path w="615" h="10659">
                  <a:moveTo>
                    <a:pt x="0" y="0"/>
                  </a:moveTo>
                  <a:lnTo>
                    <a:pt x="615" y="10659"/>
                  </a:lnTo>
                </a:path>
              </a:pathLst>
            </a:custGeom>
            <a:noFill/>
            <a:ln w="20003">
              <a:solidFill>
                <a:srgbClr val="94A5B0"/>
              </a:solidFill>
            </a:ln>
          </p:spPr>
        </p:sp>
        <p:sp>
          <p:nvSpPr>
            <p:cNvPr id="1413" name="Input_receptor__1412">
              <a:extLst>
                <a:ext uri="{FF2B5EF4-FFF2-40B4-BE49-F238E27FC236}">
                  <a16:creationId xmlns:a16="http://schemas.microsoft.com/office/drawing/2014/main" id="{23BDEAC6-1342-DF6A-794F-5337917332D5}"/>
                </a:ext>
              </a:extLst>
            </p:cNvPr>
            <p:cNvSpPr>
              <a:spLocks noGrp="1"/>
            </p:cNvSpPr>
            <p:nvPr/>
          </p:nvSpPr>
          <p:spPr>
            <a:xfrm>
              <a:off x="926837" y="4949750"/>
              <a:ext cx="42549" cy="14559"/>
            </a:xfrm>
            <a:custGeom>
              <a:avLst/>
              <a:gdLst/>
              <a:ahLst/>
              <a:cxnLst/>
              <a:rect l="0" t="0" r="0" b="0"/>
              <a:pathLst>
                <a:path w="42549" h="14559">
                  <a:moveTo>
                    <a:pt x="42549" y="0"/>
                  </a:moveTo>
                  <a:lnTo>
                    <a:pt x="0" y="14559"/>
                  </a:lnTo>
                </a:path>
              </a:pathLst>
            </a:custGeom>
            <a:noFill/>
            <a:ln w="20003">
              <a:solidFill>
                <a:srgbClr val="94A5B0"/>
              </a:solidFill>
            </a:ln>
          </p:spPr>
        </p:sp>
        <p:sp>
          <p:nvSpPr>
            <p:cNvPr id="1414" name="Input_receptor__1413">
              <a:extLst>
                <a:ext uri="{FF2B5EF4-FFF2-40B4-BE49-F238E27FC236}">
                  <a16:creationId xmlns:a16="http://schemas.microsoft.com/office/drawing/2014/main" id="{D27115E4-6653-1709-E717-95E913A11294}"/>
                </a:ext>
              </a:extLst>
            </p:cNvPr>
            <p:cNvSpPr>
              <a:spLocks noGrp="1"/>
            </p:cNvSpPr>
            <p:nvPr/>
          </p:nvSpPr>
          <p:spPr>
            <a:xfrm>
              <a:off x="1103685" y="4247319"/>
              <a:ext cx="45541" cy="8658"/>
            </a:xfrm>
            <a:custGeom>
              <a:avLst/>
              <a:gdLst/>
              <a:ahLst/>
              <a:cxnLst/>
              <a:rect l="0" t="0" r="0" b="0"/>
              <a:pathLst>
                <a:path w="45541" h="8658">
                  <a:moveTo>
                    <a:pt x="0" y="0"/>
                  </a:moveTo>
                  <a:lnTo>
                    <a:pt x="45541" y="8658"/>
                  </a:lnTo>
                </a:path>
              </a:pathLst>
            </a:custGeom>
            <a:noFill/>
            <a:ln w="8096">
              <a:solidFill>
                <a:srgbClr val="94A5B0"/>
              </a:solidFill>
            </a:ln>
          </p:spPr>
        </p:sp>
        <p:sp>
          <p:nvSpPr>
            <p:cNvPr id="1415" name="Input_receptor__1414">
              <a:extLst>
                <a:ext uri="{FF2B5EF4-FFF2-40B4-BE49-F238E27FC236}">
                  <a16:creationId xmlns:a16="http://schemas.microsoft.com/office/drawing/2014/main" id="{F0B28C17-3C17-46E4-8CE5-FE9541EFE8A7}"/>
                </a:ext>
              </a:extLst>
            </p:cNvPr>
            <p:cNvSpPr>
              <a:spLocks noGrp="1"/>
            </p:cNvSpPr>
            <p:nvPr/>
          </p:nvSpPr>
          <p:spPr>
            <a:xfrm>
              <a:off x="1211918" y="4954248"/>
              <a:ext cx="9795" cy="45078"/>
            </a:xfrm>
            <a:custGeom>
              <a:avLst/>
              <a:gdLst/>
              <a:ahLst/>
              <a:cxnLst/>
              <a:rect l="0" t="0" r="0" b="0"/>
              <a:pathLst>
                <a:path w="9795" h="45078">
                  <a:moveTo>
                    <a:pt x="0" y="45078"/>
                  </a:moveTo>
                  <a:lnTo>
                    <a:pt x="9795" y="0"/>
                  </a:lnTo>
                </a:path>
              </a:pathLst>
            </a:custGeom>
            <a:noFill/>
            <a:ln w="20003">
              <a:solidFill>
                <a:srgbClr val="94A5B0"/>
              </a:solidFill>
            </a:ln>
          </p:spPr>
        </p:sp>
        <p:sp>
          <p:nvSpPr>
            <p:cNvPr id="1416" name="Input_receptor__1415">
              <a:extLst>
                <a:ext uri="{FF2B5EF4-FFF2-40B4-BE49-F238E27FC236}">
                  <a16:creationId xmlns:a16="http://schemas.microsoft.com/office/drawing/2014/main" id="{D64B914F-878D-3063-6A81-C139C2EDE895}"/>
                </a:ext>
              </a:extLst>
            </p:cNvPr>
            <p:cNvSpPr>
              <a:spLocks noGrp="1"/>
            </p:cNvSpPr>
            <p:nvPr/>
          </p:nvSpPr>
          <p:spPr>
            <a:xfrm>
              <a:off x="1071510" y="4908058"/>
              <a:ext cx="47507" cy="6866"/>
            </a:xfrm>
            <a:custGeom>
              <a:avLst/>
              <a:gdLst/>
              <a:ahLst/>
              <a:cxnLst/>
              <a:rect l="0" t="0" r="0" b="0"/>
              <a:pathLst>
                <a:path w="47507" h="6866">
                  <a:moveTo>
                    <a:pt x="47507" y="6866"/>
                  </a:moveTo>
                  <a:lnTo>
                    <a:pt x="0" y="0"/>
                  </a:lnTo>
                </a:path>
              </a:pathLst>
            </a:custGeom>
            <a:noFill/>
            <a:ln w="8096">
              <a:solidFill>
                <a:srgbClr val="94A5B0"/>
              </a:solidFill>
            </a:ln>
          </p:spPr>
        </p:sp>
        <p:sp>
          <p:nvSpPr>
            <p:cNvPr id="1417" name="Input_receptor__1416">
              <a:extLst>
                <a:ext uri="{FF2B5EF4-FFF2-40B4-BE49-F238E27FC236}">
                  <a16:creationId xmlns:a16="http://schemas.microsoft.com/office/drawing/2014/main" id="{C3834F29-44E4-445A-675A-CB0844C695E5}"/>
                </a:ext>
              </a:extLst>
            </p:cNvPr>
            <p:cNvSpPr>
              <a:spLocks noGrp="1"/>
            </p:cNvSpPr>
            <p:nvPr/>
          </p:nvSpPr>
          <p:spPr>
            <a:xfrm>
              <a:off x="1543915" y="4906392"/>
              <a:ext cx="36796" cy="21237"/>
            </a:xfrm>
            <a:custGeom>
              <a:avLst/>
              <a:gdLst/>
              <a:ahLst/>
              <a:cxnLst/>
              <a:rect l="0" t="0" r="0" b="0"/>
              <a:pathLst>
                <a:path w="36796" h="21237">
                  <a:moveTo>
                    <a:pt x="36796" y="0"/>
                  </a:moveTo>
                  <a:lnTo>
                    <a:pt x="0" y="21237"/>
                  </a:lnTo>
                </a:path>
              </a:pathLst>
            </a:custGeom>
            <a:noFill/>
            <a:ln w="20003">
              <a:solidFill>
                <a:srgbClr val="94A5B0"/>
              </a:solidFill>
            </a:ln>
          </p:spPr>
        </p:sp>
        <p:sp>
          <p:nvSpPr>
            <p:cNvPr id="1418" name="Input_receptor__1417">
              <a:extLst>
                <a:ext uri="{FF2B5EF4-FFF2-40B4-BE49-F238E27FC236}">
                  <a16:creationId xmlns:a16="http://schemas.microsoft.com/office/drawing/2014/main" id="{91EAECD1-CE11-3686-D19F-3116F96E8AAF}"/>
                </a:ext>
              </a:extLst>
            </p:cNvPr>
            <p:cNvSpPr>
              <a:spLocks noGrp="1"/>
            </p:cNvSpPr>
            <p:nvPr/>
          </p:nvSpPr>
          <p:spPr>
            <a:xfrm>
              <a:off x="1173111" y="4473379"/>
              <a:ext cx="1968" cy="7595"/>
            </a:xfrm>
            <a:custGeom>
              <a:avLst/>
              <a:gdLst/>
              <a:ahLst/>
              <a:cxnLst/>
              <a:rect l="0" t="0" r="0" b="0"/>
              <a:pathLst>
                <a:path w="1968" h="7595">
                  <a:moveTo>
                    <a:pt x="1968" y="0"/>
                  </a:moveTo>
                  <a:lnTo>
                    <a:pt x="0" y="7595"/>
                  </a:lnTo>
                </a:path>
              </a:pathLst>
            </a:custGeom>
            <a:noFill/>
            <a:ln w="20003">
              <a:solidFill>
                <a:srgbClr val="94A5B0"/>
              </a:solidFill>
            </a:ln>
          </p:spPr>
        </p:sp>
        <p:sp>
          <p:nvSpPr>
            <p:cNvPr id="1419" name="Input_receptor__1418">
              <a:extLst>
                <a:ext uri="{FF2B5EF4-FFF2-40B4-BE49-F238E27FC236}">
                  <a16:creationId xmlns:a16="http://schemas.microsoft.com/office/drawing/2014/main" id="{C48105AD-CC17-6855-59E7-FD99BC6AA945}"/>
                </a:ext>
              </a:extLst>
            </p:cNvPr>
            <p:cNvSpPr>
              <a:spLocks noGrp="1"/>
            </p:cNvSpPr>
            <p:nvPr/>
          </p:nvSpPr>
          <p:spPr>
            <a:xfrm>
              <a:off x="1503965" y="4911663"/>
              <a:ext cx="39950" cy="15966"/>
            </a:xfrm>
            <a:custGeom>
              <a:avLst/>
              <a:gdLst/>
              <a:ahLst/>
              <a:cxnLst/>
              <a:rect l="0" t="0" r="0" b="0"/>
              <a:pathLst>
                <a:path w="39950" h="15966">
                  <a:moveTo>
                    <a:pt x="39950" y="15966"/>
                  </a:moveTo>
                  <a:lnTo>
                    <a:pt x="0" y="0"/>
                  </a:lnTo>
                </a:path>
              </a:pathLst>
            </a:custGeom>
            <a:noFill/>
            <a:ln w="8096">
              <a:solidFill>
                <a:srgbClr val="94A5B0"/>
              </a:solidFill>
            </a:ln>
          </p:spPr>
        </p:sp>
        <p:sp>
          <p:nvSpPr>
            <p:cNvPr id="1420" name="Input_receptor__1419">
              <a:extLst>
                <a:ext uri="{FF2B5EF4-FFF2-40B4-BE49-F238E27FC236}">
                  <a16:creationId xmlns:a16="http://schemas.microsoft.com/office/drawing/2014/main" id="{2578CFDD-A4F6-011B-B47C-B9B514509B9A}"/>
                </a:ext>
              </a:extLst>
            </p:cNvPr>
            <p:cNvSpPr>
              <a:spLocks noGrp="1"/>
            </p:cNvSpPr>
            <p:nvPr/>
          </p:nvSpPr>
          <p:spPr>
            <a:xfrm>
              <a:off x="1370119" y="4806505"/>
              <a:ext cx="40912" cy="6282"/>
            </a:xfrm>
            <a:custGeom>
              <a:avLst/>
              <a:gdLst/>
              <a:ahLst/>
              <a:cxnLst/>
              <a:rect l="0" t="0" r="0" b="0"/>
              <a:pathLst>
                <a:path w="40912" h="6282">
                  <a:moveTo>
                    <a:pt x="0" y="0"/>
                  </a:moveTo>
                  <a:lnTo>
                    <a:pt x="40912" y="6282"/>
                  </a:lnTo>
                </a:path>
              </a:pathLst>
            </a:custGeom>
            <a:noFill/>
            <a:ln w="20003">
              <a:solidFill>
                <a:srgbClr val="94A5B0"/>
              </a:solidFill>
            </a:ln>
          </p:spPr>
        </p:sp>
        <p:sp>
          <p:nvSpPr>
            <p:cNvPr id="1421" name="Input_receptor__1420">
              <a:extLst>
                <a:ext uri="{FF2B5EF4-FFF2-40B4-BE49-F238E27FC236}">
                  <a16:creationId xmlns:a16="http://schemas.microsoft.com/office/drawing/2014/main" id="{C8572AC5-846B-A12C-3EF7-0DA38CE905CF}"/>
                </a:ext>
              </a:extLst>
            </p:cNvPr>
            <p:cNvSpPr>
              <a:spLocks noGrp="1"/>
            </p:cNvSpPr>
            <p:nvPr/>
          </p:nvSpPr>
          <p:spPr>
            <a:xfrm>
              <a:off x="1604713" y="4685128"/>
              <a:ext cx="42327" cy="20838"/>
            </a:xfrm>
            <a:custGeom>
              <a:avLst/>
              <a:gdLst/>
              <a:ahLst/>
              <a:cxnLst/>
              <a:rect l="0" t="0" r="0" b="0"/>
              <a:pathLst>
                <a:path w="42327" h="20838">
                  <a:moveTo>
                    <a:pt x="42327" y="20838"/>
                  </a:moveTo>
                  <a:lnTo>
                    <a:pt x="0" y="0"/>
                  </a:lnTo>
                </a:path>
              </a:pathLst>
            </a:custGeom>
            <a:noFill/>
            <a:ln w="20003">
              <a:solidFill>
                <a:srgbClr val="94A5B0"/>
              </a:solidFill>
            </a:ln>
          </p:spPr>
        </p:sp>
        <p:sp>
          <p:nvSpPr>
            <p:cNvPr id="1422" name="Input_receptor__1421">
              <a:extLst>
                <a:ext uri="{FF2B5EF4-FFF2-40B4-BE49-F238E27FC236}">
                  <a16:creationId xmlns:a16="http://schemas.microsoft.com/office/drawing/2014/main" id="{A391D666-6CBB-2B7C-4EF3-8941AEF74563}"/>
                </a:ext>
              </a:extLst>
            </p:cNvPr>
            <p:cNvSpPr>
              <a:spLocks noGrp="1"/>
            </p:cNvSpPr>
            <p:nvPr/>
          </p:nvSpPr>
          <p:spPr>
            <a:xfrm>
              <a:off x="669225" y="4633225"/>
              <a:ext cx="9787" cy="28964"/>
            </a:xfrm>
            <a:custGeom>
              <a:avLst/>
              <a:gdLst/>
              <a:ahLst/>
              <a:cxnLst/>
              <a:rect l="0" t="0" r="0" b="0"/>
              <a:pathLst>
                <a:path w="9787" h="28964">
                  <a:moveTo>
                    <a:pt x="0" y="28964"/>
                  </a:moveTo>
                  <a:lnTo>
                    <a:pt x="9787" y="0"/>
                  </a:lnTo>
                </a:path>
              </a:pathLst>
            </a:custGeom>
            <a:noFill/>
            <a:ln w="8096">
              <a:solidFill>
                <a:srgbClr val="94A5B0"/>
              </a:solidFill>
            </a:ln>
          </p:spPr>
        </p:sp>
        <p:sp>
          <p:nvSpPr>
            <p:cNvPr id="1423" name="Input_receptor__1422">
              <a:extLst>
                <a:ext uri="{FF2B5EF4-FFF2-40B4-BE49-F238E27FC236}">
                  <a16:creationId xmlns:a16="http://schemas.microsoft.com/office/drawing/2014/main" id="{83B56E93-05F0-79FA-7F60-F7BB92A58328}"/>
                </a:ext>
              </a:extLst>
            </p:cNvPr>
            <p:cNvSpPr>
              <a:spLocks noGrp="1"/>
            </p:cNvSpPr>
            <p:nvPr/>
          </p:nvSpPr>
          <p:spPr>
            <a:xfrm>
              <a:off x="1189323" y="4428062"/>
              <a:ext cx="30165" cy="15379"/>
            </a:xfrm>
            <a:custGeom>
              <a:avLst/>
              <a:gdLst/>
              <a:ahLst/>
              <a:cxnLst/>
              <a:rect l="0" t="0" r="0" b="0"/>
              <a:pathLst>
                <a:path w="30165" h="15379">
                  <a:moveTo>
                    <a:pt x="30165" y="15379"/>
                  </a:moveTo>
                  <a:lnTo>
                    <a:pt x="0" y="0"/>
                  </a:lnTo>
                </a:path>
              </a:pathLst>
            </a:custGeom>
            <a:noFill/>
            <a:ln w="20003">
              <a:solidFill>
                <a:srgbClr val="94A5B0"/>
              </a:solidFill>
            </a:ln>
          </p:spPr>
        </p:sp>
        <p:sp>
          <p:nvSpPr>
            <p:cNvPr id="1424" name="Input_receptor__1423">
              <a:extLst>
                <a:ext uri="{FF2B5EF4-FFF2-40B4-BE49-F238E27FC236}">
                  <a16:creationId xmlns:a16="http://schemas.microsoft.com/office/drawing/2014/main" id="{EC659A2F-DE3C-BB51-AC17-23370CFD2299}"/>
                </a:ext>
              </a:extLst>
            </p:cNvPr>
            <p:cNvSpPr>
              <a:spLocks noGrp="1"/>
            </p:cNvSpPr>
            <p:nvPr/>
          </p:nvSpPr>
          <p:spPr>
            <a:xfrm>
              <a:off x="1626828" y="4340030"/>
              <a:ext cx="41873" cy="22621"/>
            </a:xfrm>
            <a:custGeom>
              <a:avLst/>
              <a:gdLst/>
              <a:ahLst/>
              <a:cxnLst/>
              <a:rect l="0" t="0" r="0" b="0"/>
              <a:pathLst>
                <a:path w="41873" h="22621">
                  <a:moveTo>
                    <a:pt x="0" y="0"/>
                  </a:moveTo>
                  <a:lnTo>
                    <a:pt x="41873" y="22621"/>
                  </a:lnTo>
                </a:path>
              </a:pathLst>
            </a:custGeom>
            <a:noFill/>
            <a:ln w="20003">
              <a:solidFill>
                <a:srgbClr val="94A5B0"/>
              </a:solidFill>
            </a:ln>
          </p:spPr>
        </p:sp>
        <p:sp>
          <p:nvSpPr>
            <p:cNvPr id="1425" name="Input_receptor__1424">
              <a:extLst>
                <a:ext uri="{FF2B5EF4-FFF2-40B4-BE49-F238E27FC236}">
                  <a16:creationId xmlns:a16="http://schemas.microsoft.com/office/drawing/2014/main" id="{663DE024-E2B4-A6F1-1293-9017F45C43F5}"/>
                </a:ext>
              </a:extLst>
            </p:cNvPr>
            <p:cNvSpPr>
              <a:spLocks noGrp="1"/>
            </p:cNvSpPr>
            <p:nvPr/>
          </p:nvSpPr>
          <p:spPr>
            <a:xfrm>
              <a:off x="1657628" y="4277272"/>
              <a:ext cx="7240" cy="9326"/>
            </a:xfrm>
            <a:custGeom>
              <a:avLst/>
              <a:gdLst/>
              <a:ahLst/>
              <a:cxnLst/>
              <a:rect l="0" t="0" r="0" b="0"/>
              <a:pathLst>
                <a:path w="7240" h="9326">
                  <a:moveTo>
                    <a:pt x="0" y="0"/>
                  </a:moveTo>
                  <a:lnTo>
                    <a:pt x="7240" y="9326"/>
                  </a:lnTo>
                </a:path>
              </a:pathLst>
            </a:custGeom>
            <a:noFill/>
            <a:ln w="8096">
              <a:solidFill>
                <a:srgbClr val="94A5B0"/>
              </a:solidFill>
            </a:ln>
          </p:spPr>
        </p:sp>
        <p:sp>
          <p:nvSpPr>
            <p:cNvPr id="1426" name="Input_receptor__1425">
              <a:extLst>
                <a:ext uri="{FF2B5EF4-FFF2-40B4-BE49-F238E27FC236}">
                  <a16:creationId xmlns:a16="http://schemas.microsoft.com/office/drawing/2014/main" id="{0284F292-21D5-06FA-9224-6082F29426EB}"/>
                </a:ext>
              </a:extLst>
            </p:cNvPr>
            <p:cNvSpPr>
              <a:spLocks noGrp="1"/>
            </p:cNvSpPr>
            <p:nvPr/>
          </p:nvSpPr>
          <p:spPr>
            <a:xfrm>
              <a:off x="692447" y="4487396"/>
              <a:ext cx="27022" cy="35074"/>
            </a:xfrm>
            <a:custGeom>
              <a:avLst/>
              <a:gdLst/>
              <a:ahLst/>
              <a:cxnLst/>
              <a:rect l="0" t="0" r="0" b="0"/>
              <a:pathLst>
                <a:path w="27022" h="35074">
                  <a:moveTo>
                    <a:pt x="27022" y="35074"/>
                  </a:moveTo>
                  <a:lnTo>
                    <a:pt x="0" y="0"/>
                  </a:lnTo>
                </a:path>
              </a:pathLst>
            </a:custGeom>
            <a:noFill/>
            <a:ln w="20003">
              <a:solidFill>
                <a:srgbClr val="94A5B0"/>
              </a:solidFill>
            </a:ln>
          </p:spPr>
        </p:sp>
        <p:sp>
          <p:nvSpPr>
            <p:cNvPr id="1427" name="Input_receptor__1426">
              <a:extLst>
                <a:ext uri="{FF2B5EF4-FFF2-40B4-BE49-F238E27FC236}">
                  <a16:creationId xmlns:a16="http://schemas.microsoft.com/office/drawing/2014/main" id="{E69A5105-AFDD-C124-DFCC-A1C2F0E7518E}"/>
                </a:ext>
              </a:extLst>
            </p:cNvPr>
            <p:cNvSpPr>
              <a:spLocks noGrp="1"/>
            </p:cNvSpPr>
            <p:nvPr/>
          </p:nvSpPr>
          <p:spPr>
            <a:xfrm>
              <a:off x="1018908" y="4531243"/>
              <a:ext cx="30040" cy="37170"/>
            </a:xfrm>
            <a:custGeom>
              <a:avLst/>
              <a:gdLst/>
              <a:ahLst/>
              <a:cxnLst/>
              <a:rect l="0" t="0" r="0" b="0"/>
              <a:pathLst>
                <a:path w="30040" h="37170">
                  <a:moveTo>
                    <a:pt x="0" y="0"/>
                  </a:moveTo>
                  <a:lnTo>
                    <a:pt x="30040" y="37170"/>
                  </a:lnTo>
                </a:path>
              </a:pathLst>
            </a:custGeom>
            <a:noFill/>
            <a:ln w="8096">
              <a:solidFill>
                <a:srgbClr val="94A5B1"/>
              </a:solidFill>
            </a:ln>
          </p:spPr>
        </p:sp>
        <p:sp>
          <p:nvSpPr>
            <p:cNvPr id="1428" name="Input_receptor__1427">
              <a:extLst>
                <a:ext uri="{FF2B5EF4-FFF2-40B4-BE49-F238E27FC236}">
                  <a16:creationId xmlns:a16="http://schemas.microsoft.com/office/drawing/2014/main" id="{133420A1-78F6-D045-BC73-CE0753AE2D54}"/>
                </a:ext>
              </a:extLst>
            </p:cNvPr>
            <p:cNvSpPr>
              <a:spLocks noGrp="1"/>
            </p:cNvSpPr>
            <p:nvPr/>
          </p:nvSpPr>
          <p:spPr>
            <a:xfrm>
              <a:off x="1219488" y="4443441"/>
              <a:ext cx="22315" cy="27961"/>
            </a:xfrm>
            <a:custGeom>
              <a:avLst/>
              <a:gdLst/>
              <a:ahLst/>
              <a:cxnLst/>
              <a:rect l="0" t="0" r="0" b="0"/>
              <a:pathLst>
                <a:path w="22315" h="27961">
                  <a:moveTo>
                    <a:pt x="22315" y="27961"/>
                  </a:moveTo>
                  <a:lnTo>
                    <a:pt x="0" y="0"/>
                  </a:lnTo>
                </a:path>
              </a:pathLst>
            </a:custGeom>
            <a:noFill/>
            <a:ln w="20003">
              <a:solidFill>
                <a:srgbClr val="94A5B1"/>
              </a:solidFill>
            </a:ln>
          </p:spPr>
        </p:sp>
        <p:sp>
          <p:nvSpPr>
            <p:cNvPr id="1429" name="Input_receptor__1428">
              <a:extLst>
                <a:ext uri="{FF2B5EF4-FFF2-40B4-BE49-F238E27FC236}">
                  <a16:creationId xmlns:a16="http://schemas.microsoft.com/office/drawing/2014/main" id="{45D97CCD-A6EB-D75A-A50D-D6510C4FF88E}"/>
                </a:ext>
              </a:extLst>
            </p:cNvPr>
            <p:cNvSpPr>
              <a:spLocks noGrp="1"/>
            </p:cNvSpPr>
            <p:nvPr/>
          </p:nvSpPr>
          <p:spPr>
            <a:xfrm>
              <a:off x="1581380" y="4685128"/>
              <a:ext cx="23333" cy="39935"/>
            </a:xfrm>
            <a:custGeom>
              <a:avLst/>
              <a:gdLst/>
              <a:ahLst/>
              <a:cxnLst/>
              <a:rect l="0" t="0" r="0" b="0"/>
              <a:pathLst>
                <a:path w="23333" h="39935">
                  <a:moveTo>
                    <a:pt x="23333" y="0"/>
                  </a:moveTo>
                  <a:lnTo>
                    <a:pt x="0" y="39935"/>
                  </a:lnTo>
                </a:path>
              </a:pathLst>
            </a:custGeom>
            <a:noFill/>
            <a:ln w="20003">
              <a:solidFill>
                <a:srgbClr val="94A5B1"/>
              </a:solidFill>
            </a:ln>
          </p:spPr>
        </p:sp>
        <p:sp>
          <p:nvSpPr>
            <p:cNvPr id="1430" name="Input_receptor__1429">
              <a:extLst>
                <a:ext uri="{FF2B5EF4-FFF2-40B4-BE49-F238E27FC236}">
                  <a16:creationId xmlns:a16="http://schemas.microsoft.com/office/drawing/2014/main" id="{A800624F-0979-F6AB-D693-55B66537A9A9}"/>
                </a:ext>
              </a:extLst>
            </p:cNvPr>
            <p:cNvSpPr>
              <a:spLocks noGrp="1"/>
            </p:cNvSpPr>
            <p:nvPr/>
          </p:nvSpPr>
          <p:spPr>
            <a:xfrm>
              <a:off x="1460706" y="4365882"/>
              <a:ext cx="26152" cy="33678"/>
            </a:xfrm>
            <a:custGeom>
              <a:avLst/>
              <a:gdLst/>
              <a:ahLst/>
              <a:cxnLst/>
              <a:rect l="0" t="0" r="0" b="0"/>
              <a:pathLst>
                <a:path w="26152" h="33678">
                  <a:moveTo>
                    <a:pt x="0" y="33678"/>
                  </a:moveTo>
                  <a:lnTo>
                    <a:pt x="26152" y="0"/>
                  </a:lnTo>
                </a:path>
              </a:pathLst>
            </a:custGeom>
            <a:noFill/>
            <a:ln w="20003">
              <a:solidFill>
                <a:srgbClr val="94A5B1"/>
              </a:solidFill>
            </a:ln>
          </p:spPr>
        </p:sp>
        <p:sp>
          <p:nvSpPr>
            <p:cNvPr id="1431" name="Input_receptor__1430">
              <a:extLst>
                <a:ext uri="{FF2B5EF4-FFF2-40B4-BE49-F238E27FC236}">
                  <a16:creationId xmlns:a16="http://schemas.microsoft.com/office/drawing/2014/main" id="{9104E3B3-35FF-8316-9F13-E7B6636F23D5}"/>
                </a:ext>
              </a:extLst>
            </p:cNvPr>
            <p:cNvSpPr>
              <a:spLocks noGrp="1"/>
            </p:cNvSpPr>
            <p:nvPr/>
          </p:nvSpPr>
          <p:spPr>
            <a:xfrm>
              <a:off x="1514553" y="4064763"/>
              <a:ext cx="21274" cy="16217"/>
            </a:xfrm>
            <a:custGeom>
              <a:avLst/>
              <a:gdLst/>
              <a:ahLst/>
              <a:cxnLst/>
              <a:rect l="0" t="0" r="0" b="0"/>
              <a:pathLst>
                <a:path w="21274" h="16217">
                  <a:moveTo>
                    <a:pt x="0" y="0"/>
                  </a:moveTo>
                  <a:lnTo>
                    <a:pt x="21274" y="16217"/>
                  </a:lnTo>
                </a:path>
              </a:pathLst>
            </a:custGeom>
            <a:noFill/>
            <a:ln w="20003">
              <a:solidFill>
                <a:srgbClr val="94A5B1"/>
              </a:solidFill>
            </a:ln>
          </p:spPr>
        </p:sp>
        <p:sp>
          <p:nvSpPr>
            <p:cNvPr id="1432" name="Input_receptor__1431">
              <a:extLst>
                <a:ext uri="{FF2B5EF4-FFF2-40B4-BE49-F238E27FC236}">
                  <a16:creationId xmlns:a16="http://schemas.microsoft.com/office/drawing/2014/main" id="{453988D3-FFDC-0EB1-B225-AB4981D22D62}"/>
                </a:ext>
              </a:extLst>
            </p:cNvPr>
            <p:cNvSpPr>
              <a:spLocks noGrp="1"/>
            </p:cNvSpPr>
            <p:nvPr/>
          </p:nvSpPr>
          <p:spPr>
            <a:xfrm>
              <a:off x="1143396" y="4314816"/>
              <a:ext cx="33401" cy="9104"/>
            </a:xfrm>
            <a:custGeom>
              <a:avLst/>
              <a:gdLst/>
              <a:ahLst/>
              <a:cxnLst/>
              <a:rect l="0" t="0" r="0" b="0"/>
              <a:pathLst>
                <a:path w="33401" h="9104">
                  <a:moveTo>
                    <a:pt x="0" y="0"/>
                  </a:moveTo>
                  <a:lnTo>
                    <a:pt x="33401" y="9104"/>
                  </a:lnTo>
                </a:path>
              </a:pathLst>
            </a:custGeom>
            <a:noFill/>
            <a:ln w="8096">
              <a:solidFill>
                <a:srgbClr val="94A5B1"/>
              </a:solidFill>
            </a:ln>
          </p:spPr>
        </p:sp>
        <p:sp>
          <p:nvSpPr>
            <p:cNvPr id="1433" name="Input_receptor__1432">
              <a:extLst>
                <a:ext uri="{FF2B5EF4-FFF2-40B4-BE49-F238E27FC236}">
                  <a16:creationId xmlns:a16="http://schemas.microsoft.com/office/drawing/2014/main" id="{50CDF655-7049-88D3-C60A-173EBC0B47A8}"/>
                </a:ext>
              </a:extLst>
            </p:cNvPr>
            <p:cNvSpPr>
              <a:spLocks noGrp="1"/>
            </p:cNvSpPr>
            <p:nvPr/>
          </p:nvSpPr>
          <p:spPr>
            <a:xfrm>
              <a:off x="1110322" y="4453622"/>
              <a:ext cx="8941" cy="42825"/>
            </a:xfrm>
            <a:custGeom>
              <a:avLst/>
              <a:gdLst/>
              <a:ahLst/>
              <a:cxnLst/>
              <a:rect l="0" t="0" r="0" b="0"/>
              <a:pathLst>
                <a:path w="8941" h="42825">
                  <a:moveTo>
                    <a:pt x="8941" y="0"/>
                  </a:moveTo>
                  <a:lnTo>
                    <a:pt x="0" y="42825"/>
                  </a:lnTo>
                </a:path>
              </a:pathLst>
            </a:custGeom>
            <a:noFill/>
            <a:ln w="20003">
              <a:solidFill>
                <a:srgbClr val="94A5B1"/>
              </a:solidFill>
            </a:ln>
          </p:spPr>
        </p:sp>
        <p:sp>
          <p:nvSpPr>
            <p:cNvPr id="1434" name="Input_receptor__1433">
              <a:extLst>
                <a:ext uri="{FF2B5EF4-FFF2-40B4-BE49-F238E27FC236}">
                  <a16:creationId xmlns:a16="http://schemas.microsoft.com/office/drawing/2014/main" id="{06A00C7D-982B-6566-9C3D-2E98DE3EA687}"/>
                </a:ext>
              </a:extLst>
            </p:cNvPr>
            <p:cNvSpPr>
              <a:spLocks noGrp="1"/>
            </p:cNvSpPr>
            <p:nvPr/>
          </p:nvSpPr>
          <p:spPr>
            <a:xfrm>
              <a:off x="1436465" y="4258668"/>
              <a:ext cx="46447" cy="11175"/>
            </a:xfrm>
            <a:custGeom>
              <a:avLst/>
              <a:gdLst/>
              <a:ahLst/>
              <a:cxnLst/>
              <a:rect l="0" t="0" r="0" b="0"/>
              <a:pathLst>
                <a:path w="46447" h="11175">
                  <a:moveTo>
                    <a:pt x="46447" y="0"/>
                  </a:moveTo>
                  <a:lnTo>
                    <a:pt x="0" y="11175"/>
                  </a:lnTo>
                </a:path>
              </a:pathLst>
            </a:custGeom>
            <a:noFill/>
            <a:ln w="20003">
              <a:solidFill>
                <a:srgbClr val="94A5B1"/>
              </a:solidFill>
            </a:ln>
          </p:spPr>
        </p:sp>
        <p:sp>
          <p:nvSpPr>
            <p:cNvPr id="1435" name="Input_receptor__1434">
              <a:extLst>
                <a:ext uri="{FF2B5EF4-FFF2-40B4-BE49-F238E27FC236}">
                  <a16:creationId xmlns:a16="http://schemas.microsoft.com/office/drawing/2014/main" id="{A5FE122B-01A6-38BC-62B8-EADBF405DF66}"/>
                </a:ext>
              </a:extLst>
            </p:cNvPr>
            <p:cNvSpPr>
              <a:spLocks noGrp="1"/>
            </p:cNvSpPr>
            <p:nvPr/>
          </p:nvSpPr>
          <p:spPr>
            <a:xfrm>
              <a:off x="994729" y="4711672"/>
              <a:ext cx="16986" cy="860"/>
            </a:xfrm>
            <a:custGeom>
              <a:avLst/>
              <a:gdLst/>
              <a:ahLst/>
              <a:cxnLst/>
              <a:rect l="0" t="0" r="0" b="0"/>
              <a:pathLst>
                <a:path w="16986" h="860">
                  <a:moveTo>
                    <a:pt x="16986" y="860"/>
                  </a:moveTo>
                  <a:lnTo>
                    <a:pt x="0" y="0"/>
                  </a:lnTo>
                </a:path>
              </a:pathLst>
            </a:custGeom>
            <a:noFill/>
            <a:ln w="20003">
              <a:solidFill>
                <a:srgbClr val="94A5B1"/>
              </a:solidFill>
            </a:ln>
          </p:spPr>
        </p:sp>
        <p:sp>
          <p:nvSpPr>
            <p:cNvPr id="1436" name="Input_receptor__1435">
              <a:extLst>
                <a:ext uri="{FF2B5EF4-FFF2-40B4-BE49-F238E27FC236}">
                  <a16:creationId xmlns:a16="http://schemas.microsoft.com/office/drawing/2014/main" id="{021CF3CF-AECE-511C-E697-2938EFFB03F3}"/>
                </a:ext>
              </a:extLst>
            </p:cNvPr>
            <p:cNvSpPr>
              <a:spLocks noGrp="1"/>
            </p:cNvSpPr>
            <p:nvPr/>
          </p:nvSpPr>
          <p:spPr>
            <a:xfrm>
              <a:off x="1421336" y="4513759"/>
              <a:ext cx="25440" cy="36948"/>
            </a:xfrm>
            <a:custGeom>
              <a:avLst/>
              <a:gdLst/>
              <a:ahLst/>
              <a:cxnLst/>
              <a:rect l="0" t="0" r="0" b="0"/>
              <a:pathLst>
                <a:path w="25440" h="36948">
                  <a:moveTo>
                    <a:pt x="25440" y="0"/>
                  </a:moveTo>
                  <a:lnTo>
                    <a:pt x="0" y="36948"/>
                  </a:lnTo>
                </a:path>
              </a:pathLst>
            </a:custGeom>
            <a:noFill/>
            <a:ln w="20003">
              <a:solidFill>
                <a:srgbClr val="94A5B1"/>
              </a:solidFill>
            </a:ln>
          </p:spPr>
        </p:sp>
        <p:sp>
          <p:nvSpPr>
            <p:cNvPr id="1437" name="Input_receptor__1436">
              <a:extLst>
                <a:ext uri="{FF2B5EF4-FFF2-40B4-BE49-F238E27FC236}">
                  <a16:creationId xmlns:a16="http://schemas.microsoft.com/office/drawing/2014/main" id="{2E545F1E-5419-0BC2-38E0-63FAEB48C147}"/>
                </a:ext>
              </a:extLst>
            </p:cNvPr>
            <p:cNvSpPr>
              <a:spLocks noGrp="1"/>
            </p:cNvSpPr>
            <p:nvPr/>
          </p:nvSpPr>
          <p:spPr>
            <a:xfrm>
              <a:off x="1362396" y="4069448"/>
              <a:ext cx="28210" cy="35743"/>
            </a:xfrm>
            <a:custGeom>
              <a:avLst/>
              <a:gdLst/>
              <a:ahLst/>
              <a:cxnLst/>
              <a:rect l="0" t="0" r="0" b="0"/>
              <a:pathLst>
                <a:path w="28210" h="35743">
                  <a:moveTo>
                    <a:pt x="0" y="0"/>
                  </a:moveTo>
                  <a:lnTo>
                    <a:pt x="28210" y="35743"/>
                  </a:lnTo>
                </a:path>
              </a:pathLst>
            </a:custGeom>
            <a:noFill/>
            <a:ln w="20003">
              <a:solidFill>
                <a:srgbClr val="94A5B1"/>
              </a:solidFill>
            </a:ln>
          </p:spPr>
        </p:sp>
        <p:sp>
          <p:nvSpPr>
            <p:cNvPr id="1438" name="Input_receptor__1437">
              <a:extLst>
                <a:ext uri="{FF2B5EF4-FFF2-40B4-BE49-F238E27FC236}">
                  <a16:creationId xmlns:a16="http://schemas.microsoft.com/office/drawing/2014/main" id="{949EB686-CB06-A0FD-E138-36E3F3A9883F}"/>
                </a:ext>
              </a:extLst>
            </p:cNvPr>
            <p:cNvSpPr>
              <a:spLocks noGrp="1"/>
            </p:cNvSpPr>
            <p:nvPr/>
          </p:nvSpPr>
          <p:spPr>
            <a:xfrm>
              <a:off x="1534227" y="4804137"/>
              <a:ext cx="14606" cy="40311"/>
            </a:xfrm>
            <a:custGeom>
              <a:avLst/>
              <a:gdLst/>
              <a:ahLst/>
              <a:cxnLst/>
              <a:rect l="0" t="0" r="0" b="0"/>
              <a:pathLst>
                <a:path w="14606" h="40311">
                  <a:moveTo>
                    <a:pt x="14606" y="0"/>
                  </a:moveTo>
                  <a:lnTo>
                    <a:pt x="0" y="40311"/>
                  </a:lnTo>
                </a:path>
              </a:pathLst>
            </a:custGeom>
            <a:noFill/>
            <a:ln w="20003">
              <a:solidFill>
                <a:srgbClr val="95A5B1"/>
              </a:solidFill>
            </a:ln>
          </p:spPr>
        </p:sp>
        <p:sp>
          <p:nvSpPr>
            <p:cNvPr id="1439" name="Input_receptor__1438">
              <a:extLst>
                <a:ext uri="{FF2B5EF4-FFF2-40B4-BE49-F238E27FC236}">
                  <a16:creationId xmlns:a16="http://schemas.microsoft.com/office/drawing/2014/main" id="{64C74054-EB71-ECE9-411B-A95534B85BF8}"/>
                </a:ext>
              </a:extLst>
            </p:cNvPr>
            <p:cNvSpPr>
              <a:spLocks noGrp="1"/>
            </p:cNvSpPr>
            <p:nvPr/>
          </p:nvSpPr>
          <p:spPr>
            <a:xfrm>
              <a:off x="1487917" y="4036090"/>
              <a:ext cx="26636" cy="28673"/>
            </a:xfrm>
            <a:custGeom>
              <a:avLst/>
              <a:gdLst/>
              <a:ahLst/>
              <a:cxnLst/>
              <a:rect l="0" t="0" r="0" b="0"/>
              <a:pathLst>
                <a:path w="26636" h="28673">
                  <a:moveTo>
                    <a:pt x="0" y="0"/>
                  </a:moveTo>
                  <a:lnTo>
                    <a:pt x="26636" y="28673"/>
                  </a:lnTo>
                </a:path>
              </a:pathLst>
            </a:custGeom>
            <a:noFill/>
            <a:ln w="20003">
              <a:solidFill>
                <a:srgbClr val="95A5B1"/>
              </a:solidFill>
            </a:ln>
          </p:spPr>
        </p:sp>
        <p:sp>
          <p:nvSpPr>
            <p:cNvPr id="1440" name="Input_receptor__1439">
              <a:extLst>
                <a:ext uri="{FF2B5EF4-FFF2-40B4-BE49-F238E27FC236}">
                  <a16:creationId xmlns:a16="http://schemas.microsoft.com/office/drawing/2014/main" id="{E08ADFAA-28CF-64C4-1E80-14058C779496}"/>
                </a:ext>
              </a:extLst>
            </p:cNvPr>
            <p:cNvSpPr>
              <a:spLocks noGrp="1"/>
            </p:cNvSpPr>
            <p:nvPr/>
          </p:nvSpPr>
          <p:spPr>
            <a:xfrm>
              <a:off x="1093083" y="4750332"/>
              <a:ext cx="4754" cy="17976"/>
            </a:xfrm>
            <a:custGeom>
              <a:avLst/>
              <a:gdLst/>
              <a:ahLst/>
              <a:cxnLst/>
              <a:rect l="0" t="0" r="0" b="0"/>
              <a:pathLst>
                <a:path w="4754" h="17976">
                  <a:moveTo>
                    <a:pt x="0" y="0"/>
                  </a:moveTo>
                  <a:lnTo>
                    <a:pt x="4754" y="17976"/>
                  </a:lnTo>
                </a:path>
              </a:pathLst>
            </a:custGeom>
            <a:noFill/>
            <a:ln w="20003">
              <a:solidFill>
                <a:srgbClr val="95A5B1"/>
              </a:solidFill>
            </a:ln>
          </p:spPr>
        </p:sp>
        <p:sp>
          <p:nvSpPr>
            <p:cNvPr id="1441" name="Input_receptor__1440">
              <a:extLst>
                <a:ext uri="{FF2B5EF4-FFF2-40B4-BE49-F238E27FC236}">
                  <a16:creationId xmlns:a16="http://schemas.microsoft.com/office/drawing/2014/main" id="{08E495A9-8F8C-C330-3ED1-5233DEADC0B4}"/>
                </a:ext>
              </a:extLst>
            </p:cNvPr>
            <p:cNvSpPr>
              <a:spLocks noGrp="1"/>
            </p:cNvSpPr>
            <p:nvPr/>
          </p:nvSpPr>
          <p:spPr>
            <a:xfrm>
              <a:off x="1334566" y="4548457"/>
              <a:ext cx="14784" cy="37498"/>
            </a:xfrm>
            <a:custGeom>
              <a:avLst/>
              <a:gdLst/>
              <a:ahLst/>
              <a:cxnLst/>
              <a:rect l="0" t="0" r="0" b="0"/>
              <a:pathLst>
                <a:path w="14784" h="37498">
                  <a:moveTo>
                    <a:pt x="0" y="37498"/>
                  </a:moveTo>
                  <a:lnTo>
                    <a:pt x="14784" y="0"/>
                  </a:lnTo>
                </a:path>
              </a:pathLst>
            </a:custGeom>
            <a:noFill/>
            <a:ln w="20003">
              <a:solidFill>
                <a:srgbClr val="95A5B1"/>
              </a:solidFill>
            </a:ln>
          </p:spPr>
        </p:sp>
        <p:sp>
          <p:nvSpPr>
            <p:cNvPr id="1442" name="Input_receptor__1441">
              <a:extLst>
                <a:ext uri="{FF2B5EF4-FFF2-40B4-BE49-F238E27FC236}">
                  <a16:creationId xmlns:a16="http://schemas.microsoft.com/office/drawing/2014/main" id="{E0FA9325-640B-4FA6-1143-8FB4A4275807}"/>
                </a:ext>
              </a:extLst>
            </p:cNvPr>
            <p:cNvSpPr>
              <a:spLocks noGrp="1"/>
            </p:cNvSpPr>
            <p:nvPr/>
          </p:nvSpPr>
          <p:spPr>
            <a:xfrm>
              <a:off x="1460706" y="4399559"/>
              <a:ext cx="8026" cy="30258"/>
            </a:xfrm>
            <a:custGeom>
              <a:avLst/>
              <a:gdLst/>
              <a:ahLst/>
              <a:cxnLst/>
              <a:rect l="0" t="0" r="0" b="0"/>
              <a:pathLst>
                <a:path w="8026" h="30258">
                  <a:moveTo>
                    <a:pt x="8026" y="30258"/>
                  </a:moveTo>
                  <a:lnTo>
                    <a:pt x="0" y="0"/>
                  </a:lnTo>
                </a:path>
              </a:pathLst>
            </a:custGeom>
            <a:noFill/>
            <a:ln w="20003">
              <a:solidFill>
                <a:srgbClr val="95A5B1"/>
              </a:solidFill>
            </a:ln>
          </p:spPr>
        </p:sp>
        <p:sp>
          <p:nvSpPr>
            <p:cNvPr id="1443" name="Input_receptor__1442">
              <a:extLst>
                <a:ext uri="{FF2B5EF4-FFF2-40B4-BE49-F238E27FC236}">
                  <a16:creationId xmlns:a16="http://schemas.microsoft.com/office/drawing/2014/main" id="{49312818-02E7-ACF6-2101-FC1538FD0B0B}"/>
                </a:ext>
              </a:extLst>
            </p:cNvPr>
            <p:cNvSpPr>
              <a:spLocks noGrp="1"/>
            </p:cNvSpPr>
            <p:nvPr/>
          </p:nvSpPr>
          <p:spPr>
            <a:xfrm>
              <a:off x="1537156" y="4570416"/>
              <a:ext cx="6356" cy="42112"/>
            </a:xfrm>
            <a:custGeom>
              <a:avLst/>
              <a:gdLst/>
              <a:ahLst/>
              <a:cxnLst/>
              <a:rect l="0" t="0" r="0" b="0"/>
              <a:pathLst>
                <a:path w="6356" h="42112">
                  <a:moveTo>
                    <a:pt x="0" y="0"/>
                  </a:moveTo>
                  <a:lnTo>
                    <a:pt x="6356" y="42112"/>
                  </a:lnTo>
                </a:path>
              </a:pathLst>
            </a:custGeom>
            <a:noFill/>
            <a:ln w="20003">
              <a:solidFill>
                <a:srgbClr val="95A6B1"/>
              </a:solidFill>
            </a:ln>
          </p:spPr>
        </p:sp>
        <p:sp>
          <p:nvSpPr>
            <p:cNvPr id="1444" name="Input_receptor__1443">
              <a:extLst>
                <a:ext uri="{FF2B5EF4-FFF2-40B4-BE49-F238E27FC236}">
                  <a16:creationId xmlns:a16="http://schemas.microsoft.com/office/drawing/2014/main" id="{3986C3A0-3450-ABB7-04E3-09195F8D446F}"/>
                </a:ext>
              </a:extLst>
            </p:cNvPr>
            <p:cNvSpPr>
              <a:spLocks noGrp="1"/>
            </p:cNvSpPr>
            <p:nvPr/>
          </p:nvSpPr>
          <p:spPr>
            <a:xfrm>
              <a:off x="1436470" y="4063559"/>
              <a:ext cx="29698" cy="35922"/>
            </a:xfrm>
            <a:custGeom>
              <a:avLst/>
              <a:gdLst/>
              <a:ahLst/>
              <a:cxnLst/>
              <a:rect l="0" t="0" r="0" b="0"/>
              <a:pathLst>
                <a:path w="29698" h="35922">
                  <a:moveTo>
                    <a:pt x="0" y="0"/>
                  </a:moveTo>
                  <a:lnTo>
                    <a:pt x="29698" y="35922"/>
                  </a:lnTo>
                </a:path>
              </a:pathLst>
            </a:custGeom>
            <a:noFill/>
            <a:ln w="20003">
              <a:solidFill>
                <a:srgbClr val="95A6B1"/>
              </a:solidFill>
            </a:ln>
          </p:spPr>
        </p:sp>
        <p:sp>
          <p:nvSpPr>
            <p:cNvPr id="1445" name="Input_receptor__1444">
              <a:extLst>
                <a:ext uri="{FF2B5EF4-FFF2-40B4-BE49-F238E27FC236}">
                  <a16:creationId xmlns:a16="http://schemas.microsoft.com/office/drawing/2014/main" id="{A8F379AE-BFF9-F174-BBB0-E0BF974FCAE5}"/>
                </a:ext>
              </a:extLst>
            </p:cNvPr>
            <p:cNvSpPr>
              <a:spLocks noGrp="1"/>
            </p:cNvSpPr>
            <p:nvPr/>
          </p:nvSpPr>
          <p:spPr>
            <a:xfrm>
              <a:off x="910485" y="4964309"/>
              <a:ext cx="16353" cy="6570"/>
            </a:xfrm>
            <a:custGeom>
              <a:avLst/>
              <a:gdLst/>
              <a:ahLst/>
              <a:cxnLst/>
              <a:rect l="0" t="0" r="0" b="0"/>
              <a:pathLst>
                <a:path w="16353" h="6570">
                  <a:moveTo>
                    <a:pt x="16353" y="0"/>
                  </a:moveTo>
                  <a:lnTo>
                    <a:pt x="0" y="6570"/>
                  </a:lnTo>
                </a:path>
              </a:pathLst>
            </a:custGeom>
            <a:noFill/>
            <a:ln w="20003">
              <a:solidFill>
                <a:srgbClr val="95A6B1"/>
              </a:solidFill>
            </a:ln>
          </p:spPr>
        </p:sp>
        <p:sp>
          <p:nvSpPr>
            <p:cNvPr id="1446" name="Input_receptor__1445">
              <a:extLst>
                <a:ext uri="{FF2B5EF4-FFF2-40B4-BE49-F238E27FC236}">
                  <a16:creationId xmlns:a16="http://schemas.microsoft.com/office/drawing/2014/main" id="{82EDB513-3ED1-F691-37E5-D536895BAEF9}"/>
                </a:ext>
              </a:extLst>
            </p:cNvPr>
            <p:cNvSpPr>
              <a:spLocks noGrp="1"/>
            </p:cNvSpPr>
            <p:nvPr/>
          </p:nvSpPr>
          <p:spPr>
            <a:xfrm>
              <a:off x="1548833" y="4802477"/>
              <a:ext cx="37458" cy="1660"/>
            </a:xfrm>
            <a:custGeom>
              <a:avLst/>
              <a:gdLst/>
              <a:ahLst/>
              <a:cxnLst/>
              <a:rect l="0" t="0" r="0" b="0"/>
              <a:pathLst>
                <a:path w="37458" h="1660">
                  <a:moveTo>
                    <a:pt x="37458" y="0"/>
                  </a:moveTo>
                  <a:lnTo>
                    <a:pt x="0" y="1660"/>
                  </a:lnTo>
                </a:path>
              </a:pathLst>
            </a:custGeom>
            <a:noFill/>
            <a:ln w="20003">
              <a:solidFill>
                <a:srgbClr val="95A6B1"/>
              </a:solidFill>
            </a:ln>
          </p:spPr>
        </p:sp>
        <p:sp>
          <p:nvSpPr>
            <p:cNvPr id="1447" name="Input_receptor__1446">
              <a:extLst>
                <a:ext uri="{FF2B5EF4-FFF2-40B4-BE49-F238E27FC236}">
                  <a16:creationId xmlns:a16="http://schemas.microsoft.com/office/drawing/2014/main" id="{07692037-3589-5CA3-4FCB-5DA19FF80AA2}"/>
                </a:ext>
              </a:extLst>
            </p:cNvPr>
            <p:cNvSpPr>
              <a:spLocks noGrp="1"/>
            </p:cNvSpPr>
            <p:nvPr/>
          </p:nvSpPr>
          <p:spPr>
            <a:xfrm>
              <a:off x="1119263" y="4441628"/>
              <a:ext cx="26758" cy="11994"/>
            </a:xfrm>
            <a:custGeom>
              <a:avLst/>
              <a:gdLst/>
              <a:ahLst/>
              <a:cxnLst/>
              <a:rect l="0" t="0" r="0" b="0"/>
              <a:pathLst>
                <a:path w="26758" h="11994">
                  <a:moveTo>
                    <a:pt x="26758" y="0"/>
                  </a:moveTo>
                  <a:lnTo>
                    <a:pt x="0" y="11994"/>
                  </a:lnTo>
                </a:path>
              </a:pathLst>
            </a:custGeom>
            <a:noFill/>
            <a:ln w="20003">
              <a:solidFill>
                <a:srgbClr val="95A6B1"/>
              </a:solidFill>
            </a:ln>
          </p:spPr>
        </p:sp>
        <p:sp>
          <p:nvSpPr>
            <p:cNvPr id="1448" name="Input_receptor__1447">
              <a:extLst>
                <a:ext uri="{FF2B5EF4-FFF2-40B4-BE49-F238E27FC236}">
                  <a16:creationId xmlns:a16="http://schemas.microsoft.com/office/drawing/2014/main" id="{CB610844-B15A-2F59-7CF7-4010C4D09E94}"/>
                </a:ext>
              </a:extLst>
            </p:cNvPr>
            <p:cNvSpPr>
              <a:spLocks noGrp="1"/>
            </p:cNvSpPr>
            <p:nvPr/>
          </p:nvSpPr>
          <p:spPr>
            <a:xfrm>
              <a:off x="1008173" y="4492449"/>
              <a:ext cx="10735" cy="38794"/>
            </a:xfrm>
            <a:custGeom>
              <a:avLst/>
              <a:gdLst/>
              <a:ahLst/>
              <a:cxnLst/>
              <a:rect l="0" t="0" r="0" b="0"/>
              <a:pathLst>
                <a:path w="10735" h="38794">
                  <a:moveTo>
                    <a:pt x="0" y="0"/>
                  </a:moveTo>
                  <a:lnTo>
                    <a:pt x="10735" y="38794"/>
                  </a:lnTo>
                </a:path>
              </a:pathLst>
            </a:custGeom>
            <a:noFill/>
            <a:ln w="8096">
              <a:solidFill>
                <a:srgbClr val="95A6B1"/>
              </a:solidFill>
            </a:ln>
          </p:spPr>
        </p:sp>
        <p:sp>
          <p:nvSpPr>
            <p:cNvPr id="1449" name="Input_receptor__1448">
              <a:extLst>
                <a:ext uri="{FF2B5EF4-FFF2-40B4-BE49-F238E27FC236}">
                  <a16:creationId xmlns:a16="http://schemas.microsoft.com/office/drawing/2014/main" id="{EB374968-EDF0-9E8D-EADE-200129875C05}"/>
                </a:ext>
              </a:extLst>
            </p:cNvPr>
            <p:cNvSpPr>
              <a:spLocks noGrp="1"/>
            </p:cNvSpPr>
            <p:nvPr/>
          </p:nvSpPr>
          <p:spPr>
            <a:xfrm>
              <a:off x="1482912" y="4216164"/>
              <a:ext cx="12892" cy="42504"/>
            </a:xfrm>
            <a:custGeom>
              <a:avLst/>
              <a:gdLst/>
              <a:ahLst/>
              <a:cxnLst/>
              <a:rect l="0" t="0" r="0" b="0"/>
              <a:pathLst>
                <a:path w="12892" h="42504">
                  <a:moveTo>
                    <a:pt x="12892" y="0"/>
                  </a:moveTo>
                  <a:lnTo>
                    <a:pt x="0" y="42504"/>
                  </a:lnTo>
                </a:path>
              </a:pathLst>
            </a:custGeom>
            <a:noFill/>
            <a:ln w="20003">
              <a:solidFill>
                <a:srgbClr val="95A6B1"/>
              </a:solidFill>
            </a:ln>
          </p:spPr>
        </p:sp>
        <p:sp>
          <p:nvSpPr>
            <p:cNvPr id="1450" name="Input_receptor__1449">
              <a:extLst>
                <a:ext uri="{FF2B5EF4-FFF2-40B4-BE49-F238E27FC236}">
                  <a16:creationId xmlns:a16="http://schemas.microsoft.com/office/drawing/2014/main" id="{976750C8-80D6-280B-76C2-EFD0943B983A}"/>
                </a:ext>
              </a:extLst>
            </p:cNvPr>
            <p:cNvSpPr>
              <a:spLocks noGrp="1"/>
            </p:cNvSpPr>
            <p:nvPr/>
          </p:nvSpPr>
          <p:spPr>
            <a:xfrm>
              <a:off x="997026" y="4301858"/>
              <a:ext cx="40274" cy="25419"/>
            </a:xfrm>
            <a:custGeom>
              <a:avLst/>
              <a:gdLst/>
              <a:ahLst/>
              <a:cxnLst/>
              <a:rect l="0" t="0" r="0" b="0"/>
              <a:pathLst>
                <a:path w="40274" h="25419">
                  <a:moveTo>
                    <a:pt x="40274" y="0"/>
                  </a:moveTo>
                  <a:lnTo>
                    <a:pt x="0" y="25419"/>
                  </a:lnTo>
                </a:path>
              </a:pathLst>
            </a:custGeom>
            <a:noFill/>
            <a:ln w="20003">
              <a:solidFill>
                <a:srgbClr val="95A6B1"/>
              </a:solidFill>
            </a:ln>
          </p:spPr>
        </p:sp>
        <p:sp>
          <p:nvSpPr>
            <p:cNvPr id="1451" name="Input_receptor__1450">
              <a:extLst>
                <a:ext uri="{FF2B5EF4-FFF2-40B4-BE49-F238E27FC236}">
                  <a16:creationId xmlns:a16="http://schemas.microsoft.com/office/drawing/2014/main" id="{BD27A6EA-079B-E453-CC9F-1C17B5BDAB59}"/>
                </a:ext>
              </a:extLst>
            </p:cNvPr>
            <p:cNvSpPr>
              <a:spLocks noGrp="1"/>
            </p:cNvSpPr>
            <p:nvPr/>
          </p:nvSpPr>
          <p:spPr>
            <a:xfrm>
              <a:off x="1489017" y="5035130"/>
              <a:ext cx="12126" cy="12822"/>
            </a:xfrm>
            <a:custGeom>
              <a:avLst/>
              <a:gdLst/>
              <a:ahLst/>
              <a:cxnLst/>
              <a:rect l="0" t="0" r="0" b="0"/>
              <a:pathLst>
                <a:path w="12126" h="12822">
                  <a:moveTo>
                    <a:pt x="12126" y="12822"/>
                  </a:moveTo>
                  <a:lnTo>
                    <a:pt x="0" y="0"/>
                  </a:lnTo>
                </a:path>
              </a:pathLst>
            </a:custGeom>
            <a:noFill/>
            <a:ln w="8096">
              <a:solidFill>
                <a:srgbClr val="95A6B1"/>
              </a:solidFill>
            </a:ln>
          </p:spPr>
        </p:sp>
        <p:sp>
          <p:nvSpPr>
            <p:cNvPr id="1452" name="Input_receptor__1451">
              <a:extLst>
                <a:ext uri="{FF2B5EF4-FFF2-40B4-BE49-F238E27FC236}">
                  <a16:creationId xmlns:a16="http://schemas.microsoft.com/office/drawing/2014/main" id="{821F4966-614F-C06B-A4E2-18EB6225977C}"/>
                </a:ext>
              </a:extLst>
            </p:cNvPr>
            <p:cNvSpPr>
              <a:spLocks noGrp="1"/>
            </p:cNvSpPr>
            <p:nvPr/>
          </p:nvSpPr>
          <p:spPr>
            <a:xfrm>
              <a:off x="1043790" y="4908058"/>
              <a:ext cx="27719" cy="29643"/>
            </a:xfrm>
            <a:custGeom>
              <a:avLst/>
              <a:gdLst/>
              <a:ahLst/>
              <a:cxnLst/>
              <a:rect l="0" t="0" r="0" b="0"/>
              <a:pathLst>
                <a:path w="27719" h="29643">
                  <a:moveTo>
                    <a:pt x="27719" y="0"/>
                  </a:moveTo>
                  <a:lnTo>
                    <a:pt x="0" y="29643"/>
                  </a:lnTo>
                </a:path>
              </a:pathLst>
            </a:custGeom>
            <a:noFill/>
            <a:ln w="8096">
              <a:solidFill>
                <a:srgbClr val="95A6B1"/>
              </a:solidFill>
            </a:ln>
          </p:spPr>
        </p:sp>
        <p:sp>
          <p:nvSpPr>
            <p:cNvPr id="1453" name="Input_receptor__1452">
              <a:extLst>
                <a:ext uri="{FF2B5EF4-FFF2-40B4-BE49-F238E27FC236}">
                  <a16:creationId xmlns:a16="http://schemas.microsoft.com/office/drawing/2014/main" id="{38B9DABE-9118-CDA0-01FC-A5A3BCC5ADE1}"/>
                </a:ext>
              </a:extLst>
            </p:cNvPr>
            <p:cNvSpPr>
              <a:spLocks noGrp="1"/>
            </p:cNvSpPr>
            <p:nvPr/>
          </p:nvSpPr>
          <p:spPr>
            <a:xfrm>
              <a:off x="930550" y="4692952"/>
              <a:ext cx="10036" cy="3589"/>
            </a:xfrm>
            <a:custGeom>
              <a:avLst/>
              <a:gdLst/>
              <a:ahLst/>
              <a:cxnLst/>
              <a:rect l="0" t="0" r="0" b="0"/>
              <a:pathLst>
                <a:path w="10036" h="3589">
                  <a:moveTo>
                    <a:pt x="0" y="3589"/>
                  </a:moveTo>
                  <a:lnTo>
                    <a:pt x="10036" y="0"/>
                  </a:lnTo>
                </a:path>
              </a:pathLst>
            </a:custGeom>
            <a:noFill/>
            <a:ln w="20003">
              <a:solidFill>
                <a:srgbClr val="95A6B1"/>
              </a:solidFill>
            </a:ln>
          </p:spPr>
        </p:sp>
        <p:sp>
          <p:nvSpPr>
            <p:cNvPr id="1454" name="Input_receptor__1453">
              <a:extLst>
                <a:ext uri="{FF2B5EF4-FFF2-40B4-BE49-F238E27FC236}">
                  <a16:creationId xmlns:a16="http://schemas.microsoft.com/office/drawing/2014/main" id="{F69C3AF1-C116-25EA-E0A4-EB88F150C8F1}"/>
                </a:ext>
              </a:extLst>
            </p:cNvPr>
            <p:cNvSpPr>
              <a:spLocks noGrp="1"/>
            </p:cNvSpPr>
            <p:nvPr/>
          </p:nvSpPr>
          <p:spPr>
            <a:xfrm>
              <a:off x="1139466" y="4861701"/>
              <a:ext cx="20655" cy="28791"/>
            </a:xfrm>
            <a:custGeom>
              <a:avLst/>
              <a:gdLst/>
              <a:ahLst/>
              <a:cxnLst/>
              <a:rect l="0" t="0" r="0" b="0"/>
              <a:pathLst>
                <a:path w="20655" h="28791">
                  <a:moveTo>
                    <a:pt x="0" y="28791"/>
                  </a:moveTo>
                  <a:lnTo>
                    <a:pt x="20655" y="0"/>
                  </a:lnTo>
                </a:path>
              </a:pathLst>
            </a:custGeom>
            <a:noFill/>
            <a:ln w="20003">
              <a:solidFill>
                <a:srgbClr val="95A6B1"/>
              </a:solidFill>
            </a:ln>
          </p:spPr>
        </p:sp>
        <p:sp>
          <p:nvSpPr>
            <p:cNvPr id="1455" name="Input_receptor__1454">
              <a:extLst>
                <a:ext uri="{FF2B5EF4-FFF2-40B4-BE49-F238E27FC236}">
                  <a16:creationId xmlns:a16="http://schemas.microsoft.com/office/drawing/2014/main" id="{E3F82851-ABCF-A174-3AFC-F30BD6E11B4C}"/>
                </a:ext>
              </a:extLst>
            </p:cNvPr>
            <p:cNvSpPr>
              <a:spLocks noGrp="1"/>
            </p:cNvSpPr>
            <p:nvPr/>
          </p:nvSpPr>
          <p:spPr>
            <a:xfrm>
              <a:off x="1478650" y="4588361"/>
              <a:ext cx="6455" cy="42509"/>
            </a:xfrm>
            <a:custGeom>
              <a:avLst/>
              <a:gdLst/>
              <a:ahLst/>
              <a:cxnLst/>
              <a:rect l="0" t="0" r="0" b="0"/>
              <a:pathLst>
                <a:path w="6455" h="42509">
                  <a:moveTo>
                    <a:pt x="0" y="0"/>
                  </a:moveTo>
                  <a:lnTo>
                    <a:pt x="6455" y="42509"/>
                  </a:lnTo>
                </a:path>
              </a:pathLst>
            </a:custGeom>
            <a:noFill/>
            <a:ln w="20003">
              <a:solidFill>
                <a:srgbClr val="95A6B1"/>
              </a:solidFill>
            </a:ln>
          </p:spPr>
        </p:sp>
        <p:sp>
          <p:nvSpPr>
            <p:cNvPr id="1456" name="Input_receptor__1455">
              <a:extLst>
                <a:ext uri="{FF2B5EF4-FFF2-40B4-BE49-F238E27FC236}">
                  <a16:creationId xmlns:a16="http://schemas.microsoft.com/office/drawing/2014/main" id="{B3DEBAEA-89B6-1BB1-45AC-BF333CAC15D3}"/>
                </a:ext>
              </a:extLst>
            </p:cNvPr>
            <p:cNvSpPr>
              <a:spLocks noGrp="1"/>
            </p:cNvSpPr>
            <p:nvPr/>
          </p:nvSpPr>
          <p:spPr>
            <a:xfrm>
              <a:off x="1339507" y="4695000"/>
              <a:ext cx="28113" cy="38724"/>
            </a:xfrm>
            <a:custGeom>
              <a:avLst/>
              <a:gdLst/>
              <a:ahLst/>
              <a:cxnLst/>
              <a:rect l="0" t="0" r="0" b="0"/>
              <a:pathLst>
                <a:path w="28113" h="38724">
                  <a:moveTo>
                    <a:pt x="28113" y="0"/>
                  </a:moveTo>
                  <a:lnTo>
                    <a:pt x="0" y="38724"/>
                  </a:lnTo>
                </a:path>
              </a:pathLst>
            </a:custGeom>
            <a:noFill/>
            <a:ln w="8096">
              <a:solidFill>
                <a:srgbClr val="95A6B1"/>
              </a:solidFill>
            </a:ln>
          </p:spPr>
        </p:sp>
        <p:sp>
          <p:nvSpPr>
            <p:cNvPr id="1457" name="Input_receptor__1456">
              <a:extLst>
                <a:ext uri="{FF2B5EF4-FFF2-40B4-BE49-F238E27FC236}">
                  <a16:creationId xmlns:a16="http://schemas.microsoft.com/office/drawing/2014/main" id="{87745F8E-1693-DD88-3C55-F03C3684B032}"/>
                </a:ext>
              </a:extLst>
            </p:cNvPr>
            <p:cNvSpPr>
              <a:spLocks noGrp="1"/>
            </p:cNvSpPr>
            <p:nvPr/>
          </p:nvSpPr>
          <p:spPr>
            <a:xfrm>
              <a:off x="1668702" y="4362651"/>
              <a:ext cx="17261" cy="22754"/>
            </a:xfrm>
            <a:custGeom>
              <a:avLst/>
              <a:gdLst/>
              <a:ahLst/>
              <a:cxnLst/>
              <a:rect l="0" t="0" r="0" b="0"/>
              <a:pathLst>
                <a:path w="17261" h="22754">
                  <a:moveTo>
                    <a:pt x="0" y="0"/>
                  </a:moveTo>
                  <a:lnTo>
                    <a:pt x="17261" y="22754"/>
                  </a:lnTo>
                </a:path>
              </a:pathLst>
            </a:custGeom>
            <a:noFill/>
            <a:ln w="8096">
              <a:solidFill>
                <a:srgbClr val="95A6B1"/>
              </a:solidFill>
            </a:ln>
          </p:spPr>
        </p:sp>
        <p:sp>
          <p:nvSpPr>
            <p:cNvPr id="1458" name="Input_receptor__1457">
              <a:extLst>
                <a:ext uri="{FF2B5EF4-FFF2-40B4-BE49-F238E27FC236}">
                  <a16:creationId xmlns:a16="http://schemas.microsoft.com/office/drawing/2014/main" id="{D15EA8EA-902B-B8C2-570F-1F72B1720EDF}"/>
                </a:ext>
              </a:extLst>
            </p:cNvPr>
            <p:cNvSpPr>
              <a:spLocks noGrp="1"/>
            </p:cNvSpPr>
            <p:nvPr/>
          </p:nvSpPr>
          <p:spPr>
            <a:xfrm>
              <a:off x="1159307" y="4827461"/>
              <a:ext cx="814" cy="34239"/>
            </a:xfrm>
            <a:custGeom>
              <a:avLst/>
              <a:gdLst/>
              <a:ahLst/>
              <a:cxnLst/>
              <a:rect l="0" t="0" r="0" b="0"/>
              <a:pathLst>
                <a:path w="814" h="34239">
                  <a:moveTo>
                    <a:pt x="814" y="34239"/>
                  </a:moveTo>
                  <a:lnTo>
                    <a:pt x="0" y="0"/>
                  </a:lnTo>
                </a:path>
              </a:pathLst>
            </a:custGeom>
            <a:noFill/>
            <a:ln w="20003">
              <a:solidFill>
                <a:srgbClr val="95A6B1"/>
              </a:solidFill>
            </a:ln>
          </p:spPr>
        </p:sp>
        <p:sp>
          <p:nvSpPr>
            <p:cNvPr id="1459" name="Input_receptor__1458">
              <a:extLst>
                <a:ext uri="{FF2B5EF4-FFF2-40B4-BE49-F238E27FC236}">
                  <a16:creationId xmlns:a16="http://schemas.microsoft.com/office/drawing/2014/main" id="{E67A2CE9-B0AB-5ECC-F25C-832366191A8D}"/>
                </a:ext>
              </a:extLst>
            </p:cNvPr>
            <p:cNvSpPr>
              <a:spLocks noGrp="1"/>
            </p:cNvSpPr>
            <p:nvPr/>
          </p:nvSpPr>
          <p:spPr>
            <a:xfrm>
              <a:off x="1423741" y="4641576"/>
              <a:ext cx="11818" cy="46381"/>
            </a:xfrm>
            <a:custGeom>
              <a:avLst/>
              <a:gdLst/>
              <a:ahLst/>
              <a:cxnLst/>
              <a:rect l="0" t="0" r="0" b="0"/>
              <a:pathLst>
                <a:path w="11818" h="46381">
                  <a:moveTo>
                    <a:pt x="0" y="0"/>
                  </a:moveTo>
                  <a:lnTo>
                    <a:pt x="11818" y="46381"/>
                  </a:lnTo>
                </a:path>
              </a:pathLst>
            </a:custGeom>
            <a:noFill/>
            <a:ln w="20003">
              <a:solidFill>
                <a:srgbClr val="95A6B1"/>
              </a:solidFill>
            </a:ln>
          </p:spPr>
        </p:sp>
        <p:sp>
          <p:nvSpPr>
            <p:cNvPr id="1460" name="Input_receptor__1459">
              <a:extLst>
                <a:ext uri="{FF2B5EF4-FFF2-40B4-BE49-F238E27FC236}">
                  <a16:creationId xmlns:a16="http://schemas.microsoft.com/office/drawing/2014/main" id="{BDF090EE-5F91-35D2-8F93-F0985F6B0DCD}"/>
                </a:ext>
              </a:extLst>
            </p:cNvPr>
            <p:cNvSpPr>
              <a:spLocks noGrp="1"/>
            </p:cNvSpPr>
            <p:nvPr/>
          </p:nvSpPr>
          <p:spPr>
            <a:xfrm>
              <a:off x="1143711" y="4974921"/>
              <a:ext cx="31405" cy="19980"/>
            </a:xfrm>
            <a:custGeom>
              <a:avLst/>
              <a:gdLst/>
              <a:ahLst/>
              <a:cxnLst/>
              <a:rect l="0" t="0" r="0" b="0"/>
              <a:pathLst>
                <a:path w="31405" h="19980">
                  <a:moveTo>
                    <a:pt x="0" y="0"/>
                  </a:moveTo>
                  <a:lnTo>
                    <a:pt x="31405" y="19980"/>
                  </a:lnTo>
                </a:path>
              </a:pathLst>
            </a:custGeom>
            <a:noFill/>
            <a:ln w="8096">
              <a:solidFill>
                <a:srgbClr val="95A6B1"/>
              </a:solidFill>
            </a:ln>
          </p:spPr>
        </p:sp>
        <p:sp>
          <p:nvSpPr>
            <p:cNvPr id="1461" name="Input_receptor__1460">
              <a:extLst>
                <a:ext uri="{FF2B5EF4-FFF2-40B4-BE49-F238E27FC236}">
                  <a16:creationId xmlns:a16="http://schemas.microsoft.com/office/drawing/2014/main" id="{2A98AE5F-5CFD-8148-72C7-880C9CC7C83A}"/>
                </a:ext>
              </a:extLst>
            </p:cNvPr>
            <p:cNvSpPr>
              <a:spLocks noGrp="1"/>
            </p:cNvSpPr>
            <p:nvPr/>
          </p:nvSpPr>
          <p:spPr>
            <a:xfrm>
              <a:off x="1495803" y="4208135"/>
              <a:ext cx="46280" cy="8029"/>
            </a:xfrm>
            <a:custGeom>
              <a:avLst/>
              <a:gdLst/>
              <a:ahLst/>
              <a:cxnLst/>
              <a:rect l="0" t="0" r="0" b="0"/>
              <a:pathLst>
                <a:path w="46280" h="8029">
                  <a:moveTo>
                    <a:pt x="46280" y="0"/>
                  </a:moveTo>
                  <a:lnTo>
                    <a:pt x="0" y="8029"/>
                  </a:lnTo>
                </a:path>
              </a:pathLst>
            </a:custGeom>
            <a:noFill/>
            <a:ln w="20003">
              <a:solidFill>
                <a:srgbClr val="95A6B1"/>
              </a:solidFill>
            </a:ln>
          </p:spPr>
        </p:sp>
        <p:sp>
          <p:nvSpPr>
            <p:cNvPr id="1462" name="Input_receptor__1461">
              <a:extLst>
                <a:ext uri="{FF2B5EF4-FFF2-40B4-BE49-F238E27FC236}">
                  <a16:creationId xmlns:a16="http://schemas.microsoft.com/office/drawing/2014/main" id="{89A7F7BD-944C-3ACA-BC11-CA7DC9DA7817}"/>
                </a:ext>
              </a:extLst>
            </p:cNvPr>
            <p:cNvSpPr>
              <a:spLocks noGrp="1"/>
            </p:cNvSpPr>
            <p:nvPr/>
          </p:nvSpPr>
          <p:spPr>
            <a:xfrm>
              <a:off x="1486857" y="4365882"/>
              <a:ext cx="34329" cy="33157"/>
            </a:xfrm>
            <a:custGeom>
              <a:avLst/>
              <a:gdLst/>
              <a:ahLst/>
              <a:cxnLst/>
              <a:rect l="0" t="0" r="0" b="0"/>
              <a:pathLst>
                <a:path w="34329" h="33157">
                  <a:moveTo>
                    <a:pt x="0" y="0"/>
                  </a:moveTo>
                  <a:lnTo>
                    <a:pt x="34329" y="33157"/>
                  </a:lnTo>
                </a:path>
              </a:pathLst>
            </a:custGeom>
            <a:noFill/>
            <a:ln w="20003">
              <a:solidFill>
                <a:srgbClr val="95A6B1"/>
              </a:solidFill>
            </a:ln>
          </p:spPr>
        </p:sp>
        <p:sp>
          <p:nvSpPr>
            <p:cNvPr id="1463" name="Input_receptor__1462">
              <a:extLst>
                <a:ext uri="{FF2B5EF4-FFF2-40B4-BE49-F238E27FC236}">
                  <a16:creationId xmlns:a16="http://schemas.microsoft.com/office/drawing/2014/main" id="{A419BDB6-1CF6-C6E1-8407-F0580C9B1BE0}"/>
                </a:ext>
              </a:extLst>
            </p:cNvPr>
            <p:cNvSpPr>
              <a:spLocks noGrp="1"/>
            </p:cNvSpPr>
            <p:nvPr/>
          </p:nvSpPr>
          <p:spPr>
            <a:xfrm>
              <a:off x="1008173" y="4471034"/>
              <a:ext cx="40003" cy="21414"/>
            </a:xfrm>
            <a:custGeom>
              <a:avLst/>
              <a:gdLst/>
              <a:ahLst/>
              <a:cxnLst/>
              <a:rect l="0" t="0" r="0" b="0"/>
              <a:pathLst>
                <a:path w="40003" h="21414">
                  <a:moveTo>
                    <a:pt x="40003" y="0"/>
                  </a:moveTo>
                  <a:lnTo>
                    <a:pt x="0" y="21414"/>
                  </a:lnTo>
                </a:path>
              </a:pathLst>
            </a:custGeom>
            <a:noFill/>
            <a:ln w="8096">
              <a:solidFill>
                <a:srgbClr val="95A6B1"/>
              </a:solidFill>
            </a:ln>
          </p:spPr>
        </p:sp>
        <p:sp>
          <p:nvSpPr>
            <p:cNvPr id="1464" name="Input_receptor__1463">
              <a:extLst>
                <a:ext uri="{FF2B5EF4-FFF2-40B4-BE49-F238E27FC236}">
                  <a16:creationId xmlns:a16="http://schemas.microsoft.com/office/drawing/2014/main" id="{9B4AC354-03CE-CD8D-9767-6C2A45A999C5}"/>
                </a:ext>
              </a:extLst>
            </p:cNvPr>
            <p:cNvSpPr>
              <a:spLocks noGrp="1"/>
            </p:cNvSpPr>
            <p:nvPr/>
          </p:nvSpPr>
          <p:spPr>
            <a:xfrm>
              <a:off x="968812" y="5011313"/>
              <a:ext cx="24784" cy="24900"/>
            </a:xfrm>
            <a:custGeom>
              <a:avLst/>
              <a:gdLst/>
              <a:ahLst/>
              <a:cxnLst/>
              <a:rect l="0" t="0" r="0" b="0"/>
              <a:pathLst>
                <a:path w="24784" h="24900">
                  <a:moveTo>
                    <a:pt x="24784" y="0"/>
                  </a:moveTo>
                  <a:lnTo>
                    <a:pt x="0" y="24900"/>
                  </a:lnTo>
                </a:path>
              </a:pathLst>
            </a:custGeom>
            <a:noFill/>
            <a:ln w="8096">
              <a:solidFill>
                <a:srgbClr val="95A6B1"/>
              </a:solidFill>
            </a:ln>
          </p:spPr>
        </p:sp>
        <p:sp>
          <p:nvSpPr>
            <p:cNvPr id="1465" name="Input_receptor__1464">
              <a:extLst>
                <a:ext uri="{FF2B5EF4-FFF2-40B4-BE49-F238E27FC236}">
                  <a16:creationId xmlns:a16="http://schemas.microsoft.com/office/drawing/2014/main" id="{82386EDA-DE48-77D2-492B-1584EC277943}"/>
                </a:ext>
              </a:extLst>
            </p:cNvPr>
            <p:cNvSpPr>
              <a:spLocks noGrp="1"/>
            </p:cNvSpPr>
            <p:nvPr/>
          </p:nvSpPr>
          <p:spPr>
            <a:xfrm>
              <a:off x="908279" y="4446710"/>
              <a:ext cx="2123" cy="30082"/>
            </a:xfrm>
            <a:custGeom>
              <a:avLst/>
              <a:gdLst/>
              <a:ahLst/>
              <a:cxnLst/>
              <a:rect l="0" t="0" r="0" b="0"/>
              <a:pathLst>
                <a:path w="2123" h="30082">
                  <a:moveTo>
                    <a:pt x="2123" y="30082"/>
                  </a:moveTo>
                  <a:lnTo>
                    <a:pt x="0" y="0"/>
                  </a:lnTo>
                </a:path>
              </a:pathLst>
            </a:custGeom>
            <a:noFill/>
            <a:ln w="8096">
              <a:solidFill>
                <a:srgbClr val="95A6B1"/>
              </a:solidFill>
            </a:ln>
          </p:spPr>
        </p:sp>
        <p:sp>
          <p:nvSpPr>
            <p:cNvPr id="1466" name="Input_receptor__1465">
              <a:extLst>
                <a:ext uri="{FF2B5EF4-FFF2-40B4-BE49-F238E27FC236}">
                  <a16:creationId xmlns:a16="http://schemas.microsoft.com/office/drawing/2014/main" id="{A1C2DB68-B6C5-606E-88CB-A416A619F32E}"/>
                </a:ext>
              </a:extLst>
            </p:cNvPr>
            <p:cNvSpPr>
              <a:spLocks noGrp="1"/>
            </p:cNvSpPr>
            <p:nvPr/>
          </p:nvSpPr>
          <p:spPr>
            <a:xfrm>
              <a:off x="1586291" y="4802477"/>
              <a:ext cx="11989" cy="44333"/>
            </a:xfrm>
            <a:custGeom>
              <a:avLst/>
              <a:gdLst/>
              <a:ahLst/>
              <a:cxnLst/>
              <a:rect l="0" t="0" r="0" b="0"/>
              <a:pathLst>
                <a:path w="11989" h="44333">
                  <a:moveTo>
                    <a:pt x="11989" y="44333"/>
                  </a:moveTo>
                  <a:lnTo>
                    <a:pt x="0" y="0"/>
                  </a:lnTo>
                </a:path>
              </a:pathLst>
            </a:custGeom>
            <a:noFill/>
            <a:ln w="20003">
              <a:solidFill>
                <a:srgbClr val="95A6B2"/>
              </a:solidFill>
            </a:ln>
          </p:spPr>
        </p:sp>
        <p:sp>
          <p:nvSpPr>
            <p:cNvPr id="1467" name="Input_receptor__1466">
              <a:extLst>
                <a:ext uri="{FF2B5EF4-FFF2-40B4-BE49-F238E27FC236}">
                  <a16:creationId xmlns:a16="http://schemas.microsoft.com/office/drawing/2014/main" id="{48B0E92E-932D-B3FD-8461-BA88523EE85C}"/>
                </a:ext>
              </a:extLst>
            </p:cNvPr>
            <p:cNvSpPr>
              <a:spLocks noGrp="1"/>
            </p:cNvSpPr>
            <p:nvPr/>
          </p:nvSpPr>
          <p:spPr>
            <a:xfrm>
              <a:off x="1214268" y="4829149"/>
              <a:ext cx="7134" cy="42987"/>
            </a:xfrm>
            <a:custGeom>
              <a:avLst/>
              <a:gdLst/>
              <a:ahLst/>
              <a:cxnLst/>
              <a:rect l="0" t="0" r="0" b="0"/>
              <a:pathLst>
                <a:path w="7134" h="42987">
                  <a:moveTo>
                    <a:pt x="0" y="42987"/>
                  </a:moveTo>
                  <a:lnTo>
                    <a:pt x="7134" y="0"/>
                  </a:lnTo>
                </a:path>
              </a:pathLst>
            </a:custGeom>
            <a:noFill/>
            <a:ln w="20003">
              <a:solidFill>
                <a:srgbClr val="96A6B2"/>
              </a:solidFill>
            </a:ln>
          </p:spPr>
        </p:sp>
        <p:sp>
          <p:nvSpPr>
            <p:cNvPr id="1468" name="Input_receptor__1467">
              <a:extLst>
                <a:ext uri="{FF2B5EF4-FFF2-40B4-BE49-F238E27FC236}">
                  <a16:creationId xmlns:a16="http://schemas.microsoft.com/office/drawing/2014/main" id="{EB14F11B-7FFE-F51B-1DDC-64E174EE953A}"/>
                </a:ext>
              </a:extLst>
            </p:cNvPr>
            <p:cNvSpPr>
              <a:spLocks noGrp="1"/>
            </p:cNvSpPr>
            <p:nvPr/>
          </p:nvSpPr>
          <p:spPr>
            <a:xfrm>
              <a:off x="692447" y="4451797"/>
              <a:ext cx="26162" cy="35599"/>
            </a:xfrm>
            <a:custGeom>
              <a:avLst/>
              <a:gdLst/>
              <a:ahLst/>
              <a:cxnLst/>
              <a:rect l="0" t="0" r="0" b="0"/>
              <a:pathLst>
                <a:path w="26162" h="35599">
                  <a:moveTo>
                    <a:pt x="0" y="35599"/>
                  </a:moveTo>
                  <a:lnTo>
                    <a:pt x="26162" y="0"/>
                  </a:lnTo>
                </a:path>
              </a:pathLst>
            </a:custGeom>
            <a:noFill/>
            <a:ln w="20003">
              <a:solidFill>
                <a:srgbClr val="96A6B2"/>
              </a:solidFill>
            </a:ln>
          </p:spPr>
        </p:sp>
        <p:sp>
          <p:nvSpPr>
            <p:cNvPr id="1469" name="Input_receptor__1468">
              <a:extLst>
                <a:ext uri="{FF2B5EF4-FFF2-40B4-BE49-F238E27FC236}">
                  <a16:creationId xmlns:a16="http://schemas.microsoft.com/office/drawing/2014/main" id="{843E5E3A-BFE1-3240-2DE3-9AEE8F5F1E69}"/>
                </a:ext>
              </a:extLst>
            </p:cNvPr>
            <p:cNvSpPr>
              <a:spLocks noGrp="1"/>
            </p:cNvSpPr>
            <p:nvPr/>
          </p:nvSpPr>
          <p:spPr>
            <a:xfrm>
              <a:off x="863602" y="4923139"/>
              <a:ext cx="39054" cy="11538"/>
            </a:xfrm>
            <a:custGeom>
              <a:avLst/>
              <a:gdLst/>
              <a:ahLst/>
              <a:cxnLst/>
              <a:rect l="0" t="0" r="0" b="0"/>
              <a:pathLst>
                <a:path w="39054" h="11538">
                  <a:moveTo>
                    <a:pt x="39054" y="0"/>
                  </a:moveTo>
                  <a:lnTo>
                    <a:pt x="0" y="11538"/>
                  </a:lnTo>
                </a:path>
              </a:pathLst>
            </a:custGeom>
            <a:noFill/>
            <a:ln w="20003">
              <a:solidFill>
                <a:srgbClr val="96A6B2"/>
              </a:solidFill>
            </a:ln>
          </p:spPr>
        </p:sp>
        <p:sp>
          <p:nvSpPr>
            <p:cNvPr id="1470" name="Input_receptor__1469">
              <a:extLst>
                <a:ext uri="{FF2B5EF4-FFF2-40B4-BE49-F238E27FC236}">
                  <a16:creationId xmlns:a16="http://schemas.microsoft.com/office/drawing/2014/main" id="{C2613B17-3398-A116-BD1C-4A3728EAB08E}"/>
                </a:ext>
              </a:extLst>
            </p:cNvPr>
            <p:cNvSpPr>
              <a:spLocks noGrp="1"/>
            </p:cNvSpPr>
            <p:nvPr/>
          </p:nvSpPr>
          <p:spPr>
            <a:xfrm>
              <a:off x="1086411" y="4857191"/>
              <a:ext cx="20267" cy="1725"/>
            </a:xfrm>
            <a:custGeom>
              <a:avLst/>
              <a:gdLst/>
              <a:ahLst/>
              <a:cxnLst/>
              <a:rect l="0" t="0" r="0" b="0"/>
              <a:pathLst>
                <a:path w="20267" h="1725">
                  <a:moveTo>
                    <a:pt x="0" y="1725"/>
                  </a:moveTo>
                  <a:lnTo>
                    <a:pt x="20267" y="0"/>
                  </a:lnTo>
                </a:path>
              </a:pathLst>
            </a:custGeom>
            <a:noFill/>
            <a:ln w="20003">
              <a:solidFill>
                <a:srgbClr val="96A6B2"/>
              </a:solidFill>
            </a:ln>
          </p:spPr>
        </p:sp>
        <p:sp>
          <p:nvSpPr>
            <p:cNvPr id="1471" name="Input_receptor__1470">
              <a:extLst>
                <a:ext uri="{FF2B5EF4-FFF2-40B4-BE49-F238E27FC236}">
                  <a16:creationId xmlns:a16="http://schemas.microsoft.com/office/drawing/2014/main" id="{F74C6541-AD44-9F10-B9D5-392E4448F219}"/>
                </a:ext>
              </a:extLst>
            </p:cNvPr>
            <p:cNvSpPr>
              <a:spLocks noGrp="1"/>
            </p:cNvSpPr>
            <p:nvPr/>
          </p:nvSpPr>
          <p:spPr>
            <a:xfrm>
              <a:off x="655891" y="4688848"/>
              <a:ext cx="9889" cy="41688"/>
            </a:xfrm>
            <a:custGeom>
              <a:avLst/>
              <a:gdLst/>
              <a:ahLst/>
              <a:cxnLst/>
              <a:rect l="0" t="0" r="0" b="0"/>
              <a:pathLst>
                <a:path w="9889" h="41688">
                  <a:moveTo>
                    <a:pt x="9889" y="41688"/>
                  </a:moveTo>
                  <a:lnTo>
                    <a:pt x="0" y="0"/>
                  </a:lnTo>
                </a:path>
              </a:pathLst>
            </a:custGeom>
            <a:noFill/>
            <a:ln w="8096">
              <a:solidFill>
                <a:srgbClr val="96A6B2"/>
              </a:solidFill>
            </a:ln>
          </p:spPr>
        </p:sp>
        <p:sp>
          <p:nvSpPr>
            <p:cNvPr id="1472" name="Input_receptor__1471">
              <a:extLst>
                <a:ext uri="{FF2B5EF4-FFF2-40B4-BE49-F238E27FC236}">
                  <a16:creationId xmlns:a16="http://schemas.microsoft.com/office/drawing/2014/main" id="{C4C0C221-4C05-703A-B202-EC6702DCCB12}"/>
                </a:ext>
              </a:extLst>
            </p:cNvPr>
            <p:cNvSpPr>
              <a:spLocks noGrp="1"/>
            </p:cNvSpPr>
            <p:nvPr/>
          </p:nvSpPr>
          <p:spPr>
            <a:xfrm>
              <a:off x="906845" y="4836935"/>
              <a:ext cx="4486" cy="9847"/>
            </a:xfrm>
            <a:custGeom>
              <a:avLst/>
              <a:gdLst/>
              <a:ahLst/>
              <a:cxnLst/>
              <a:rect l="0" t="0" r="0" b="0"/>
              <a:pathLst>
                <a:path w="4486" h="9847">
                  <a:moveTo>
                    <a:pt x="4486" y="9847"/>
                  </a:moveTo>
                  <a:lnTo>
                    <a:pt x="0" y="0"/>
                  </a:lnTo>
                </a:path>
              </a:pathLst>
            </a:custGeom>
            <a:noFill/>
            <a:ln w="8096">
              <a:solidFill>
                <a:srgbClr val="96A6B2"/>
              </a:solidFill>
            </a:ln>
          </p:spPr>
        </p:sp>
        <p:sp>
          <p:nvSpPr>
            <p:cNvPr id="1473" name="Input_receptor__1472">
              <a:extLst>
                <a:ext uri="{FF2B5EF4-FFF2-40B4-BE49-F238E27FC236}">
                  <a16:creationId xmlns:a16="http://schemas.microsoft.com/office/drawing/2014/main" id="{8B05FE49-68FC-5F15-3FE4-933F389174AE}"/>
                </a:ext>
              </a:extLst>
            </p:cNvPr>
            <p:cNvSpPr>
              <a:spLocks noGrp="1"/>
            </p:cNvSpPr>
            <p:nvPr/>
          </p:nvSpPr>
          <p:spPr>
            <a:xfrm>
              <a:off x="673378" y="4586394"/>
              <a:ext cx="5635" cy="46831"/>
            </a:xfrm>
            <a:custGeom>
              <a:avLst/>
              <a:gdLst/>
              <a:ahLst/>
              <a:cxnLst/>
              <a:rect l="0" t="0" r="0" b="0"/>
              <a:pathLst>
                <a:path w="5635" h="46831">
                  <a:moveTo>
                    <a:pt x="5635" y="46831"/>
                  </a:moveTo>
                  <a:lnTo>
                    <a:pt x="0" y="0"/>
                  </a:lnTo>
                </a:path>
              </a:pathLst>
            </a:custGeom>
            <a:noFill/>
            <a:ln w="20003">
              <a:solidFill>
                <a:srgbClr val="96A6B2"/>
              </a:solidFill>
            </a:ln>
          </p:spPr>
        </p:sp>
        <p:sp>
          <p:nvSpPr>
            <p:cNvPr id="1474" name="Input_receptor__1473">
              <a:extLst>
                <a:ext uri="{FF2B5EF4-FFF2-40B4-BE49-F238E27FC236}">
                  <a16:creationId xmlns:a16="http://schemas.microsoft.com/office/drawing/2014/main" id="{60E22179-6D15-5B14-7AF2-AD45F930A72C}"/>
                </a:ext>
              </a:extLst>
            </p:cNvPr>
            <p:cNvSpPr>
              <a:spLocks noGrp="1"/>
            </p:cNvSpPr>
            <p:nvPr/>
          </p:nvSpPr>
          <p:spPr>
            <a:xfrm>
              <a:off x="989497" y="4771959"/>
              <a:ext cx="9945" cy="24101"/>
            </a:xfrm>
            <a:custGeom>
              <a:avLst/>
              <a:gdLst/>
              <a:ahLst/>
              <a:cxnLst/>
              <a:rect l="0" t="0" r="0" b="0"/>
              <a:pathLst>
                <a:path w="9945" h="24101">
                  <a:moveTo>
                    <a:pt x="0" y="0"/>
                  </a:moveTo>
                  <a:lnTo>
                    <a:pt x="9945" y="24101"/>
                  </a:lnTo>
                </a:path>
              </a:pathLst>
            </a:custGeom>
            <a:noFill/>
            <a:ln w="8096">
              <a:solidFill>
                <a:srgbClr val="96A6B2"/>
              </a:solidFill>
            </a:ln>
          </p:spPr>
        </p:sp>
        <p:sp>
          <p:nvSpPr>
            <p:cNvPr id="1475" name="Input_receptor__1474">
              <a:extLst>
                <a:ext uri="{FF2B5EF4-FFF2-40B4-BE49-F238E27FC236}">
                  <a16:creationId xmlns:a16="http://schemas.microsoft.com/office/drawing/2014/main" id="{7849789B-7C89-241F-3DED-B404F70B7DFE}"/>
                </a:ext>
              </a:extLst>
            </p:cNvPr>
            <p:cNvSpPr>
              <a:spLocks noGrp="1"/>
            </p:cNvSpPr>
            <p:nvPr/>
          </p:nvSpPr>
          <p:spPr>
            <a:xfrm>
              <a:off x="1048176" y="4441365"/>
              <a:ext cx="24206" cy="29670"/>
            </a:xfrm>
            <a:custGeom>
              <a:avLst/>
              <a:gdLst/>
              <a:ahLst/>
              <a:cxnLst/>
              <a:rect l="0" t="0" r="0" b="0"/>
              <a:pathLst>
                <a:path w="24206" h="29670">
                  <a:moveTo>
                    <a:pt x="24206" y="0"/>
                  </a:moveTo>
                  <a:lnTo>
                    <a:pt x="0" y="29670"/>
                  </a:lnTo>
                </a:path>
              </a:pathLst>
            </a:custGeom>
            <a:noFill/>
            <a:ln w="20003">
              <a:solidFill>
                <a:srgbClr val="96A6B2"/>
              </a:solidFill>
            </a:ln>
          </p:spPr>
        </p:sp>
        <p:sp>
          <p:nvSpPr>
            <p:cNvPr id="1476" name="Input_receptor__1475">
              <a:extLst>
                <a:ext uri="{FF2B5EF4-FFF2-40B4-BE49-F238E27FC236}">
                  <a16:creationId xmlns:a16="http://schemas.microsoft.com/office/drawing/2014/main" id="{DD14109A-07EB-1BE9-9B74-64E30C706C91}"/>
                </a:ext>
              </a:extLst>
            </p:cNvPr>
            <p:cNvSpPr>
              <a:spLocks noGrp="1"/>
            </p:cNvSpPr>
            <p:nvPr/>
          </p:nvSpPr>
          <p:spPr>
            <a:xfrm>
              <a:off x="946871" y="4523721"/>
              <a:ext cx="18196" cy="44476"/>
            </a:xfrm>
            <a:custGeom>
              <a:avLst/>
              <a:gdLst/>
              <a:ahLst/>
              <a:cxnLst/>
              <a:rect l="0" t="0" r="0" b="0"/>
              <a:pathLst>
                <a:path w="18196" h="44476">
                  <a:moveTo>
                    <a:pt x="0" y="0"/>
                  </a:moveTo>
                  <a:lnTo>
                    <a:pt x="18196" y="44476"/>
                  </a:lnTo>
                </a:path>
              </a:pathLst>
            </a:custGeom>
            <a:noFill/>
            <a:ln w="20003">
              <a:solidFill>
                <a:srgbClr val="96A6B2"/>
              </a:solidFill>
            </a:ln>
          </p:spPr>
        </p:sp>
        <p:sp>
          <p:nvSpPr>
            <p:cNvPr id="1477" name="Input_receptor__1476">
              <a:extLst>
                <a:ext uri="{FF2B5EF4-FFF2-40B4-BE49-F238E27FC236}">
                  <a16:creationId xmlns:a16="http://schemas.microsoft.com/office/drawing/2014/main" id="{F41A8C2B-0605-9816-BD5F-77CA0784C3EB}"/>
                </a:ext>
              </a:extLst>
            </p:cNvPr>
            <p:cNvSpPr>
              <a:spLocks noGrp="1"/>
            </p:cNvSpPr>
            <p:nvPr/>
          </p:nvSpPr>
          <p:spPr>
            <a:xfrm>
              <a:off x="846566" y="4934678"/>
              <a:ext cx="17037" cy="29256"/>
            </a:xfrm>
            <a:custGeom>
              <a:avLst/>
              <a:gdLst/>
              <a:ahLst/>
              <a:cxnLst/>
              <a:rect l="0" t="0" r="0" b="0"/>
              <a:pathLst>
                <a:path w="17037" h="29256">
                  <a:moveTo>
                    <a:pt x="17037" y="0"/>
                  </a:moveTo>
                  <a:lnTo>
                    <a:pt x="0" y="29256"/>
                  </a:lnTo>
                </a:path>
              </a:pathLst>
            </a:custGeom>
            <a:noFill/>
            <a:ln w="8096">
              <a:solidFill>
                <a:srgbClr val="96A6B2"/>
              </a:solidFill>
            </a:ln>
          </p:spPr>
        </p:sp>
        <p:sp>
          <p:nvSpPr>
            <p:cNvPr id="1478" name="Input_receptor__1477">
              <a:extLst>
                <a:ext uri="{FF2B5EF4-FFF2-40B4-BE49-F238E27FC236}">
                  <a16:creationId xmlns:a16="http://schemas.microsoft.com/office/drawing/2014/main" id="{8F4722B1-AADB-ABCA-7A1F-1C1E00659F00}"/>
                </a:ext>
              </a:extLst>
            </p:cNvPr>
            <p:cNvSpPr>
              <a:spLocks noGrp="1"/>
            </p:cNvSpPr>
            <p:nvPr/>
          </p:nvSpPr>
          <p:spPr>
            <a:xfrm>
              <a:off x="1542083" y="4179570"/>
              <a:ext cx="27511" cy="28565"/>
            </a:xfrm>
            <a:custGeom>
              <a:avLst/>
              <a:gdLst/>
              <a:ahLst/>
              <a:cxnLst/>
              <a:rect l="0" t="0" r="0" b="0"/>
              <a:pathLst>
                <a:path w="27511" h="28565">
                  <a:moveTo>
                    <a:pt x="27511" y="0"/>
                  </a:moveTo>
                  <a:lnTo>
                    <a:pt x="0" y="28565"/>
                  </a:lnTo>
                </a:path>
              </a:pathLst>
            </a:custGeom>
            <a:noFill/>
            <a:ln w="20003">
              <a:solidFill>
                <a:srgbClr val="96A6B2"/>
              </a:solidFill>
            </a:ln>
          </p:spPr>
        </p:sp>
        <p:sp>
          <p:nvSpPr>
            <p:cNvPr id="1479" name="Input_receptor__1478">
              <a:extLst>
                <a:ext uri="{FF2B5EF4-FFF2-40B4-BE49-F238E27FC236}">
                  <a16:creationId xmlns:a16="http://schemas.microsoft.com/office/drawing/2014/main" id="{D0CFFB0D-7476-1489-C2D6-0F1F14A36BE7}"/>
                </a:ext>
              </a:extLst>
            </p:cNvPr>
            <p:cNvSpPr>
              <a:spLocks noGrp="1"/>
            </p:cNvSpPr>
            <p:nvPr/>
          </p:nvSpPr>
          <p:spPr>
            <a:xfrm>
              <a:off x="1197278" y="4598860"/>
              <a:ext cx="20925" cy="42519"/>
            </a:xfrm>
            <a:custGeom>
              <a:avLst/>
              <a:gdLst/>
              <a:ahLst/>
              <a:cxnLst/>
              <a:rect l="0" t="0" r="0" b="0"/>
              <a:pathLst>
                <a:path w="20925" h="42519">
                  <a:moveTo>
                    <a:pt x="0" y="42519"/>
                  </a:moveTo>
                  <a:lnTo>
                    <a:pt x="20925" y="0"/>
                  </a:lnTo>
                </a:path>
              </a:pathLst>
            </a:custGeom>
            <a:noFill/>
            <a:ln w="20003">
              <a:solidFill>
                <a:srgbClr val="96A7B2"/>
              </a:solidFill>
            </a:ln>
          </p:spPr>
        </p:sp>
        <p:sp>
          <p:nvSpPr>
            <p:cNvPr id="1480" name="Input_receptor__1479">
              <a:extLst>
                <a:ext uri="{FF2B5EF4-FFF2-40B4-BE49-F238E27FC236}">
                  <a16:creationId xmlns:a16="http://schemas.microsoft.com/office/drawing/2014/main" id="{0ADF1363-64DF-AAD0-EB1E-1FA8A26D84B3}"/>
                </a:ext>
              </a:extLst>
            </p:cNvPr>
            <p:cNvSpPr>
              <a:spLocks noGrp="1"/>
            </p:cNvSpPr>
            <p:nvPr/>
          </p:nvSpPr>
          <p:spPr>
            <a:xfrm>
              <a:off x="1482732" y="4630869"/>
              <a:ext cx="2373" cy="21138"/>
            </a:xfrm>
            <a:custGeom>
              <a:avLst/>
              <a:gdLst/>
              <a:ahLst/>
              <a:cxnLst/>
              <a:rect l="0" t="0" r="0" b="0"/>
              <a:pathLst>
                <a:path w="2373" h="21138">
                  <a:moveTo>
                    <a:pt x="2373" y="0"/>
                  </a:moveTo>
                  <a:lnTo>
                    <a:pt x="0" y="21138"/>
                  </a:lnTo>
                </a:path>
              </a:pathLst>
            </a:custGeom>
            <a:noFill/>
            <a:ln w="20003">
              <a:solidFill>
                <a:srgbClr val="96A7B2"/>
              </a:solidFill>
            </a:ln>
          </p:spPr>
        </p:sp>
        <p:sp>
          <p:nvSpPr>
            <p:cNvPr id="1481" name="Input_receptor__1480">
              <a:extLst>
                <a:ext uri="{FF2B5EF4-FFF2-40B4-BE49-F238E27FC236}">
                  <a16:creationId xmlns:a16="http://schemas.microsoft.com/office/drawing/2014/main" id="{1A574567-2D67-1247-F1B1-3B5F72CB6CF6}"/>
                </a:ext>
              </a:extLst>
            </p:cNvPr>
            <p:cNvSpPr>
              <a:spLocks noGrp="1"/>
            </p:cNvSpPr>
            <p:nvPr/>
          </p:nvSpPr>
          <p:spPr>
            <a:xfrm>
              <a:off x="1176797" y="4294439"/>
              <a:ext cx="34824" cy="29480"/>
            </a:xfrm>
            <a:custGeom>
              <a:avLst/>
              <a:gdLst/>
              <a:ahLst/>
              <a:cxnLst/>
              <a:rect l="0" t="0" r="0" b="0"/>
              <a:pathLst>
                <a:path w="34824" h="29480">
                  <a:moveTo>
                    <a:pt x="0" y="29480"/>
                  </a:moveTo>
                  <a:lnTo>
                    <a:pt x="34824" y="0"/>
                  </a:lnTo>
                </a:path>
              </a:pathLst>
            </a:custGeom>
            <a:noFill/>
            <a:ln w="8096">
              <a:solidFill>
                <a:srgbClr val="96A7B2"/>
              </a:solidFill>
            </a:ln>
          </p:spPr>
        </p:sp>
        <p:sp>
          <p:nvSpPr>
            <p:cNvPr id="1482" name="Input_receptor__1481">
              <a:extLst>
                <a:ext uri="{FF2B5EF4-FFF2-40B4-BE49-F238E27FC236}">
                  <a16:creationId xmlns:a16="http://schemas.microsoft.com/office/drawing/2014/main" id="{7920CB1B-99B2-B977-77AE-BC3C980129D0}"/>
                </a:ext>
              </a:extLst>
            </p:cNvPr>
            <p:cNvSpPr>
              <a:spLocks noGrp="1"/>
            </p:cNvSpPr>
            <p:nvPr/>
          </p:nvSpPr>
          <p:spPr>
            <a:xfrm>
              <a:off x="1149226" y="4255977"/>
              <a:ext cx="2807" cy="21452"/>
            </a:xfrm>
            <a:custGeom>
              <a:avLst/>
              <a:gdLst/>
              <a:ahLst/>
              <a:cxnLst/>
              <a:rect l="0" t="0" r="0" b="0"/>
              <a:pathLst>
                <a:path w="2807" h="21452">
                  <a:moveTo>
                    <a:pt x="0" y="0"/>
                  </a:moveTo>
                  <a:lnTo>
                    <a:pt x="2807" y="21452"/>
                  </a:lnTo>
                </a:path>
              </a:pathLst>
            </a:custGeom>
            <a:noFill/>
            <a:ln w="8096">
              <a:solidFill>
                <a:srgbClr val="96A7B2"/>
              </a:solidFill>
            </a:ln>
          </p:spPr>
        </p:sp>
        <p:sp>
          <p:nvSpPr>
            <p:cNvPr id="1483" name="Input_receptor__1482">
              <a:extLst>
                <a:ext uri="{FF2B5EF4-FFF2-40B4-BE49-F238E27FC236}">
                  <a16:creationId xmlns:a16="http://schemas.microsoft.com/office/drawing/2014/main" id="{049943CF-CB36-C94A-8C45-BFAAE1BAEBAC}"/>
                </a:ext>
              </a:extLst>
            </p:cNvPr>
            <p:cNvSpPr>
              <a:spLocks noGrp="1"/>
            </p:cNvSpPr>
            <p:nvPr/>
          </p:nvSpPr>
          <p:spPr>
            <a:xfrm>
              <a:off x="1288012" y="4580136"/>
              <a:ext cx="46554" cy="5818"/>
            </a:xfrm>
            <a:custGeom>
              <a:avLst/>
              <a:gdLst/>
              <a:ahLst/>
              <a:cxnLst/>
              <a:rect l="0" t="0" r="0" b="0"/>
              <a:pathLst>
                <a:path w="46554" h="5818">
                  <a:moveTo>
                    <a:pt x="0" y="0"/>
                  </a:moveTo>
                  <a:lnTo>
                    <a:pt x="46554" y="5818"/>
                  </a:lnTo>
                </a:path>
              </a:pathLst>
            </a:custGeom>
            <a:noFill/>
            <a:ln w="8096">
              <a:solidFill>
                <a:srgbClr val="96A7B2"/>
              </a:solidFill>
            </a:ln>
          </p:spPr>
        </p:sp>
        <p:sp>
          <p:nvSpPr>
            <p:cNvPr id="1484" name="Input_receptor__1483">
              <a:extLst>
                <a:ext uri="{FF2B5EF4-FFF2-40B4-BE49-F238E27FC236}">
                  <a16:creationId xmlns:a16="http://schemas.microsoft.com/office/drawing/2014/main" id="{3B19170E-EC1D-FE1A-52ED-02F42F902CAC}"/>
                </a:ext>
              </a:extLst>
            </p:cNvPr>
            <p:cNvSpPr>
              <a:spLocks noGrp="1"/>
            </p:cNvSpPr>
            <p:nvPr/>
          </p:nvSpPr>
          <p:spPr>
            <a:xfrm>
              <a:off x="1146021" y="4441628"/>
              <a:ext cx="27090" cy="39347"/>
            </a:xfrm>
            <a:custGeom>
              <a:avLst/>
              <a:gdLst/>
              <a:ahLst/>
              <a:cxnLst/>
              <a:rect l="0" t="0" r="0" b="0"/>
              <a:pathLst>
                <a:path w="27090" h="39347">
                  <a:moveTo>
                    <a:pt x="27090" y="39347"/>
                  </a:moveTo>
                  <a:lnTo>
                    <a:pt x="0" y="0"/>
                  </a:lnTo>
                </a:path>
              </a:pathLst>
            </a:custGeom>
            <a:noFill/>
            <a:ln w="20003">
              <a:solidFill>
                <a:srgbClr val="96A7B2"/>
              </a:solidFill>
            </a:ln>
          </p:spPr>
        </p:sp>
        <p:sp>
          <p:nvSpPr>
            <p:cNvPr id="1485" name="Input_receptor__1484">
              <a:extLst>
                <a:ext uri="{FF2B5EF4-FFF2-40B4-BE49-F238E27FC236}">
                  <a16:creationId xmlns:a16="http://schemas.microsoft.com/office/drawing/2014/main" id="{741E4D77-3066-E21F-1958-E27ADCCC5C8D}"/>
                </a:ext>
              </a:extLst>
            </p:cNvPr>
            <p:cNvSpPr>
              <a:spLocks noGrp="1"/>
            </p:cNvSpPr>
            <p:nvPr/>
          </p:nvSpPr>
          <p:spPr>
            <a:xfrm>
              <a:off x="1059306" y="4716652"/>
              <a:ext cx="33778" cy="33680"/>
            </a:xfrm>
            <a:custGeom>
              <a:avLst/>
              <a:gdLst/>
              <a:ahLst/>
              <a:cxnLst/>
              <a:rect l="0" t="0" r="0" b="0"/>
              <a:pathLst>
                <a:path w="33778" h="33680">
                  <a:moveTo>
                    <a:pt x="0" y="0"/>
                  </a:moveTo>
                  <a:lnTo>
                    <a:pt x="33778" y="33680"/>
                  </a:lnTo>
                </a:path>
              </a:pathLst>
            </a:custGeom>
            <a:noFill/>
            <a:ln w="20003">
              <a:solidFill>
                <a:srgbClr val="96A7B2"/>
              </a:solidFill>
            </a:ln>
          </p:spPr>
        </p:sp>
        <p:sp>
          <p:nvSpPr>
            <p:cNvPr id="1486" name="Input_receptor__1485">
              <a:extLst>
                <a:ext uri="{FF2B5EF4-FFF2-40B4-BE49-F238E27FC236}">
                  <a16:creationId xmlns:a16="http://schemas.microsoft.com/office/drawing/2014/main" id="{5C43E121-2506-AC20-0BC8-C4046C677F3E}"/>
                </a:ext>
              </a:extLst>
            </p:cNvPr>
            <p:cNvSpPr>
              <a:spLocks noGrp="1"/>
            </p:cNvSpPr>
            <p:nvPr/>
          </p:nvSpPr>
          <p:spPr>
            <a:xfrm>
              <a:off x="1569594" y="4147983"/>
              <a:ext cx="28444" cy="31586"/>
            </a:xfrm>
            <a:custGeom>
              <a:avLst/>
              <a:gdLst/>
              <a:ahLst/>
              <a:cxnLst/>
              <a:rect l="0" t="0" r="0" b="0"/>
              <a:pathLst>
                <a:path w="28444" h="31586">
                  <a:moveTo>
                    <a:pt x="28444" y="0"/>
                  </a:moveTo>
                  <a:lnTo>
                    <a:pt x="0" y="31586"/>
                  </a:lnTo>
                </a:path>
              </a:pathLst>
            </a:custGeom>
            <a:noFill/>
            <a:ln w="8096">
              <a:solidFill>
                <a:srgbClr val="96A7B2"/>
              </a:solidFill>
            </a:ln>
          </p:spPr>
        </p:sp>
        <p:sp>
          <p:nvSpPr>
            <p:cNvPr id="1487" name="Input_receptor__1486">
              <a:extLst>
                <a:ext uri="{FF2B5EF4-FFF2-40B4-BE49-F238E27FC236}">
                  <a16:creationId xmlns:a16="http://schemas.microsoft.com/office/drawing/2014/main" id="{4FC6796E-E207-3E9A-5FBA-B808726DC116}"/>
                </a:ext>
              </a:extLst>
            </p:cNvPr>
            <p:cNvSpPr>
              <a:spLocks noGrp="1"/>
            </p:cNvSpPr>
            <p:nvPr/>
          </p:nvSpPr>
          <p:spPr>
            <a:xfrm>
              <a:off x="995827" y="4884654"/>
              <a:ext cx="7984" cy="33082"/>
            </a:xfrm>
            <a:custGeom>
              <a:avLst/>
              <a:gdLst/>
              <a:ahLst/>
              <a:cxnLst/>
              <a:rect l="0" t="0" r="0" b="0"/>
              <a:pathLst>
                <a:path w="7984" h="33082">
                  <a:moveTo>
                    <a:pt x="7984" y="33082"/>
                  </a:moveTo>
                  <a:lnTo>
                    <a:pt x="0" y="0"/>
                  </a:lnTo>
                </a:path>
              </a:pathLst>
            </a:custGeom>
            <a:noFill/>
            <a:ln w="8096">
              <a:solidFill>
                <a:srgbClr val="96A7B2"/>
              </a:solidFill>
            </a:ln>
          </p:spPr>
        </p:sp>
        <p:sp>
          <p:nvSpPr>
            <p:cNvPr id="1488" name="Input_receptor__1487">
              <a:extLst>
                <a:ext uri="{FF2B5EF4-FFF2-40B4-BE49-F238E27FC236}">
                  <a16:creationId xmlns:a16="http://schemas.microsoft.com/office/drawing/2014/main" id="{E8D17D2D-EE82-AAD7-D158-48940406689D}"/>
                </a:ext>
              </a:extLst>
            </p:cNvPr>
            <p:cNvSpPr>
              <a:spLocks noGrp="1"/>
            </p:cNvSpPr>
            <p:nvPr/>
          </p:nvSpPr>
          <p:spPr>
            <a:xfrm>
              <a:off x="1037300" y="4301858"/>
              <a:ext cx="36390" cy="20506"/>
            </a:xfrm>
            <a:custGeom>
              <a:avLst/>
              <a:gdLst/>
              <a:ahLst/>
              <a:cxnLst/>
              <a:rect l="0" t="0" r="0" b="0"/>
              <a:pathLst>
                <a:path w="36390" h="20506">
                  <a:moveTo>
                    <a:pt x="36390" y="20506"/>
                  </a:moveTo>
                  <a:lnTo>
                    <a:pt x="0" y="0"/>
                  </a:lnTo>
                </a:path>
              </a:pathLst>
            </a:custGeom>
            <a:noFill/>
            <a:ln w="20003">
              <a:solidFill>
                <a:srgbClr val="96A7B2"/>
              </a:solidFill>
            </a:ln>
          </p:spPr>
        </p:sp>
        <p:sp>
          <p:nvSpPr>
            <p:cNvPr id="1489" name="Input_receptor__1488">
              <a:extLst>
                <a:ext uri="{FF2B5EF4-FFF2-40B4-BE49-F238E27FC236}">
                  <a16:creationId xmlns:a16="http://schemas.microsoft.com/office/drawing/2014/main" id="{DE1FC172-C133-5AAB-B817-1358EFAFD7A8}"/>
                </a:ext>
              </a:extLst>
            </p:cNvPr>
            <p:cNvSpPr>
              <a:spLocks noGrp="1"/>
            </p:cNvSpPr>
            <p:nvPr/>
          </p:nvSpPr>
          <p:spPr>
            <a:xfrm>
              <a:off x="1386578" y="4546616"/>
              <a:ext cx="34758" cy="4091"/>
            </a:xfrm>
            <a:custGeom>
              <a:avLst/>
              <a:gdLst/>
              <a:ahLst/>
              <a:cxnLst/>
              <a:rect l="0" t="0" r="0" b="0"/>
              <a:pathLst>
                <a:path w="34758" h="4091">
                  <a:moveTo>
                    <a:pt x="34758" y="4091"/>
                  </a:moveTo>
                  <a:lnTo>
                    <a:pt x="0" y="0"/>
                  </a:lnTo>
                </a:path>
              </a:pathLst>
            </a:custGeom>
            <a:noFill/>
            <a:ln w="20003">
              <a:solidFill>
                <a:srgbClr val="96A7B2"/>
              </a:solidFill>
            </a:ln>
          </p:spPr>
        </p:sp>
        <p:sp>
          <p:nvSpPr>
            <p:cNvPr id="1490" name="Input_receptor__1489">
              <a:extLst>
                <a:ext uri="{FF2B5EF4-FFF2-40B4-BE49-F238E27FC236}">
                  <a16:creationId xmlns:a16="http://schemas.microsoft.com/office/drawing/2014/main" id="{D389D7B3-959C-D54A-A83A-DEF8086836F0}"/>
                </a:ext>
              </a:extLst>
            </p:cNvPr>
            <p:cNvSpPr>
              <a:spLocks noGrp="1"/>
            </p:cNvSpPr>
            <p:nvPr/>
          </p:nvSpPr>
          <p:spPr>
            <a:xfrm>
              <a:off x="1370119" y="4774558"/>
              <a:ext cx="7989" cy="31947"/>
            </a:xfrm>
            <a:custGeom>
              <a:avLst/>
              <a:gdLst/>
              <a:ahLst/>
              <a:cxnLst/>
              <a:rect l="0" t="0" r="0" b="0"/>
              <a:pathLst>
                <a:path w="7989" h="31947">
                  <a:moveTo>
                    <a:pt x="7989" y="0"/>
                  </a:moveTo>
                  <a:lnTo>
                    <a:pt x="0" y="31947"/>
                  </a:lnTo>
                </a:path>
              </a:pathLst>
            </a:custGeom>
            <a:noFill/>
            <a:ln w="20003">
              <a:solidFill>
                <a:srgbClr val="96A7B2"/>
              </a:solidFill>
            </a:ln>
          </p:spPr>
        </p:sp>
        <p:sp>
          <p:nvSpPr>
            <p:cNvPr id="1491" name="Input_receptor__1490">
              <a:extLst>
                <a:ext uri="{FF2B5EF4-FFF2-40B4-BE49-F238E27FC236}">
                  <a16:creationId xmlns:a16="http://schemas.microsoft.com/office/drawing/2014/main" id="{A24DDBB5-6DEB-3B65-0D73-056E3F80F27A}"/>
                </a:ext>
              </a:extLst>
            </p:cNvPr>
            <p:cNvSpPr>
              <a:spLocks noGrp="1"/>
            </p:cNvSpPr>
            <p:nvPr/>
          </p:nvSpPr>
          <p:spPr>
            <a:xfrm>
              <a:off x="1581380" y="4725063"/>
              <a:ext cx="21747" cy="1325"/>
            </a:xfrm>
            <a:custGeom>
              <a:avLst/>
              <a:gdLst/>
              <a:ahLst/>
              <a:cxnLst/>
              <a:rect l="0" t="0" r="0" b="0"/>
              <a:pathLst>
                <a:path w="21747" h="1325">
                  <a:moveTo>
                    <a:pt x="0" y="0"/>
                  </a:moveTo>
                  <a:lnTo>
                    <a:pt x="21747" y="1325"/>
                  </a:lnTo>
                </a:path>
              </a:pathLst>
            </a:custGeom>
            <a:noFill/>
            <a:ln w="20003">
              <a:solidFill>
                <a:srgbClr val="96A7B2"/>
              </a:solidFill>
            </a:ln>
          </p:spPr>
        </p:sp>
        <p:sp>
          <p:nvSpPr>
            <p:cNvPr id="1492" name="Input_receptor__1491">
              <a:extLst>
                <a:ext uri="{FF2B5EF4-FFF2-40B4-BE49-F238E27FC236}">
                  <a16:creationId xmlns:a16="http://schemas.microsoft.com/office/drawing/2014/main" id="{9D22963F-1B29-C62F-72CF-2DE4E42DB49B}"/>
                </a:ext>
              </a:extLst>
            </p:cNvPr>
            <p:cNvSpPr>
              <a:spLocks noGrp="1"/>
            </p:cNvSpPr>
            <p:nvPr/>
          </p:nvSpPr>
          <p:spPr>
            <a:xfrm>
              <a:off x="1403833" y="4388221"/>
              <a:ext cx="9675" cy="47308"/>
            </a:xfrm>
            <a:custGeom>
              <a:avLst/>
              <a:gdLst/>
              <a:ahLst/>
              <a:cxnLst/>
              <a:rect l="0" t="0" r="0" b="0"/>
              <a:pathLst>
                <a:path w="9675" h="47308">
                  <a:moveTo>
                    <a:pt x="0" y="47308"/>
                  </a:moveTo>
                  <a:lnTo>
                    <a:pt x="9675" y="0"/>
                  </a:lnTo>
                </a:path>
              </a:pathLst>
            </a:custGeom>
            <a:noFill/>
            <a:ln w="20003">
              <a:solidFill>
                <a:srgbClr val="96A7B2"/>
              </a:solidFill>
            </a:ln>
          </p:spPr>
        </p:sp>
        <p:sp>
          <p:nvSpPr>
            <p:cNvPr id="1493" name="Input_receptor__1492">
              <a:extLst>
                <a:ext uri="{FF2B5EF4-FFF2-40B4-BE49-F238E27FC236}">
                  <a16:creationId xmlns:a16="http://schemas.microsoft.com/office/drawing/2014/main" id="{7C40FE05-8ACD-682A-56E7-FF07EDAAEDBD}"/>
                </a:ext>
              </a:extLst>
            </p:cNvPr>
            <p:cNvSpPr>
              <a:spLocks noGrp="1"/>
            </p:cNvSpPr>
            <p:nvPr/>
          </p:nvSpPr>
          <p:spPr>
            <a:xfrm>
              <a:off x="665780" y="4730536"/>
              <a:ext cx="21538" cy="17630"/>
            </a:xfrm>
            <a:custGeom>
              <a:avLst/>
              <a:gdLst/>
              <a:ahLst/>
              <a:cxnLst/>
              <a:rect l="0" t="0" r="0" b="0"/>
              <a:pathLst>
                <a:path w="21538" h="17630">
                  <a:moveTo>
                    <a:pt x="21538" y="17630"/>
                  </a:moveTo>
                  <a:lnTo>
                    <a:pt x="0" y="0"/>
                  </a:lnTo>
                </a:path>
              </a:pathLst>
            </a:custGeom>
            <a:noFill/>
            <a:ln w="8096">
              <a:solidFill>
                <a:srgbClr val="96A7B2"/>
              </a:solidFill>
            </a:ln>
          </p:spPr>
        </p:sp>
        <p:sp>
          <p:nvSpPr>
            <p:cNvPr id="1494" name="Input_receptor__1493">
              <a:extLst>
                <a:ext uri="{FF2B5EF4-FFF2-40B4-BE49-F238E27FC236}">
                  <a16:creationId xmlns:a16="http://schemas.microsoft.com/office/drawing/2014/main" id="{94A5B179-A79D-B3E6-7B0E-B94F21A5E504}"/>
                </a:ext>
              </a:extLst>
            </p:cNvPr>
            <p:cNvSpPr>
              <a:spLocks noGrp="1"/>
            </p:cNvSpPr>
            <p:nvPr/>
          </p:nvSpPr>
          <p:spPr>
            <a:xfrm>
              <a:off x="1589708" y="4112971"/>
              <a:ext cx="8330" cy="35013"/>
            </a:xfrm>
            <a:custGeom>
              <a:avLst/>
              <a:gdLst/>
              <a:ahLst/>
              <a:cxnLst/>
              <a:rect l="0" t="0" r="0" b="0"/>
              <a:pathLst>
                <a:path w="8330" h="35013">
                  <a:moveTo>
                    <a:pt x="0" y="0"/>
                  </a:moveTo>
                  <a:lnTo>
                    <a:pt x="8330" y="35013"/>
                  </a:lnTo>
                </a:path>
              </a:pathLst>
            </a:custGeom>
            <a:noFill/>
            <a:ln w="8096">
              <a:solidFill>
                <a:srgbClr val="96A7B2"/>
              </a:solidFill>
            </a:ln>
          </p:spPr>
        </p:sp>
        <p:sp>
          <p:nvSpPr>
            <p:cNvPr id="1495" name="Input_receptor__1494">
              <a:extLst>
                <a:ext uri="{FF2B5EF4-FFF2-40B4-BE49-F238E27FC236}">
                  <a16:creationId xmlns:a16="http://schemas.microsoft.com/office/drawing/2014/main" id="{F8A235D4-AD8F-DC9F-86A9-CAC902A23706}"/>
                </a:ext>
              </a:extLst>
            </p:cNvPr>
            <p:cNvSpPr>
              <a:spLocks noGrp="1"/>
            </p:cNvSpPr>
            <p:nvPr/>
          </p:nvSpPr>
          <p:spPr>
            <a:xfrm>
              <a:off x="1218203" y="4598860"/>
              <a:ext cx="41801" cy="23464"/>
            </a:xfrm>
            <a:custGeom>
              <a:avLst/>
              <a:gdLst/>
              <a:ahLst/>
              <a:cxnLst/>
              <a:rect l="0" t="0" r="0" b="0"/>
              <a:pathLst>
                <a:path w="41801" h="23464">
                  <a:moveTo>
                    <a:pt x="0" y="0"/>
                  </a:moveTo>
                  <a:lnTo>
                    <a:pt x="41801" y="23464"/>
                  </a:lnTo>
                </a:path>
              </a:pathLst>
            </a:custGeom>
            <a:noFill/>
            <a:ln w="20003">
              <a:solidFill>
                <a:srgbClr val="96A7B2"/>
              </a:solidFill>
            </a:ln>
          </p:spPr>
        </p:sp>
        <p:sp>
          <p:nvSpPr>
            <p:cNvPr id="1496" name="Input_receptor__1495">
              <a:extLst>
                <a:ext uri="{FF2B5EF4-FFF2-40B4-BE49-F238E27FC236}">
                  <a16:creationId xmlns:a16="http://schemas.microsoft.com/office/drawing/2014/main" id="{F8EEE0C8-0FC6-831D-300C-92D3D87878B4}"/>
                </a:ext>
              </a:extLst>
            </p:cNvPr>
            <p:cNvSpPr>
              <a:spLocks noGrp="1"/>
            </p:cNvSpPr>
            <p:nvPr/>
          </p:nvSpPr>
          <p:spPr>
            <a:xfrm>
              <a:off x="1657628" y="4277272"/>
              <a:ext cx="26424" cy="35152"/>
            </a:xfrm>
            <a:custGeom>
              <a:avLst/>
              <a:gdLst/>
              <a:ahLst/>
              <a:cxnLst/>
              <a:rect l="0" t="0" r="0" b="0"/>
              <a:pathLst>
                <a:path w="26424" h="35152">
                  <a:moveTo>
                    <a:pt x="26424" y="35152"/>
                  </a:moveTo>
                  <a:lnTo>
                    <a:pt x="0" y="0"/>
                  </a:lnTo>
                </a:path>
              </a:pathLst>
            </a:custGeom>
            <a:noFill/>
            <a:ln w="20003">
              <a:solidFill>
                <a:srgbClr val="96A7B2"/>
              </a:solidFill>
            </a:ln>
          </p:spPr>
        </p:sp>
        <p:sp>
          <p:nvSpPr>
            <p:cNvPr id="1497" name="Input_receptor__1496">
              <a:extLst>
                <a:ext uri="{FF2B5EF4-FFF2-40B4-BE49-F238E27FC236}">
                  <a16:creationId xmlns:a16="http://schemas.microsoft.com/office/drawing/2014/main" id="{51E6AAC7-0FED-710D-B9F8-6356402E87A6}"/>
                </a:ext>
              </a:extLst>
            </p:cNvPr>
            <p:cNvSpPr>
              <a:spLocks noGrp="1"/>
            </p:cNvSpPr>
            <p:nvPr/>
          </p:nvSpPr>
          <p:spPr>
            <a:xfrm>
              <a:off x="902656" y="4923139"/>
              <a:ext cx="7828" cy="47739"/>
            </a:xfrm>
            <a:custGeom>
              <a:avLst/>
              <a:gdLst/>
              <a:ahLst/>
              <a:cxnLst/>
              <a:rect l="0" t="0" r="0" b="0"/>
              <a:pathLst>
                <a:path w="7828" h="47739">
                  <a:moveTo>
                    <a:pt x="7828" y="47739"/>
                  </a:moveTo>
                  <a:lnTo>
                    <a:pt x="0" y="0"/>
                  </a:lnTo>
                </a:path>
              </a:pathLst>
            </a:custGeom>
            <a:noFill/>
            <a:ln w="20003">
              <a:solidFill>
                <a:srgbClr val="96A7B2"/>
              </a:solidFill>
            </a:ln>
          </p:spPr>
        </p:sp>
        <p:sp>
          <p:nvSpPr>
            <p:cNvPr id="1498" name="Input_receptor__1497">
              <a:extLst>
                <a:ext uri="{FF2B5EF4-FFF2-40B4-BE49-F238E27FC236}">
                  <a16:creationId xmlns:a16="http://schemas.microsoft.com/office/drawing/2014/main" id="{2C627875-92A2-7DCF-C11D-3B62427106B7}"/>
                </a:ext>
              </a:extLst>
            </p:cNvPr>
            <p:cNvSpPr>
              <a:spLocks noGrp="1"/>
            </p:cNvSpPr>
            <p:nvPr/>
          </p:nvSpPr>
          <p:spPr>
            <a:xfrm>
              <a:off x="828206" y="4552646"/>
              <a:ext cx="21151" cy="13720"/>
            </a:xfrm>
            <a:custGeom>
              <a:avLst/>
              <a:gdLst/>
              <a:ahLst/>
              <a:cxnLst/>
              <a:rect l="0" t="0" r="0" b="0"/>
              <a:pathLst>
                <a:path w="21151" h="13720">
                  <a:moveTo>
                    <a:pt x="0" y="13720"/>
                  </a:moveTo>
                  <a:lnTo>
                    <a:pt x="21151" y="0"/>
                  </a:lnTo>
                </a:path>
              </a:pathLst>
            </a:custGeom>
            <a:noFill/>
            <a:ln w="20003">
              <a:solidFill>
                <a:srgbClr val="97A7B2"/>
              </a:solidFill>
            </a:ln>
          </p:spPr>
        </p:sp>
        <p:sp>
          <p:nvSpPr>
            <p:cNvPr id="1499" name="Input_receptor__1498">
              <a:extLst>
                <a:ext uri="{FF2B5EF4-FFF2-40B4-BE49-F238E27FC236}">
                  <a16:creationId xmlns:a16="http://schemas.microsoft.com/office/drawing/2014/main" id="{AEB6A683-226F-4CE1-AB7A-D0E8B280AF9C}"/>
                </a:ext>
              </a:extLst>
            </p:cNvPr>
            <p:cNvSpPr>
              <a:spLocks noGrp="1"/>
            </p:cNvSpPr>
            <p:nvPr/>
          </p:nvSpPr>
          <p:spPr>
            <a:xfrm>
              <a:off x="1102181" y="4475576"/>
              <a:ext cx="8141" cy="20870"/>
            </a:xfrm>
            <a:custGeom>
              <a:avLst/>
              <a:gdLst/>
              <a:ahLst/>
              <a:cxnLst/>
              <a:rect l="0" t="0" r="0" b="0"/>
              <a:pathLst>
                <a:path w="8141" h="20870">
                  <a:moveTo>
                    <a:pt x="8141" y="20870"/>
                  </a:moveTo>
                  <a:lnTo>
                    <a:pt x="0" y="0"/>
                  </a:lnTo>
                </a:path>
              </a:pathLst>
            </a:custGeom>
            <a:noFill/>
            <a:ln w="20003">
              <a:solidFill>
                <a:srgbClr val="97A7B2"/>
              </a:solidFill>
            </a:ln>
          </p:spPr>
        </p:sp>
        <p:sp>
          <p:nvSpPr>
            <p:cNvPr id="1500" name="Input_receptor__1499">
              <a:extLst>
                <a:ext uri="{FF2B5EF4-FFF2-40B4-BE49-F238E27FC236}">
                  <a16:creationId xmlns:a16="http://schemas.microsoft.com/office/drawing/2014/main" id="{9725CAB1-11EA-CF45-5AAF-D78683451855}"/>
                </a:ext>
              </a:extLst>
            </p:cNvPr>
            <p:cNvSpPr>
              <a:spLocks noGrp="1"/>
            </p:cNvSpPr>
            <p:nvPr/>
          </p:nvSpPr>
          <p:spPr>
            <a:xfrm>
              <a:off x="673378" y="4560223"/>
              <a:ext cx="38416" cy="26171"/>
            </a:xfrm>
            <a:custGeom>
              <a:avLst/>
              <a:gdLst/>
              <a:ahLst/>
              <a:cxnLst/>
              <a:rect l="0" t="0" r="0" b="0"/>
              <a:pathLst>
                <a:path w="38416" h="26171">
                  <a:moveTo>
                    <a:pt x="0" y="26171"/>
                  </a:moveTo>
                  <a:lnTo>
                    <a:pt x="38416" y="0"/>
                  </a:lnTo>
                </a:path>
              </a:pathLst>
            </a:custGeom>
            <a:noFill/>
            <a:ln w="20003">
              <a:solidFill>
                <a:srgbClr val="97A7B2"/>
              </a:solidFill>
            </a:ln>
          </p:spPr>
        </p:sp>
        <p:sp>
          <p:nvSpPr>
            <p:cNvPr id="1501" name="Input_receptor__1500">
              <a:extLst>
                <a:ext uri="{FF2B5EF4-FFF2-40B4-BE49-F238E27FC236}">
                  <a16:creationId xmlns:a16="http://schemas.microsoft.com/office/drawing/2014/main" id="{012B36E2-4A16-5B02-6977-EA119FB43282}"/>
                </a:ext>
              </a:extLst>
            </p:cNvPr>
            <p:cNvSpPr>
              <a:spLocks noGrp="1"/>
            </p:cNvSpPr>
            <p:nvPr/>
          </p:nvSpPr>
          <p:spPr>
            <a:xfrm>
              <a:off x="957562" y="4711672"/>
              <a:ext cx="37166" cy="24628"/>
            </a:xfrm>
            <a:custGeom>
              <a:avLst/>
              <a:gdLst/>
              <a:ahLst/>
              <a:cxnLst/>
              <a:rect l="0" t="0" r="0" b="0"/>
              <a:pathLst>
                <a:path w="37166" h="24628">
                  <a:moveTo>
                    <a:pt x="37166" y="0"/>
                  </a:moveTo>
                  <a:lnTo>
                    <a:pt x="0" y="24628"/>
                  </a:lnTo>
                </a:path>
              </a:pathLst>
            </a:custGeom>
            <a:noFill/>
            <a:ln w="8096">
              <a:solidFill>
                <a:srgbClr val="97A7B2"/>
              </a:solidFill>
            </a:ln>
          </p:spPr>
        </p:sp>
        <p:sp>
          <p:nvSpPr>
            <p:cNvPr id="1502" name="Input_receptor__1501">
              <a:extLst>
                <a:ext uri="{FF2B5EF4-FFF2-40B4-BE49-F238E27FC236}">
                  <a16:creationId xmlns:a16="http://schemas.microsoft.com/office/drawing/2014/main" id="{FD72765F-0AFC-76E8-9E98-5E4253571812}"/>
                </a:ext>
              </a:extLst>
            </p:cNvPr>
            <p:cNvSpPr>
              <a:spLocks noGrp="1"/>
            </p:cNvSpPr>
            <p:nvPr/>
          </p:nvSpPr>
          <p:spPr>
            <a:xfrm>
              <a:off x="1423741" y="4630055"/>
              <a:ext cx="16811" cy="11521"/>
            </a:xfrm>
            <a:custGeom>
              <a:avLst/>
              <a:gdLst/>
              <a:ahLst/>
              <a:cxnLst/>
              <a:rect l="0" t="0" r="0" b="0"/>
              <a:pathLst>
                <a:path w="16811" h="11521">
                  <a:moveTo>
                    <a:pt x="16811" y="0"/>
                  </a:moveTo>
                  <a:lnTo>
                    <a:pt x="0" y="11521"/>
                  </a:lnTo>
                </a:path>
              </a:pathLst>
            </a:custGeom>
            <a:noFill/>
            <a:ln w="20003">
              <a:solidFill>
                <a:srgbClr val="97A7B2"/>
              </a:solidFill>
            </a:ln>
          </p:spPr>
        </p:sp>
        <p:sp>
          <p:nvSpPr>
            <p:cNvPr id="1503" name="Input_receptor__1502">
              <a:extLst>
                <a:ext uri="{FF2B5EF4-FFF2-40B4-BE49-F238E27FC236}">
                  <a16:creationId xmlns:a16="http://schemas.microsoft.com/office/drawing/2014/main" id="{FE6D5064-19E5-1352-718C-6E93FA3A9060}"/>
                </a:ext>
              </a:extLst>
            </p:cNvPr>
            <p:cNvSpPr>
              <a:spLocks noGrp="1"/>
            </p:cNvSpPr>
            <p:nvPr/>
          </p:nvSpPr>
          <p:spPr>
            <a:xfrm>
              <a:off x="999443" y="4796060"/>
              <a:ext cx="39340" cy="22116"/>
            </a:xfrm>
            <a:custGeom>
              <a:avLst/>
              <a:gdLst/>
              <a:ahLst/>
              <a:cxnLst/>
              <a:rect l="0" t="0" r="0" b="0"/>
              <a:pathLst>
                <a:path w="39340" h="22116">
                  <a:moveTo>
                    <a:pt x="0" y="0"/>
                  </a:moveTo>
                  <a:lnTo>
                    <a:pt x="39340" y="22116"/>
                  </a:lnTo>
                </a:path>
              </a:pathLst>
            </a:custGeom>
            <a:noFill/>
            <a:ln w="8096">
              <a:solidFill>
                <a:srgbClr val="97A7B3"/>
              </a:solidFill>
            </a:ln>
          </p:spPr>
        </p:sp>
        <p:sp>
          <p:nvSpPr>
            <p:cNvPr id="1504" name="Input_receptor__1503">
              <a:extLst>
                <a:ext uri="{FF2B5EF4-FFF2-40B4-BE49-F238E27FC236}">
                  <a16:creationId xmlns:a16="http://schemas.microsoft.com/office/drawing/2014/main" id="{AE584D3D-9295-0231-7FE8-317BA8EDE3C4}"/>
                </a:ext>
              </a:extLst>
            </p:cNvPr>
            <p:cNvSpPr>
              <a:spLocks noGrp="1"/>
            </p:cNvSpPr>
            <p:nvPr/>
          </p:nvSpPr>
          <p:spPr>
            <a:xfrm>
              <a:off x="1003810" y="4917736"/>
              <a:ext cx="39980" cy="19965"/>
            </a:xfrm>
            <a:custGeom>
              <a:avLst/>
              <a:gdLst/>
              <a:ahLst/>
              <a:cxnLst/>
              <a:rect l="0" t="0" r="0" b="0"/>
              <a:pathLst>
                <a:path w="39980" h="19965">
                  <a:moveTo>
                    <a:pt x="39980" y="19965"/>
                  </a:moveTo>
                  <a:lnTo>
                    <a:pt x="0" y="0"/>
                  </a:lnTo>
                </a:path>
              </a:pathLst>
            </a:custGeom>
            <a:noFill/>
            <a:ln w="8096">
              <a:solidFill>
                <a:srgbClr val="97A7B3"/>
              </a:solidFill>
            </a:ln>
          </p:spPr>
        </p:sp>
        <p:sp>
          <p:nvSpPr>
            <p:cNvPr id="1505" name="Input_receptor__1504">
              <a:extLst>
                <a:ext uri="{FF2B5EF4-FFF2-40B4-BE49-F238E27FC236}">
                  <a16:creationId xmlns:a16="http://schemas.microsoft.com/office/drawing/2014/main" id="{01E45E25-9F86-54C9-6788-83C7B5FD2E62}"/>
                </a:ext>
              </a:extLst>
            </p:cNvPr>
            <p:cNvSpPr>
              <a:spLocks noGrp="1"/>
            </p:cNvSpPr>
            <p:nvPr/>
          </p:nvSpPr>
          <p:spPr>
            <a:xfrm>
              <a:off x="1479463" y="4784544"/>
              <a:ext cx="34585" cy="29621"/>
            </a:xfrm>
            <a:custGeom>
              <a:avLst/>
              <a:gdLst/>
              <a:ahLst/>
              <a:cxnLst/>
              <a:rect l="0" t="0" r="0" b="0"/>
              <a:pathLst>
                <a:path w="34585" h="29621">
                  <a:moveTo>
                    <a:pt x="34585" y="0"/>
                  </a:moveTo>
                  <a:lnTo>
                    <a:pt x="0" y="29621"/>
                  </a:lnTo>
                </a:path>
              </a:pathLst>
            </a:custGeom>
            <a:noFill/>
            <a:ln w="20003">
              <a:solidFill>
                <a:srgbClr val="97A7B3"/>
              </a:solidFill>
            </a:ln>
          </p:spPr>
        </p:sp>
        <p:sp>
          <p:nvSpPr>
            <p:cNvPr id="1506" name="Input_receptor__1505">
              <a:extLst>
                <a:ext uri="{FF2B5EF4-FFF2-40B4-BE49-F238E27FC236}">
                  <a16:creationId xmlns:a16="http://schemas.microsoft.com/office/drawing/2014/main" id="{0D236D7D-323D-AB0F-2EA8-F90BA20716A4}"/>
                </a:ext>
              </a:extLst>
            </p:cNvPr>
            <p:cNvSpPr>
              <a:spLocks noGrp="1"/>
            </p:cNvSpPr>
            <p:nvPr/>
          </p:nvSpPr>
          <p:spPr>
            <a:xfrm>
              <a:off x="1106678" y="4857191"/>
              <a:ext cx="32788" cy="33301"/>
            </a:xfrm>
            <a:custGeom>
              <a:avLst/>
              <a:gdLst/>
              <a:ahLst/>
              <a:cxnLst/>
              <a:rect l="0" t="0" r="0" b="0"/>
              <a:pathLst>
                <a:path w="32788" h="33301">
                  <a:moveTo>
                    <a:pt x="0" y="0"/>
                  </a:moveTo>
                  <a:lnTo>
                    <a:pt x="32788" y="33301"/>
                  </a:lnTo>
                </a:path>
              </a:pathLst>
            </a:custGeom>
            <a:noFill/>
            <a:ln w="20003">
              <a:solidFill>
                <a:srgbClr val="97A7B3"/>
              </a:solidFill>
            </a:ln>
          </p:spPr>
        </p:sp>
        <p:sp>
          <p:nvSpPr>
            <p:cNvPr id="1507" name="Input_receptor__1506">
              <a:extLst>
                <a:ext uri="{FF2B5EF4-FFF2-40B4-BE49-F238E27FC236}">
                  <a16:creationId xmlns:a16="http://schemas.microsoft.com/office/drawing/2014/main" id="{BEB615EB-68D6-AC8D-2E97-9616F81773A3}"/>
                </a:ext>
              </a:extLst>
            </p:cNvPr>
            <p:cNvSpPr>
              <a:spLocks noGrp="1"/>
            </p:cNvSpPr>
            <p:nvPr/>
          </p:nvSpPr>
          <p:spPr>
            <a:xfrm>
              <a:off x="1367620" y="4673273"/>
              <a:ext cx="8026" cy="21728"/>
            </a:xfrm>
            <a:custGeom>
              <a:avLst/>
              <a:gdLst/>
              <a:ahLst/>
              <a:cxnLst/>
              <a:rect l="0" t="0" r="0" b="0"/>
              <a:pathLst>
                <a:path w="8026" h="21728">
                  <a:moveTo>
                    <a:pt x="8026" y="0"/>
                  </a:moveTo>
                  <a:lnTo>
                    <a:pt x="0" y="21728"/>
                  </a:lnTo>
                </a:path>
              </a:pathLst>
            </a:custGeom>
            <a:noFill/>
            <a:ln w="8096">
              <a:solidFill>
                <a:srgbClr val="97A7B3"/>
              </a:solidFill>
            </a:ln>
          </p:spPr>
        </p:sp>
        <p:sp>
          <p:nvSpPr>
            <p:cNvPr id="1508" name="Input_receptor__1507">
              <a:extLst>
                <a:ext uri="{FF2B5EF4-FFF2-40B4-BE49-F238E27FC236}">
                  <a16:creationId xmlns:a16="http://schemas.microsoft.com/office/drawing/2014/main" id="{1B2E502D-DE28-5FFC-B0A5-B94B7D9E01DF}"/>
                </a:ext>
              </a:extLst>
            </p:cNvPr>
            <p:cNvSpPr>
              <a:spLocks noGrp="1"/>
            </p:cNvSpPr>
            <p:nvPr/>
          </p:nvSpPr>
          <p:spPr>
            <a:xfrm>
              <a:off x="1240781" y="4358244"/>
              <a:ext cx="45961" cy="15393"/>
            </a:xfrm>
            <a:custGeom>
              <a:avLst/>
              <a:gdLst/>
              <a:ahLst/>
              <a:cxnLst/>
              <a:rect l="0" t="0" r="0" b="0"/>
              <a:pathLst>
                <a:path w="45961" h="15393">
                  <a:moveTo>
                    <a:pt x="0" y="0"/>
                  </a:moveTo>
                  <a:lnTo>
                    <a:pt x="45961" y="15393"/>
                  </a:lnTo>
                </a:path>
              </a:pathLst>
            </a:custGeom>
            <a:noFill/>
            <a:ln w="20003">
              <a:solidFill>
                <a:srgbClr val="97A7B3"/>
              </a:solidFill>
            </a:ln>
          </p:spPr>
        </p:sp>
        <p:sp>
          <p:nvSpPr>
            <p:cNvPr id="1509" name="Input_receptor__1508">
              <a:extLst>
                <a:ext uri="{FF2B5EF4-FFF2-40B4-BE49-F238E27FC236}">
                  <a16:creationId xmlns:a16="http://schemas.microsoft.com/office/drawing/2014/main" id="{AA5ACB13-8FBB-2538-18DF-D045ADC0D24D}"/>
                </a:ext>
              </a:extLst>
            </p:cNvPr>
            <p:cNvSpPr>
              <a:spLocks noGrp="1"/>
            </p:cNvSpPr>
            <p:nvPr/>
          </p:nvSpPr>
          <p:spPr>
            <a:xfrm>
              <a:off x="1534227" y="4822356"/>
              <a:ext cx="5777" cy="22093"/>
            </a:xfrm>
            <a:custGeom>
              <a:avLst/>
              <a:gdLst/>
              <a:ahLst/>
              <a:cxnLst/>
              <a:rect l="0" t="0" r="0" b="0"/>
              <a:pathLst>
                <a:path w="5777" h="22093">
                  <a:moveTo>
                    <a:pt x="0" y="22093"/>
                  </a:moveTo>
                  <a:lnTo>
                    <a:pt x="5777" y="0"/>
                  </a:lnTo>
                </a:path>
              </a:pathLst>
            </a:custGeom>
            <a:noFill/>
            <a:ln w="20003">
              <a:solidFill>
                <a:srgbClr val="97A7B3"/>
              </a:solidFill>
            </a:ln>
          </p:spPr>
        </p:sp>
        <p:sp>
          <p:nvSpPr>
            <p:cNvPr id="1510" name="Input_receptor__1509">
              <a:extLst>
                <a:ext uri="{FF2B5EF4-FFF2-40B4-BE49-F238E27FC236}">
                  <a16:creationId xmlns:a16="http://schemas.microsoft.com/office/drawing/2014/main" id="{A4A4AE8A-05EB-4153-5048-133BF467D6A6}"/>
                </a:ext>
              </a:extLst>
            </p:cNvPr>
            <p:cNvSpPr>
              <a:spLocks noGrp="1"/>
            </p:cNvSpPr>
            <p:nvPr/>
          </p:nvSpPr>
          <p:spPr>
            <a:xfrm>
              <a:off x="1211621" y="4294439"/>
              <a:ext cx="42975" cy="19036"/>
            </a:xfrm>
            <a:custGeom>
              <a:avLst/>
              <a:gdLst/>
              <a:ahLst/>
              <a:cxnLst/>
              <a:rect l="0" t="0" r="0" b="0"/>
              <a:pathLst>
                <a:path w="42975" h="19036">
                  <a:moveTo>
                    <a:pt x="0" y="0"/>
                  </a:moveTo>
                  <a:lnTo>
                    <a:pt x="42975" y="19036"/>
                  </a:lnTo>
                </a:path>
              </a:pathLst>
            </a:custGeom>
            <a:noFill/>
            <a:ln w="20003">
              <a:solidFill>
                <a:srgbClr val="97A7B3"/>
              </a:solidFill>
            </a:ln>
          </p:spPr>
        </p:sp>
        <p:sp>
          <p:nvSpPr>
            <p:cNvPr id="1511" name="Input_receptor__1510">
              <a:extLst>
                <a:ext uri="{FF2B5EF4-FFF2-40B4-BE49-F238E27FC236}">
                  <a16:creationId xmlns:a16="http://schemas.microsoft.com/office/drawing/2014/main" id="{067E29D4-2056-8E6F-A398-44B443CE8179}"/>
                </a:ext>
              </a:extLst>
            </p:cNvPr>
            <p:cNvSpPr>
              <a:spLocks noGrp="1"/>
            </p:cNvSpPr>
            <p:nvPr/>
          </p:nvSpPr>
          <p:spPr>
            <a:xfrm>
              <a:off x="1513310" y="4601164"/>
              <a:ext cx="30202" cy="11364"/>
            </a:xfrm>
            <a:custGeom>
              <a:avLst/>
              <a:gdLst/>
              <a:ahLst/>
              <a:cxnLst/>
              <a:rect l="0" t="0" r="0" b="0"/>
              <a:pathLst>
                <a:path w="30202" h="11364">
                  <a:moveTo>
                    <a:pt x="30202" y="11364"/>
                  </a:moveTo>
                  <a:lnTo>
                    <a:pt x="0" y="0"/>
                  </a:lnTo>
                </a:path>
              </a:pathLst>
            </a:custGeom>
            <a:noFill/>
            <a:ln w="20003">
              <a:solidFill>
                <a:srgbClr val="97A7B3"/>
              </a:solidFill>
            </a:ln>
          </p:spPr>
        </p:sp>
        <p:sp>
          <p:nvSpPr>
            <p:cNvPr id="1512" name="Input_receptor__1511">
              <a:extLst>
                <a:ext uri="{FF2B5EF4-FFF2-40B4-BE49-F238E27FC236}">
                  <a16:creationId xmlns:a16="http://schemas.microsoft.com/office/drawing/2014/main" id="{E1032141-75AB-50ED-FDC7-A54F3D705BED}"/>
                </a:ext>
              </a:extLst>
            </p:cNvPr>
            <p:cNvSpPr>
              <a:spLocks noGrp="1"/>
            </p:cNvSpPr>
            <p:nvPr/>
          </p:nvSpPr>
          <p:spPr>
            <a:xfrm>
              <a:off x="1240781" y="4313475"/>
              <a:ext cx="13816" cy="44769"/>
            </a:xfrm>
            <a:custGeom>
              <a:avLst/>
              <a:gdLst/>
              <a:ahLst/>
              <a:cxnLst/>
              <a:rect l="0" t="0" r="0" b="0"/>
              <a:pathLst>
                <a:path w="13816" h="44769">
                  <a:moveTo>
                    <a:pt x="13816" y="0"/>
                  </a:moveTo>
                  <a:lnTo>
                    <a:pt x="0" y="44769"/>
                  </a:lnTo>
                </a:path>
              </a:pathLst>
            </a:custGeom>
            <a:noFill/>
            <a:ln w="20003">
              <a:solidFill>
                <a:srgbClr val="97A7B3"/>
              </a:solidFill>
            </a:ln>
          </p:spPr>
        </p:sp>
        <p:sp>
          <p:nvSpPr>
            <p:cNvPr id="1513" name="Input_receptor__1512">
              <a:extLst>
                <a:ext uri="{FF2B5EF4-FFF2-40B4-BE49-F238E27FC236}">
                  <a16:creationId xmlns:a16="http://schemas.microsoft.com/office/drawing/2014/main" id="{AD852185-0FF7-E32B-5440-D36369AF3B14}"/>
                </a:ext>
              </a:extLst>
            </p:cNvPr>
            <p:cNvSpPr>
              <a:spLocks noGrp="1"/>
            </p:cNvSpPr>
            <p:nvPr/>
          </p:nvSpPr>
          <p:spPr>
            <a:xfrm>
              <a:off x="930550" y="4696541"/>
              <a:ext cx="27013" cy="39758"/>
            </a:xfrm>
            <a:custGeom>
              <a:avLst/>
              <a:gdLst/>
              <a:ahLst/>
              <a:cxnLst/>
              <a:rect l="0" t="0" r="0" b="0"/>
              <a:pathLst>
                <a:path w="27013" h="39758">
                  <a:moveTo>
                    <a:pt x="27013" y="39758"/>
                  </a:moveTo>
                  <a:lnTo>
                    <a:pt x="0" y="0"/>
                  </a:lnTo>
                </a:path>
              </a:pathLst>
            </a:custGeom>
            <a:noFill/>
            <a:ln w="8096">
              <a:solidFill>
                <a:srgbClr val="97A7B3"/>
              </a:solidFill>
            </a:ln>
          </p:spPr>
        </p:sp>
        <p:sp>
          <p:nvSpPr>
            <p:cNvPr id="1514" name="Input_receptor__1513">
              <a:extLst>
                <a:ext uri="{FF2B5EF4-FFF2-40B4-BE49-F238E27FC236}">
                  <a16:creationId xmlns:a16="http://schemas.microsoft.com/office/drawing/2014/main" id="{64664009-F2CB-8D61-C026-1B42AD6B201A}"/>
                </a:ext>
              </a:extLst>
            </p:cNvPr>
            <p:cNvSpPr>
              <a:spLocks noGrp="1"/>
            </p:cNvSpPr>
            <p:nvPr/>
          </p:nvSpPr>
          <p:spPr>
            <a:xfrm>
              <a:off x="909293" y="4592790"/>
              <a:ext cx="18135" cy="36164"/>
            </a:xfrm>
            <a:custGeom>
              <a:avLst/>
              <a:gdLst/>
              <a:ahLst/>
              <a:cxnLst/>
              <a:rect l="0" t="0" r="0" b="0"/>
              <a:pathLst>
                <a:path w="18135" h="36164">
                  <a:moveTo>
                    <a:pt x="0" y="0"/>
                  </a:moveTo>
                  <a:lnTo>
                    <a:pt x="18135" y="36164"/>
                  </a:lnTo>
                </a:path>
              </a:pathLst>
            </a:custGeom>
            <a:noFill/>
            <a:ln w="20003">
              <a:solidFill>
                <a:srgbClr val="97A7B3"/>
              </a:solidFill>
            </a:ln>
          </p:spPr>
        </p:sp>
        <p:sp>
          <p:nvSpPr>
            <p:cNvPr id="1515" name="Input_receptor__1514">
              <a:extLst>
                <a:ext uri="{FF2B5EF4-FFF2-40B4-BE49-F238E27FC236}">
                  <a16:creationId xmlns:a16="http://schemas.microsoft.com/office/drawing/2014/main" id="{32BF8721-D9CF-C090-229C-A668E5F7654C}"/>
                </a:ext>
              </a:extLst>
            </p:cNvPr>
            <p:cNvSpPr>
              <a:spLocks noGrp="1"/>
            </p:cNvSpPr>
            <p:nvPr/>
          </p:nvSpPr>
          <p:spPr>
            <a:xfrm>
              <a:off x="852635" y="4420232"/>
              <a:ext cx="22955" cy="42226"/>
            </a:xfrm>
            <a:custGeom>
              <a:avLst/>
              <a:gdLst/>
              <a:ahLst/>
              <a:cxnLst/>
              <a:rect l="0" t="0" r="0" b="0"/>
              <a:pathLst>
                <a:path w="22955" h="42226">
                  <a:moveTo>
                    <a:pt x="0" y="42226"/>
                  </a:moveTo>
                  <a:lnTo>
                    <a:pt x="22955" y="0"/>
                  </a:lnTo>
                </a:path>
              </a:pathLst>
            </a:custGeom>
            <a:noFill/>
            <a:ln w="20003">
              <a:solidFill>
                <a:srgbClr val="97A7B3"/>
              </a:solidFill>
            </a:ln>
          </p:spPr>
        </p:sp>
        <p:sp>
          <p:nvSpPr>
            <p:cNvPr id="1516" name="Input_receptor__1515">
              <a:extLst>
                <a:ext uri="{FF2B5EF4-FFF2-40B4-BE49-F238E27FC236}">
                  <a16:creationId xmlns:a16="http://schemas.microsoft.com/office/drawing/2014/main" id="{6C067A7E-D3E2-3FBB-14C4-CC1C5C8FB63B}"/>
                </a:ext>
              </a:extLst>
            </p:cNvPr>
            <p:cNvSpPr>
              <a:spLocks noGrp="1"/>
            </p:cNvSpPr>
            <p:nvPr/>
          </p:nvSpPr>
          <p:spPr>
            <a:xfrm>
              <a:off x="1154328" y="4994900"/>
              <a:ext cx="20789" cy="38193"/>
            </a:xfrm>
            <a:custGeom>
              <a:avLst/>
              <a:gdLst/>
              <a:ahLst/>
              <a:cxnLst/>
              <a:rect l="0" t="0" r="0" b="0"/>
              <a:pathLst>
                <a:path w="20789" h="38193">
                  <a:moveTo>
                    <a:pt x="20789" y="0"/>
                  </a:moveTo>
                  <a:lnTo>
                    <a:pt x="0" y="38193"/>
                  </a:lnTo>
                </a:path>
              </a:pathLst>
            </a:custGeom>
            <a:noFill/>
            <a:ln w="8096">
              <a:solidFill>
                <a:srgbClr val="97A8B3"/>
              </a:solidFill>
            </a:ln>
          </p:spPr>
        </p:sp>
        <p:sp>
          <p:nvSpPr>
            <p:cNvPr id="1517" name="Input_receptor__1516">
              <a:extLst>
                <a:ext uri="{FF2B5EF4-FFF2-40B4-BE49-F238E27FC236}">
                  <a16:creationId xmlns:a16="http://schemas.microsoft.com/office/drawing/2014/main" id="{7DB6ACEC-ADAA-F9EB-C49D-FA4A584F8119}"/>
                </a:ext>
              </a:extLst>
            </p:cNvPr>
            <p:cNvSpPr>
              <a:spLocks noGrp="1"/>
            </p:cNvSpPr>
            <p:nvPr/>
          </p:nvSpPr>
          <p:spPr>
            <a:xfrm>
              <a:off x="1197278" y="4641380"/>
              <a:ext cx="19829" cy="18208"/>
            </a:xfrm>
            <a:custGeom>
              <a:avLst/>
              <a:gdLst/>
              <a:ahLst/>
              <a:cxnLst/>
              <a:rect l="0" t="0" r="0" b="0"/>
              <a:pathLst>
                <a:path w="19829" h="18208">
                  <a:moveTo>
                    <a:pt x="19829" y="18208"/>
                  </a:moveTo>
                  <a:lnTo>
                    <a:pt x="0" y="0"/>
                  </a:lnTo>
                </a:path>
              </a:pathLst>
            </a:custGeom>
            <a:noFill/>
            <a:ln w="20003">
              <a:solidFill>
                <a:srgbClr val="97A8B3"/>
              </a:solidFill>
            </a:ln>
          </p:spPr>
        </p:sp>
        <p:sp>
          <p:nvSpPr>
            <p:cNvPr id="1518" name="Input_receptor__1517">
              <a:extLst>
                <a:ext uri="{FF2B5EF4-FFF2-40B4-BE49-F238E27FC236}">
                  <a16:creationId xmlns:a16="http://schemas.microsoft.com/office/drawing/2014/main" id="{9F8A1EE8-8FA3-BB91-FF76-0797A608923A}"/>
                </a:ext>
              </a:extLst>
            </p:cNvPr>
            <p:cNvSpPr>
              <a:spLocks noGrp="1"/>
            </p:cNvSpPr>
            <p:nvPr/>
          </p:nvSpPr>
          <p:spPr>
            <a:xfrm>
              <a:off x="1478650" y="4588361"/>
              <a:ext cx="34660" cy="12803"/>
            </a:xfrm>
            <a:custGeom>
              <a:avLst/>
              <a:gdLst/>
              <a:ahLst/>
              <a:cxnLst/>
              <a:rect l="0" t="0" r="0" b="0"/>
              <a:pathLst>
                <a:path w="34660" h="12803">
                  <a:moveTo>
                    <a:pt x="34660" y="12803"/>
                  </a:moveTo>
                  <a:lnTo>
                    <a:pt x="0" y="0"/>
                  </a:lnTo>
                </a:path>
              </a:pathLst>
            </a:custGeom>
            <a:noFill/>
            <a:ln w="20003">
              <a:solidFill>
                <a:srgbClr val="97A8B3"/>
              </a:solidFill>
            </a:ln>
          </p:spPr>
        </p:sp>
        <p:sp>
          <p:nvSpPr>
            <p:cNvPr id="1519" name="Input_receptor__1518">
              <a:extLst>
                <a:ext uri="{FF2B5EF4-FFF2-40B4-BE49-F238E27FC236}">
                  <a16:creationId xmlns:a16="http://schemas.microsoft.com/office/drawing/2014/main" id="{29555BBC-0D7C-B0C7-70F4-9B8D8BC3CE62}"/>
                </a:ext>
              </a:extLst>
            </p:cNvPr>
            <p:cNvSpPr>
              <a:spLocks noGrp="1"/>
            </p:cNvSpPr>
            <p:nvPr/>
          </p:nvSpPr>
          <p:spPr>
            <a:xfrm>
              <a:off x="1420902" y="4687957"/>
              <a:ext cx="14657" cy="95"/>
            </a:xfrm>
            <a:custGeom>
              <a:avLst/>
              <a:gdLst/>
              <a:ahLst/>
              <a:cxnLst/>
              <a:rect l="0" t="0" r="0" b="0"/>
              <a:pathLst>
                <a:path w="14657" h="95">
                  <a:moveTo>
                    <a:pt x="14657" y="0"/>
                  </a:moveTo>
                  <a:lnTo>
                    <a:pt x="0" y="38"/>
                  </a:lnTo>
                </a:path>
              </a:pathLst>
            </a:custGeom>
            <a:noFill/>
            <a:ln w="20003">
              <a:solidFill>
                <a:srgbClr val="97A8B3"/>
              </a:solidFill>
            </a:ln>
          </p:spPr>
        </p:sp>
        <p:sp>
          <p:nvSpPr>
            <p:cNvPr id="1520" name="Input_receptor__1519">
              <a:extLst>
                <a:ext uri="{FF2B5EF4-FFF2-40B4-BE49-F238E27FC236}">
                  <a16:creationId xmlns:a16="http://schemas.microsoft.com/office/drawing/2014/main" id="{D24F0745-39A4-3115-8FFB-34712EB86B8A}"/>
                </a:ext>
              </a:extLst>
            </p:cNvPr>
            <p:cNvSpPr>
              <a:spLocks noGrp="1"/>
            </p:cNvSpPr>
            <p:nvPr/>
          </p:nvSpPr>
          <p:spPr>
            <a:xfrm>
              <a:off x="1452333" y="4395863"/>
              <a:ext cx="16399" cy="33955"/>
            </a:xfrm>
            <a:custGeom>
              <a:avLst/>
              <a:gdLst/>
              <a:ahLst/>
              <a:cxnLst/>
              <a:rect l="0" t="0" r="0" b="0"/>
              <a:pathLst>
                <a:path w="16399" h="33955">
                  <a:moveTo>
                    <a:pt x="0" y="0"/>
                  </a:moveTo>
                  <a:lnTo>
                    <a:pt x="16399" y="33955"/>
                  </a:lnTo>
                </a:path>
              </a:pathLst>
            </a:custGeom>
            <a:noFill/>
            <a:ln w="20003">
              <a:solidFill>
                <a:srgbClr val="97A8B3"/>
              </a:solidFill>
            </a:ln>
          </p:spPr>
        </p:sp>
        <p:sp>
          <p:nvSpPr>
            <p:cNvPr id="1521" name="Input_receptor__1520">
              <a:extLst>
                <a:ext uri="{FF2B5EF4-FFF2-40B4-BE49-F238E27FC236}">
                  <a16:creationId xmlns:a16="http://schemas.microsoft.com/office/drawing/2014/main" id="{76971F13-A8F9-E157-9F90-D6C28A9D4A42}"/>
                </a:ext>
              </a:extLst>
            </p:cNvPr>
            <p:cNvSpPr>
              <a:spLocks noGrp="1"/>
            </p:cNvSpPr>
            <p:nvPr/>
          </p:nvSpPr>
          <p:spPr>
            <a:xfrm>
              <a:off x="1413508" y="4388221"/>
              <a:ext cx="38824" cy="7642"/>
            </a:xfrm>
            <a:custGeom>
              <a:avLst/>
              <a:gdLst/>
              <a:ahLst/>
              <a:cxnLst/>
              <a:rect l="0" t="0" r="0" b="0"/>
              <a:pathLst>
                <a:path w="38824" h="7642">
                  <a:moveTo>
                    <a:pt x="0" y="0"/>
                  </a:moveTo>
                  <a:lnTo>
                    <a:pt x="38824" y="7642"/>
                  </a:lnTo>
                </a:path>
              </a:pathLst>
            </a:custGeom>
            <a:noFill/>
            <a:ln w="20003">
              <a:solidFill>
                <a:srgbClr val="97A8B3"/>
              </a:solidFill>
            </a:ln>
          </p:spPr>
        </p:sp>
        <p:sp>
          <p:nvSpPr>
            <p:cNvPr id="1522" name="Input_receptor__1521">
              <a:extLst>
                <a:ext uri="{FF2B5EF4-FFF2-40B4-BE49-F238E27FC236}">
                  <a16:creationId xmlns:a16="http://schemas.microsoft.com/office/drawing/2014/main" id="{654E5ADB-F5DE-6774-8B17-78E1A1A9221D}"/>
                </a:ext>
              </a:extLst>
            </p:cNvPr>
            <p:cNvSpPr>
              <a:spLocks noGrp="1"/>
            </p:cNvSpPr>
            <p:nvPr/>
          </p:nvSpPr>
          <p:spPr>
            <a:xfrm>
              <a:off x="1038783" y="4815208"/>
              <a:ext cx="35649" cy="2968"/>
            </a:xfrm>
            <a:custGeom>
              <a:avLst/>
              <a:gdLst/>
              <a:ahLst/>
              <a:cxnLst/>
              <a:rect l="0" t="0" r="0" b="0"/>
              <a:pathLst>
                <a:path w="35649" h="2968">
                  <a:moveTo>
                    <a:pt x="0" y="2968"/>
                  </a:moveTo>
                  <a:lnTo>
                    <a:pt x="35649" y="0"/>
                  </a:lnTo>
                </a:path>
              </a:pathLst>
            </a:custGeom>
            <a:noFill/>
            <a:ln w="8096">
              <a:solidFill>
                <a:srgbClr val="97A8B3"/>
              </a:solidFill>
            </a:ln>
          </p:spPr>
        </p:sp>
        <p:sp>
          <p:nvSpPr>
            <p:cNvPr id="1523" name="Input_receptor__1522">
              <a:extLst>
                <a:ext uri="{FF2B5EF4-FFF2-40B4-BE49-F238E27FC236}">
                  <a16:creationId xmlns:a16="http://schemas.microsoft.com/office/drawing/2014/main" id="{BC209D55-666A-50DB-F58D-1D2A89D1C1D5}"/>
                </a:ext>
              </a:extLst>
            </p:cNvPr>
            <p:cNvSpPr>
              <a:spLocks noGrp="1"/>
            </p:cNvSpPr>
            <p:nvPr/>
          </p:nvSpPr>
          <p:spPr>
            <a:xfrm>
              <a:off x="1035029" y="4716652"/>
              <a:ext cx="24276" cy="6680"/>
            </a:xfrm>
            <a:custGeom>
              <a:avLst/>
              <a:gdLst/>
              <a:ahLst/>
              <a:cxnLst/>
              <a:rect l="0" t="0" r="0" b="0"/>
              <a:pathLst>
                <a:path w="24276" h="6680">
                  <a:moveTo>
                    <a:pt x="0" y="6680"/>
                  </a:moveTo>
                  <a:lnTo>
                    <a:pt x="24276" y="0"/>
                  </a:lnTo>
                </a:path>
              </a:pathLst>
            </a:custGeom>
            <a:noFill/>
            <a:ln w="20003">
              <a:solidFill>
                <a:srgbClr val="97A8B3"/>
              </a:solidFill>
            </a:ln>
          </p:spPr>
        </p:sp>
        <p:sp>
          <p:nvSpPr>
            <p:cNvPr id="1524" name="Input_receptor__1523">
              <a:extLst>
                <a:ext uri="{FF2B5EF4-FFF2-40B4-BE49-F238E27FC236}">
                  <a16:creationId xmlns:a16="http://schemas.microsoft.com/office/drawing/2014/main" id="{7316A8E8-CFB8-E25C-4619-F2863477078C}"/>
                </a:ext>
              </a:extLst>
            </p:cNvPr>
            <p:cNvSpPr>
              <a:spLocks noGrp="1"/>
            </p:cNvSpPr>
            <p:nvPr/>
          </p:nvSpPr>
          <p:spPr>
            <a:xfrm>
              <a:off x="1363787" y="4206149"/>
              <a:ext cx="20391" cy="41678"/>
            </a:xfrm>
            <a:custGeom>
              <a:avLst/>
              <a:gdLst/>
              <a:ahLst/>
              <a:cxnLst/>
              <a:rect l="0" t="0" r="0" b="0"/>
              <a:pathLst>
                <a:path w="20391" h="41678">
                  <a:moveTo>
                    <a:pt x="0" y="41678"/>
                  </a:moveTo>
                  <a:lnTo>
                    <a:pt x="20391" y="0"/>
                  </a:lnTo>
                </a:path>
              </a:pathLst>
            </a:custGeom>
            <a:noFill/>
            <a:ln w="8096">
              <a:solidFill>
                <a:srgbClr val="97A8B3"/>
              </a:solidFill>
            </a:ln>
          </p:spPr>
        </p:sp>
        <p:sp>
          <p:nvSpPr>
            <p:cNvPr id="1525" name="Input_receptor__1524">
              <a:extLst>
                <a:ext uri="{FF2B5EF4-FFF2-40B4-BE49-F238E27FC236}">
                  <a16:creationId xmlns:a16="http://schemas.microsoft.com/office/drawing/2014/main" id="{9B317885-95A1-C46C-2877-7FD8ECDBD4F4}"/>
                </a:ext>
              </a:extLst>
            </p:cNvPr>
            <p:cNvSpPr>
              <a:spLocks noGrp="1"/>
            </p:cNvSpPr>
            <p:nvPr/>
          </p:nvSpPr>
          <p:spPr>
            <a:xfrm>
              <a:off x="909293" y="4561908"/>
              <a:ext cx="1653" cy="30882"/>
            </a:xfrm>
            <a:custGeom>
              <a:avLst/>
              <a:gdLst/>
              <a:ahLst/>
              <a:cxnLst/>
              <a:rect l="0" t="0" r="0" b="0"/>
              <a:pathLst>
                <a:path w="1653" h="30882">
                  <a:moveTo>
                    <a:pt x="1653" y="0"/>
                  </a:moveTo>
                  <a:lnTo>
                    <a:pt x="0" y="30882"/>
                  </a:lnTo>
                </a:path>
              </a:pathLst>
            </a:custGeom>
            <a:noFill/>
            <a:ln w="20003">
              <a:solidFill>
                <a:srgbClr val="97A8B3"/>
              </a:solidFill>
            </a:ln>
          </p:spPr>
        </p:sp>
        <p:sp>
          <p:nvSpPr>
            <p:cNvPr id="1526" name="Input_receptor__1525">
              <a:extLst>
                <a:ext uri="{FF2B5EF4-FFF2-40B4-BE49-F238E27FC236}">
                  <a16:creationId xmlns:a16="http://schemas.microsoft.com/office/drawing/2014/main" id="{3D3BF5E9-CDE0-3B02-8F21-C9ADF5554D24}"/>
                </a:ext>
              </a:extLst>
            </p:cNvPr>
            <p:cNvSpPr>
              <a:spLocks noGrp="1"/>
            </p:cNvSpPr>
            <p:nvPr/>
          </p:nvSpPr>
          <p:spPr>
            <a:xfrm>
              <a:off x="946871" y="4509076"/>
              <a:ext cx="10846" cy="14644"/>
            </a:xfrm>
            <a:custGeom>
              <a:avLst/>
              <a:gdLst/>
              <a:ahLst/>
              <a:cxnLst/>
              <a:rect l="0" t="0" r="0" b="0"/>
              <a:pathLst>
                <a:path w="10846" h="14644">
                  <a:moveTo>
                    <a:pt x="10846" y="0"/>
                  </a:moveTo>
                  <a:lnTo>
                    <a:pt x="0" y="14644"/>
                  </a:lnTo>
                </a:path>
              </a:pathLst>
            </a:custGeom>
            <a:noFill/>
            <a:ln w="20003">
              <a:solidFill>
                <a:srgbClr val="97A8B3"/>
              </a:solidFill>
            </a:ln>
          </p:spPr>
        </p:sp>
        <p:sp>
          <p:nvSpPr>
            <p:cNvPr id="1527" name="Input_receptor__1526">
              <a:extLst>
                <a:ext uri="{FF2B5EF4-FFF2-40B4-BE49-F238E27FC236}">
                  <a16:creationId xmlns:a16="http://schemas.microsoft.com/office/drawing/2014/main" id="{4B029724-5DE8-3D37-E861-030EA4580D62}"/>
                </a:ext>
              </a:extLst>
            </p:cNvPr>
            <p:cNvSpPr>
              <a:spLocks noGrp="1"/>
            </p:cNvSpPr>
            <p:nvPr/>
          </p:nvSpPr>
          <p:spPr>
            <a:xfrm>
              <a:off x="1183106" y="4856270"/>
              <a:ext cx="31162" cy="15865"/>
            </a:xfrm>
            <a:custGeom>
              <a:avLst/>
              <a:gdLst/>
              <a:ahLst/>
              <a:cxnLst/>
              <a:rect l="0" t="0" r="0" b="0"/>
              <a:pathLst>
                <a:path w="31162" h="15865">
                  <a:moveTo>
                    <a:pt x="0" y="0"/>
                  </a:moveTo>
                  <a:lnTo>
                    <a:pt x="31162" y="15865"/>
                  </a:lnTo>
                </a:path>
              </a:pathLst>
            </a:custGeom>
            <a:noFill/>
            <a:ln w="20003">
              <a:solidFill>
                <a:srgbClr val="97A8B3"/>
              </a:solidFill>
            </a:ln>
          </p:spPr>
        </p:sp>
        <p:sp>
          <p:nvSpPr>
            <p:cNvPr id="1528" name="Input_receptor__1527">
              <a:extLst>
                <a:ext uri="{FF2B5EF4-FFF2-40B4-BE49-F238E27FC236}">
                  <a16:creationId xmlns:a16="http://schemas.microsoft.com/office/drawing/2014/main" id="{053F38B5-E8AB-3CD8-74DD-E5E9A1BE2078}"/>
                </a:ext>
              </a:extLst>
            </p:cNvPr>
            <p:cNvSpPr>
              <a:spLocks noGrp="1"/>
            </p:cNvSpPr>
            <p:nvPr/>
          </p:nvSpPr>
          <p:spPr>
            <a:xfrm>
              <a:off x="1072382" y="4441365"/>
              <a:ext cx="29799" cy="34211"/>
            </a:xfrm>
            <a:custGeom>
              <a:avLst/>
              <a:gdLst/>
              <a:ahLst/>
              <a:cxnLst/>
              <a:rect l="0" t="0" r="0" b="0"/>
              <a:pathLst>
                <a:path w="29799" h="34211">
                  <a:moveTo>
                    <a:pt x="29799" y="34211"/>
                  </a:moveTo>
                  <a:lnTo>
                    <a:pt x="0" y="0"/>
                  </a:lnTo>
                </a:path>
              </a:pathLst>
            </a:custGeom>
            <a:noFill/>
            <a:ln w="20003">
              <a:solidFill>
                <a:srgbClr val="97A8B3"/>
              </a:solidFill>
            </a:ln>
          </p:spPr>
        </p:sp>
        <p:sp>
          <p:nvSpPr>
            <p:cNvPr id="1529" name="Input_receptor__1528">
              <a:extLst>
                <a:ext uri="{FF2B5EF4-FFF2-40B4-BE49-F238E27FC236}">
                  <a16:creationId xmlns:a16="http://schemas.microsoft.com/office/drawing/2014/main" id="{311623D2-A8D9-8F3F-2183-ED494429B964}"/>
                </a:ext>
              </a:extLst>
            </p:cNvPr>
            <p:cNvSpPr>
              <a:spLocks noGrp="1"/>
            </p:cNvSpPr>
            <p:nvPr/>
          </p:nvSpPr>
          <p:spPr>
            <a:xfrm>
              <a:off x="1159307" y="4827461"/>
              <a:ext cx="23800" cy="28809"/>
            </a:xfrm>
            <a:custGeom>
              <a:avLst/>
              <a:gdLst/>
              <a:ahLst/>
              <a:cxnLst/>
              <a:rect l="0" t="0" r="0" b="0"/>
              <a:pathLst>
                <a:path w="23800" h="28809">
                  <a:moveTo>
                    <a:pt x="0" y="0"/>
                  </a:moveTo>
                  <a:lnTo>
                    <a:pt x="23800" y="28809"/>
                  </a:lnTo>
                </a:path>
              </a:pathLst>
            </a:custGeom>
            <a:noFill/>
            <a:ln w="20003">
              <a:solidFill>
                <a:srgbClr val="98A8B3"/>
              </a:solidFill>
            </a:ln>
          </p:spPr>
        </p:sp>
        <p:sp>
          <p:nvSpPr>
            <p:cNvPr id="1530" name="Input_receptor__1529">
              <a:extLst>
                <a:ext uri="{FF2B5EF4-FFF2-40B4-BE49-F238E27FC236}">
                  <a16:creationId xmlns:a16="http://schemas.microsoft.com/office/drawing/2014/main" id="{208B78B6-8BD1-E553-131B-144E8AFBD06E}"/>
                </a:ext>
              </a:extLst>
            </p:cNvPr>
            <p:cNvSpPr>
              <a:spLocks noGrp="1"/>
            </p:cNvSpPr>
            <p:nvPr/>
          </p:nvSpPr>
          <p:spPr>
            <a:xfrm>
              <a:off x="695984" y="4433063"/>
              <a:ext cx="22625" cy="18734"/>
            </a:xfrm>
            <a:custGeom>
              <a:avLst/>
              <a:gdLst/>
              <a:ahLst/>
              <a:cxnLst/>
              <a:rect l="0" t="0" r="0" b="0"/>
              <a:pathLst>
                <a:path w="22625" h="18734">
                  <a:moveTo>
                    <a:pt x="22625" y="18734"/>
                  </a:moveTo>
                  <a:lnTo>
                    <a:pt x="0" y="0"/>
                  </a:lnTo>
                </a:path>
              </a:pathLst>
            </a:custGeom>
            <a:noFill/>
            <a:ln w="20003">
              <a:solidFill>
                <a:srgbClr val="98A8B3"/>
              </a:solidFill>
            </a:ln>
          </p:spPr>
        </p:sp>
        <p:sp>
          <p:nvSpPr>
            <p:cNvPr id="1531" name="Input_receptor__1530">
              <a:extLst>
                <a:ext uri="{FF2B5EF4-FFF2-40B4-BE49-F238E27FC236}">
                  <a16:creationId xmlns:a16="http://schemas.microsoft.com/office/drawing/2014/main" id="{80C582C7-A544-169A-D10F-DD3732F4CCBE}"/>
                </a:ext>
              </a:extLst>
            </p:cNvPr>
            <p:cNvSpPr>
              <a:spLocks noGrp="1"/>
            </p:cNvSpPr>
            <p:nvPr/>
          </p:nvSpPr>
          <p:spPr>
            <a:xfrm>
              <a:off x="1073690" y="4291233"/>
              <a:ext cx="33055" cy="31132"/>
            </a:xfrm>
            <a:custGeom>
              <a:avLst/>
              <a:gdLst/>
              <a:ahLst/>
              <a:cxnLst/>
              <a:rect l="0" t="0" r="0" b="0"/>
              <a:pathLst>
                <a:path w="33055" h="31132">
                  <a:moveTo>
                    <a:pt x="33055" y="0"/>
                  </a:moveTo>
                  <a:lnTo>
                    <a:pt x="0" y="31132"/>
                  </a:lnTo>
                </a:path>
              </a:pathLst>
            </a:custGeom>
            <a:noFill/>
            <a:ln w="20003">
              <a:solidFill>
                <a:srgbClr val="98A8B3"/>
              </a:solidFill>
            </a:ln>
          </p:spPr>
        </p:sp>
        <p:sp>
          <p:nvSpPr>
            <p:cNvPr id="1532" name="Input_receptor__1531">
              <a:extLst>
                <a:ext uri="{FF2B5EF4-FFF2-40B4-BE49-F238E27FC236}">
                  <a16:creationId xmlns:a16="http://schemas.microsoft.com/office/drawing/2014/main" id="{F205F4C2-84BF-C4B6-0DFD-ABD754192F90}"/>
                </a:ext>
              </a:extLst>
            </p:cNvPr>
            <p:cNvSpPr>
              <a:spLocks noGrp="1"/>
            </p:cNvSpPr>
            <p:nvPr/>
          </p:nvSpPr>
          <p:spPr>
            <a:xfrm>
              <a:off x="957114" y="4568197"/>
              <a:ext cx="7954" cy="4783"/>
            </a:xfrm>
            <a:custGeom>
              <a:avLst/>
              <a:gdLst/>
              <a:ahLst/>
              <a:cxnLst/>
              <a:rect l="0" t="0" r="0" b="0"/>
              <a:pathLst>
                <a:path w="7954" h="4783">
                  <a:moveTo>
                    <a:pt x="7954" y="0"/>
                  </a:moveTo>
                  <a:lnTo>
                    <a:pt x="0" y="4783"/>
                  </a:lnTo>
                </a:path>
              </a:pathLst>
            </a:custGeom>
            <a:noFill/>
            <a:ln w="20003">
              <a:solidFill>
                <a:srgbClr val="98A8B3"/>
              </a:solidFill>
            </a:ln>
          </p:spPr>
        </p:sp>
        <p:sp>
          <p:nvSpPr>
            <p:cNvPr id="1533" name="Input_receptor__1532">
              <a:extLst>
                <a:ext uri="{FF2B5EF4-FFF2-40B4-BE49-F238E27FC236}">
                  <a16:creationId xmlns:a16="http://schemas.microsoft.com/office/drawing/2014/main" id="{A1B00C32-899E-A0DB-5FFB-2DFADB35AD00}"/>
                </a:ext>
              </a:extLst>
            </p:cNvPr>
            <p:cNvSpPr>
              <a:spLocks noGrp="1"/>
            </p:cNvSpPr>
            <p:nvPr/>
          </p:nvSpPr>
          <p:spPr>
            <a:xfrm>
              <a:off x="1267761" y="4559203"/>
              <a:ext cx="20251" cy="20933"/>
            </a:xfrm>
            <a:custGeom>
              <a:avLst/>
              <a:gdLst/>
              <a:ahLst/>
              <a:cxnLst/>
              <a:rect l="0" t="0" r="0" b="0"/>
              <a:pathLst>
                <a:path w="20251" h="20933">
                  <a:moveTo>
                    <a:pt x="0" y="0"/>
                  </a:moveTo>
                  <a:lnTo>
                    <a:pt x="20251" y="20933"/>
                  </a:lnTo>
                </a:path>
              </a:pathLst>
            </a:custGeom>
            <a:noFill/>
            <a:ln w="8096">
              <a:solidFill>
                <a:srgbClr val="98A8B3"/>
              </a:solidFill>
            </a:ln>
          </p:spPr>
        </p:sp>
        <p:sp>
          <p:nvSpPr>
            <p:cNvPr id="1534" name="Input_receptor__1533">
              <a:extLst>
                <a:ext uri="{FF2B5EF4-FFF2-40B4-BE49-F238E27FC236}">
                  <a16:creationId xmlns:a16="http://schemas.microsoft.com/office/drawing/2014/main" id="{83F080FE-C3DD-E5CB-7094-DC281F535353}"/>
                </a:ext>
              </a:extLst>
            </p:cNvPr>
            <p:cNvSpPr>
              <a:spLocks noGrp="1"/>
            </p:cNvSpPr>
            <p:nvPr/>
          </p:nvSpPr>
          <p:spPr>
            <a:xfrm>
              <a:off x="1667749" y="4352009"/>
              <a:ext cx="18214" cy="33396"/>
            </a:xfrm>
            <a:custGeom>
              <a:avLst/>
              <a:gdLst/>
              <a:ahLst/>
              <a:cxnLst/>
              <a:rect l="0" t="0" r="0" b="0"/>
              <a:pathLst>
                <a:path w="18214" h="33396">
                  <a:moveTo>
                    <a:pt x="18214" y="33396"/>
                  </a:moveTo>
                  <a:lnTo>
                    <a:pt x="0" y="0"/>
                  </a:lnTo>
                </a:path>
              </a:pathLst>
            </a:custGeom>
            <a:noFill/>
            <a:ln w="8096">
              <a:solidFill>
                <a:srgbClr val="98A8B3"/>
              </a:solidFill>
            </a:ln>
          </p:spPr>
        </p:sp>
        <p:sp>
          <p:nvSpPr>
            <p:cNvPr id="1535" name="Input_receptor__1534">
              <a:extLst>
                <a:ext uri="{FF2B5EF4-FFF2-40B4-BE49-F238E27FC236}">
                  <a16:creationId xmlns:a16="http://schemas.microsoft.com/office/drawing/2014/main" id="{2AA07D67-3FE4-2B40-D3F5-8F4CEF5C6361}"/>
                </a:ext>
              </a:extLst>
            </p:cNvPr>
            <p:cNvSpPr>
              <a:spLocks noGrp="1"/>
            </p:cNvSpPr>
            <p:nvPr/>
          </p:nvSpPr>
          <p:spPr>
            <a:xfrm>
              <a:off x="1479192" y="4814164"/>
              <a:ext cx="270" cy="21437"/>
            </a:xfrm>
            <a:custGeom>
              <a:avLst/>
              <a:gdLst/>
              <a:ahLst/>
              <a:cxnLst/>
              <a:rect l="0" t="0" r="0" b="0"/>
              <a:pathLst>
                <a:path w="270" h="21437">
                  <a:moveTo>
                    <a:pt x="270" y="0"/>
                  </a:moveTo>
                  <a:lnTo>
                    <a:pt x="0" y="21437"/>
                  </a:lnTo>
                </a:path>
              </a:pathLst>
            </a:custGeom>
            <a:noFill/>
            <a:ln w="20003">
              <a:solidFill>
                <a:srgbClr val="98A8B3"/>
              </a:solidFill>
            </a:ln>
          </p:spPr>
        </p:sp>
        <p:sp>
          <p:nvSpPr>
            <p:cNvPr id="1536" name="Input_receptor__1535">
              <a:extLst>
                <a:ext uri="{FF2B5EF4-FFF2-40B4-BE49-F238E27FC236}">
                  <a16:creationId xmlns:a16="http://schemas.microsoft.com/office/drawing/2014/main" id="{7E147AF2-B645-34EE-4AFD-A67FFDA7431E}"/>
                </a:ext>
              </a:extLst>
            </p:cNvPr>
            <p:cNvSpPr>
              <a:spLocks noGrp="1"/>
            </p:cNvSpPr>
            <p:nvPr/>
          </p:nvSpPr>
          <p:spPr>
            <a:xfrm>
              <a:off x="910402" y="4438432"/>
              <a:ext cx="574" cy="38360"/>
            </a:xfrm>
            <a:custGeom>
              <a:avLst/>
              <a:gdLst/>
              <a:ahLst/>
              <a:cxnLst/>
              <a:rect l="0" t="0" r="0" b="0"/>
              <a:pathLst>
                <a:path w="574" h="38360">
                  <a:moveTo>
                    <a:pt x="574" y="0"/>
                  </a:moveTo>
                  <a:lnTo>
                    <a:pt x="0" y="38360"/>
                  </a:lnTo>
                </a:path>
              </a:pathLst>
            </a:custGeom>
            <a:noFill/>
            <a:ln w="8096">
              <a:solidFill>
                <a:srgbClr val="98A8B3"/>
              </a:solidFill>
            </a:ln>
          </p:spPr>
        </p:sp>
        <p:sp>
          <p:nvSpPr>
            <p:cNvPr id="1537" name="Input_receptor__1536">
              <a:extLst>
                <a:ext uri="{FF2B5EF4-FFF2-40B4-BE49-F238E27FC236}">
                  <a16:creationId xmlns:a16="http://schemas.microsoft.com/office/drawing/2014/main" id="{7B961F1D-5788-A331-B3E5-22FFE95D7451}"/>
                </a:ext>
              </a:extLst>
            </p:cNvPr>
            <p:cNvSpPr>
              <a:spLocks noGrp="1"/>
            </p:cNvSpPr>
            <p:nvPr/>
          </p:nvSpPr>
          <p:spPr>
            <a:xfrm>
              <a:off x="632004" y="4688848"/>
              <a:ext cx="23887" cy="17885"/>
            </a:xfrm>
            <a:custGeom>
              <a:avLst/>
              <a:gdLst/>
              <a:ahLst/>
              <a:cxnLst/>
              <a:rect l="0" t="0" r="0" b="0"/>
              <a:pathLst>
                <a:path w="23887" h="17885">
                  <a:moveTo>
                    <a:pt x="23887" y="0"/>
                  </a:moveTo>
                  <a:lnTo>
                    <a:pt x="0" y="17885"/>
                  </a:lnTo>
                </a:path>
              </a:pathLst>
            </a:custGeom>
            <a:noFill/>
            <a:ln w="8096">
              <a:solidFill>
                <a:srgbClr val="98A8B3"/>
              </a:solidFill>
            </a:ln>
          </p:spPr>
        </p:sp>
        <p:sp>
          <p:nvSpPr>
            <p:cNvPr id="1538" name="Input_receptor__1537">
              <a:extLst>
                <a:ext uri="{FF2B5EF4-FFF2-40B4-BE49-F238E27FC236}">
                  <a16:creationId xmlns:a16="http://schemas.microsoft.com/office/drawing/2014/main" id="{1229CB3C-D723-82B0-B0C4-B04BBFCC2099}"/>
                </a:ext>
              </a:extLst>
            </p:cNvPr>
            <p:cNvSpPr>
              <a:spLocks noGrp="1"/>
            </p:cNvSpPr>
            <p:nvPr/>
          </p:nvSpPr>
          <p:spPr>
            <a:xfrm>
              <a:off x="1549402" y="4678677"/>
              <a:ext cx="46712" cy="8734"/>
            </a:xfrm>
            <a:custGeom>
              <a:avLst/>
              <a:gdLst/>
              <a:ahLst/>
              <a:cxnLst/>
              <a:rect l="0" t="0" r="0" b="0"/>
              <a:pathLst>
                <a:path w="46712" h="8734">
                  <a:moveTo>
                    <a:pt x="46712" y="0"/>
                  </a:moveTo>
                  <a:lnTo>
                    <a:pt x="0" y="8734"/>
                  </a:lnTo>
                </a:path>
              </a:pathLst>
            </a:custGeom>
            <a:noFill/>
            <a:ln w="20003">
              <a:solidFill>
                <a:srgbClr val="98A8B3"/>
              </a:solidFill>
            </a:ln>
          </p:spPr>
        </p:sp>
        <p:sp>
          <p:nvSpPr>
            <p:cNvPr id="1539" name="Input_receptor__1538">
              <a:extLst>
                <a:ext uri="{FF2B5EF4-FFF2-40B4-BE49-F238E27FC236}">
                  <a16:creationId xmlns:a16="http://schemas.microsoft.com/office/drawing/2014/main" id="{AF5FAC83-7EC1-F802-C0A1-C5009A8E56E0}"/>
                </a:ext>
              </a:extLst>
            </p:cNvPr>
            <p:cNvSpPr>
              <a:spLocks noGrp="1"/>
            </p:cNvSpPr>
            <p:nvPr/>
          </p:nvSpPr>
          <p:spPr>
            <a:xfrm>
              <a:off x="1440552" y="4630055"/>
              <a:ext cx="42180" cy="21952"/>
            </a:xfrm>
            <a:custGeom>
              <a:avLst/>
              <a:gdLst/>
              <a:ahLst/>
              <a:cxnLst/>
              <a:rect l="0" t="0" r="0" b="0"/>
              <a:pathLst>
                <a:path w="42180" h="21952">
                  <a:moveTo>
                    <a:pt x="42180" y="21952"/>
                  </a:moveTo>
                  <a:lnTo>
                    <a:pt x="0" y="0"/>
                  </a:lnTo>
                </a:path>
              </a:pathLst>
            </a:custGeom>
            <a:noFill/>
            <a:ln w="20003">
              <a:solidFill>
                <a:srgbClr val="98A8B3"/>
              </a:solidFill>
            </a:ln>
          </p:spPr>
        </p:sp>
        <p:sp>
          <p:nvSpPr>
            <p:cNvPr id="1540" name="Input_receptor__1539">
              <a:extLst>
                <a:ext uri="{FF2B5EF4-FFF2-40B4-BE49-F238E27FC236}">
                  <a16:creationId xmlns:a16="http://schemas.microsoft.com/office/drawing/2014/main" id="{FC310D69-34A5-EFA0-4F3B-1102A33EF3E8}"/>
                </a:ext>
              </a:extLst>
            </p:cNvPr>
            <p:cNvSpPr>
              <a:spLocks noGrp="1"/>
            </p:cNvSpPr>
            <p:nvPr/>
          </p:nvSpPr>
          <p:spPr>
            <a:xfrm>
              <a:off x="1106746" y="4277429"/>
              <a:ext cx="45287" cy="13804"/>
            </a:xfrm>
            <a:custGeom>
              <a:avLst/>
              <a:gdLst/>
              <a:ahLst/>
              <a:cxnLst/>
              <a:rect l="0" t="0" r="0" b="0"/>
              <a:pathLst>
                <a:path w="45287" h="13804">
                  <a:moveTo>
                    <a:pt x="45287" y="0"/>
                  </a:moveTo>
                  <a:lnTo>
                    <a:pt x="0" y="13804"/>
                  </a:lnTo>
                </a:path>
              </a:pathLst>
            </a:custGeom>
            <a:noFill/>
            <a:ln w="8096">
              <a:solidFill>
                <a:srgbClr val="98A8B3"/>
              </a:solidFill>
            </a:ln>
          </p:spPr>
        </p:sp>
        <p:sp>
          <p:nvSpPr>
            <p:cNvPr id="1541" name="Input_receptor__1540">
              <a:extLst>
                <a:ext uri="{FF2B5EF4-FFF2-40B4-BE49-F238E27FC236}">
                  <a16:creationId xmlns:a16="http://schemas.microsoft.com/office/drawing/2014/main" id="{EE128600-1E68-2D70-6ABC-FDF55A3AF135}"/>
                </a:ext>
              </a:extLst>
            </p:cNvPr>
            <p:cNvSpPr>
              <a:spLocks noGrp="1"/>
            </p:cNvSpPr>
            <p:nvPr/>
          </p:nvSpPr>
          <p:spPr>
            <a:xfrm>
              <a:off x="1514047" y="4784544"/>
              <a:ext cx="25957" cy="37812"/>
            </a:xfrm>
            <a:custGeom>
              <a:avLst/>
              <a:gdLst/>
              <a:ahLst/>
              <a:cxnLst/>
              <a:rect l="0" t="0" r="0" b="0"/>
              <a:pathLst>
                <a:path w="25957" h="37812">
                  <a:moveTo>
                    <a:pt x="25957" y="37812"/>
                  </a:moveTo>
                  <a:lnTo>
                    <a:pt x="0" y="0"/>
                  </a:lnTo>
                </a:path>
              </a:pathLst>
            </a:custGeom>
            <a:noFill/>
            <a:ln w="20003">
              <a:solidFill>
                <a:srgbClr val="98A8B3"/>
              </a:solidFill>
            </a:ln>
          </p:spPr>
        </p:sp>
        <p:sp>
          <p:nvSpPr>
            <p:cNvPr id="1542" name="Input_receptor__1541">
              <a:extLst>
                <a:ext uri="{FF2B5EF4-FFF2-40B4-BE49-F238E27FC236}">
                  <a16:creationId xmlns:a16="http://schemas.microsoft.com/office/drawing/2014/main" id="{8E4CD086-2BC1-A550-9315-E302233ACDE1}"/>
                </a:ext>
              </a:extLst>
            </p:cNvPr>
            <p:cNvSpPr>
              <a:spLocks noGrp="1"/>
            </p:cNvSpPr>
            <p:nvPr/>
          </p:nvSpPr>
          <p:spPr>
            <a:xfrm>
              <a:off x="1363787" y="4247827"/>
              <a:ext cx="27203" cy="39429"/>
            </a:xfrm>
            <a:custGeom>
              <a:avLst/>
              <a:gdLst/>
              <a:ahLst/>
              <a:cxnLst/>
              <a:rect l="0" t="0" r="0" b="0"/>
              <a:pathLst>
                <a:path w="27203" h="39429">
                  <a:moveTo>
                    <a:pt x="27203" y="39429"/>
                  </a:moveTo>
                  <a:lnTo>
                    <a:pt x="0" y="0"/>
                  </a:lnTo>
                </a:path>
              </a:pathLst>
            </a:custGeom>
            <a:noFill/>
            <a:ln w="8096">
              <a:solidFill>
                <a:srgbClr val="98A8B3"/>
              </a:solidFill>
            </a:ln>
          </p:spPr>
        </p:sp>
        <p:sp>
          <p:nvSpPr>
            <p:cNvPr id="1543" name="Input_receptor__1542">
              <a:extLst>
                <a:ext uri="{FF2B5EF4-FFF2-40B4-BE49-F238E27FC236}">
                  <a16:creationId xmlns:a16="http://schemas.microsoft.com/office/drawing/2014/main" id="{E9BF7BD8-58C9-E676-9CA0-966D984209FC}"/>
                </a:ext>
              </a:extLst>
            </p:cNvPr>
            <p:cNvSpPr>
              <a:spLocks noGrp="1"/>
            </p:cNvSpPr>
            <p:nvPr/>
          </p:nvSpPr>
          <p:spPr>
            <a:xfrm>
              <a:off x="706656" y="4518480"/>
              <a:ext cx="5139" cy="41743"/>
            </a:xfrm>
            <a:custGeom>
              <a:avLst/>
              <a:gdLst/>
              <a:ahLst/>
              <a:cxnLst/>
              <a:rect l="0" t="0" r="0" b="0"/>
              <a:pathLst>
                <a:path w="5139" h="41743">
                  <a:moveTo>
                    <a:pt x="5139" y="41743"/>
                  </a:moveTo>
                  <a:lnTo>
                    <a:pt x="0" y="0"/>
                  </a:lnTo>
                </a:path>
              </a:pathLst>
            </a:custGeom>
            <a:noFill/>
            <a:ln w="20003">
              <a:solidFill>
                <a:srgbClr val="98A8B3"/>
              </a:solidFill>
            </a:ln>
          </p:spPr>
        </p:sp>
        <p:sp>
          <p:nvSpPr>
            <p:cNvPr id="1544" name="Input_receptor__1543">
              <a:extLst>
                <a:ext uri="{FF2B5EF4-FFF2-40B4-BE49-F238E27FC236}">
                  <a16:creationId xmlns:a16="http://schemas.microsoft.com/office/drawing/2014/main" id="{8C6BF5AF-D914-3374-96C3-FEDADF0501D6}"/>
                </a:ext>
              </a:extLst>
            </p:cNvPr>
            <p:cNvSpPr>
              <a:spLocks noGrp="1"/>
            </p:cNvSpPr>
            <p:nvPr/>
          </p:nvSpPr>
          <p:spPr>
            <a:xfrm>
              <a:off x="860157" y="4616362"/>
              <a:ext cx="10184" cy="43232"/>
            </a:xfrm>
            <a:custGeom>
              <a:avLst/>
              <a:gdLst/>
              <a:ahLst/>
              <a:cxnLst/>
              <a:rect l="0" t="0" r="0" b="0"/>
              <a:pathLst>
                <a:path w="10184" h="43232">
                  <a:moveTo>
                    <a:pt x="0" y="0"/>
                  </a:moveTo>
                  <a:lnTo>
                    <a:pt x="10184" y="43232"/>
                  </a:lnTo>
                </a:path>
              </a:pathLst>
            </a:custGeom>
            <a:noFill/>
            <a:ln w="20003">
              <a:solidFill>
                <a:srgbClr val="98A8B3"/>
              </a:solidFill>
            </a:ln>
          </p:spPr>
        </p:sp>
        <p:sp>
          <p:nvSpPr>
            <p:cNvPr id="1545" name="Input_receptor__1544">
              <a:extLst>
                <a:ext uri="{FF2B5EF4-FFF2-40B4-BE49-F238E27FC236}">
                  <a16:creationId xmlns:a16="http://schemas.microsoft.com/office/drawing/2014/main" id="{44739E16-7CF1-FDB0-0800-C0B75A5DBBF5}"/>
                </a:ext>
              </a:extLst>
            </p:cNvPr>
            <p:cNvSpPr>
              <a:spLocks noGrp="1"/>
            </p:cNvSpPr>
            <p:nvPr/>
          </p:nvSpPr>
          <p:spPr>
            <a:xfrm>
              <a:off x="875590" y="4420232"/>
              <a:ext cx="35386" cy="18200"/>
            </a:xfrm>
            <a:custGeom>
              <a:avLst/>
              <a:gdLst/>
              <a:ahLst/>
              <a:cxnLst/>
              <a:rect l="0" t="0" r="0" b="0"/>
              <a:pathLst>
                <a:path w="35386" h="18200">
                  <a:moveTo>
                    <a:pt x="0" y="0"/>
                  </a:moveTo>
                  <a:lnTo>
                    <a:pt x="35386" y="18200"/>
                  </a:lnTo>
                </a:path>
              </a:pathLst>
            </a:custGeom>
            <a:noFill/>
            <a:ln w="20003">
              <a:solidFill>
                <a:srgbClr val="98A8B3"/>
              </a:solidFill>
            </a:ln>
          </p:spPr>
        </p:sp>
        <p:sp>
          <p:nvSpPr>
            <p:cNvPr id="1546" name="Input_receptor__1545">
              <a:extLst>
                <a:ext uri="{FF2B5EF4-FFF2-40B4-BE49-F238E27FC236}">
                  <a16:creationId xmlns:a16="http://schemas.microsoft.com/office/drawing/2014/main" id="{85267445-E712-BFCA-C0CA-74D8A1DE1918}"/>
                </a:ext>
              </a:extLst>
            </p:cNvPr>
            <p:cNvSpPr>
              <a:spLocks noGrp="1"/>
            </p:cNvSpPr>
            <p:nvPr/>
          </p:nvSpPr>
          <p:spPr>
            <a:xfrm>
              <a:off x="1596115" y="4678677"/>
              <a:ext cx="7012" cy="47712"/>
            </a:xfrm>
            <a:custGeom>
              <a:avLst/>
              <a:gdLst/>
              <a:ahLst/>
              <a:cxnLst/>
              <a:rect l="0" t="0" r="0" b="0"/>
              <a:pathLst>
                <a:path w="7012" h="47712">
                  <a:moveTo>
                    <a:pt x="7012" y="47712"/>
                  </a:moveTo>
                  <a:lnTo>
                    <a:pt x="0" y="0"/>
                  </a:lnTo>
                </a:path>
              </a:pathLst>
            </a:custGeom>
            <a:noFill/>
            <a:ln w="20003">
              <a:solidFill>
                <a:srgbClr val="98A8B4"/>
              </a:solidFill>
            </a:ln>
          </p:spPr>
        </p:sp>
        <p:sp>
          <p:nvSpPr>
            <p:cNvPr id="1547" name="Input_receptor__1546">
              <a:extLst>
                <a:ext uri="{FF2B5EF4-FFF2-40B4-BE49-F238E27FC236}">
                  <a16:creationId xmlns:a16="http://schemas.microsoft.com/office/drawing/2014/main" id="{8A232C86-B636-BD21-4D25-DAD47E9ACFC8}"/>
                </a:ext>
              </a:extLst>
            </p:cNvPr>
            <p:cNvSpPr>
              <a:spLocks noGrp="1"/>
            </p:cNvSpPr>
            <p:nvPr/>
          </p:nvSpPr>
          <p:spPr>
            <a:xfrm>
              <a:off x="1667749" y="4312424"/>
              <a:ext cx="16303" cy="39585"/>
            </a:xfrm>
            <a:custGeom>
              <a:avLst/>
              <a:gdLst/>
              <a:ahLst/>
              <a:cxnLst/>
              <a:rect l="0" t="0" r="0" b="0"/>
              <a:pathLst>
                <a:path w="16303" h="39585">
                  <a:moveTo>
                    <a:pt x="0" y="39585"/>
                  </a:moveTo>
                  <a:lnTo>
                    <a:pt x="16303" y="0"/>
                  </a:lnTo>
                </a:path>
              </a:pathLst>
            </a:custGeom>
            <a:noFill/>
            <a:ln w="20003">
              <a:solidFill>
                <a:srgbClr val="98A8B4"/>
              </a:solidFill>
            </a:ln>
          </p:spPr>
        </p:sp>
        <p:sp>
          <p:nvSpPr>
            <p:cNvPr id="1548" name="Input_receptor__1547">
              <a:extLst>
                <a:ext uri="{FF2B5EF4-FFF2-40B4-BE49-F238E27FC236}">
                  <a16:creationId xmlns:a16="http://schemas.microsoft.com/office/drawing/2014/main" id="{F5CBAAC4-3030-5E1A-AE56-979944101DD3}"/>
                </a:ext>
              </a:extLst>
            </p:cNvPr>
            <p:cNvSpPr>
              <a:spLocks noGrp="1"/>
            </p:cNvSpPr>
            <p:nvPr/>
          </p:nvSpPr>
          <p:spPr>
            <a:xfrm>
              <a:off x="1403833" y="4435529"/>
              <a:ext cx="5773" cy="2016"/>
            </a:xfrm>
            <a:custGeom>
              <a:avLst/>
              <a:gdLst/>
              <a:ahLst/>
              <a:cxnLst/>
              <a:rect l="0" t="0" r="0" b="0"/>
              <a:pathLst>
                <a:path w="5773" h="2016">
                  <a:moveTo>
                    <a:pt x="5773" y="2016"/>
                  </a:moveTo>
                  <a:lnTo>
                    <a:pt x="0" y="0"/>
                  </a:lnTo>
                </a:path>
              </a:pathLst>
            </a:custGeom>
            <a:noFill/>
            <a:ln w="20003">
              <a:solidFill>
                <a:srgbClr val="98A8B4"/>
              </a:solidFill>
            </a:ln>
          </p:spPr>
        </p:sp>
        <p:sp>
          <p:nvSpPr>
            <p:cNvPr id="1549" name="Input_receptor__1548">
              <a:extLst>
                <a:ext uri="{FF2B5EF4-FFF2-40B4-BE49-F238E27FC236}">
                  <a16:creationId xmlns:a16="http://schemas.microsoft.com/office/drawing/2014/main" id="{7B87F066-C763-B7E1-73BC-DB4E7930F47E}"/>
                </a:ext>
              </a:extLst>
            </p:cNvPr>
            <p:cNvSpPr>
              <a:spLocks noGrp="1"/>
            </p:cNvSpPr>
            <p:nvPr/>
          </p:nvSpPr>
          <p:spPr>
            <a:xfrm>
              <a:off x="993596" y="5011313"/>
              <a:ext cx="2992" cy="18681"/>
            </a:xfrm>
            <a:custGeom>
              <a:avLst/>
              <a:gdLst/>
              <a:ahLst/>
              <a:cxnLst/>
              <a:rect l="0" t="0" r="0" b="0"/>
              <a:pathLst>
                <a:path w="2992" h="18681">
                  <a:moveTo>
                    <a:pt x="2992" y="18681"/>
                  </a:moveTo>
                  <a:lnTo>
                    <a:pt x="0" y="0"/>
                  </a:lnTo>
                </a:path>
              </a:pathLst>
            </a:custGeom>
            <a:noFill/>
            <a:ln w="8096">
              <a:solidFill>
                <a:srgbClr val="98A8B4"/>
              </a:solidFill>
            </a:ln>
          </p:spPr>
        </p:sp>
        <p:sp>
          <p:nvSpPr>
            <p:cNvPr id="1550" name="Input_receptor__1549">
              <a:extLst>
                <a:ext uri="{FF2B5EF4-FFF2-40B4-BE49-F238E27FC236}">
                  <a16:creationId xmlns:a16="http://schemas.microsoft.com/office/drawing/2014/main" id="{9CA882B2-C849-421D-3EDE-0AA55F3D17AE}"/>
                </a:ext>
              </a:extLst>
            </p:cNvPr>
            <p:cNvSpPr>
              <a:spLocks noGrp="1"/>
            </p:cNvSpPr>
            <p:nvPr/>
          </p:nvSpPr>
          <p:spPr>
            <a:xfrm>
              <a:off x="1384177" y="4185704"/>
              <a:ext cx="20925" cy="20446"/>
            </a:xfrm>
            <a:custGeom>
              <a:avLst/>
              <a:gdLst/>
              <a:ahLst/>
              <a:cxnLst/>
              <a:rect l="0" t="0" r="0" b="0"/>
              <a:pathLst>
                <a:path w="20925" h="20446">
                  <a:moveTo>
                    <a:pt x="0" y="20446"/>
                  </a:moveTo>
                  <a:lnTo>
                    <a:pt x="20925" y="0"/>
                  </a:lnTo>
                </a:path>
              </a:pathLst>
            </a:custGeom>
            <a:noFill/>
            <a:ln w="8096">
              <a:solidFill>
                <a:srgbClr val="98A8B4"/>
              </a:solidFill>
            </a:ln>
          </p:spPr>
        </p:sp>
        <p:sp>
          <p:nvSpPr>
            <p:cNvPr id="1551" name="Input_receptor__1550">
              <a:extLst>
                <a:ext uri="{FF2B5EF4-FFF2-40B4-BE49-F238E27FC236}">
                  <a16:creationId xmlns:a16="http://schemas.microsoft.com/office/drawing/2014/main" id="{BB1DAECB-9ADF-BDC3-888D-24D40E033DF7}"/>
                </a:ext>
              </a:extLst>
            </p:cNvPr>
            <p:cNvSpPr>
              <a:spLocks noGrp="1"/>
            </p:cNvSpPr>
            <p:nvPr/>
          </p:nvSpPr>
          <p:spPr>
            <a:xfrm>
              <a:off x="869250" y="4846782"/>
              <a:ext cx="42080" cy="4033"/>
            </a:xfrm>
            <a:custGeom>
              <a:avLst/>
              <a:gdLst/>
              <a:ahLst/>
              <a:cxnLst/>
              <a:rect l="0" t="0" r="0" b="0"/>
              <a:pathLst>
                <a:path w="42080" h="4033">
                  <a:moveTo>
                    <a:pt x="0" y="4033"/>
                  </a:moveTo>
                  <a:lnTo>
                    <a:pt x="42080" y="0"/>
                  </a:lnTo>
                </a:path>
              </a:pathLst>
            </a:custGeom>
            <a:noFill/>
            <a:ln w="8096">
              <a:solidFill>
                <a:srgbClr val="98A9B4"/>
              </a:solidFill>
            </a:ln>
          </p:spPr>
        </p:sp>
        <p:sp>
          <p:nvSpPr>
            <p:cNvPr id="1552" name="Input_receptor__1551">
              <a:extLst>
                <a:ext uri="{FF2B5EF4-FFF2-40B4-BE49-F238E27FC236}">
                  <a16:creationId xmlns:a16="http://schemas.microsoft.com/office/drawing/2014/main" id="{B032BEC8-AA79-9DA0-2B20-4A7F35003162}"/>
                </a:ext>
              </a:extLst>
            </p:cNvPr>
            <p:cNvSpPr>
              <a:spLocks noGrp="1"/>
            </p:cNvSpPr>
            <p:nvPr/>
          </p:nvSpPr>
          <p:spPr>
            <a:xfrm>
              <a:off x="1372496" y="4546616"/>
              <a:ext cx="14082" cy="37830"/>
            </a:xfrm>
            <a:custGeom>
              <a:avLst/>
              <a:gdLst/>
              <a:ahLst/>
              <a:cxnLst/>
              <a:rect l="0" t="0" r="0" b="0"/>
              <a:pathLst>
                <a:path w="14082" h="37830">
                  <a:moveTo>
                    <a:pt x="14082" y="0"/>
                  </a:moveTo>
                  <a:lnTo>
                    <a:pt x="0" y="37830"/>
                  </a:lnTo>
                </a:path>
              </a:pathLst>
            </a:custGeom>
            <a:noFill/>
            <a:ln w="8096">
              <a:solidFill>
                <a:srgbClr val="98A9B4"/>
              </a:solidFill>
            </a:ln>
          </p:spPr>
        </p:sp>
        <p:sp>
          <p:nvSpPr>
            <p:cNvPr id="1553" name="Input_receptor__1552">
              <a:extLst>
                <a:ext uri="{FF2B5EF4-FFF2-40B4-BE49-F238E27FC236}">
                  <a16:creationId xmlns:a16="http://schemas.microsoft.com/office/drawing/2014/main" id="{BAF9EB2F-F019-31B5-0583-E4147F92B2EA}"/>
                </a:ext>
              </a:extLst>
            </p:cNvPr>
            <p:cNvSpPr>
              <a:spLocks noGrp="1"/>
            </p:cNvSpPr>
            <p:nvPr/>
          </p:nvSpPr>
          <p:spPr>
            <a:xfrm>
              <a:off x="1260004" y="4621733"/>
              <a:ext cx="8330" cy="592"/>
            </a:xfrm>
            <a:custGeom>
              <a:avLst/>
              <a:gdLst/>
              <a:ahLst/>
              <a:cxnLst/>
              <a:rect l="0" t="0" r="0" b="0"/>
              <a:pathLst>
                <a:path w="8330" h="592">
                  <a:moveTo>
                    <a:pt x="0" y="592"/>
                  </a:moveTo>
                  <a:lnTo>
                    <a:pt x="8330" y="0"/>
                  </a:lnTo>
                </a:path>
              </a:pathLst>
            </a:custGeom>
            <a:noFill/>
            <a:ln w="8096">
              <a:solidFill>
                <a:srgbClr val="98A9B4"/>
              </a:solidFill>
            </a:ln>
          </p:spPr>
        </p:sp>
        <p:sp>
          <p:nvSpPr>
            <p:cNvPr id="1554" name="Input_receptor__1553">
              <a:extLst>
                <a:ext uri="{FF2B5EF4-FFF2-40B4-BE49-F238E27FC236}">
                  <a16:creationId xmlns:a16="http://schemas.microsoft.com/office/drawing/2014/main" id="{16A92218-9CBB-283C-43E4-D0C9C0EC21A1}"/>
                </a:ext>
              </a:extLst>
            </p:cNvPr>
            <p:cNvSpPr>
              <a:spLocks noGrp="1"/>
            </p:cNvSpPr>
            <p:nvPr/>
          </p:nvSpPr>
          <p:spPr>
            <a:xfrm>
              <a:off x="821641" y="4942030"/>
              <a:ext cx="24925" cy="21904"/>
            </a:xfrm>
            <a:custGeom>
              <a:avLst/>
              <a:gdLst/>
              <a:ahLst/>
              <a:cxnLst/>
              <a:rect l="0" t="0" r="0" b="0"/>
              <a:pathLst>
                <a:path w="24925" h="21904">
                  <a:moveTo>
                    <a:pt x="24925" y="21904"/>
                  </a:moveTo>
                  <a:lnTo>
                    <a:pt x="0" y="0"/>
                  </a:lnTo>
                </a:path>
              </a:pathLst>
            </a:custGeom>
            <a:noFill/>
            <a:ln w="8096">
              <a:solidFill>
                <a:srgbClr val="98A9B4"/>
              </a:solidFill>
            </a:ln>
          </p:spPr>
        </p:sp>
        <p:sp>
          <p:nvSpPr>
            <p:cNvPr id="1555" name="Input_receptor__1554">
              <a:extLst>
                <a:ext uri="{FF2B5EF4-FFF2-40B4-BE49-F238E27FC236}">
                  <a16:creationId xmlns:a16="http://schemas.microsoft.com/office/drawing/2014/main" id="{5FE61B1B-BE52-E87F-DD5E-24BEF43DD903}"/>
                </a:ext>
              </a:extLst>
            </p:cNvPr>
            <p:cNvSpPr>
              <a:spLocks noGrp="1"/>
            </p:cNvSpPr>
            <p:nvPr/>
          </p:nvSpPr>
          <p:spPr>
            <a:xfrm>
              <a:off x="1390990" y="4269223"/>
              <a:ext cx="42698" cy="18034"/>
            </a:xfrm>
            <a:custGeom>
              <a:avLst/>
              <a:gdLst/>
              <a:ahLst/>
              <a:cxnLst/>
              <a:rect l="0" t="0" r="0" b="0"/>
              <a:pathLst>
                <a:path w="42698" h="18034">
                  <a:moveTo>
                    <a:pt x="42698" y="0"/>
                  </a:moveTo>
                  <a:lnTo>
                    <a:pt x="0" y="18034"/>
                  </a:lnTo>
                </a:path>
              </a:pathLst>
            </a:custGeom>
            <a:noFill/>
            <a:ln w="8096">
              <a:solidFill>
                <a:srgbClr val="98A9B4"/>
              </a:solidFill>
            </a:ln>
          </p:spPr>
        </p:sp>
        <p:sp>
          <p:nvSpPr>
            <p:cNvPr id="1556" name="Input_receptor__1555">
              <a:extLst>
                <a:ext uri="{FF2B5EF4-FFF2-40B4-BE49-F238E27FC236}">
                  <a16:creationId xmlns:a16="http://schemas.microsoft.com/office/drawing/2014/main" id="{FC24DAB2-849A-7318-9C7F-816020EC6CC5}"/>
                </a:ext>
              </a:extLst>
            </p:cNvPr>
            <p:cNvSpPr>
              <a:spLocks noGrp="1"/>
            </p:cNvSpPr>
            <p:nvPr/>
          </p:nvSpPr>
          <p:spPr>
            <a:xfrm>
              <a:off x="823834" y="4451353"/>
              <a:ext cx="28802" cy="11105"/>
            </a:xfrm>
            <a:custGeom>
              <a:avLst/>
              <a:gdLst/>
              <a:ahLst/>
              <a:cxnLst/>
              <a:rect l="0" t="0" r="0" b="0"/>
              <a:pathLst>
                <a:path w="28802" h="11105">
                  <a:moveTo>
                    <a:pt x="0" y="0"/>
                  </a:moveTo>
                  <a:lnTo>
                    <a:pt x="28802" y="11105"/>
                  </a:lnTo>
                </a:path>
              </a:pathLst>
            </a:custGeom>
            <a:noFill/>
            <a:ln w="20003">
              <a:solidFill>
                <a:srgbClr val="98A9B4"/>
              </a:solidFill>
            </a:ln>
          </p:spPr>
        </p:sp>
        <p:sp>
          <p:nvSpPr>
            <p:cNvPr id="1557" name="Input_receptor__1556">
              <a:extLst>
                <a:ext uri="{FF2B5EF4-FFF2-40B4-BE49-F238E27FC236}">
                  <a16:creationId xmlns:a16="http://schemas.microsoft.com/office/drawing/2014/main" id="{3C1C3B50-D8BA-2974-27FA-F8F1A2ECE9C8}"/>
                </a:ext>
              </a:extLst>
            </p:cNvPr>
            <p:cNvSpPr>
              <a:spLocks noGrp="1"/>
            </p:cNvSpPr>
            <p:nvPr/>
          </p:nvSpPr>
          <p:spPr>
            <a:xfrm>
              <a:off x="1375645" y="4673273"/>
              <a:ext cx="45257" cy="14722"/>
            </a:xfrm>
            <a:custGeom>
              <a:avLst/>
              <a:gdLst/>
              <a:ahLst/>
              <a:cxnLst/>
              <a:rect l="0" t="0" r="0" b="0"/>
              <a:pathLst>
                <a:path w="45257" h="14722">
                  <a:moveTo>
                    <a:pt x="45257" y="14722"/>
                  </a:moveTo>
                  <a:lnTo>
                    <a:pt x="0" y="0"/>
                  </a:lnTo>
                </a:path>
              </a:pathLst>
            </a:custGeom>
            <a:noFill/>
            <a:ln w="20003">
              <a:solidFill>
                <a:srgbClr val="98A9B4"/>
              </a:solidFill>
            </a:ln>
          </p:spPr>
        </p:sp>
        <p:sp>
          <p:nvSpPr>
            <p:cNvPr id="1558" name="Input_receptor__1557">
              <a:extLst>
                <a:ext uri="{FF2B5EF4-FFF2-40B4-BE49-F238E27FC236}">
                  <a16:creationId xmlns:a16="http://schemas.microsoft.com/office/drawing/2014/main" id="{5CA2A820-B337-107E-C9E1-6573528B220A}"/>
                </a:ext>
              </a:extLst>
            </p:cNvPr>
            <p:cNvSpPr>
              <a:spLocks noGrp="1"/>
            </p:cNvSpPr>
            <p:nvPr/>
          </p:nvSpPr>
          <p:spPr>
            <a:xfrm>
              <a:off x="1113890" y="5033093"/>
              <a:ext cx="40437" cy="13167"/>
            </a:xfrm>
            <a:custGeom>
              <a:avLst/>
              <a:gdLst/>
              <a:ahLst/>
              <a:cxnLst/>
              <a:rect l="0" t="0" r="0" b="0"/>
              <a:pathLst>
                <a:path w="40437" h="13167">
                  <a:moveTo>
                    <a:pt x="40437" y="0"/>
                  </a:moveTo>
                  <a:lnTo>
                    <a:pt x="0" y="13167"/>
                  </a:lnTo>
                </a:path>
              </a:pathLst>
            </a:custGeom>
            <a:noFill/>
            <a:ln w="8096">
              <a:solidFill>
                <a:srgbClr val="99A9B4"/>
              </a:solidFill>
            </a:ln>
          </p:spPr>
        </p:sp>
        <p:sp>
          <p:nvSpPr>
            <p:cNvPr id="1559" name="Input_receptor__1558">
              <a:extLst>
                <a:ext uri="{FF2B5EF4-FFF2-40B4-BE49-F238E27FC236}">
                  <a16:creationId xmlns:a16="http://schemas.microsoft.com/office/drawing/2014/main" id="{7903EFB5-016B-7A12-3576-7A80F64F2DF2}"/>
                </a:ext>
              </a:extLst>
            </p:cNvPr>
            <p:cNvSpPr>
              <a:spLocks noGrp="1"/>
            </p:cNvSpPr>
            <p:nvPr/>
          </p:nvSpPr>
          <p:spPr>
            <a:xfrm>
              <a:off x="1284570" y="4356116"/>
              <a:ext cx="2172" cy="17520"/>
            </a:xfrm>
            <a:custGeom>
              <a:avLst/>
              <a:gdLst/>
              <a:ahLst/>
              <a:cxnLst/>
              <a:rect l="0" t="0" r="0" b="0"/>
              <a:pathLst>
                <a:path w="2172" h="17520">
                  <a:moveTo>
                    <a:pt x="2172" y="17520"/>
                  </a:moveTo>
                  <a:lnTo>
                    <a:pt x="0" y="0"/>
                  </a:lnTo>
                </a:path>
              </a:pathLst>
            </a:custGeom>
            <a:noFill/>
            <a:ln w="20003">
              <a:solidFill>
                <a:srgbClr val="99A9B4"/>
              </a:solidFill>
            </a:ln>
          </p:spPr>
        </p:sp>
        <p:sp>
          <p:nvSpPr>
            <p:cNvPr id="1560" name="Input_receptor__1559">
              <a:extLst>
                <a:ext uri="{FF2B5EF4-FFF2-40B4-BE49-F238E27FC236}">
                  <a16:creationId xmlns:a16="http://schemas.microsoft.com/office/drawing/2014/main" id="{0314600A-6A89-2B92-9ABB-849ED25BB324}"/>
                </a:ext>
              </a:extLst>
            </p:cNvPr>
            <p:cNvSpPr>
              <a:spLocks noGrp="1"/>
            </p:cNvSpPr>
            <p:nvPr/>
          </p:nvSpPr>
          <p:spPr>
            <a:xfrm>
              <a:off x="813900" y="4677945"/>
              <a:ext cx="17311" cy="43713"/>
            </a:xfrm>
            <a:custGeom>
              <a:avLst/>
              <a:gdLst/>
              <a:ahLst/>
              <a:cxnLst/>
              <a:rect l="0" t="0" r="0" b="0"/>
              <a:pathLst>
                <a:path w="17311" h="43713">
                  <a:moveTo>
                    <a:pt x="0" y="0"/>
                  </a:moveTo>
                  <a:lnTo>
                    <a:pt x="17311" y="43713"/>
                  </a:lnTo>
                </a:path>
              </a:pathLst>
            </a:custGeom>
            <a:noFill/>
            <a:ln w="20003">
              <a:solidFill>
                <a:srgbClr val="99A9B4"/>
              </a:solidFill>
            </a:ln>
          </p:spPr>
        </p:sp>
        <p:sp>
          <p:nvSpPr>
            <p:cNvPr id="1561" name="Input_receptor__1560">
              <a:extLst>
                <a:ext uri="{FF2B5EF4-FFF2-40B4-BE49-F238E27FC236}">
                  <a16:creationId xmlns:a16="http://schemas.microsoft.com/office/drawing/2014/main" id="{273758C3-EB76-2570-6A65-5CDC34C24B4C}"/>
                </a:ext>
              </a:extLst>
            </p:cNvPr>
            <p:cNvSpPr>
              <a:spLocks noGrp="1"/>
            </p:cNvSpPr>
            <p:nvPr/>
          </p:nvSpPr>
          <p:spPr>
            <a:xfrm>
              <a:off x="1549402" y="4687411"/>
              <a:ext cx="2194" cy="35333"/>
            </a:xfrm>
            <a:custGeom>
              <a:avLst/>
              <a:gdLst/>
              <a:ahLst/>
              <a:cxnLst/>
              <a:rect l="0" t="0" r="0" b="0"/>
              <a:pathLst>
                <a:path w="2194" h="35333">
                  <a:moveTo>
                    <a:pt x="0" y="0"/>
                  </a:moveTo>
                  <a:lnTo>
                    <a:pt x="2194" y="35333"/>
                  </a:lnTo>
                </a:path>
              </a:pathLst>
            </a:custGeom>
            <a:noFill/>
            <a:ln w="20003">
              <a:solidFill>
                <a:srgbClr val="99A9B4"/>
              </a:solidFill>
            </a:ln>
          </p:spPr>
        </p:sp>
        <p:sp>
          <p:nvSpPr>
            <p:cNvPr id="1562" name="Input_receptor__1561">
              <a:extLst>
                <a:ext uri="{FF2B5EF4-FFF2-40B4-BE49-F238E27FC236}">
                  <a16:creationId xmlns:a16="http://schemas.microsoft.com/office/drawing/2014/main" id="{C2014FE5-2DE5-A16E-47A4-131721F7092F}"/>
                </a:ext>
              </a:extLst>
            </p:cNvPr>
            <p:cNvSpPr>
              <a:spLocks noGrp="1"/>
            </p:cNvSpPr>
            <p:nvPr/>
          </p:nvSpPr>
          <p:spPr>
            <a:xfrm>
              <a:off x="1433687" y="4269223"/>
              <a:ext cx="46279" cy="13114"/>
            </a:xfrm>
            <a:custGeom>
              <a:avLst/>
              <a:gdLst/>
              <a:ahLst/>
              <a:cxnLst/>
              <a:rect l="0" t="0" r="0" b="0"/>
              <a:pathLst>
                <a:path w="46279" h="13114">
                  <a:moveTo>
                    <a:pt x="46279" y="13114"/>
                  </a:moveTo>
                  <a:lnTo>
                    <a:pt x="0" y="0"/>
                  </a:lnTo>
                </a:path>
              </a:pathLst>
            </a:custGeom>
            <a:noFill/>
            <a:ln w="8096">
              <a:solidFill>
                <a:srgbClr val="99A9B4"/>
              </a:solidFill>
            </a:ln>
          </p:spPr>
        </p:sp>
        <p:sp>
          <p:nvSpPr>
            <p:cNvPr id="1563" name="Input_receptor__1562">
              <a:extLst>
                <a:ext uri="{FF2B5EF4-FFF2-40B4-BE49-F238E27FC236}">
                  <a16:creationId xmlns:a16="http://schemas.microsoft.com/office/drawing/2014/main" id="{81B91096-6A08-2E71-B117-3F54A25C836E}"/>
                </a:ext>
              </a:extLst>
            </p:cNvPr>
            <p:cNvSpPr>
              <a:spLocks noGrp="1"/>
            </p:cNvSpPr>
            <p:nvPr/>
          </p:nvSpPr>
          <p:spPr>
            <a:xfrm>
              <a:off x="706656" y="4492805"/>
              <a:ext cx="40783" cy="25675"/>
            </a:xfrm>
            <a:custGeom>
              <a:avLst/>
              <a:gdLst/>
              <a:ahLst/>
              <a:cxnLst/>
              <a:rect l="0" t="0" r="0" b="0"/>
              <a:pathLst>
                <a:path w="40783" h="25675">
                  <a:moveTo>
                    <a:pt x="0" y="25675"/>
                  </a:moveTo>
                  <a:lnTo>
                    <a:pt x="40783" y="0"/>
                  </a:lnTo>
                </a:path>
              </a:pathLst>
            </a:custGeom>
            <a:noFill/>
            <a:ln w="20003">
              <a:solidFill>
                <a:srgbClr val="99A9B4"/>
              </a:solidFill>
            </a:ln>
          </p:spPr>
        </p:sp>
        <p:sp>
          <p:nvSpPr>
            <p:cNvPr id="1564" name="Input_receptor__1563">
              <a:extLst>
                <a:ext uri="{FF2B5EF4-FFF2-40B4-BE49-F238E27FC236}">
                  <a16:creationId xmlns:a16="http://schemas.microsoft.com/office/drawing/2014/main" id="{F7A10BD1-EA4C-F0CF-193D-5DCD57006582}"/>
                </a:ext>
              </a:extLst>
            </p:cNvPr>
            <p:cNvSpPr>
              <a:spLocks noGrp="1"/>
            </p:cNvSpPr>
            <p:nvPr/>
          </p:nvSpPr>
          <p:spPr>
            <a:xfrm>
              <a:off x="870341" y="4659594"/>
              <a:ext cx="5070" cy="16686"/>
            </a:xfrm>
            <a:custGeom>
              <a:avLst/>
              <a:gdLst/>
              <a:ahLst/>
              <a:cxnLst/>
              <a:rect l="0" t="0" r="0" b="0"/>
              <a:pathLst>
                <a:path w="5070" h="16686">
                  <a:moveTo>
                    <a:pt x="0" y="0"/>
                  </a:moveTo>
                  <a:lnTo>
                    <a:pt x="5070" y="16686"/>
                  </a:lnTo>
                </a:path>
              </a:pathLst>
            </a:custGeom>
            <a:noFill/>
            <a:ln w="20003">
              <a:solidFill>
                <a:srgbClr val="99A9B4"/>
              </a:solidFill>
            </a:ln>
          </p:spPr>
        </p:sp>
        <p:sp>
          <p:nvSpPr>
            <p:cNvPr id="1565" name="Input_receptor__1564">
              <a:extLst>
                <a:ext uri="{FF2B5EF4-FFF2-40B4-BE49-F238E27FC236}">
                  <a16:creationId xmlns:a16="http://schemas.microsoft.com/office/drawing/2014/main" id="{5DFFF4F2-AEEB-3062-B327-42E361F02937}"/>
                </a:ext>
              </a:extLst>
            </p:cNvPr>
            <p:cNvSpPr>
              <a:spLocks noGrp="1"/>
            </p:cNvSpPr>
            <p:nvPr/>
          </p:nvSpPr>
          <p:spPr>
            <a:xfrm>
              <a:off x="766033" y="4407386"/>
              <a:ext cx="47276" cy="5249"/>
            </a:xfrm>
            <a:custGeom>
              <a:avLst/>
              <a:gdLst/>
              <a:ahLst/>
              <a:cxnLst/>
              <a:rect l="0" t="0" r="0" b="0"/>
              <a:pathLst>
                <a:path w="47276" h="5249">
                  <a:moveTo>
                    <a:pt x="0" y="5249"/>
                  </a:moveTo>
                  <a:lnTo>
                    <a:pt x="47276" y="0"/>
                  </a:lnTo>
                </a:path>
              </a:pathLst>
            </a:custGeom>
            <a:noFill/>
            <a:ln w="20003">
              <a:solidFill>
                <a:srgbClr val="99A9B4"/>
              </a:solidFill>
            </a:ln>
          </p:spPr>
        </p:sp>
        <p:sp>
          <p:nvSpPr>
            <p:cNvPr id="1566" name="Input_receptor__1565">
              <a:extLst>
                <a:ext uri="{FF2B5EF4-FFF2-40B4-BE49-F238E27FC236}">
                  <a16:creationId xmlns:a16="http://schemas.microsoft.com/office/drawing/2014/main" id="{7656C845-886B-9DA3-9985-32C4337A87B9}"/>
                </a:ext>
              </a:extLst>
            </p:cNvPr>
            <p:cNvSpPr>
              <a:spLocks noGrp="1"/>
            </p:cNvSpPr>
            <p:nvPr/>
          </p:nvSpPr>
          <p:spPr>
            <a:xfrm>
              <a:off x="1550849" y="4224689"/>
              <a:ext cx="39211" cy="25288"/>
            </a:xfrm>
            <a:custGeom>
              <a:avLst/>
              <a:gdLst/>
              <a:ahLst/>
              <a:cxnLst/>
              <a:rect l="0" t="0" r="0" b="0"/>
              <a:pathLst>
                <a:path w="39211" h="25288">
                  <a:moveTo>
                    <a:pt x="39211" y="0"/>
                  </a:moveTo>
                  <a:lnTo>
                    <a:pt x="0" y="25288"/>
                  </a:lnTo>
                </a:path>
              </a:pathLst>
            </a:custGeom>
            <a:noFill/>
            <a:ln w="20003">
              <a:solidFill>
                <a:srgbClr val="99A9B4"/>
              </a:solidFill>
            </a:ln>
          </p:spPr>
        </p:sp>
        <p:sp>
          <p:nvSpPr>
            <p:cNvPr id="1567" name="Input_receptor__1566">
              <a:extLst>
                <a:ext uri="{FF2B5EF4-FFF2-40B4-BE49-F238E27FC236}">
                  <a16:creationId xmlns:a16="http://schemas.microsoft.com/office/drawing/2014/main" id="{A89C8901-BEC5-89F8-49F8-32B4996245E2}"/>
                </a:ext>
              </a:extLst>
            </p:cNvPr>
            <p:cNvSpPr>
              <a:spLocks noGrp="1"/>
            </p:cNvSpPr>
            <p:nvPr/>
          </p:nvSpPr>
          <p:spPr>
            <a:xfrm>
              <a:off x="1570094" y="4112971"/>
              <a:ext cx="19613" cy="20908"/>
            </a:xfrm>
            <a:custGeom>
              <a:avLst/>
              <a:gdLst/>
              <a:ahLst/>
              <a:cxnLst/>
              <a:rect l="0" t="0" r="0" b="0"/>
              <a:pathLst>
                <a:path w="19613" h="20908">
                  <a:moveTo>
                    <a:pt x="0" y="20908"/>
                  </a:moveTo>
                  <a:lnTo>
                    <a:pt x="19613" y="0"/>
                  </a:lnTo>
                </a:path>
              </a:pathLst>
            </a:custGeom>
            <a:noFill/>
            <a:ln w="8096">
              <a:solidFill>
                <a:srgbClr val="99A9B4"/>
              </a:solidFill>
            </a:ln>
          </p:spPr>
        </p:sp>
        <p:sp>
          <p:nvSpPr>
            <p:cNvPr id="1568" name="Input_receptor__1567">
              <a:extLst>
                <a:ext uri="{FF2B5EF4-FFF2-40B4-BE49-F238E27FC236}">
                  <a16:creationId xmlns:a16="http://schemas.microsoft.com/office/drawing/2014/main" id="{75CCA771-CFEC-784B-7124-670E58D126AB}"/>
                </a:ext>
              </a:extLst>
            </p:cNvPr>
            <p:cNvSpPr>
              <a:spLocks noGrp="1"/>
            </p:cNvSpPr>
            <p:nvPr/>
          </p:nvSpPr>
          <p:spPr>
            <a:xfrm>
              <a:off x="1505487" y="4242964"/>
              <a:ext cx="45363" cy="7012"/>
            </a:xfrm>
            <a:custGeom>
              <a:avLst/>
              <a:gdLst/>
              <a:ahLst/>
              <a:cxnLst/>
              <a:rect l="0" t="0" r="0" b="0"/>
              <a:pathLst>
                <a:path w="45363" h="7012">
                  <a:moveTo>
                    <a:pt x="45363" y="7012"/>
                  </a:moveTo>
                  <a:lnTo>
                    <a:pt x="0" y="0"/>
                  </a:lnTo>
                </a:path>
              </a:pathLst>
            </a:custGeom>
            <a:noFill/>
            <a:ln w="20003">
              <a:solidFill>
                <a:srgbClr val="99A9B4"/>
              </a:solidFill>
            </a:ln>
          </p:spPr>
        </p:sp>
        <p:sp>
          <p:nvSpPr>
            <p:cNvPr id="1569" name="Input_receptor__1568">
              <a:extLst>
                <a:ext uri="{FF2B5EF4-FFF2-40B4-BE49-F238E27FC236}">
                  <a16:creationId xmlns:a16="http://schemas.microsoft.com/office/drawing/2014/main" id="{6919ACC0-EF09-13D1-E4AA-4501982005B9}"/>
                </a:ext>
              </a:extLst>
            </p:cNvPr>
            <p:cNvSpPr>
              <a:spLocks noGrp="1"/>
            </p:cNvSpPr>
            <p:nvPr/>
          </p:nvSpPr>
          <p:spPr>
            <a:xfrm>
              <a:off x="599474" y="4640357"/>
              <a:ext cx="39443" cy="12610"/>
            </a:xfrm>
            <a:custGeom>
              <a:avLst/>
              <a:gdLst/>
              <a:ahLst/>
              <a:cxnLst/>
              <a:rect l="0" t="0" r="0" b="0"/>
              <a:pathLst>
                <a:path w="39443" h="12610">
                  <a:moveTo>
                    <a:pt x="0" y="12610"/>
                  </a:moveTo>
                  <a:lnTo>
                    <a:pt x="39443" y="0"/>
                  </a:lnTo>
                </a:path>
              </a:pathLst>
            </a:custGeom>
            <a:noFill/>
            <a:ln w="8096">
              <a:solidFill>
                <a:srgbClr val="99A9B4"/>
              </a:solidFill>
            </a:ln>
          </p:spPr>
        </p:sp>
        <p:sp>
          <p:nvSpPr>
            <p:cNvPr id="1570" name="Input_receptor__1569">
              <a:extLst>
                <a:ext uri="{FF2B5EF4-FFF2-40B4-BE49-F238E27FC236}">
                  <a16:creationId xmlns:a16="http://schemas.microsoft.com/office/drawing/2014/main" id="{270B4D10-58FB-40B5-B7AA-E6E3BF10E8C2}"/>
                </a:ext>
              </a:extLst>
            </p:cNvPr>
            <p:cNvSpPr>
              <a:spLocks noGrp="1"/>
            </p:cNvSpPr>
            <p:nvPr/>
          </p:nvSpPr>
          <p:spPr>
            <a:xfrm>
              <a:off x="687318" y="4718788"/>
              <a:ext cx="13721" cy="29378"/>
            </a:xfrm>
            <a:custGeom>
              <a:avLst/>
              <a:gdLst/>
              <a:ahLst/>
              <a:cxnLst/>
              <a:rect l="0" t="0" r="0" b="0"/>
              <a:pathLst>
                <a:path w="13721" h="29378">
                  <a:moveTo>
                    <a:pt x="13721" y="0"/>
                  </a:moveTo>
                  <a:lnTo>
                    <a:pt x="0" y="29378"/>
                  </a:lnTo>
                </a:path>
              </a:pathLst>
            </a:custGeom>
            <a:noFill/>
            <a:ln w="8096">
              <a:solidFill>
                <a:srgbClr val="99A9B4"/>
              </a:solidFill>
            </a:ln>
          </p:spPr>
        </p:sp>
        <p:sp>
          <p:nvSpPr>
            <p:cNvPr id="1571" name="Input_receptor__1570">
              <a:extLst>
                <a:ext uri="{FF2B5EF4-FFF2-40B4-BE49-F238E27FC236}">
                  <a16:creationId xmlns:a16="http://schemas.microsoft.com/office/drawing/2014/main" id="{878967B6-D001-E994-1434-679E44DB0CD5}"/>
                </a:ext>
              </a:extLst>
            </p:cNvPr>
            <p:cNvSpPr>
              <a:spLocks noGrp="1"/>
            </p:cNvSpPr>
            <p:nvPr/>
          </p:nvSpPr>
          <p:spPr>
            <a:xfrm>
              <a:off x="1267761" y="4518144"/>
              <a:ext cx="24178" cy="41059"/>
            </a:xfrm>
            <a:custGeom>
              <a:avLst/>
              <a:gdLst/>
              <a:ahLst/>
              <a:cxnLst/>
              <a:rect l="0" t="0" r="0" b="0"/>
              <a:pathLst>
                <a:path w="24178" h="41059">
                  <a:moveTo>
                    <a:pt x="24178" y="0"/>
                  </a:moveTo>
                  <a:lnTo>
                    <a:pt x="0" y="41059"/>
                  </a:lnTo>
                </a:path>
              </a:pathLst>
            </a:custGeom>
            <a:noFill/>
            <a:ln w="8096">
              <a:solidFill>
                <a:srgbClr val="99A9B4"/>
              </a:solidFill>
            </a:ln>
          </p:spPr>
        </p:sp>
        <p:sp>
          <p:nvSpPr>
            <p:cNvPr id="1572" name="Input_receptor__1571">
              <a:extLst>
                <a:ext uri="{FF2B5EF4-FFF2-40B4-BE49-F238E27FC236}">
                  <a16:creationId xmlns:a16="http://schemas.microsoft.com/office/drawing/2014/main" id="{E83D5F7B-2948-6D41-E60C-9395E4F040A9}"/>
                </a:ext>
              </a:extLst>
            </p:cNvPr>
            <p:cNvSpPr>
              <a:spLocks noGrp="1"/>
            </p:cNvSpPr>
            <p:nvPr/>
          </p:nvSpPr>
          <p:spPr>
            <a:xfrm>
              <a:off x="910946" y="4561908"/>
              <a:ext cx="46167" cy="11071"/>
            </a:xfrm>
            <a:custGeom>
              <a:avLst/>
              <a:gdLst/>
              <a:ahLst/>
              <a:cxnLst/>
              <a:rect l="0" t="0" r="0" b="0"/>
              <a:pathLst>
                <a:path w="46167" h="11071">
                  <a:moveTo>
                    <a:pt x="46167" y="11071"/>
                  </a:moveTo>
                  <a:lnTo>
                    <a:pt x="0" y="0"/>
                  </a:lnTo>
                </a:path>
              </a:pathLst>
            </a:custGeom>
            <a:noFill/>
            <a:ln w="20003">
              <a:solidFill>
                <a:srgbClr val="99A9B4"/>
              </a:solidFill>
            </a:ln>
          </p:spPr>
        </p:sp>
        <p:sp>
          <p:nvSpPr>
            <p:cNvPr id="1573" name="Input_receptor__1572">
              <a:extLst>
                <a:ext uri="{FF2B5EF4-FFF2-40B4-BE49-F238E27FC236}">
                  <a16:creationId xmlns:a16="http://schemas.microsoft.com/office/drawing/2014/main" id="{2688C0E2-77B6-4AEC-01A5-883670DEB105}"/>
                </a:ext>
              </a:extLst>
            </p:cNvPr>
            <p:cNvSpPr>
              <a:spLocks noGrp="1"/>
            </p:cNvSpPr>
            <p:nvPr/>
          </p:nvSpPr>
          <p:spPr>
            <a:xfrm>
              <a:off x="957718" y="4509076"/>
              <a:ext cx="47189" cy="8221"/>
            </a:xfrm>
            <a:custGeom>
              <a:avLst/>
              <a:gdLst/>
              <a:ahLst/>
              <a:cxnLst/>
              <a:rect l="0" t="0" r="0" b="0"/>
              <a:pathLst>
                <a:path w="47189" h="8221">
                  <a:moveTo>
                    <a:pt x="47189" y="8221"/>
                  </a:moveTo>
                  <a:lnTo>
                    <a:pt x="0" y="0"/>
                  </a:lnTo>
                </a:path>
              </a:pathLst>
            </a:custGeom>
            <a:noFill/>
            <a:ln w="20003">
              <a:solidFill>
                <a:srgbClr val="99A9B4"/>
              </a:solidFill>
            </a:ln>
          </p:spPr>
        </p:sp>
        <p:sp>
          <p:nvSpPr>
            <p:cNvPr id="1574" name="Input_receptor__1573">
              <a:extLst>
                <a:ext uri="{FF2B5EF4-FFF2-40B4-BE49-F238E27FC236}">
                  <a16:creationId xmlns:a16="http://schemas.microsoft.com/office/drawing/2014/main" id="{D71C0B3B-D1F1-C2AB-7A21-CBE0FAFBAF1B}"/>
                </a:ext>
              </a:extLst>
            </p:cNvPr>
            <p:cNvSpPr>
              <a:spLocks noGrp="1"/>
            </p:cNvSpPr>
            <p:nvPr/>
          </p:nvSpPr>
          <p:spPr>
            <a:xfrm>
              <a:off x="1416841" y="4777797"/>
              <a:ext cx="23739" cy="41386"/>
            </a:xfrm>
            <a:custGeom>
              <a:avLst/>
              <a:gdLst/>
              <a:ahLst/>
              <a:cxnLst/>
              <a:rect l="0" t="0" r="0" b="0"/>
              <a:pathLst>
                <a:path w="23739" h="41386">
                  <a:moveTo>
                    <a:pt x="23739" y="0"/>
                  </a:moveTo>
                  <a:lnTo>
                    <a:pt x="0" y="41386"/>
                  </a:lnTo>
                </a:path>
              </a:pathLst>
            </a:custGeom>
            <a:noFill/>
            <a:ln w="20003">
              <a:solidFill>
                <a:srgbClr val="99A9B4"/>
              </a:solidFill>
            </a:ln>
          </p:spPr>
        </p:sp>
        <p:sp>
          <p:nvSpPr>
            <p:cNvPr id="1575" name="Input_receptor__1574">
              <a:extLst>
                <a:ext uri="{FF2B5EF4-FFF2-40B4-BE49-F238E27FC236}">
                  <a16:creationId xmlns:a16="http://schemas.microsoft.com/office/drawing/2014/main" id="{6FF93145-FA01-C0F9-D80A-E6129B8FD229}"/>
                </a:ext>
              </a:extLst>
            </p:cNvPr>
            <p:cNvSpPr>
              <a:spLocks noGrp="1"/>
            </p:cNvSpPr>
            <p:nvPr/>
          </p:nvSpPr>
          <p:spPr>
            <a:xfrm>
              <a:off x="1479967" y="4242964"/>
              <a:ext cx="25520" cy="39373"/>
            </a:xfrm>
            <a:custGeom>
              <a:avLst/>
              <a:gdLst/>
              <a:ahLst/>
              <a:cxnLst/>
              <a:rect l="0" t="0" r="0" b="0"/>
              <a:pathLst>
                <a:path w="25520" h="39373">
                  <a:moveTo>
                    <a:pt x="25520" y="0"/>
                  </a:moveTo>
                  <a:lnTo>
                    <a:pt x="0" y="39373"/>
                  </a:lnTo>
                </a:path>
              </a:pathLst>
            </a:custGeom>
            <a:noFill/>
            <a:ln w="20003">
              <a:solidFill>
                <a:srgbClr val="99A9B4"/>
              </a:solidFill>
            </a:ln>
          </p:spPr>
        </p:sp>
        <p:sp>
          <p:nvSpPr>
            <p:cNvPr id="1576" name="Input_receptor__1575">
              <a:extLst>
                <a:ext uri="{FF2B5EF4-FFF2-40B4-BE49-F238E27FC236}">
                  <a16:creationId xmlns:a16="http://schemas.microsoft.com/office/drawing/2014/main" id="{91BC7710-C4AC-06BB-8A4B-C039A8FB606E}"/>
                </a:ext>
              </a:extLst>
            </p:cNvPr>
            <p:cNvSpPr>
              <a:spLocks noGrp="1"/>
            </p:cNvSpPr>
            <p:nvPr/>
          </p:nvSpPr>
          <p:spPr>
            <a:xfrm>
              <a:off x="1347563" y="4417244"/>
              <a:ext cx="4886" cy="40710"/>
            </a:xfrm>
            <a:custGeom>
              <a:avLst/>
              <a:gdLst/>
              <a:ahLst/>
              <a:cxnLst/>
              <a:rect l="0" t="0" r="0" b="0"/>
              <a:pathLst>
                <a:path w="4886" h="40710">
                  <a:moveTo>
                    <a:pt x="4886" y="40710"/>
                  </a:moveTo>
                  <a:lnTo>
                    <a:pt x="0" y="0"/>
                  </a:lnTo>
                </a:path>
              </a:pathLst>
            </a:custGeom>
            <a:noFill/>
            <a:ln w="20003">
              <a:solidFill>
                <a:srgbClr val="99A9B4"/>
              </a:solidFill>
            </a:ln>
          </p:spPr>
        </p:sp>
        <p:sp>
          <p:nvSpPr>
            <p:cNvPr id="1577" name="Input_receptor__1576">
              <a:extLst>
                <a:ext uri="{FF2B5EF4-FFF2-40B4-BE49-F238E27FC236}">
                  <a16:creationId xmlns:a16="http://schemas.microsoft.com/office/drawing/2014/main" id="{DCE37541-CA32-FD74-744A-8A36156A7FDD}"/>
                </a:ext>
              </a:extLst>
            </p:cNvPr>
            <p:cNvSpPr>
              <a:spLocks noGrp="1"/>
            </p:cNvSpPr>
            <p:nvPr/>
          </p:nvSpPr>
          <p:spPr>
            <a:xfrm>
              <a:off x="1156065" y="4631008"/>
              <a:ext cx="857" cy="47377"/>
            </a:xfrm>
            <a:custGeom>
              <a:avLst/>
              <a:gdLst/>
              <a:ahLst/>
              <a:cxnLst/>
              <a:rect l="0" t="0" r="0" b="0"/>
              <a:pathLst>
                <a:path w="857" h="47377">
                  <a:moveTo>
                    <a:pt x="857" y="47377"/>
                  </a:moveTo>
                  <a:lnTo>
                    <a:pt x="0" y="0"/>
                  </a:lnTo>
                </a:path>
              </a:pathLst>
            </a:custGeom>
            <a:noFill/>
            <a:ln w="20003">
              <a:solidFill>
                <a:srgbClr val="99A9B4"/>
              </a:solidFill>
            </a:ln>
          </p:spPr>
        </p:sp>
        <p:sp>
          <p:nvSpPr>
            <p:cNvPr id="1578" name="Input_receptor__1577">
              <a:extLst>
                <a:ext uri="{FF2B5EF4-FFF2-40B4-BE49-F238E27FC236}">
                  <a16:creationId xmlns:a16="http://schemas.microsoft.com/office/drawing/2014/main" id="{E97B6E7F-A1A8-3635-627F-A8CCB7C2582B}"/>
                </a:ext>
              </a:extLst>
            </p:cNvPr>
            <p:cNvSpPr>
              <a:spLocks noGrp="1"/>
            </p:cNvSpPr>
            <p:nvPr/>
          </p:nvSpPr>
          <p:spPr>
            <a:xfrm>
              <a:off x="1366641" y="4774558"/>
              <a:ext cx="11467" cy="8790"/>
            </a:xfrm>
            <a:custGeom>
              <a:avLst/>
              <a:gdLst/>
              <a:ahLst/>
              <a:cxnLst/>
              <a:rect l="0" t="0" r="0" b="0"/>
              <a:pathLst>
                <a:path w="11467" h="8790">
                  <a:moveTo>
                    <a:pt x="0" y="8790"/>
                  </a:moveTo>
                  <a:lnTo>
                    <a:pt x="11467" y="0"/>
                  </a:lnTo>
                </a:path>
              </a:pathLst>
            </a:custGeom>
            <a:noFill/>
            <a:ln w="8096">
              <a:solidFill>
                <a:srgbClr val="99A9B4"/>
              </a:solidFill>
            </a:ln>
          </p:spPr>
        </p:sp>
        <p:sp>
          <p:nvSpPr>
            <p:cNvPr id="1579" name="Input_receptor__1578">
              <a:extLst>
                <a:ext uri="{FF2B5EF4-FFF2-40B4-BE49-F238E27FC236}">
                  <a16:creationId xmlns:a16="http://schemas.microsoft.com/office/drawing/2014/main" id="{4F7DD487-3E91-1BB4-5E07-588FA09E3B4A}"/>
                </a:ext>
              </a:extLst>
            </p:cNvPr>
            <p:cNvSpPr>
              <a:spLocks noGrp="1"/>
            </p:cNvSpPr>
            <p:nvPr/>
          </p:nvSpPr>
          <p:spPr>
            <a:xfrm>
              <a:off x="1347563" y="4398391"/>
              <a:ext cx="34466" cy="18853"/>
            </a:xfrm>
            <a:custGeom>
              <a:avLst/>
              <a:gdLst/>
              <a:ahLst/>
              <a:cxnLst/>
              <a:rect l="0" t="0" r="0" b="0"/>
              <a:pathLst>
                <a:path w="34466" h="18853">
                  <a:moveTo>
                    <a:pt x="0" y="18853"/>
                  </a:moveTo>
                  <a:lnTo>
                    <a:pt x="34466" y="0"/>
                  </a:lnTo>
                </a:path>
              </a:pathLst>
            </a:custGeom>
            <a:noFill/>
            <a:ln w="20003">
              <a:solidFill>
                <a:srgbClr val="99A9B5"/>
              </a:solidFill>
            </a:ln>
          </p:spPr>
        </p:sp>
        <p:sp>
          <p:nvSpPr>
            <p:cNvPr id="1580" name="Input_receptor__1579">
              <a:extLst>
                <a:ext uri="{FF2B5EF4-FFF2-40B4-BE49-F238E27FC236}">
                  <a16:creationId xmlns:a16="http://schemas.microsoft.com/office/drawing/2014/main" id="{C9ACD291-9147-B268-122C-95CE6FB29695}"/>
                </a:ext>
              </a:extLst>
            </p:cNvPr>
            <p:cNvSpPr>
              <a:spLocks noGrp="1"/>
            </p:cNvSpPr>
            <p:nvPr/>
          </p:nvSpPr>
          <p:spPr>
            <a:xfrm>
              <a:off x="813309" y="4407386"/>
              <a:ext cx="10525" cy="43967"/>
            </a:xfrm>
            <a:custGeom>
              <a:avLst/>
              <a:gdLst/>
              <a:ahLst/>
              <a:cxnLst/>
              <a:rect l="0" t="0" r="0" b="0"/>
              <a:pathLst>
                <a:path w="10525" h="43967">
                  <a:moveTo>
                    <a:pt x="0" y="0"/>
                  </a:moveTo>
                  <a:lnTo>
                    <a:pt x="10525" y="43967"/>
                  </a:lnTo>
                </a:path>
              </a:pathLst>
            </a:custGeom>
            <a:noFill/>
            <a:ln w="20003">
              <a:solidFill>
                <a:srgbClr val="99A9B5"/>
              </a:solidFill>
            </a:ln>
          </p:spPr>
        </p:sp>
        <p:sp>
          <p:nvSpPr>
            <p:cNvPr id="1581" name="Input_receptor__1580">
              <a:extLst>
                <a:ext uri="{FF2B5EF4-FFF2-40B4-BE49-F238E27FC236}">
                  <a16:creationId xmlns:a16="http://schemas.microsoft.com/office/drawing/2014/main" id="{C4689061-68C1-8D6A-A69B-C8EE31B01265}"/>
                </a:ext>
              </a:extLst>
            </p:cNvPr>
            <p:cNvSpPr>
              <a:spLocks noGrp="1"/>
            </p:cNvSpPr>
            <p:nvPr/>
          </p:nvSpPr>
          <p:spPr>
            <a:xfrm>
              <a:off x="898462" y="4618552"/>
              <a:ext cx="28966" cy="10403"/>
            </a:xfrm>
            <a:custGeom>
              <a:avLst/>
              <a:gdLst/>
              <a:ahLst/>
              <a:cxnLst/>
              <a:rect l="0" t="0" r="0" b="0"/>
              <a:pathLst>
                <a:path w="28966" h="10403">
                  <a:moveTo>
                    <a:pt x="28966" y="10403"/>
                  </a:moveTo>
                  <a:lnTo>
                    <a:pt x="0" y="0"/>
                  </a:lnTo>
                </a:path>
              </a:pathLst>
            </a:custGeom>
            <a:noFill/>
            <a:ln w="20003">
              <a:solidFill>
                <a:srgbClr val="99A9B5"/>
              </a:solidFill>
            </a:ln>
          </p:spPr>
        </p:sp>
        <p:sp>
          <p:nvSpPr>
            <p:cNvPr id="1582" name="Input_receptor__1581">
              <a:extLst>
                <a:ext uri="{FF2B5EF4-FFF2-40B4-BE49-F238E27FC236}">
                  <a16:creationId xmlns:a16="http://schemas.microsoft.com/office/drawing/2014/main" id="{1649F57C-052A-5E32-C774-09AD3D829F04}"/>
                </a:ext>
              </a:extLst>
            </p:cNvPr>
            <p:cNvSpPr>
              <a:spLocks noGrp="1"/>
            </p:cNvSpPr>
            <p:nvPr/>
          </p:nvSpPr>
          <p:spPr>
            <a:xfrm>
              <a:off x="869250" y="4850815"/>
              <a:ext cx="6351" cy="46819"/>
            </a:xfrm>
            <a:custGeom>
              <a:avLst/>
              <a:gdLst/>
              <a:ahLst/>
              <a:cxnLst/>
              <a:rect l="0" t="0" r="0" b="0"/>
              <a:pathLst>
                <a:path w="6351" h="46819">
                  <a:moveTo>
                    <a:pt x="6351" y="46819"/>
                  </a:moveTo>
                  <a:lnTo>
                    <a:pt x="0" y="0"/>
                  </a:lnTo>
                </a:path>
              </a:pathLst>
            </a:custGeom>
            <a:noFill/>
            <a:ln w="8096">
              <a:solidFill>
                <a:srgbClr val="99A9B5"/>
              </a:solidFill>
            </a:ln>
          </p:spPr>
        </p:sp>
        <p:sp>
          <p:nvSpPr>
            <p:cNvPr id="1583" name="Input_receptor__1582">
              <a:extLst>
                <a:ext uri="{FF2B5EF4-FFF2-40B4-BE49-F238E27FC236}">
                  <a16:creationId xmlns:a16="http://schemas.microsoft.com/office/drawing/2014/main" id="{57247082-408D-DEF8-6D3A-CF9184373B45}"/>
                </a:ext>
              </a:extLst>
            </p:cNvPr>
            <p:cNvSpPr>
              <a:spLocks noGrp="1"/>
            </p:cNvSpPr>
            <p:nvPr/>
          </p:nvSpPr>
          <p:spPr>
            <a:xfrm>
              <a:off x="1198636" y="4622605"/>
              <a:ext cx="18471" cy="36984"/>
            </a:xfrm>
            <a:custGeom>
              <a:avLst/>
              <a:gdLst/>
              <a:ahLst/>
              <a:cxnLst/>
              <a:rect l="0" t="0" r="0" b="0"/>
              <a:pathLst>
                <a:path w="18471" h="36984">
                  <a:moveTo>
                    <a:pt x="0" y="0"/>
                  </a:moveTo>
                  <a:lnTo>
                    <a:pt x="18471" y="36984"/>
                  </a:lnTo>
                </a:path>
              </a:pathLst>
            </a:custGeom>
            <a:noFill/>
            <a:ln w="20003">
              <a:solidFill>
                <a:srgbClr val="99AAB5"/>
              </a:solidFill>
            </a:ln>
          </p:spPr>
        </p:sp>
        <p:sp>
          <p:nvSpPr>
            <p:cNvPr id="1584" name="Input_receptor__1583">
              <a:extLst>
                <a:ext uri="{FF2B5EF4-FFF2-40B4-BE49-F238E27FC236}">
                  <a16:creationId xmlns:a16="http://schemas.microsoft.com/office/drawing/2014/main" id="{92B54654-2421-B62A-6CAA-17561B8B19AB}"/>
                </a:ext>
              </a:extLst>
            </p:cNvPr>
            <p:cNvSpPr>
              <a:spLocks noGrp="1"/>
            </p:cNvSpPr>
            <p:nvPr/>
          </p:nvSpPr>
          <p:spPr>
            <a:xfrm>
              <a:off x="1156065" y="4622605"/>
              <a:ext cx="42571" cy="8404"/>
            </a:xfrm>
            <a:custGeom>
              <a:avLst/>
              <a:gdLst/>
              <a:ahLst/>
              <a:cxnLst/>
              <a:rect l="0" t="0" r="0" b="0"/>
              <a:pathLst>
                <a:path w="42571" h="8404">
                  <a:moveTo>
                    <a:pt x="0" y="8404"/>
                  </a:moveTo>
                  <a:lnTo>
                    <a:pt x="42571" y="0"/>
                  </a:lnTo>
                </a:path>
              </a:pathLst>
            </a:custGeom>
            <a:noFill/>
            <a:ln w="20003">
              <a:solidFill>
                <a:srgbClr val="99AAB5"/>
              </a:solidFill>
            </a:ln>
          </p:spPr>
        </p:sp>
        <p:sp>
          <p:nvSpPr>
            <p:cNvPr id="1585" name="Input_receptor__1584">
              <a:extLst>
                <a:ext uri="{FF2B5EF4-FFF2-40B4-BE49-F238E27FC236}">
                  <a16:creationId xmlns:a16="http://schemas.microsoft.com/office/drawing/2014/main" id="{F1C9D5ED-9427-A502-0741-B9488D0F02E0}"/>
                </a:ext>
              </a:extLst>
            </p:cNvPr>
            <p:cNvSpPr>
              <a:spLocks noGrp="1"/>
            </p:cNvSpPr>
            <p:nvPr/>
          </p:nvSpPr>
          <p:spPr>
            <a:xfrm>
              <a:off x="860157" y="4616362"/>
              <a:ext cx="38305" cy="2190"/>
            </a:xfrm>
            <a:custGeom>
              <a:avLst/>
              <a:gdLst/>
              <a:ahLst/>
              <a:cxnLst/>
              <a:rect l="0" t="0" r="0" b="0"/>
              <a:pathLst>
                <a:path w="38305" h="2190">
                  <a:moveTo>
                    <a:pt x="38305" y="2190"/>
                  </a:moveTo>
                  <a:lnTo>
                    <a:pt x="0" y="0"/>
                  </a:lnTo>
                </a:path>
              </a:pathLst>
            </a:custGeom>
            <a:noFill/>
            <a:ln w="20003">
              <a:solidFill>
                <a:srgbClr val="9AAAB5"/>
              </a:solidFill>
            </a:ln>
          </p:spPr>
        </p:sp>
        <p:sp>
          <p:nvSpPr>
            <p:cNvPr id="1586" name="Input_receptor__1585">
              <a:extLst>
                <a:ext uri="{FF2B5EF4-FFF2-40B4-BE49-F238E27FC236}">
                  <a16:creationId xmlns:a16="http://schemas.microsoft.com/office/drawing/2014/main" id="{9CF76820-8153-AA14-0F82-2D0EC2F49ACD}"/>
                </a:ext>
              </a:extLst>
            </p:cNvPr>
            <p:cNvSpPr>
              <a:spLocks noGrp="1"/>
            </p:cNvSpPr>
            <p:nvPr/>
          </p:nvSpPr>
          <p:spPr>
            <a:xfrm>
              <a:off x="1325615" y="4584446"/>
              <a:ext cx="46881" cy="8585"/>
            </a:xfrm>
            <a:custGeom>
              <a:avLst/>
              <a:gdLst/>
              <a:ahLst/>
              <a:cxnLst/>
              <a:rect l="0" t="0" r="0" b="0"/>
              <a:pathLst>
                <a:path w="46881" h="8585">
                  <a:moveTo>
                    <a:pt x="46881" y="0"/>
                  </a:moveTo>
                  <a:lnTo>
                    <a:pt x="0" y="8585"/>
                  </a:lnTo>
                </a:path>
              </a:pathLst>
            </a:custGeom>
            <a:noFill/>
            <a:ln w="8096">
              <a:solidFill>
                <a:srgbClr val="9AAAB5"/>
              </a:solidFill>
            </a:ln>
          </p:spPr>
        </p:sp>
        <p:sp>
          <p:nvSpPr>
            <p:cNvPr id="1587" name="Input_receptor__1586">
              <a:extLst>
                <a:ext uri="{FF2B5EF4-FFF2-40B4-BE49-F238E27FC236}">
                  <a16:creationId xmlns:a16="http://schemas.microsoft.com/office/drawing/2014/main" id="{A8740CFA-317C-58CB-4A95-9CD825322638}"/>
                </a:ext>
              </a:extLst>
            </p:cNvPr>
            <p:cNvSpPr>
              <a:spLocks noGrp="1"/>
            </p:cNvSpPr>
            <p:nvPr/>
          </p:nvSpPr>
          <p:spPr>
            <a:xfrm>
              <a:off x="828206" y="4560389"/>
              <a:ext cx="13241" cy="5977"/>
            </a:xfrm>
            <a:custGeom>
              <a:avLst/>
              <a:gdLst/>
              <a:ahLst/>
              <a:cxnLst/>
              <a:rect l="0" t="0" r="0" b="0"/>
              <a:pathLst>
                <a:path w="13241" h="5977">
                  <a:moveTo>
                    <a:pt x="13241" y="0"/>
                  </a:moveTo>
                  <a:lnTo>
                    <a:pt x="0" y="5977"/>
                  </a:lnTo>
                </a:path>
              </a:pathLst>
            </a:custGeom>
            <a:noFill/>
            <a:ln w="8096">
              <a:solidFill>
                <a:srgbClr val="9AAAB5"/>
              </a:solidFill>
            </a:ln>
          </p:spPr>
        </p:sp>
        <p:sp>
          <p:nvSpPr>
            <p:cNvPr id="1588" name="Input_receptor__1587">
              <a:extLst>
                <a:ext uri="{FF2B5EF4-FFF2-40B4-BE49-F238E27FC236}">
                  <a16:creationId xmlns:a16="http://schemas.microsoft.com/office/drawing/2014/main" id="{EF1B512D-2E86-391F-7363-7EE938FC0DE8}"/>
                </a:ext>
              </a:extLst>
            </p:cNvPr>
            <p:cNvSpPr>
              <a:spLocks noGrp="1"/>
            </p:cNvSpPr>
            <p:nvPr/>
          </p:nvSpPr>
          <p:spPr>
            <a:xfrm>
              <a:off x="813900" y="4658520"/>
              <a:ext cx="17995" cy="19425"/>
            </a:xfrm>
            <a:custGeom>
              <a:avLst/>
              <a:gdLst/>
              <a:ahLst/>
              <a:cxnLst/>
              <a:rect l="0" t="0" r="0" b="0"/>
              <a:pathLst>
                <a:path w="17995" h="19425">
                  <a:moveTo>
                    <a:pt x="17995" y="0"/>
                  </a:moveTo>
                  <a:lnTo>
                    <a:pt x="0" y="19425"/>
                  </a:lnTo>
                </a:path>
              </a:pathLst>
            </a:custGeom>
            <a:noFill/>
            <a:ln w="20003">
              <a:solidFill>
                <a:srgbClr val="9AAAB5"/>
              </a:solidFill>
            </a:ln>
          </p:spPr>
        </p:sp>
        <p:sp>
          <p:nvSpPr>
            <p:cNvPr id="1589" name="Input_receptor__1588">
              <a:extLst>
                <a:ext uri="{FF2B5EF4-FFF2-40B4-BE49-F238E27FC236}">
                  <a16:creationId xmlns:a16="http://schemas.microsoft.com/office/drawing/2014/main" id="{DD61A5EB-98E9-67B5-03CD-0C9677FBE756}"/>
                </a:ext>
              </a:extLst>
            </p:cNvPr>
            <p:cNvSpPr>
              <a:spLocks noGrp="1"/>
            </p:cNvSpPr>
            <p:nvPr/>
          </p:nvSpPr>
          <p:spPr>
            <a:xfrm>
              <a:off x="747438" y="4452882"/>
              <a:ext cx="5854" cy="39923"/>
            </a:xfrm>
            <a:custGeom>
              <a:avLst/>
              <a:gdLst/>
              <a:ahLst/>
              <a:cxnLst/>
              <a:rect l="0" t="0" r="0" b="0"/>
              <a:pathLst>
                <a:path w="5854" h="39923">
                  <a:moveTo>
                    <a:pt x="0" y="39923"/>
                  </a:moveTo>
                  <a:lnTo>
                    <a:pt x="5854" y="0"/>
                  </a:lnTo>
                </a:path>
              </a:pathLst>
            </a:custGeom>
            <a:noFill/>
            <a:ln w="20003">
              <a:solidFill>
                <a:srgbClr val="9AAAB5"/>
              </a:solidFill>
            </a:ln>
          </p:spPr>
        </p:sp>
        <p:sp>
          <p:nvSpPr>
            <p:cNvPr id="1590" name="Input_receptor__1589">
              <a:extLst>
                <a:ext uri="{FF2B5EF4-FFF2-40B4-BE49-F238E27FC236}">
                  <a16:creationId xmlns:a16="http://schemas.microsoft.com/office/drawing/2014/main" id="{7ACF3B4B-0587-FD73-6A35-13A399F2EBD6}"/>
                </a:ext>
              </a:extLst>
            </p:cNvPr>
            <p:cNvSpPr>
              <a:spLocks noGrp="1"/>
            </p:cNvSpPr>
            <p:nvPr/>
          </p:nvSpPr>
          <p:spPr>
            <a:xfrm>
              <a:off x="1035029" y="4723332"/>
              <a:ext cx="26652" cy="25665"/>
            </a:xfrm>
            <a:custGeom>
              <a:avLst/>
              <a:gdLst/>
              <a:ahLst/>
              <a:cxnLst/>
              <a:rect l="0" t="0" r="0" b="0"/>
              <a:pathLst>
                <a:path w="26652" h="25665">
                  <a:moveTo>
                    <a:pt x="26652" y="25665"/>
                  </a:moveTo>
                  <a:lnTo>
                    <a:pt x="0" y="0"/>
                  </a:lnTo>
                </a:path>
              </a:pathLst>
            </a:custGeom>
            <a:noFill/>
            <a:ln w="8096">
              <a:solidFill>
                <a:srgbClr val="9AAAB5"/>
              </a:solidFill>
            </a:ln>
          </p:spPr>
        </p:sp>
        <p:sp>
          <p:nvSpPr>
            <p:cNvPr id="1591" name="Input_receptor__1590">
              <a:extLst>
                <a:ext uri="{FF2B5EF4-FFF2-40B4-BE49-F238E27FC236}">
                  <a16:creationId xmlns:a16="http://schemas.microsoft.com/office/drawing/2014/main" id="{3EDB0596-5634-4932-90D2-F84926DB7467}"/>
                </a:ext>
              </a:extLst>
            </p:cNvPr>
            <p:cNvSpPr>
              <a:spLocks noGrp="1"/>
            </p:cNvSpPr>
            <p:nvPr/>
          </p:nvSpPr>
          <p:spPr>
            <a:xfrm>
              <a:off x="1440580" y="4777797"/>
              <a:ext cx="35958" cy="14975"/>
            </a:xfrm>
            <a:custGeom>
              <a:avLst/>
              <a:gdLst/>
              <a:ahLst/>
              <a:cxnLst/>
              <a:rect l="0" t="0" r="0" b="0"/>
              <a:pathLst>
                <a:path w="35958" h="14975">
                  <a:moveTo>
                    <a:pt x="35958" y="14975"/>
                  </a:moveTo>
                  <a:lnTo>
                    <a:pt x="0" y="0"/>
                  </a:lnTo>
                </a:path>
              </a:pathLst>
            </a:custGeom>
            <a:noFill/>
            <a:ln w="20003">
              <a:solidFill>
                <a:srgbClr val="9AAAB5"/>
              </a:solidFill>
            </a:ln>
          </p:spPr>
        </p:sp>
        <p:sp>
          <p:nvSpPr>
            <p:cNvPr id="1592" name="Input_receptor__1591">
              <a:extLst>
                <a:ext uri="{FF2B5EF4-FFF2-40B4-BE49-F238E27FC236}">
                  <a16:creationId xmlns:a16="http://schemas.microsoft.com/office/drawing/2014/main" id="{CEFA441F-5DC3-D11D-F58C-5A8621863B8B}"/>
                </a:ext>
              </a:extLst>
            </p:cNvPr>
            <p:cNvSpPr>
              <a:spLocks noGrp="1"/>
            </p:cNvSpPr>
            <p:nvPr/>
          </p:nvSpPr>
          <p:spPr>
            <a:xfrm>
              <a:off x="753293" y="4412635"/>
              <a:ext cx="12741" cy="40247"/>
            </a:xfrm>
            <a:custGeom>
              <a:avLst/>
              <a:gdLst/>
              <a:ahLst/>
              <a:cxnLst/>
              <a:rect l="0" t="0" r="0" b="0"/>
              <a:pathLst>
                <a:path w="12741" h="40247">
                  <a:moveTo>
                    <a:pt x="0" y="40247"/>
                  </a:moveTo>
                  <a:lnTo>
                    <a:pt x="12741" y="0"/>
                  </a:lnTo>
                </a:path>
              </a:pathLst>
            </a:custGeom>
            <a:noFill/>
            <a:ln w="8096">
              <a:solidFill>
                <a:srgbClr val="9AAAB5"/>
              </a:solidFill>
            </a:ln>
          </p:spPr>
        </p:sp>
        <p:sp>
          <p:nvSpPr>
            <p:cNvPr id="1593" name="Input_receptor__1592">
              <a:extLst>
                <a:ext uri="{FF2B5EF4-FFF2-40B4-BE49-F238E27FC236}">
                  <a16:creationId xmlns:a16="http://schemas.microsoft.com/office/drawing/2014/main" id="{CF57E0EF-6CD9-F766-B615-428C7358DB07}"/>
                </a:ext>
              </a:extLst>
            </p:cNvPr>
            <p:cNvSpPr>
              <a:spLocks noGrp="1"/>
            </p:cNvSpPr>
            <p:nvPr/>
          </p:nvSpPr>
          <p:spPr>
            <a:xfrm>
              <a:off x="1068987" y="4796071"/>
              <a:ext cx="5445" cy="19137"/>
            </a:xfrm>
            <a:custGeom>
              <a:avLst/>
              <a:gdLst/>
              <a:ahLst/>
              <a:cxnLst/>
              <a:rect l="0" t="0" r="0" b="0"/>
              <a:pathLst>
                <a:path w="5445" h="19137">
                  <a:moveTo>
                    <a:pt x="5445" y="19137"/>
                  </a:moveTo>
                  <a:lnTo>
                    <a:pt x="0" y="0"/>
                  </a:lnTo>
                </a:path>
              </a:pathLst>
            </a:custGeom>
            <a:noFill/>
            <a:ln w="8096">
              <a:solidFill>
                <a:srgbClr val="9AAAB5"/>
              </a:solidFill>
            </a:ln>
          </p:spPr>
        </p:sp>
        <p:sp>
          <p:nvSpPr>
            <p:cNvPr id="1594" name="Input_receptor__1593">
              <a:extLst>
                <a:ext uri="{FF2B5EF4-FFF2-40B4-BE49-F238E27FC236}">
                  <a16:creationId xmlns:a16="http://schemas.microsoft.com/office/drawing/2014/main" id="{E1CA0757-4B9B-D32C-733F-9AFC6384132A}"/>
                </a:ext>
              </a:extLst>
            </p:cNvPr>
            <p:cNvSpPr>
              <a:spLocks noGrp="1"/>
            </p:cNvSpPr>
            <p:nvPr/>
          </p:nvSpPr>
          <p:spPr>
            <a:xfrm>
              <a:off x="638916" y="4599179"/>
              <a:ext cx="24878" cy="41178"/>
            </a:xfrm>
            <a:custGeom>
              <a:avLst/>
              <a:gdLst/>
              <a:ahLst/>
              <a:cxnLst/>
              <a:rect l="0" t="0" r="0" b="0"/>
              <a:pathLst>
                <a:path w="24878" h="41178">
                  <a:moveTo>
                    <a:pt x="0" y="41178"/>
                  </a:moveTo>
                  <a:lnTo>
                    <a:pt x="24878" y="0"/>
                  </a:lnTo>
                </a:path>
              </a:pathLst>
            </a:custGeom>
            <a:noFill/>
            <a:ln w="20003">
              <a:solidFill>
                <a:srgbClr val="9AAAB5"/>
              </a:solidFill>
            </a:ln>
          </p:spPr>
        </p:sp>
        <p:sp>
          <p:nvSpPr>
            <p:cNvPr id="1595" name="Input_receptor__1594">
              <a:extLst>
                <a:ext uri="{FF2B5EF4-FFF2-40B4-BE49-F238E27FC236}">
                  <a16:creationId xmlns:a16="http://schemas.microsoft.com/office/drawing/2014/main" id="{382CFA55-972D-BB93-F50A-CEF9178E8754}"/>
                </a:ext>
              </a:extLst>
            </p:cNvPr>
            <p:cNvSpPr>
              <a:spLocks noGrp="1"/>
            </p:cNvSpPr>
            <p:nvPr/>
          </p:nvSpPr>
          <p:spPr>
            <a:xfrm>
              <a:off x="1179675" y="4748806"/>
              <a:ext cx="47705" cy="8094"/>
            </a:xfrm>
            <a:custGeom>
              <a:avLst/>
              <a:gdLst/>
              <a:ahLst/>
              <a:cxnLst/>
              <a:rect l="0" t="0" r="0" b="0"/>
              <a:pathLst>
                <a:path w="47705" h="8094">
                  <a:moveTo>
                    <a:pt x="0" y="8094"/>
                  </a:moveTo>
                  <a:lnTo>
                    <a:pt x="47705" y="0"/>
                  </a:lnTo>
                </a:path>
              </a:pathLst>
            </a:custGeom>
            <a:noFill/>
            <a:ln w="8096">
              <a:solidFill>
                <a:srgbClr val="9AAAB5"/>
              </a:solidFill>
            </a:ln>
          </p:spPr>
        </p:sp>
        <p:sp>
          <p:nvSpPr>
            <p:cNvPr id="1596" name="Input_receptor__1595">
              <a:extLst>
                <a:ext uri="{FF2B5EF4-FFF2-40B4-BE49-F238E27FC236}">
                  <a16:creationId xmlns:a16="http://schemas.microsoft.com/office/drawing/2014/main" id="{DD8E7CC1-A9C3-551A-F8BA-57C1050E51A7}"/>
                </a:ext>
              </a:extLst>
            </p:cNvPr>
            <p:cNvSpPr>
              <a:spLocks noGrp="1"/>
            </p:cNvSpPr>
            <p:nvPr/>
          </p:nvSpPr>
          <p:spPr>
            <a:xfrm>
              <a:off x="1382029" y="4398391"/>
              <a:ext cx="27578" cy="39154"/>
            </a:xfrm>
            <a:custGeom>
              <a:avLst/>
              <a:gdLst/>
              <a:ahLst/>
              <a:cxnLst/>
              <a:rect l="0" t="0" r="0" b="0"/>
              <a:pathLst>
                <a:path w="27578" h="39154">
                  <a:moveTo>
                    <a:pt x="0" y="0"/>
                  </a:moveTo>
                  <a:lnTo>
                    <a:pt x="27578" y="39154"/>
                  </a:lnTo>
                </a:path>
              </a:pathLst>
            </a:custGeom>
            <a:noFill/>
            <a:ln w="20003">
              <a:solidFill>
                <a:srgbClr val="9AAAB5"/>
              </a:solidFill>
            </a:ln>
          </p:spPr>
        </p:sp>
        <p:sp>
          <p:nvSpPr>
            <p:cNvPr id="1597" name="Input_receptor__1596">
              <a:extLst>
                <a:ext uri="{FF2B5EF4-FFF2-40B4-BE49-F238E27FC236}">
                  <a16:creationId xmlns:a16="http://schemas.microsoft.com/office/drawing/2014/main" id="{20E5A8A0-A812-D7C0-F6EB-BCFD8C77CC3A}"/>
                </a:ext>
              </a:extLst>
            </p:cNvPr>
            <p:cNvSpPr>
              <a:spLocks noGrp="1"/>
            </p:cNvSpPr>
            <p:nvPr/>
          </p:nvSpPr>
          <p:spPr>
            <a:xfrm>
              <a:off x="1476538" y="4792772"/>
              <a:ext cx="2654" cy="42829"/>
            </a:xfrm>
            <a:custGeom>
              <a:avLst/>
              <a:gdLst/>
              <a:ahLst/>
              <a:cxnLst/>
              <a:rect l="0" t="0" r="0" b="0"/>
              <a:pathLst>
                <a:path w="2654" h="42829">
                  <a:moveTo>
                    <a:pt x="2654" y="42829"/>
                  </a:moveTo>
                  <a:lnTo>
                    <a:pt x="0" y="0"/>
                  </a:lnTo>
                </a:path>
              </a:pathLst>
            </a:custGeom>
            <a:noFill/>
            <a:ln w="20003">
              <a:solidFill>
                <a:srgbClr val="9AAAB5"/>
              </a:solidFill>
            </a:ln>
          </p:spPr>
        </p:sp>
        <p:sp>
          <p:nvSpPr>
            <p:cNvPr id="1598" name="Input_receptor__1597">
              <a:extLst>
                <a:ext uri="{FF2B5EF4-FFF2-40B4-BE49-F238E27FC236}">
                  <a16:creationId xmlns:a16="http://schemas.microsoft.com/office/drawing/2014/main" id="{91F6A6F4-2ECF-F75A-CDC4-0BEDA9E2704D}"/>
                </a:ext>
              </a:extLst>
            </p:cNvPr>
            <p:cNvSpPr>
              <a:spLocks noGrp="1"/>
            </p:cNvSpPr>
            <p:nvPr/>
          </p:nvSpPr>
          <p:spPr>
            <a:xfrm>
              <a:off x="875602" y="4897634"/>
              <a:ext cx="44272" cy="14093"/>
            </a:xfrm>
            <a:custGeom>
              <a:avLst/>
              <a:gdLst/>
              <a:ahLst/>
              <a:cxnLst/>
              <a:rect l="0" t="0" r="0" b="0"/>
              <a:pathLst>
                <a:path w="44272" h="14093">
                  <a:moveTo>
                    <a:pt x="44272" y="14093"/>
                  </a:moveTo>
                  <a:lnTo>
                    <a:pt x="0" y="0"/>
                  </a:lnTo>
                </a:path>
              </a:pathLst>
            </a:custGeom>
            <a:noFill/>
            <a:ln w="8096">
              <a:solidFill>
                <a:srgbClr val="9AAAB5"/>
              </a:solidFill>
            </a:ln>
          </p:spPr>
        </p:sp>
        <p:sp>
          <p:nvSpPr>
            <p:cNvPr id="1599" name="Input_receptor__1598">
              <a:extLst>
                <a:ext uri="{FF2B5EF4-FFF2-40B4-BE49-F238E27FC236}">
                  <a16:creationId xmlns:a16="http://schemas.microsoft.com/office/drawing/2014/main" id="{F36CB67C-2A88-13FA-605A-C7553C9780BC}"/>
                </a:ext>
              </a:extLst>
            </p:cNvPr>
            <p:cNvSpPr>
              <a:spLocks noGrp="1"/>
            </p:cNvSpPr>
            <p:nvPr/>
          </p:nvSpPr>
          <p:spPr>
            <a:xfrm>
              <a:off x="769489" y="4702160"/>
              <a:ext cx="1660" cy="41331"/>
            </a:xfrm>
            <a:custGeom>
              <a:avLst/>
              <a:gdLst/>
              <a:ahLst/>
              <a:cxnLst/>
              <a:rect l="0" t="0" r="0" b="0"/>
              <a:pathLst>
                <a:path w="1660" h="41331">
                  <a:moveTo>
                    <a:pt x="1660" y="0"/>
                  </a:moveTo>
                  <a:lnTo>
                    <a:pt x="0" y="41331"/>
                  </a:lnTo>
                </a:path>
              </a:pathLst>
            </a:custGeom>
            <a:noFill/>
            <a:ln w="20003">
              <a:solidFill>
                <a:srgbClr val="9AAAB5"/>
              </a:solidFill>
            </a:ln>
          </p:spPr>
        </p:sp>
        <p:sp>
          <p:nvSpPr>
            <p:cNvPr id="1600" name="Input_receptor__1599">
              <a:extLst>
                <a:ext uri="{FF2B5EF4-FFF2-40B4-BE49-F238E27FC236}">
                  <a16:creationId xmlns:a16="http://schemas.microsoft.com/office/drawing/2014/main" id="{E143342A-71E9-E07A-CB50-FC1A88CDC1B8}"/>
                </a:ext>
              </a:extLst>
            </p:cNvPr>
            <p:cNvSpPr>
              <a:spLocks noGrp="1"/>
            </p:cNvSpPr>
            <p:nvPr/>
          </p:nvSpPr>
          <p:spPr>
            <a:xfrm>
              <a:off x="1179675" y="4756900"/>
              <a:ext cx="5602" cy="47212"/>
            </a:xfrm>
            <a:custGeom>
              <a:avLst/>
              <a:gdLst/>
              <a:ahLst/>
              <a:cxnLst/>
              <a:rect l="0" t="0" r="0" b="0"/>
              <a:pathLst>
                <a:path w="5602" h="47212">
                  <a:moveTo>
                    <a:pt x="5602" y="47212"/>
                  </a:moveTo>
                  <a:lnTo>
                    <a:pt x="0" y="0"/>
                  </a:lnTo>
                </a:path>
              </a:pathLst>
            </a:custGeom>
            <a:noFill/>
            <a:ln w="20003">
              <a:solidFill>
                <a:srgbClr val="9AAAB5"/>
              </a:solidFill>
            </a:ln>
          </p:spPr>
        </p:sp>
        <p:sp>
          <p:nvSpPr>
            <p:cNvPr id="1601" name="Input_receptor__1600">
              <a:extLst>
                <a:ext uri="{FF2B5EF4-FFF2-40B4-BE49-F238E27FC236}">
                  <a16:creationId xmlns:a16="http://schemas.microsoft.com/office/drawing/2014/main" id="{5B27B651-FFD9-D265-5DAF-CACF054247EE}"/>
                </a:ext>
              </a:extLst>
            </p:cNvPr>
            <p:cNvSpPr>
              <a:spLocks noGrp="1"/>
            </p:cNvSpPr>
            <p:nvPr/>
          </p:nvSpPr>
          <p:spPr>
            <a:xfrm>
              <a:off x="1004907" y="4484673"/>
              <a:ext cx="8020" cy="32625"/>
            </a:xfrm>
            <a:custGeom>
              <a:avLst/>
              <a:gdLst/>
              <a:ahLst/>
              <a:cxnLst/>
              <a:rect l="0" t="0" r="0" b="0"/>
              <a:pathLst>
                <a:path w="8020" h="32625">
                  <a:moveTo>
                    <a:pt x="8020" y="0"/>
                  </a:moveTo>
                  <a:lnTo>
                    <a:pt x="0" y="32625"/>
                  </a:lnTo>
                </a:path>
              </a:pathLst>
            </a:custGeom>
            <a:noFill/>
            <a:ln w="20003">
              <a:solidFill>
                <a:srgbClr val="9AAAB5"/>
              </a:solidFill>
            </a:ln>
          </p:spPr>
        </p:sp>
        <p:sp>
          <p:nvSpPr>
            <p:cNvPr id="1602" name="Input_receptor__1601">
              <a:extLst>
                <a:ext uri="{FF2B5EF4-FFF2-40B4-BE49-F238E27FC236}">
                  <a16:creationId xmlns:a16="http://schemas.microsoft.com/office/drawing/2014/main" id="{0C98FE6B-7F63-59D1-FF96-2FF7C8BE2E57}"/>
                </a:ext>
              </a:extLst>
            </p:cNvPr>
            <p:cNvSpPr>
              <a:spLocks noGrp="1"/>
            </p:cNvSpPr>
            <p:nvPr/>
          </p:nvSpPr>
          <p:spPr>
            <a:xfrm>
              <a:off x="695984" y="4405269"/>
              <a:ext cx="10277" cy="27795"/>
            </a:xfrm>
            <a:custGeom>
              <a:avLst/>
              <a:gdLst/>
              <a:ahLst/>
              <a:cxnLst/>
              <a:rect l="0" t="0" r="0" b="0"/>
              <a:pathLst>
                <a:path w="10277" h="27795">
                  <a:moveTo>
                    <a:pt x="0" y="27795"/>
                  </a:moveTo>
                  <a:lnTo>
                    <a:pt x="10277" y="0"/>
                  </a:lnTo>
                </a:path>
              </a:pathLst>
            </a:custGeom>
            <a:noFill/>
            <a:ln w="8096">
              <a:solidFill>
                <a:srgbClr val="9AAAB5"/>
              </a:solidFill>
            </a:ln>
          </p:spPr>
        </p:sp>
        <p:sp>
          <p:nvSpPr>
            <p:cNvPr id="1603" name="Input_receptor__1602">
              <a:extLst>
                <a:ext uri="{FF2B5EF4-FFF2-40B4-BE49-F238E27FC236}">
                  <a16:creationId xmlns:a16="http://schemas.microsoft.com/office/drawing/2014/main" id="{45B0896D-78EB-C6EB-59BF-B75639A11943}"/>
                </a:ext>
              </a:extLst>
            </p:cNvPr>
            <p:cNvSpPr>
              <a:spLocks noGrp="1"/>
            </p:cNvSpPr>
            <p:nvPr/>
          </p:nvSpPr>
          <p:spPr>
            <a:xfrm>
              <a:off x="1383676" y="4148428"/>
              <a:ext cx="21426" cy="37276"/>
            </a:xfrm>
            <a:custGeom>
              <a:avLst/>
              <a:gdLst/>
              <a:ahLst/>
              <a:cxnLst/>
              <a:rect l="0" t="0" r="0" b="0"/>
              <a:pathLst>
                <a:path w="21426" h="37276">
                  <a:moveTo>
                    <a:pt x="21426" y="37276"/>
                  </a:moveTo>
                  <a:lnTo>
                    <a:pt x="0" y="0"/>
                  </a:lnTo>
                </a:path>
              </a:pathLst>
            </a:custGeom>
            <a:noFill/>
            <a:ln w="20003">
              <a:solidFill>
                <a:srgbClr val="9AAAB5"/>
              </a:solidFill>
            </a:ln>
          </p:spPr>
        </p:sp>
        <p:sp>
          <p:nvSpPr>
            <p:cNvPr id="1604" name="Input_receptor__1603">
              <a:extLst>
                <a:ext uri="{FF2B5EF4-FFF2-40B4-BE49-F238E27FC236}">
                  <a16:creationId xmlns:a16="http://schemas.microsoft.com/office/drawing/2014/main" id="{AE121E71-70BE-71C4-A94A-D32CAB6D7134}"/>
                </a:ext>
              </a:extLst>
            </p:cNvPr>
            <p:cNvSpPr>
              <a:spLocks noGrp="1"/>
            </p:cNvSpPr>
            <p:nvPr/>
          </p:nvSpPr>
          <p:spPr>
            <a:xfrm>
              <a:off x="663795" y="4589215"/>
              <a:ext cx="45894" cy="9964"/>
            </a:xfrm>
            <a:custGeom>
              <a:avLst/>
              <a:gdLst/>
              <a:ahLst/>
              <a:cxnLst/>
              <a:rect l="0" t="0" r="0" b="0"/>
              <a:pathLst>
                <a:path w="45894" h="9964">
                  <a:moveTo>
                    <a:pt x="0" y="9964"/>
                  </a:moveTo>
                  <a:lnTo>
                    <a:pt x="45894" y="0"/>
                  </a:lnTo>
                </a:path>
              </a:pathLst>
            </a:custGeom>
            <a:noFill/>
            <a:ln w="20003">
              <a:solidFill>
                <a:srgbClr val="9AAAB5"/>
              </a:solidFill>
            </a:ln>
          </p:spPr>
        </p:sp>
        <p:sp>
          <p:nvSpPr>
            <p:cNvPr id="1605" name="Input_receptor__1604">
              <a:extLst>
                <a:ext uri="{FF2B5EF4-FFF2-40B4-BE49-F238E27FC236}">
                  <a16:creationId xmlns:a16="http://schemas.microsoft.com/office/drawing/2014/main" id="{67828625-D44D-9589-8680-BD400A3AB741}"/>
                </a:ext>
              </a:extLst>
            </p:cNvPr>
            <p:cNvSpPr>
              <a:spLocks noGrp="1"/>
            </p:cNvSpPr>
            <p:nvPr/>
          </p:nvSpPr>
          <p:spPr>
            <a:xfrm>
              <a:off x="1291939" y="4495204"/>
              <a:ext cx="6387" cy="22940"/>
            </a:xfrm>
            <a:custGeom>
              <a:avLst/>
              <a:gdLst/>
              <a:ahLst/>
              <a:cxnLst/>
              <a:rect l="0" t="0" r="0" b="0"/>
              <a:pathLst>
                <a:path w="6387" h="22940">
                  <a:moveTo>
                    <a:pt x="6387" y="0"/>
                  </a:moveTo>
                  <a:lnTo>
                    <a:pt x="0" y="22940"/>
                  </a:lnTo>
                </a:path>
              </a:pathLst>
            </a:custGeom>
            <a:noFill/>
            <a:ln w="8096">
              <a:solidFill>
                <a:srgbClr val="9AAAB5"/>
              </a:solidFill>
            </a:ln>
          </p:spPr>
        </p:sp>
        <p:sp>
          <p:nvSpPr>
            <p:cNvPr id="1606" name="Input_receptor__1605">
              <a:extLst>
                <a:ext uri="{FF2B5EF4-FFF2-40B4-BE49-F238E27FC236}">
                  <a16:creationId xmlns:a16="http://schemas.microsoft.com/office/drawing/2014/main" id="{FFD22088-1C3E-0248-D2E7-7F7CBCBB9365}"/>
                </a:ext>
              </a:extLst>
            </p:cNvPr>
            <p:cNvSpPr>
              <a:spLocks noGrp="1"/>
            </p:cNvSpPr>
            <p:nvPr/>
          </p:nvSpPr>
          <p:spPr>
            <a:xfrm>
              <a:off x="1110575" y="5008232"/>
              <a:ext cx="3315" cy="38028"/>
            </a:xfrm>
            <a:custGeom>
              <a:avLst/>
              <a:gdLst/>
              <a:ahLst/>
              <a:cxnLst/>
              <a:rect l="0" t="0" r="0" b="0"/>
              <a:pathLst>
                <a:path w="3315" h="38028">
                  <a:moveTo>
                    <a:pt x="3315" y="38028"/>
                  </a:moveTo>
                  <a:lnTo>
                    <a:pt x="0" y="0"/>
                  </a:lnTo>
                </a:path>
              </a:pathLst>
            </a:custGeom>
            <a:noFill/>
            <a:ln w="8096">
              <a:solidFill>
                <a:srgbClr val="9AAAB6"/>
              </a:solidFill>
            </a:ln>
          </p:spPr>
        </p:sp>
        <p:sp>
          <p:nvSpPr>
            <p:cNvPr id="1607" name="Input_receptor__1606">
              <a:extLst>
                <a:ext uri="{FF2B5EF4-FFF2-40B4-BE49-F238E27FC236}">
                  <a16:creationId xmlns:a16="http://schemas.microsoft.com/office/drawing/2014/main" id="{7948F0FE-741B-DCC2-8C44-1AD5D11DC6F2}"/>
                </a:ext>
              </a:extLst>
            </p:cNvPr>
            <p:cNvSpPr>
              <a:spLocks noGrp="1"/>
            </p:cNvSpPr>
            <p:nvPr/>
          </p:nvSpPr>
          <p:spPr>
            <a:xfrm>
              <a:off x="1523006" y="4133879"/>
              <a:ext cx="47088" cy="2519"/>
            </a:xfrm>
            <a:custGeom>
              <a:avLst/>
              <a:gdLst/>
              <a:ahLst/>
              <a:cxnLst/>
              <a:rect l="0" t="0" r="0" b="0"/>
              <a:pathLst>
                <a:path w="47088" h="2519">
                  <a:moveTo>
                    <a:pt x="0" y="2519"/>
                  </a:moveTo>
                  <a:lnTo>
                    <a:pt x="47088" y="0"/>
                  </a:lnTo>
                </a:path>
              </a:pathLst>
            </a:custGeom>
            <a:noFill/>
            <a:ln w="8096">
              <a:solidFill>
                <a:srgbClr val="9BABB6"/>
              </a:solidFill>
            </a:ln>
          </p:spPr>
        </p:sp>
        <p:sp>
          <p:nvSpPr>
            <p:cNvPr id="1608" name="Input_receptor__1607">
              <a:extLst>
                <a:ext uri="{FF2B5EF4-FFF2-40B4-BE49-F238E27FC236}">
                  <a16:creationId xmlns:a16="http://schemas.microsoft.com/office/drawing/2014/main" id="{0CD10319-4BDA-D07A-21FD-DA881B0772D9}"/>
                </a:ext>
              </a:extLst>
            </p:cNvPr>
            <p:cNvSpPr>
              <a:spLocks noGrp="1"/>
            </p:cNvSpPr>
            <p:nvPr/>
          </p:nvSpPr>
          <p:spPr>
            <a:xfrm>
              <a:off x="814174" y="4716751"/>
              <a:ext cx="17037" cy="4907"/>
            </a:xfrm>
            <a:custGeom>
              <a:avLst/>
              <a:gdLst/>
              <a:ahLst/>
              <a:cxnLst/>
              <a:rect l="0" t="0" r="0" b="0"/>
              <a:pathLst>
                <a:path w="17037" h="4907">
                  <a:moveTo>
                    <a:pt x="17037" y="4907"/>
                  </a:moveTo>
                  <a:lnTo>
                    <a:pt x="0" y="0"/>
                  </a:lnTo>
                </a:path>
              </a:pathLst>
            </a:custGeom>
            <a:noFill/>
            <a:ln w="20003">
              <a:solidFill>
                <a:srgbClr val="9BABB6"/>
              </a:solidFill>
            </a:ln>
          </p:spPr>
        </p:sp>
        <p:sp>
          <p:nvSpPr>
            <p:cNvPr id="1609" name="Input_receptor__1608">
              <a:extLst>
                <a:ext uri="{FF2B5EF4-FFF2-40B4-BE49-F238E27FC236}">
                  <a16:creationId xmlns:a16="http://schemas.microsoft.com/office/drawing/2014/main" id="{4CBC4AB7-B9E1-8A28-4A08-0B95C86D9D18}"/>
                </a:ext>
              </a:extLst>
            </p:cNvPr>
            <p:cNvSpPr>
              <a:spLocks noGrp="1"/>
            </p:cNvSpPr>
            <p:nvPr/>
          </p:nvSpPr>
          <p:spPr>
            <a:xfrm>
              <a:off x="1250597" y="4356116"/>
              <a:ext cx="33973" cy="31680"/>
            </a:xfrm>
            <a:custGeom>
              <a:avLst/>
              <a:gdLst/>
              <a:ahLst/>
              <a:cxnLst/>
              <a:rect l="0" t="0" r="0" b="0"/>
              <a:pathLst>
                <a:path w="33973" h="31680">
                  <a:moveTo>
                    <a:pt x="33973" y="0"/>
                  </a:moveTo>
                  <a:lnTo>
                    <a:pt x="0" y="31680"/>
                  </a:lnTo>
                </a:path>
              </a:pathLst>
            </a:custGeom>
            <a:noFill/>
            <a:ln w="20003">
              <a:solidFill>
                <a:srgbClr val="9BABB6"/>
              </a:solidFill>
            </a:ln>
          </p:spPr>
        </p:sp>
        <p:sp>
          <p:nvSpPr>
            <p:cNvPr id="1610" name="Input_receptor__1609">
              <a:extLst>
                <a:ext uri="{FF2B5EF4-FFF2-40B4-BE49-F238E27FC236}">
                  <a16:creationId xmlns:a16="http://schemas.microsoft.com/office/drawing/2014/main" id="{4FA6CFE2-78D3-F027-0862-4A8251E460A4}"/>
                </a:ext>
              </a:extLst>
            </p:cNvPr>
            <p:cNvSpPr>
              <a:spLocks noGrp="1"/>
            </p:cNvSpPr>
            <p:nvPr/>
          </p:nvSpPr>
          <p:spPr>
            <a:xfrm>
              <a:off x="831895" y="4658520"/>
              <a:ext cx="43517" cy="17760"/>
            </a:xfrm>
            <a:custGeom>
              <a:avLst/>
              <a:gdLst/>
              <a:ahLst/>
              <a:cxnLst/>
              <a:rect l="0" t="0" r="0" b="0"/>
              <a:pathLst>
                <a:path w="43517" h="17760">
                  <a:moveTo>
                    <a:pt x="43517" y="17760"/>
                  </a:moveTo>
                  <a:lnTo>
                    <a:pt x="0" y="0"/>
                  </a:lnTo>
                </a:path>
              </a:pathLst>
            </a:custGeom>
            <a:noFill/>
            <a:ln w="20003">
              <a:solidFill>
                <a:srgbClr val="9BABB6"/>
              </a:solidFill>
            </a:ln>
          </p:spPr>
        </p:sp>
        <p:sp>
          <p:nvSpPr>
            <p:cNvPr id="1611" name="Input_receptor__1610">
              <a:extLst>
                <a:ext uri="{FF2B5EF4-FFF2-40B4-BE49-F238E27FC236}">
                  <a16:creationId xmlns:a16="http://schemas.microsoft.com/office/drawing/2014/main" id="{30F28B20-726E-FB69-C73A-5E98B1B020EE}"/>
                </a:ext>
              </a:extLst>
            </p:cNvPr>
            <p:cNvSpPr>
              <a:spLocks noGrp="1"/>
            </p:cNvSpPr>
            <p:nvPr/>
          </p:nvSpPr>
          <p:spPr>
            <a:xfrm>
              <a:off x="632004" y="4701147"/>
              <a:ext cx="11953" cy="5586"/>
            </a:xfrm>
            <a:custGeom>
              <a:avLst/>
              <a:gdLst/>
              <a:ahLst/>
              <a:cxnLst/>
              <a:rect l="0" t="0" r="0" b="0"/>
              <a:pathLst>
                <a:path w="11953" h="5586">
                  <a:moveTo>
                    <a:pt x="0" y="5586"/>
                  </a:moveTo>
                  <a:lnTo>
                    <a:pt x="11953" y="0"/>
                  </a:lnTo>
                </a:path>
              </a:pathLst>
            </a:custGeom>
            <a:noFill/>
            <a:ln w="8096">
              <a:solidFill>
                <a:srgbClr val="9BABB6"/>
              </a:solidFill>
            </a:ln>
          </p:spPr>
        </p:sp>
        <p:sp>
          <p:nvSpPr>
            <p:cNvPr id="1612" name="Input_receptor__1611">
              <a:extLst>
                <a:ext uri="{FF2B5EF4-FFF2-40B4-BE49-F238E27FC236}">
                  <a16:creationId xmlns:a16="http://schemas.microsoft.com/office/drawing/2014/main" id="{C8E40134-86C5-7415-8490-6397EC7E7FF5}"/>
                </a:ext>
              </a:extLst>
            </p:cNvPr>
            <p:cNvSpPr>
              <a:spLocks noGrp="1"/>
            </p:cNvSpPr>
            <p:nvPr/>
          </p:nvSpPr>
          <p:spPr>
            <a:xfrm>
              <a:off x="821641" y="4942030"/>
              <a:ext cx="13838" cy="31223"/>
            </a:xfrm>
            <a:custGeom>
              <a:avLst/>
              <a:gdLst/>
              <a:ahLst/>
              <a:cxnLst/>
              <a:rect l="0" t="0" r="0" b="0"/>
              <a:pathLst>
                <a:path w="13838" h="31223">
                  <a:moveTo>
                    <a:pt x="0" y="0"/>
                  </a:moveTo>
                  <a:lnTo>
                    <a:pt x="13838" y="31223"/>
                  </a:lnTo>
                </a:path>
              </a:pathLst>
            </a:custGeom>
            <a:noFill/>
            <a:ln w="8096">
              <a:solidFill>
                <a:srgbClr val="9BABB6"/>
              </a:solidFill>
            </a:ln>
          </p:spPr>
        </p:sp>
        <p:sp>
          <p:nvSpPr>
            <p:cNvPr id="1613" name="Input_receptor__1612">
              <a:extLst>
                <a:ext uri="{FF2B5EF4-FFF2-40B4-BE49-F238E27FC236}">
                  <a16:creationId xmlns:a16="http://schemas.microsoft.com/office/drawing/2014/main" id="{70BAF04C-8F1E-A72D-FB48-B859E7754C8F}"/>
                </a:ext>
              </a:extLst>
            </p:cNvPr>
            <p:cNvSpPr>
              <a:spLocks noGrp="1"/>
            </p:cNvSpPr>
            <p:nvPr/>
          </p:nvSpPr>
          <p:spPr>
            <a:xfrm>
              <a:off x="1250597" y="4387796"/>
              <a:ext cx="29282" cy="37436"/>
            </a:xfrm>
            <a:custGeom>
              <a:avLst/>
              <a:gdLst/>
              <a:ahLst/>
              <a:cxnLst/>
              <a:rect l="0" t="0" r="0" b="0"/>
              <a:pathLst>
                <a:path w="29282" h="37436">
                  <a:moveTo>
                    <a:pt x="0" y="0"/>
                  </a:moveTo>
                  <a:lnTo>
                    <a:pt x="29282" y="37436"/>
                  </a:lnTo>
                </a:path>
              </a:pathLst>
            </a:custGeom>
            <a:noFill/>
            <a:ln w="20003">
              <a:solidFill>
                <a:srgbClr val="9BABB6"/>
              </a:solidFill>
            </a:ln>
          </p:spPr>
        </p:sp>
        <p:sp>
          <p:nvSpPr>
            <p:cNvPr id="1614" name="Input_receptor__1613">
              <a:extLst>
                <a:ext uri="{FF2B5EF4-FFF2-40B4-BE49-F238E27FC236}">
                  <a16:creationId xmlns:a16="http://schemas.microsoft.com/office/drawing/2014/main" id="{640E124D-D365-0329-FA13-BD9FB94067A1}"/>
                </a:ext>
              </a:extLst>
            </p:cNvPr>
            <p:cNvSpPr>
              <a:spLocks noGrp="1"/>
            </p:cNvSpPr>
            <p:nvPr/>
          </p:nvSpPr>
          <p:spPr>
            <a:xfrm>
              <a:off x="759584" y="4743490"/>
              <a:ext cx="9905" cy="17826"/>
            </a:xfrm>
            <a:custGeom>
              <a:avLst/>
              <a:gdLst/>
              <a:ahLst/>
              <a:cxnLst/>
              <a:rect l="0" t="0" r="0" b="0"/>
              <a:pathLst>
                <a:path w="9905" h="17826">
                  <a:moveTo>
                    <a:pt x="9905" y="0"/>
                  </a:moveTo>
                  <a:lnTo>
                    <a:pt x="0" y="17826"/>
                  </a:lnTo>
                </a:path>
              </a:pathLst>
            </a:custGeom>
            <a:noFill/>
            <a:ln w="8096">
              <a:solidFill>
                <a:srgbClr val="9BABB6"/>
              </a:solidFill>
            </a:ln>
          </p:spPr>
        </p:sp>
        <p:sp>
          <p:nvSpPr>
            <p:cNvPr id="1615" name="Input_receptor__1614">
              <a:extLst>
                <a:ext uri="{FF2B5EF4-FFF2-40B4-BE49-F238E27FC236}">
                  <a16:creationId xmlns:a16="http://schemas.microsoft.com/office/drawing/2014/main" id="{52531143-6090-568F-0EFF-F7A353BFBB82}"/>
                </a:ext>
              </a:extLst>
            </p:cNvPr>
            <p:cNvSpPr>
              <a:spLocks noGrp="1"/>
            </p:cNvSpPr>
            <p:nvPr/>
          </p:nvSpPr>
          <p:spPr>
            <a:xfrm>
              <a:off x="1268334" y="4621733"/>
              <a:ext cx="20558" cy="35718"/>
            </a:xfrm>
            <a:custGeom>
              <a:avLst/>
              <a:gdLst/>
              <a:ahLst/>
              <a:cxnLst/>
              <a:rect l="0" t="0" r="0" b="0"/>
              <a:pathLst>
                <a:path w="20558" h="35718">
                  <a:moveTo>
                    <a:pt x="0" y="0"/>
                  </a:moveTo>
                  <a:lnTo>
                    <a:pt x="20558" y="35718"/>
                  </a:lnTo>
                </a:path>
              </a:pathLst>
            </a:custGeom>
            <a:noFill/>
            <a:ln w="20003">
              <a:solidFill>
                <a:srgbClr val="9BABB6"/>
              </a:solidFill>
            </a:ln>
          </p:spPr>
        </p:sp>
        <p:sp>
          <p:nvSpPr>
            <p:cNvPr id="1616" name="Input_receptor__1615">
              <a:extLst>
                <a:ext uri="{FF2B5EF4-FFF2-40B4-BE49-F238E27FC236}">
                  <a16:creationId xmlns:a16="http://schemas.microsoft.com/office/drawing/2014/main" id="{A3C6B6BD-0448-0E4E-BC4A-48C44DCCC3FF}"/>
                </a:ext>
              </a:extLst>
            </p:cNvPr>
            <p:cNvSpPr>
              <a:spLocks noGrp="1"/>
            </p:cNvSpPr>
            <p:nvPr/>
          </p:nvSpPr>
          <p:spPr>
            <a:xfrm>
              <a:off x="989915" y="4999373"/>
              <a:ext cx="6674" cy="30620"/>
            </a:xfrm>
            <a:custGeom>
              <a:avLst/>
              <a:gdLst/>
              <a:ahLst/>
              <a:cxnLst/>
              <a:rect l="0" t="0" r="0" b="0"/>
              <a:pathLst>
                <a:path w="6674" h="30620">
                  <a:moveTo>
                    <a:pt x="0" y="0"/>
                  </a:moveTo>
                  <a:lnTo>
                    <a:pt x="6674" y="30620"/>
                  </a:lnTo>
                </a:path>
              </a:pathLst>
            </a:custGeom>
            <a:noFill/>
            <a:ln w="8096">
              <a:solidFill>
                <a:srgbClr val="9BABB6"/>
              </a:solidFill>
            </a:ln>
          </p:spPr>
        </p:sp>
        <p:sp>
          <p:nvSpPr>
            <p:cNvPr id="1617" name="Input_receptor__1616">
              <a:extLst>
                <a:ext uri="{FF2B5EF4-FFF2-40B4-BE49-F238E27FC236}">
                  <a16:creationId xmlns:a16="http://schemas.microsoft.com/office/drawing/2014/main" id="{81927A67-A9EE-899E-E548-C0BBC70456CB}"/>
                </a:ext>
              </a:extLst>
            </p:cNvPr>
            <p:cNvSpPr>
              <a:spLocks noGrp="1"/>
            </p:cNvSpPr>
            <p:nvPr/>
          </p:nvSpPr>
          <p:spPr>
            <a:xfrm>
              <a:off x="1584418" y="4220327"/>
              <a:ext cx="5642" cy="4361"/>
            </a:xfrm>
            <a:custGeom>
              <a:avLst/>
              <a:gdLst/>
              <a:ahLst/>
              <a:cxnLst/>
              <a:rect l="0" t="0" r="0" b="0"/>
              <a:pathLst>
                <a:path w="5642" h="4361">
                  <a:moveTo>
                    <a:pt x="0" y="0"/>
                  </a:moveTo>
                  <a:lnTo>
                    <a:pt x="5642" y="4361"/>
                  </a:lnTo>
                </a:path>
              </a:pathLst>
            </a:custGeom>
            <a:noFill/>
            <a:ln w="8096">
              <a:solidFill>
                <a:srgbClr val="9BABB6"/>
              </a:solidFill>
            </a:ln>
          </p:spPr>
        </p:sp>
        <p:sp>
          <p:nvSpPr>
            <p:cNvPr id="1618" name="Input_receptor__1617">
              <a:extLst>
                <a:ext uri="{FF2B5EF4-FFF2-40B4-BE49-F238E27FC236}">
                  <a16:creationId xmlns:a16="http://schemas.microsoft.com/office/drawing/2014/main" id="{5C716361-547C-EECF-5F04-66CFAEDD3AE7}"/>
                </a:ext>
              </a:extLst>
            </p:cNvPr>
            <p:cNvSpPr>
              <a:spLocks noGrp="1"/>
            </p:cNvSpPr>
            <p:nvPr/>
          </p:nvSpPr>
          <p:spPr>
            <a:xfrm>
              <a:off x="1416841" y="4813699"/>
              <a:ext cx="5853" cy="5484"/>
            </a:xfrm>
            <a:custGeom>
              <a:avLst/>
              <a:gdLst/>
              <a:ahLst/>
              <a:cxnLst/>
              <a:rect l="0" t="0" r="0" b="0"/>
              <a:pathLst>
                <a:path w="5853" h="5484">
                  <a:moveTo>
                    <a:pt x="0" y="5484"/>
                  </a:moveTo>
                  <a:lnTo>
                    <a:pt x="5853" y="0"/>
                  </a:lnTo>
                </a:path>
              </a:pathLst>
            </a:custGeom>
            <a:noFill/>
            <a:ln w="20003">
              <a:solidFill>
                <a:srgbClr val="9BABB6"/>
              </a:solidFill>
            </a:ln>
          </p:spPr>
        </p:sp>
        <p:sp>
          <p:nvSpPr>
            <p:cNvPr id="1619" name="Input_receptor__1618">
              <a:extLst>
                <a:ext uri="{FF2B5EF4-FFF2-40B4-BE49-F238E27FC236}">
                  <a16:creationId xmlns:a16="http://schemas.microsoft.com/office/drawing/2014/main" id="{6B338D28-D46D-736B-4C6F-2FF02F1C9C8E}"/>
                </a:ext>
              </a:extLst>
            </p:cNvPr>
            <p:cNvSpPr>
              <a:spLocks noGrp="1"/>
            </p:cNvSpPr>
            <p:nvPr/>
          </p:nvSpPr>
          <p:spPr>
            <a:xfrm>
              <a:off x="1551596" y="4692072"/>
              <a:ext cx="18878" cy="30672"/>
            </a:xfrm>
            <a:custGeom>
              <a:avLst/>
              <a:gdLst/>
              <a:ahLst/>
              <a:cxnLst/>
              <a:rect l="0" t="0" r="0" b="0"/>
              <a:pathLst>
                <a:path w="18878" h="30672">
                  <a:moveTo>
                    <a:pt x="0" y="30672"/>
                  </a:moveTo>
                  <a:lnTo>
                    <a:pt x="18878" y="0"/>
                  </a:lnTo>
                </a:path>
              </a:pathLst>
            </a:custGeom>
            <a:noFill/>
            <a:ln w="20003">
              <a:solidFill>
                <a:srgbClr val="9BABB6"/>
              </a:solidFill>
            </a:ln>
          </p:spPr>
        </p:sp>
        <p:sp>
          <p:nvSpPr>
            <p:cNvPr id="1620" name="Input_receptor__1619">
              <a:extLst>
                <a:ext uri="{FF2B5EF4-FFF2-40B4-BE49-F238E27FC236}">
                  <a16:creationId xmlns:a16="http://schemas.microsoft.com/office/drawing/2014/main" id="{3CB96C51-8BE3-9C90-26AA-355C9DDD7188}"/>
                </a:ext>
              </a:extLst>
            </p:cNvPr>
            <p:cNvSpPr>
              <a:spLocks noGrp="1"/>
            </p:cNvSpPr>
            <p:nvPr/>
          </p:nvSpPr>
          <p:spPr>
            <a:xfrm>
              <a:off x="841447" y="4518855"/>
              <a:ext cx="23202" cy="41533"/>
            </a:xfrm>
            <a:custGeom>
              <a:avLst/>
              <a:gdLst/>
              <a:ahLst/>
              <a:cxnLst/>
              <a:rect l="0" t="0" r="0" b="0"/>
              <a:pathLst>
                <a:path w="23202" h="41533">
                  <a:moveTo>
                    <a:pt x="23202" y="0"/>
                  </a:moveTo>
                  <a:lnTo>
                    <a:pt x="0" y="41533"/>
                  </a:lnTo>
                </a:path>
              </a:pathLst>
            </a:custGeom>
            <a:noFill/>
            <a:ln w="8096">
              <a:solidFill>
                <a:srgbClr val="9BABB6"/>
              </a:solidFill>
            </a:ln>
          </p:spPr>
        </p:sp>
        <p:sp>
          <p:nvSpPr>
            <p:cNvPr id="1621" name="Input_receptor__1620">
              <a:extLst>
                <a:ext uri="{FF2B5EF4-FFF2-40B4-BE49-F238E27FC236}">
                  <a16:creationId xmlns:a16="http://schemas.microsoft.com/office/drawing/2014/main" id="{0E3FF721-9C5A-C954-D237-D86C0D0CE5F3}"/>
                </a:ext>
              </a:extLst>
            </p:cNvPr>
            <p:cNvSpPr>
              <a:spLocks noGrp="1"/>
            </p:cNvSpPr>
            <p:nvPr/>
          </p:nvSpPr>
          <p:spPr>
            <a:xfrm>
              <a:off x="910372" y="4749706"/>
              <a:ext cx="16849" cy="31673"/>
            </a:xfrm>
            <a:custGeom>
              <a:avLst/>
              <a:gdLst/>
              <a:ahLst/>
              <a:cxnLst/>
              <a:rect l="0" t="0" r="0" b="0"/>
              <a:pathLst>
                <a:path w="16849" h="31673">
                  <a:moveTo>
                    <a:pt x="16849" y="31673"/>
                  </a:moveTo>
                  <a:lnTo>
                    <a:pt x="0" y="0"/>
                  </a:lnTo>
                </a:path>
              </a:pathLst>
            </a:custGeom>
            <a:noFill/>
            <a:ln w="8096">
              <a:solidFill>
                <a:srgbClr val="9BABB6"/>
              </a:solidFill>
            </a:ln>
          </p:spPr>
        </p:sp>
        <p:sp>
          <p:nvSpPr>
            <p:cNvPr id="1622" name="Input_receptor__1621">
              <a:extLst>
                <a:ext uri="{FF2B5EF4-FFF2-40B4-BE49-F238E27FC236}">
                  <a16:creationId xmlns:a16="http://schemas.microsoft.com/office/drawing/2014/main" id="{08A976CD-8918-7B1C-D003-FC8A14C86252}"/>
                </a:ext>
              </a:extLst>
            </p:cNvPr>
            <p:cNvSpPr>
              <a:spLocks noGrp="1"/>
            </p:cNvSpPr>
            <p:nvPr/>
          </p:nvSpPr>
          <p:spPr>
            <a:xfrm>
              <a:off x="1461088" y="4087309"/>
              <a:ext cx="14874" cy="36248"/>
            </a:xfrm>
            <a:custGeom>
              <a:avLst/>
              <a:gdLst/>
              <a:ahLst/>
              <a:cxnLst/>
              <a:rect l="0" t="0" r="0" b="0"/>
              <a:pathLst>
                <a:path w="14874" h="36248">
                  <a:moveTo>
                    <a:pt x="0" y="36248"/>
                  </a:moveTo>
                  <a:lnTo>
                    <a:pt x="14874" y="0"/>
                  </a:lnTo>
                </a:path>
              </a:pathLst>
            </a:custGeom>
            <a:noFill/>
            <a:ln w="20003">
              <a:solidFill>
                <a:srgbClr val="9BABB6"/>
              </a:solidFill>
            </a:ln>
          </p:spPr>
        </p:sp>
        <p:sp>
          <p:nvSpPr>
            <p:cNvPr id="1623" name="Input_receptor__1622">
              <a:extLst>
                <a:ext uri="{FF2B5EF4-FFF2-40B4-BE49-F238E27FC236}">
                  <a16:creationId xmlns:a16="http://schemas.microsoft.com/office/drawing/2014/main" id="{58F08EBE-0429-B848-3D2A-DC8D7AA302D4}"/>
                </a:ext>
              </a:extLst>
            </p:cNvPr>
            <p:cNvSpPr>
              <a:spLocks noGrp="1"/>
            </p:cNvSpPr>
            <p:nvPr/>
          </p:nvSpPr>
          <p:spPr>
            <a:xfrm>
              <a:off x="1156922" y="4673236"/>
              <a:ext cx="14621" cy="5149"/>
            </a:xfrm>
            <a:custGeom>
              <a:avLst/>
              <a:gdLst/>
              <a:ahLst/>
              <a:cxnLst/>
              <a:rect l="0" t="0" r="0" b="0"/>
              <a:pathLst>
                <a:path w="14621" h="5149">
                  <a:moveTo>
                    <a:pt x="14621" y="0"/>
                  </a:moveTo>
                  <a:lnTo>
                    <a:pt x="0" y="5149"/>
                  </a:lnTo>
                </a:path>
              </a:pathLst>
            </a:custGeom>
            <a:noFill/>
            <a:ln w="20003">
              <a:solidFill>
                <a:srgbClr val="9BABB6"/>
              </a:solidFill>
            </a:ln>
          </p:spPr>
        </p:sp>
        <p:sp>
          <p:nvSpPr>
            <p:cNvPr id="1624" name="Input_receptor__1623">
              <a:extLst>
                <a:ext uri="{FF2B5EF4-FFF2-40B4-BE49-F238E27FC236}">
                  <a16:creationId xmlns:a16="http://schemas.microsoft.com/office/drawing/2014/main" id="{2E1A3C1A-DFA5-D5C0-1CEF-80B2F23B8EC2}"/>
                </a:ext>
              </a:extLst>
            </p:cNvPr>
            <p:cNvSpPr>
              <a:spLocks noGrp="1"/>
            </p:cNvSpPr>
            <p:nvPr/>
          </p:nvSpPr>
          <p:spPr>
            <a:xfrm>
              <a:off x="882780" y="4728174"/>
              <a:ext cx="27592" cy="21531"/>
            </a:xfrm>
            <a:custGeom>
              <a:avLst/>
              <a:gdLst/>
              <a:ahLst/>
              <a:cxnLst/>
              <a:rect l="0" t="0" r="0" b="0"/>
              <a:pathLst>
                <a:path w="27592" h="21531">
                  <a:moveTo>
                    <a:pt x="27592" y="21531"/>
                  </a:moveTo>
                  <a:lnTo>
                    <a:pt x="0" y="0"/>
                  </a:lnTo>
                </a:path>
              </a:pathLst>
            </a:custGeom>
            <a:noFill/>
            <a:ln w="8096">
              <a:solidFill>
                <a:srgbClr val="9BABB6"/>
              </a:solidFill>
            </a:ln>
          </p:spPr>
        </p:sp>
        <p:sp>
          <p:nvSpPr>
            <p:cNvPr id="1625" name="Input_receptor__1624">
              <a:extLst>
                <a:ext uri="{FF2B5EF4-FFF2-40B4-BE49-F238E27FC236}">
                  <a16:creationId xmlns:a16="http://schemas.microsoft.com/office/drawing/2014/main" id="{110CF15B-56DC-92DC-F6DE-E62D2E98388A}"/>
                </a:ext>
              </a:extLst>
            </p:cNvPr>
            <p:cNvSpPr>
              <a:spLocks noGrp="1"/>
            </p:cNvSpPr>
            <p:nvPr/>
          </p:nvSpPr>
          <p:spPr>
            <a:xfrm>
              <a:off x="1641971" y="4288258"/>
              <a:ext cx="46464" cy="8496"/>
            </a:xfrm>
            <a:custGeom>
              <a:avLst/>
              <a:gdLst/>
              <a:ahLst/>
              <a:cxnLst/>
              <a:rect l="0" t="0" r="0" b="0"/>
              <a:pathLst>
                <a:path w="46464" h="8496">
                  <a:moveTo>
                    <a:pt x="46464" y="8496"/>
                  </a:moveTo>
                  <a:lnTo>
                    <a:pt x="0" y="0"/>
                  </a:lnTo>
                </a:path>
              </a:pathLst>
            </a:custGeom>
            <a:noFill/>
            <a:ln w="8096">
              <a:solidFill>
                <a:srgbClr val="9BABB6"/>
              </a:solidFill>
            </a:ln>
          </p:spPr>
        </p:sp>
        <p:sp>
          <p:nvSpPr>
            <p:cNvPr id="1626" name="Input_receptor__1625">
              <a:extLst>
                <a:ext uri="{FF2B5EF4-FFF2-40B4-BE49-F238E27FC236}">
                  <a16:creationId xmlns:a16="http://schemas.microsoft.com/office/drawing/2014/main" id="{C8383563-6D60-D8BE-08CD-C79C9263BBD5}"/>
                </a:ext>
              </a:extLst>
            </p:cNvPr>
            <p:cNvSpPr>
              <a:spLocks noGrp="1"/>
            </p:cNvSpPr>
            <p:nvPr/>
          </p:nvSpPr>
          <p:spPr>
            <a:xfrm>
              <a:off x="1061681" y="4748997"/>
              <a:ext cx="7305" cy="47074"/>
            </a:xfrm>
            <a:custGeom>
              <a:avLst/>
              <a:gdLst/>
              <a:ahLst/>
              <a:cxnLst/>
              <a:rect l="0" t="0" r="0" b="0"/>
              <a:pathLst>
                <a:path w="7305" h="47074">
                  <a:moveTo>
                    <a:pt x="7305" y="47074"/>
                  </a:moveTo>
                  <a:lnTo>
                    <a:pt x="0" y="0"/>
                  </a:lnTo>
                </a:path>
              </a:pathLst>
            </a:custGeom>
            <a:noFill/>
            <a:ln w="8096">
              <a:solidFill>
                <a:srgbClr val="9BABB6"/>
              </a:solidFill>
            </a:ln>
          </p:spPr>
        </p:sp>
        <p:sp>
          <p:nvSpPr>
            <p:cNvPr id="1627" name="Input_receptor__1626">
              <a:extLst>
                <a:ext uri="{FF2B5EF4-FFF2-40B4-BE49-F238E27FC236}">
                  <a16:creationId xmlns:a16="http://schemas.microsoft.com/office/drawing/2014/main" id="{424E2984-79AE-C9CB-5DC7-D7FE8757524F}"/>
                </a:ext>
              </a:extLst>
            </p:cNvPr>
            <p:cNvSpPr>
              <a:spLocks noGrp="1"/>
            </p:cNvSpPr>
            <p:nvPr/>
          </p:nvSpPr>
          <p:spPr>
            <a:xfrm>
              <a:off x="1383676" y="4104282"/>
              <a:ext cx="18442" cy="44146"/>
            </a:xfrm>
            <a:custGeom>
              <a:avLst/>
              <a:gdLst/>
              <a:ahLst/>
              <a:cxnLst/>
              <a:rect l="0" t="0" r="0" b="0"/>
              <a:pathLst>
                <a:path w="18442" h="44146">
                  <a:moveTo>
                    <a:pt x="0" y="44146"/>
                  </a:moveTo>
                  <a:lnTo>
                    <a:pt x="18442" y="0"/>
                  </a:lnTo>
                </a:path>
              </a:pathLst>
            </a:custGeom>
            <a:noFill/>
            <a:ln w="20003">
              <a:solidFill>
                <a:srgbClr val="9BABB6"/>
              </a:solidFill>
            </a:ln>
          </p:spPr>
        </p:sp>
        <p:sp>
          <p:nvSpPr>
            <p:cNvPr id="1628" name="Input_receptor__1627">
              <a:extLst>
                <a:ext uri="{FF2B5EF4-FFF2-40B4-BE49-F238E27FC236}">
                  <a16:creationId xmlns:a16="http://schemas.microsoft.com/office/drawing/2014/main" id="{10BC41C6-E431-BA34-EA48-DAEC6814D923}"/>
                </a:ext>
              </a:extLst>
            </p:cNvPr>
            <p:cNvSpPr>
              <a:spLocks noGrp="1"/>
            </p:cNvSpPr>
            <p:nvPr/>
          </p:nvSpPr>
          <p:spPr>
            <a:xfrm>
              <a:off x="1428814" y="4337993"/>
              <a:ext cx="29695" cy="33035"/>
            </a:xfrm>
            <a:custGeom>
              <a:avLst/>
              <a:gdLst/>
              <a:ahLst/>
              <a:cxnLst/>
              <a:rect l="0" t="0" r="0" b="0"/>
              <a:pathLst>
                <a:path w="29695" h="33035">
                  <a:moveTo>
                    <a:pt x="0" y="0"/>
                  </a:moveTo>
                  <a:lnTo>
                    <a:pt x="29695" y="33035"/>
                  </a:lnTo>
                </a:path>
              </a:pathLst>
            </a:custGeom>
            <a:noFill/>
            <a:ln w="8096">
              <a:solidFill>
                <a:srgbClr val="9BABB6"/>
              </a:solidFill>
            </a:ln>
          </p:spPr>
        </p:sp>
        <p:sp>
          <p:nvSpPr>
            <p:cNvPr id="1629" name="Input_receptor__1628">
              <a:extLst>
                <a:ext uri="{FF2B5EF4-FFF2-40B4-BE49-F238E27FC236}">
                  <a16:creationId xmlns:a16="http://schemas.microsoft.com/office/drawing/2014/main" id="{33EA6D08-0FEA-2366-A2A6-9A708BE98890}"/>
                </a:ext>
              </a:extLst>
            </p:cNvPr>
            <p:cNvSpPr>
              <a:spLocks noGrp="1"/>
            </p:cNvSpPr>
            <p:nvPr/>
          </p:nvSpPr>
          <p:spPr>
            <a:xfrm>
              <a:off x="864649" y="4504832"/>
              <a:ext cx="43649" cy="14023"/>
            </a:xfrm>
            <a:custGeom>
              <a:avLst/>
              <a:gdLst/>
              <a:ahLst/>
              <a:cxnLst/>
              <a:rect l="0" t="0" r="0" b="0"/>
              <a:pathLst>
                <a:path w="43649" h="14023">
                  <a:moveTo>
                    <a:pt x="43649" y="0"/>
                  </a:moveTo>
                  <a:lnTo>
                    <a:pt x="0" y="14023"/>
                  </a:lnTo>
                </a:path>
              </a:pathLst>
            </a:custGeom>
            <a:noFill/>
            <a:ln w="8096">
              <a:solidFill>
                <a:srgbClr val="9BABB6"/>
              </a:solidFill>
            </a:ln>
          </p:spPr>
        </p:sp>
        <p:sp>
          <p:nvSpPr>
            <p:cNvPr id="1630" name="Input_receptor__1629">
              <a:extLst>
                <a:ext uri="{FF2B5EF4-FFF2-40B4-BE49-F238E27FC236}">
                  <a16:creationId xmlns:a16="http://schemas.microsoft.com/office/drawing/2014/main" id="{962CB3C3-57CA-7CD6-BE21-F20FB806D43A}"/>
                </a:ext>
              </a:extLst>
            </p:cNvPr>
            <p:cNvSpPr>
              <a:spLocks noGrp="1"/>
            </p:cNvSpPr>
            <p:nvPr/>
          </p:nvSpPr>
          <p:spPr>
            <a:xfrm>
              <a:off x="1306717" y="4579621"/>
              <a:ext cx="18898" cy="13410"/>
            </a:xfrm>
            <a:custGeom>
              <a:avLst/>
              <a:gdLst/>
              <a:ahLst/>
              <a:cxnLst/>
              <a:rect l="0" t="0" r="0" b="0"/>
              <a:pathLst>
                <a:path w="18898" h="13410">
                  <a:moveTo>
                    <a:pt x="18898" y="13410"/>
                  </a:moveTo>
                  <a:lnTo>
                    <a:pt x="0" y="0"/>
                  </a:lnTo>
                </a:path>
              </a:pathLst>
            </a:custGeom>
            <a:noFill/>
            <a:ln w="8096">
              <a:solidFill>
                <a:srgbClr val="9BABB6"/>
              </a:solidFill>
            </a:ln>
          </p:spPr>
        </p:sp>
        <p:sp>
          <p:nvSpPr>
            <p:cNvPr id="1631" name="Input_receptor__1630">
              <a:extLst>
                <a:ext uri="{FF2B5EF4-FFF2-40B4-BE49-F238E27FC236}">
                  <a16:creationId xmlns:a16="http://schemas.microsoft.com/office/drawing/2014/main" id="{C51E9755-5193-BA11-E42E-B8EDA7452550}"/>
                </a:ext>
              </a:extLst>
            </p:cNvPr>
            <p:cNvSpPr>
              <a:spLocks noGrp="1"/>
            </p:cNvSpPr>
            <p:nvPr/>
          </p:nvSpPr>
          <p:spPr>
            <a:xfrm>
              <a:off x="1279879" y="4401997"/>
              <a:ext cx="34778" cy="23236"/>
            </a:xfrm>
            <a:custGeom>
              <a:avLst/>
              <a:gdLst/>
              <a:ahLst/>
              <a:cxnLst/>
              <a:rect l="0" t="0" r="0" b="0"/>
              <a:pathLst>
                <a:path w="34778" h="23236">
                  <a:moveTo>
                    <a:pt x="0" y="23236"/>
                  </a:moveTo>
                  <a:lnTo>
                    <a:pt x="34778" y="0"/>
                  </a:lnTo>
                </a:path>
              </a:pathLst>
            </a:custGeom>
            <a:noFill/>
            <a:ln w="20003">
              <a:solidFill>
                <a:srgbClr val="9BABB6"/>
              </a:solidFill>
            </a:ln>
          </p:spPr>
        </p:sp>
        <p:sp>
          <p:nvSpPr>
            <p:cNvPr id="1632" name="Input_receptor__1631">
              <a:extLst>
                <a:ext uri="{FF2B5EF4-FFF2-40B4-BE49-F238E27FC236}">
                  <a16:creationId xmlns:a16="http://schemas.microsoft.com/office/drawing/2014/main" id="{775BF82C-EAAD-B53C-2CC1-23FAA799CFEF}"/>
                </a:ext>
              </a:extLst>
            </p:cNvPr>
            <p:cNvSpPr>
              <a:spLocks noGrp="1"/>
            </p:cNvSpPr>
            <p:nvPr/>
          </p:nvSpPr>
          <p:spPr>
            <a:xfrm>
              <a:off x="1089371" y="4553211"/>
              <a:ext cx="5104" cy="45148"/>
            </a:xfrm>
            <a:custGeom>
              <a:avLst/>
              <a:gdLst/>
              <a:ahLst/>
              <a:cxnLst/>
              <a:rect l="0" t="0" r="0" b="0"/>
              <a:pathLst>
                <a:path w="5104" h="45148">
                  <a:moveTo>
                    <a:pt x="5104" y="45148"/>
                  </a:moveTo>
                  <a:lnTo>
                    <a:pt x="0" y="0"/>
                  </a:lnTo>
                </a:path>
              </a:pathLst>
            </a:custGeom>
            <a:noFill/>
            <a:ln w="20003">
              <a:solidFill>
                <a:srgbClr val="9BABB6"/>
              </a:solidFill>
            </a:ln>
          </p:spPr>
        </p:sp>
        <p:sp>
          <p:nvSpPr>
            <p:cNvPr id="1633" name="Input_receptor__1632">
              <a:extLst>
                <a:ext uri="{FF2B5EF4-FFF2-40B4-BE49-F238E27FC236}">
                  <a16:creationId xmlns:a16="http://schemas.microsoft.com/office/drawing/2014/main" id="{977A86A5-59B1-5F1A-A53F-B50DBC44EBF6}"/>
                </a:ext>
              </a:extLst>
            </p:cNvPr>
            <p:cNvSpPr>
              <a:spLocks noGrp="1"/>
            </p:cNvSpPr>
            <p:nvPr/>
          </p:nvSpPr>
          <p:spPr>
            <a:xfrm>
              <a:off x="1187044" y="4473278"/>
              <a:ext cx="17342" cy="45027"/>
            </a:xfrm>
            <a:custGeom>
              <a:avLst/>
              <a:gdLst/>
              <a:ahLst/>
              <a:cxnLst/>
              <a:rect l="0" t="0" r="0" b="0"/>
              <a:pathLst>
                <a:path w="17342" h="45027">
                  <a:moveTo>
                    <a:pt x="17342" y="45027"/>
                  </a:moveTo>
                  <a:lnTo>
                    <a:pt x="0" y="0"/>
                  </a:lnTo>
                </a:path>
              </a:pathLst>
            </a:custGeom>
            <a:noFill/>
            <a:ln w="20003">
              <a:solidFill>
                <a:srgbClr val="9BABB6"/>
              </a:solidFill>
            </a:ln>
          </p:spPr>
        </p:sp>
        <p:sp>
          <p:nvSpPr>
            <p:cNvPr id="1634" name="Input_receptor__1633">
              <a:extLst>
                <a:ext uri="{FF2B5EF4-FFF2-40B4-BE49-F238E27FC236}">
                  <a16:creationId xmlns:a16="http://schemas.microsoft.com/office/drawing/2014/main" id="{7E23B1F1-454E-EBCB-EDD7-2010B2E43C26}"/>
                </a:ext>
              </a:extLst>
            </p:cNvPr>
            <p:cNvSpPr>
              <a:spLocks noGrp="1"/>
            </p:cNvSpPr>
            <p:nvPr/>
          </p:nvSpPr>
          <p:spPr>
            <a:xfrm>
              <a:off x="1059518" y="4937347"/>
              <a:ext cx="9331" cy="47148"/>
            </a:xfrm>
            <a:custGeom>
              <a:avLst/>
              <a:gdLst/>
              <a:ahLst/>
              <a:cxnLst/>
              <a:rect l="0" t="0" r="0" b="0"/>
              <a:pathLst>
                <a:path w="9331" h="47148">
                  <a:moveTo>
                    <a:pt x="9331" y="47148"/>
                  </a:moveTo>
                  <a:lnTo>
                    <a:pt x="0" y="0"/>
                  </a:lnTo>
                </a:path>
              </a:pathLst>
            </a:custGeom>
            <a:noFill/>
            <a:ln w="8096">
              <a:solidFill>
                <a:srgbClr val="9BABB6"/>
              </a:solidFill>
            </a:ln>
          </p:spPr>
        </p:sp>
        <p:sp>
          <p:nvSpPr>
            <p:cNvPr id="1635" name="Input_receptor__1634">
              <a:extLst>
                <a:ext uri="{FF2B5EF4-FFF2-40B4-BE49-F238E27FC236}">
                  <a16:creationId xmlns:a16="http://schemas.microsoft.com/office/drawing/2014/main" id="{70192310-8E5F-6912-4886-08B10F7D4CFF}"/>
                </a:ext>
              </a:extLst>
            </p:cNvPr>
            <p:cNvSpPr>
              <a:spLocks noGrp="1"/>
            </p:cNvSpPr>
            <p:nvPr/>
          </p:nvSpPr>
          <p:spPr>
            <a:xfrm>
              <a:off x="1501579" y="4658329"/>
              <a:ext cx="36053" cy="32060"/>
            </a:xfrm>
            <a:custGeom>
              <a:avLst/>
              <a:gdLst/>
              <a:ahLst/>
              <a:cxnLst/>
              <a:rect l="0" t="0" r="0" b="0"/>
              <a:pathLst>
                <a:path w="36053" h="32060">
                  <a:moveTo>
                    <a:pt x="36053" y="0"/>
                  </a:moveTo>
                  <a:lnTo>
                    <a:pt x="0" y="32060"/>
                  </a:lnTo>
                </a:path>
              </a:pathLst>
            </a:custGeom>
            <a:noFill/>
            <a:ln w="20003">
              <a:solidFill>
                <a:srgbClr val="9BABB6"/>
              </a:solidFill>
            </a:ln>
          </p:spPr>
        </p:sp>
        <p:sp>
          <p:nvSpPr>
            <p:cNvPr id="1636" name="Input_receptor__1635">
              <a:extLst>
                <a:ext uri="{FF2B5EF4-FFF2-40B4-BE49-F238E27FC236}">
                  <a16:creationId xmlns:a16="http://schemas.microsoft.com/office/drawing/2014/main" id="{42C54C62-5FCA-A2E0-D758-EBF9FB53DB1E}"/>
                </a:ext>
              </a:extLst>
            </p:cNvPr>
            <p:cNvSpPr>
              <a:spLocks noGrp="1"/>
            </p:cNvSpPr>
            <p:nvPr/>
          </p:nvSpPr>
          <p:spPr>
            <a:xfrm>
              <a:off x="709689" y="4548048"/>
              <a:ext cx="14290" cy="41167"/>
            </a:xfrm>
            <a:custGeom>
              <a:avLst/>
              <a:gdLst/>
              <a:ahLst/>
              <a:cxnLst/>
              <a:rect l="0" t="0" r="0" b="0"/>
              <a:pathLst>
                <a:path w="14290" h="41167">
                  <a:moveTo>
                    <a:pt x="0" y="41167"/>
                  </a:moveTo>
                  <a:lnTo>
                    <a:pt x="14290" y="0"/>
                  </a:lnTo>
                </a:path>
              </a:pathLst>
            </a:custGeom>
            <a:noFill/>
            <a:ln w="20003">
              <a:solidFill>
                <a:srgbClr val="9BABB6"/>
              </a:solidFill>
            </a:ln>
          </p:spPr>
        </p:sp>
        <p:sp>
          <p:nvSpPr>
            <p:cNvPr id="1637" name="Input_receptor__1636">
              <a:extLst>
                <a:ext uri="{FF2B5EF4-FFF2-40B4-BE49-F238E27FC236}">
                  <a16:creationId xmlns:a16="http://schemas.microsoft.com/office/drawing/2014/main" id="{03122C9E-A5F7-51D7-9264-6ECC07554683}"/>
                </a:ext>
              </a:extLst>
            </p:cNvPr>
            <p:cNvSpPr>
              <a:spLocks noGrp="1"/>
            </p:cNvSpPr>
            <p:nvPr/>
          </p:nvSpPr>
          <p:spPr>
            <a:xfrm>
              <a:off x="1451102" y="4123557"/>
              <a:ext cx="9986" cy="25537"/>
            </a:xfrm>
            <a:custGeom>
              <a:avLst/>
              <a:gdLst/>
              <a:ahLst/>
              <a:cxnLst/>
              <a:rect l="0" t="0" r="0" b="0"/>
              <a:pathLst>
                <a:path w="9986" h="25537">
                  <a:moveTo>
                    <a:pt x="0" y="25537"/>
                  </a:moveTo>
                  <a:lnTo>
                    <a:pt x="9986" y="0"/>
                  </a:lnTo>
                </a:path>
              </a:pathLst>
            </a:custGeom>
            <a:noFill/>
            <a:ln w="20003">
              <a:solidFill>
                <a:srgbClr val="9BABB6"/>
              </a:solidFill>
            </a:ln>
          </p:spPr>
        </p:sp>
        <p:sp>
          <p:nvSpPr>
            <p:cNvPr id="1638" name="Input_receptor__1637">
              <a:extLst>
                <a:ext uri="{FF2B5EF4-FFF2-40B4-BE49-F238E27FC236}">
                  <a16:creationId xmlns:a16="http://schemas.microsoft.com/office/drawing/2014/main" id="{C6D6CEB0-296F-4899-2BC5-B23D5A785D28}"/>
                </a:ext>
              </a:extLst>
            </p:cNvPr>
            <p:cNvSpPr>
              <a:spLocks noGrp="1"/>
            </p:cNvSpPr>
            <p:nvPr/>
          </p:nvSpPr>
          <p:spPr>
            <a:xfrm>
              <a:off x="1068849" y="4984494"/>
              <a:ext cx="41725" cy="23738"/>
            </a:xfrm>
            <a:custGeom>
              <a:avLst/>
              <a:gdLst/>
              <a:ahLst/>
              <a:cxnLst/>
              <a:rect l="0" t="0" r="0" b="0"/>
              <a:pathLst>
                <a:path w="41725" h="23738">
                  <a:moveTo>
                    <a:pt x="41725" y="23738"/>
                  </a:moveTo>
                  <a:lnTo>
                    <a:pt x="0" y="0"/>
                  </a:lnTo>
                </a:path>
              </a:pathLst>
            </a:custGeom>
            <a:noFill/>
            <a:ln w="8096">
              <a:solidFill>
                <a:srgbClr val="9BABB6"/>
              </a:solidFill>
            </a:ln>
          </p:spPr>
        </p:sp>
        <p:sp>
          <p:nvSpPr>
            <p:cNvPr id="1639" name="Input_receptor__1638">
              <a:extLst>
                <a:ext uri="{FF2B5EF4-FFF2-40B4-BE49-F238E27FC236}">
                  <a16:creationId xmlns:a16="http://schemas.microsoft.com/office/drawing/2014/main" id="{6973F4A1-26C9-B721-0E1B-3CDF21DBDE6B}"/>
                </a:ext>
              </a:extLst>
            </p:cNvPr>
            <p:cNvSpPr>
              <a:spLocks noGrp="1"/>
            </p:cNvSpPr>
            <p:nvPr/>
          </p:nvSpPr>
          <p:spPr>
            <a:xfrm>
              <a:off x="1639597" y="4389776"/>
              <a:ext cx="18861" cy="37945"/>
            </a:xfrm>
            <a:custGeom>
              <a:avLst/>
              <a:gdLst/>
              <a:ahLst/>
              <a:cxnLst/>
              <a:rect l="0" t="0" r="0" b="0"/>
              <a:pathLst>
                <a:path w="18861" h="37945">
                  <a:moveTo>
                    <a:pt x="0" y="37945"/>
                  </a:moveTo>
                  <a:lnTo>
                    <a:pt x="18861" y="0"/>
                  </a:lnTo>
                </a:path>
              </a:pathLst>
            </a:custGeom>
            <a:noFill/>
            <a:ln w="8096">
              <a:solidFill>
                <a:srgbClr val="9BABB6"/>
              </a:solidFill>
            </a:ln>
          </p:spPr>
        </p:sp>
        <p:sp>
          <p:nvSpPr>
            <p:cNvPr id="1640" name="Input_receptor__1639">
              <a:extLst>
                <a:ext uri="{FF2B5EF4-FFF2-40B4-BE49-F238E27FC236}">
                  <a16:creationId xmlns:a16="http://schemas.microsoft.com/office/drawing/2014/main" id="{63B6E05F-1E95-B2E9-8B72-DD31CF7BD67B}"/>
                </a:ext>
              </a:extLst>
            </p:cNvPr>
            <p:cNvSpPr>
              <a:spLocks noGrp="1"/>
            </p:cNvSpPr>
            <p:nvPr/>
          </p:nvSpPr>
          <p:spPr>
            <a:xfrm>
              <a:off x="1346213" y="4437051"/>
              <a:ext cx="6236" cy="20904"/>
            </a:xfrm>
            <a:custGeom>
              <a:avLst/>
              <a:gdLst/>
              <a:ahLst/>
              <a:cxnLst/>
              <a:rect l="0" t="0" r="0" b="0"/>
              <a:pathLst>
                <a:path w="6236" h="20904">
                  <a:moveTo>
                    <a:pt x="0" y="0"/>
                  </a:moveTo>
                  <a:lnTo>
                    <a:pt x="6236" y="20904"/>
                  </a:lnTo>
                </a:path>
              </a:pathLst>
            </a:custGeom>
            <a:noFill/>
            <a:ln w="20003">
              <a:solidFill>
                <a:srgbClr val="9BABB6"/>
              </a:solidFill>
            </a:ln>
          </p:spPr>
        </p:sp>
        <p:sp>
          <p:nvSpPr>
            <p:cNvPr id="1641" name="Input_receptor__1640">
              <a:extLst>
                <a:ext uri="{FF2B5EF4-FFF2-40B4-BE49-F238E27FC236}">
                  <a16:creationId xmlns:a16="http://schemas.microsoft.com/office/drawing/2014/main" id="{D3CC98A1-0BEC-0BAE-79A7-E7FA55F89E68}"/>
                </a:ext>
              </a:extLst>
            </p:cNvPr>
            <p:cNvSpPr>
              <a:spLocks noGrp="1"/>
            </p:cNvSpPr>
            <p:nvPr/>
          </p:nvSpPr>
          <p:spPr>
            <a:xfrm>
              <a:off x="1227379" y="4733822"/>
              <a:ext cx="8242" cy="14984"/>
            </a:xfrm>
            <a:custGeom>
              <a:avLst/>
              <a:gdLst/>
              <a:ahLst/>
              <a:cxnLst/>
              <a:rect l="0" t="0" r="0" b="0"/>
              <a:pathLst>
                <a:path w="8242" h="14984">
                  <a:moveTo>
                    <a:pt x="0" y="14984"/>
                  </a:moveTo>
                  <a:lnTo>
                    <a:pt x="8242" y="0"/>
                  </a:lnTo>
                </a:path>
              </a:pathLst>
            </a:custGeom>
            <a:noFill/>
            <a:ln w="8096">
              <a:solidFill>
                <a:srgbClr val="9BABB6"/>
              </a:solidFill>
            </a:ln>
          </p:spPr>
        </p:sp>
        <p:sp>
          <p:nvSpPr>
            <p:cNvPr id="1642" name="Input_receptor__1641">
              <a:extLst>
                <a:ext uri="{FF2B5EF4-FFF2-40B4-BE49-F238E27FC236}">
                  <a16:creationId xmlns:a16="http://schemas.microsoft.com/office/drawing/2014/main" id="{9C7D1EFA-A2EA-0009-DBF2-ECEECEE0DD07}"/>
                </a:ext>
              </a:extLst>
            </p:cNvPr>
            <p:cNvSpPr>
              <a:spLocks noGrp="1"/>
            </p:cNvSpPr>
            <p:nvPr/>
          </p:nvSpPr>
          <p:spPr>
            <a:xfrm>
              <a:off x="1563751" y="4405348"/>
              <a:ext cx="13166" cy="46360"/>
            </a:xfrm>
            <a:custGeom>
              <a:avLst/>
              <a:gdLst/>
              <a:ahLst/>
              <a:cxnLst/>
              <a:rect l="0" t="0" r="0" b="0"/>
              <a:pathLst>
                <a:path w="13166" h="46360">
                  <a:moveTo>
                    <a:pt x="0" y="46360"/>
                  </a:moveTo>
                  <a:lnTo>
                    <a:pt x="13166" y="0"/>
                  </a:lnTo>
                </a:path>
              </a:pathLst>
            </a:custGeom>
            <a:noFill/>
            <a:ln w="20003">
              <a:solidFill>
                <a:srgbClr val="9BABB6"/>
              </a:solidFill>
            </a:ln>
          </p:spPr>
        </p:sp>
        <p:sp>
          <p:nvSpPr>
            <p:cNvPr id="1643" name="Input_receptor__1642">
              <a:extLst>
                <a:ext uri="{FF2B5EF4-FFF2-40B4-BE49-F238E27FC236}">
                  <a16:creationId xmlns:a16="http://schemas.microsoft.com/office/drawing/2014/main" id="{42383655-921F-CAF5-EC10-5F65CC08C6D2}"/>
                </a:ext>
              </a:extLst>
            </p:cNvPr>
            <p:cNvSpPr>
              <a:spLocks noGrp="1"/>
            </p:cNvSpPr>
            <p:nvPr/>
          </p:nvSpPr>
          <p:spPr>
            <a:xfrm>
              <a:off x="1366641" y="4768444"/>
              <a:ext cx="39465" cy="14904"/>
            </a:xfrm>
            <a:custGeom>
              <a:avLst/>
              <a:gdLst/>
              <a:ahLst/>
              <a:cxnLst/>
              <a:rect l="0" t="0" r="0" b="0"/>
              <a:pathLst>
                <a:path w="39465" h="14904">
                  <a:moveTo>
                    <a:pt x="39465" y="0"/>
                  </a:moveTo>
                  <a:lnTo>
                    <a:pt x="0" y="14904"/>
                  </a:lnTo>
                </a:path>
              </a:pathLst>
            </a:custGeom>
            <a:noFill/>
            <a:ln w="20003">
              <a:solidFill>
                <a:srgbClr val="9CABB6"/>
              </a:solidFill>
            </a:ln>
          </p:spPr>
        </p:sp>
        <p:sp>
          <p:nvSpPr>
            <p:cNvPr id="1644" name="Input_receptor__1643">
              <a:extLst>
                <a:ext uri="{FF2B5EF4-FFF2-40B4-BE49-F238E27FC236}">
                  <a16:creationId xmlns:a16="http://schemas.microsoft.com/office/drawing/2014/main" id="{983EF1B9-F75F-B51E-5199-AD171A8C013F}"/>
                </a:ext>
              </a:extLst>
            </p:cNvPr>
            <p:cNvSpPr>
              <a:spLocks noGrp="1"/>
            </p:cNvSpPr>
            <p:nvPr/>
          </p:nvSpPr>
          <p:spPr>
            <a:xfrm>
              <a:off x="1143444" y="4536675"/>
              <a:ext cx="9725" cy="38273"/>
            </a:xfrm>
            <a:custGeom>
              <a:avLst/>
              <a:gdLst/>
              <a:ahLst/>
              <a:cxnLst/>
              <a:rect l="0" t="0" r="0" b="0"/>
              <a:pathLst>
                <a:path w="9725" h="38273">
                  <a:moveTo>
                    <a:pt x="9725" y="38273"/>
                  </a:moveTo>
                  <a:lnTo>
                    <a:pt x="0" y="0"/>
                  </a:lnTo>
                </a:path>
              </a:pathLst>
            </a:custGeom>
            <a:noFill/>
            <a:ln w="20003">
              <a:solidFill>
                <a:srgbClr val="9CABB6"/>
              </a:solidFill>
            </a:ln>
          </p:spPr>
        </p:sp>
        <p:sp>
          <p:nvSpPr>
            <p:cNvPr id="1645" name="Input_receptor__1644">
              <a:extLst>
                <a:ext uri="{FF2B5EF4-FFF2-40B4-BE49-F238E27FC236}">
                  <a16:creationId xmlns:a16="http://schemas.microsoft.com/office/drawing/2014/main" id="{B9CBA665-260E-D847-D24A-35A0BC42AF4B}"/>
                </a:ext>
              </a:extLst>
            </p:cNvPr>
            <p:cNvSpPr>
              <a:spLocks noGrp="1"/>
            </p:cNvSpPr>
            <p:nvPr/>
          </p:nvSpPr>
          <p:spPr>
            <a:xfrm>
              <a:off x="701039" y="4718788"/>
              <a:ext cx="25024" cy="8808"/>
            </a:xfrm>
            <a:custGeom>
              <a:avLst/>
              <a:gdLst/>
              <a:ahLst/>
              <a:cxnLst/>
              <a:rect l="0" t="0" r="0" b="0"/>
              <a:pathLst>
                <a:path w="25024" h="8808">
                  <a:moveTo>
                    <a:pt x="25024" y="8808"/>
                  </a:moveTo>
                  <a:lnTo>
                    <a:pt x="0" y="0"/>
                  </a:lnTo>
                </a:path>
              </a:pathLst>
            </a:custGeom>
            <a:noFill/>
            <a:ln w="8096">
              <a:solidFill>
                <a:srgbClr val="9CACB7"/>
              </a:solidFill>
            </a:ln>
          </p:spPr>
        </p:sp>
        <p:sp>
          <p:nvSpPr>
            <p:cNvPr id="1646" name="Input_receptor__1645">
              <a:extLst>
                <a:ext uri="{FF2B5EF4-FFF2-40B4-BE49-F238E27FC236}">
                  <a16:creationId xmlns:a16="http://schemas.microsoft.com/office/drawing/2014/main" id="{D157E227-4027-6445-7F68-BF72040C8FA0}"/>
                </a:ext>
              </a:extLst>
            </p:cNvPr>
            <p:cNvSpPr>
              <a:spLocks noGrp="1"/>
            </p:cNvSpPr>
            <p:nvPr/>
          </p:nvSpPr>
          <p:spPr>
            <a:xfrm>
              <a:off x="771149" y="4702160"/>
              <a:ext cx="43025" cy="14592"/>
            </a:xfrm>
            <a:custGeom>
              <a:avLst/>
              <a:gdLst/>
              <a:ahLst/>
              <a:cxnLst/>
              <a:rect l="0" t="0" r="0" b="0"/>
              <a:pathLst>
                <a:path w="43025" h="14592">
                  <a:moveTo>
                    <a:pt x="43025" y="14592"/>
                  </a:moveTo>
                  <a:lnTo>
                    <a:pt x="0" y="0"/>
                  </a:lnTo>
                </a:path>
              </a:pathLst>
            </a:custGeom>
            <a:noFill/>
            <a:ln w="20003">
              <a:solidFill>
                <a:srgbClr val="9CACB7"/>
              </a:solidFill>
            </a:ln>
          </p:spPr>
        </p:sp>
        <p:sp>
          <p:nvSpPr>
            <p:cNvPr id="1647" name="Input_receptor__1646">
              <a:extLst>
                <a:ext uri="{FF2B5EF4-FFF2-40B4-BE49-F238E27FC236}">
                  <a16:creationId xmlns:a16="http://schemas.microsoft.com/office/drawing/2014/main" id="{4FCDF1FB-D782-0593-E00D-0A480A90D23C}"/>
                </a:ext>
              </a:extLst>
            </p:cNvPr>
            <p:cNvSpPr>
              <a:spLocks noGrp="1"/>
            </p:cNvSpPr>
            <p:nvPr/>
          </p:nvSpPr>
          <p:spPr>
            <a:xfrm>
              <a:off x="1602277" y="4278207"/>
              <a:ext cx="39694" cy="10051"/>
            </a:xfrm>
            <a:custGeom>
              <a:avLst/>
              <a:gdLst/>
              <a:ahLst/>
              <a:cxnLst/>
              <a:rect l="0" t="0" r="0" b="0"/>
              <a:pathLst>
                <a:path w="39694" h="10051">
                  <a:moveTo>
                    <a:pt x="39694" y="10051"/>
                  </a:moveTo>
                  <a:lnTo>
                    <a:pt x="0" y="0"/>
                  </a:lnTo>
                </a:path>
              </a:pathLst>
            </a:custGeom>
            <a:noFill/>
            <a:ln w="20003">
              <a:solidFill>
                <a:srgbClr val="9CACB7"/>
              </a:solidFill>
            </a:ln>
          </p:spPr>
        </p:sp>
        <p:sp>
          <p:nvSpPr>
            <p:cNvPr id="1648" name="Input_receptor__1647">
              <a:extLst>
                <a:ext uri="{FF2B5EF4-FFF2-40B4-BE49-F238E27FC236}">
                  <a16:creationId xmlns:a16="http://schemas.microsoft.com/office/drawing/2014/main" id="{ECA7F616-596C-81F8-ACFB-DDF543366D32}"/>
                </a:ext>
              </a:extLst>
            </p:cNvPr>
            <p:cNvSpPr>
              <a:spLocks noGrp="1"/>
            </p:cNvSpPr>
            <p:nvPr/>
          </p:nvSpPr>
          <p:spPr>
            <a:xfrm>
              <a:off x="1028877" y="4600799"/>
              <a:ext cx="7678" cy="47020"/>
            </a:xfrm>
            <a:custGeom>
              <a:avLst/>
              <a:gdLst/>
              <a:ahLst/>
              <a:cxnLst/>
              <a:rect l="0" t="0" r="0" b="0"/>
              <a:pathLst>
                <a:path w="7678" h="47020">
                  <a:moveTo>
                    <a:pt x="7678" y="47020"/>
                  </a:moveTo>
                  <a:lnTo>
                    <a:pt x="0" y="0"/>
                  </a:lnTo>
                </a:path>
              </a:pathLst>
            </a:custGeom>
            <a:noFill/>
            <a:ln w="20003">
              <a:solidFill>
                <a:srgbClr val="9CACB7"/>
              </a:solidFill>
            </a:ln>
          </p:spPr>
        </p:sp>
        <p:sp>
          <p:nvSpPr>
            <p:cNvPr id="1649" name="Input_receptor__1648">
              <a:extLst>
                <a:ext uri="{FF2B5EF4-FFF2-40B4-BE49-F238E27FC236}">
                  <a16:creationId xmlns:a16="http://schemas.microsoft.com/office/drawing/2014/main" id="{7B78593F-CEA3-8462-BD1D-451AA9014B59}"/>
                </a:ext>
              </a:extLst>
            </p:cNvPr>
            <p:cNvSpPr>
              <a:spLocks noGrp="1"/>
            </p:cNvSpPr>
            <p:nvPr/>
          </p:nvSpPr>
          <p:spPr>
            <a:xfrm>
              <a:off x="1537632" y="4658329"/>
              <a:ext cx="32843" cy="33744"/>
            </a:xfrm>
            <a:custGeom>
              <a:avLst/>
              <a:gdLst/>
              <a:ahLst/>
              <a:cxnLst/>
              <a:rect l="0" t="0" r="0" b="0"/>
              <a:pathLst>
                <a:path w="32843" h="33744">
                  <a:moveTo>
                    <a:pt x="32843" y="33744"/>
                  </a:moveTo>
                  <a:lnTo>
                    <a:pt x="0" y="0"/>
                  </a:lnTo>
                </a:path>
              </a:pathLst>
            </a:custGeom>
            <a:noFill/>
            <a:ln w="20003">
              <a:solidFill>
                <a:srgbClr val="9CACB7"/>
              </a:solidFill>
            </a:ln>
          </p:spPr>
        </p:sp>
        <p:sp>
          <p:nvSpPr>
            <p:cNvPr id="1650" name="Input_receptor__1649">
              <a:extLst>
                <a:ext uri="{FF2B5EF4-FFF2-40B4-BE49-F238E27FC236}">
                  <a16:creationId xmlns:a16="http://schemas.microsoft.com/office/drawing/2014/main" id="{5C7CFAEF-885A-5111-6AF9-16FB811C9BF4}"/>
                </a:ext>
              </a:extLst>
            </p:cNvPr>
            <p:cNvSpPr>
              <a:spLocks noGrp="1"/>
            </p:cNvSpPr>
            <p:nvPr/>
          </p:nvSpPr>
          <p:spPr>
            <a:xfrm>
              <a:off x="1394745" y="4337993"/>
              <a:ext cx="34069" cy="5759"/>
            </a:xfrm>
            <a:custGeom>
              <a:avLst/>
              <a:gdLst/>
              <a:ahLst/>
              <a:cxnLst/>
              <a:rect l="0" t="0" r="0" b="0"/>
              <a:pathLst>
                <a:path w="34069" h="5759">
                  <a:moveTo>
                    <a:pt x="0" y="5759"/>
                  </a:moveTo>
                  <a:lnTo>
                    <a:pt x="34069" y="0"/>
                  </a:lnTo>
                </a:path>
              </a:pathLst>
            </a:custGeom>
            <a:noFill/>
            <a:ln w="8096">
              <a:solidFill>
                <a:srgbClr val="9CACB7"/>
              </a:solidFill>
            </a:ln>
          </p:spPr>
        </p:sp>
        <p:sp>
          <p:nvSpPr>
            <p:cNvPr id="1651" name="Input_receptor__1650">
              <a:extLst>
                <a:ext uri="{FF2B5EF4-FFF2-40B4-BE49-F238E27FC236}">
                  <a16:creationId xmlns:a16="http://schemas.microsoft.com/office/drawing/2014/main" id="{6105A157-CF61-36DC-9EED-9F5DDBB9F601}"/>
                </a:ext>
              </a:extLst>
            </p:cNvPr>
            <p:cNvSpPr>
              <a:spLocks noGrp="1"/>
            </p:cNvSpPr>
            <p:nvPr/>
          </p:nvSpPr>
          <p:spPr>
            <a:xfrm>
              <a:off x="1185276" y="4793058"/>
              <a:ext cx="30364" cy="11053"/>
            </a:xfrm>
            <a:custGeom>
              <a:avLst/>
              <a:gdLst/>
              <a:ahLst/>
              <a:cxnLst/>
              <a:rect l="0" t="0" r="0" b="0"/>
              <a:pathLst>
                <a:path w="30364" h="11053">
                  <a:moveTo>
                    <a:pt x="30364" y="0"/>
                  </a:moveTo>
                  <a:lnTo>
                    <a:pt x="0" y="11053"/>
                  </a:lnTo>
                </a:path>
              </a:pathLst>
            </a:custGeom>
            <a:noFill/>
            <a:ln w="20003">
              <a:solidFill>
                <a:srgbClr val="9CACB7"/>
              </a:solidFill>
            </a:ln>
          </p:spPr>
        </p:sp>
        <p:sp>
          <p:nvSpPr>
            <p:cNvPr id="1652" name="Input_receptor__1651">
              <a:extLst>
                <a:ext uri="{FF2B5EF4-FFF2-40B4-BE49-F238E27FC236}">
                  <a16:creationId xmlns:a16="http://schemas.microsoft.com/office/drawing/2014/main" id="{F4704FA3-8839-8360-59DB-81CF6678D89E}"/>
                </a:ext>
              </a:extLst>
            </p:cNvPr>
            <p:cNvSpPr>
              <a:spLocks noGrp="1"/>
            </p:cNvSpPr>
            <p:nvPr/>
          </p:nvSpPr>
          <p:spPr>
            <a:xfrm>
              <a:off x="835478" y="4967993"/>
              <a:ext cx="47570" cy="5260"/>
            </a:xfrm>
            <a:custGeom>
              <a:avLst/>
              <a:gdLst/>
              <a:ahLst/>
              <a:cxnLst/>
              <a:rect l="0" t="0" r="0" b="0"/>
              <a:pathLst>
                <a:path w="47570" h="5260">
                  <a:moveTo>
                    <a:pt x="0" y="5260"/>
                  </a:moveTo>
                  <a:lnTo>
                    <a:pt x="47570" y="0"/>
                  </a:lnTo>
                </a:path>
              </a:pathLst>
            </a:custGeom>
            <a:noFill/>
            <a:ln w="8096">
              <a:solidFill>
                <a:srgbClr val="9CACB7"/>
              </a:solidFill>
            </a:ln>
          </p:spPr>
        </p:sp>
        <p:sp>
          <p:nvSpPr>
            <p:cNvPr id="1653" name="Input_receptor__1652">
              <a:extLst>
                <a:ext uri="{FF2B5EF4-FFF2-40B4-BE49-F238E27FC236}">
                  <a16:creationId xmlns:a16="http://schemas.microsoft.com/office/drawing/2014/main" id="{AAB039AF-C92A-260D-10C1-D43E415EAF23}"/>
                </a:ext>
              </a:extLst>
            </p:cNvPr>
            <p:cNvSpPr>
              <a:spLocks noGrp="1"/>
            </p:cNvSpPr>
            <p:nvPr/>
          </p:nvSpPr>
          <p:spPr>
            <a:xfrm>
              <a:off x="1143414" y="4506061"/>
              <a:ext cx="95" cy="30614"/>
            </a:xfrm>
            <a:custGeom>
              <a:avLst/>
              <a:gdLst/>
              <a:ahLst/>
              <a:cxnLst/>
              <a:rect l="0" t="0" r="0" b="0"/>
              <a:pathLst>
                <a:path w="95" h="30614">
                  <a:moveTo>
                    <a:pt x="31" y="30614"/>
                  </a:moveTo>
                  <a:lnTo>
                    <a:pt x="0" y="0"/>
                  </a:lnTo>
                </a:path>
              </a:pathLst>
            </a:custGeom>
            <a:noFill/>
            <a:ln w="20003">
              <a:solidFill>
                <a:srgbClr val="9CACB7"/>
              </a:solidFill>
            </a:ln>
          </p:spPr>
        </p:sp>
        <p:sp>
          <p:nvSpPr>
            <p:cNvPr id="1654" name="Input_receptor__1653">
              <a:extLst>
                <a:ext uri="{FF2B5EF4-FFF2-40B4-BE49-F238E27FC236}">
                  <a16:creationId xmlns:a16="http://schemas.microsoft.com/office/drawing/2014/main" id="{8AF3BFC9-F5AF-8419-CA77-5AF8111EB0F5}"/>
                </a:ext>
              </a:extLst>
            </p:cNvPr>
            <p:cNvSpPr>
              <a:spLocks noGrp="1"/>
            </p:cNvSpPr>
            <p:nvPr/>
          </p:nvSpPr>
          <p:spPr>
            <a:xfrm>
              <a:off x="909734" y="4911727"/>
              <a:ext cx="10139" cy="24533"/>
            </a:xfrm>
            <a:custGeom>
              <a:avLst/>
              <a:gdLst/>
              <a:ahLst/>
              <a:cxnLst/>
              <a:rect l="0" t="0" r="0" b="0"/>
              <a:pathLst>
                <a:path w="10139" h="24533">
                  <a:moveTo>
                    <a:pt x="0" y="24533"/>
                  </a:moveTo>
                  <a:lnTo>
                    <a:pt x="10139" y="0"/>
                  </a:lnTo>
                </a:path>
              </a:pathLst>
            </a:custGeom>
            <a:noFill/>
            <a:ln w="8096">
              <a:solidFill>
                <a:srgbClr val="9CACB7"/>
              </a:solidFill>
            </a:ln>
          </p:spPr>
        </p:sp>
        <p:sp>
          <p:nvSpPr>
            <p:cNvPr id="1655" name="Input_receptor__1654">
              <a:extLst>
                <a:ext uri="{FF2B5EF4-FFF2-40B4-BE49-F238E27FC236}">
                  <a16:creationId xmlns:a16="http://schemas.microsoft.com/office/drawing/2014/main" id="{B420AC81-7311-E897-4D1D-50E1584A65FF}"/>
                </a:ext>
              </a:extLst>
            </p:cNvPr>
            <p:cNvSpPr>
              <a:spLocks noGrp="1"/>
            </p:cNvSpPr>
            <p:nvPr/>
          </p:nvSpPr>
          <p:spPr>
            <a:xfrm>
              <a:off x="908298" y="4460357"/>
              <a:ext cx="16530" cy="44476"/>
            </a:xfrm>
            <a:custGeom>
              <a:avLst/>
              <a:gdLst/>
              <a:ahLst/>
              <a:cxnLst/>
              <a:rect l="0" t="0" r="0" b="0"/>
              <a:pathLst>
                <a:path w="16530" h="44476">
                  <a:moveTo>
                    <a:pt x="16530" y="0"/>
                  </a:moveTo>
                  <a:lnTo>
                    <a:pt x="0" y="44476"/>
                  </a:lnTo>
                </a:path>
              </a:pathLst>
            </a:custGeom>
            <a:noFill/>
            <a:ln w="8096">
              <a:solidFill>
                <a:srgbClr val="9CACB7"/>
              </a:solidFill>
            </a:ln>
          </p:spPr>
        </p:sp>
        <p:sp>
          <p:nvSpPr>
            <p:cNvPr id="1656" name="Input_receptor__1655">
              <a:extLst>
                <a:ext uri="{FF2B5EF4-FFF2-40B4-BE49-F238E27FC236}">
                  <a16:creationId xmlns:a16="http://schemas.microsoft.com/office/drawing/2014/main" id="{04F36119-22ED-C061-58E8-3858A3F216BE}"/>
                </a:ext>
              </a:extLst>
            </p:cNvPr>
            <p:cNvSpPr>
              <a:spLocks noGrp="1"/>
            </p:cNvSpPr>
            <p:nvPr/>
          </p:nvSpPr>
          <p:spPr>
            <a:xfrm>
              <a:off x="1623588" y="4427720"/>
              <a:ext cx="16009" cy="19265"/>
            </a:xfrm>
            <a:custGeom>
              <a:avLst/>
              <a:gdLst/>
              <a:ahLst/>
              <a:cxnLst/>
              <a:rect l="0" t="0" r="0" b="0"/>
              <a:pathLst>
                <a:path w="16009" h="19265">
                  <a:moveTo>
                    <a:pt x="0" y="19265"/>
                  </a:moveTo>
                  <a:lnTo>
                    <a:pt x="16009" y="0"/>
                  </a:lnTo>
                </a:path>
              </a:pathLst>
            </a:custGeom>
            <a:noFill/>
            <a:ln w="20003">
              <a:solidFill>
                <a:srgbClr val="9CACB7"/>
              </a:solidFill>
            </a:ln>
          </p:spPr>
        </p:sp>
        <p:sp>
          <p:nvSpPr>
            <p:cNvPr id="1657" name="Input_receptor__1656">
              <a:extLst>
                <a:ext uri="{FF2B5EF4-FFF2-40B4-BE49-F238E27FC236}">
                  <a16:creationId xmlns:a16="http://schemas.microsoft.com/office/drawing/2014/main" id="{8E51FFD6-7F1A-ED1C-6D68-91BD39DCD35A}"/>
                </a:ext>
              </a:extLst>
            </p:cNvPr>
            <p:cNvSpPr>
              <a:spLocks noGrp="1"/>
            </p:cNvSpPr>
            <p:nvPr/>
          </p:nvSpPr>
          <p:spPr>
            <a:xfrm>
              <a:off x="723979" y="4529834"/>
              <a:ext cx="44468" cy="18215"/>
            </a:xfrm>
            <a:custGeom>
              <a:avLst/>
              <a:gdLst/>
              <a:ahLst/>
              <a:cxnLst/>
              <a:rect l="0" t="0" r="0" b="0"/>
              <a:pathLst>
                <a:path w="44468" h="18215">
                  <a:moveTo>
                    <a:pt x="0" y="18215"/>
                  </a:moveTo>
                  <a:lnTo>
                    <a:pt x="44468" y="0"/>
                  </a:lnTo>
                </a:path>
              </a:pathLst>
            </a:custGeom>
            <a:noFill/>
            <a:ln w="20003">
              <a:solidFill>
                <a:srgbClr val="9CACB7"/>
              </a:solidFill>
            </a:ln>
          </p:spPr>
        </p:sp>
        <p:sp>
          <p:nvSpPr>
            <p:cNvPr id="1658" name="Input_receptor__1657">
              <a:extLst>
                <a:ext uri="{FF2B5EF4-FFF2-40B4-BE49-F238E27FC236}">
                  <a16:creationId xmlns:a16="http://schemas.microsoft.com/office/drawing/2014/main" id="{BDA9B9E5-C121-8B30-AE35-2E5EABB7A5C1}"/>
                </a:ext>
              </a:extLst>
            </p:cNvPr>
            <p:cNvSpPr>
              <a:spLocks noGrp="1"/>
            </p:cNvSpPr>
            <p:nvPr/>
          </p:nvSpPr>
          <p:spPr>
            <a:xfrm>
              <a:off x="1556775" y="4278207"/>
              <a:ext cx="45502" cy="12086"/>
            </a:xfrm>
            <a:custGeom>
              <a:avLst/>
              <a:gdLst/>
              <a:ahLst/>
              <a:cxnLst/>
              <a:rect l="0" t="0" r="0" b="0"/>
              <a:pathLst>
                <a:path w="45502" h="12086">
                  <a:moveTo>
                    <a:pt x="45502" y="0"/>
                  </a:moveTo>
                  <a:lnTo>
                    <a:pt x="0" y="12086"/>
                  </a:lnTo>
                </a:path>
              </a:pathLst>
            </a:custGeom>
            <a:noFill/>
            <a:ln w="20003">
              <a:solidFill>
                <a:srgbClr val="9CACB7"/>
              </a:solidFill>
            </a:ln>
          </p:spPr>
        </p:sp>
        <p:sp>
          <p:nvSpPr>
            <p:cNvPr id="1659" name="Input_receptor__1658">
              <a:extLst>
                <a:ext uri="{FF2B5EF4-FFF2-40B4-BE49-F238E27FC236}">
                  <a16:creationId xmlns:a16="http://schemas.microsoft.com/office/drawing/2014/main" id="{90ADA8B0-8F1E-8E89-F972-0208F7F0372D}"/>
                </a:ext>
              </a:extLst>
            </p:cNvPr>
            <p:cNvSpPr>
              <a:spLocks noGrp="1"/>
            </p:cNvSpPr>
            <p:nvPr/>
          </p:nvSpPr>
          <p:spPr>
            <a:xfrm>
              <a:off x="1623405" y="4356427"/>
              <a:ext cx="35053" cy="33349"/>
            </a:xfrm>
            <a:custGeom>
              <a:avLst/>
              <a:gdLst/>
              <a:ahLst/>
              <a:cxnLst/>
              <a:rect l="0" t="0" r="0" b="0"/>
              <a:pathLst>
                <a:path w="35053" h="33349">
                  <a:moveTo>
                    <a:pt x="35053" y="33349"/>
                  </a:moveTo>
                  <a:lnTo>
                    <a:pt x="0" y="0"/>
                  </a:lnTo>
                </a:path>
              </a:pathLst>
            </a:custGeom>
            <a:noFill/>
            <a:ln w="8096">
              <a:solidFill>
                <a:srgbClr val="9CACB7"/>
              </a:solidFill>
            </a:ln>
          </p:spPr>
        </p:sp>
        <p:sp>
          <p:nvSpPr>
            <p:cNvPr id="1660" name="Input_receptor__1659">
              <a:extLst>
                <a:ext uri="{FF2B5EF4-FFF2-40B4-BE49-F238E27FC236}">
                  <a16:creationId xmlns:a16="http://schemas.microsoft.com/office/drawing/2014/main" id="{62462E64-D18A-C124-2D90-CB3C4CDA64AB}"/>
                </a:ext>
              </a:extLst>
            </p:cNvPr>
            <p:cNvSpPr>
              <a:spLocks noGrp="1"/>
            </p:cNvSpPr>
            <p:nvPr/>
          </p:nvSpPr>
          <p:spPr>
            <a:xfrm>
              <a:off x="974349" y="4484673"/>
              <a:ext cx="38578" cy="14344"/>
            </a:xfrm>
            <a:custGeom>
              <a:avLst/>
              <a:gdLst/>
              <a:ahLst/>
              <a:cxnLst/>
              <a:rect l="0" t="0" r="0" b="0"/>
              <a:pathLst>
                <a:path w="38578" h="14344">
                  <a:moveTo>
                    <a:pt x="0" y="14344"/>
                  </a:moveTo>
                  <a:lnTo>
                    <a:pt x="38578" y="0"/>
                  </a:lnTo>
                </a:path>
              </a:pathLst>
            </a:custGeom>
            <a:noFill/>
            <a:ln w="8096">
              <a:solidFill>
                <a:srgbClr val="9CACB7"/>
              </a:solidFill>
            </a:ln>
          </p:spPr>
        </p:sp>
        <p:sp>
          <p:nvSpPr>
            <p:cNvPr id="1661" name="Input_receptor__1660">
              <a:extLst>
                <a:ext uri="{FF2B5EF4-FFF2-40B4-BE49-F238E27FC236}">
                  <a16:creationId xmlns:a16="http://schemas.microsoft.com/office/drawing/2014/main" id="{BC947371-9505-E7E0-7F38-9E894EE7EBA7}"/>
                </a:ext>
              </a:extLst>
            </p:cNvPr>
            <p:cNvSpPr>
              <a:spLocks noGrp="1"/>
            </p:cNvSpPr>
            <p:nvPr/>
          </p:nvSpPr>
          <p:spPr>
            <a:xfrm>
              <a:off x="1040176" y="4905150"/>
              <a:ext cx="19343" cy="32197"/>
            </a:xfrm>
            <a:custGeom>
              <a:avLst/>
              <a:gdLst/>
              <a:ahLst/>
              <a:cxnLst/>
              <a:rect l="0" t="0" r="0" b="0"/>
              <a:pathLst>
                <a:path w="19343" h="32197">
                  <a:moveTo>
                    <a:pt x="19343" y="32197"/>
                  </a:moveTo>
                  <a:lnTo>
                    <a:pt x="0" y="0"/>
                  </a:lnTo>
                </a:path>
              </a:pathLst>
            </a:custGeom>
            <a:noFill/>
            <a:ln w="8096">
              <a:solidFill>
                <a:srgbClr val="9CACB7"/>
              </a:solidFill>
            </a:ln>
          </p:spPr>
        </p:sp>
        <p:sp>
          <p:nvSpPr>
            <p:cNvPr id="1662" name="Input_receptor__1661">
              <a:extLst>
                <a:ext uri="{FF2B5EF4-FFF2-40B4-BE49-F238E27FC236}">
                  <a16:creationId xmlns:a16="http://schemas.microsoft.com/office/drawing/2014/main" id="{F2318D96-AA77-7E22-3787-8B328C88C8F3}"/>
                </a:ext>
              </a:extLst>
            </p:cNvPr>
            <p:cNvSpPr>
              <a:spLocks noGrp="1"/>
            </p:cNvSpPr>
            <p:nvPr/>
          </p:nvSpPr>
          <p:spPr>
            <a:xfrm>
              <a:off x="1087670" y="4598359"/>
              <a:ext cx="6806" cy="17825"/>
            </a:xfrm>
            <a:custGeom>
              <a:avLst/>
              <a:gdLst/>
              <a:ahLst/>
              <a:cxnLst/>
              <a:rect l="0" t="0" r="0" b="0"/>
              <a:pathLst>
                <a:path w="6806" h="17825">
                  <a:moveTo>
                    <a:pt x="0" y="17825"/>
                  </a:moveTo>
                  <a:lnTo>
                    <a:pt x="6806" y="0"/>
                  </a:lnTo>
                </a:path>
              </a:pathLst>
            </a:custGeom>
            <a:noFill/>
            <a:ln w="20003">
              <a:solidFill>
                <a:srgbClr val="9CACB7"/>
              </a:solidFill>
            </a:ln>
          </p:spPr>
        </p:sp>
        <p:sp>
          <p:nvSpPr>
            <p:cNvPr id="1663" name="Input_receptor__1662">
              <a:extLst>
                <a:ext uri="{FF2B5EF4-FFF2-40B4-BE49-F238E27FC236}">
                  <a16:creationId xmlns:a16="http://schemas.microsoft.com/office/drawing/2014/main" id="{893B29F0-0702-0A95-FFFA-DB1405784CBC}"/>
                </a:ext>
              </a:extLst>
            </p:cNvPr>
            <p:cNvSpPr>
              <a:spLocks noGrp="1"/>
            </p:cNvSpPr>
            <p:nvPr/>
          </p:nvSpPr>
          <p:spPr>
            <a:xfrm>
              <a:off x="1500926" y="4120431"/>
              <a:ext cx="22081" cy="15968"/>
            </a:xfrm>
            <a:custGeom>
              <a:avLst/>
              <a:gdLst/>
              <a:ahLst/>
              <a:cxnLst/>
              <a:rect l="0" t="0" r="0" b="0"/>
              <a:pathLst>
                <a:path w="22081" h="15968">
                  <a:moveTo>
                    <a:pt x="0" y="0"/>
                  </a:moveTo>
                  <a:lnTo>
                    <a:pt x="22081" y="15968"/>
                  </a:lnTo>
                </a:path>
              </a:pathLst>
            </a:custGeom>
            <a:noFill/>
            <a:ln w="8096">
              <a:solidFill>
                <a:srgbClr val="9CACB7"/>
              </a:solidFill>
            </a:ln>
          </p:spPr>
        </p:sp>
        <p:sp>
          <p:nvSpPr>
            <p:cNvPr id="1664" name="Input_receptor__1663">
              <a:extLst>
                <a:ext uri="{FF2B5EF4-FFF2-40B4-BE49-F238E27FC236}">
                  <a16:creationId xmlns:a16="http://schemas.microsoft.com/office/drawing/2014/main" id="{8E7B9F23-E6A8-DF08-2AEA-6961A57A4184}"/>
                </a:ext>
              </a:extLst>
            </p:cNvPr>
            <p:cNvSpPr>
              <a:spLocks noGrp="1"/>
            </p:cNvSpPr>
            <p:nvPr/>
          </p:nvSpPr>
          <p:spPr>
            <a:xfrm>
              <a:off x="1348608" y="4343751"/>
              <a:ext cx="46137" cy="2513"/>
            </a:xfrm>
            <a:custGeom>
              <a:avLst/>
              <a:gdLst/>
              <a:ahLst/>
              <a:cxnLst/>
              <a:rect l="0" t="0" r="0" b="0"/>
              <a:pathLst>
                <a:path w="46137" h="2513">
                  <a:moveTo>
                    <a:pt x="0" y="2513"/>
                  </a:moveTo>
                  <a:lnTo>
                    <a:pt x="46137" y="0"/>
                  </a:lnTo>
                </a:path>
              </a:pathLst>
            </a:custGeom>
            <a:noFill/>
            <a:ln w="8096">
              <a:solidFill>
                <a:srgbClr val="9CACB7"/>
              </a:solidFill>
            </a:ln>
          </p:spPr>
        </p:sp>
        <p:sp>
          <p:nvSpPr>
            <p:cNvPr id="1665" name="Input_receptor__1664">
              <a:extLst>
                <a:ext uri="{FF2B5EF4-FFF2-40B4-BE49-F238E27FC236}">
                  <a16:creationId xmlns:a16="http://schemas.microsoft.com/office/drawing/2014/main" id="{C5A1391A-C368-482F-5609-4ADBF67ABB15}"/>
                </a:ext>
              </a:extLst>
            </p:cNvPr>
            <p:cNvSpPr>
              <a:spLocks noGrp="1"/>
            </p:cNvSpPr>
            <p:nvPr/>
          </p:nvSpPr>
          <p:spPr>
            <a:xfrm>
              <a:off x="883048" y="4936259"/>
              <a:ext cx="26686" cy="31734"/>
            </a:xfrm>
            <a:custGeom>
              <a:avLst/>
              <a:gdLst/>
              <a:ahLst/>
              <a:cxnLst/>
              <a:rect l="0" t="0" r="0" b="0"/>
              <a:pathLst>
                <a:path w="26686" h="31734">
                  <a:moveTo>
                    <a:pt x="0" y="31734"/>
                  </a:moveTo>
                  <a:lnTo>
                    <a:pt x="26686" y="0"/>
                  </a:lnTo>
                </a:path>
              </a:pathLst>
            </a:custGeom>
            <a:noFill/>
            <a:ln w="8096">
              <a:solidFill>
                <a:srgbClr val="9CACB7"/>
              </a:solidFill>
            </a:ln>
          </p:spPr>
        </p:sp>
        <p:sp>
          <p:nvSpPr>
            <p:cNvPr id="1666" name="Input_receptor__1665">
              <a:extLst>
                <a:ext uri="{FF2B5EF4-FFF2-40B4-BE49-F238E27FC236}">
                  <a16:creationId xmlns:a16="http://schemas.microsoft.com/office/drawing/2014/main" id="{7BD1E527-9C5F-B17F-82AB-416EF076FDD8}"/>
                </a:ext>
              </a:extLst>
            </p:cNvPr>
            <p:cNvSpPr>
              <a:spLocks noGrp="1"/>
            </p:cNvSpPr>
            <p:nvPr/>
          </p:nvSpPr>
          <p:spPr>
            <a:xfrm>
              <a:off x="1105258" y="4638898"/>
              <a:ext cx="32933" cy="29755"/>
            </a:xfrm>
            <a:custGeom>
              <a:avLst/>
              <a:gdLst/>
              <a:ahLst/>
              <a:cxnLst/>
              <a:rect l="0" t="0" r="0" b="0"/>
              <a:pathLst>
                <a:path w="32933" h="29755">
                  <a:moveTo>
                    <a:pt x="0" y="29755"/>
                  </a:moveTo>
                  <a:lnTo>
                    <a:pt x="32933" y="0"/>
                  </a:lnTo>
                </a:path>
              </a:pathLst>
            </a:custGeom>
            <a:noFill/>
            <a:ln w="20003">
              <a:solidFill>
                <a:srgbClr val="9CACB7"/>
              </a:solidFill>
            </a:ln>
          </p:spPr>
        </p:sp>
        <p:sp>
          <p:nvSpPr>
            <p:cNvPr id="1667" name="Input_receptor__1666">
              <a:extLst>
                <a:ext uri="{FF2B5EF4-FFF2-40B4-BE49-F238E27FC236}">
                  <a16:creationId xmlns:a16="http://schemas.microsoft.com/office/drawing/2014/main" id="{5E053E24-B546-B913-DEA0-3BB3E13B76EC}"/>
                </a:ext>
              </a:extLst>
            </p:cNvPr>
            <p:cNvSpPr>
              <a:spLocks noGrp="1"/>
            </p:cNvSpPr>
            <p:nvPr/>
          </p:nvSpPr>
          <p:spPr>
            <a:xfrm>
              <a:off x="1406106" y="4768444"/>
              <a:ext cx="16588" cy="45255"/>
            </a:xfrm>
            <a:custGeom>
              <a:avLst/>
              <a:gdLst/>
              <a:ahLst/>
              <a:cxnLst/>
              <a:rect l="0" t="0" r="0" b="0"/>
              <a:pathLst>
                <a:path w="16588" h="45255">
                  <a:moveTo>
                    <a:pt x="16588" y="45255"/>
                  </a:moveTo>
                  <a:lnTo>
                    <a:pt x="0" y="0"/>
                  </a:lnTo>
                </a:path>
              </a:pathLst>
            </a:custGeom>
            <a:noFill/>
            <a:ln w="20003">
              <a:solidFill>
                <a:srgbClr val="9CACB7"/>
              </a:solidFill>
            </a:ln>
          </p:spPr>
        </p:sp>
        <p:sp>
          <p:nvSpPr>
            <p:cNvPr id="1668" name="Input_receptor__1667">
              <a:extLst>
                <a:ext uri="{FF2B5EF4-FFF2-40B4-BE49-F238E27FC236}">
                  <a16:creationId xmlns:a16="http://schemas.microsoft.com/office/drawing/2014/main" id="{6F13C41E-110F-A256-7E00-B94675253FE1}"/>
                </a:ext>
              </a:extLst>
            </p:cNvPr>
            <p:cNvSpPr>
              <a:spLocks noGrp="1"/>
            </p:cNvSpPr>
            <p:nvPr/>
          </p:nvSpPr>
          <p:spPr>
            <a:xfrm>
              <a:off x="1519538" y="4268790"/>
              <a:ext cx="37237" cy="21504"/>
            </a:xfrm>
            <a:custGeom>
              <a:avLst/>
              <a:gdLst/>
              <a:ahLst/>
              <a:cxnLst/>
              <a:rect l="0" t="0" r="0" b="0"/>
              <a:pathLst>
                <a:path w="37237" h="21504">
                  <a:moveTo>
                    <a:pt x="37237" y="21504"/>
                  </a:moveTo>
                  <a:lnTo>
                    <a:pt x="0" y="0"/>
                  </a:lnTo>
                </a:path>
              </a:pathLst>
            </a:custGeom>
            <a:noFill/>
            <a:ln w="20003">
              <a:solidFill>
                <a:srgbClr val="9CACB7"/>
              </a:solidFill>
            </a:ln>
          </p:spPr>
        </p:sp>
        <p:sp>
          <p:nvSpPr>
            <p:cNvPr id="1669" name="Input_receptor__1668">
              <a:extLst>
                <a:ext uri="{FF2B5EF4-FFF2-40B4-BE49-F238E27FC236}">
                  <a16:creationId xmlns:a16="http://schemas.microsoft.com/office/drawing/2014/main" id="{44389BFD-3718-C96F-BDFE-80285F7E43A0}"/>
                </a:ext>
              </a:extLst>
            </p:cNvPr>
            <p:cNvSpPr>
              <a:spLocks noGrp="1"/>
            </p:cNvSpPr>
            <p:nvPr/>
          </p:nvSpPr>
          <p:spPr>
            <a:xfrm>
              <a:off x="1281215" y="4455449"/>
              <a:ext cx="17112" cy="39755"/>
            </a:xfrm>
            <a:custGeom>
              <a:avLst/>
              <a:gdLst/>
              <a:ahLst/>
              <a:cxnLst/>
              <a:rect l="0" t="0" r="0" b="0"/>
              <a:pathLst>
                <a:path w="17112" h="39755">
                  <a:moveTo>
                    <a:pt x="0" y="0"/>
                  </a:moveTo>
                  <a:lnTo>
                    <a:pt x="17112" y="39755"/>
                  </a:lnTo>
                </a:path>
              </a:pathLst>
            </a:custGeom>
            <a:noFill/>
            <a:ln w="8096">
              <a:solidFill>
                <a:srgbClr val="9DACB7"/>
              </a:solidFill>
            </a:ln>
          </p:spPr>
        </p:sp>
        <p:sp>
          <p:nvSpPr>
            <p:cNvPr id="1670" name="Input_receptor__1669">
              <a:extLst>
                <a:ext uri="{FF2B5EF4-FFF2-40B4-BE49-F238E27FC236}">
                  <a16:creationId xmlns:a16="http://schemas.microsoft.com/office/drawing/2014/main" id="{8155E6BD-5959-F6CA-45CD-2A70529CA7A6}"/>
                </a:ext>
              </a:extLst>
            </p:cNvPr>
            <p:cNvSpPr>
              <a:spLocks noGrp="1"/>
            </p:cNvSpPr>
            <p:nvPr/>
          </p:nvSpPr>
          <p:spPr>
            <a:xfrm>
              <a:off x="1314657" y="4401997"/>
              <a:ext cx="31555" cy="35054"/>
            </a:xfrm>
            <a:custGeom>
              <a:avLst/>
              <a:gdLst/>
              <a:ahLst/>
              <a:cxnLst/>
              <a:rect l="0" t="0" r="0" b="0"/>
              <a:pathLst>
                <a:path w="31555" h="35054">
                  <a:moveTo>
                    <a:pt x="0" y="0"/>
                  </a:moveTo>
                  <a:lnTo>
                    <a:pt x="31555" y="35054"/>
                  </a:lnTo>
                </a:path>
              </a:pathLst>
            </a:custGeom>
            <a:noFill/>
            <a:ln w="20003">
              <a:solidFill>
                <a:srgbClr val="9DACB7"/>
              </a:solidFill>
            </a:ln>
          </p:spPr>
        </p:sp>
        <p:sp>
          <p:nvSpPr>
            <p:cNvPr id="1671" name="Input_receptor__1670">
              <a:extLst>
                <a:ext uri="{FF2B5EF4-FFF2-40B4-BE49-F238E27FC236}">
                  <a16:creationId xmlns:a16="http://schemas.microsoft.com/office/drawing/2014/main" id="{3547EB53-6F3C-9184-57F1-EED1C36856DA}"/>
                </a:ext>
              </a:extLst>
            </p:cNvPr>
            <p:cNvSpPr>
              <a:spLocks noGrp="1"/>
            </p:cNvSpPr>
            <p:nvPr/>
          </p:nvSpPr>
          <p:spPr>
            <a:xfrm>
              <a:off x="1504559" y="4406637"/>
              <a:ext cx="18737" cy="28600"/>
            </a:xfrm>
            <a:custGeom>
              <a:avLst/>
              <a:gdLst/>
              <a:ahLst/>
              <a:cxnLst/>
              <a:rect l="0" t="0" r="0" b="0"/>
              <a:pathLst>
                <a:path w="18737" h="28600">
                  <a:moveTo>
                    <a:pt x="0" y="28600"/>
                  </a:moveTo>
                  <a:lnTo>
                    <a:pt x="18737" y="0"/>
                  </a:lnTo>
                </a:path>
              </a:pathLst>
            </a:custGeom>
            <a:noFill/>
            <a:ln w="20003">
              <a:solidFill>
                <a:srgbClr val="9DACB7"/>
              </a:solidFill>
            </a:ln>
          </p:spPr>
        </p:sp>
        <p:sp>
          <p:nvSpPr>
            <p:cNvPr id="1672" name="Input_receptor__1671">
              <a:extLst>
                <a:ext uri="{FF2B5EF4-FFF2-40B4-BE49-F238E27FC236}">
                  <a16:creationId xmlns:a16="http://schemas.microsoft.com/office/drawing/2014/main" id="{4630D04C-7F77-8837-A0FC-F4C2C5D6C5BF}"/>
                </a:ext>
              </a:extLst>
            </p:cNvPr>
            <p:cNvSpPr>
              <a:spLocks noGrp="1"/>
            </p:cNvSpPr>
            <p:nvPr/>
          </p:nvSpPr>
          <p:spPr>
            <a:xfrm>
              <a:off x="1251974" y="4657450"/>
              <a:ext cx="36919" cy="15806"/>
            </a:xfrm>
            <a:custGeom>
              <a:avLst/>
              <a:gdLst/>
              <a:ahLst/>
              <a:cxnLst/>
              <a:rect l="0" t="0" r="0" b="0"/>
              <a:pathLst>
                <a:path w="36919" h="15806">
                  <a:moveTo>
                    <a:pt x="36919" y="0"/>
                  </a:moveTo>
                  <a:lnTo>
                    <a:pt x="0" y="15806"/>
                  </a:lnTo>
                </a:path>
              </a:pathLst>
            </a:custGeom>
            <a:noFill/>
            <a:ln w="20003">
              <a:solidFill>
                <a:srgbClr val="9DACB7"/>
              </a:solidFill>
            </a:ln>
          </p:spPr>
        </p:sp>
        <p:sp>
          <p:nvSpPr>
            <p:cNvPr id="1673" name="Input_receptor__1672">
              <a:extLst>
                <a:ext uri="{FF2B5EF4-FFF2-40B4-BE49-F238E27FC236}">
                  <a16:creationId xmlns:a16="http://schemas.microsoft.com/office/drawing/2014/main" id="{86970BC5-3F25-BE73-A58D-B72007A7F3EA}"/>
                </a:ext>
              </a:extLst>
            </p:cNvPr>
            <p:cNvSpPr>
              <a:spLocks noGrp="1"/>
            </p:cNvSpPr>
            <p:nvPr/>
          </p:nvSpPr>
          <p:spPr>
            <a:xfrm>
              <a:off x="1491943" y="4435238"/>
              <a:ext cx="12617" cy="30446"/>
            </a:xfrm>
            <a:custGeom>
              <a:avLst/>
              <a:gdLst/>
              <a:ahLst/>
              <a:cxnLst/>
              <a:rect l="0" t="0" r="0" b="0"/>
              <a:pathLst>
                <a:path w="12617" h="30446">
                  <a:moveTo>
                    <a:pt x="0" y="30446"/>
                  </a:moveTo>
                  <a:lnTo>
                    <a:pt x="12617" y="0"/>
                  </a:lnTo>
                </a:path>
              </a:pathLst>
            </a:custGeom>
            <a:noFill/>
            <a:ln w="20003">
              <a:solidFill>
                <a:srgbClr val="9DACB7"/>
              </a:solidFill>
            </a:ln>
          </p:spPr>
        </p:sp>
        <p:sp>
          <p:nvSpPr>
            <p:cNvPr id="1674" name="Input_receptor__1673">
              <a:extLst>
                <a:ext uri="{FF2B5EF4-FFF2-40B4-BE49-F238E27FC236}">
                  <a16:creationId xmlns:a16="http://schemas.microsoft.com/office/drawing/2014/main" id="{4BD05D2A-B852-6B36-5940-59C4697DA686}"/>
                </a:ext>
              </a:extLst>
            </p:cNvPr>
            <p:cNvSpPr>
              <a:spLocks noGrp="1"/>
            </p:cNvSpPr>
            <p:nvPr/>
          </p:nvSpPr>
          <p:spPr>
            <a:xfrm>
              <a:off x="876814" y="4832043"/>
              <a:ext cx="46371" cy="11157"/>
            </a:xfrm>
            <a:custGeom>
              <a:avLst/>
              <a:gdLst/>
              <a:ahLst/>
              <a:cxnLst/>
              <a:rect l="0" t="0" r="0" b="0"/>
              <a:pathLst>
                <a:path w="46371" h="11157">
                  <a:moveTo>
                    <a:pt x="46371" y="11157"/>
                  </a:moveTo>
                  <a:lnTo>
                    <a:pt x="0" y="0"/>
                  </a:lnTo>
                </a:path>
              </a:pathLst>
            </a:custGeom>
            <a:noFill/>
            <a:ln w="20003">
              <a:solidFill>
                <a:srgbClr val="9DADB7"/>
              </a:solidFill>
            </a:ln>
          </p:spPr>
        </p:sp>
        <p:sp>
          <p:nvSpPr>
            <p:cNvPr id="1675" name="Input_receptor__1674">
              <a:extLst>
                <a:ext uri="{FF2B5EF4-FFF2-40B4-BE49-F238E27FC236}">
                  <a16:creationId xmlns:a16="http://schemas.microsoft.com/office/drawing/2014/main" id="{97DDB94B-38D6-7E35-9CBF-10126305A186}"/>
                </a:ext>
              </a:extLst>
            </p:cNvPr>
            <p:cNvSpPr>
              <a:spLocks noGrp="1"/>
            </p:cNvSpPr>
            <p:nvPr/>
          </p:nvSpPr>
          <p:spPr>
            <a:xfrm>
              <a:off x="726063" y="4727596"/>
              <a:ext cx="33521" cy="33720"/>
            </a:xfrm>
            <a:custGeom>
              <a:avLst/>
              <a:gdLst/>
              <a:ahLst/>
              <a:cxnLst/>
              <a:rect l="0" t="0" r="0" b="0"/>
              <a:pathLst>
                <a:path w="33521" h="33720">
                  <a:moveTo>
                    <a:pt x="33521" y="33720"/>
                  </a:moveTo>
                  <a:lnTo>
                    <a:pt x="0" y="0"/>
                  </a:lnTo>
                </a:path>
              </a:pathLst>
            </a:custGeom>
            <a:noFill/>
            <a:ln w="8096">
              <a:solidFill>
                <a:srgbClr val="9DADB7"/>
              </a:solidFill>
            </a:ln>
          </p:spPr>
        </p:sp>
        <p:sp>
          <p:nvSpPr>
            <p:cNvPr id="1676" name="Input_receptor__1675">
              <a:extLst>
                <a:ext uri="{FF2B5EF4-FFF2-40B4-BE49-F238E27FC236}">
                  <a16:creationId xmlns:a16="http://schemas.microsoft.com/office/drawing/2014/main" id="{DBFD11FA-48A4-3309-5836-0D0E0221FB64}"/>
                </a:ext>
              </a:extLst>
            </p:cNvPr>
            <p:cNvSpPr>
              <a:spLocks noGrp="1"/>
            </p:cNvSpPr>
            <p:nvPr/>
          </p:nvSpPr>
          <p:spPr>
            <a:xfrm>
              <a:off x="1402118" y="4104282"/>
              <a:ext cx="24110" cy="8142"/>
            </a:xfrm>
            <a:custGeom>
              <a:avLst/>
              <a:gdLst/>
              <a:ahLst/>
              <a:cxnLst/>
              <a:rect l="0" t="0" r="0" b="0"/>
              <a:pathLst>
                <a:path w="24110" h="8142">
                  <a:moveTo>
                    <a:pt x="0" y="0"/>
                  </a:moveTo>
                  <a:lnTo>
                    <a:pt x="24110" y="8142"/>
                  </a:lnTo>
                </a:path>
              </a:pathLst>
            </a:custGeom>
            <a:noFill/>
            <a:ln w="20003">
              <a:solidFill>
                <a:srgbClr val="9DADB7"/>
              </a:solidFill>
            </a:ln>
          </p:spPr>
        </p:sp>
        <p:sp>
          <p:nvSpPr>
            <p:cNvPr id="1677" name="Input_receptor__1676">
              <a:extLst>
                <a:ext uri="{FF2B5EF4-FFF2-40B4-BE49-F238E27FC236}">
                  <a16:creationId xmlns:a16="http://schemas.microsoft.com/office/drawing/2014/main" id="{10CA7BC6-FDC2-2D5F-EE18-39901C2AE14A}"/>
                </a:ext>
              </a:extLst>
            </p:cNvPr>
            <p:cNvSpPr>
              <a:spLocks noGrp="1"/>
            </p:cNvSpPr>
            <p:nvPr/>
          </p:nvSpPr>
          <p:spPr>
            <a:xfrm>
              <a:off x="1258470" y="4225110"/>
              <a:ext cx="47285" cy="2851"/>
            </a:xfrm>
            <a:custGeom>
              <a:avLst/>
              <a:gdLst/>
              <a:ahLst/>
              <a:cxnLst/>
              <a:rect l="0" t="0" r="0" b="0"/>
              <a:pathLst>
                <a:path w="47285" h="2851">
                  <a:moveTo>
                    <a:pt x="47285" y="0"/>
                  </a:moveTo>
                  <a:lnTo>
                    <a:pt x="0" y="2851"/>
                  </a:lnTo>
                </a:path>
              </a:pathLst>
            </a:custGeom>
            <a:noFill/>
            <a:ln w="8096">
              <a:solidFill>
                <a:srgbClr val="9DADB7"/>
              </a:solidFill>
            </a:ln>
          </p:spPr>
        </p:sp>
        <p:sp>
          <p:nvSpPr>
            <p:cNvPr id="1678" name="Input_receptor__1677">
              <a:extLst>
                <a:ext uri="{FF2B5EF4-FFF2-40B4-BE49-F238E27FC236}">
                  <a16:creationId xmlns:a16="http://schemas.microsoft.com/office/drawing/2014/main" id="{1C3DF0D2-E2E2-CBC1-FC97-E7B1398F8B96}"/>
                </a:ext>
              </a:extLst>
            </p:cNvPr>
            <p:cNvSpPr>
              <a:spLocks noGrp="1"/>
            </p:cNvSpPr>
            <p:nvPr/>
          </p:nvSpPr>
          <p:spPr>
            <a:xfrm>
              <a:off x="1445461" y="4371027"/>
              <a:ext cx="13048" cy="39404"/>
            </a:xfrm>
            <a:custGeom>
              <a:avLst/>
              <a:gdLst/>
              <a:ahLst/>
              <a:cxnLst/>
              <a:rect l="0" t="0" r="0" b="0"/>
              <a:pathLst>
                <a:path w="13048" h="39404">
                  <a:moveTo>
                    <a:pt x="13048" y="0"/>
                  </a:moveTo>
                  <a:lnTo>
                    <a:pt x="0" y="39404"/>
                  </a:lnTo>
                </a:path>
              </a:pathLst>
            </a:custGeom>
            <a:noFill/>
            <a:ln w="20003">
              <a:solidFill>
                <a:srgbClr val="9DADB7"/>
              </a:solidFill>
            </a:ln>
          </p:spPr>
        </p:sp>
        <p:sp>
          <p:nvSpPr>
            <p:cNvPr id="1679" name="Input_receptor__1678">
              <a:extLst>
                <a:ext uri="{FF2B5EF4-FFF2-40B4-BE49-F238E27FC236}">
                  <a16:creationId xmlns:a16="http://schemas.microsoft.com/office/drawing/2014/main" id="{91E5BDCA-5501-DE29-2CE6-0B60DC658D36}"/>
                </a:ext>
              </a:extLst>
            </p:cNvPr>
            <p:cNvSpPr>
              <a:spLocks noGrp="1"/>
            </p:cNvSpPr>
            <p:nvPr/>
          </p:nvSpPr>
          <p:spPr>
            <a:xfrm>
              <a:off x="1253852" y="4275762"/>
              <a:ext cx="44099" cy="17129"/>
            </a:xfrm>
            <a:custGeom>
              <a:avLst/>
              <a:gdLst/>
              <a:ahLst/>
              <a:cxnLst/>
              <a:rect l="0" t="0" r="0" b="0"/>
              <a:pathLst>
                <a:path w="44099" h="17129">
                  <a:moveTo>
                    <a:pt x="0" y="0"/>
                  </a:moveTo>
                  <a:lnTo>
                    <a:pt x="44099" y="17129"/>
                  </a:lnTo>
                </a:path>
              </a:pathLst>
            </a:custGeom>
            <a:noFill/>
            <a:ln w="8096">
              <a:solidFill>
                <a:srgbClr val="9DADB7"/>
              </a:solidFill>
            </a:ln>
          </p:spPr>
        </p:sp>
        <p:sp>
          <p:nvSpPr>
            <p:cNvPr id="1680" name="Input_receptor__1679">
              <a:extLst>
                <a:ext uri="{FF2B5EF4-FFF2-40B4-BE49-F238E27FC236}">
                  <a16:creationId xmlns:a16="http://schemas.microsoft.com/office/drawing/2014/main" id="{E26D6595-4525-44BD-C880-7013FC703760}"/>
                </a:ext>
              </a:extLst>
            </p:cNvPr>
            <p:cNvSpPr>
              <a:spLocks noGrp="1"/>
            </p:cNvSpPr>
            <p:nvPr/>
          </p:nvSpPr>
          <p:spPr>
            <a:xfrm>
              <a:off x="1105258" y="4668653"/>
              <a:ext cx="14897" cy="35701"/>
            </a:xfrm>
            <a:custGeom>
              <a:avLst/>
              <a:gdLst/>
              <a:ahLst/>
              <a:cxnLst/>
              <a:rect l="0" t="0" r="0" b="0"/>
              <a:pathLst>
                <a:path w="14897" h="35701">
                  <a:moveTo>
                    <a:pt x="14897" y="35701"/>
                  </a:moveTo>
                  <a:lnTo>
                    <a:pt x="0" y="0"/>
                  </a:lnTo>
                </a:path>
              </a:pathLst>
            </a:custGeom>
            <a:noFill/>
            <a:ln w="20003">
              <a:solidFill>
                <a:srgbClr val="9DADB8"/>
              </a:solidFill>
            </a:ln>
          </p:spPr>
        </p:sp>
        <p:sp>
          <p:nvSpPr>
            <p:cNvPr id="1681" name="Input_receptor__1680">
              <a:extLst>
                <a:ext uri="{FF2B5EF4-FFF2-40B4-BE49-F238E27FC236}">
                  <a16:creationId xmlns:a16="http://schemas.microsoft.com/office/drawing/2014/main" id="{81B9FDC9-2181-5CFE-47C3-6B8962955704}"/>
                </a:ext>
              </a:extLst>
            </p:cNvPr>
            <p:cNvSpPr>
              <a:spLocks noGrp="1"/>
            </p:cNvSpPr>
            <p:nvPr/>
          </p:nvSpPr>
          <p:spPr>
            <a:xfrm>
              <a:off x="1576917" y="4405348"/>
              <a:ext cx="23644" cy="568"/>
            </a:xfrm>
            <a:custGeom>
              <a:avLst/>
              <a:gdLst/>
              <a:ahLst/>
              <a:cxnLst/>
              <a:rect l="0" t="0" r="0" b="0"/>
              <a:pathLst>
                <a:path w="23644" h="568">
                  <a:moveTo>
                    <a:pt x="0" y="0"/>
                  </a:moveTo>
                  <a:lnTo>
                    <a:pt x="23644" y="568"/>
                  </a:lnTo>
                </a:path>
              </a:pathLst>
            </a:custGeom>
            <a:noFill/>
            <a:ln w="20003">
              <a:solidFill>
                <a:srgbClr val="9DADB8"/>
              </a:solidFill>
            </a:ln>
          </p:spPr>
        </p:sp>
        <p:sp>
          <p:nvSpPr>
            <p:cNvPr id="1682" name="Input_receptor__1681">
              <a:extLst>
                <a:ext uri="{FF2B5EF4-FFF2-40B4-BE49-F238E27FC236}">
                  <a16:creationId xmlns:a16="http://schemas.microsoft.com/office/drawing/2014/main" id="{94E0FD26-1193-F2CA-9056-85A4C8BB9E96}"/>
                </a:ext>
              </a:extLst>
            </p:cNvPr>
            <p:cNvSpPr>
              <a:spLocks noGrp="1"/>
            </p:cNvSpPr>
            <p:nvPr/>
          </p:nvSpPr>
          <p:spPr>
            <a:xfrm>
              <a:off x="975471" y="4622721"/>
              <a:ext cx="4686" cy="38430"/>
            </a:xfrm>
            <a:custGeom>
              <a:avLst/>
              <a:gdLst/>
              <a:ahLst/>
              <a:cxnLst/>
              <a:rect l="0" t="0" r="0" b="0"/>
              <a:pathLst>
                <a:path w="4686" h="38430">
                  <a:moveTo>
                    <a:pt x="0" y="38430"/>
                  </a:moveTo>
                  <a:lnTo>
                    <a:pt x="4686" y="0"/>
                  </a:lnTo>
                </a:path>
              </a:pathLst>
            </a:custGeom>
            <a:noFill/>
            <a:ln w="20003">
              <a:solidFill>
                <a:srgbClr val="9DADB8"/>
              </a:solidFill>
            </a:ln>
          </p:spPr>
        </p:sp>
        <p:sp>
          <p:nvSpPr>
            <p:cNvPr id="1683" name="Input_receptor__1682">
              <a:extLst>
                <a:ext uri="{FF2B5EF4-FFF2-40B4-BE49-F238E27FC236}">
                  <a16:creationId xmlns:a16="http://schemas.microsoft.com/office/drawing/2014/main" id="{7364C107-4F41-435B-0C9B-2F39AD644397}"/>
                </a:ext>
              </a:extLst>
            </p:cNvPr>
            <p:cNvSpPr>
              <a:spLocks noGrp="1"/>
            </p:cNvSpPr>
            <p:nvPr/>
          </p:nvSpPr>
          <p:spPr>
            <a:xfrm>
              <a:off x="1183463" y="4518304"/>
              <a:ext cx="20923" cy="8535"/>
            </a:xfrm>
            <a:custGeom>
              <a:avLst/>
              <a:gdLst/>
              <a:ahLst/>
              <a:cxnLst/>
              <a:rect l="0" t="0" r="0" b="0"/>
              <a:pathLst>
                <a:path w="20923" h="8535">
                  <a:moveTo>
                    <a:pt x="0" y="8535"/>
                  </a:moveTo>
                  <a:lnTo>
                    <a:pt x="20923" y="0"/>
                  </a:lnTo>
                </a:path>
              </a:pathLst>
            </a:custGeom>
            <a:noFill/>
            <a:ln w="20003">
              <a:solidFill>
                <a:srgbClr val="9DADB8"/>
              </a:solidFill>
            </a:ln>
          </p:spPr>
        </p:sp>
        <p:sp>
          <p:nvSpPr>
            <p:cNvPr id="1684" name="Input_receptor__1683">
              <a:extLst>
                <a:ext uri="{FF2B5EF4-FFF2-40B4-BE49-F238E27FC236}">
                  <a16:creationId xmlns:a16="http://schemas.microsoft.com/office/drawing/2014/main" id="{7D0E2E83-8A64-97F2-BFE0-4593285C2365}"/>
                </a:ext>
              </a:extLst>
            </p:cNvPr>
            <p:cNvSpPr>
              <a:spLocks noGrp="1"/>
            </p:cNvSpPr>
            <p:nvPr/>
          </p:nvSpPr>
          <p:spPr>
            <a:xfrm>
              <a:off x="1475962" y="4087309"/>
              <a:ext cx="24964" cy="33122"/>
            </a:xfrm>
            <a:custGeom>
              <a:avLst/>
              <a:gdLst/>
              <a:ahLst/>
              <a:cxnLst/>
              <a:rect l="0" t="0" r="0" b="0"/>
              <a:pathLst>
                <a:path w="24964" h="33122">
                  <a:moveTo>
                    <a:pt x="0" y="0"/>
                  </a:moveTo>
                  <a:lnTo>
                    <a:pt x="24964" y="33122"/>
                  </a:lnTo>
                </a:path>
              </a:pathLst>
            </a:custGeom>
            <a:noFill/>
            <a:ln w="20003">
              <a:solidFill>
                <a:srgbClr val="9DADB8"/>
              </a:solidFill>
            </a:ln>
          </p:spPr>
        </p:sp>
        <p:sp>
          <p:nvSpPr>
            <p:cNvPr id="1685" name="Input_receptor__1684">
              <a:extLst>
                <a:ext uri="{FF2B5EF4-FFF2-40B4-BE49-F238E27FC236}">
                  <a16:creationId xmlns:a16="http://schemas.microsoft.com/office/drawing/2014/main" id="{10CE3520-E141-9E3D-EB80-DD120262348F}"/>
                </a:ext>
              </a:extLst>
            </p:cNvPr>
            <p:cNvSpPr>
              <a:spLocks noGrp="1"/>
            </p:cNvSpPr>
            <p:nvPr/>
          </p:nvSpPr>
          <p:spPr>
            <a:xfrm>
              <a:off x="1138191" y="4638898"/>
              <a:ext cx="33351" cy="34338"/>
            </a:xfrm>
            <a:custGeom>
              <a:avLst/>
              <a:gdLst/>
              <a:ahLst/>
              <a:cxnLst/>
              <a:rect l="0" t="0" r="0" b="0"/>
              <a:pathLst>
                <a:path w="33351" h="34338">
                  <a:moveTo>
                    <a:pt x="0" y="0"/>
                  </a:moveTo>
                  <a:lnTo>
                    <a:pt x="33351" y="34338"/>
                  </a:lnTo>
                </a:path>
              </a:pathLst>
            </a:custGeom>
            <a:noFill/>
            <a:ln w="20003">
              <a:solidFill>
                <a:srgbClr val="9DADB8"/>
              </a:solidFill>
            </a:ln>
          </p:spPr>
        </p:sp>
        <p:sp>
          <p:nvSpPr>
            <p:cNvPr id="1686" name="Input_receptor__1685">
              <a:extLst>
                <a:ext uri="{FF2B5EF4-FFF2-40B4-BE49-F238E27FC236}">
                  <a16:creationId xmlns:a16="http://schemas.microsoft.com/office/drawing/2014/main" id="{7398B5D6-5988-AC12-D64A-72E8F39684AE}"/>
                </a:ext>
              </a:extLst>
            </p:cNvPr>
            <p:cNvSpPr>
              <a:spLocks noGrp="1"/>
            </p:cNvSpPr>
            <p:nvPr/>
          </p:nvSpPr>
          <p:spPr>
            <a:xfrm>
              <a:off x="768447" y="4488059"/>
              <a:ext cx="10235" cy="41774"/>
            </a:xfrm>
            <a:custGeom>
              <a:avLst/>
              <a:gdLst/>
              <a:ahLst/>
              <a:cxnLst/>
              <a:rect l="0" t="0" r="0" b="0"/>
              <a:pathLst>
                <a:path w="10235" h="41774">
                  <a:moveTo>
                    <a:pt x="0" y="41774"/>
                  </a:moveTo>
                  <a:lnTo>
                    <a:pt x="10235" y="0"/>
                  </a:lnTo>
                </a:path>
              </a:pathLst>
            </a:custGeom>
            <a:noFill/>
            <a:ln w="8096">
              <a:solidFill>
                <a:srgbClr val="9DADB8"/>
              </a:solidFill>
            </a:ln>
          </p:spPr>
        </p:sp>
        <p:sp>
          <p:nvSpPr>
            <p:cNvPr id="1687" name="Input_receptor__1686">
              <a:extLst>
                <a:ext uri="{FF2B5EF4-FFF2-40B4-BE49-F238E27FC236}">
                  <a16:creationId xmlns:a16="http://schemas.microsoft.com/office/drawing/2014/main" id="{1A6C5B36-8CE5-95EB-57D5-CC9E990E967E}"/>
                </a:ext>
              </a:extLst>
            </p:cNvPr>
            <p:cNvSpPr>
              <a:spLocks noGrp="1"/>
            </p:cNvSpPr>
            <p:nvPr/>
          </p:nvSpPr>
          <p:spPr>
            <a:xfrm>
              <a:off x="1028877" y="4589807"/>
              <a:ext cx="19046" cy="10992"/>
            </a:xfrm>
            <a:custGeom>
              <a:avLst/>
              <a:gdLst/>
              <a:ahLst/>
              <a:cxnLst/>
              <a:rect l="0" t="0" r="0" b="0"/>
              <a:pathLst>
                <a:path w="19046" h="10992">
                  <a:moveTo>
                    <a:pt x="0" y="10992"/>
                  </a:moveTo>
                  <a:lnTo>
                    <a:pt x="19046" y="0"/>
                  </a:lnTo>
                </a:path>
              </a:pathLst>
            </a:custGeom>
            <a:noFill/>
            <a:ln w="20003">
              <a:solidFill>
                <a:srgbClr val="9DADB8"/>
              </a:solidFill>
            </a:ln>
          </p:spPr>
        </p:sp>
        <p:sp>
          <p:nvSpPr>
            <p:cNvPr id="1688" name="Input_receptor__1687">
              <a:extLst>
                <a:ext uri="{FF2B5EF4-FFF2-40B4-BE49-F238E27FC236}">
                  <a16:creationId xmlns:a16="http://schemas.microsoft.com/office/drawing/2014/main" id="{7936C0CF-8D2F-879D-E6F3-27A772189441}"/>
                </a:ext>
              </a:extLst>
            </p:cNvPr>
            <p:cNvSpPr>
              <a:spLocks noGrp="1"/>
            </p:cNvSpPr>
            <p:nvPr/>
          </p:nvSpPr>
          <p:spPr>
            <a:xfrm>
              <a:off x="1501579" y="4690389"/>
              <a:ext cx="12176" cy="18052"/>
            </a:xfrm>
            <a:custGeom>
              <a:avLst/>
              <a:gdLst/>
              <a:ahLst/>
              <a:cxnLst/>
              <a:rect l="0" t="0" r="0" b="0"/>
              <a:pathLst>
                <a:path w="12176" h="18052">
                  <a:moveTo>
                    <a:pt x="0" y="0"/>
                  </a:moveTo>
                  <a:lnTo>
                    <a:pt x="12176" y="18052"/>
                  </a:lnTo>
                </a:path>
              </a:pathLst>
            </a:custGeom>
            <a:noFill/>
            <a:ln w="20003">
              <a:solidFill>
                <a:srgbClr val="9DADB8"/>
              </a:solidFill>
            </a:ln>
          </p:spPr>
        </p:sp>
        <p:sp>
          <p:nvSpPr>
            <p:cNvPr id="1689" name="Input_receptor__1688">
              <a:extLst>
                <a:ext uri="{FF2B5EF4-FFF2-40B4-BE49-F238E27FC236}">
                  <a16:creationId xmlns:a16="http://schemas.microsoft.com/office/drawing/2014/main" id="{3737DC95-3AA0-55A3-8931-5070996DA110}"/>
                </a:ext>
              </a:extLst>
            </p:cNvPr>
            <p:cNvSpPr>
              <a:spLocks noGrp="1"/>
            </p:cNvSpPr>
            <p:nvPr/>
          </p:nvSpPr>
          <p:spPr>
            <a:xfrm>
              <a:off x="643957" y="4701147"/>
              <a:ext cx="10963" cy="43793"/>
            </a:xfrm>
            <a:custGeom>
              <a:avLst/>
              <a:gdLst/>
              <a:ahLst/>
              <a:cxnLst/>
              <a:rect l="0" t="0" r="0" b="0"/>
              <a:pathLst>
                <a:path w="10963" h="43793">
                  <a:moveTo>
                    <a:pt x="0" y="0"/>
                  </a:moveTo>
                  <a:lnTo>
                    <a:pt x="10963" y="43793"/>
                  </a:lnTo>
                </a:path>
              </a:pathLst>
            </a:custGeom>
            <a:noFill/>
            <a:ln w="8096">
              <a:solidFill>
                <a:srgbClr val="9DADB8"/>
              </a:solidFill>
            </a:ln>
          </p:spPr>
        </p:sp>
        <p:sp>
          <p:nvSpPr>
            <p:cNvPr id="1690" name="Input_receptor__1689">
              <a:extLst>
                <a:ext uri="{FF2B5EF4-FFF2-40B4-BE49-F238E27FC236}">
                  <a16:creationId xmlns:a16="http://schemas.microsoft.com/office/drawing/2014/main" id="{8655D57C-B5C4-44D6-297D-273478041C74}"/>
                </a:ext>
              </a:extLst>
            </p:cNvPr>
            <p:cNvSpPr>
              <a:spLocks noGrp="1"/>
            </p:cNvSpPr>
            <p:nvPr/>
          </p:nvSpPr>
          <p:spPr>
            <a:xfrm>
              <a:off x="886194" y="4781379"/>
              <a:ext cx="41026" cy="7481"/>
            </a:xfrm>
            <a:custGeom>
              <a:avLst/>
              <a:gdLst/>
              <a:ahLst/>
              <a:cxnLst/>
              <a:rect l="0" t="0" r="0" b="0"/>
              <a:pathLst>
                <a:path w="41026" h="7481">
                  <a:moveTo>
                    <a:pt x="0" y="7481"/>
                  </a:moveTo>
                  <a:lnTo>
                    <a:pt x="41026" y="0"/>
                  </a:lnTo>
                </a:path>
              </a:pathLst>
            </a:custGeom>
            <a:noFill/>
            <a:ln w="20003">
              <a:solidFill>
                <a:srgbClr val="9DADB8"/>
              </a:solidFill>
            </a:ln>
          </p:spPr>
        </p:sp>
        <p:sp>
          <p:nvSpPr>
            <p:cNvPr id="1691" name="Input_receptor__1690">
              <a:extLst>
                <a:ext uri="{FF2B5EF4-FFF2-40B4-BE49-F238E27FC236}">
                  <a16:creationId xmlns:a16="http://schemas.microsoft.com/office/drawing/2014/main" id="{5F57AB12-72B9-BDAE-F3B1-E733A52C26AC}"/>
                </a:ext>
              </a:extLst>
            </p:cNvPr>
            <p:cNvSpPr>
              <a:spLocks noGrp="1"/>
            </p:cNvSpPr>
            <p:nvPr/>
          </p:nvSpPr>
          <p:spPr>
            <a:xfrm>
              <a:off x="1187044" y="4462391"/>
              <a:ext cx="12863" cy="10887"/>
            </a:xfrm>
            <a:custGeom>
              <a:avLst/>
              <a:gdLst/>
              <a:ahLst/>
              <a:cxnLst/>
              <a:rect l="0" t="0" r="0" b="0"/>
              <a:pathLst>
                <a:path w="12863" h="10887">
                  <a:moveTo>
                    <a:pt x="0" y="10887"/>
                  </a:moveTo>
                  <a:lnTo>
                    <a:pt x="12863" y="0"/>
                  </a:lnTo>
                </a:path>
              </a:pathLst>
            </a:custGeom>
            <a:noFill/>
            <a:ln w="20003">
              <a:solidFill>
                <a:srgbClr val="9DADB8"/>
              </a:solidFill>
            </a:ln>
          </p:spPr>
        </p:sp>
        <p:sp>
          <p:nvSpPr>
            <p:cNvPr id="1692" name="Input_receptor__1691">
              <a:extLst>
                <a:ext uri="{FF2B5EF4-FFF2-40B4-BE49-F238E27FC236}">
                  <a16:creationId xmlns:a16="http://schemas.microsoft.com/office/drawing/2014/main" id="{EC23C23C-CC76-48BE-777D-37B2BEA2715B}"/>
                </a:ext>
              </a:extLst>
            </p:cNvPr>
            <p:cNvSpPr>
              <a:spLocks noGrp="1"/>
            </p:cNvSpPr>
            <p:nvPr/>
          </p:nvSpPr>
          <p:spPr>
            <a:xfrm>
              <a:off x="1313364" y="4332331"/>
              <a:ext cx="35243" cy="13933"/>
            </a:xfrm>
            <a:custGeom>
              <a:avLst/>
              <a:gdLst/>
              <a:ahLst/>
              <a:cxnLst/>
              <a:rect l="0" t="0" r="0" b="0"/>
              <a:pathLst>
                <a:path w="35243" h="13933">
                  <a:moveTo>
                    <a:pt x="0" y="0"/>
                  </a:moveTo>
                  <a:lnTo>
                    <a:pt x="35243" y="13933"/>
                  </a:lnTo>
                </a:path>
              </a:pathLst>
            </a:custGeom>
            <a:noFill/>
            <a:ln w="8096">
              <a:solidFill>
                <a:srgbClr val="9DADB8"/>
              </a:solidFill>
            </a:ln>
          </p:spPr>
        </p:sp>
        <p:sp>
          <p:nvSpPr>
            <p:cNvPr id="1693" name="Input_receptor__1692">
              <a:extLst>
                <a:ext uri="{FF2B5EF4-FFF2-40B4-BE49-F238E27FC236}">
                  <a16:creationId xmlns:a16="http://schemas.microsoft.com/office/drawing/2014/main" id="{978B6525-CCE6-E763-55D9-B9E6D3C6B5DA}"/>
                </a:ext>
              </a:extLst>
            </p:cNvPr>
            <p:cNvSpPr>
              <a:spLocks noGrp="1"/>
            </p:cNvSpPr>
            <p:nvPr/>
          </p:nvSpPr>
          <p:spPr>
            <a:xfrm>
              <a:off x="975471" y="4661151"/>
              <a:ext cx="8734" cy="32851"/>
            </a:xfrm>
            <a:custGeom>
              <a:avLst/>
              <a:gdLst/>
              <a:ahLst/>
              <a:cxnLst/>
              <a:rect l="0" t="0" r="0" b="0"/>
              <a:pathLst>
                <a:path w="8734" h="32851">
                  <a:moveTo>
                    <a:pt x="8734" y="32851"/>
                  </a:moveTo>
                  <a:lnTo>
                    <a:pt x="0" y="0"/>
                  </a:lnTo>
                </a:path>
              </a:pathLst>
            </a:custGeom>
            <a:noFill/>
            <a:ln w="20003">
              <a:solidFill>
                <a:srgbClr val="9DADB8"/>
              </a:solidFill>
            </a:ln>
          </p:spPr>
        </p:sp>
        <p:sp>
          <p:nvSpPr>
            <p:cNvPr id="1694" name="Input_receptor__1693">
              <a:extLst>
                <a:ext uri="{FF2B5EF4-FFF2-40B4-BE49-F238E27FC236}">
                  <a16:creationId xmlns:a16="http://schemas.microsoft.com/office/drawing/2014/main" id="{5D9CFA34-8BB4-4522-0533-F0571D3EFC10}"/>
                </a:ext>
              </a:extLst>
            </p:cNvPr>
            <p:cNvSpPr>
              <a:spLocks noGrp="1"/>
            </p:cNvSpPr>
            <p:nvPr/>
          </p:nvSpPr>
          <p:spPr>
            <a:xfrm>
              <a:off x="1253852" y="4227961"/>
              <a:ext cx="4617" cy="47801"/>
            </a:xfrm>
            <a:custGeom>
              <a:avLst/>
              <a:gdLst/>
              <a:ahLst/>
              <a:cxnLst/>
              <a:rect l="0" t="0" r="0" b="0"/>
              <a:pathLst>
                <a:path w="4617" h="47801">
                  <a:moveTo>
                    <a:pt x="4617" y="0"/>
                  </a:moveTo>
                  <a:lnTo>
                    <a:pt x="0" y="47801"/>
                  </a:lnTo>
                </a:path>
              </a:pathLst>
            </a:custGeom>
            <a:noFill/>
            <a:ln w="8096">
              <a:solidFill>
                <a:srgbClr val="9DADB8"/>
              </a:solidFill>
            </a:ln>
          </p:spPr>
        </p:sp>
        <p:sp>
          <p:nvSpPr>
            <p:cNvPr id="1695" name="Input_receptor__1694">
              <a:extLst>
                <a:ext uri="{FF2B5EF4-FFF2-40B4-BE49-F238E27FC236}">
                  <a16:creationId xmlns:a16="http://schemas.microsoft.com/office/drawing/2014/main" id="{F09F94AA-C76E-970A-CC91-C40B736AF6DC}"/>
                </a:ext>
              </a:extLst>
            </p:cNvPr>
            <p:cNvSpPr>
              <a:spLocks noGrp="1"/>
            </p:cNvSpPr>
            <p:nvPr/>
          </p:nvSpPr>
          <p:spPr>
            <a:xfrm>
              <a:off x="989915" y="4971422"/>
              <a:ext cx="28430" cy="27951"/>
            </a:xfrm>
            <a:custGeom>
              <a:avLst/>
              <a:gdLst/>
              <a:ahLst/>
              <a:cxnLst/>
              <a:rect l="0" t="0" r="0" b="0"/>
              <a:pathLst>
                <a:path w="28430" h="27951">
                  <a:moveTo>
                    <a:pt x="28430" y="0"/>
                  </a:moveTo>
                  <a:lnTo>
                    <a:pt x="0" y="27951"/>
                  </a:lnTo>
                </a:path>
              </a:pathLst>
            </a:custGeom>
            <a:noFill/>
            <a:ln w="8096">
              <a:solidFill>
                <a:srgbClr val="9DADB8"/>
              </a:solidFill>
            </a:ln>
          </p:spPr>
        </p:sp>
        <p:sp>
          <p:nvSpPr>
            <p:cNvPr id="1696" name="Input_receptor__1695">
              <a:extLst>
                <a:ext uri="{FF2B5EF4-FFF2-40B4-BE49-F238E27FC236}">
                  <a16:creationId xmlns:a16="http://schemas.microsoft.com/office/drawing/2014/main" id="{F9CC456D-2E33-1164-6BC4-FABDDB8CEC0E}"/>
                </a:ext>
              </a:extLst>
            </p:cNvPr>
            <p:cNvSpPr>
              <a:spLocks noGrp="1"/>
            </p:cNvSpPr>
            <p:nvPr/>
          </p:nvSpPr>
          <p:spPr>
            <a:xfrm>
              <a:off x="876814" y="4788859"/>
              <a:ext cx="9380" cy="43184"/>
            </a:xfrm>
            <a:custGeom>
              <a:avLst/>
              <a:gdLst/>
              <a:ahLst/>
              <a:cxnLst/>
              <a:rect l="0" t="0" r="0" b="0"/>
              <a:pathLst>
                <a:path w="9380" h="43184">
                  <a:moveTo>
                    <a:pt x="0" y="43184"/>
                  </a:moveTo>
                  <a:lnTo>
                    <a:pt x="9380" y="0"/>
                  </a:lnTo>
                </a:path>
              </a:pathLst>
            </a:custGeom>
            <a:noFill/>
            <a:ln w="20003">
              <a:solidFill>
                <a:srgbClr val="9DADB8"/>
              </a:solidFill>
            </a:ln>
          </p:spPr>
        </p:sp>
        <p:sp>
          <p:nvSpPr>
            <p:cNvPr id="1697" name="Input_receptor__1696">
              <a:extLst>
                <a:ext uri="{FF2B5EF4-FFF2-40B4-BE49-F238E27FC236}">
                  <a16:creationId xmlns:a16="http://schemas.microsoft.com/office/drawing/2014/main" id="{BD05756C-2FE1-67D4-BFF7-0EE4C09D26AC}"/>
                </a:ext>
              </a:extLst>
            </p:cNvPr>
            <p:cNvSpPr>
              <a:spLocks noGrp="1"/>
            </p:cNvSpPr>
            <p:nvPr/>
          </p:nvSpPr>
          <p:spPr>
            <a:xfrm>
              <a:off x="706261" y="4405269"/>
              <a:ext cx="10574" cy="10996"/>
            </a:xfrm>
            <a:custGeom>
              <a:avLst/>
              <a:gdLst/>
              <a:ahLst/>
              <a:cxnLst/>
              <a:rect l="0" t="0" r="0" b="0"/>
              <a:pathLst>
                <a:path w="10574" h="10996">
                  <a:moveTo>
                    <a:pt x="0" y="0"/>
                  </a:moveTo>
                  <a:lnTo>
                    <a:pt x="10574" y="10996"/>
                  </a:lnTo>
                </a:path>
              </a:pathLst>
            </a:custGeom>
            <a:noFill/>
            <a:ln w="8096">
              <a:solidFill>
                <a:srgbClr val="9DADB8"/>
              </a:solidFill>
            </a:ln>
          </p:spPr>
        </p:sp>
        <p:sp>
          <p:nvSpPr>
            <p:cNvPr id="1698" name="Input_receptor__1697">
              <a:extLst>
                <a:ext uri="{FF2B5EF4-FFF2-40B4-BE49-F238E27FC236}">
                  <a16:creationId xmlns:a16="http://schemas.microsoft.com/office/drawing/2014/main" id="{ED97C9DD-E1AB-F045-24B8-69CD721767C3}"/>
                </a:ext>
              </a:extLst>
            </p:cNvPr>
            <p:cNvSpPr>
              <a:spLocks noGrp="1"/>
            </p:cNvSpPr>
            <p:nvPr/>
          </p:nvSpPr>
          <p:spPr>
            <a:xfrm>
              <a:off x="1550607" y="4443973"/>
              <a:ext cx="13144" cy="7735"/>
            </a:xfrm>
            <a:custGeom>
              <a:avLst/>
              <a:gdLst/>
              <a:ahLst/>
              <a:cxnLst/>
              <a:rect l="0" t="0" r="0" b="0"/>
              <a:pathLst>
                <a:path w="13144" h="7735">
                  <a:moveTo>
                    <a:pt x="0" y="0"/>
                  </a:moveTo>
                  <a:lnTo>
                    <a:pt x="13144" y="7735"/>
                  </a:lnTo>
                </a:path>
              </a:pathLst>
            </a:custGeom>
            <a:noFill/>
            <a:ln w="20003">
              <a:solidFill>
                <a:srgbClr val="9DADB8"/>
              </a:solidFill>
            </a:ln>
          </p:spPr>
        </p:sp>
        <p:sp>
          <p:nvSpPr>
            <p:cNvPr id="1699" name="Input_receptor__1698">
              <a:extLst>
                <a:ext uri="{FF2B5EF4-FFF2-40B4-BE49-F238E27FC236}">
                  <a16:creationId xmlns:a16="http://schemas.microsoft.com/office/drawing/2014/main" id="{82544FEC-5338-5CF7-EACE-FAEB4D664DCA}"/>
                </a:ext>
              </a:extLst>
            </p:cNvPr>
            <p:cNvSpPr>
              <a:spLocks noGrp="1"/>
            </p:cNvSpPr>
            <p:nvPr/>
          </p:nvSpPr>
          <p:spPr>
            <a:xfrm>
              <a:off x="882780" y="4718649"/>
              <a:ext cx="37284" cy="9526"/>
            </a:xfrm>
            <a:custGeom>
              <a:avLst/>
              <a:gdLst/>
              <a:ahLst/>
              <a:cxnLst/>
              <a:rect l="0" t="0" r="0" b="0"/>
              <a:pathLst>
                <a:path w="37284" h="9526">
                  <a:moveTo>
                    <a:pt x="0" y="9526"/>
                  </a:moveTo>
                  <a:lnTo>
                    <a:pt x="37284" y="0"/>
                  </a:lnTo>
                </a:path>
              </a:pathLst>
            </a:custGeom>
            <a:noFill/>
            <a:ln w="20003">
              <a:solidFill>
                <a:srgbClr val="9DADB8"/>
              </a:solidFill>
            </a:ln>
          </p:spPr>
        </p:sp>
        <p:sp>
          <p:nvSpPr>
            <p:cNvPr id="1700" name="Input_receptor__1699">
              <a:extLst>
                <a:ext uri="{FF2B5EF4-FFF2-40B4-BE49-F238E27FC236}">
                  <a16:creationId xmlns:a16="http://schemas.microsoft.com/office/drawing/2014/main" id="{8E1AAB80-38D7-7945-BBE5-AC75BE863056}"/>
                </a:ext>
              </a:extLst>
            </p:cNvPr>
            <p:cNvSpPr>
              <a:spLocks noGrp="1"/>
            </p:cNvSpPr>
            <p:nvPr/>
          </p:nvSpPr>
          <p:spPr>
            <a:xfrm>
              <a:off x="1089371" y="4553211"/>
              <a:ext cx="27642" cy="9480"/>
            </a:xfrm>
            <a:custGeom>
              <a:avLst/>
              <a:gdLst/>
              <a:ahLst/>
              <a:cxnLst/>
              <a:rect l="0" t="0" r="0" b="0"/>
              <a:pathLst>
                <a:path w="27642" h="9480">
                  <a:moveTo>
                    <a:pt x="0" y="0"/>
                  </a:moveTo>
                  <a:lnTo>
                    <a:pt x="27642" y="9480"/>
                  </a:lnTo>
                </a:path>
              </a:pathLst>
            </a:custGeom>
            <a:noFill/>
            <a:ln w="20003">
              <a:solidFill>
                <a:srgbClr val="9DADB8"/>
              </a:solidFill>
            </a:ln>
          </p:spPr>
        </p:sp>
        <p:sp>
          <p:nvSpPr>
            <p:cNvPr id="1701" name="Input_receptor__1700">
              <a:extLst>
                <a:ext uri="{FF2B5EF4-FFF2-40B4-BE49-F238E27FC236}">
                  <a16:creationId xmlns:a16="http://schemas.microsoft.com/office/drawing/2014/main" id="{01CE8DD9-8EA8-EC22-A49A-CC52531158D8}"/>
                </a:ext>
              </a:extLst>
            </p:cNvPr>
            <p:cNvSpPr>
              <a:spLocks noGrp="1"/>
            </p:cNvSpPr>
            <p:nvPr/>
          </p:nvSpPr>
          <p:spPr>
            <a:xfrm>
              <a:off x="1297951" y="4292891"/>
              <a:ext cx="15413" cy="39441"/>
            </a:xfrm>
            <a:custGeom>
              <a:avLst/>
              <a:gdLst/>
              <a:ahLst/>
              <a:cxnLst/>
              <a:rect l="0" t="0" r="0" b="0"/>
              <a:pathLst>
                <a:path w="15413" h="39441">
                  <a:moveTo>
                    <a:pt x="0" y="0"/>
                  </a:moveTo>
                  <a:lnTo>
                    <a:pt x="15413" y="39441"/>
                  </a:lnTo>
                </a:path>
              </a:pathLst>
            </a:custGeom>
            <a:noFill/>
            <a:ln w="8096">
              <a:solidFill>
                <a:srgbClr val="9DADB8"/>
              </a:solidFill>
            </a:ln>
          </p:spPr>
        </p:sp>
        <p:sp>
          <p:nvSpPr>
            <p:cNvPr id="1702" name="Input_receptor__1701">
              <a:extLst>
                <a:ext uri="{FF2B5EF4-FFF2-40B4-BE49-F238E27FC236}">
                  <a16:creationId xmlns:a16="http://schemas.microsoft.com/office/drawing/2014/main" id="{68ADF223-9853-8659-71D5-7C4079ECB7D2}"/>
                </a:ext>
              </a:extLst>
            </p:cNvPr>
            <p:cNvSpPr>
              <a:spLocks noGrp="1"/>
            </p:cNvSpPr>
            <p:nvPr/>
          </p:nvSpPr>
          <p:spPr>
            <a:xfrm>
              <a:off x="974349" y="4499017"/>
              <a:ext cx="17037" cy="45075"/>
            </a:xfrm>
            <a:custGeom>
              <a:avLst/>
              <a:gdLst/>
              <a:ahLst/>
              <a:cxnLst/>
              <a:rect l="0" t="0" r="0" b="0"/>
              <a:pathLst>
                <a:path w="17037" h="45075">
                  <a:moveTo>
                    <a:pt x="17037" y="45075"/>
                  </a:moveTo>
                  <a:lnTo>
                    <a:pt x="0" y="0"/>
                  </a:lnTo>
                </a:path>
              </a:pathLst>
            </a:custGeom>
            <a:noFill/>
            <a:ln w="8096">
              <a:solidFill>
                <a:srgbClr val="9DADB8"/>
              </a:solidFill>
            </a:ln>
          </p:spPr>
        </p:sp>
        <p:sp>
          <p:nvSpPr>
            <p:cNvPr id="1703" name="Input_receptor__1702">
              <a:extLst>
                <a:ext uri="{FF2B5EF4-FFF2-40B4-BE49-F238E27FC236}">
                  <a16:creationId xmlns:a16="http://schemas.microsoft.com/office/drawing/2014/main" id="{3E7A7E05-B9E7-AE10-1D79-86224C89B4A3}"/>
                </a:ext>
              </a:extLst>
            </p:cNvPr>
            <p:cNvSpPr>
              <a:spLocks noGrp="1"/>
            </p:cNvSpPr>
            <p:nvPr/>
          </p:nvSpPr>
          <p:spPr>
            <a:xfrm>
              <a:off x="1475269" y="4268790"/>
              <a:ext cx="44269" cy="19084"/>
            </a:xfrm>
            <a:custGeom>
              <a:avLst/>
              <a:gdLst/>
              <a:ahLst/>
              <a:cxnLst/>
              <a:rect l="0" t="0" r="0" b="0"/>
              <a:pathLst>
                <a:path w="44269" h="19084">
                  <a:moveTo>
                    <a:pt x="44269" y="0"/>
                  </a:moveTo>
                  <a:lnTo>
                    <a:pt x="0" y="19084"/>
                  </a:lnTo>
                </a:path>
              </a:pathLst>
            </a:custGeom>
            <a:noFill/>
            <a:ln w="20003">
              <a:solidFill>
                <a:srgbClr val="9DADB8"/>
              </a:solidFill>
            </a:ln>
          </p:spPr>
        </p:sp>
        <p:sp>
          <p:nvSpPr>
            <p:cNvPr id="1704" name="Input_receptor__1703">
              <a:extLst>
                <a:ext uri="{FF2B5EF4-FFF2-40B4-BE49-F238E27FC236}">
                  <a16:creationId xmlns:a16="http://schemas.microsoft.com/office/drawing/2014/main" id="{3C53972A-4886-7076-6922-8E8574FAB428}"/>
                </a:ext>
              </a:extLst>
            </p:cNvPr>
            <p:cNvSpPr>
              <a:spLocks noGrp="1"/>
            </p:cNvSpPr>
            <p:nvPr/>
          </p:nvSpPr>
          <p:spPr>
            <a:xfrm>
              <a:off x="1426228" y="4112424"/>
              <a:ext cx="24874" cy="36670"/>
            </a:xfrm>
            <a:custGeom>
              <a:avLst/>
              <a:gdLst/>
              <a:ahLst/>
              <a:cxnLst/>
              <a:rect l="0" t="0" r="0" b="0"/>
              <a:pathLst>
                <a:path w="24874" h="36670">
                  <a:moveTo>
                    <a:pt x="0" y="0"/>
                  </a:moveTo>
                  <a:lnTo>
                    <a:pt x="24874" y="36670"/>
                  </a:lnTo>
                </a:path>
              </a:pathLst>
            </a:custGeom>
            <a:noFill/>
            <a:ln w="20003">
              <a:solidFill>
                <a:srgbClr val="9DADB8"/>
              </a:solidFill>
            </a:ln>
          </p:spPr>
        </p:sp>
        <p:sp>
          <p:nvSpPr>
            <p:cNvPr id="1705" name="Input_receptor__1704">
              <a:extLst>
                <a:ext uri="{FF2B5EF4-FFF2-40B4-BE49-F238E27FC236}">
                  <a16:creationId xmlns:a16="http://schemas.microsoft.com/office/drawing/2014/main" id="{B118D321-F52D-97BE-F769-7AC308240581}"/>
                </a:ext>
              </a:extLst>
            </p:cNvPr>
            <p:cNvSpPr>
              <a:spLocks noGrp="1"/>
            </p:cNvSpPr>
            <p:nvPr/>
          </p:nvSpPr>
          <p:spPr>
            <a:xfrm>
              <a:off x="778682" y="4456202"/>
              <a:ext cx="35043" cy="31857"/>
            </a:xfrm>
            <a:custGeom>
              <a:avLst/>
              <a:gdLst/>
              <a:ahLst/>
              <a:cxnLst/>
              <a:rect l="0" t="0" r="0" b="0"/>
              <a:pathLst>
                <a:path w="35043" h="31857">
                  <a:moveTo>
                    <a:pt x="0" y="31857"/>
                  </a:moveTo>
                  <a:lnTo>
                    <a:pt x="35043" y="0"/>
                  </a:lnTo>
                </a:path>
              </a:pathLst>
            </a:custGeom>
            <a:noFill/>
            <a:ln w="8096">
              <a:solidFill>
                <a:srgbClr val="9DADB8"/>
              </a:solidFill>
            </a:ln>
          </p:spPr>
        </p:sp>
        <p:sp>
          <p:nvSpPr>
            <p:cNvPr id="1706" name="Input_receptor__1705">
              <a:extLst>
                <a:ext uri="{FF2B5EF4-FFF2-40B4-BE49-F238E27FC236}">
                  <a16:creationId xmlns:a16="http://schemas.microsoft.com/office/drawing/2014/main" id="{18FB6FE3-8EF5-DF33-8D24-E6449B085374}"/>
                </a:ext>
              </a:extLst>
            </p:cNvPr>
            <p:cNvSpPr>
              <a:spLocks noGrp="1"/>
            </p:cNvSpPr>
            <p:nvPr/>
          </p:nvSpPr>
          <p:spPr>
            <a:xfrm>
              <a:off x="1584418" y="4195794"/>
              <a:ext cx="31247" cy="24534"/>
            </a:xfrm>
            <a:custGeom>
              <a:avLst/>
              <a:gdLst/>
              <a:ahLst/>
              <a:cxnLst/>
              <a:rect l="0" t="0" r="0" b="0"/>
              <a:pathLst>
                <a:path w="31247" h="24534">
                  <a:moveTo>
                    <a:pt x="31247" y="0"/>
                  </a:moveTo>
                  <a:lnTo>
                    <a:pt x="0" y="24534"/>
                  </a:lnTo>
                </a:path>
              </a:pathLst>
            </a:custGeom>
            <a:noFill/>
            <a:ln w="8096">
              <a:solidFill>
                <a:srgbClr val="9EADB8"/>
              </a:solidFill>
            </a:ln>
          </p:spPr>
        </p:sp>
        <p:sp>
          <p:nvSpPr>
            <p:cNvPr id="1707" name="Input_receptor__1706">
              <a:extLst>
                <a:ext uri="{FF2B5EF4-FFF2-40B4-BE49-F238E27FC236}">
                  <a16:creationId xmlns:a16="http://schemas.microsoft.com/office/drawing/2014/main" id="{85C8B9B8-7883-F554-6E1F-17D672B71482}"/>
                </a:ext>
              </a:extLst>
            </p:cNvPr>
            <p:cNvSpPr>
              <a:spLocks noGrp="1"/>
            </p:cNvSpPr>
            <p:nvPr/>
          </p:nvSpPr>
          <p:spPr>
            <a:xfrm>
              <a:off x="1117013" y="4562691"/>
              <a:ext cx="36156" cy="12256"/>
            </a:xfrm>
            <a:custGeom>
              <a:avLst/>
              <a:gdLst/>
              <a:ahLst/>
              <a:cxnLst/>
              <a:rect l="0" t="0" r="0" b="0"/>
              <a:pathLst>
                <a:path w="36156" h="12256">
                  <a:moveTo>
                    <a:pt x="0" y="0"/>
                  </a:moveTo>
                  <a:lnTo>
                    <a:pt x="36156" y="12256"/>
                  </a:lnTo>
                </a:path>
              </a:pathLst>
            </a:custGeom>
            <a:noFill/>
            <a:ln w="20003">
              <a:solidFill>
                <a:srgbClr val="9EADB8"/>
              </a:solidFill>
            </a:ln>
          </p:spPr>
        </p:sp>
        <p:sp>
          <p:nvSpPr>
            <p:cNvPr id="1708" name="Input_receptor__1707">
              <a:extLst>
                <a:ext uri="{FF2B5EF4-FFF2-40B4-BE49-F238E27FC236}">
                  <a16:creationId xmlns:a16="http://schemas.microsoft.com/office/drawing/2014/main" id="{24731FEC-D4EE-E6E3-0F7C-C8718DB59264}"/>
                </a:ext>
              </a:extLst>
            </p:cNvPr>
            <p:cNvSpPr>
              <a:spLocks noGrp="1"/>
            </p:cNvSpPr>
            <p:nvPr/>
          </p:nvSpPr>
          <p:spPr>
            <a:xfrm>
              <a:off x="1020078" y="4642872"/>
              <a:ext cx="16477" cy="4947"/>
            </a:xfrm>
            <a:custGeom>
              <a:avLst/>
              <a:gdLst/>
              <a:ahLst/>
              <a:cxnLst/>
              <a:rect l="0" t="0" r="0" b="0"/>
              <a:pathLst>
                <a:path w="16477" h="4947">
                  <a:moveTo>
                    <a:pt x="0" y="0"/>
                  </a:moveTo>
                  <a:lnTo>
                    <a:pt x="16477" y="4947"/>
                  </a:lnTo>
                </a:path>
              </a:pathLst>
            </a:custGeom>
            <a:noFill/>
            <a:ln w="20003">
              <a:solidFill>
                <a:srgbClr val="9EADB8"/>
              </a:solidFill>
            </a:ln>
          </p:spPr>
        </p:sp>
        <p:sp>
          <p:nvSpPr>
            <p:cNvPr id="1709" name="Input_receptor__1708">
              <a:extLst>
                <a:ext uri="{FF2B5EF4-FFF2-40B4-BE49-F238E27FC236}">
                  <a16:creationId xmlns:a16="http://schemas.microsoft.com/office/drawing/2014/main" id="{E8F222F7-AC63-D85A-F487-5615E23790D1}"/>
                </a:ext>
              </a:extLst>
            </p:cNvPr>
            <p:cNvSpPr>
              <a:spLocks noGrp="1"/>
            </p:cNvSpPr>
            <p:nvPr/>
          </p:nvSpPr>
          <p:spPr>
            <a:xfrm>
              <a:off x="1603476" y="4330329"/>
              <a:ext cx="19929" cy="26097"/>
            </a:xfrm>
            <a:custGeom>
              <a:avLst/>
              <a:gdLst/>
              <a:ahLst/>
              <a:cxnLst/>
              <a:rect l="0" t="0" r="0" b="0"/>
              <a:pathLst>
                <a:path w="19929" h="26097">
                  <a:moveTo>
                    <a:pt x="19929" y="26097"/>
                  </a:moveTo>
                  <a:lnTo>
                    <a:pt x="0" y="0"/>
                  </a:lnTo>
                </a:path>
              </a:pathLst>
            </a:custGeom>
            <a:noFill/>
            <a:ln w="20003">
              <a:solidFill>
                <a:srgbClr val="9EADB8"/>
              </a:solidFill>
            </a:ln>
          </p:spPr>
        </p:sp>
        <p:sp>
          <p:nvSpPr>
            <p:cNvPr id="1710" name="Input_receptor__1709">
              <a:extLst>
                <a:ext uri="{FF2B5EF4-FFF2-40B4-BE49-F238E27FC236}">
                  <a16:creationId xmlns:a16="http://schemas.microsoft.com/office/drawing/2014/main" id="{3462EF0D-AC8E-28F1-B941-E15619A49BC5}"/>
                </a:ext>
              </a:extLst>
            </p:cNvPr>
            <p:cNvSpPr>
              <a:spLocks noGrp="1"/>
            </p:cNvSpPr>
            <p:nvPr/>
          </p:nvSpPr>
          <p:spPr>
            <a:xfrm>
              <a:off x="998099" y="4905150"/>
              <a:ext cx="42076" cy="22789"/>
            </a:xfrm>
            <a:custGeom>
              <a:avLst/>
              <a:gdLst/>
              <a:ahLst/>
              <a:cxnLst/>
              <a:rect l="0" t="0" r="0" b="0"/>
              <a:pathLst>
                <a:path w="42076" h="22789">
                  <a:moveTo>
                    <a:pt x="42076" y="0"/>
                  </a:moveTo>
                  <a:lnTo>
                    <a:pt x="0" y="22789"/>
                  </a:lnTo>
                </a:path>
              </a:pathLst>
            </a:custGeom>
            <a:noFill/>
            <a:ln w="8096">
              <a:solidFill>
                <a:srgbClr val="9EADB8"/>
              </a:solidFill>
            </a:ln>
          </p:spPr>
        </p:sp>
        <p:sp>
          <p:nvSpPr>
            <p:cNvPr id="1711" name="Input_receptor__1710">
              <a:extLst>
                <a:ext uri="{FF2B5EF4-FFF2-40B4-BE49-F238E27FC236}">
                  <a16:creationId xmlns:a16="http://schemas.microsoft.com/office/drawing/2014/main" id="{A02068CA-3995-06AF-14C1-DC4A9216D3CB}"/>
                </a:ext>
              </a:extLst>
            </p:cNvPr>
            <p:cNvSpPr>
              <a:spLocks noGrp="1"/>
            </p:cNvSpPr>
            <p:nvPr/>
          </p:nvSpPr>
          <p:spPr>
            <a:xfrm>
              <a:off x="1181183" y="4764537"/>
              <a:ext cx="34457" cy="28522"/>
            </a:xfrm>
            <a:custGeom>
              <a:avLst/>
              <a:gdLst/>
              <a:ahLst/>
              <a:cxnLst/>
              <a:rect l="0" t="0" r="0" b="0"/>
              <a:pathLst>
                <a:path w="34457" h="28522">
                  <a:moveTo>
                    <a:pt x="0" y="0"/>
                  </a:moveTo>
                  <a:lnTo>
                    <a:pt x="34457" y="28522"/>
                  </a:lnTo>
                </a:path>
              </a:pathLst>
            </a:custGeom>
            <a:noFill/>
            <a:ln w="20003">
              <a:solidFill>
                <a:srgbClr val="9EADB8"/>
              </a:solidFill>
            </a:ln>
          </p:spPr>
        </p:sp>
        <p:sp>
          <p:nvSpPr>
            <p:cNvPr id="1712" name="Input_receptor__1711">
              <a:extLst>
                <a:ext uri="{FF2B5EF4-FFF2-40B4-BE49-F238E27FC236}">
                  <a16:creationId xmlns:a16="http://schemas.microsoft.com/office/drawing/2014/main" id="{090540A3-95EF-E797-77F7-6B1A4D8F539F}"/>
                </a:ext>
              </a:extLst>
            </p:cNvPr>
            <p:cNvSpPr>
              <a:spLocks noGrp="1"/>
            </p:cNvSpPr>
            <p:nvPr/>
          </p:nvSpPr>
          <p:spPr>
            <a:xfrm>
              <a:off x="1305755" y="4225110"/>
              <a:ext cx="29204" cy="337"/>
            </a:xfrm>
            <a:custGeom>
              <a:avLst/>
              <a:gdLst/>
              <a:ahLst/>
              <a:cxnLst/>
              <a:rect l="0" t="0" r="0" b="0"/>
              <a:pathLst>
                <a:path w="29204" h="337">
                  <a:moveTo>
                    <a:pt x="29204" y="337"/>
                  </a:moveTo>
                  <a:lnTo>
                    <a:pt x="0" y="0"/>
                  </a:lnTo>
                </a:path>
              </a:pathLst>
            </a:custGeom>
            <a:noFill/>
            <a:ln w="8096">
              <a:solidFill>
                <a:srgbClr val="9EADB8"/>
              </a:solidFill>
            </a:ln>
          </p:spPr>
        </p:sp>
        <p:sp>
          <p:nvSpPr>
            <p:cNvPr id="1713" name="Input_receptor__1712">
              <a:extLst>
                <a:ext uri="{FF2B5EF4-FFF2-40B4-BE49-F238E27FC236}">
                  <a16:creationId xmlns:a16="http://schemas.microsoft.com/office/drawing/2014/main" id="{1EF70BDC-6D22-660A-FFCB-A341019E36DC}"/>
                </a:ext>
              </a:extLst>
            </p:cNvPr>
            <p:cNvSpPr>
              <a:spLocks noGrp="1"/>
            </p:cNvSpPr>
            <p:nvPr/>
          </p:nvSpPr>
          <p:spPr>
            <a:xfrm>
              <a:off x="1143414" y="4506061"/>
              <a:ext cx="40050" cy="20779"/>
            </a:xfrm>
            <a:custGeom>
              <a:avLst/>
              <a:gdLst/>
              <a:ahLst/>
              <a:cxnLst/>
              <a:rect l="0" t="0" r="0" b="0"/>
              <a:pathLst>
                <a:path w="40050" h="20779">
                  <a:moveTo>
                    <a:pt x="0" y="0"/>
                  </a:moveTo>
                  <a:lnTo>
                    <a:pt x="40050" y="20779"/>
                  </a:lnTo>
                </a:path>
              </a:pathLst>
            </a:custGeom>
            <a:noFill/>
            <a:ln w="20003">
              <a:solidFill>
                <a:srgbClr val="9EADB8"/>
              </a:solidFill>
            </a:ln>
          </p:spPr>
        </p:sp>
        <p:sp>
          <p:nvSpPr>
            <p:cNvPr id="1714" name="Input_receptor__1713">
              <a:extLst>
                <a:ext uri="{FF2B5EF4-FFF2-40B4-BE49-F238E27FC236}">
                  <a16:creationId xmlns:a16="http://schemas.microsoft.com/office/drawing/2014/main" id="{BE4DC5C9-8F2F-2CFC-9C7E-CEB0D4F6A194}"/>
                </a:ext>
              </a:extLst>
            </p:cNvPr>
            <p:cNvSpPr>
              <a:spLocks noGrp="1"/>
            </p:cNvSpPr>
            <p:nvPr/>
          </p:nvSpPr>
          <p:spPr>
            <a:xfrm>
              <a:off x="1243785" y="4455449"/>
              <a:ext cx="37430" cy="26338"/>
            </a:xfrm>
            <a:custGeom>
              <a:avLst/>
              <a:gdLst/>
              <a:ahLst/>
              <a:cxnLst/>
              <a:rect l="0" t="0" r="0" b="0"/>
              <a:pathLst>
                <a:path w="37430" h="26338">
                  <a:moveTo>
                    <a:pt x="0" y="26338"/>
                  </a:moveTo>
                  <a:lnTo>
                    <a:pt x="37430" y="0"/>
                  </a:lnTo>
                </a:path>
              </a:pathLst>
            </a:custGeom>
            <a:noFill/>
            <a:ln w="8096">
              <a:solidFill>
                <a:srgbClr val="9EAEB8"/>
              </a:solidFill>
            </a:ln>
          </p:spPr>
        </p:sp>
        <p:sp>
          <p:nvSpPr>
            <p:cNvPr id="1715" name="Input_receptor__1714">
              <a:extLst>
                <a:ext uri="{FF2B5EF4-FFF2-40B4-BE49-F238E27FC236}">
                  <a16:creationId xmlns:a16="http://schemas.microsoft.com/office/drawing/2014/main" id="{37B7881A-67ED-246A-8DBB-C5AC45C3747F}"/>
                </a:ext>
              </a:extLst>
            </p:cNvPr>
            <p:cNvSpPr>
              <a:spLocks noGrp="1"/>
            </p:cNvSpPr>
            <p:nvPr/>
          </p:nvSpPr>
          <p:spPr>
            <a:xfrm>
              <a:off x="650876" y="4439144"/>
              <a:ext cx="33801" cy="31696"/>
            </a:xfrm>
            <a:custGeom>
              <a:avLst/>
              <a:gdLst/>
              <a:ahLst/>
              <a:cxnLst/>
              <a:rect l="0" t="0" r="0" b="0"/>
              <a:pathLst>
                <a:path w="33801" h="31696">
                  <a:moveTo>
                    <a:pt x="0" y="0"/>
                  </a:moveTo>
                  <a:lnTo>
                    <a:pt x="33801" y="31696"/>
                  </a:lnTo>
                </a:path>
              </a:pathLst>
            </a:custGeom>
            <a:noFill/>
            <a:ln w="8096">
              <a:solidFill>
                <a:srgbClr val="9EAEB8"/>
              </a:solidFill>
            </a:ln>
          </p:spPr>
        </p:sp>
        <p:sp>
          <p:nvSpPr>
            <p:cNvPr id="1716" name="Input_receptor__1715">
              <a:extLst>
                <a:ext uri="{FF2B5EF4-FFF2-40B4-BE49-F238E27FC236}">
                  <a16:creationId xmlns:a16="http://schemas.microsoft.com/office/drawing/2014/main" id="{388124B5-4DC3-E6CD-510C-4EB8D80B3C7A}"/>
                </a:ext>
              </a:extLst>
            </p:cNvPr>
            <p:cNvSpPr>
              <a:spLocks noGrp="1"/>
            </p:cNvSpPr>
            <p:nvPr/>
          </p:nvSpPr>
          <p:spPr>
            <a:xfrm>
              <a:off x="1298095" y="4579621"/>
              <a:ext cx="8622" cy="35064"/>
            </a:xfrm>
            <a:custGeom>
              <a:avLst/>
              <a:gdLst/>
              <a:ahLst/>
              <a:cxnLst/>
              <a:rect l="0" t="0" r="0" b="0"/>
              <a:pathLst>
                <a:path w="8622" h="35064">
                  <a:moveTo>
                    <a:pt x="8622" y="0"/>
                  </a:moveTo>
                  <a:lnTo>
                    <a:pt x="0" y="35064"/>
                  </a:lnTo>
                </a:path>
              </a:pathLst>
            </a:custGeom>
            <a:noFill/>
            <a:ln w="20003">
              <a:solidFill>
                <a:srgbClr val="9EAEB8"/>
              </a:solidFill>
            </a:ln>
          </p:spPr>
        </p:sp>
        <p:sp>
          <p:nvSpPr>
            <p:cNvPr id="1717" name="Input_receptor__1716">
              <a:extLst>
                <a:ext uri="{FF2B5EF4-FFF2-40B4-BE49-F238E27FC236}">
                  <a16:creationId xmlns:a16="http://schemas.microsoft.com/office/drawing/2014/main" id="{947E46D4-F0AF-8F1D-C9FE-7FF587024719}"/>
                </a:ext>
              </a:extLst>
            </p:cNvPr>
            <p:cNvSpPr>
              <a:spLocks noGrp="1"/>
            </p:cNvSpPr>
            <p:nvPr/>
          </p:nvSpPr>
          <p:spPr>
            <a:xfrm>
              <a:off x="1600561" y="4405916"/>
              <a:ext cx="23027" cy="41069"/>
            </a:xfrm>
            <a:custGeom>
              <a:avLst/>
              <a:gdLst/>
              <a:ahLst/>
              <a:cxnLst/>
              <a:rect l="0" t="0" r="0" b="0"/>
              <a:pathLst>
                <a:path w="23027" h="41069">
                  <a:moveTo>
                    <a:pt x="0" y="0"/>
                  </a:moveTo>
                  <a:lnTo>
                    <a:pt x="23027" y="41069"/>
                  </a:lnTo>
                </a:path>
              </a:pathLst>
            </a:custGeom>
            <a:noFill/>
            <a:ln w="20003">
              <a:solidFill>
                <a:srgbClr val="9EAEB8"/>
              </a:solidFill>
            </a:ln>
          </p:spPr>
        </p:sp>
        <p:sp>
          <p:nvSpPr>
            <p:cNvPr id="1718" name="Input_receptor__1717">
              <a:extLst>
                <a:ext uri="{FF2B5EF4-FFF2-40B4-BE49-F238E27FC236}">
                  <a16:creationId xmlns:a16="http://schemas.microsoft.com/office/drawing/2014/main" id="{00B90F40-C668-3FB1-555B-0F2FDA3E757B}"/>
                </a:ext>
              </a:extLst>
            </p:cNvPr>
            <p:cNvSpPr>
              <a:spLocks noGrp="1"/>
            </p:cNvSpPr>
            <p:nvPr/>
          </p:nvSpPr>
          <p:spPr>
            <a:xfrm>
              <a:off x="998099" y="4927939"/>
              <a:ext cx="20245" cy="43483"/>
            </a:xfrm>
            <a:custGeom>
              <a:avLst/>
              <a:gdLst/>
              <a:ahLst/>
              <a:cxnLst/>
              <a:rect l="0" t="0" r="0" b="0"/>
              <a:pathLst>
                <a:path w="20245" h="43483">
                  <a:moveTo>
                    <a:pt x="0" y="0"/>
                  </a:moveTo>
                  <a:lnTo>
                    <a:pt x="20245" y="43483"/>
                  </a:lnTo>
                </a:path>
              </a:pathLst>
            </a:custGeom>
            <a:noFill/>
            <a:ln w="8096">
              <a:solidFill>
                <a:srgbClr val="9EAEB8"/>
              </a:solidFill>
            </a:ln>
          </p:spPr>
        </p:sp>
        <p:sp>
          <p:nvSpPr>
            <p:cNvPr id="1719" name="Input_receptor__1718">
              <a:extLst>
                <a:ext uri="{FF2B5EF4-FFF2-40B4-BE49-F238E27FC236}">
                  <a16:creationId xmlns:a16="http://schemas.microsoft.com/office/drawing/2014/main" id="{CCD5D29B-8001-56E7-3ACF-3532A8050D9A}"/>
                </a:ext>
              </a:extLst>
            </p:cNvPr>
            <p:cNvSpPr>
              <a:spLocks noGrp="1"/>
            </p:cNvSpPr>
            <p:nvPr/>
          </p:nvSpPr>
          <p:spPr>
            <a:xfrm>
              <a:off x="1235621" y="4733822"/>
              <a:ext cx="33546" cy="19966"/>
            </a:xfrm>
            <a:custGeom>
              <a:avLst/>
              <a:gdLst/>
              <a:ahLst/>
              <a:cxnLst/>
              <a:rect l="0" t="0" r="0" b="0"/>
              <a:pathLst>
                <a:path w="33546" h="19966">
                  <a:moveTo>
                    <a:pt x="0" y="0"/>
                  </a:moveTo>
                  <a:lnTo>
                    <a:pt x="33546" y="19966"/>
                  </a:lnTo>
                </a:path>
              </a:pathLst>
            </a:custGeom>
            <a:noFill/>
            <a:ln w="20003">
              <a:solidFill>
                <a:srgbClr val="9EAEB9"/>
              </a:solidFill>
            </a:ln>
          </p:spPr>
        </p:sp>
        <p:sp>
          <p:nvSpPr>
            <p:cNvPr id="1720" name="Input_receptor__1719">
              <a:extLst>
                <a:ext uri="{FF2B5EF4-FFF2-40B4-BE49-F238E27FC236}">
                  <a16:creationId xmlns:a16="http://schemas.microsoft.com/office/drawing/2014/main" id="{5BC4CAAA-E98B-DC65-6BD7-2E2DB91D8492}"/>
                </a:ext>
              </a:extLst>
            </p:cNvPr>
            <p:cNvSpPr>
              <a:spLocks noGrp="1"/>
            </p:cNvSpPr>
            <p:nvPr/>
          </p:nvSpPr>
          <p:spPr>
            <a:xfrm>
              <a:off x="924828" y="4460357"/>
              <a:ext cx="3671" cy="3772"/>
            </a:xfrm>
            <a:custGeom>
              <a:avLst/>
              <a:gdLst/>
              <a:ahLst/>
              <a:cxnLst/>
              <a:rect l="0" t="0" r="0" b="0"/>
              <a:pathLst>
                <a:path w="3671" h="3772">
                  <a:moveTo>
                    <a:pt x="3671" y="3772"/>
                  </a:moveTo>
                  <a:lnTo>
                    <a:pt x="0" y="0"/>
                  </a:lnTo>
                </a:path>
              </a:pathLst>
            </a:custGeom>
            <a:noFill/>
            <a:ln w="8096">
              <a:solidFill>
                <a:srgbClr val="9EAEB9"/>
              </a:solidFill>
            </a:ln>
          </p:spPr>
        </p:sp>
        <p:sp>
          <p:nvSpPr>
            <p:cNvPr id="1721" name="Input_receptor__1720">
              <a:extLst>
                <a:ext uri="{FF2B5EF4-FFF2-40B4-BE49-F238E27FC236}">
                  <a16:creationId xmlns:a16="http://schemas.microsoft.com/office/drawing/2014/main" id="{6D13BB58-34E2-308F-A762-DF82965A0761}"/>
                </a:ext>
              </a:extLst>
            </p:cNvPr>
            <p:cNvSpPr>
              <a:spLocks noGrp="1"/>
            </p:cNvSpPr>
            <p:nvPr/>
          </p:nvSpPr>
          <p:spPr>
            <a:xfrm>
              <a:off x="1442933" y="4256047"/>
              <a:ext cx="32335" cy="31827"/>
            </a:xfrm>
            <a:custGeom>
              <a:avLst/>
              <a:gdLst/>
              <a:ahLst/>
              <a:cxnLst/>
              <a:rect l="0" t="0" r="0" b="0"/>
              <a:pathLst>
                <a:path w="32335" h="31827">
                  <a:moveTo>
                    <a:pt x="32335" y="31827"/>
                  </a:moveTo>
                  <a:lnTo>
                    <a:pt x="0" y="0"/>
                  </a:lnTo>
                </a:path>
              </a:pathLst>
            </a:custGeom>
            <a:noFill/>
            <a:ln w="8096">
              <a:solidFill>
                <a:srgbClr val="9EAEB9"/>
              </a:solidFill>
            </a:ln>
          </p:spPr>
        </p:sp>
        <p:sp>
          <p:nvSpPr>
            <p:cNvPr id="1722" name="Input_receptor__1721">
              <a:extLst>
                <a:ext uri="{FF2B5EF4-FFF2-40B4-BE49-F238E27FC236}">
                  <a16:creationId xmlns:a16="http://schemas.microsoft.com/office/drawing/2014/main" id="{8FEF85F6-E678-BE9F-0125-20D9DFF3BF3A}"/>
                </a:ext>
              </a:extLst>
            </p:cNvPr>
            <p:cNvSpPr>
              <a:spLocks noGrp="1"/>
            </p:cNvSpPr>
            <p:nvPr/>
          </p:nvSpPr>
          <p:spPr>
            <a:xfrm>
              <a:off x="610076" y="4539960"/>
              <a:ext cx="41500" cy="24561"/>
            </a:xfrm>
            <a:custGeom>
              <a:avLst/>
              <a:gdLst/>
              <a:ahLst/>
              <a:cxnLst/>
              <a:rect l="0" t="0" r="0" b="0"/>
              <a:pathLst>
                <a:path w="41500" h="24561">
                  <a:moveTo>
                    <a:pt x="0" y="0"/>
                  </a:moveTo>
                  <a:lnTo>
                    <a:pt x="41500" y="24561"/>
                  </a:lnTo>
                </a:path>
              </a:pathLst>
            </a:custGeom>
            <a:noFill/>
            <a:ln w="8096">
              <a:solidFill>
                <a:srgbClr val="9EAEB9"/>
              </a:solidFill>
            </a:ln>
          </p:spPr>
        </p:sp>
        <p:sp>
          <p:nvSpPr>
            <p:cNvPr id="1723" name="Input_receptor__1722">
              <a:extLst>
                <a:ext uri="{FF2B5EF4-FFF2-40B4-BE49-F238E27FC236}">
                  <a16:creationId xmlns:a16="http://schemas.microsoft.com/office/drawing/2014/main" id="{EFBD7C56-0D69-E53D-7A0A-B6D77380AC3A}"/>
                </a:ext>
              </a:extLst>
            </p:cNvPr>
            <p:cNvSpPr>
              <a:spLocks noGrp="1"/>
            </p:cNvSpPr>
            <p:nvPr/>
          </p:nvSpPr>
          <p:spPr>
            <a:xfrm>
              <a:off x="1149023" y="4764537"/>
              <a:ext cx="32161" cy="35670"/>
            </a:xfrm>
            <a:custGeom>
              <a:avLst/>
              <a:gdLst/>
              <a:ahLst/>
              <a:cxnLst/>
              <a:rect l="0" t="0" r="0" b="0"/>
              <a:pathLst>
                <a:path w="32161" h="35670">
                  <a:moveTo>
                    <a:pt x="0" y="35670"/>
                  </a:moveTo>
                  <a:lnTo>
                    <a:pt x="32161" y="0"/>
                  </a:lnTo>
                </a:path>
              </a:pathLst>
            </a:custGeom>
            <a:noFill/>
            <a:ln w="20003">
              <a:solidFill>
                <a:srgbClr val="9EAEB9"/>
              </a:solidFill>
            </a:ln>
          </p:spPr>
        </p:sp>
        <p:sp>
          <p:nvSpPr>
            <p:cNvPr id="1724" name="Input_receptor__1723">
              <a:extLst>
                <a:ext uri="{FF2B5EF4-FFF2-40B4-BE49-F238E27FC236}">
                  <a16:creationId xmlns:a16="http://schemas.microsoft.com/office/drawing/2014/main" id="{F7A31093-6C9A-5997-1F2A-EDCAC489BC88}"/>
                </a:ext>
              </a:extLst>
            </p:cNvPr>
            <p:cNvSpPr>
              <a:spLocks noGrp="1"/>
            </p:cNvSpPr>
            <p:nvPr/>
          </p:nvSpPr>
          <p:spPr>
            <a:xfrm>
              <a:off x="1047922" y="4589807"/>
              <a:ext cx="39748" cy="26377"/>
            </a:xfrm>
            <a:custGeom>
              <a:avLst/>
              <a:gdLst/>
              <a:ahLst/>
              <a:cxnLst/>
              <a:rect l="0" t="0" r="0" b="0"/>
              <a:pathLst>
                <a:path w="39748" h="26377">
                  <a:moveTo>
                    <a:pt x="0" y="0"/>
                  </a:moveTo>
                  <a:lnTo>
                    <a:pt x="39748" y="26377"/>
                  </a:lnTo>
                </a:path>
              </a:pathLst>
            </a:custGeom>
            <a:noFill/>
            <a:ln w="20003">
              <a:solidFill>
                <a:srgbClr val="9EAEB9"/>
              </a:solidFill>
            </a:ln>
          </p:spPr>
        </p:sp>
        <p:sp>
          <p:nvSpPr>
            <p:cNvPr id="1725" name="Input_receptor__1724">
              <a:extLst>
                <a:ext uri="{FF2B5EF4-FFF2-40B4-BE49-F238E27FC236}">
                  <a16:creationId xmlns:a16="http://schemas.microsoft.com/office/drawing/2014/main" id="{63FDCFD5-AFB2-65F4-7B3B-EF71B8F33AD2}"/>
                </a:ext>
              </a:extLst>
            </p:cNvPr>
            <p:cNvSpPr>
              <a:spLocks noGrp="1"/>
            </p:cNvSpPr>
            <p:nvPr/>
          </p:nvSpPr>
          <p:spPr>
            <a:xfrm>
              <a:off x="920064" y="4670591"/>
              <a:ext cx="571" cy="48058"/>
            </a:xfrm>
            <a:custGeom>
              <a:avLst/>
              <a:gdLst/>
              <a:ahLst/>
              <a:cxnLst/>
              <a:rect l="0" t="0" r="0" b="0"/>
              <a:pathLst>
                <a:path w="571" h="48058">
                  <a:moveTo>
                    <a:pt x="0" y="48058"/>
                  </a:moveTo>
                  <a:lnTo>
                    <a:pt x="571" y="0"/>
                  </a:lnTo>
                </a:path>
              </a:pathLst>
            </a:custGeom>
            <a:noFill/>
            <a:ln w="20003">
              <a:solidFill>
                <a:srgbClr val="9EAEB9"/>
              </a:solidFill>
            </a:ln>
          </p:spPr>
        </p:sp>
        <p:sp>
          <p:nvSpPr>
            <p:cNvPr id="1726" name="Input_receptor__1725">
              <a:extLst>
                <a:ext uri="{FF2B5EF4-FFF2-40B4-BE49-F238E27FC236}">
                  <a16:creationId xmlns:a16="http://schemas.microsoft.com/office/drawing/2014/main" id="{216A0324-87A6-4CE4-6CAA-64BF8DDE25FD}"/>
                </a:ext>
              </a:extLst>
            </p:cNvPr>
            <p:cNvSpPr>
              <a:spLocks noGrp="1"/>
            </p:cNvSpPr>
            <p:nvPr/>
          </p:nvSpPr>
          <p:spPr>
            <a:xfrm>
              <a:off x="1523297" y="4406637"/>
              <a:ext cx="27311" cy="37336"/>
            </a:xfrm>
            <a:custGeom>
              <a:avLst/>
              <a:gdLst/>
              <a:ahLst/>
              <a:cxnLst/>
              <a:rect l="0" t="0" r="0" b="0"/>
              <a:pathLst>
                <a:path w="27311" h="37336">
                  <a:moveTo>
                    <a:pt x="0" y="0"/>
                  </a:moveTo>
                  <a:lnTo>
                    <a:pt x="27311" y="37336"/>
                  </a:lnTo>
                </a:path>
              </a:pathLst>
            </a:custGeom>
            <a:noFill/>
            <a:ln w="20003">
              <a:solidFill>
                <a:srgbClr val="9EAEB9"/>
              </a:solidFill>
            </a:ln>
          </p:spPr>
        </p:sp>
        <p:sp>
          <p:nvSpPr>
            <p:cNvPr id="1727" name="Input_receptor__1726">
              <a:extLst>
                <a:ext uri="{FF2B5EF4-FFF2-40B4-BE49-F238E27FC236}">
                  <a16:creationId xmlns:a16="http://schemas.microsoft.com/office/drawing/2014/main" id="{9A4AAEB2-9FA1-0673-3645-BFAE0A58F5F9}"/>
                </a:ext>
              </a:extLst>
            </p:cNvPr>
            <p:cNvSpPr>
              <a:spLocks noGrp="1"/>
            </p:cNvSpPr>
            <p:nvPr/>
          </p:nvSpPr>
          <p:spPr>
            <a:xfrm>
              <a:off x="1199907" y="4462391"/>
              <a:ext cx="43878" cy="19395"/>
            </a:xfrm>
            <a:custGeom>
              <a:avLst/>
              <a:gdLst/>
              <a:ahLst/>
              <a:cxnLst/>
              <a:rect l="0" t="0" r="0" b="0"/>
              <a:pathLst>
                <a:path w="43878" h="19395">
                  <a:moveTo>
                    <a:pt x="0" y="0"/>
                  </a:moveTo>
                  <a:lnTo>
                    <a:pt x="43878" y="19395"/>
                  </a:lnTo>
                </a:path>
              </a:pathLst>
            </a:custGeom>
            <a:noFill/>
            <a:ln w="20003">
              <a:solidFill>
                <a:srgbClr val="9EAEB9"/>
              </a:solidFill>
            </a:ln>
          </p:spPr>
        </p:sp>
        <p:sp>
          <p:nvSpPr>
            <p:cNvPr id="1728" name="Input_receptor__1727">
              <a:extLst>
                <a:ext uri="{FF2B5EF4-FFF2-40B4-BE49-F238E27FC236}">
                  <a16:creationId xmlns:a16="http://schemas.microsoft.com/office/drawing/2014/main" id="{90912605-0DD7-4C3A-4968-726C3D353C14}"/>
                </a:ext>
              </a:extLst>
            </p:cNvPr>
            <p:cNvSpPr>
              <a:spLocks noGrp="1"/>
            </p:cNvSpPr>
            <p:nvPr/>
          </p:nvSpPr>
          <p:spPr>
            <a:xfrm>
              <a:off x="1334958" y="4225447"/>
              <a:ext cx="33684" cy="30068"/>
            </a:xfrm>
            <a:custGeom>
              <a:avLst/>
              <a:gdLst/>
              <a:ahLst/>
              <a:cxnLst/>
              <a:rect l="0" t="0" r="0" b="0"/>
              <a:pathLst>
                <a:path w="33684" h="30068">
                  <a:moveTo>
                    <a:pt x="33684" y="30068"/>
                  </a:moveTo>
                  <a:lnTo>
                    <a:pt x="0" y="0"/>
                  </a:lnTo>
                </a:path>
              </a:pathLst>
            </a:custGeom>
            <a:noFill/>
            <a:ln w="8096">
              <a:solidFill>
                <a:srgbClr val="9EAEB9"/>
              </a:solidFill>
            </a:ln>
          </p:spPr>
        </p:sp>
        <p:sp>
          <p:nvSpPr>
            <p:cNvPr id="1729" name="Input_receptor__1728">
              <a:extLst>
                <a:ext uri="{FF2B5EF4-FFF2-40B4-BE49-F238E27FC236}">
                  <a16:creationId xmlns:a16="http://schemas.microsoft.com/office/drawing/2014/main" id="{89F940F1-ED70-338B-A0EB-AFB5273A9B2B}"/>
                </a:ext>
              </a:extLst>
            </p:cNvPr>
            <p:cNvSpPr>
              <a:spLocks noGrp="1"/>
            </p:cNvSpPr>
            <p:nvPr/>
          </p:nvSpPr>
          <p:spPr>
            <a:xfrm>
              <a:off x="980158" y="4622721"/>
              <a:ext cx="39920" cy="20151"/>
            </a:xfrm>
            <a:custGeom>
              <a:avLst/>
              <a:gdLst/>
              <a:ahLst/>
              <a:cxnLst/>
              <a:rect l="0" t="0" r="0" b="0"/>
              <a:pathLst>
                <a:path w="39920" h="20151">
                  <a:moveTo>
                    <a:pt x="0" y="0"/>
                  </a:moveTo>
                  <a:lnTo>
                    <a:pt x="39920" y="20151"/>
                  </a:lnTo>
                </a:path>
              </a:pathLst>
            </a:custGeom>
            <a:noFill/>
            <a:ln w="20003">
              <a:solidFill>
                <a:srgbClr val="9EAEB9"/>
              </a:solidFill>
            </a:ln>
          </p:spPr>
        </p:sp>
        <p:sp>
          <p:nvSpPr>
            <p:cNvPr id="1730" name="Input_receptor__1729">
              <a:extLst>
                <a:ext uri="{FF2B5EF4-FFF2-40B4-BE49-F238E27FC236}">
                  <a16:creationId xmlns:a16="http://schemas.microsoft.com/office/drawing/2014/main" id="{6CB15C46-889F-E8FC-0863-31D8D4A54737}"/>
                </a:ext>
              </a:extLst>
            </p:cNvPr>
            <p:cNvSpPr>
              <a:spLocks noGrp="1"/>
            </p:cNvSpPr>
            <p:nvPr/>
          </p:nvSpPr>
          <p:spPr>
            <a:xfrm>
              <a:off x="675536" y="4470840"/>
              <a:ext cx="9140" cy="33591"/>
            </a:xfrm>
            <a:custGeom>
              <a:avLst/>
              <a:gdLst/>
              <a:ahLst/>
              <a:cxnLst/>
              <a:rect l="0" t="0" r="0" b="0"/>
              <a:pathLst>
                <a:path w="9140" h="33591">
                  <a:moveTo>
                    <a:pt x="9140" y="0"/>
                  </a:moveTo>
                  <a:lnTo>
                    <a:pt x="0" y="33591"/>
                  </a:lnTo>
                </a:path>
              </a:pathLst>
            </a:custGeom>
            <a:noFill/>
            <a:ln w="8096">
              <a:solidFill>
                <a:srgbClr val="9EAEB9"/>
              </a:solidFill>
            </a:ln>
          </p:spPr>
        </p:sp>
        <p:sp>
          <p:nvSpPr>
            <p:cNvPr id="1731" name="Input_receptor__1730">
              <a:extLst>
                <a:ext uri="{FF2B5EF4-FFF2-40B4-BE49-F238E27FC236}">
                  <a16:creationId xmlns:a16="http://schemas.microsoft.com/office/drawing/2014/main" id="{1A7B0D41-1B23-8B7F-F92C-ADEDCD76148A}"/>
                </a:ext>
              </a:extLst>
            </p:cNvPr>
            <p:cNvSpPr>
              <a:spLocks noGrp="1"/>
            </p:cNvSpPr>
            <p:nvPr/>
          </p:nvSpPr>
          <p:spPr>
            <a:xfrm>
              <a:off x="651576" y="4564522"/>
              <a:ext cx="6542" cy="45659"/>
            </a:xfrm>
            <a:custGeom>
              <a:avLst/>
              <a:gdLst/>
              <a:ahLst/>
              <a:cxnLst/>
              <a:rect l="0" t="0" r="0" b="0"/>
              <a:pathLst>
                <a:path w="6542" h="45659">
                  <a:moveTo>
                    <a:pt x="0" y="0"/>
                  </a:moveTo>
                  <a:lnTo>
                    <a:pt x="6542" y="45659"/>
                  </a:lnTo>
                </a:path>
              </a:pathLst>
            </a:custGeom>
            <a:noFill/>
            <a:ln w="8096">
              <a:solidFill>
                <a:srgbClr val="9EAEB9"/>
              </a:solidFill>
            </a:ln>
          </p:spPr>
        </p:sp>
        <p:sp>
          <p:nvSpPr>
            <p:cNvPr id="1732" name="Input_receptor__1731">
              <a:extLst>
                <a:ext uri="{FF2B5EF4-FFF2-40B4-BE49-F238E27FC236}">
                  <a16:creationId xmlns:a16="http://schemas.microsoft.com/office/drawing/2014/main" id="{BDB22E4A-ADEB-A277-2696-DDB628290A01}"/>
                </a:ext>
              </a:extLst>
            </p:cNvPr>
            <p:cNvSpPr>
              <a:spLocks noGrp="1"/>
            </p:cNvSpPr>
            <p:nvPr/>
          </p:nvSpPr>
          <p:spPr>
            <a:xfrm>
              <a:off x="991385" y="4526276"/>
              <a:ext cx="36226" cy="17816"/>
            </a:xfrm>
            <a:custGeom>
              <a:avLst/>
              <a:gdLst/>
              <a:ahLst/>
              <a:cxnLst/>
              <a:rect l="0" t="0" r="0" b="0"/>
              <a:pathLst>
                <a:path w="36226" h="17816">
                  <a:moveTo>
                    <a:pt x="36226" y="0"/>
                  </a:moveTo>
                  <a:lnTo>
                    <a:pt x="0" y="17816"/>
                  </a:lnTo>
                </a:path>
              </a:pathLst>
            </a:custGeom>
            <a:noFill/>
            <a:ln w="8096">
              <a:solidFill>
                <a:srgbClr val="9EAEB9"/>
              </a:solidFill>
            </a:ln>
          </p:spPr>
        </p:sp>
        <p:sp>
          <p:nvSpPr>
            <p:cNvPr id="1733" name="Input_receptor__1732">
              <a:extLst>
                <a:ext uri="{FF2B5EF4-FFF2-40B4-BE49-F238E27FC236}">
                  <a16:creationId xmlns:a16="http://schemas.microsoft.com/office/drawing/2014/main" id="{9EA4A1FC-5FB2-79AD-34D1-6690FEDEB763}"/>
                </a:ext>
              </a:extLst>
            </p:cNvPr>
            <p:cNvSpPr>
              <a:spLocks noGrp="1"/>
            </p:cNvSpPr>
            <p:nvPr/>
          </p:nvSpPr>
          <p:spPr>
            <a:xfrm>
              <a:off x="813725" y="4456202"/>
              <a:ext cx="31408" cy="9260"/>
            </a:xfrm>
            <a:custGeom>
              <a:avLst/>
              <a:gdLst/>
              <a:ahLst/>
              <a:cxnLst/>
              <a:rect l="0" t="0" r="0" b="0"/>
              <a:pathLst>
                <a:path w="31408" h="9260">
                  <a:moveTo>
                    <a:pt x="0" y="0"/>
                  </a:moveTo>
                  <a:lnTo>
                    <a:pt x="31408" y="9260"/>
                  </a:lnTo>
                </a:path>
              </a:pathLst>
            </a:custGeom>
            <a:noFill/>
            <a:ln w="8096">
              <a:solidFill>
                <a:srgbClr val="9EAEB9"/>
              </a:solidFill>
            </a:ln>
          </p:spPr>
        </p:sp>
        <p:sp>
          <p:nvSpPr>
            <p:cNvPr id="1734" name="Input_receptor__1733">
              <a:extLst>
                <a:ext uri="{FF2B5EF4-FFF2-40B4-BE49-F238E27FC236}">
                  <a16:creationId xmlns:a16="http://schemas.microsoft.com/office/drawing/2014/main" id="{E8D68DCE-BD12-5F11-A52E-361BA720B45C}"/>
                </a:ext>
              </a:extLst>
            </p:cNvPr>
            <p:cNvSpPr>
              <a:spLocks noGrp="1"/>
            </p:cNvSpPr>
            <p:nvPr/>
          </p:nvSpPr>
          <p:spPr>
            <a:xfrm>
              <a:off x="654920" y="4744939"/>
              <a:ext cx="39956" cy="2550"/>
            </a:xfrm>
            <a:custGeom>
              <a:avLst/>
              <a:gdLst/>
              <a:ahLst/>
              <a:cxnLst/>
              <a:rect l="0" t="0" r="0" b="0"/>
              <a:pathLst>
                <a:path w="39956" h="2550">
                  <a:moveTo>
                    <a:pt x="0" y="0"/>
                  </a:moveTo>
                  <a:lnTo>
                    <a:pt x="39956" y="2550"/>
                  </a:lnTo>
                </a:path>
              </a:pathLst>
            </a:custGeom>
            <a:noFill/>
            <a:ln w="8096">
              <a:solidFill>
                <a:srgbClr val="9EAEB9"/>
              </a:solidFill>
            </a:ln>
          </p:spPr>
        </p:sp>
        <p:sp>
          <p:nvSpPr>
            <p:cNvPr id="1735" name="Input_receptor__1734">
              <a:extLst>
                <a:ext uri="{FF2B5EF4-FFF2-40B4-BE49-F238E27FC236}">
                  <a16:creationId xmlns:a16="http://schemas.microsoft.com/office/drawing/2014/main" id="{5A6CB25E-A17C-6E78-ECAA-5888E207F029}"/>
                </a:ext>
              </a:extLst>
            </p:cNvPr>
            <p:cNvSpPr>
              <a:spLocks noGrp="1"/>
            </p:cNvSpPr>
            <p:nvPr/>
          </p:nvSpPr>
          <p:spPr>
            <a:xfrm>
              <a:off x="920229" y="4836630"/>
              <a:ext cx="2956" cy="6570"/>
            </a:xfrm>
            <a:custGeom>
              <a:avLst/>
              <a:gdLst/>
              <a:ahLst/>
              <a:cxnLst/>
              <a:rect l="0" t="0" r="0" b="0"/>
              <a:pathLst>
                <a:path w="2956" h="6570">
                  <a:moveTo>
                    <a:pt x="0" y="0"/>
                  </a:moveTo>
                  <a:lnTo>
                    <a:pt x="2956" y="6570"/>
                  </a:lnTo>
                </a:path>
              </a:pathLst>
            </a:custGeom>
            <a:noFill/>
            <a:ln w="20003">
              <a:solidFill>
                <a:srgbClr val="9FAEB9"/>
              </a:solidFill>
            </a:ln>
          </p:spPr>
        </p:sp>
        <p:sp>
          <p:nvSpPr>
            <p:cNvPr id="1736" name="Input_receptor__1735">
              <a:extLst>
                <a:ext uri="{FF2B5EF4-FFF2-40B4-BE49-F238E27FC236}">
                  <a16:creationId xmlns:a16="http://schemas.microsoft.com/office/drawing/2014/main" id="{5E57EFA2-F8AB-FB4B-F37E-F01DC34CCF18}"/>
                </a:ext>
              </a:extLst>
            </p:cNvPr>
            <p:cNvSpPr>
              <a:spLocks noGrp="1"/>
            </p:cNvSpPr>
            <p:nvPr/>
          </p:nvSpPr>
          <p:spPr>
            <a:xfrm>
              <a:off x="1149023" y="4800206"/>
              <a:ext cx="29957" cy="31275"/>
            </a:xfrm>
            <a:custGeom>
              <a:avLst/>
              <a:gdLst/>
              <a:ahLst/>
              <a:cxnLst/>
              <a:rect l="0" t="0" r="0" b="0"/>
              <a:pathLst>
                <a:path w="29957" h="31275">
                  <a:moveTo>
                    <a:pt x="29957" y="31275"/>
                  </a:moveTo>
                  <a:lnTo>
                    <a:pt x="0" y="0"/>
                  </a:lnTo>
                </a:path>
              </a:pathLst>
            </a:custGeom>
            <a:noFill/>
            <a:ln w="20003">
              <a:solidFill>
                <a:srgbClr val="9FAEB9"/>
              </a:solidFill>
            </a:ln>
          </p:spPr>
        </p:sp>
        <p:sp>
          <p:nvSpPr>
            <p:cNvPr id="1737" name="Input_receptor__1736">
              <a:extLst>
                <a:ext uri="{FF2B5EF4-FFF2-40B4-BE49-F238E27FC236}">
                  <a16:creationId xmlns:a16="http://schemas.microsoft.com/office/drawing/2014/main" id="{2183DECF-EE0C-C2DF-DF30-5870493D9ABB}"/>
                </a:ext>
              </a:extLst>
            </p:cNvPr>
            <p:cNvSpPr>
              <a:spLocks noGrp="1"/>
            </p:cNvSpPr>
            <p:nvPr/>
          </p:nvSpPr>
          <p:spPr>
            <a:xfrm>
              <a:off x="1445461" y="4410431"/>
              <a:ext cx="31271" cy="19256"/>
            </a:xfrm>
            <a:custGeom>
              <a:avLst/>
              <a:gdLst/>
              <a:ahLst/>
              <a:cxnLst/>
              <a:rect l="0" t="0" r="0" b="0"/>
              <a:pathLst>
                <a:path w="31271" h="19256">
                  <a:moveTo>
                    <a:pt x="0" y="0"/>
                  </a:moveTo>
                  <a:lnTo>
                    <a:pt x="31271" y="19256"/>
                  </a:lnTo>
                </a:path>
              </a:pathLst>
            </a:custGeom>
            <a:noFill/>
            <a:ln w="20003">
              <a:solidFill>
                <a:srgbClr val="9FAEB9"/>
              </a:solidFill>
            </a:ln>
          </p:spPr>
        </p:sp>
        <p:sp>
          <p:nvSpPr>
            <p:cNvPr id="1738" name="Input_receptor__1737">
              <a:extLst>
                <a:ext uri="{FF2B5EF4-FFF2-40B4-BE49-F238E27FC236}">
                  <a16:creationId xmlns:a16="http://schemas.microsoft.com/office/drawing/2014/main" id="{B6EDBD77-6CDC-6A30-FAB6-20B8622D6811}"/>
                </a:ext>
              </a:extLst>
            </p:cNvPr>
            <p:cNvSpPr>
              <a:spLocks noGrp="1"/>
            </p:cNvSpPr>
            <p:nvPr/>
          </p:nvSpPr>
          <p:spPr>
            <a:xfrm>
              <a:off x="610076" y="4500542"/>
              <a:ext cx="17267" cy="39418"/>
            </a:xfrm>
            <a:custGeom>
              <a:avLst/>
              <a:gdLst/>
              <a:ahLst/>
              <a:cxnLst/>
              <a:rect l="0" t="0" r="0" b="0"/>
              <a:pathLst>
                <a:path w="17267" h="39418">
                  <a:moveTo>
                    <a:pt x="17267" y="0"/>
                  </a:moveTo>
                  <a:lnTo>
                    <a:pt x="0" y="39418"/>
                  </a:lnTo>
                </a:path>
              </a:pathLst>
            </a:custGeom>
            <a:noFill/>
            <a:ln w="8096">
              <a:solidFill>
                <a:srgbClr val="9FAEB9"/>
              </a:solidFill>
            </a:ln>
          </p:spPr>
        </p:sp>
        <p:sp>
          <p:nvSpPr>
            <p:cNvPr id="1739" name="Input_receptor__1738">
              <a:extLst>
                <a:ext uri="{FF2B5EF4-FFF2-40B4-BE49-F238E27FC236}">
                  <a16:creationId xmlns:a16="http://schemas.microsoft.com/office/drawing/2014/main" id="{17B8FD60-5F5C-3411-C862-1B64FD73F113}"/>
                </a:ext>
              </a:extLst>
            </p:cNvPr>
            <p:cNvSpPr>
              <a:spLocks noGrp="1"/>
            </p:cNvSpPr>
            <p:nvPr/>
          </p:nvSpPr>
          <p:spPr>
            <a:xfrm>
              <a:off x="1476733" y="4429687"/>
              <a:ext cx="15210" cy="35997"/>
            </a:xfrm>
            <a:custGeom>
              <a:avLst/>
              <a:gdLst/>
              <a:ahLst/>
              <a:cxnLst/>
              <a:rect l="0" t="0" r="0" b="0"/>
              <a:pathLst>
                <a:path w="15210" h="35997">
                  <a:moveTo>
                    <a:pt x="0" y="0"/>
                  </a:moveTo>
                  <a:lnTo>
                    <a:pt x="15210" y="35997"/>
                  </a:lnTo>
                </a:path>
              </a:pathLst>
            </a:custGeom>
            <a:noFill/>
            <a:ln w="20003">
              <a:solidFill>
                <a:srgbClr val="9FAEB9"/>
              </a:solidFill>
            </a:ln>
          </p:spPr>
        </p:sp>
        <p:sp>
          <p:nvSpPr>
            <p:cNvPr id="1740" name="Input_receptor__1739">
              <a:extLst>
                <a:ext uri="{FF2B5EF4-FFF2-40B4-BE49-F238E27FC236}">
                  <a16:creationId xmlns:a16="http://schemas.microsoft.com/office/drawing/2014/main" id="{82128D86-CD6E-CC89-01CF-137E1B077122}"/>
                </a:ext>
              </a:extLst>
            </p:cNvPr>
            <p:cNvSpPr>
              <a:spLocks noGrp="1"/>
            </p:cNvSpPr>
            <p:nvPr/>
          </p:nvSpPr>
          <p:spPr>
            <a:xfrm>
              <a:off x="1555359" y="4328959"/>
              <a:ext cx="48118" cy="1371"/>
            </a:xfrm>
            <a:custGeom>
              <a:avLst/>
              <a:gdLst/>
              <a:ahLst/>
              <a:cxnLst/>
              <a:rect l="0" t="0" r="0" b="0"/>
              <a:pathLst>
                <a:path w="48118" h="1371">
                  <a:moveTo>
                    <a:pt x="48118" y="1371"/>
                  </a:moveTo>
                  <a:lnTo>
                    <a:pt x="0" y="0"/>
                  </a:lnTo>
                </a:path>
              </a:pathLst>
            </a:custGeom>
            <a:noFill/>
            <a:ln w="20003">
              <a:solidFill>
                <a:srgbClr val="9FAEB9"/>
              </a:solidFill>
            </a:ln>
          </p:spPr>
        </p:sp>
        <p:sp>
          <p:nvSpPr>
            <p:cNvPr id="1741" name="Input_receptor__1740">
              <a:extLst>
                <a:ext uri="{FF2B5EF4-FFF2-40B4-BE49-F238E27FC236}">
                  <a16:creationId xmlns:a16="http://schemas.microsoft.com/office/drawing/2014/main" id="{829DB3CE-E93C-4DC8-533C-5F71A43739F1}"/>
                </a:ext>
              </a:extLst>
            </p:cNvPr>
            <p:cNvSpPr>
              <a:spLocks noGrp="1"/>
            </p:cNvSpPr>
            <p:nvPr/>
          </p:nvSpPr>
          <p:spPr>
            <a:xfrm>
              <a:off x="658118" y="4610181"/>
              <a:ext cx="48378" cy="1228"/>
            </a:xfrm>
            <a:custGeom>
              <a:avLst/>
              <a:gdLst/>
              <a:ahLst/>
              <a:cxnLst/>
              <a:rect l="0" t="0" r="0" b="0"/>
              <a:pathLst>
                <a:path w="48378" h="1228">
                  <a:moveTo>
                    <a:pt x="0" y="0"/>
                  </a:moveTo>
                  <a:lnTo>
                    <a:pt x="48378" y="1228"/>
                  </a:lnTo>
                </a:path>
              </a:pathLst>
            </a:custGeom>
            <a:noFill/>
            <a:ln w="20003">
              <a:solidFill>
                <a:srgbClr val="9FAEB9"/>
              </a:solidFill>
            </a:ln>
          </p:spPr>
        </p:sp>
        <p:sp>
          <p:nvSpPr>
            <p:cNvPr id="1742" name="Input_receptor__1741">
              <a:extLst>
                <a:ext uri="{FF2B5EF4-FFF2-40B4-BE49-F238E27FC236}">
                  <a16:creationId xmlns:a16="http://schemas.microsoft.com/office/drawing/2014/main" id="{EC0194E2-A2A9-EA9B-575F-45FA0D2922E2}"/>
                </a:ext>
              </a:extLst>
            </p:cNvPr>
            <p:cNvSpPr>
              <a:spLocks noGrp="1"/>
            </p:cNvSpPr>
            <p:nvPr/>
          </p:nvSpPr>
          <p:spPr>
            <a:xfrm>
              <a:off x="740589" y="4579381"/>
              <a:ext cx="42890" cy="4743"/>
            </a:xfrm>
            <a:custGeom>
              <a:avLst/>
              <a:gdLst/>
              <a:ahLst/>
              <a:cxnLst/>
              <a:rect l="0" t="0" r="0" b="0"/>
              <a:pathLst>
                <a:path w="42890" h="4743">
                  <a:moveTo>
                    <a:pt x="0" y="0"/>
                  </a:moveTo>
                  <a:lnTo>
                    <a:pt x="42890" y="4743"/>
                  </a:lnTo>
                </a:path>
              </a:pathLst>
            </a:custGeom>
            <a:noFill/>
            <a:ln w="20003">
              <a:solidFill>
                <a:srgbClr val="9FAEB9"/>
              </a:solidFill>
            </a:ln>
          </p:spPr>
        </p:sp>
        <p:sp>
          <p:nvSpPr>
            <p:cNvPr id="1743" name="Input_receptor__1742">
              <a:extLst>
                <a:ext uri="{FF2B5EF4-FFF2-40B4-BE49-F238E27FC236}">
                  <a16:creationId xmlns:a16="http://schemas.microsoft.com/office/drawing/2014/main" id="{CD7966CD-BB9F-96CC-8714-73A89701EB09}"/>
                </a:ext>
              </a:extLst>
            </p:cNvPr>
            <p:cNvSpPr>
              <a:spLocks noGrp="1"/>
            </p:cNvSpPr>
            <p:nvPr/>
          </p:nvSpPr>
          <p:spPr>
            <a:xfrm>
              <a:off x="1368643" y="4255515"/>
              <a:ext cx="33077" cy="11706"/>
            </a:xfrm>
            <a:custGeom>
              <a:avLst/>
              <a:gdLst/>
              <a:ahLst/>
              <a:cxnLst/>
              <a:rect l="0" t="0" r="0" b="0"/>
              <a:pathLst>
                <a:path w="33077" h="11706">
                  <a:moveTo>
                    <a:pt x="33077" y="11706"/>
                  </a:moveTo>
                  <a:lnTo>
                    <a:pt x="0" y="0"/>
                  </a:lnTo>
                </a:path>
              </a:pathLst>
            </a:custGeom>
            <a:noFill/>
            <a:ln w="8096">
              <a:solidFill>
                <a:srgbClr val="9FAEB9"/>
              </a:solidFill>
            </a:ln>
          </p:spPr>
        </p:sp>
        <p:sp>
          <p:nvSpPr>
            <p:cNvPr id="1744" name="Input_receptor__1743">
              <a:extLst>
                <a:ext uri="{FF2B5EF4-FFF2-40B4-BE49-F238E27FC236}">
                  <a16:creationId xmlns:a16="http://schemas.microsoft.com/office/drawing/2014/main" id="{A36855AD-5AFC-B7E3-6D7C-B7A7EC9D49EE}"/>
                </a:ext>
              </a:extLst>
            </p:cNvPr>
            <p:cNvSpPr>
              <a:spLocks noGrp="1"/>
            </p:cNvSpPr>
            <p:nvPr/>
          </p:nvSpPr>
          <p:spPr>
            <a:xfrm>
              <a:off x="1251974" y="4673256"/>
              <a:ext cx="5477" cy="22898"/>
            </a:xfrm>
            <a:custGeom>
              <a:avLst/>
              <a:gdLst/>
              <a:ahLst/>
              <a:cxnLst/>
              <a:rect l="0" t="0" r="0" b="0"/>
              <a:pathLst>
                <a:path w="5477" h="22898">
                  <a:moveTo>
                    <a:pt x="0" y="0"/>
                  </a:moveTo>
                  <a:lnTo>
                    <a:pt x="5477" y="22898"/>
                  </a:lnTo>
                </a:path>
              </a:pathLst>
            </a:custGeom>
            <a:noFill/>
            <a:ln w="20003">
              <a:solidFill>
                <a:srgbClr val="9FAEB9"/>
              </a:solidFill>
            </a:ln>
          </p:spPr>
        </p:sp>
        <p:sp>
          <p:nvSpPr>
            <p:cNvPr id="1745" name="Input_receptor__1744">
              <a:extLst>
                <a:ext uri="{FF2B5EF4-FFF2-40B4-BE49-F238E27FC236}">
                  <a16:creationId xmlns:a16="http://schemas.microsoft.com/office/drawing/2014/main" id="{D3EDF4B8-E4DF-DA49-EACD-A58F4E3F134C}"/>
                </a:ext>
              </a:extLst>
            </p:cNvPr>
            <p:cNvSpPr>
              <a:spLocks noGrp="1"/>
            </p:cNvSpPr>
            <p:nvPr/>
          </p:nvSpPr>
          <p:spPr>
            <a:xfrm>
              <a:off x="783480" y="4556572"/>
              <a:ext cx="32083" cy="27551"/>
            </a:xfrm>
            <a:custGeom>
              <a:avLst/>
              <a:gdLst/>
              <a:ahLst/>
              <a:cxnLst/>
              <a:rect l="0" t="0" r="0" b="0"/>
              <a:pathLst>
                <a:path w="32083" h="27551">
                  <a:moveTo>
                    <a:pt x="0" y="27551"/>
                  </a:moveTo>
                  <a:lnTo>
                    <a:pt x="32083" y="0"/>
                  </a:lnTo>
                </a:path>
              </a:pathLst>
            </a:custGeom>
            <a:noFill/>
            <a:ln w="8096">
              <a:solidFill>
                <a:srgbClr val="9FAEB9"/>
              </a:solidFill>
            </a:ln>
          </p:spPr>
        </p:sp>
        <p:sp>
          <p:nvSpPr>
            <p:cNvPr id="1746" name="Input_receptor__1745">
              <a:extLst>
                <a:ext uri="{FF2B5EF4-FFF2-40B4-BE49-F238E27FC236}">
                  <a16:creationId xmlns:a16="http://schemas.microsoft.com/office/drawing/2014/main" id="{07AFC1A2-20CF-10ED-05AA-5D492D652527}"/>
                </a:ext>
              </a:extLst>
            </p:cNvPr>
            <p:cNvSpPr>
              <a:spLocks noGrp="1"/>
            </p:cNvSpPr>
            <p:nvPr/>
          </p:nvSpPr>
          <p:spPr>
            <a:xfrm>
              <a:off x="1510606" y="4663265"/>
              <a:ext cx="3148" cy="45176"/>
            </a:xfrm>
            <a:custGeom>
              <a:avLst/>
              <a:gdLst/>
              <a:ahLst/>
              <a:cxnLst/>
              <a:rect l="0" t="0" r="0" b="0"/>
              <a:pathLst>
                <a:path w="3148" h="45176">
                  <a:moveTo>
                    <a:pt x="3148" y="45176"/>
                  </a:moveTo>
                  <a:lnTo>
                    <a:pt x="0" y="0"/>
                  </a:lnTo>
                </a:path>
              </a:pathLst>
            </a:custGeom>
            <a:noFill/>
            <a:ln w="20003">
              <a:solidFill>
                <a:srgbClr val="9FAEB9"/>
              </a:solidFill>
            </a:ln>
          </p:spPr>
        </p:sp>
        <p:sp>
          <p:nvSpPr>
            <p:cNvPr id="1747" name="Input_receptor__1746">
              <a:extLst>
                <a:ext uri="{FF2B5EF4-FFF2-40B4-BE49-F238E27FC236}">
                  <a16:creationId xmlns:a16="http://schemas.microsoft.com/office/drawing/2014/main" id="{3FDC6319-FD7E-D392-FE69-3A0344A912C7}"/>
                </a:ext>
              </a:extLst>
            </p:cNvPr>
            <p:cNvSpPr>
              <a:spLocks noGrp="1"/>
            </p:cNvSpPr>
            <p:nvPr/>
          </p:nvSpPr>
          <p:spPr>
            <a:xfrm>
              <a:off x="1465220" y="4654401"/>
              <a:ext cx="45387" cy="8865"/>
            </a:xfrm>
            <a:custGeom>
              <a:avLst/>
              <a:gdLst/>
              <a:ahLst/>
              <a:cxnLst/>
              <a:rect l="0" t="0" r="0" b="0"/>
              <a:pathLst>
                <a:path w="45387" h="8865">
                  <a:moveTo>
                    <a:pt x="45387" y="8865"/>
                  </a:moveTo>
                  <a:lnTo>
                    <a:pt x="0" y="0"/>
                  </a:lnTo>
                </a:path>
              </a:pathLst>
            </a:custGeom>
            <a:noFill/>
            <a:ln w="20003">
              <a:solidFill>
                <a:srgbClr val="9FAEB9"/>
              </a:solidFill>
            </a:ln>
          </p:spPr>
        </p:sp>
        <p:sp>
          <p:nvSpPr>
            <p:cNvPr id="1748" name="Input_receptor__1747">
              <a:extLst>
                <a:ext uri="{FF2B5EF4-FFF2-40B4-BE49-F238E27FC236}">
                  <a16:creationId xmlns:a16="http://schemas.microsoft.com/office/drawing/2014/main" id="{10CEC577-9DA7-0318-D79C-2F145D184834}"/>
                </a:ext>
              </a:extLst>
            </p:cNvPr>
            <p:cNvSpPr>
              <a:spLocks noGrp="1"/>
            </p:cNvSpPr>
            <p:nvPr/>
          </p:nvSpPr>
          <p:spPr>
            <a:xfrm>
              <a:off x="1118882" y="4675808"/>
              <a:ext cx="1274" cy="28546"/>
            </a:xfrm>
            <a:custGeom>
              <a:avLst/>
              <a:gdLst/>
              <a:ahLst/>
              <a:cxnLst/>
              <a:rect l="0" t="0" r="0" b="0"/>
              <a:pathLst>
                <a:path w="1274" h="28546">
                  <a:moveTo>
                    <a:pt x="0" y="0"/>
                  </a:moveTo>
                  <a:lnTo>
                    <a:pt x="1274" y="28546"/>
                  </a:lnTo>
                </a:path>
              </a:pathLst>
            </a:custGeom>
            <a:noFill/>
            <a:ln w="20003">
              <a:solidFill>
                <a:srgbClr val="9FAEB9"/>
              </a:solidFill>
            </a:ln>
          </p:spPr>
        </p:sp>
        <p:sp>
          <p:nvSpPr>
            <p:cNvPr id="1749" name="Input_receptor__1748">
              <a:extLst>
                <a:ext uri="{FF2B5EF4-FFF2-40B4-BE49-F238E27FC236}">
                  <a16:creationId xmlns:a16="http://schemas.microsoft.com/office/drawing/2014/main" id="{2797766F-A969-21EE-0299-2FEA0D952A7B}"/>
                </a:ext>
              </a:extLst>
            </p:cNvPr>
            <p:cNvSpPr>
              <a:spLocks noGrp="1"/>
            </p:cNvSpPr>
            <p:nvPr/>
          </p:nvSpPr>
          <p:spPr>
            <a:xfrm>
              <a:off x="706496" y="4579381"/>
              <a:ext cx="34094" cy="32029"/>
            </a:xfrm>
            <a:custGeom>
              <a:avLst/>
              <a:gdLst/>
              <a:ahLst/>
              <a:cxnLst/>
              <a:rect l="0" t="0" r="0" b="0"/>
              <a:pathLst>
                <a:path w="34094" h="32029">
                  <a:moveTo>
                    <a:pt x="0" y="32029"/>
                  </a:moveTo>
                  <a:lnTo>
                    <a:pt x="34094" y="0"/>
                  </a:lnTo>
                </a:path>
              </a:pathLst>
            </a:custGeom>
            <a:noFill/>
            <a:ln w="20003">
              <a:solidFill>
                <a:srgbClr val="9FAEBA"/>
              </a:solidFill>
            </a:ln>
          </p:spPr>
        </p:sp>
        <p:sp>
          <p:nvSpPr>
            <p:cNvPr id="1750" name="Input_receptor__1749">
              <a:extLst>
                <a:ext uri="{FF2B5EF4-FFF2-40B4-BE49-F238E27FC236}">
                  <a16:creationId xmlns:a16="http://schemas.microsoft.com/office/drawing/2014/main" id="{934110C9-606F-6462-EB4A-AE1ACE0FB1A2}"/>
                </a:ext>
              </a:extLst>
            </p:cNvPr>
            <p:cNvSpPr>
              <a:spLocks noGrp="1"/>
            </p:cNvSpPr>
            <p:nvPr/>
          </p:nvSpPr>
          <p:spPr>
            <a:xfrm>
              <a:off x="1251379" y="4614685"/>
              <a:ext cx="46717" cy="4724"/>
            </a:xfrm>
            <a:custGeom>
              <a:avLst/>
              <a:gdLst/>
              <a:ahLst/>
              <a:cxnLst/>
              <a:rect l="0" t="0" r="0" b="0"/>
              <a:pathLst>
                <a:path w="46717" h="4724">
                  <a:moveTo>
                    <a:pt x="46717" y="0"/>
                  </a:moveTo>
                  <a:lnTo>
                    <a:pt x="0" y="4724"/>
                  </a:lnTo>
                </a:path>
              </a:pathLst>
            </a:custGeom>
            <a:noFill/>
            <a:ln w="20003">
              <a:solidFill>
                <a:srgbClr val="9FAEBA"/>
              </a:solidFill>
            </a:ln>
          </p:spPr>
        </p:sp>
        <p:sp>
          <p:nvSpPr>
            <p:cNvPr id="1751" name="Input_receptor__1750">
              <a:extLst>
                <a:ext uri="{FF2B5EF4-FFF2-40B4-BE49-F238E27FC236}">
                  <a16:creationId xmlns:a16="http://schemas.microsoft.com/office/drawing/2014/main" id="{62B043A9-9924-BF3A-01F7-D6F6FF291AF6}"/>
                </a:ext>
              </a:extLst>
            </p:cNvPr>
            <p:cNvSpPr>
              <a:spLocks noGrp="1"/>
            </p:cNvSpPr>
            <p:nvPr/>
          </p:nvSpPr>
          <p:spPr>
            <a:xfrm>
              <a:off x="1401719" y="4256047"/>
              <a:ext cx="41214" cy="11174"/>
            </a:xfrm>
            <a:custGeom>
              <a:avLst/>
              <a:gdLst/>
              <a:ahLst/>
              <a:cxnLst/>
              <a:rect l="0" t="0" r="0" b="0"/>
              <a:pathLst>
                <a:path w="41214" h="11174">
                  <a:moveTo>
                    <a:pt x="41214" y="0"/>
                  </a:moveTo>
                  <a:lnTo>
                    <a:pt x="0" y="11174"/>
                  </a:lnTo>
                </a:path>
              </a:pathLst>
            </a:custGeom>
            <a:noFill/>
            <a:ln w="8096">
              <a:solidFill>
                <a:srgbClr val="9FAEBA"/>
              </a:solidFill>
            </a:ln>
          </p:spPr>
        </p:sp>
        <p:sp>
          <p:nvSpPr>
            <p:cNvPr id="1752" name="Input_receptor__1751">
              <a:extLst>
                <a:ext uri="{FF2B5EF4-FFF2-40B4-BE49-F238E27FC236}">
                  <a16:creationId xmlns:a16="http://schemas.microsoft.com/office/drawing/2014/main" id="{0610D2F4-F10F-9EB6-1122-47245A3810DD}"/>
                </a:ext>
              </a:extLst>
            </p:cNvPr>
            <p:cNvSpPr>
              <a:spLocks noGrp="1"/>
            </p:cNvSpPr>
            <p:nvPr/>
          </p:nvSpPr>
          <p:spPr>
            <a:xfrm>
              <a:off x="956092" y="4672933"/>
              <a:ext cx="28113" cy="21070"/>
            </a:xfrm>
            <a:custGeom>
              <a:avLst/>
              <a:gdLst/>
              <a:ahLst/>
              <a:cxnLst/>
              <a:rect l="0" t="0" r="0" b="0"/>
              <a:pathLst>
                <a:path w="28113" h="21070">
                  <a:moveTo>
                    <a:pt x="0" y="0"/>
                  </a:moveTo>
                  <a:lnTo>
                    <a:pt x="28113" y="21070"/>
                  </a:lnTo>
                </a:path>
              </a:pathLst>
            </a:custGeom>
            <a:noFill/>
            <a:ln w="20003">
              <a:solidFill>
                <a:srgbClr val="9FAEBA"/>
              </a:solidFill>
            </a:ln>
          </p:spPr>
        </p:sp>
        <p:sp>
          <p:nvSpPr>
            <p:cNvPr id="1753" name="Input_receptor__1752">
              <a:extLst>
                <a:ext uri="{FF2B5EF4-FFF2-40B4-BE49-F238E27FC236}">
                  <a16:creationId xmlns:a16="http://schemas.microsoft.com/office/drawing/2014/main" id="{29BC4B6C-CEEF-0308-75F2-8205391F0526}"/>
                </a:ext>
              </a:extLst>
            </p:cNvPr>
            <p:cNvSpPr>
              <a:spLocks noGrp="1"/>
            </p:cNvSpPr>
            <p:nvPr/>
          </p:nvSpPr>
          <p:spPr>
            <a:xfrm>
              <a:off x="920635" y="4670591"/>
              <a:ext cx="35457" cy="2342"/>
            </a:xfrm>
            <a:custGeom>
              <a:avLst/>
              <a:gdLst/>
              <a:ahLst/>
              <a:cxnLst/>
              <a:rect l="0" t="0" r="0" b="0"/>
              <a:pathLst>
                <a:path w="35457" h="2342">
                  <a:moveTo>
                    <a:pt x="0" y="0"/>
                  </a:moveTo>
                  <a:lnTo>
                    <a:pt x="35457" y="2342"/>
                  </a:lnTo>
                </a:path>
              </a:pathLst>
            </a:custGeom>
            <a:noFill/>
            <a:ln w="20003">
              <a:solidFill>
                <a:srgbClr val="9FAEBA"/>
              </a:solidFill>
            </a:ln>
          </p:spPr>
        </p:sp>
        <p:sp>
          <p:nvSpPr>
            <p:cNvPr id="1754" name="Input_receptor__1753">
              <a:extLst>
                <a:ext uri="{FF2B5EF4-FFF2-40B4-BE49-F238E27FC236}">
                  <a16:creationId xmlns:a16="http://schemas.microsoft.com/office/drawing/2014/main" id="{661FE689-8FCE-B73E-E76B-D655B904C490}"/>
                </a:ext>
              </a:extLst>
            </p:cNvPr>
            <p:cNvSpPr>
              <a:spLocks noGrp="1"/>
            </p:cNvSpPr>
            <p:nvPr/>
          </p:nvSpPr>
          <p:spPr>
            <a:xfrm>
              <a:off x="1057816" y="4660796"/>
              <a:ext cx="16786" cy="44922"/>
            </a:xfrm>
            <a:custGeom>
              <a:avLst/>
              <a:gdLst/>
              <a:ahLst/>
              <a:cxnLst/>
              <a:rect l="0" t="0" r="0" b="0"/>
              <a:pathLst>
                <a:path w="16786" h="44922">
                  <a:moveTo>
                    <a:pt x="0" y="44922"/>
                  </a:moveTo>
                  <a:lnTo>
                    <a:pt x="16786" y="0"/>
                  </a:lnTo>
                </a:path>
              </a:pathLst>
            </a:custGeom>
            <a:noFill/>
            <a:ln w="20003">
              <a:solidFill>
                <a:srgbClr val="9FAEBA"/>
              </a:solidFill>
            </a:ln>
          </p:spPr>
        </p:sp>
        <p:sp>
          <p:nvSpPr>
            <p:cNvPr id="1755" name="Input_receptor__1754">
              <a:extLst>
                <a:ext uri="{FF2B5EF4-FFF2-40B4-BE49-F238E27FC236}">
                  <a16:creationId xmlns:a16="http://schemas.microsoft.com/office/drawing/2014/main" id="{6BF834E7-4252-49B3-9458-46F7FB5C2A69}"/>
                </a:ext>
              </a:extLst>
            </p:cNvPr>
            <p:cNvSpPr>
              <a:spLocks noGrp="1"/>
            </p:cNvSpPr>
            <p:nvPr/>
          </p:nvSpPr>
          <p:spPr>
            <a:xfrm>
              <a:off x="1580949" y="4181783"/>
              <a:ext cx="34716" cy="14011"/>
            </a:xfrm>
            <a:custGeom>
              <a:avLst/>
              <a:gdLst/>
              <a:ahLst/>
              <a:cxnLst/>
              <a:rect l="0" t="0" r="0" b="0"/>
              <a:pathLst>
                <a:path w="34716" h="14011">
                  <a:moveTo>
                    <a:pt x="0" y="0"/>
                  </a:moveTo>
                  <a:lnTo>
                    <a:pt x="34716" y="14011"/>
                  </a:lnTo>
                </a:path>
              </a:pathLst>
            </a:custGeom>
            <a:noFill/>
            <a:ln w="8096">
              <a:solidFill>
                <a:srgbClr val="A0AEBA"/>
              </a:solidFill>
            </a:ln>
          </p:spPr>
        </p:sp>
        <p:sp>
          <p:nvSpPr>
            <p:cNvPr id="1756" name="Input_receptor__1755">
              <a:extLst>
                <a:ext uri="{FF2B5EF4-FFF2-40B4-BE49-F238E27FC236}">
                  <a16:creationId xmlns:a16="http://schemas.microsoft.com/office/drawing/2014/main" id="{0A4D88DA-9DDD-B238-A8B9-E320C55295BC}"/>
                </a:ext>
              </a:extLst>
            </p:cNvPr>
            <p:cNvSpPr>
              <a:spLocks noGrp="1"/>
            </p:cNvSpPr>
            <p:nvPr/>
          </p:nvSpPr>
          <p:spPr>
            <a:xfrm>
              <a:off x="650876" y="4425692"/>
              <a:ext cx="29189" cy="13452"/>
            </a:xfrm>
            <a:custGeom>
              <a:avLst/>
              <a:gdLst/>
              <a:ahLst/>
              <a:cxnLst/>
              <a:rect l="0" t="0" r="0" b="0"/>
              <a:pathLst>
                <a:path w="29189" h="13452">
                  <a:moveTo>
                    <a:pt x="29189" y="0"/>
                  </a:moveTo>
                  <a:lnTo>
                    <a:pt x="0" y="13452"/>
                  </a:lnTo>
                </a:path>
              </a:pathLst>
            </a:custGeom>
            <a:noFill/>
            <a:ln w="8096">
              <a:solidFill>
                <a:srgbClr val="A0AEBA"/>
              </a:solidFill>
            </a:ln>
          </p:spPr>
        </p:sp>
        <p:sp>
          <p:nvSpPr>
            <p:cNvPr id="1757" name="Input_receptor__1756">
              <a:extLst>
                <a:ext uri="{FF2B5EF4-FFF2-40B4-BE49-F238E27FC236}">
                  <a16:creationId xmlns:a16="http://schemas.microsoft.com/office/drawing/2014/main" id="{F9648B77-26B6-C413-EEC1-F5E48FC0D8A2}"/>
                </a:ext>
              </a:extLst>
            </p:cNvPr>
            <p:cNvSpPr>
              <a:spLocks noGrp="1"/>
            </p:cNvSpPr>
            <p:nvPr/>
          </p:nvSpPr>
          <p:spPr>
            <a:xfrm>
              <a:off x="627343" y="4500542"/>
              <a:ext cx="48193" cy="3890"/>
            </a:xfrm>
            <a:custGeom>
              <a:avLst/>
              <a:gdLst/>
              <a:ahLst/>
              <a:cxnLst/>
              <a:rect l="0" t="0" r="0" b="0"/>
              <a:pathLst>
                <a:path w="48193" h="3890">
                  <a:moveTo>
                    <a:pt x="48193" y="3890"/>
                  </a:moveTo>
                  <a:lnTo>
                    <a:pt x="0" y="0"/>
                  </a:lnTo>
                </a:path>
              </a:pathLst>
            </a:custGeom>
            <a:noFill/>
            <a:ln w="8096">
              <a:solidFill>
                <a:srgbClr val="A0AEBA"/>
              </a:solidFill>
            </a:ln>
          </p:spPr>
        </p:sp>
        <p:sp>
          <p:nvSpPr>
            <p:cNvPr id="1758" name="Input_receptor__1757">
              <a:extLst>
                <a:ext uri="{FF2B5EF4-FFF2-40B4-BE49-F238E27FC236}">
                  <a16:creationId xmlns:a16="http://schemas.microsoft.com/office/drawing/2014/main" id="{150FB51D-BBE9-B0A5-3DBB-24A76BE70476}"/>
                </a:ext>
              </a:extLst>
            </p:cNvPr>
            <p:cNvSpPr>
              <a:spLocks noGrp="1"/>
            </p:cNvSpPr>
            <p:nvPr/>
          </p:nvSpPr>
          <p:spPr>
            <a:xfrm>
              <a:off x="694876" y="4747490"/>
              <a:ext cx="16755" cy="44541"/>
            </a:xfrm>
            <a:custGeom>
              <a:avLst/>
              <a:gdLst/>
              <a:ahLst/>
              <a:cxnLst/>
              <a:rect l="0" t="0" r="0" b="0"/>
              <a:pathLst>
                <a:path w="16755" h="44541">
                  <a:moveTo>
                    <a:pt x="0" y="0"/>
                  </a:moveTo>
                  <a:lnTo>
                    <a:pt x="16755" y="44541"/>
                  </a:lnTo>
                </a:path>
              </a:pathLst>
            </a:custGeom>
            <a:noFill/>
            <a:ln w="8096">
              <a:solidFill>
                <a:srgbClr val="A0AEBA"/>
              </a:solidFill>
            </a:ln>
          </p:spPr>
        </p:sp>
        <p:sp>
          <p:nvSpPr>
            <p:cNvPr id="1759" name="Input_receptor__1758">
              <a:extLst>
                <a:ext uri="{FF2B5EF4-FFF2-40B4-BE49-F238E27FC236}">
                  <a16:creationId xmlns:a16="http://schemas.microsoft.com/office/drawing/2014/main" id="{F13786AC-404C-E9B9-FFB7-75F5B726A99A}"/>
                </a:ext>
              </a:extLst>
            </p:cNvPr>
            <p:cNvSpPr>
              <a:spLocks noGrp="1"/>
            </p:cNvSpPr>
            <p:nvPr/>
          </p:nvSpPr>
          <p:spPr>
            <a:xfrm>
              <a:off x="680065" y="4416265"/>
              <a:ext cx="36769" cy="9427"/>
            </a:xfrm>
            <a:custGeom>
              <a:avLst/>
              <a:gdLst/>
              <a:ahLst/>
              <a:cxnLst/>
              <a:rect l="0" t="0" r="0" b="0"/>
              <a:pathLst>
                <a:path w="36769" h="9427">
                  <a:moveTo>
                    <a:pt x="36769" y="0"/>
                  </a:moveTo>
                  <a:lnTo>
                    <a:pt x="0" y="9427"/>
                  </a:lnTo>
                </a:path>
              </a:pathLst>
            </a:custGeom>
            <a:noFill/>
            <a:ln w="8096">
              <a:solidFill>
                <a:srgbClr val="A0AEBA"/>
              </a:solidFill>
            </a:ln>
          </p:spPr>
        </p:sp>
        <p:sp>
          <p:nvSpPr>
            <p:cNvPr id="1760" name="Input_receptor__1759">
              <a:extLst>
                <a:ext uri="{FF2B5EF4-FFF2-40B4-BE49-F238E27FC236}">
                  <a16:creationId xmlns:a16="http://schemas.microsoft.com/office/drawing/2014/main" id="{7CC12700-5117-18CF-1468-F35AF95031BC}"/>
                </a:ext>
              </a:extLst>
            </p:cNvPr>
            <p:cNvSpPr>
              <a:spLocks noGrp="1"/>
            </p:cNvSpPr>
            <p:nvPr/>
          </p:nvSpPr>
          <p:spPr>
            <a:xfrm>
              <a:off x="1537106" y="4181783"/>
              <a:ext cx="43843" cy="6840"/>
            </a:xfrm>
            <a:custGeom>
              <a:avLst/>
              <a:gdLst/>
              <a:ahLst/>
              <a:cxnLst/>
              <a:rect l="0" t="0" r="0" b="0"/>
              <a:pathLst>
                <a:path w="43843" h="6840">
                  <a:moveTo>
                    <a:pt x="0" y="6840"/>
                  </a:moveTo>
                  <a:lnTo>
                    <a:pt x="43843" y="0"/>
                  </a:lnTo>
                </a:path>
              </a:pathLst>
            </a:custGeom>
            <a:noFill/>
            <a:ln w="8096">
              <a:solidFill>
                <a:srgbClr val="A0AEBA"/>
              </a:solidFill>
            </a:ln>
          </p:spPr>
        </p:sp>
        <p:sp>
          <p:nvSpPr>
            <p:cNvPr id="1761" name="Input_receptor__1760">
              <a:extLst>
                <a:ext uri="{FF2B5EF4-FFF2-40B4-BE49-F238E27FC236}">
                  <a16:creationId xmlns:a16="http://schemas.microsoft.com/office/drawing/2014/main" id="{3695FC1F-B6F3-580F-5EE2-694483430D7A}"/>
                </a:ext>
              </a:extLst>
            </p:cNvPr>
            <p:cNvSpPr>
              <a:spLocks noGrp="1"/>
            </p:cNvSpPr>
            <p:nvPr/>
          </p:nvSpPr>
          <p:spPr>
            <a:xfrm>
              <a:off x="815562" y="4554443"/>
              <a:ext cx="47778" cy="2129"/>
            </a:xfrm>
            <a:custGeom>
              <a:avLst/>
              <a:gdLst/>
              <a:ahLst/>
              <a:cxnLst/>
              <a:rect l="0" t="0" r="0" b="0"/>
              <a:pathLst>
                <a:path w="47778" h="2129">
                  <a:moveTo>
                    <a:pt x="0" y="2129"/>
                  </a:moveTo>
                  <a:lnTo>
                    <a:pt x="47778" y="0"/>
                  </a:lnTo>
                </a:path>
              </a:pathLst>
            </a:custGeom>
            <a:noFill/>
            <a:ln w="8096">
              <a:solidFill>
                <a:srgbClr val="A0AEBA"/>
              </a:solidFill>
            </a:ln>
          </p:spPr>
        </p:sp>
        <p:sp>
          <p:nvSpPr>
            <p:cNvPr id="1762" name="Input_receptor__1761">
              <a:extLst>
                <a:ext uri="{FF2B5EF4-FFF2-40B4-BE49-F238E27FC236}">
                  <a16:creationId xmlns:a16="http://schemas.microsoft.com/office/drawing/2014/main" id="{28705D81-4803-7AAF-46F4-0C81AB37940F}"/>
                </a:ext>
              </a:extLst>
            </p:cNvPr>
            <p:cNvSpPr>
              <a:spLocks noGrp="1"/>
            </p:cNvSpPr>
            <p:nvPr/>
          </p:nvSpPr>
          <p:spPr>
            <a:xfrm>
              <a:off x="1534941" y="4294982"/>
              <a:ext cx="20417" cy="33977"/>
            </a:xfrm>
            <a:custGeom>
              <a:avLst/>
              <a:gdLst/>
              <a:ahLst/>
              <a:cxnLst/>
              <a:rect l="0" t="0" r="0" b="0"/>
              <a:pathLst>
                <a:path w="20417" h="33977">
                  <a:moveTo>
                    <a:pt x="20417" y="33977"/>
                  </a:moveTo>
                  <a:lnTo>
                    <a:pt x="0" y="0"/>
                  </a:lnTo>
                </a:path>
              </a:pathLst>
            </a:custGeom>
            <a:noFill/>
            <a:ln w="20003">
              <a:solidFill>
                <a:srgbClr val="A0AFBA"/>
              </a:solidFill>
            </a:ln>
          </p:spPr>
        </p:sp>
        <p:sp>
          <p:nvSpPr>
            <p:cNvPr id="1763" name="Input_receptor__1762">
              <a:extLst>
                <a:ext uri="{FF2B5EF4-FFF2-40B4-BE49-F238E27FC236}">
                  <a16:creationId xmlns:a16="http://schemas.microsoft.com/office/drawing/2014/main" id="{B382525F-C954-8FD1-F3D0-37BFB9E8E8E5}"/>
                </a:ext>
              </a:extLst>
            </p:cNvPr>
            <p:cNvSpPr>
              <a:spLocks noGrp="1"/>
            </p:cNvSpPr>
            <p:nvPr/>
          </p:nvSpPr>
          <p:spPr>
            <a:xfrm>
              <a:off x="1074603" y="4660796"/>
              <a:ext cx="44279" cy="15011"/>
            </a:xfrm>
            <a:custGeom>
              <a:avLst/>
              <a:gdLst/>
              <a:ahLst/>
              <a:cxnLst/>
              <a:rect l="0" t="0" r="0" b="0"/>
              <a:pathLst>
                <a:path w="44279" h="15011">
                  <a:moveTo>
                    <a:pt x="0" y="0"/>
                  </a:moveTo>
                  <a:lnTo>
                    <a:pt x="44279" y="15011"/>
                  </a:lnTo>
                </a:path>
              </a:pathLst>
            </a:custGeom>
            <a:noFill/>
            <a:ln w="20003">
              <a:solidFill>
                <a:srgbClr val="A0AFBA"/>
              </a:solidFill>
            </a:ln>
          </p:spPr>
        </p:sp>
        <p:sp>
          <p:nvSpPr>
            <p:cNvPr id="1764" name="Input_receptor__1763">
              <a:extLst>
                <a:ext uri="{FF2B5EF4-FFF2-40B4-BE49-F238E27FC236}">
                  <a16:creationId xmlns:a16="http://schemas.microsoft.com/office/drawing/2014/main" id="{01071ACA-7286-595C-6996-C14D62861CC2}"/>
                </a:ext>
              </a:extLst>
            </p:cNvPr>
            <p:cNvSpPr>
              <a:spLocks noGrp="1"/>
            </p:cNvSpPr>
            <p:nvPr/>
          </p:nvSpPr>
          <p:spPr>
            <a:xfrm>
              <a:off x="928499" y="4430304"/>
              <a:ext cx="27574" cy="33825"/>
            </a:xfrm>
            <a:custGeom>
              <a:avLst/>
              <a:gdLst/>
              <a:ahLst/>
              <a:cxnLst/>
              <a:rect l="0" t="0" r="0" b="0"/>
              <a:pathLst>
                <a:path w="27574" h="33825">
                  <a:moveTo>
                    <a:pt x="27574" y="0"/>
                  </a:moveTo>
                  <a:lnTo>
                    <a:pt x="0" y="33825"/>
                  </a:lnTo>
                </a:path>
              </a:pathLst>
            </a:custGeom>
            <a:noFill/>
            <a:ln w="8096">
              <a:solidFill>
                <a:srgbClr val="A0AFBB"/>
              </a:solidFill>
            </a:ln>
          </p:spPr>
        </p:sp>
        <p:sp>
          <p:nvSpPr>
            <p:cNvPr id="1765" name="Input_receptor__1764">
              <a:extLst>
                <a:ext uri="{FF2B5EF4-FFF2-40B4-BE49-F238E27FC236}">
                  <a16:creationId xmlns:a16="http://schemas.microsoft.com/office/drawing/2014/main" id="{B5E1FF59-2B54-8B73-687D-847B4541085B}"/>
                </a:ext>
              </a:extLst>
            </p:cNvPr>
            <p:cNvSpPr>
              <a:spLocks noGrp="1"/>
            </p:cNvSpPr>
            <p:nvPr/>
          </p:nvSpPr>
          <p:spPr>
            <a:xfrm>
              <a:off x="1248329" y="4753788"/>
              <a:ext cx="20839" cy="11612"/>
            </a:xfrm>
            <a:custGeom>
              <a:avLst/>
              <a:gdLst/>
              <a:ahLst/>
              <a:cxnLst/>
              <a:rect l="0" t="0" r="0" b="0"/>
              <a:pathLst>
                <a:path w="20839" h="11612">
                  <a:moveTo>
                    <a:pt x="20839" y="0"/>
                  </a:moveTo>
                  <a:lnTo>
                    <a:pt x="0" y="11612"/>
                  </a:lnTo>
                </a:path>
              </a:pathLst>
            </a:custGeom>
            <a:noFill/>
            <a:ln w="20003">
              <a:solidFill>
                <a:srgbClr val="A0AFBB"/>
              </a:solidFill>
            </a:ln>
          </p:spPr>
        </p:sp>
        <p:sp>
          <p:nvSpPr>
            <p:cNvPr id="1766" name="Input_receptor__1765">
              <a:extLst>
                <a:ext uri="{FF2B5EF4-FFF2-40B4-BE49-F238E27FC236}">
                  <a16:creationId xmlns:a16="http://schemas.microsoft.com/office/drawing/2014/main" id="{0AC58112-2E17-4B01-C187-225FBFA47885}"/>
                </a:ext>
              </a:extLst>
            </p:cNvPr>
            <p:cNvSpPr>
              <a:spLocks noGrp="1"/>
            </p:cNvSpPr>
            <p:nvPr/>
          </p:nvSpPr>
          <p:spPr>
            <a:xfrm>
              <a:off x="1513746" y="4188623"/>
              <a:ext cx="23360" cy="24382"/>
            </a:xfrm>
            <a:custGeom>
              <a:avLst/>
              <a:gdLst/>
              <a:ahLst/>
              <a:cxnLst/>
              <a:rect l="0" t="0" r="0" b="0"/>
              <a:pathLst>
                <a:path w="23360" h="24382">
                  <a:moveTo>
                    <a:pt x="0" y="24382"/>
                  </a:moveTo>
                  <a:lnTo>
                    <a:pt x="23360" y="0"/>
                  </a:lnTo>
                </a:path>
              </a:pathLst>
            </a:custGeom>
            <a:noFill/>
            <a:ln w="8096">
              <a:solidFill>
                <a:srgbClr val="A0AFBB"/>
              </a:solidFill>
            </a:ln>
          </p:spPr>
        </p:sp>
        <p:sp>
          <p:nvSpPr>
            <p:cNvPr id="1767" name="Input_receptor__1766">
              <a:extLst>
                <a:ext uri="{FF2B5EF4-FFF2-40B4-BE49-F238E27FC236}">
                  <a16:creationId xmlns:a16="http://schemas.microsoft.com/office/drawing/2014/main" id="{5A0633D1-0E8C-746D-CAC4-8FBD059F43D6}"/>
                </a:ext>
              </a:extLst>
            </p:cNvPr>
            <p:cNvSpPr>
              <a:spLocks noGrp="1"/>
            </p:cNvSpPr>
            <p:nvPr/>
          </p:nvSpPr>
          <p:spPr>
            <a:xfrm>
              <a:off x="1326177" y="4361071"/>
              <a:ext cx="26091" cy="36353"/>
            </a:xfrm>
            <a:custGeom>
              <a:avLst/>
              <a:gdLst/>
              <a:ahLst/>
              <a:cxnLst/>
              <a:rect l="0" t="0" r="0" b="0"/>
              <a:pathLst>
                <a:path w="26091" h="36353">
                  <a:moveTo>
                    <a:pt x="0" y="0"/>
                  </a:moveTo>
                  <a:lnTo>
                    <a:pt x="26091" y="36353"/>
                  </a:lnTo>
                </a:path>
              </a:pathLst>
            </a:custGeom>
            <a:noFill/>
            <a:ln w="8096">
              <a:solidFill>
                <a:srgbClr val="A1AFBB"/>
              </a:solidFill>
            </a:ln>
          </p:spPr>
        </p:sp>
        <p:sp>
          <p:nvSpPr>
            <p:cNvPr id="1768" name="Input_receptor__1767">
              <a:extLst>
                <a:ext uri="{FF2B5EF4-FFF2-40B4-BE49-F238E27FC236}">
                  <a16:creationId xmlns:a16="http://schemas.microsoft.com/office/drawing/2014/main" id="{1171DE12-78E8-5078-EC4B-49B005098D56}"/>
                </a:ext>
              </a:extLst>
            </p:cNvPr>
            <p:cNvSpPr>
              <a:spLocks noGrp="1"/>
            </p:cNvSpPr>
            <p:nvPr/>
          </p:nvSpPr>
          <p:spPr>
            <a:xfrm>
              <a:off x="999811" y="4506360"/>
              <a:ext cx="27801" cy="19916"/>
            </a:xfrm>
            <a:custGeom>
              <a:avLst/>
              <a:gdLst/>
              <a:ahLst/>
              <a:cxnLst/>
              <a:rect l="0" t="0" r="0" b="0"/>
              <a:pathLst>
                <a:path w="27801" h="19916">
                  <a:moveTo>
                    <a:pt x="0" y="0"/>
                  </a:moveTo>
                  <a:lnTo>
                    <a:pt x="27801" y="19916"/>
                  </a:lnTo>
                </a:path>
              </a:pathLst>
            </a:custGeom>
            <a:noFill/>
            <a:ln w="8096">
              <a:solidFill>
                <a:srgbClr val="A1AFBB"/>
              </a:solidFill>
            </a:ln>
          </p:spPr>
        </p:sp>
        <p:sp>
          <p:nvSpPr>
            <p:cNvPr id="1769" name="Input_receptor__1768">
              <a:extLst>
                <a:ext uri="{FF2B5EF4-FFF2-40B4-BE49-F238E27FC236}">
                  <a16:creationId xmlns:a16="http://schemas.microsoft.com/office/drawing/2014/main" id="{CD12BF66-CD79-A82F-31CE-11E20A18AADB}"/>
                </a:ext>
              </a:extLst>
            </p:cNvPr>
            <p:cNvSpPr>
              <a:spLocks noGrp="1"/>
            </p:cNvSpPr>
            <p:nvPr/>
          </p:nvSpPr>
          <p:spPr>
            <a:xfrm>
              <a:off x="1057816" y="4705718"/>
              <a:ext cx="21403" cy="14395"/>
            </a:xfrm>
            <a:custGeom>
              <a:avLst/>
              <a:gdLst/>
              <a:ahLst/>
              <a:cxnLst/>
              <a:rect l="0" t="0" r="0" b="0"/>
              <a:pathLst>
                <a:path w="21403" h="14395">
                  <a:moveTo>
                    <a:pt x="21403" y="14395"/>
                  </a:moveTo>
                  <a:lnTo>
                    <a:pt x="0" y="0"/>
                  </a:lnTo>
                </a:path>
              </a:pathLst>
            </a:custGeom>
            <a:noFill/>
            <a:ln w="20003">
              <a:solidFill>
                <a:srgbClr val="A1AFBB"/>
              </a:solidFill>
            </a:ln>
          </p:spPr>
        </p:sp>
        <p:sp>
          <p:nvSpPr>
            <p:cNvPr id="1770" name="Input_receptor__1769">
              <a:extLst>
                <a:ext uri="{FF2B5EF4-FFF2-40B4-BE49-F238E27FC236}">
                  <a16:creationId xmlns:a16="http://schemas.microsoft.com/office/drawing/2014/main" id="{317DC88F-C9DD-6917-DAA8-CF1C3002DD3B}"/>
                </a:ext>
              </a:extLst>
            </p:cNvPr>
            <p:cNvSpPr>
              <a:spLocks noGrp="1"/>
            </p:cNvSpPr>
            <p:nvPr/>
          </p:nvSpPr>
          <p:spPr>
            <a:xfrm>
              <a:off x="1178979" y="4799310"/>
              <a:ext cx="7469" cy="32171"/>
            </a:xfrm>
            <a:custGeom>
              <a:avLst/>
              <a:gdLst/>
              <a:ahLst/>
              <a:cxnLst/>
              <a:rect l="0" t="0" r="0" b="0"/>
              <a:pathLst>
                <a:path w="7469" h="32171">
                  <a:moveTo>
                    <a:pt x="7469" y="0"/>
                  </a:moveTo>
                  <a:lnTo>
                    <a:pt x="0" y="32171"/>
                  </a:lnTo>
                </a:path>
              </a:pathLst>
            </a:custGeom>
            <a:noFill/>
            <a:ln w="20003">
              <a:solidFill>
                <a:srgbClr val="A1AFBB"/>
              </a:solidFill>
            </a:ln>
          </p:spPr>
        </p:sp>
        <p:sp>
          <p:nvSpPr>
            <p:cNvPr id="1771" name="Input_receptor__1770">
              <a:extLst>
                <a:ext uri="{FF2B5EF4-FFF2-40B4-BE49-F238E27FC236}">
                  <a16:creationId xmlns:a16="http://schemas.microsoft.com/office/drawing/2014/main" id="{0FF561B9-C064-C737-489E-28E8BE4AC6E0}"/>
                </a:ext>
              </a:extLst>
            </p:cNvPr>
            <p:cNvSpPr>
              <a:spLocks noGrp="1"/>
            </p:cNvSpPr>
            <p:nvPr/>
          </p:nvSpPr>
          <p:spPr>
            <a:xfrm>
              <a:off x="845133" y="4430333"/>
              <a:ext cx="1464" cy="35129"/>
            </a:xfrm>
            <a:custGeom>
              <a:avLst/>
              <a:gdLst/>
              <a:ahLst/>
              <a:cxnLst/>
              <a:rect l="0" t="0" r="0" b="0"/>
              <a:pathLst>
                <a:path w="1464" h="35129">
                  <a:moveTo>
                    <a:pt x="0" y="35129"/>
                  </a:moveTo>
                  <a:lnTo>
                    <a:pt x="1464" y="0"/>
                  </a:lnTo>
                </a:path>
              </a:pathLst>
            </a:custGeom>
            <a:noFill/>
            <a:ln w="8096">
              <a:solidFill>
                <a:srgbClr val="A1AFBB"/>
              </a:solidFill>
            </a:ln>
          </p:spPr>
        </p:sp>
        <p:sp>
          <p:nvSpPr>
            <p:cNvPr id="1772" name="Input_receptor__1771">
              <a:extLst>
                <a:ext uri="{FF2B5EF4-FFF2-40B4-BE49-F238E27FC236}">
                  <a16:creationId xmlns:a16="http://schemas.microsoft.com/office/drawing/2014/main" id="{4CB18948-7EEA-6D48-0C17-9DBE387A358D}"/>
                </a:ext>
              </a:extLst>
            </p:cNvPr>
            <p:cNvSpPr>
              <a:spLocks noGrp="1"/>
            </p:cNvSpPr>
            <p:nvPr/>
          </p:nvSpPr>
          <p:spPr>
            <a:xfrm>
              <a:off x="920229" y="4798149"/>
              <a:ext cx="21589" cy="38481"/>
            </a:xfrm>
            <a:custGeom>
              <a:avLst/>
              <a:gdLst/>
              <a:ahLst/>
              <a:cxnLst/>
              <a:rect l="0" t="0" r="0" b="0"/>
              <a:pathLst>
                <a:path w="21589" h="38481">
                  <a:moveTo>
                    <a:pt x="21589" y="0"/>
                  </a:moveTo>
                  <a:lnTo>
                    <a:pt x="0" y="38481"/>
                  </a:lnTo>
                </a:path>
              </a:pathLst>
            </a:custGeom>
            <a:noFill/>
            <a:ln w="20003">
              <a:solidFill>
                <a:srgbClr val="A1AFBB"/>
              </a:solidFill>
            </a:ln>
          </p:spPr>
        </p:sp>
        <p:sp>
          <p:nvSpPr>
            <p:cNvPr id="1773" name="Input_receptor__1772">
              <a:extLst>
                <a:ext uri="{FF2B5EF4-FFF2-40B4-BE49-F238E27FC236}">
                  <a16:creationId xmlns:a16="http://schemas.microsoft.com/office/drawing/2014/main" id="{24D9A054-0D50-BA70-A172-098D35624F5E}"/>
                </a:ext>
              </a:extLst>
            </p:cNvPr>
            <p:cNvSpPr>
              <a:spLocks noGrp="1"/>
            </p:cNvSpPr>
            <p:nvPr/>
          </p:nvSpPr>
          <p:spPr>
            <a:xfrm>
              <a:off x="1236940" y="4619408"/>
              <a:ext cx="14438" cy="26478"/>
            </a:xfrm>
            <a:custGeom>
              <a:avLst/>
              <a:gdLst/>
              <a:ahLst/>
              <a:cxnLst/>
              <a:rect l="0" t="0" r="0" b="0"/>
              <a:pathLst>
                <a:path w="14438" h="26478">
                  <a:moveTo>
                    <a:pt x="14438" y="0"/>
                  </a:moveTo>
                  <a:lnTo>
                    <a:pt x="0" y="26478"/>
                  </a:lnTo>
                </a:path>
              </a:pathLst>
            </a:custGeom>
            <a:noFill/>
            <a:ln w="20003">
              <a:solidFill>
                <a:srgbClr val="A1AFBB"/>
              </a:solidFill>
            </a:ln>
          </p:spPr>
        </p:sp>
        <p:sp>
          <p:nvSpPr>
            <p:cNvPr id="1774" name="Input_receptor__1773">
              <a:extLst>
                <a:ext uri="{FF2B5EF4-FFF2-40B4-BE49-F238E27FC236}">
                  <a16:creationId xmlns:a16="http://schemas.microsoft.com/office/drawing/2014/main" id="{83CD62CC-AC06-E0A6-5C97-824F07F2D088}"/>
                </a:ext>
              </a:extLst>
            </p:cNvPr>
            <p:cNvSpPr>
              <a:spLocks noGrp="1"/>
            </p:cNvSpPr>
            <p:nvPr/>
          </p:nvSpPr>
          <p:spPr>
            <a:xfrm>
              <a:off x="1488299" y="4294982"/>
              <a:ext cx="46642" cy="6733"/>
            </a:xfrm>
            <a:custGeom>
              <a:avLst/>
              <a:gdLst/>
              <a:ahLst/>
              <a:cxnLst/>
              <a:rect l="0" t="0" r="0" b="0"/>
              <a:pathLst>
                <a:path w="46642" h="6733">
                  <a:moveTo>
                    <a:pt x="46642" y="0"/>
                  </a:moveTo>
                  <a:lnTo>
                    <a:pt x="0" y="6733"/>
                  </a:lnTo>
                </a:path>
              </a:pathLst>
            </a:custGeom>
            <a:noFill/>
            <a:ln w="20003">
              <a:solidFill>
                <a:srgbClr val="A1B0BB"/>
              </a:solidFill>
            </a:ln>
          </p:spPr>
        </p:sp>
        <p:sp>
          <p:nvSpPr>
            <p:cNvPr id="1775" name="Input_receptor__1774">
              <a:extLst>
                <a:ext uri="{FF2B5EF4-FFF2-40B4-BE49-F238E27FC236}">
                  <a16:creationId xmlns:a16="http://schemas.microsoft.com/office/drawing/2014/main" id="{BF99F660-3F66-A526-28FF-8035F3884331}"/>
                </a:ext>
              </a:extLst>
            </p:cNvPr>
            <p:cNvSpPr>
              <a:spLocks noGrp="1"/>
            </p:cNvSpPr>
            <p:nvPr/>
          </p:nvSpPr>
          <p:spPr>
            <a:xfrm>
              <a:off x="1220935" y="4696154"/>
              <a:ext cx="36516" cy="19733"/>
            </a:xfrm>
            <a:custGeom>
              <a:avLst/>
              <a:gdLst/>
              <a:ahLst/>
              <a:cxnLst/>
              <a:rect l="0" t="0" r="0" b="0"/>
              <a:pathLst>
                <a:path w="36516" h="19733">
                  <a:moveTo>
                    <a:pt x="36516" y="0"/>
                  </a:moveTo>
                  <a:lnTo>
                    <a:pt x="0" y="19733"/>
                  </a:lnTo>
                </a:path>
              </a:pathLst>
            </a:custGeom>
            <a:noFill/>
            <a:ln w="20003">
              <a:solidFill>
                <a:srgbClr val="A1B0BB"/>
              </a:solidFill>
            </a:ln>
          </p:spPr>
        </p:sp>
        <p:sp>
          <p:nvSpPr>
            <p:cNvPr id="1776" name="Input_receptor__1775">
              <a:extLst>
                <a:ext uri="{FF2B5EF4-FFF2-40B4-BE49-F238E27FC236}">
                  <a16:creationId xmlns:a16="http://schemas.microsoft.com/office/drawing/2014/main" id="{12904A05-6841-0A3B-F67F-045CD7698048}"/>
                </a:ext>
              </a:extLst>
            </p:cNvPr>
            <p:cNvSpPr>
              <a:spLocks noGrp="1"/>
            </p:cNvSpPr>
            <p:nvPr/>
          </p:nvSpPr>
          <p:spPr>
            <a:xfrm>
              <a:off x="1349920" y="4397424"/>
              <a:ext cx="2347" cy="22157"/>
            </a:xfrm>
            <a:custGeom>
              <a:avLst/>
              <a:gdLst/>
              <a:ahLst/>
              <a:cxnLst/>
              <a:rect l="0" t="0" r="0" b="0"/>
              <a:pathLst>
                <a:path w="2347" h="22157">
                  <a:moveTo>
                    <a:pt x="2347" y="0"/>
                  </a:moveTo>
                  <a:lnTo>
                    <a:pt x="0" y="22157"/>
                  </a:lnTo>
                </a:path>
              </a:pathLst>
            </a:custGeom>
            <a:noFill/>
            <a:ln w="8096">
              <a:solidFill>
                <a:srgbClr val="A1B0BB"/>
              </a:solidFill>
            </a:ln>
          </p:spPr>
        </p:sp>
        <p:sp>
          <p:nvSpPr>
            <p:cNvPr id="1777" name="Input_receptor__1776">
              <a:extLst>
                <a:ext uri="{FF2B5EF4-FFF2-40B4-BE49-F238E27FC236}">
                  <a16:creationId xmlns:a16="http://schemas.microsoft.com/office/drawing/2014/main" id="{44C293C7-8A2A-B753-C7DF-7F10676BD99B}"/>
                </a:ext>
              </a:extLst>
            </p:cNvPr>
            <p:cNvSpPr>
              <a:spLocks noGrp="1"/>
            </p:cNvSpPr>
            <p:nvPr/>
          </p:nvSpPr>
          <p:spPr>
            <a:xfrm>
              <a:off x="863340" y="4534711"/>
              <a:ext cx="5191" cy="19732"/>
            </a:xfrm>
            <a:custGeom>
              <a:avLst/>
              <a:gdLst/>
              <a:ahLst/>
              <a:cxnLst/>
              <a:rect l="0" t="0" r="0" b="0"/>
              <a:pathLst>
                <a:path w="5191" h="19732">
                  <a:moveTo>
                    <a:pt x="0" y="19732"/>
                  </a:moveTo>
                  <a:lnTo>
                    <a:pt x="5191" y="0"/>
                  </a:lnTo>
                </a:path>
              </a:pathLst>
            </a:custGeom>
            <a:noFill/>
            <a:ln w="8096">
              <a:solidFill>
                <a:srgbClr val="A2B0BB"/>
              </a:solidFill>
            </a:ln>
          </p:spPr>
        </p:sp>
        <p:sp>
          <p:nvSpPr>
            <p:cNvPr id="1778" name="Input_receptor__1777">
              <a:extLst>
                <a:ext uri="{FF2B5EF4-FFF2-40B4-BE49-F238E27FC236}">
                  <a16:creationId xmlns:a16="http://schemas.microsoft.com/office/drawing/2014/main" id="{12B00E4E-91EB-4590-0E7B-DB30779A2EAD}"/>
                </a:ext>
              </a:extLst>
            </p:cNvPr>
            <p:cNvSpPr>
              <a:spLocks noGrp="1"/>
            </p:cNvSpPr>
            <p:nvPr/>
          </p:nvSpPr>
          <p:spPr>
            <a:xfrm>
              <a:off x="788737" y="4610367"/>
              <a:ext cx="44044" cy="18398"/>
            </a:xfrm>
            <a:custGeom>
              <a:avLst/>
              <a:gdLst/>
              <a:ahLst/>
              <a:cxnLst/>
              <a:rect l="0" t="0" r="0" b="0"/>
              <a:pathLst>
                <a:path w="44044" h="18398">
                  <a:moveTo>
                    <a:pt x="0" y="18398"/>
                  </a:moveTo>
                  <a:lnTo>
                    <a:pt x="44044" y="0"/>
                  </a:lnTo>
                </a:path>
              </a:pathLst>
            </a:custGeom>
            <a:noFill/>
            <a:ln w="20003">
              <a:solidFill>
                <a:srgbClr val="A2B0BB"/>
              </a:solidFill>
            </a:ln>
          </p:spPr>
        </p:sp>
        <p:sp>
          <p:nvSpPr>
            <p:cNvPr id="1779" name="Input_receptor__1778">
              <a:extLst>
                <a:ext uri="{FF2B5EF4-FFF2-40B4-BE49-F238E27FC236}">
                  <a16:creationId xmlns:a16="http://schemas.microsoft.com/office/drawing/2014/main" id="{5D883C5C-5321-D50E-75C5-7C181B67270C}"/>
                </a:ext>
              </a:extLst>
            </p:cNvPr>
            <p:cNvSpPr>
              <a:spLocks noGrp="1"/>
            </p:cNvSpPr>
            <p:nvPr/>
          </p:nvSpPr>
          <p:spPr>
            <a:xfrm>
              <a:off x="1246696" y="4562288"/>
              <a:ext cx="47838" cy="4503"/>
            </a:xfrm>
            <a:custGeom>
              <a:avLst/>
              <a:gdLst/>
              <a:ahLst/>
              <a:cxnLst/>
              <a:rect l="0" t="0" r="0" b="0"/>
              <a:pathLst>
                <a:path w="47838" h="4503">
                  <a:moveTo>
                    <a:pt x="47838" y="0"/>
                  </a:moveTo>
                  <a:lnTo>
                    <a:pt x="0" y="4503"/>
                  </a:lnTo>
                </a:path>
              </a:pathLst>
            </a:custGeom>
            <a:noFill/>
            <a:ln w="20003">
              <a:solidFill>
                <a:srgbClr val="A2B0BB"/>
              </a:solidFill>
            </a:ln>
          </p:spPr>
        </p:sp>
        <p:sp>
          <p:nvSpPr>
            <p:cNvPr id="1780" name="Input_receptor__1779">
              <a:extLst>
                <a:ext uri="{FF2B5EF4-FFF2-40B4-BE49-F238E27FC236}">
                  <a16:creationId xmlns:a16="http://schemas.microsoft.com/office/drawing/2014/main" id="{54464CF4-CF33-9083-A911-E9FE87ADD0C0}"/>
                </a:ext>
              </a:extLst>
            </p:cNvPr>
            <p:cNvSpPr>
              <a:spLocks noGrp="1"/>
            </p:cNvSpPr>
            <p:nvPr/>
          </p:nvSpPr>
          <p:spPr>
            <a:xfrm>
              <a:off x="711631" y="4792031"/>
              <a:ext cx="4661" cy="1707"/>
            </a:xfrm>
            <a:custGeom>
              <a:avLst/>
              <a:gdLst/>
              <a:ahLst/>
              <a:cxnLst/>
              <a:rect l="0" t="0" r="0" b="0"/>
              <a:pathLst>
                <a:path w="4661" h="1707">
                  <a:moveTo>
                    <a:pt x="0" y="0"/>
                  </a:moveTo>
                  <a:lnTo>
                    <a:pt x="4661" y="1707"/>
                  </a:lnTo>
                </a:path>
              </a:pathLst>
            </a:custGeom>
            <a:noFill/>
            <a:ln w="8096">
              <a:solidFill>
                <a:srgbClr val="A2B0BB"/>
              </a:solidFill>
            </a:ln>
          </p:spPr>
        </p:sp>
        <p:sp>
          <p:nvSpPr>
            <p:cNvPr id="1781" name="Input_receptor__1780">
              <a:extLst>
                <a:ext uri="{FF2B5EF4-FFF2-40B4-BE49-F238E27FC236}">
                  <a16:creationId xmlns:a16="http://schemas.microsoft.com/office/drawing/2014/main" id="{3D7F0412-DC0A-A648-113F-6EC95BE29CB2}"/>
                </a:ext>
              </a:extLst>
            </p:cNvPr>
            <p:cNvSpPr>
              <a:spLocks noGrp="1"/>
            </p:cNvSpPr>
            <p:nvPr/>
          </p:nvSpPr>
          <p:spPr>
            <a:xfrm>
              <a:off x="1394225" y="4313231"/>
              <a:ext cx="8262" cy="47126"/>
            </a:xfrm>
            <a:custGeom>
              <a:avLst/>
              <a:gdLst/>
              <a:ahLst/>
              <a:cxnLst/>
              <a:rect l="0" t="0" r="0" b="0"/>
              <a:pathLst>
                <a:path w="8262" h="47126">
                  <a:moveTo>
                    <a:pt x="8262" y="0"/>
                  </a:moveTo>
                  <a:lnTo>
                    <a:pt x="0" y="47126"/>
                  </a:lnTo>
                </a:path>
              </a:pathLst>
            </a:custGeom>
            <a:noFill/>
            <a:ln w="8096">
              <a:solidFill>
                <a:srgbClr val="A2B0BC"/>
              </a:solidFill>
            </a:ln>
          </p:spPr>
        </p:sp>
        <p:sp>
          <p:nvSpPr>
            <p:cNvPr id="1782" name="Input_receptor__1781">
              <a:extLst>
                <a:ext uri="{FF2B5EF4-FFF2-40B4-BE49-F238E27FC236}">
                  <a16:creationId xmlns:a16="http://schemas.microsoft.com/office/drawing/2014/main" id="{5F16E17F-A431-5CF0-B88C-FCB70E6CA4C4}"/>
                </a:ext>
              </a:extLst>
            </p:cNvPr>
            <p:cNvSpPr>
              <a:spLocks noGrp="1"/>
            </p:cNvSpPr>
            <p:nvPr/>
          </p:nvSpPr>
          <p:spPr>
            <a:xfrm>
              <a:off x="1138486" y="4794554"/>
              <a:ext cx="47961" cy="4756"/>
            </a:xfrm>
            <a:custGeom>
              <a:avLst/>
              <a:gdLst/>
              <a:ahLst/>
              <a:cxnLst/>
              <a:rect l="0" t="0" r="0" b="0"/>
              <a:pathLst>
                <a:path w="47961" h="4756">
                  <a:moveTo>
                    <a:pt x="0" y="0"/>
                  </a:moveTo>
                  <a:lnTo>
                    <a:pt x="47961" y="4756"/>
                  </a:lnTo>
                </a:path>
              </a:pathLst>
            </a:custGeom>
            <a:noFill/>
            <a:ln w="20003">
              <a:solidFill>
                <a:srgbClr val="A2B0BC"/>
              </a:solidFill>
            </a:ln>
          </p:spPr>
        </p:sp>
        <p:sp>
          <p:nvSpPr>
            <p:cNvPr id="1783" name="Input_receptor__1782">
              <a:extLst>
                <a:ext uri="{FF2B5EF4-FFF2-40B4-BE49-F238E27FC236}">
                  <a16:creationId xmlns:a16="http://schemas.microsoft.com/office/drawing/2014/main" id="{82CED4D6-569A-B2B1-EC17-BC7C576A321A}"/>
                </a:ext>
              </a:extLst>
            </p:cNvPr>
            <p:cNvSpPr>
              <a:spLocks noGrp="1"/>
            </p:cNvSpPr>
            <p:nvPr/>
          </p:nvSpPr>
          <p:spPr>
            <a:xfrm>
              <a:off x="750757" y="4611494"/>
              <a:ext cx="37981" cy="17271"/>
            </a:xfrm>
            <a:custGeom>
              <a:avLst/>
              <a:gdLst/>
              <a:ahLst/>
              <a:cxnLst/>
              <a:rect l="0" t="0" r="0" b="0"/>
              <a:pathLst>
                <a:path w="37981" h="17271">
                  <a:moveTo>
                    <a:pt x="0" y="0"/>
                  </a:moveTo>
                  <a:lnTo>
                    <a:pt x="37981" y="17271"/>
                  </a:lnTo>
                </a:path>
              </a:pathLst>
            </a:custGeom>
            <a:noFill/>
            <a:ln w="20003">
              <a:solidFill>
                <a:srgbClr val="A2B1BC"/>
              </a:solidFill>
            </a:ln>
          </p:spPr>
        </p:sp>
        <p:sp>
          <p:nvSpPr>
            <p:cNvPr id="1784" name="Input_receptor__1783">
              <a:extLst>
                <a:ext uri="{FF2B5EF4-FFF2-40B4-BE49-F238E27FC236}">
                  <a16:creationId xmlns:a16="http://schemas.microsoft.com/office/drawing/2014/main" id="{54168220-7F51-D87A-B60F-A304B45DE832}"/>
                </a:ext>
              </a:extLst>
            </p:cNvPr>
            <p:cNvSpPr>
              <a:spLocks noGrp="1"/>
            </p:cNvSpPr>
            <p:nvPr/>
          </p:nvSpPr>
          <p:spPr>
            <a:xfrm>
              <a:off x="924042" y="4415887"/>
              <a:ext cx="32030" cy="14417"/>
            </a:xfrm>
            <a:custGeom>
              <a:avLst/>
              <a:gdLst/>
              <a:ahLst/>
              <a:cxnLst/>
              <a:rect l="0" t="0" r="0" b="0"/>
              <a:pathLst>
                <a:path w="32030" h="14417">
                  <a:moveTo>
                    <a:pt x="0" y="0"/>
                  </a:moveTo>
                  <a:lnTo>
                    <a:pt x="32030" y="14417"/>
                  </a:lnTo>
                </a:path>
              </a:pathLst>
            </a:custGeom>
            <a:noFill/>
            <a:ln w="8096">
              <a:solidFill>
                <a:srgbClr val="A2B1BC"/>
              </a:solidFill>
            </a:ln>
          </p:spPr>
        </p:sp>
        <p:sp>
          <p:nvSpPr>
            <p:cNvPr id="1785" name="Input_receptor__1784">
              <a:extLst>
                <a:ext uri="{FF2B5EF4-FFF2-40B4-BE49-F238E27FC236}">
                  <a16:creationId xmlns:a16="http://schemas.microsoft.com/office/drawing/2014/main" id="{86E6AA5A-67A8-F274-BDAC-CCB63DA59704}"/>
                </a:ext>
              </a:extLst>
            </p:cNvPr>
            <p:cNvSpPr>
              <a:spLocks noGrp="1"/>
            </p:cNvSpPr>
            <p:nvPr/>
          </p:nvSpPr>
          <p:spPr>
            <a:xfrm>
              <a:off x="1133560" y="4794554"/>
              <a:ext cx="4927" cy="47763"/>
            </a:xfrm>
            <a:custGeom>
              <a:avLst/>
              <a:gdLst/>
              <a:ahLst/>
              <a:cxnLst/>
              <a:rect l="0" t="0" r="0" b="0"/>
              <a:pathLst>
                <a:path w="4927" h="47763">
                  <a:moveTo>
                    <a:pt x="0" y="47763"/>
                  </a:moveTo>
                  <a:lnTo>
                    <a:pt x="4927" y="0"/>
                  </a:lnTo>
                </a:path>
              </a:pathLst>
            </a:custGeom>
            <a:noFill/>
            <a:ln w="20003">
              <a:solidFill>
                <a:srgbClr val="A2B1BC"/>
              </a:solidFill>
            </a:ln>
          </p:spPr>
        </p:sp>
        <p:sp>
          <p:nvSpPr>
            <p:cNvPr id="1786" name="Input_receptor__1785">
              <a:extLst>
                <a:ext uri="{FF2B5EF4-FFF2-40B4-BE49-F238E27FC236}">
                  <a16:creationId xmlns:a16="http://schemas.microsoft.com/office/drawing/2014/main" id="{4798A1FB-5515-13A9-49D9-BF358303DAF5}"/>
                </a:ext>
              </a:extLst>
            </p:cNvPr>
            <p:cNvSpPr>
              <a:spLocks noGrp="1"/>
            </p:cNvSpPr>
            <p:nvPr/>
          </p:nvSpPr>
          <p:spPr>
            <a:xfrm>
              <a:off x="1457679" y="4270916"/>
              <a:ext cx="30620" cy="30799"/>
            </a:xfrm>
            <a:custGeom>
              <a:avLst/>
              <a:gdLst/>
              <a:ahLst/>
              <a:cxnLst/>
              <a:rect l="0" t="0" r="0" b="0"/>
              <a:pathLst>
                <a:path w="30620" h="30799">
                  <a:moveTo>
                    <a:pt x="30620" y="30799"/>
                  </a:moveTo>
                  <a:lnTo>
                    <a:pt x="0" y="0"/>
                  </a:lnTo>
                </a:path>
              </a:pathLst>
            </a:custGeom>
            <a:noFill/>
            <a:ln w="20003">
              <a:solidFill>
                <a:srgbClr val="A2B1BC"/>
              </a:solidFill>
            </a:ln>
          </p:spPr>
        </p:sp>
        <p:sp>
          <p:nvSpPr>
            <p:cNvPr id="1787" name="Input_receptor__1786">
              <a:extLst>
                <a:ext uri="{FF2B5EF4-FFF2-40B4-BE49-F238E27FC236}">
                  <a16:creationId xmlns:a16="http://schemas.microsoft.com/office/drawing/2014/main" id="{72C431B0-A7A2-99AC-BBE9-C0649ED2501C}"/>
                </a:ext>
              </a:extLst>
            </p:cNvPr>
            <p:cNvSpPr>
              <a:spLocks noGrp="1"/>
            </p:cNvSpPr>
            <p:nvPr/>
          </p:nvSpPr>
          <p:spPr>
            <a:xfrm>
              <a:off x="1079219" y="4719852"/>
              <a:ext cx="47235" cy="261"/>
            </a:xfrm>
            <a:custGeom>
              <a:avLst/>
              <a:gdLst/>
              <a:ahLst/>
              <a:cxnLst/>
              <a:rect l="0" t="0" r="0" b="0"/>
              <a:pathLst>
                <a:path w="47235" h="261">
                  <a:moveTo>
                    <a:pt x="47235" y="0"/>
                  </a:moveTo>
                  <a:lnTo>
                    <a:pt x="0" y="261"/>
                  </a:lnTo>
                </a:path>
              </a:pathLst>
            </a:custGeom>
            <a:noFill/>
            <a:ln w="20003">
              <a:solidFill>
                <a:srgbClr val="A2B1BC"/>
              </a:solidFill>
            </a:ln>
          </p:spPr>
        </p:sp>
        <p:sp>
          <p:nvSpPr>
            <p:cNvPr id="1788" name="Input_receptor__1787">
              <a:extLst>
                <a:ext uri="{FF2B5EF4-FFF2-40B4-BE49-F238E27FC236}">
                  <a16:creationId xmlns:a16="http://schemas.microsoft.com/office/drawing/2014/main" id="{5773C401-5C5B-E607-2F49-0DC79B1E2D48}"/>
                </a:ext>
              </a:extLst>
            </p:cNvPr>
            <p:cNvSpPr>
              <a:spLocks noGrp="1"/>
            </p:cNvSpPr>
            <p:nvPr/>
          </p:nvSpPr>
          <p:spPr>
            <a:xfrm>
              <a:off x="1190368" y="4645886"/>
              <a:ext cx="46573" cy="11847"/>
            </a:xfrm>
            <a:custGeom>
              <a:avLst/>
              <a:gdLst/>
              <a:ahLst/>
              <a:cxnLst/>
              <a:rect l="0" t="0" r="0" b="0"/>
              <a:pathLst>
                <a:path w="46573" h="11847">
                  <a:moveTo>
                    <a:pt x="46573" y="0"/>
                  </a:moveTo>
                  <a:lnTo>
                    <a:pt x="0" y="11847"/>
                  </a:lnTo>
                </a:path>
              </a:pathLst>
            </a:custGeom>
            <a:noFill/>
            <a:ln w="20003">
              <a:solidFill>
                <a:srgbClr val="A2B1BC"/>
              </a:solidFill>
            </a:ln>
          </p:spPr>
        </p:sp>
        <p:sp>
          <p:nvSpPr>
            <p:cNvPr id="1789" name="Input_receptor__1788">
              <a:extLst>
                <a:ext uri="{FF2B5EF4-FFF2-40B4-BE49-F238E27FC236}">
                  <a16:creationId xmlns:a16="http://schemas.microsoft.com/office/drawing/2014/main" id="{44817FC4-1E8C-5434-629B-BB4C703BA51E}"/>
                </a:ext>
              </a:extLst>
            </p:cNvPr>
            <p:cNvSpPr>
              <a:spLocks noGrp="1"/>
            </p:cNvSpPr>
            <p:nvPr/>
          </p:nvSpPr>
          <p:spPr>
            <a:xfrm>
              <a:off x="729421" y="4832182"/>
              <a:ext cx="41634" cy="8087"/>
            </a:xfrm>
            <a:custGeom>
              <a:avLst/>
              <a:gdLst/>
              <a:ahLst/>
              <a:cxnLst/>
              <a:rect l="0" t="0" r="0" b="0"/>
              <a:pathLst>
                <a:path w="41634" h="8087">
                  <a:moveTo>
                    <a:pt x="0" y="8087"/>
                  </a:moveTo>
                  <a:lnTo>
                    <a:pt x="41634" y="0"/>
                  </a:lnTo>
                </a:path>
              </a:pathLst>
            </a:custGeom>
            <a:noFill/>
            <a:ln w="20003">
              <a:solidFill>
                <a:srgbClr val="A2B1BC"/>
              </a:solidFill>
            </a:ln>
          </p:spPr>
        </p:sp>
        <p:sp>
          <p:nvSpPr>
            <p:cNvPr id="1790" name="Input_receptor__1789">
              <a:extLst>
                <a:ext uri="{FF2B5EF4-FFF2-40B4-BE49-F238E27FC236}">
                  <a16:creationId xmlns:a16="http://schemas.microsoft.com/office/drawing/2014/main" id="{1839C4A5-89C3-C2F6-05B5-A65785CE655B}"/>
                </a:ext>
              </a:extLst>
            </p:cNvPr>
            <p:cNvSpPr>
              <a:spLocks noGrp="1"/>
            </p:cNvSpPr>
            <p:nvPr/>
          </p:nvSpPr>
          <p:spPr>
            <a:xfrm>
              <a:off x="771055" y="4832182"/>
              <a:ext cx="41788" cy="3259"/>
            </a:xfrm>
            <a:custGeom>
              <a:avLst/>
              <a:gdLst/>
              <a:ahLst/>
              <a:cxnLst/>
              <a:rect l="0" t="0" r="0" b="0"/>
              <a:pathLst>
                <a:path w="41788" h="3259">
                  <a:moveTo>
                    <a:pt x="0" y="0"/>
                  </a:moveTo>
                  <a:lnTo>
                    <a:pt x="41788" y="3259"/>
                  </a:lnTo>
                </a:path>
              </a:pathLst>
            </a:custGeom>
            <a:noFill/>
            <a:ln w="20003">
              <a:solidFill>
                <a:srgbClr val="A2B1BC"/>
              </a:solidFill>
            </a:ln>
          </p:spPr>
        </p:sp>
        <p:sp>
          <p:nvSpPr>
            <p:cNvPr id="1791" name="Input_receptor__1790">
              <a:extLst>
                <a:ext uri="{FF2B5EF4-FFF2-40B4-BE49-F238E27FC236}">
                  <a16:creationId xmlns:a16="http://schemas.microsoft.com/office/drawing/2014/main" id="{B66C8DA3-78E3-3663-221C-0B8325D55F21}"/>
                </a:ext>
              </a:extLst>
            </p:cNvPr>
            <p:cNvSpPr>
              <a:spLocks noGrp="1"/>
            </p:cNvSpPr>
            <p:nvPr/>
          </p:nvSpPr>
          <p:spPr>
            <a:xfrm>
              <a:off x="1326177" y="4361071"/>
              <a:ext cx="29814" cy="2021"/>
            </a:xfrm>
            <a:custGeom>
              <a:avLst/>
              <a:gdLst/>
              <a:ahLst/>
              <a:cxnLst/>
              <a:rect l="0" t="0" r="0" b="0"/>
              <a:pathLst>
                <a:path w="29814" h="2021">
                  <a:moveTo>
                    <a:pt x="29814" y="2021"/>
                  </a:moveTo>
                  <a:lnTo>
                    <a:pt x="0" y="0"/>
                  </a:lnTo>
                </a:path>
              </a:pathLst>
            </a:custGeom>
            <a:noFill/>
            <a:ln w="8096">
              <a:solidFill>
                <a:srgbClr val="A2B1BC"/>
              </a:solidFill>
            </a:ln>
          </p:spPr>
        </p:sp>
        <p:sp>
          <p:nvSpPr>
            <p:cNvPr id="1792" name="Input_receptor__1791">
              <a:extLst>
                <a:ext uri="{FF2B5EF4-FFF2-40B4-BE49-F238E27FC236}">
                  <a16:creationId xmlns:a16="http://schemas.microsoft.com/office/drawing/2014/main" id="{80A42DA1-A575-FBD8-7495-8A64D226130A}"/>
                </a:ext>
              </a:extLst>
            </p:cNvPr>
            <p:cNvSpPr>
              <a:spLocks noGrp="1"/>
            </p:cNvSpPr>
            <p:nvPr/>
          </p:nvSpPr>
          <p:spPr>
            <a:xfrm>
              <a:off x="904764" y="4783873"/>
              <a:ext cx="37055" cy="14276"/>
            </a:xfrm>
            <a:custGeom>
              <a:avLst/>
              <a:gdLst/>
              <a:ahLst/>
              <a:cxnLst/>
              <a:rect l="0" t="0" r="0" b="0"/>
              <a:pathLst>
                <a:path w="37055" h="14276">
                  <a:moveTo>
                    <a:pt x="0" y="0"/>
                  </a:moveTo>
                  <a:lnTo>
                    <a:pt x="37055" y="14276"/>
                  </a:lnTo>
                </a:path>
              </a:pathLst>
            </a:custGeom>
            <a:noFill/>
            <a:ln w="8096">
              <a:solidFill>
                <a:srgbClr val="A3B1BC"/>
              </a:solidFill>
            </a:ln>
          </p:spPr>
        </p:sp>
        <p:sp>
          <p:nvSpPr>
            <p:cNvPr id="1793" name="Input_receptor__1792">
              <a:extLst>
                <a:ext uri="{FF2B5EF4-FFF2-40B4-BE49-F238E27FC236}">
                  <a16:creationId xmlns:a16="http://schemas.microsoft.com/office/drawing/2014/main" id="{4DF4045C-EFEB-5803-6087-F51418507F44}"/>
                </a:ext>
              </a:extLst>
            </p:cNvPr>
            <p:cNvSpPr>
              <a:spLocks noGrp="1"/>
            </p:cNvSpPr>
            <p:nvPr/>
          </p:nvSpPr>
          <p:spPr>
            <a:xfrm>
              <a:off x="1294534" y="4562288"/>
              <a:ext cx="12433" cy="40488"/>
            </a:xfrm>
            <a:custGeom>
              <a:avLst/>
              <a:gdLst/>
              <a:ahLst/>
              <a:cxnLst/>
              <a:rect l="0" t="0" r="0" b="0"/>
              <a:pathLst>
                <a:path w="12433" h="40488">
                  <a:moveTo>
                    <a:pt x="12433" y="40488"/>
                  </a:moveTo>
                  <a:lnTo>
                    <a:pt x="0" y="0"/>
                  </a:lnTo>
                </a:path>
              </a:pathLst>
            </a:custGeom>
            <a:noFill/>
            <a:ln w="8096">
              <a:solidFill>
                <a:srgbClr val="A3B1BC"/>
              </a:solidFill>
            </a:ln>
          </p:spPr>
        </p:sp>
        <p:sp>
          <p:nvSpPr>
            <p:cNvPr id="1794" name="Input_receptor__1793">
              <a:extLst>
                <a:ext uri="{FF2B5EF4-FFF2-40B4-BE49-F238E27FC236}">
                  <a16:creationId xmlns:a16="http://schemas.microsoft.com/office/drawing/2014/main" id="{32B663DA-0268-5DA2-7ABD-D10A0E301ABF}"/>
                </a:ext>
              </a:extLst>
            </p:cNvPr>
            <p:cNvSpPr>
              <a:spLocks noGrp="1"/>
            </p:cNvSpPr>
            <p:nvPr/>
          </p:nvSpPr>
          <p:spPr>
            <a:xfrm>
              <a:off x="788563" y="4770661"/>
              <a:ext cx="40675" cy="22339"/>
            </a:xfrm>
            <a:custGeom>
              <a:avLst/>
              <a:gdLst/>
              <a:ahLst/>
              <a:cxnLst/>
              <a:rect l="0" t="0" r="0" b="0"/>
              <a:pathLst>
                <a:path w="40675" h="22339">
                  <a:moveTo>
                    <a:pt x="40675" y="22339"/>
                  </a:moveTo>
                  <a:lnTo>
                    <a:pt x="0" y="0"/>
                  </a:lnTo>
                </a:path>
              </a:pathLst>
            </a:custGeom>
            <a:noFill/>
            <a:ln w="20003">
              <a:solidFill>
                <a:srgbClr val="A3B1BC"/>
              </a:solidFill>
            </a:ln>
          </p:spPr>
        </p:sp>
        <p:sp>
          <p:nvSpPr>
            <p:cNvPr id="1795" name="Input_receptor__1794">
              <a:extLst>
                <a:ext uri="{FF2B5EF4-FFF2-40B4-BE49-F238E27FC236}">
                  <a16:creationId xmlns:a16="http://schemas.microsoft.com/office/drawing/2014/main" id="{FFFCC0D2-EF8E-BBCC-25A4-F39BFE466801}"/>
                </a:ext>
              </a:extLst>
            </p:cNvPr>
            <p:cNvSpPr>
              <a:spLocks noGrp="1"/>
            </p:cNvSpPr>
            <p:nvPr/>
          </p:nvSpPr>
          <p:spPr>
            <a:xfrm>
              <a:off x="1220722" y="4566791"/>
              <a:ext cx="25975" cy="21848"/>
            </a:xfrm>
            <a:custGeom>
              <a:avLst/>
              <a:gdLst/>
              <a:ahLst/>
              <a:cxnLst/>
              <a:rect l="0" t="0" r="0" b="0"/>
              <a:pathLst>
                <a:path w="25975" h="21848">
                  <a:moveTo>
                    <a:pt x="25975" y="0"/>
                  </a:moveTo>
                  <a:lnTo>
                    <a:pt x="0" y="21848"/>
                  </a:lnTo>
                </a:path>
              </a:pathLst>
            </a:custGeom>
            <a:noFill/>
            <a:ln w="20003">
              <a:solidFill>
                <a:srgbClr val="A3B1BC"/>
              </a:solidFill>
            </a:ln>
          </p:spPr>
        </p:sp>
        <p:sp>
          <p:nvSpPr>
            <p:cNvPr id="1796" name="Input_receptor__1795">
              <a:extLst>
                <a:ext uri="{FF2B5EF4-FFF2-40B4-BE49-F238E27FC236}">
                  <a16:creationId xmlns:a16="http://schemas.microsoft.com/office/drawing/2014/main" id="{BB7E863C-6E19-7C08-CB53-7AD4A9710050}"/>
                </a:ext>
              </a:extLst>
            </p:cNvPr>
            <p:cNvSpPr>
              <a:spLocks noGrp="1"/>
            </p:cNvSpPr>
            <p:nvPr/>
          </p:nvSpPr>
          <p:spPr>
            <a:xfrm>
              <a:off x="812843" y="4792999"/>
              <a:ext cx="16396" cy="42442"/>
            </a:xfrm>
            <a:custGeom>
              <a:avLst/>
              <a:gdLst/>
              <a:ahLst/>
              <a:cxnLst/>
              <a:rect l="0" t="0" r="0" b="0"/>
              <a:pathLst>
                <a:path w="16396" h="42442">
                  <a:moveTo>
                    <a:pt x="0" y="42442"/>
                  </a:moveTo>
                  <a:lnTo>
                    <a:pt x="16396" y="0"/>
                  </a:lnTo>
                </a:path>
              </a:pathLst>
            </a:custGeom>
            <a:noFill/>
            <a:ln w="20003">
              <a:solidFill>
                <a:srgbClr val="A3B1BC"/>
              </a:solidFill>
            </a:ln>
          </p:spPr>
        </p:sp>
        <p:sp>
          <p:nvSpPr>
            <p:cNvPr id="1797" name="Input_receptor__1796">
              <a:extLst>
                <a:ext uri="{FF2B5EF4-FFF2-40B4-BE49-F238E27FC236}">
                  <a16:creationId xmlns:a16="http://schemas.microsoft.com/office/drawing/2014/main" id="{F7E7576F-DB3B-5FA6-B79E-D4B3091A2416}"/>
                </a:ext>
              </a:extLst>
            </p:cNvPr>
            <p:cNvSpPr>
              <a:spLocks noGrp="1"/>
            </p:cNvSpPr>
            <p:nvPr/>
          </p:nvSpPr>
          <p:spPr>
            <a:xfrm>
              <a:off x="1355991" y="4360357"/>
              <a:ext cx="38234" cy="2735"/>
            </a:xfrm>
            <a:custGeom>
              <a:avLst/>
              <a:gdLst/>
              <a:ahLst/>
              <a:cxnLst/>
              <a:rect l="0" t="0" r="0" b="0"/>
              <a:pathLst>
                <a:path w="38234" h="2735">
                  <a:moveTo>
                    <a:pt x="38234" y="0"/>
                  </a:moveTo>
                  <a:lnTo>
                    <a:pt x="0" y="2735"/>
                  </a:lnTo>
                </a:path>
              </a:pathLst>
            </a:custGeom>
            <a:noFill/>
            <a:ln w="8096">
              <a:solidFill>
                <a:srgbClr val="A3B1BC"/>
              </a:solidFill>
            </a:ln>
          </p:spPr>
        </p:sp>
        <p:sp>
          <p:nvSpPr>
            <p:cNvPr id="1798" name="Input_receptor__1797">
              <a:extLst>
                <a:ext uri="{FF2B5EF4-FFF2-40B4-BE49-F238E27FC236}">
                  <a16:creationId xmlns:a16="http://schemas.microsoft.com/office/drawing/2014/main" id="{10AC7837-1F74-0AD1-2048-409F347FCCF6}"/>
                </a:ext>
              </a:extLst>
            </p:cNvPr>
            <p:cNvSpPr>
              <a:spLocks noGrp="1"/>
            </p:cNvSpPr>
            <p:nvPr/>
          </p:nvSpPr>
          <p:spPr>
            <a:xfrm>
              <a:off x="846597" y="4430333"/>
              <a:ext cx="39768" cy="16002"/>
            </a:xfrm>
            <a:custGeom>
              <a:avLst/>
              <a:gdLst/>
              <a:ahLst/>
              <a:cxnLst/>
              <a:rect l="0" t="0" r="0" b="0"/>
              <a:pathLst>
                <a:path w="39768" h="16002">
                  <a:moveTo>
                    <a:pt x="0" y="0"/>
                  </a:moveTo>
                  <a:lnTo>
                    <a:pt x="39768" y="16002"/>
                  </a:lnTo>
                </a:path>
              </a:pathLst>
            </a:custGeom>
            <a:noFill/>
            <a:ln w="8096">
              <a:solidFill>
                <a:srgbClr val="A3B1BC"/>
              </a:solidFill>
            </a:ln>
          </p:spPr>
        </p:sp>
        <p:sp>
          <p:nvSpPr>
            <p:cNvPr id="1799" name="Input_receptor__1798">
              <a:extLst>
                <a:ext uri="{FF2B5EF4-FFF2-40B4-BE49-F238E27FC236}">
                  <a16:creationId xmlns:a16="http://schemas.microsoft.com/office/drawing/2014/main" id="{FBF7525F-B072-DC72-C0CA-5DB407CCB2C6}"/>
                </a:ext>
              </a:extLst>
            </p:cNvPr>
            <p:cNvSpPr>
              <a:spLocks noGrp="1"/>
            </p:cNvSpPr>
            <p:nvPr/>
          </p:nvSpPr>
          <p:spPr>
            <a:xfrm>
              <a:off x="832781" y="4604960"/>
              <a:ext cx="36738" cy="5407"/>
            </a:xfrm>
            <a:custGeom>
              <a:avLst/>
              <a:gdLst/>
              <a:ahLst/>
              <a:cxnLst/>
              <a:rect l="0" t="0" r="0" b="0"/>
              <a:pathLst>
                <a:path w="36738" h="5407">
                  <a:moveTo>
                    <a:pt x="0" y="5407"/>
                  </a:moveTo>
                  <a:lnTo>
                    <a:pt x="36738" y="0"/>
                  </a:lnTo>
                </a:path>
              </a:pathLst>
            </a:custGeom>
            <a:noFill/>
            <a:ln w="8096">
              <a:solidFill>
                <a:srgbClr val="A3B1BC"/>
              </a:solidFill>
            </a:ln>
          </p:spPr>
        </p:sp>
        <p:sp>
          <p:nvSpPr>
            <p:cNvPr id="1800" name="Input_receptor__1799">
              <a:extLst>
                <a:ext uri="{FF2B5EF4-FFF2-40B4-BE49-F238E27FC236}">
                  <a16:creationId xmlns:a16="http://schemas.microsoft.com/office/drawing/2014/main" id="{BB41B335-9470-4DC8-EC0F-5D2AB68AB2D6}"/>
                </a:ext>
              </a:extLst>
            </p:cNvPr>
            <p:cNvSpPr>
              <a:spLocks noGrp="1"/>
            </p:cNvSpPr>
            <p:nvPr/>
          </p:nvSpPr>
          <p:spPr>
            <a:xfrm>
              <a:off x="1540084" y="4363427"/>
              <a:ext cx="25362" cy="40519"/>
            </a:xfrm>
            <a:custGeom>
              <a:avLst/>
              <a:gdLst/>
              <a:ahLst/>
              <a:cxnLst/>
              <a:rect l="0" t="0" r="0" b="0"/>
              <a:pathLst>
                <a:path w="25362" h="40519">
                  <a:moveTo>
                    <a:pt x="25362" y="40519"/>
                  </a:moveTo>
                  <a:lnTo>
                    <a:pt x="0" y="0"/>
                  </a:lnTo>
                </a:path>
              </a:pathLst>
            </a:custGeom>
            <a:noFill/>
            <a:ln w="8096">
              <a:solidFill>
                <a:srgbClr val="A3B1BD"/>
              </a:solidFill>
            </a:ln>
          </p:spPr>
        </p:sp>
        <p:sp>
          <p:nvSpPr>
            <p:cNvPr id="1801" name="Input_receptor__1800">
              <a:extLst>
                <a:ext uri="{FF2B5EF4-FFF2-40B4-BE49-F238E27FC236}">
                  <a16:creationId xmlns:a16="http://schemas.microsoft.com/office/drawing/2014/main" id="{03B0A257-D18D-BA8C-15CE-2FE29E99880B}"/>
                </a:ext>
              </a:extLst>
            </p:cNvPr>
            <p:cNvSpPr>
              <a:spLocks noGrp="1"/>
            </p:cNvSpPr>
            <p:nvPr/>
          </p:nvSpPr>
          <p:spPr>
            <a:xfrm>
              <a:off x="1531724" y="4403946"/>
              <a:ext cx="33722" cy="34274"/>
            </a:xfrm>
            <a:custGeom>
              <a:avLst/>
              <a:gdLst/>
              <a:ahLst/>
              <a:cxnLst/>
              <a:rect l="0" t="0" r="0" b="0"/>
              <a:pathLst>
                <a:path w="33722" h="34274">
                  <a:moveTo>
                    <a:pt x="0" y="34274"/>
                  </a:moveTo>
                  <a:lnTo>
                    <a:pt x="33722" y="0"/>
                  </a:lnTo>
                </a:path>
              </a:pathLst>
            </a:custGeom>
            <a:noFill/>
            <a:ln w="20003">
              <a:solidFill>
                <a:srgbClr val="A3B1BD"/>
              </a:solidFill>
            </a:ln>
          </p:spPr>
        </p:sp>
        <p:sp>
          <p:nvSpPr>
            <p:cNvPr id="1802" name="Input_receptor__1801">
              <a:extLst>
                <a:ext uri="{FF2B5EF4-FFF2-40B4-BE49-F238E27FC236}">
                  <a16:creationId xmlns:a16="http://schemas.microsoft.com/office/drawing/2014/main" id="{C5222F22-0736-A829-8FEC-F0F4535AB525}"/>
                </a:ext>
              </a:extLst>
            </p:cNvPr>
            <p:cNvSpPr>
              <a:spLocks noGrp="1"/>
            </p:cNvSpPr>
            <p:nvPr/>
          </p:nvSpPr>
          <p:spPr>
            <a:xfrm>
              <a:off x="1513746" y="4187039"/>
              <a:ext cx="12541" cy="25966"/>
            </a:xfrm>
            <a:custGeom>
              <a:avLst/>
              <a:gdLst/>
              <a:ahLst/>
              <a:cxnLst/>
              <a:rect l="0" t="0" r="0" b="0"/>
              <a:pathLst>
                <a:path w="12541" h="25966">
                  <a:moveTo>
                    <a:pt x="12541" y="0"/>
                  </a:moveTo>
                  <a:lnTo>
                    <a:pt x="0" y="25966"/>
                  </a:lnTo>
                </a:path>
              </a:pathLst>
            </a:custGeom>
            <a:noFill/>
            <a:ln w="8096">
              <a:solidFill>
                <a:srgbClr val="A3B1BD"/>
              </a:solidFill>
            </a:ln>
          </p:spPr>
        </p:sp>
        <p:sp>
          <p:nvSpPr>
            <p:cNvPr id="1803" name="Input_receptor__1802">
              <a:extLst>
                <a:ext uri="{FF2B5EF4-FFF2-40B4-BE49-F238E27FC236}">
                  <a16:creationId xmlns:a16="http://schemas.microsoft.com/office/drawing/2014/main" id="{0B2CBF3B-E98D-6FC7-B4DC-EF7939D8B960}"/>
                </a:ext>
              </a:extLst>
            </p:cNvPr>
            <p:cNvSpPr>
              <a:spLocks noGrp="1"/>
            </p:cNvSpPr>
            <p:nvPr/>
          </p:nvSpPr>
          <p:spPr>
            <a:xfrm>
              <a:off x="711296" y="4611494"/>
              <a:ext cx="39461" cy="27661"/>
            </a:xfrm>
            <a:custGeom>
              <a:avLst/>
              <a:gdLst/>
              <a:ahLst/>
              <a:cxnLst/>
              <a:rect l="0" t="0" r="0" b="0"/>
              <a:pathLst>
                <a:path w="39461" h="27661">
                  <a:moveTo>
                    <a:pt x="0" y="27661"/>
                  </a:moveTo>
                  <a:lnTo>
                    <a:pt x="39461" y="0"/>
                  </a:lnTo>
                </a:path>
              </a:pathLst>
            </a:custGeom>
            <a:noFill/>
            <a:ln w="20003">
              <a:solidFill>
                <a:srgbClr val="A3B1BD"/>
              </a:solidFill>
            </a:ln>
          </p:spPr>
        </p:sp>
        <p:sp>
          <p:nvSpPr>
            <p:cNvPr id="1804" name="Input_receptor__1803">
              <a:extLst>
                <a:ext uri="{FF2B5EF4-FFF2-40B4-BE49-F238E27FC236}">
                  <a16:creationId xmlns:a16="http://schemas.microsoft.com/office/drawing/2014/main" id="{622A0F8F-34FD-6592-0B47-C93C7E5B3493}"/>
                </a:ext>
              </a:extLst>
            </p:cNvPr>
            <p:cNvSpPr>
              <a:spLocks noGrp="1"/>
            </p:cNvSpPr>
            <p:nvPr/>
          </p:nvSpPr>
          <p:spPr>
            <a:xfrm>
              <a:off x="666392" y="4621876"/>
              <a:ext cx="44904" cy="17279"/>
            </a:xfrm>
            <a:custGeom>
              <a:avLst/>
              <a:gdLst/>
              <a:ahLst/>
              <a:cxnLst/>
              <a:rect l="0" t="0" r="0" b="0"/>
              <a:pathLst>
                <a:path w="44904" h="17279">
                  <a:moveTo>
                    <a:pt x="0" y="0"/>
                  </a:moveTo>
                  <a:lnTo>
                    <a:pt x="44904" y="17279"/>
                  </a:lnTo>
                </a:path>
              </a:pathLst>
            </a:custGeom>
            <a:noFill/>
            <a:ln w="20003">
              <a:solidFill>
                <a:srgbClr val="A3B1BD"/>
              </a:solidFill>
            </a:ln>
          </p:spPr>
        </p:sp>
        <p:sp>
          <p:nvSpPr>
            <p:cNvPr id="1805" name="Input_receptor__1804">
              <a:extLst>
                <a:ext uri="{FF2B5EF4-FFF2-40B4-BE49-F238E27FC236}">
                  <a16:creationId xmlns:a16="http://schemas.microsoft.com/office/drawing/2014/main" id="{86221B94-6404-34EA-2F7A-A23C475DDEB6}"/>
                </a:ext>
              </a:extLst>
            </p:cNvPr>
            <p:cNvSpPr>
              <a:spLocks noGrp="1"/>
            </p:cNvSpPr>
            <p:nvPr/>
          </p:nvSpPr>
          <p:spPr>
            <a:xfrm>
              <a:off x="1349920" y="4419224"/>
              <a:ext cx="47555" cy="357"/>
            </a:xfrm>
            <a:custGeom>
              <a:avLst/>
              <a:gdLst/>
              <a:ahLst/>
              <a:cxnLst/>
              <a:rect l="0" t="0" r="0" b="0"/>
              <a:pathLst>
                <a:path w="47555" h="357">
                  <a:moveTo>
                    <a:pt x="0" y="357"/>
                  </a:moveTo>
                  <a:lnTo>
                    <a:pt x="47555" y="0"/>
                  </a:lnTo>
                </a:path>
              </a:pathLst>
            </a:custGeom>
            <a:noFill/>
            <a:ln w="8096">
              <a:solidFill>
                <a:srgbClr val="A3B1BD"/>
              </a:solidFill>
            </a:ln>
          </p:spPr>
        </p:sp>
        <p:sp>
          <p:nvSpPr>
            <p:cNvPr id="1806" name="Input_receptor__1805">
              <a:extLst>
                <a:ext uri="{FF2B5EF4-FFF2-40B4-BE49-F238E27FC236}">
                  <a16:creationId xmlns:a16="http://schemas.microsoft.com/office/drawing/2014/main" id="{A3F23D5A-D749-F140-C0A3-A58EA7D193A2}"/>
                </a:ext>
              </a:extLst>
            </p:cNvPr>
            <p:cNvSpPr>
              <a:spLocks noGrp="1"/>
            </p:cNvSpPr>
            <p:nvPr/>
          </p:nvSpPr>
          <p:spPr>
            <a:xfrm>
              <a:off x="883383" y="4740848"/>
              <a:ext cx="21380" cy="43025"/>
            </a:xfrm>
            <a:custGeom>
              <a:avLst/>
              <a:gdLst/>
              <a:ahLst/>
              <a:cxnLst/>
              <a:rect l="0" t="0" r="0" b="0"/>
              <a:pathLst>
                <a:path w="21380" h="43025">
                  <a:moveTo>
                    <a:pt x="0" y="0"/>
                  </a:moveTo>
                  <a:lnTo>
                    <a:pt x="21380" y="43025"/>
                  </a:lnTo>
                </a:path>
              </a:pathLst>
            </a:custGeom>
            <a:noFill/>
            <a:ln w="8096">
              <a:solidFill>
                <a:srgbClr val="A3B1BD"/>
              </a:solidFill>
            </a:ln>
          </p:spPr>
        </p:sp>
        <p:sp>
          <p:nvSpPr>
            <p:cNvPr id="1807" name="Input_receptor__1806">
              <a:extLst>
                <a:ext uri="{FF2B5EF4-FFF2-40B4-BE49-F238E27FC236}">
                  <a16:creationId xmlns:a16="http://schemas.microsoft.com/office/drawing/2014/main" id="{3885872E-17A0-8F73-3E2F-5172E96ACD55}"/>
                </a:ext>
              </a:extLst>
            </p:cNvPr>
            <p:cNvSpPr>
              <a:spLocks noGrp="1"/>
            </p:cNvSpPr>
            <p:nvPr/>
          </p:nvSpPr>
          <p:spPr>
            <a:xfrm>
              <a:off x="716292" y="4793738"/>
              <a:ext cx="13129" cy="46531"/>
            </a:xfrm>
            <a:custGeom>
              <a:avLst/>
              <a:gdLst/>
              <a:ahLst/>
              <a:cxnLst/>
              <a:rect l="0" t="0" r="0" b="0"/>
              <a:pathLst>
                <a:path w="13129" h="46531">
                  <a:moveTo>
                    <a:pt x="0" y="0"/>
                  </a:moveTo>
                  <a:lnTo>
                    <a:pt x="13129" y="46531"/>
                  </a:lnTo>
                </a:path>
              </a:pathLst>
            </a:custGeom>
            <a:noFill/>
            <a:ln w="8096">
              <a:solidFill>
                <a:srgbClr val="A3B1BD"/>
              </a:solidFill>
            </a:ln>
          </p:spPr>
        </p:sp>
        <p:sp>
          <p:nvSpPr>
            <p:cNvPr id="1808" name="Input_receptor__1807">
              <a:extLst>
                <a:ext uri="{FF2B5EF4-FFF2-40B4-BE49-F238E27FC236}">
                  <a16:creationId xmlns:a16="http://schemas.microsoft.com/office/drawing/2014/main" id="{19E272BE-76A7-88CF-3F13-1971FFC4A4E3}"/>
                </a:ext>
              </a:extLst>
            </p:cNvPr>
            <p:cNvSpPr>
              <a:spLocks noGrp="1"/>
            </p:cNvSpPr>
            <p:nvPr/>
          </p:nvSpPr>
          <p:spPr>
            <a:xfrm>
              <a:off x="999811" y="4491752"/>
              <a:ext cx="15458" cy="14608"/>
            </a:xfrm>
            <a:custGeom>
              <a:avLst/>
              <a:gdLst/>
              <a:ahLst/>
              <a:cxnLst/>
              <a:rect l="0" t="0" r="0" b="0"/>
              <a:pathLst>
                <a:path w="15458" h="14608">
                  <a:moveTo>
                    <a:pt x="15458" y="0"/>
                  </a:moveTo>
                  <a:lnTo>
                    <a:pt x="0" y="14608"/>
                  </a:lnTo>
                </a:path>
              </a:pathLst>
            </a:custGeom>
            <a:noFill/>
            <a:ln w="8096">
              <a:solidFill>
                <a:srgbClr val="A3B1BD"/>
              </a:solidFill>
            </a:ln>
          </p:spPr>
        </p:sp>
        <p:sp>
          <p:nvSpPr>
            <p:cNvPr id="1809" name="Input_receptor__1808">
              <a:extLst>
                <a:ext uri="{FF2B5EF4-FFF2-40B4-BE49-F238E27FC236}">
                  <a16:creationId xmlns:a16="http://schemas.microsoft.com/office/drawing/2014/main" id="{D4FECB58-A678-A0E6-CA0D-53CBF8F61C51}"/>
                </a:ext>
              </a:extLst>
            </p:cNvPr>
            <p:cNvSpPr>
              <a:spLocks noGrp="1"/>
            </p:cNvSpPr>
            <p:nvPr/>
          </p:nvSpPr>
          <p:spPr>
            <a:xfrm>
              <a:off x="1248329" y="4755402"/>
              <a:ext cx="21933" cy="9998"/>
            </a:xfrm>
            <a:custGeom>
              <a:avLst/>
              <a:gdLst/>
              <a:ahLst/>
              <a:cxnLst/>
              <a:rect l="0" t="0" r="0" b="0"/>
              <a:pathLst>
                <a:path w="21933" h="9998">
                  <a:moveTo>
                    <a:pt x="0" y="9998"/>
                  </a:moveTo>
                  <a:lnTo>
                    <a:pt x="21933" y="0"/>
                  </a:lnTo>
                </a:path>
              </a:pathLst>
            </a:custGeom>
            <a:noFill/>
            <a:ln w="8096">
              <a:solidFill>
                <a:srgbClr val="A3B1BD"/>
              </a:solidFill>
            </a:ln>
          </p:spPr>
        </p:sp>
        <p:sp>
          <p:nvSpPr>
            <p:cNvPr id="1810" name="Input_receptor__1809">
              <a:extLst>
                <a:ext uri="{FF2B5EF4-FFF2-40B4-BE49-F238E27FC236}">
                  <a16:creationId xmlns:a16="http://schemas.microsoft.com/office/drawing/2014/main" id="{35E781AE-AE10-2B30-ED1C-802A5A3E86CD}"/>
                </a:ext>
              </a:extLst>
            </p:cNvPr>
            <p:cNvSpPr>
              <a:spLocks noGrp="1"/>
            </p:cNvSpPr>
            <p:nvPr/>
          </p:nvSpPr>
          <p:spPr>
            <a:xfrm>
              <a:off x="886365" y="4415887"/>
              <a:ext cx="37677" cy="30447"/>
            </a:xfrm>
            <a:custGeom>
              <a:avLst/>
              <a:gdLst/>
              <a:ahLst/>
              <a:cxnLst/>
              <a:rect l="0" t="0" r="0" b="0"/>
              <a:pathLst>
                <a:path w="37677" h="30447">
                  <a:moveTo>
                    <a:pt x="0" y="30447"/>
                  </a:moveTo>
                  <a:lnTo>
                    <a:pt x="37677" y="0"/>
                  </a:lnTo>
                </a:path>
              </a:pathLst>
            </a:custGeom>
            <a:noFill/>
            <a:ln w="8096">
              <a:solidFill>
                <a:srgbClr val="A3B2BD"/>
              </a:solidFill>
            </a:ln>
          </p:spPr>
        </p:sp>
        <p:sp>
          <p:nvSpPr>
            <p:cNvPr id="1811" name="Input_receptor__1810">
              <a:extLst>
                <a:ext uri="{FF2B5EF4-FFF2-40B4-BE49-F238E27FC236}">
                  <a16:creationId xmlns:a16="http://schemas.microsoft.com/office/drawing/2014/main" id="{3B040454-0891-C991-B1CB-BE67B9446699}"/>
                </a:ext>
              </a:extLst>
            </p:cNvPr>
            <p:cNvSpPr>
              <a:spLocks noGrp="1"/>
            </p:cNvSpPr>
            <p:nvPr/>
          </p:nvSpPr>
          <p:spPr>
            <a:xfrm>
              <a:off x="1228858" y="4510645"/>
              <a:ext cx="46550" cy="940"/>
            </a:xfrm>
            <a:custGeom>
              <a:avLst/>
              <a:gdLst/>
              <a:ahLst/>
              <a:cxnLst/>
              <a:rect l="0" t="0" r="0" b="0"/>
              <a:pathLst>
                <a:path w="46550" h="940">
                  <a:moveTo>
                    <a:pt x="46550" y="940"/>
                  </a:moveTo>
                  <a:lnTo>
                    <a:pt x="0" y="0"/>
                  </a:lnTo>
                </a:path>
              </a:pathLst>
            </a:custGeom>
            <a:noFill/>
            <a:ln w="20003">
              <a:solidFill>
                <a:srgbClr val="A3B2BD"/>
              </a:solidFill>
            </a:ln>
          </p:spPr>
        </p:sp>
        <p:sp>
          <p:nvSpPr>
            <p:cNvPr id="1812" name="Input_receptor__1811">
              <a:extLst>
                <a:ext uri="{FF2B5EF4-FFF2-40B4-BE49-F238E27FC236}">
                  <a16:creationId xmlns:a16="http://schemas.microsoft.com/office/drawing/2014/main" id="{D39C7339-2676-EEC9-B0B6-5818BB126F45}"/>
                </a:ext>
              </a:extLst>
            </p:cNvPr>
            <p:cNvSpPr>
              <a:spLocks noGrp="1"/>
            </p:cNvSpPr>
            <p:nvPr/>
          </p:nvSpPr>
          <p:spPr>
            <a:xfrm>
              <a:off x="1174538" y="4588639"/>
              <a:ext cx="46183" cy="10398"/>
            </a:xfrm>
            <a:custGeom>
              <a:avLst/>
              <a:gdLst/>
              <a:ahLst/>
              <a:cxnLst/>
              <a:rect l="0" t="0" r="0" b="0"/>
              <a:pathLst>
                <a:path w="46183" h="10398">
                  <a:moveTo>
                    <a:pt x="46183" y="0"/>
                  </a:moveTo>
                  <a:lnTo>
                    <a:pt x="0" y="10398"/>
                  </a:lnTo>
                </a:path>
              </a:pathLst>
            </a:custGeom>
            <a:noFill/>
            <a:ln w="20003">
              <a:solidFill>
                <a:srgbClr val="A4B2BD"/>
              </a:solidFill>
            </a:ln>
          </p:spPr>
        </p:sp>
        <p:sp>
          <p:nvSpPr>
            <p:cNvPr id="1813" name="Input_receptor__1812">
              <a:extLst>
                <a:ext uri="{FF2B5EF4-FFF2-40B4-BE49-F238E27FC236}">
                  <a16:creationId xmlns:a16="http://schemas.microsoft.com/office/drawing/2014/main" id="{C5737410-1541-3AEC-B20C-A1FE8B30093E}"/>
                </a:ext>
              </a:extLst>
            </p:cNvPr>
            <p:cNvSpPr>
              <a:spLocks noGrp="1"/>
            </p:cNvSpPr>
            <p:nvPr/>
          </p:nvSpPr>
          <p:spPr>
            <a:xfrm>
              <a:off x="1275408" y="4468775"/>
              <a:ext cx="20276" cy="42811"/>
            </a:xfrm>
            <a:custGeom>
              <a:avLst/>
              <a:gdLst/>
              <a:ahLst/>
              <a:cxnLst/>
              <a:rect l="0" t="0" r="0" b="0"/>
              <a:pathLst>
                <a:path w="20276" h="42811">
                  <a:moveTo>
                    <a:pt x="20276" y="0"/>
                  </a:moveTo>
                  <a:lnTo>
                    <a:pt x="0" y="42811"/>
                  </a:lnTo>
                </a:path>
              </a:pathLst>
            </a:custGeom>
            <a:noFill/>
            <a:ln w="8096">
              <a:solidFill>
                <a:srgbClr val="A4B2BD"/>
              </a:solidFill>
            </a:ln>
          </p:spPr>
        </p:sp>
        <p:sp>
          <p:nvSpPr>
            <p:cNvPr id="1814" name="Input_receptor__1813">
              <a:extLst>
                <a:ext uri="{FF2B5EF4-FFF2-40B4-BE49-F238E27FC236}">
                  <a16:creationId xmlns:a16="http://schemas.microsoft.com/office/drawing/2014/main" id="{596C0892-9216-D8B7-F468-FA0EE445DA53}"/>
                </a:ext>
              </a:extLst>
            </p:cNvPr>
            <p:cNvSpPr>
              <a:spLocks noGrp="1"/>
            </p:cNvSpPr>
            <p:nvPr/>
          </p:nvSpPr>
          <p:spPr>
            <a:xfrm>
              <a:off x="1133560" y="4842317"/>
              <a:ext cx="33368" cy="952"/>
            </a:xfrm>
            <a:custGeom>
              <a:avLst/>
              <a:gdLst/>
              <a:ahLst/>
              <a:cxnLst/>
              <a:rect l="0" t="0" r="0" b="0"/>
              <a:pathLst>
                <a:path w="33368" h="952">
                  <a:moveTo>
                    <a:pt x="33368" y="952"/>
                  </a:moveTo>
                  <a:lnTo>
                    <a:pt x="0" y="0"/>
                  </a:lnTo>
                </a:path>
              </a:pathLst>
            </a:custGeom>
            <a:noFill/>
            <a:ln w="20003">
              <a:solidFill>
                <a:srgbClr val="A4B2BD"/>
              </a:solidFill>
            </a:ln>
          </p:spPr>
        </p:sp>
        <p:sp>
          <p:nvSpPr>
            <p:cNvPr id="1815" name="Input_receptor__1814">
              <a:extLst>
                <a:ext uri="{FF2B5EF4-FFF2-40B4-BE49-F238E27FC236}">
                  <a16:creationId xmlns:a16="http://schemas.microsoft.com/office/drawing/2014/main" id="{F72F1EDF-502A-20CC-2F1A-E10220662321}"/>
                </a:ext>
              </a:extLst>
            </p:cNvPr>
            <p:cNvSpPr>
              <a:spLocks noGrp="1"/>
            </p:cNvSpPr>
            <p:nvPr/>
          </p:nvSpPr>
          <p:spPr>
            <a:xfrm>
              <a:off x="1540084" y="4323853"/>
              <a:ext cx="5614" cy="39574"/>
            </a:xfrm>
            <a:custGeom>
              <a:avLst/>
              <a:gdLst/>
              <a:ahLst/>
              <a:cxnLst/>
              <a:rect l="0" t="0" r="0" b="0"/>
              <a:pathLst>
                <a:path w="5614" h="39574">
                  <a:moveTo>
                    <a:pt x="0" y="39574"/>
                  </a:moveTo>
                  <a:lnTo>
                    <a:pt x="5614" y="0"/>
                  </a:lnTo>
                </a:path>
              </a:pathLst>
            </a:custGeom>
            <a:noFill/>
            <a:ln w="20003">
              <a:solidFill>
                <a:srgbClr val="A4B2BD"/>
              </a:solidFill>
            </a:ln>
          </p:spPr>
        </p:sp>
        <p:sp>
          <p:nvSpPr>
            <p:cNvPr id="1816" name="Input_receptor__1815">
              <a:extLst>
                <a:ext uri="{FF2B5EF4-FFF2-40B4-BE49-F238E27FC236}">
                  <a16:creationId xmlns:a16="http://schemas.microsoft.com/office/drawing/2014/main" id="{751A4736-7BFE-2563-2EF6-9F0C14BB9A8F}"/>
                </a:ext>
              </a:extLst>
            </p:cNvPr>
            <p:cNvSpPr>
              <a:spLocks noGrp="1"/>
            </p:cNvSpPr>
            <p:nvPr/>
          </p:nvSpPr>
          <p:spPr>
            <a:xfrm>
              <a:off x="1396652" y="4310689"/>
              <a:ext cx="5836" cy="2542"/>
            </a:xfrm>
            <a:custGeom>
              <a:avLst/>
              <a:gdLst/>
              <a:ahLst/>
              <a:cxnLst/>
              <a:rect l="0" t="0" r="0" b="0"/>
              <a:pathLst>
                <a:path w="5836" h="2542">
                  <a:moveTo>
                    <a:pt x="0" y="0"/>
                  </a:moveTo>
                  <a:lnTo>
                    <a:pt x="5836" y="2542"/>
                  </a:lnTo>
                </a:path>
              </a:pathLst>
            </a:custGeom>
            <a:noFill/>
            <a:ln w="8096">
              <a:solidFill>
                <a:srgbClr val="A4B2BD"/>
              </a:solidFill>
            </a:ln>
          </p:spPr>
        </p:sp>
        <p:sp>
          <p:nvSpPr>
            <p:cNvPr id="1817" name="Input_receptor__1816">
              <a:extLst>
                <a:ext uri="{FF2B5EF4-FFF2-40B4-BE49-F238E27FC236}">
                  <a16:creationId xmlns:a16="http://schemas.microsoft.com/office/drawing/2014/main" id="{6E1331F0-BA6F-123A-9C5D-7B0A1B916614}"/>
                </a:ext>
              </a:extLst>
            </p:cNvPr>
            <p:cNvSpPr>
              <a:spLocks noGrp="1"/>
            </p:cNvSpPr>
            <p:nvPr/>
          </p:nvSpPr>
          <p:spPr>
            <a:xfrm>
              <a:off x="1212946" y="4715887"/>
              <a:ext cx="7989" cy="9156"/>
            </a:xfrm>
            <a:custGeom>
              <a:avLst/>
              <a:gdLst/>
              <a:ahLst/>
              <a:cxnLst/>
              <a:rect l="0" t="0" r="0" b="0"/>
              <a:pathLst>
                <a:path w="7989" h="9156">
                  <a:moveTo>
                    <a:pt x="7989" y="0"/>
                  </a:moveTo>
                  <a:lnTo>
                    <a:pt x="0" y="9156"/>
                  </a:lnTo>
                </a:path>
              </a:pathLst>
            </a:custGeom>
            <a:noFill/>
            <a:ln w="20003">
              <a:solidFill>
                <a:srgbClr val="A4B2BD"/>
              </a:solidFill>
            </a:ln>
          </p:spPr>
        </p:sp>
        <p:sp>
          <p:nvSpPr>
            <p:cNvPr id="1818" name="Input_receptor__1817">
              <a:extLst>
                <a:ext uri="{FF2B5EF4-FFF2-40B4-BE49-F238E27FC236}">
                  <a16:creationId xmlns:a16="http://schemas.microsoft.com/office/drawing/2014/main" id="{4900340C-B6D4-8BDB-E723-11F4AF99201C}"/>
                </a:ext>
              </a:extLst>
            </p:cNvPr>
            <p:cNvSpPr>
              <a:spLocks noGrp="1"/>
            </p:cNvSpPr>
            <p:nvPr/>
          </p:nvSpPr>
          <p:spPr>
            <a:xfrm>
              <a:off x="868001" y="4669528"/>
              <a:ext cx="37721" cy="8720"/>
            </a:xfrm>
            <a:custGeom>
              <a:avLst/>
              <a:gdLst/>
              <a:ahLst/>
              <a:cxnLst/>
              <a:rect l="0" t="0" r="0" b="0"/>
              <a:pathLst>
                <a:path w="37721" h="8720">
                  <a:moveTo>
                    <a:pt x="0" y="0"/>
                  </a:moveTo>
                  <a:lnTo>
                    <a:pt x="37721" y="8720"/>
                  </a:lnTo>
                </a:path>
              </a:pathLst>
            </a:custGeom>
            <a:noFill/>
            <a:ln w="20003">
              <a:solidFill>
                <a:srgbClr val="A4B2BD"/>
              </a:solidFill>
            </a:ln>
          </p:spPr>
        </p:sp>
        <p:sp>
          <p:nvSpPr>
            <p:cNvPr id="1819" name="Input_receptor__1818">
              <a:extLst>
                <a:ext uri="{FF2B5EF4-FFF2-40B4-BE49-F238E27FC236}">
                  <a16:creationId xmlns:a16="http://schemas.microsoft.com/office/drawing/2014/main" id="{0F801042-8DFB-C14B-7C55-C03737BBE6B9}"/>
                </a:ext>
              </a:extLst>
            </p:cNvPr>
            <p:cNvSpPr>
              <a:spLocks noGrp="1"/>
            </p:cNvSpPr>
            <p:nvPr/>
          </p:nvSpPr>
          <p:spPr>
            <a:xfrm>
              <a:off x="629903" y="4621876"/>
              <a:ext cx="36488" cy="21373"/>
            </a:xfrm>
            <a:custGeom>
              <a:avLst/>
              <a:gdLst/>
              <a:ahLst/>
              <a:cxnLst/>
              <a:rect l="0" t="0" r="0" b="0"/>
              <a:pathLst>
                <a:path w="36488" h="21373">
                  <a:moveTo>
                    <a:pt x="0" y="21373"/>
                  </a:moveTo>
                  <a:lnTo>
                    <a:pt x="36488" y="0"/>
                  </a:lnTo>
                </a:path>
              </a:pathLst>
            </a:custGeom>
            <a:noFill/>
            <a:ln w="8096">
              <a:solidFill>
                <a:srgbClr val="A4B2BD"/>
              </a:solidFill>
            </a:ln>
          </p:spPr>
        </p:sp>
        <p:sp>
          <p:nvSpPr>
            <p:cNvPr id="1820" name="Input_receptor__1819">
              <a:extLst>
                <a:ext uri="{FF2B5EF4-FFF2-40B4-BE49-F238E27FC236}">
                  <a16:creationId xmlns:a16="http://schemas.microsoft.com/office/drawing/2014/main" id="{B1734D62-E696-E269-C518-4628BFC82BE8}"/>
                </a:ext>
              </a:extLst>
            </p:cNvPr>
            <p:cNvSpPr>
              <a:spLocks noGrp="1"/>
            </p:cNvSpPr>
            <p:nvPr/>
          </p:nvSpPr>
          <p:spPr>
            <a:xfrm>
              <a:off x="1197962" y="4510645"/>
              <a:ext cx="30896" cy="25466"/>
            </a:xfrm>
            <a:custGeom>
              <a:avLst/>
              <a:gdLst/>
              <a:ahLst/>
              <a:cxnLst/>
              <a:rect l="0" t="0" r="0" b="0"/>
              <a:pathLst>
                <a:path w="30896" h="25466">
                  <a:moveTo>
                    <a:pt x="30896" y="0"/>
                  </a:moveTo>
                  <a:lnTo>
                    <a:pt x="0" y="25466"/>
                  </a:lnTo>
                </a:path>
              </a:pathLst>
            </a:custGeom>
            <a:noFill/>
            <a:ln w="20003">
              <a:solidFill>
                <a:srgbClr val="A4B2BD"/>
              </a:solidFill>
            </a:ln>
          </p:spPr>
        </p:sp>
        <p:sp>
          <p:nvSpPr>
            <p:cNvPr id="1821" name="Input_receptor__1820">
              <a:extLst>
                <a:ext uri="{FF2B5EF4-FFF2-40B4-BE49-F238E27FC236}">
                  <a16:creationId xmlns:a16="http://schemas.microsoft.com/office/drawing/2014/main" id="{941C6A4A-33DC-32DE-7F00-EEC9B617C3A4}"/>
                </a:ext>
              </a:extLst>
            </p:cNvPr>
            <p:cNvSpPr>
              <a:spLocks noGrp="1"/>
            </p:cNvSpPr>
            <p:nvPr/>
          </p:nvSpPr>
          <p:spPr>
            <a:xfrm>
              <a:off x="1458785" y="4159769"/>
              <a:ext cx="27662" cy="39031"/>
            </a:xfrm>
            <a:custGeom>
              <a:avLst/>
              <a:gdLst/>
              <a:ahLst/>
              <a:cxnLst/>
              <a:rect l="0" t="0" r="0" b="0"/>
              <a:pathLst>
                <a:path w="27662" h="39031">
                  <a:moveTo>
                    <a:pt x="0" y="39031"/>
                  </a:moveTo>
                  <a:lnTo>
                    <a:pt x="27662" y="0"/>
                  </a:lnTo>
                </a:path>
              </a:pathLst>
            </a:custGeom>
            <a:noFill/>
            <a:ln w="8096">
              <a:solidFill>
                <a:srgbClr val="A4B2BD"/>
              </a:solidFill>
            </a:ln>
          </p:spPr>
        </p:sp>
        <p:sp>
          <p:nvSpPr>
            <p:cNvPr id="1822" name="Input_receptor__1821">
              <a:extLst>
                <a:ext uri="{FF2B5EF4-FFF2-40B4-BE49-F238E27FC236}">
                  <a16:creationId xmlns:a16="http://schemas.microsoft.com/office/drawing/2014/main" id="{31F4284E-775A-7B1A-B690-4AA44712C092}"/>
                </a:ext>
              </a:extLst>
            </p:cNvPr>
            <p:cNvSpPr>
              <a:spLocks noGrp="1"/>
            </p:cNvSpPr>
            <p:nvPr/>
          </p:nvSpPr>
          <p:spPr>
            <a:xfrm>
              <a:off x="1176246" y="4657733"/>
              <a:ext cx="14121" cy="10889"/>
            </a:xfrm>
            <a:custGeom>
              <a:avLst/>
              <a:gdLst/>
              <a:ahLst/>
              <a:cxnLst/>
              <a:rect l="0" t="0" r="0" b="0"/>
              <a:pathLst>
                <a:path w="14121" h="10889">
                  <a:moveTo>
                    <a:pt x="14121" y="0"/>
                  </a:moveTo>
                  <a:lnTo>
                    <a:pt x="0" y="10889"/>
                  </a:lnTo>
                </a:path>
              </a:pathLst>
            </a:custGeom>
            <a:noFill/>
            <a:ln w="20003">
              <a:solidFill>
                <a:srgbClr val="A4B2BD"/>
              </a:solidFill>
            </a:ln>
          </p:spPr>
        </p:sp>
        <p:sp>
          <p:nvSpPr>
            <p:cNvPr id="1823" name="Input_receptor__1822">
              <a:extLst>
                <a:ext uri="{FF2B5EF4-FFF2-40B4-BE49-F238E27FC236}">
                  <a16:creationId xmlns:a16="http://schemas.microsoft.com/office/drawing/2014/main" id="{6413C9D4-DA1B-3DE0-4BA5-47F556903B61}"/>
                </a:ext>
              </a:extLst>
            </p:cNvPr>
            <p:cNvSpPr>
              <a:spLocks noGrp="1"/>
            </p:cNvSpPr>
            <p:nvPr/>
          </p:nvSpPr>
          <p:spPr>
            <a:xfrm>
              <a:off x="837651" y="4661788"/>
              <a:ext cx="30351" cy="7740"/>
            </a:xfrm>
            <a:custGeom>
              <a:avLst/>
              <a:gdLst/>
              <a:ahLst/>
              <a:cxnLst/>
              <a:rect l="0" t="0" r="0" b="0"/>
              <a:pathLst>
                <a:path w="30351" h="7740">
                  <a:moveTo>
                    <a:pt x="0" y="0"/>
                  </a:moveTo>
                  <a:lnTo>
                    <a:pt x="30351" y="7740"/>
                  </a:lnTo>
                </a:path>
              </a:pathLst>
            </a:custGeom>
            <a:noFill/>
            <a:ln w="8096">
              <a:solidFill>
                <a:srgbClr val="A4B2BE"/>
              </a:solidFill>
            </a:ln>
          </p:spPr>
        </p:sp>
        <p:sp>
          <p:nvSpPr>
            <p:cNvPr id="1824" name="Input_receptor__1823">
              <a:extLst>
                <a:ext uri="{FF2B5EF4-FFF2-40B4-BE49-F238E27FC236}">
                  <a16:creationId xmlns:a16="http://schemas.microsoft.com/office/drawing/2014/main" id="{5F54BC9D-1907-66ED-279B-E7951D071B86}"/>
                </a:ext>
              </a:extLst>
            </p:cNvPr>
            <p:cNvSpPr>
              <a:spLocks noGrp="1"/>
            </p:cNvSpPr>
            <p:nvPr/>
          </p:nvSpPr>
          <p:spPr>
            <a:xfrm>
              <a:off x="1126454" y="4696242"/>
              <a:ext cx="10555" cy="23610"/>
            </a:xfrm>
            <a:custGeom>
              <a:avLst/>
              <a:gdLst/>
              <a:ahLst/>
              <a:cxnLst/>
              <a:rect l="0" t="0" r="0" b="0"/>
              <a:pathLst>
                <a:path w="10555" h="23610">
                  <a:moveTo>
                    <a:pt x="10555" y="0"/>
                  </a:moveTo>
                  <a:lnTo>
                    <a:pt x="0" y="23610"/>
                  </a:lnTo>
                </a:path>
              </a:pathLst>
            </a:custGeom>
            <a:noFill/>
            <a:ln w="8096">
              <a:solidFill>
                <a:srgbClr val="A4B2BE"/>
              </a:solidFill>
            </a:ln>
          </p:spPr>
        </p:sp>
        <p:sp>
          <p:nvSpPr>
            <p:cNvPr id="1825" name="Input_receptor__1824">
              <a:extLst>
                <a:ext uri="{FF2B5EF4-FFF2-40B4-BE49-F238E27FC236}">
                  <a16:creationId xmlns:a16="http://schemas.microsoft.com/office/drawing/2014/main" id="{024B2169-0B0F-D3B4-0D9B-22AE9538B9F1}"/>
                </a:ext>
              </a:extLst>
            </p:cNvPr>
            <p:cNvSpPr>
              <a:spLocks noGrp="1"/>
            </p:cNvSpPr>
            <p:nvPr/>
          </p:nvSpPr>
          <p:spPr>
            <a:xfrm>
              <a:off x="1306967" y="4602776"/>
              <a:ext cx="39800" cy="12230"/>
            </a:xfrm>
            <a:custGeom>
              <a:avLst/>
              <a:gdLst/>
              <a:ahLst/>
              <a:cxnLst/>
              <a:rect l="0" t="0" r="0" b="0"/>
              <a:pathLst>
                <a:path w="39800" h="12230">
                  <a:moveTo>
                    <a:pt x="39800" y="12230"/>
                  </a:moveTo>
                  <a:lnTo>
                    <a:pt x="0" y="0"/>
                  </a:lnTo>
                </a:path>
              </a:pathLst>
            </a:custGeom>
            <a:noFill/>
            <a:ln w="8096">
              <a:solidFill>
                <a:srgbClr val="A4B2BE"/>
              </a:solidFill>
            </a:ln>
          </p:spPr>
        </p:sp>
        <p:sp>
          <p:nvSpPr>
            <p:cNvPr id="1826" name="Input_receptor__1825">
              <a:extLst>
                <a:ext uri="{FF2B5EF4-FFF2-40B4-BE49-F238E27FC236}">
                  <a16:creationId xmlns:a16="http://schemas.microsoft.com/office/drawing/2014/main" id="{0CCE5756-CB0D-5A25-EE5F-F48532660221}"/>
                </a:ext>
              </a:extLst>
            </p:cNvPr>
            <p:cNvSpPr>
              <a:spLocks noGrp="1"/>
            </p:cNvSpPr>
            <p:nvPr/>
          </p:nvSpPr>
          <p:spPr>
            <a:xfrm>
              <a:off x="1486447" y="4159769"/>
              <a:ext cx="39840" cy="27270"/>
            </a:xfrm>
            <a:custGeom>
              <a:avLst/>
              <a:gdLst/>
              <a:ahLst/>
              <a:cxnLst/>
              <a:rect l="0" t="0" r="0" b="0"/>
              <a:pathLst>
                <a:path w="39840" h="27270">
                  <a:moveTo>
                    <a:pt x="0" y="0"/>
                  </a:moveTo>
                  <a:lnTo>
                    <a:pt x="39840" y="27270"/>
                  </a:lnTo>
                </a:path>
              </a:pathLst>
            </a:custGeom>
            <a:noFill/>
            <a:ln w="8096">
              <a:solidFill>
                <a:srgbClr val="A4B2BE"/>
              </a:solidFill>
            </a:ln>
          </p:spPr>
        </p:sp>
        <p:sp>
          <p:nvSpPr>
            <p:cNvPr id="1827" name="Input_receptor__1826">
              <a:extLst>
                <a:ext uri="{FF2B5EF4-FFF2-40B4-BE49-F238E27FC236}">
                  <a16:creationId xmlns:a16="http://schemas.microsoft.com/office/drawing/2014/main" id="{3B07FC6C-779E-A5FC-4F24-1E36A6024AB2}"/>
                </a:ext>
              </a:extLst>
            </p:cNvPr>
            <p:cNvSpPr>
              <a:spLocks noGrp="1"/>
            </p:cNvSpPr>
            <p:nvPr/>
          </p:nvSpPr>
          <p:spPr>
            <a:xfrm>
              <a:off x="1015269" y="4491752"/>
              <a:ext cx="45437" cy="2325"/>
            </a:xfrm>
            <a:custGeom>
              <a:avLst/>
              <a:gdLst/>
              <a:ahLst/>
              <a:cxnLst/>
              <a:rect l="0" t="0" r="0" b="0"/>
              <a:pathLst>
                <a:path w="45437" h="2325">
                  <a:moveTo>
                    <a:pt x="45437" y="2325"/>
                  </a:moveTo>
                  <a:lnTo>
                    <a:pt x="0" y="0"/>
                  </a:lnTo>
                </a:path>
              </a:pathLst>
            </a:custGeom>
            <a:noFill/>
            <a:ln w="8096">
              <a:solidFill>
                <a:srgbClr val="A4B2BE"/>
              </a:solidFill>
            </a:ln>
          </p:spPr>
        </p:sp>
        <p:sp>
          <p:nvSpPr>
            <p:cNvPr id="1828" name="Input_receptor__1827">
              <a:extLst>
                <a:ext uri="{FF2B5EF4-FFF2-40B4-BE49-F238E27FC236}">
                  <a16:creationId xmlns:a16="http://schemas.microsoft.com/office/drawing/2014/main" id="{7818F5D8-28B6-0BEF-E215-E044DEFF90D8}"/>
                </a:ext>
              </a:extLst>
            </p:cNvPr>
            <p:cNvSpPr>
              <a:spLocks noGrp="1"/>
            </p:cNvSpPr>
            <p:nvPr/>
          </p:nvSpPr>
          <p:spPr>
            <a:xfrm>
              <a:off x="1153242" y="4536111"/>
              <a:ext cx="44720" cy="6716"/>
            </a:xfrm>
            <a:custGeom>
              <a:avLst/>
              <a:gdLst/>
              <a:ahLst/>
              <a:cxnLst/>
              <a:rect l="0" t="0" r="0" b="0"/>
              <a:pathLst>
                <a:path w="44720" h="6716">
                  <a:moveTo>
                    <a:pt x="44720" y="0"/>
                  </a:moveTo>
                  <a:lnTo>
                    <a:pt x="0" y="6716"/>
                  </a:lnTo>
                </a:path>
              </a:pathLst>
            </a:custGeom>
            <a:noFill/>
            <a:ln w="20003">
              <a:solidFill>
                <a:srgbClr val="A4B2BE"/>
              </a:solidFill>
            </a:ln>
          </p:spPr>
        </p:sp>
        <p:sp>
          <p:nvSpPr>
            <p:cNvPr id="1829" name="Input_receptor__1828">
              <a:extLst>
                <a:ext uri="{FF2B5EF4-FFF2-40B4-BE49-F238E27FC236}">
                  <a16:creationId xmlns:a16="http://schemas.microsoft.com/office/drawing/2014/main" id="{02C227E3-B20C-91E3-CFF9-E6AD93CFD9F4}"/>
                </a:ext>
              </a:extLst>
            </p:cNvPr>
            <p:cNvSpPr>
              <a:spLocks noGrp="1"/>
            </p:cNvSpPr>
            <p:nvPr/>
          </p:nvSpPr>
          <p:spPr>
            <a:xfrm>
              <a:off x="839474" y="4534711"/>
              <a:ext cx="29058" cy="8846"/>
            </a:xfrm>
            <a:custGeom>
              <a:avLst/>
              <a:gdLst/>
              <a:ahLst/>
              <a:cxnLst/>
              <a:rect l="0" t="0" r="0" b="0"/>
              <a:pathLst>
                <a:path w="29058" h="8846">
                  <a:moveTo>
                    <a:pt x="29058" y="0"/>
                  </a:moveTo>
                  <a:lnTo>
                    <a:pt x="0" y="8846"/>
                  </a:lnTo>
                </a:path>
              </a:pathLst>
            </a:custGeom>
            <a:noFill/>
            <a:ln w="8096">
              <a:solidFill>
                <a:srgbClr val="A4B2BE"/>
              </a:solidFill>
            </a:ln>
          </p:spPr>
        </p:sp>
        <p:sp>
          <p:nvSpPr>
            <p:cNvPr id="1830" name="Input_receptor__1829">
              <a:extLst>
                <a:ext uri="{FF2B5EF4-FFF2-40B4-BE49-F238E27FC236}">
                  <a16:creationId xmlns:a16="http://schemas.microsoft.com/office/drawing/2014/main" id="{2D568C81-2CC1-ED30-9E51-AC68036CCD3A}"/>
                </a:ext>
              </a:extLst>
            </p:cNvPr>
            <p:cNvSpPr>
              <a:spLocks noGrp="1"/>
            </p:cNvSpPr>
            <p:nvPr/>
          </p:nvSpPr>
          <p:spPr>
            <a:xfrm>
              <a:off x="1147713" y="4599036"/>
              <a:ext cx="26826" cy="17452"/>
            </a:xfrm>
            <a:custGeom>
              <a:avLst/>
              <a:gdLst/>
              <a:ahLst/>
              <a:cxnLst/>
              <a:rect l="0" t="0" r="0" b="0"/>
              <a:pathLst>
                <a:path w="26826" h="17452">
                  <a:moveTo>
                    <a:pt x="26826" y="0"/>
                  </a:moveTo>
                  <a:lnTo>
                    <a:pt x="0" y="17452"/>
                  </a:lnTo>
                </a:path>
              </a:pathLst>
            </a:custGeom>
            <a:noFill/>
            <a:ln w="20003">
              <a:solidFill>
                <a:srgbClr val="A4B2BE"/>
              </a:solidFill>
            </a:ln>
          </p:spPr>
        </p:sp>
        <p:sp>
          <p:nvSpPr>
            <p:cNvPr id="1831" name="Input_receptor__1830">
              <a:extLst>
                <a:ext uri="{FF2B5EF4-FFF2-40B4-BE49-F238E27FC236}">
                  <a16:creationId xmlns:a16="http://schemas.microsoft.com/office/drawing/2014/main" id="{49A8A44D-371E-9B83-0142-F55ECED27260}"/>
                </a:ext>
              </a:extLst>
            </p:cNvPr>
            <p:cNvSpPr>
              <a:spLocks noGrp="1"/>
            </p:cNvSpPr>
            <p:nvPr/>
          </p:nvSpPr>
          <p:spPr>
            <a:xfrm>
              <a:off x="1531724" y="4438220"/>
              <a:ext cx="1097" cy="3547"/>
            </a:xfrm>
            <a:custGeom>
              <a:avLst/>
              <a:gdLst/>
              <a:ahLst/>
              <a:cxnLst/>
              <a:rect l="0" t="0" r="0" b="0"/>
              <a:pathLst>
                <a:path w="1097" h="3547">
                  <a:moveTo>
                    <a:pt x="1097" y="3547"/>
                  </a:moveTo>
                  <a:lnTo>
                    <a:pt x="0" y="0"/>
                  </a:lnTo>
                </a:path>
              </a:pathLst>
            </a:custGeom>
            <a:noFill/>
            <a:ln w="20003">
              <a:solidFill>
                <a:srgbClr val="A4B3BE"/>
              </a:solidFill>
            </a:ln>
          </p:spPr>
        </p:sp>
        <p:sp>
          <p:nvSpPr>
            <p:cNvPr id="1832" name="Input_receptor__1831">
              <a:extLst>
                <a:ext uri="{FF2B5EF4-FFF2-40B4-BE49-F238E27FC236}">
                  <a16:creationId xmlns:a16="http://schemas.microsoft.com/office/drawing/2014/main" id="{07979B5F-7720-5CA9-A5AA-F5B3674BFED8}"/>
                </a:ext>
              </a:extLst>
            </p:cNvPr>
            <p:cNvSpPr>
              <a:spLocks noGrp="1"/>
            </p:cNvSpPr>
            <p:nvPr/>
          </p:nvSpPr>
          <p:spPr>
            <a:xfrm>
              <a:off x="883383" y="4718739"/>
              <a:ext cx="1395" cy="22109"/>
            </a:xfrm>
            <a:custGeom>
              <a:avLst/>
              <a:gdLst/>
              <a:ahLst/>
              <a:cxnLst/>
              <a:rect l="0" t="0" r="0" b="0"/>
              <a:pathLst>
                <a:path w="1395" h="22109">
                  <a:moveTo>
                    <a:pt x="1395" y="0"/>
                  </a:moveTo>
                  <a:lnTo>
                    <a:pt x="0" y="22109"/>
                  </a:lnTo>
                </a:path>
              </a:pathLst>
            </a:custGeom>
            <a:noFill/>
            <a:ln w="20003">
              <a:solidFill>
                <a:srgbClr val="A5B3BE"/>
              </a:solidFill>
            </a:ln>
          </p:spPr>
        </p:sp>
        <p:sp>
          <p:nvSpPr>
            <p:cNvPr id="1833" name="Input_receptor__1832">
              <a:extLst>
                <a:ext uri="{FF2B5EF4-FFF2-40B4-BE49-F238E27FC236}">
                  <a16:creationId xmlns:a16="http://schemas.microsoft.com/office/drawing/2014/main" id="{B607E555-DD63-FEC8-DE58-A87D38E2421A}"/>
                </a:ext>
              </a:extLst>
            </p:cNvPr>
            <p:cNvSpPr>
              <a:spLocks noGrp="1"/>
            </p:cNvSpPr>
            <p:nvPr/>
          </p:nvSpPr>
          <p:spPr>
            <a:xfrm>
              <a:off x="1436107" y="4270916"/>
              <a:ext cx="21573" cy="13179"/>
            </a:xfrm>
            <a:custGeom>
              <a:avLst/>
              <a:gdLst/>
              <a:ahLst/>
              <a:cxnLst/>
              <a:rect l="0" t="0" r="0" b="0"/>
              <a:pathLst>
                <a:path w="21573" h="13179">
                  <a:moveTo>
                    <a:pt x="21573" y="0"/>
                  </a:moveTo>
                  <a:lnTo>
                    <a:pt x="0" y="13179"/>
                  </a:lnTo>
                </a:path>
              </a:pathLst>
            </a:custGeom>
            <a:noFill/>
            <a:ln w="8096">
              <a:solidFill>
                <a:srgbClr val="A5B3BE"/>
              </a:solidFill>
            </a:ln>
          </p:spPr>
        </p:sp>
        <p:sp>
          <p:nvSpPr>
            <p:cNvPr id="1834" name="Input_receptor__1833">
              <a:extLst>
                <a:ext uri="{FF2B5EF4-FFF2-40B4-BE49-F238E27FC236}">
                  <a16:creationId xmlns:a16="http://schemas.microsoft.com/office/drawing/2014/main" id="{E32F56E1-65EE-BEE2-A7B3-0E8B92275DCD}"/>
                </a:ext>
              </a:extLst>
            </p:cNvPr>
            <p:cNvSpPr>
              <a:spLocks noGrp="1"/>
            </p:cNvSpPr>
            <p:nvPr/>
          </p:nvSpPr>
          <p:spPr>
            <a:xfrm>
              <a:off x="787687" y="4770661"/>
              <a:ext cx="876" cy="22694"/>
            </a:xfrm>
            <a:custGeom>
              <a:avLst/>
              <a:gdLst/>
              <a:ahLst/>
              <a:cxnLst/>
              <a:rect l="0" t="0" r="0" b="0"/>
              <a:pathLst>
                <a:path w="876" h="22694">
                  <a:moveTo>
                    <a:pt x="876" y="0"/>
                  </a:moveTo>
                  <a:lnTo>
                    <a:pt x="0" y="22694"/>
                  </a:lnTo>
                </a:path>
              </a:pathLst>
            </a:custGeom>
            <a:noFill/>
            <a:ln w="20003">
              <a:solidFill>
                <a:srgbClr val="A5B3BE"/>
              </a:solidFill>
            </a:ln>
          </p:spPr>
        </p:sp>
        <p:sp>
          <p:nvSpPr>
            <p:cNvPr id="1835" name="Input_receptor__1834">
              <a:extLst>
                <a:ext uri="{FF2B5EF4-FFF2-40B4-BE49-F238E27FC236}">
                  <a16:creationId xmlns:a16="http://schemas.microsoft.com/office/drawing/2014/main" id="{8A65B53B-2A70-DE8D-7EBC-77EC70840704}"/>
                </a:ext>
              </a:extLst>
            </p:cNvPr>
            <p:cNvSpPr>
              <a:spLocks noGrp="1"/>
            </p:cNvSpPr>
            <p:nvPr/>
          </p:nvSpPr>
          <p:spPr>
            <a:xfrm>
              <a:off x="1295684" y="4468775"/>
              <a:ext cx="26591" cy="702"/>
            </a:xfrm>
            <a:custGeom>
              <a:avLst/>
              <a:gdLst/>
              <a:ahLst/>
              <a:cxnLst/>
              <a:rect l="0" t="0" r="0" b="0"/>
              <a:pathLst>
                <a:path w="26591" h="702">
                  <a:moveTo>
                    <a:pt x="26591" y="702"/>
                  </a:moveTo>
                  <a:lnTo>
                    <a:pt x="0" y="0"/>
                  </a:lnTo>
                </a:path>
              </a:pathLst>
            </a:custGeom>
            <a:noFill/>
            <a:ln w="8096">
              <a:solidFill>
                <a:srgbClr val="A5B3BE"/>
              </a:solidFill>
            </a:ln>
          </p:spPr>
        </p:sp>
        <p:sp>
          <p:nvSpPr>
            <p:cNvPr id="1836" name="Input_receptor__1835">
              <a:extLst>
                <a:ext uri="{FF2B5EF4-FFF2-40B4-BE49-F238E27FC236}">
                  <a16:creationId xmlns:a16="http://schemas.microsoft.com/office/drawing/2014/main" id="{E8C3E179-C920-4860-01A9-71409945D666}"/>
                </a:ext>
              </a:extLst>
            </p:cNvPr>
            <p:cNvSpPr>
              <a:spLocks noGrp="1"/>
            </p:cNvSpPr>
            <p:nvPr/>
          </p:nvSpPr>
          <p:spPr>
            <a:xfrm>
              <a:off x="1466382" y="4398800"/>
              <a:ext cx="21130" cy="35222"/>
            </a:xfrm>
            <a:custGeom>
              <a:avLst/>
              <a:gdLst/>
              <a:ahLst/>
              <a:cxnLst/>
              <a:rect l="0" t="0" r="0" b="0"/>
              <a:pathLst>
                <a:path w="21130" h="35222">
                  <a:moveTo>
                    <a:pt x="0" y="35222"/>
                  </a:moveTo>
                  <a:lnTo>
                    <a:pt x="21130" y="0"/>
                  </a:lnTo>
                </a:path>
              </a:pathLst>
            </a:custGeom>
            <a:noFill/>
            <a:ln w="20003">
              <a:solidFill>
                <a:srgbClr val="A5B3BE"/>
              </a:solidFill>
            </a:ln>
          </p:spPr>
        </p:sp>
        <p:sp>
          <p:nvSpPr>
            <p:cNvPr id="1837" name="Input_receptor__1836">
              <a:extLst>
                <a:ext uri="{FF2B5EF4-FFF2-40B4-BE49-F238E27FC236}">
                  <a16:creationId xmlns:a16="http://schemas.microsoft.com/office/drawing/2014/main" id="{EB6EBC15-9CED-8CF9-4040-300579E95A36}"/>
                </a:ext>
              </a:extLst>
            </p:cNvPr>
            <p:cNvSpPr>
              <a:spLocks noGrp="1"/>
            </p:cNvSpPr>
            <p:nvPr/>
          </p:nvSpPr>
          <p:spPr>
            <a:xfrm>
              <a:off x="1397475" y="4399546"/>
              <a:ext cx="11669" cy="19679"/>
            </a:xfrm>
            <a:custGeom>
              <a:avLst/>
              <a:gdLst/>
              <a:ahLst/>
              <a:cxnLst/>
              <a:rect l="0" t="0" r="0" b="0"/>
              <a:pathLst>
                <a:path w="11669" h="19679">
                  <a:moveTo>
                    <a:pt x="0" y="19679"/>
                  </a:moveTo>
                  <a:lnTo>
                    <a:pt x="11669" y="0"/>
                  </a:lnTo>
                </a:path>
              </a:pathLst>
            </a:custGeom>
            <a:noFill/>
            <a:ln w="20003">
              <a:solidFill>
                <a:srgbClr val="A5B3BE"/>
              </a:solidFill>
            </a:ln>
          </p:spPr>
        </p:sp>
        <p:sp>
          <p:nvSpPr>
            <p:cNvPr id="1838" name="Input_receptor__1837">
              <a:extLst>
                <a:ext uri="{FF2B5EF4-FFF2-40B4-BE49-F238E27FC236}">
                  <a16:creationId xmlns:a16="http://schemas.microsoft.com/office/drawing/2014/main" id="{5E913965-5324-C098-6B33-83C7FF59952E}"/>
                </a:ext>
              </a:extLst>
            </p:cNvPr>
            <p:cNvSpPr>
              <a:spLocks noGrp="1"/>
            </p:cNvSpPr>
            <p:nvPr/>
          </p:nvSpPr>
          <p:spPr>
            <a:xfrm>
              <a:off x="1060706" y="4494077"/>
              <a:ext cx="35310" cy="2934"/>
            </a:xfrm>
            <a:custGeom>
              <a:avLst/>
              <a:gdLst/>
              <a:ahLst/>
              <a:cxnLst/>
              <a:rect l="0" t="0" r="0" b="0"/>
              <a:pathLst>
                <a:path w="35310" h="2934">
                  <a:moveTo>
                    <a:pt x="35310" y="2934"/>
                  </a:moveTo>
                  <a:lnTo>
                    <a:pt x="0" y="0"/>
                  </a:lnTo>
                </a:path>
              </a:pathLst>
            </a:custGeom>
            <a:noFill/>
            <a:ln w="8096">
              <a:solidFill>
                <a:srgbClr val="A5B3BE"/>
              </a:solidFill>
            </a:ln>
          </p:spPr>
        </p:sp>
        <p:sp>
          <p:nvSpPr>
            <p:cNvPr id="1839" name="Input_receptor__1838">
              <a:extLst>
                <a:ext uri="{FF2B5EF4-FFF2-40B4-BE49-F238E27FC236}">
                  <a16:creationId xmlns:a16="http://schemas.microsoft.com/office/drawing/2014/main" id="{4538F06E-829B-8323-3ACD-4AEB50C9F41F}"/>
                </a:ext>
              </a:extLst>
            </p:cNvPr>
            <p:cNvSpPr>
              <a:spLocks noGrp="1"/>
            </p:cNvSpPr>
            <p:nvPr/>
          </p:nvSpPr>
          <p:spPr>
            <a:xfrm>
              <a:off x="1122394" y="4542827"/>
              <a:ext cx="30847" cy="13957"/>
            </a:xfrm>
            <a:custGeom>
              <a:avLst/>
              <a:gdLst/>
              <a:ahLst/>
              <a:cxnLst/>
              <a:rect l="0" t="0" r="0" b="0"/>
              <a:pathLst>
                <a:path w="30847" h="13957">
                  <a:moveTo>
                    <a:pt x="30847" y="0"/>
                  </a:moveTo>
                  <a:lnTo>
                    <a:pt x="0" y="13957"/>
                  </a:lnTo>
                </a:path>
              </a:pathLst>
            </a:custGeom>
            <a:noFill/>
            <a:ln w="20003">
              <a:solidFill>
                <a:srgbClr val="A5B3BE"/>
              </a:solidFill>
            </a:ln>
          </p:spPr>
        </p:sp>
        <p:sp>
          <p:nvSpPr>
            <p:cNvPr id="1840" name="Input_receptor__1839">
              <a:extLst>
                <a:ext uri="{FF2B5EF4-FFF2-40B4-BE49-F238E27FC236}">
                  <a16:creationId xmlns:a16="http://schemas.microsoft.com/office/drawing/2014/main" id="{68160374-BBC6-F14A-8291-41F8AFC85DDF}"/>
                </a:ext>
              </a:extLst>
            </p:cNvPr>
            <p:cNvSpPr>
              <a:spLocks noGrp="1"/>
            </p:cNvSpPr>
            <p:nvPr/>
          </p:nvSpPr>
          <p:spPr>
            <a:xfrm>
              <a:off x="626958" y="4539154"/>
              <a:ext cx="41399" cy="23603"/>
            </a:xfrm>
            <a:custGeom>
              <a:avLst/>
              <a:gdLst/>
              <a:ahLst/>
              <a:cxnLst/>
              <a:rect l="0" t="0" r="0" b="0"/>
              <a:pathLst>
                <a:path w="41399" h="23603">
                  <a:moveTo>
                    <a:pt x="41399" y="0"/>
                  </a:moveTo>
                  <a:lnTo>
                    <a:pt x="0" y="23603"/>
                  </a:lnTo>
                </a:path>
              </a:pathLst>
            </a:custGeom>
            <a:noFill/>
            <a:ln w="8096">
              <a:solidFill>
                <a:srgbClr val="A5B3BE"/>
              </a:solidFill>
            </a:ln>
          </p:spPr>
        </p:sp>
        <p:sp>
          <p:nvSpPr>
            <p:cNvPr id="1841" name="Input_receptor__1840">
              <a:extLst>
                <a:ext uri="{FF2B5EF4-FFF2-40B4-BE49-F238E27FC236}">
                  <a16:creationId xmlns:a16="http://schemas.microsoft.com/office/drawing/2014/main" id="{EB7AC140-0B18-A182-CD96-B54D3F6E786F}"/>
                </a:ext>
              </a:extLst>
            </p:cNvPr>
            <p:cNvSpPr>
              <a:spLocks noGrp="1"/>
            </p:cNvSpPr>
            <p:nvPr/>
          </p:nvSpPr>
          <p:spPr>
            <a:xfrm>
              <a:off x="1458785" y="4198799"/>
              <a:ext cx="19031" cy="24947"/>
            </a:xfrm>
            <a:custGeom>
              <a:avLst/>
              <a:gdLst/>
              <a:ahLst/>
              <a:cxnLst/>
              <a:rect l="0" t="0" r="0" b="0"/>
              <a:pathLst>
                <a:path w="19031" h="24947">
                  <a:moveTo>
                    <a:pt x="19031" y="24947"/>
                  </a:moveTo>
                  <a:lnTo>
                    <a:pt x="0" y="0"/>
                  </a:lnTo>
                </a:path>
              </a:pathLst>
            </a:custGeom>
            <a:noFill/>
            <a:ln w="8096">
              <a:solidFill>
                <a:srgbClr val="A5B3BE"/>
              </a:solidFill>
            </a:ln>
          </p:spPr>
        </p:sp>
        <p:sp>
          <p:nvSpPr>
            <p:cNvPr id="1842" name="Input_receptor__1841">
              <a:extLst>
                <a:ext uri="{FF2B5EF4-FFF2-40B4-BE49-F238E27FC236}">
                  <a16:creationId xmlns:a16="http://schemas.microsoft.com/office/drawing/2014/main" id="{A53E539B-440A-7762-B8A0-2D8D5EE5E6FF}"/>
                </a:ext>
              </a:extLst>
            </p:cNvPr>
            <p:cNvSpPr>
              <a:spLocks noGrp="1"/>
            </p:cNvSpPr>
            <p:nvPr/>
          </p:nvSpPr>
          <p:spPr>
            <a:xfrm>
              <a:off x="1487512" y="4395147"/>
              <a:ext cx="32897" cy="3653"/>
            </a:xfrm>
            <a:custGeom>
              <a:avLst/>
              <a:gdLst/>
              <a:ahLst/>
              <a:cxnLst/>
              <a:rect l="0" t="0" r="0" b="0"/>
              <a:pathLst>
                <a:path w="32897" h="3653">
                  <a:moveTo>
                    <a:pt x="0" y="3653"/>
                  </a:moveTo>
                  <a:lnTo>
                    <a:pt x="32897" y="0"/>
                  </a:lnTo>
                </a:path>
              </a:pathLst>
            </a:custGeom>
            <a:noFill/>
            <a:ln w="20003">
              <a:solidFill>
                <a:srgbClr val="A5B3BE"/>
              </a:solidFill>
            </a:ln>
          </p:spPr>
        </p:sp>
        <p:sp>
          <p:nvSpPr>
            <p:cNvPr id="1843" name="Input_receptor__1842">
              <a:extLst>
                <a:ext uri="{FF2B5EF4-FFF2-40B4-BE49-F238E27FC236}">
                  <a16:creationId xmlns:a16="http://schemas.microsoft.com/office/drawing/2014/main" id="{A3FD21C0-BBA7-4B09-FA9B-359A4412FF6F}"/>
                </a:ext>
              </a:extLst>
            </p:cNvPr>
            <p:cNvSpPr>
              <a:spLocks noGrp="1"/>
            </p:cNvSpPr>
            <p:nvPr/>
          </p:nvSpPr>
          <p:spPr>
            <a:xfrm>
              <a:off x="668097" y="4490850"/>
              <a:ext cx="259" cy="48304"/>
            </a:xfrm>
            <a:custGeom>
              <a:avLst/>
              <a:gdLst/>
              <a:ahLst/>
              <a:cxnLst/>
              <a:rect l="0" t="0" r="0" b="0"/>
              <a:pathLst>
                <a:path w="259" h="48304">
                  <a:moveTo>
                    <a:pt x="0" y="0"/>
                  </a:moveTo>
                  <a:lnTo>
                    <a:pt x="259" y="48304"/>
                  </a:lnTo>
                </a:path>
              </a:pathLst>
            </a:custGeom>
            <a:noFill/>
            <a:ln w="8096">
              <a:solidFill>
                <a:srgbClr val="A5B3BE"/>
              </a:solidFill>
            </a:ln>
          </p:spPr>
        </p:sp>
        <p:sp>
          <p:nvSpPr>
            <p:cNvPr id="1844" name="Input_receptor__1843">
              <a:extLst>
                <a:ext uri="{FF2B5EF4-FFF2-40B4-BE49-F238E27FC236}">
                  <a16:creationId xmlns:a16="http://schemas.microsoft.com/office/drawing/2014/main" id="{371A7768-4733-4907-6E64-840F45A7EEED}"/>
                </a:ext>
              </a:extLst>
            </p:cNvPr>
            <p:cNvSpPr>
              <a:spLocks noGrp="1"/>
            </p:cNvSpPr>
            <p:nvPr/>
          </p:nvSpPr>
          <p:spPr>
            <a:xfrm>
              <a:off x="1502596" y="4309463"/>
              <a:ext cx="43103" cy="14390"/>
            </a:xfrm>
            <a:custGeom>
              <a:avLst/>
              <a:gdLst/>
              <a:ahLst/>
              <a:cxnLst/>
              <a:rect l="0" t="0" r="0" b="0"/>
              <a:pathLst>
                <a:path w="43103" h="14390">
                  <a:moveTo>
                    <a:pt x="43103" y="14390"/>
                  </a:moveTo>
                  <a:lnTo>
                    <a:pt x="0" y="0"/>
                  </a:lnTo>
                </a:path>
              </a:pathLst>
            </a:custGeom>
            <a:noFill/>
            <a:ln w="20003">
              <a:solidFill>
                <a:srgbClr val="A5B3BE"/>
              </a:solidFill>
            </a:ln>
          </p:spPr>
        </p:sp>
        <p:sp>
          <p:nvSpPr>
            <p:cNvPr id="1845" name="Input_receptor__1844">
              <a:extLst>
                <a:ext uri="{FF2B5EF4-FFF2-40B4-BE49-F238E27FC236}">
                  <a16:creationId xmlns:a16="http://schemas.microsoft.com/office/drawing/2014/main" id="{51B542BC-9B1C-8E34-606F-71132D41854B}"/>
                </a:ext>
              </a:extLst>
            </p:cNvPr>
            <p:cNvSpPr>
              <a:spLocks noGrp="1"/>
            </p:cNvSpPr>
            <p:nvPr/>
          </p:nvSpPr>
          <p:spPr>
            <a:xfrm>
              <a:off x="791630" y="4661788"/>
              <a:ext cx="46021" cy="12818"/>
            </a:xfrm>
            <a:custGeom>
              <a:avLst/>
              <a:gdLst/>
              <a:ahLst/>
              <a:cxnLst/>
              <a:rect l="0" t="0" r="0" b="0"/>
              <a:pathLst>
                <a:path w="46021" h="12818">
                  <a:moveTo>
                    <a:pt x="0" y="12818"/>
                  </a:moveTo>
                  <a:lnTo>
                    <a:pt x="46021" y="0"/>
                  </a:lnTo>
                </a:path>
              </a:pathLst>
            </a:custGeom>
            <a:noFill/>
            <a:ln w="20003">
              <a:solidFill>
                <a:srgbClr val="A5B3BE"/>
              </a:solidFill>
            </a:ln>
          </p:spPr>
        </p:sp>
        <p:sp>
          <p:nvSpPr>
            <p:cNvPr id="1846" name="Input_receptor__1845">
              <a:extLst>
                <a:ext uri="{FF2B5EF4-FFF2-40B4-BE49-F238E27FC236}">
                  <a16:creationId xmlns:a16="http://schemas.microsoft.com/office/drawing/2014/main" id="{A219042E-5B7B-BFD2-0B41-2530B4E2710F}"/>
                </a:ext>
              </a:extLst>
            </p:cNvPr>
            <p:cNvSpPr>
              <a:spLocks noGrp="1"/>
            </p:cNvSpPr>
            <p:nvPr/>
          </p:nvSpPr>
          <p:spPr>
            <a:xfrm>
              <a:off x="1106782" y="4616488"/>
              <a:ext cx="40931" cy="21830"/>
            </a:xfrm>
            <a:custGeom>
              <a:avLst/>
              <a:gdLst/>
              <a:ahLst/>
              <a:cxnLst/>
              <a:rect l="0" t="0" r="0" b="0"/>
              <a:pathLst>
                <a:path w="40931" h="21830">
                  <a:moveTo>
                    <a:pt x="40931" y="0"/>
                  </a:moveTo>
                  <a:lnTo>
                    <a:pt x="0" y="21830"/>
                  </a:lnTo>
                </a:path>
              </a:pathLst>
            </a:custGeom>
            <a:noFill/>
            <a:ln w="8096">
              <a:solidFill>
                <a:srgbClr val="A5B3BE"/>
              </a:solidFill>
            </a:ln>
          </p:spPr>
        </p:sp>
        <p:sp>
          <p:nvSpPr>
            <p:cNvPr id="1847" name="Input_receptor__1846">
              <a:extLst>
                <a:ext uri="{FF2B5EF4-FFF2-40B4-BE49-F238E27FC236}">
                  <a16:creationId xmlns:a16="http://schemas.microsoft.com/office/drawing/2014/main" id="{508F46F8-5164-7261-08BC-50358A65BD8B}"/>
                </a:ext>
              </a:extLst>
            </p:cNvPr>
            <p:cNvSpPr>
              <a:spLocks noGrp="1"/>
            </p:cNvSpPr>
            <p:nvPr/>
          </p:nvSpPr>
          <p:spPr>
            <a:xfrm>
              <a:off x="856496" y="4597133"/>
              <a:ext cx="13023" cy="7826"/>
            </a:xfrm>
            <a:custGeom>
              <a:avLst/>
              <a:gdLst/>
              <a:ahLst/>
              <a:cxnLst/>
              <a:rect l="0" t="0" r="0" b="0"/>
              <a:pathLst>
                <a:path w="13023" h="7826">
                  <a:moveTo>
                    <a:pt x="13023" y="7826"/>
                  </a:moveTo>
                  <a:lnTo>
                    <a:pt x="0" y="0"/>
                  </a:lnTo>
                </a:path>
              </a:pathLst>
            </a:custGeom>
            <a:noFill/>
            <a:ln w="8096">
              <a:solidFill>
                <a:srgbClr val="A5B3BF"/>
              </a:solidFill>
            </a:ln>
          </p:spPr>
        </p:sp>
        <p:sp>
          <p:nvSpPr>
            <p:cNvPr id="1848" name="Input_receptor__1847">
              <a:extLst>
                <a:ext uri="{FF2B5EF4-FFF2-40B4-BE49-F238E27FC236}">
                  <a16:creationId xmlns:a16="http://schemas.microsoft.com/office/drawing/2014/main" id="{8A125F29-801D-E15B-B289-C3B1F4D0689A}"/>
                </a:ext>
              </a:extLst>
            </p:cNvPr>
            <p:cNvSpPr>
              <a:spLocks noGrp="1"/>
            </p:cNvSpPr>
            <p:nvPr/>
          </p:nvSpPr>
          <p:spPr>
            <a:xfrm>
              <a:off x="884778" y="4678248"/>
              <a:ext cx="20944" cy="40491"/>
            </a:xfrm>
            <a:custGeom>
              <a:avLst/>
              <a:gdLst/>
              <a:ahLst/>
              <a:cxnLst/>
              <a:rect l="0" t="0" r="0" b="0"/>
              <a:pathLst>
                <a:path w="20944" h="40491">
                  <a:moveTo>
                    <a:pt x="20944" y="0"/>
                  </a:moveTo>
                  <a:lnTo>
                    <a:pt x="0" y="40491"/>
                  </a:lnTo>
                </a:path>
              </a:pathLst>
            </a:custGeom>
            <a:noFill/>
            <a:ln w="20003">
              <a:solidFill>
                <a:srgbClr val="A5B3BF"/>
              </a:solidFill>
            </a:ln>
          </p:spPr>
        </p:sp>
        <p:sp>
          <p:nvSpPr>
            <p:cNvPr id="1849" name="Input_receptor__1848">
              <a:extLst>
                <a:ext uri="{FF2B5EF4-FFF2-40B4-BE49-F238E27FC236}">
                  <a16:creationId xmlns:a16="http://schemas.microsoft.com/office/drawing/2014/main" id="{5CEA599C-F321-11A8-C8A0-4291A8768539}"/>
                </a:ext>
              </a:extLst>
            </p:cNvPr>
            <p:cNvSpPr>
              <a:spLocks noGrp="1"/>
            </p:cNvSpPr>
            <p:nvPr/>
          </p:nvSpPr>
          <p:spPr>
            <a:xfrm>
              <a:off x="1096016" y="4483286"/>
              <a:ext cx="42662" cy="13725"/>
            </a:xfrm>
            <a:custGeom>
              <a:avLst/>
              <a:gdLst/>
              <a:ahLst/>
              <a:cxnLst/>
              <a:rect l="0" t="0" r="0" b="0"/>
              <a:pathLst>
                <a:path w="42662" h="13725">
                  <a:moveTo>
                    <a:pt x="42662" y="0"/>
                  </a:moveTo>
                  <a:lnTo>
                    <a:pt x="0" y="13725"/>
                  </a:lnTo>
                </a:path>
              </a:pathLst>
            </a:custGeom>
            <a:noFill/>
            <a:ln w="20003">
              <a:solidFill>
                <a:srgbClr val="A5B3BF"/>
              </a:solidFill>
            </a:ln>
          </p:spPr>
        </p:sp>
        <p:sp>
          <p:nvSpPr>
            <p:cNvPr id="1850" name="Input_receptor__1849">
              <a:extLst>
                <a:ext uri="{FF2B5EF4-FFF2-40B4-BE49-F238E27FC236}">
                  <a16:creationId xmlns:a16="http://schemas.microsoft.com/office/drawing/2014/main" id="{4A0C2A1A-FE98-C028-4FCE-01EECD1609F4}"/>
                </a:ext>
              </a:extLst>
            </p:cNvPr>
            <p:cNvSpPr>
              <a:spLocks noGrp="1"/>
            </p:cNvSpPr>
            <p:nvPr/>
          </p:nvSpPr>
          <p:spPr>
            <a:xfrm>
              <a:off x="800718" y="4515181"/>
              <a:ext cx="38755" cy="28376"/>
            </a:xfrm>
            <a:custGeom>
              <a:avLst/>
              <a:gdLst/>
              <a:ahLst/>
              <a:cxnLst/>
              <a:rect l="0" t="0" r="0" b="0"/>
              <a:pathLst>
                <a:path w="38755" h="28376">
                  <a:moveTo>
                    <a:pt x="38755" y="28376"/>
                  </a:moveTo>
                  <a:lnTo>
                    <a:pt x="0" y="0"/>
                  </a:lnTo>
                </a:path>
              </a:pathLst>
            </a:custGeom>
            <a:noFill/>
            <a:ln w="8096">
              <a:solidFill>
                <a:srgbClr val="A6B3BF"/>
              </a:solidFill>
            </a:ln>
          </p:spPr>
        </p:sp>
        <p:sp>
          <p:nvSpPr>
            <p:cNvPr id="1851" name="Input_receptor__1850">
              <a:extLst>
                <a:ext uri="{FF2B5EF4-FFF2-40B4-BE49-F238E27FC236}">
                  <a16:creationId xmlns:a16="http://schemas.microsoft.com/office/drawing/2014/main" id="{7BA7E0DF-4C56-D7A7-7068-906BEF7354A1}"/>
                </a:ext>
              </a:extLst>
            </p:cNvPr>
            <p:cNvSpPr>
              <a:spLocks noGrp="1"/>
            </p:cNvSpPr>
            <p:nvPr/>
          </p:nvSpPr>
          <p:spPr>
            <a:xfrm>
              <a:off x="1083559" y="4556784"/>
              <a:ext cx="38835" cy="21955"/>
            </a:xfrm>
            <a:custGeom>
              <a:avLst/>
              <a:gdLst/>
              <a:ahLst/>
              <a:cxnLst/>
              <a:rect l="0" t="0" r="0" b="0"/>
              <a:pathLst>
                <a:path w="38835" h="21955">
                  <a:moveTo>
                    <a:pt x="38835" y="0"/>
                  </a:moveTo>
                  <a:lnTo>
                    <a:pt x="0" y="21955"/>
                  </a:lnTo>
                </a:path>
              </a:pathLst>
            </a:custGeom>
            <a:noFill/>
            <a:ln w="8096">
              <a:solidFill>
                <a:srgbClr val="A6B3BF"/>
              </a:solidFill>
            </a:ln>
          </p:spPr>
        </p:sp>
        <p:sp>
          <p:nvSpPr>
            <p:cNvPr id="1852" name="Input_receptor__1851">
              <a:extLst>
                <a:ext uri="{FF2B5EF4-FFF2-40B4-BE49-F238E27FC236}">
                  <a16:creationId xmlns:a16="http://schemas.microsoft.com/office/drawing/2014/main" id="{A3A4A430-90AB-F59E-F6CB-ADEB9C5F7083}"/>
                </a:ext>
              </a:extLst>
            </p:cNvPr>
            <p:cNvSpPr>
              <a:spLocks noGrp="1"/>
            </p:cNvSpPr>
            <p:nvPr/>
          </p:nvSpPr>
          <p:spPr>
            <a:xfrm>
              <a:off x="1137009" y="4668623"/>
              <a:ext cx="39237" cy="27620"/>
            </a:xfrm>
            <a:custGeom>
              <a:avLst/>
              <a:gdLst/>
              <a:ahLst/>
              <a:cxnLst/>
              <a:rect l="0" t="0" r="0" b="0"/>
              <a:pathLst>
                <a:path w="39237" h="27620">
                  <a:moveTo>
                    <a:pt x="39237" y="0"/>
                  </a:moveTo>
                  <a:lnTo>
                    <a:pt x="0" y="27620"/>
                  </a:lnTo>
                </a:path>
              </a:pathLst>
            </a:custGeom>
            <a:noFill/>
            <a:ln w="8096">
              <a:solidFill>
                <a:srgbClr val="A6B3BF"/>
              </a:solidFill>
            </a:ln>
          </p:spPr>
        </p:sp>
        <p:sp>
          <p:nvSpPr>
            <p:cNvPr id="1853" name="Input_receptor__1852">
              <a:extLst>
                <a:ext uri="{FF2B5EF4-FFF2-40B4-BE49-F238E27FC236}">
                  <a16:creationId xmlns:a16="http://schemas.microsoft.com/office/drawing/2014/main" id="{0D40A9FA-D4DE-05A8-D639-768E0BE8BAA8}"/>
                </a:ext>
              </a:extLst>
            </p:cNvPr>
            <p:cNvSpPr>
              <a:spLocks noGrp="1"/>
            </p:cNvSpPr>
            <p:nvPr/>
          </p:nvSpPr>
          <p:spPr>
            <a:xfrm>
              <a:off x="1091465" y="4427029"/>
              <a:ext cx="45711" cy="4319"/>
            </a:xfrm>
            <a:custGeom>
              <a:avLst/>
              <a:gdLst/>
              <a:ahLst/>
              <a:cxnLst/>
              <a:rect l="0" t="0" r="0" b="0"/>
              <a:pathLst>
                <a:path w="45711" h="4319">
                  <a:moveTo>
                    <a:pt x="0" y="0"/>
                  </a:moveTo>
                  <a:lnTo>
                    <a:pt x="45711" y="4319"/>
                  </a:lnTo>
                </a:path>
              </a:pathLst>
            </a:custGeom>
            <a:noFill/>
            <a:ln w="20003">
              <a:solidFill>
                <a:srgbClr val="A6B4BF"/>
              </a:solidFill>
            </a:ln>
          </p:spPr>
        </p:sp>
        <p:sp>
          <p:nvSpPr>
            <p:cNvPr id="1854" name="Input_receptor__1853">
              <a:extLst>
                <a:ext uri="{FF2B5EF4-FFF2-40B4-BE49-F238E27FC236}">
                  <a16:creationId xmlns:a16="http://schemas.microsoft.com/office/drawing/2014/main" id="{CC6287DE-3C03-F793-57C5-264C37F03185}"/>
                </a:ext>
              </a:extLst>
            </p:cNvPr>
            <p:cNvSpPr>
              <a:spLocks noGrp="1"/>
            </p:cNvSpPr>
            <p:nvPr/>
          </p:nvSpPr>
          <p:spPr>
            <a:xfrm>
              <a:off x="1270262" y="4755402"/>
              <a:ext cx="4385" cy="41218"/>
            </a:xfrm>
            <a:custGeom>
              <a:avLst/>
              <a:gdLst/>
              <a:ahLst/>
              <a:cxnLst/>
              <a:rect l="0" t="0" r="0" b="0"/>
              <a:pathLst>
                <a:path w="4385" h="41218">
                  <a:moveTo>
                    <a:pt x="0" y="0"/>
                  </a:moveTo>
                  <a:lnTo>
                    <a:pt x="4385" y="41218"/>
                  </a:lnTo>
                </a:path>
              </a:pathLst>
            </a:custGeom>
            <a:noFill/>
            <a:ln w="8096">
              <a:solidFill>
                <a:srgbClr val="A6B4BF"/>
              </a:solidFill>
            </a:ln>
          </p:spPr>
        </p:sp>
        <p:sp>
          <p:nvSpPr>
            <p:cNvPr id="1855" name="Input_receptor__1854">
              <a:extLst>
                <a:ext uri="{FF2B5EF4-FFF2-40B4-BE49-F238E27FC236}">
                  <a16:creationId xmlns:a16="http://schemas.microsoft.com/office/drawing/2014/main" id="{4077204E-2469-6E59-8988-B3E7998556CA}"/>
                </a:ext>
              </a:extLst>
            </p:cNvPr>
            <p:cNvSpPr>
              <a:spLocks noGrp="1"/>
            </p:cNvSpPr>
            <p:nvPr/>
          </p:nvSpPr>
          <p:spPr>
            <a:xfrm>
              <a:off x="620232" y="4604102"/>
              <a:ext cx="9671" cy="39147"/>
            </a:xfrm>
            <a:custGeom>
              <a:avLst/>
              <a:gdLst/>
              <a:ahLst/>
              <a:cxnLst/>
              <a:rect l="0" t="0" r="0" b="0"/>
              <a:pathLst>
                <a:path w="9671" h="39147">
                  <a:moveTo>
                    <a:pt x="0" y="0"/>
                  </a:moveTo>
                  <a:lnTo>
                    <a:pt x="9671" y="39147"/>
                  </a:lnTo>
                </a:path>
              </a:pathLst>
            </a:custGeom>
            <a:noFill/>
            <a:ln w="8096">
              <a:solidFill>
                <a:srgbClr val="A6B4BF"/>
              </a:solidFill>
            </a:ln>
          </p:spPr>
        </p:sp>
        <p:sp>
          <p:nvSpPr>
            <p:cNvPr id="1856" name="Input_receptor__1855">
              <a:extLst>
                <a:ext uri="{FF2B5EF4-FFF2-40B4-BE49-F238E27FC236}">
                  <a16:creationId xmlns:a16="http://schemas.microsoft.com/office/drawing/2014/main" id="{753E45A0-9513-2B15-9E86-101CC88C01F8}"/>
                </a:ext>
              </a:extLst>
            </p:cNvPr>
            <p:cNvSpPr>
              <a:spLocks noGrp="1"/>
            </p:cNvSpPr>
            <p:nvPr/>
          </p:nvSpPr>
          <p:spPr>
            <a:xfrm>
              <a:off x="1396652" y="4284095"/>
              <a:ext cx="39455" cy="26594"/>
            </a:xfrm>
            <a:custGeom>
              <a:avLst/>
              <a:gdLst/>
              <a:ahLst/>
              <a:cxnLst/>
              <a:rect l="0" t="0" r="0" b="0"/>
              <a:pathLst>
                <a:path w="39455" h="26594">
                  <a:moveTo>
                    <a:pt x="39455" y="0"/>
                  </a:moveTo>
                  <a:lnTo>
                    <a:pt x="0" y="26594"/>
                  </a:lnTo>
                </a:path>
              </a:pathLst>
            </a:custGeom>
            <a:noFill/>
            <a:ln w="8096">
              <a:solidFill>
                <a:srgbClr val="A6B4BF"/>
              </a:solidFill>
            </a:ln>
          </p:spPr>
        </p:sp>
        <p:sp>
          <p:nvSpPr>
            <p:cNvPr id="1857" name="Input_receptor__1856">
              <a:extLst>
                <a:ext uri="{FF2B5EF4-FFF2-40B4-BE49-F238E27FC236}">
                  <a16:creationId xmlns:a16="http://schemas.microsoft.com/office/drawing/2014/main" id="{FCF82342-64A1-54D4-CC0B-10A07A16BB8B}"/>
                </a:ext>
              </a:extLst>
            </p:cNvPr>
            <p:cNvSpPr>
              <a:spLocks noGrp="1"/>
            </p:cNvSpPr>
            <p:nvPr/>
          </p:nvSpPr>
          <p:spPr>
            <a:xfrm>
              <a:off x="758721" y="4646751"/>
              <a:ext cx="32909" cy="27856"/>
            </a:xfrm>
            <a:custGeom>
              <a:avLst/>
              <a:gdLst/>
              <a:ahLst/>
              <a:cxnLst/>
              <a:rect l="0" t="0" r="0" b="0"/>
              <a:pathLst>
                <a:path w="32909" h="27856">
                  <a:moveTo>
                    <a:pt x="0" y="0"/>
                  </a:moveTo>
                  <a:lnTo>
                    <a:pt x="32909" y="27856"/>
                  </a:lnTo>
                </a:path>
              </a:pathLst>
            </a:custGeom>
            <a:noFill/>
            <a:ln w="20003">
              <a:solidFill>
                <a:srgbClr val="A6B4BF"/>
              </a:solidFill>
            </a:ln>
          </p:spPr>
        </p:sp>
        <p:sp>
          <p:nvSpPr>
            <p:cNvPr id="1858" name="Input_receptor__1857">
              <a:extLst>
                <a:ext uri="{FF2B5EF4-FFF2-40B4-BE49-F238E27FC236}">
                  <a16:creationId xmlns:a16="http://schemas.microsoft.com/office/drawing/2014/main" id="{213DD75A-872D-49B3-DA99-EB7A582DCB28}"/>
                </a:ext>
              </a:extLst>
            </p:cNvPr>
            <p:cNvSpPr>
              <a:spLocks noGrp="1"/>
            </p:cNvSpPr>
            <p:nvPr/>
          </p:nvSpPr>
          <p:spPr>
            <a:xfrm>
              <a:off x="620232" y="4562756"/>
              <a:ext cx="6725" cy="41345"/>
            </a:xfrm>
            <a:custGeom>
              <a:avLst/>
              <a:gdLst/>
              <a:ahLst/>
              <a:cxnLst/>
              <a:rect l="0" t="0" r="0" b="0"/>
              <a:pathLst>
                <a:path w="6725" h="41345">
                  <a:moveTo>
                    <a:pt x="6725" y="0"/>
                  </a:moveTo>
                  <a:lnTo>
                    <a:pt x="0" y="41345"/>
                  </a:lnTo>
                </a:path>
              </a:pathLst>
            </a:custGeom>
            <a:noFill/>
            <a:ln w="8096">
              <a:solidFill>
                <a:srgbClr val="A6B4BF"/>
              </a:solidFill>
            </a:ln>
          </p:spPr>
        </p:sp>
        <p:sp>
          <p:nvSpPr>
            <p:cNvPr id="1859" name="Input_receptor__1858">
              <a:extLst>
                <a:ext uri="{FF2B5EF4-FFF2-40B4-BE49-F238E27FC236}">
                  <a16:creationId xmlns:a16="http://schemas.microsoft.com/office/drawing/2014/main" id="{4DB92CEE-95F9-C1D3-EF05-B1891F5A0A30}"/>
                </a:ext>
              </a:extLst>
            </p:cNvPr>
            <p:cNvSpPr>
              <a:spLocks noGrp="1"/>
            </p:cNvSpPr>
            <p:nvPr/>
          </p:nvSpPr>
          <p:spPr>
            <a:xfrm>
              <a:off x="729661" y="4447328"/>
              <a:ext cx="2507" cy="39971"/>
            </a:xfrm>
            <a:custGeom>
              <a:avLst/>
              <a:gdLst/>
              <a:ahLst/>
              <a:cxnLst/>
              <a:rect l="0" t="0" r="0" b="0"/>
              <a:pathLst>
                <a:path w="2507" h="39971">
                  <a:moveTo>
                    <a:pt x="0" y="0"/>
                  </a:moveTo>
                  <a:lnTo>
                    <a:pt x="2507" y="39971"/>
                  </a:lnTo>
                </a:path>
              </a:pathLst>
            </a:custGeom>
            <a:noFill/>
            <a:ln w="20003">
              <a:solidFill>
                <a:srgbClr val="A6B4BF"/>
              </a:solidFill>
            </a:ln>
          </p:spPr>
        </p:sp>
        <p:sp>
          <p:nvSpPr>
            <p:cNvPr id="1860" name="Input_receptor__1859">
              <a:extLst>
                <a:ext uri="{FF2B5EF4-FFF2-40B4-BE49-F238E27FC236}">
                  <a16:creationId xmlns:a16="http://schemas.microsoft.com/office/drawing/2014/main" id="{7582F153-08B2-1DEF-AA74-E47E6A18FD65}"/>
                </a:ext>
              </a:extLst>
            </p:cNvPr>
            <p:cNvSpPr>
              <a:spLocks noGrp="1"/>
            </p:cNvSpPr>
            <p:nvPr/>
          </p:nvSpPr>
          <p:spPr>
            <a:xfrm>
              <a:off x="1138679" y="4483286"/>
              <a:ext cx="40258" cy="2217"/>
            </a:xfrm>
            <a:custGeom>
              <a:avLst/>
              <a:gdLst/>
              <a:ahLst/>
              <a:cxnLst/>
              <a:rect l="0" t="0" r="0" b="0"/>
              <a:pathLst>
                <a:path w="40258" h="2217">
                  <a:moveTo>
                    <a:pt x="40258" y="2217"/>
                  </a:moveTo>
                  <a:lnTo>
                    <a:pt x="0" y="0"/>
                  </a:lnTo>
                </a:path>
              </a:pathLst>
            </a:custGeom>
            <a:noFill/>
            <a:ln w="20003">
              <a:solidFill>
                <a:srgbClr val="A6B4BF"/>
              </a:solidFill>
            </a:ln>
          </p:spPr>
        </p:sp>
        <p:sp>
          <p:nvSpPr>
            <p:cNvPr id="1861" name="Input_receptor__1860">
              <a:extLst>
                <a:ext uri="{FF2B5EF4-FFF2-40B4-BE49-F238E27FC236}">
                  <a16:creationId xmlns:a16="http://schemas.microsoft.com/office/drawing/2014/main" id="{5259FF34-54A1-1B67-EB9C-156ECF7C2406}"/>
                </a:ext>
              </a:extLst>
            </p:cNvPr>
            <p:cNvSpPr>
              <a:spLocks noGrp="1"/>
            </p:cNvSpPr>
            <p:nvPr/>
          </p:nvSpPr>
          <p:spPr>
            <a:xfrm>
              <a:off x="1141896" y="4813011"/>
              <a:ext cx="25032" cy="30257"/>
            </a:xfrm>
            <a:custGeom>
              <a:avLst/>
              <a:gdLst/>
              <a:ahLst/>
              <a:cxnLst/>
              <a:rect l="0" t="0" r="0" b="0"/>
              <a:pathLst>
                <a:path w="25032" h="30257">
                  <a:moveTo>
                    <a:pt x="0" y="0"/>
                  </a:moveTo>
                  <a:lnTo>
                    <a:pt x="25032" y="30257"/>
                  </a:lnTo>
                </a:path>
              </a:pathLst>
            </a:custGeom>
            <a:noFill/>
            <a:ln w="20003">
              <a:solidFill>
                <a:srgbClr val="A6B4BF"/>
              </a:solidFill>
            </a:ln>
          </p:spPr>
        </p:sp>
        <p:sp>
          <p:nvSpPr>
            <p:cNvPr id="1862" name="Input_receptor__1861">
              <a:extLst>
                <a:ext uri="{FF2B5EF4-FFF2-40B4-BE49-F238E27FC236}">
                  <a16:creationId xmlns:a16="http://schemas.microsoft.com/office/drawing/2014/main" id="{BBF49A81-6ED5-CE84-F4B0-DF8200A18ED6}"/>
                </a:ext>
              </a:extLst>
            </p:cNvPr>
            <p:cNvSpPr>
              <a:spLocks noGrp="1"/>
            </p:cNvSpPr>
            <p:nvPr/>
          </p:nvSpPr>
          <p:spPr>
            <a:xfrm>
              <a:off x="1502596" y="4261732"/>
              <a:ext cx="4714" cy="47731"/>
            </a:xfrm>
            <a:custGeom>
              <a:avLst/>
              <a:gdLst/>
              <a:ahLst/>
              <a:cxnLst/>
              <a:rect l="0" t="0" r="0" b="0"/>
              <a:pathLst>
                <a:path w="4714" h="47731">
                  <a:moveTo>
                    <a:pt x="0" y="47731"/>
                  </a:moveTo>
                  <a:lnTo>
                    <a:pt x="4714" y="0"/>
                  </a:lnTo>
                </a:path>
              </a:pathLst>
            </a:custGeom>
            <a:noFill/>
            <a:ln w="20003">
              <a:solidFill>
                <a:srgbClr val="A6B4BF"/>
              </a:solidFill>
            </a:ln>
          </p:spPr>
        </p:sp>
        <p:sp>
          <p:nvSpPr>
            <p:cNvPr id="1863" name="Input_receptor__1862">
              <a:extLst>
                <a:ext uri="{FF2B5EF4-FFF2-40B4-BE49-F238E27FC236}">
                  <a16:creationId xmlns:a16="http://schemas.microsoft.com/office/drawing/2014/main" id="{064DE8AC-BE75-9619-A511-BC166847AC41}"/>
                </a:ext>
              </a:extLst>
            </p:cNvPr>
            <p:cNvSpPr>
              <a:spLocks noGrp="1"/>
            </p:cNvSpPr>
            <p:nvPr/>
          </p:nvSpPr>
          <p:spPr>
            <a:xfrm>
              <a:off x="1176203" y="4725043"/>
              <a:ext cx="36743" cy="26483"/>
            </a:xfrm>
            <a:custGeom>
              <a:avLst/>
              <a:gdLst/>
              <a:ahLst/>
              <a:cxnLst/>
              <a:rect l="0" t="0" r="0" b="0"/>
              <a:pathLst>
                <a:path w="36743" h="26483">
                  <a:moveTo>
                    <a:pt x="36743" y="0"/>
                  </a:moveTo>
                  <a:lnTo>
                    <a:pt x="0" y="26483"/>
                  </a:lnTo>
                </a:path>
              </a:pathLst>
            </a:custGeom>
            <a:noFill/>
            <a:ln w="8096">
              <a:solidFill>
                <a:srgbClr val="A6B4BF"/>
              </a:solidFill>
            </a:ln>
          </p:spPr>
        </p:sp>
        <p:sp>
          <p:nvSpPr>
            <p:cNvPr id="1864" name="Input_receptor__1863">
              <a:extLst>
                <a:ext uri="{FF2B5EF4-FFF2-40B4-BE49-F238E27FC236}">
                  <a16:creationId xmlns:a16="http://schemas.microsoft.com/office/drawing/2014/main" id="{B4087400-E813-EC19-AB83-7D12BF63BE2B}"/>
                </a:ext>
              </a:extLst>
            </p:cNvPr>
            <p:cNvSpPr>
              <a:spLocks noGrp="1"/>
            </p:cNvSpPr>
            <p:nvPr/>
          </p:nvSpPr>
          <p:spPr>
            <a:xfrm>
              <a:off x="1048161" y="4427029"/>
              <a:ext cx="43303" cy="20519"/>
            </a:xfrm>
            <a:custGeom>
              <a:avLst/>
              <a:gdLst/>
              <a:ahLst/>
              <a:cxnLst/>
              <a:rect l="0" t="0" r="0" b="0"/>
              <a:pathLst>
                <a:path w="43303" h="20519">
                  <a:moveTo>
                    <a:pt x="0" y="20519"/>
                  </a:moveTo>
                  <a:lnTo>
                    <a:pt x="43303" y="0"/>
                  </a:lnTo>
                </a:path>
              </a:pathLst>
            </a:custGeom>
            <a:noFill/>
            <a:ln w="20003">
              <a:solidFill>
                <a:srgbClr val="A6B4BF"/>
              </a:solidFill>
            </a:ln>
          </p:spPr>
        </p:sp>
        <p:sp>
          <p:nvSpPr>
            <p:cNvPr id="1865" name="Input_receptor__1864">
              <a:extLst>
                <a:ext uri="{FF2B5EF4-FFF2-40B4-BE49-F238E27FC236}">
                  <a16:creationId xmlns:a16="http://schemas.microsoft.com/office/drawing/2014/main" id="{DE27058E-3A3E-A55D-F835-52A60BC64BDA}"/>
                </a:ext>
              </a:extLst>
            </p:cNvPr>
            <p:cNvSpPr>
              <a:spLocks noGrp="1"/>
            </p:cNvSpPr>
            <p:nvPr/>
          </p:nvSpPr>
          <p:spPr>
            <a:xfrm>
              <a:off x="1178937" y="4461034"/>
              <a:ext cx="36818" cy="24469"/>
            </a:xfrm>
            <a:custGeom>
              <a:avLst/>
              <a:gdLst/>
              <a:ahLst/>
              <a:cxnLst/>
              <a:rect l="0" t="0" r="0" b="0"/>
              <a:pathLst>
                <a:path w="36818" h="24469">
                  <a:moveTo>
                    <a:pt x="36818" y="0"/>
                  </a:moveTo>
                  <a:lnTo>
                    <a:pt x="0" y="24469"/>
                  </a:lnTo>
                </a:path>
              </a:pathLst>
            </a:custGeom>
            <a:noFill/>
            <a:ln w="20003">
              <a:solidFill>
                <a:srgbClr val="A6B4BF"/>
              </a:solidFill>
            </a:ln>
          </p:spPr>
        </p:sp>
        <p:sp>
          <p:nvSpPr>
            <p:cNvPr id="1866" name="Input_receptor__1865">
              <a:extLst>
                <a:ext uri="{FF2B5EF4-FFF2-40B4-BE49-F238E27FC236}">
                  <a16:creationId xmlns:a16="http://schemas.microsoft.com/office/drawing/2014/main" id="{19D48F6A-D140-EEF0-0894-FAD5C1A9E295}"/>
                </a:ext>
              </a:extLst>
            </p:cNvPr>
            <p:cNvSpPr>
              <a:spLocks noGrp="1"/>
            </p:cNvSpPr>
            <p:nvPr/>
          </p:nvSpPr>
          <p:spPr>
            <a:xfrm>
              <a:off x="722620" y="4487299"/>
              <a:ext cx="9548" cy="27786"/>
            </a:xfrm>
            <a:custGeom>
              <a:avLst/>
              <a:gdLst/>
              <a:ahLst/>
              <a:cxnLst/>
              <a:rect l="0" t="0" r="0" b="0"/>
              <a:pathLst>
                <a:path w="9548" h="27786">
                  <a:moveTo>
                    <a:pt x="9548" y="0"/>
                  </a:moveTo>
                  <a:lnTo>
                    <a:pt x="0" y="27786"/>
                  </a:lnTo>
                </a:path>
              </a:pathLst>
            </a:custGeom>
            <a:noFill/>
            <a:ln w="20003">
              <a:solidFill>
                <a:srgbClr val="A6B4BF"/>
              </a:solidFill>
            </a:ln>
          </p:spPr>
        </p:sp>
        <p:sp>
          <p:nvSpPr>
            <p:cNvPr id="1867" name="Input_receptor__1866">
              <a:extLst>
                <a:ext uri="{FF2B5EF4-FFF2-40B4-BE49-F238E27FC236}">
                  <a16:creationId xmlns:a16="http://schemas.microsoft.com/office/drawing/2014/main" id="{455647F7-5520-1D73-EFC0-D3A7C30EC3D4}"/>
                </a:ext>
              </a:extLst>
            </p:cNvPr>
            <p:cNvSpPr>
              <a:spLocks noGrp="1"/>
            </p:cNvSpPr>
            <p:nvPr/>
          </p:nvSpPr>
          <p:spPr>
            <a:xfrm>
              <a:off x="1096505" y="4638318"/>
              <a:ext cx="10277" cy="24326"/>
            </a:xfrm>
            <a:custGeom>
              <a:avLst/>
              <a:gdLst/>
              <a:ahLst/>
              <a:cxnLst/>
              <a:rect l="0" t="0" r="0" b="0"/>
              <a:pathLst>
                <a:path w="10277" h="24326">
                  <a:moveTo>
                    <a:pt x="10277" y="0"/>
                  </a:moveTo>
                  <a:lnTo>
                    <a:pt x="0" y="24326"/>
                  </a:lnTo>
                </a:path>
              </a:pathLst>
            </a:custGeom>
            <a:noFill/>
            <a:ln w="8096">
              <a:solidFill>
                <a:srgbClr val="A6B4BF"/>
              </a:solidFill>
            </a:ln>
          </p:spPr>
        </p:sp>
        <p:sp>
          <p:nvSpPr>
            <p:cNvPr id="1868" name="Input_receptor__1867">
              <a:extLst>
                <a:ext uri="{FF2B5EF4-FFF2-40B4-BE49-F238E27FC236}">
                  <a16:creationId xmlns:a16="http://schemas.microsoft.com/office/drawing/2014/main" id="{7038266E-D67A-34FF-48C3-0E72813C501F}"/>
                </a:ext>
              </a:extLst>
            </p:cNvPr>
            <p:cNvSpPr>
              <a:spLocks noGrp="1"/>
            </p:cNvSpPr>
            <p:nvPr/>
          </p:nvSpPr>
          <p:spPr>
            <a:xfrm>
              <a:off x="1477816" y="4223746"/>
              <a:ext cx="29495" cy="37985"/>
            </a:xfrm>
            <a:custGeom>
              <a:avLst/>
              <a:gdLst/>
              <a:ahLst/>
              <a:cxnLst/>
              <a:rect l="0" t="0" r="0" b="0"/>
              <a:pathLst>
                <a:path w="29495" h="37985">
                  <a:moveTo>
                    <a:pt x="29495" y="37985"/>
                  </a:moveTo>
                  <a:lnTo>
                    <a:pt x="0" y="0"/>
                  </a:lnTo>
                </a:path>
              </a:pathLst>
            </a:custGeom>
            <a:noFill/>
            <a:ln w="8096">
              <a:solidFill>
                <a:srgbClr val="A6B4BF"/>
              </a:solidFill>
            </a:ln>
          </p:spPr>
        </p:sp>
        <p:sp>
          <p:nvSpPr>
            <p:cNvPr id="1869" name="Input_receptor__1868">
              <a:extLst>
                <a:ext uri="{FF2B5EF4-FFF2-40B4-BE49-F238E27FC236}">
                  <a16:creationId xmlns:a16="http://schemas.microsoft.com/office/drawing/2014/main" id="{2EDDA340-9119-5BB1-D0CC-A3CCE4B07003}"/>
                </a:ext>
              </a:extLst>
            </p:cNvPr>
            <p:cNvSpPr>
              <a:spLocks noGrp="1"/>
            </p:cNvSpPr>
            <p:nvPr/>
          </p:nvSpPr>
          <p:spPr>
            <a:xfrm>
              <a:off x="1520409" y="4395147"/>
              <a:ext cx="12413" cy="46620"/>
            </a:xfrm>
            <a:custGeom>
              <a:avLst/>
              <a:gdLst/>
              <a:ahLst/>
              <a:cxnLst/>
              <a:rect l="0" t="0" r="0" b="0"/>
              <a:pathLst>
                <a:path w="12413" h="46620">
                  <a:moveTo>
                    <a:pt x="0" y="0"/>
                  </a:moveTo>
                  <a:lnTo>
                    <a:pt x="12413" y="46620"/>
                  </a:lnTo>
                </a:path>
              </a:pathLst>
            </a:custGeom>
            <a:noFill/>
            <a:ln w="20003">
              <a:solidFill>
                <a:srgbClr val="A6B4BF"/>
              </a:solidFill>
            </a:ln>
          </p:spPr>
        </p:sp>
        <p:sp>
          <p:nvSpPr>
            <p:cNvPr id="1870" name="Input_receptor__1869">
              <a:extLst>
                <a:ext uri="{FF2B5EF4-FFF2-40B4-BE49-F238E27FC236}">
                  <a16:creationId xmlns:a16="http://schemas.microsoft.com/office/drawing/2014/main" id="{CE544D27-1DF9-8F14-1A2A-20B4127B6DB5}"/>
                </a:ext>
              </a:extLst>
            </p:cNvPr>
            <p:cNvSpPr>
              <a:spLocks noGrp="1"/>
            </p:cNvSpPr>
            <p:nvPr/>
          </p:nvSpPr>
          <p:spPr>
            <a:xfrm>
              <a:off x="1215755" y="4461034"/>
              <a:ext cx="39127" cy="11507"/>
            </a:xfrm>
            <a:custGeom>
              <a:avLst/>
              <a:gdLst/>
              <a:ahLst/>
              <a:cxnLst/>
              <a:rect l="0" t="0" r="0" b="0"/>
              <a:pathLst>
                <a:path w="39127" h="11507">
                  <a:moveTo>
                    <a:pt x="39127" y="11507"/>
                  </a:moveTo>
                  <a:lnTo>
                    <a:pt x="0" y="0"/>
                  </a:lnTo>
                </a:path>
              </a:pathLst>
            </a:custGeom>
            <a:noFill/>
            <a:ln w="20003">
              <a:solidFill>
                <a:srgbClr val="A6B4BF"/>
              </a:solidFill>
            </a:ln>
          </p:spPr>
        </p:sp>
        <p:sp>
          <p:nvSpPr>
            <p:cNvPr id="1871" name="Input_receptor__1870">
              <a:extLst>
                <a:ext uri="{FF2B5EF4-FFF2-40B4-BE49-F238E27FC236}">
                  <a16:creationId xmlns:a16="http://schemas.microsoft.com/office/drawing/2014/main" id="{9FE0E49A-E751-827C-52F6-8F6E18706C98}"/>
                </a:ext>
              </a:extLst>
            </p:cNvPr>
            <p:cNvSpPr>
              <a:spLocks noGrp="1"/>
            </p:cNvSpPr>
            <p:nvPr/>
          </p:nvSpPr>
          <p:spPr>
            <a:xfrm>
              <a:off x="830019" y="4736592"/>
              <a:ext cx="3762" cy="46602"/>
            </a:xfrm>
            <a:custGeom>
              <a:avLst/>
              <a:gdLst/>
              <a:ahLst/>
              <a:cxnLst/>
              <a:rect l="0" t="0" r="0" b="0"/>
              <a:pathLst>
                <a:path w="3762" h="46602">
                  <a:moveTo>
                    <a:pt x="3762" y="46602"/>
                  </a:moveTo>
                  <a:lnTo>
                    <a:pt x="0" y="0"/>
                  </a:lnTo>
                </a:path>
              </a:pathLst>
            </a:custGeom>
            <a:noFill/>
            <a:ln w="8096">
              <a:solidFill>
                <a:srgbClr val="A6B4BF"/>
              </a:solidFill>
            </a:ln>
          </p:spPr>
        </p:sp>
        <p:sp>
          <p:nvSpPr>
            <p:cNvPr id="1872" name="Input_receptor__1871">
              <a:extLst>
                <a:ext uri="{FF2B5EF4-FFF2-40B4-BE49-F238E27FC236}">
                  <a16:creationId xmlns:a16="http://schemas.microsoft.com/office/drawing/2014/main" id="{C0054CDE-C052-E3E9-7EF3-F2C123C5FE98}"/>
                </a:ext>
              </a:extLst>
            </p:cNvPr>
            <p:cNvSpPr>
              <a:spLocks noGrp="1"/>
            </p:cNvSpPr>
            <p:nvPr/>
          </p:nvSpPr>
          <p:spPr>
            <a:xfrm>
              <a:off x="785553" y="4722577"/>
              <a:ext cx="44466" cy="14015"/>
            </a:xfrm>
            <a:custGeom>
              <a:avLst/>
              <a:gdLst/>
              <a:ahLst/>
              <a:cxnLst/>
              <a:rect l="0" t="0" r="0" b="0"/>
              <a:pathLst>
                <a:path w="44466" h="14015">
                  <a:moveTo>
                    <a:pt x="44466" y="14015"/>
                  </a:moveTo>
                  <a:lnTo>
                    <a:pt x="0" y="0"/>
                  </a:lnTo>
                </a:path>
              </a:pathLst>
            </a:custGeom>
            <a:noFill/>
            <a:ln w="20003">
              <a:solidFill>
                <a:srgbClr val="A6B4BF"/>
              </a:solidFill>
            </a:ln>
          </p:spPr>
        </p:sp>
        <p:sp>
          <p:nvSpPr>
            <p:cNvPr id="1873" name="Input_receptor__1872">
              <a:extLst>
                <a:ext uri="{FF2B5EF4-FFF2-40B4-BE49-F238E27FC236}">
                  <a16:creationId xmlns:a16="http://schemas.microsoft.com/office/drawing/2014/main" id="{29066EE2-3DD9-CCD4-873A-D60F0F6A1633}"/>
                </a:ext>
              </a:extLst>
            </p:cNvPr>
            <p:cNvSpPr>
              <a:spLocks noGrp="1"/>
            </p:cNvSpPr>
            <p:nvPr/>
          </p:nvSpPr>
          <p:spPr>
            <a:xfrm>
              <a:off x="793818" y="4476219"/>
              <a:ext cx="6900" cy="38962"/>
            </a:xfrm>
            <a:custGeom>
              <a:avLst/>
              <a:gdLst/>
              <a:ahLst/>
              <a:cxnLst/>
              <a:rect l="0" t="0" r="0" b="0"/>
              <a:pathLst>
                <a:path w="6900" h="38962">
                  <a:moveTo>
                    <a:pt x="6900" y="38962"/>
                  </a:moveTo>
                  <a:lnTo>
                    <a:pt x="0" y="0"/>
                  </a:lnTo>
                </a:path>
              </a:pathLst>
            </a:custGeom>
            <a:noFill/>
            <a:ln w="20003">
              <a:solidFill>
                <a:srgbClr val="A6B4BF"/>
              </a:solidFill>
            </a:ln>
          </p:spPr>
        </p:sp>
        <p:sp>
          <p:nvSpPr>
            <p:cNvPr id="1874" name="Input_receptor__1873">
              <a:extLst>
                <a:ext uri="{FF2B5EF4-FFF2-40B4-BE49-F238E27FC236}">
                  <a16:creationId xmlns:a16="http://schemas.microsoft.com/office/drawing/2014/main" id="{2DAA9FE3-C124-625D-F362-698FE20F7628}"/>
                </a:ext>
              </a:extLst>
            </p:cNvPr>
            <p:cNvSpPr>
              <a:spLocks noGrp="1"/>
            </p:cNvSpPr>
            <p:nvPr/>
          </p:nvSpPr>
          <p:spPr>
            <a:xfrm>
              <a:off x="787687" y="4783194"/>
              <a:ext cx="46094" cy="10161"/>
            </a:xfrm>
            <a:custGeom>
              <a:avLst/>
              <a:gdLst/>
              <a:ahLst/>
              <a:cxnLst/>
              <a:rect l="0" t="0" r="0" b="0"/>
              <a:pathLst>
                <a:path w="46094" h="10161">
                  <a:moveTo>
                    <a:pt x="0" y="10161"/>
                  </a:moveTo>
                  <a:lnTo>
                    <a:pt x="46094" y="0"/>
                  </a:lnTo>
                </a:path>
              </a:pathLst>
            </a:custGeom>
            <a:noFill/>
            <a:ln w="20003">
              <a:solidFill>
                <a:srgbClr val="A6B4BF"/>
              </a:solidFill>
            </a:ln>
          </p:spPr>
        </p:sp>
        <p:sp>
          <p:nvSpPr>
            <p:cNvPr id="1875" name="Input_receptor__1874">
              <a:extLst>
                <a:ext uri="{FF2B5EF4-FFF2-40B4-BE49-F238E27FC236}">
                  <a16:creationId xmlns:a16="http://schemas.microsoft.com/office/drawing/2014/main" id="{919CD950-C5FC-F1E1-2FBE-325C1E1C475F}"/>
                </a:ext>
              </a:extLst>
            </p:cNvPr>
            <p:cNvSpPr>
              <a:spLocks noGrp="1"/>
            </p:cNvSpPr>
            <p:nvPr/>
          </p:nvSpPr>
          <p:spPr>
            <a:xfrm>
              <a:off x="1137176" y="4420371"/>
              <a:ext cx="29910" cy="10977"/>
            </a:xfrm>
            <a:custGeom>
              <a:avLst/>
              <a:gdLst/>
              <a:ahLst/>
              <a:cxnLst/>
              <a:rect l="0" t="0" r="0" b="0"/>
              <a:pathLst>
                <a:path w="29910" h="10977">
                  <a:moveTo>
                    <a:pt x="0" y="10977"/>
                  </a:moveTo>
                  <a:lnTo>
                    <a:pt x="29910" y="0"/>
                  </a:lnTo>
                </a:path>
              </a:pathLst>
            </a:custGeom>
            <a:noFill/>
            <a:ln w="20003">
              <a:solidFill>
                <a:srgbClr val="A6B4BF"/>
              </a:solidFill>
            </a:ln>
          </p:spPr>
        </p:sp>
        <p:sp>
          <p:nvSpPr>
            <p:cNvPr id="1876" name="Input_receptor__1875">
              <a:extLst>
                <a:ext uri="{FF2B5EF4-FFF2-40B4-BE49-F238E27FC236}">
                  <a16:creationId xmlns:a16="http://schemas.microsoft.com/office/drawing/2014/main" id="{E5857094-7046-8C4B-647E-6809DE344C15}"/>
                </a:ext>
              </a:extLst>
            </p:cNvPr>
            <p:cNvSpPr>
              <a:spLocks noGrp="1"/>
            </p:cNvSpPr>
            <p:nvPr/>
          </p:nvSpPr>
          <p:spPr>
            <a:xfrm>
              <a:off x="1065972" y="4578740"/>
              <a:ext cx="17586" cy="9516"/>
            </a:xfrm>
            <a:custGeom>
              <a:avLst/>
              <a:gdLst/>
              <a:ahLst/>
              <a:cxnLst/>
              <a:rect l="0" t="0" r="0" b="0"/>
              <a:pathLst>
                <a:path w="17586" h="9516">
                  <a:moveTo>
                    <a:pt x="17586" y="0"/>
                  </a:moveTo>
                  <a:lnTo>
                    <a:pt x="0" y="9516"/>
                  </a:lnTo>
                </a:path>
              </a:pathLst>
            </a:custGeom>
            <a:noFill/>
            <a:ln w="8096">
              <a:solidFill>
                <a:srgbClr val="A6B4BF"/>
              </a:solidFill>
            </a:ln>
          </p:spPr>
        </p:sp>
        <p:sp>
          <p:nvSpPr>
            <p:cNvPr id="1877" name="Input_receptor__1876">
              <a:extLst>
                <a:ext uri="{FF2B5EF4-FFF2-40B4-BE49-F238E27FC236}">
                  <a16:creationId xmlns:a16="http://schemas.microsoft.com/office/drawing/2014/main" id="{966A9CAC-7977-F482-5EE8-AFE80A9D6FF8}"/>
                </a:ext>
              </a:extLst>
            </p:cNvPr>
            <p:cNvSpPr>
              <a:spLocks noGrp="1"/>
            </p:cNvSpPr>
            <p:nvPr/>
          </p:nvSpPr>
          <p:spPr>
            <a:xfrm>
              <a:off x="1322275" y="4469476"/>
              <a:ext cx="18197" cy="43479"/>
            </a:xfrm>
            <a:custGeom>
              <a:avLst/>
              <a:gdLst/>
              <a:ahLst/>
              <a:cxnLst/>
              <a:rect l="0" t="0" r="0" b="0"/>
              <a:pathLst>
                <a:path w="18197" h="43479">
                  <a:moveTo>
                    <a:pt x="18197" y="43479"/>
                  </a:moveTo>
                  <a:lnTo>
                    <a:pt x="0" y="0"/>
                  </a:lnTo>
                </a:path>
              </a:pathLst>
            </a:custGeom>
            <a:noFill/>
            <a:ln w="8096">
              <a:solidFill>
                <a:srgbClr val="A6B4BF"/>
              </a:solidFill>
            </a:ln>
          </p:spPr>
        </p:sp>
        <p:sp>
          <p:nvSpPr>
            <p:cNvPr id="1878" name="Input_receptor__1877">
              <a:extLst>
                <a:ext uri="{FF2B5EF4-FFF2-40B4-BE49-F238E27FC236}">
                  <a16:creationId xmlns:a16="http://schemas.microsoft.com/office/drawing/2014/main" id="{ECC10764-D212-3EB7-3F84-28F3A7A3806D}"/>
                </a:ext>
              </a:extLst>
            </p:cNvPr>
            <p:cNvSpPr>
              <a:spLocks noGrp="1"/>
            </p:cNvSpPr>
            <p:nvPr/>
          </p:nvSpPr>
          <p:spPr>
            <a:xfrm>
              <a:off x="1330184" y="4600868"/>
              <a:ext cx="16583" cy="14138"/>
            </a:xfrm>
            <a:custGeom>
              <a:avLst/>
              <a:gdLst/>
              <a:ahLst/>
              <a:cxnLst/>
              <a:rect l="0" t="0" r="0" b="0"/>
              <a:pathLst>
                <a:path w="16583" h="14138">
                  <a:moveTo>
                    <a:pt x="0" y="0"/>
                  </a:moveTo>
                  <a:lnTo>
                    <a:pt x="16583" y="14138"/>
                  </a:lnTo>
                </a:path>
              </a:pathLst>
            </a:custGeom>
            <a:noFill/>
            <a:ln w="8096">
              <a:solidFill>
                <a:srgbClr val="A7B4C0"/>
              </a:solidFill>
            </a:ln>
          </p:spPr>
        </p:sp>
        <p:sp>
          <p:nvSpPr>
            <p:cNvPr id="1879" name="Input_receptor__1878">
              <a:extLst>
                <a:ext uri="{FF2B5EF4-FFF2-40B4-BE49-F238E27FC236}">
                  <a16:creationId xmlns:a16="http://schemas.microsoft.com/office/drawing/2014/main" id="{3210E676-828B-2DBE-E5C7-A5F728187A83}"/>
                </a:ext>
              </a:extLst>
            </p:cNvPr>
            <p:cNvSpPr>
              <a:spLocks noGrp="1"/>
            </p:cNvSpPr>
            <p:nvPr/>
          </p:nvSpPr>
          <p:spPr>
            <a:xfrm>
              <a:off x="1409144" y="4371181"/>
              <a:ext cx="37928" cy="28365"/>
            </a:xfrm>
            <a:custGeom>
              <a:avLst/>
              <a:gdLst/>
              <a:ahLst/>
              <a:cxnLst/>
              <a:rect l="0" t="0" r="0" b="0"/>
              <a:pathLst>
                <a:path w="37928" h="28365">
                  <a:moveTo>
                    <a:pt x="0" y="28365"/>
                  </a:moveTo>
                  <a:lnTo>
                    <a:pt x="37928" y="0"/>
                  </a:lnTo>
                </a:path>
              </a:pathLst>
            </a:custGeom>
            <a:noFill/>
            <a:ln w="20003">
              <a:solidFill>
                <a:srgbClr val="A7B4C0"/>
              </a:solidFill>
            </a:ln>
          </p:spPr>
        </p:sp>
        <p:sp>
          <p:nvSpPr>
            <p:cNvPr id="1880" name="Input_receptor__1879">
              <a:extLst>
                <a:ext uri="{FF2B5EF4-FFF2-40B4-BE49-F238E27FC236}">
                  <a16:creationId xmlns:a16="http://schemas.microsoft.com/office/drawing/2014/main" id="{1437422B-6D42-3251-82A1-07BA494054A0}"/>
                </a:ext>
              </a:extLst>
            </p:cNvPr>
            <p:cNvSpPr>
              <a:spLocks noGrp="1"/>
            </p:cNvSpPr>
            <p:nvPr/>
          </p:nvSpPr>
          <p:spPr>
            <a:xfrm>
              <a:off x="711615" y="4646751"/>
              <a:ext cx="47106" cy="7489"/>
            </a:xfrm>
            <a:custGeom>
              <a:avLst/>
              <a:gdLst/>
              <a:ahLst/>
              <a:cxnLst/>
              <a:rect l="0" t="0" r="0" b="0"/>
              <a:pathLst>
                <a:path w="47106" h="7489">
                  <a:moveTo>
                    <a:pt x="0" y="7489"/>
                  </a:moveTo>
                  <a:lnTo>
                    <a:pt x="47106" y="0"/>
                  </a:lnTo>
                </a:path>
              </a:pathLst>
            </a:custGeom>
            <a:noFill/>
            <a:ln w="20003">
              <a:solidFill>
                <a:srgbClr val="A7B4C0"/>
              </a:solidFill>
            </a:ln>
          </p:spPr>
        </p:sp>
        <p:sp>
          <p:nvSpPr>
            <p:cNvPr id="1881" name="Input_receptor__1880">
              <a:extLst>
                <a:ext uri="{FF2B5EF4-FFF2-40B4-BE49-F238E27FC236}">
                  <a16:creationId xmlns:a16="http://schemas.microsoft.com/office/drawing/2014/main" id="{EC38FFD6-78E8-99D1-8425-49BE6157AA37}"/>
                </a:ext>
              </a:extLst>
            </p:cNvPr>
            <p:cNvSpPr>
              <a:spLocks noGrp="1"/>
            </p:cNvSpPr>
            <p:nvPr/>
          </p:nvSpPr>
          <p:spPr>
            <a:xfrm>
              <a:off x="668097" y="4490493"/>
              <a:ext cx="14849" cy="357"/>
            </a:xfrm>
            <a:custGeom>
              <a:avLst/>
              <a:gdLst/>
              <a:ahLst/>
              <a:cxnLst/>
              <a:rect l="0" t="0" r="0" b="0"/>
              <a:pathLst>
                <a:path w="14849" h="357">
                  <a:moveTo>
                    <a:pt x="14849" y="0"/>
                  </a:moveTo>
                  <a:lnTo>
                    <a:pt x="0" y="357"/>
                  </a:lnTo>
                </a:path>
              </a:pathLst>
            </a:custGeom>
            <a:noFill/>
            <a:ln w="20003">
              <a:solidFill>
                <a:srgbClr val="A7B5C0"/>
              </a:solidFill>
            </a:ln>
          </p:spPr>
        </p:sp>
        <p:sp>
          <p:nvSpPr>
            <p:cNvPr id="1882" name="Input_receptor__1881">
              <a:extLst>
                <a:ext uri="{FF2B5EF4-FFF2-40B4-BE49-F238E27FC236}">
                  <a16:creationId xmlns:a16="http://schemas.microsoft.com/office/drawing/2014/main" id="{F83E1646-0AF0-3E12-BD94-9501F25756AB}"/>
                </a:ext>
              </a:extLst>
            </p:cNvPr>
            <p:cNvSpPr>
              <a:spLocks noGrp="1"/>
            </p:cNvSpPr>
            <p:nvPr/>
          </p:nvSpPr>
          <p:spPr>
            <a:xfrm>
              <a:off x="1466382" y="4407129"/>
              <a:ext cx="4973" cy="26894"/>
            </a:xfrm>
            <a:custGeom>
              <a:avLst/>
              <a:gdLst/>
              <a:ahLst/>
              <a:cxnLst/>
              <a:rect l="0" t="0" r="0" b="0"/>
              <a:pathLst>
                <a:path w="4973" h="26894">
                  <a:moveTo>
                    <a:pt x="4973" y="0"/>
                  </a:moveTo>
                  <a:lnTo>
                    <a:pt x="0" y="26894"/>
                  </a:lnTo>
                </a:path>
              </a:pathLst>
            </a:custGeom>
            <a:noFill/>
            <a:ln w="20003">
              <a:solidFill>
                <a:srgbClr val="A7B5C0"/>
              </a:solidFill>
            </a:ln>
          </p:spPr>
        </p:sp>
        <p:sp>
          <p:nvSpPr>
            <p:cNvPr id="1883" name="Input_receptor__1882">
              <a:extLst>
                <a:ext uri="{FF2B5EF4-FFF2-40B4-BE49-F238E27FC236}">
                  <a16:creationId xmlns:a16="http://schemas.microsoft.com/office/drawing/2014/main" id="{6B13002D-320C-F2EF-C847-7702FD5DFD1B}"/>
                </a:ext>
              </a:extLst>
            </p:cNvPr>
            <p:cNvSpPr>
              <a:spLocks noGrp="1"/>
            </p:cNvSpPr>
            <p:nvPr/>
          </p:nvSpPr>
          <p:spPr>
            <a:xfrm>
              <a:off x="1048161" y="4447548"/>
              <a:ext cx="10212" cy="27152"/>
            </a:xfrm>
            <a:custGeom>
              <a:avLst/>
              <a:gdLst/>
              <a:ahLst/>
              <a:cxnLst/>
              <a:rect l="0" t="0" r="0" b="0"/>
              <a:pathLst>
                <a:path w="10212" h="27152">
                  <a:moveTo>
                    <a:pt x="10212" y="27152"/>
                  </a:moveTo>
                  <a:lnTo>
                    <a:pt x="0" y="0"/>
                  </a:lnTo>
                </a:path>
              </a:pathLst>
            </a:custGeom>
            <a:noFill/>
            <a:ln w="8096">
              <a:solidFill>
                <a:srgbClr val="A7B5C0"/>
              </a:solidFill>
            </a:ln>
          </p:spPr>
        </p:sp>
        <p:sp>
          <p:nvSpPr>
            <p:cNvPr id="1884" name="Input_receptor__1883">
              <a:extLst>
                <a:ext uri="{FF2B5EF4-FFF2-40B4-BE49-F238E27FC236}">
                  <a16:creationId xmlns:a16="http://schemas.microsoft.com/office/drawing/2014/main" id="{50DA2AFB-8090-5D93-B38C-837C3E4F0100}"/>
                </a:ext>
              </a:extLst>
            </p:cNvPr>
            <p:cNvSpPr>
              <a:spLocks noGrp="1"/>
            </p:cNvSpPr>
            <p:nvPr/>
          </p:nvSpPr>
          <p:spPr>
            <a:xfrm>
              <a:off x="1254882" y="4438003"/>
              <a:ext cx="33703" cy="34538"/>
            </a:xfrm>
            <a:custGeom>
              <a:avLst/>
              <a:gdLst/>
              <a:ahLst/>
              <a:cxnLst/>
              <a:rect l="0" t="0" r="0" b="0"/>
              <a:pathLst>
                <a:path w="33703" h="34538">
                  <a:moveTo>
                    <a:pt x="33703" y="0"/>
                  </a:moveTo>
                  <a:lnTo>
                    <a:pt x="0" y="34538"/>
                  </a:lnTo>
                </a:path>
              </a:pathLst>
            </a:custGeom>
            <a:noFill/>
            <a:ln w="20003">
              <a:solidFill>
                <a:srgbClr val="A7B5C0"/>
              </a:solidFill>
            </a:ln>
          </p:spPr>
        </p:sp>
        <p:sp>
          <p:nvSpPr>
            <p:cNvPr id="1885" name="Input_receptor__1884">
              <a:extLst>
                <a:ext uri="{FF2B5EF4-FFF2-40B4-BE49-F238E27FC236}">
                  <a16:creationId xmlns:a16="http://schemas.microsoft.com/office/drawing/2014/main" id="{66133102-C47A-7BDA-4E4C-2677B078FCA4}"/>
                </a:ext>
              </a:extLst>
            </p:cNvPr>
            <p:cNvSpPr>
              <a:spLocks noGrp="1"/>
            </p:cNvSpPr>
            <p:nvPr/>
          </p:nvSpPr>
          <p:spPr>
            <a:xfrm>
              <a:off x="1291944" y="4629785"/>
              <a:ext cx="27997" cy="39466"/>
            </a:xfrm>
            <a:custGeom>
              <a:avLst/>
              <a:gdLst/>
              <a:ahLst/>
              <a:cxnLst/>
              <a:rect l="0" t="0" r="0" b="0"/>
              <a:pathLst>
                <a:path w="27997" h="39466">
                  <a:moveTo>
                    <a:pt x="27997" y="39466"/>
                  </a:moveTo>
                  <a:lnTo>
                    <a:pt x="0" y="0"/>
                  </a:lnTo>
                </a:path>
              </a:pathLst>
            </a:custGeom>
            <a:noFill/>
            <a:ln w="20003">
              <a:solidFill>
                <a:srgbClr val="A7B5C0"/>
              </a:solidFill>
            </a:ln>
          </p:spPr>
        </p:sp>
        <p:sp>
          <p:nvSpPr>
            <p:cNvPr id="1886" name="Input_receptor__1885">
              <a:extLst>
                <a:ext uri="{FF2B5EF4-FFF2-40B4-BE49-F238E27FC236}">
                  <a16:creationId xmlns:a16="http://schemas.microsoft.com/office/drawing/2014/main" id="{46D6FEDA-86EB-6471-A259-A5C53626291D}"/>
                </a:ext>
              </a:extLst>
            </p:cNvPr>
            <p:cNvSpPr>
              <a:spLocks noGrp="1"/>
            </p:cNvSpPr>
            <p:nvPr/>
          </p:nvSpPr>
          <p:spPr>
            <a:xfrm>
              <a:off x="1447071" y="4371181"/>
              <a:ext cx="24283" cy="35948"/>
            </a:xfrm>
            <a:custGeom>
              <a:avLst/>
              <a:gdLst/>
              <a:ahLst/>
              <a:cxnLst/>
              <a:rect l="0" t="0" r="0" b="0"/>
              <a:pathLst>
                <a:path w="24283" h="35948">
                  <a:moveTo>
                    <a:pt x="0" y="0"/>
                  </a:moveTo>
                  <a:lnTo>
                    <a:pt x="24283" y="35948"/>
                  </a:lnTo>
                </a:path>
              </a:pathLst>
            </a:custGeom>
            <a:noFill/>
            <a:ln w="20003">
              <a:solidFill>
                <a:srgbClr val="A8B5C0"/>
              </a:solidFill>
            </a:ln>
          </p:spPr>
        </p:sp>
        <p:sp>
          <p:nvSpPr>
            <p:cNvPr id="1887" name="Input_receptor__1886">
              <a:extLst>
                <a:ext uri="{FF2B5EF4-FFF2-40B4-BE49-F238E27FC236}">
                  <a16:creationId xmlns:a16="http://schemas.microsoft.com/office/drawing/2014/main" id="{E84E8681-EFA3-AA0D-7FF4-9A8C4987EC5A}"/>
                </a:ext>
              </a:extLst>
            </p:cNvPr>
            <p:cNvSpPr>
              <a:spLocks noGrp="1"/>
            </p:cNvSpPr>
            <p:nvPr/>
          </p:nvSpPr>
          <p:spPr>
            <a:xfrm>
              <a:off x="1167882" y="4751525"/>
              <a:ext cx="8321" cy="33501"/>
            </a:xfrm>
            <a:custGeom>
              <a:avLst/>
              <a:gdLst/>
              <a:ahLst/>
              <a:cxnLst/>
              <a:rect l="0" t="0" r="0" b="0"/>
              <a:pathLst>
                <a:path w="8321" h="33501">
                  <a:moveTo>
                    <a:pt x="8321" y="0"/>
                  </a:moveTo>
                  <a:lnTo>
                    <a:pt x="0" y="33501"/>
                  </a:lnTo>
                </a:path>
              </a:pathLst>
            </a:custGeom>
            <a:noFill/>
            <a:ln w="8096">
              <a:solidFill>
                <a:srgbClr val="A8B5C0"/>
              </a:solidFill>
            </a:ln>
          </p:spPr>
        </p:sp>
        <p:sp>
          <p:nvSpPr>
            <p:cNvPr id="1888" name="Input_receptor__1887">
              <a:extLst>
                <a:ext uri="{FF2B5EF4-FFF2-40B4-BE49-F238E27FC236}">
                  <a16:creationId xmlns:a16="http://schemas.microsoft.com/office/drawing/2014/main" id="{A40FAE9C-89C4-D772-24F9-B8283E5CFCA4}"/>
                </a:ext>
              </a:extLst>
            </p:cNvPr>
            <p:cNvSpPr>
              <a:spLocks noGrp="1"/>
            </p:cNvSpPr>
            <p:nvPr/>
          </p:nvSpPr>
          <p:spPr>
            <a:xfrm>
              <a:off x="1167087" y="4418842"/>
              <a:ext cx="48036" cy="1529"/>
            </a:xfrm>
            <a:custGeom>
              <a:avLst/>
              <a:gdLst/>
              <a:ahLst/>
              <a:cxnLst/>
              <a:rect l="0" t="0" r="0" b="0"/>
              <a:pathLst>
                <a:path w="48036" h="1529">
                  <a:moveTo>
                    <a:pt x="0" y="1529"/>
                  </a:moveTo>
                  <a:lnTo>
                    <a:pt x="48036" y="0"/>
                  </a:lnTo>
                </a:path>
              </a:pathLst>
            </a:custGeom>
            <a:noFill/>
            <a:ln w="20003">
              <a:solidFill>
                <a:srgbClr val="A8B5C1"/>
              </a:solidFill>
            </a:ln>
          </p:spPr>
        </p:sp>
        <p:sp>
          <p:nvSpPr>
            <p:cNvPr id="1889" name="Input_receptor__1888">
              <a:extLst>
                <a:ext uri="{FF2B5EF4-FFF2-40B4-BE49-F238E27FC236}">
                  <a16:creationId xmlns:a16="http://schemas.microsoft.com/office/drawing/2014/main" id="{0E3002BF-80F8-9826-28C3-FE9F95F5C712}"/>
                </a:ext>
              </a:extLst>
            </p:cNvPr>
            <p:cNvSpPr>
              <a:spLocks noGrp="1"/>
            </p:cNvSpPr>
            <p:nvPr/>
          </p:nvSpPr>
          <p:spPr>
            <a:xfrm>
              <a:off x="693718" y="4615580"/>
              <a:ext cx="17897" cy="38661"/>
            </a:xfrm>
            <a:custGeom>
              <a:avLst/>
              <a:gdLst/>
              <a:ahLst/>
              <a:cxnLst/>
              <a:rect l="0" t="0" r="0" b="0"/>
              <a:pathLst>
                <a:path w="17897" h="38661">
                  <a:moveTo>
                    <a:pt x="0" y="0"/>
                  </a:moveTo>
                  <a:lnTo>
                    <a:pt x="17897" y="38661"/>
                  </a:lnTo>
                </a:path>
              </a:pathLst>
            </a:custGeom>
            <a:noFill/>
            <a:ln w="20003">
              <a:solidFill>
                <a:srgbClr val="A8B5C1"/>
              </a:solidFill>
            </a:ln>
          </p:spPr>
        </p:sp>
        <p:sp>
          <p:nvSpPr>
            <p:cNvPr id="1890" name="Input_receptor__1889">
              <a:extLst>
                <a:ext uri="{FF2B5EF4-FFF2-40B4-BE49-F238E27FC236}">
                  <a16:creationId xmlns:a16="http://schemas.microsoft.com/office/drawing/2014/main" id="{298C35D5-40A8-4E7B-0597-9053EE367EC7}"/>
                </a:ext>
              </a:extLst>
            </p:cNvPr>
            <p:cNvSpPr>
              <a:spLocks noGrp="1"/>
            </p:cNvSpPr>
            <p:nvPr/>
          </p:nvSpPr>
          <p:spPr>
            <a:xfrm>
              <a:off x="1291944" y="4600868"/>
              <a:ext cx="38239" cy="28917"/>
            </a:xfrm>
            <a:custGeom>
              <a:avLst/>
              <a:gdLst/>
              <a:ahLst/>
              <a:cxnLst/>
              <a:rect l="0" t="0" r="0" b="0"/>
              <a:pathLst>
                <a:path w="38239" h="28917">
                  <a:moveTo>
                    <a:pt x="0" y="28917"/>
                  </a:moveTo>
                  <a:lnTo>
                    <a:pt x="38239" y="0"/>
                  </a:lnTo>
                </a:path>
              </a:pathLst>
            </a:custGeom>
            <a:noFill/>
            <a:ln w="20003">
              <a:solidFill>
                <a:srgbClr val="A8B5C1"/>
              </a:solidFill>
            </a:ln>
          </p:spPr>
        </p:sp>
        <p:sp>
          <p:nvSpPr>
            <p:cNvPr id="1891" name="Input_receptor__1890">
              <a:extLst>
                <a:ext uri="{FF2B5EF4-FFF2-40B4-BE49-F238E27FC236}">
                  <a16:creationId xmlns:a16="http://schemas.microsoft.com/office/drawing/2014/main" id="{6ED23E15-7D15-2A84-862E-93EDCFF7759B}"/>
                </a:ext>
              </a:extLst>
            </p:cNvPr>
            <p:cNvSpPr>
              <a:spLocks noGrp="1"/>
            </p:cNvSpPr>
            <p:nvPr/>
          </p:nvSpPr>
          <p:spPr>
            <a:xfrm>
              <a:off x="1141896" y="4785026"/>
              <a:ext cx="25987" cy="27985"/>
            </a:xfrm>
            <a:custGeom>
              <a:avLst/>
              <a:gdLst/>
              <a:ahLst/>
              <a:cxnLst/>
              <a:rect l="0" t="0" r="0" b="0"/>
              <a:pathLst>
                <a:path w="25987" h="27985">
                  <a:moveTo>
                    <a:pt x="25987" y="0"/>
                  </a:moveTo>
                  <a:lnTo>
                    <a:pt x="0" y="27985"/>
                  </a:lnTo>
                </a:path>
              </a:pathLst>
            </a:custGeom>
            <a:noFill/>
            <a:ln w="20003">
              <a:solidFill>
                <a:srgbClr val="A8B5C1"/>
              </a:solidFill>
            </a:ln>
          </p:spPr>
        </p:sp>
        <p:sp>
          <p:nvSpPr>
            <p:cNvPr id="1892" name="Input_receptor__1891">
              <a:extLst>
                <a:ext uri="{FF2B5EF4-FFF2-40B4-BE49-F238E27FC236}">
                  <a16:creationId xmlns:a16="http://schemas.microsoft.com/office/drawing/2014/main" id="{FB5EDF6B-CFB6-1BE9-A5AA-1C22F764AD26}"/>
                </a:ext>
              </a:extLst>
            </p:cNvPr>
            <p:cNvSpPr>
              <a:spLocks noGrp="1"/>
            </p:cNvSpPr>
            <p:nvPr/>
          </p:nvSpPr>
          <p:spPr>
            <a:xfrm>
              <a:off x="1315787" y="4512956"/>
              <a:ext cx="24686" cy="28528"/>
            </a:xfrm>
            <a:custGeom>
              <a:avLst/>
              <a:gdLst/>
              <a:ahLst/>
              <a:cxnLst/>
              <a:rect l="0" t="0" r="0" b="0"/>
              <a:pathLst>
                <a:path w="24686" h="28528">
                  <a:moveTo>
                    <a:pt x="0" y="28528"/>
                  </a:moveTo>
                  <a:lnTo>
                    <a:pt x="24686" y="0"/>
                  </a:lnTo>
                </a:path>
              </a:pathLst>
            </a:custGeom>
            <a:noFill/>
            <a:ln w="8096">
              <a:solidFill>
                <a:srgbClr val="A8B6C1"/>
              </a:solidFill>
            </a:ln>
          </p:spPr>
        </p:sp>
        <p:sp>
          <p:nvSpPr>
            <p:cNvPr id="1893" name="Input_receptor__1892">
              <a:extLst>
                <a:ext uri="{FF2B5EF4-FFF2-40B4-BE49-F238E27FC236}">
                  <a16:creationId xmlns:a16="http://schemas.microsoft.com/office/drawing/2014/main" id="{3AED4B94-A843-887C-4C40-BB5395648196}"/>
                </a:ext>
              </a:extLst>
            </p:cNvPr>
            <p:cNvSpPr>
              <a:spLocks noGrp="1"/>
            </p:cNvSpPr>
            <p:nvPr/>
          </p:nvSpPr>
          <p:spPr>
            <a:xfrm>
              <a:off x="682946" y="4490493"/>
              <a:ext cx="39674" cy="24592"/>
            </a:xfrm>
            <a:custGeom>
              <a:avLst/>
              <a:gdLst/>
              <a:ahLst/>
              <a:cxnLst/>
              <a:rect l="0" t="0" r="0" b="0"/>
              <a:pathLst>
                <a:path w="39674" h="24592">
                  <a:moveTo>
                    <a:pt x="39674" y="24592"/>
                  </a:moveTo>
                  <a:lnTo>
                    <a:pt x="0" y="0"/>
                  </a:lnTo>
                </a:path>
              </a:pathLst>
            </a:custGeom>
            <a:noFill/>
            <a:ln w="20003">
              <a:solidFill>
                <a:srgbClr val="A8B6C1"/>
              </a:solidFill>
            </a:ln>
          </p:spPr>
        </p:sp>
        <p:sp>
          <p:nvSpPr>
            <p:cNvPr id="1894" name="Input_receptor__1893">
              <a:extLst>
                <a:ext uri="{FF2B5EF4-FFF2-40B4-BE49-F238E27FC236}">
                  <a16:creationId xmlns:a16="http://schemas.microsoft.com/office/drawing/2014/main" id="{D9DC0003-D83F-5F7E-1FA0-DEE1DBC6431A}"/>
                </a:ext>
              </a:extLst>
            </p:cNvPr>
            <p:cNvSpPr>
              <a:spLocks noGrp="1"/>
            </p:cNvSpPr>
            <p:nvPr/>
          </p:nvSpPr>
          <p:spPr>
            <a:xfrm>
              <a:off x="729661" y="4447328"/>
              <a:ext cx="25367" cy="20480"/>
            </a:xfrm>
            <a:custGeom>
              <a:avLst/>
              <a:gdLst/>
              <a:ahLst/>
              <a:cxnLst/>
              <a:rect l="0" t="0" r="0" b="0"/>
              <a:pathLst>
                <a:path w="25367" h="20480">
                  <a:moveTo>
                    <a:pt x="25367" y="20480"/>
                  </a:moveTo>
                  <a:lnTo>
                    <a:pt x="0" y="0"/>
                  </a:lnTo>
                </a:path>
              </a:pathLst>
            </a:custGeom>
            <a:noFill/>
            <a:ln w="20003">
              <a:solidFill>
                <a:srgbClr val="A8B6C1"/>
              </a:solidFill>
            </a:ln>
          </p:spPr>
        </p:sp>
        <p:sp>
          <p:nvSpPr>
            <p:cNvPr id="1895" name="Input_receptor__1894">
              <a:extLst>
                <a:ext uri="{FF2B5EF4-FFF2-40B4-BE49-F238E27FC236}">
                  <a16:creationId xmlns:a16="http://schemas.microsoft.com/office/drawing/2014/main" id="{10ADB910-A7FA-76F0-6D89-EF80A123FAFF}"/>
                </a:ext>
              </a:extLst>
            </p:cNvPr>
            <p:cNvSpPr>
              <a:spLocks noGrp="1"/>
            </p:cNvSpPr>
            <p:nvPr/>
          </p:nvSpPr>
          <p:spPr>
            <a:xfrm>
              <a:off x="856496" y="4597133"/>
              <a:ext cx="39598" cy="4303"/>
            </a:xfrm>
            <a:custGeom>
              <a:avLst/>
              <a:gdLst/>
              <a:ahLst/>
              <a:cxnLst/>
              <a:rect l="0" t="0" r="0" b="0"/>
              <a:pathLst>
                <a:path w="39598" h="4303">
                  <a:moveTo>
                    <a:pt x="0" y="0"/>
                  </a:moveTo>
                  <a:lnTo>
                    <a:pt x="39598" y="4303"/>
                  </a:lnTo>
                </a:path>
              </a:pathLst>
            </a:custGeom>
            <a:noFill/>
            <a:ln w="8096">
              <a:solidFill>
                <a:srgbClr val="A8B6C1"/>
              </a:solidFill>
            </a:ln>
          </p:spPr>
        </p:sp>
        <p:sp>
          <p:nvSpPr>
            <p:cNvPr id="1896" name="Input_receptor__1895">
              <a:extLst>
                <a:ext uri="{FF2B5EF4-FFF2-40B4-BE49-F238E27FC236}">
                  <a16:creationId xmlns:a16="http://schemas.microsoft.com/office/drawing/2014/main" id="{B037B89A-0EEF-07D2-268E-EE3718F45251}"/>
                </a:ext>
              </a:extLst>
            </p:cNvPr>
            <p:cNvSpPr>
              <a:spLocks noGrp="1"/>
            </p:cNvSpPr>
            <p:nvPr/>
          </p:nvSpPr>
          <p:spPr>
            <a:xfrm>
              <a:off x="785553" y="4692147"/>
              <a:ext cx="9986" cy="30430"/>
            </a:xfrm>
            <a:custGeom>
              <a:avLst/>
              <a:gdLst/>
              <a:ahLst/>
              <a:cxnLst/>
              <a:rect l="0" t="0" r="0" b="0"/>
              <a:pathLst>
                <a:path w="9986" h="30430">
                  <a:moveTo>
                    <a:pt x="0" y="30430"/>
                  </a:moveTo>
                  <a:lnTo>
                    <a:pt x="9986" y="0"/>
                  </a:lnTo>
                </a:path>
              </a:pathLst>
            </a:custGeom>
            <a:noFill/>
            <a:ln w="20003">
              <a:solidFill>
                <a:srgbClr val="A8B6C1"/>
              </a:solidFill>
            </a:ln>
          </p:spPr>
        </p:sp>
        <p:sp>
          <p:nvSpPr>
            <p:cNvPr id="1897" name="Input_receptor__1896">
              <a:extLst>
                <a:ext uri="{FF2B5EF4-FFF2-40B4-BE49-F238E27FC236}">
                  <a16:creationId xmlns:a16="http://schemas.microsoft.com/office/drawing/2014/main" id="{F17A499A-7D17-B7CA-970F-1C2A3F4E8AE8}"/>
                </a:ext>
              </a:extLst>
            </p:cNvPr>
            <p:cNvSpPr>
              <a:spLocks noGrp="1"/>
            </p:cNvSpPr>
            <p:nvPr/>
          </p:nvSpPr>
          <p:spPr>
            <a:xfrm>
              <a:off x="1274647" y="4788234"/>
              <a:ext cx="6888" cy="8386"/>
            </a:xfrm>
            <a:custGeom>
              <a:avLst/>
              <a:gdLst/>
              <a:ahLst/>
              <a:cxnLst/>
              <a:rect l="0" t="0" r="0" b="0"/>
              <a:pathLst>
                <a:path w="6888" h="8386">
                  <a:moveTo>
                    <a:pt x="0" y="8386"/>
                  </a:moveTo>
                  <a:lnTo>
                    <a:pt x="6888" y="0"/>
                  </a:lnTo>
                </a:path>
              </a:pathLst>
            </a:custGeom>
            <a:noFill/>
            <a:ln w="8096">
              <a:solidFill>
                <a:srgbClr val="A8B6C1"/>
              </a:solidFill>
            </a:ln>
          </p:spPr>
        </p:sp>
        <p:sp>
          <p:nvSpPr>
            <p:cNvPr id="1898" name="Input_receptor__1897">
              <a:extLst>
                <a:ext uri="{FF2B5EF4-FFF2-40B4-BE49-F238E27FC236}">
                  <a16:creationId xmlns:a16="http://schemas.microsoft.com/office/drawing/2014/main" id="{9F091D7E-12D1-8694-077B-B9004D441119}"/>
                </a:ext>
              </a:extLst>
            </p:cNvPr>
            <p:cNvSpPr>
              <a:spLocks noGrp="1"/>
            </p:cNvSpPr>
            <p:nvPr/>
          </p:nvSpPr>
          <p:spPr>
            <a:xfrm>
              <a:off x="755028" y="4467808"/>
              <a:ext cx="38790" cy="8411"/>
            </a:xfrm>
            <a:custGeom>
              <a:avLst/>
              <a:gdLst/>
              <a:ahLst/>
              <a:cxnLst/>
              <a:rect l="0" t="0" r="0" b="0"/>
              <a:pathLst>
                <a:path w="38790" h="8411">
                  <a:moveTo>
                    <a:pt x="38790" y="8411"/>
                  </a:moveTo>
                  <a:lnTo>
                    <a:pt x="0" y="0"/>
                  </a:lnTo>
                </a:path>
              </a:pathLst>
            </a:custGeom>
            <a:noFill/>
            <a:ln w="20003">
              <a:solidFill>
                <a:srgbClr val="A8B6C1"/>
              </a:solidFill>
            </a:ln>
          </p:spPr>
        </p:sp>
        <p:sp>
          <p:nvSpPr>
            <p:cNvPr id="1899" name="Input_receptor__1898">
              <a:extLst>
                <a:ext uri="{FF2B5EF4-FFF2-40B4-BE49-F238E27FC236}">
                  <a16:creationId xmlns:a16="http://schemas.microsoft.com/office/drawing/2014/main" id="{0DF26301-1A3B-A394-314B-DC2E9DB06287}"/>
                </a:ext>
              </a:extLst>
            </p:cNvPr>
            <p:cNvSpPr>
              <a:spLocks noGrp="1"/>
            </p:cNvSpPr>
            <p:nvPr/>
          </p:nvSpPr>
          <p:spPr>
            <a:xfrm>
              <a:off x="1057231" y="4541977"/>
              <a:ext cx="8741" cy="46279"/>
            </a:xfrm>
            <a:custGeom>
              <a:avLst/>
              <a:gdLst/>
              <a:ahLst/>
              <a:cxnLst/>
              <a:rect l="0" t="0" r="0" b="0"/>
              <a:pathLst>
                <a:path w="8741" h="46279">
                  <a:moveTo>
                    <a:pt x="8741" y="46279"/>
                  </a:moveTo>
                  <a:lnTo>
                    <a:pt x="0" y="0"/>
                  </a:lnTo>
                </a:path>
              </a:pathLst>
            </a:custGeom>
            <a:noFill/>
            <a:ln w="8096">
              <a:solidFill>
                <a:srgbClr val="A8B6C1"/>
              </a:solidFill>
            </a:ln>
          </p:spPr>
        </p:sp>
        <p:sp>
          <p:nvSpPr>
            <p:cNvPr id="1900" name="Input_receptor__1899">
              <a:extLst>
                <a:ext uri="{FF2B5EF4-FFF2-40B4-BE49-F238E27FC236}">
                  <a16:creationId xmlns:a16="http://schemas.microsoft.com/office/drawing/2014/main" id="{07FA3777-CF30-D066-D0DF-E3B2EF2C5A82}"/>
                </a:ext>
              </a:extLst>
            </p:cNvPr>
            <p:cNvSpPr>
              <a:spLocks noGrp="1"/>
            </p:cNvSpPr>
            <p:nvPr/>
          </p:nvSpPr>
          <p:spPr>
            <a:xfrm>
              <a:off x="1009649" y="4541977"/>
              <a:ext cx="47582" cy="6853"/>
            </a:xfrm>
            <a:custGeom>
              <a:avLst/>
              <a:gdLst/>
              <a:ahLst/>
              <a:cxnLst/>
              <a:rect l="0" t="0" r="0" b="0"/>
              <a:pathLst>
                <a:path w="47582" h="6853">
                  <a:moveTo>
                    <a:pt x="47582" y="0"/>
                  </a:moveTo>
                  <a:lnTo>
                    <a:pt x="0" y="6853"/>
                  </a:lnTo>
                </a:path>
              </a:pathLst>
            </a:custGeom>
            <a:noFill/>
            <a:ln w="8096">
              <a:solidFill>
                <a:srgbClr val="A9B6C1"/>
              </a:solidFill>
            </a:ln>
          </p:spPr>
        </p:sp>
        <p:sp>
          <p:nvSpPr>
            <p:cNvPr id="1901" name="Input_receptor__1900">
              <a:extLst>
                <a:ext uri="{FF2B5EF4-FFF2-40B4-BE49-F238E27FC236}">
                  <a16:creationId xmlns:a16="http://schemas.microsoft.com/office/drawing/2014/main" id="{DED35C95-9944-F870-3FE7-4797D4EA30B2}"/>
                </a:ext>
              </a:extLst>
            </p:cNvPr>
            <p:cNvSpPr>
              <a:spLocks noGrp="1"/>
            </p:cNvSpPr>
            <p:nvPr/>
          </p:nvSpPr>
          <p:spPr>
            <a:xfrm>
              <a:off x="1319941" y="4659260"/>
              <a:ext cx="27206" cy="9991"/>
            </a:xfrm>
            <a:custGeom>
              <a:avLst/>
              <a:gdLst/>
              <a:ahLst/>
              <a:cxnLst/>
              <a:rect l="0" t="0" r="0" b="0"/>
              <a:pathLst>
                <a:path w="27206" h="9991">
                  <a:moveTo>
                    <a:pt x="27206" y="0"/>
                  </a:moveTo>
                  <a:lnTo>
                    <a:pt x="0" y="9991"/>
                  </a:lnTo>
                </a:path>
              </a:pathLst>
            </a:custGeom>
            <a:noFill/>
            <a:ln w="20003">
              <a:solidFill>
                <a:srgbClr val="A9B6C1"/>
              </a:solidFill>
            </a:ln>
          </p:spPr>
        </p:sp>
        <p:sp>
          <p:nvSpPr>
            <p:cNvPr id="1902" name="Input_receptor__1901">
              <a:extLst>
                <a:ext uri="{FF2B5EF4-FFF2-40B4-BE49-F238E27FC236}">
                  <a16:creationId xmlns:a16="http://schemas.microsoft.com/office/drawing/2014/main" id="{05D0C4C4-B62B-886D-DF47-9CB5772357F6}"/>
                </a:ext>
              </a:extLst>
            </p:cNvPr>
            <p:cNvSpPr>
              <a:spLocks noGrp="1"/>
            </p:cNvSpPr>
            <p:nvPr/>
          </p:nvSpPr>
          <p:spPr>
            <a:xfrm>
              <a:off x="1286874" y="4437782"/>
              <a:ext cx="1711" cy="221"/>
            </a:xfrm>
            <a:custGeom>
              <a:avLst/>
              <a:gdLst/>
              <a:ahLst/>
              <a:cxnLst/>
              <a:rect l="0" t="0" r="0" b="0"/>
              <a:pathLst>
                <a:path w="1711" h="221">
                  <a:moveTo>
                    <a:pt x="0" y="0"/>
                  </a:moveTo>
                  <a:lnTo>
                    <a:pt x="1711" y="221"/>
                  </a:lnTo>
                </a:path>
              </a:pathLst>
            </a:custGeom>
            <a:noFill/>
            <a:ln w="8096">
              <a:solidFill>
                <a:srgbClr val="A9B7C2"/>
              </a:solidFill>
            </a:ln>
          </p:spPr>
        </p:sp>
        <p:sp>
          <p:nvSpPr>
            <p:cNvPr id="1903" name="Input_receptor__1902">
              <a:extLst>
                <a:ext uri="{FF2B5EF4-FFF2-40B4-BE49-F238E27FC236}">
                  <a16:creationId xmlns:a16="http://schemas.microsoft.com/office/drawing/2014/main" id="{046BF846-B465-A74D-52A4-CBE5D05AA905}"/>
                </a:ext>
              </a:extLst>
            </p:cNvPr>
            <p:cNvSpPr>
              <a:spLocks noGrp="1"/>
            </p:cNvSpPr>
            <p:nvPr/>
          </p:nvSpPr>
          <p:spPr>
            <a:xfrm>
              <a:off x="1215123" y="4418842"/>
              <a:ext cx="23547" cy="12982"/>
            </a:xfrm>
            <a:custGeom>
              <a:avLst/>
              <a:gdLst/>
              <a:ahLst/>
              <a:cxnLst/>
              <a:rect l="0" t="0" r="0" b="0"/>
              <a:pathLst>
                <a:path w="23547" h="12982">
                  <a:moveTo>
                    <a:pt x="0" y="0"/>
                  </a:moveTo>
                  <a:lnTo>
                    <a:pt x="23547" y="12982"/>
                  </a:lnTo>
                </a:path>
              </a:pathLst>
            </a:custGeom>
            <a:noFill/>
            <a:ln w="20003">
              <a:solidFill>
                <a:srgbClr val="A9B7C2"/>
              </a:solidFill>
            </a:ln>
          </p:spPr>
        </p:sp>
        <p:sp>
          <p:nvSpPr>
            <p:cNvPr id="1904" name="Input_receptor__1903">
              <a:extLst>
                <a:ext uri="{FF2B5EF4-FFF2-40B4-BE49-F238E27FC236}">
                  <a16:creationId xmlns:a16="http://schemas.microsoft.com/office/drawing/2014/main" id="{8B317009-02A2-9219-C881-0222A35B7A70}"/>
                </a:ext>
              </a:extLst>
            </p:cNvPr>
            <p:cNvSpPr>
              <a:spLocks noGrp="1"/>
            </p:cNvSpPr>
            <p:nvPr/>
          </p:nvSpPr>
          <p:spPr>
            <a:xfrm>
              <a:off x="1058373" y="4463140"/>
              <a:ext cx="34685" cy="11560"/>
            </a:xfrm>
            <a:custGeom>
              <a:avLst/>
              <a:gdLst/>
              <a:ahLst/>
              <a:cxnLst/>
              <a:rect l="0" t="0" r="0" b="0"/>
              <a:pathLst>
                <a:path w="34685" h="11560">
                  <a:moveTo>
                    <a:pt x="34685" y="0"/>
                  </a:moveTo>
                  <a:lnTo>
                    <a:pt x="0" y="11560"/>
                  </a:lnTo>
                </a:path>
              </a:pathLst>
            </a:custGeom>
            <a:noFill/>
            <a:ln w="8096">
              <a:solidFill>
                <a:srgbClr val="AAB7C2"/>
              </a:solidFill>
            </a:ln>
          </p:spPr>
        </p:sp>
        <p:sp>
          <p:nvSpPr>
            <p:cNvPr id="1905" name="Input_receptor__1904">
              <a:extLst>
                <a:ext uri="{FF2B5EF4-FFF2-40B4-BE49-F238E27FC236}">
                  <a16:creationId xmlns:a16="http://schemas.microsoft.com/office/drawing/2014/main" id="{3697DB79-2746-25C2-3A85-7F7AECC5F075}"/>
                </a:ext>
              </a:extLst>
            </p:cNvPr>
            <p:cNvSpPr>
              <a:spLocks noGrp="1"/>
            </p:cNvSpPr>
            <p:nvPr/>
          </p:nvSpPr>
          <p:spPr>
            <a:xfrm>
              <a:off x="749493" y="4684359"/>
              <a:ext cx="46046" cy="7788"/>
            </a:xfrm>
            <a:custGeom>
              <a:avLst/>
              <a:gdLst/>
              <a:ahLst/>
              <a:cxnLst/>
              <a:rect l="0" t="0" r="0" b="0"/>
              <a:pathLst>
                <a:path w="46046" h="7788">
                  <a:moveTo>
                    <a:pt x="46046" y="7788"/>
                  </a:moveTo>
                  <a:lnTo>
                    <a:pt x="0" y="0"/>
                  </a:lnTo>
                </a:path>
              </a:pathLst>
            </a:custGeom>
            <a:noFill/>
            <a:ln w="20003">
              <a:solidFill>
                <a:srgbClr val="AAB7C2"/>
              </a:solidFill>
            </a:ln>
          </p:spPr>
        </p:sp>
        <p:sp>
          <p:nvSpPr>
            <p:cNvPr id="1906" name="Input_receptor__1905">
              <a:extLst>
                <a:ext uri="{FF2B5EF4-FFF2-40B4-BE49-F238E27FC236}">
                  <a16:creationId xmlns:a16="http://schemas.microsoft.com/office/drawing/2014/main" id="{C422BAC3-3E83-4046-0CE4-2CAA7421C08C}"/>
                </a:ext>
              </a:extLst>
            </p:cNvPr>
            <p:cNvSpPr>
              <a:spLocks noGrp="1"/>
            </p:cNvSpPr>
            <p:nvPr/>
          </p:nvSpPr>
          <p:spPr>
            <a:xfrm>
              <a:off x="706085" y="4684359"/>
              <a:ext cx="43408" cy="17580"/>
            </a:xfrm>
            <a:custGeom>
              <a:avLst/>
              <a:gdLst/>
              <a:ahLst/>
              <a:cxnLst/>
              <a:rect l="0" t="0" r="0" b="0"/>
              <a:pathLst>
                <a:path w="43408" h="17580">
                  <a:moveTo>
                    <a:pt x="43408" y="0"/>
                  </a:moveTo>
                  <a:lnTo>
                    <a:pt x="0" y="17580"/>
                  </a:lnTo>
                </a:path>
              </a:pathLst>
            </a:custGeom>
            <a:noFill/>
            <a:ln w="8096">
              <a:solidFill>
                <a:srgbClr val="AAB7C2"/>
              </a:solidFill>
            </a:ln>
          </p:spPr>
        </p:sp>
        <p:sp>
          <p:nvSpPr>
            <p:cNvPr id="1907" name="Input_receptor__1906">
              <a:extLst>
                <a:ext uri="{FF2B5EF4-FFF2-40B4-BE49-F238E27FC236}">
                  <a16:creationId xmlns:a16="http://schemas.microsoft.com/office/drawing/2014/main" id="{8BBDB7FC-6F12-5D3E-0BCF-21E5EA5B9C8E}"/>
                </a:ext>
              </a:extLst>
            </p:cNvPr>
            <p:cNvSpPr>
              <a:spLocks noGrp="1"/>
            </p:cNvSpPr>
            <p:nvPr/>
          </p:nvSpPr>
          <p:spPr>
            <a:xfrm>
              <a:off x="1009649" y="4548830"/>
              <a:ext cx="812" cy="28697"/>
            </a:xfrm>
            <a:custGeom>
              <a:avLst/>
              <a:gdLst/>
              <a:ahLst/>
              <a:cxnLst/>
              <a:rect l="0" t="0" r="0" b="0"/>
              <a:pathLst>
                <a:path w="812" h="28697">
                  <a:moveTo>
                    <a:pt x="0" y="0"/>
                  </a:moveTo>
                  <a:lnTo>
                    <a:pt x="812" y="28697"/>
                  </a:lnTo>
                </a:path>
              </a:pathLst>
            </a:custGeom>
            <a:noFill/>
            <a:ln w="8096">
              <a:solidFill>
                <a:srgbClr val="AAB7C2"/>
              </a:solidFill>
            </a:ln>
          </p:spPr>
        </p:sp>
        <p:sp>
          <p:nvSpPr>
            <p:cNvPr id="1908" name="Input_receptor__1907">
              <a:extLst>
                <a:ext uri="{FF2B5EF4-FFF2-40B4-BE49-F238E27FC236}">
                  <a16:creationId xmlns:a16="http://schemas.microsoft.com/office/drawing/2014/main" id="{A21E18B0-F4AF-4DDF-9017-0630DD22F08C}"/>
                </a:ext>
              </a:extLst>
            </p:cNvPr>
            <p:cNvSpPr>
              <a:spLocks noGrp="1"/>
            </p:cNvSpPr>
            <p:nvPr/>
          </p:nvSpPr>
          <p:spPr>
            <a:xfrm>
              <a:off x="676394" y="4666760"/>
              <a:ext cx="29691" cy="35179"/>
            </a:xfrm>
            <a:custGeom>
              <a:avLst/>
              <a:gdLst/>
              <a:ahLst/>
              <a:cxnLst/>
              <a:rect l="0" t="0" r="0" b="0"/>
              <a:pathLst>
                <a:path w="29691" h="35179">
                  <a:moveTo>
                    <a:pt x="29691" y="35179"/>
                  </a:moveTo>
                  <a:lnTo>
                    <a:pt x="0" y="0"/>
                  </a:lnTo>
                </a:path>
              </a:pathLst>
            </a:custGeom>
            <a:noFill/>
            <a:ln w="8096">
              <a:solidFill>
                <a:srgbClr val="AAB7C2"/>
              </a:solidFill>
            </a:ln>
          </p:spPr>
        </p:sp>
        <p:sp>
          <p:nvSpPr>
            <p:cNvPr id="1909" name="Input_receptor__1908">
              <a:extLst>
                <a:ext uri="{FF2B5EF4-FFF2-40B4-BE49-F238E27FC236}">
                  <a16:creationId xmlns:a16="http://schemas.microsoft.com/office/drawing/2014/main" id="{F1D40570-8764-A43E-1252-C4F278AEE766}"/>
                </a:ext>
              </a:extLst>
            </p:cNvPr>
            <p:cNvSpPr>
              <a:spLocks noGrp="1"/>
            </p:cNvSpPr>
            <p:nvPr/>
          </p:nvSpPr>
          <p:spPr>
            <a:xfrm>
              <a:off x="676718" y="4615580"/>
              <a:ext cx="17000" cy="95"/>
            </a:xfrm>
            <a:custGeom>
              <a:avLst/>
              <a:gdLst/>
              <a:ahLst/>
              <a:cxnLst/>
              <a:rect l="0" t="0" r="0" b="0"/>
              <a:pathLst>
                <a:path w="17000" h="95">
                  <a:moveTo>
                    <a:pt x="0" y="74"/>
                  </a:moveTo>
                  <a:lnTo>
                    <a:pt x="17000" y="0"/>
                  </a:lnTo>
                </a:path>
              </a:pathLst>
            </a:custGeom>
            <a:noFill/>
            <a:ln w="8096">
              <a:solidFill>
                <a:srgbClr val="AAB8C2"/>
              </a:solidFill>
            </a:ln>
          </p:spPr>
        </p:sp>
        <p:sp>
          <p:nvSpPr>
            <p:cNvPr id="1910" name="Input_receptor__1909">
              <a:extLst>
                <a:ext uri="{FF2B5EF4-FFF2-40B4-BE49-F238E27FC236}">
                  <a16:creationId xmlns:a16="http://schemas.microsoft.com/office/drawing/2014/main" id="{A0B2225F-F285-94E8-F568-1AA52D98C4E1}"/>
                </a:ext>
              </a:extLst>
            </p:cNvPr>
            <p:cNvSpPr>
              <a:spLocks noGrp="1"/>
            </p:cNvSpPr>
            <p:nvPr/>
          </p:nvSpPr>
          <p:spPr>
            <a:xfrm>
              <a:off x="1315787" y="4541484"/>
              <a:ext cx="25012" cy="10580"/>
            </a:xfrm>
            <a:custGeom>
              <a:avLst/>
              <a:gdLst/>
              <a:ahLst/>
              <a:cxnLst/>
              <a:rect l="0" t="0" r="0" b="0"/>
              <a:pathLst>
                <a:path w="25012" h="10580">
                  <a:moveTo>
                    <a:pt x="25012" y="10580"/>
                  </a:moveTo>
                  <a:lnTo>
                    <a:pt x="0" y="0"/>
                  </a:lnTo>
                </a:path>
              </a:pathLst>
            </a:custGeom>
            <a:noFill/>
            <a:ln w="20003">
              <a:solidFill>
                <a:srgbClr val="AAB8C3"/>
              </a:solidFill>
            </a:ln>
          </p:spPr>
        </p:sp>
        <p:sp>
          <p:nvSpPr>
            <p:cNvPr id="1911" name="Input_receptor__1910">
              <a:extLst>
                <a:ext uri="{FF2B5EF4-FFF2-40B4-BE49-F238E27FC236}">
                  <a16:creationId xmlns:a16="http://schemas.microsoft.com/office/drawing/2014/main" id="{F05591D3-5B8E-1BD3-28C7-90F60303E570}"/>
                </a:ext>
              </a:extLst>
            </p:cNvPr>
            <p:cNvSpPr>
              <a:spLocks noGrp="1"/>
            </p:cNvSpPr>
            <p:nvPr/>
          </p:nvSpPr>
          <p:spPr>
            <a:xfrm>
              <a:off x="871590" y="4601437"/>
              <a:ext cx="24503" cy="5369"/>
            </a:xfrm>
            <a:custGeom>
              <a:avLst/>
              <a:gdLst/>
              <a:ahLst/>
              <a:cxnLst/>
              <a:rect l="0" t="0" r="0" b="0"/>
              <a:pathLst>
                <a:path w="24503" h="5369">
                  <a:moveTo>
                    <a:pt x="24503" y="0"/>
                  </a:moveTo>
                  <a:lnTo>
                    <a:pt x="0" y="5369"/>
                  </a:lnTo>
                </a:path>
              </a:pathLst>
            </a:custGeom>
            <a:noFill/>
            <a:ln w="8096">
              <a:solidFill>
                <a:srgbClr val="AAB8C3"/>
              </a:solidFill>
            </a:ln>
          </p:spPr>
        </p:sp>
        <p:sp>
          <p:nvSpPr>
            <p:cNvPr id="1912" name="Input_receptor__1911">
              <a:extLst>
                <a:ext uri="{FF2B5EF4-FFF2-40B4-BE49-F238E27FC236}">
                  <a16:creationId xmlns:a16="http://schemas.microsoft.com/office/drawing/2014/main" id="{F9BB60B3-3028-60F1-81A0-E4387C830592}"/>
                </a:ext>
              </a:extLst>
            </p:cNvPr>
            <p:cNvSpPr>
              <a:spLocks noGrp="1"/>
            </p:cNvSpPr>
            <p:nvPr/>
          </p:nvSpPr>
          <p:spPr>
            <a:xfrm>
              <a:off x="1281536" y="4788234"/>
              <a:ext cx="28947" cy="30342"/>
            </a:xfrm>
            <a:custGeom>
              <a:avLst/>
              <a:gdLst/>
              <a:ahLst/>
              <a:cxnLst/>
              <a:rect l="0" t="0" r="0" b="0"/>
              <a:pathLst>
                <a:path w="28947" h="30342">
                  <a:moveTo>
                    <a:pt x="0" y="0"/>
                  </a:moveTo>
                  <a:lnTo>
                    <a:pt x="28947" y="30342"/>
                  </a:lnTo>
                </a:path>
              </a:pathLst>
            </a:custGeom>
            <a:noFill/>
            <a:ln w="8096">
              <a:solidFill>
                <a:srgbClr val="ABB8C3"/>
              </a:solidFill>
            </a:ln>
          </p:spPr>
        </p:sp>
        <p:sp>
          <p:nvSpPr>
            <p:cNvPr id="1913" name="Input_receptor__1912">
              <a:extLst>
                <a:ext uri="{FF2B5EF4-FFF2-40B4-BE49-F238E27FC236}">
                  <a16:creationId xmlns:a16="http://schemas.microsoft.com/office/drawing/2014/main" id="{00AC1BDF-906B-1168-5A93-D767D870EBFD}"/>
                </a:ext>
              </a:extLst>
            </p:cNvPr>
            <p:cNvSpPr>
              <a:spLocks noGrp="1"/>
            </p:cNvSpPr>
            <p:nvPr/>
          </p:nvSpPr>
          <p:spPr>
            <a:xfrm>
              <a:off x="1238669" y="4431824"/>
              <a:ext cx="48205" cy="5959"/>
            </a:xfrm>
            <a:custGeom>
              <a:avLst/>
              <a:gdLst/>
              <a:ahLst/>
              <a:cxnLst/>
              <a:rect l="0" t="0" r="0" b="0"/>
              <a:pathLst>
                <a:path w="48205" h="5959">
                  <a:moveTo>
                    <a:pt x="0" y="0"/>
                  </a:moveTo>
                  <a:lnTo>
                    <a:pt x="48205" y="5959"/>
                  </a:lnTo>
                </a:path>
              </a:pathLst>
            </a:custGeom>
            <a:noFill/>
            <a:ln w="8096">
              <a:solidFill>
                <a:srgbClr val="ABB8C3"/>
              </a:solidFill>
            </a:ln>
          </p:spPr>
        </p:sp>
        <p:sp>
          <p:nvSpPr>
            <p:cNvPr id="1914" name="Input_receptor__1913">
              <a:extLst>
                <a:ext uri="{FF2B5EF4-FFF2-40B4-BE49-F238E27FC236}">
                  <a16:creationId xmlns:a16="http://schemas.microsoft.com/office/drawing/2014/main" id="{6AF6C0C3-6210-582C-19FE-12F1BC9E1C49}"/>
                </a:ext>
              </a:extLst>
            </p:cNvPr>
            <p:cNvSpPr>
              <a:spLocks noGrp="1"/>
            </p:cNvSpPr>
            <p:nvPr/>
          </p:nvSpPr>
          <p:spPr>
            <a:xfrm>
              <a:off x="1093058" y="4463140"/>
              <a:ext cx="32863" cy="35036"/>
            </a:xfrm>
            <a:custGeom>
              <a:avLst/>
              <a:gdLst/>
              <a:ahLst/>
              <a:cxnLst/>
              <a:rect l="0" t="0" r="0" b="0"/>
              <a:pathLst>
                <a:path w="32863" h="35036">
                  <a:moveTo>
                    <a:pt x="32863" y="35036"/>
                  </a:moveTo>
                  <a:lnTo>
                    <a:pt x="0" y="0"/>
                  </a:lnTo>
                </a:path>
              </a:pathLst>
            </a:custGeom>
            <a:noFill/>
            <a:ln w="8096">
              <a:solidFill>
                <a:srgbClr val="ABB8C3"/>
              </a:solidFill>
            </a:ln>
          </p:spPr>
        </p:sp>
        <p:sp>
          <p:nvSpPr>
            <p:cNvPr id="1915" name="Input_receptor__1914">
              <a:extLst>
                <a:ext uri="{FF2B5EF4-FFF2-40B4-BE49-F238E27FC236}">
                  <a16:creationId xmlns:a16="http://schemas.microsoft.com/office/drawing/2014/main" id="{C8CE656C-122B-0C5C-4C8D-16C73D90545B}"/>
                </a:ext>
              </a:extLst>
            </p:cNvPr>
            <p:cNvSpPr>
              <a:spLocks noGrp="1"/>
            </p:cNvSpPr>
            <p:nvPr/>
          </p:nvSpPr>
          <p:spPr>
            <a:xfrm>
              <a:off x="1308031" y="4647380"/>
              <a:ext cx="39117" cy="11880"/>
            </a:xfrm>
            <a:custGeom>
              <a:avLst/>
              <a:gdLst/>
              <a:ahLst/>
              <a:cxnLst/>
              <a:rect l="0" t="0" r="0" b="0"/>
              <a:pathLst>
                <a:path w="39117" h="11880">
                  <a:moveTo>
                    <a:pt x="0" y="0"/>
                  </a:moveTo>
                  <a:lnTo>
                    <a:pt x="39117" y="11880"/>
                  </a:lnTo>
                </a:path>
              </a:pathLst>
            </a:custGeom>
            <a:noFill/>
            <a:ln w="20003">
              <a:solidFill>
                <a:srgbClr val="ABB8C3"/>
              </a:solidFill>
            </a:ln>
          </p:spPr>
        </p:sp>
        <p:sp>
          <p:nvSpPr>
            <p:cNvPr id="1916" name="Input_receptor__1915">
              <a:extLst>
                <a:ext uri="{FF2B5EF4-FFF2-40B4-BE49-F238E27FC236}">
                  <a16:creationId xmlns:a16="http://schemas.microsoft.com/office/drawing/2014/main" id="{3BC5F576-BF19-CAB5-5EDC-E0A2C27854F3}"/>
                </a:ext>
              </a:extLst>
            </p:cNvPr>
            <p:cNvSpPr>
              <a:spLocks noGrp="1"/>
            </p:cNvSpPr>
            <p:nvPr/>
          </p:nvSpPr>
          <p:spPr>
            <a:xfrm>
              <a:off x="1087445" y="4559465"/>
              <a:ext cx="35785" cy="32086"/>
            </a:xfrm>
            <a:custGeom>
              <a:avLst/>
              <a:gdLst/>
              <a:ahLst/>
              <a:cxnLst/>
              <a:rect l="0" t="0" r="0" b="0"/>
              <a:pathLst>
                <a:path w="35785" h="32086">
                  <a:moveTo>
                    <a:pt x="0" y="0"/>
                  </a:moveTo>
                  <a:lnTo>
                    <a:pt x="35785" y="32086"/>
                  </a:lnTo>
                </a:path>
              </a:pathLst>
            </a:custGeom>
            <a:noFill/>
            <a:ln w="8096">
              <a:solidFill>
                <a:srgbClr val="ABB8C3"/>
              </a:solidFill>
            </a:ln>
          </p:spPr>
        </p:sp>
        <p:sp>
          <p:nvSpPr>
            <p:cNvPr id="1917" name="Input_receptor__1916">
              <a:extLst>
                <a:ext uri="{FF2B5EF4-FFF2-40B4-BE49-F238E27FC236}">
                  <a16:creationId xmlns:a16="http://schemas.microsoft.com/office/drawing/2014/main" id="{28F72F58-0DD5-A35A-6FE7-F94A42E4E317}"/>
                </a:ext>
              </a:extLst>
            </p:cNvPr>
            <p:cNvSpPr>
              <a:spLocks noGrp="1"/>
            </p:cNvSpPr>
            <p:nvPr/>
          </p:nvSpPr>
          <p:spPr>
            <a:xfrm>
              <a:off x="1286731" y="4647380"/>
              <a:ext cx="21299" cy="41171"/>
            </a:xfrm>
            <a:custGeom>
              <a:avLst/>
              <a:gdLst/>
              <a:ahLst/>
              <a:cxnLst/>
              <a:rect l="0" t="0" r="0" b="0"/>
              <a:pathLst>
                <a:path w="21299" h="41171">
                  <a:moveTo>
                    <a:pt x="0" y="41171"/>
                  </a:moveTo>
                  <a:lnTo>
                    <a:pt x="21299" y="0"/>
                  </a:lnTo>
                </a:path>
              </a:pathLst>
            </a:custGeom>
            <a:noFill/>
            <a:ln w="20003">
              <a:solidFill>
                <a:srgbClr val="ABB9C3"/>
              </a:solidFill>
            </a:ln>
          </p:spPr>
        </p:sp>
        <p:sp>
          <p:nvSpPr>
            <p:cNvPr id="1918" name="Input_receptor__1917">
              <a:extLst>
                <a:ext uri="{FF2B5EF4-FFF2-40B4-BE49-F238E27FC236}">
                  <a16:creationId xmlns:a16="http://schemas.microsoft.com/office/drawing/2014/main" id="{60816C4A-CF41-0598-364C-8D4395ADA4BD}"/>
                </a:ext>
              </a:extLst>
            </p:cNvPr>
            <p:cNvSpPr>
              <a:spLocks noGrp="1"/>
            </p:cNvSpPr>
            <p:nvPr/>
          </p:nvSpPr>
          <p:spPr>
            <a:xfrm>
              <a:off x="1286731" y="4688550"/>
              <a:ext cx="38897" cy="24254"/>
            </a:xfrm>
            <a:custGeom>
              <a:avLst/>
              <a:gdLst/>
              <a:ahLst/>
              <a:cxnLst/>
              <a:rect l="0" t="0" r="0" b="0"/>
              <a:pathLst>
                <a:path w="38897" h="24254">
                  <a:moveTo>
                    <a:pt x="38897" y="24254"/>
                  </a:moveTo>
                  <a:lnTo>
                    <a:pt x="0" y="0"/>
                  </a:lnTo>
                </a:path>
              </a:pathLst>
            </a:custGeom>
            <a:noFill/>
            <a:ln w="20003">
              <a:solidFill>
                <a:srgbClr val="ABB9C4"/>
              </a:solidFill>
            </a:ln>
          </p:spPr>
        </p:sp>
        <p:sp>
          <p:nvSpPr>
            <p:cNvPr id="1919" name="Input_receptor__1918">
              <a:extLst>
                <a:ext uri="{FF2B5EF4-FFF2-40B4-BE49-F238E27FC236}">
                  <a16:creationId xmlns:a16="http://schemas.microsoft.com/office/drawing/2014/main" id="{BC60B59C-FB45-1418-918C-19F813A2A17D}"/>
                </a:ext>
              </a:extLst>
            </p:cNvPr>
            <p:cNvSpPr>
              <a:spLocks noGrp="1"/>
            </p:cNvSpPr>
            <p:nvPr/>
          </p:nvSpPr>
          <p:spPr>
            <a:xfrm>
              <a:off x="1123230" y="4559195"/>
              <a:ext cx="34407" cy="32356"/>
            </a:xfrm>
            <a:custGeom>
              <a:avLst/>
              <a:gdLst/>
              <a:ahLst/>
              <a:cxnLst/>
              <a:rect l="0" t="0" r="0" b="0"/>
              <a:pathLst>
                <a:path w="34407" h="32356">
                  <a:moveTo>
                    <a:pt x="0" y="32356"/>
                  </a:moveTo>
                  <a:lnTo>
                    <a:pt x="34407" y="0"/>
                  </a:lnTo>
                </a:path>
              </a:pathLst>
            </a:custGeom>
            <a:noFill/>
            <a:ln w="8096">
              <a:solidFill>
                <a:srgbClr val="ABB9C4"/>
              </a:solidFill>
            </a:ln>
          </p:spPr>
        </p:sp>
        <p:sp>
          <p:nvSpPr>
            <p:cNvPr id="1920" name="Input_receptor__1919">
              <a:extLst>
                <a:ext uri="{FF2B5EF4-FFF2-40B4-BE49-F238E27FC236}">
                  <a16:creationId xmlns:a16="http://schemas.microsoft.com/office/drawing/2014/main" id="{F639F243-61F0-B685-B321-33807FDC2DE2}"/>
                </a:ext>
              </a:extLst>
            </p:cNvPr>
            <p:cNvSpPr>
              <a:spLocks noGrp="1"/>
            </p:cNvSpPr>
            <p:nvPr/>
          </p:nvSpPr>
          <p:spPr>
            <a:xfrm>
              <a:off x="1125922" y="4493001"/>
              <a:ext cx="38549" cy="5175"/>
            </a:xfrm>
            <a:custGeom>
              <a:avLst/>
              <a:gdLst/>
              <a:ahLst/>
              <a:cxnLst/>
              <a:rect l="0" t="0" r="0" b="0"/>
              <a:pathLst>
                <a:path w="38549" h="5175">
                  <a:moveTo>
                    <a:pt x="38549" y="0"/>
                  </a:moveTo>
                  <a:lnTo>
                    <a:pt x="0" y="5175"/>
                  </a:lnTo>
                </a:path>
              </a:pathLst>
            </a:custGeom>
            <a:noFill/>
            <a:ln w="8096">
              <a:solidFill>
                <a:srgbClr val="ACB9C4"/>
              </a:solidFill>
            </a:ln>
          </p:spPr>
        </p:sp>
        <p:sp>
          <p:nvSpPr>
            <p:cNvPr id="1921" name="Input_receptor__1920">
              <a:extLst>
                <a:ext uri="{FF2B5EF4-FFF2-40B4-BE49-F238E27FC236}">
                  <a16:creationId xmlns:a16="http://schemas.microsoft.com/office/drawing/2014/main" id="{B8E91988-9905-C370-C565-40A474DFF699}"/>
                </a:ext>
              </a:extLst>
            </p:cNvPr>
            <p:cNvSpPr>
              <a:spLocks noGrp="1"/>
            </p:cNvSpPr>
            <p:nvPr/>
          </p:nvSpPr>
          <p:spPr>
            <a:xfrm>
              <a:off x="676394" y="4652873"/>
              <a:ext cx="17746" cy="13887"/>
            </a:xfrm>
            <a:custGeom>
              <a:avLst/>
              <a:gdLst/>
              <a:ahLst/>
              <a:cxnLst/>
              <a:rect l="0" t="0" r="0" b="0"/>
              <a:pathLst>
                <a:path w="17746" h="13887">
                  <a:moveTo>
                    <a:pt x="0" y="13887"/>
                  </a:moveTo>
                  <a:lnTo>
                    <a:pt x="17746" y="0"/>
                  </a:lnTo>
                </a:path>
              </a:pathLst>
            </a:custGeom>
            <a:noFill/>
            <a:ln w="8096">
              <a:solidFill>
                <a:srgbClr val="ACB9C4"/>
              </a:solidFill>
            </a:ln>
          </p:spPr>
        </p:sp>
        <p:sp>
          <p:nvSpPr>
            <p:cNvPr id="1922" name="Input_receptor__1921">
              <a:extLst>
                <a:ext uri="{FF2B5EF4-FFF2-40B4-BE49-F238E27FC236}">
                  <a16:creationId xmlns:a16="http://schemas.microsoft.com/office/drawing/2014/main" id="{17D1B508-6C76-23F3-1450-E3A3EF851268}"/>
                </a:ext>
              </a:extLst>
            </p:cNvPr>
            <p:cNvSpPr>
              <a:spLocks noGrp="1"/>
            </p:cNvSpPr>
            <p:nvPr/>
          </p:nvSpPr>
          <p:spPr>
            <a:xfrm>
              <a:off x="671307" y="4567494"/>
              <a:ext cx="5410" cy="48160"/>
            </a:xfrm>
            <a:custGeom>
              <a:avLst/>
              <a:gdLst/>
              <a:ahLst/>
              <a:cxnLst/>
              <a:rect l="0" t="0" r="0" b="0"/>
              <a:pathLst>
                <a:path w="5410" h="48160">
                  <a:moveTo>
                    <a:pt x="0" y="0"/>
                  </a:moveTo>
                  <a:lnTo>
                    <a:pt x="5410" y="48160"/>
                  </a:lnTo>
                </a:path>
              </a:pathLst>
            </a:custGeom>
            <a:noFill/>
            <a:ln w="20003">
              <a:solidFill>
                <a:srgbClr val="ACB9C4"/>
              </a:solidFill>
            </a:ln>
          </p:spPr>
        </p:sp>
        <p:sp>
          <p:nvSpPr>
            <p:cNvPr id="1923" name="Input_receptor__1922">
              <a:extLst>
                <a:ext uri="{FF2B5EF4-FFF2-40B4-BE49-F238E27FC236}">
                  <a16:creationId xmlns:a16="http://schemas.microsoft.com/office/drawing/2014/main" id="{5BE44629-387E-E79E-6FC4-00045D2D5971}"/>
                </a:ext>
              </a:extLst>
            </p:cNvPr>
            <p:cNvSpPr>
              <a:spLocks noGrp="1"/>
            </p:cNvSpPr>
            <p:nvPr/>
          </p:nvSpPr>
          <p:spPr>
            <a:xfrm>
              <a:off x="1047371" y="4559465"/>
              <a:ext cx="40075" cy="95"/>
            </a:xfrm>
            <a:custGeom>
              <a:avLst/>
              <a:gdLst/>
              <a:ahLst/>
              <a:cxnLst/>
              <a:rect l="0" t="0" r="0" b="0"/>
              <a:pathLst>
                <a:path w="40075" h="95">
                  <a:moveTo>
                    <a:pt x="0" y="95"/>
                  </a:moveTo>
                  <a:lnTo>
                    <a:pt x="40075" y="0"/>
                  </a:lnTo>
                </a:path>
              </a:pathLst>
            </a:custGeom>
            <a:noFill/>
            <a:ln w="8096">
              <a:solidFill>
                <a:srgbClr val="ACB9C4"/>
              </a:solidFill>
            </a:ln>
          </p:spPr>
        </p:sp>
        <p:sp>
          <p:nvSpPr>
            <p:cNvPr id="1924" name="Input_receptor__1923">
              <a:extLst>
                <a:ext uri="{FF2B5EF4-FFF2-40B4-BE49-F238E27FC236}">
                  <a16:creationId xmlns:a16="http://schemas.microsoft.com/office/drawing/2014/main" id="{3D6C2FA6-CD07-B78C-2C9C-D1A5A8F8E433}"/>
                </a:ext>
              </a:extLst>
            </p:cNvPr>
            <p:cNvSpPr>
              <a:spLocks noGrp="1"/>
            </p:cNvSpPr>
            <p:nvPr/>
          </p:nvSpPr>
          <p:spPr>
            <a:xfrm>
              <a:off x="1010462" y="4559560"/>
              <a:ext cx="36909" cy="17966"/>
            </a:xfrm>
            <a:custGeom>
              <a:avLst/>
              <a:gdLst/>
              <a:ahLst/>
              <a:cxnLst/>
              <a:rect l="0" t="0" r="0" b="0"/>
              <a:pathLst>
                <a:path w="36909" h="17966">
                  <a:moveTo>
                    <a:pt x="0" y="17966"/>
                  </a:moveTo>
                  <a:lnTo>
                    <a:pt x="36909" y="0"/>
                  </a:lnTo>
                </a:path>
              </a:pathLst>
            </a:custGeom>
            <a:noFill/>
            <a:ln w="8096">
              <a:solidFill>
                <a:srgbClr val="ACB9C4"/>
              </a:solidFill>
            </a:ln>
          </p:spPr>
        </p:sp>
        <p:sp>
          <p:nvSpPr>
            <p:cNvPr id="1925" name="Input_receptor__1924">
              <a:extLst>
                <a:ext uri="{FF2B5EF4-FFF2-40B4-BE49-F238E27FC236}">
                  <a16:creationId xmlns:a16="http://schemas.microsoft.com/office/drawing/2014/main" id="{26C4DDF9-A6A2-58C5-CA07-341C070286BB}"/>
                </a:ext>
              </a:extLst>
            </p:cNvPr>
            <p:cNvSpPr>
              <a:spLocks noGrp="1"/>
            </p:cNvSpPr>
            <p:nvPr/>
          </p:nvSpPr>
          <p:spPr>
            <a:xfrm>
              <a:off x="1274564" y="4535439"/>
              <a:ext cx="11722" cy="45861"/>
            </a:xfrm>
            <a:custGeom>
              <a:avLst/>
              <a:gdLst/>
              <a:ahLst/>
              <a:cxnLst/>
              <a:rect l="0" t="0" r="0" b="0"/>
              <a:pathLst>
                <a:path w="11722" h="45861">
                  <a:moveTo>
                    <a:pt x="11722" y="45861"/>
                  </a:moveTo>
                  <a:lnTo>
                    <a:pt x="0" y="0"/>
                  </a:lnTo>
                </a:path>
              </a:pathLst>
            </a:custGeom>
            <a:noFill/>
            <a:ln w="20003">
              <a:solidFill>
                <a:srgbClr val="ACBAC4"/>
              </a:solidFill>
            </a:ln>
          </p:spPr>
        </p:sp>
        <p:sp>
          <p:nvSpPr>
            <p:cNvPr id="1926" name="Input_receptor__1925">
              <a:extLst>
                <a:ext uri="{FF2B5EF4-FFF2-40B4-BE49-F238E27FC236}">
                  <a16:creationId xmlns:a16="http://schemas.microsoft.com/office/drawing/2014/main" id="{2496FECC-962C-7FC5-D5F0-169C4A3A1E20}"/>
                </a:ext>
              </a:extLst>
            </p:cNvPr>
            <p:cNvSpPr>
              <a:spLocks noGrp="1"/>
            </p:cNvSpPr>
            <p:nvPr/>
          </p:nvSpPr>
          <p:spPr>
            <a:xfrm>
              <a:off x="1274752" y="4818576"/>
              <a:ext cx="35731" cy="13574"/>
            </a:xfrm>
            <a:custGeom>
              <a:avLst/>
              <a:gdLst/>
              <a:ahLst/>
              <a:cxnLst/>
              <a:rect l="0" t="0" r="0" b="0"/>
              <a:pathLst>
                <a:path w="35731" h="13574">
                  <a:moveTo>
                    <a:pt x="35731" y="0"/>
                  </a:moveTo>
                  <a:lnTo>
                    <a:pt x="0" y="13574"/>
                  </a:lnTo>
                </a:path>
              </a:pathLst>
            </a:custGeom>
            <a:noFill/>
            <a:ln w="8096">
              <a:solidFill>
                <a:srgbClr val="ADBAC4"/>
              </a:solidFill>
            </a:ln>
          </p:spPr>
        </p:sp>
        <p:sp>
          <p:nvSpPr>
            <p:cNvPr id="1927" name="Input_receptor__1926">
              <a:extLst>
                <a:ext uri="{FF2B5EF4-FFF2-40B4-BE49-F238E27FC236}">
                  <a16:creationId xmlns:a16="http://schemas.microsoft.com/office/drawing/2014/main" id="{C33F2EA2-1070-3D58-EC05-1543181005F1}"/>
                </a:ext>
              </a:extLst>
            </p:cNvPr>
            <p:cNvSpPr>
              <a:spLocks noGrp="1"/>
            </p:cNvSpPr>
            <p:nvPr/>
          </p:nvSpPr>
          <p:spPr>
            <a:xfrm>
              <a:off x="793651" y="4535427"/>
              <a:ext cx="7527" cy="46098"/>
            </a:xfrm>
            <a:custGeom>
              <a:avLst/>
              <a:gdLst/>
              <a:ahLst/>
              <a:cxnLst/>
              <a:rect l="0" t="0" r="0" b="0"/>
              <a:pathLst>
                <a:path w="7527" h="46098">
                  <a:moveTo>
                    <a:pt x="7527" y="0"/>
                  </a:moveTo>
                  <a:lnTo>
                    <a:pt x="0" y="46098"/>
                  </a:lnTo>
                </a:path>
              </a:pathLst>
            </a:custGeom>
            <a:noFill/>
            <a:ln w="20003">
              <a:solidFill>
                <a:srgbClr val="ADBAC4"/>
              </a:solidFill>
            </a:ln>
          </p:spPr>
        </p:sp>
        <p:sp>
          <p:nvSpPr>
            <p:cNvPr id="1928" name="Input_receptor__1927">
              <a:extLst>
                <a:ext uri="{FF2B5EF4-FFF2-40B4-BE49-F238E27FC236}">
                  <a16:creationId xmlns:a16="http://schemas.microsoft.com/office/drawing/2014/main" id="{E7943490-EF7B-FC6A-63A4-71877CBA45B4}"/>
                </a:ext>
              </a:extLst>
            </p:cNvPr>
            <p:cNvSpPr>
              <a:spLocks noGrp="1"/>
            </p:cNvSpPr>
            <p:nvPr/>
          </p:nvSpPr>
          <p:spPr>
            <a:xfrm>
              <a:off x="1315517" y="4519584"/>
              <a:ext cx="25282" cy="32480"/>
            </a:xfrm>
            <a:custGeom>
              <a:avLst/>
              <a:gdLst/>
              <a:ahLst/>
              <a:cxnLst/>
              <a:rect l="0" t="0" r="0" b="0"/>
              <a:pathLst>
                <a:path w="25282" h="32480">
                  <a:moveTo>
                    <a:pt x="0" y="0"/>
                  </a:moveTo>
                  <a:lnTo>
                    <a:pt x="25282" y="32480"/>
                  </a:lnTo>
                </a:path>
              </a:pathLst>
            </a:custGeom>
            <a:noFill/>
            <a:ln w="20003">
              <a:solidFill>
                <a:srgbClr val="ADBAC4"/>
              </a:solidFill>
            </a:ln>
          </p:spPr>
        </p:sp>
        <p:sp>
          <p:nvSpPr>
            <p:cNvPr id="1929" name="Input_receptor__1928">
              <a:extLst>
                <a:ext uri="{FF2B5EF4-FFF2-40B4-BE49-F238E27FC236}">
                  <a16:creationId xmlns:a16="http://schemas.microsoft.com/office/drawing/2014/main" id="{5C7EE827-8C4C-E84A-E9DE-0866E6AEB820}"/>
                </a:ext>
              </a:extLst>
            </p:cNvPr>
            <p:cNvSpPr>
              <a:spLocks noGrp="1"/>
            </p:cNvSpPr>
            <p:nvPr/>
          </p:nvSpPr>
          <p:spPr>
            <a:xfrm>
              <a:off x="865203" y="4545265"/>
              <a:ext cx="47761" cy="7779"/>
            </a:xfrm>
            <a:custGeom>
              <a:avLst/>
              <a:gdLst/>
              <a:ahLst/>
              <a:cxnLst/>
              <a:rect l="0" t="0" r="0" b="0"/>
              <a:pathLst>
                <a:path w="47761" h="7779">
                  <a:moveTo>
                    <a:pt x="47761" y="7779"/>
                  </a:moveTo>
                  <a:lnTo>
                    <a:pt x="0" y="0"/>
                  </a:lnTo>
                </a:path>
              </a:pathLst>
            </a:custGeom>
            <a:noFill/>
            <a:ln w="20003">
              <a:solidFill>
                <a:srgbClr val="ADBAC4"/>
              </a:solidFill>
            </a:ln>
          </p:spPr>
        </p:sp>
        <p:sp>
          <p:nvSpPr>
            <p:cNvPr id="1930" name="Input_receptor__1929">
              <a:extLst>
                <a:ext uri="{FF2B5EF4-FFF2-40B4-BE49-F238E27FC236}">
                  <a16:creationId xmlns:a16="http://schemas.microsoft.com/office/drawing/2014/main" id="{D87D7EC9-6D15-BC90-7C85-DBBD04B3F23C}"/>
                </a:ext>
              </a:extLst>
            </p:cNvPr>
            <p:cNvSpPr>
              <a:spLocks noGrp="1"/>
            </p:cNvSpPr>
            <p:nvPr/>
          </p:nvSpPr>
          <p:spPr>
            <a:xfrm>
              <a:off x="1171828" y="4598319"/>
              <a:ext cx="32721" cy="35453"/>
            </a:xfrm>
            <a:custGeom>
              <a:avLst/>
              <a:gdLst/>
              <a:ahLst/>
              <a:cxnLst/>
              <a:rect l="0" t="0" r="0" b="0"/>
              <a:pathLst>
                <a:path w="32721" h="35453">
                  <a:moveTo>
                    <a:pt x="0" y="35453"/>
                  </a:moveTo>
                  <a:lnTo>
                    <a:pt x="32721" y="0"/>
                  </a:lnTo>
                </a:path>
              </a:pathLst>
            </a:custGeom>
            <a:noFill/>
            <a:ln w="8096">
              <a:solidFill>
                <a:srgbClr val="ADBAC5"/>
              </a:solidFill>
            </a:ln>
          </p:spPr>
        </p:sp>
        <p:sp>
          <p:nvSpPr>
            <p:cNvPr id="1931" name="Input_receptor__1930">
              <a:extLst>
                <a:ext uri="{FF2B5EF4-FFF2-40B4-BE49-F238E27FC236}">
                  <a16:creationId xmlns:a16="http://schemas.microsoft.com/office/drawing/2014/main" id="{A11D74C1-EAF2-16DE-D9ED-F371916177AF}"/>
                </a:ext>
              </a:extLst>
            </p:cNvPr>
            <p:cNvSpPr>
              <a:spLocks noGrp="1"/>
            </p:cNvSpPr>
            <p:nvPr/>
          </p:nvSpPr>
          <p:spPr>
            <a:xfrm>
              <a:off x="781815" y="4728054"/>
              <a:ext cx="47624" cy="8384"/>
            </a:xfrm>
            <a:custGeom>
              <a:avLst/>
              <a:gdLst/>
              <a:ahLst/>
              <a:cxnLst/>
              <a:rect l="0" t="0" r="0" b="0"/>
              <a:pathLst>
                <a:path w="47624" h="8384">
                  <a:moveTo>
                    <a:pt x="0" y="8384"/>
                  </a:moveTo>
                  <a:lnTo>
                    <a:pt x="47624" y="0"/>
                  </a:lnTo>
                </a:path>
              </a:pathLst>
            </a:custGeom>
            <a:noFill/>
            <a:ln w="20003">
              <a:solidFill>
                <a:srgbClr val="ADBAC5"/>
              </a:solidFill>
            </a:ln>
          </p:spPr>
        </p:sp>
        <p:sp>
          <p:nvSpPr>
            <p:cNvPr id="1932" name="Input_receptor__1931">
              <a:extLst>
                <a:ext uri="{FF2B5EF4-FFF2-40B4-BE49-F238E27FC236}">
                  <a16:creationId xmlns:a16="http://schemas.microsoft.com/office/drawing/2014/main" id="{BAFC7DB1-5CD7-1C2D-71AE-E97D7598371E}"/>
                </a:ext>
              </a:extLst>
            </p:cNvPr>
            <p:cNvSpPr>
              <a:spLocks noGrp="1"/>
            </p:cNvSpPr>
            <p:nvPr/>
          </p:nvSpPr>
          <p:spPr>
            <a:xfrm>
              <a:off x="734973" y="4538619"/>
              <a:ext cx="6515" cy="38008"/>
            </a:xfrm>
            <a:custGeom>
              <a:avLst/>
              <a:gdLst/>
              <a:ahLst/>
              <a:cxnLst/>
              <a:rect l="0" t="0" r="0" b="0"/>
              <a:pathLst>
                <a:path w="6515" h="38008">
                  <a:moveTo>
                    <a:pt x="6515" y="0"/>
                  </a:moveTo>
                  <a:lnTo>
                    <a:pt x="0" y="38008"/>
                  </a:lnTo>
                </a:path>
              </a:pathLst>
            </a:custGeom>
            <a:noFill/>
            <a:ln w="20003">
              <a:solidFill>
                <a:srgbClr val="ADBAC5"/>
              </a:solidFill>
            </a:ln>
          </p:spPr>
        </p:sp>
        <p:sp>
          <p:nvSpPr>
            <p:cNvPr id="1933" name="Input_receptor__1932">
              <a:extLst>
                <a:ext uri="{FF2B5EF4-FFF2-40B4-BE49-F238E27FC236}">
                  <a16:creationId xmlns:a16="http://schemas.microsoft.com/office/drawing/2014/main" id="{7D0532A3-A8E0-83F2-B847-F58F2E3B867E}"/>
                </a:ext>
              </a:extLst>
            </p:cNvPr>
            <p:cNvSpPr>
              <a:spLocks noGrp="1"/>
            </p:cNvSpPr>
            <p:nvPr/>
          </p:nvSpPr>
          <p:spPr>
            <a:xfrm>
              <a:off x="1274564" y="4519584"/>
              <a:ext cx="40952" cy="15855"/>
            </a:xfrm>
            <a:custGeom>
              <a:avLst/>
              <a:gdLst/>
              <a:ahLst/>
              <a:cxnLst/>
              <a:rect l="0" t="0" r="0" b="0"/>
              <a:pathLst>
                <a:path w="40952" h="15855">
                  <a:moveTo>
                    <a:pt x="0" y="15855"/>
                  </a:moveTo>
                  <a:lnTo>
                    <a:pt x="40952" y="0"/>
                  </a:lnTo>
                </a:path>
              </a:pathLst>
            </a:custGeom>
            <a:noFill/>
            <a:ln w="20003">
              <a:solidFill>
                <a:srgbClr val="ADBAC5"/>
              </a:solidFill>
            </a:ln>
          </p:spPr>
        </p:sp>
        <p:sp>
          <p:nvSpPr>
            <p:cNvPr id="1934" name="Input_receptor__1933">
              <a:extLst>
                <a:ext uri="{FF2B5EF4-FFF2-40B4-BE49-F238E27FC236}">
                  <a16:creationId xmlns:a16="http://schemas.microsoft.com/office/drawing/2014/main" id="{C13B2D8A-F4F1-6989-29DA-6993D1FBC1B8}"/>
                </a:ext>
              </a:extLst>
            </p:cNvPr>
            <p:cNvSpPr>
              <a:spLocks noGrp="1"/>
            </p:cNvSpPr>
            <p:nvPr/>
          </p:nvSpPr>
          <p:spPr>
            <a:xfrm>
              <a:off x="871590" y="4598644"/>
              <a:ext cx="38439" cy="8162"/>
            </a:xfrm>
            <a:custGeom>
              <a:avLst/>
              <a:gdLst/>
              <a:ahLst/>
              <a:cxnLst/>
              <a:rect l="0" t="0" r="0" b="0"/>
              <a:pathLst>
                <a:path w="38439" h="8162">
                  <a:moveTo>
                    <a:pt x="0" y="8162"/>
                  </a:moveTo>
                  <a:lnTo>
                    <a:pt x="38439" y="0"/>
                  </a:lnTo>
                </a:path>
              </a:pathLst>
            </a:custGeom>
            <a:noFill/>
            <a:ln w="8096">
              <a:solidFill>
                <a:srgbClr val="ADBAC5"/>
              </a:solidFill>
            </a:ln>
          </p:spPr>
        </p:sp>
        <p:sp>
          <p:nvSpPr>
            <p:cNvPr id="1935" name="Input_receptor__1934">
              <a:extLst>
                <a:ext uri="{FF2B5EF4-FFF2-40B4-BE49-F238E27FC236}">
                  <a16:creationId xmlns:a16="http://schemas.microsoft.com/office/drawing/2014/main" id="{974EE53E-78D4-434D-C78E-32E7E2915000}"/>
                </a:ext>
              </a:extLst>
            </p:cNvPr>
            <p:cNvSpPr>
              <a:spLocks noGrp="1"/>
            </p:cNvSpPr>
            <p:nvPr/>
          </p:nvSpPr>
          <p:spPr>
            <a:xfrm>
              <a:off x="723834" y="4576627"/>
              <a:ext cx="11139" cy="25778"/>
            </a:xfrm>
            <a:custGeom>
              <a:avLst/>
              <a:gdLst/>
              <a:ahLst/>
              <a:cxnLst/>
              <a:rect l="0" t="0" r="0" b="0"/>
              <a:pathLst>
                <a:path w="11139" h="25778">
                  <a:moveTo>
                    <a:pt x="11139" y="0"/>
                  </a:moveTo>
                  <a:lnTo>
                    <a:pt x="0" y="25778"/>
                  </a:lnTo>
                </a:path>
              </a:pathLst>
            </a:custGeom>
            <a:noFill/>
            <a:ln w="20003">
              <a:solidFill>
                <a:srgbClr val="ADBAC5"/>
              </a:solidFill>
            </a:ln>
          </p:spPr>
        </p:sp>
        <p:sp>
          <p:nvSpPr>
            <p:cNvPr id="1936" name="Input_receptor__1935">
              <a:extLst>
                <a:ext uri="{FF2B5EF4-FFF2-40B4-BE49-F238E27FC236}">
                  <a16:creationId xmlns:a16="http://schemas.microsoft.com/office/drawing/2014/main" id="{58BD683E-EEB2-F596-6D29-344016C4BF57}"/>
                </a:ext>
              </a:extLst>
            </p:cNvPr>
            <p:cNvSpPr>
              <a:spLocks noGrp="1"/>
            </p:cNvSpPr>
            <p:nvPr/>
          </p:nvSpPr>
          <p:spPr>
            <a:xfrm>
              <a:off x="1157637" y="4532922"/>
              <a:ext cx="933" cy="26273"/>
            </a:xfrm>
            <a:custGeom>
              <a:avLst/>
              <a:gdLst/>
              <a:ahLst/>
              <a:cxnLst/>
              <a:rect l="0" t="0" r="0" b="0"/>
              <a:pathLst>
                <a:path w="933" h="26273">
                  <a:moveTo>
                    <a:pt x="0" y="26273"/>
                  </a:moveTo>
                  <a:lnTo>
                    <a:pt x="933" y="0"/>
                  </a:lnTo>
                </a:path>
              </a:pathLst>
            </a:custGeom>
            <a:noFill/>
            <a:ln w="8096">
              <a:solidFill>
                <a:srgbClr val="ADBAC5"/>
              </a:solidFill>
            </a:ln>
          </p:spPr>
        </p:sp>
        <p:sp>
          <p:nvSpPr>
            <p:cNvPr id="1937" name="Input_receptor__1936">
              <a:extLst>
                <a:ext uri="{FF2B5EF4-FFF2-40B4-BE49-F238E27FC236}">
                  <a16:creationId xmlns:a16="http://schemas.microsoft.com/office/drawing/2014/main" id="{F338C97A-403E-0598-D3EA-02906C2A96EF}"/>
                </a:ext>
              </a:extLst>
            </p:cNvPr>
            <p:cNvSpPr>
              <a:spLocks noGrp="1"/>
            </p:cNvSpPr>
            <p:nvPr/>
          </p:nvSpPr>
          <p:spPr>
            <a:xfrm>
              <a:off x="910029" y="4553044"/>
              <a:ext cx="2935" cy="45600"/>
            </a:xfrm>
            <a:custGeom>
              <a:avLst/>
              <a:gdLst/>
              <a:ahLst/>
              <a:cxnLst/>
              <a:rect l="0" t="0" r="0" b="0"/>
              <a:pathLst>
                <a:path w="2935" h="45600">
                  <a:moveTo>
                    <a:pt x="0" y="45600"/>
                  </a:moveTo>
                  <a:lnTo>
                    <a:pt x="2935" y="0"/>
                  </a:lnTo>
                </a:path>
              </a:pathLst>
            </a:custGeom>
            <a:noFill/>
            <a:ln w="8096">
              <a:solidFill>
                <a:srgbClr val="ADBAC5"/>
              </a:solidFill>
            </a:ln>
          </p:spPr>
        </p:sp>
        <p:sp>
          <p:nvSpPr>
            <p:cNvPr id="1938" name="Input_receptor__1937">
              <a:extLst>
                <a:ext uri="{FF2B5EF4-FFF2-40B4-BE49-F238E27FC236}">
                  <a16:creationId xmlns:a16="http://schemas.microsoft.com/office/drawing/2014/main" id="{866541DC-5E97-72EC-F1AE-6871722E2A66}"/>
                </a:ext>
              </a:extLst>
            </p:cNvPr>
            <p:cNvSpPr>
              <a:spLocks noGrp="1"/>
            </p:cNvSpPr>
            <p:nvPr/>
          </p:nvSpPr>
          <p:spPr>
            <a:xfrm>
              <a:off x="767790" y="4694102"/>
              <a:ext cx="14025" cy="42336"/>
            </a:xfrm>
            <a:custGeom>
              <a:avLst/>
              <a:gdLst/>
              <a:ahLst/>
              <a:cxnLst/>
              <a:rect l="0" t="0" r="0" b="0"/>
              <a:pathLst>
                <a:path w="14025" h="42336">
                  <a:moveTo>
                    <a:pt x="0" y="0"/>
                  </a:moveTo>
                  <a:lnTo>
                    <a:pt x="14025" y="42336"/>
                  </a:lnTo>
                </a:path>
              </a:pathLst>
            </a:custGeom>
            <a:noFill/>
            <a:ln w="8096">
              <a:solidFill>
                <a:srgbClr val="ADBAC5"/>
              </a:solidFill>
            </a:ln>
          </p:spPr>
        </p:sp>
        <p:sp>
          <p:nvSpPr>
            <p:cNvPr id="1939" name="Input_receptor__1938">
              <a:extLst>
                <a:ext uri="{FF2B5EF4-FFF2-40B4-BE49-F238E27FC236}">
                  <a16:creationId xmlns:a16="http://schemas.microsoft.com/office/drawing/2014/main" id="{650B17DA-40ED-CD02-A54E-50590E73A479}"/>
                </a:ext>
              </a:extLst>
            </p:cNvPr>
            <p:cNvSpPr>
              <a:spLocks noGrp="1"/>
            </p:cNvSpPr>
            <p:nvPr/>
          </p:nvSpPr>
          <p:spPr>
            <a:xfrm>
              <a:off x="1321774" y="4688530"/>
              <a:ext cx="3854" cy="24274"/>
            </a:xfrm>
            <a:custGeom>
              <a:avLst/>
              <a:gdLst/>
              <a:ahLst/>
              <a:cxnLst/>
              <a:rect l="0" t="0" r="0" b="0"/>
              <a:pathLst>
                <a:path w="3854" h="24274">
                  <a:moveTo>
                    <a:pt x="0" y="0"/>
                  </a:moveTo>
                  <a:lnTo>
                    <a:pt x="3854" y="24274"/>
                  </a:lnTo>
                </a:path>
              </a:pathLst>
            </a:custGeom>
            <a:noFill/>
            <a:ln w="20003">
              <a:solidFill>
                <a:srgbClr val="ADBAC5"/>
              </a:solidFill>
            </a:ln>
          </p:spPr>
        </p:sp>
        <p:sp>
          <p:nvSpPr>
            <p:cNvPr id="1940" name="Input_receptor__1939">
              <a:extLst>
                <a:ext uri="{FF2B5EF4-FFF2-40B4-BE49-F238E27FC236}">
                  <a16:creationId xmlns:a16="http://schemas.microsoft.com/office/drawing/2014/main" id="{7464DBE2-F89E-F80D-1B4E-1723588E175D}"/>
                </a:ext>
              </a:extLst>
            </p:cNvPr>
            <p:cNvSpPr>
              <a:spLocks noGrp="1"/>
            </p:cNvSpPr>
            <p:nvPr/>
          </p:nvSpPr>
          <p:spPr>
            <a:xfrm>
              <a:off x="1139376" y="4618409"/>
              <a:ext cx="32452" cy="15363"/>
            </a:xfrm>
            <a:custGeom>
              <a:avLst/>
              <a:gdLst/>
              <a:ahLst/>
              <a:cxnLst/>
              <a:rect l="0" t="0" r="0" b="0"/>
              <a:pathLst>
                <a:path w="32452" h="15363">
                  <a:moveTo>
                    <a:pt x="0" y="0"/>
                  </a:moveTo>
                  <a:lnTo>
                    <a:pt x="32452" y="15363"/>
                  </a:lnTo>
                </a:path>
              </a:pathLst>
            </a:custGeom>
            <a:noFill/>
            <a:ln w="8096">
              <a:solidFill>
                <a:srgbClr val="AEBBC5"/>
              </a:solidFill>
            </a:ln>
          </p:spPr>
        </p:sp>
        <p:sp>
          <p:nvSpPr>
            <p:cNvPr id="1941" name="Input_receptor__1940">
              <a:extLst>
                <a:ext uri="{FF2B5EF4-FFF2-40B4-BE49-F238E27FC236}">
                  <a16:creationId xmlns:a16="http://schemas.microsoft.com/office/drawing/2014/main" id="{25F1FC46-03B3-DFD3-B30C-AF2EDCCF4E85}"/>
                </a:ext>
              </a:extLst>
            </p:cNvPr>
            <p:cNvSpPr>
              <a:spLocks noGrp="1"/>
            </p:cNvSpPr>
            <p:nvPr/>
          </p:nvSpPr>
          <p:spPr>
            <a:xfrm>
              <a:off x="671307" y="4567494"/>
              <a:ext cx="19737" cy="1288"/>
            </a:xfrm>
            <a:custGeom>
              <a:avLst/>
              <a:gdLst/>
              <a:ahLst/>
              <a:cxnLst/>
              <a:rect l="0" t="0" r="0" b="0"/>
              <a:pathLst>
                <a:path w="19737" h="1288">
                  <a:moveTo>
                    <a:pt x="19737" y="1288"/>
                  </a:moveTo>
                  <a:lnTo>
                    <a:pt x="0" y="0"/>
                  </a:lnTo>
                </a:path>
              </a:pathLst>
            </a:custGeom>
            <a:noFill/>
            <a:ln w="20003">
              <a:solidFill>
                <a:srgbClr val="AEBBC5"/>
              </a:solidFill>
            </a:ln>
          </p:spPr>
        </p:sp>
        <p:sp>
          <p:nvSpPr>
            <p:cNvPr id="1942" name="Input_receptor__1941">
              <a:extLst>
                <a:ext uri="{FF2B5EF4-FFF2-40B4-BE49-F238E27FC236}">
                  <a16:creationId xmlns:a16="http://schemas.microsoft.com/office/drawing/2014/main" id="{93959461-5F22-201F-F366-7FA9766B55A1}"/>
                </a:ext>
              </a:extLst>
            </p:cNvPr>
            <p:cNvSpPr>
              <a:spLocks noGrp="1"/>
            </p:cNvSpPr>
            <p:nvPr/>
          </p:nvSpPr>
          <p:spPr>
            <a:xfrm>
              <a:off x="1158570" y="4493001"/>
              <a:ext cx="5901" cy="39920"/>
            </a:xfrm>
            <a:custGeom>
              <a:avLst/>
              <a:gdLst/>
              <a:ahLst/>
              <a:cxnLst/>
              <a:rect l="0" t="0" r="0" b="0"/>
              <a:pathLst>
                <a:path w="5901" h="39920">
                  <a:moveTo>
                    <a:pt x="0" y="39920"/>
                  </a:moveTo>
                  <a:lnTo>
                    <a:pt x="5901" y="0"/>
                  </a:lnTo>
                </a:path>
              </a:pathLst>
            </a:custGeom>
            <a:noFill/>
            <a:ln w="8096">
              <a:solidFill>
                <a:srgbClr val="AEBBC5"/>
              </a:solidFill>
            </a:ln>
          </p:spPr>
        </p:sp>
        <p:sp>
          <p:nvSpPr>
            <p:cNvPr id="1943" name="Input_receptor__1942">
              <a:extLst>
                <a:ext uri="{FF2B5EF4-FFF2-40B4-BE49-F238E27FC236}">
                  <a16:creationId xmlns:a16="http://schemas.microsoft.com/office/drawing/2014/main" id="{E83CBCD9-F087-9A6D-FFC4-D0186E623119}"/>
                </a:ext>
              </a:extLst>
            </p:cNvPr>
            <p:cNvSpPr>
              <a:spLocks noGrp="1"/>
            </p:cNvSpPr>
            <p:nvPr/>
          </p:nvSpPr>
          <p:spPr>
            <a:xfrm>
              <a:off x="801178" y="4523136"/>
              <a:ext cx="12523" cy="12291"/>
            </a:xfrm>
            <a:custGeom>
              <a:avLst/>
              <a:gdLst/>
              <a:ahLst/>
              <a:cxnLst/>
              <a:rect l="0" t="0" r="0" b="0"/>
              <a:pathLst>
                <a:path w="12523" h="12291">
                  <a:moveTo>
                    <a:pt x="12523" y="0"/>
                  </a:moveTo>
                  <a:lnTo>
                    <a:pt x="0" y="12291"/>
                  </a:lnTo>
                </a:path>
              </a:pathLst>
            </a:custGeom>
            <a:noFill/>
            <a:ln w="20003">
              <a:solidFill>
                <a:srgbClr val="AEBBC5"/>
              </a:solidFill>
            </a:ln>
          </p:spPr>
        </p:sp>
        <p:sp>
          <p:nvSpPr>
            <p:cNvPr id="1944" name="Input_receptor__1943">
              <a:extLst>
                <a:ext uri="{FF2B5EF4-FFF2-40B4-BE49-F238E27FC236}">
                  <a16:creationId xmlns:a16="http://schemas.microsoft.com/office/drawing/2014/main" id="{B39EE44C-4D87-51B6-104F-62B91D1678F8}"/>
                </a:ext>
              </a:extLst>
            </p:cNvPr>
            <p:cNvSpPr>
              <a:spLocks noGrp="1"/>
            </p:cNvSpPr>
            <p:nvPr/>
          </p:nvSpPr>
          <p:spPr>
            <a:xfrm>
              <a:off x="694140" y="4652873"/>
              <a:ext cx="26228" cy="37486"/>
            </a:xfrm>
            <a:custGeom>
              <a:avLst/>
              <a:gdLst/>
              <a:ahLst/>
              <a:cxnLst/>
              <a:rect l="0" t="0" r="0" b="0"/>
              <a:pathLst>
                <a:path w="26228" h="37486">
                  <a:moveTo>
                    <a:pt x="0" y="0"/>
                  </a:moveTo>
                  <a:lnTo>
                    <a:pt x="26228" y="37486"/>
                  </a:lnTo>
                </a:path>
              </a:pathLst>
            </a:custGeom>
            <a:noFill/>
            <a:ln w="8096">
              <a:solidFill>
                <a:srgbClr val="AEBBC6"/>
              </a:solidFill>
            </a:ln>
          </p:spPr>
        </p:sp>
        <p:sp>
          <p:nvSpPr>
            <p:cNvPr id="1945" name="Input_receptor__1944">
              <a:extLst>
                <a:ext uri="{FF2B5EF4-FFF2-40B4-BE49-F238E27FC236}">
                  <a16:creationId xmlns:a16="http://schemas.microsoft.com/office/drawing/2014/main" id="{5E253D06-33B0-09B3-7B8C-A6430782FD1F}"/>
                </a:ext>
              </a:extLst>
            </p:cNvPr>
            <p:cNvSpPr>
              <a:spLocks noGrp="1"/>
            </p:cNvSpPr>
            <p:nvPr/>
          </p:nvSpPr>
          <p:spPr>
            <a:xfrm>
              <a:off x="829438" y="4728054"/>
              <a:ext cx="23150" cy="21587"/>
            </a:xfrm>
            <a:custGeom>
              <a:avLst/>
              <a:gdLst/>
              <a:ahLst/>
              <a:cxnLst/>
              <a:rect l="0" t="0" r="0" b="0"/>
              <a:pathLst>
                <a:path w="23150" h="21587">
                  <a:moveTo>
                    <a:pt x="0" y="0"/>
                  </a:moveTo>
                  <a:lnTo>
                    <a:pt x="23150" y="21587"/>
                  </a:lnTo>
                </a:path>
              </a:pathLst>
            </a:custGeom>
            <a:noFill/>
            <a:ln w="20003">
              <a:solidFill>
                <a:srgbClr val="AEBBC6"/>
              </a:solidFill>
            </a:ln>
          </p:spPr>
        </p:sp>
        <p:sp>
          <p:nvSpPr>
            <p:cNvPr id="1946" name="Input_receptor__1945">
              <a:extLst>
                <a:ext uri="{FF2B5EF4-FFF2-40B4-BE49-F238E27FC236}">
                  <a16:creationId xmlns:a16="http://schemas.microsoft.com/office/drawing/2014/main" id="{9987FFE9-15CD-77D9-844C-185222D4F2EC}"/>
                </a:ext>
              </a:extLst>
            </p:cNvPr>
            <p:cNvSpPr>
              <a:spLocks noGrp="1"/>
            </p:cNvSpPr>
            <p:nvPr/>
          </p:nvSpPr>
          <p:spPr>
            <a:xfrm>
              <a:off x="844996" y="4545265"/>
              <a:ext cx="20207" cy="14576"/>
            </a:xfrm>
            <a:custGeom>
              <a:avLst/>
              <a:gdLst/>
              <a:ahLst/>
              <a:cxnLst/>
              <a:rect l="0" t="0" r="0" b="0"/>
              <a:pathLst>
                <a:path w="20207" h="14576">
                  <a:moveTo>
                    <a:pt x="20207" y="0"/>
                  </a:moveTo>
                  <a:lnTo>
                    <a:pt x="0" y="14576"/>
                  </a:lnTo>
                </a:path>
              </a:pathLst>
            </a:custGeom>
            <a:noFill/>
            <a:ln w="20003">
              <a:solidFill>
                <a:srgbClr val="AEBBC6"/>
              </a:solidFill>
            </a:ln>
          </p:spPr>
        </p:sp>
        <p:sp>
          <p:nvSpPr>
            <p:cNvPr id="1947" name="Input_receptor__1946">
              <a:extLst>
                <a:ext uri="{FF2B5EF4-FFF2-40B4-BE49-F238E27FC236}">
                  <a16:creationId xmlns:a16="http://schemas.microsoft.com/office/drawing/2014/main" id="{945F64C7-DE82-7500-4D64-FCF52CD1E01D}"/>
                </a:ext>
              </a:extLst>
            </p:cNvPr>
            <p:cNvSpPr>
              <a:spLocks noGrp="1"/>
            </p:cNvSpPr>
            <p:nvPr/>
          </p:nvSpPr>
          <p:spPr>
            <a:xfrm>
              <a:off x="720368" y="4690359"/>
              <a:ext cx="47422" cy="3743"/>
            </a:xfrm>
            <a:custGeom>
              <a:avLst/>
              <a:gdLst/>
              <a:ahLst/>
              <a:cxnLst/>
              <a:rect l="0" t="0" r="0" b="0"/>
              <a:pathLst>
                <a:path w="47422" h="3743">
                  <a:moveTo>
                    <a:pt x="0" y="0"/>
                  </a:moveTo>
                  <a:lnTo>
                    <a:pt x="47422" y="3743"/>
                  </a:lnTo>
                </a:path>
              </a:pathLst>
            </a:custGeom>
            <a:noFill/>
            <a:ln w="8096">
              <a:solidFill>
                <a:srgbClr val="AEBBC6"/>
              </a:solidFill>
            </a:ln>
          </p:spPr>
        </p:sp>
        <p:sp>
          <p:nvSpPr>
            <p:cNvPr id="1948" name="Input_receptor__1947">
              <a:extLst>
                <a:ext uri="{FF2B5EF4-FFF2-40B4-BE49-F238E27FC236}">
                  <a16:creationId xmlns:a16="http://schemas.microsoft.com/office/drawing/2014/main" id="{19186913-B1AB-8D9C-02AA-799CA0D510BB}"/>
                </a:ext>
              </a:extLst>
            </p:cNvPr>
            <p:cNvSpPr>
              <a:spLocks noGrp="1"/>
            </p:cNvSpPr>
            <p:nvPr/>
          </p:nvSpPr>
          <p:spPr>
            <a:xfrm>
              <a:off x="1204550" y="4585751"/>
              <a:ext cx="24286" cy="12567"/>
            </a:xfrm>
            <a:custGeom>
              <a:avLst/>
              <a:gdLst/>
              <a:ahLst/>
              <a:cxnLst/>
              <a:rect l="0" t="0" r="0" b="0"/>
              <a:pathLst>
                <a:path w="24286" h="12567">
                  <a:moveTo>
                    <a:pt x="0" y="12567"/>
                  </a:moveTo>
                  <a:lnTo>
                    <a:pt x="24286" y="0"/>
                  </a:lnTo>
                </a:path>
              </a:pathLst>
            </a:custGeom>
            <a:noFill/>
            <a:ln w="20003">
              <a:solidFill>
                <a:srgbClr val="AEBBC6"/>
              </a:solidFill>
            </a:ln>
          </p:spPr>
        </p:sp>
        <p:sp>
          <p:nvSpPr>
            <p:cNvPr id="1949" name="Input_receptor__1948">
              <a:extLst>
                <a:ext uri="{FF2B5EF4-FFF2-40B4-BE49-F238E27FC236}">
                  <a16:creationId xmlns:a16="http://schemas.microsoft.com/office/drawing/2014/main" id="{AA7EF82B-69C2-BEA6-91EC-DEF48DD5BCCB}"/>
                </a:ext>
              </a:extLst>
            </p:cNvPr>
            <p:cNvSpPr>
              <a:spLocks noGrp="1"/>
            </p:cNvSpPr>
            <p:nvPr/>
          </p:nvSpPr>
          <p:spPr>
            <a:xfrm>
              <a:off x="769238" y="4566375"/>
              <a:ext cx="24413" cy="15150"/>
            </a:xfrm>
            <a:custGeom>
              <a:avLst/>
              <a:gdLst/>
              <a:ahLst/>
              <a:cxnLst/>
              <a:rect l="0" t="0" r="0" b="0"/>
              <a:pathLst>
                <a:path w="24413" h="15150">
                  <a:moveTo>
                    <a:pt x="24413" y="15150"/>
                  </a:moveTo>
                  <a:lnTo>
                    <a:pt x="0" y="0"/>
                  </a:lnTo>
                </a:path>
              </a:pathLst>
            </a:custGeom>
            <a:noFill/>
            <a:ln w="20003">
              <a:solidFill>
                <a:srgbClr val="AEBBC6"/>
              </a:solidFill>
            </a:ln>
          </p:spPr>
        </p:sp>
        <p:sp>
          <p:nvSpPr>
            <p:cNvPr id="1950" name="Input_receptor__1949">
              <a:extLst>
                <a:ext uri="{FF2B5EF4-FFF2-40B4-BE49-F238E27FC236}">
                  <a16:creationId xmlns:a16="http://schemas.microsoft.com/office/drawing/2014/main" id="{0B8CC5D3-B855-2F90-A3C7-28D9E682D5FC}"/>
                </a:ext>
              </a:extLst>
            </p:cNvPr>
            <p:cNvSpPr>
              <a:spLocks noGrp="1"/>
            </p:cNvSpPr>
            <p:nvPr/>
          </p:nvSpPr>
          <p:spPr>
            <a:xfrm>
              <a:off x="1286286" y="4569841"/>
              <a:ext cx="11501" cy="11459"/>
            </a:xfrm>
            <a:custGeom>
              <a:avLst/>
              <a:gdLst/>
              <a:ahLst/>
              <a:cxnLst/>
              <a:rect l="0" t="0" r="0" b="0"/>
              <a:pathLst>
                <a:path w="11501" h="11459">
                  <a:moveTo>
                    <a:pt x="11501" y="0"/>
                  </a:moveTo>
                  <a:lnTo>
                    <a:pt x="0" y="11459"/>
                  </a:lnTo>
                </a:path>
              </a:pathLst>
            </a:custGeom>
            <a:noFill/>
            <a:ln w="20003">
              <a:solidFill>
                <a:srgbClr val="AEBBC6"/>
              </a:solidFill>
            </a:ln>
          </p:spPr>
        </p:sp>
        <p:sp>
          <p:nvSpPr>
            <p:cNvPr id="1951" name="Input_receptor__1950">
              <a:extLst>
                <a:ext uri="{FF2B5EF4-FFF2-40B4-BE49-F238E27FC236}">
                  <a16:creationId xmlns:a16="http://schemas.microsoft.com/office/drawing/2014/main" id="{F2D6410A-9911-7630-257D-FC8CE3F42D36}"/>
                </a:ext>
              </a:extLst>
            </p:cNvPr>
            <p:cNvSpPr>
              <a:spLocks noGrp="1"/>
            </p:cNvSpPr>
            <p:nvPr/>
          </p:nvSpPr>
          <p:spPr>
            <a:xfrm>
              <a:off x="1098668" y="4618409"/>
              <a:ext cx="40708" cy="24426"/>
            </a:xfrm>
            <a:custGeom>
              <a:avLst/>
              <a:gdLst/>
              <a:ahLst/>
              <a:cxnLst/>
              <a:rect l="0" t="0" r="0" b="0"/>
              <a:pathLst>
                <a:path w="40708" h="24426">
                  <a:moveTo>
                    <a:pt x="0" y="24426"/>
                  </a:moveTo>
                  <a:lnTo>
                    <a:pt x="40708" y="0"/>
                  </a:lnTo>
                </a:path>
              </a:pathLst>
            </a:custGeom>
            <a:noFill/>
            <a:ln w="8096">
              <a:solidFill>
                <a:srgbClr val="AEBBC6"/>
              </a:solidFill>
            </a:ln>
          </p:spPr>
        </p:sp>
        <p:sp>
          <p:nvSpPr>
            <p:cNvPr id="1952" name="Input_receptor__1951">
              <a:extLst>
                <a:ext uri="{FF2B5EF4-FFF2-40B4-BE49-F238E27FC236}">
                  <a16:creationId xmlns:a16="http://schemas.microsoft.com/office/drawing/2014/main" id="{E1E76386-F5D7-639C-92C6-71555AAD9BC8}"/>
                </a:ext>
              </a:extLst>
            </p:cNvPr>
            <p:cNvSpPr>
              <a:spLocks noGrp="1"/>
            </p:cNvSpPr>
            <p:nvPr/>
          </p:nvSpPr>
          <p:spPr>
            <a:xfrm>
              <a:off x="741488" y="4538619"/>
              <a:ext cx="27750" cy="27757"/>
            </a:xfrm>
            <a:custGeom>
              <a:avLst/>
              <a:gdLst/>
              <a:ahLst/>
              <a:cxnLst/>
              <a:rect l="0" t="0" r="0" b="0"/>
              <a:pathLst>
                <a:path w="27750" h="27757">
                  <a:moveTo>
                    <a:pt x="27750" y="27757"/>
                  </a:moveTo>
                  <a:lnTo>
                    <a:pt x="0" y="0"/>
                  </a:lnTo>
                </a:path>
              </a:pathLst>
            </a:custGeom>
            <a:noFill/>
            <a:ln w="20003">
              <a:solidFill>
                <a:srgbClr val="AEBCC6"/>
              </a:solidFill>
            </a:ln>
          </p:spPr>
        </p:sp>
        <p:sp>
          <p:nvSpPr>
            <p:cNvPr id="1953" name="Input_receptor__1952">
              <a:extLst>
                <a:ext uri="{FF2B5EF4-FFF2-40B4-BE49-F238E27FC236}">
                  <a16:creationId xmlns:a16="http://schemas.microsoft.com/office/drawing/2014/main" id="{758C4EA2-CEAF-A47A-7134-B2F1ADDF0B5E}"/>
                </a:ext>
              </a:extLst>
            </p:cNvPr>
            <p:cNvSpPr>
              <a:spLocks noGrp="1"/>
            </p:cNvSpPr>
            <p:nvPr/>
          </p:nvSpPr>
          <p:spPr>
            <a:xfrm>
              <a:off x="1275127" y="4700453"/>
              <a:ext cx="7108" cy="46543"/>
            </a:xfrm>
            <a:custGeom>
              <a:avLst/>
              <a:gdLst/>
              <a:ahLst/>
              <a:cxnLst/>
              <a:rect l="0" t="0" r="0" b="0"/>
              <a:pathLst>
                <a:path w="7108" h="46543">
                  <a:moveTo>
                    <a:pt x="7108" y="46543"/>
                  </a:moveTo>
                  <a:lnTo>
                    <a:pt x="0" y="0"/>
                  </a:lnTo>
                </a:path>
              </a:pathLst>
            </a:custGeom>
            <a:noFill/>
            <a:ln w="20003">
              <a:solidFill>
                <a:srgbClr val="AEBCC6"/>
              </a:solidFill>
            </a:ln>
          </p:spPr>
        </p:sp>
        <p:sp>
          <p:nvSpPr>
            <p:cNvPr id="1954" name="Input_receptor__1953">
              <a:extLst>
                <a:ext uri="{FF2B5EF4-FFF2-40B4-BE49-F238E27FC236}">
                  <a16:creationId xmlns:a16="http://schemas.microsoft.com/office/drawing/2014/main" id="{714DB88B-E4C9-B2E8-6BC2-46E1E9DD09A3}"/>
                </a:ext>
              </a:extLst>
            </p:cNvPr>
            <p:cNvSpPr>
              <a:spLocks noGrp="1"/>
            </p:cNvSpPr>
            <p:nvPr/>
          </p:nvSpPr>
          <p:spPr>
            <a:xfrm>
              <a:off x="691044" y="4568781"/>
              <a:ext cx="32790" cy="33624"/>
            </a:xfrm>
            <a:custGeom>
              <a:avLst/>
              <a:gdLst/>
              <a:ahLst/>
              <a:cxnLst/>
              <a:rect l="0" t="0" r="0" b="0"/>
              <a:pathLst>
                <a:path w="32790" h="33624">
                  <a:moveTo>
                    <a:pt x="32790" y="33624"/>
                  </a:moveTo>
                  <a:lnTo>
                    <a:pt x="0" y="0"/>
                  </a:lnTo>
                </a:path>
              </a:pathLst>
            </a:custGeom>
            <a:noFill/>
            <a:ln w="20003">
              <a:solidFill>
                <a:srgbClr val="AEBCC6"/>
              </a:solidFill>
            </a:ln>
          </p:spPr>
        </p:sp>
        <p:sp>
          <p:nvSpPr>
            <p:cNvPr id="1955" name="Input_receptor__1954">
              <a:extLst>
                <a:ext uri="{FF2B5EF4-FFF2-40B4-BE49-F238E27FC236}">
                  <a16:creationId xmlns:a16="http://schemas.microsoft.com/office/drawing/2014/main" id="{8F99B8EB-DF0C-D791-14C7-231681633D7B}"/>
                </a:ext>
              </a:extLst>
            </p:cNvPr>
            <p:cNvSpPr>
              <a:spLocks noGrp="1"/>
            </p:cNvSpPr>
            <p:nvPr/>
          </p:nvSpPr>
          <p:spPr>
            <a:xfrm>
              <a:off x="1275127" y="4688530"/>
              <a:ext cx="46647" cy="11923"/>
            </a:xfrm>
            <a:custGeom>
              <a:avLst/>
              <a:gdLst/>
              <a:ahLst/>
              <a:cxnLst/>
              <a:rect l="0" t="0" r="0" b="0"/>
              <a:pathLst>
                <a:path w="46647" h="11923">
                  <a:moveTo>
                    <a:pt x="0" y="11923"/>
                  </a:moveTo>
                  <a:lnTo>
                    <a:pt x="46647" y="0"/>
                  </a:lnTo>
                </a:path>
              </a:pathLst>
            </a:custGeom>
            <a:noFill/>
            <a:ln w="20003">
              <a:solidFill>
                <a:srgbClr val="AEBCC6"/>
              </a:solidFill>
            </a:ln>
          </p:spPr>
        </p:sp>
        <p:sp>
          <p:nvSpPr>
            <p:cNvPr id="1956" name="Input_receptor__1955">
              <a:extLst>
                <a:ext uri="{FF2B5EF4-FFF2-40B4-BE49-F238E27FC236}">
                  <a16:creationId xmlns:a16="http://schemas.microsoft.com/office/drawing/2014/main" id="{CBA15EFA-DCAC-2544-5CF9-E9217E0DCA7E}"/>
                </a:ext>
              </a:extLst>
            </p:cNvPr>
            <p:cNvSpPr>
              <a:spLocks noGrp="1"/>
            </p:cNvSpPr>
            <p:nvPr/>
          </p:nvSpPr>
          <p:spPr>
            <a:xfrm>
              <a:off x="813702" y="4523136"/>
              <a:ext cx="31294" cy="36705"/>
            </a:xfrm>
            <a:custGeom>
              <a:avLst/>
              <a:gdLst/>
              <a:ahLst/>
              <a:cxnLst/>
              <a:rect l="0" t="0" r="0" b="0"/>
              <a:pathLst>
                <a:path w="31294" h="36705">
                  <a:moveTo>
                    <a:pt x="31294" y="36705"/>
                  </a:moveTo>
                  <a:lnTo>
                    <a:pt x="0" y="0"/>
                  </a:lnTo>
                </a:path>
              </a:pathLst>
            </a:custGeom>
            <a:noFill/>
            <a:ln w="20003">
              <a:solidFill>
                <a:srgbClr val="AEBCC7"/>
              </a:solidFill>
            </a:ln>
          </p:spPr>
        </p:sp>
        <p:sp>
          <p:nvSpPr>
            <p:cNvPr id="1957" name="Input_receptor__1956">
              <a:extLst>
                <a:ext uri="{FF2B5EF4-FFF2-40B4-BE49-F238E27FC236}">
                  <a16:creationId xmlns:a16="http://schemas.microsoft.com/office/drawing/2014/main" id="{83ECEAE6-ABD5-6511-1003-9BB956894E8F}"/>
                </a:ext>
              </a:extLst>
            </p:cNvPr>
            <p:cNvSpPr>
              <a:spLocks noGrp="1"/>
            </p:cNvSpPr>
            <p:nvPr/>
          </p:nvSpPr>
          <p:spPr>
            <a:xfrm>
              <a:off x="852588" y="4717871"/>
              <a:ext cx="35709" cy="31771"/>
            </a:xfrm>
            <a:custGeom>
              <a:avLst/>
              <a:gdLst/>
              <a:ahLst/>
              <a:cxnLst/>
              <a:rect l="0" t="0" r="0" b="0"/>
              <a:pathLst>
                <a:path w="35709" h="31771">
                  <a:moveTo>
                    <a:pt x="0" y="31771"/>
                  </a:moveTo>
                  <a:lnTo>
                    <a:pt x="35709" y="0"/>
                  </a:lnTo>
                </a:path>
              </a:pathLst>
            </a:custGeom>
            <a:noFill/>
            <a:ln w="20003">
              <a:solidFill>
                <a:srgbClr val="AEBCC7"/>
              </a:solidFill>
            </a:ln>
          </p:spPr>
        </p:sp>
        <p:sp>
          <p:nvSpPr>
            <p:cNvPr id="1958" name="Input_receptor__1957">
              <a:extLst>
                <a:ext uri="{FF2B5EF4-FFF2-40B4-BE49-F238E27FC236}">
                  <a16:creationId xmlns:a16="http://schemas.microsoft.com/office/drawing/2014/main" id="{C9A2D27A-EFC8-A8CA-225A-E24C76BF9F2B}"/>
                </a:ext>
              </a:extLst>
            </p:cNvPr>
            <p:cNvSpPr>
              <a:spLocks noGrp="1"/>
            </p:cNvSpPr>
            <p:nvPr/>
          </p:nvSpPr>
          <p:spPr>
            <a:xfrm>
              <a:off x="1282235" y="4746997"/>
              <a:ext cx="37016" cy="3831"/>
            </a:xfrm>
            <a:custGeom>
              <a:avLst/>
              <a:gdLst/>
              <a:ahLst/>
              <a:cxnLst/>
              <a:rect l="0" t="0" r="0" b="0"/>
              <a:pathLst>
                <a:path w="37016" h="3831">
                  <a:moveTo>
                    <a:pt x="37016" y="3831"/>
                  </a:moveTo>
                  <a:lnTo>
                    <a:pt x="0" y="0"/>
                  </a:lnTo>
                </a:path>
              </a:pathLst>
            </a:custGeom>
            <a:noFill/>
            <a:ln w="20003">
              <a:solidFill>
                <a:srgbClr val="AEBCC7"/>
              </a:solidFill>
            </a:ln>
          </p:spPr>
        </p:sp>
        <p:sp>
          <p:nvSpPr>
            <p:cNvPr id="1959" name="Input_receptor__1958">
              <a:extLst>
                <a:ext uri="{FF2B5EF4-FFF2-40B4-BE49-F238E27FC236}">
                  <a16:creationId xmlns:a16="http://schemas.microsoft.com/office/drawing/2014/main" id="{562B1DD5-88A5-0537-3C5F-66B9B7B047B6}"/>
                </a:ext>
              </a:extLst>
            </p:cNvPr>
            <p:cNvSpPr>
              <a:spLocks noGrp="1"/>
            </p:cNvSpPr>
            <p:nvPr/>
          </p:nvSpPr>
          <p:spPr>
            <a:xfrm>
              <a:off x="856922" y="4681273"/>
              <a:ext cx="31375" cy="36598"/>
            </a:xfrm>
            <a:custGeom>
              <a:avLst/>
              <a:gdLst/>
              <a:ahLst/>
              <a:cxnLst/>
              <a:rect l="0" t="0" r="0" b="0"/>
              <a:pathLst>
                <a:path w="31375" h="36598">
                  <a:moveTo>
                    <a:pt x="31375" y="36598"/>
                  </a:moveTo>
                  <a:lnTo>
                    <a:pt x="0" y="0"/>
                  </a:lnTo>
                </a:path>
              </a:pathLst>
            </a:custGeom>
            <a:noFill/>
            <a:ln w="20003">
              <a:solidFill>
                <a:srgbClr val="AFBCC7"/>
              </a:solidFill>
            </a:ln>
          </p:spPr>
        </p:sp>
        <p:sp>
          <p:nvSpPr>
            <p:cNvPr id="1960" name="Input_receptor__1959">
              <a:extLst>
                <a:ext uri="{FF2B5EF4-FFF2-40B4-BE49-F238E27FC236}">
                  <a16:creationId xmlns:a16="http://schemas.microsoft.com/office/drawing/2014/main" id="{E8FB02E2-CDD6-A2DD-37B3-40FA31E4E71D}"/>
                </a:ext>
              </a:extLst>
            </p:cNvPr>
            <p:cNvSpPr>
              <a:spLocks noGrp="1"/>
            </p:cNvSpPr>
            <p:nvPr/>
          </p:nvSpPr>
          <p:spPr>
            <a:xfrm>
              <a:off x="1228836" y="4546998"/>
              <a:ext cx="26618" cy="38753"/>
            </a:xfrm>
            <a:custGeom>
              <a:avLst/>
              <a:gdLst/>
              <a:ahLst/>
              <a:cxnLst/>
              <a:rect l="0" t="0" r="0" b="0"/>
              <a:pathLst>
                <a:path w="26618" h="38753">
                  <a:moveTo>
                    <a:pt x="0" y="38753"/>
                  </a:moveTo>
                  <a:lnTo>
                    <a:pt x="26618" y="0"/>
                  </a:lnTo>
                </a:path>
              </a:pathLst>
            </a:custGeom>
            <a:noFill/>
            <a:ln w="20003">
              <a:solidFill>
                <a:srgbClr val="AFBDC7"/>
              </a:solidFill>
            </a:ln>
          </p:spPr>
        </p:sp>
        <p:sp>
          <p:nvSpPr>
            <p:cNvPr id="1961" name="Input_receptor__1960">
              <a:extLst>
                <a:ext uri="{FF2B5EF4-FFF2-40B4-BE49-F238E27FC236}">
                  <a16:creationId xmlns:a16="http://schemas.microsoft.com/office/drawing/2014/main" id="{C526A7DC-99C8-BFD1-AB48-15542B00573F}"/>
                </a:ext>
              </a:extLst>
            </p:cNvPr>
            <p:cNvSpPr>
              <a:spLocks noGrp="1"/>
            </p:cNvSpPr>
            <p:nvPr/>
          </p:nvSpPr>
          <p:spPr>
            <a:xfrm>
              <a:off x="1255453" y="4546998"/>
              <a:ext cx="42334" cy="22842"/>
            </a:xfrm>
            <a:custGeom>
              <a:avLst/>
              <a:gdLst/>
              <a:ahLst/>
              <a:cxnLst/>
              <a:rect l="0" t="0" r="0" b="0"/>
              <a:pathLst>
                <a:path w="42334" h="22842">
                  <a:moveTo>
                    <a:pt x="0" y="0"/>
                  </a:moveTo>
                  <a:lnTo>
                    <a:pt x="42334" y="22842"/>
                  </a:lnTo>
                </a:path>
              </a:pathLst>
            </a:custGeom>
            <a:noFill/>
            <a:ln w="20003">
              <a:solidFill>
                <a:srgbClr val="AFBDC7"/>
              </a:solidFill>
            </a:ln>
          </p:spPr>
        </p:sp>
        <p:sp>
          <p:nvSpPr>
            <p:cNvPr id="1962" name="Input_receptor__1961">
              <a:extLst>
                <a:ext uri="{FF2B5EF4-FFF2-40B4-BE49-F238E27FC236}">
                  <a16:creationId xmlns:a16="http://schemas.microsoft.com/office/drawing/2014/main" id="{8EC405D4-50A6-8B08-D1A2-D83D733B70FC}"/>
                </a:ext>
              </a:extLst>
            </p:cNvPr>
            <p:cNvSpPr>
              <a:spLocks noGrp="1"/>
            </p:cNvSpPr>
            <p:nvPr/>
          </p:nvSpPr>
          <p:spPr>
            <a:xfrm>
              <a:off x="830741" y="4681273"/>
              <a:ext cx="26180" cy="20386"/>
            </a:xfrm>
            <a:custGeom>
              <a:avLst/>
              <a:gdLst/>
              <a:ahLst/>
              <a:cxnLst/>
              <a:rect l="0" t="0" r="0" b="0"/>
              <a:pathLst>
                <a:path w="26180" h="20386">
                  <a:moveTo>
                    <a:pt x="26180" y="0"/>
                  </a:moveTo>
                  <a:lnTo>
                    <a:pt x="0" y="20386"/>
                  </a:lnTo>
                </a:path>
              </a:pathLst>
            </a:custGeom>
            <a:noFill/>
            <a:ln w="20003">
              <a:solidFill>
                <a:srgbClr val="B0BDC8"/>
              </a:solidFill>
            </a:ln>
          </p:spPr>
        </p:sp>
        <p:sp>
          <p:nvSpPr>
            <p:cNvPr id="1963" name="Input_receptor__1962">
              <a:extLst>
                <a:ext uri="{FF2B5EF4-FFF2-40B4-BE49-F238E27FC236}">
                  <a16:creationId xmlns:a16="http://schemas.microsoft.com/office/drawing/2014/main" id="{AFAF81FF-3182-FBCE-D63F-9B9C83CCACC0}"/>
                </a:ext>
              </a:extLst>
            </p:cNvPr>
            <p:cNvSpPr>
              <a:spLocks noGrp="1"/>
            </p:cNvSpPr>
            <p:nvPr/>
          </p:nvSpPr>
          <p:spPr>
            <a:xfrm>
              <a:off x="1297029" y="4726127"/>
              <a:ext cx="22222" cy="24701"/>
            </a:xfrm>
            <a:custGeom>
              <a:avLst/>
              <a:gdLst/>
              <a:ahLst/>
              <a:cxnLst/>
              <a:rect l="0" t="0" r="0" b="0"/>
              <a:pathLst>
                <a:path w="22222" h="24701">
                  <a:moveTo>
                    <a:pt x="0" y="0"/>
                  </a:moveTo>
                  <a:lnTo>
                    <a:pt x="22222" y="24701"/>
                  </a:lnTo>
                </a:path>
              </a:pathLst>
            </a:custGeom>
            <a:noFill/>
            <a:ln w="20003">
              <a:solidFill>
                <a:srgbClr val="B1BEC9"/>
              </a:solidFill>
            </a:ln>
          </p:spPr>
        </p:sp>
        <p:sp>
          <p:nvSpPr>
            <p:cNvPr id="1964" name="Input_receptor__1963">
              <a:extLst>
                <a:ext uri="{FF2B5EF4-FFF2-40B4-BE49-F238E27FC236}">
                  <a16:creationId xmlns:a16="http://schemas.microsoft.com/office/drawing/2014/main" id="{8A538998-76F4-747E-6EE9-31912AADB466}"/>
                </a:ext>
              </a:extLst>
            </p:cNvPr>
            <p:cNvSpPr>
              <a:spLocks noGrp="1"/>
            </p:cNvSpPr>
            <p:nvPr/>
          </p:nvSpPr>
          <p:spPr>
            <a:xfrm>
              <a:off x="830741" y="4701659"/>
              <a:ext cx="41220" cy="6898"/>
            </a:xfrm>
            <a:custGeom>
              <a:avLst/>
              <a:gdLst/>
              <a:ahLst/>
              <a:cxnLst/>
              <a:rect l="0" t="0" r="0" b="0"/>
              <a:pathLst>
                <a:path w="41220" h="6898">
                  <a:moveTo>
                    <a:pt x="0" y="0"/>
                  </a:moveTo>
                  <a:lnTo>
                    <a:pt x="41220" y="6898"/>
                  </a:lnTo>
                </a:path>
              </a:pathLst>
            </a:custGeom>
            <a:noFill/>
            <a:ln w="20003">
              <a:solidFill>
                <a:srgbClr val="B2BFCA"/>
              </a:solidFill>
            </a:ln>
          </p:spPr>
        </p:sp>
        <p:sp>
          <p:nvSpPr>
            <p:cNvPr id="1965" name="Input_receptor__1964">
              <a:extLst>
                <a:ext uri="{FF2B5EF4-FFF2-40B4-BE49-F238E27FC236}">
                  <a16:creationId xmlns:a16="http://schemas.microsoft.com/office/drawing/2014/main" id="{9DC88BDD-3E70-8A68-3735-4A55FEFFD304}"/>
                </a:ext>
              </a:extLst>
            </p:cNvPr>
            <p:cNvSpPr>
              <a:spLocks noGrp="1"/>
            </p:cNvSpPr>
            <p:nvPr/>
          </p:nvSpPr>
          <p:spPr>
            <a:xfrm>
              <a:off x="1258893" y="4726127"/>
              <a:ext cx="38136" cy="29167"/>
            </a:xfrm>
            <a:custGeom>
              <a:avLst/>
              <a:gdLst/>
              <a:ahLst/>
              <a:cxnLst/>
              <a:rect l="0" t="0" r="0" b="0"/>
              <a:pathLst>
                <a:path w="38136" h="29167">
                  <a:moveTo>
                    <a:pt x="0" y="29167"/>
                  </a:moveTo>
                  <a:lnTo>
                    <a:pt x="38136" y="0"/>
                  </a:lnTo>
                </a:path>
              </a:pathLst>
            </a:custGeom>
            <a:noFill/>
            <a:ln w="20003">
              <a:solidFill>
                <a:srgbClr val="B2BFCA"/>
              </a:solidFill>
            </a:ln>
          </p:spPr>
        </p:sp>
        <p:sp>
          <p:nvSpPr>
            <p:cNvPr id="1966" name="Input_receptor__1965">
              <a:extLst>
                <a:ext uri="{FF2B5EF4-FFF2-40B4-BE49-F238E27FC236}">
                  <a16:creationId xmlns:a16="http://schemas.microsoft.com/office/drawing/2014/main" id="{F40EC02F-98AE-92AE-7364-732C58ADAFD2}"/>
                </a:ext>
              </a:extLst>
            </p:cNvPr>
            <p:cNvSpPr>
              <a:spLocks noGrp="1"/>
            </p:cNvSpPr>
            <p:nvPr/>
          </p:nvSpPr>
          <p:spPr>
            <a:xfrm>
              <a:off x="1258893" y="4755294"/>
              <a:ext cx="29203" cy="38192"/>
            </a:xfrm>
            <a:custGeom>
              <a:avLst/>
              <a:gdLst/>
              <a:ahLst/>
              <a:cxnLst/>
              <a:rect l="0" t="0" r="0" b="0"/>
              <a:pathLst>
                <a:path w="29203" h="38192">
                  <a:moveTo>
                    <a:pt x="29203" y="38192"/>
                  </a:moveTo>
                  <a:lnTo>
                    <a:pt x="0" y="0"/>
                  </a:lnTo>
                </a:path>
              </a:pathLst>
            </a:custGeom>
            <a:noFill/>
            <a:ln w="20003">
              <a:solidFill>
                <a:srgbClr val="B2BFCA"/>
              </a:solidFill>
            </a:ln>
          </p:spPr>
        </p:sp>
        <p:sp>
          <p:nvSpPr>
            <p:cNvPr id="1967" name="Input_receptor__1966">
              <a:extLst>
                <a:ext uri="{FF2B5EF4-FFF2-40B4-BE49-F238E27FC236}">
                  <a16:creationId xmlns:a16="http://schemas.microsoft.com/office/drawing/2014/main" id="{250DA953-B9E6-5889-3060-09D62807CF85}"/>
                </a:ext>
              </a:extLst>
            </p:cNvPr>
            <p:cNvSpPr>
              <a:spLocks noGrp="1"/>
            </p:cNvSpPr>
            <p:nvPr/>
          </p:nvSpPr>
          <p:spPr>
            <a:xfrm>
              <a:off x="871961" y="4661924"/>
              <a:ext cx="12520" cy="46632"/>
            </a:xfrm>
            <a:custGeom>
              <a:avLst/>
              <a:gdLst/>
              <a:ahLst/>
              <a:cxnLst/>
              <a:rect l="0" t="0" r="0" b="0"/>
              <a:pathLst>
                <a:path w="12520" h="46632">
                  <a:moveTo>
                    <a:pt x="0" y="46632"/>
                  </a:moveTo>
                  <a:lnTo>
                    <a:pt x="12520" y="0"/>
                  </a:lnTo>
                </a:path>
              </a:pathLst>
            </a:custGeom>
            <a:noFill/>
            <a:ln w="20003">
              <a:solidFill>
                <a:srgbClr val="B3C0CA"/>
              </a:solidFill>
            </a:ln>
          </p:spPr>
        </p:sp>
        <p:sp>
          <p:nvSpPr>
            <p:cNvPr id="1968" name="Input_receptor__1967">
              <a:extLst>
                <a:ext uri="{FF2B5EF4-FFF2-40B4-BE49-F238E27FC236}">
                  <a16:creationId xmlns:a16="http://schemas.microsoft.com/office/drawing/2014/main" id="{CA232ED5-8AFB-ABA1-7930-8841C56D9A27}"/>
                </a:ext>
              </a:extLst>
            </p:cNvPr>
            <p:cNvSpPr>
              <a:spLocks noGrp="1"/>
            </p:cNvSpPr>
            <p:nvPr/>
          </p:nvSpPr>
          <p:spPr>
            <a:xfrm>
              <a:off x="842816" y="4647360"/>
              <a:ext cx="41666" cy="14564"/>
            </a:xfrm>
            <a:custGeom>
              <a:avLst/>
              <a:gdLst/>
              <a:ahLst/>
              <a:cxnLst/>
              <a:rect l="0" t="0" r="0" b="0"/>
              <a:pathLst>
                <a:path w="41666" h="14564">
                  <a:moveTo>
                    <a:pt x="41666" y="14564"/>
                  </a:moveTo>
                  <a:lnTo>
                    <a:pt x="0" y="0"/>
                  </a:lnTo>
                </a:path>
              </a:pathLst>
            </a:custGeom>
            <a:noFill/>
            <a:ln w="20003">
              <a:solidFill>
                <a:srgbClr val="B3C0CB"/>
              </a:solidFill>
            </a:ln>
          </p:spPr>
        </p:sp>
        <p:sp>
          <p:nvSpPr>
            <p:cNvPr id="1969" name="Input_receptor__1968">
              <a:extLst>
                <a:ext uri="{FF2B5EF4-FFF2-40B4-BE49-F238E27FC236}">
                  <a16:creationId xmlns:a16="http://schemas.microsoft.com/office/drawing/2014/main" id="{0A9ADB2E-FAAE-B897-7C70-C7DD17F75976}"/>
                </a:ext>
              </a:extLst>
            </p:cNvPr>
            <p:cNvSpPr>
              <a:spLocks noGrp="1"/>
            </p:cNvSpPr>
            <p:nvPr/>
          </p:nvSpPr>
          <p:spPr>
            <a:xfrm>
              <a:off x="1288096" y="4788890"/>
              <a:ext cx="12421" cy="4596"/>
            </a:xfrm>
            <a:custGeom>
              <a:avLst/>
              <a:gdLst/>
              <a:ahLst/>
              <a:cxnLst/>
              <a:rect l="0" t="0" r="0" b="0"/>
              <a:pathLst>
                <a:path w="12421" h="4596">
                  <a:moveTo>
                    <a:pt x="12421" y="0"/>
                  </a:moveTo>
                  <a:lnTo>
                    <a:pt x="0" y="4596"/>
                  </a:lnTo>
                </a:path>
              </a:pathLst>
            </a:custGeom>
            <a:noFill/>
            <a:ln w="20003">
              <a:solidFill>
                <a:srgbClr val="B4C1CB"/>
              </a:solidFill>
            </a:ln>
          </p:spPr>
        </p:sp>
        <p:sp>
          <p:nvSpPr>
            <p:cNvPr id="1970" name="Input_receptor__1969">
              <a:extLst>
                <a:ext uri="{FF2B5EF4-FFF2-40B4-BE49-F238E27FC236}">
                  <a16:creationId xmlns:a16="http://schemas.microsoft.com/office/drawing/2014/main" id="{20B5E793-28E0-87BA-48EF-DC01D586133B}"/>
                </a:ext>
              </a:extLst>
            </p:cNvPr>
            <p:cNvSpPr>
              <a:spLocks noGrp="1"/>
            </p:cNvSpPr>
            <p:nvPr/>
          </p:nvSpPr>
          <p:spPr>
            <a:xfrm>
              <a:off x="1231664" y="4771106"/>
              <a:ext cx="27706" cy="33167"/>
            </a:xfrm>
            <a:custGeom>
              <a:avLst/>
              <a:gdLst/>
              <a:ahLst/>
              <a:cxnLst/>
              <a:rect l="0" t="0" r="0" b="0"/>
              <a:pathLst>
                <a:path w="27706" h="33167">
                  <a:moveTo>
                    <a:pt x="0" y="33167"/>
                  </a:moveTo>
                  <a:lnTo>
                    <a:pt x="27706" y="0"/>
                  </a:lnTo>
                </a:path>
              </a:pathLst>
            </a:custGeom>
            <a:noFill/>
            <a:ln w="8096">
              <a:solidFill>
                <a:srgbClr val="B6C3CD"/>
              </a:solidFill>
            </a:ln>
          </p:spPr>
        </p:sp>
        <p:sp>
          <p:nvSpPr>
            <p:cNvPr id="1971" name="Input_receptor__1970">
              <a:extLst>
                <a:ext uri="{FF2B5EF4-FFF2-40B4-BE49-F238E27FC236}">
                  <a16:creationId xmlns:a16="http://schemas.microsoft.com/office/drawing/2014/main" id="{28D55AE6-2C27-E01B-8A0B-55BA1402B5B4}"/>
                </a:ext>
              </a:extLst>
            </p:cNvPr>
            <p:cNvSpPr>
              <a:spLocks noGrp="1"/>
            </p:cNvSpPr>
            <p:nvPr/>
          </p:nvSpPr>
          <p:spPr>
            <a:xfrm>
              <a:off x="1259369" y="4771106"/>
              <a:ext cx="41147" cy="17784"/>
            </a:xfrm>
            <a:custGeom>
              <a:avLst/>
              <a:gdLst/>
              <a:ahLst/>
              <a:cxnLst/>
              <a:rect l="0" t="0" r="0" b="0"/>
              <a:pathLst>
                <a:path w="41147" h="17784">
                  <a:moveTo>
                    <a:pt x="0" y="0"/>
                  </a:moveTo>
                  <a:lnTo>
                    <a:pt x="41147" y="17784"/>
                  </a:lnTo>
                </a:path>
              </a:pathLst>
            </a:custGeom>
            <a:noFill/>
            <a:ln w="8096">
              <a:solidFill>
                <a:srgbClr val="B6C3CD"/>
              </a:solidFill>
            </a:ln>
          </p:spPr>
        </p:sp>
      </p:grpSp>
      <p:sp>
        <p:nvSpPr>
          <p:cNvPr id="1972" name="label__1971">
            <a:extLst>
              <a:ext uri="{FF2B5EF4-FFF2-40B4-BE49-F238E27FC236}">
                <a16:creationId xmlns:a16="http://schemas.microsoft.com/office/drawing/2014/main" id="{9E554E39-4379-D667-41AF-95652E69F2CB}"/>
              </a:ext>
            </a:extLst>
          </p:cNvPr>
          <p:cNvSpPr>
            <a:spLocks noGrp="1"/>
          </p:cNvSpPr>
          <p:nvPr/>
        </p:nvSpPr>
        <p:spPr>
          <a:xfrm>
            <a:off x="3564865" y="2985798"/>
            <a:ext cx="621256" cy="74221"/>
          </a:xfrm>
          <a:prstGeom prst="rect">
            <a:avLst/>
          </a:prstGeom>
          <a:noFill/>
          <a:ln w="0">
            <a:noFill/>
          </a:ln>
        </p:spPr>
        <p:txBody>
          <a:bodyPr wrap="none" lIns="0" tIns="0" rIns="0" bIns="0" anchor="ctr">
            <a:noAutofit/>
          </a:bodyPr>
          <a:lstStyle/>
          <a:p>
            <a:pPr algn="ctr">
              <a:defRPr sz="1500" b="0">
                <a:solidFill>
                  <a:srgbClr val="263442"/>
                </a:solidFill>
                <a:latin typeface="Arial"/>
                <a:ea typeface="Arial"/>
                <a:cs typeface="Arial"/>
              </a:defRPr>
            </a:pPr>
            <a:r>
              <a:rPr sz="520" dirty="0">
                <a:solidFill>
                  <a:srgbClr val="263442"/>
                </a:solidFill>
                <a:latin typeface="Arial"/>
                <a:ea typeface="Arial"/>
                <a:cs typeface="Arial"/>
              </a:rPr>
              <a:t>Receptor structure</a:t>
            </a:r>
          </a:p>
        </p:txBody>
      </p:sp>
      <p:grpSp>
        <p:nvGrpSpPr>
          <p:cNvPr id="6214" name="flow_Find">
            <a:extLst>
              <a:ext uri="{FF2B5EF4-FFF2-40B4-BE49-F238E27FC236}">
                <a16:creationId xmlns:a16="http://schemas.microsoft.com/office/drawing/2014/main" id="{8AE98C2A-30A0-04D9-ADC6-8DAF7A468046}"/>
              </a:ext>
            </a:extLst>
          </p:cNvPr>
          <p:cNvGrpSpPr/>
          <p:nvPr/>
        </p:nvGrpSpPr>
        <p:grpSpPr>
          <a:xfrm>
            <a:off x="4111350" y="2277753"/>
            <a:ext cx="230909" cy="32987"/>
            <a:chOff x="2305050" y="3209925"/>
            <a:chExt cx="800100" cy="114300"/>
          </a:xfrm>
        </p:grpSpPr>
        <p:sp>
          <p:nvSpPr>
            <p:cNvPr id="1974" name="flow_Find__1973">
              <a:extLst>
                <a:ext uri="{FF2B5EF4-FFF2-40B4-BE49-F238E27FC236}">
                  <a16:creationId xmlns:a16="http://schemas.microsoft.com/office/drawing/2014/main" id="{831E8689-46A6-BE3A-9916-2A73BF9C47C6}"/>
                </a:ext>
              </a:extLst>
            </p:cNvPr>
            <p:cNvSpPr>
              <a:spLocks noGrp="1"/>
            </p:cNvSpPr>
            <p:nvPr/>
          </p:nvSpPr>
          <p:spPr>
            <a:xfrm>
              <a:off x="2305050" y="3267075"/>
              <a:ext cx="704850" cy="95"/>
            </a:xfrm>
            <a:custGeom>
              <a:avLst/>
              <a:gdLst/>
              <a:ahLst/>
              <a:cxnLst/>
              <a:rect l="0" t="0" r="0" b="0"/>
              <a:pathLst>
                <a:path w="704850" h="95">
                  <a:moveTo>
                    <a:pt x="0" y="0"/>
                  </a:moveTo>
                  <a:lnTo>
                    <a:pt x="704850" y="0"/>
                  </a:lnTo>
                </a:path>
              </a:pathLst>
            </a:custGeom>
            <a:noFill/>
            <a:ln w="21908">
              <a:solidFill>
                <a:srgbClr val="263442"/>
              </a:solidFill>
            </a:ln>
          </p:spPr>
        </p:sp>
        <p:sp>
          <p:nvSpPr>
            <p:cNvPr id="1975" name="flow_Find__1974">
              <a:extLst>
                <a:ext uri="{FF2B5EF4-FFF2-40B4-BE49-F238E27FC236}">
                  <a16:creationId xmlns:a16="http://schemas.microsoft.com/office/drawing/2014/main" id="{9BDF4946-726F-1471-2430-D39DE1500ED7}"/>
                </a:ext>
              </a:extLst>
            </p:cNvPr>
            <p:cNvSpPr>
              <a:spLocks noGrp="1"/>
            </p:cNvSpPr>
            <p:nvPr/>
          </p:nvSpPr>
          <p:spPr>
            <a:xfrm>
              <a:off x="2990850" y="3209925"/>
              <a:ext cx="114300" cy="114300"/>
            </a:xfrm>
            <a:custGeom>
              <a:avLst/>
              <a:gdLst/>
              <a:ahLst/>
              <a:cxnLst/>
              <a:rect l="0" t="0" r="0" b="0"/>
              <a:pathLst>
                <a:path w="114300" h="114300">
                  <a:moveTo>
                    <a:pt x="114300" y="57150"/>
                  </a:moveTo>
                  <a:lnTo>
                    <a:pt x="0" y="0"/>
                  </a:lnTo>
                  <a:lnTo>
                    <a:pt x="0" y="114300"/>
                  </a:lnTo>
                  <a:close/>
                </a:path>
              </a:pathLst>
            </a:custGeom>
            <a:solidFill>
              <a:srgbClr val="263442"/>
            </a:solidFill>
            <a:ln w="0">
              <a:noFill/>
            </a:ln>
          </p:spPr>
        </p:sp>
      </p:grpSp>
      <p:sp>
        <p:nvSpPr>
          <p:cNvPr id="1976" name="label__1975">
            <a:extLst>
              <a:ext uri="{FF2B5EF4-FFF2-40B4-BE49-F238E27FC236}">
                <a16:creationId xmlns:a16="http://schemas.microsoft.com/office/drawing/2014/main" id="{4B8EDAA0-187B-CE73-4DAE-C453197EB72D}"/>
              </a:ext>
            </a:extLst>
          </p:cNvPr>
          <p:cNvSpPr>
            <a:spLocks noGrp="1"/>
          </p:cNvSpPr>
          <p:nvPr/>
        </p:nvSpPr>
        <p:spPr>
          <a:xfrm>
            <a:off x="4083862" y="2176044"/>
            <a:ext cx="285887" cy="87965"/>
          </a:xfrm>
          <a:prstGeom prst="rect">
            <a:avLst/>
          </a:prstGeom>
          <a:noFill/>
          <a:ln w="0">
            <a:noFill/>
          </a:ln>
        </p:spPr>
        <p:txBody>
          <a:bodyPr wrap="none" lIns="0" tIns="0" rIns="0" bIns="0" anchor="ctr">
            <a:noAutofit/>
          </a:bodyPr>
          <a:lstStyle/>
          <a:p>
            <a:pPr algn="ctr">
              <a:defRPr sz="1950" b="1">
                <a:solidFill>
                  <a:srgbClr val="263442"/>
                </a:solidFill>
                <a:latin typeface="Arial"/>
                <a:ea typeface="Arial"/>
                <a:cs typeface="Arial"/>
              </a:defRPr>
            </a:pPr>
            <a:r>
              <a:rPr sz="563" b="1">
                <a:solidFill>
                  <a:srgbClr val="263442"/>
                </a:solidFill>
                <a:latin typeface="Arial"/>
                <a:ea typeface="Arial"/>
                <a:cs typeface="Arial"/>
              </a:rPr>
              <a:t>Find</a:t>
            </a:r>
          </a:p>
        </p:txBody>
      </p:sp>
      <p:grpSp>
        <p:nvGrpSpPr>
          <p:cNvPr id="6215" name="Find：淡灰密度表面">
            <a:extLst>
              <a:ext uri="{FF2B5EF4-FFF2-40B4-BE49-F238E27FC236}">
                <a16:creationId xmlns:a16="http://schemas.microsoft.com/office/drawing/2014/main" id="{36381739-59B1-BA22-14A3-6D5EBB035BFE}"/>
              </a:ext>
            </a:extLst>
          </p:cNvPr>
          <p:cNvGrpSpPr/>
          <p:nvPr/>
        </p:nvGrpSpPr>
        <p:grpSpPr>
          <a:xfrm>
            <a:off x="4363743" y="1782948"/>
            <a:ext cx="982303" cy="1168290"/>
            <a:chOff x="3470234" y="1495425"/>
            <a:chExt cx="3403682" cy="4048125"/>
          </a:xfrm>
        </p:grpSpPr>
        <p:sp>
          <p:nvSpPr>
            <p:cNvPr id="1977" name="Candidate_density__1976">
              <a:extLst>
                <a:ext uri="{FF2B5EF4-FFF2-40B4-BE49-F238E27FC236}">
                  <a16:creationId xmlns:a16="http://schemas.microsoft.com/office/drawing/2014/main" id="{9FFA63BE-0235-D1EE-D077-AD51B99B6935}"/>
                </a:ext>
              </a:extLst>
            </p:cNvPr>
            <p:cNvSpPr>
              <a:spLocks noGrp="1"/>
            </p:cNvSpPr>
            <p:nvPr/>
          </p:nvSpPr>
          <p:spPr>
            <a:xfrm>
              <a:off x="5090107" y="5022356"/>
              <a:ext cx="103059" cy="54832"/>
            </a:xfrm>
            <a:custGeom>
              <a:avLst/>
              <a:gdLst/>
              <a:ahLst/>
              <a:cxnLst/>
              <a:rect l="0" t="0" r="0" b="0"/>
              <a:pathLst>
                <a:path w="103059" h="54832">
                  <a:moveTo>
                    <a:pt x="0" y="4710"/>
                  </a:moveTo>
                  <a:lnTo>
                    <a:pt x="14103" y="5539"/>
                  </a:lnTo>
                  <a:lnTo>
                    <a:pt x="15755" y="7073"/>
                  </a:lnTo>
                  <a:close/>
                  <a:moveTo>
                    <a:pt x="103059" y="54832"/>
                  </a:moveTo>
                  <a:lnTo>
                    <a:pt x="71422" y="0"/>
                  </a:lnTo>
                  <a:lnTo>
                    <a:pt x="15755" y="7073"/>
                  </a:lnTo>
                  <a:close/>
                </a:path>
              </a:pathLst>
            </a:custGeom>
            <a:solidFill>
              <a:srgbClr val="D4DBE0"/>
            </a:solidFill>
            <a:ln w="1524">
              <a:solidFill>
                <a:srgbClr val="D4DBE0"/>
              </a:solidFill>
            </a:ln>
          </p:spPr>
        </p:sp>
        <p:sp>
          <p:nvSpPr>
            <p:cNvPr id="1978" name="Candidate_density__1977">
              <a:extLst>
                <a:ext uri="{FF2B5EF4-FFF2-40B4-BE49-F238E27FC236}">
                  <a16:creationId xmlns:a16="http://schemas.microsoft.com/office/drawing/2014/main" id="{FDED2264-A71E-D768-9ED3-EC844BF8067B}"/>
                </a:ext>
              </a:extLst>
            </p:cNvPr>
            <p:cNvSpPr>
              <a:spLocks noGrp="1"/>
            </p:cNvSpPr>
            <p:nvPr/>
          </p:nvSpPr>
          <p:spPr>
            <a:xfrm>
              <a:off x="4991506" y="4958838"/>
              <a:ext cx="112705" cy="69057"/>
            </a:xfrm>
            <a:custGeom>
              <a:avLst/>
              <a:gdLst/>
              <a:ahLst/>
              <a:cxnLst/>
              <a:rect l="0" t="0" r="0" b="0"/>
              <a:pathLst>
                <a:path w="112705" h="69057">
                  <a:moveTo>
                    <a:pt x="0" y="0"/>
                  </a:moveTo>
                  <a:lnTo>
                    <a:pt x="98601" y="68229"/>
                  </a:lnTo>
                  <a:lnTo>
                    <a:pt x="36761" y="59134"/>
                  </a:lnTo>
                  <a:close/>
                  <a:moveTo>
                    <a:pt x="112705" y="69057"/>
                  </a:moveTo>
                  <a:lnTo>
                    <a:pt x="98601" y="68229"/>
                  </a:lnTo>
                  <a:lnTo>
                    <a:pt x="0" y="0"/>
                  </a:lnTo>
                  <a:close/>
                </a:path>
              </a:pathLst>
            </a:custGeom>
            <a:solidFill>
              <a:srgbClr val="D8DEE3"/>
            </a:solidFill>
            <a:ln w="1524">
              <a:solidFill>
                <a:srgbClr val="D8DEE3"/>
              </a:solidFill>
            </a:ln>
          </p:spPr>
        </p:sp>
        <p:sp>
          <p:nvSpPr>
            <p:cNvPr id="1979" name="Candidate_density__1978">
              <a:extLst>
                <a:ext uri="{FF2B5EF4-FFF2-40B4-BE49-F238E27FC236}">
                  <a16:creationId xmlns:a16="http://schemas.microsoft.com/office/drawing/2014/main" id="{0329F32C-7026-60FC-E0FC-43E64F266C3F}"/>
                </a:ext>
              </a:extLst>
            </p:cNvPr>
            <p:cNvSpPr>
              <a:spLocks noGrp="1"/>
            </p:cNvSpPr>
            <p:nvPr/>
          </p:nvSpPr>
          <p:spPr>
            <a:xfrm>
              <a:off x="5235962" y="4794077"/>
              <a:ext cx="71131" cy="87208"/>
            </a:xfrm>
            <a:custGeom>
              <a:avLst/>
              <a:gdLst/>
              <a:ahLst/>
              <a:cxnLst/>
              <a:rect l="0" t="0" r="0" b="0"/>
              <a:pathLst>
                <a:path w="71131" h="87208">
                  <a:moveTo>
                    <a:pt x="71131" y="0"/>
                  </a:moveTo>
                  <a:lnTo>
                    <a:pt x="0" y="87208"/>
                  </a:lnTo>
                  <a:lnTo>
                    <a:pt x="60081" y="73902"/>
                  </a:lnTo>
                  <a:close/>
                </a:path>
              </a:pathLst>
            </a:custGeom>
            <a:solidFill>
              <a:srgbClr val="E0E5E9"/>
            </a:solidFill>
            <a:ln w="1524">
              <a:solidFill>
                <a:srgbClr val="E0E5E9"/>
              </a:solidFill>
            </a:ln>
          </p:spPr>
        </p:sp>
        <p:sp>
          <p:nvSpPr>
            <p:cNvPr id="1980" name="Candidate_density__1979">
              <a:extLst>
                <a:ext uri="{FF2B5EF4-FFF2-40B4-BE49-F238E27FC236}">
                  <a16:creationId xmlns:a16="http://schemas.microsoft.com/office/drawing/2014/main" id="{6C18D0C5-7746-632B-235C-92160192D198}"/>
                </a:ext>
              </a:extLst>
            </p:cNvPr>
            <p:cNvSpPr>
              <a:spLocks noGrp="1"/>
            </p:cNvSpPr>
            <p:nvPr/>
          </p:nvSpPr>
          <p:spPr>
            <a:xfrm>
              <a:off x="4966652" y="4441228"/>
              <a:ext cx="1448809" cy="588202"/>
            </a:xfrm>
            <a:custGeom>
              <a:avLst/>
              <a:gdLst/>
              <a:ahLst/>
              <a:cxnLst/>
              <a:rect l="0" t="0" r="0" b="0"/>
              <a:pathLst>
                <a:path w="1448809" h="588202">
                  <a:moveTo>
                    <a:pt x="24854" y="517611"/>
                  </a:moveTo>
                  <a:lnTo>
                    <a:pt x="61615" y="576745"/>
                  </a:lnTo>
                  <a:lnTo>
                    <a:pt x="0" y="503624"/>
                  </a:lnTo>
                  <a:close/>
                  <a:moveTo>
                    <a:pt x="169700" y="547403"/>
                  </a:moveTo>
                  <a:lnTo>
                    <a:pt x="123455" y="585839"/>
                  </a:lnTo>
                  <a:lnTo>
                    <a:pt x="139210" y="588202"/>
                  </a:lnTo>
                  <a:close/>
                  <a:moveTo>
                    <a:pt x="123455" y="585839"/>
                  </a:moveTo>
                  <a:lnTo>
                    <a:pt x="169700" y="547403"/>
                  </a:lnTo>
                  <a:lnTo>
                    <a:pt x="61615" y="576745"/>
                  </a:lnTo>
                  <a:close/>
                  <a:moveTo>
                    <a:pt x="1448809" y="52114"/>
                  </a:moveTo>
                  <a:lnTo>
                    <a:pt x="1360340" y="0"/>
                  </a:lnTo>
                  <a:lnTo>
                    <a:pt x="1387240" y="37118"/>
                  </a:lnTo>
                  <a:close/>
                </a:path>
              </a:pathLst>
            </a:custGeom>
            <a:solidFill>
              <a:srgbClr val="D8DEE3"/>
            </a:solidFill>
            <a:ln w="1524">
              <a:solidFill>
                <a:srgbClr val="D8DEE3"/>
              </a:solidFill>
            </a:ln>
          </p:spPr>
        </p:sp>
        <p:sp>
          <p:nvSpPr>
            <p:cNvPr id="1981" name="Candidate_density__1980">
              <a:extLst>
                <a:ext uri="{FF2B5EF4-FFF2-40B4-BE49-F238E27FC236}">
                  <a16:creationId xmlns:a16="http://schemas.microsoft.com/office/drawing/2014/main" id="{53981229-2E01-A40A-9433-A45CD777F25D}"/>
                </a:ext>
              </a:extLst>
            </p:cNvPr>
            <p:cNvSpPr>
              <a:spLocks noGrp="1"/>
            </p:cNvSpPr>
            <p:nvPr/>
          </p:nvSpPr>
          <p:spPr>
            <a:xfrm>
              <a:off x="4950183" y="4357620"/>
              <a:ext cx="1403557" cy="713225"/>
            </a:xfrm>
            <a:custGeom>
              <a:avLst/>
              <a:gdLst/>
              <a:ahLst/>
              <a:cxnLst/>
              <a:rect l="0" t="0" r="0" b="0"/>
              <a:pathLst>
                <a:path w="1403557" h="713225">
                  <a:moveTo>
                    <a:pt x="28205" y="551291"/>
                  </a:moveTo>
                  <a:lnTo>
                    <a:pt x="58082" y="669447"/>
                  </a:lnTo>
                  <a:lnTo>
                    <a:pt x="0" y="647065"/>
                  </a:lnTo>
                  <a:close/>
                  <a:moveTo>
                    <a:pt x="28205" y="551291"/>
                  </a:moveTo>
                  <a:lnTo>
                    <a:pt x="16469" y="587231"/>
                  </a:lnTo>
                  <a:lnTo>
                    <a:pt x="78084" y="660353"/>
                  </a:lnTo>
                  <a:close/>
                  <a:moveTo>
                    <a:pt x="78084" y="660353"/>
                  </a:moveTo>
                  <a:lnTo>
                    <a:pt x="111112" y="568638"/>
                  </a:lnTo>
                  <a:lnTo>
                    <a:pt x="28205" y="551291"/>
                  </a:lnTo>
                  <a:close/>
                  <a:moveTo>
                    <a:pt x="186170" y="631010"/>
                  </a:moveTo>
                  <a:lnTo>
                    <a:pt x="155679" y="671809"/>
                  </a:lnTo>
                  <a:lnTo>
                    <a:pt x="211346" y="664736"/>
                  </a:lnTo>
                  <a:close/>
                  <a:moveTo>
                    <a:pt x="186170" y="631010"/>
                  </a:moveTo>
                  <a:lnTo>
                    <a:pt x="111112" y="568638"/>
                  </a:lnTo>
                  <a:lnTo>
                    <a:pt x="78084" y="660353"/>
                  </a:lnTo>
                  <a:close/>
                  <a:moveTo>
                    <a:pt x="36700" y="504884"/>
                  </a:moveTo>
                  <a:lnTo>
                    <a:pt x="16469" y="587231"/>
                  </a:lnTo>
                  <a:lnTo>
                    <a:pt x="28205" y="551291"/>
                  </a:lnTo>
                  <a:close/>
                  <a:moveTo>
                    <a:pt x="320212" y="595763"/>
                  </a:moveTo>
                  <a:lnTo>
                    <a:pt x="238356" y="601718"/>
                  </a:lnTo>
                  <a:lnTo>
                    <a:pt x="272089" y="713225"/>
                  </a:lnTo>
                  <a:close/>
                  <a:moveTo>
                    <a:pt x="272089" y="713225"/>
                  </a:moveTo>
                  <a:lnTo>
                    <a:pt x="238356" y="601718"/>
                  </a:lnTo>
                  <a:lnTo>
                    <a:pt x="211346" y="664736"/>
                  </a:lnTo>
                  <a:close/>
                  <a:moveTo>
                    <a:pt x="251658" y="600252"/>
                  </a:moveTo>
                  <a:lnTo>
                    <a:pt x="325736" y="598561"/>
                  </a:lnTo>
                  <a:lnTo>
                    <a:pt x="272089" y="713225"/>
                  </a:lnTo>
                  <a:close/>
                  <a:moveTo>
                    <a:pt x="325736" y="598561"/>
                  </a:moveTo>
                  <a:lnTo>
                    <a:pt x="348443" y="631010"/>
                  </a:lnTo>
                  <a:lnTo>
                    <a:pt x="320212" y="595763"/>
                  </a:lnTo>
                  <a:close/>
                  <a:moveTo>
                    <a:pt x="325736" y="598561"/>
                  </a:moveTo>
                  <a:lnTo>
                    <a:pt x="330630" y="592573"/>
                  </a:lnTo>
                  <a:lnTo>
                    <a:pt x="353353" y="629411"/>
                  </a:lnTo>
                  <a:close/>
                  <a:moveTo>
                    <a:pt x="285779" y="523664"/>
                  </a:moveTo>
                  <a:lnTo>
                    <a:pt x="320212" y="595763"/>
                  </a:lnTo>
                  <a:lnTo>
                    <a:pt x="347759" y="617445"/>
                  </a:lnTo>
                  <a:close/>
                  <a:moveTo>
                    <a:pt x="130309" y="428782"/>
                  </a:moveTo>
                  <a:lnTo>
                    <a:pt x="191434" y="439680"/>
                  </a:lnTo>
                  <a:lnTo>
                    <a:pt x="151048" y="439294"/>
                  </a:lnTo>
                  <a:close/>
                  <a:moveTo>
                    <a:pt x="331275" y="404066"/>
                  </a:moveTo>
                  <a:lnTo>
                    <a:pt x="319507" y="389707"/>
                  </a:lnTo>
                  <a:lnTo>
                    <a:pt x="322151" y="394001"/>
                  </a:lnTo>
                  <a:close/>
                  <a:moveTo>
                    <a:pt x="322151" y="394001"/>
                  </a:moveTo>
                  <a:lnTo>
                    <a:pt x="356909" y="436457"/>
                  </a:lnTo>
                  <a:lnTo>
                    <a:pt x="404286" y="471922"/>
                  </a:lnTo>
                  <a:close/>
                  <a:moveTo>
                    <a:pt x="319507" y="389707"/>
                  </a:moveTo>
                  <a:lnTo>
                    <a:pt x="297970" y="313569"/>
                  </a:lnTo>
                  <a:lnTo>
                    <a:pt x="322151" y="394001"/>
                  </a:lnTo>
                  <a:close/>
                  <a:moveTo>
                    <a:pt x="1403557" y="120652"/>
                  </a:moveTo>
                  <a:lnTo>
                    <a:pt x="1374393" y="74574"/>
                  </a:lnTo>
                  <a:lnTo>
                    <a:pt x="1367592" y="0"/>
                  </a:lnTo>
                  <a:close/>
                </a:path>
              </a:pathLst>
            </a:custGeom>
            <a:solidFill>
              <a:srgbClr val="DCE1E6"/>
            </a:solidFill>
            <a:ln w="1524">
              <a:solidFill>
                <a:srgbClr val="DCE1E6"/>
              </a:solidFill>
            </a:ln>
          </p:spPr>
        </p:sp>
        <p:sp>
          <p:nvSpPr>
            <p:cNvPr id="1982" name="Candidate_density__1981">
              <a:extLst>
                <a:ext uri="{FF2B5EF4-FFF2-40B4-BE49-F238E27FC236}">
                  <a16:creationId xmlns:a16="http://schemas.microsoft.com/office/drawing/2014/main" id="{E1769D43-53B2-37AC-2B57-FAF6C27E092C}"/>
                </a:ext>
              </a:extLst>
            </p:cNvPr>
            <p:cNvSpPr>
              <a:spLocks noGrp="1"/>
            </p:cNvSpPr>
            <p:nvPr/>
          </p:nvSpPr>
          <p:spPr>
            <a:xfrm>
              <a:off x="5061295" y="4751621"/>
              <a:ext cx="293173" cy="319224"/>
            </a:xfrm>
            <a:custGeom>
              <a:avLst/>
              <a:gdLst/>
              <a:ahLst/>
              <a:cxnLst/>
              <a:rect l="0" t="0" r="0" b="0"/>
              <a:pathLst>
                <a:path w="293173" h="319224">
                  <a:moveTo>
                    <a:pt x="214624" y="204560"/>
                  </a:moveTo>
                  <a:lnTo>
                    <a:pt x="209100" y="201761"/>
                  </a:lnTo>
                  <a:lnTo>
                    <a:pt x="160977" y="319224"/>
                  </a:lnTo>
                  <a:close/>
                  <a:moveTo>
                    <a:pt x="75057" y="237009"/>
                  </a:moveTo>
                  <a:lnTo>
                    <a:pt x="100234" y="270735"/>
                  </a:lnTo>
                  <a:lnTo>
                    <a:pt x="127244" y="207717"/>
                  </a:lnTo>
                  <a:close/>
                  <a:moveTo>
                    <a:pt x="0" y="174637"/>
                  </a:moveTo>
                  <a:lnTo>
                    <a:pt x="75057" y="237009"/>
                  </a:lnTo>
                  <a:lnTo>
                    <a:pt x="94875" y="116357"/>
                  </a:lnTo>
                  <a:close/>
                  <a:moveTo>
                    <a:pt x="135160" y="186116"/>
                  </a:moveTo>
                  <a:lnTo>
                    <a:pt x="75057" y="237009"/>
                  </a:lnTo>
                  <a:lnTo>
                    <a:pt x="127244" y="207717"/>
                  </a:lnTo>
                  <a:close/>
                  <a:moveTo>
                    <a:pt x="174666" y="129663"/>
                  </a:moveTo>
                  <a:lnTo>
                    <a:pt x="135160" y="186116"/>
                  </a:lnTo>
                  <a:lnTo>
                    <a:pt x="127244" y="207717"/>
                  </a:lnTo>
                  <a:close/>
                  <a:moveTo>
                    <a:pt x="4709" y="146651"/>
                  </a:moveTo>
                  <a:lnTo>
                    <a:pt x="101137" y="58911"/>
                  </a:lnTo>
                  <a:lnTo>
                    <a:pt x="80322" y="45679"/>
                  </a:lnTo>
                  <a:close/>
                  <a:moveTo>
                    <a:pt x="4709" y="146651"/>
                  </a:moveTo>
                  <a:lnTo>
                    <a:pt x="80322" y="45679"/>
                  </a:lnTo>
                  <a:lnTo>
                    <a:pt x="19196" y="34781"/>
                  </a:lnTo>
                  <a:close/>
                  <a:moveTo>
                    <a:pt x="101137" y="58911"/>
                  </a:moveTo>
                  <a:lnTo>
                    <a:pt x="147531" y="116357"/>
                  </a:lnTo>
                  <a:lnTo>
                    <a:pt x="80322" y="45679"/>
                  </a:lnTo>
                  <a:close/>
                  <a:moveTo>
                    <a:pt x="147531" y="116357"/>
                  </a:moveTo>
                  <a:lnTo>
                    <a:pt x="174666" y="129663"/>
                  </a:lnTo>
                  <a:lnTo>
                    <a:pt x="80322" y="45679"/>
                  </a:lnTo>
                  <a:close/>
                  <a:moveTo>
                    <a:pt x="234748" y="116357"/>
                  </a:moveTo>
                  <a:lnTo>
                    <a:pt x="275151" y="160136"/>
                  </a:lnTo>
                  <a:lnTo>
                    <a:pt x="293173" y="77921"/>
                  </a:lnTo>
                  <a:close/>
                  <a:moveTo>
                    <a:pt x="293173" y="77921"/>
                  </a:moveTo>
                  <a:lnTo>
                    <a:pt x="245797" y="42455"/>
                  </a:lnTo>
                  <a:lnTo>
                    <a:pt x="234748" y="116357"/>
                  </a:lnTo>
                  <a:close/>
                  <a:moveTo>
                    <a:pt x="293173" y="77921"/>
                  </a:moveTo>
                  <a:lnTo>
                    <a:pt x="220162" y="10065"/>
                  </a:lnTo>
                  <a:lnTo>
                    <a:pt x="211039" y="0"/>
                  </a:lnTo>
                  <a:close/>
                </a:path>
              </a:pathLst>
            </a:custGeom>
            <a:solidFill>
              <a:srgbClr val="E0E5E9"/>
            </a:solidFill>
            <a:ln w="1524">
              <a:solidFill>
                <a:srgbClr val="E0E5E9"/>
              </a:solidFill>
            </a:ln>
          </p:spPr>
        </p:sp>
        <p:sp>
          <p:nvSpPr>
            <p:cNvPr id="1983" name="Candidate_density__1982">
              <a:extLst>
                <a:ext uri="{FF2B5EF4-FFF2-40B4-BE49-F238E27FC236}">
                  <a16:creationId xmlns:a16="http://schemas.microsoft.com/office/drawing/2014/main" id="{03105E88-BD41-0E29-CD83-5FBE25007691}"/>
                </a:ext>
              </a:extLst>
            </p:cNvPr>
            <p:cNvSpPr>
              <a:spLocks noGrp="1"/>
            </p:cNvSpPr>
            <p:nvPr/>
          </p:nvSpPr>
          <p:spPr>
            <a:xfrm>
              <a:off x="5061295" y="4761686"/>
              <a:ext cx="353018" cy="226944"/>
            </a:xfrm>
            <a:custGeom>
              <a:avLst/>
              <a:gdLst/>
              <a:ahLst/>
              <a:cxnLst/>
              <a:rect l="0" t="0" r="0" b="0"/>
              <a:pathLst>
                <a:path w="353018" h="226944">
                  <a:moveTo>
                    <a:pt x="4709" y="136586"/>
                  </a:moveTo>
                  <a:lnTo>
                    <a:pt x="0" y="164572"/>
                  </a:lnTo>
                  <a:lnTo>
                    <a:pt x="94875" y="106292"/>
                  </a:lnTo>
                  <a:close/>
                  <a:moveTo>
                    <a:pt x="94875" y="106292"/>
                  </a:moveTo>
                  <a:lnTo>
                    <a:pt x="75057" y="226944"/>
                  </a:lnTo>
                  <a:lnTo>
                    <a:pt x="135160" y="176051"/>
                  </a:lnTo>
                  <a:close/>
                  <a:moveTo>
                    <a:pt x="147531" y="106292"/>
                  </a:moveTo>
                  <a:lnTo>
                    <a:pt x="135160" y="176051"/>
                  </a:lnTo>
                  <a:lnTo>
                    <a:pt x="174666" y="119598"/>
                  </a:lnTo>
                  <a:close/>
                  <a:moveTo>
                    <a:pt x="174666" y="119598"/>
                  </a:moveTo>
                  <a:lnTo>
                    <a:pt x="127244" y="197652"/>
                  </a:lnTo>
                  <a:lnTo>
                    <a:pt x="209100" y="191697"/>
                  </a:lnTo>
                  <a:close/>
                  <a:moveTo>
                    <a:pt x="94875" y="106292"/>
                  </a:moveTo>
                  <a:lnTo>
                    <a:pt x="101137" y="48846"/>
                  </a:lnTo>
                  <a:lnTo>
                    <a:pt x="4709" y="136586"/>
                  </a:lnTo>
                  <a:close/>
                  <a:moveTo>
                    <a:pt x="214624" y="194495"/>
                  </a:moveTo>
                  <a:lnTo>
                    <a:pt x="261741" y="155455"/>
                  </a:lnTo>
                  <a:lnTo>
                    <a:pt x="219518" y="188507"/>
                  </a:lnTo>
                  <a:close/>
                  <a:moveTo>
                    <a:pt x="234748" y="106292"/>
                  </a:moveTo>
                  <a:lnTo>
                    <a:pt x="219518" y="188507"/>
                  </a:lnTo>
                  <a:lnTo>
                    <a:pt x="275151" y="150071"/>
                  </a:lnTo>
                  <a:close/>
                  <a:moveTo>
                    <a:pt x="101137" y="48846"/>
                  </a:moveTo>
                  <a:lnTo>
                    <a:pt x="187306" y="67856"/>
                  </a:lnTo>
                  <a:lnTo>
                    <a:pt x="147531" y="106292"/>
                  </a:lnTo>
                  <a:close/>
                  <a:moveTo>
                    <a:pt x="293173" y="67856"/>
                  </a:moveTo>
                  <a:lnTo>
                    <a:pt x="353018" y="29420"/>
                  </a:lnTo>
                  <a:lnTo>
                    <a:pt x="220162" y="0"/>
                  </a:lnTo>
                  <a:close/>
                </a:path>
              </a:pathLst>
            </a:custGeom>
            <a:solidFill>
              <a:srgbClr val="E3E8EC"/>
            </a:solidFill>
            <a:ln w="1524">
              <a:solidFill>
                <a:srgbClr val="E3E8EC"/>
              </a:solidFill>
            </a:ln>
          </p:spPr>
        </p:sp>
        <p:sp>
          <p:nvSpPr>
            <p:cNvPr id="1984" name="Candidate_density__1983">
              <a:extLst>
                <a:ext uri="{FF2B5EF4-FFF2-40B4-BE49-F238E27FC236}">
                  <a16:creationId xmlns:a16="http://schemas.microsoft.com/office/drawing/2014/main" id="{A5792F6E-1CB7-0D00-2B8D-DBA15F60B323}"/>
                </a:ext>
              </a:extLst>
            </p:cNvPr>
            <p:cNvSpPr>
              <a:spLocks noGrp="1"/>
            </p:cNvSpPr>
            <p:nvPr/>
          </p:nvSpPr>
          <p:spPr>
            <a:xfrm>
              <a:off x="5498561" y="4972505"/>
              <a:ext cx="45902" cy="43581"/>
            </a:xfrm>
            <a:custGeom>
              <a:avLst/>
              <a:gdLst/>
              <a:ahLst/>
              <a:cxnLst/>
              <a:rect l="0" t="0" r="0" b="0"/>
              <a:pathLst>
                <a:path w="45902" h="43581">
                  <a:moveTo>
                    <a:pt x="18557" y="21467"/>
                  </a:moveTo>
                  <a:lnTo>
                    <a:pt x="45902" y="0"/>
                  </a:lnTo>
                  <a:lnTo>
                    <a:pt x="0" y="43581"/>
                  </a:lnTo>
                  <a:close/>
                </a:path>
              </a:pathLst>
            </a:custGeom>
            <a:solidFill>
              <a:srgbClr val="D0D7DD"/>
            </a:solidFill>
            <a:ln w="1524">
              <a:solidFill>
                <a:srgbClr val="D0D7DD"/>
              </a:solidFill>
            </a:ln>
          </p:spPr>
        </p:sp>
        <p:sp>
          <p:nvSpPr>
            <p:cNvPr id="1985" name="Candidate_density__1984">
              <a:extLst>
                <a:ext uri="{FF2B5EF4-FFF2-40B4-BE49-F238E27FC236}">
                  <a16:creationId xmlns:a16="http://schemas.microsoft.com/office/drawing/2014/main" id="{5637B043-093A-9E4B-15E3-78C9E04AD704}"/>
                </a:ext>
              </a:extLst>
            </p:cNvPr>
            <p:cNvSpPr>
              <a:spLocks noGrp="1"/>
            </p:cNvSpPr>
            <p:nvPr/>
          </p:nvSpPr>
          <p:spPr>
            <a:xfrm>
              <a:off x="4980965" y="4449918"/>
              <a:ext cx="1559084" cy="659363"/>
            </a:xfrm>
            <a:custGeom>
              <a:avLst/>
              <a:gdLst/>
              <a:ahLst/>
              <a:cxnLst/>
              <a:rect l="0" t="0" r="0" b="0"/>
              <a:pathLst>
                <a:path w="1559084" h="659363">
                  <a:moveTo>
                    <a:pt x="27301" y="577148"/>
                  </a:moveTo>
                  <a:lnTo>
                    <a:pt x="29237" y="538712"/>
                  </a:lnTo>
                  <a:lnTo>
                    <a:pt x="0" y="659363"/>
                  </a:lnTo>
                  <a:close/>
                  <a:moveTo>
                    <a:pt x="493440" y="539306"/>
                  </a:moveTo>
                  <a:lnTo>
                    <a:pt x="453629" y="605662"/>
                  </a:lnTo>
                  <a:lnTo>
                    <a:pt x="563499" y="522586"/>
                  </a:lnTo>
                  <a:close/>
                  <a:moveTo>
                    <a:pt x="536154" y="544054"/>
                  </a:moveTo>
                  <a:lnTo>
                    <a:pt x="574076" y="505617"/>
                  </a:lnTo>
                  <a:lnTo>
                    <a:pt x="563499" y="522586"/>
                  </a:lnTo>
                  <a:close/>
                  <a:moveTo>
                    <a:pt x="626528" y="384966"/>
                  </a:moveTo>
                  <a:lnTo>
                    <a:pt x="591632" y="412569"/>
                  </a:lnTo>
                  <a:lnTo>
                    <a:pt x="574076" y="505617"/>
                  </a:lnTo>
                  <a:close/>
                  <a:moveTo>
                    <a:pt x="591632" y="412569"/>
                  </a:moveTo>
                  <a:lnTo>
                    <a:pt x="626528" y="384966"/>
                  </a:lnTo>
                  <a:lnTo>
                    <a:pt x="714816" y="379273"/>
                  </a:lnTo>
                  <a:close/>
                  <a:moveTo>
                    <a:pt x="746210" y="281447"/>
                  </a:moveTo>
                  <a:lnTo>
                    <a:pt x="735087" y="346529"/>
                  </a:lnTo>
                  <a:lnTo>
                    <a:pt x="763160" y="281364"/>
                  </a:lnTo>
                  <a:close/>
                  <a:moveTo>
                    <a:pt x="1502978" y="20808"/>
                  </a:moveTo>
                  <a:lnTo>
                    <a:pt x="1559084" y="33696"/>
                  </a:lnTo>
                  <a:lnTo>
                    <a:pt x="1480441" y="0"/>
                  </a:lnTo>
                  <a:close/>
                </a:path>
              </a:pathLst>
            </a:custGeom>
            <a:solidFill>
              <a:srgbClr val="D0D7DD"/>
            </a:solidFill>
            <a:ln w="1524">
              <a:solidFill>
                <a:srgbClr val="D0D7DD"/>
              </a:solidFill>
            </a:ln>
          </p:spPr>
        </p:sp>
        <p:sp>
          <p:nvSpPr>
            <p:cNvPr id="1986" name="Candidate_density__1985">
              <a:extLst>
                <a:ext uri="{FF2B5EF4-FFF2-40B4-BE49-F238E27FC236}">
                  <a16:creationId xmlns:a16="http://schemas.microsoft.com/office/drawing/2014/main" id="{754D33D8-4224-9749-5D50-ACC278B2AFFF}"/>
                </a:ext>
              </a:extLst>
            </p:cNvPr>
            <p:cNvSpPr>
              <a:spLocks noGrp="1"/>
            </p:cNvSpPr>
            <p:nvPr/>
          </p:nvSpPr>
          <p:spPr>
            <a:xfrm>
              <a:off x="4858477" y="4116317"/>
              <a:ext cx="1602929" cy="888368"/>
            </a:xfrm>
            <a:custGeom>
              <a:avLst/>
              <a:gdLst/>
              <a:ahLst/>
              <a:cxnLst/>
              <a:rect l="0" t="0" r="0" b="0"/>
              <a:pathLst>
                <a:path w="1602929" h="888368">
                  <a:moveTo>
                    <a:pt x="113201" y="790098"/>
                  </a:moveTo>
                  <a:lnTo>
                    <a:pt x="119911" y="792594"/>
                  </a:lnTo>
                  <a:lnTo>
                    <a:pt x="53898" y="810464"/>
                  </a:lnTo>
                  <a:close/>
                  <a:moveTo>
                    <a:pt x="119911" y="792594"/>
                  </a:moveTo>
                  <a:lnTo>
                    <a:pt x="91706" y="888368"/>
                  </a:lnTo>
                  <a:lnTo>
                    <a:pt x="53898" y="810464"/>
                  </a:lnTo>
                  <a:close/>
                  <a:moveTo>
                    <a:pt x="17852" y="714881"/>
                  </a:moveTo>
                  <a:lnTo>
                    <a:pt x="113201" y="790098"/>
                  </a:lnTo>
                  <a:lnTo>
                    <a:pt x="38929" y="754497"/>
                  </a:lnTo>
                  <a:close/>
                  <a:moveTo>
                    <a:pt x="119911" y="792594"/>
                  </a:moveTo>
                  <a:lnTo>
                    <a:pt x="113201" y="790098"/>
                  </a:lnTo>
                  <a:lnTo>
                    <a:pt x="17852" y="714881"/>
                  </a:lnTo>
                  <a:close/>
                  <a:moveTo>
                    <a:pt x="113201" y="790098"/>
                  </a:moveTo>
                  <a:lnTo>
                    <a:pt x="123853" y="789389"/>
                  </a:lnTo>
                  <a:lnTo>
                    <a:pt x="38929" y="754497"/>
                  </a:lnTo>
                  <a:close/>
                  <a:moveTo>
                    <a:pt x="38929" y="754497"/>
                  </a:moveTo>
                  <a:lnTo>
                    <a:pt x="123853" y="789389"/>
                  </a:lnTo>
                  <a:lnTo>
                    <a:pt x="152716" y="686069"/>
                  </a:lnTo>
                  <a:close/>
                  <a:moveTo>
                    <a:pt x="38929" y="754497"/>
                  </a:moveTo>
                  <a:lnTo>
                    <a:pt x="152716" y="686069"/>
                  </a:lnTo>
                  <a:lnTo>
                    <a:pt x="77101" y="682016"/>
                  </a:lnTo>
                  <a:close/>
                  <a:moveTo>
                    <a:pt x="218232" y="669446"/>
                  </a:moveTo>
                  <a:lnTo>
                    <a:pt x="152716" y="686069"/>
                  </a:lnTo>
                  <a:lnTo>
                    <a:pt x="222015" y="670084"/>
                  </a:lnTo>
                  <a:close/>
                  <a:moveTo>
                    <a:pt x="222015" y="670084"/>
                  </a:moveTo>
                  <a:lnTo>
                    <a:pt x="152716" y="686069"/>
                  </a:lnTo>
                  <a:lnTo>
                    <a:pt x="123853" y="789389"/>
                  </a:lnTo>
                  <a:close/>
                  <a:moveTo>
                    <a:pt x="222015" y="670084"/>
                  </a:moveTo>
                  <a:lnTo>
                    <a:pt x="123853" y="789389"/>
                  </a:lnTo>
                  <a:lnTo>
                    <a:pt x="207528" y="781955"/>
                  </a:lnTo>
                  <a:close/>
                  <a:moveTo>
                    <a:pt x="64213" y="669446"/>
                  </a:moveTo>
                  <a:lnTo>
                    <a:pt x="0" y="707883"/>
                  </a:lnTo>
                  <a:lnTo>
                    <a:pt x="38929" y="754497"/>
                  </a:lnTo>
                  <a:close/>
                  <a:moveTo>
                    <a:pt x="344359" y="831398"/>
                  </a:moveTo>
                  <a:lnTo>
                    <a:pt x="343364" y="841555"/>
                  </a:lnTo>
                  <a:lnTo>
                    <a:pt x="333540" y="868282"/>
                  </a:lnTo>
                  <a:close/>
                  <a:moveTo>
                    <a:pt x="297694" y="751661"/>
                  </a:moveTo>
                  <a:lnTo>
                    <a:pt x="337979" y="821420"/>
                  </a:lnTo>
                  <a:lnTo>
                    <a:pt x="320550" y="795440"/>
                  </a:lnTo>
                  <a:close/>
                  <a:moveTo>
                    <a:pt x="349910" y="713225"/>
                  </a:moveTo>
                  <a:lnTo>
                    <a:pt x="297694" y="751661"/>
                  </a:lnTo>
                  <a:lnTo>
                    <a:pt x="320550" y="795440"/>
                  </a:lnTo>
                  <a:close/>
                  <a:moveTo>
                    <a:pt x="457818" y="795440"/>
                  </a:moveTo>
                  <a:lnTo>
                    <a:pt x="344359" y="831398"/>
                  </a:lnTo>
                  <a:lnTo>
                    <a:pt x="350349" y="751661"/>
                  </a:lnTo>
                  <a:close/>
                  <a:moveTo>
                    <a:pt x="390125" y="713225"/>
                  </a:moveTo>
                  <a:lnTo>
                    <a:pt x="457818" y="795440"/>
                  </a:lnTo>
                  <a:lnTo>
                    <a:pt x="350349" y="751661"/>
                  </a:lnTo>
                  <a:close/>
                  <a:moveTo>
                    <a:pt x="362070" y="696291"/>
                  </a:moveTo>
                  <a:lnTo>
                    <a:pt x="390125" y="713225"/>
                  </a:lnTo>
                  <a:lnTo>
                    <a:pt x="303956" y="694215"/>
                  </a:lnTo>
                  <a:close/>
                  <a:moveTo>
                    <a:pt x="157638" y="661831"/>
                  </a:moveTo>
                  <a:lnTo>
                    <a:pt x="152716" y="686069"/>
                  </a:lnTo>
                  <a:lnTo>
                    <a:pt x="218232" y="669446"/>
                  </a:lnTo>
                  <a:close/>
                  <a:moveTo>
                    <a:pt x="495992" y="713225"/>
                  </a:moveTo>
                  <a:lnTo>
                    <a:pt x="477970" y="795440"/>
                  </a:lnTo>
                  <a:lnTo>
                    <a:pt x="519259" y="757004"/>
                  </a:lnTo>
                  <a:close/>
                  <a:moveTo>
                    <a:pt x="495992" y="713225"/>
                  </a:moveTo>
                  <a:lnTo>
                    <a:pt x="519259" y="757004"/>
                  </a:lnTo>
                  <a:lnTo>
                    <a:pt x="555837" y="674788"/>
                  </a:lnTo>
                  <a:close/>
                  <a:moveTo>
                    <a:pt x="411214" y="631010"/>
                  </a:moveTo>
                  <a:lnTo>
                    <a:pt x="422981" y="645369"/>
                  </a:lnTo>
                  <a:lnTo>
                    <a:pt x="474385" y="622359"/>
                  </a:lnTo>
                  <a:close/>
                  <a:moveTo>
                    <a:pt x="411214" y="631010"/>
                  </a:moveTo>
                  <a:lnTo>
                    <a:pt x="474385" y="622359"/>
                  </a:lnTo>
                  <a:lnTo>
                    <a:pt x="429852" y="592573"/>
                  </a:lnTo>
                  <a:close/>
                  <a:moveTo>
                    <a:pt x="555837" y="674788"/>
                  </a:moveTo>
                  <a:lnTo>
                    <a:pt x="474385" y="622359"/>
                  </a:lnTo>
                  <a:lnTo>
                    <a:pt x="422981" y="645369"/>
                  </a:lnTo>
                  <a:close/>
                  <a:moveTo>
                    <a:pt x="389540" y="548794"/>
                  </a:moveTo>
                  <a:lnTo>
                    <a:pt x="411214" y="631010"/>
                  </a:lnTo>
                  <a:lnTo>
                    <a:pt x="429852" y="592573"/>
                  </a:lnTo>
                  <a:close/>
                  <a:moveTo>
                    <a:pt x="389540" y="548794"/>
                  </a:moveTo>
                  <a:lnTo>
                    <a:pt x="429852" y="592573"/>
                  </a:lnTo>
                  <a:lnTo>
                    <a:pt x="376807" y="510358"/>
                  </a:lnTo>
                  <a:close/>
                  <a:moveTo>
                    <a:pt x="686513" y="642952"/>
                  </a:moveTo>
                  <a:lnTo>
                    <a:pt x="708991" y="674788"/>
                  </a:lnTo>
                  <a:lnTo>
                    <a:pt x="683841" y="637089"/>
                  </a:lnTo>
                  <a:close/>
                  <a:moveTo>
                    <a:pt x="429852" y="592573"/>
                  </a:moveTo>
                  <a:lnTo>
                    <a:pt x="474385" y="622359"/>
                  </a:lnTo>
                  <a:lnTo>
                    <a:pt x="488375" y="574723"/>
                  </a:lnTo>
                  <a:close/>
                  <a:moveTo>
                    <a:pt x="488375" y="574723"/>
                  </a:moveTo>
                  <a:lnTo>
                    <a:pt x="474385" y="622359"/>
                  </a:lnTo>
                  <a:lnTo>
                    <a:pt x="570633" y="668533"/>
                  </a:lnTo>
                  <a:close/>
                  <a:moveTo>
                    <a:pt x="429852" y="592573"/>
                  </a:moveTo>
                  <a:lnTo>
                    <a:pt x="488375" y="574723"/>
                  </a:lnTo>
                  <a:lnTo>
                    <a:pt x="376807" y="510358"/>
                  </a:lnTo>
                  <a:close/>
                  <a:moveTo>
                    <a:pt x="553688" y="482124"/>
                  </a:moveTo>
                  <a:lnTo>
                    <a:pt x="488375" y="574723"/>
                  </a:lnTo>
                  <a:lnTo>
                    <a:pt x="578810" y="561793"/>
                  </a:lnTo>
                  <a:close/>
                  <a:moveTo>
                    <a:pt x="800350" y="703054"/>
                  </a:moveTo>
                  <a:lnTo>
                    <a:pt x="686513" y="642952"/>
                  </a:lnTo>
                  <a:lnTo>
                    <a:pt x="687686" y="633963"/>
                  </a:lnTo>
                  <a:close/>
                  <a:moveTo>
                    <a:pt x="687686" y="633963"/>
                  </a:moveTo>
                  <a:lnTo>
                    <a:pt x="715889" y="636352"/>
                  </a:lnTo>
                  <a:lnTo>
                    <a:pt x="800350" y="703054"/>
                  </a:lnTo>
                  <a:close/>
                  <a:moveTo>
                    <a:pt x="1602929" y="333601"/>
                  </a:moveTo>
                  <a:lnTo>
                    <a:pt x="1538379" y="285081"/>
                  </a:lnTo>
                  <a:lnTo>
                    <a:pt x="1468515" y="324910"/>
                  </a:lnTo>
                  <a:close/>
                  <a:moveTo>
                    <a:pt x="1459019" y="130751"/>
                  </a:moveTo>
                  <a:lnTo>
                    <a:pt x="1507878" y="193423"/>
                  </a:lnTo>
                  <a:lnTo>
                    <a:pt x="1503581" y="202866"/>
                  </a:lnTo>
                  <a:close/>
                  <a:moveTo>
                    <a:pt x="1503581" y="202866"/>
                  </a:moveTo>
                  <a:lnTo>
                    <a:pt x="1507878" y="193423"/>
                  </a:lnTo>
                  <a:lnTo>
                    <a:pt x="1459299" y="241303"/>
                  </a:lnTo>
                  <a:close/>
                  <a:moveTo>
                    <a:pt x="1459430" y="75742"/>
                  </a:moveTo>
                  <a:lnTo>
                    <a:pt x="1459019" y="130751"/>
                  </a:lnTo>
                  <a:lnTo>
                    <a:pt x="1457480" y="120652"/>
                  </a:lnTo>
                  <a:close/>
                  <a:moveTo>
                    <a:pt x="1468531" y="0"/>
                  </a:moveTo>
                  <a:lnTo>
                    <a:pt x="1460877" y="29148"/>
                  </a:lnTo>
                  <a:lnTo>
                    <a:pt x="1457480" y="120652"/>
                  </a:lnTo>
                  <a:close/>
                </a:path>
              </a:pathLst>
            </a:custGeom>
            <a:solidFill>
              <a:srgbClr val="E0E5E9"/>
            </a:solidFill>
            <a:ln w="1524">
              <a:solidFill>
                <a:srgbClr val="E0E5E9"/>
              </a:solidFill>
            </a:ln>
          </p:spPr>
        </p:sp>
        <p:sp>
          <p:nvSpPr>
            <p:cNvPr id="1987" name="Candidate_density__1986">
              <a:extLst>
                <a:ext uri="{FF2B5EF4-FFF2-40B4-BE49-F238E27FC236}">
                  <a16:creationId xmlns:a16="http://schemas.microsoft.com/office/drawing/2014/main" id="{2307AE6C-8449-0BF2-178F-61DE09EFA456}"/>
                </a:ext>
              </a:extLst>
            </p:cNvPr>
            <p:cNvSpPr>
              <a:spLocks noGrp="1"/>
            </p:cNvSpPr>
            <p:nvPr/>
          </p:nvSpPr>
          <p:spPr>
            <a:xfrm>
              <a:off x="4961343" y="4445178"/>
              <a:ext cx="1590500" cy="581889"/>
            </a:xfrm>
            <a:custGeom>
              <a:avLst/>
              <a:gdLst/>
              <a:ahLst/>
              <a:cxnLst/>
              <a:rect l="0" t="0" r="0" b="0"/>
              <a:pathLst>
                <a:path w="1590500" h="581889">
                  <a:moveTo>
                    <a:pt x="48859" y="543453"/>
                  </a:moveTo>
                  <a:lnTo>
                    <a:pt x="46922" y="581889"/>
                  </a:lnTo>
                  <a:lnTo>
                    <a:pt x="17044" y="463733"/>
                  </a:lnTo>
                  <a:close/>
                  <a:moveTo>
                    <a:pt x="47164" y="539339"/>
                  </a:moveTo>
                  <a:lnTo>
                    <a:pt x="10334" y="461238"/>
                  </a:lnTo>
                  <a:lnTo>
                    <a:pt x="0" y="449489"/>
                  </a:lnTo>
                  <a:close/>
                  <a:moveTo>
                    <a:pt x="47164" y="539339"/>
                  </a:moveTo>
                  <a:lnTo>
                    <a:pt x="48859" y="543453"/>
                  </a:lnTo>
                  <a:lnTo>
                    <a:pt x="104661" y="453095"/>
                  </a:lnTo>
                  <a:close/>
                  <a:moveTo>
                    <a:pt x="31387" y="251889"/>
                  </a:moveTo>
                  <a:lnTo>
                    <a:pt x="115366" y="340586"/>
                  </a:lnTo>
                  <a:lnTo>
                    <a:pt x="36680" y="258371"/>
                  </a:lnTo>
                  <a:close/>
                  <a:moveTo>
                    <a:pt x="583647" y="314092"/>
                  </a:moveTo>
                  <a:lnTo>
                    <a:pt x="646149" y="389707"/>
                  </a:lnTo>
                  <a:lnTo>
                    <a:pt x="606124" y="345928"/>
                  </a:lnTo>
                  <a:close/>
                  <a:moveTo>
                    <a:pt x="446744" y="143061"/>
                  </a:moveTo>
                  <a:lnTo>
                    <a:pt x="399975" y="184690"/>
                  </a:lnTo>
                  <a:lnTo>
                    <a:pt x="450822" y="153264"/>
                  </a:lnTo>
                  <a:close/>
                  <a:moveTo>
                    <a:pt x="412781" y="23506"/>
                  </a:moveTo>
                  <a:lnTo>
                    <a:pt x="409041" y="126639"/>
                  </a:lnTo>
                  <a:lnTo>
                    <a:pt x="446744" y="143061"/>
                  </a:lnTo>
                  <a:close/>
                  <a:moveTo>
                    <a:pt x="1578706" y="38437"/>
                  </a:moveTo>
                  <a:lnTo>
                    <a:pt x="1590500" y="0"/>
                  </a:lnTo>
                  <a:lnTo>
                    <a:pt x="1500062" y="4741"/>
                  </a:lnTo>
                  <a:close/>
                </a:path>
              </a:pathLst>
            </a:custGeom>
            <a:solidFill>
              <a:srgbClr val="D8DEE3"/>
            </a:solidFill>
            <a:ln w="1524">
              <a:solidFill>
                <a:srgbClr val="D8DEE3"/>
              </a:solidFill>
            </a:ln>
          </p:spPr>
        </p:sp>
        <p:sp>
          <p:nvSpPr>
            <p:cNvPr id="1988" name="Candidate_density__1987">
              <a:extLst>
                <a:ext uri="{FF2B5EF4-FFF2-40B4-BE49-F238E27FC236}">
                  <a16:creationId xmlns:a16="http://schemas.microsoft.com/office/drawing/2014/main" id="{6D277F4A-32BD-00B8-6B40-4BDE320BD5F2}"/>
                </a:ext>
              </a:extLst>
            </p:cNvPr>
            <p:cNvSpPr>
              <a:spLocks noGrp="1"/>
            </p:cNvSpPr>
            <p:nvPr/>
          </p:nvSpPr>
          <p:spPr>
            <a:xfrm>
              <a:off x="4796851" y="4432194"/>
              <a:ext cx="1664554" cy="556436"/>
            </a:xfrm>
            <a:custGeom>
              <a:avLst/>
              <a:gdLst/>
              <a:ahLst/>
              <a:cxnLst/>
              <a:rect l="0" t="0" r="0" b="0"/>
              <a:pathLst>
                <a:path w="1664554" h="556436">
                  <a:moveTo>
                    <a:pt x="264444" y="494064"/>
                  </a:moveTo>
                  <a:lnTo>
                    <a:pt x="213350" y="556436"/>
                  </a:lnTo>
                  <a:lnTo>
                    <a:pt x="181536" y="476717"/>
                  </a:lnTo>
                  <a:close/>
                  <a:moveTo>
                    <a:pt x="123248" y="424012"/>
                  </a:moveTo>
                  <a:lnTo>
                    <a:pt x="181536" y="476717"/>
                  </a:lnTo>
                  <a:lnTo>
                    <a:pt x="79477" y="399005"/>
                  </a:lnTo>
                  <a:close/>
                  <a:moveTo>
                    <a:pt x="61625" y="392006"/>
                  </a:moveTo>
                  <a:lnTo>
                    <a:pt x="79477" y="399005"/>
                  </a:lnTo>
                  <a:lnTo>
                    <a:pt x="100554" y="438621"/>
                  </a:lnTo>
                  <a:close/>
                  <a:moveTo>
                    <a:pt x="185478" y="473513"/>
                  </a:moveTo>
                  <a:lnTo>
                    <a:pt x="174826" y="474221"/>
                  </a:lnTo>
                  <a:lnTo>
                    <a:pt x="211656" y="552323"/>
                  </a:lnTo>
                  <a:close/>
                  <a:moveTo>
                    <a:pt x="269153" y="466079"/>
                  </a:moveTo>
                  <a:lnTo>
                    <a:pt x="213350" y="556436"/>
                  </a:lnTo>
                  <a:lnTo>
                    <a:pt x="264444" y="494064"/>
                  </a:lnTo>
                  <a:close/>
                  <a:moveTo>
                    <a:pt x="185478" y="473513"/>
                  </a:moveTo>
                  <a:lnTo>
                    <a:pt x="211656" y="552323"/>
                  </a:lnTo>
                  <a:lnTo>
                    <a:pt x="269153" y="466079"/>
                  </a:lnTo>
                  <a:close/>
                  <a:moveTo>
                    <a:pt x="125838" y="353570"/>
                  </a:moveTo>
                  <a:lnTo>
                    <a:pt x="0" y="302934"/>
                  </a:lnTo>
                  <a:lnTo>
                    <a:pt x="12925" y="309791"/>
                  </a:lnTo>
                  <a:close/>
                  <a:moveTo>
                    <a:pt x="125838" y="353570"/>
                  </a:moveTo>
                  <a:lnTo>
                    <a:pt x="12925" y="309791"/>
                  </a:lnTo>
                  <a:lnTo>
                    <a:pt x="61625" y="392006"/>
                  </a:lnTo>
                  <a:close/>
                  <a:moveTo>
                    <a:pt x="279858" y="353570"/>
                  </a:moveTo>
                  <a:lnTo>
                    <a:pt x="283640" y="354208"/>
                  </a:lnTo>
                  <a:lnTo>
                    <a:pt x="201172" y="271354"/>
                  </a:lnTo>
                  <a:close/>
                  <a:moveTo>
                    <a:pt x="138677" y="350877"/>
                  </a:moveTo>
                  <a:lnTo>
                    <a:pt x="219263" y="345954"/>
                  </a:lnTo>
                  <a:lnTo>
                    <a:pt x="195879" y="264873"/>
                  </a:lnTo>
                  <a:close/>
                  <a:moveTo>
                    <a:pt x="195879" y="264873"/>
                  </a:moveTo>
                  <a:lnTo>
                    <a:pt x="219263" y="345954"/>
                  </a:lnTo>
                  <a:lnTo>
                    <a:pt x="279858" y="353570"/>
                  </a:lnTo>
                  <a:close/>
                  <a:moveTo>
                    <a:pt x="615313" y="166248"/>
                  </a:moveTo>
                  <a:lnTo>
                    <a:pt x="564467" y="197674"/>
                  </a:lnTo>
                  <a:lnTo>
                    <a:pt x="550000" y="258847"/>
                  </a:lnTo>
                  <a:close/>
                  <a:moveTo>
                    <a:pt x="640435" y="245917"/>
                  </a:moveTo>
                  <a:lnTo>
                    <a:pt x="716448" y="244711"/>
                  </a:lnTo>
                  <a:lnTo>
                    <a:pt x="615313" y="166248"/>
                  </a:lnTo>
                  <a:close/>
                  <a:moveTo>
                    <a:pt x="438432" y="194482"/>
                  </a:moveTo>
                  <a:lnTo>
                    <a:pt x="440206" y="187423"/>
                  </a:lnTo>
                  <a:lnTo>
                    <a:pt x="429722" y="95854"/>
                  </a:lnTo>
                  <a:close/>
                  <a:moveTo>
                    <a:pt x="564467" y="197674"/>
                  </a:moveTo>
                  <a:lnTo>
                    <a:pt x="611236" y="156045"/>
                  </a:lnTo>
                  <a:lnTo>
                    <a:pt x="573533" y="139622"/>
                  </a:lnTo>
                  <a:close/>
                  <a:moveTo>
                    <a:pt x="1530140" y="9034"/>
                  </a:moveTo>
                  <a:lnTo>
                    <a:pt x="1528651" y="8549"/>
                  </a:lnTo>
                  <a:lnTo>
                    <a:pt x="1557040" y="46151"/>
                  </a:lnTo>
                  <a:close/>
                  <a:moveTo>
                    <a:pt x="1528651" y="8549"/>
                  </a:moveTo>
                  <a:lnTo>
                    <a:pt x="1527724" y="0"/>
                  </a:lnTo>
                  <a:lnTo>
                    <a:pt x="1556889" y="46078"/>
                  </a:lnTo>
                  <a:close/>
                  <a:moveTo>
                    <a:pt x="1618610" y="61148"/>
                  </a:moveTo>
                  <a:lnTo>
                    <a:pt x="1664554" y="17725"/>
                  </a:lnTo>
                  <a:lnTo>
                    <a:pt x="1530140" y="9034"/>
                  </a:lnTo>
                  <a:close/>
                </a:path>
              </a:pathLst>
            </a:custGeom>
            <a:solidFill>
              <a:srgbClr val="DCE1E6"/>
            </a:solidFill>
            <a:ln w="1524">
              <a:solidFill>
                <a:srgbClr val="DCE1E6"/>
              </a:solidFill>
            </a:ln>
          </p:spPr>
        </p:sp>
        <p:sp>
          <p:nvSpPr>
            <p:cNvPr id="1989" name="Candidate_density__1988">
              <a:extLst>
                <a:ext uri="{FF2B5EF4-FFF2-40B4-BE49-F238E27FC236}">
                  <a16:creationId xmlns:a16="http://schemas.microsoft.com/office/drawing/2014/main" id="{BF691225-E874-3D9F-CC47-C05AF8927BDF}"/>
                </a:ext>
              </a:extLst>
            </p:cNvPr>
            <p:cNvSpPr>
              <a:spLocks noGrp="1"/>
            </p:cNvSpPr>
            <p:nvPr/>
          </p:nvSpPr>
          <p:spPr>
            <a:xfrm>
              <a:off x="5156170" y="4198532"/>
              <a:ext cx="1240686" cy="749183"/>
            </a:xfrm>
            <a:custGeom>
              <a:avLst/>
              <a:gdLst/>
              <a:ahLst/>
              <a:cxnLst/>
              <a:rect l="0" t="0" r="0" b="0"/>
              <a:pathLst>
                <a:path w="1240686" h="749183">
                  <a:moveTo>
                    <a:pt x="64376" y="614076"/>
                  </a:moveTo>
                  <a:lnTo>
                    <a:pt x="0" y="669446"/>
                  </a:lnTo>
                  <a:lnTo>
                    <a:pt x="52216" y="631010"/>
                  </a:lnTo>
                  <a:close/>
                  <a:moveTo>
                    <a:pt x="64376" y="614076"/>
                  </a:moveTo>
                  <a:lnTo>
                    <a:pt x="6262" y="612000"/>
                  </a:lnTo>
                  <a:lnTo>
                    <a:pt x="0" y="669446"/>
                  </a:lnTo>
                  <a:close/>
                  <a:moveTo>
                    <a:pt x="52656" y="669446"/>
                  </a:moveTo>
                  <a:lnTo>
                    <a:pt x="46665" y="749183"/>
                  </a:lnTo>
                  <a:lnTo>
                    <a:pt x="40285" y="739205"/>
                  </a:lnTo>
                  <a:close/>
                  <a:moveTo>
                    <a:pt x="272939" y="586318"/>
                  </a:moveTo>
                  <a:lnTo>
                    <a:pt x="176691" y="540144"/>
                  </a:lnTo>
                  <a:lnTo>
                    <a:pt x="258143" y="592573"/>
                  </a:lnTo>
                  <a:close/>
                  <a:moveTo>
                    <a:pt x="281116" y="479578"/>
                  </a:moveTo>
                  <a:lnTo>
                    <a:pt x="190681" y="492508"/>
                  </a:lnTo>
                  <a:lnTo>
                    <a:pt x="272939" y="586318"/>
                  </a:lnTo>
                  <a:close/>
                  <a:moveTo>
                    <a:pt x="272939" y="586318"/>
                  </a:moveTo>
                  <a:lnTo>
                    <a:pt x="386147" y="554875"/>
                  </a:lnTo>
                  <a:lnTo>
                    <a:pt x="357130" y="478373"/>
                  </a:lnTo>
                  <a:close/>
                  <a:moveTo>
                    <a:pt x="272939" y="586318"/>
                  </a:moveTo>
                  <a:lnTo>
                    <a:pt x="357130" y="478373"/>
                  </a:lnTo>
                  <a:lnTo>
                    <a:pt x="281116" y="479578"/>
                  </a:lnTo>
                  <a:close/>
                  <a:moveTo>
                    <a:pt x="388820" y="560738"/>
                  </a:moveTo>
                  <a:lnTo>
                    <a:pt x="395898" y="515701"/>
                  </a:lnTo>
                  <a:lnTo>
                    <a:pt x="389993" y="551748"/>
                  </a:lnTo>
                  <a:close/>
                  <a:moveTo>
                    <a:pt x="418195" y="554137"/>
                  </a:moveTo>
                  <a:lnTo>
                    <a:pt x="389993" y="551748"/>
                  </a:lnTo>
                  <a:lnTo>
                    <a:pt x="369516" y="468303"/>
                  </a:lnTo>
                  <a:close/>
                  <a:moveTo>
                    <a:pt x="369516" y="468303"/>
                  </a:moveTo>
                  <a:lnTo>
                    <a:pt x="389993" y="551748"/>
                  </a:lnTo>
                  <a:lnTo>
                    <a:pt x="324975" y="443922"/>
                  </a:lnTo>
                  <a:close/>
                  <a:moveTo>
                    <a:pt x="799981" y="337762"/>
                  </a:moveTo>
                  <a:lnTo>
                    <a:pt x="752432" y="356612"/>
                  </a:lnTo>
                  <a:lnTo>
                    <a:pt x="817229" y="346688"/>
                  </a:lnTo>
                  <a:close/>
                  <a:moveTo>
                    <a:pt x="1170821" y="242695"/>
                  </a:moveTo>
                  <a:lnTo>
                    <a:pt x="1168118" y="241303"/>
                  </a:lnTo>
                  <a:lnTo>
                    <a:pt x="1169333" y="242211"/>
                  </a:lnTo>
                  <a:close/>
                  <a:moveTo>
                    <a:pt x="1168405" y="233662"/>
                  </a:moveTo>
                  <a:lnTo>
                    <a:pt x="1169333" y="242211"/>
                  </a:lnTo>
                  <a:lnTo>
                    <a:pt x="1168118" y="241303"/>
                  </a:lnTo>
                  <a:close/>
                  <a:moveTo>
                    <a:pt x="1168118" y="241303"/>
                  </a:moveTo>
                  <a:lnTo>
                    <a:pt x="1170821" y="242695"/>
                  </a:lnTo>
                  <a:lnTo>
                    <a:pt x="1171474" y="240469"/>
                  </a:lnTo>
                  <a:close/>
                  <a:moveTo>
                    <a:pt x="1168405" y="233662"/>
                  </a:moveTo>
                  <a:lnTo>
                    <a:pt x="1168118" y="241303"/>
                  </a:lnTo>
                  <a:lnTo>
                    <a:pt x="1171474" y="240469"/>
                  </a:lnTo>
                  <a:close/>
                  <a:moveTo>
                    <a:pt x="1170821" y="242695"/>
                  </a:moveTo>
                  <a:lnTo>
                    <a:pt x="1240686" y="202867"/>
                  </a:lnTo>
                  <a:lnTo>
                    <a:pt x="1171474" y="240469"/>
                  </a:lnTo>
                  <a:close/>
                  <a:moveTo>
                    <a:pt x="1168405" y="233662"/>
                  </a:moveTo>
                  <a:lnTo>
                    <a:pt x="1171474" y="240469"/>
                  </a:lnTo>
                  <a:lnTo>
                    <a:pt x="1161605" y="159088"/>
                  </a:lnTo>
                  <a:close/>
                  <a:moveTo>
                    <a:pt x="1161605" y="159088"/>
                  </a:moveTo>
                  <a:lnTo>
                    <a:pt x="1171474" y="240469"/>
                  </a:lnTo>
                  <a:lnTo>
                    <a:pt x="1240686" y="202867"/>
                  </a:lnTo>
                  <a:close/>
                  <a:moveTo>
                    <a:pt x="1161605" y="159088"/>
                  </a:moveTo>
                  <a:lnTo>
                    <a:pt x="1240686" y="202867"/>
                  </a:lnTo>
                  <a:lnTo>
                    <a:pt x="1205887" y="120651"/>
                  </a:lnTo>
                  <a:close/>
                  <a:moveTo>
                    <a:pt x="1205887" y="120651"/>
                  </a:moveTo>
                  <a:lnTo>
                    <a:pt x="1184105" y="77158"/>
                  </a:lnTo>
                  <a:lnTo>
                    <a:pt x="1161325" y="48536"/>
                  </a:lnTo>
                  <a:close/>
                  <a:moveTo>
                    <a:pt x="1159786" y="38437"/>
                  </a:moveTo>
                  <a:lnTo>
                    <a:pt x="1161325" y="48536"/>
                  </a:lnTo>
                  <a:lnTo>
                    <a:pt x="1184105" y="77158"/>
                  </a:lnTo>
                  <a:close/>
                  <a:moveTo>
                    <a:pt x="1205555" y="0"/>
                  </a:moveTo>
                  <a:lnTo>
                    <a:pt x="1159786" y="38437"/>
                  </a:lnTo>
                  <a:lnTo>
                    <a:pt x="1184105" y="77158"/>
                  </a:lnTo>
                  <a:close/>
                </a:path>
              </a:pathLst>
            </a:custGeom>
            <a:solidFill>
              <a:srgbClr val="E3E8EC"/>
            </a:solidFill>
            <a:ln w="1524">
              <a:solidFill>
                <a:srgbClr val="E3E8EC"/>
              </a:solidFill>
            </a:ln>
          </p:spPr>
        </p:sp>
        <p:sp>
          <p:nvSpPr>
            <p:cNvPr id="1990" name="Candidate_density__1989">
              <a:extLst>
                <a:ext uri="{FF2B5EF4-FFF2-40B4-BE49-F238E27FC236}">
                  <a16:creationId xmlns:a16="http://schemas.microsoft.com/office/drawing/2014/main" id="{59D509FC-5303-2AF2-7E45-3633B24FDA55}"/>
                </a:ext>
              </a:extLst>
            </p:cNvPr>
            <p:cNvSpPr>
              <a:spLocks noGrp="1"/>
            </p:cNvSpPr>
            <p:nvPr/>
          </p:nvSpPr>
          <p:spPr>
            <a:xfrm>
              <a:off x="5017871" y="3960278"/>
              <a:ext cx="1533972" cy="1028946"/>
            </a:xfrm>
            <a:custGeom>
              <a:avLst/>
              <a:gdLst/>
              <a:ahLst/>
              <a:cxnLst/>
              <a:rect l="0" t="0" r="0" b="0"/>
              <a:pathLst>
                <a:path w="1533972" h="1028946">
                  <a:moveTo>
                    <a:pt x="534314" y="985291"/>
                  </a:moveTo>
                  <a:lnTo>
                    <a:pt x="456534" y="1028946"/>
                  </a:lnTo>
                  <a:lnTo>
                    <a:pt x="526593" y="1012226"/>
                  </a:lnTo>
                  <a:close/>
                  <a:moveTo>
                    <a:pt x="534314" y="985291"/>
                  </a:moveTo>
                  <a:lnTo>
                    <a:pt x="467175" y="979281"/>
                  </a:lnTo>
                  <a:lnTo>
                    <a:pt x="456534" y="1028946"/>
                  </a:lnTo>
                  <a:close/>
                  <a:moveTo>
                    <a:pt x="534314" y="985291"/>
                  </a:moveTo>
                  <a:lnTo>
                    <a:pt x="526593" y="1012226"/>
                  </a:lnTo>
                  <a:lnTo>
                    <a:pt x="537169" y="995257"/>
                  </a:lnTo>
                  <a:close/>
                  <a:moveTo>
                    <a:pt x="537169" y="995257"/>
                  </a:moveTo>
                  <a:lnTo>
                    <a:pt x="554726" y="902209"/>
                  </a:lnTo>
                  <a:lnTo>
                    <a:pt x="534314" y="985291"/>
                  </a:lnTo>
                  <a:close/>
                  <a:moveTo>
                    <a:pt x="589622" y="874606"/>
                  </a:moveTo>
                  <a:lnTo>
                    <a:pt x="527119" y="798991"/>
                  </a:lnTo>
                  <a:lnTo>
                    <a:pt x="640956" y="859092"/>
                  </a:lnTo>
                  <a:close/>
                  <a:moveTo>
                    <a:pt x="31443" y="216885"/>
                  </a:moveTo>
                  <a:lnTo>
                    <a:pt x="26660" y="194214"/>
                  </a:lnTo>
                  <a:lnTo>
                    <a:pt x="0" y="221469"/>
                  </a:lnTo>
                  <a:close/>
                  <a:moveTo>
                    <a:pt x="1466072" y="510448"/>
                  </a:moveTo>
                  <a:lnTo>
                    <a:pt x="1443535" y="489640"/>
                  </a:lnTo>
                  <a:lnTo>
                    <a:pt x="1397591" y="533063"/>
                  </a:lnTo>
                  <a:close/>
                  <a:moveTo>
                    <a:pt x="1533972" y="484899"/>
                  </a:moveTo>
                  <a:lnTo>
                    <a:pt x="1522178" y="523336"/>
                  </a:lnTo>
                  <a:lnTo>
                    <a:pt x="1527931" y="526527"/>
                  </a:lnTo>
                  <a:close/>
                  <a:moveTo>
                    <a:pt x="1487622" y="238254"/>
                  </a:moveTo>
                  <a:lnTo>
                    <a:pt x="1500566" y="199817"/>
                  </a:lnTo>
                  <a:lnTo>
                    <a:pt x="1511741" y="320469"/>
                  </a:lnTo>
                  <a:close/>
                  <a:moveTo>
                    <a:pt x="1480684" y="0"/>
                  </a:moveTo>
                  <a:lnTo>
                    <a:pt x="1501550" y="117602"/>
                  </a:lnTo>
                  <a:lnTo>
                    <a:pt x="1481738" y="35387"/>
                  </a:lnTo>
                  <a:close/>
                </a:path>
              </a:pathLst>
            </a:custGeom>
            <a:solidFill>
              <a:srgbClr val="D4DBE0"/>
            </a:solidFill>
            <a:ln w="1524">
              <a:solidFill>
                <a:srgbClr val="D4DBE0"/>
              </a:solidFill>
            </a:ln>
          </p:spPr>
        </p:sp>
        <p:sp>
          <p:nvSpPr>
            <p:cNvPr id="1991" name="Candidate_density__1990">
              <a:extLst>
                <a:ext uri="{FF2B5EF4-FFF2-40B4-BE49-F238E27FC236}">
                  <a16:creationId xmlns:a16="http://schemas.microsoft.com/office/drawing/2014/main" id="{21AF397B-08C0-8073-F76F-A5D5354073CB}"/>
                </a:ext>
              </a:extLst>
            </p:cNvPr>
            <p:cNvSpPr>
              <a:spLocks noGrp="1"/>
            </p:cNvSpPr>
            <p:nvPr/>
          </p:nvSpPr>
          <p:spPr>
            <a:xfrm>
              <a:off x="5414313" y="4753407"/>
              <a:ext cx="130677" cy="37699"/>
            </a:xfrm>
            <a:custGeom>
              <a:avLst/>
              <a:gdLst/>
              <a:ahLst/>
              <a:cxnLst/>
              <a:rect l="0" t="0" r="0" b="0"/>
              <a:pathLst>
                <a:path w="130677" h="37699">
                  <a:moveTo>
                    <a:pt x="0" y="37699"/>
                  </a:moveTo>
                  <a:lnTo>
                    <a:pt x="63970" y="35117"/>
                  </a:lnTo>
                  <a:lnTo>
                    <a:pt x="14797" y="31443"/>
                  </a:lnTo>
                  <a:close/>
                  <a:moveTo>
                    <a:pt x="128004" y="0"/>
                  </a:moveTo>
                  <a:lnTo>
                    <a:pt x="14797" y="31443"/>
                  </a:lnTo>
                  <a:lnTo>
                    <a:pt x="130677" y="5863"/>
                  </a:lnTo>
                  <a:close/>
                  <a:moveTo>
                    <a:pt x="14797" y="31443"/>
                  </a:moveTo>
                  <a:lnTo>
                    <a:pt x="63970" y="35117"/>
                  </a:lnTo>
                  <a:lnTo>
                    <a:pt x="130677" y="5863"/>
                  </a:lnTo>
                  <a:close/>
                </a:path>
              </a:pathLst>
            </a:custGeom>
            <a:solidFill>
              <a:srgbClr val="E8ECEF"/>
            </a:solidFill>
            <a:ln w="1524">
              <a:solidFill>
                <a:srgbClr val="E8ECEF"/>
              </a:solidFill>
            </a:ln>
          </p:spPr>
        </p:sp>
        <p:sp>
          <p:nvSpPr>
            <p:cNvPr id="1992" name="Candidate_density__1991">
              <a:extLst>
                <a:ext uri="{FF2B5EF4-FFF2-40B4-BE49-F238E27FC236}">
                  <a16:creationId xmlns:a16="http://schemas.microsoft.com/office/drawing/2014/main" id="{0B37F47C-D7A7-736D-2274-6027A25E2C0C}"/>
                </a:ext>
              </a:extLst>
            </p:cNvPr>
            <p:cNvSpPr>
              <a:spLocks noGrp="1"/>
            </p:cNvSpPr>
            <p:nvPr/>
          </p:nvSpPr>
          <p:spPr>
            <a:xfrm>
              <a:off x="4707195" y="3667619"/>
              <a:ext cx="1896209" cy="1678360"/>
            </a:xfrm>
            <a:custGeom>
              <a:avLst/>
              <a:gdLst/>
              <a:ahLst/>
              <a:cxnLst/>
              <a:rect l="0" t="0" r="0" b="0"/>
              <a:pathLst>
                <a:path w="1896209" h="1678360">
                  <a:moveTo>
                    <a:pt x="328718" y="1649872"/>
                  </a:moveTo>
                  <a:lnTo>
                    <a:pt x="326945" y="1650969"/>
                  </a:lnTo>
                  <a:lnTo>
                    <a:pt x="349169" y="1678360"/>
                  </a:lnTo>
                  <a:close/>
                  <a:moveTo>
                    <a:pt x="0" y="979715"/>
                  </a:moveTo>
                  <a:lnTo>
                    <a:pt x="70889" y="1035930"/>
                  </a:lnTo>
                  <a:lnTo>
                    <a:pt x="50544" y="1023119"/>
                  </a:lnTo>
                  <a:close/>
                  <a:moveTo>
                    <a:pt x="554267" y="1611436"/>
                  </a:moveTo>
                  <a:lnTo>
                    <a:pt x="573244" y="1517283"/>
                  </a:lnTo>
                  <a:lnTo>
                    <a:pt x="539479" y="1490784"/>
                  </a:lnTo>
                  <a:close/>
                  <a:moveTo>
                    <a:pt x="573244" y="1517283"/>
                  </a:moveTo>
                  <a:lnTo>
                    <a:pt x="623762" y="1529220"/>
                  </a:lnTo>
                  <a:lnTo>
                    <a:pt x="591835" y="1438428"/>
                  </a:lnTo>
                  <a:close/>
                  <a:moveTo>
                    <a:pt x="244292" y="1002385"/>
                  </a:moveTo>
                  <a:lnTo>
                    <a:pt x="227183" y="997493"/>
                  </a:lnTo>
                  <a:lnTo>
                    <a:pt x="184505" y="1030119"/>
                  </a:lnTo>
                  <a:close/>
                  <a:moveTo>
                    <a:pt x="228333" y="1115452"/>
                  </a:moveTo>
                  <a:lnTo>
                    <a:pt x="285535" y="1029448"/>
                  </a:lnTo>
                  <a:lnTo>
                    <a:pt x="244292" y="1002385"/>
                  </a:lnTo>
                  <a:close/>
                  <a:moveTo>
                    <a:pt x="244292" y="1002385"/>
                  </a:moveTo>
                  <a:lnTo>
                    <a:pt x="185352" y="969831"/>
                  </a:lnTo>
                  <a:lnTo>
                    <a:pt x="227183" y="997493"/>
                  </a:lnTo>
                  <a:close/>
                  <a:moveTo>
                    <a:pt x="725066" y="1408569"/>
                  </a:moveTo>
                  <a:lnTo>
                    <a:pt x="727250" y="1370132"/>
                  </a:lnTo>
                  <a:lnTo>
                    <a:pt x="709506" y="1384520"/>
                  </a:lnTo>
                  <a:close/>
                  <a:moveTo>
                    <a:pt x="777850" y="1271941"/>
                  </a:moveTo>
                  <a:lnTo>
                    <a:pt x="727250" y="1370132"/>
                  </a:lnTo>
                  <a:lnTo>
                    <a:pt x="767209" y="1321606"/>
                  </a:lnTo>
                  <a:close/>
                  <a:moveTo>
                    <a:pt x="777850" y="1271941"/>
                  </a:moveTo>
                  <a:lnTo>
                    <a:pt x="844989" y="1277950"/>
                  </a:lnTo>
                  <a:lnTo>
                    <a:pt x="798707" y="1224167"/>
                  </a:lnTo>
                  <a:close/>
                  <a:moveTo>
                    <a:pt x="844989" y="1277950"/>
                  </a:moveTo>
                  <a:lnTo>
                    <a:pt x="865402" y="1194869"/>
                  </a:lnTo>
                  <a:lnTo>
                    <a:pt x="798707" y="1224167"/>
                  </a:lnTo>
                  <a:close/>
                  <a:moveTo>
                    <a:pt x="865402" y="1194869"/>
                  </a:moveTo>
                  <a:lnTo>
                    <a:pt x="918389" y="1177777"/>
                  </a:lnTo>
                  <a:lnTo>
                    <a:pt x="798707" y="1224167"/>
                  </a:lnTo>
                  <a:close/>
                  <a:moveTo>
                    <a:pt x="666929" y="801065"/>
                  </a:moveTo>
                  <a:lnTo>
                    <a:pt x="602257" y="831787"/>
                  </a:lnTo>
                  <a:lnTo>
                    <a:pt x="581950" y="909651"/>
                  </a:lnTo>
                  <a:close/>
                  <a:moveTo>
                    <a:pt x="666929" y="801065"/>
                  </a:moveTo>
                  <a:lnTo>
                    <a:pt x="581950" y="909651"/>
                  </a:lnTo>
                  <a:lnTo>
                    <a:pt x="663189" y="904198"/>
                  </a:lnTo>
                  <a:close/>
                  <a:moveTo>
                    <a:pt x="505593" y="838405"/>
                  </a:moveTo>
                  <a:lnTo>
                    <a:pt x="506308" y="810463"/>
                  </a:lnTo>
                  <a:lnTo>
                    <a:pt x="461556" y="746753"/>
                  </a:lnTo>
                  <a:close/>
                  <a:moveTo>
                    <a:pt x="295922" y="509545"/>
                  </a:moveTo>
                  <a:lnTo>
                    <a:pt x="310676" y="514129"/>
                  </a:lnTo>
                  <a:lnTo>
                    <a:pt x="337335" y="486874"/>
                  </a:lnTo>
                  <a:close/>
                  <a:moveTo>
                    <a:pt x="307143" y="500919"/>
                  </a:moveTo>
                  <a:lnTo>
                    <a:pt x="295922" y="509545"/>
                  </a:lnTo>
                  <a:lnTo>
                    <a:pt x="337335" y="486874"/>
                  </a:lnTo>
                  <a:close/>
                  <a:moveTo>
                    <a:pt x="935264" y="1104466"/>
                  </a:moveTo>
                  <a:lnTo>
                    <a:pt x="918389" y="1177777"/>
                  </a:lnTo>
                  <a:lnTo>
                    <a:pt x="1006372" y="1107249"/>
                  </a:lnTo>
                  <a:close/>
                  <a:moveTo>
                    <a:pt x="1006372" y="1107249"/>
                  </a:moveTo>
                  <a:lnTo>
                    <a:pt x="1019979" y="1063746"/>
                  </a:lnTo>
                  <a:lnTo>
                    <a:pt x="946711" y="1068465"/>
                  </a:lnTo>
                  <a:close/>
                  <a:moveTo>
                    <a:pt x="1883807" y="739122"/>
                  </a:moveTo>
                  <a:lnTo>
                    <a:pt x="1844648" y="777559"/>
                  </a:lnTo>
                  <a:lnTo>
                    <a:pt x="1896209" y="819349"/>
                  </a:lnTo>
                  <a:close/>
                  <a:moveTo>
                    <a:pt x="1791359" y="292660"/>
                  </a:moveTo>
                  <a:lnTo>
                    <a:pt x="1802459" y="383728"/>
                  </a:lnTo>
                  <a:lnTo>
                    <a:pt x="1812225" y="410262"/>
                  </a:lnTo>
                  <a:close/>
                  <a:moveTo>
                    <a:pt x="1802599" y="183430"/>
                  </a:moveTo>
                  <a:lnTo>
                    <a:pt x="1800739" y="95454"/>
                  </a:lnTo>
                  <a:lnTo>
                    <a:pt x="1735076" y="128608"/>
                  </a:lnTo>
                  <a:close/>
                  <a:moveTo>
                    <a:pt x="1801289" y="84403"/>
                  </a:moveTo>
                  <a:lnTo>
                    <a:pt x="1735076" y="128608"/>
                  </a:lnTo>
                  <a:lnTo>
                    <a:pt x="1800739" y="95454"/>
                  </a:lnTo>
                  <a:close/>
                  <a:moveTo>
                    <a:pt x="1740554" y="73187"/>
                  </a:moveTo>
                  <a:lnTo>
                    <a:pt x="1801289" y="84403"/>
                  </a:lnTo>
                  <a:lnTo>
                    <a:pt x="1781990" y="0"/>
                  </a:lnTo>
                  <a:close/>
                </a:path>
              </a:pathLst>
            </a:custGeom>
            <a:solidFill>
              <a:srgbClr val="D8DEE3"/>
            </a:solidFill>
            <a:ln w="1524">
              <a:solidFill>
                <a:srgbClr val="D8DEE3"/>
              </a:solidFill>
            </a:ln>
          </p:spPr>
        </p:sp>
        <p:sp>
          <p:nvSpPr>
            <p:cNvPr id="1993" name="Candidate_density__1992">
              <a:extLst>
                <a:ext uri="{FF2B5EF4-FFF2-40B4-BE49-F238E27FC236}">
                  <a16:creationId xmlns:a16="http://schemas.microsoft.com/office/drawing/2014/main" id="{2D93D031-9F3B-0927-9299-3C6C0669AB97}"/>
                </a:ext>
              </a:extLst>
            </p:cNvPr>
            <p:cNvSpPr>
              <a:spLocks noGrp="1"/>
            </p:cNvSpPr>
            <p:nvPr/>
          </p:nvSpPr>
          <p:spPr>
            <a:xfrm>
              <a:off x="4778084" y="3698192"/>
              <a:ext cx="1779771" cy="1620396"/>
            </a:xfrm>
            <a:custGeom>
              <a:avLst/>
              <a:gdLst/>
              <a:ahLst/>
              <a:cxnLst/>
              <a:rect l="0" t="0" r="0" b="0"/>
              <a:pathLst>
                <a:path w="1779771" h="1620396">
                  <a:moveTo>
                    <a:pt x="227363" y="1575521"/>
                  </a:moveTo>
                  <a:lnTo>
                    <a:pt x="256056" y="1620396"/>
                  </a:lnTo>
                  <a:lnTo>
                    <a:pt x="257829" y="1619299"/>
                  </a:lnTo>
                  <a:close/>
                  <a:moveTo>
                    <a:pt x="174833" y="1471111"/>
                  </a:moveTo>
                  <a:lnTo>
                    <a:pt x="224702" y="1503168"/>
                  </a:lnTo>
                  <a:lnTo>
                    <a:pt x="221429" y="1537084"/>
                  </a:lnTo>
                  <a:close/>
                  <a:moveTo>
                    <a:pt x="171896" y="1454869"/>
                  </a:moveTo>
                  <a:lnTo>
                    <a:pt x="159204" y="1383725"/>
                  </a:lnTo>
                  <a:lnTo>
                    <a:pt x="174833" y="1471111"/>
                  </a:lnTo>
                  <a:close/>
                  <a:moveTo>
                    <a:pt x="183259" y="1196475"/>
                  </a:moveTo>
                  <a:lnTo>
                    <a:pt x="193593" y="1208224"/>
                  </a:lnTo>
                  <a:lnTo>
                    <a:pt x="134290" y="1228590"/>
                  </a:lnTo>
                  <a:close/>
                  <a:moveTo>
                    <a:pt x="71196" y="1056148"/>
                  </a:moveTo>
                  <a:lnTo>
                    <a:pt x="18767" y="1036937"/>
                  </a:lnTo>
                  <a:lnTo>
                    <a:pt x="144605" y="1087572"/>
                  </a:lnTo>
                  <a:close/>
                  <a:moveTo>
                    <a:pt x="0" y="1005357"/>
                  </a:moveTo>
                  <a:lnTo>
                    <a:pt x="18767" y="1036937"/>
                  </a:lnTo>
                  <a:lnTo>
                    <a:pt x="71196" y="1056148"/>
                  </a:lnTo>
                  <a:close/>
                  <a:moveTo>
                    <a:pt x="397202" y="1439057"/>
                  </a:moveTo>
                  <a:lnTo>
                    <a:pt x="372827" y="1416432"/>
                  </a:lnTo>
                  <a:lnTo>
                    <a:pt x="458114" y="1451593"/>
                  </a:lnTo>
                  <a:close/>
                  <a:moveTo>
                    <a:pt x="397202" y="1439057"/>
                  </a:moveTo>
                  <a:lnTo>
                    <a:pt x="458114" y="1451593"/>
                  </a:lnTo>
                  <a:lnTo>
                    <a:pt x="502355" y="1486710"/>
                  </a:lnTo>
                  <a:close/>
                  <a:moveTo>
                    <a:pt x="502355" y="1486710"/>
                  </a:moveTo>
                  <a:lnTo>
                    <a:pt x="520946" y="1407854"/>
                  </a:lnTo>
                  <a:lnTo>
                    <a:pt x="486751" y="1377996"/>
                  </a:lnTo>
                  <a:close/>
                  <a:moveTo>
                    <a:pt x="71196" y="1056148"/>
                  </a:moveTo>
                  <a:lnTo>
                    <a:pt x="144605" y="1087572"/>
                  </a:lnTo>
                  <a:lnTo>
                    <a:pt x="113616" y="999546"/>
                  </a:lnTo>
                  <a:close/>
                  <a:moveTo>
                    <a:pt x="113616" y="999546"/>
                  </a:moveTo>
                  <a:lnTo>
                    <a:pt x="144605" y="1087572"/>
                  </a:lnTo>
                  <a:lnTo>
                    <a:pt x="173403" y="971812"/>
                  </a:lnTo>
                  <a:close/>
                  <a:moveTo>
                    <a:pt x="173403" y="971812"/>
                  </a:moveTo>
                  <a:lnTo>
                    <a:pt x="144605" y="1087572"/>
                  </a:lnTo>
                  <a:lnTo>
                    <a:pt x="157444" y="1084879"/>
                  </a:lnTo>
                  <a:close/>
                  <a:moveTo>
                    <a:pt x="238030" y="1079956"/>
                  </a:moveTo>
                  <a:lnTo>
                    <a:pt x="157494" y="1100142"/>
                  </a:lnTo>
                  <a:lnTo>
                    <a:pt x="233108" y="1104194"/>
                  </a:lnTo>
                  <a:close/>
                  <a:moveTo>
                    <a:pt x="638617" y="1353947"/>
                  </a:moveTo>
                  <a:lnTo>
                    <a:pt x="607246" y="1339559"/>
                  </a:lnTo>
                  <a:lnTo>
                    <a:pt x="520946" y="1407854"/>
                  </a:lnTo>
                  <a:close/>
                  <a:moveTo>
                    <a:pt x="604886" y="1443033"/>
                  </a:moveTo>
                  <a:lnTo>
                    <a:pt x="638617" y="1353947"/>
                  </a:lnTo>
                  <a:lnTo>
                    <a:pt x="520946" y="1407854"/>
                  </a:lnTo>
                  <a:close/>
                  <a:moveTo>
                    <a:pt x="463929" y="1257344"/>
                  </a:moveTo>
                  <a:lnTo>
                    <a:pt x="396907" y="1211568"/>
                  </a:lnTo>
                  <a:lnTo>
                    <a:pt x="400942" y="1213566"/>
                  </a:lnTo>
                  <a:close/>
                  <a:moveTo>
                    <a:pt x="641120" y="1334396"/>
                  </a:moveTo>
                  <a:lnTo>
                    <a:pt x="638617" y="1353947"/>
                  </a:lnTo>
                  <a:lnTo>
                    <a:pt x="656361" y="1339559"/>
                  </a:lnTo>
                  <a:close/>
                  <a:moveTo>
                    <a:pt x="641120" y="1334396"/>
                  </a:moveTo>
                  <a:lnTo>
                    <a:pt x="656361" y="1339559"/>
                  </a:lnTo>
                  <a:lnTo>
                    <a:pt x="706961" y="1241368"/>
                  </a:lnTo>
                  <a:close/>
                  <a:moveTo>
                    <a:pt x="639111" y="1235937"/>
                  </a:moveTo>
                  <a:lnTo>
                    <a:pt x="641120" y="1334396"/>
                  </a:lnTo>
                  <a:lnTo>
                    <a:pt x="706961" y="1241368"/>
                  </a:lnTo>
                  <a:close/>
                  <a:moveTo>
                    <a:pt x="639111" y="1235937"/>
                  </a:moveTo>
                  <a:lnTo>
                    <a:pt x="593345" y="1184681"/>
                  </a:lnTo>
                  <a:lnTo>
                    <a:pt x="571631" y="1230206"/>
                  </a:lnTo>
                  <a:close/>
                  <a:moveTo>
                    <a:pt x="706961" y="1241368"/>
                  </a:moveTo>
                  <a:lnTo>
                    <a:pt x="727818" y="1193594"/>
                  </a:lnTo>
                  <a:lnTo>
                    <a:pt x="639111" y="1235937"/>
                  </a:lnTo>
                  <a:close/>
                  <a:moveTo>
                    <a:pt x="639111" y="1235937"/>
                  </a:moveTo>
                  <a:lnTo>
                    <a:pt x="727818" y="1193594"/>
                  </a:lnTo>
                  <a:lnTo>
                    <a:pt x="599651" y="1175130"/>
                  </a:lnTo>
                  <a:close/>
                  <a:moveTo>
                    <a:pt x="599651" y="1175130"/>
                  </a:moveTo>
                  <a:lnTo>
                    <a:pt x="593345" y="1184681"/>
                  </a:lnTo>
                  <a:lnTo>
                    <a:pt x="639111" y="1235937"/>
                  </a:lnTo>
                  <a:close/>
                  <a:moveTo>
                    <a:pt x="479207" y="890047"/>
                  </a:moveTo>
                  <a:lnTo>
                    <a:pt x="434704" y="807832"/>
                  </a:lnTo>
                  <a:lnTo>
                    <a:pt x="448489" y="829856"/>
                  </a:lnTo>
                  <a:close/>
                  <a:moveTo>
                    <a:pt x="847500" y="1147204"/>
                  </a:moveTo>
                  <a:lnTo>
                    <a:pt x="782759" y="1098256"/>
                  </a:lnTo>
                  <a:lnTo>
                    <a:pt x="727818" y="1193594"/>
                  </a:lnTo>
                  <a:close/>
                  <a:moveTo>
                    <a:pt x="434704" y="807832"/>
                  </a:moveTo>
                  <a:lnTo>
                    <a:pt x="511061" y="879078"/>
                  </a:lnTo>
                  <a:lnTo>
                    <a:pt x="450589" y="777853"/>
                  </a:lnTo>
                  <a:close/>
                  <a:moveTo>
                    <a:pt x="864375" y="1073893"/>
                  </a:moveTo>
                  <a:lnTo>
                    <a:pt x="935483" y="1076676"/>
                  </a:lnTo>
                  <a:lnTo>
                    <a:pt x="875822" y="1037892"/>
                  </a:lnTo>
                  <a:close/>
                  <a:moveTo>
                    <a:pt x="773984" y="1016041"/>
                  </a:moveTo>
                  <a:lnTo>
                    <a:pt x="816260" y="977605"/>
                  </a:lnTo>
                  <a:lnTo>
                    <a:pt x="721035" y="953031"/>
                  </a:lnTo>
                  <a:close/>
                  <a:moveTo>
                    <a:pt x="779439" y="956193"/>
                  </a:moveTo>
                  <a:lnTo>
                    <a:pt x="695852" y="933826"/>
                  </a:lnTo>
                  <a:lnTo>
                    <a:pt x="721035" y="953031"/>
                  </a:lnTo>
                  <a:close/>
                  <a:moveTo>
                    <a:pt x="1773759" y="746986"/>
                  </a:moveTo>
                  <a:lnTo>
                    <a:pt x="1725972" y="695987"/>
                  </a:lnTo>
                  <a:lnTo>
                    <a:pt x="1683321" y="751727"/>
                  </a:lnTo>
                  <a:close/>
                  <a:moveTo>
                    <a:pt x="1751528" y="582556"/>
                  </a:moveTo>
                  <a:lnTo>
                    <a:pt x="1740145" y="546368"/>
                  </a:lnTo>
                  <a:lnTo>
                    <a:pt x="1779771" y="618477"/>
                  </a:lnTo>
                  <a:close/>
                  <a:moveTo>
                    <a:pt x="1740353" y="461904"/>
                  </a:moveTo>
                  <a:lnTo>
                    <a:pt x="1738660" y="528225"/>
                  </a:lnTo>
                  <a:lnTo>
                    <a:pt x="1751528" y="582556"/>
                  </a:lnTo>
                  <a:close/>
                  <a:moveTo>
                    <a:pt x="1629294" y="375712"/>
                  </a:moveTo>
                  <a:lnTo>
                    <a:pt x="1755938" y="377619"/>
                  </a:lnTo>
                  <a:lnTo>
                    <a:pt x="1731570" y="353155"/>
                  </a:lnTo>
                  <a:close/>
                  <a:moveTo>
                    <a:pt x="1629294" y="375712"/>
                  </a:moveTo>
                  <a:lnTo>
                    <a:pt x="1731570" y="353155"/>
                  </a:lnTo>
                  <a:lnTo>
                    <a:pt x="1720470" y="262087"/>
                  </a:lnTo>
                  <a:close/>
                  <a:moveTo>
                    <a:pt x="1720470" y="262087"/>
                  </a:moveTo>
                  <a:lnTo>
                    <a:pt x="1721022" y="247076"/>
                  </a:lnTo>
                  <a:lnTo>
                    <a:pt x="1645502" y="243379"/>
                  </a:lnTo>
                  <a:close/>
                  <a:moveTo>
                    <a:pt x="1529978" y="133044"/>
                  </a:moveTo>
                  <a:lnTo>
                    <a:pt x="1542042" y="215259"/>
                  </a:lnTo>
                  <a:lnTo>
                    <a:pt x="1585658" y="176822"/>
                  </a:lnTo>
                  <a:close/>
                  <a:moveTo>
                    <a:pt x="1505877" y="0"/>
                  </a:moveTo>
                  <a:lnTo>
                    <a:pt x="1547715" y="41665"/>
                  </a:lnTo>
                  <a:lnTo>
                    <a:pt x="1506403" y="14658"/>
                  </a:lnTo>
                  <a:close/>
                  <a:moveTo>
                    <a:pt x="1731710" y="152857"/>
                  </a:moveTo>
                  <a:lnTo>
                    <a:pt x="1645502" y="243379"/>
                  </a:lnTo>
                  <a:lnTo>
                    <a:pt x="1721022" y="247076"/>
                  </a:lnTo>
                  <a:close/>
                </a:path>
              </a:pathLst>
            </a:custGeom>
            <a:solidFill>
              <a:srgbClr val="DCE1E6"/>
            </a:solidFill>
            <a:ln w="1524">
              <a:solidFill>
                <a:srgbClr val="DCE1E6"/>
              </a:solidFill>
            </a:ln>
          </p:spPr>
        </p:sp>
        <p:sp>
          <p:nvSpPr>
            <p:cNvPr id="1994" name="Candidate_density__1993">
              <a:extLst>
                <a:ext uri="{FF2B5EF4-FFF2-40B4-BE49-F238E27FC236}">
                  <a16:creationId xmlns:a16="http://schemas.microsoft.com/office/drawing/2014/main" id="{E4C14CA9-03E9-F4C9-0F43-F29CBCAB5B7B}"/>
                </a:ext>
              </a:extLst>
            </p:cNvPr>
            <p:cNvSpPr>
              <a:spLocks noGrp="1"/>
            </p:cNvSpPr>
            <p:nvPr/>
          </p:nvSpPr>
          <p:spPr>
            <a:xfrm>
              <a:off x="4789000" y="3523378"/>
              <a:ext cx="1802002" cy="1794112"/>
            </a:xfrm>
            <a:custGeom>
              <a:avLst/>
              <a:gdLst/>
              <a:ahLst/>
              <a:cxnLst/>
              <a:rect l="0" t="0" r="0" b="0"/>
              <a:pathLst>
                <a:path w="1802002" h="1794112">
                  <a:moveTo>
                    <a:pt x="210513" y="1711897"/>
                  </a:moveTo>
                  <a:lnTo>
                    <a:pt x="216447" y="1750334"/>
                  </a:lnTo>
                  <a:lnTo>
                    <a:pt x="246913" y="1794112"/>
                  </a:lnTo>
                  <a:close/>
                  <a:moveTo>
                    <a:pt x="160980" y="1629683"/>
                  </a:moveTo>
                  <a:lnTo>
                    <a:pt x="163917" y="1645925"/>
                  </a:lnTo>
                  <a:lnTo>
                    <a:pt x="201755" y="1696453"/>
                  </a:lnTo>
                  <a:close/>
                  <a:moveTo>
                    <a:pt x="114862" y="1465252"/>
                  </a:moveTo>
                  <a:lnTo>
                    <a:pt x="150565" y="1547467"/>
                  </a:lnTo>
                  <a:lnTo>
                    <a:pt x="154688" y="1509031"/>
                  </a:lnTo>
                  <a:close/>
                  <a:moveTo>
                    <a:pt x="133689" y="1262386"/>
                  </a:moveTo>
                  <a:lnTo>
                    <a:pt x="108405" y="1347437"/>
                  </a:lnTo>
                  <a:lnTo>
                    <a:pt x="146578" y="1274956"/>
                  </a:lnTo>
                  <a:close/>
                  <a:moveTo>
                    <a:pt x="418008" y="1591246"/>
                  </a:moveTo>
                  <a:lnTo>
                    <a:pt x="386287" y="1613871"/>
                  </a:lnTo>
                  <a:lnTo>
                    <a:pt x="491439" y="1661524"/>
                  </a:lnTo>
                  <a:close/>
                  <a:moveTo>
                    <a:pt x="475835" y="1552809"/>
                  </a:moveTo>
                  <a:lnTo>
                    <a:pt x="418008" y="1591246"/>
                  </a:lnTo>
                  <a:lnTo>
                    <a:pt x="491439" y="1661524"/>
                  </a:lnTo>
                  <a:close/>
                  <a:moveTo>
                    <a:pt x="403101" y="1470594"/>
                  </a:moveTo>
                  <a:lnTo>
                    <a:pt x="404753" y="1471221"/>
                  </a:lnTo>
                  <a:lnTo>
                    <a:pt x="405997" y="1472360"/>
                  </a:lnTo>
                  <a:close/>
                  <a:moveTo>
                    <a:pt x="405997" y="1472360"/>
                  </a:moveTo>
                  <a:lnTo>
                    <a:pt x="404753" y="1471221"/>
                  </a:lnTo>
                  <a:lnTo>
                    <a:pt x="475835" y="1552809"/>
                  </a:lnTo>
                  <a:close/>
                  <a:moveTo>
                    <a:pt x="475835" y="1552809"/>
                  </a:moveTo>
                  <a:lnTo>
                    <a:pt x="404753" y="1471221"/>
                  </a:lnTo>
                  <a:lnTo>
                    <a:pt x="397403" y="1509031"/>
                  </a:lnTo>
                  <a:close/>
                  <a:moveTo>
                    <a:pt x="475835" y="1552809"/>
                  </a:moveTo>
                  <a:lnTo>
                    <a:pt x="397403" y="1509031"/>
                  </a:lnTo>
                  <a:lnTo>
                    <a:pt x="418008" y="1591246"/>
                  </a:lnTo>
                  <a:close/>
                  <a:moveTo>
                    <a:pt x="403017" y="1461221"/>
                  </a:moveTo>
                  <a:lnTo>
                    <a:pt x="404753" y="1471221"/>
                  </a:lnTo>
                  <a:lnTo>
                    <a:pt x="403101" y="1470594"/>
                  </a:lnTo>
                  <a:close/>
                  <a:moveTo>
                    <a:pt x="403017" y="1461221"/>
                  </a:moveTo>
                  <a:lnTo>
                    <a:pt x="412841" y="1434495"/>
                  </a:lnTo>
                  <a:lnTo>
                    <a:pt x="404753" y="1471221"/>
                  </a:lnTo>
                  <a:close/>
                  <a:moveTo>
                    <a:pt x="404753" y="1471221"/>
                  </a:moveTo>
                  <a:lnTo>
                    <a:pt x="412841" y="1434495"/>
                  </a:lnTo>
                  <a:lnTo>
                    <a:pt x="397403" y="1509031"/>
                  </a:lnTo>
                  <a:close/>
                  <a:moveTo>
                    <a:pt x="146578" y="1274956"/>
                  </a:moveTo>
                  <a:lnTo>
                    <a:pt x="146528" y="1259693"/>
                  </a:lnTo>
                  <a:lnTo>
                    <a:pt x="133689" y="1262386"/>
                  </a:lnTo>
                  <a:close/>
                  <a:moveTo>
                    <a:pt x="146528" y="1259693"/>
                  </a:moveTo>
                  <a:lnTo>
                    <a:pt x="146578" y="1274956"/>
                  </a:lnTo>
                  <a:lnTo>
                    <a:pt x="227114" y="1254770"/>
                  </a:lnTo>
                  <a:close/>
                  <a:moveTo>
                    <a:pt x="475835" y="1552809"/>
                  </a:moveTo>
                  <a:lnTo>
                    <a:pt x="510030" y="1582668"/>
                  </a:lnTo>
                  <a:lnTo>
                    <a:pt x="528633" y="1531194"/>
                  </a:lnTo>
                  <a:close/>
                  <a:moveTo>
                    <a:pt x="588736" y="1349943"/>
                  </a:moveTo>
                  <a:lnTo>
                    <a:pt x="716902" y="1368408"/>
                  </a:lnTo>
                  <a:lnTo>
                    <a:pt x="659982" y="1311506"/>
                  </a:lnTo>
                  <a:close/>
                  <a:moveTo>
                    <a:pt x="492592" y="1087065"/>
                  </a:moveTo>
                  <a:lnTo>
                    <a:pt x="557851" y="1167663"/>
                  </a:lnTo>
                  <a:lnTo>
                    <a:pt x="572318" y="1106490"/>
                  </a:lnTo>
                  <a:close/>
                  <a:moveTo>
                    <a:pt x="446284" y="1103297"/>
                  </a:moveTo>
                  <a:lnTo>
                    <a:pt x="557851" y="1167663"/>
                  </a:lnTo>
                  <a:lnTo>
                    <a:pt x="492592" y="1087065"/>
                  </a:lnTo>
                  <a:close/>
                  <a:moveTo>
                    <a:pt x="448058" y="1096238"/>
                  </a:moveTo>
                  <a:lnTo>
                    <a:pt x="446284" y="1103297"/>
                  </a:lnTo>
                  <a:lnTo>
                    <a:pt x="492592" y="1087065"/>
                  </a:lnTo>
                  <a:close/>
                  <a:moveTo>
                    <a:pt x="42065" y="732453"/>
                  </a:moveTo>
                  <a:lnTo>
                    <a:pt x="0" y="774437"/>
                  </a:lnTo>
                  <a:lnTo>
                    <a:pt x="63669" y="766003"/>
                  </a:lnTo>
                  <a:close/>
                  <a:moveTo>
                    <a:pt x="63669" y="766003"/>
                  </a:moveTo>
                  <a:lnTo>
                    <a:pt x="72323" y="774437"/>
                  </a:lnTo>
                  <a:lnTo>
                    <a:pt x="42065" y="732453"/>
                  </a:lnTo>
                  <a:close/>
                  <a:moveTo>
                    <a:pt x="468292" y="1064861"/>
                  </a:moveTo>
                  <a:lnTo>
                    <a:pt x="448058" y="1096238"/>
                  </a:lnTo>
                  <a:lnTo>
                    <a:pt x="492592" y="1087065"/>
                  </a:lnTo>
                  <a:close/>
                  <a:moveTo>
                    <a:pt x="468292" y="1064861"/>
                  </a:moveTo>
                  <a:lnTo>
                    <a:pt x="437574" y="1004670"/>
                  </a:lnTo>
                  <a:lnTo>
                    <a:pt x="448058" y="1096238"/>
                  </a:lnTo>
                  <a:close/>
                  <a:moveTo>
                    <a:pt x="468292" y="1064861"/>
                  </a:moveTo>
                  <a:lnTo>
                    <a:pt x="492592" y="1087065"/>
                  </a:lnTo>
                  <a:lnTo>
                    <a:pt x="500146" y="1053892"/>
                  </a:lnTo>
                  <a:close/>
                  <a:moveTo>
                    <a:pt x="468292" y="1064861"/>
                  </a:moveTo>
                  <a:lnTo>
                    <a:pt x="500146" y="1053892"/>
                  </a:lnTo>
                  <a:lnTo>
                    <a:pt x="423788" y="982646"/>
                  </a:lnTo>
                  <a:close/>
                  <a:moveTo>
                    <a:pt x="581385" y="1048438"/>
                  </a:moveTo>
                  <a:lnTo>
                    <a:pt x="492592" y="1087065"/>
                  </a:lnTo>
                  <a:lnTo>
                    <a:pt x="572318" y="1106490"/>
                  </a:lnTo>
                  <a:close/>
                  <a:moveTo>
                    <a:pt x="581385" y="1048438"/>
                  </a:moveTo>
                  <a:lnTo>
                    <a:pt x="500146" y="1053892"/>
                  </a:lnTo>
                  <a:lnTo>
                    <a:pt x="492592" y="1087065"/>
                  </a:lnTo>
                  <a:close/>
                  <a:moveTo>
                    <a:pt x="701177" y="1094410"/>
                  </a:moveTo>
                  <a:lnTo>
                    <a:pt x="692145" y="1119076"/>
                  </a:lnTo>
                  <a:lnTo>
                    <a:pt x="684936" y="1108639"/>
                  </a:lnTo>
                  <a:close/>
                  <a:moveTo>
                    <a:pt x="692145" y="1119076"/>
                  </a:moveTo>
                  <a:lnTo>
                    <a:pt x="763068" y="1190855"/>
                  </a:lnTo>
                  <a:lnTo>
                    <a:pt x="710119" y="1127844"/>
                  </a:lnTo>
                  <a:close/>
                  <a:moveTo>
                    <a:pt x="684936" y="1108639"/>
                  </a:moveTo>
                  <a:lnTo>
                    <a:pt x="692145" y="1119076"/>
                  </a:lnTo>
                  <a:lnTo>
                    <a:pt x="710119" y="1127844"/>
                  </a:lnTo>
                  <a:close/>
                  <a:moveTo>
                    <a:pt x="836584" y="1322018"/>
                  </a:moveTo>
                  <a:lnTo>
                    <a:pt x="853460" y="1248707"/>
                  </a:lnTo>
                  <a:lnTo>
                    <a:pt x="771843" y="1273070"/>
                  </a:lnTo>
                  <a:close/>
                  <a:moveTo>
                    <a:pt x="763068" y="1190855"/>
                  </a:moveTo>
                  <a:lnTo>
                    <a:pt x="771843" y="1273070"/>
                  </a:lnTo>
                  <a:lnTo>
                    <a:pt x="805344" y="1152418"/>
                  </a:lnTo>
                  <a:close/>
                  <a:moveTo>
                    <a:pt x="320701" y="697564"/>
                  </a:moveTo>
                  <a:lnTo>
                    <a:pt x="361924" y="576912"/>
                  </a:lnTo>
                  <a:lnTo>
                    <a:pt x="286537" y="615349"/>
                  </a:lnTo>
                  <a:close/>
                  <a:moveTo>
                    <a:pt x="350679" y="494697"/>
                  </a:moveTo>
                  <a:lnTo>
                    <a:pt x="356484" y="509541"/>
                  </a:lnTo>
                  <a:lnTo>
                    <a:pt x="286537" y="615349"/>
                  </a:lnTo>
                  <a:close/>
                  <a:moveTo>
                    <a:pt x="1160872" y="1052898"/>
                  </a:moveTo>
                  <a:lnTo>
                    <a:pt x="1190945" y="1056021"/>
                  </a:lnTo>
                  <a:lnTo>
                    <a:pt x="1284976" y="1023042"/>
                  </a:lnTo>
                  <a:close/>
                  <a:moveTo>
                    <a:pt x="1689875" y="839585"/>
                  </a:moveTo>
                  <a:lnTo>
                    <a:pt x="1672406" y="926540"/>
                  </a:lnTo>
                  <a:lnTo>
                    <a:pt x="1715056" y="870801"/>
                  </a:lnTo>
                  <a:close/>
                  <a:moveTo>
                    <a:pt x="1689875" y="839585"/>
                  </a:moveTo>
                  <a:lnTo>
                    <a:pt x="1607856" y="878021"/>
                  </a:lnTo>
                  <a:lnTo>
                    <a:pt x="1672406" y="926540"/>
                  </a:lnTo>
                  <a:close/>
                  <a:moveTo>
                    <a:pt x="1762843" y="921800"/>
                  </a:moveTo>
                  <a:lnTo>
                    <a:pt x="1802002" y="883363"/>
                  </a:lnTo>
                  <a:lnTo>
                    <a:pt x="1715056" y="870801"/>
                  </a:lnTo>
                  <a:close/>
                  <a:moveTo>
                    <a:pt x="1768856" y="793291"/>
                  </a:moveTo>
                  <a:lnTo>
                    <a:pt x="1729229" y="721182"/>
                  </a:lnTo>
                  <a:lnTo>
                    <a:pt x="1736458" y="735616"/>
                  </a:lnTo>
                  <a:close/>
                  <a:moveTo>
                    <a:pt x="1596317" y="705513"/>
                  </a:moveTo>
                  <a:lnTo>
                    <a:pt x="1640267" y="757369"/>
                  </a:lnTo>
                  <a:lnTo>
                    <a:pt x="1693160" y="636718"/>
                  </a:lnTo>
                  <a:close/>
                  <a:moveTo>
                    <a:pt x="1693160" y="636718"/>
                  </a:moveTo>
                  <a:lnTo>
                    <a:pt x="1640267" y="757369"/>
                  </a:lnTo>
                  <a:lnTo>
                    <a:pt x="1727745" y="703038"/>
                  </a:lnTo>
                  <a:close/>
                  <a:moveTo>
                    <a:pt x="1740612" y="757369"/>
                  </a:moveTo>
                  <a:lnTo>
                    <a:pt x="1727745" y="703038"/>
                  </a:lnTo>
                  <a:lnTo>
                    <a:pt x="1729229" y="721182"/>
                  </a:lnTo>
                  <a:close/>
                  <a:moveTo>
                    <a:pt x="1556185" y="472288"/>
                  </a:moveTo>
                  <a:lnTo>
                    <a:pt x="1531126" y="390072"/>
                  </a:lnTo>
                  <a:lnTo>
                    <a:pt x="1519370" y="510724"/>
                  </a:lnTo>
                  <a:close/>
                  <a:moveTo>
                    <a:pt x="1693160" y="636718"/>
                  </a:moveTo>
                  <a:lnTo>
                    <a:pt x="1745022" y="552433"/>
                  </a:lnTo>
                  <a:lnTo>
                    <a:pt x="1618378" y="550526"/>
                  </a:lnTo>
                  <a:close/>
                  <a:moveTo>
                    <a:pt x="1693160" y="636718"/>
                  </a:moveTo>
                  <a:lnTo>
                    <a:pt x="1618378" y="550526"/>
                  </a:lnTo>
                  <a:lnTo>
                    <a:pt x="1614965" y="560033"/>
                  </a:lnTo>
                  <a:close/>
                  <a:moveTo>
                    <a:pt x="1734451" y="716936"/>
                  </a:moveTo>
                  <a:lnTo>
                    <a:pt x="1727745" y="703038"/>
                  </a:lnTo>
                  <a:lnTo>
                    <a:pt x="1729437" y="636718"/>
                  </a:lnTo>
                  <a:close/>
                  <a:moveTo>
                    <a:pt x="1618378" y="550526"/>
                  </a:moveTo>
                  <a:lnTo>
                    <a:pt x="1709555" y="436900"/>
                  </a:lnTo>
                  <a:lnTo>
                    <a:pt x="1628587" y="442134"/>
                  </a:lnTo>
                  <a:close/>
                  <a:moveTo>
                    <a:pt x="1628587" y="442134"/>
                  </a:moveTo>
                  <a:lnTo>
                    <a:pt x="1709555" y="436900"/>
                  </a:lnTo>
                  <a:lnTo>
                    <a:pt x="1634587" y="418193"/>
                  </a:lnTo>
                  <a:close/>
                  <a:moveTo>
                    <a:pt x="1519062" y="307857"/>
                  </a:moveTo>
                  <a:lnTo>
                    <a:pt x="1574743" y="351636"/>
                  </a:lnTo>
                  <a:lnTo>
                    <a:pt x="1551626" y="269421"/>
                  </a:lnTo>
                  <a:close/>
                  <a:moveTo>
                    <a:pt x="1495488" y="189472"/>
                  </a:moveTo>
                  <a:lnTo>
                    <a:pt x="1538681" y="274819"/>
                  </a:lnTo>
                  <a:lnTo>
                    <a:pt x="1551626" y="269421"/>
                  </a:lnTo>
                  <a:close/>
                  <a:moveTo>
                    <a:pt x="1551090" y="106012"/>
                  </a:moveTo>
                  <a:lnTo>
                    <a:pt x="1494961" y="174814"/>
                  </a:lnTo>
                  <a:lnTo>
                    <a:pt x="1564649" y="148769"/>
                  </a:lnTo>
                  <a:close/>
                  <a:moveTo>
                    <a:pt x="1509686" y="77837"/>
                  </a:moveTo>
                  <a:lnTo>
                    <a:pt x="1551341" y="104565"/>
                  </a:lnTo>
                  <a:lnTo>
                    <a:pt x="1564649" y="148769"/>
                  </a:lnTo>
                  <a:close/>
                  <a:moveTo>
                    <a:pt x="1515250" y="35469"/>
                  </a:moveTo>
                  <a:lnTo>
                    <a:pt x="1551341" y="104565"/>
                  </a:lnTo>
                  <a:lnTo>
                    <a:pt x="1509686" y="77837"/>
                  </a:lnTo>
                  <a:close/>
                  <a:moveTo>
                    <a:pt x="1515250" y="35469"/>
                  </a:moveTo>
                  <a:lnTo>
                    <a:pt x="1540317" y="52934"/>
                  </a:lnTo>
                  <a:lnTo>
                    <a:pt x="1580294" y="0"/>
                  </a:lnTo>
                  <a:close/>
                </a:path>
              </a:pathLst>
            </a:custGeom>
            <a:solidFill>
              <a:srgbClr val="E0E5E9"/>
            </a:solidFill>
            <a:ln w="1524">
              <a:solidFill>
                <a:srgbClr val="E0E5E9"/>
              </a:solidFill>
            </a:ln>
          </p:spPr>
        </p:sp>
        <p:sp>
          <p:nvSpPr>
            <p:cNvPr id="1995" name="Candidate_density__1994">
              <a:extLst>
                <a:ext uri="{FF2B5EF4-FFF2-40B4-BE49-F238E27FC236}">
                  <a16:creationId xmlns:a16="http://schemas.microsoft.com/office/drawing/2014/main" id="{374761BA-D12B-F223-0144-0286B43CF0DE}"/>
                </a:ext>
              </a:extLst>
            </p:cNvPr>
            <p:cNvSpPr>
              <a:spLocks noGrp="1"/>
            </p:cNvSpPr>
            <p:nvPr/>
          </p:nvSpPr>
          <p:spPr>
            <a:xfrm>
              <a:off x="4652190" y="3752022"/>
              <a:ext cx="2003916" cy="1606359"/>
            </a:xfrm>
            <a:custGeom>
              <a:avLst/>
              <a:gdLst/>
              <a:ahLst/>
              <a:cxnLst/>
              <a:rect l="0" t="0" r="0" b="0"/>
              <a:pathLst>
                <a:path w="2003916" h="1606359">
                  <a:moveTo>
                    <a:pt x="524683" y="1606359"/>
                  </a:moveTo>
                  <a:lnTo>
                    <a:pt x="449471" y="1603812"/>
                  </a:lnTo>
                  <a:lnTo>
                    <a:pt x="404174" y="1593957"/>
                  </a:lnTo>
                  <a:close/>
                  <a:moveTo>
                    <a:pt x="105549" y="938715"/>
                  </a:moveTo>
                  <a:lnTo>
                    <a:pt x="0" y="879437"/>
                  </a:lnTo>
                  <a:lnTo>
                    <a:pt x="55005" y="895311"/>
                  </a:lnTo>
                  <a:close/>
                  <a:moveTo>
                    <a:pt x="626213" y="1492106"/>
                  </a:moveTo>
                  <a:lnTo>
                    <a:pt x="628249" y="1432880"/>
                  </a:lnTo>
                  <a:lnTo>
                    <a:pt x="609273" y="1527032"/>
                  </a:lnTo>
                  <a:close/>
                  <a:moveTo>
                    <a:pt x="646841" y="1354024"/>
                  </a:moveTo>
                  <a:lnTo>
                    <a:pt x="678767" y="1444817"/>
                  </a:lnTo>
                  <a:lnTo>
                    <a:pt x="687295" y="1441822"/>
                  </a:lnTo>
                  <a:close/>
                  <a:moveTo>
                    <a:pt x="646841" y="1354024"/>
                  </a:moveTo>
                  <a:lnTo>
                    <a:pt x="687295" y="1441822"/>
                  </a:lnTo>
                  <a:lnTo>
                    <a:pt x="730780" y="1389202"/>
                  </a:lnTo>
                  <a:close/>
                  <a:moveTo>
                    <a:pt x="780072" y="1324165"/>
                  </a:moveTo>
                  <a:lnTo>
                    <a:pt x="764512" y="1300116"/>
                  </a:lnTo>
                  <a:lnTo>
                    <a:pt x="730780" y="1389202"/>
                  </a:lnTo>
                  <a:close/>
                  <a:moveTo>
                    <a:pt x="782255" y="1285729"/>
                  </a:moveTo>
                  <a:lnTo>
                    <a:pt x="780072" y="1324165"/>
                  </a:lnTo>
                  <a:lnTo>
                    <a:pt x="822215" y="1237202"/>
                  </a:lnTo>
                  <a:close/>
                  <a:moveTo>
                    <a:pt x="973394" y="1093374"/>
                  </a:moveTo>
                  <a:lnTo>
                    <a:pt x="920407" y="1110466"/>
                  </a:lnTo>
                  <a:lnTo>
                    <a:pt x="1043591" y="1077169"/>
                  </a:lnTo>
                  <a:close/>
                  <a:moveTo>
                    <a:pt x="722613" y="715566"/>
                  </a:moveTo>
                  <a:lnTo>
                    <a:pt x="657262" y="747383"/>
                  </a:lnTo>
                  <a:lnTo>
                    <a:pt x="721934" y="716662"/>
                  </a:lnTo>
                  <a:close/>
                  <a:moveTo>
                    <a:pt x="657262" y="747383"/>
                  </a:moveTo>
                  <a:lnTo>
                    <a:pt x="722613" y="715566"/>
                  </a:lnTo>
                  <a:lnTo>
                    <a:pt x="676967" y="692627"/>
                  </a:lnTo>
                  <a:close/>
                  <a:moveTo>
                    <a:pt x="1325950" y="929942"/>
                  </a:moveTo>
                  <a:lnTo>
                    <a:pt x="1403842" y="942505"/>
                  </a:lnTo>
                  <a:lnTo>
                    <a:pt x="1453107" y="911498"/>
                  </a:lnTo>
                  <a:close/>
                  <a:moveTo>
                    <a:pt x="1453107" y="911498"/>
                  </a:moveTo>
                  <a:lnTo>
                    <a:pt x="1403842" y="942505"/>
                  </a:lnTo>
                  <a:lnTo>
                    <a:pt x="1535827" y="942120"/>
                  </a:lnTo>
                  <a:close/>
                  <a:moveTo>
                    <a:pt x="1899653" y="693156"/>
                  </a:moveTo>
                  <a:lnTo>
                    <a:pt x="1893612" y="734783"/>
                  </a:lnTo>
                  <a:lnTo>
                    <a:pt x="1951214" y="734946"/>
                  </a:lnTo>
                  <a:close/>
                  <a:moveTo>
                    <a:pt x="1938812" y="654719"/>
                  </a:moveTo>
                  <a:lnTo>
                    <a:pt x="1951214" y="734946"/>
                  </a:lnTo>
                  <a:lnTo>
                    <a:pt x="2003916" y="716787"/>
                  </a:lnTo>
                  <a:close/>
                  <a:moveTo>
                    <a:pt x="1847419" y="243644"/>
                  </a:moveTo>
                  <a:lnTo>
                    <a:pt x="1846917" y="193245"/>
                  </a:lnTo>
                  <a:lnTo>
                    <a:pt x="1846365" y="208257"/>
                  </a:lnTo>
                  <a:close/>
                  <a:moveTo>
                    <a:pt x="1857604" y="99027"/>
                  </a:moveTo>
                  <a:lnTo>
                    <a:pt x="1846917" y="193245"/>
                  </a:lnTo>
                  <a:lnTo>
                    <a:pt x="1854321" y="122992"/>
                  </a:lnTo>
                  <a:close/>
                  <a:moveTo>
                    <a:pt x="1854321" y="122992"/>
                  </a:moveTo>
                  <a:lnTo>
                    <a:pt x="1855745" y="11051"/>
                  </a:lnTo>
                  <a:lnTo>
                    <a:pt x="1857604" y="99027"/>
                  </a:lnTo>
                  <a:close/>
                  <a:moveTo>
                    <a:pt x="1856133" y="2341"/>
                  </a:moveTo>
                  <a:lnTo>
                    <a:pt x="1855745" y="11051"/>
                  </a:lnTo>
                  <a:lnTo>
                    <a:pt x="1854321" y="122992"/>
                  </a:lnTo>
                  <a:close/>
                  <a:moveTo>
                    <a:pt x="1856294" y="0"/>
                  </a:moveTo>
                  <a:lnTo>
                    <a:pt x="1855745" y="11051"/>
                  </a:lnTo>
                  <a:lnTo>
                    <a:pt x="1856133" y="2341"/>
                  </a:lnTo>
                  <a:close/>
                </a:path>
              </a:pathLst>
            </a:custGeom>
            <a:solidFill>
              <a:srgbClr val="D4DBE0"/>
            </a:solidFill>
            <a:ln w="1524">
              <a:solidFill>
                <a:srgbClr val="D4DBE0"/>
              </a:solidFill>
            </a:ln>
          </p:spPr>
        </p:sp>
        <p:sp>
          <p:nvSpPr>
            <p:cNvPr id="1996" name="Candidate_density__1995">
              <a:extLst>
                <a:ext uri="{FF2B5EF4-FFF2-40B4-BE49-F238E27FC236}">
                  <a16:creationId xmlns:a16="http://schemas.microsoft.com/office/drawing/2014/main" id="{764F3A6D-6069-9F1D-66E6-078F0CD2C80F}"/>
                </a:ext>
              </a:extLst>
            </p:cNvPr>
            <p:cNvSpPr>
              <a:spLocks noGrp="1"/>
            </p:cNvSpPr>
            <p:nvPr/>
          </p:nvSpPr>
          <p:spPr>
            <a:xfrm>
              <a:off x="5176872" y="4061854"/>
              <a:ext cx="676245" cy="1296527"/>
            </a:xfrm>
            <a:custGeom>
              <a:avLst/>
              <a:gdLst/>
              <a:ahLst/>
              <a:cxnLst/>
              <a:rect l="0" t="0" r="0" b="0"/>
              <a:pathLst>
                <a:path w="676245" h="1296527">
                  <a:moveTo>
                    <a:pt x="43945" y="1245627"/>
                  </a:moveTo>
                  <a:lnTo>
                    <a:pt x="81846" y="1240798"/>
                  </a:lnTo>
                  <a:lnTo>
                    <a:pt x="84590" y="1217200"/>
                  </a:lnTo>
                  <a:close/>
                  <a:moveTo>
                    <a:pt x="0" y="1296527"/>
                  </a:moveTo>
                  <a:lnTo>
                    <a:pt x="65552" y="1262955"/>
                  </a:lnTo>
                  <a:lnTo>
                    <a:pt x="43945" y="1245627"/>
                  </a:lnTo>
                  <a:close/>
                  <a:moveTo>
                    <a:pt x="84590" y="1217200"/>
                  </a:moveTo>
                  <a:lnTo>
                    <a:pt x="81846" y="1240798"/>
                  </a:lnTo>
                  <a:lnTo>
                    <a:pt x="101531" y="1182273"/>
                  </a:lnTo>
                  <a:close/>
                  <a:moveTo>
                    <a:pt x="103567" y="1123048"/>
                  </a:moveTo>
                  <a:lnTo>
                    <a:pt x="101531" y="1182273"/>
                  </a:lnTo>
                  <a:lnTo>
                    <a:pt x="154085" y="1134985"/>
                  </a:lnTo>
                  <a:close/>
                  <a:moveTo>
                    <a:pt x="536695" y="713014"/>
                  </a:moveTo>
                  <a:lnTo>
                    <a:pt x="448712" y="783542"/>
                  </a:lnTo>
                  <a:lnTo>
                    <a:pt x="518908" y="767337"/>
                  </a:lnTo>
                  <a:close/>
                  <a:moveTo>
                    <a:pt x="536695" y="713014"/>
                  </a:moveTo>
                  <a:lnTo>
                    <a:pt x="518908" y="767337"/>
                  </a:lnTo>
                  <a:lnTo>
                    <a:pt x="539179" y="734594"/>
                  </a:lnTo>
                  <a:close/>
                  <a:moveTo>
                    <a:pt x="536695" y="713014"/>
                  </a:moveTo>
                  <a:lnTo>
                    <a:pt x="539179" y="734594"/>
                  </a:lnTo>
                  <a:lnTo>
                    <a:pt x="550302" y="669511"/>
                  </a:lnTo>
                  <a:close/>
                  <a:moveTo>
                    <a:pt x="550302" y="669511"/>
                  </a:moveTo>
                  <a:lnTo>
                    <a:pt x="617848" y="643398"/>
                  </a:lnTo>
                  <a:lnTo>
                    <a:pt x="676245" y="646533"/>
                  </a:lnTo>
                  <a:close/>
                  <a:moveTo>
                    <a:pt x="602058" y="647814"/>
                  </a:moveTo>
                  <a:lnTo>
                    <a:pt x="550302" y="669511"/>
                  </a:lnTo>
                  <a:lnTo>
                    <a:pt x="676245" y="646533"/>
                  </a:lnTo>
                  <a:close/>
                  <a:moveTo>
                    <a:pt x="156368" y="0"/>
                  </a:moveTo>
                  <a:lnTo>
                    <a:pt x="137676" y="26200"/>
                  </a:lnTo>
                  <a:lnTo>
                    <a:pt x="128430" y="120652"/>
                  </a:lnTo>
                  <a:close/>
                </a:path>
              </a:pathLst>
            </a:custGeom>
            <a:solidFill>
              <a:srgbClr val="D0D7DD"/>
            </a:solidFill>
            <a:ln w="1524">
              <a:solidFill>
                <a:srgbClr val="D0D7DD"/>
              </a:solidFill>
            </a:ln>
          </p:spPr>
        </p:sp>
        <p:sp>
          <p:nvSpPr>
            <p:cNvPr id="1997" name="Candidate_density__1996">
              <a:extLst>
                <a:ext uri="{FF2B5EF4-FFF2-40B4-BE49-F238E27FC236}">
                  <a16:creationId xmlns:a16="http://schemas.microsoft.com/office/drawing/2014/main" id="{1CB52224-7A44-9590-19B4-D85C8659889E}"/>
                </a:ext>
              </a:extLst>
            </p:cNvPr>
            <p:cNvSpPr>
              <a:spLocks noGrp="1"/>
            </p:cNvSpPr>
            <p:nvPr/>
          </p:nvSpPr>
          <p:spPr>
            <a:xfrm>
              <a:off x="4761475" y="3558847"/>
              <a:ext cx="1772549" cy="1332938"/>
            </a:xfrm>
            <a:custGeom>
              <a:avLst/>
              <a:gdLst/>
              <a:ahLst/>
              <a:cxnLst/>
              <a:rect l="0" t="0" r="0" b="0"/>
              <a:pathLst>
                <a:path w="1772549" h="1332938">
                  <a:moveTo>
                    <a:pt x="11488" y="758406"/>
                  </a:moveTo>
                  <a:lnTo>
                    <a:pt x="27525" y="738968"/>
                  </a:lnTo>
                  <a:lnTo>
                    <a:pt x="0" y="777404"/>
                  </a:lnTo>
                  <a:close/>
                  <a:moveTo>
                    <a:pt x="616260" y="1314474"/>
                  </a:moveTo>
                  <a:lnTo>
                    <a:pt x="687506" y="1276037"/>
                  </a:lnTo>
                  <a:lnTo>
                    <a:pt x="652838" y="1232258"/>
                  </a:lnTo>
                  <a:close/>
                  <a:moveTo>
                    <a:pt x="687506" y="1276037"/>
                  </a:moveTo>
                  <a:lnTo>
                    <a:pt x="744427" y="1332938"/>
                  </a:lnTo>
                  <a:lnTo>
                    <a:pt x="768520" y="1244077"/>
                  </a:lnTo>
                  <a:close/>
                  <a:moveTo>
                    <a:pt x="744427" y="1332938"/>
                  </a:moveTo>
                  <a:lnTo>
                    <a:pt x="799368" y="1237600"/>
                  </a:lnTo>
                  <a:lnTo>
                    <a:pt x="768520" y="1244077"/>
                  </a:lnTo>
                  <a:close/>
                  <a:moveTo>
                    <a:pt x="783515" y="1200422"/>
                  </a:moveTo>
                  <a:lnTo>
                    <a:pt x="768520" y="1244077"/>
                  </a:lnTo>
                  <a:lnTo>
                    <a:pt x="790593" y="1155385"/>
                  </a:lnTo>
                  <a:close/>
                  <a:moveTo>
                    <a:pt x="790593" y="1155385"/>
                  </a:moveTo>
                  <a:lnTo>
                    <a:pt x="768520" y="1244077"/>
                  </a:lnTo>
                  <a:lnTo>
                    <a:pt x="799368" y="1237600"/>
                  </a:lnTo>
                  <a:close/>
                  <a:moveTo>
                    <a:pt x="784688" y="1191433"/>
                  </a:moveTo>
                  <a:lnTo>
                    <a:pt x="790593" y="1155385"/>
                  </a:lnTo>
                  <a:lnTo>
                    <a:pt x="719670" y="1083606"/>
                  </a:lnTo>
                  <a:close/>
                  <a:moveTo>
                    <a:pt x="389449" y="541443"/>
                  </a:moveTo>
                  <a:lnTo>
                    <a:pt x="378204" y="459227"/>
                  </a:lnTo>
                  <a:lnTo>
                    <a:pt x="314061" y="579880"/>
                  </a:lnTo>
                  <a:close/>
                  <a:moveTo>
                    <a:pt x="1188397" y="1017428"/>
                  </a:moveTo>
                  <a:lnTo>
                    <a:pt x="1253894" y="983652"/>
                  </a:lnTo>
                  <a:lnTo>
                    <a:pt x="1128437" y="1008450"/>
                  </a:lnTo>
                  <a:close/>
                  <a:moveTo>
                    <a:pt x="1312501" y="987572"/>
                  </a:moveTo>
                  <a:lnTo>
                    <a:pt x="1218469" y="1020552"/>
                  </a:lnTo>
                  <a:lnTo>
                    <a:pt x="1290723" y="1001639"/>
                  </a:lnTo>
                  <a:close/>
                  <a:moveTo>
                    <a:pt x="1253894" y="983652"/>
                  </a:moveTo>
                  <a:lnTo>
                    <a:pt x="1188397" y="1017428"/>
                  </a:lnTo>
                  <a:lnTo>
                    <a:pt x="1312501" y="987572"/>
                  </a:lnTo>
                  <a:close/>
                  <a:moveTo>
                    <a:pt x="1373616" y="937416"/>
                  </a:moveTo>
                  <a:lnTo>
                    <a:pt x="1253894" y="983652"/>
                  </a:lnTo>
                  <a:lnTo>
                    <a:pt x="1312501" y="987572"/>
                  </a:lnTo>
                  <a:close/>
                  <a:moveTo>
                    <a:pt x="1351539" y="918325"/>
                  </a:moveTo>
                  <a:lnTo>
                    <a:pt x="1373616" y="937416"/>
                  </a:lnTo>
                  <a:lnTo>
                    <a:pt x="1312501" y="987572"/>
                  </a:lnTo>
                  <a:close/>
                  <a:moveTo>
                    <a:pt x="1600582" y="760336"/>
                  </a:moveTo>
                  <a:lnTo>
                    <a:pt x="1635381" y="842551"/>
                  </a:lnTo>
                  <a:lnTo>
                    <a:pt x="1717400" y="804115"/>
                  </a:lnTo>
                  <a:close/>
                  <a:moveTo>
                    <a:pt x="1600582" y="760336"/>
                  </a:moveTo>
                  <a:lnTo>
                    <a:pt x="1717400" y="804115"/>
                  </a:lnTo>
                  <a:lnTo>
                    <a:pt x="1667791" y="721900"/>
                  </a:lnTo>
                  <a:close/>
                  <a:moveTo>
                    <a:pt x="1600582" y="760336"/>
                  </a:moveTo>
                  <a:lnTo>
                    <a:pt x="1667791" y="721900"/>
                  </a:lnTo>
                  <a:lnTo>
                    <a:pt x="1578800" y="716843"/>
                  </a:lnTo>
                  <a:close/>
                  <a:moveTo>
                    <a:pt x="1667791" y="721900"/>
                  </a:moveTo>
                  <a:lnTo>
                    <a:pt x="1623841" y="670043"/>
                  </a:lnTo>
                  <a:lnTo>
                    <a:pt x="1578800" y="716843"/>
                  </a:lnTo>
                  <a:close/>
                  <a:moveTo>
                    <a:pt x="1600251" y="639685"/>
                  </a:moveTo>
                  <a:lnTo>
                    <a:pt x="1578800" y="716843"/>
                  </a:lnTo>
                  <a:lnTo>
                    <a:pt x="1623841" y="670043"/>
                  </a:lnTo>
                  <a:close/>
                  <a:moveTo>
                    <a:pt x="1600251" y="639685"/>
                  </a:moveTo>
                  <a:lnTo>
                    <a:pt x="1565533" y="557470"/>
                  </a:lnTo>
                  <a:lnTo>
                    <a:pt x="1554481" y="678122"/>
                  </a:lnTo>
                  <a:close/>
                  <a:moveTo>
                    <a:pt x="1772549" y="765679"/>
                  </a:moveTo>
                  <a:lnTo>
                    <a:pt x="1717400" y="804115"/>
                  </a:lnTo>
                  <a:lnTo>
                    <a:pt x="1742581" y="835331"/>
                  </a:lnTo>
                  <a:close/>
                  <a:moveTo>
                    <a:pt x="1667791" y="721900"/>
                  </a:moveTo>
                  <a:lnTo>
                    <a:pt x="1763983" y="700147"/>
                  </a:lnTo>
                  <a:lnTo>
                    <a:pt x="1756754" y="685712"/>
                  </a:lnTo>
                  <a:close/>
                  <a:moveTo>
                    <a:pt x="1772549" y="765679"/>
                  </a:moveTo>
                  <a:lnTo>
                    <a:pt x="1763983" y="700147"/>
                  </a:lnTo>
                  <a:lnTo>
                    <a:pt x="1667791" y="721900"/>
                  </a:lnTo>
                  <a:close/>
                  <a:moveTo>
                    <a:pt x="1717400" y="804115"/>
                  </a:moveTo>
                  <a:lnTo>
                    <a:pt x="1772549" y="765679"/>
                  </a:lnTo>
                  <a:lnTo>
                    <a:pt x="1667791" y="721900"/>
                  </a:lnTo>
                  <a:close/>
                  <a:moveTo>
                    <a:pt x="1630307" y="627827"/>
                  </a:moveTo>
                  <a:lnTo>
                    <a:pt x="1623841" y="670043"/>
                  </a:lnTo>
                  <a:lnTo>
                    <a:pt x="1720684" y="601248"/>
                  </a:lnTo>
                  <a:close/>
                  <a:moveTo>
                    <a:pt x="1755269" y="667569"/>
                  </a:moveTo>
                  <a:lnTo>
                    <a:pt x="1667791" y="721900"/>
                  </a:lnTo>
                  <a:lnTo>
                    <a:pt x="1756754" y="685712"/>
                  </a:lnTo>
                  <a:close/>
                  <a:moveTo>
                    <a:pt x="1600251" y="639685"/>
                  </a:moveTo>
                  <a:lnTo>
                    <a:pt x="1623841" y="670043"/>
                  </a:lnTo>
                  <a:lnTo>
                    <a:pt x="1630307" y="627827"/>
                  </a:lnTo>
                  <a:close/>
                  <a:moveTo>
                    <a:pt x="1638207" y="519033"/>
                  </a:moveTo>
                  <a:lnTo>
                    <a:pt x="1630307" y="627827"/>
                  </a:lnTo>
                  <a:lnTo>
                    <a:pt x="1642490" y="524564"/>
                  </a:lnTo>
                  <a:close/>
                  <a:moveTo>
                    <a:pt x="1600251" y="639685"/>
                  </a:moveTo>
                  <a:lnTo>
                    <a:pt x="1630307" y="627827"/>
                  </a:lnTo>
                  <a:lnTo>
                    <a:pt x="1638207" y="519033"/>
                  </a:lnTo>
                  <a:close/>
                  <a:moveTo>
                    <a:pt x="1565533" y="557470"/>
                  </a:moveTo>
                  <a:lnTo>
                    <a:pt x="1600251" y="639685"/>
                  </a:lnTo>
                  <a:lnTo>
                    <a:pt x="1638207" y="519033"/>
                  </a:lnTo>
                  <a:close/>
                  <a:moveTo>
                    <a:pt x="1630307" y="627827"/>
                  </a:moveTo>
                  <a:lnTo>
                    <a:pt x="1720684" y="601248"/>
                  </a:lnTo>
                  <a:lnTo>
                    <a:pt x="1642490" y="524564"/>
                  </a:lnTo>
                  <a:close/>
                  <a:moveTo>
                    <a:pt x="1546895" y="475255"/>
                  </a:moveTo>
                  <a:lnTo>
                    <a:pt x="1565533" y="557470"/>
                  </a:lnTo>
                  <a:lnTo>
                    <a:pt x="1638207" y="519033"/>
                  </a:lnTo>
                  <a:close/>
                  <a:moveTo>
                    <a:pt x="1546895" y="475255"/>
                  </a:moveTo>
                  <a:lnTo>
                    <a:pt x="1638207" y="519033"/>
                  </a:lnTo>
                  <a:lnTo>
                    <a:pt x="1583709" y="436818"/>
                  </a:lnTo>
                  <a:close/>
                  <a:moveTo>
                    <a:pt x="1638207" y="519033"/>
                  </a:moveTo>
                  <a:lnTo>
                    <a:pt x="1642490" y="524564"/>
                  </a:lnTo>
                  <a:lnTo>
                    <a:pt x="1645903" y="515056"/>
                  </a:lnTo>
                  <a:close/>
                  <a:moveTo>
                    <a:pt x="1583709" y="436818"/>
                  </a:moveTo>
                  <a:lnTo>
                    <a:pt x="1645903" y="515056"/>
                  </a:lnTo>
                  <a:lnTo>
                    <a:pt x="1656111" y="406664"/>
                  </a:lnTo>
                  <a:close/>
                  <a:moveTo>
                    <a:pt x="1583709" y="436818"/>
                  </a:moveTo>
                  <a:lnTo>
                    <a:pt x="1638207" y="519033"/>
                  </a:lnTo>
                  <a:lnTo>
                    <a:pt x="1645903" y="515056"/>
                  </a:lnTo>
                  <a:close/>
                  <a:moveTo>
                    <a:pt x="1583709" y="436818"/>
                  </a:moveTo>
                  <a:lnTo>
                    <a:pt x="1656111" y="406664"/>
                  </a:lnTo>
                  <a:lnTo>
                    <a:pt x="1602267" y="316166"/>
                  </a:lnTo>
                  <a:close/>
                  <a:moveTo>
                    <a:pt x="1558650" y="354603"/>
                  </a:moveTo>
                  <a:lnTo>
                    <a:pt x="1583709" y="436818"/>
                  </a:lnTo>
                  <a:lnTo>
                    <a:pt x="1602267" y="316166"/>
                  </a:lnTo>
                  <a:close/>
                  <a:moveTo>
                    <a:pt x="1579150" y="233951"/>
                  </a:moveTo>
                  <a:lnTo>
                    <a:pt x="1526724" y="155188"/>
                  </a:lnTo>
                  <a:lnTo>
                    <a:pt x="1523012" y="154002"/>
                  </a:lnTo>
                  <a:close/>
                  <a:moveTo>
                    <a:pt x="1523611" y="151736"/>
                  </a:moveTo>
                  <a:lnTo>
                    <a:pt x="1523012" y="154002"/>
                  </a:lnTo>
                  <a:lnTo>
                    <a:pt x="1526724" y="155188"/>
                  </a:lnTo>
                  <a:close/>
                  <a:moveTo>
                    <a:pt x="1522486" y="139344"/>
                  </a:moveTo>
                  <a:lnTo>
                    <a:pt x="1523012" y="154002"/>
                  </a:lnTo>
                  <a:lnTo>
                    <a:pt x="1523611" y="151736"/>
                  </a:lnTo>
                  <a:close/>
                  <a:moveTo>
                    <a:pt x="1529433" y="148782"/>
                  </a:moveTo>
                  <a:lnTo>
                    <a:pt x="1526724" y="155188"/>
                  </a:lnTo>
                  <a:lnTo>
                    <a:pt x="1592174" y="113300"/>
                  </a:lnTo>
                  <a:close/>
                  <a:moveTo>
                    <a:pt x="1592174" y="113300"/>
                  </a:moveTo>
                  <a:lnTo>
                    <a:pt x="1526724" y="155188"/>
                  </a:lnTo>
                  <a:lnTo>
                    <a:pt x="1579150" y="233951"/>
                  </a:lnTo>
                  <a:close/>
                  <a:moveTo>
                    <a:pt x="1523611" y="151736"/>
                  </a:moveTo>
                  <a:lnTo>
                    <a:pt x="1526724" y="155188"/>
                  </a:lnTo>
                  <a:lnTo>
                    <a:pt x="1529433" y="148782"/>
                  </a:lnTo>
                  <a:close/>
                  <a:moveTo>
                    <a:pt x="1523611" y="151736"/>
                  </a:moveTo>
                  <a:lnTo>
                    <a:pt x="1529433" y="148782"/>
                  </a:lnTo>
                  <a:lnTo>
                    <a:pt x="1522486" y="139344"/>
                  </a:lnTo>
                  <a:close/>
                  <a:moveTo>
                    <a:pt x="1592174" y="113300"/>
                  </a:moveTo>
                  <a:lnTo>
                    <a:pt x="1522486" y="139344"/>
                  </a:lnTo>
                  <a:lnTo>
                    <a:pt x="1529433" y="148782"/>
                  </a:lnTo>
                  <a:close/>
                  <a:moveTo>
                    <a:pt x="1542775" y="0"/>
                  </a:moveTo>
                  <a:lnTo>
                    <a:pt x="1537210" y="42368"/>
                  </a:lnTo>
                  <a:lnTo>
                    <a:pt x="1547049" y="31084"/>
                  </a:lnTo>
                  <a:close/>
                </a:path>
              </a:pathLst>
            </a:custGeom>
            <a:solidFill>
              <a:srgbClr val="E3E8EC"/>
            </a:solidFill>
            <a:ln w="1524">
              <a:solidFill>
                <a:srgbClr val="E3E8EC"/>
              </a:solidFill>
            </a:ln>
          </p:spPr>
        </p:sp>
        <p:sp>
          <p:nvSpPr>
            <p:cNvPr id="1998" name="Candidate_density__1997">
              <a:extLst>
                <a:ext uri="{FF2B5EF4-FFF2-40B4-BE49-F238E27FC236}">
                  <a16:creationId xmlns:a16="http://schemas.microsoft.com/office/drawing/2014/main" id="{4CBD1A74-753A-A101-3A5A-4E8E3529BD8F}"/>
                </a:ext>
              </a:extLst>
            </p:cNvPr>
            <p:cNvSpPr>
              <a:spLocks noGrp="1"/>
            </p:cNvSpPr>
            <p:nvPr/>
          </p:nvSpPr>
          <p:spPr>
            <a:xfrm>
              <a:off x="5414313" y="4759270"/>
              <a:ext cx="130677" cy="75615"/>
            </a:xfrm>
            <a:custGeom>
              <a:avLst/>
              <a:gdLst/>
              <a:ahLst/>
              <a:cxnLst/>
              <a:rect l="0" t="0" r="0" b="0"/>
              <a:pathLst>
                <a:path w="130677" h="75615">
                  <a:moveTo>
                    <a:pt x="34668" y="75615"/>
                  </a:moveTo>
                  <a:lnTo>
                    <a:pt x="63970" y="29254"/>
                  </a:lnTo>
                  <a:lnTo>
                    <a:pt x="0" y="31836"/>
                  </a:lnTo>
                  <a:close/>
                  <a:moveTo>
                    <a:pt x="63970" y="29254"/>
                  </a:moveTo>
                  <a:lnTo>
                    <a:pt x="34668" y="75615"/>
                  </a:lnTo>
                  <a:lnTo>
                    <a:pt x="115682" y="43655"/>
                  </a:lnTo>
                  <a:close/>
                  <a:moveTo>
                    <a:pt x="63970" y="29254"/>
                  </a:moveTo>
                  <a:lnTo>
                    <a:pt x="115682" y="43655"/>
                  </a:lnTo>
                  <a:lnTo>
                    <a:pt x="130677" y="0"/>
                  </a:lnTo>
                  <a:close/>
                </a:path>
              </a:pathLst>
            </a:custGeom>
            <a:solidFill>
              <a:srgbClr val="E8ECEF"/>
            </a:solidFill>
            <a:ln w="1524">
              <a:solidFill>
                <a:srgbClr val="E8ECEF"/>
              </a:solidFill>
            </a:ln>
          </p:spPr>
        </p:sp>
        <p:sp>
          <p:nvSpPr>
            <p:cNvPr id="1999" name="Candidate_density__1998">
              <a:extLst>
                <a:ext uri="{FF2B5EF4-FFF2-40B4-BE49-F238E27FC236}">
                  <a16:creationId xmlns:a16="http://schemas.microsoft.com/office/drawing/2014/main" id="{90E69E59-6AA7-3733-A356-ADCB7FD4D619}"/>
                </a:ext>
              </a:extLst>
            </p:cNvPr>
            <p:cNvSpPr>
              <a:spLocks noGrp="1"/>
            </p:cNvSpPr>
            <p:nvPr/>
          </p:nvSpPr>
          <p:spPr>
            <a:xfrm>
              <a:off x="4789000" y="3444436"/>
              <a:ext cx="1842739" cy="1873055"/>
            </a:xfrm>
            <a:custGeom>
              <a:avLst/>
              <a:gdLst/>
              <a:ahLst/>
              <a:cxnLst/>
              <a:rect l="0" t="0" r="0" b="0"/>
              <a:pathLst>
                <a:path w="1842739" h="1873055">
                  <a:moveTo>
                    <a:pt x="210513" y="1790840"/>
                  </a:moveTo>
                  <a:lnTo>
                    <a:pt x="201755" y="1775395"/>
                  </a:lnTo>
                  <a:lnTo>
                    <a:pt x="163917" y="1724867"/>
                  </a:lnTo>
                  <a:close/>
                  <a:moveTo>
                    <a:pt x="255890" y="1752403"/>
                  </a:moveTo>
                  <a:lnTo>
                    <a:pt x="339531" y="1842872"/>
                  </a:lnTo>
                  <a:lnTo>
                    <a:pt x="346187" y="1821543"/>
                  </a:lnTo>
                  <a:close/>
                  <a:moveTo>
                    <a:pt x="246913" y="1873055"/>
                  </a:moveTo>
                  <a:lnTo>
                    <a:pt x="339531" y="1842872"/>
                  </a:lnTo>
                  <a:lnTo>
                    <a:pt x="255890" y="1752403"/>
                  </a:lnTo>
                  <a:close/>
                  <a:moveTo>
                    <a:pt x="210513" y="1790840"/>
                  </a:moveTo>
                  <a:lnTo>
                    <a:pt x="246913" y="1873055"/>
                  </a:lnTo>
                  <a:lnTo>
                    <a:pt x="255890" y="1752403"/>
                  </a:lnTo>
                  <a:close/>
                  <a:moveTo>
                    <a:pt x="339531" y="1842872"/>
                  </a:moveTo>
                  <a:lnTo>
                    <a:pt x="369047" y="1834618"/>
                  </a:lnTo>
                  <a:lnTo>
                    <a:pt x="346187" y="1821543"/>
                  </a:lnTo>
                  <a:close/>
                  <a:moveTo>
                    <a:pt x="210513" y="1790840"/>
                  </a:moveTo>
                  <a:lnTo>
                    <a:pt x="255890" y="1752403"/>
                  </a:lnTo>
                  <a:lnTo>
                    <a:pt x="201755" y="1775395"/>
                  </a:lnTo>
                  <a:close/>
                  <a:moveTo>
                    <a:pt x="255890" y="1752403"/>
                  </a:moveTo>
                  <a:lnTo>
                    <a:pt x="252388" y="1749503"/>
                  </a:lnTo>
                  <a:lnTo>
                    <a:pt x="201755" y="1775395"/>
                  </a:lnTo>
                  <a:close/>
                  <a:moveTo>
                    <a:pt x="150565" y="1626409"/>
                  </a:moveTo>
                  <a:lnTo>
                    <a:pt x="160980" y="1708625"/>
                  </a:lnTo>
                  <a:lnTo>
                    <a:pt x="198528" y="1670188"/>
                  </a:lnTo>
                  <a:close/>
                  <a:moveTo>
                    <a:pt x="150565" y="1626409"/>
                  </a:moveTo>
                  <a:lnTo>
                    <a:pt x="198528" y="1670188"/>
                  </a:lnTo>
                  <a:lnTo>
                    <a:pt x="154688" y="1587973"/>
                  </a:lnTo>
                  <a:close/>
                  <a:moveTo>
                    <a:pt x="114862" y="1544194"/>
                  </a:moveTo>
                  <a:lnTo>
                    <a:pt x="154688" y="1587973"/>
                  </a:lnTo>
                  <a:lnTo>
                    <a:pt x="146824" y="1505758"/>
                  </a:lnTo>
                  <a:close/>
                  <a:moveTo>
                    <a:pt x="423077" y="1713967"/>
                  </a:moveTo>
                  <a:lnTo>
                    <a:pt x="369047" y="1834618"/>
                  </a:lnTo>
                  <a:lnTo>
                    <a:pt x="465415" y="1796182"/>
                  </a:lnTo>
                  <a:close/>
                  <a:moveTo>
                    <a:pt x="255890" y="1752403"/>
                  </a:moveTo>
                  <a:lnTo>
                    <a:pt x="346187" y="1821543"/>
                  </a:lnTo>
                  <a:lnTo>
                    <a:pt x="367169" y="1720311"/>
                  </a:lnTo>
                  <a:close/>
                  <a:moveTo>
                    <a:pt x="367169" y="1720311"/>
                  </a:moveTo>
                  <a:lnTo>
                    <a:pt x="423077" y="1713967"/>
                  </a:lnTo>
                  <a:lnTo>
                    <a:pt x="447198" y="1705349"/>
                  </a:lnTo>
                  <a:close/>
                  <a:moveTo>
                    <a:pt x="306065" y="1569803"/>
                  </a:moveTo>
                  <a:lnTo>
                    <a:pt x="268422" y="1594249"/>
                  </a:lnTo>
                  <a:lnTo>
                    <a:pt x="267467" y="1640683"/>
                  </a:lnTo>
                  <a:close/>
                  <a:moveTo>
                    <a:pt x="237789" y="1549537"/>
                  </a:moveTo>
                  <a:lnTo>
                    <a:pt x="154076" y="1472092"/>
                  </a:lnTo>
                  <a:lnTo>
                    <a:pt x="146824" y="1505758"/>
                  </a:lnTo>
                  <a:close/>
                  <a:moveTo>
                    <a:pt x="237789" y="1549537"/>
                  </a:moveTo>
                  <a:lnTo>
                    <a:pt x="146824" y="1505758"/>
                  </a:lnTo>
                  <a:lnTo>
                    <a:pt x="154688" y="1587973"/>
                  </a:lnTo>
                  <a:close/>
                  <a:moveTo>
                    <a:pt x="155096" y="1467322"/>
                  </a:moveTo>
                  <a:lnTo>
                    <a:pt x="114907" y="1385106"/>
                  </a:lnTo>
                  <a:lnTo>
                    <a:pt x="106821" y="1410416"/>
                  </a:lnTo>
                  <a:close/>
                  <a:moveTo>
                    <a:pt x="447198" y="1705349"/>
                  </a:moveTo>
                  <a:lnTo>
                    <a:pt x="423077" y="1713967"/>
                  </a:lnTo>
                  <a:lnTo>
                    <a:pt x="491249" y="1654845"/>
                  </a:lnTo>
                  <a:close/>
                  <a:moveTo>
                    <a:pt x="440047" y="1521470"/>
                  </a:moveTo>
                  <a:lnTo>
                    <a:pt x="405997" y="1551302"/>
                  </a:lnTo>
                  <a:lnTo>
                    <a:pt x="453013" y="1511100"/>
                  </a:lnTo>
                  <a:close/>
                  <a:moveTo>
                    <a:pt x="405997" y="1551302"/>
                  </a:moveTo>
                  <a:lnTo>
                    <a:pt x="475835" y="1631751"/>
                  </a:lnTo>
                  <a:lnTo>
                    <a:pt x="453013" y="1511100"/>
                  </a:lnTo>
                  <a:close/>
                  <a:moveTo>
                    <a:pt x="453013" y="1511100"/>
                  </a:moveTo>
                  <a:lnTo>
                    <a:pt x="475835" y="1631751"/>
                  </a:lnTo>
                  <a:lnTo>
                    <a:pt x="546497" y="1582750"/>
                  </a:lnTo>
                  <a:close/>
                  <a:moveTo>
                    <a:pt x="546497" y="1582750"/>
                  </a:moveTo>
                  <a:lnTo>
                    <a:pt x="475835" y="1631751"/>
                  </a:lnTo>
                  <a:lnTo>
                    <a:pt x="528633" y="1610136"/>
                  </a:lnTo>
                  <a:close/>
                  <a:moveTo>
                    <a:pt x="528633" y="1610136"/>
                  </a:moveTo>
                  <a:lnTo>
                    <a:pt x="596331" y="1593315"/>
                  </a:lnTo>
                  <a:lnTo>
                    <a:pt x="546497" y="1582750"/>
                  </a:lnTo>
                  <a:close/>
                  <a:moveTo>
                    <a:pt x="403101" y="1549537"/>
                  </a:moveTo>
                  <a:lnTo>
                    <a:pt x="405997" y="1551302"/>
                  </a:lnTo>
                  <a:lnTo>
                    <a:pt x="440047" y="1521470"/>
                  </a:lnTo>
                  <a:close/>
                  <a:moveTo>
                    <a:pt x="403101" y="1549537"/>
                  </a:moveTo>
                  <a:lnTo>
                    <a:pt x="440047" y="1521470"/>
                  </a:lnTo>
                  <a:lnTo>
                    <a:pt x="403017" y="1540163"/>
                  </a:lnTo>
                  <a:close/>
                  <a:moveTo>
                    <a:pt x="385992" y="1465324"/>
                  </a:moveTo>
                  <a:lnTo>
                    <a:pt x="452745" y="1510887"/>
                  </a:lnTo>
                  <a:lnTo>
                    <a:pt x="363172" y="1428885"/>
                  </a:lnTo>
                  <a:close/>
                  <a:moveTo>
                    <a:pt x="452745" y="1510887"/>
                  </a:moveTo>
                  <a:lnTo>
                    <a:pt x="385992" y="1465324"/>
                  </a:lnTo>
                  <a:lnTo>
                    <a:pt x="453013" y="1511100"/>
                  </a:lnTo>
                  <a:close/>
                  <a:moveTo>
                    <a:pt x="403017" y="1540163"/>
                  </a:moveTo>
                  <a:lnTo>
                    <a:pt x="440047" y="1521470"/>
                  </a:lnTo>
                  <a:lnTo>
                    <a:pt x="453013" y="1511100"/>
                  </a:lnTo>
                  <a:close/>
                  <a:moveTo>
                    <a:pt x="390026" y="1467322"/>
                  </a:moveTo>
                  <a:lnTo>
                    <a:pt x="403017" y="1540163"/>
                  </a:lnTo>
                  <a:lnTo>
                    <a:pt x="453013" y="1511100"/>
                  </a:lnTo>
                  <a:close/>
                  <a:moveTo>
                    <a:pt x="630205" y="1588152"/>
                  </a:moveTo>
                  <a:lnTo>
                    <a:pt x="546497" y="1582750"/>
                  </a:lnTo>
                  <a:lnTo>
                    <a:pt x="596331" y="1593315"/>
                  </a:lnTo>
                  <a:close/>
                  <a:moveTo>
                    <a:pt x="560715" y="1483961"/>
                  </a:moveTo>
                  <a:lnTo>
                    <a:pt x="546497" y="1582750"/>
                  </a:lnTo>
                  <a:lnTo>
                    <a:pt x="630205" y="1588152"/>
                  </a:lnTo>
                  <a:close/>
                  <a:moveTo>
                    <a:pt x="628195" y="1489693"/>
                  </a:moveTo>
                  <a:lnTo>
                    <a:pt x="560715" y="1483961"/>
                  </a:lnTo>
                  <a:lnTo>
                    <a:pt x="630205" y="1588152"/>
                  </a:lnTo>
                  <a:close/>
                  <a:moveTo>
                    <a:pt x="453013" y="1511100"/>
                  </a:moveTo>
                  <a:lnTo>
                    <a:pt x="546497" y="1582750"/>
                  </a:lnTo>
                  <a:lnTo>
                    <a:pt x="560715" y="1483961"/>
                  </a:lnTo>
                  <a:close/>
                  <a:moveTo>
                    <a:pt x="453013" y="1511100"/>
                  </a:moveTo>
                  <a:lnTo>
                    <a:pt x="560715" y="1483961"/>
                  </a:lnTo>
                  <a:lnTo>
                    <a:pt x="452745" y="1510887"/>
                  </a:lnTo>
                  <a:close/>
                  <a:moveTo>
                    <a:pt x="452745" y="1510887"/>
                  </a:moveTo>
                  <a:lnTo>
                    <a:pt x="560715" y="1483961"/>
                  </a:lnTo>
                  <a:lnTo>
                    <a:pt x="554804" y="1398607"/>
                  </a:lnTo>
                  <a:close/>
                  <a:moveTo>
                    <a:pt x="439496" y="1390449"/>
                  </a:moveTo>
                  <a:lnTo>
                    <a:pt x="363172" y="1428885"/>
                  </a:lnTo>
                  <a:lnTo>
                    <a:pt x="452745" y="1510887"/>
                  </a:lnTo>
                  <a:close/>
                  <a:moveTo>
                    <a:pt x="439496" y="1390449"/>
                  </a:moveTo>
                  <a:lnTo>
                    <a:pt x="357028" y="1346670"/>
                  </a:lnTo>
                  <a:lnTo>
                    <a:pt x="363172" y="1428885"/>
                  </a:lnTo>
                  <a:close/>
                  <a:moveTo>
                    <a:pt x="63669" y="844945"/>
                  </a:moveTo>
                  <a:lnTo>
                    <a:pt x="0" y="853379"/>
                  </a:lnTo>
                  <a:lnTo>
                    <a:pt x="117198" y="877101"/>
                  </a:lnTo>
                  <a:close/>
                  <a:moveTo>
                    <a:pt x="771843" y="1352012"/>
                  </a:moveTo>
                  <a:lnTo>
                    <a:pt x="853460" y="1327649"/>
                  </a:lnTo>
                  <a:lnTo>
                    <a:pt x="805344" y="1231360"/>
                  </a:lnTo>
                  <a:close/>
                  <a:moveTo>
                    <a:pt x="768523" y="1209949"/>
                  </a:moveTo>
                  <a:lnTo>
                    <a:pt x="801022" y="1116253"/>
                  </a:lnTo>
                  <a:lnTo>
                    <a:pt x="698928" y="1131912"/>
                  </a:lnTo>
                  <a:close/>
                  <a:moveTo>
                    <a:pt x="698928" y="1131912"/>
                  </a:moveTo>
                  <a:lnTo>
                    <a:pt x="801022" y="1116253"/>
                  </a:lnTo>
                  <a:lnTo>
                    <a:pt x="793938" y="1110709"/>
                  </a:lnTo>
                  <a:close/>
                  <a:moveTo>
                    <a:pt x="891587" y="1192924"/>
                  </a:moveTo>
                  <a:lnTo>
                    <a:pt x="805344" y="1231360"/>
                  </a:lnTo>
                  <a:lnTo>
                    <a:pt x="864906" y="1291648"/>
                  </a:lnTo>
                  <a:close/>
                  <a:moveTo>
                    <a:pt x="893335" y="1095047"/>
                  </a:moveTo>
                  <a:lnTo>
                    <a:pt x="858759" y="1053463"/>
                  </a:lnTo>
                  <a:lnTo>
                    <a:pt x="857749" y="1072273"/>
                  </a:lnTo>
                  <a:close/>
                  <a:moveTo>
                    <a:pt x="858759" y="1053463"/>
                  </a:moveTo>
                  <a:lnTo>
                    <a:pt x="893335" y="1095047"/>
                  </a:lnTo>
                  <a:lnTo>
                    <a:pt x="989971" y="1050184"/>
                  </a:lnTo>
                  <a:close/>
                  <a:moveTo>
                    <a:pt x="534848" y="604161"/>
                  </a:moveTo>
                  <a:lnTo>
                    <a:pt x="482914" y="496767"/>
                  </a:lnTo>
                  <a:lnTo>
                    <a:pt x="461653" y="502983"/>
                  </a:lnTo>
                  <a:close/>
                  <a:moveTo>
                    <a:pt x="571206" y="458330"/>
                  </a:moveTo>
                  <a:lnTo>
                    <a:pt x="553023" y="531136"/>
                  </a:lnTo>
                  <a:lnTo>
                    <a:pt x="596220" y="477446"/>
                  </a:lnTo>
                  <a:close/>
                  <a:moveTo>
                    <a:pt x="571206" y="458330"/>
                  </a:moveTo>
                  <a:lnTo>
                    <a:pt x="482914" y="496767"/>
                  </a:lnTo>
                  <a:lnTo>
                    <a:pt x="553023" y="531136"/>
                  </a:lnTo>
                  <a:close/>
                  <a:moveTo>
                    <a:pt x="1330675" y="1182050"/>
                  </a:moveTo>
                  <a:lnTo>
                    <a:pt x="1353549" y="1143162"/>
                  </a:lnTo>
                  <a:lnTo>
                    <a:pt x="1261059" y="1178054"/>
                  </a:lnTo>
                  <a:close/>
                  <a:moveTo>
                    <a:pt x="1261059" y="1178054"/>
                  </a:moveTo>
                  <a:lnTo>
                    <a:pt x="1353549" y="1143162"/>
                  </a:lnTo>
                  <a:lnTo>
                    <a:pt x="1263198" y="1116051"/>
                  </a:lnTo>
                  <a:close/>
                  <a:moveTo>
                    <a:pt x="1367889" y="1159830"/>
                  </a:moveTo>
                  <a:lnTo>
                    <a:pt x="1330675" y="1182050"/>
                  </a:lnTo>
                  <a:lnTo>
                    <a:pt x="1316297" y="1219085"/>
                  </a:lnTo>
                  <a:close/>
                  <a:moveTo>
                    <a:pt x="1367889" y="1159830"/>
                  </a:moveTo>
                  <a:lnTo>
                    <a:pt x="1466406" y="1121393"/>
                  </a:lnTo>
                  <a:lnTo>
                    <a:pt x="1353549" y="1143162"/>
                  </a:lnTo>
                  <a:close/>
                  <a:moveTo>
                    <a:pt x="1352866" y="925406"/>
                  </a:moveTo>
                  <a:lnTo>
                    <a:pt x="1337022" y="976706"/>
                  </a:lnTo>
                  <a:lnTo>
                    <a:pt x="1338729" y="956963"/>
                  </a:lnTo>
                  <a:close/>
                  <a:moveTo>
                    <a:pt x="1802002" y="962305"/>
                  </a:moveTo>
                  <a:lnTo>
                    <a:pt x="1760891" y="905909"/>
                  </a:lnTo>
                  <a:lnTo>
                    <a:pt x="1715056" y="949743"/>
                  </a:lnTo>
                  <a:close/>
                  <a:moveTo>
                    <a:pt x="1802002" y="962305"/>
                  </a:moveTo>
                  <a:lnTo>
                    <a:pt x="1842739" y="923868"/>
                  </a:lnTo>
                  <a:lnTo>
                    <a:pt x="1760891" y="905909"/>
                  </a:lnTo>
                  <a:close/>
                  <a:moveTo>
                    <a:pt x="1734451" y="795878"/>
                  </a:moveTo>
                  <a:lnTo>
                    <a:pt x="1736458" y="814558"/>
                  </a:lnTo>
                  <a:lnTo>
                    <a:pt x="1694452" y="767805"/>
                  </a:lnTo>
                  <a:close/>
                  <a:moveTo>
                    <a:pt x="1694452" y="767805"/>
                  </a:moveTo>
                  <a:lnTo>
                    <a:pt x="1736458" y="814558"/>
                  </a:lnTo>
                  <a:lnTo>
                    <a:pt x="1772110" y="841654"/>
                  </a:lnTo>
                  <a:close/>
                  <a:moveTo>
                    <a:pt x="1693160" y="715660"/>
                  </a:moveTo>
                  <a:lnTo>
                    <a:pt x="1727745" y="781981"/>
                  </a:lnTo>
                  <a:lnTo>
                    <a:pt x="1697145" y="677223"/>
                  </a:lnTo>
                  <a:close/>
                  <a:moveTo>
                    <a:pt x="1697145" y="677223"/>
                  </a:moveTo>
                  <a:lnTo>
                    <a:pt x="1727745" y="781981"/>
                  </a:lnTo>
                  <a:lnTo>
                    <a:pt x="1694452" y="767805"/>
                  </a:lnTo>
                  <a:close/>
                  <a:moveTo>
                    <a:pt x="1694452" y="767805"/>
                  </a:moveTo>
                  <a:lnTo>
                    <a:pt x="1727745" y="781981"/>
                  </a:lnTo>
                  <a:lnTo>
                    <a:pt x="1734451" y="795878"/>
                  </a:lnTo>
                  <a:close/>
                  <a:moveTo>
                    <a:pt x="1623105" y="309927"/>
                  </a:moveTo>
                  <a:lnTo>
                    <a:pt x="1653676" y="400587"/>
                  </a:lnTo>
                  <a:lnTo>
                    <a:pt x="1653271" y="351791"/>
                  </a:lnTo>
                  <a:close/>
                  <a:moveTo>
                    <a:pt x="1564649" y="227711"/>
                  </a:moveTo>
                  <a:lnTo>
                    <a:pt x="1658749" y="296370"/>
                  </a:lnTo>
                  <a:lnTo>
                    <a:pt x="1656409" y="198180"/>
                  </a:lnTo>
                  <a:close/>
                  <a:moveTo>
                    <a:pt x="1661864" y="168713"/>
                  </a:moveTo>
                  <a:lnTo>
                    <a:pt x="1564649" y="227711"/>
                  </a:lnTo>
                  <a:lnTo>
                    <a:pt x="1656409" y="198180"/>
                  </a:lnTo>
                  <a:close/>
                  <a:moveTo>
                    <a:pt x="1631836" y="68623"/>
                  </a:moveTo>
                  <a:lnTo>
                    <a:pt x="1579725" y="107060"/>
                  </a:lnTo>
                  <a:lnTo>
                    <a:pt x="1661864" y="168713"/>
                  </a:lnTo>
                  <a:close/>
                  <a:moveTo>
                    <a:pt x="1631836" y="68623"/>
                  </a:moveTo>
                  <a:lnTo>
                    <a:pt x="1579413" y="0"/>
                  </a:lnTo>
                  <a:lnTo>
                    <a:pt x="1579082" y="24845"/>
                  </a:lnTo>
                  <a:close/>
                  <a:moveTo>
                    <a:pt x="1631836" y="68623"/>
                  </a:moveTo>
                  <a:lnTo>
                    <a:pt x="1579082" y="24845"/>
                  </a:lnTo>
                  <a:lnTo>
                    <a:pt x="1579725" y="107060"/>
                  </a:lnTo>
                  <a:close/>
                </a:path>
              </a:pathLst>
            </a:custGeom>
            <a:solidFill>
              <a:srgbClr val="E0E5E9"/>
            </a:solidFill>
            <a:ln w="1524">
              <a:solidFill>
                <a:srgbClr val="E0E5E9"/>
              </a:solidFill>
            </a:ln>
          </p:spPr>
        </p:sp>
        <p:sp>
          <p:nvSpPr>
            <p:cNvPr id="2000" name="Candidate_density__1999">
              <a:extLst>
                <a:ext uri="{FF2B5EF4-FFF2-40B4-BE49-F238E27FC236}">
                  <a16:creationId xmlns:a16="http://schemas.microsoft.com/office/drawing/2014/main" id="{4C8B7EF8-F004-005C-9ED4-94B66D1A54C9}"/>
                </a:ext>
              </a:extLst>
            </p:cNvPr>
            <p:cNvSpPr>
              <a:spLocks noGrp="1"/>
            </p:cNvSpPr>
            <p:nvPr/>
          </p:nvSpPr>
          <p:spPr>
            <a:xfrm>
              <a:off x="4523862" y="3548694"/>
              <a:ext cx="2268183" cy="1807140"/>
            </a:xfrm>
            <a:custGeom>
              <a:avLst/>
              <a:gdLst/>
              <a:ahLst/>
              <a:cxnLst/>
              <a:rect l="0" t="0" r="0" b="0"/>
              <a:pathLst>
                <a:path w="2268183" h="1807140">
                  <a:moveTo>
                    <a:pt x="512051" y="1768796"/>
                  </a:moveTo>
                  <a:lnTo>
                    <a:pt x="532502" y="1797285"/>
                  </a:lnTo>
                  <a:lnTo>
                    <a:pt x="577799" y="1807140"/>
                  </a:lnTo>
                  <a:close/>
                  <a:moveTo>
                    <a:pt x="696955" y="1758787"/>
                  </a:moveTo>
                  <a:lnTo>
                    <a:pt x="634185" y="1730360"/>
                  </a:lnTo>
                  <a:lnTo>
                    <a:pt x="577799" y="1807140"/>
                  </a:lnTo>
                  <a:close/>
                  <a:moveTo>
                    <a:pt x="0" y="1026409"/>
                  </a:moveTo>
                  <a:lnTo>
                    <a:pt x="100273" y="1072639"/>
                  </a:lnTo>
                  <a:lnTo>
                    <a:pt x="60289" y="1050345"/>
                  </a:lnTo>
                  <a:close/>
                  <a:moveTo>
                    <a:pt x="0" y="1026409"/>
                  </a:moveTo>
                  <a:lnTo>
                    <a:pt x="128328" y="1082765"/>
                  </a:lnTo>
                  <a:lnTo>
                    <a:pt x="100273" y="1072639"/>
                  </a:lnTo>
                  <a:close/>
                  <a:moveTo>
                    <a:pt x="100273" y="1072639"/>
                  </a:moveTo>
                  <a:lnTo>
                    <a:pt x="128328" y="1082765"/>
                  </a:lnTo>
                  <a:lnTo>
                    <a:pt x="147540" y="1097905"/>
                  </a:lnTo>
                  <a:close/>
                  <a:moveTo>
                    <a:pt x="233877" y="1142043"/>
                  </a:moveTo>
                  <a:lnTo>
                    <a:pt x="147540" y="1097905"/>
                  </a:lnTo>
                  <a:lnTo>
                    <a:pt x="128328" y="1082765"/>
                  </a:lnTo>
                  <a:close/>
                  <a:moveTo>
                    <a:pt x="634185" y="1730360"/>
                  </a:moveTo>
                  <a:lnTo>
                    <a:pt x="696955" y="1758787"/>
                  </a:lnTo>
                  <a:lnTo>
                    <a:pt x="727395" y="1774139"/>
                  </a:lnTo>
                  <a:close/>
                  <a:moveTo>
                    <a:pt x="254222" y="1154854"/>
                  </a:moveTo>
                  <a:lnTo>
                    <a:pt x="337175" y="1116418"/>
                  </a:lnTo>
                  <a:lnTo>
                    <a:pt x="233877" y="1142043"/>
                  </a:lnTo>
                  <a:close/>
                  <a:moveTo>
                    <a:pt x="337175" y="1116418"/>
                  </a:moveTo>
                  <a:lnTo>
                    <a:pt x="274796" y="1079833"/>
                  </a:lnTo>
                  <a:lnTo>
                    <a:pt x="233877" y="1142043"/>
                  </a:lnTo>
                  <a:close/>
                  <a:moveTo>
                    <a:pt x="147540" y="1097905"/>
                  </a:moveTo>
                  <a:lnTo>
                    <a:pt x="99264" y="1045801"/>
                  </a:lnTo>
                  <a:lnTo>
                    <a:pt x="100273" y="1072639"/>
                  </a:lnTo>
                  <a:close/>
                  <a:moveTo>
                    <a:pt x="60289" y="1050345"/>
                  </a:moveTo>
                  <a:lnTo>
                    <a:pt x="100273" y="1072639"/>
                  </a:lnTo>
                  <a:lnTo>
                    <a:pt x="99264" y="1045801"/>
                  </a:lnTo>
                  <a:close/>
                  <a:moveTo>
                    <a:pt x="147540" y="1097905"/>
                  </a:moveTo>
                  <a:lnTo>
                    <a:pt x="233877" y="1142043"/>
                  </a:lnTo>
                  <a:lnTo>
                    <a:pt x="274796" y="1079833"/>
                  </a:lnTo>
                  <a:close/>
                  <a:moveTo>
                    <a:pt x="199219" y="1075919"/>
                  </a:moveTo>
                  <a:lnTo>
                    <a:pt x="147540" y="1097905"/>
                  </a:lnTo>
                  <a:lnTo>
                    <a:pt x="274796" y="1079833"/>
                  </a:lnTo>
                  <a:close/>
                  <a:moveTo>
                    <a:pt x="549126" y="1363063"/>
                  </a:moveTo>
                  <a:lnTo>
                    <a:pt x="527054" y="1250466"/>
                  </a:lnTo>
                  <a:lnTo>
                    <a:pt x="535921" y="1333544"/>
                  </a:lnTo>
                  <a:close/>
                  <a:moveTo>
                    <a:pt x="337175" y="1116418"/>
                  </a:moveTo>
                  <a:lnTo>
                    <a:pt x="356974" y="1077981"/>
                  </a:lnTo>
                  <a:lnTo>
                    <a:pt x="274796" y="1079833"/>
                  </a:lnTo>
                  <a:close/>
                  <a:moveTo>
                    <a:pt x="397600" y="1185221"/>
                  </a:moveTo>
                  <a:lnTo>
                    <a:pt x="367839" y="1149044"/>
                  </a:lnTo>
                  <a:lnTo>
                    <a:pt x="410516" y="1116418"/>
                  </a:lnTo>
                  <a:close/>
                  <a:moveTo>
                    <a:pt x="826067" y="1286191"/>
                  </a:moveTo>
                  <a:lnTo>
                    <a:pt x="772647" y="1222774"/>
                  </a:lnTo>
                  <a:lnTo>
                    <a:pt x="812404" y="1266165"/>
                  </a:lnTo>
                  <a:close/>
                  <a:moveTo>
                    <a:pt x="822308" y="1282493"/>
                  </a:moveTo>
                  <a:lnTo>
                    <a:pt x="812404" y="1266165"/>
                  </a:lnTo>
                  <a:lnTo>
                    <a:pt x="759273" y="1173055"/>
                  </a:lnTo>
                  <a:close/>
                  <a:moveTo>
                    <a:pt x="822308" y="1282493"/>
                  </a:moveTo>
                  <a:lnTo>
                    <a:pt x="819942" y="1294349"/>
                  </a:lnTo>
                  <a:lnTo>
                    <a:pt x="826067" y="1286191"/>
                  </a:lnTo>
                  <a:close/>
                  <a:moveTo>
                    <a:pt x="822308" y="1282493"/>
                  </a:moveTo>
                  <a:lnTo>
                    <a:pt x="826067" y="1286191"/>
                  </a:lnTo>
                  <a:lnTo>
                    <a:pt x="812404" y="1266165"/>
                  </a:lnTo>
                  <a:close/>
                  <a:moveTo>
                    <a:pt x="689642" y="929387"/>
                  </a:moveTo>
                  <a:lnTo>
                    <a:pt x="688926" y="957330"/>
                  </a:lnTo>
                  <a:lnTo>
                    <a:pt x="704811" y="927351"/>
                  </a:lnTo>
                  <a:close/>
                  <a:moveTo>
                    <a:pt x="679247" y="918894"/>
                  </a:moveTo>
                  <a:lnTo>
                    <a:pt x="689642" y="929387"/>
                  </a:lnTo>
                  <a:lnTo>
                    <a:pt x="704811" y="927351"/>
                  </a:lnTo>
                  <a:close/>
                  <a:moveTo>
                    <a:pt x="679247" y="918894"/>
                  </a:moveTo>
                  <a:lnTo>
                    <a:pt x="644889" y="865678"/>
                  </a:lnTo>
                  <a:lnTo>
                    <a:pt x="689642" y="929387"/>
                  </a:lnTo>
                  <a:close/>
                  <a:moveTo>
                    <a:pt x="679247" y="918894"/>
                  </a:moveTo>
                  <a:lnTo>
                    <a:pt x="704811" y="927351"/>
                  </a:lnTo>
                  <a:lnTo>
                    <a:pt x="715017" y="908758"/>
                  </a:lnTo>
                  <a:close/>
                  <a:moveTo>
                    <a:pt x="805295" y="895955"/>
                  </a:moveTo>
                  <a:lnTo>
                    <a:pt x="704811" y="927351"/>
                  </a:lnTo>
                  <a:lnTo>
                    <a:pt x="785590" y="950711"/>
                  </a:lnTo>
                  <a:close/>
                  <a:moveTo>
                    <a:pt x="805295" y="895955"/>
                  </a:moveTo>
                  <a:lnTo>
                    <a:pt x="715017" y="908758"/>
                  </a:lnTo>
                  <a:lnTo>
                    <a:pt x="704811" y="927351"/>
                  </a:lnTo>
                  <a:close/>
                  <a:moveTo>
                    <a:pt x="1130044" y="1187390"/>
                  </a:moveTo>
                  <a:lnTo>
                    <a:pt x="1203313" y="1182671"/>
                  </a:lnTo>
                  <a:lnTo>
                    <a:pt x="1255068" y="1160974"/>
                  </a:lnTo>
                  <a:close/>
                  <a:moveTo>
                    <a:pt x="1122887" y="968014"/>
                  </a:moveTo>
                  <a:lnTo>
                    <a:pt x="1123897" y="949205"/>
                  </a:lnTo>
                  <a:lnTo>
                    <a:pt x="1112009" y="924235"/>
                  </a:lnTo>
                  <a:close/>
                  <a:moveTo>
                    <a:pt x="1122887" y="968014"/>
                  </a:moveTo>
                  <a:lnTo>
                    <a:pt x="1112009" y="924235"/>
                  </a:lnTo>
                  <a:lnTo>
                    <a:pt x="1135275" y="885799"/>
                  </a:lnTo>
                  <a:close/>
                  <a:moveTo>
                    <a:pt x="1595813" y="1077792"/>
                  </a:moveTo>
                  <a:lnTo>
                    <a:pt x="1520241" y="1164692"/>
                  </a:lnTo>
                  <a:lnTo>
                    <a:pt x="1581435" y="1114826"/>
                  </a:lnTo>
                  <a:close/>
                  <a:moveTo>
                    <a:pt x="1595813" y="1077792"/>
                  </a:moveTo>
                  <a:lnTo>
                    <a:pt x="1526197" y="1073796"/>
                  </a:lnTo>
                  <a:lnTo>
                    <a:pt x="1520241" y="1164692"/>
                  </a:lnTo>
                  <a:close/>
                  <a:moveTo>
                    <a:pt x="1698710" y="1137786"/>
                  </a:moveTo>
                  <a:lnTo>
                    <a:pt x="1700686" y="1153216"/>
                  </a:lnTo>
                  <a:lnTo>
                    <a:pt x="1724383" y="1155427"/>
                  </a:lnTo>
                  <a:close/>
                  <a:moveTo>
                    <a:pt x="1793559" y="896484"/>
                  </a:moveTo>
                  <a:lnTo>
                    <a:pt x="1774135" y="852705"/>
                  </a:lnTo>
                  <a:lnTo>
                    <a:pt x="1801187" y="814269"/>
                  </a:lnTo>
                  <a:close/>
                  <a:moveTo>
                    <a:pt x="2107877" y="819610"/>
                  </a:moveTo>
                  <a:lnTo>
                    <a:pt x="2132244" y="920115"/>
                  </a:lnTo>
                  <a:lnTo>
                    <a:pt x="2180370" y="884847"/>
                  </a:lnTo>
                  <a:close/>
                  <a:moveTo>
                    <a:pt x="2268183" y="794627"/>
                  </a:moveTo>
                  <a:lnTo>
                    <a:pt x="2200958" y="788687"/>
                  </a:lnTo>
                  <a:lnTo>
                    <a:pt x="2180370" y="884847"/>
                  </a:lnTo>
                  <a:close/>
                  <a:moveTo>
                    <a:pt x="2248128" y="710839"/>
                  </a:moveTo>
                  <a:lnTo>
                    <a:pt x="2206429" y="767075"/>
                  </a:lnTo>
                  <a:lnTo>
                    <a:pt x="2200958" y="788687"/>
                  </a:lnTo>
                  <a:close/>
                  <a:moveTo>
                    <a:pt x="1927002" y="64454"/>
                  </a:moveTo>
                  <a:lnTo>
                    <a:pt x="1921547" y="93922"/>
                  </a:lnTo>
                  <a:lnTo>
                    <a:pt x="1958664" y="2802"/>
                  </a:lnTo>
                  <a:close/>
                  <a:moveTo>
                    <a:pt x="1958664" y="2802"/>
                  </a:moveTo>
                  <a:lnTo>
                    <a:pt x="1967321" y="0"/>
                  </a:lnTo>
                  <a:lnTo>
                    <a:pt x="1927002" y="64454"/>
                  </a:lnTo>
                  <a:close/>
                </a:path>
              </a:pathLst>
            </a:custGeom>
            <a:solidFill>
              <a:srgbClr val="D8DEE3"/>
            </a:solidFill>
            <a:ln w="1524">
              <a:solidFill>
                <a:srgbClr val="D8DEE3"/>
              </a:solidFill>
            </a:ln>
          </p:spPr>
        </p:sp>
        <p:sp>
          <p:nvSpPr>
            <p:cNvPr id="2001" name="Candidate_density__2000">
              <a:extLst>
                <a:ext uri="{FF2B5EF4-FFF2-40B4-BE49-F238E27FC236}">
                  <a16:creationId xmlns:a16="http://schemas.microsoft.com/office/drawing/2014/main" id="{BA496813-E675-0F4C-EA62-702C2F397DA9}"/>
                </a:ext>
              </a:extLst>
            </p:cNvPr>
            <p:cNvSpPr>
              <a:spLocks noGrp="1"/>
            </p:cNvSpPr>
            <p:nvPr/>
          </p:nvSpPr>
          <p:spPr>
            <a:xfrm>
              <a:off x="4778084" y="3642616"/>
              <a:ext cx="1878022" cy="1713218"/>
            </a:xfrm>
            <a:custGeom>
              <a:avLst/>
              <a:gdLst/>
              <a:ahLst/>
              <a:cxnLst/>
              <a:rect l="0" t="0" r="0" b="0"/>
              <a:pathLst>
                <a:path w="1878022" h="1713218">
                  <a:moveTo>
                    <a:pt x="257829" y="1674875"/>
                  </a:moveTo>
                  <a:lnTo>
                    <a:pt x="323577" y="1713218"/>
                  </a:lnTo>
                  <a:lnTo>
                    <a:pt x="350447" y="1644692"/>
                  </a:lnTo>
                  <a:close/>
                  <a:moveTo>
                    <a:pt x="323577" y="1713218"/>
                  </a:moveTo>
                  <a:lnTo>
                    <a:pt x="379963" y="1636438"/>
                  </a:lnTo>
                  <a:lnTo>
                    <a:pt x="350447" y="1644692"/>
                  </a:lnTo>
                  <a:close/>
                  <a:moveTo>
                    <a:pt x="458114" y="1507169"/>
                  </a:moveTo>
                  <a:lnTo>
                    <a:pt x="372827" y="1472008"/>
                  </a:lnTo>
                  <a:lnTo>
                    <a:pt x="378085" y="1522131"/>
                  </a:lnTo>
                  <a:close/>
                  <a:moveTo>
                    <a:pt x="378085" y="1522131"/>
                  </a:moveTo>
                  <a:lnTo>
                    <a:pt x="372827" y="1472008"/>
                  </a:lnTo>
                  <a:lnTo>
                    <a:pt x="359377" y="1437248"/>
                  </a:lnTo>
                  <a:close/>
                  <a:moveTo>
                    <a:pt x="502355" y="1542286"/>
                  </a:moveTo>
                  <a:lnTo>
                    <a:pt x="458114" y="1507169"/>
                  </a:lnTo>
                  <a:lnTo>
                    <a:pt x="468590" y="1515787"/>
                  </a:lnTo>
                  <a:close/>
                  <a:moveTo>
                    <a:pt x="295872" y="1351356"/>
                  </a:moveTo>
                  <a:lnTo>
                    <a:pt x="279338" y="1396069"/>
                  </a:lnTo>
                  <a:lnTo>
                    <a:pt x="316981" y="1371623"/>
                  </a:lnTo>
                  <a:close/>
                  <a:moveTo>
                    <a:pt x="316981" y="1371623"/>
                  </a:moveTo>
                  <a:lnTo>
                    <a:pt x="278382" y="1442503"/>
                  </a:lnTo>
                  <a:lnTo>
                    <a:pt x="359377" y="1437248"/>
                  </a:lnTo>
                  <a:close/>
                  <a:moveTo>
                    <a:pt x="372827" y="1472008"/>
                  </a:moveTo>
                  <a:lnTo>
                    <a:pt x="316981" y="1371623"/>
                  </a:lnTo>
                  <a:lnTo>
                    <a:pt x="359377" y="1437248"/>
                  </a:lnTo>
                  <a:close/>
                  <a:moveTo>
                    <a:pt x="316981" y="1371623"/>
                  </a:moveTo>
                  <a:lnTo>
                    <a:pt x="287365" y="1362626"/>
                  </a:lnTo>
                  <a:lnTo>
                    <a:pt x="295872" y="1351356"/>
                  </a:lnTo>
                  <a:close/>
                  <a:moveTo>
                    <a:pt x="82952" y="1022496"/>
                  </a:moveTo>
                  <a:lnTo>
                    <a:pt x="71196" y="1111723"/>
                  </a:lnTo>
                  <a:lnTo>
                    <a:pt x="113616" y="1055122"/>
                  </a:lnTo>
                  <a:close/>
                  <a:moveTo>
                    <a:pt x="82952" y="1022496"/>
                  </a:moveTo>
                  <a:lnTo>
                    <a:pt x="0" y="1060932"/>
                  </a:lnTo>
                  <a:lnTo>
                    <a:pt x="71196" y="1111723"/>
                  </a:lnTo>
                  <a:close/>
                  <a:moveTo>
                    <a:pt x="520946" y="1463430"/>
                  </a:moveTo>
                  <a:lnTo>
                    <a:pt x="607246" y="1395135"/>
                  </a:lnTo>
                  <a:lnTo>
                    <a:pt x="539548" y="1411956"/>
                  </a:lnTo>
                  <a:close/>
                  <a:moveTo>
                    <a:pt x="281699" y="1239622"/>
                  </a:moveTo>
                  <a:lnTo>
                    <a:pt x="295872" y="1351356"/>
                  </a:lnTo>
                  <a:lnTo>
                    <a:pt x="294904" y="1269141"/>
                  </a:lnTo>
                  <a:close/>
                  <a:moveTo>
                    <a:pt x="82952" y="1022496"/>
                  </a:moveTo>
                  <a:lnTo>
                    <a:pt x="113616" y="1055122"/>
                  </a:lnTo>
                  <a:lnTo>
                    <a:pt x="127331" y="1066274"/>
                  </a:lnTo>
                  <a:close/>
                  <a:moveTo>
                    <a:pt x="607246" y="1395135"/>
                  </a:moveTo>
                  <a:lnTo>
                    <a:pt x="638617" y="1409522"/>
                  </a:lnTo>
                  <a:lnTo>
                    <a:pt x="641120" y="1389972"/>
                  </a:lnTo>
                  <a:close/>
                  <a:moveTo>
                    <a:pt x="463661" y="1312707"/>
                  </a:moveTo>
                  <a:lnTo>
                    <a:pt x="565720" y="1200427"/>
                  </a:lnTo>
                  <a:lnTo>
                    <a:pt x="497614" y="1224449"/>
                  </a:lnTo>
                  <a:close/>
                  <a:moveTo>
                    <a:pt x="571631" y="1285781"/>
                  </a:moveTo>
                  <a:lnTo>
                    <a:pt x="593345" y="1240257"/>
                  </a:lnTo>
                  <a:lnTo>
                    <a:pt x="571845" y="1192269"/>
                  </a:lnTo>
                  <a:close/>
                  <a:moveTo>
                    <a:pt x="565720" y="1200427"/>
                  </a:moveTo>
                  <a:lnTo>
                    <a:pt x="571631" y="1285781"/>
                  </a:lnTo>
                  <a:lnTo>
                    <a:pt x="571845" y="1192269"/>
                  </a:lnTo>
                  <a:close/>
                  <a:moveTo>
                    <a:pt x="568085" y="1188571"/>
                  </a:moveTo>
                  <a:lnTo>
                    <a:pt x="497614" y="1224449"/>
                  </a:lnTo>
                  <a:lnTo>
                    <a:pt x="565720" y="1200427"/>
                  </a:lnTo>
                  <a:close/>
                  <a:moveTo>
                    <a:pt x="450589" y="833429"/>
                  </a:moveTo>
                  <a:lnTo>
                    <a:pt x="511061" y="934654"/>
                  </a:lnTo>
                  <a:lnTo>
                    <a:pt x="531368" y="856789"/>
                  </a:lnTo>
                  <a:close/>
                  <a:moveTo>
                    <a:pt x="425025" y="824972"/>
                  </a:moveTo>
                  <a:lnTo>
                    <a:pt x="373621" y="742756"/>
                  </a:lnTo>
                  <a:lnTo>
                    <a:pt x="390667" y="771756"/>
                  </a:lnTo>
                  <a:close/>
                  <a:moveTo>
                    <a:pt x="816260" y="1033180"/>
                  </a:moveTo>
                  <a:lnTo>
                    <a:pt x="864375" y="1129469"/>
                  </a:lnTo>
                  <a:lnTo>
                    <a:pt x="875822" y="1093468"/>
                  </a:lnTo>
                  <a:close/>
                  <a:moveTo>
                    <a:pt x="816260" y="1033180"/>
                  </a:moveTo>
                  <a:lnTo>
                    <a:pt x="779439" y="1011769"/>
                  </a:lnTo>
                  <a:lnTo>
                    <a:pt x="721035" y="1008606"/>
                  </a:lnTo>
                  <a:close/>
                  <a:moveTo>
                    <a:pt x="373621" y="742756"/>
                  </a:moveTo>
                  <a:lnTo>
                    <a:pt x="460794" y="814836"/>
                  </a:lnTo>
                  <a:lnTo>
                    <a:pt x="403726" y="721670"/>
                  </a:lnTo>
                  <a:close/>
                  <a:moveTo>
                    <a:pt x="425025" y="824972"/>
                  </a:moveTo>
                  <a:lnTo>
                    <a:pt x="460794" y="814836"/>
                  </a:lnTo>
                  <a:lnTo>
                    <a:pt x="373621" y="742756"/>
                  </a:lnTo>
                  <a:close/>
                  <a:moveTo>
                    <a:pt x="373621" y="742756"/>
                  </a:moveTo>
                  <a:lnTo>
                    <a:pt x="379362" y="720355"/>
                  </a:lnTo>
                  <a:lnTo>
                    <a:pt x="342779" y="650005"/>
                  </a:lnTo>
                  <a:close/>
                  <a:moveTo>
                    <a:pt x="762047" y="1033180"/>
                  </a:moveTo>
                  <a:lnTo>
                    <a:pt x="779439" y="1011769"/>
                  </a:lnTo>
                  <a:lnTo>
                    <a:pt x="709843" y="933732"/>
                  </a:lnTo>
                  <a:close/>
                  <a:moveTo>
                    <a:pt x="816260" y="1033180"/>
                  </a:moveTo>
                  <a:lnTo>
                    <a:pt x="902503" y="994744"/>
                  </a:lnTo>
                  <a:lnTo>
                    <a:pt x="779439" y="1011769"/>
                  </a:lnTo>
                  <a:close/>
                  <a:moveTo>
                    <a:pt x="902503" y="994744"/>
                  </a:moveTo>
                  <a:lnTo>
                    <a:pt x="811938" y="918073"/>
                  </a:lnTo>
                  <a:lnTo>
                    <a:pt x="779439" y="1011769"/>
                  </a:lnTo>
                  <a:close/>
                  <a:moveTo>
                    <a:pt x="909793" y="1005280"/>
                  </a:moveTo>
                  <a:lnTo>
                    <a:pt x="875822" y="1093468"/>
                  </a:lnTo>
                  <a:lnTo>
                    <a:pt x="1000846" y="1067052"/>
                  </a:lnTo>
                  <a:close/>
                  <a:moveTo>
                    <a:pt x="1000846" y="1067052"/>
                  </a:moveTo>
                  <a:lnTo>
                    <a:pt x="964828" y="995840"/>
                  </a:lnTo>
                  <a:lnTo>
                    <a:pt x="909793" y="1005280"/>
                  </a:lnTo>
                  <a:close/>
                  <a:moveTo>
                    <a:pt x="563938" y="332956"/>
                  </a:moveTo>
                  <a:lnTo>
                    <a:pt x="493830" y="298587"/>
                  </a:lnTo>
                  <a:lnTo>
                    <a:pt x="545763" y="405981"/>
                  </a:lnTo>
                  <a:close/>
                  <a:moveTo>
                    <a:pt x="545763" y="405981"/>
                  </a:moveTo>
                  <a:lnTo>
                    <a:pt x="472569" y="304803"/>
                  </a:lnTo>
                  <a:lnTo>
                    <a:pt x="497895" y="384305"/>
                  </a:lnTo>
                  <a:close/>
                  <a:moveTo>
                    <a:pt x="1171788" y="933660"/>
                  </a:moveTo>
                  <a:lnTo>
                    <a:pt x="1213556" y="917871"/>
                  </a:lnTo>
                  <a:lnTo>
                    <a:pt x="1201861" y="936783"/>
                  </a:lnTo>
                  <a:close/>
                  <a:moveTo>
                    <a:pt x="1201861" y="936783"/>
                  </a:moveTo>
                  <a:lnTo>
                    <a:pt x="1235648" y="957220"/>
                  </a:lnTo>
                  <a:lnTo>
                    <a:pt x="1274114" y="917871"/>
                  </a:lnTo>
                  <a:close/>
                  <a:moveTo>
                    <a:pt x="1378805" y="961649"/>
                  </a:moveTo>
                  <a:lnTo>
                    <a:pt x="1446464" y="1059294"/>
                  </a:lnTo>
                  <a:lnTo>
                    <a:pt x="1444488" y="1043864"/>
                  </a:lnTo>
                  <a:close/>
                  <a:moveTo>
                    <a:pt x="1327212" y="1020904"/>
                  </a:moveTo>
                  <a:lnTo>
                    <a:pt x="1446464" y="1059294"/>
                  </a:lnTo>
                  <a:lnTo>
                    <a:pt x="1378805" y="961649"/>
                  </a:lnTo>
                  <a:close/>
                  <a:moveTo>
                    <a:pt x="1378805" y="961649"/>
                  </a:moveTo>
                  <a:lnTo>
                    <a:pt x="1444488" y="1043864"/>
                  </a:lnTo>
                  <a:lnTo>
                    <a:pt x="1477322" y="923213"/>
                  </a:lnTo>
                  <a:close/>
                  <a:moveTo>
                    <a:pt x="1853654" y="725688"/>
                  </a:moveTo>
                  <a:lnTo>
                    <a:pt x="1812918" y="764125"/>
                  </a:lnTo>
                  <a:lnTo>
                    <a:pt x="1878022" y="826193"/>
                  </a:lnTo>
                  <a:close/>
                  <a:moveTo>
                    <a:pt x="1708061" y="479043"/>
                  </a:moveTo>
                  <a:lnTo>
                    <a:pt x="1705368" y="569625"/>
                  </a:lnTo>
                  <a:lnTo>
                    <a:pt x="1699544" y="501008"/>
                  </a:lnTo>
                  <a:close/>
                  <a:moveTo>
                    <a:pt x="1708061" y="479043"/>
                  </a:moveTo>
                  <a:lnTo>
                    <a:pt x="1755938" y="433195"/>
                  </a:lnTo>
                  <a:lnTo>
                    <a:pt x="1704075" y="517480"/>
                  </a:lnTo>
                  <a:close/>
                  <a:moveTo>
                    <a:pt x="1731710" y="208433"/>
                  </a:moveTo>
                  <a:lnTo>
                    <a:pt x="1664591" y="202407"/>
                  </a:lnTo>
                  <a:lnTo>
                    <a:pt x="1645502" y="298955"/>
                  </a:lnTo>
                  <a:close/>
                  <a:moveTo>
                    <a:pt x="1664591" y="202407"/>
                  </a:moveTo>
                  <a:lnTo>
                    <a:pt x="1731710" y="208433"/>
                  </a:lnTo>
                  <a:lnTo>
                    <a:pt x="1664187" y="153611"/>
                  </a:lnTo>
                  <a:close/>
                  <a:moveTo>
                    <a:pt x="1730400" y="109406"/>
                  </a:moveTo>
                  <a:lnTo>
                    <a:pt x="1669665" y="98190"/>
                  </a:lnTo>
                  <a:lnTo>
                    <a:pt x="1664187" y="153611"/>
                  </a:lnTo>
                  <a:close/>
                  <a:moveTo>
                    <a:pt x="1669665" y="98190"/>
                  </a:moveTo>
                  <a:lnTo>
                    <a:pt x="1711101" y="25003"/>
                  </a:lnTo>
                  <a:lnTo>
                    <a:pt x="1667325" y="0"/>
                  </a:lnTo>
                  <a:close/>
                </a:path>
              </a:pathLst>
            </a:custGeom>
            <a:solidFill>
              <a:srgbClr val="DCE1E6"/>
            </a:solidFill>
            <a:ln w="1524">
              <a:solidFill>
                <a:srgbClr val="DCE1E6"/>
              </a:solidFill>
            </a:ln>
          </p:spPr>
        </p:sp>
        <p:sp>
          <p:nvSpPr>
            <p:cNvPr id="2002" name="Candidate_density__2001">
              <a:extLst>
                <a:ext uri="{FF2B5EF4-FFF2-40B4-BE49-F238E27FC236}">
                  <a16:creationId xmlns:a16="http://schemas.microsoft.com/office/drawing/2014/main" id="{754E5703-31AA-F4FB-E694-6ED449011ABB}"/>
                </a:ext>
              </a:extLst>
            </p:cNvPr>
            <p:cNvSpPr>
              <a:spLocks noGrp="1"/>
            </p:cNvSpPr>
            <p:nvPr/>
          </p:nvSpPr>
          <p:spPr>
            <a:xfrm>
              <a:off x="5050916" y="3975572"/>
              <a:ext cx="1741128" cy="1382809"/>
            </a:xfrm>
            <a:custGeom>
              <a:avLst/>
              <a:gdLst/>
              <a:ahLst/>
              <a:cxnLst/>
              <a:rect l="0" t="0" r="0" b="0"/>
              <a:pathLst>
                <a:path w="1741128" h="1382809">
                  <a:moveTo>
                    <a:pt x="125956" y="1382809"/>
                  </a:moveTo>
                  <a:lnTo>
                    <a:pt x="169901" y="1331909"/>
                  </a:lnTo>
                  <a:lnTo>
                    <a:pt x="50745" y="1380262"/>
                  </a:lnTo>
                  <a:close/>
                  <a:moveTo>
                    <a:pt x="5012" y="815534"/>
                  </a:moveTo>
                  <a:lnTo>
                    <a:pt x="0" y="823588"/>
                  </a:lnTo>
                  <a:lnTo>
                    <a:pt x="22072" y="936185"/>
                  </a:lnTo>
                  <a:close/>
                  <a:moveTo>
                    <a:pt x="506607" y="678813"/>
                  </a:moveTo>
                  <a:lnTo>
                    <a:pt x="489215" y="700224"/>
                  </a:lnTo>
                  <a:lnTo>
                    <a:pt x="406302" y="725835"/>
                  </a:lnTo>
                  <a:close/>
                  <a:moveTo>
                    <a:pt x="265207" y="379581"/>
                  </a:moveTo>
                  <a:lnTo>
                    <a:pt x="212462" y="415027"/>
                  </a:lnTo>
                  <a:lnTo>
                    <a:pt x="187962" y="481880"/>
                  </a:lnTo>
                  <a:close/>
                  <a:moveTo>
                    <a:pt x="265207" y="379581"/>
                  </a:moveTo>
                  <a:lnTo>
                    <a:pt x="187962" y="481880"/>
                  </a:lnTo>
                  <a:lnTo>
                    <a:pt x="278241" y="469077"/>
                  </a:lnTo>
                  <a:close/>
                  <a:moveTo>
                    <a:pt x="282325" y="86282"/>
                  </a:moveTo>
                  <a:lnTo>
                    <a:pt x="291106" y="0"/>
                  </a:lnTo>
                  <a:lnTo>
                    <a:pt x="272932" y="73025"/>
                  </a:lnTo>
                  <a:close/>
                  <a:moveTo>
                    <a:pt x="1137101" y="718570"/>
                  </a:moveTo>
                  <a:lnTo>
                    <a:pt x="1173632" y="726338"/>
                  </a:lnTo>
                  <a:lnTo>
                    <a:pt x="1054381" y="687948"/>
                  </a:lnTo>
                  <a:close/>
                  <a:moveTo>
                    <a:pt x="1272707" y="731718"/>
                  </a:moveTo>
                  <a:lnTo>
                    <a:pt x="1197329" y="728549"/>
                  </a:lnTo>
                  <a:lnTo>
                    <a:pt x="1173632" y="726338"/>
                  </a:lnTo>
                  <a:close/>
                  <a:moveTo>
                    <a:pt x="1728437" y="272081"/>
                  </a:moveTo>
                  <a:lnTo>
                    <a:pt x="1679375" y="340197"/>
                  </a:lnTo>
                  <a:lnTo>
                    <a:pt x="1721074" y="283961"/>
                  </a:lnTo>
                  <a:close/>
                  <a:moveTo>
                    <a:pt x="1721074" y="283961"/>
                  </a:moveTo>
                  <a:lnTo>
                    <a:pt x="1673904" y="361809"/>
                  </a:lnTo>
                  <a:lnTo>
                    <a:pt x="1741128" y="367749"/>
                  </a:lnTo>
                  <a:close/>
                </a:path>
              </a:pathLst>
            </a:custGeom>
            <a:solidFill>
              <a:srgbClr val="D4DBE0"/>
            </a:solidFill>
            <a:ln w="1524">
              <a:solidFill>
                <a:srgbClr val="D4DBE0"/>
              </a:solidFill>
            </a:ln>
          </p:spPr>
        </p:sp>
        <p:sp>
          <p:nvSpPr>
            <p:cNvPr id="2003" name="Candidate_density__2002">
              <a:extLst>
                <a:ext uri="{FF2B5EF4-FFF2-40B4-BE49-F238E27FC236}">
                  <a16:creationId xmlns:a16="http://schemas.microsoft.com/office/drawing/2014/main" id="{85F1AFB2-C2F1-8522-86D8-DA7B4ED6E92F}"/>
                </a:ext>
              </a:extLst>
            </p:cNvPr>
            <p:cNvSpPr>
              <a:spLocks noGrp="1"/>
            </p:cNvSpPr>
            <p:nvPr/>
          </p:nvSpPr>
          <p:spPr>
            <a:xfrm>
              <a:off x="4772963" y="3469281"/>
              <a:ext cx="1858775" cy="1809774"/>
            </a:xfrm>
            <a:custGeom>
              <a:avLst/>
              <a:gdLst/>
              <a:ahLst/>
              <a:cxnLst/>
              <a:rect l="0" t="0" r="0" b="0"/>
              <a:pathLst>
                <a:path w="1858775" h="1809774">
                  <a:moveTo>
                    <a:pt x="214564" y="1645343"/>
                  </a:moveTo>
                  <a:lnTo>
                    <a:pt x="217791" y="1750551"/>
                  </a:lnTo>
                  <a:lnTo>
                    <a:pt x="268425" y="1724658"/>
                  </a:lnTo>
                  <a:close/>
                  <a:moveTo>
                    <a:pt x="214564" y="1645343"/>
                  </a:moveTo>
                  <a:lnTo>
                    <a:pt x="177017" y="1683780"/>
                  </a:lnTo>
                  <a:lnTo>
                    <a:pt x="217791" y="1750551"/>
                  </a:lnTo>
                  <a:close/>
                  <a:moveTo>
                    <a:pt x="383206" y="1695466"/>
                  </a:moveTo>
                  <a:lnTo>
                    <a:pt x="362224" y="1796699"/>
                  </a:lnTo>
                  <a:lnTo>
                    <a:pt x="439113" y="1689122"/>
                  </a:lnTo>
                  <a:close/>
                  <a:moveTo>
                    <a:pt x="439113" y="1689122"/>
                  </a:moveTo>
                  <a:lnTo>
                    <a:pt x="362224" y="1796699"/>
                  </a:lnTo>
                  <a:lnTo>
                    <a:pt x="385084" y="1809774"/>
                  </a:lnTo>
                  <a:close/>
                  <a:moveTo>
                    <a:pt x="170725" y="1563128"/>
                  </a:moveTo>
                  <a:lnTo>
                    <a:pt x="214564" y="1645343"/>
                  </a:lnTo>
                  <a:lnTo>
                    <a:pt x="253826" y="1524692"/>
                  </a:lnTo>
                  <a:close/>
                  <a:moveTo>
                    <a:pt x="133235" y="852256"/>
                  </a:moveTo>
                  <a:lnTo>
                    <a:pt x="16037" y="828535"/>
                  </a:lnTo>
                  <a:lnTo>
                    <a:pt x="0" y="847972"/>
                  </a:lnTo>
                  <a:close/>
                  <a:moveTo>
                    <a:pt x="660762" y="1151133"/>
                  </a:moveTo>
                  <a:lnTo>
                    <a:pt x="635249" y="1184170"/>
                  </a:lnTo>
                  <a:lnTo>
                    <a:pt x="667831" y="1124300"/>
                  </a:lnTo>
                  <a:close/>
                  <a:moveTo>
                    <a:pt x="667831" y="1124300"/>
                  </a:moveTo>
                  <a:lnTo>
                    <a:pt x="653673" y="1056804"/>
                  </a:lnTo>
                  <a:lnTo>
                    <a:pt x="660762" y="1151133"/>
                  </a:lnTo>
                  <a:close/>
                  <a:moveTo>
                    <a:pt x="667831" y="1124300"/>
                  </a:moveTo>
                  <a:lnTo>
                    <a:pt x="649519" y="1042085"/>
                  </a:lnTo>
                  <a:lnTo>
                    <a:pt x="653673" y="1056804"/>
                  </a:lnTo>
                  <a:close/>
                  <a:moveTo>
                    <a:pt x="907624" y="1168079"/>
                  </a:moveTo>
                  <a:lnTo>
                    <a:pt x="880943" y="1266803"/>
                  </a:lnTo>
                  <a:lnTo>
                    <a:pt x="914914" y="1178615"/>
                  </a:lnTo>
                  <a:close/>
                  <a:moveTo>
                    <a:pt x="667831" y="1124300"/>
                  </a:moveTo>
                  <a:lnTo>
                    <a:pt x="714965" y="1107067"/>
                  </a:lnTo>
                  <a:lnTo>
                    <a:pt x="649519" y="1042085"/>
                  </a:lnTo>
                  <a:close/>
                  <a:moveTo>
                    <a:pt x="362060" y="504870"/>
                  </a:moveTo>
                  <a:lnTo>
                    <a:pt x="366716" y="548794"/>
                  </a:lnTo>
                  <a:lnTo>
                    <a:pt x="356426" y="516131"/>
                  </a:lnTo>
                  <a:close/>
                  <a:moveTo>
                    <a:pt x="362060" y="504870"/>
                  </a:moveTo>
                  <a:lnTo>
                    <a:pt x="356426" y="516131"/>
                  </a:lnTo>
                  <a:lnTo>
                    <a:pt x="356327" y="510358"/>
                  </a:lnTo>
                  <a:close/>
                  <a:moveTo>
                    <a:pt x="944646" y="1129643"/>
                  </a:moveTo>
                  <a:lnTo>
                    <a:pt x="907624" y="1168079"/>
                  </a:lnTo>
                  <a:lnTo>
                    <a:pt x="914914" y="1178615"/>
                  </a:lnTo>
                  <a:close/>
                  <a:moveTo>
                    <a:pt x="907624" y="1168079"/>
                  </a:moveTo>
                  <a:lnTo>
                    <a:pt x="944646" y="1129643"/>
                  </a:lnTo>
                  <a:lnTo>
                    <a:pt x="909371" y="1070202"/>
                  </a:lnTo>
                  <a:close/>
                  <a:moveTo>
                    <a:pt x="817059" y="1091409"/>
                  </a:moveTo>
                  <a:lnTo>
                    <a:pt x="907624" y="1168079"/>
                  </a:lnTo>
                  <a:lnTo>
                    <a:pt x="909371" y="1070202"/>
                  </a:lnTo>
                  <a:close/>
                  <a:moveTo>
                    <a:pt x="1006008" y="1025339"/>
                  </a:moveTo>
                  <a:lnTo>
                    <a:pt x="909371" y="1070202"/>
                  </a:lnTo>
                  <a:lnTo>
                    <a:pt x="972803" y="1047428"/>
                  </a:lnTo>
                  <a:close/>
                  <a:moveTo>
                    <a:pt x="909371" y="1070202"/>
                  </a:moveTo>
                  <a:lnTo>
                    <a:pt x="953509" y="1107711"/>
                  </a:lnTo>
                  <a:lnTo>
                    <a:pt x="972803" y="1047428"/>
                  </a:lnTo>
                  <a:close/>
                  <a:moveTo>
                    <a:pt x="369938" y="505146"/>
                  </a:moveTo>
                  <a:lnTo>
                    <a:pt x="503016" y="557641"/>
                  </a:lnTo>
                  <a:lnTo>
                    <a:pt x="477690" y="478138"/>
                  </a:lnTo>
                  <a:close/>
                  <a:moveTo>
                    <a:pt x="362060" y="504870"/>
                  </a:moveTo>
                  <a:lnTo>
                    <a:pt x="356327" y="510358"/>
                  </a:lnTo>
                  <a:lnTo>
                    <a:pt x="369938" y="505146"/>
                  </a:lnTo>
                  <a:close/>
                  <a:moveTo>
                    <a:pt x="369938" y="505146"/>
                  </a:moveTo>
                  <a:lnTo>
                    <a:pt x="428277" y="473791"/>
                  </a:lnTo>
                  <a:lnTo>
                    <a:pt x="362060" y="504870"/>
                  </a:lnTo>
                  <a:close/>
                  <a:moveTo>
                    <a:pt x="369938" y="505146"/>
                  </a:moveTo>
                  <a:lnTo>
                    <a:pt x="477690" y="478138"/>
                  </a:lnTo>
                  <a:lnTo>
                    <a:pt x="428277" y="473791"/>
                  </a:lnTo>
                  <a:close/>
                  <a:moveTo>
                    <a:pt x="552984" y="446189"/>
                  </a:moveTo>
                  <a:lnTo>
                    <a:pt x="477690" y="478138"/>
                  </a:lnTo>
                  <a:lnTo>
                    <a:pt x="498951" y="471922"/>
                  </a:lnTo>
                  <a:close/>
                  <a:moveTo>
                    <a:pt x="428277" y="473791"/>
                  </a:moveTo>
                  <a:lnTo>
                    <a:pt x="477690" y="478138"/>
                  </a:lnTo>
                  <a:lnTo>
                    <a:pt x="552984" y="446189"/>
                  </a:lnTo>
                  <a:close/>
                  <a:moveTo>
                    <a:pt x="605379" y="426883"/>
                  </a:moveTo>
                  <a:lnTo>
                    <a:pt x="552984" y="446189"/>
                  </a:lnTo>
                  <a:lnTo>
                    <a:pt x="498951" y="471922"/>
                  </a:lnTo>
                  <a:close/>
                  <a:moveTo>
                    <a:pt x="1279235" y="1091206"/>
                  </a:moveTo>
                  <a:lnTo>
                    <a:pt x="1369586" y="1118317"/>
                  </a:lnTo>
                  <a:lnTo>
                    <a:pt x="1326501" y="1052770"/>
                  </a:lnTo>
                  <a:close/>
                  <a:moveTo>
                    <a:pt x="1346712" y="1157205"/>
                  </a:moveTo>
                  <a:lnTo>
                    <a:pt x="1383926" y="1134985"/>
                  </a:lnTo>
                  <a:lnTo>
                    <a:pt x="1369586" y="1118317"/>
                  </a:lnTo>
                  <a:close/>
                  <a:moveTo>
                    <a:pt x="1340051" y="1007892"/>
                  </a:moveTo>
                  <a:lnTo>
                    <a:pt x="1301013" y="1077139"/>
                  </a:lnTo>
                  <a:lnTo>
                    <a:pt x="1279235" y="1091206"/>
                  </a:lnTo>
                  <a:close/>
                  <a:moveTo>
                    <a:pt x="1326501" y="1052770"/>
                  </a:moveTo>
                  <a:lnTo>
                    <a:pt x="1353058" y="951861"/>
                  </a:lnTo>
                  <a:lnTo>
                    <a:pt x="1340051" y="1007892"/>
                  </a:lnTo>
                  <a:close/>
                  <a:moveTo>
                    <a:pt x="1354766" y="932118"/>
                  </a:moveTo>
                  <a:lnTo>
                    <a:pt x="1353058" y="951861"/>
                  </a:lnTo>
                  <a:lnTo>
                    <a:pt x="1326501" y="1052770"/>
                  </a:lnTo>
                  <a:close/>
                  <a:moveTo>
                    <a:pt x="1761061" y="855245"/>
                  </a:moveTo>
                  <a:lnTo>
                    <a:pt x="1731093" y="924898"/>
                  </a:lnTo>
                  <a:lnTo>
                    <a:pt x="1776928" y="881064"/>
                  </a:lnTo>
                  <a:close/>
                  <a:moveTo>
                    <a:pt x="1858775" y="899024"/>
                  </a:moveTo>
                  <a:lnTo>
                    <a:pt x="1833384" y="876942"/>
                  </a:lnTo>
                  <a:lnTo>
                    <a:pt x="1776928" y="881064"/>
                  </a:lnTo>
                  <a:close/>
                  <a:moveTo>
                    <a:pt x="1788147" y="816809"/>
                  </a:moveTo>
                  <a:lnTo>
                    <a:pt x="1776928" y="881064"/>
                  </a:lnTo>
                  <a:lnTo>
                    <a:pt x="1833384" y="876942"/>
                  </a:lnTo>
                  <a:close/>
                  <a:moveTo>
                    <a:pt x="1788147" y="816809"/>
                  </a:moveTo>
                  <a:lnTo>
                    <a:pt x="1761061" y="855245"/>
                  </a:lnTo>
                  <a:lnTo>
                    <a:pt x="1776928" y="881064"/>
                  </a:lnTo>
                  <a:close/>
                  <a:moveTo>
                    <a:pt x="1788147" y="816809"/>
                  </a:moveTo>
                  <a:lnTo>
                    <a:pt x="1752495" y="789714"/>
                  </a:lnTo>
                  <a:lnTo>
                    <a:pt x="1761061" y="855245"/>
                  </a:lnTo>
                  <a:close/>
                  <a:moveTo>
                    <a:pt x="1590779" y="405733"/>
                  </a:moveTo>
                  <a:lnTo>
                    <a:pt x="1644624" y="496231"/>
                  </a:lnTo>
                  <a:lnTo>
                    <a:pt x="1650624" y="472290"/>
                  </a:lnTo>
                  <a:close/>
                  <a:moveTo>
                    <a:pt x="1590779" y="405733"/>
                  </a:moveTo>
                  <a:lnTo>
                    <a:pt x="1650624" y="472290"/>
                  </a:lnTo>
                  <a:lnTo>
                    <a:pt x="1669712" y="375742"/>
                  </a:lnTo>
                  <a:close/>
                  <a:moveTo>
                    <a:pt x="1590779" y="405733"/>
                  </a:moveTo>
                  <a:lnTo>
                    <a:pt x="1669712" y="375742"/>
                  </a:lnTo>
                  <a:lnTo>
                    <a:pt x="1639142" y="285082"/>
                  </a:lnTo>
                  <a:close/>
                  <a:moveTo>
                    <a:pt x="1567663" y="323518"/>
                  </a:moveTo>
                  <a:lnTo>
                    <a:pt x="1590779" y="405733"/>
                  </a:lnTo>
                  <a:lnTo>
                    <a:pt x="1639142" y="285082"/>
                  </a:lnTo>
                  <a:close/>
                  <a:moveTo>
                    <a:pt x="1580686" y="202867"/>
                  </a:moveTo>
                  <a:lnTo>
                    <a:pt x="1567663" y="323518"/>
                  </a:lnTo>
                  <a:lnTo>
                    <a:pt x="1639142" y="285082"/>
                  </a:lnTo>
                  <a:close/>
                  <a:moveTo>
                    <a:pt x="1525722" y="131935"/>
                  </a:moveTo>
                  <a:lnTo>
                    <a:pt x="1543188" y="134063"/>
                  </a:lnTo>
                  <a:lnTo>
                    <a:pt x="1535561" y="120651"/>
                  </a:lnTo>
                  <a:close/>
                  <a:moveTo>
                    <a:pt x="1580686" y="202867"/>
                  </a:moveTo>
                  <a:lnTo>
                    <a:pt x="1543188" y="134063"/>
                  </a:lnTo>
                  <a:lnTo>
                    <a:pt x="1525722" y="131935"/>
                  </a:lnTo>
                  <a:close/>
                  <a:moveTo>
                    <a:pt x="1639142" y="285082"/>
                  </a:moveTo>
                  <a:lnTo>
                    <a:pt x="1669308" y="326946"/>
                  </a:lnTo>
                  <a:lnTo>
                    <a:pt x="1674786" y="271525"/>
                  </a:lnTo>
                  <a:close/>
                  <a:moveTo>
                    <a:pt x="1580686" y="202867"/>
                  </a:moveTo>
                  <a:lnTo>
                    <a:pt x="1639142" y="285082"/>
                  </a:lnTo>
                  <a:lnTo>
                    <a:pt x="1674786" y="271525"/>
                  </a:lnTo>
                  <a:close/>
                  <a:moveTo>
                    <a:pt x="1556354" y="107032"/>
                  </a:moveTo>
                  <a:lnTo>
                    <a:pt x="1543188" y="134063"/>
                  </a:lnTo>
                  <a:lnTo>
                    <a:pt x="1595762" y="82215"/>
                  </a:lnTo>
                  <a:close/>
                  <a:moveTo>
                    <a:pt x="1543188" y="134063"/>
                  </a:moveTo>
                  <a:lnTo>
                    <a:pt x="1580686" y="202867"/>
                  </a:lnTo>
                  <a:lnTo>
                    <a:pt x="1595762" y="82215"/>
                  </a:lnTo>
                  <a:close/>
                  <a:moveTo>
                    <a:pt x="1595762" y="82215"/>
                  </a:moveTo>
                  <a:lnTo>
                    <a:pt x="1580686" y="202867"/>
                  </a:lnTo>
                  <a:lnTo>
                    <a:pt x="1677900" y="143868"/>
                  </a:lnTo>
                  <a:close/>
                  <a:moveTo>
                    <a:pt x="1535561" y="120651"/>
                  </a:moveTo>
                  <a:lnTo>
                    <a:pt x="1543188" y="134063"/>
                  </a:lnTo>
                  <a:lnTo>
                    <a:pt x="1556354" y="107032"/>
                  </a:lnTo>
                  <a:close/>
                  <a:moveTo>
                    <a:pt x="1531287" y="89567"/>
                  </a:moveTo>
                  <a:lnTo>
                    <a:pt x="1535561" y="120651"/>
                  </a:lnTo>
                  <a:lnTo>
                    <a:pt x="1556354" y="107032"/>
                  </a:lnTo>
                  <a:close/>
                  <a:moveTo>
                    <a:pt x="1595118" y="0"/>
                  </a:moveTo>
                  <a:lnTo>
                    <a:pt x="1556354" y="107032"/>
                  </a:lnTo>
                  <a:lnTo>
                    <a:pt x="1595762" y="82215"/>
                  </a:lnTo>
                  <a:close/>
                </a:path>
              </a:pathLst>
            </a:custGeom>
            <a:solidFill>
              <a:srgbClr val="E3E8EC"/>
            </a:solidFill>
            <a:ln w="1524">
              <a:solidFill>
                <a:srgbClr val="E3E8EC"/>
              </a:solidFill>
            </a:ln>
          </p:spPr>
        </p:sp>
        <p:sp>
          <p:nvSpPr>
            <p:cNvPr id="2004" name="Candidate_density__2003">
              <a:extLst>
                <a:ext uri="{FF2B5EF4-FFF2-40B4-BE49-F238E27FC236}">
                  <a16:creationId xmlns:a16="http://schemas.microsoft.com/office/drawing/2014/main" id="{024CFE19-448D-4C97-55D0-F4F31AB7C534}"/>
                </a:ext>
              </a:extLst>
            </p:cNvPr>
            <p:cNvSpPr>
              <a:spLocks noGrp="1"/>
            </p:cNvSpPr>
            <p:nvPr/>
          </p:nvSpPr>
          <p:spPr>
            <a:xfrm>
              <a:off x="5220817" y="3728860"/>
              <a:ext cx="1571227" cy="1604491"/>
            </a:xfrm>
            <a:custGeom>
              <a:avLst/>
              <a:gdLst/>
              <a:ahLst/>
              <a:cxnLst/>
              <a:rect l="0" t="0" r="0" b="0"/>
              <a:pathLst>
                <a:path w="1571227" h="1604491">
                  <a:moveTo>
                    <a:pt x="40645" y="1550194"/>
                  </a:moveTo>
                  <a:lnTo>
                    <a:pt x="48726" y="1604491"/>
                  </a:lnTo>
                  <a:lnTo>
                    <a:pt x="0" y="1578621"/>
                  </a:lnTo>
                  <a:close/>
                  <a:moveTo>
                    <a:pt x="103030" y="319737"/>
                  </a:moveTo>
                  <a:lnTo>
                    <a:pt x="93731" y="359194"/>
                  </a:lnTo>
                  <a:lnTo>
                    <a:pt x="112424" y="332994"/>
                  </a:lnTo>
                  <a:close/>
                  <a:moveTo>
                    <a:pt x="823285" y="984526"/>
                  </a:moveTo>
                  <a:lnTo>
                    <a:pt x="757323" y="953104"/>
                  </a:lnTo>
                  <a:lnTo>
                    <a:pt x="884479" y="934660"/>
                  </a:lnTo>
                  <a:close/>
                  <a:moveTo>
                    <a:pt x="717395" y="6465"/>
                  </a:moveTo>
                  <a:lnTo>
                    <a:pt x="666245" y="30429"/>
                  </a:lnTo>
                  <a:lnTo>
                    <a:pt x="790196" y="0"/>
                  </a:lnTo>
                  <a:close/>
                  <a:moveTo>
                    <a:pt x="1483415" y="704680"/>
                  </a:moveTo>
                  <a:lnTo>
                    <a:pt x="1435289" y="739948"/>
                  </a:lnTo>
                  <a:lnTo>
                    <a:pt x="1551332" y="679954"/>
                  </a:lnTo>
                  <a:close/>
                  <a:moveTo>
                    <a:pt x="1571227" y="614461"/>
                  </a:moveTo>
                  <a:lnTo>
                    <a:pt x="1483415" y="704680"/>
                  </a:lnTo>
                  <a:lnTo>
                    <a:pt x="1551332" y="679954"/>
                  </a:lnTo>
                  <a:close/>
                </a:path>
              </a:pathLst>
            </a:custGeom>
            <a:solidFill>
              <a:srgbClr val="D0D7DD"/>
            </a:solidFill>
            <a:ln w="1524">
              <a:solidFill>
                <a:srgbClr val="D0D7DD"/>
              </a:solidFill>
            </a:ln>
          </p:spPr>
        </p:sp>
        <p:sp>
          <p:nvSpPr>
            <p:cNvPr id="2005" name="Candidate_density__2004">
              <a:extLst>
                <a:ext uri="{FF2B5EF4-FFF2-40B4-BE49-F238E27FC236}">
                  <a16:creationId xmlns:a16="http://schemas.microsoft.com/office/drawing/2014/main" id="{CF03D9AE-57BC-5852-921C-6E798181BEEC}"/>
                </a:ext>
              </a:extLst>
            </p:cNvPr>
            <p:cNvSpPr>
              <a:spLocks noGrp="1"/>
            </p:cNvSpPr>
            <p:nvPr/>
          </p:nvSpPr>
          <p:spPr>
            <a:xfrm>
              <a:off x="6052198" y="4477172"/>
              <a:ext cx="60816" cy="83314"/>
            </a:xfrm>
            <a:custGeom>
              <a:avLst/>
              <a:gdLst/>
              <a:ahLst/>
              <a:cxnLst/>
              <a:rect l="0" t="0" r="0" b="0"/>
              <a:pathLst>
                <a:path w="60816" h="83314">
                  <a:moveTo>
                    <a:pt x="60816" y="0"/>
                  </a:moveTo>
                  <a:lnTo>
                    <a:pt x="0" y="83314"/>
                  </a:lnTo>
                  <a:lnTo>
                    <a:pt x="47266" y="44878"/>
                  </a:lnTo>
                  <a:close/>
                </a:path>
              </a:pathLst>
            </a:custGeom>
            <a:solidFill>
              <a:srgbClr val="E8ECEF"/>
            </a:solidFill>
            <a:ln w="1524">
              <a:solidFill>
                <a:srgbClr val="E8ECEF"/>
              </a:solidFill>
            </a:ln>
          </p:spPr>
        </p:sp>
        <p:sp>
          <p:nvSpPr>
            <p:cNvPr id="2006" name="Candidate_density__2005">
              <a:extLst>
                <a:ext uri="{FF2B5EF4-FFF2-40B4-BE49-F238E27FC236}">
                  <a16:creationId xmlns:a16="http://schemas.microsoft.com/office/drawing/2014/main" id="{E4C1BF85-312D-8068-B24C-6E9F511B7E3E}"/>
                </a:ext>
              </a:extLst>
            </p:cNvPr>
            <p:cNvSpPr>
              <a:spLocks noGrp="1"/>
            </p:cNvSpPr>
            <p:nvPr/>
          </p:nvSpPr>
          <p:spPr>
            <a:xfrm>
              <a:off x="4446431" y="3386596"/>
              <a:ext cx="2332922" cy="1936237"/>
            </a:xfrm>
            <a:custGeom>
              <a:avLst/>
              <a:gdLst/>
              <a:ahLst/>
              <a:cxnLst/>
              <a:rect l="0" t="0" r="0" b="0"/>
              <a:pathLst>
                <a:path w="2332922" h="1936237">
                  <a:moveTo>
                    <a:pt x="807984" y="1854022"/>
                  </a:moveTo>
                  <a:lnTo>
                    <a:pt x="711616" y="1892458"/>
                  </a:lnTo>
                  <a:lnTo>
                    <a:pt x="804826" y="1936237"/>
                  </a:lnTo>
                  <a:close/>
                  <a:moveTo>
                    <a:pt x="194901" y="1211030"/>
                  </a:moveTo>
                  <a:lnTo>
                    <a:pt x="176695" y="1207899"/>
                  </a:lnTo>
                  <a:lnTo>
                    <a:pt x="224971" y="1260003"/>
                  </a:lnTo>
                  <a:close/>
                  <a:moveTo>
                    <a:pt x="55356" y="1145862"/>
                  </a:moveTo>
                  <a:lnTo>
                    <a:pt x="173148" y="1196301"/>
                  </a:lnTo>
                  <a:lnTo>
                    <a:pt x="106751" y="1160111"/>
                  </a:lnTo>
                  <a:close/>
                  <a:moveTo>
                    <a:pt x="55356" y="1145862"/>
                  </a:moveTo>
                  <a:lnTo>
                    <a:pt x="176695" y="1207899"/>
                  </a:lnTo>
                  <a:lnTo>
                    <a:pt x="173148" y="1196301"/>
                  </a:lnTo>
                  <a:close/>
                  <a:moveTo>
                    <a:pt x="56113" y="1152522"/>
                  </a:moveTo>
                  <a:lnTo>
                    <a:pt x="176695" y="1207899"/>
                  </a:lnTo>
                  <a:lnTo>
                    <a:pt x="55356" y="1145862"/>
                  </a:lnTo>
                  <a:close/>
                  <a:moveTo>
                    <a:pt x="173148" y="1196301"/>
                  </a:moveTo>
                  <a:lnTo>
                    <a:pt x="176695" y="1207899"/>
                  </a:lnTo>
                  <a:lnTo>
                    <a:pt x="194901" y="1211030"/>
                  </a:lnTo>
                  <a:close/>
                  <a:moveTo>
                    <a:pt x="106751" y="1160111"/>
                  </a:moveTo>
                  <a:lnTo>
                    <a:pt x="0" y="1130273"/>
                  </a:lnTo>
                  <a:lnTo>
                    <a:pt x="55356" y="1145862"/>
                  </a:lnTo>
                  <a:close/>
                  <a:moveTo>
                    <a:pt x="804826" y="1936237"/>
                  </a:moveTo>
                  <a:lnTo>
                    <a:pt x="787142" y="1915407"/>
                  </a:lnTo>
                  <a:lnTo>
                    <a:pt x="763493" y="1834541"/>
                  </a:lnTo>
                  <a:close/>
                  <a:moveTo>
                    <a:pt x="807984" y="1854022"/>
                  </a:moveTo>
                  <a:lnTo>
                    <a:pt x="763493" y="1834541"/>
                  </a:lnTo>
                  <a:lnTo>
                    <a:pt x="722288" y="1767948"/>
                  </a:lnTo>
                  <a:close/>
                  <a:moveTo>
                    <a:pt x="722166" y="1667955"/>
                  </a:moveTo>
                  <a:lnTo>
                    <a:pt x="765646" y="1771807"/>
                  </a:lnTo>
                  <a:lnTo>
                    <a:pt x="722288" y="1767948"/>
                  </a:lnTo>
                  <a:close/>
                  <a:moveTo>
                    <a:pt x="472287" y="1404510"/>
                  </a:moveTo>
                  <a:lnTo>
                    <a:pt x="511172" y="1518121"/>
                  </a:lnTo>
                  <a:lnTo>
                    <a:pt x="541686" y="1456424"/>
                  </a:lnTo>
                  <a:close/>
                  <a:moveTo>
                    <a:pt x="613352" y="1495642"/>
                  </a:moveTo>
                  <a:lnTo>
                    <a:pt x="604485" y="1412564"/>
                  </a:lnTo>
                  <a:lnTo>
                    <a:pt x="541686" y="1456424"/>
                  </a:lnTo>
                  <a:close/>
                  <a:moveTo>
                    <a:pt x="434405" y="1240079"/>
                  </a:moveTo>
                  <a:lnTo>
                    <a:pt x="414606" y="1278516"/>
                  </a:lnTo>
                  <a:lnTo>
                    <a:pt x="458985" y="1322294"/>
                  </a:lnTo>
                  <a:close/>
                  <a:moveTo>
                    <a:pt x="434405" y="1240079"/>
                  </a:moveTo>
                  <a:lnTo>
                    <a:pt x="390915" y="1171374"/>
                  </a:lnTo>
                  <a:lnTo>
                    <a:pt x="352227" y="1241931"/>
                  </a:lnTo>
                  <a:close/>
                  <a:moveTo>
                    <a:pt x="173148" y="1196301"/>
                  </a:moveTo>
                  <a:lnTo>
                    <a:pt x="194901" y="1211030"/>
                  </a:lnTo>
                  <a:lnTo>
                    <a:pt x="197107" y="1191305"/>
                  </a:lnTo>
                  <a:close/>
                  <a:moveTo>
                    <a:pt x="173148" y="1196301"/>
                  </a:moveTo>
                  <a:lnTo>
                    <a:pt x="197107" y="1191305"/>
                  </a:lnTo>
                  <a:lnTo>
                    <a:pt x="106751" y="1160111"/>
                  </a:lnTo>
                  <a:close/>
                  <a:moveTo>
                    <a:pt x="299009" y="1169052"/>
                  </a:moveTo>
                  <a:lnTo>
                    <a:pt x="194901" y="1211030"/>
                  </a:lnTo>
                  <a:lnTo>
                    <a:pt x="276650" y="1238017"/>
                  </a:lnTo>
                  <a:close/>
                  <a:moveTo>
                    <a:pt x="299009" y="1169052"/>
                  </a:moveTo>
                  <a:lnTo>
                    <a:pt x="197107" y="1191305"/>
                  </a:lnTo>
                  <a:lnTo>
                    <a:pt x="194901" y="1211030"/>
                  </a:lnTo>
                  <a:close/>
                  <a:moveTo>
                    <a:pt x="197107" y="1191305"/>
                  </a:moveTo>
                  <a:lnTo>
                    <a:pt x="299009" y="1169052"/>
                  </a:lnTo>
                  <a:lnTo>
                    <a:pt x="227997" y="1119569"/>
                  </a:lnTo>
                  <a:close/>
                  <a:moveTo>
                    <a:pt x="299009" y="1169052"/>
                  </a:moveTo>
                  <a:lnTo>
                    <a:pt x="305976" y="1132462"/>
                  </a:lnTo>
                  <a:lnTo>
                    <a:pt x="227997" y="1119569"/>
                  </a:lnTo>
                  <a:close/>
                  <a:moveTo>
                    <a:pt x="276650" y="1238017"/>
                  </a:moveTo>
                  <a:lnTo>
                    <a:pt x="368208" y="1157865"/>
                  </a:lnTo>
                  <a:lnTo>
                    <a:pt x="299009" y="1169052"/>
                  </a:lnTo>
                  <a:close/>
                  <a:moveTo>
                    <a:pt x="390915" y="1171374"/>
                  </a:moveTo>
                  <a:lnTo>
                    <a:pt x="368208" y="1157865"/>
                  </a:lnTo>
                  <a:lnTo>
                    <a:pt x="276650" y="1238017"/>
                  </a:lnTo>
                  <a:close/>
                  <a:moveTo>
                    <a:pt x="299009" y="1169052"/>
                  </a:moveTo>
                  <a:lnTo>
                    <a:pt x="368208" y="1157865"/>
                  </a:lnTo>
                  <a:lnTo>
                    <a:pt x="305976" y="1132462"/>
                  </a:lnTo>
                  <a:close/>
                  <a:moveTo>
                    <a:pt x="758528" y="1815585"/>
                  </a:moveTo>
                  <a:lnTo>
                    <a:pt x="722288" y="1767948"/>
                  </a:lnTo>
                  <a:lnTo>
                    <a:pt x="763493" y="1834541"/>
                  </a:lnTo>
                  <a:close/>
                  <a:moveTo>
                    <a:pt x="722288" y="1767948"/>
                  </a:moveTo>
                  <a:lnTo>
                    <a:pt x="716056" y="1733370"/>
                  </a:lnTo>
                  <a:lnTo>
                    <a:pt x="636682" y="1676859"/>
                  </a:lnTo>
                  <a:close/>
                  <a:moveTo>
                    <a:pt x="722166" y="1667955"/>
                  </a:moveTo>
                  <a:lnTo>
                    <a:pt x="722288" y="1767948"/>
                  </a:lnTo>
                  <a:lnTo>
                    <a:pt x="636682" y="1676859"/>
                  </a:lnTo>
                  <a:close/>
                  <a:moveTo>
                    <a:pt x="738910" y="1421296"/>
                  </a:moveTo>
                  <a:lnTo>
                    <a:pt x="686581" y="1396609"/>
                  </a:lnTo>
                  <a:lnTo>
                    <a:pt x="782065" y="1448289"/>
                  </a:lnTo>
                  <a:close/>
                  <a:moveTo>
                    <a:pt x="544548" y="1390895"/>
                  </a:moveTo>
                  <a:lnTo>
                    <a:pt x="541686" y="1456424"/>
                  </a:lnTo>
                  <a:lnTo>
                    <a:pt x="605570" y="1401876"/>
                  </a:lnTo>
                  <a:close/>
                  <a:moveTo>
                    <a:pt x="669905" y="1366073"/>
                  </a:moveTo>
                  <a:lnTo>
                    <a:pt x="686581" y="1396609"/>
                  </a:lnTo>
                  <a:lnTo>
                    <a:pt x="738910" y="1421296"/>
                  </a:lnTo>
                  <a:close/>
                  <a:moveTo>
                    <a:pt x="493620" y="1283858"/>
                  </a:moveTo>
                  <a:lnTo>
                    <a:pt x="434405" y="1240079"/>
                  </a:lnTo>
                  <a:lnTo>
                    <a:pt x="458985" y="1322294"/>
                  </a:lnTo>
                  <a:close/>
                  <a:moveTo>
                    <a:pt x="390915" y="1171374"/>
                  </a:moveTo>
                  <a:lnTo>
                    <a:pt x="434405" y="1240079"/>
                  </a:lnTo>
                  <a:lnTo>
                    <a:pt x="446988" y="1209433"/>
                  </a:lnTo>
                  <a:close/>
                  <a:moveTo>
                    <a:pt x="738910" y="1421296"/>
                  </a:moveTo>
                  <a:lnTo>
                    <a:pt x="782065" y="1448289"/>
                  </a:lnTo>
                  <a:lnTo>
                    <a:pt x="783240" y="1371833"/>
                  </a:lnTo>
                  <a:close/>
                  <a:moveTo>
                    <a:pt x="836704" y="1335153"/>
                  </a:moveTo>
                  <a:lnTo>
                    <a:pt x="782065" y="1448289"/>
                  </a:lnTo>
                  <a:lnTo>
                    <a:pt x="839919" y="1432631"/>
                  </a:lnTo>
                  <a:close/>
                  <a:moveTo>
                    <a:pt x="899739" y="1444591"/>
                  </a:moveTo>
                  <a:lnTo>
                    <a:pt x="839919" y="1432631"/>
                  </a:lnTo>
                  <a:lnTo>
                    <a:pt x="829268" y="1480469"/>
                  </a:lnTo>
                  <a:close/>
                  <a:moveTo>
                    <a:pt x="698621" y="1327637"/>
                  </a:moveTo>
                  <a:lnTo>
                    <a:pt x="655126" y="1283858"/>
                  </a:lnTo>
                  <a:lnTo>
                    <a:pt x="669905" y="1366073"/>
                  </a:lnTo>
                  <a:close/>
                  <a:moveTo>
                    <a:pt x="711016" y="976374"/>
                  </a:moveTo>
                  <a:lnTo>
                    <a:pt x="705274" y="998776"/>
                  </a:lnTo>
                  <a:lnTo>
                    <a:pt x="735380" y="977689"/>
                  </a:lnTo>
                  <a:close/>
                  <a:moveTo>
                    <a:pt x="711016" y="976374"/>
                  </a:moveTo>
                  <a:lnTo>
                    <a:pt x="735380" y="977689"/>
                  </a:lnTo>
                  <a:lnTo>
                    <a:pt x="702683" y="960340"/>
                  </a:lnTo>
                  <a:close/>
                  <a:moveTo>
                    <a:pt x="702683" y="960340"/>
                  </a:moveTo>
                  <a:lnTo>
                    <a:pt x="674432" y="906025"/>
                  </a:lnTo>
                  <a:lnTo>
                    <a:pt x="711016" y="976374"/>
                  </a:lnTo>
                  <a:close/>
                  <a:moveTo>
                    <a:pt x="702683" y="960340"/>
                  </a:moveTo>
                  <a:lnTo>
                    <a:pt x="635549" y="878125"/>
                  </a:lnTo>
                  <a:lnTo>
                    <a:pt x="674432" y="906025"/>
                  </a:lnTo>
                  <a:close/>
                  <a:moveTo>
                    <a:pt x="1104011" y="1250764"/>
                  </a:moveTo>
                  <a:lnTo>
                    <a:pt x="1093701" y="1289200"/>
                  </a:lnTo>
                  <a:lnTo>
                    <a:pt x="1041497" y="1189752"/>
                  </a:lnTo>
                  <a:close/>
                  <a:moveTo>
                    <a:pt x="970037" y="1087163"/>
                  </a:moveTo>
                  <a:lnTo>
                    <a:pt x="976051" y="1124770"/>
                  </a:lnTo>
                  <a:lnTo>
                    <a:pt x="971672" y="1088632"/>
                  </a:lnTo>
                  <a:close/>
                  <a:moveTo>
                    <a:pt x="702683" y="960340"/>
                  </a:moveTo>
                  <a:lnTo>
                    <a:pt x="735380" y="977689"/>
                  </a:lnTo>
                  <a:lnTo>
                    <a:pt x="760840" y="935869"/>
                  </a:lnTo>
                  <a:close/>
                  <a:moveTo>
                    <a:pt x="702683" y="960340"/>
                  </a:moveTo>
                  <a:lnTo>
                    <a:pt x="760840" y="935869"/>
                  </a:lnTo>
                  <a:lnTo>
                    <a:pt x="635549" y="878125"/>
                  </a:lnTo>
                  <a:close/>
                  <a:moveTo>
                    <a:pt x="635316" y="877233"/>
                  </a:moveTo>
                  <a:lnTo>
                    <a:pt x="635549" y="878125"/>
                  </a:lnTo>
                  <a:lnTo>
                    <a:pt x="690083" y="871791"/>
                  </a:lnTo>
                  <a:close/>
                  <a:moveTo>
                    <a:pt x="823179" y="921903"/>
                  </a:moveTo>
                  <a:lnTo>
                    <a:pt x="871736" y="1006396"/>
                  </a:lnTo>
                  <a:lnTo>
                    <a:pt x="872081" y="1004119"/>
                  </a:lnTo>
                  <a:close/>
                  <a:moveTo>
                    <a:pt x="735380" y="977689"/>
                  </a:moveTo>
                  <a:lnTo>
                    <a:pt x="871736" y="1006396"/>
                  </a:lnTo>
                  <a:lnTo>
                    <a:pt x="823179" y="921903"/>
                  </a:lnTo>
                  <a:close/>
                  <a:moveTo>
                    <a:pt x="823179" y="921903"/>
                  </a:moveTo>
                  <a:lnTo>
                    <a:pt x="760840" y="935869"/>
                  </a:lnTo>
                  <a:lnTo>
                    <a:pt x="735380" y="977689"/>
                  </a:lnTo>
                  <a:close/>
                  <a:moveTo>
                    <a:pt x="760840" y="935869"/>
                  </a:moveTo>
                  <a:lnTo>
                    <a:pt x="823179" y="921903"/>
                  </a:lnTo>
                  <a:lnTo>
                    <a:pt x="775486" y="912437"/>
                  </a:lnTo>
                  <a:close/>
                  <a:moveTo>
                    <a:pt x="635549" y="878125"/>
                  </a:moveTo>
                  <a:lnTo>
                    <a:pt x="635316" y="877233"/>
                  </a:lnTo>
                  <a:lnTo>
                    <a:pt x="616320" y="792583"/>
                  </a:lnTo>
                  <a:close/>
                  <a:moveTo>
                    <a:pt x="967340" y="1086333"/>
                  </a:moveTo>
                  <a:lnTo>
                    <a:pt x="970037" y="1087163"/>
                  </a:lnTo>
                  <a:lnTo>
                    <a:pt x="971672" y="1088632"/>
                  </a:lnTo>
                  <a:close/>
                  <a:moveTo>
                    <a:pt x="871736" y="1006396"/>
                  </a:moveTo>
                  <a:lnTo>
                    <a:pt x="967340" y="1086333"/>
                  </a:lnTo>
                  <a:lnTo>
                    <a:pt x="876104" y="1009978"/>
                  </a:lnTo>
                  <a:close/>
                  <a:moveTo>
                    <a:pt x="970037" y="1087163"/>
                  </a:moveTo>
                  <a:lnTo>
                    <a:pt x="967340" y="1086333"/>
                  </a:lnTo>
                  <a:lnTo>
                    <a:pt x="871736" y="1006396"/>
                  </a:lnTo>
                  <a:close/>
                  <a:moveTo>
                    <a:pt x="616576" y="839688"/>
                  </a:moveTo>
                  <a:lnTo>
                    <a:pt x="616320" y="792583"/>
                  </a:lnTo>
                  <a:lnTo>
                    <a:pt x="635316" y="877233"/>
                  </a:lnTo>
                  <a:close/>
                  <a:moveTo>
                    <a:pt x="1185568" y="1130112"/>
                  </a:moveTo>
                  <a:lnTo>
                    <a:pt x="1143591" y="1174093"/>
                  </a:lnTo>
                  <a:lnTo>
                    <a:pt x="1191678" y="1138681"/>
                  </a:lnTo>
                  <a:close/>
                  <a:moveTo>
                    <a:pt x="1136507" y="1168549"/>
                  </a:moveTo>
                  <a:lnTo>
                    <a:pt x="1143591" y="1174093"/>
                  </a:lnTo>
                  <a:lnTo>
                    <a:pt x="1185568" y="1130112"/>
                  </a:lnTo>
                  <a:close/>
                  <a:moveTo>
                    <a:pt x="1111702" y="1047897"/>
                  </a:moveTo>
                  <a:lnTo>
                    <a:pt x="1136507" y="1168549"/>
                  </a:lnTo>
                  <a:lnTo>
                    <a:pt x="1185568" y="1130112"/>
                  </a:lnTo>
                  <a:close/>
                  <a:moveTo>
                    <a:pt x="967340" y="1086333"/>
                  </a:moveTo>
                  <a:lnTo>
                    <a:pt x="971672" y="1088632"/>
                  </a:lnTo>
                  <a:lnTo>
                    <a:pt x="976363" y="1082021"/>
                  </a:lnTo>
                  <a:close/>
                  <a:moveTo>
                    <a:pt x="967340" y="1086333"/>
                  </a:moveTo>
                  <a:lnTo>
                    <a:pt x="976363" y="1082021"/>
                  </a:lnTo>
                  <a:lnTo>
                    <a:pt x="876104" y="1009978"/>
                  </a:lnTo>
                  <a:close/>
                  <a:moveTo>
                    <a:pt x="1083595" y="1055435"/>
                  </a:moveTo>
                  <a:lnTo>
                    <a:pt x="976363" y="1082021"/>
                  </a:lnTo>
                  <a:lnTo>
                    <a:pt x="971672" y="1088632"/>
                  </a:lnTo>
                  <a:close/>
                  <a:moveTo>
                    <a:pt x="976363" y="1082021"/>
                  </a:moveTo>
                  <a:lnTo>
                    <a:pt x="1083595" y="1055435"/>
                  </a:lnTo>
                  <a:lnTo>
                    <a:pt x="1016077" y="1039451"/>
                  </a:lnTo>
                  <a:close/>
                  <a:moveTo>
                    <a:pt x="1109287" y="995047"/>
                  </a:moveTo>
                  <a:lnTo>
                    <a:pt x="1086545" y="1024261"/>
                  </a:lnTo>
                  <a:lnTo>
                    <a:pt x="1083595" y="1055435"/>
                  </a:lnTo>
                  <a:close/>
                  <a:moveTo>
                    <a:pt x="1111702" y="1047897"/>
                  </a:moveTo>
                  <a:lnTo>
                    <a:pt x="1154755" y="1000631"/>
                  </a:lnTo>
                  <a:lnTo>
                    <a:pt x="1109287" y="995047"/>
                  </a:lnTo>
                  <a:close/>
                  <a:moveTo>
                    <a:pt x="1083595" y="1055435"/>
                  </a:moveTo>
                  <a:lnTo>
                    <a:pt x="1111702" y="1047897"/>
                  </a:lnTo>
                  <a:lnTo>
                    <a:pt x="1109287" y="995047"/>
                  </a:lnTo>
                  <a:close/>
                  <a:moveTo>
                    <a:pt x="1296481" y="1251860"/>
                  </a:moveTo>
                  <a:lnTo>
                    <a:pt x="1320744" y="1294542"/>
                  </a:lnTo>
                  <a:lnTo>
                    <a:pt x="1314348" y="1289297"/>
                  </a:lnTo>
                  <a:close/>
                  <a:moveTo>
                    <a:pt x="1191678" y="1138681"/>
                  </a:moveTo>
                  <a:lnTo>
                    <a:pt x="1200318" y="1130112"/>
                  </a:lnTo>
                  <a:lnTo>
                    <a:pt x="1245289" y="1184757"/>
                  </a:lnTo>
                  <a:close/>
                  <a:moveTo>
                    <a:pt x="1245289" y="1184757"/>
                  </a:moveTo>
                  <a:lnTo>
                    <a:pt x="1200318" y="1130112"/>
                  </a:lnTo>
                  <a:lnTo>
                    <a:pt x="1281995" y="1115416"/>
                  </a:lnTo>
                  <a:close/>
                  <a:moveTo>
                    <a:pt x="1200500" y="1020985"/>
                  </a:moveTo>
                  <a:lnTo>
                    <a:pt x="1212705" y="1047897"/>
                  </a:lnTo>
                  <a:lnTo>
                    <a:pt x="1154755" y="1000631"/>
                  </a:lnTo>
                  <a:close/>
                  <a:moveTo>
                    <a:pt x="1776141" y="1299884"/>
                  </a:moveTo>
                  <a:lnTo>
                    <a:pt x="1801814" y="1317525"/>
                  </a:lnTo>
                  <a:lnTo>
                    <a:pt x="1840496" y="1264600"/>
                  </a:lnTo>
                  <a:close/>
                  <a:moveTo>
                    <a:pt x="1776141" y="1299884"/>
                  </a:moveTo>
                  <a:lnTo>
                    <a:pt x="1840496" y="1264600"/>
                  </a:lnTo>
                  <a:lnTo>
                    <a:pt x="1808975" y="1179233"/>
                  </a:lnTo>
                  <a:close/>
                  <a:moveTo>
                    <a:pt x="1931696" y="1309273"/>
                  </a:moveTo>
                  <a:lnTo>
                    <a:pt x="1856405" y="1251667"/>
                  </a:lnTo>
                  <a:lnTo>
                    <a:pt x="1846580" y="1261448"/>
                  </a:lnTo>
                  <a:close/>
                  <a:moveTo>
                    <a:pt x="1893357" y="1229384"/>
                  </a:moveTo>
                  <a:lnTo>
                    <a:pt x="1856405" y="1251667"/>
                  </a:lnTo>
                  <a:lnTo>
                    <a:pt x="1931696" y="1309273"/>
                  </a:lnTo>
                  <a:close/>
                  <a:moveTo>
                    <a:pt x="1817302" y="1140797"/>
                  </a:moveTo>
                  <a:lnTo>
                    <a:pt x="1808975" y="1179233"/>
                  </a:lnTo>
                  <a:lnTo>
                    <a:pt x="1885062" y="1223012"/>
                  </a:lnTo>
                  <a:close/>
                  <a:moveTo>
                    <a:pt x="1822214" y="1058582"/>
                  </a:moveTo>
                  <a:lnTo>
                    <a:pt x="1808975" y="1179233"/>
                  </a:lnTo>
                  <a:lnTo>
                    <a:pt x="1817302" y="1140797"/>
                  </a:lnTo>
                  <a:close/>
                  <a:moveTo>
                    <a:pt x="1766380" y="1033296"/>
                  </a:moveTo>
                  <a:lnTo>
                    <a:pt x="1822214" y="1058582"/>
                  </a:lnTo>
                  <a:lnTo>
                    <a:pt x="1845234" y="937930"/>
                  </a:lnTo>
                  <a:close/>
                  <a:moveTo>
                    <a:pt x="1845234" y="937930"/>
                  </a:moveTo>
                  <a:lnTo>
                    <a:pt x="1822214" y="1058582"/>
                  </a:lnTo>
                  <a:lnTo>
                    <a:pt x="1875697" y="948156"/>
                  </a:lnTo>
                  <a:close/>
                  <a:moveTo>
                    <a:pt x="1875697" y="948156"/>
                  </a:moveTo>
                  <a:lnTo>
                    <a:pt x="1822214" y="1058582"/>
                  </a:lnTo>
                  <a:lnTo>
                    <a:pt x="1860743" y="1047957"/>
                  </a:lnTo>
                  <a:close/>
                  <a:moveTo>
                    <a:pt x="1870990" y="1058582"/>
                  </a:moveTo>
                  <a:lnTo>
                    <a:pt x="1875697" y="948156"/>
                  </a:lnTo>
                  <a:lnTo>
                    <a:pt x="1860743" y="1047957"/>
                  </a:lnTo>
                  <a:close/>
                  <a:moveTo>
                    <a:pt x="2033940" y="817278"/>
                  </a:moveTo>
                  <a:lnTo>
                    <a:pt x="2037021" y="825645"/>
                  </a:lnTo>
                  <a:lnTo>
                    <a:pt x="2050790" y="830279"/>
                  </a:lnTo>
                  <a:close/>
                  <a:moveTo>
                    <a:pt x="2031197" y="757028"/>
                  </a:moveTo>
                  <a:lnTo>
                    <a:pt x="2037021" y="825645"/>
                  </a:lnTo>
                  <a:lnTo>
                    <a:pt x="2033940" y="817278"/>
                  </a:lnTo>
                  <a:close/>
                  <a:moveTo>
                    <a:pt x="2185308" y="981708"/>
                  </a:moveTo>
                  <a:lnTo>
                    <a:pt x="2257801" y="1046945"/>
                  </a:lnTo>
                  <a:lnTo>
                    <a:pt x="2278389" y="950785"/>
                  </a:lnTo>
                  <a:close/>
                  <a:moveTo>
                    <a:pt x="2033940" y="817278"/>
                  </a:moveTo>
                  <a:lnTo>
                    <a:pt x="2030837" y="730580"/>
                  </a:lnTo>
                  <a:lnTo>
                    <a:pt x="2031197" y="757028"/>
                  </a:lnTo>
                  <a:close/>
                  <a:moveTo>
                    <a:pt x="2267420" y="740405"/>
                  </a:moveTo>
                  <a:lnTo>
                    <a:pt x="2232834" y="801850"/>
                  </a:lnTo>
                  <a:lnTo>
                    <a:pt x="2282126" y="747563"/>
                  </a:lnTo>
                  <a:close/>
                  <a:moveTo>
                    <a:pt x="2282126" y="747563"/>
                  </a:moveTo>
                  <a:lnTo>
                    <a:pt x="2232834" y="801850"/>
                  </a:lnTo>
                  <a:lnTo>
                    <a:pt x="2222565" y="835485"/>
                  </a:lnTo>
                  <a:close/>
                  <a:moveTo>
                    <a:pt x="2300240" y="822620"/>
                  </a:moveTo>
                  <a:lnTo>
                    <a:pt x="2310045" y="811873"/>
                  </a:lnTo>
                  <a:lnTo>
                    <a:pt x="2282126" y="747563"/>
                  </a:lnTo>
                  <a:close/>
                  <a:moveTo>
                    <a:pt x="2222565" y="835485"/>
                  </a:moveTo>
                  <a:lnTo>
                    <a:pt x="2300240" y="822620"/>
                  </a:lnTo>
                  <a:lnTo>
                    <a:pt x="2282126" y="747563"/>
                  </a:lnTo>
                  <a:close/>
                  <a:moveTo>
                    <a:pt x="2332922" y="861057"/>
                  </a:moveTo>
                  <a:lnTo>
                    <a:pt x="2316678" y="836673"/>
                  </a:lnTo>
                  <a:lnTo>
                    <a:pt x="2283860" y="929173"/>
                  </a:lnTo>
                  <a:close/>
                  <a:moveTo>
                    <a:pt x="2332922" y="861057"/>
                  </a:moveTo>
                  <a:lnTo>
                    <a:pt x="2317768" y="822620"/>
                  </a:lnTo>
                  <a:lnTo>
                    <a:pt x="2316678" y="836673"/>
                  </a:lnTo>
                  <a:close/>
                  <a:moveTo>
                    <a:pt x="2317768" y="822620"/>
                  </a:moveTo>
                  <a:lnTo>
                    <a:pt x="2282126" y="747563"/>
                  </a:lnTo>
                  <a:lnTo>
                    <a:pt x="2310045" y="811873"/>
                  </a:lnTo>
                  <a:close/>
                  <a:moveTo>
                    <a:pt x="2072009" y="658190"/>
                  </a:moveTo>
                  <a:lnTo>
                    <a:pt x="2026735" y="614412"/>
                  </a:lnTo>
                  <a:lnTo>
                    <a:pt x="2046411" y="696627"/>
                  </a:lnTo>
                  <a:close/>
                  <a:moveTo>
                    <a:pt x="2230134" y="629148"/>
                  </a:moveTo>
                  <a:lnTo>
                    <a:pt x="2267420" y="740405"/>
                  </a:lnTo>
                  <a:lnTo>
                    <a:pt x="2241965" y="658190"/>
                  </a:lnTo>
                  <a:close/>
                  <a:moveTo>
                    <a:pt x="1974405" y="126463"/>
                  </a:moveTo>
                  <a:lnTo>
                    <a:pt x="2004433" y="226552"/>
                  </a:lnTo>
                  <a:lnTo>
                    <a:pt x="2044752" y="162098"/>
                  </a:lnTo>
                  <a:close/>
                  <a:moveTo>
                    <a:pt x="2043824" y="88027"/>
                  </a:moveTo>
                  <a:lnTo>
                    <a:pt x="2044752" y="162098"/>
                  </a:lnTo>
                  <a:lnTo>
                    <a:pt x="2095899" y="138125"/>
                  </a:lnTo>
                  <a:close/>
                  <a:moveTo>
                    <a:pt x="2043824" y="88027"/>
                  </a:moveTo>
                  <a:lnTo>
                    <a:pt x="1974405" y="126463"/>
                  </a:lnTo>
                  <a:lnTo>
                    <a:pt x="2044752" y="162098"/>
                  </a:lnTo>
                  <a:close/>
                  <a:moveTo>
                    <a:pt x="2137271" y="49590"/>
                  </a:moveTo>
                  <a:lnTo>
                    <a:pt x="2161308" y="84549"/>
                  </a:lnTo>
                  <a:lnTo>
                    <a:pt x="2067658" y="0"/>
                  </a:lnTo>
                  <a:close/>
                </a:path>
              </a:pathLst>
            </a:custGeom>
            <a:solidFill>
              <a:srgbClr val="DCE1E6"/>
            </a:solidFill>
            <a:ln w="1524">
              <a:solidFill>
                <a:srgbClr val="DCE1E6"/>
              </a:solidFill>
            </a:ln>
          </p:spPr>
        </p:sp>
        <p:sp>
          <p:nvSpPr>
            <p:cNvPr id="2007" name="Candidate_density__2006">
              <a:extLst>
                <a:ext uri="{FF2B5EF4-FFF2-40B4-BE49-F238E27FC236}">
                  <a16:creationId xmlns:a16="http://schemas.microsoft.com/office/drawing/2014/main" id="{D6AAF2C0-D58B-35AC-0F13-636E2BE796FA}"/>
                </a:ext>
              </a:extLst>
            </p:cNvPr>
            <p:cNvSpPr>
              <a:spLocks noGrp="1"/>
            </p:cNvSpPr>
            <p:nvPr/>
          </p:nvSpPr>
          <p:spPr>
            <a:xfrm>
              <a:off x="4752407" y="3385638"/>
              <a:ext cx="2011792" cy="1854979"/>
            </a:xfrm>
            <a:custGeom>
              <a:avLst/>
              <a:gdLst/>
              <a:ahLst/>
              <a:cxnLst/>
              <a:rect l="0" t="0" r="0" b="0"/>
              <a:pathLst>
                <a:path w="2011792" h="1854979">
                  <a:moveTo>
                    <a:pt x="403762" y="1779109"/>
                  </a:moveTo>
                  <a:lnTo>
                    <a:pt x="288981" y="1808301"/>
                  </a:lnTo>
                  <a:lnTo>
                    <a:pt x="292483" y="1811201"/>
                  </a:lnTo>
                  <a:close/>
                  <a:moveTo>
                    <a:pt x="304060" y="1699480"/>
                  </a:moveTo>
                  <a:lnTo>
                    <a:pt x="288981" y="1808301"/>
                  </a:lnTo>
                  <a:lnTo>
                    <a:pt x="403762" y="1779109"/>
                  </a:lnTo>
                  <a:close/>
                  <a:moveTo>
                    <a:pt x="385054" y="1694226"/>
                  </a:moveTo>
                  <a:lnTo>
                    <a:pt x="304060" y="1699480"/>
                  </a:lnTo>
                  <a:lnTo>
                    <a:pt x="403762" y="1779109"/>
                  </a:lnTo>
                  <a:close/>
                  <a:moveTo>
                    <a:pt x="274382" y="1608334"/>
                  </a:moveTo>
                  <a:lnTo>
                    <a:pt x="304060" y="1699480"/>
                  </a:lnTo>
                  <a:lnTo>
                    <a:pt x="305015" y="1653046"/>
                  </a:lnTo>
                  <a:close/>
                  <a:moveTo>
                    <a:pt x="235120" y="1728986"/>
                  </a:moveTo>
                  <a:lnTo>
                    <a:pt x="304060" y="1699480"/>
                  </a:lnTo>
                  <a:lnTo>
                    <a:pt x="274382" y="1608334"/>
                  </a:lnTo>
                  <a:close/>
                  <a:moveTo>
                    <a:pt x="198809" y="1534618"/>
                  </a:moveTo>
                  <a:lnTo>
                    <a:pt x="190669" y="1530889"/>
                  </a:lnTo>
                  <a:lnTo>
                    <a:pt x="274382" y="1608334"/>
                  </a:lnTo>
                  <a:close/>
                  <a:moveTo>
                    <a:pt x="191689" y="1526119"/>
                  </a:moveTo>
                  <a:lnTo>
                    <a:pt x="190669" y="1530889"/>
                  </a:lnTo>
                  <a:lnTo>
                    <a:pt x="198809" y="1534618"/>
                  </a:lnTo>
                  <a:close/>
                  <a:moveTo>
                    <a:pt x="191689" y="1526119"/>
                  </a:moveTo>
                  <a:lnTo>
                    <a:pt x="143414" y="1469214"/>
                  </a:lnTo>
                  <a:lnTo>
                    <a:pt x="190669" y="1530889"/>
                  </a:lnTo>
                  <a:close/>
                  <a:moveTo>
                    <a:pt x="459669" y="1772765"/>
                  </a:moveTo>
                  <a:lnTo>
                    <a:pt x="502008" y="1854979"/>
                  </a:lnTo>
                  <a:lnTo>
                    <a:pt x="416312" y="1768906"/>
                  </a:lnTo>
                  <a:close/>
                  <a:moveTo>
                    <a:pt x="274382" y="1608334"/>
                  </a:moveTo>
                  <a:lnTo>
                    <a:pt x="305015" y="1653046"/>
                  </a:lnTo>
                  <a:lnTo>
                    <a:pt x="311328" y="1593480"/>
                  </a:lnTo>
                  <a:close/>
                  <a:moveTo>
                    <a:pt x="311328" y="1593480"/>
                  </a:moveTo>
                  <a:lnTo>
                    <a:pt x="198809" y="1534618"/>
                  </a:lnTo>
                  <a:lnTo>
                    <a:pt x="274382" y="1608334"/>
                  </a:lnTo>
                  <a:close/>
                  <a:moveTo>
                    <a:pt x="205196" y="1519079"/>
                  </a:moveTo>
                  <a:lnTo>
                    <a:pt x="198809" y="1534618"/>
                  </a:lnTo>
                  <a:lnTo>
                    <a:pt x="311328" y="1593480"/>
                  </a:lnTo>
                  <a:close/>
                  <a:moveTo>
                    <a:pt x="307376" y="1496600"/>
                  </a:moveTo>
                  <a:lnTo>
                    <a:pt x="205196" y="1519079"/>
                  </a:lnTo>
                  <a:lnTo>
                    <a:pt x="311328" y="1593480"/>
                  </a:lnTo>
                  <a:close/>
                  <a:moveTo>
                    <a:pt x="311328" y="1593480"/>
                  </a:moveTo>
                  <a:lnTo>
                    <a:pt x="305015" y="1653046"/>
                  </a:lnTo>
                  <a:lnTo>
                    <a:pt x="321549" y="1608334"/>
                  </a:lnTo>
                  <a:close/>
                  <a:moveTo>
                    <a:pt x="307376" y="1496600"/>
                  </a:moveTo>
                  <a:lnTo>
                    <a:pt x="311328" y="1593480"/>
                  </a:lnTo>
                  <a:lnTo>
                    <a:pt x="321549" y="1608334"/>
                  </a:lnTo>
                  <a:close/>
                  <a:moveTo>
                    <a:pt x="191689" y="1526119"/>
                  </a:moveTo>
                  <a:lnTo>
                    <a:pt x="198809" y="1534618"/>
                  </a:lnTo>
                  <a:lnTo>
                    <a:pt x="205196" y="1519079"/>
                  </a:lnTo>
                  <a:close/>
                  <a:moveTo>
                    <a:pt x="191689" y="1526119"/>
                  </a:moveTo>
                  <a:lnTo>
                    <a:pt x="205196" y="1519079"/>
                  </a:lnTo>
                  <a:lnTo>
                    <a:pt x="166311" y="1405468"/>
                  </a:lnTo>
                  <a:close/>
                  <a:moveTo>
                    <a:pt x="151500" y="1443904"/>
                  </a:moveTo>
                  <a:lnTo>
                    <a:pt x="191689" y="1526119"/>
                  </a:lnTo>
                  <a:lnTo>
                    <a:pt x="166311" y="1405468"/>
                  </a:lnTo>
                  <a:close/>
                  <a:moveTo>
                    <a:pt x="205196" y="1519079"/>
                  </a:moveTo>
                  <a:lnTo>
                    <a:pt x="307376" y="1496600"/>
                  </a:lnTo>
                  <a:lnTo>
                    <a:pt x="235710" y="1457382"/>
                  </a:lnTo>
                  <a:close/>
                  <a:moveTo>
                    <a:pt x="166311" y="1405468"/>
                  </a:moveTo>
                  <a:lnTo>
                    <a:pt x="153008" y="1323252"/>
                  </a:lnTo>
                  <a:lnTo>
                    <a:pt x="151500" y="1443904"/>
                  </a:lnTo>
                  <a:close/>
                  <a:moveTo>
                    <a:pt x="476089" y="1449246"/>
                  </a:moveTo>
                  <a:lnTo>
                    <a:pt x="489338" y="1569684"/>
                  </a:lnTo>
                  <a:lnTo>
                    <a:pt x="523291" y="1481427"/>
                  </a:lnTo>
                  <a:close/>
                  <a:moveTo>
                    <a:pt x="62232" y="1158822"/>
                  </a:moveTo>
                  <a:lnTo>
                    <a:pt x="84939" y="1172332"/>
                  </a:lnTo>
                  <a:lnTo>
                    <a:pt x="71439" y="1120386"/>
                  </a:lnTo>
                  <a:close/>
                  <a:moveTo>
                    <a:pt x="62232" y="1158822"/>
                  </a:moveTo>
                  <a:lnTo>
                    <a:pt x="71439" y="1120386"/>
                  </a:lnTo>
                  <a:lnTo>
                    <a:pt x="0" y="1133420"/>
                  </a:lnTo>
                  <a:close/>
                  <a:moveTo>
                    <a:pt x="476089" y="1449246"/>
                  </a:moveTo>
                  <a:lnTo>
                    <a:pt x="523291" y="1481427"/>
                  </a:lnTo>
                  <a:lnTo>
                    <a:pt x="533943" y="1433589"/>
                  </a:lnTo>
                  <a:close/>
                  <a:moveTo>
                    <a:pt x="392645" y="1328595"/>
                  </a:moveTo>
                  <a:lnTo>
                    <a:pt x="363929" y="1367031"/>
                  </a:lnTo>
                  <a:lnTo>
                    <a:pt x="432934" y="1422254"/>
                  </a:lnTo>
                  <a:close/>
                  <a:moveTo>
                    <a:pt x="778915" y="1234235"/>
                  </a:moveTo>
                  <a:lnTo>
                    <a:pt x="688387" y="1207943"/>
                  </a:lnTo>
                  <a:lnTo>
                    <a:pt x="655806" y="1267813"/>
                  </a:lnTo>
                  <a:close/>
                  <a:moveTo>
                    <a:pt x="735521" y="1190710"/>
                  </a:moveTo>
                  <a:lnTo>
                    <a:pt x="778915" y="1234235"/>
                  </a:lnTo>
                  <a:lnTo>
                    <a:pt x="798035" y="1251722"/>
                  </a:lnTo>
                  <a:close/>
                  <a:moveTo>
                    <a:pt x="665696" y="1089590"/>
                  </a:moveTo>
                  <a:lnTo>
                    <a:pt x="735521" y="1190710"/>
                  </a:lnTo>
                  <a:lnTo>
                    <a:pt x="753016" y="1137405"/>
                  </a:lnTo>
                  <a:close/>
                  <a:moveTo>
                    <a:pt x="670075" y="1125728"/>
                  </a:moveTo>
                  <a:lnTo>
                    <a:pt x="735521" y="1190710"/>
                  </a:lnTo>
                  <a:lnTo>
                    <a:pt x="665696" y="1089590"/>
                  </a:lnTo>
                  <a:close/>
                  <a:moveTo>
                    <a:pt x="965202" y="1213285"/>
                  </a:moveTo>
                  <a:lnTo>
                    <a:pt x="935470" y="1262257"/>
                  </a:lnTo>
                  <a:lnTo>
                    <a:pt x="990505" y="1252818"/>
                  </a:lnTo>
                  <a:close/>
                  <a:moveTo>
                    <a:pt x="929928" y="1153845"/>
                  </a:moveTo>
                  <a:lnTo>
                    <a:pt x="894342" y="1131070"/>
                  </a:lnTo>
                  <a:lnTo>
                    <a:pt x="885702" y="1139639"/>
                  </a:lnTo>
                  <a:close/>
                  <a:moveTo>
                    <a:pt x="885702" y="1139639"/>
                  </a:moveTo>
                  <a:lnTo>
                    <a:pt x="837615" y="1175051"/>
                  </a:lnTo>
                  <a:lnTo>
                    <a:pt x="929928" y="1153845"/>
                  </a:lnTo>
                  <a:close/>
                  <a:moveTo>
                    <a:pt x="777619" y="1056393"/>
                  </a:moveTo>
                  <a:lnTo>
                    <a:pt x="753016" y="1137405"/>
                  </a:lnTo>
                  <a:lnTo>
                    <a:pt x="805726" y="1048855"/>
                  </a:lnTo>
                  <a:close/>
                  <a:moveTo>
                    <a:pt x="805726" y="1048855"/>
                  </a:moveTo>
                  <a:lnTo>
                    <a:pt x="753016" y="1137405"/>
                  </a:lnTo>
                  <a:lnTo>
                    <a:pt x="830531" y="1169506"/>
                  </a:lnTo>
                  <a:close/>
                  <a:moveTo>
                    <a:pt x="777619" y="1056393"/>
                  </a:moveTo>
                  <a:lnTo>
                    <a:pt x="665696" y="1089590"/>
                  </a:lnTo>
                  <a:lnTo>
                    <a:pt x="753016" y="1137405"/>
                  </a:lnTo>
                  <a:close/>
                  <a:moveTo>
                    <a:pt x="777619" y="1056393"/>
                  </a:moveTo>
                  <a:lnTo>
                    <a:pt x="780569" y="1025219"/>
                  </a:lnTo>
                  <a:lnTo>
                    <a:pt x="710101" y="1040409"/>
                  </a:lnTo>
                  <a:close/>
                  <a:moveTo>
                    <a:pt x="965202" y="1213285"/>
                  </a:moveTo>
                  <a:lnTo>
                    <a:pt x="1008372" y="1290255"/>
                  </a:lnTo>
                  <a:lnTo>
                    <a:pt x="939313" y="1185715"/>
                  </a:lnTo>
                  <a:close/>
                  <a:moveTo>
                    <a:pt x="990505" y="1252818"/>
                  </a:moveTo>
                  <a:lnTo>
                    <a:pt x="1008372" y="1290255"/>
                  </a:lnTo>
                  <a:lnTo>
                    <a:pt x="965202" y="1213285"/>
                  </a:lnTo>
                  <a:close/>
                  <a:moveTo>
                    <a:pt x="974065" y="1191353"/>
                  </a:moveTo>
                  <a:lnTo>
                    <a:pt x="965202" y="1213285"/>
                  </a:lnTo>
                  <a:lnTo>
                    <a:pt x="939313" y="1185715"/>
                  </a:lnTo>
                  <a:close/>
                  <a:moveTo>
                    <a:pt x="879592" y="1131070"/>
                  </a:moveTo>
                  <a:lnTo>
                    <a:pt x="911187" y="1092634"/>
                  </a:lnTo>
                  <a:lnTo>
                    <a:pt x="805726" y="1048855"/>
                  </a:lnTo>
                  <a:close/>
                  <a:moveTo>
                    <a:pt x="918664" y="1047676"/>
                  </a:moveTo>
                  <a:lnTo>
                    <a:pt x="906729" y="1048855"/>
                  </a:lnTo>
                  <a:lnTo>
                    <a:pt x="894524" y="1021943"/>
                  </a:lnTo>
                  <a:close/>
                  <a:moveTo>
                    <a:pt x="894524" y="1021943"/>
                  </a:moveTo>
                  <a:lnTo>
                    <a:pt x="848779" y="1001588"/>
                  </a:lnTo>
                  <a:lnTo>
                    <a:pt x="805726" y="1048855"/>
                  </a:lnTo>
                  <a:close/>
                  <a:moveTo>
                    <a:pt x="625935" y="510525"/>
                  </a:moveTo>
                  <a:lnTo>
                    <a:pt x="607799" y="517128"/>
                  </a:lnTo>
                  <a:lnTo>
                    <a:pt x="664850" y="486926"/>
                  </a:lnTo>
                  <a:close/>
                  <a:moveTo>
                    <a:pt x="1502999" y="1180191"/>
                  </a:moveTo>
                  <a:lnTo>
                    <a:pt x="1534520" y="1265558"/>
                  </a:lnTo>
                  <a:lnTo>
                    <a:pt x="1535448" y="1251377"/>
                  </a:lnTo>
                  <a:close/>
                  <a:moveTo>
                    <a:pt x="1495838" y="1318483"/>
                  </a:moveTo>
                  <a:lnTo>
                    <a:pt x="1540604" y="1262406"/>
                  </a:lnTo>
                  <a:lnTo>
                    <a:pt x="1534520" y="1265558"/>
                  </a:lnTo>
                  <a:close/>
                  <a:moveTo>
                    <a:pt x="1502999" y="1180191"/>
                  </a:moveTo>
                  <a:lnTo>
                    <a:pt x="1421957" y="1105711"/>
                  </a:lnTo>
                  <a:lnTo>
                    <a:pt x="1390142" y="1201959"/>
                  </a:lnTo>
                  <a:close/>
                  <a:moveTo>
                    <a:pt x="1579086" y="1223970"/>
                  </a:moveTo>
                  <a:lnTo>
                    <a:pt x="1535448" y="1251377"/>
                  </a:lnTo>
                  <a:lnTo>
                    <a:pt x="1550429" y="1252625"/>
                  </a:lnTo>
                  <a:close/>
                  <a:moveTo>
                    <a:pt x="1502999" y="1180191"/>
                  </a:moveTo>
                  <a:lnTo>
                    <a:pt x="1535448" y="1251377"/>
                  </a:lnTo>
                  <a:lnTo>
                    <a:pt x="1579086" y="1223970"/>
                  </a:lnTo>
                  <a:close/>
                  <a:moveTo>
                    <a:pt x="1516238" y="1059539"/>
                  </a:moveTo>
                  <a:lnTo>
                    <a:pt x="1421957" y="1105711"/>
                  </a:lnTo>
                  <a:lnTo>
                    <a:pt x="1502999" y="1180191"/>
                  </a:lnTo>
                  <a:close/>
                  <a:moveTo>
                    <a:pt x="1398251" y="977325"/>
                  </a:moveTo>
                  <a:lnTo>
                    <a:pt x="1414789" y="1097976"/>
                  </a:lnTo>
                  <a:lnTo>
                    <a:pt x="1460404" y="1034254"/>
                  </a:lnTo>
                  <a:close/>
                  <a:moveTo>
                    <a:pt x="1425504" y="1093410"/>
                  </a:moveTo>
                  <a:lnTo>
                    <a:pt x="1516238" y="1059539"/>
                  </a:lnTo>
                  <a:lnTo>
                    <a:pt x="1460404" y="1034254"/>
                  </a:lnTo>
                  <a:close/>
                  <a:moveTo>
                    <a:pt x="1398251" y="977325"/>
                  </a:moveTo>
                  <a:lnTo>
                    <a:pt x="1382885" y="895109"/>
                  </a:lnTo>
                  <a:lnTo>
                    <a:pt x="1375322" y="1015761"/>
                  </a:lnTo>
                  <a:close/>
                  <a:moveTo>
                    <a:pt x="1670661" y="1047854"/>
                  </a:moveTo>
                  <a:lnTo>
                    <a:pt x="1565014" y="1059539"/>
                  </a:lnTo>
                  <a:lnTo>
                    <a:pt x="1606982" y="1106556"/>
                  </a:lnTo>
                  <a:close/>
                  <a:moveTo>
                    <a:pt x="1808703" y="900451"/>
                  </a:moveTo>
                  <a:lnTo>
                    <a:pt x="1744814" y="831237"/>
                  </a:lnTo>
                  <a:lnTo>
                    <a:pt x="1731045" y="826603"/>
                  </a:lnTo>
                  <a:close/>
                  <a:moveTo>
                    <a:pt x="1879332" y="982666"/>
                  </a:moveTo>
                  <a:lnTo>
                    <a:pt x="1972413" y="951743"/>
                  </a:lnTo>
                  <a:lnTo>
                    <a:pt x="1853940" y="960584"/>
                  </a:lnTo>
                  <a:close/>
                  <a:moveTo>
                    <a:pt x="1853940" y="960584"/>
                  </a:moveTo>
                  <a:lnTo>
                    <a:pt x="1972413" y="951743"/>
                  </a:lnTo>
                  <a:lnTo>
                    <a:pt x="1977884" y="930131"/>
                  </a:lnTo>
                  <a:close/>
                  <a:moveTo>
                    <a:pt x="1853940" y="960584"/>
                  </a:moveTo>
                  <a:lnTo>
                    <a:pt x="1977884" y="930131"/>
                  </a:lnTo>
                  <a:lnTo>
                    <a:pt x="1891146" y="884488"/>
                  </a:lnTo>
                  <a:close/>
                  <a:moveTo>
                    <a:pt x="1867772" y="862015"/>
                  </a:moveTo>
                  <a:lnTo>
                    <a:pt x="1853940" y="960584"/>
                  </a:lnTo>
                  <a:lnTo>
                    <a:pt x="1891146" y="884488"/>
                  </a:lnTo>
                  <a:close/>
                  <a:moveTo>
                    <a:pt x="1867772" y="862015"/>
                  </a:moveTo>
                  <a:lnTo>
                    <a:pt x="1808703" y="900451"/>
                  </a:lnTo>
                  <a:lnTo>
                    <a:pt x="1853940" y="960584"/>
                  </a:lnTo>
                  <a:close/>
                  <a:moveTo>
                    <a:pt x="1808703" y="900451"/>
                  </a:moveTo>
                  <a:lnTo>
                    <a:pt x="1867772" y="862015"/>
                  </a:lnTo>
                  <a:lnTo>
                    <a:pt x="1744814" y="831237"/>
                  </a:lnTo>
                  <a:close/>
                  <a:moveTo>
                    <a:pt x="1867772" y="862015"/>
                  </a:moveTo>
                  <a:lnTo>
                    <a:pt x="1792697" y="795063"/>
                  </a:lnTo>
                  <a:lnTo>
                    <a:pt x="1744814" y="831237"/>
                  </a:lnTo>
                  <a:close/>
                  <a:moveTo>
                    <a:pt x="1769161" y="779800"/>
                  </a:moveTo>
                  <a:lnTo>
                    <a:pt x="1744814" y="831237"/>
                  </a:lnTo>
                  <a:lnTo>
                    <a:pt x="1792697" y="795063"/>
                  </a:lnTo>
                  <a:close/>
                  <a:moveTo>
                    <a:pt x="1769161" y="779800"/>
                  </a:moveTo>
                  <a:lnTo>
                    <a:pt x="1727964" y="818236"/>
                  </a:lnTo>
                  <a:lnTo>
                    <a:pt x="1744814" y="831237"/>
                  </a:lnTo>
                  <a:close/>
                  <a:moveTo>
                    <a:pt x="1740435" y="697585"/>
                  </a:moveTo>
                  <a:lnTo>
                    <a:pt x="1724861" y="731538"/>
                  </a:lnTo>
                  <a:lnTo>
                    <a:pt x="1727964" y="818236"/>
                  </a:lnTo>
                  <a:close/>
                  <a:moveTo>
                    <a:pt x="1769161" y="779800"/>
                  </a:moveTo>
                  <a:lnTo>
                    <a:pt x="1740435" y="697585"/>
                  </a:lnTo>
                  <a:lnTo>
                    <a:pt x="1727964" y="818236"/>
                  </a:lnTo>
                  <a:close/>
                  <a:moveTo>
                    <a:pt x="1740435" y="697585"/>
                  </a:moveTo>
                  <a:lnTo>
                    <a:pt x="1722191" y="633617"/>
                  </a:lnTo>
                  <a:lnTo>
                    <a:pt x="1724861" y="731538"/>
                  </a:lnTo>
                  <a:close/>
                  <a:moveTo>
                    <a:pt x="1867772" y="862015"/>
                  </a:moveTo>
                  <a:lnTo>
                    <a:pt x="1891146" y="884488"/>
                  </a:lnTo>
                  <a:lnTo>
                    <a:pt x="1916589" y="836443"/>
                  </a:lnTo>
                  <a:close/>
                  <a:moveTo>
                    <a:pt x="1867772" y="862015"/>
                  </a:moveTo>
                  <a:lnTo>
                    <a:pt x="1916589" y="836443"/>
                  </a:lnTo>
                  <a:lnTo>
                    <a:pt x="1792697" y="795063"/>
                  </a:lnTo>
                  <a:close/>
                  <a:moveTo>
                    <a:pt x="1891146" y="884488"/>
                  </a:moveTo>
                  <a:lnTo>
                    <a:pt x="1994264" y="823578"/>
                  </a:lnTo>
                  <a:lnTo>
                    <a:pt x="1916589" y="836443"/>
                  </a:lnTo>
                  <a:close/>
                  <a:moveTo>
                    <a:pt x="2010702" y="837631"/>
                  </a:moveTo>
                  <a:lnTo>
                    <a:pt x="1994264" y="823578"/>
                  </a:lnTo>
                  <a:lnTo>
                    <a:pt x="1891146" y="884488"/>
                  </a:lnTo>
                  <a:close/>
                  <a:moveTo>
                    <a:pt x="1977884" y="930131"/>
                  </a:moveTo>
                  <a:lnTo>
                    <a:pt x="2010702" y="837631"/>
                  </a:lnTo>
                  <a:lnTo>
                    <a:pt x="1891146" y="884488"/>
                  </a:lnTo>
                  <a:close/>
                  <a:moveTo>
                    <a:pt x="1994264" y="823578"/>
                  </a:moveTo>
                  <a:lnTo>
                    <a:pt x="2010702" y="837631"/>
                  </a:lnTo>
                  <a:lnTo>
                    <a:pt x="2010927" y="820340"/>
                  </a:lnTo>
                  <a:close/>
                  <a:moveTo>
                    <a:pt x="2010927" y="820340"/>
                  </a:moveTo>
                  <a:lnTo>
                    <a:pt x="2004069" y="812831"/>
                  </a:lnTo>
                  <a:lnTo>
                    <a:pt x="1994264" y="823578"/>
                  </a:lnTo>
                  <a:close/>
                  <a:moveTo>
                    <a:pt x="2010927" y="820340"/>
                  </a:moveTo>
                  <a:lnTo>
                    <a:pt x="2010702" y="837631"/>
                  </a:lnTo>
                  <a:lnTo>
                    <a:pt x="2011792" y="823578"/>
                  </a:lnTo>
                  <a:close/>
                  <a:moveTo>
                    <a:pt x="2010927" y="820340"/>
                  </a:moveTo>
                  <a:lnTo>
                    <a:pt x="2011792" y="823578"/>
                  </a:lnTo>
                  <a:lnTo>
                    <a:pt x="2004069" y="812831"/>
                  </a:lnTo>
                  <a:close/>
                  <a:moveTo>
                    <a:pt x="1668429" y="127421"/>
                  </a:moveTo>
                  <a:lnTo>
                    <a:pt x="1737848" y="88985"/>
                  </a:lnTo>
                  <a:lnTo>
                    <a:pt x="1641043" y="76309"/>
                  </a:lnTo>
                  <a:close/>
                  <a:moveTo>
                    <a:pt x="1688329" y="0"/>
                  </a:moveTo>
                  <a:lnTo>
                    <a:pt x="1821764" y="42929"/>
                  </a:lnTo>
                  <a:lnTo>
                    <a:pt x="1761682" y="958"/>
                  </a:lnTo>
                  <a:close/>
                  <a:moveTo>
                    <a:pt x="1688329" y="0"/>
                  </a:moveTo>
                  <a:lnTo>
                    <a:pt x="1753091" y="1375"/>
                  </a:lnTo>
                  <a:lnTo>
                    <a:pt x="1678603" y="1536"/>
                  </a:lnTo>
                  <a:close/>
                  <a:moveTo>
                    <a:pt x="1688329" y="0"/>
                  </a:moveTo>
                  <a:lnTo>
                    <a:pt x="1761682" y="958"/>
                  </a:lnTo>
                  <a:lnTo>
                    <a:pt x="1753091" y="1375"/>
                  </a:lnTo>
                  <a:close/>
                </a:path>
              </a:pathLst>
            </a:custGeom>
            <a:solidFill>
              <a:srgbClr val="E0E5E9"/>
            </a:solidFill>
            <a:ln w="1524">
              <a:solidFill>
                <a:srgbClr val="E0E5E9"/>
              </a:solidFill>
            </a:ln>
          </p:spPr>
        </p:sp>
        <p:sp>
          <p:nvSpPr>
            <p:cNvPr id="2008" name="Candidate_density__2007">
              <a:extLst>
                <a:ext uri="{FF2B5EF4-FFF2-40B4-BE49-F238E27FC236}">
                  <a16:creationId xmlns:a16="http://schemas.microsoft.com/office/drawing/2014/main" id="{EEFF2C7C-334C-4A80-1559-607B91B42455}"/>
                </a:ext>
              </a:extLst>
            </p:cNvPr>
            <p:cNvSpPr>
              <a:spLocks noGrp="1"/>
            </p:cNvSpPr>
            <p:nvPr/>
          </p:nvSpPr>
          <p:spPr>
            <a:xfrm>
              <a:off x="4987527" y="3387013"/>
              <a:ext cx="1517970" cy="1806926"/>
            </a:xfrm>
            <a:custGeom>
              <a:avLst/>
              <a:gdLst/>
              <a:ahLst/>
              <a:cxnLst/>
              <a:rect l="0" t="0" r="0" b="0"/>
              <a:pathLst>
                <a:path w="1517970" h="1806926">
                  <a:moveTo>
                    <a:pt x="0" y="1727611"/>
                  </a:moveTo>
                  <a:lnTo>
                    <a:pt x="53860" y="1806926"/>
                  </a:lnTo>
                  <a:lnTo>
                    <a:pt x="68939" y="1698106"/>
                  </a:lnTo>
                  <a:close/>
                  <a:moveTo>
                    <a:pt x="500400" y="1189335"/>
                  </a:moveTo>
                  <a:lnTo>
                    <a:pt x="453267" y="1206568"/>
                  </a:lnTo>
                  <a:lnTo>
                    <a:pt x="543794" y="1232861"/>
                  </a:lnTo>
                  <a:close/>
                  <a:moveTo>
                    <a:pt x="500400" y="1189335"/>
                  </a:moveTo>
                  <a:lnTo>
                    <a:pt x="595410" y="1168132"/>
                  </a:lnTo>
                  <a:lnTo>
                    <a:pt x="517895" y="1136031"/>
                  </a:lnTo>
                  <a:close/>
                  <a:moveTo>
                    <a:pt x="773787" y="1320248"/>
                  </a:moveTo>
                  <a:lnTo>
                    <a:pt x="729233" y="1368871"/>
                  </a:lnTo>
                  <a:lnTo>
                    <a:pt x="710160" y="1361018"/>
                  </a:lnTo>
                  <a:close/>
                  <a:moveTo>
                    <a:pt x="694807" y="1152470"/>
                  </a:moveTo>
                  <a:lnTo>
                    <a:pt x="730082" y="1211911"/>
                  </a:lnTo>
                  <a:lnTo>
                    <a:pt x="738944" y="1189979"/>
                  </a:lnTo>
                  <a:close/>
                  <a:moveTo>
                    <a:pt x="570606" y="1047480"/>
                  </a:moveTo>
                  <a:lnTo>
                    <a:pt x="683544" y="1046302"/>
                  </a:lnTo>
                  <a:lnTo>
                    <a:pt x="659404" y="1020568"/>
                  </a:lnTo>
                  <a:close/>
                  <a:moveTo>
                    <a:pt x="390814" y="509151"/>
                  </a:moveTo>
                  <a:lnTo>
                    <a:pt x="284387" y="554190"/>
                  </a:lnTo>
                  <a:lnTo>
                    <a:pt x="372678" y="515753"/>
                  </a:lnTo>
                  <a:close/>
                  <a:moveTo>
                    <a:pt x="1299400" y="1264184"/>
                  </a:moveTo>
                  <a:lnTo>
                    <a:pt x="1305484" y="1261031"/>
                  </a:lnTo>
                  <a:lnTo>
                    <a:pt x="1300327" y="1250002"/>
                  </a:lnTo>
                  <a:close/>
                  <a:moveTo>
                    <a:pt x="1179668" y="1096602"/>
                  </a:moveTo>
                  <a:lnTo>
                    <a:pt x="1155021" y="1200585"/>
                  </a:lnTo>
                  <a:lnTo>
                    <a:pt x="1186837" y="1104336"/>
                  </a:lnTo>
                  <a:close/>
                  <a:moveTo>
                    <a:pt x="1179668" y="1096602"/>
                  </a:moveTo>
                  <a:lnTo>
                    <a:pt x="1111937" y="1135038"/>
                  </a:lnTo>
                  <a:lnTo>
                    <a:pt x="1155021" y="1200585"/>
                  </a:lnTo>
                  <a:close/>
                  <a:moveTo>
                    <a:pt x="1179668" y="1096602"/>
                  </a:moveTo>
                  <a:lnTo>
                    <a:pt x="1140201" y="1014386"/>
                  </a:lnTo>
                  <a:lnTo>
                    <a:pt x="1111937" y="1135038"/>
                  </a:lnTo>
                  <a:close/>
                  <a:moveTo>
                    <a:pt x="1300327" y="1250002"/>
                  </a:moveTo>
                  <a:lnTo>
                    <a:pt x="1305484" y="1261031"/>
                  </a:lnTo>
                  <a:lnTo>
                    <a:pt x="1315308" y="1251251"/>
                  </a:lnTo>
                  <a:close/>
                  <a:moveTo>
                    <a:pt x="1190384" y="1092036"/>
                  </a:moveTo>
                  <a:lnTo>
                    <a:pt x="1186837" y="1104336"/>
                  </a:lnTo>
                  <a:lnTo>
                    <a:pt x="1281118" y="1058165"/>
                  </a:lnTo>
                  <a:close/>
                  <a:moveTo>
                    <a:pt x="1190384" y="1092036"/>
                  </a:moveTo>
                  <a:lnTo>
                    <a:pt x="1179668" y="1096602"/>
                  </a:lnTo>
                  <a:lnTo>
                    <a:pt x="1186837" y="1104336"/>
                  </a:lnTo>
                  <a:close/>
                  <a:moveTo>
                    <a:pt x="1179668" y="1096602"/>
                  </a:moveTo>
                  <a:lnTo>
                    <a:pt x="1190384" y="1092036"/>
                  </a:lnTo>
                  <a:lnTo>
                    <a:pt x="1225283" y="1032879"/>
                  </a:lnTo>
                  <a:close/>
                  <a:moveTo>
                    <a:pt x="1140201" y="1014386"/>
                  </a:moveTo>
                  <a:lnTo>
                    <a:pt x="1179668" y="1096602"/>
                  </a:lnTo>
                  <a:lnTo>
                    <a:pt x="1163130" y="975950"/>
                  </a:lnTo>
                  <a:close/>
                  <a:moveTo>
                    <a:pt x="1281118" y="1058165"/>
                  </a:moveTo>
                  <a:lnTo>
                    <a:pt x="1371861" y="1105182"/>
                  </a:lnTo>
                  <a:lnTo>
                    <a:pt x="1319646" y="1047540"/>
                  </a:lnTo>
                  <a:close/>
                  <a:moveTo>
                    <a:pt x="1371861" y="1105182"/>
                  </a:moveTo>
                  <a:lnTo>
                    <a:pt x="1329894" y="1058165"/>
                  </a:lnTo>
                  <a:lnTo>
                    <a:pt x="1319646" y="1047540"/>
                  </a:lnTo>
                  <a:close/>
                  <a:moveTo>
                    <a:pt x="1405923" y="74934"/>
                  </a:moveTo>
                  <a:lnTo>
                    <a:pt x="1380885" y="57423"/>
                  </a:lnTo>
                  <a:lnTo>
                    <a:pt x="1433308" y="126046"/>
                  </a:lnTo>
                  <a:close/>
                  <a:moveTo>
                    <a:pt x="1388737" y="43831"/>
                  </a:moveTo>
                  <a:lnTo>
                    <a:pt x="1380885" y="57423"/>
                  </a:lnTo>
                  <a:lnTo>
                    <a:pt x="1405923" y="74934"/>
                  </a:lnTo>
                  <a:close/>
                  <a:moveTo>
                    <a:pt x="1396186" y="38531"/>
                  </a:moveTo>
                  <a:lnTo>
                    <a:pt x="1380885" y="57423"/>
                  </a:lnTo>
                  <a:lnTo>
                    <a:pt x="1388737" y="43831"/>
                  </a:lnTo>
                  <a:close/>
                  <a:moveTo>
                    <a:pt x="1502728" y="87610"/>
                  </a:moveTo>
                  <a:lnTo>
                    <a:pt x="1449463" y="22521"/>
                  </a:lnTo>
                  <a:lnTo>
                    <a:pt x="1405923" y="74934"/>
                  </a:lnTo>
                  <a:close/>
                  <a:moveTo>
                    <a:pt x="1449463" y="22521"/>
                  </a:moveTo>
                  <a:lnTo>
                    <a:pt x="1388737" y="43831"/>
                  </a:lnTo>
                  <a:lnTo>
                    <a:pt x="1405923" y="74934"/>
                  </a:lnTo>
                  <a:close/>
                  <a:moveTo>
                    <a:pt x="1517970" y="0"/>
                  </a:moveTo>
                  <a:lnTo>
                    <a:pt x="1396186" y="38531"/>
                  </a:lnTo>
                  <a:lnTo>
                    <a:pt x="1443483" y="161"/>
                  </a:lnTo>
                  <a:close/>
                </a:path>
              </a:pathLst>
            </a:custGeom>
            <a:solidFill>
              <a:srgbClr val="E3E8EC"/>
            </a:solidFill>
            <a:ln w="1524">
              <a:solidFill>
                <a:srgbClr val="E3E8EC"/>
              </a:solidFill>
            </a:ln>
          </p:spPr>
        </p:sp>
        <p:sp>
          <p:nvSpPr>
            <p:cNvPr id="2009" name="Candidate_density__2008">
              <a:extLst>
                <a:ext uri="{FF2B5EF4-FFF2-40B4-BE49-F238E27FC236}">
                  <a16:creationId xmlns:a16="http://schemas.microsoft.com/office/drawing/2014/main" id="{00235678-861F-1253-06C9-E7C1637C166B}"/>
                </a:ext>
              </a:extLst>
            </p:cNvPr>
            <p:cNvSpPr>
              <a:spLocks noGrp="1"/>
            </p:cNvSpPr>
            <p:nvPr/>
          </p:nvSpPr>
          <p:spPr>
            <a:xfrm>
              <a:off x="4502544" y="3444122"/>
              <a:ext cx="2261655" cy="1398898"/>
            </a:xfrm>
            <a:custGeom>
              <a:avLst/>
              <a:gdLst/>
              <a:ahLst/>
              <a:cxnLst/>
              <a:rect l="0" t="0" r="0" b="0"/>
              <a:pathLst>
                <a:path w="2261655" h="1398898">
                  <a:moveTo>
                    <a:pt x="220537" y="1180491"/>
                  </a:moveTo>
                  <a:lnTo>
                    <a:pt x="138788" y="1153504"/>
                  </a:lnTo>
                  <a:lnTo>
                    <a:pt x="168858" y="1202477"/>
                  </a:lnTo>
                  <a:close/>
                  <a:moveTo>
                    <a:pt x="81607" y="1154917"/>
                  </a:moveTo>
                  <a:lnTo>
                    <a:pt x="120582" y="1150373"/>
                  </a:lnTo>
                  <a:lnTo>
                    <a:pt x="0" y="1094996"/>
                  </a:lnTo>
                  <a:close/>
                  <a:moveTo>
                    <a:pt x="296114" y="1184405"/>
                  </a:moveTo>
                  <a:lnTo>
                    <a:pt x="334802" y="1113848"/>
                  </a:lnTo>
                  <a:lnTo>
                    <a:pt x="220537" y="1180491"/>
                  </a:lnTo>
                  <a:close/>
                  <a:moveTo>
                    <a:pt x="549457" y="1344350"/>
                  </a:moveTo>
                  <a:lnTo>
                    <a:pt x="485573" y="1398898"/>
                  </a:lnTo>
                  <a:lnTo>
                    <a:pt x="548372" y="1355038"/>
                  </a:lnTo>
                  <a:close/>
                  <a:moveTo>
                    <a:pt x="548372" y="1355038"/>
                  </a:moveTo>
                  <a:lnTo>
                    <a:pt x="553384" y="1346984"/>
                  </a:lnTo>
                  <a:lnTo>
                    <a:pt x="549457" y="1344350"/>
                  </a:lnTo>
                  <a:close/>
                  <a:moveTo>
                    <a:pt x="727126" y="1314307"/>
                  </a:moveTo>
                  <a:lnTo>
                    <a:pt x="725952" y="1390762"/>
                  </a:lnTo>
                  <a:lnTo>
                    <a:pt x="780591" y="1277627"/>
                  </a:lnTo>
                  <a:close/>
                  <a:moveTo>
                    <a:pt x="780591" y="1277627"/>
                  </a:moveTo>
                  <a:lnTo>
                    <a:pt x="772544" y="1270111"/>
                  </a:lnTo>
                  <a:lnTo>
                    <a:pt x="727126" y="1314307"/>
                  </a:lnTo>
                  <a:close/>
                  <a:moveTo>
                    <a:pt x="783806" y="1375105"/>
                  </a:moveTo>
                  <a:lnTo>
                    <a:pt x="843626" y="1387065"/>
                  </a:lnTo>
                  <a:lnTo>
                    <a:pt x="780591" y="1277627"/>
                  </a:lnTo>
                  <a:close/>
                  <a:moveTo>
                    <a:pt x="679267" y="920163"/>
                  </a:moveTo>
                  <a:lnTo>
                    <a:pt x="736335" y="1013330"/>
                  </a:lnTo>
                  <a:lnTo>
                    <a:pt x="760834" y="946476"/>
                  </a:lnTo>
                  <a:close/>
                  <a:moveTo>
                    <a:pt x="760834" y="946476"/>
                  </a:moveTo>
                  <a:lnTo>
                    <a:pt x="815623" y="948870"/>
                  </a:lnTo>
                  <a:lnTo>
                    <a:pt x="679267" y="920163"/>
                  </a:lnTo>
                  <a:close/>
                  <a:moveTo>
                    <a:pt x="862138" y="971647"/>
                  </a:moveTo>
                  <a:lnTo>
                    <a:pt x="913924" y="1029637"/>
                  </a:lnTo>
                  <a:lnTo>
                    <a:pt x="815623" y="948870"/>
                  </a:lnTo>
                  <a:close/>
                  <a:moveTo>
                    <a:pt x="1054363" y="908156"/>
                  </a:moveTo>
                  <a:lnTo>
                    <a:pt x="1030432" y="966735"/>
                  </a:lnTo>
                  <a:lnTo>
                    <a:pt x="1053174" y="937521"/>
                  </a:lnTo>
                  <a:close/>
                  <a:moveTo>
                    <a:pt x="1030432" y="966735"/>
                  </a:moveTo>
                  <a:lnTo>
                    <a:pt x="1054363" y="908156"/>
                  </a:lnTo>
                  <a:lnTo>
                    <a:pt x="1042184" y="885864"/>
                  </a:lnTo>
                  <a:close/>
                  <a:moveTo>
                    <a:pt x="1875583" y="1251747"/>
                  </a:moveTo>
                  <a:lnTo>
                    <a:pt x="1790467" y="1203922"/>
                  </a:lnTo>
                  <a:lnTo>
                    <a:pt x="1745701" y="1259999"/>
                  </a:lnTo>
                  <a:close/>
                  <a:moveTo>
                    <a:pt x="1822269" y="880404"/>
                  </a:moveTo>
                  <a:lnTo>
                    <a:pt x="1819584" y="890630"/>
                  </a:lnTo>
                  <a:lnTo>
                    <a:pt x="1814877" y="1001056"/>
                  </a:lnTo>
                  <a:close/>
                  <a:moveTo>
                    <a:pt x="1822504" y="918841"/>
                  </a:moveTo>
                  <a:lnTo>
                    <a:pt x="1822269" y="880404"/>
                  </a:lnTo>
                  <a:lnTo>
                    <a:pt x="1814877" y="1001056"/>
                  </a:lnTo>
                  <a:close/>
                  <a:moveTo>
                    <a:pt x="1822058" y="876169"/>
                  </a:moveTo>
                  <a:lnTo>
                    <a:pt x="1819584" y="890630"/>
                  </a:lnTo>
                  <a:lnTo>
                    <a:pt x="1822269" y="880404"/>
                  </a:lnTo>
                  <a:close/>
                  <a:moveTo>
                    <a:pt x="2241617" y="721316"/>
                  </a:moveTo>
                  <a:lnTo>
                    <a:pt x="2226013" y="690037"/>
                  </a:lnTo>
                  <a:lnTo>
                    <a:pt x="2261655" y="765094"/>
                  </a:lnTo>
                  <a:close/>
                  <a:moveTo>
                    <a:pt x="2226013" y="690037"/>
                  </a:moveTo>
                  <a:lnTo>
                    <a:pt x="2184809" y="623443"/>
                  </a:lnTo>
                  <a:lnTo>
                    <a:pt x="2211307" y="682879"/>
                  </a:lnTo>
                  <a:close/>
                  <a:moveTo>
                    <a:pt x="2184809" y="623443"/>
                  </a:moveTo>
                  <a:lnTo>
                    <a:pt x="2185852" y="600664"/>
                  </a:lnTo>
                  <a:lnTo>
                    <a:pt x="2211307" y="682879"/>
                  </a:lnTo>
                  <a:close/>
                  <a:moveTo>
                    <a:pt x="2124839" y="511513"/>
                  </a:moveTo>
                  <a:lnTo>
                    <a:pt x="2174021" y="571622"/>
                  </a:lnTo>
                  <a:lnTo>
                    <a:pt x="2185852" y="600664"/>
                  </a:lnTo>
                  <a:close/>
                  <a:moveTo>
                    <a:pt x="2039786" y="80599"/>
                  </a:moveTo>
                  <a:lnTo>
                    <a:pt x="1988639" y="104572"/>
                  </a:lnTo>
                  <a:lnTo>
                    <a:pt x="2107048" y="53422"/>
                  </a:lnTo>
                  <a:close/>
                  <a:moveTo>
                    <a:pt x="2039786" y="80599"/>
                  </a:moveTo>
                  <a:lnTo>
                    <a:pt x="2107048" y="53422"/>
                  </a:lnTo>
                  <a:lnTo>
                    <a:pt x="2075787" y="0"/>
                  </a:lnTo>
                  <a:close/>
                </a:path>
              </a:pathLst>
            </a:custGeom>
            <a:solidFill>
              <a:srgbClr val="D8DEE3"/>
            </a:solidFill>
            <a:ln w="1524">
              <a:solidFill>
                <a:srgbClr val="D8DEE3"/>
              </a:solidFill>
            </a:ln>
          </p:spPr>
        </p:sp>
        <p:sp>
          <p:nvSpPr>
            <p:cNvPr id="2010" name="Candidate_density__2009">
              <a:extLst>
                <a:ext uri="{FF2B5EF4-FFF2-40B4-BE49-F238E27FC236}">
                  <a16:creationId xmlns:a16="http://schemas.microsoft.com/office/drawing/2014/main" id="{21B45837-EE85-B221-4D85-82379FABD4A0}"/>
                </a:ext>
              </a:extLst>
            </p:cNvPr>
            <p:cNvSpPr>
              <a:spLocks noGrp="1"/>
            </p:cNvSpPr>
            <p:nvPr/>
          </p:nvSpPr>
          <p:spPr>
            <a:xfrm>
              <a:off x="4990979" y="3444122"/>
              <a:ext cx="1618613" cy="1344350"/>
            </a:xfrm>
            <a:custGeom>
              <a:avLst/>
              <a:gdLst/>
              <a:ahLst/>
              <a:cxnLst/>
              <a:rect l="0" t="0" r="0" b="0"/>
              <a:pathLst>
                <a:path w="1618613" h="1344350">
                  <a:moveTo>
                    <a:pt x="49854" y="1253338"/>
                  </a:moveTo>
                  <a:lnTo>
                    <a:pt x="17807" y="1260973"/>
                  </a:lnTo>
                  <a:lnTo>
                    <a:pt x="0" y="1333369"/>
                  </a:lnTo>
                  <a:close/>
                  <a:moveTo>
                    <a:pt x="49854" y="1253338"/>
                  </a:moveTo>
                  <a:lnTo>
                    <a:pt x="0" y="1333369"/>
                  </a:lnTo>
                  <a:lnTo>
                    <a:pt x="61023" y="1344350"/>
                  </a:lnTo>
                  <a:close/>
                  <a:moveTo>
                    <a:pt x="559463" y="1193238"/>
                  </a:moveTo>
                  <a:lnTo>
                    <a:pt x="614828" y="1275453"/>
                  </a:lnTo>
                  <a:lnTo>
                    <a:pt x="549153" y="1231674"/>
                  </a:lnTo>
                  <a:close/>
                  <a:moveTo>
                    <a:pt x="272400" y="946476"/>
                  </a:moveTo>
                  <a:lnTo>
                    <a:pt x="319879" y="902814"/>
                  </a:lnTo>
                  <a:lnTo>
                    <a:pt x="327188" y="948870"/>
                  </a:lnTo>
                  <a:close/>
                  <a:moveTo>
                    <a:pt x="482421" y="502422"/>
                  </a:moveTo>
                  <a:lnTo>
                    <a:pt x="438682" y="518451"/>
                  </a:lnTo>
                  <a:lnTo>
                    <a:pt x="438684" y="428719"/>
                  </a:lnTo>
                  <a:close/>
                  <a:moveTo>
                    <a:pt x="1441939" y="1241398"/>
                  </a:moveTo>
                  <a:lnTo>
                    <a:pt x="1348809" y="1171858"/>
                  </a:lnTo>
                  <a:lnTo>
                    <a:pt x="1387148" y="1251747"/>
                  </a:lnTo>
                  <a:close/>
                  <a:moveTo>
                    <a:pt x="1496587" y="1167062"/>
                  </a:moveTo>
                  <a:lnTo>
                    <a:pt x="1486194" y="1191660"/>
                  </a:lnTo>
                  <a:lnTo>
                    <a:pt x="1441939" y="1241398"/>
                  </a:lnTo>
                  <a:close/>
                  <a:moveTo>
                    <a:pt x="1360698" y="798189"/>
                  </a:moveTo>
                  <a:lnTo>
                    <a:pt x="1366303" y="759752"/>
                  </a:lnTo>
                  <a:lnTo>
                    <a:pt x="1333834" y="880404"/>
                  </a:lnTo>
                  <a:close/>
                  <a:moveTo>
                    <a:pt x="947233" y="291203"/>
                  </a:moveTo>
                  <a:lnTo>
                    <a:pt x="987787" y="266461"/>
                  </a:lnTo>
                  <a:lnTo>
                    <a:pt x="923300" y="265175"/>
                  </a:lnTo>
                  <a:close/>
                  <a:moveTo>
                    <a:pt x="947233" y="291203"/>
                  </a:moveTo>
                  <a:lnTo>
                    <a:pt x="923300" y="265175"/>
                  </a:lnTo>
                  <a:lnTo>
                    <a:pt x="873716" y="294991"/>
                  </a:lnTo>
                  <a:close/>
                  <a:moveTo>
                    <a:pt x="1618613" y="53422"/>
                  </a:moveTo>
                  <a:lnTo>
                    <a:pt x="1616760" y="27023"/>
                  </a:lnTo>
                  <a:lnTo>
                    <a:pt x="1587352" y="0"/>
                  </a:lnTo>
                  <a:close/>
                </a:path>
              </a:pathLst>
            </a:custGeom>
            <a:solidFill>
              <a:srgbClr val="D4DBE0"/>
            </a:solidFill>
            <a:ln w="1524">
              <a:solidFill>
                <a:srgbClr val="D4DBE0"/>
              </a:solidFill>
            </a:ln>
          </p:spPr>
        </p:sp>
        <p:sp>
          <p:nvSpPr>
            <p:cNvPr id="2011" name="Candidate_density__2010">
              <a:extLst>
                <a:ext uri="{FF2B5EF4-FFF2-40B4-BE49-F238E27FC236}">
                  <a16:creationId xmlns:a16="http://schemas.microsoft.com/office/drawing/2014/main" id="{7C315BC4-111E-4AD2-B426-817FB819AF4B}"/>
                </a:ext>
              </a:extLst>
            </p:cNvPr>
            <p:cNvSpPr>
              <a:spLocks noGrp="1"/>
            </p:cNvSpPr>
            <p:nvPr/>
          </p:nvSpPr>
          <p:spPr>
            <a:xfrm>
              <a:off x="5811423" y="3697334"/>
              <a:ext cx="306275" cy="57809"/>
            </a:xfrm>
            <a:custGeom>
              <a:avLst/>
              <a:gdLst/>
              <a:ahLst/>
              <a:cxnLst/>
              <a:rect l="0" t="0" r="0" b="0"/>
              <a:pathLst>
                <a:path w="306275" h="57809">
                  <a:moveTo>
                    <a:pt x="53271" y="41779"/>
                  </a:moveTo>
                  <a:lnTo>
                    <a:pt x="0" y="57809"/>
                  </a:lnTo>
                  <a:lnTo>
                    <a:pt x="126789" y="37991"/>
                  </a:lnTo>
                  <a:close/>
                  <a:moveTo>
                    <a:pt x="175887" y="14747"/>
                  </a:moveTo>
                  <a:lnTo>
                    <a:pt x="167343" y="13249"/>
                  </a:lnTo>
                  <a:lnTo>
                    <a:pt x="126789" y="37991"/>
                  </a:lnTo>
                  <a:close/>
                  <a:moveTo>
                    <a:pt x="180292" y="13249"/>
                  </a:moveTo>
                  <a:lnTo>
                    <a:pt x="175887" y="14747"/>
                  </a:lnTo>
                  <a:lnTo>
                    <a:pt x="249547" y="3107"/>
                  </a:lnTo>
                  <a:close/>
                  <a:moveTo>
                    <a:pt x="249547" y="3107"/>
                  </a:moveTo>
                  <a:lnTo>
                    <a:pt x="175887" y="14747"/>
                  </a:lnTo>
                  <a:lnTo>
                    <a:pt x="126789" y="37991"/>
                  </a:lnTo>
                  <a:close/>
                  <a:moveTo>
                    <a:pt x="249547" y="3107"/>
                  </a:moveTo>
                  <a:lnTo>
                    <a:pt x="126789" y="37991"/>
                  </a:lnTo>
                  <a:lnTo>
                    <a:pt x="199590" y="31526"/>
                  </a:lnTo>
                  <a:close/>
                  <a:moveTo>
                    <a:pt x="167343" y="13249"/>
                  </a:moveTo>
                  <a:lnTo>
                    <a:pt x="175887" y="14747"/>
                  </a:lnTo>
                  <a:lnTo>
                    <a:pt x="177807" y="13539"/>
                  </a:lnTo>
                  <a:close/>
                  <a:moveTo>
                    <a:pt x="180292" y="13249"/>
                  </a:moveTo>
                  <a:lnTo>
                    <a:pt x="177807" y="13539"/>
                  </a:lnTo>
                  <a:lnTo>
                    <a:pt x="175887" y="14747"/>
                  </a:lnTo>
                  <a:close/>
                  <a:moveTo>
                    <a:pt x="306275" y="0"/>
                  </a:moveTo>
                  <a:lnTo>
                    <a:pt x="180292" y="13249"/>
                  </a:lnTo>
                  <a:lnTo>
                    <a:pt x="260336" y="6684"/>
                  </a:lnTo>
                  <a:close/>
                  <a:moveTo>
                    <a:pt x="260336" y="6684"/>
                  </a:moveTo>
                  <a:lnTo>
                    <a:pt x="180292" y="13249"/>
                  </a:lnTo>
                  <a:lnTo>
                    <a:pt x="249547" y="3107"/>
                  </a:lnTo>
                  <a:close/>
                </a:path>
              </a:pathLst>
            </a:custGeom>
            <a:solidFill>
              <a:srgbClr val="D0D7DD"/>
            </a:solidFill>
            <a:ln w="1524">
              <a:solidFill>
                <a:srgbClr val="D0D7DD"/>
              </a:solidFill>
            </a:ln>
          </p:spPr>
        </p:sp>
        <p:sp>
          <p:nvSpPr>
            <p:cNvPr id="2012" name="Candidate_density__2011">
              <a:extLst>
                <a:ext uri="{FF2B5EF4-FFF2-40B4-BE49-F238E27FC236}">
                  <a16:creationId xmlns:a16="http://schemas.microsoft.com/office/drawing/2014/main" id="{D4E3F061-3C85-E322-AF70-7A280CABC84E}"/>
                </a:ext>
              </a:extLst>
            </p:cNvPr>
            <p:cNvSpPr>
              <a:spLocks noGrp="1"/>
            </p:cNvSpPr>
            <p:nvPr/>
          </p:nvSpPr>
          <p:spPr>
            <a:xfrm>
              <a:off x="4446431" y="3353972"/>
              <a:ext cx="2255572" cy="1948032"/>
            </a:xfrm>
            <a:custGeom>
              <a:avLst/>
              <a:gdLst/>
              <a:ahLst/>
              <a:cxnLst/>
              <a:rect l="0" t="0" r="0" b="0"/>
              <a:pathLst>
                <a:path w="2255572" h="1948032">
                  <a:moveTo>
                    <a:pt x="5712" y="1146710"/>
                  </a:moveTo>
                  <a:lnTo>
                    <a:pt x="0" y="1162898"/>
                  </a:lnTo>
                  <a:lnTo>
                    <a:pt x="28790" y="1179908"/>
                  </a:lnTo>
                  <a:close/>
                  <a:moveTo>
                    <a:pt x="5628" y="1093307"/>
                  </a:moveTo>
                  <a:lnTo>
                    <a:pt x="0" y="1162898"/>
                  </a:lnTo>
                  <a:lnTo>
                    <a:pt x="5712" y="1146710"/>
                  </a:lnTo>
                  <a:close/>
                  <a:moveTo>
                    <a:pt x="38915" y="1108274"/>
                  </a:moveTo>
                  <a:lnTo>
                    <a:pt x="5712" y="1146710"/>
                  </a:lnTo>
                  <a:lnTo>
                    <a:pt x="28790" y="1179908"/>
                  </a:lnTo>
                  <a:close/>
                  <a:moveTo>
                    <a:pt x="5712" y="1146710"/>
                  </a:moveTo>
                  <a:lnTo>
                    <a:pt x="3136" y="1060256"/>
                  </a:lnTo>
                  <a:lnTo>
                    <a:pt x="5628" y="1093307"/>
                  </a:lnTo>
                  <a:close/>
                  <a:moveTo>
                    <a:pt x="3921" y="1064495"/>
                  </a:moveTo>
                  <a:lnTo>
                    <a:pt x="5628" y="1093307"/>
                  </a:lnTo>
                  <a:lnTo>
                    <a:pt x="3136" y="1060256"/>
                  </a:lnTo>
                  <a:close/>
                  <a:moveTo>
                    <a:pt x="794512" y="1930425"/>
                  </a:moveTo>
                  <a:lnTo>
                    <a:pt x="763493" y="1867165"/>
                  </a:lnTo>
                  <a:lnTo>
                    <a:pt x="787142" y="1948032"/>
                  </a:lnTo>
                  <a:close/>
                  <a:moveTo>
                    <a:pt x="794512" y="1930425"/>
                  </a:moveTo>
                  <a:lnTo>
                    <a:pt x="758528" y="1848209"/>
                  </a:lnTo>
                  <a:lnTo>
                    <a:pt x="763493" y="1867165"/>
                  </a:lnTo>
                  <a:close/>
                  <a:moveTo>
                    <a:pt x="758528" y="1848209"/>
                  </a:moveTo>
                  <a:lnTo>
                    <a:pt x="794512" y="1930425"/>
                  </a:lnTo>
                  <a:lnTo>
                    <a:pt x="851700" y="1891988"/>
                  </a:lnTo>
                  <a:close/>
                  <a:moveTo>
                    <a:pt x="793585" y="1809773"/>
                  </a:moveTo>
                  <a:lnTo>
                    <a:pt x="722548" y="1739768"/>
                  </a:lnTo>
                  <a:lnTo>
                    <a:pt x="716056" y="1765995"/>
                  </a:lnTo>
                  <a:close/>
                  <a:moveTo>
                    <a:pt x="793585" y="1809773"/>
                  </a:moveTo>
                  <a:lnTo>
                    <a:pt x="716056" y="1765995"/>
                  </a:lnTo>
                  <a:lnTo>
                    <a:pt x="758528" y="1848209"/>
                  </a:lnTo>
                  <a:close/>
                  <a:moveTo>
                    <a:pt x="377415" y="1152052"/>
                  </a:moveTo>
                  <a:lnTo>
                    <a:pt x="359755" y="1252384"/>
                  </a:lnTo>
                  <a:lnTo>
                    <a:pt x="366692" y="1176889"/>
                  </a:lnTo>
                  <a:close/>
                  <a:moveTo>
                    <a:pt x="227997" y="1152194"/>
                  </a:moveTo>
                  <a:lnTo>
                    <a:pt x="315305" y="1069837"/>
                  </a:lnTo>
                  <a:lnTo>
                    <a:pt x="234799" y="1093194"/>
                  </a:lnTo>
                  <a:close/>
                  <a:moveTo>
                    <a:pt x="305976" y="1165086"/>
                  </a:moveTo>
                  <a:lnTo>
                    <a:pt x="350828" y="1117576"/>
                  </a:lnTo>
                  <a:lnTo>
                    <a:pt x="227997" y="1152194"/>
                  </a:lnTo>
                  <a:close/>
                  <a:moveTo>
                    <a:pt x="945110" y="1780106"/>
                  </a:moveTo>
                  <a:lnTo>
                    <a:pt x="887941" y="1732462"/>
                  </a:lnTo>
                  <a:lnTo>
                    <a:pt x="856876" y="1691155"/>
                  </a:lnTo>
                  <a:close/>
                  <a:moveTo>
                    <a:pt x="887941" y="1732462"/>
                  </a:moveTo>
                  <a:lnTo>
                    <a:pt x="945110" y="1780106"/>
                  </a:lnTo>
                  <a:lnTo>
                    <a:pt x="1028490" y="1764094"/>
                  </a:lnTo>
                  <a:close/>
                  <a:moveTo>
                    <a:pt x="463992" y="1228233"/>
                  </a:moveTo>
                  <a:lnTo>
                    <a:pt x="464366" y="1263419"/>
                  </a:lnTo>
                  <a:lnTo>
                    <a:pt x="539872" y="1195831"/>
                  </a:lnTo>
                  <a:close/>
                  <a:moveTo>
                    <a:pt x="410238" y="1211342"/>
                  </a:moveTo>
                  <a:lnTo>
                    <a:pt x="493294" y="1156371"/>
                  </a:lnTo>
                  <a:lnTo>
                    <a:pt x="377415" y="1152052"/>
                  </a:lnTo>
                  <a:close/>
                  <a:moveTo>
                    <a:pt x="377415" y="1152052"/>
                  </a:moveTo>
                  <a:lnTo>
                    <a:pt x="493294" y="1156371"/>
                  </a:lnTo>
                  <a:lnTo>
                    <a:pt x="451159" y="1113616"/>
                  </a:lnTo>
                  <a:close/>
                  <a:moveTo>
                    <a:pt x="463992" y="1228233"/>
                  </a:moveTo>
                  <a:lnTo>
                    <a:pt x="539872" y="1195831"/>
                  </a:lnTo>
                  <a:lnTo>
                    <a:pt x="493294" y="1156371"/>
                  </a:lnTo>
                  <a:close/>
                  <a:moveTo>
                    <a:pt x="451159" y="1113616"/>
                  </a:moveTo>
                  <a:lnTo>
                    <a:pt x="397874" y="1078273"/>
                  </a:lnTo>
                  <a:lnTo>
                    <a:pt x="350828" y="1117576"/>
                  </a:lnTo>
                  <a:close/>
                  <a:moveTo>
                    <a:pt x="336839" y="1031401"/>
                  </a:moveTo>
                  <a:lnTo>
                    <a:pt x="350828" y="1117576"/>
                  </a:lnTo>
                  <a:lnTo>
                    <a:pt x="397874" y="1078273"/>
                  </a:lnTo>
                  <a:close/>
                  <a:moveTo>
                    <a:pt x="698621" y="1360261"/>
                  </a:moveTo>
                  <a:lnTo>
                    <a:pt x="798833" y="1337974"/>
                  </a:lnTo>
                  <a:lnTo>
                    <a:pt x="696194" y="1357669"/>
                  </a:lnTo>
                  <a:close/>
                  <a:moveTo>
                    <a:pt x="1223023" y="1503700"/>
                  </a:moveTo>
                  <a:lnTo>
                    <a:pt x="1215192" y="1530034"/>
                  </a:lnTo>
                  <a:lnTo>
                    <a:pt x="1239285" y="1409382"/>
                  </a:lnTo>
                  <a:close/>
                  <a:moveTo>
                    <a:pt x="1239285" y="1409382"/>
                  </a:moveTo>
                  <a:lnTo>
                    <a:pt x="1215192" y="1530034"/>
                  </a:lnTo>
                  <a:lnTo>
                    <a:pt x="1234311" y="1491597"/>
                  </a:lnTo>
                  <a:close/>
                  <a:moveTo>
                    <a:pt x="1314348" y="1321922"/>
                  </a:moveTo>
                  <a:lnTo>
                    <a:pt x="1373269" y="1356384"/>
                  </a:lnTo>
                  <a:lnTo>
                    <a:pt x="1316899" y="1288731"/>
                  </a:lnTo>
                  <a:close/>
                  <a:moveTo>
                    <a:pt x="1245289" y="1217381"/>
                  </a:moveTo>
                  <a:lnTo>
                    <a:pt x="1316899" y="1288731"/>
                  </a:lnTo>
                  <a:lnTo>
                    <a:pt x="1263014" y="1222816"/>
                  </a:lnTo>
                  <a:close/>
                  <a:moveTo>
                    <a:pt x="1245289" y="1217381"/>
                  </a:moveTo>
                  <a:lnTo>
                    <a:pt x="1314348" y="1321922"/>
                  </a:lnTo>
                  <a:lnTo>
                    <a:pt x="1316899" y="1288731"/>
                  </a:lnTo>
                  <a:close/>
                  <a:moveTo>
                    <a:pt x="1217163" y="1124300"/>
                  </a:moveTo>
                  <a:lnTo>
                    <a:pt x="1224640" y="1079343"/>
                  </a:lnTo>
                  <a:lnTo>
                    <a:pt x="1111702" y="1080521"/>
                  </a:lnTo>
                  <a:close/>
                  <a:moveTo>
                    <a:pt x="1247712" y="1206515"/>
                  </a:moveTo>
                  <a:lnTo>
                    <a:pt x="1245289" y="1217381"/>
                  </a:lnTo>
                  <a:lnTo>
                    <a:pt x="1263014" y="1222816"/>
                  </a:lnTo>
                  <a:close/>
                  <a:moveTo>
                    <a:pt x="1316899" y="1288731"/>
                  </a:moveTo>
                  <a:lnTo>
                    <a:pt x="1392119" y="1250294"/>
                  </a:lnTo>
                  <a:lnTo>
                    <a:pt x="1263014" y="1222816"/>
                  </a:lnTo>
                  <a:close/>
                  <a:moveTo>
                    <a:pt x="1214229" y="1085864"/>
                  </a:moveTo>
                  <a:lnTo>
                    <a:pt x="1224640" y="1079343"/>
                  </a:lnTo>
                  <a:lnTo>
                    <a:pt x="1217163" y="1124300"/>
                  </a:lnTo>
                  <a:close/>
                  <a:moveTo>
                    <a:pt x="1411396" y="1243024"/>
                  </a:moveTo>
                  <a:lnTo>
                    <a:pt x="1491937" y="1238137"/>
                  </a:lnTo>
                  <a:lnTo>
                    <a:pt x="1474877" y="1151915"/>
                  </a:lnTo>
                  <a:close/>
                  <a:moveTo>
                    <a:pt x="1885062" y="1255636"/>
                  </a:moveTo>
                  <a:lnTo>
                    <a:pt x="1856405" y="1284292"/>
                  </a:lnTo>
                  <a:lnTo>
                    <a:pt x="1893357" y="1262008"/>
                  </a:lnTo>
                  <a:close/>
                  <a:moveTo>
                    <a:pt x="1885062" y="1255636"/>
                  </a:moveTo>
                  <a:lnTo>
                    <a:pt x="1893357" y="1262008"/>
                  </a:lnTo>
                  <a:lnTo>
                    <a:pt x="1902276" y="1246999"/>
                  </a:lnTo>
                  <a:close/>
                  <a:moveTo>
                    <a:pt x="1817302" y="1173421"/>
                  </a:moveTo>
                  <a:lnTo>
                    <a:pt x="1902276" y="1246999"/>
                  </a:lnTo>
                  <a:lnTo>
                    <a:pt x="1912958" y="1138223"/>
                  </a:lnTo>
                  <a:close/>
                  <a:moveTo>
                    <a:pt x="1893357" y="1262008"/>
                  </a:moveTo>
                  <a:lnTo>
                    <a:pt x="1956070" y="1217200"/>
                  </a:lnTo>
                  <a:lnTo>
                    <a:pt x="1902276" y="1246999"/>
                  </a:lnTo>
                  <a:close/>
                  <a:moveTo>
                    <a:pt x="2030742" y="1281810"/>
                  </a:moveTo>
                  <a:lnTo>
                    <a:pt x="1956070" y="1217200"/>
                  </a:lnTo>
                  <a:lnTo>
                    <a:pt x="1893357" y="1262008"/>
                  </a:lnTo>
                  <a:close/>
                  <a:moveTo>
                    <a:pt x="1822214" y="1091206"/>
                  </a:moveTo>
                  <a:lnTo>
                    <a:pt x="1817302" y="1173421"/>
                  </a:lnTo>
                  <a:lnTo>
                    <a:pt x="1912958" y="1138223"/>
                  </a:lnTo>
                  <a:close/>
                  <a:moveTo>
                    <a:pt x="1704227" y="1008991"/>
                  </a:moveTo>
                  <a:lnTo>
                    <a:pt x="1766380" y="1065921"/>
                  </a:lnTo>
                  <a:lnTo>
                    <a:pt x="1792459" y="975411"/>
                  </a:lnTo>
                  <a:close/>
                  <a:moveTo>
                    <a:pt x="1702284" y="888339"/>
                  </a:moveTo>
                  <a:lnTo>
                    <a:pt x="1704227" y="1008991"/>
                  </a:lnTo>
                  <a:lnTo>
                    <a:pt x="1795401" y="959224"/>
                  </a:lnTo>
                  <a:close/>
                  <a:moveTo>
                    <a:pt x="1688861" y="926776"/>
                  </a:moveTo>
                  <a:lnTo>
                    <a:pt x="1704227" y="1008991"/>
                  </a:lnTo>
                  <a:lnTo>
                    <a:pt x="1702284" y="888339"/>
                  </a:lnTo>
                  <a:close/>
                  <a:moveTo>
                    <a:pt x="1204728" y="312834"/>
                  </a:moveTo>
                  <a:lnTo>
                    <a:pt x="1223036" y="334643"/>
                  </a:lnTo>
                  <a:lnTo>
                    <a:pt x="1261553" y="356542"/>
                  </a:lnTo>
                  <a:close/>
                  <a:moveTo>
                    <a:pt x="1702284" y="888339"/>
                  </a:moveTo>
                  <a:lnTo>
                    <a:pt x="1795401" y="959224"/>
                  </a:lnTo>
                  <a:lnTo>
                    <a:pt x="1794133" y="849902"/>
                  </a:lnTo>
                  <a:close/>
                  <a:moveTo>
                    <a:pt x="1738243" y="806124"/>
                  </a:moveTo>
                  <a:lnTo>
                    <a:pt x="1702284" y="888339"/>
                  </a:lnTo>
                  <a:lnTo>
                    <a:pt x="1794133" y="849902"/>
                  </a:lnTo>
                  <a:close/>
                  <a:moveTo>
                    <a:pt x="1238942" y="272005"/>
                  </a:moveTo>
                  <a:lnTo>
                    <a:pt x="1272913" y="294093"/>
                  </a:lnTo>
                  <a:lnTo>
                    <a:pt x="1312895" y="269847"/>
                  </a:lnTo>
                  <a:close/>
                  <a:moveTo>
                    <a:pt x="1348209" y="192182"/>
                  </a:moveTo>
                  <a:lnTo>
                    <a:pt x="1272913" y="294093"/>
                  </a:lnTo>
                  <a:lnTo>
                    <a:pt x="1312904" y="274397"/>
                  </a:lnTo>
                  <a:close/>
                  <a:moveTo>
                    <a:pt x="1941101" y="1096548"/>
                  </a:moveTo>
                  <a:lnTo>
                    <a:pt x="1916462" y="1035282"/>
                  </a:lnTo>
                  <a:lnTo>
                    <a:pt x="1922792" y="1130228"/>
                  </a:lnTo>
                  <a:close/>
                  <a:moveTo>
                    <a:pt x="2098673" y="826730"/>
                  </a:moveTo>
                  <a:lnTo>
                    <a:pt x="2232834" y="834474"/>
                  </a:lnTo>
                  <a:lnTo>
                    <a:pt x="2143069" y="777519"/>
                  </a:lnTo>
                  <a:close/>
                  <a:moveTo>
                    <a:pt x="2140305" y="773030"/>
                  </a:moveTo>
                  <a:lnTo>
                    <a:pt x="2098673" y="826730"/>
                  </a:lnTo>
                  <a:lnTo>
                    <a:pt x="2143069" y="777519"/>
                  </a:lnTo>
                  <a:close/>
                  <a:moveTo>
                    <a:pt x="2140305" y="773030"/>
                  </a:moveTo>
                  <a:lnTo>
                    <a:pt x="2075137" y="811466"/>
                  </a:lnTo>
                  <a:lnTo>
                    <a:pt x="2098673" y="826730"/>
                  </a:lnTo>
                  <a:close/>
                  <a:moveTo>
                    <a:pt x="2046411" y="729251"/>
                  </a:moveTo>
                  <a:lnTo>
                    <a:pt x="2140305" y="773030"/>
                  </a:lnTo>
                  <a:lnTo>
                    <a:pt x="2072009" y="690815"/>
                  </a:lnTo>
                  <a:close/>
                  <a:moveTo>
                    <a:pt x="2072009" y="690815"/>
                  </a:moveTo>
                  <a:lnTo>
                    <a:pt x="2144442" y="770938"/>
                  </a:lnTo>
                  <a:lnTo>
                    <a:pt x="2152300" y="664457"/>
                  </a:lnTo>
                  <a:close/>
                  <a:moveTo>
                    <a:pt x="2072009" y="690815"/>
                  </a:moveTo>
                  <a:lnTo>
                    <a:pt x="2140305" y="773030"/>
                  </a:lnTo>
                  <a:lnTo>
                    <a:pt x="2144442" y="770938"/>
                  </a:lnTo>
                  <a:close/>
                  <a:moveTo>
                    <a:pt x="2255572" y="741183"/>
                  </a:moveTo>
                  <a:lnTo>
                    <a:pt x="2143069" y="777519"/>
                  </a:lnTo>
                  <a:lnTo>
                    <a:pt x="2232834" y="834474"/>
                  </a:lnTo>
                  <a:close/>
                  <a:moveTo>
                    <a:pt x="2144442" y="770938"/>
                  </a:moveTo>
                  <a:lnTo>
                    <a:pt x="2255572" y="741183"/>
                  </a:lnTo>
                  <a:lnTo>
                    <a:pt x="2230134" y="661772"/>
                  </a:lnTo>
                  <a:close/>
                  <a:moveTo>
                    <a:pt x="2144442" y="770938"/>
                  </a:moveTo>
                  <a:lnTo>
                    <a:pt x="2230134" y="661772"/>
                  </a:lnTo>
                  <a:lnTo>
                    <a:pt x="2152300" y="664457"/>
                  </a:lnTo>
                  <a:close/>
                  <a:moveTo>
                    <a:pt x="2064418" y="575219"/>
                  </a:moveTo>
                  <a:lnTo>
                    <a:pt x="2036625" y="658200"/>
                  </a:lnTo>
                  <a:lnTo>
                    <a:pt x="2152300" y="664457"/>
                  </a:lnTo>
                  <a:close/>
                  <a:moveTo>
                    <a:pt x="2138639" y="575472"/>
                  </a:moveTo>
                  <a:lnTo>
                    <a:pt x="2064418" y="575219"/>
                  </a:lnTo>
                  <a:lnTo>
                    <a:pt x="2152300" y="664457"/>
                  </a:lnTo>
                  <a:close/>
                  <a:moveTo>
                    <a:pt x="1929193" y="526385"/>
                  </a:moveTo>
                  <a:lnTo>
                    <a:pt x="1990694" y="487948"/>
                  </a:lnTo>
                  <a:lnTo>
                    <a:pt x="1924501" y="517644"/>
                  </a:lnTo>
                  <a:close/>
                  <a:moveTo>
                    <a:pt x="1910285" y="405733"/>
                  </a:moveTo>
                  <a:lnTo>
                    <a:pt x="1881221" y="444169"/>
                  </a:lnTo>
                  <a:lnTo>
                    <a:pt x="1924501" y="517644"/>
                  </a:lnTo>
                  <a:close/>
                  <a:moveTo>
                    <a:pt x="2121808" y="82214"/>
                  </a:moveTo>
                  <a:lnTo>
                    <a:pt x="2095899" y="170749"/>
                  </a:lnTo>
                  <a:lnTo>
                    <a:pt x="2131900" y="90151"/>
                  </a:lnTo>
                  <a:close/>
                  <a:moveTo>
                    <a:pt x="2121808" y="82214"/>
                  </a:moveTo>
                  <a:lnTo>
                    <a:pt x="2127740" y="74596"/>
                  </a:lnTo>
                  <a:lnTo>
                    <a:pt x="2043824" y="120651"/>
                  </a:lnTo>
                  <a:close/>
                  <a:moveTo>
                    <a:pt x="2043824" y="120651"/>
                  </a:moveTo>
                  <a:lnTo>
                    <a:pt x="2127740" y="74596"/>
                  </a:lnTo>
                  <a:lnTo>
                    <a:pt x="1994305" y="31667"/>
                  </a:lnTo>
                  <a:close/>
                  <a:moveTo>
                    <a:pt x="2043824" y="120651"/>
                  </a:moveTo>
                  <a:lnTo>
                    <a:pt x="1994305" y="31667"/>
                  </a:lnTo>
                  <a:lnTo>
                    <a:pt x="1990559" y="55562"/>
                  </a:lnTo>
                  <a:close/>
                  <a:moveTo>
                    <a:pt x="2127740" y="74596"/>
                  </a:moveTo>
                  <a:lnTo>
                    <a:pt x="2137271" y="82214"/>
                  </a:lnTo>
                  <a:lnTo>
                    <a:pt x="2067658" y="32624"/>
                  </a:lnTo>
                  <a:close/>
                  <a:moveTo>
                    <a:pt x="1984579" y="33203"/>
                  </a:moveTo>
                  <a:lnTo>
                    <a:pt x="1971833" y="0"/>
                  </a:lnTo>
                  <a:lnTo>
                    <a:pt x="1994305" y="31667"/>
                  </a:lnTo>
                  <a:close/>
                  <a:moveTo>
                    <a:pt x="2121808" y="82214"/>
                  </a:moveTo>
                  <a:lnTo>
                    <a:pt x="2131900" y="90151"/>
                  </a:lnTo>
                  <a:lnTo>
                    <a:pt x="2137258" y="76133"/>
                  </a:lnTo>
                  <a:close/>
                  <a:moveTo>
                    <a:pt x="2127740" y="74596"/>
                  </a:moveTo>
                  <a:lnTo>
                    <a:pt x="2121808" y="82214"/>
                  </a:lnTo>
                  <a:lnTo>
                    <a:pt x="2137258" y="76133"/>
                  </a:lnTo>
                  <a:close/>
                  <a:moveTo>
                    <a:pt x="2137258" y="76133"/>
                  </a:moveTo>
                  <a:lnTo>
                    <a:pt x="2131900" y="90151"/>
                  </a:lnTo>
                  <a:lnTo>
                    <a:pt x="2137271" y="82214"/>
                  </a:lnTo>
                  <a:close/>
                  <a:moveTo>
                    <a:pt x="2137258" y="76133"/>
                  </a:moveTo>
                  <a:lnTo>
                    <a:pt x="2137271" y="82214"/>
                  </a:lnTo>
                  <a:lnTo>
                    <a:pt x="2127740" y="74596"/>
                  </a:lnTo>
                  <a:close/>
                </a:path>
              </a:pathLst>
            </a:custGeom>
            <a:solidFill>
              <a:srgbClr val="E0E5E9"/>
            </a:solidFill>
            <a:ln w="1524">
              <a:solidFill>
                <a:srgbClr val="E0E5E9"/>
              </a:solidFill>
            </a:ln>
          </p:spPr>
        </p:sp>
        <p:sp>
          <p:nvSpPr>
            <p:cNvPr id="2013" name="Candidate_density__2012">
              <a:extLst>
                <a:ext uri="{FF2B5EF4-FFF2-40B4-BE49-F238E27FC236}">
                  <a16:creationId xmlns:a16="http://schemas.microsoft.com/office/drawing/2014/main" id="{E080415A-9D83-6023-D833-B87E6D0C4A77}"/>
                </a:ext>
              </a:extLst>
            </p:cNvPr>
            <p:cNvSpPr>
              <a:spLocks noGrp="1"/>
            </p:cNvSpPr>
            <p:nvPr/>
          </p:nvSpPr>
          <p:spPr>
            <a:xfrm>
              <a:off x="4446431" y="3436186"/>
              <a:ext cx="2267420" cy="1924746"/>
            </a:xfrm>
            <a:custGeom>
              <a:avLst/>
              <a:gdLst/>
              <a:ahLst/>
              <a:cxnLst/>
              <a:rect l="0" t="0" r="0" b="0"/>
              <a:pathLst>
                <a:path w="2267420" h="1924746">
                  <a:moveTo>
                    <a:pt x="106751" y="1110521"/>
                  </a:moveTo>
                  <a:lnTo>
                    <a:pt x="28790" y="1097694"/>
                  </a:lnTo>
                  <a:lnTo>
                    <a:pt x="0" y="1080683"/>
                  </a:lnTo>
                  <a:close/>
                  <a:moveTo>
                    <a:pt x="817735" y="1881623"/>
                  </a:moveTo>
                  <a:lnTo>
                    <a:pt x="787142" y="1865817"/>
                  </a:lnTo>
                  <a:lnTo>
                    <a:pt x="842788" y="1911835"/>
                  </a:lnTo>
                  <a:close/>
                  <a:moveTo>
                    <a:pt x="656950" y="1559131"/>
                  </a:moveTo>
                  <a:lnTo>
                    <a:pt x="636682" y="1627269"/>
                  </a:lnTo>
                  <a:lnTo>
                    <a:pt x="647466" y="1601565"/>
                  </a:lnTo>
                  <a:close/>
                  <a:moveTo>
                    <a:pt x="106751" y="1110521"/>
                  </a:moveTo>
                  <a:lnTo>
                    <a:pt x="197107" y="1141715"/>
                  </a:lnTo>
                  <a:lnTo>
                    <a:pt x="227997" y="1069979"/>
                  </a:lnTo>
                  <a:close/>
                  <a:moveTo>
                    <a:pt x="28790" y="1097694"/>
                  </a:moveTo>
                  <a:lnTo>
                    <a:pt x="106751" y="1110521"/>
                  </a:lnTo>
                  <a:lnTo>
                    <a:pt x="155421" y="1077288"/>
                  </a:lnTo>
                  <a:close/>
                  <a:moveTo>
                    <a:pt x="75709" y="1057914"/>
                  </a:moveTo>
                  <a:lnTo>
                    <a:pt x="28790" y="1097694"/>
                  </a:lnTo>
                  <a:lnTo>
                    <a:pt x="155421" y="1077288"/>
                  </a:lnTo>
                  <a:close/>
                  <a:moveTo>
                    <a:pt x="758528" y="1765995"/>
                  </a:moveTo>
                  <a:lnTo>
                    <a:pt x="716056" y="1683780"/>
                  </a:lnTo>
                  <a:lnTo>
                    <a:pt x="722288" y="1718358"/>
                  </a:lnTo>
                  <a:close/>
                  <a:moveTo>
                    <a:pt x="636682" y="1627269"/>
                  </a:moveTo>
                  <a:lnTo>
                    <a:pt x="716056" y="1683780"/>
                  </a:lnTo>
                  <a:lnTo>
                    <a:pt x="677184" y="1634783"/>
                  </a:lnTo>
                  <a:close/>
                  <a:moveTo>
                    <a:pt x="647466" y="1601565"/>
                  </a:moveTo>
                  <a:lnTo>
                    <a:pt x="636682" y="1627269"/>
                  </a:lnTo>
                  <a:lnTo>
                    <a:pt x="677184" y="1634783"/>
                  </a:lnTo>
                  <a:close/>
                  <a:moveTo>
                    <a:pt x="817735" y="1881623"/>
                  </a:moveTo>
                  <a:lnTo>
                    <a:pt x="903800" y="1924746"/>
                  </a:lnTo>
                  <a:lnTo>
                    <a:pt x="942627" y="1854713"/>
                  </a:lnTo>
                  <a:close/>
                  <a:moveTo>
                    <a:pt x="677184" y="1634783"/>
                  </a:moveTo>
                  <a:lnTo>
                    <a:pt x="716056" y="1683780"/>
                  </a:lnTo>
                  <a:lnTo>
                    <a:pt x="722548" y="1657554"/>
                  </a:lnTo>
                  <a:close/>
                  <a:moveTo>
                    <a:pt x="647466" y="1601565"/>
                  </a:moveTo>
                  <a:lnTo>
                    <a:pt x="722548" y="1657554"/>
                  </a:lnTo>
                  <a:lnTo>
                    <a:pt x="637610" y="1565923"/>
                  </a:lnTo>
                  <a:close/>
                  <a:moveTo>
                    <a:pt x="677184" y="1634783"/>
                  </a:moveTo>
                  <a:lnTo>
                    <a:pt x="722548" y="1657554"/>
                  </a:lnTo>
                  <a:lnTo>
                    <a:pt x="647466" y="1601565"/>
                  </a:lnTo>
                  <a:close/>
                  <a:moveTo>
                    <a:pt x="541686" y="1406834"/>
                  </a:moveTo>
                  <a:lnTo>
                    <a:pt x="544548" y="1341305"/>
                  </a:lnTo>
                  <a:lnTo>
                    <a:pt x="472287" y="1354920"/>
                  </a:lnTo>
                  <a:close/>
                  <a:moveTo>
                    <a:pt x="458985" y="1272704"/>
                  </a:moveTo>
                  <a:lnTo>
                    <a:pt x="472287" y="1354920"/>
                  </a:lnTo>
                  <a:lnTo>
                    <a:pt x="493620" y="1234268"/>
                  </a:lnTo>
                  <a:close/>
                  <a:moveTo>
                    <a:pt x="464366" y="1181204"/>
                  </a:moveTo>
                  <a:lnTo>
                    <a:pt x="446988" y="1159843"/>
                  </a:lnTo>
                  <a:lnTo>
                    <a:pt x="493620" y="1234268"/>
                  </a:lnTo>
                  <a:close/>
                  <a:moveTo>
                    <a:pt x="493620" y="1234268"/>
                  </a:moveTo>
                  <a:lnTo>
                    <a:pt x="446988" y="1159843"/>
                  </a:lnTo>
                  <a:lnTo>
                    <a:pt x="434405" y="1190489"/>
                  </a:lnTo>
                  <a:close/>
                  <a:moveTo>
                    <a:pt x="377415" y="1069838"/>
                  </a:moveTo>
                  <a:lnTo>
                    <a:pt x="390915" y="1121784"/>
                  </a:lnTo>
                  <a:lnTo>
                    <a:pt x="359755" y="1170169"/>
                  </a:lnTo>
                  <a:close/>
                  <a:moveTo>
                    <a:pt x="359755" y="1170169"/>
                  </a:moveTo>
                  <a:lnTo>
                    <a:pt x="390915" y="1121784"/>
                  </a:lnTo>
                  <a:lnTo>
                    <a:pt x="446988" y="1159843"/>
                  </a:lnTo>
                  <a:close/>
                  <a:moveTo>
                    <a:pt x="234799" y="1010980"/>
                  </a:moveTo>
                  <a:lnTo>
                    <a:pt x="155421" y="1077288"/>
                  </a:lnTo>
                  <a:lnTo>
                    <a:pt x="227997" y="1069979"/>
                  </a:lnTo>
                  <a:close/>
                  <a:moveTo>
                    <a:pt x="315305" y="987623"/>
                  </a:moveTo>
                  <a:lnTo>
                    <a:pt x="277590" y="905408"/>
                  </a:lnTo>
                  <a:lnTo>
                    <a:pt x="234799" y="1010980"/>
                  </a:lnTo>
                  <a:close/>
                  <a:moveTo>
                    <a:pt x="277590" y="905408"/>
                  </a:moveTo>
                  <a:lnTo>
                    <a:pt x="236898" y="909181"/>
                  </a:lnTo>
                  <a:lnTo>
                    <a:pt x="234799" y="1010980"/>
                  </a:lnTo>
                  <a:close/>
                  <a:moveTo>
                    <a:pt x="173775" y="867251"/>
                  </a:moveTo>
                  <a:lnTo>
                    <a:pt x="225061" y="905408"/>
                  </a:lnTo>
                  <a:lnTo>
                    <a:pt x="236898" y="909181"/>
                  </a:lnTo>
                  <a:close/>
                  <a:moveTo>
                    <a:pt x="154729" y="859498"/>
                  </a:moveTo>
                  <a:lnTo>
                    <a:pt x="225061" y="905408"/>
                  </a:lnTo>
                  <a:lnTo>
                    <a:pt x="173775" y="867251"/>
                  </a:lnTo>
                  <a:close/>
                  <a:moveTo>
                    <a:pt x="856876" y="1608940"/>
                  </a:moveTo>
                  <a:lnTo>
                    <a:pt x="887941" y="1650247"/>
                  </a:lnTo>
                  <a:lnTo>
                    <a:pt x="882311" y="1645344"/>
                  </a:lnTo>
                  <a:close/>
                  <a:moveTo>
                    <a:pt x="821606" y="1537522"/>
                  </a:moveTo>
                  <a:lnTo>
                    <a:pt x="856876" y="1608940"/>
                  </a:lnTo>
                  <a:lnTo>
                    <a:pt x="882311" y="1645344"/>
                  </a:lnTo>
                  <a:close/>
                  <a:moveTo>
                    <a:pt x="698621" y="1278047"/>
                  </a:moveTo>
                  <a:lnTo>
                    <a:pt x="738910" y="1371706"/>
                  </a:lnTo>
                  <a:lnTo>
                    <a:pt x="783240" y="1322243"/>
                  </a:lnTo>
                  <a:close/>
                  <a:moveTo>
                    <a:pt x="410238" y="1129127"/>
                  </a:moveTo>
                  <a:lnTo>
                    <a:pt x="464366" y="1181204"/>
                  </a:lnTo>
                  <a:lnTo>
                    <a:pt x="463992" y="1146019"/>
                  </a:lnTo>
                  <a:close/>
                  <a:moveTo>
                    <a:pt x="539872" y="1113617"/>
                  </a:moveTo>
                  <a:lnTo>
                    <a:pt x="464366" y="1181204"/>
                  </a:lnTo>
                  <a:lnTo>
                    <a:pt x="493620" y="1234268"/>
                  </a:lnTo>
                  <a:close/>
                  <a:moveTo>
                    <a:pt x="463992" y="1146019"/>
                  </a:moveTo>
                  <a:lnTo>
                    <a:pt x="493294" y="1074157"/>
                  </a:lnTo>
                  <a:lnTo>
                    <a:pt x="410238" y="1129127"/>
                  </a:lnTo>
                  <a:close/>
                  <a:moveTo>
                    <a:pt x="336839" y="949186"/>
                  </a:moveTo>
                  <a:lnTo>
                    <a:pt x="277590" y="905408"/>
                  </a:lnTo>
                  <a:lnTo>
                    <a:pt x="315305" y="987623"/>
                  </a:lnTo>
                  <a:close/>
                  <a:moveTo>
                    <a:pt x="291108" y="875536"/>
                  </a:moveTo>
                  <a:lnTo>
                    <a:pt x="225061" y="905408"/>
                  </a:lnTo>
                  <a:lnTo>
                    <a:pt x="268620" y="883391"/>
                  </a:lnTo>
                  <a:close/>
                  <a:moveTo>
                    <a:pt x="268620" y="883391"/>
                  </a:moveTo>
                  <a:lnTo>
                    <a:pt x="225061" y="905408"/>
                  </a:lnTo>
                  <a:lnTo>
                    <a:pt x="233084" y="812190"/>
                  </a:lnTo>
                  <a:close/>
                  <a:moveTo>
                    <a:pt x="698621" y="1278047"/>
                  </a:moveTo>
                  <a:lnTo>
                    <a:pt x="783240" y="1322243"/>
                  </a:lnTo>
                  <a:lnTo>
                    <a:pt x="798833" y="1255759"/>
                  </a:lnTo>
                  <a:close/>
                  <a:moveTo>
                    <a:pt x="696194" y="1275454"/>
                  </a:moveTo>
                  <a:lnTo>
                    <a:pt x="798833" y="1255759"/>
                  </a:lnTo>
                  <a:lnTo>
                    <a:pt x="800362" y="1171058"/>
                  </a:lnTo>
                  <a:close/>
                  <a:moveTo>
                    <a:pt x="552520" y="910750"/>
                  </a:moveTo>
                  <a:lnTo>
                    <a:pt x="526998" y="984970"/>
                  </a:lnTo>
                  <a:lnTo>
                    <a:pt x="563497" y="925530"/>
                  </a:lnTo>
                  <a:close/>
                  <a:moveTo>
                    <a:pt x="536397" y="992965"/>
                  </a:moveTo>
                  <a:lnTo>
                    <a:pt x="590290" y="942950"/>
                  </a:lnTo>
                  <a:lnTo>
                    <a:pt x="563497" y="925530"/>
                  </a:lnTo>
                  <a:close/>
                  <a:moveTo>
                    <a:pt x="690083" y="822201"/>
                  </a:moveTo>
                  <a:lnTo>
                    <a:pt x="760840" y="886279"/>
                  </a:lnTo>
                  <a:lnTo>
                    <a:pt x="775486" y="862847"/>
                  </a:lnTo>
                  <a:close/>
                  <a:moveTo>
                    <a:pt x="635549" y="828535"/>
                  </a:moveTo>
                  <a:lnTo>
                    <a:pt x="760840" y="886279"/>
                  </a:lnTo>
                  <a:lnTo>
                    <a:pt x="690083" y="822201"/>
                  </a:lnTo>
                  <a:close/>
                  <a:moveTo>
                    <a:pt x="616576" y="790098"/>
                  </a:moveTo>
                  <a:lnTo>
                    <a:pt x="635316" y="827643"/>
                  </a:lnTo>
                  <a:lnTo>
                    <a:pt x="690083" y="822201"/>
                  </a:lnTo>
                  <a:close/>
                  <a:moveTo>
                    <a:pt x="616576" y="790098"/>
                  </a:moveTo>
                  <a:lnTo>
                    <a:pt x="599032" y="707883"/>
                  </a:lnTo>
                  <a:lnTo>
                    <a:pt x="616320" y="742993"/>
                  </a:lnTo>
                  <a:close/>
                  <a:moveTo>
                    <a:pt x="1149091" y="1352967"/>
                  </a:moveTo>
                  <a:lnTo>
                    <a:pt x="1145826" y="1411516"/>
                  </a:lnTo>
                  <a:lnTo>
                    <a:pt x="1186093" y="1365604"/>
                  </a:lnTo>
                  <a:close/>
                  <a:moveTo>
                    <a:pt x="1139428" y="1260730"/>
                  </a:moveTo>
                  <a:lnTo>
                    <a:pt x="1186093" y="1365604"/>
                  </a:lnTo>
                  <a:lnTo>
                    <a:pt x="1159376" y="1283389"/>
                  </a:lnTo>
                  <a:close/>
                  <a:moveTo>
                    <a:pt x="1149091" y="1352967"/>
                  </a:moveTo>
                  <a:lnTo>
                    <a:pt x="1186093" y="1365604"/>
                  </a:lnTo>
                  <a:lnTo>
                    <a:pt x="1139428" y="1260730"/>
                  </a:lnTo>
                  <a:close/>
                  <a:moveTo>
                    <a:pt x="1149091" y="1352967"/>
                  </a:moveTo>
                  <a:lnTo>
                    <a:pt x="1139428" y="1260730"/>
                  </a:lnTo>
                  <a:lnTo>
                    <a:pt x="1136325" y="1327168"/>
                  </a:lnTo>
                  <a:close/>
                  <a:moveTo>
                    <a:pt x="1059763" y="1164812"/>
                  </a:moveTo>
                  <a:lnTo>
                    <a:pt x="1139428" y="1260730"/>
                  </a:lnTo>
                  <a:lnTo>
                    <a:pt x="1096870" y="1195237"/>
                  </a:lnTo>
                  <a:close/>
                  <a:moveTo>
                    <a:pt x="1059763" y="1164812"/>
                  </a:moveTo>
                  <a:lnTo>
                    <a:pt x="1096870" y="1195237"/>
                  </a:lnTo>
                  <a:lnTo>
                    <a:pt x="1084891" y="1183688"/>
                  </a:lnTo>
                  <a:close/>
                  <a:moveTo>
                    <a:pt x="876104" y="960388"/>
                  </a:moveTo>
                  <a:lnTo>
                    <a:pt x="976363" y="1032431"/>
                  </a:lnTo>
                  <a:lnTo>
                    <a:pt x="1016077" y="989861"/>
                  </a:lnTo>
                  <a:close/>
                  <a:moveTo>
                    <a:pt x="876104" y="960388"/>
                  </a:moveTo>
                  <a:lnTo>
                    <a:pt x="1016077" y="989861"/>
                  </a:lnTo>
                  <a:lnTo>
                    <a:pt x="935054" y="965587"/>
                  </a:lnTo>
                  <a:close/>
                  <a:moveTo>
                    <a:pt x="869445" y="916092"/>
                  </a:moveTo>
                  <a:lnTo>
                    <a:pt x="876104" y="960388"/>
                  </a:lnTo>
                  <a:lnTo>
                    <a:pt x="935054" y="965587"/>
                  </a:lnTo>
                  <a:close/>
                  <a:moveTo>
                    <a:pt x="869445" y="916092"/>
                  </a:moveTo>
                  <a:lnTo>
                    <a:pt x="872081" y="954529"/>
                  </a:lnTo>
                  <a:lnTo>
                    <a:pt x="876104" y="960388"/>
                  </a:lnTo>
                  <a:close/>
                  <a:moveTo>
                    <a:pt x="823179" y="872313"/>
                  </a:moveTo>
                  <a:lnTo>
                    <a:pt x="872081" y="954529"/>
                  </a:lnTo>
                  <a:lnTo>
                    <a:pt x="869445" y="916092"/>
                  </a:lnTo>
                  <a:close/>
                  <a:moveTo>
                    <a:pt x="823179" y="872313"/>
                  </a:moveTo>
                  <a:lnTo>
                    <a:pt x="869445" y="916092"/>
                  </a:lnTo>
                  <a:lnTo>
                    <a:pt x="833153" y="833877"/>
                  </a:lnTo>
                  <a:close/>
                  <a:moveTo>
                    <a:pt x="823179" y="872313"/>
                  </a:moveTo>
                  <a:lnTo>
                    <a:pt x="833153" y="833877"/>
                  </a:lnTo>
                  <a:lnTo>
                    <a:pt x="775486" y="862847"/>
                  </a:lnTo>
                  <a:close/>
                  <a:moveTo>
                    <a:pt x="833153" y="833877"/>
                  </a:moveTo>
                  <a:lnTo>
                    <a:pt x="816427" y="800717"/>
                  </a:lnTo>
                  <a:lnTo>
                    <a:pt x="775486" y="862847"/>
                  </a:lnTo>
                  <a:close/>
                  <a:moveTo>
                    <a:pt x="698117" y="751662"/>
                  </a:moveTo>
                  <a:lnTo>
                    <a:pt x="616576" y="790098"/>
                  </a:lnTo>
                  <a:lnTo>
                    <a:pt x="690083" y="822201"/>
                  </a:lnTo>
                  <a:close/>
                  <a:moveTo>
                    <a:pt x="698117" y="751662"/>
                  </a:moveTo>
                  <a:lnTo>
                    <a:pt x="599032" y="707883"/>
                  </a:lnTo>
                  <a:lnTo>
                    <a:pt x="616576" y="790098"/>
                  </a:lnTo>
                  <a:close/>
                  <a:moveTo>
                    <a:pt x="690083" y="822201"/>
                  </a:moveTo>
                  <a:lnTo>
                    <a:pt x="775486" y="862847"/>
                  </a:lnTo>
                  <a:lnTo>
                    <a:pt x="816427" y="800717"/>
                  </a:lnTo>
                  <a:close/>
                  <a:moveTo>
                    <a:pt x="1386779" y="1324678"/>
                  </a:moveTo>
                  <a:lnTo>
                    <a:pt x="1394306" y="1327168"/>
                  </a:lnTo>
                  <a:lnTo>
                    <a:pt x="1358816" y="1303647"/>
                  </a:lnTo>
                  <a:close/>
                  <a:moveTo>
                    <a:pt x="1386779" y="1324678"/>
                  </a:moveTo>
                  <a:lnTo>
                    <a:pt x="1393329" y="1288731"/>
                  </a:lnTo>
                  <a:lnTo>
                    <a:pt x="1407450" y="1324702"/>
                  </a:lnTo>
                  <a:close/>
                  <a:moveTo>
                    <a:pt x="1373269" y="1274169"/>
                  </a:moveTo>
                  <a:lnTo>
                    <a:pt x="1407450" y="1324702"/>
                  </a:lnTo>
                  <a:lnTo>
                    <a:pt x="1393329" y="1288731"/>
                  </a:lnTo>
                  <a:close/>
                  <a:moveTo>
                    <a:pt x="1314348" y="1239707"/>
                  </a:moveTo>
                  <a:lnTo>
                    <a:pt x="1407450" y="1324702"/>
                  </a:lnTo>
                  <a:lnTo>
                    <a:pt x="1373269" y="1274169"/>
                  </a:lnTo>
                  <a:close/>
                  <a:moveTo>
                    <a:pt x="1358816" y="1303647"/>
                  </a:moveTo>
                  <a:lnTo>
                    <a:pt x="1394306" y="1327168"/>
                  </a:lnTo>
                  <a:lnTo>
                    <a:pt x="1314883" y="1271075"/>
                  </a:lnTo>
                  <a:close/>
                  <a:moveTo>
                    <a:pt x="1247712" y="1124301"/>
                  </a:moveTo>
                  <a:lnTo>
                    <a:pt x="1191678" y="1089091"/>
                  </a:lnTo>
                  <a:lnTo>
                    <a:pt x="1245289" y="1135167"/>
                  </a:lnTo>
                  <a:close/>
                  <a:moveTo>
                    <a:pt x="1185568" y="1080522"/>
                  </a:moveTo>
                  <a:lnTo>
                    <a:pt x="1191678" y="1089091"/>
                  </a:lnTo>
                  <a:lnTo>
                    <a:pt x="1247712" y="1124301"/>
                  </a:lnTo>
                  <a:close/>
                  <a:moveTo>
                    <a:pt x="1217163" y="1042086"/>
                  </a:moveTo>
                  <a:lnTo>
                    <a:pt x="1185568" y="1080522"/>
                  </a:lnTo>
                  <a:lnTo>
                    <a:pt x="1247712" y="1124301"/>
                  </a:lnTo>
                  <a:close/>
                  <a:moveTo>
                    <a:pt x="1016077" y="989861"/>
                  </a:moveTo>
                  <a:lnTo>
                    <a:pt x="1086545" y="974671"/>
                  </a:lnTo>
                  <a:lnTo>
                    <a:pt x="1045181" y="883477"/>
                  </a:lnTo>
                  <a:close/>
                  <a:moveTo>
                    <a:pt x="816427" y="800717"/>
                  </a:moveTo>
                  <a:lnTo>
                    <a:pt x="833153" y="833877"/>
                  </a:lnTo>
                  <a:lnTo>
                    <a:pt x="828798" y="831029"/>
                  </a:lnTo>
                  <a:close/>
                  <a:moveTo>
                    <a:pt x="899767" y="633740"/>
                  </a:moveTo>
                  <a:lnTo>
                    <a:pt x="834334" y="589014"/>
                  </a:lnTo>
                  <a:lnTo>
                    <a:pt x="892781" y="631010"/>
                  </a:lnTo>
                  <a:close/>
                  <a:moveTo>
                    <a:pt x="906090" y="642097"/>
                  </a:moveTo>
                  <a:lnTo>
                    <a:pt x="899767" y="633740"/>
                  </a:lnTo>
                  <a:lnTo>
                    <a:pt x="892781" y="631010"/>
                  </a:lnTo>
                  <a:close/>
                  <a:moveTo>
                    <a:pt x="1491937" y="1155923"/>
                  </a:moveTo>
                  <a:lnTo>
                    <a:pt x="1593680" y="1133799"/>
                  </a:lnTo>
                  <a:lnTo>
                    <a:pt x="1474877" y="1069700"/>
                  </a:lnTo>
                  <a:close/>
                  <a:moveTo>
                    <a:pt x="1593680" y="1133799"/>
                  </a:moveTo>
                  <a:lnTo>
                    <a:pt x="1606594" y="1168079"/>
                  </a:lnTo>
                  <a:lnTo>
                    <a:pt x="1540850" y="1128207"/>
                  </a:lnTo>
                  <a:close/>
                  <a:moveTo>
                    <a:pt x="1817302" y="1091207"/>
                  </a:moveTo>
                  <a:lnTo>
                    <a:pt x="1885062" y="1173422"/>
                  </a:lnTo>
                  <a:lnTo>
                    <a:pt x="1902276" y="1164785"/>
                  </a:lnTo>
                  <a:close/>
                  <a:moveTo>
                    <a:pt x="1986487" y="1249334"/>
                  </a:moveTo>
                  <a:lnTo>
                    <a:pt x="2030742" y="1199596"/>
                  </a:lnTo>
                  <a:lnTo>
                    <a:pt x="1893357" y="1179794"/>
                  </a:lnTo>
                  <a:close/>
                  <a:moveTo>
                    <a:pt x="1792459" y="893196"/>
                  </a:moveTo>
                  <a:lnTo>
                    <a:pt x="1766380" y="983706"/>
                  </a:lnTo>
                  <a:lnTo>
                    <a:pt x="1845234" y="888340"/>
                  </a:lnTo>
                  <a:close/>
                  <a:moveTo>
                    <a:pt x="1704227" y="926777"/>
                  </a:moveTo>
                  <a:lnTo>
                    <a:pt x="1792459" y="893196"/>
                  </a:lnTo>
                  <a:lnTo>
                    <a:pt x="1795401" y="877010"/>
                  </a:lnTo>
                  <a:close/>
                  <a:moveTo>
                    <a:pt x="1794133" y="767688"/>
                  </a:moveTo>
                  <a:lnTo>
                    <a:pt x="1795401" y="877010"/>
                  </a:lnTo>
                  <a:lnTo>
                    <a:pt x="1830542" y="793191"/>
                  </a:lnTo>
                  <a:close/>
                  <a:moveTo>
                    <a:pt x="1784480" y="888340"/>
                  </a:moveTo>
                  <a:lnTo>
                    <a:pt x="1702069" y="806715"/>
                  </a:lnTo>
                  <a:lnTo>
                    <a:pt x="1756910" y="861504"/>
                  </a:lnTo>
                  <a:close/>
                  <a:moveTo>
                    <a:pt x="1738243" y="723910"/>
                  </a:moveTo>
                  <a:lnTo>
                    <a:pt x="1794133" y="767688"/>
                  </a:lnTo>
                  <a:lnTo>
                    <a:pt x="1737852" y="685473"/>
                  </a:lnTo>
                  <a:close/>
                  <a:moveTo>
                    <a:pt x="1334770" y="269418"/>
                  </a:moveTo>
                  <a:lnTo>
                    <a:pt x="1387663" y="251974"/>
                  </a:lnTo>
                  <a:lnTo>
                    <a:pt x="1261553" y="274327"/>
                  </a:lnTo>
                  <a:close/>
                  <a:moveTo>
                    <a:pt x="1839226" y="755083"/>
                  </a:moveTo>
                  <a:lnTo>
                    <a:pt x="1830542" y="793191"/>
                  </a:lnTo>
                  <a:lnTo>
                    <a:pt x="1910114" y="758044"/>
                  </a:lnTo>
                  <a:close/>
                  <a:moveTo>
                    <a:pt x="1529026" y="235961"/>
                  </a:moveTo>
                  <a:lnTo>
                    <a:pt x="1513013" y="226778"/>
                  </a:lnTo>
                  <a:lnTo>
                    <a:pt x="1467848" y="273111"/>
                  </a:lnTo>
                  <a:close/>
                  <a:moveTo>
                    <a:pt x="1387663" y="251974"/>
                  </a:moveTo>
                  <a:lnTo>
                    <a:pt x="1467848" y="273111"/>
                  </a:lnTo>
                  <a:lnTo>
                    <a:pt x="1513013" y="226778"/>
                  </a:lnTo>
                  <a:close/>
                  <a:moveTo>
                    <a:pt x="2098673" y="744516"/>
                  </a:moveTo>
                  <a:lnTo>
                    <a:pt x="2222565" y="785895"/>
                  </a:lnTo>
                  <a:lnTo>
                    <a:pt x="2232834" y="752260"/>
                  </a:lnTo>
                  <a:close/>
                  <a:moveTo>
                    <a:pt x="2072009" y="608600"/>
                  </a:moveTo>
                  <a:lnTo>
                    <a:pt x="2000035" y="545348"/>
                  </a:lnTo>
                  <a:lnTo>
                    <a:pt x="2026735" y="564822"/>
                  </a:lnTo>
                  <a:close/>
                  <a:moveTo>
                    <a:pt x="1882791" y="379888"/>
                  </a:moveTo>
                  <a:lnTo>
                    <a:pt x="1929193" y="444170"/>
                  </a:lnTo>
                  <a:lnTo>
                    <a:pt x="1924501" y="435430"/>
                  </a:lnTo>
                  <a:close/>
                  <a:moveTo>
                    <a:pt x="1881221" y="361955"/>
                  </a:moveTo>
                  <a:lnTo>
                    <a:pt x="1882791" y="379888"/>
                  </a:lnTo>
                  <a:lnTo>
                    <a:pt x="1924501" y="435430"/>
                  </a:lnTo>
                  <a:close/>
                  <a:moveTo>
                    <a:pt x="2232834" y="752260"/>
                  </a:moveTo>
                  <a:lnTo>
                    <a:pt x="2267420" y="690815"/>
                  </a:lnTo>
                  <a:lnTo>
                    <a:pt x="2255572" y="658969"/>
                  </a:lnTo>
                  <a:close/>
                  <a:moveTo>
                    <a:pt x="2230134" y="579558"/>
                  </a:moveTo>
                  <a:lnTo>
                    <a:pt x="2255572" y="658969"/>
                  </a:lnTo>
                  <a:lnTo>
                    <a:pt x="2267420" y="690815"/>
                  </a:lnTo>
                  <a:close/>
                  <a:moveTo>
                    <a:pt x="2152300" y="582243"/>
                  </a:moveTo>
                  <a:lnTo>
                    <a:pt x="2036625" y="575986"/>
                  </a:lnTo>
                  <a:lnTo>
                    <a:pt x="2072009" y="608600"/>
                  </a:lnTo>
                  <a:close/>
                  <a:moveTo>
                    <a:pt x="2152300" y="582243"/>
                  </a:moveTo>
                  <a:lnTo>
                    <a:pt x="2230134" y="579558"/>
                  </a:lnTo>
                  <a:lnTo>
                    <a:pt x="2180952" y="519449"/>
                  </a:lnTo>
                  <a:close/>
                  <a:moveTo>
                    <a:pt x="2152300" y="582243"/>
                  </a:moveTo>
                  <a:lnTo>
                    <a:pt x="2180952" y="519449"/>
                  </a:lnTo>
                  <a:lnTo>
                    <a:pt x="2138639" y="493257"/>
                  </a:lnTo>
                  <a:close/>
                  <a:moveTo>
                    <a:pt x="2111506" y="415223"/>
                  </a:moveTo>
                  <a:lnTo>
                    <a:pt x="2067533" y="476342"/>
                  </a:lnTo>
                  <a:lnTo>
                    <a:pt x="2064418" y="493005"/>
                  </a:lnTo>
                  <a:close/>
                  <a:moveTo>
                    <a:pt x="1910285" y="323518"/>
                  </a:moveTo>
                  <a:lnTo>
                    <a:pt x="1815139" y="274205"/>
                  </a:lnTo>
                  <a:lnTo>
                    <a:pt x="1830494" y="279740"/>
                  </a:lnTo>
                  <a:close/>
                  <a:moveTo>
                    <a:pt x="1910285" y="323518"/>
                  </a:moveTo>
                  <a:lnTo>
                    <a:pt x="1830494" y="279740"/>
                  </a:lnTo>
                  <a:lnTo>
                    <a:pt x="1881221" y="361955"/>
                  </a:lnTo>
                  <a:close/>
                  <a:moveTo>
                    <a:pt x="2121808" y="0"/>
                  </a:moveTo>
                  <a:lnTo>
                    <a:pt x="2043824" y="38437"/>
                  </a:lnTo>
                  <a:lnTo>
                    <a:pt x="2095899" y="88535"/>
                  </a:lnTo>
                  <a:close/>
                  <a:moveTo>
                    <a:pt x="2131900" y="7936"/>
                  </a:moveTo>
                  <a:lnTo>
                    <a:pt x="2161308" y="34959"/>
                  </a:lnTo>
                  <a:lnTo>
                    <a:pt x="2137271" y="0"/>
                  </a:lnTo>
                  <a:close/>
                </a:path>
              </a:pathLst>
            </a:custGeom>
            <a:solidFill>
              <a:srgbClr val="DCE1E6"/>
            </a:solidFill>
            <a:ln w="1524">
              <a:solidFill>
                <a:srgbClr val="DCE1E6"/>
              </a:solidFill>
            </a:ln>
          </p:spPr>
        </p:sp>
        <p:sp>
          <p:nvSpPr>
            <p:cNvPr id="2014" name="Candidate_density__2013">
              <a:extLst>
                <a:ext uri="{FF2B5EF4-FFF2-40B4-BE49-F238E27FC236}">
                  <a16:creationId xmlns:a16="http://schemas.microsoft.com/office/drawing/2014/main" id="{58672969-F7AC-C906-7946-5D381F3F86D6}"/>
                </a:ext>
              </a:extLst>
            </p:cNvPr>
            <p:cNvSpPr>
              <a:spLocks noGrp="1"/>
            </p:cNvSpPr>
            <p:nvPr/>
          </p:nvSpPr>
          <p:spPr>
            <a:xfrm>
              <a:off x="4553182" y="3672147"/>
              <a:ext cx="2074201" cy="1688785"/>
            </a:xfrm>
            <a:custGeom>
              <a:avLst/>
              <a:gdLst/>
              <a:ahLst/>
              <a:cxnLst/>
              <a:rect l="0" t="0" r="0" b="0"/>
              <a:pathLst>
                <a:path w="2074201" h="1688785">
                  <a:moveTo>
                    <a:pt x="797048" y="1688785"/>
                  </a:moveTo>
                  <a:lnTo>
                    <a:pt x="710984" y="1645662"/>
                  </a:lnTo>
                  <a:lnTo>
                    <a:pt x="736037" y="1675873"/>
                  </a:lnTo>
                  <a:close/>
                  <a:moveTo>
                    <a:pt x="0" y="874560"/>
                  </a:moveTo>
                  <a:lnTo>
                    <a:pt x="121246" y="834018"/>
                  </a:lnTo>
                  <a:lnTo>
                    <a:pt x="48670" y="841327"/>
                  </a:lnTo>
                  <a:close/>
                  <a:moveTo>
                    <a:pt x="835876" y="1618752"/>
                  </a:moveTo>
                  <a:lnTo>
                    <a:pt x="797048" y="1688785"/>
                  </a:lnTo>
                  <a:lnTo>
                    <a:pt x="915561" y="1638025"/>
                  </a:lnTo>
                  <a:close/>
                  <a:moveTo>
                    <a:pt x="365535" y="1118959"/>
                  </a:moveTo>
                  <a:lnTo>
                    <a:pt x="437796" y="1105344"/>
                  </a:lnTo>
                  <a:lnTo>
                    <a:pt x="455604" y="1032948"/>
                  </a:lnTo>
                  <a:close/>
                  <a:moveTo>
                    <a:pt x="386868" y="998307"/>
                  </a:moveTo>
                  <a:lnTo>
                    <a:pt x="365535" y="1118959"/>
                  </a:lnTo>
                  <a:lnTo>
                    <a:pt x="455604" y="1032948"/>
                  </a:lnTo>
                  <a:close/>
                  <a:moveTo>
                    <a:pt x="68538" y="762807"/>
                  </a:moveTo>
                  <a:lnTo>
                    <a:pt x="48670" y="841327"/>
                  </a:lnTo>
                  <a:lnTo>
                    <a:pt x="128047" y="775019"/>
                  </a:lnTo>
                  <a:close/>
                  <a:moveTo>
                    <a:pt x="118310" y="669447"/>
                  </a:moveTo>
                  <a:lnTo>
                    <a:pt x="74656" y="723281"/>
                  </a:lnTo>
                  <a:lnTo>
                    <a:pt x="130147" y="673220"/>
                  </a:lnTo>
                  <a:close/>
                  <a:moveTo>
                    <a:pt x="130147" y="673220"/>
                  </a:moveTo>
                  <a:lnTo>
                    <a:pt x="68538" y="762807"/>
                  </a:lnTo>
                  <a:lnTo>
                    <a:pt x="128047" y="775019"/>
                  </a:lnTo>
                  <a:close/>
                  <a:moveTo>
                    <a:pt x="340236" y="923881"/>
                  </a:moveTo>
                  <a:lnTo>
                    <a:pt x="357615" y="945243"/>
                  </a:lnTo>
                  <a:lnTo>
                    <a:pt x="280010" y="1012345"/>
                  </a:lnTo>
                  <a:close/>
                  <a:moveTo>
                    <a:pt x="915561" y="1638025"/>
                  </a:moveTo>
                  <a:lnTo>
                    <a:pt x="962527" y="1598419"/>
                  </a:lnTo>
                  <a:lnTo>
                    <a:pt x="835876" y="1618752"/>
                  </a:lnTo>
                  <a:close/>
                  <a:moveTo>
                    <a:pt x="386868" y="998307"/>
                  </a:moveTo>
                  <a:lnTo>
                    <a:pt x="455604" y="1032948"/>
                  </a:lnTo>
                  <a:lnTo>
                    <a:pt x="503784" y="997886"/>
                  </a:lnTo>
                  <a:close/>
                  <a:moveTo>
                    <a:pt x="589443" y="1039493"/>
                  </a:moveTo>
                  <a:lnTo>
                    <a:pt x="529398" y="991373"/>
                  </a:lnTo>
                  <a:lnTo>
                    <a:pt x="591869" y="1042086"/>
                  </a:lnTo>
                  <a:close/>
                  <a:moveTo>
                    <a:pt x="503784" y="997886"/>
                  </a:moveTo>
                  <a:lnTo>
                    <a:pt x="455604" y="1032948"/>
                  </a:lnTo>
                  <a:lnTo>
                    <a:pt x="589443" y="1039493"/>
                  </a:lnTo>
                  <a:close/>
                  <a:moveTo>
                    <a:pt x="230088" y="713225"/>
                  </a:moveTo>
                  <a:lnTo>
                    <a:pt x="161869" y="647430"/>
                  </a:lnTo>
                  <a:lnTo>
                    <a:pt x="170839" y="669447"/>
                  </a:lnTo>
                  <a:close/>
                  <a:moveTo>
                    <a:pt x="589443" y="1039493"/>
                  </a:moveTo>
                  <a:lnTo>
                    <a:pt x="693611" y="935097"/>
                  </a:lnTo>
                  <a:lnTo>
                    <a:pt x="632483" y="985210"/>
                  </a:lnTo>
                  <a:close/>
                  <a:moveTo>
                    <a:pt x="676488" y="1086282"/>
                  </a:moveTo>
                  <a:lnTo>
                    <a:pt x="721905" y="1042086"/>
                  </a:lnTo>
                  <a:lnTo>
                    <a:pt x="692082" y="1019798"/>
                  </a:lnTo>
                  <a:close/>
                  <a:moveTo>
                    <a:pt x="721905" y="1042086"/>
                  </a:moveTo>
                  <a:lnTo>
                    <a:pt x="693611" y="935097"/>
                  </a:lnTo>
                  <a:lnTo>
                    <a:pt x="692082" y="1019798"/>
                  </a:lnTo>
                  <a:close/>
                  <a:moveTo>
                    <a:pt x="632483" y="985210"/>
                  </a:moveTo>
                  <a:lnTo>
                    <a:pt x="503784" y="997886"/>
                  </a:lnTo>
                  <a:lnTo>
                    <a:pt x="589443" y="1039493"/>
                  </a:lnTo>
                  <a:close/>
                  <a:moveTo>
                    <a:pt x="408830" y="567840"/>
                  </a:moveTo>
                  <a:lnTo>
                    <a:pt x="445768" y="674788"/>
                  </a:lnTo>
                  <a:lnTo>
                    <a:pt x="421811" y="592574"/>
                  </a:lnTo>
                  <a:close/>
                  <a:moveTo>
                    <a:pt x="1039075" y="1175554"/>
                  </a:moveTo>
                  <a:lnTo>
                    <a:pt x="1042339" y="1117006"/>
                  </a:lnTo>
                  <a:lnTo>
                    <a:pt x="1036680" y="1211858"/>
                  </a:lnTo>
                  <a:close/>
                  <a:moveTo>
                    <a:pt x="990119" y="959276"/>
                  </a:moveTo>
                  <a:lnTo>
                    <a:pt x="1032676" y="1024769"/>
                  </a:lnTo>
                  <a:lnTo>
                    <a:pt x="1052624" y="1047428"/>
                  </a:lnTo>
                  <a:close/>
                  <a:moveTo>
                    <a:pt x="591366" y="515701"/>
                  </a:moveTo>
                  <a:lnTo>
                    <a:pt x="495131" y="458178"/>
                  </a:lnTo>
                  <a:lnTo>
                    <a:pt x="492281" y="471922"/>
                  </a:lnTo>
                  <a:close/>
                  <a:moveTo>
                    <a:pt x="627291" y="535392"/>
                  </a:moveTo>
                  <a:lnTo>
                    <a:pt x="583332" y="586240"/>
                  </a:lnTo>
                  <a:lnTo>
                    <a:pt x="709676" y="564755"/>
                  </a:lnTo>
                  <a:close/>
                  <a:moveTo>
                    <a:pt x="828303" y="729626"/>
                  </a:moveTo>
                  <a:lnTo>
                    <a:pt x="909326" y="753900"/>
                  </a:lnTo>
                  <a:lnTo>
                    <a:pt x="938430" y="647516"/>
                  </a:lnTo>
                  <a:close/>
                  <a:moveTo>
                    <a:pt x="979794" y="738710"/>
                  </a:moveTo>
                  <a:lnTo>
                    <a:pt x="991546" y="657839"/>
                  </a:lnTo>
                  <a:lnTo>
                    <a:pt x="938430" y="647516"/>
                  </a:lnTo>
                  <a:close/>
                  <a:moveTo>
                    <a:pt x="793016" y="397779"/>
                  </a:moveTo>
                  <a:lnTo>
                    <a:pt x="799339" y="406135"/>
                  </a:lnTo>
                  <a:lnTo>
                    <a:pt x="844203" y="477264"/>
                  </a:lnTo>
                  <a:close/>
                  <a:moveTo>
                    <a:pt x="876140" y="530385"/>
                  </a:moveTo>
                  <a:lnTo>
                    <a:pt x="929276" y="613291"/>
                  </a:lnTo>
                  <a:lnTo>
                    <a:pt x="904932" y="559479"/>
                  </a:lnTo>
                  <a:close/>
                  <a:moveTo>
                    <a:pt x="819917" y="438828"/>
                  </a:moveTo>
                  <a:lnTo>
                    <a:pt x="799339" y="406135"/>
                  </a:lnTo>
                  <a:lnTo>
                    <a:pt x="786029" y="395049"/>
                  </a:lnTo>
                  <a:close/>
                  <a:moveTo>
                    <a:pt x="876481" y="200694"/>
                  </a:moveTo>
                  <a:lnTo>
                    <a:pt x="876479" y="290425"/>
                  </a:lnTo>
                  <a:lnTo>
                    <a:pt x="869467" y="274397"/>
                  </a:lnTo>
                  <a:close/>
                  <a:moveTo>
                    <a:pt x="1486929" y="897838"/>
                  </a:moveTo>
                  <a:lnTo>
                    <a:pt x="1532573" y="1014333"/>
                  </a:lnTo>
                  <a:lnTo>
                    <a:pt x="1499843" y="932118"/>
                  </a:lnTo>
                  <a:close/>
                  <a:moveTo>
                    <a:pt x="1385186" y="919962"/>
                  </a:moveTo>
                  <a:lnTo>
                    <a:pt x="1493838" y="992313"/>
                  </a:lnTo>
                  <a:lnTo>
                    <a:pt x="1486929" y="897838"/>
                  </a:lnTo>
                  <a:close/>
                  <a:moveTo>
                    <a:pt x="1368125" y="833739"/>
                  </a:moveTo>
                  <a:lnTo>
                    <a:pt x="1434098" y="892246"/>
                  </a:lnTo>
                  <a:lnTo>
                    <a:pt x="1385378" y="849903"/>
                  </a:lnTo>
                  <a:close/>
                  <a:moveTo>
                    <a:pt x="1486929" y="897838"/>
                  </a:moveTo>
                  <a:lnTo>
                    <a:pt x="1434098" y="892246"/>
                  </a:lnTo>
                  <a:lnTo>
                    <a:pt x="1368125" y="833739"/>
                  </a:lnTo>
                  <a:close/>
                  <a:moveTo>
                    <a:pt x="1318121" y="813800"/>
                  </a:moveTo>
                  <a:lnTo>
                    <a:pt x="1337856" y="811068"/>
                  </a:lnTo>
                  <a:lnTo>
                    <a:pt x="1323721" y="729252"/>
                  </a:lnTo>
                  <a:close/>
                  <a:moveTo>
                    <a:pt x="1368125" y="833739"/>
                  </a:moveTo>
                  <a:lnTo>
                    <a:pt x="1337856" y="811068"/>
                  </a:lnTo>
                  <a:lnTo>
                    <a:pt x="1318121" y="813800"/>
                  </a:lnTo>
                  <a:close/>
                  <a:moveTo>
                    <a:pt x="876481" y="200694"/>
                  </a:moveTo>
                  <a:lnTo>
                    <a:pt x="869467" y="274397"/>
                  </a:lnTo>
                  <a:lnTo>
                    <a:pt x="914162" y="259790"/>
                  </a:lnTo>
                  <a:close/>
                  <a:moveTo>
                    <a:pt x="1685707" y="657235"/>
                  </a:moveTo>
                  <a:lnTo>
                    <a:pt x="1738482" y="652379"/>
                  </a:lnTo>
                  <a:lnTo>
                    <a:pt x="1688650" y="641049"/>
                  </a:lnTo>
                  <a:close/>
                  <a:moveTo>
                    <a:pt x="1154801" y="38366"/>
                  </a:moveTo>
                  <a:lnTo>
                    <a:pt x="1116284" y="16467"/>
                  </a:lnTo>
                  <a:lnTo>
                    <a:pt x="1183242" y="81246"/>
                  </a:lnTo>
                  <a:close/>
                  <a:moveTo>
                    <a:pt x="1228019" y="33456"/>
                  </a:moveTo>
                  <a:lnTo>
                    <a:pt x="1154801" y="38366"/>
                  </a:lnTo>
                  <a:lnTo>
                    <a:pt x="1183242" y="81246"/>
                  </a:lnTo>
                  <a:close/>
                  <a:moveTo>
                    <a:pt x="1961439" y="981239"/>
                  </a:moveTo>
                  <a:lnTo>
                    <a:pt x="1988368" y="942802"/>
                  </a:lnTo>
                  <a:lnTo>
                    <a:pt x="1923991" y="963634"/>
                  </a:lnTo>
                  <a:close/>
                  <a:moveTo>
                    <a:pt x="1738482" y="652379"/>
                  </a:moveTo>
                  <a:lnTo>
                    <a:pt x="1768946" y="662605"/>
                  </a:lnTo>
                  <a:lnTo>
                    <a:pt x="1771420" y="648144"/>
                  </a:lnTo>
                  <a:close/>
                  <a:moveTo>
                    <a:pt x="1738482" y="652379"/>
                  </a:moveTo>
                  <a:lnTo>
                    <a:pt x="1771420" y="648144"/>
                  </a:lnTo>
                  <a:lnTo>
                    <a:pt x="1688650" y="641049"/>
                  </a:lnTo>
                  <a:close/>
                  <a:moveTo>
                    <a:pt x="1688650" y="641049"/>
                  </a:moveTo>
                  <a:lnTo>
                    <a:pt x="1771420" y="648144"/>
                  </a:lnTo>
                  <a:lnTo>
                    <a:pt x="1796255" y="549505"/>
                  </a:lnTo>
                  <a:close/>
                  <a:moveTo>
                    <a:pt x="1688650" y="641049"/>
                  </a:moveTo>
                  <a:lnTo>
                    <a:pt x="1796255" y="549505"/>
                  </a:lnTo>
                  <a:lnTo>
                    <a:pt x="1723790" y="557230"/>
                  </a:lnTo>
                  <a:close/>
                  <a:moveTo>
                    <a:pt x="1771631" y="652379"/>
                  </a:moveTo>
                  <a:lnTo>
                    <a:pt x="1796255" y="549505"/>
                  </a:lnTo>
                  <a:lnTo>
                    <a:pt x="1771420" y="648144"/>
                  </a:lnTo>
                  <a:close/>
                  <a:moveTo>
                    <a:pt x="1804100" y="531727"/>
                  </a:moveTo>
                  <a:lnTo>
                    <a:pt x="1796255" y="549505"/>
                  </a:lnTo>
                  <a:lnTo>
                    <a:pt x="1771631" y="652379"/>
                  </a:lnTo>
                  <a:close/>
                  <a:moveTo>
                    <a:pt x="1280912" y="16013"/>
                  </a:moveTo>
                  <a:lnTo>
                    <a:pt x="1228019" y="33456"/>
                  </a:lnTo>
                  <a:lnTo>
                    <a:pt x="1361096" y="37150"/>
                  </a:lnTo>
                  <a:close/>
                  <a:moveTo>
                    <a:pt x="1803363" y="522083"/>
                  </a:moveTo>
                  <a:lnTo>
                    <a:pt x="1723790" y="557230"/>
                  </a:lnTo>
                  <a:lnTo>
                    <a:pt x="1796255" y="549505"/>
                  </a:lnTo>
                  <a:close/>
                  <a:moveTo>
                    <a:pt x="1812302" y="411076"/>
                  </a:moveTo>
                  <a:lnTo>
                    <a:pt x="1755465" y="460455"/>
                  </a:lnTo>
                  <a:lnTo>
                    <a:pt x="1812213" y="414795"/>
                  </a:lnTo>
                  <a:close/>
                  <a:moveTo>
                    <a:pt x="1812213" y="414795"/>
                  </a:moveTo>
                  <a:lnTo>
                    <a:pt x="1732474" y="519122"/>
                  </a:lnTo>
                  <a:lnTo>
                    <a:pt x="1803363" y="522083"/>
                  </a:lnTo>
                  <a:close/>
                  <a:moveTo>
                    <a:pt x="1803363" y="522083"/>
                  </a:moveTo>
                  <a:lnTo>
                    <a:pt x="1796255" y="549505"/>
                  </a:lnTo>
                  <a:lnTo>
                    <a:pt x="1804100" y="531727"/>
                  </a:lnTo>
                  <a:close/>
                  <a:moveTo>
                    <a:pt x="1422275" y="0"/>
                  </a:moveTo>
                  <a:lnTo>
                    <a:pt x="1436048" y="38726"/>
                  </a:lnTo>
                  <a:lnTo>
                    <a:pt x="1491959" y="32564"/>
                  </a:lnTo>
                  <a:close/>
                  <a:moveTo>
                    <a:pt x="1425584" y="38436"/>
                  </a:moveTo>
                  <a:lnTo>
                    <a:pt x="1422275" y="0"/>
                  </a:lnTo>
                  <a:lnTo>
                    <a:pt x="1361096" y="37150"/>
                  </a:lnTo>
                  <a:close/>
                  <a:moveTo>
                    <a:pt x="1929874" y="340025"/>
                  </a:moveTo>
                  <a:lnTo>
                    <a:pt x="1893283" y="309387"/>
                  </a:lnTo>
                  <a:lnTo>
                    <a:pt x="1965257" y="372639"/>
                  </a:lnTo>
                  <a:close/>
                  <a:moveTo>
                    <a:pt x="1851075" y="290424"/>
                  </a:moveTo>
                  <a:lnTo>
                    <a:pt x="1929874" y="340025"/>
                  </a:lnTo>
                  <a:lnTo>
                    <a:pt x="1957667" y="257044"/>
                  </a:lnTo>
                  <a:close/>
                  <a:moveTo>
                    <a:pt x="2001686" y="169772"/>
                  </a:moveTo>
                  <a:lnTo>
                    <a:pt x="1960782" y="240380"/>
                  </a:lnTo>
                  <a:lnTo>
                    <a:pt x="2004755" y="179262"/>
                  </a:lnTo>
                  <a:close/>
                  <a:moveTo>
                    <a:pt x="2004755" y="179262"/>
                  </a:moveTo>
                  <a:lnTo>
                    <a:pt x="1957667" y="257044"/>
                  </a:lnTo>
                  <a:lnTo>
                    <a:pt x="2031887" y="257296"/>
                  </a:lnTo>
                  <a:close/>
                  <a:moveTo>
                    <a:pt x="2031887" y="257296"/>
                  </a:moveTo>
                  <a:lnTo>
                    <a:pt x="2074201" y="283488"/>
                  </a:lnTo>
                  <a:lnTo>
                    <a:pt x="2004755" y="179262"/>
                  </a:lnTo>
                  <a:close/>
                </a:path>
              </a:pathLst>
            </a:custGeom>
            <a:solidFill>
              <a:srgbClr val="D8DEE3"/>
            </a:solidFill>
            <a:ln w="1524">
              <a:solidFill>
                <a:srgbClr val="D8DEE3"/>
              </a:solidFill>
            </a:ln>
          </p:spPr>
        </p:sp>
        <p:sp>
          <p:nvSpPr>
            <p:cNvPr id="2015" name="Candidate_density__2014">
              <a:extLst>
                <a:ext uri="{FF2B5EF4-FFF2-40B4-BE49-F238E27FC236}">
                  <a16:creationId xmlns:a16="http://schemas.microsoft.com/office/drawing/2014/main" id="{3736D9D2-DC2D-7C7B-FA3C-B03BD633EAAC}"/>
                </a:ext>
              </a:extLst>
            </p:cNvPr>
            <p:cNvSpPr>
              <a:spLocks noGrp="1"/>
            </p:cNvSpPr>
            <p:nvPr/>
          </p:nvSpPr>
          <p:spPr>
            <a:xfrm>
              <a:off x="4449567" y="3625976"/>
              <a:ext cx="2252436" cy="1691833"/>
            </a:xfrm>
            <a:custGeom>
              <a:avLst/>
              <a:gdLst/>
              <a:ahLst/>
              <a:cxnLst/>
              <a:rect l="0" t="0" r="0" b="0"/>
              <a:pathLst>
                <a:path w="2252436" h="1691833">
                  <a:moveTo>
                    <a:pt x="12248" y="754055"/>
                  </a:moveTo>
                  <a:lnTo>
                    <a:pt x="0" y="788252"/>
                  </a:lnTo>
                  <a:lnTo>
                    <a:pt x="2577" y="874706"/>
                  </a:lnTo>
                  <a:close/>
                  <a:moveTo>
                    <a:pt x="784006" y="1676027"/>
                  </a:moveTo>
                  <a:lnTo>
                    <a:pt x="814600" y="1691833"/>
                  </a:lnTo>
                  <a:lnTo>
                    <a:pt x="791377" y="1658420"/>
                  </a:lnTo>
                  <a:close/>
                  <a:moveTo>
                    <a:pt x="32066" y="716671"/>
                  </a:moveTo>
                  <a:lnTo>
                    <a:pt x="0" y="788252"/>
                  </a:lnTo>
                  <a:lnTo>
                    <a:pt x="12248" y="754055"/>
                  </a:lnTo>
                  <a:close/>
                  <a:moveTo>
                    <a:pt x="791377" y="1658420"/>
                  </a:moveTo>
                  <a:lnTo>
                    <a:pt x="814600" y="1691833"/>
                  </a:lnTo>
                  <a:lnTo>
                    <a:pt x="855125" y="1628147"/>
                  </a:lnTo>
                  <a:close/>
                  <a:moveTo>
                    <a:pt x="374279" y="880048"/>
                  </a:moveTo>
                  <a:lnTo>
                    <a:pt x="347692" y="845572"/>
                  </a:lnTo>
                  <a:lnTo>
                    <a:pt x="302840" y="893082"/>
                  </a:lnTo>
                  <a:close/>
                  <a:moveTo>
                    <a:pt x="347692" y="845572"/>
                  </a:moveTo>
                  <a:lnTo>
                    <a:pt x="312169" y="797833"/>
                  </a:lnTo>
                  <a:lnTo>
                    <a:pt x="224862" y="880189"/>
                  </a:lnTo>
                  <a:close/>
                  <a:moveTo>
                    <a:pt x="1025354" y="1492089"/>
                  </a:moveTo>
                  <a:lnTo>
                    <a:pt x="941974" y="1508101"/>
                  </a:lnTo>
                  <a:lnTo>
                    <a:pt x="1017251" y="1499332"/>
                  </a:lnTo>
                  <a:close/>
                  <a:moveTo>
                    <a:pt x="374279" y="880048"/>
                  </a:moveTo>
                  <a:lnTo>
                    <a:pt x="363557" y="904884"/>
                  </a:lnTo>
                  <a:lnTo>
                    <a:pt x="407102" y="939337"/>
                  </a:lnTo>
                  <a:close/>
                  <a:moveTo>
                    <a:pt x="374279" y="880048"/>
                  </a:moveTo>
                  <a:lnTo>
                    <a:pt x="448023" y="841612"/>
                  </a:lnTo>
                  <a:lnTo>
                    <a:pt x="347692" y="845572"/>
                  </a:lnTo>
                  <a:close/>
                  <a:moveTo>
                    <a:pt x="333704" y="759396"/>
                  </a:moveTo>
                  <a:lnTo>
                    <a:pt x="312169" y="797833"/>
                  </a:lnTo>
                  <a:lnTo>
                    <a:pt x="347692" y="845572"/>
                  </a:lnTo>
                  <a:close/>
                  <a:moveTo>
                    <a:pt x="1219887" y="1231695"/>
                  </a:moveTo>
                  <a:lnTo>
                    <a:pt x="1236150" y="1137378"/>
                  </a:lnTo>
                  <a:lnTo>
                    <a:pt x="1225134" y="1159397"/>
                  </a:lnTo>
                  <a:close/>
                  <a:moveTo>
                    <a:pt x="1225134" y="1159397"/>
                  </a:moveTo>
                  <a:lnTo>
                    <a:pt x="1236150" y="1137378"/>
                  </a:lnTo>
                  <a:lnTo>
                    <a:pt x="1248121" y="1122054"/>
                  </a:lnTo>
                  <a:close/>
                  <a:moveTo>
                    <a:pt x="1248121" y="1122054"/>
                  </a:moveTo>
                  <a:lnTo>
                    <a:pt x="1236150" y="1137378"/>
                  </a:lnTo>
                  <a:lnTo>
                    <a:pt x="1265832" y="1126311"/>
                  </a:lnTo>
                  <a:close/>
                  <a:moveTo>
                    <a:pt x="1265832" y="1126311"/>
                  </a:moveTo>
                  <a:lnTo>
                    <a:pt x="1311748" y="1081285"/>
                  </a:lnTo>
                  <a:lnTo>
                    <a:pt x="1248121" y="1122054"/>
                  </a:lnTo>
                  <a:close/>
                  <a:moveTo>
                    <a:pt x="1355680" y="1113857"/>
                  </a:moveTo>
                  <a:lnTo>
                    <a:pt x="1311748" y="1081285"/>
                  </a:lnTo>
                  <a:lnTo>
                    <a:pt x="1265832" y="1126311"/>
                  </a:lnTo>
                  <a:close/>
                  <a:moveTo>
                    <a:pt x="1388984" y="978289"/>
                  </a:moveTo>
                  <a:lnTo>
                    <a:pt x="1313763" y="1016726"/>
                  </a:lnTo>
                  <a:lnTo>
                    <a:pt x="1370134" y="1084379"/>
                  </a:lnTo>
                  <a:close/>
                  <a:moveTo>
                    <a:pt x="1952935" y="945195"/>
                  </a:moveTo>
                  <a:lnTo>
                    <a:pt x="1918872" y="862980"/>
                  </a:lnTo>
                  <a:lnTo>
                    <a:pt x="1899140" y="974995"/>
                  </a:lnTo>
                  <a:close/>
                  <a:moveTo>
                    <a:pt x="1918872" y="862980"/>
                  </a:moveTo>
                  <a:lnTo>
                    <a:pt x="1909822" y="866218"/>
                  </a:lnTo>
                  <a:lnTo>
                    <a:pt x="1899140" y="974995"/>
                  </a:lnTo>
                  <a:close/>
                  <a:moveTo>
                    <a:pt x="1909822" y="866218"/>
                  </a:moveTo>
                  <a:lnTo>
                    <a:pt x="1918872" y="862980"/>
                  </a:lnTo>
                  <a:lnTo>
                    <a:pt x="1973501" y="807516"/>
                  </a:lnTo>
                  <a:close/>
                  <a:moveTo>
                    <a:pt x="1994547" y="906758"/>
                  </a:moveTo>
                  <a:lnTo>
                    <a:pt x="1918872" y="862980"/>
                  </a:lnTo>
                  <a:lnTo>
                    <a:pt x="1952935" y="945195"/>
                  </a:lnTo>
                  <a:close/>
                  <a:moveTo>
                    <a:pt x="1997618" y="755342"/>
                  </a:moveTo>
                  <a:lnTo>
                    <a:pt x="1918872" y="862980"/>
                  </a:lnTo>
                  <a:lnTo>
                    <a:pt x="1919656" y="858223"/>
                  </a:lnTo>
                  <a:close/>
                  <a:moveTo>
                    <a:pt x="1201592" y="40829"/>
                  </a:moveTo>
                  <a:lnTo>
                    <a:pt x="1258417" y="84537"/>
                  </a:lnTo>
                  <a:lnTo>
                    <a:pt x="1269777" y="22089"/>
                  </a:lnTo>
                  <a:close/>
                  <a:moveTo>
                    <a:pt x="1235806" y="0"/>
                  </a:moveTo>
                  <a:lnTo>
                    <a:pt x="1201592" y="40829"/>
                  </a:lnTo>
                  <a:lnTo>
                    <a:pt x="1269777" y="22089"/>
                  </a:lnTo>
                  <a:close/>
                  <a:moveTo>
                    <a:pt x="1258417" y="84537"/>
                  </a:moveTo>
                  <a:lnTo>
                    <a:pt x="1309769" y="2392"/>
                  </a:lnTo>
                  <a:lnTo>
                    <a:pt x="1269777" y="22089"/>
                  </a:lnTo>
                  <a:close/>
                  <a:moveTo>
                    <a:pt x="2043276" y="457247"/>
                  </a:moveTo>
                  <a:lnTo>
                    <a:pt x="2072001" y="539462"/>
                  </a:lnTo>
                  <a:lnTo>
                    <a:pt x="2137169" y="501025"/>
                  </a:lnTo>
                  <a:close/>
                  <a:moveTo>
                    <a:pt x="2137169" y="501025"/>
                  </a:moveTo>
                  <a:lnTo>
                    <a:pt x="2139934" y="505514"/>
                  </a:lnTo>
                  <a:lnTo>
                    <a:pt x="2141306" y="498933"/>
                  </a:lnTo>
                  <a:close/>
                  <a:moveTo>
                    <a:pt x="2252436" y="469179"/>
                  </a:moveTo>
                  <a:lnTo>
                    <a:pt x="2141306" y="498933"/>
                  </a:lnTo>
                  <a:lnTo>
                    <a:pt x="2139934" y="505514"/>
                  </a:lnTo>
                  <a:close/>
                </a:path>
              </a:pathLst>
            </a:custGeom>
            <a:solidFill>
              <a:srgbClr val="E3E8EC"/>
            </a:solidFill>
            <a:ln w="1524">
              <a:solidFill>
                <a:srgbClr val="E3E8EC"/>
              </a:solidFill>
            </a:ln>
          </p:spPr>
        </p:sp>
        <p:sp>
          <p:nvSpPr>
            <p:cNvPr id="2016" name="Candidate_density__2015">
              <a:extLst>
                <a:ext uri="{FF2B5EF4-FFF2-40B4-BE49-F238E27FC236}">
                  <a16:creationId xmlns:a16="http://schemas.microsoft.com/office/drawing/2014/main" id="{66399B22-506A-4FF6-EC4A-E49BFB4E8839}"/>
                </a:ext>
              </a:extLst>
            </p:cNvPr>
            <p:cNvSpPr>
              <a:spLocks noGrp="1"/>
            </p:cNvSpPr>
            <p:nvPr/>
          </p:nvSpPr>
          <p:spPr>
            <a:xfrm>
              <a:off x="5350231" y="3646454"/>
              <a:ext cx="1265570" cy="1714478"/>
            </a:xfrm>
            <a:custGeom>
              <a:avLst/>
              <a:gdLst/>
              <a:ahLst/>
              <a:cxnLst/>
              <a:rect l="0" t="0" r="0" b="0"/>
              <a:pathLst>
                <a:path w="1265570" h="1714478">
                  <a:moveTo>
                    <a:pt x="0" y="1714478"/>
                  </a:moveTo>
                  <a:lnTo>
                    <a:pt x="70381" y="1698964"/>
                  </a:lnTo>
                  <a:lnTo>
                    <a:pt x="118513" y="1663718"/>
                  </a:lnTo>
                  <a:close/>
                  <a:moveTo>
                    <a:pt x="136062" y="1371092"/>
                  </a:moveTo>
                  <a:lnTo>
                    <a:pt x="216779" y="1322055"/>
                  </a:lnTo>
                  <a:lnTo>
                    <a:pt x="177379" y="1358203"/>
                  </a:lnTo>
                  <a:close/>
                  <a:moveTo>
                    <a:pt x="177379" y="1358203"/>
                  </a:moveTo>
                  <a:lnTo>
                    <a:pt x="216779" y="1322055"/>
                  </a:lnTo>
                  <a:lnTo>
                    <a:pt x="185403" y="1330979"/>
                  </a:lnTo>
                  <a:close/>
                  <a:moveTo>
                    <a:pt x="242026" y="1201248"/>
                  </a:moveTo>
                  <a:lnTo>
                    <a:pt x="239167" y="1247770"/>
                  </a:lnTo>
                  <a:lnTo>
                    <a:pt x="270000" y="1275988"/>
                  </a:lnTo>
                  <a:close/>
                  <a:moveTo>
                    <a:pt x="123169" y="300091"/>
                  </a:moveTo>
                  <a:lnTo>
                    <a:pt x="104878" y="321524"/>
                  </a:lnTo>
                  <a:lnTo>
                    <a:pt x="79430" y="316119"/>
                  </a:lnTo>
                  <a:close/>
                  <a:moveTo>
                    <a:pt x="117113" y="285483"/>
                  </a:moveTo>
                  <a:lnTo>
                    <a:pt x="104878" y="321524"/>
                  </a:lnTo>
                  <a:lnTo>
                    <a:pt x="123169" y="300091"/>
                  </a:lnTo>
                  <a:close/>
                  <a:moveTo>
                    <a:pt x="1265570" y="1013772"/>
                  </a:moveTo>
                  <a:lnTo>
                    <a:pt x="1191319" y="968496"/>
                  </a:lnTo>
                  <a:lnTo>
                    <a:pt x="1210042" y="1021367"/>
                  </a:lnTo>
                  <a:close/>
                  <a:moveTo>
                    <a:pt x="639000" y="64419"/>
                  </a:moveTo>
                  <a:lnTo>
                    <a:pt x="641485" y="64130"/>
                  </a:lnTo>
                  <a:lnTo>
                    <a:pt x="767467" y="50880"/>
                  </a:lnTo>
                  <a:close/>
                  <a:moveTo>
                    <a:pt x="789069" y="25693"/>
                  </a:moveTo>
                  <a:lnTo>
                    <a:pt x="811418" y="0"/>
                  </a:lnTo>
                  <a:lnTo>
                    <a:pt x="767467" y="50880"/>
                  </a:lnTo>
                  <a:close/>
                </a:path>
              </a:pathLst>
            </a:custGeom>
            <a:solidFill>
              <a:srgbClr val="D0D7DD"/>
            </a:solidFill>
            <a:ln w="1524">
              <a:solidFill>
                <a:srgbClr val="D0D7DD"/>
              </a:solidFill>
            </a:ln>
          </p:spPr>
        </p:sp>
        <p:sp>
          <p:nvSpPr>
            <p:cNvPr id="2017" name="Candidate_density__2016">
              <a:extLst>
                <a:ext uri="{FF2B5EF4-FFF2-40B4-BE49-F238E27FC236}">
                  <a16:creationId xmlns:a16="http://schemas.microsoft.com/office/drawing/2014/main" id="{A27929E8-4812-F4ED-27DF-6D561E749484}"/>
                </a:ext>
              </a:extLst>
            </p:cNvPr>
            <p:cNvSpPr>
              <a:spLocks noGrp="1"/>
            </p:cNvSpPr>
            <p:nvPr/>
          </p:nvSpPr>
          <p:spPr>
            <a:xfrm>
              <a:off x="4621720" y="3646454"/>
              <a:ext cx="1938553" cy="1663718"/>
            </a:xfrm>
            <a:custGeom>
              <a:avLst/>
              <a:gdLst/>
              <a:ahLst/>
              <a:cxnLst/>
              <a:rect l="0" t="0" r="0" b="0"/>
              <a:pathLst>
                <a:path w="1938553" h="1663718">
                  <a:moveTo>
                    <a:pt x="61609" y="698913"/>
                  </a:moveTo>
                  <a:lnTo>
                    <a:pt x="6118" y="748975"/>
                  </a:lnTo>
                  <a:lnTo>
                    <a:pt x="0" y="788501"/>
                  </a:lnTo>
                  <a:close/>
                  <a:moveTo>
                    <a:pt x="917148" y="1647243"/>
                  </a:moveTo>
                  <a:lnTo>
                    <a:pt x="893989" y="1624112"/>
                  </a:lnTo>
                  <a:lnTo>
                    <a:pt x="847024" y="1663718"/>
                  </a:lnTo>
                  <a:close/>
                  <a:moveTo>
                    <a:pt x="387066" y="1058642"/>
                  </a:moveTo>
                  <a:lnTo>
                    <a:pt x="436321" y="1024000"/>
                  </a:lnTo>
                  <a:lnTo>
                    <a:pt x="520905" y="1065186"/>
                  </a:lnTo>
                  <a:close/>
                  <a:moveTo>
                    <a:pt x="631242" y="947127"/>
                  </a:moveTo>
                  <a:lnTo>
                    <a:pt x="625073" y="960790"/>
                  </a:lnTo>
                  <a:lnTo>
                    <a:pt x="653368" y="1067779"/>
                  </a:lnTo>
                  <a:close/>
                  <a:moveTo>
                    <a:pt x="925894" y="1312993"/>
                  </a:moveTo>
                  <a:lnTo>
                    <a:pt x="945290" y="1322055"/>
                  </a:lnTo>
                  <a:lnTo>
                    <a:pt x="967678" y="1247770"/>
                  </a:lnTo>
                  <a:close/>
                  <a:moveTo>
                    <a:pt x="970537" y="1201248"/>
                  </a:moveTo>
                  <a:lnTo>
                    <a:pt x="998156" y="1241055"/>
                  </a:lnTo>
                  <a:lnTo>
                    <a:pt x="1010803" y="1155336"/>
                  </a:lnTo>
                  <a:close/>
                  <a:moveTo>
                    <a:pt x="968142" y="1237551"/>
                  </a:moveTo>
                  <a:lnTo>
                    <a:pt x="967678" y="1247770"/>
                  </a:lnTo>
                  <a:lnTo>
                    <a:pt x="970537" y="1201248"/>
                  </a:lnTo>
                  <a:close/>
                  <a:moveTo>
                    <a:pt x="630959" y="939371"/>
                  </a:moveTo>
                  <a:lnTo>
                    <a:pt x="618251" y="935284"/>
                  </a:lnTo>
                  <a:lnTo>
                    <a:pt x="626422" y="908691"/>
                  </a:lnTo>
                  <a:close/>
                  <a:moveTo>
                    <a:pt x="326769" y="504435"/>
                  </a:moveTo>
                  <a:lnTo>
                    <a:pt x="340292" y="593533"/>
                  </a:lnTo>
                  <a:lnTo>
                    <a:pt x="353274" y="618267"/>
                  </a:lnTo>
                  <a:close/>
                  <a:moveTo>
                    <a:pt x="1239456" y="1199115"/>
                  </a:moveTo>
                  <a:lnTo>
                    <a:pt x="1219017" y="1116900"/>
                  </a:lnTo>
                  <a:lnTo>
                    <a:pt x="1211490" y="1114410"/>
                  </a:lnTo>
                  <a:close/>
                  <a:moveTo>
                    <a:pt x="1290407" y="1167173"/>
                  </a:moveTo>
                  <a:lnTo>
                    <a:pt x="1239456" y="1199115"/>
                  </a:lnTo>
                  <a:lnTo>
                    <a:pt x="1211490" y="1114410"/>
                  </a:lnTo>
                  <a:close/>
                  <a:moveTo>
                    <a:pt x="1232160" y="1114434"/>
                  </a:moveTo>
                  <a:lnTo>
                    <a:pt x="1290407" y="1167173"/>
                  </a:lnTo>
                  <a:lnTo>
                    <a:pt x="1211490" y="1114410"/>
                  </a:lnTo>
                  <a:close/>
                  <a:moveTo>
                    <a:pt x="869892" y="673209"/>
                  </a:moveTo>
                  <a:lnTo>
                    <a:pt x="923008" y="683532"/>
                  </a:lnTo>
                  <a:lnTo>
                    <a:pt x="881711" y="667388"/>
                  </a:lnTo>
                  <a:close/>
                  <a:moveTo>
                    <a:pt x="860739" y="638984"/>
                  </a:moveTo>
                  <a:lnTo>
                    <a:pt x="881711" y="667388"/>
                  </a:lnTo>
                  <a:lnTo>
                    <a:pt x="836533" y="593151"/>
                  </a:lnTo>
                  <a:close/>
                  <a:moveTo>
                    <a:pt x="881711" y="667388"/>
                  </a:moveTo>
                  <a:lnTo>
                    <a:pt x="923008" y="683532"/>
                  </a:lnTo>
                  <a:lnTo>
                    <a:pt x="836533" y="593151"/>
                  </a:lnTo>
                  <a:close/>
                  <a:moveTo>
                    <a:pt x="869892" y="673209"/>
                  </a:moveTo>
                  <a:lnTo>
                    <a:pt x="881711" y="667388"/>
                  </a:lnTo>
                  <a:lnTo>
                    <a:pt x="885963" y="653057"/>
                  </a:lnTo>
                  <a:close/>
                  <a:moveTo>
                    <a:pt x="885963" y="653057"/>
                  </a:moveTo>
                  <a:lnTo>
                    <a:pt x="881711" y="667388"/>
                  </a:lnTo>
                  <a:lnTo>
                    <a:pt x="860739" y="638984"/>
                  </a:lnTo>
                  <a:close/>
                  <a:moveTo>
                    <a:pt x="800930" y="300091"/>
                  </a:moveTo>
                  <a:lnTo>
                    <a:pt x="807941" y="316119"/>
                  </a:lnTo>
                  <a:lnTo>
                    <a:pt x="833389" y="321524"/>
                  </a:lnTo>
                  <a:close/>
                  <a:moveTo>
                    <a:pt x="800930" y="300091"/>
                  </a:moveTo>
                  <a:lnTo>
                    <a:pt x="833389" y="321524"/>
                  </a:lnTo>
                  <a:lnTo>
                    <a:pt x="845624" y="285483"/>
                  </a:lnTo>
                  <a:close/>
                  <a:moveTo>
                    <a:pt x="845624" y="285483"/>
                  </a:moveTo>
                  <a:lnTo>
                    <a:pt x="851680" y="300091"/>
                  </a:lnTo>
                  <a:lnTo>
                    <a:pt x="807943" y="226387"/>
                  </a:lnTo>
                  <a:close/>
                  <a:moveTo>
                    <a:pt x="1865846" y="964730"/>
                  </a:moveTo>
                  <a:lnTo>
                    <a:pt x="1892901" y="1006932"/>
                  </a:lnTo>
                  <a:lnTo>
                    <a:pt x="1855453" y="989328"/>
                  </a:lnTo>
                  <a:close/>
                  <a:moveTo>
                    <a:pt x="1938553" y="1021367"/>
                  </a:moveTo>
                  <a:lnTo>
                    <a:pt x="1919830" y="968496"/>
                  </a:lnTo>
                  <a:lnTo>
                    <a:pt x="1892901" y="1006932"/>
                  </a:lnTo>
                  <a:close/>
                  <a:moveTo>
                    <a:pt x="1159481" y="59150"/>
                  </a:moveTo>
                  <a:lnTo>
                    <a:pt x="1242974" y="92659"/>
                  </a:lnTo>
                  <a:lnTo>
                    <a:pt x="1292559" y="62844"/>
                  </a:lnTo>
                  <a:close/>
                  <a:moveTo>
                    <a:pt x="1743676" y="440488"/>
                  </a:moveTo>
                  <a:lnTo>
                    <a:pt x="1734825" y="547776"/>
                  </a:lnTo>
                  <a:lnTo>
                    <a:pt x="1735562" y="557420"/>
                  </a:lnTo>
                  <a:close/>
                  <a:moveTo>
                    <a:pt x="1353737" y="25693"/>
                  </a:moveTo>
                  <a:lnTo>
                    <a:pt x="1357046" y="64130"/>
                  </a:lnTo>
                  <a:lnTo>
                    <a:pt x="1367510" y="64419"/>
                  </a:lnTo>
                  <a:close/>
                  <a:moveTo>
                    <a:pt x="1423421" y="58258"/>
                  </a:moveTo>
                  <a:lnTo>
                    <a:pt x="1367510" y="64419"/>
                  </a:lnTo>
                  <a:lnTo>
                    <a:pt x="1495978" y="50880"/>
                  </a:lnTo>
                  <a:close/>
                  <a:moveTo>
                    <a:pt x="1495978" y="50880"/>
                  </a:moveTo>
                  <a:lnTo>
                    <a:pt x="1539928" y="0"/>
                  </a:lnTo>
                  <a:lnTo>
                    <a:pt x="1423421" y="58258"/>
                  </a:lnTo>
                  <a:close/>
                  <a:moveTo>
                    <a:pt x="1782537" y="316117"/>
                  </a:moveTo>
                  <a:lnTo>
                    <a:pt x="1824745" y="335080"/>
                  </a:lnTo>
                  <a:lnTo>
                    <a:pt x="1861336" y="365718"/>
                  </a:lnTo>
                  <a:close/>
                </a:path>
              </a:pathLst>
            </a:custGeom>
            <a:solidFill>
              <a:srgbClr val="D4DBE0"/>
            </a:solidFill>
            <a:ln w="1524">
              <a:solidFill>
                <a:srgbClr val="D4DBE0"/>
              </a:solidFill>
            </a:ln>
          </p:spPr>
        </p:sp>
        <p:sp>
          <p:nvSpPr>
            <p:cNvPr id="2018" name="Candidate_density__2017">
              <a:extLst>
                <a:ext uri="{FF2B5EF4-FFF2-40B4-BE49-F238E27FC236}">
                  <a16:creationId xmlns:a16="http://schemas.microsoft.com/office/drawing/2014/main" id="{C8670805-0BBA-A903-F11C-D687AEADD122}"/>
                </a:ext>
              </a:extLst>
            </p:cNvPr>
            <p:cNvSpPr>
              <a:spLocks noGrp="1"/>
            </p:cNvSpPr>
            <p:nvPr/>
          </p:nvSpPr>
          <p:spPr>
            <a:xfrm>
              <a:off x="5715399" y="4484199"/>
              <a:ext cx="728715" cy="276665"/>
            </a:xfrm>
            <a:custGeom>
              <a:avLst/>
              <a:gdLst/>
              <a:ahLst/>
              <a:cxnLst/>
              <a:rect l="0" t="0" r="0" b="0"/>
              <a:pathLst>
                <a:path w="728715" h="276665">
                  <a:moveTo>
                    <a:pt x="89848" y="255634"/>
                  </a:moveTo>
                  <a:lnTo>
                    <a:pt x="0" y="268087"/>
                  </a:lnTo>
                  <a:lnTo>
                    <a:pt x="117811" y="276665"/>
                  </a:lnTo>
                  <a:close/>
                  <a:moveTo>
                    <a:pt x="728715" y="48535"/>
                  </a:moveTo>
                  <a:lnTo>
                    <a:pt x="653824" y="0"/>
                  </a:lnTo>
                  <a:lnTo>
                    <a:pt x="653040" y="4757"/>
                  </a:lnTo>
                  <a:close/>
                </a:path>
              </a:pathLst>
            </a:custGeom>
            <a:solidFill>
              <a:srgbClr val="E8ECEF"/>
            </a:solidFill>
            <a:ln w="1524">
              <a:solidFill>
                <a:srgbClr val="E8ECEF"/>
              </a:solidFill>
            </a:ln>
          </p:spPr>
        </p:sp>
        <p:sp>
          <p:nvSpPr>
            <p:cNvPr id="2019" name="Candidate_density__2018">
              <a:extLst>
                <a:ext uri="{FF2B5EF4-FFF2-40B4-BE49-F238E27FC236}">
                  <a16:creationId xmlns:a16="http://schemas.microsoft.com/office/drawing/2014/main" id="{09E4CA4A-4B7D-2BD2-8E98-8A0D82E66E83}"/>
                </a:ext>
              </a:extLst>
            </p:cNvPr>
            <p:cNvSpPr>
              <a:spLocks noGrp="1"/>
            </p:cNvSpPr>
            <p:nvPr/>
          </p:nvSpPr>
          <p:spPr>
            <a:xfrm>
              <a:off x="4461814" y="3436731"/>
              <a:ext cx="2204452" cy="1881077"/>
            </a:xfrm>
            <a:custGeom>
              <a:avLst/>
              <a:gdLst/>
              <a:ahLst/>
              <a:cxnLst/>
              <a:rect l="0" t="0" r="0" b="0"/>
              <a:pathLst>
                <a:path w="2204452" h="1881077">
                  <a:moveTo>
                    <a:pt x="23532" y="1025514"/>
                  </a:moveTo>
                  <a:lnTo>
                    <a:pt x="13407" y="1097148"/>
                  </a:lnTo>
                  <a:lnTo>
                    <a:pt x="60326" y="1057369"/>
                  </a:lnTo>
                  <a:close/>
                  <a:moveTo>
                    <a:pt x="743144" y="1765450"/>
                  </a:moveTo>
                  <a:lnTo>
                    <a:pt x="836316" y="1809228"/>
                  </a:lnTo>
                  <a:lnTo>
                    <a:pt x="778202" y="1727013"/>
                  </a:lnTo>
                  <a:close/>
                  <a:moveTo>
                    <a:pt x="842877" y="1817391"/>
                  </a:moveTo>
                  <a:lnTo>
                    <a:pt x="802352" y="1881077"/>
                  </a:lnTo>
                  <a:lnTo>
                    <a:pt x="927244" y="1854168"/>
                  </a:lnTo>
                  <a:close/>
                  <a:moveTo>
                    <a:pt x="728300" y="1667663"/>
                  </a:moveTo>
                  <a:lnTo>
                    <a:pt x="707165" y="1657008"/>
                  </a:lnTo>
                  <a:lnTo>
                    <a:pt x="778202" y="1727013"/>
                  </a:lnTo>
                  <a:close/>
                  <a:moveTo>
                    <a:pt x="622226" y="1565378"/>
                  </a:moveTo>
                  <a:lnTo>
                    <a:pt x="704884" y="1644798"/>
                  </a:lnTo>
                  <a:lnTo>
                    <a:pt x="627461" y="1569301"/>
                  </a:lnTo>
                  <a:close/>
                  <a:moveTo>
                    <a:pt x="622226" y="1565378"/>
                  </a:moveTo>
                  <a:lnTo>
                    <a:pt x="707165" y="1657008"/>
                  </a:lnTo>
                  <a:lnTo>
                    <a:pt x="704884" y="1644798"/>
                  </a:lnTo>
                  <a:close/>
                  <a:moveTo>
                    <a:pt x="0" y="943299"/>
                  </a:moveTo>
                  <a:lnTo>
                    <a:pt x="23532" y="1025514"/>
                  </a:lnTo>
                  <a:lnTo>
                    <a:pt x="48269" y="987078"/>
                  </a:lnTo>
                  <a:close/>
                  <a:moveTo>
                    <a:pt x="704884" y="1644798"/>
                  </a:moveTo>
                  <a:lnTo>
                    <a:pt x="707165" y="1657008"/>
                  </a:lnTo>
                  <a:lnTo>
                    <a:pt x="728300" y="1667663"/>
                  </a:lnTo>
                  <a:close/>
                  <a:moveTo>
                    <a:pt x="621152" y="1562583"/>
                  </a:moveTo>
                  <a:lnTo>
                    <a:pt x="622226" y="1565378"/>
                  </a:lnTo>
                  <a:lnTo>
                    <a:pt x="627461" y="1569301"/>
                  </a:lnTo>
                  <a:close/>
                  <a:moveTo>
                    <a:pt x="1053895" y="1833835"/>
                  </a:moveTo>
                  <a:lnTo>
                    <a:pt x="985508" y="1770792"/>
                  </a:lnTo>
                  <a:lnTo>
                    <a:pt x="927244" y="1854168"/>
                  </a:lnTo>
                  <a:close/>
                  <a:moveTo>
                    <a:pt x="841806" y="1708232"/>
                  </a:moveTo>
                  <a:lnTo>
                    <a:pt x="728300" y="1667663"/>
                  </a:lnTo>
                  <a:lnTo>
                    <a:pt x="778202" y="1727013"/>
                  </a:lnTo>
                  <a:close/>
                  <a:moveTo>
                    <a:pt x="735055" y="1634334"/>
                  </a:moveTo>
                  <a:lnTo>
                    <a:pt x="728300" y="1667663"/>
                  </a:lnTo>
                  <a:lnTo>
                    <a:pt x="841806" y="1708232"/>
                  </a:lnTo>
                  <a:close/>
                  <a:moveTo>
                    <a:pt x="841492" y="1608395"/>
                  </a:moveTo>
                  <a:lnTo>
                    <a:pt x="735055" y="1634334"/>
                  </a:lnTo>
                  <a:lnTo>
                    <a:pt x="841806" y="1708232"/>
                  </a:lnTo>
                  <a:close/>
                  <a:moveTo>
                    <a:pt x="704884" y="1644798"/>
                  </a:moveTo>
                  <a:lnTo>
                    <a:pt x="728300" y="1667663"/>
                  </a:lnTo>
                  <a:lnTo>
                    <a:pt x="735055" y="1634334"/>
                  </a:lnTo>
                  <a:close/>
                  <a:moveTo>
                    <a:pt x="631066" y="1558191"/>
                  </a:moveTo>
                  <a:lnTo>
                    <a:pt x="627461" y="1569301"/>
                  </a:lnTo>
                  <a:lnTo>
                    <a:pt x="743773" y="1524147"/>
                  </a:lnTo>
                  <a:close/>
                  <a:moveTo>
                    <a:pt x="627461" y="1569301"/>
                  </a:moveTo>
                  <a:lnTo>
                    <a:pt x="704884" y="1644798"/>
                  </a:lnTo>
                  <a:lnTo>
                    <a:pt x="743773" y="1524147"/>
                  </a:lnTo>
                  <a:close/>
                  <a:moveTo>
                    <a:pt x="743773" y="1524147"/>
                  </a:moveTo>
                  <a:lnTo>
                    <a:pt x="704884" y="1644798"/>
                  </a:lnTo>
                  <a:lnTo>
                    <a:pt x="748411" y="1527657"/>
                  </a:lnTo>
                  <a:close/>
                  <a:moveTo>
                    <a:pt x="748411" y="1527657"/>
                  </a:moveTo>
                  <a:lnTo>
                    <a:pt x="704884" y="1644798"/>
                  </a:lnTo>
                  <a:lnTo>
                    <a:pt x="735055" y="1634334"/>
                  </a:lnTo>
                  <a:close/>
                  <a:moveTo>
                    <a:pt x="621152" y="1562583"/>
                  </a:moveTo>
                  <a:lnTo>
                    <a:pt x="627461" y="1569301"/>
                  </a:lnTo>
                  <a:lnTo>
                    <a:pt x="631066" y="1558191"/>
                  </a:lnTo>
                  <a:close/>
                  <a:moveTo>
                    <a:pt x="640729" y="1441931"/>
                  </a:moveTo>
                  <a:lnTo>
                    <a:pt x="631066" y="1558191"/>
                  </a:lnTo>
                  <a:lnTo>
                    <a:pt x="651998" y="1445839"/>
                  </a:lnTo>
                  <a:close/>
                  <a:moveTo>
                    <a:pt x="621152" y="1562583"/>
                  </a:moveTo>
                  <a:lnTo>
                    <a:pt x="631066" y="1558191"/>
                  </a:lnTo>
                  <a:lnTo>
                    <a:pt x="640729" y="1441931"/>
                  </a:lnTo>
                  <a:close/>
                  <a:moveTo>
                    <a:pt x="351309" y="1094129"/>
                  </a:moveTo>
                  <a:lnTo>
                    <a:pt x="398385" y="1113071"/>
                  </a:lnTo>
                  <a:lnTo>
                    <a:pt x="394854" y="1128582"/>
                  </a:lnTo>
                  <a:close/>
                  <a:moveTo>
                    <a:pt x="985508" y="1770792"/>
                  </a:moveTo>
                  <a:lnTo>
                    <a:pt x="1078858" y="1836881"/>
                  </a:lnTo>
                  <a:lnTo>
                    <a:pt x="976305" y="1759570"/>
                  </a:lnTo>
                  <a:close/>
                  <a:moveTo>
                    <a:pt x="743773" y="1524147"/>
                  </a:moveTo>
                  <a:lnTo>
                    <a:pt x="748411" y="1527657"/>
                  </a:lnTo>
                  <a:lnTo>
                    <a:pt x="748637" y="1523200"/>
                  </a:lnTo>
                  <a:close/>
                  <a:moveTo>
                    <a:pt x="748637" y="1523200"/>
                  </a:moveTo>
                  <a:lnTo>
                    <a:pt x="734970" y="1477402"/>
                  </a:lnTo>
                  <a:lnTo>
                    <a:pt x="743773" y="1524147"/>
                  </a:lnTo>
                  <a:close/>
                  <a:moveTo>
                    <a:pt x="651998" y="1445839"/>
                  </a:moveTo>
                  <a:lnTo>
                    <a:pt x="692487" y="1441931"/>
                  </a:lnTo>
                  <a:lnTo>
                    <a:pt x="651854" y="1441198"/>
                  </a:lnTo>
                  <a:close/>
                  <a:moveTo>
                    <a:pt x="748637" y="1523200"/>
                  </a:moveTo>
                  <a:lnTo>
                    <a:pt x="748411" y="1527657"/>
                  </a:lnTo>
                  <a:lnTo>
                    <a:pt x="751736" y="1524147"/>
                  </a:lnTo>
                  <a:close/>
                  <a:moveTo>
                    <a:pt x="748637" y="1523200"/>
                  </a:moveTo>
                  <a:lnTo>
                    <a:pt x="751736" y="1524147"/>
                  </a:lnTo>
                  <a:lnTo>
                    <a:pt x="734970" y="1477402"/>
                  </a:lnTo>
                  <a:close/>
                  <a:moveTo>
                    <a:pt x="640729" y="1441931"/>
                  </a:moveTo>
                  <a:lnTo>
                    <a:pt x="651998" y="1445839"/>
                  </a:lnTo>
                  <a:lnTo>
                    <a:pt x="651854" y="1441198"/>
                  </a:lnTo>
                  <a:close/>
                  <a:moveTo>
                    <a:pt x="510639" y="1095043"/>
                  </a:moveTo>
                  <a:lnTo>
                    <a:pt x="517094" y="1004912"/>
                  </a:lnTo>
                  <a:lnTo>
                    <a:pt x="524489" y="1113071"/>
                  </a:lnTo>
                  <a:close/>
                  <a:moveTo>
                    <a:pt x="524489" y="1113071"/>
                  </a:moveTo>
                  <a:lnTo>
                    <a:pt x="517094" y="1004912"/>
                  </a:lnTo>
                  <a:lnTo>
                    <a:pt x="521013" y="992420"/>
                  </a:lnTo>
                  <a:close/>
                  <a:moveTo>
                    <a:pt x="506298" y="998480"/>
                  </a:moveTo>
                  <a:lnTo>
                    <a:pt x="477910" y="1073611"/>
                  </a:lnTo>
                  <a:lnTo>
                    <a:pt x="524489" y="1113071"/>
                  </a:lnTo>
                  <a:close/>
                  <a:moveTo>
                    <a:pt x="521013" y="992420"/>
                  </a:moveTo>
                  <a:lnTo>
                    <a:pt x="506298" y="998480"/>
                  </a:lnTo>
                  <a:lnTo>
                    <a:pt x="524489" y="1113071"/>
                  </a:lnTo>
                  <a:close/>
                  <a:moveTo>
                    <a:pt x="435775" y="1030856"/>
                  </a:moveTo>
                  <a:lnTo>
                    <a:pt x="477910" y="1073611"/>
                  </a:lnTo>
                  <a:lnTo>
                    <a:pt x="506298" y="998480"/>
                  </a:lnTo>
                  <a:close/>
                  <a:moveTo>
                    <a:pt x="517094" y="1004912"/>
                  </a:moveTo>
                  <a:lnTo>
                    <a:pt x="510639" y="1095043"/>
                  </a:lnTo>
                  <a:lnTo>
                    <a:pt x="502190" y="1074635"/>
                  </a:lnTo>
                  <a:close/>
                  <a:moveTo>
                    <a:pt x="435775" y="1030856"/>
                  </a:moveTo>
                  <a:lnTo>
                    <a:pt x="506298" y="998480"/>
                  </a:lnTo>
                  <a:lnTo>
                    <a:pt x="382491" y="995513"/>
                  </a:lnTo>
                  <a:close/>
                  <a:moveTo>
                    <a:pt x="382491" y="995513"/>
                  </a:moveTo>
                  <a:lnTo>
                    <a:pt x="506298" y="998480"/>
                  </a:lnTo>
                  <a:lnTo>
                    <a:pt x="511615" y="984424"/>
                  </a:lnTo>
                  <a:close/>
                  <a:moveTo>
                    <a:pt x="506298" y="998480"/>
                  </a:moveTo>
                  <a:lnTo>
                    <a:pt x="521013" y="992420"/>
                  </a:lnTo>
                  <a:lnTo>
                    <a:pt x="548113" y="924985"/>
                  </a:lnTo>
                  <a:close/>
                  <a:moveTo>
                    <a:pt x="517094" y="1004912"/>
                  </a:moveTo>
                  <a:lnTo>
                    <a:pt x="502190" y="1074635"/>
                  </a:lnTo>
                  <a:lnTo>
                    <a:pt x="517171" y="989641"/>
                  </a:lnTo>
                  <a:close/>
                  <a:moveTo>
                    <a:pt x="521013" y="992420"/>
                  </a:moveTo>
                  <a:lnTo>
                    <a:pt x="517094" y="1004912"/>
                  </a:lnTo>
                  <a:lnTo>
                    <a:pt x="517171" y="989641"/>
                  </a:lnTo>
                  <a:close/>
                  <a:moveTo>
                    <a:pt x="574907" y="942405"/>
                  </a:moveTo>
                  <a:lnTo>
                    <a:pt x="521013" y="992420"/>
                  </a:lnTo>
                  <a:lnTo>
                    <a:pt x="517171" y="989641"/>
                  </a:lnTo>
                  <a:close/>
                  <a:moveTo>
                    <a:pt x="1218928" y="1408837"/>
                  </a:moveTo>
                  <a:lnTo>
                    <a:pt x="1241037" y="1370401"/>
                  </a:lnTo>
                  <a:lnTo>
                    <a:pt x="1223902" y="1326622"/>
                  </a:lnTo>
                  <a:close/>
                  <a:moveTo>
                    <a:pt x="605376" y="630465"/>
                  </a:moveTo>
                  <a:lnTo>
                    <a:pt x="532483" y="576824"/>
                  </a:lnTo>
                  <a:lnTo>
                    <a:pt x="524219" y="586686"/>
                  </a:lnTo>
                  <a:close/>
                  <a:moveTo>
                    <a:pt x="605376" y="630465"/>
                  </a:moveTo>
                  <a:lnTo>
                    <a:pt x="524219" y="586686"/>
                  </a:lnTo>
                  <a:lnTo>
                    <a:pt x="550074" y="668901"/>
                  </a:lnTo>
                  <a:close/>
                  <a:moveTo>
                    <a:pt x="1376736" y="1167534"/>
                  </a:moveTo>
                  <a:lnTo>
                    <a:pt x="1299567" y="1119037"/>
                  </a:lnTo>
                  <a:lnTo>
                    <a:pt x="1247630" y="1140056"/>
                  </a:lnTo>
                  <a:close/>
                  <a:moveTo>
                    <a:pt x="1260775" y="1085319"/>
                  </a:moveTo>
                  <a:lnTo>
                    <a:pt x="1247630" y="1140056"/>
                  </a:lnTo>
                  <a:lnTo>
                    <a:pt x="1299567" y="1119037"/>
                  </a:lnTo>
                  <a:close/>
                  <a:moveTo>
                    <a:pt x="1260775" y="1085319"/>
                  </a:moveTo>
                  <a:lnTo>
                    <a:pt x="1232329" y="1123755"/>
                  </a:lnTo>
                  <a:lnTo>
                    <a:pt x="1247630" y="1140056"/>
                  </a:lnTo>
                  <a:close/>
                  <a:moveTo>
                    <a:pt x="1201780" y="1041540"/>
                  </a:moveTo>
                  <a:lnTo>
                    <a:pt x="1232329" y="1123755"/>
                  </a:lnTo>
                  <a:lnTo>
                    <a:pt x="1260775" y="1085319"/>
                  </a:lnTo>
                  <a:close/>
                  <a:moveTo>
                    <a:pt x="1201780" y="1041540"/>
                  </a:moveTo>
                  <a:lnTo>
                    <a:pt x="1260775" y="1085319"/>
                  </a:lnTo>
                  <a:lnTo>
                    <a:pt x="1198845" y="1003104"/>
                  </a:lnTo>
                  <a:close/>
                  <a:moveTo>
                    <a:pt x="1526494" y="1194957"/>
                  </a:moveTo>
                  <a:lnTo>
                    <a:pt x="1553627" y="1211313"/>
                  </a:lnTo>
                  <a:lnTo>
                    <a:pt x="1476553" y="1155378"/>
                  </a:lnTo>
                  <a:close/>
                  <a:moveTo>
                    <a:pt x="1409488" y="1049216"/>
                  </a:moveTo>
                  <a:lnTo>
                    <a:pt x="1376736" y="1167534"/>
                  </a:lnTo>
                  <a:lnTo>
                    <a:pt x="1396012" y="1160264"/>
                  </a:lnTo>
                  <a:close/>
                  <a:moveTo>
                    <a:pt x="1309154" y="1046883"/>
                  </a:moveTo>
                  <a:lnTo>
                    <a:pt x="1260775" y="1085319"/>
                  </a:lnTo>
                  <a:lnTo>
                    <a:pt x="1299567" y="1119037"/>
                  </a:lnTo>
                  <a:close/>
                  <a:moveTo>
                    <a:pt x="1309154" y="1046883"/>
                  </a:moveTo>
                  <a:lnTo>
                    <a:pt x="1198845" y="1003104"/>
                  </a:lnTo>
                  <a:lnTo>
                    <a:pt x="1260775" y="1085319"/>
                  </a:lnTo>
                  <a:close/>
                  <a:moveTo>
                    <a:pt x="1545971" y="1090661"/>
                  </a:moveTo>
                  <a:lnTo>
                    <a:pt x="1532394" y="1008446"/>
                  </a:lnTo>
                  <a:lnTo>
                    <a:pt x="1532980" y="1009412"/>
                  </a:lnTo>
                  <a:close/>
                  <a:moveTo>
                    <a:pt x="1982299" y="1096003"/>
                  </a:moveTo>
                  <a:lnTo>
                    <a:pt x="2015358" y="1199050"/>
                  </a:lnTo>
                  <a:lnTo>
                    <a:pt x="2065082" y="1169753"/>
                  </a:lnTo>
                  <a:close/>
                  <a:moveTo>
                    <a:pt x="1982299" y="1096003"/>
                  </a:moveTo>
                  <a:lnTo>
                    <a:pt x="1940687" y="1134440"/>
                  </a:lnTo>
                  <a:lnTo>
                    <a:pt x="2015358" y="1199050"/>
                  </a:lnTo>
                  <a:close/>
                  <a:moveTo>
                    <a:pt x="1741932" y="849358"/>
                  </a:moveTo>
                  <a:lnTo>
                    <a:pt x="1686686" y="806170"/>
                  </a:lnTo>
                  <a:lnTo>
                    <a:pt x="1684730" y="805579"/>
                  </a:lnTo>
                  <a:close/>
                  <a:moveTo>
                    <a:pt x="1372280" y="251429"/>
                  </a:moveTo>
                  <a:lnTo>
                    <a:pt x="1297521" y="191637"/>
                  </a:lnTo>
                  <a:lnTo>
                    <a:pt x="1246169" y="273782"/>
                  </a:lnTo>
                  <a:close/>
                  <a:moveTo>
                    <a:pt x="2079736" y="1178218"/>
                  </a:moveTo>
                  <a:lnTo>
                    <a:pt x="2145787" y="1139782"/>
                  </a:lnTo>
                  <a:lnTo>
                    <a:pt x="2065082" y="1169753"/>
                  </a:lnTo>
                  <a:close/>
                  <a:moveTo>
                    <a:pt x="2065082" y="1169753"/>
                  </a:moveTo>
                  <a:lnTo>
                    <a:pt x="2053772" y="1057567"/>
                  </a:lnTo>
                  <a:lnTo>
                    <a:pt x="1982299" y="1096003"/>
                  </a:lnTo>
                  <a:close/>
                  <a:moveTo>
                    <a:pt x="1965676" y="1076750"/>
                  </a:moveTo>
                  <a:lnTo>
                    <a:pt x="1909982" y="984784"/>
                  </a:lnTo>
                  <a:lnTo>
                    <a:pt x="1925717" y="1013788"/>
                  </a:lnTo>
                  <a:close/>
                  <a:moveTo>
                    <a:pt x="1784720" y="646491"/>
                  </a:moveTo>
                  <a:lnTo>
                    <a:pt x="1823842" y="754538"/>
                  </a:lnTo>
                  <a:lnTo>
                    <a:pt x="1846833" y="695871"/>
                  </a:lnTo>
                  <a:close/>
                  <a:moveTo>
                    <a:pt x="1778750" y="767143"/>
                  </a:moveTo>
                  <a:lnTo>
                    <a:pt x="1823842" y="754538"/>
                  </a:lnTo>
                  <a:lnTo>
                    <a:pt x="1784720" y="646491"/>
                  </a:lnTo>
                  <a:close/>
                  <a:moveTo>
                    <a:pt x="1375206" y="153200"/>
                  </a:moveTo>
                  <a:lnTo>
                    <a:pt x="1372280" y="251429"/>
                  </a:lnTo>
                  <a:lnTo>
                    <a:pt x="1404522" y="156773"/>
                  </a:lnTo>
                  <a:close/>
                  <a:moveTo>
                    <a:pt x="1375206" y="153200"/>
                  </a:moveTo>
                  <a:lnTo>
                    <a:pt x="1297521" y="191637"/>
                  </a:lnTo>
                  <a:lnTo>
                    <a:pt x="1372280" y="251429"/>
                  </a:lnTo>
                  <a:close/>
                  <a:moveTo>
                    <a:pt x="1375206" y="153200"/>
                  </a:moveTo>
                  <a:lnTo>
                    <a:pt x="1332825" y="109422"/>
                  </a:lnTo>
                  <a:lnTo>
                    <a:pt x="1297521" y="191637"/>
                  </a:lnTo>
                  <a:close/>
                  <a:moveTo>
                    <a:pt x="1404522" y="156773"/>
                  </a:moveTo>
                  <a:lnTo>
                    <a:pt x="1372280" y="251429"/>
                  </a:lnTo>
                  <a:lnTo>
                    <a:pt x="1497630" y="226233"/>
                  </a:lnTo>
                  <a:close/>
                  <a:moveTo>
                    <a:pt x="2204452" y="981775"/>
                  </a:moveTo>
                  <a:lnTo>
                    <a:pt x="2127454" y="975352"/>
                  </a:lnTo>
                  <a:lnTo>
                    <a:pt x="2130058" y="1027142"/>
                  </a:lnTo>
                  <a:close/>
                  <a:moveTo>
                    <a:pt x="1846263" y="608055"/>
                  </a:moveTo>
                  <a:lnTo>
                    <a:pt x="1784720" y="646491"/>
                  </a:lnTo>
                  <a:lnTo>
                    <a:pt x="1846833" y="695871"/>
                  </a:lnTo>
                  <a:close/>
                  <a:moveTo>
                    <a:pt x="1513643" y="235416"/>
                  </a:moveTo>
                  <a:lnTo>
                    <a:pt x="1616522" y="201347"/>
                  </a:lnTo>
                  <a:lnTo>
                    <a:pt x="1497630" y="226233"/>
                  </a:lnTo>
                  <a:close/>
                  <a:moveTo>
                    <a:pt x="1497630" y="226233"/>
                  </a:moveTo>
                  <a:lnTo>
                    <a:pt x="1616522" y="201347"/>
                  </a:lnTo>
                  <a:lnTo>
                    <a:pt x="1620603" y="192150"/>
                  </a:lnTo>
                  <a:close/>
                  <a:moveTo>
                    <a:pt x="1497630" y="226233"/>
                  </a:moveTo>
                  <a:lnTo>
                    <a:pt x="1620603" y="192150"/>
                  </a:lnTo>
                  <a:lnTo>
                    <a:pt x="1528832" y="127691"/>
                  </a:lnTo>
                  <a:close/>
                  <a:moveTo>
                    <a:pt x="1407624" y="149901"/>
                  </a:moveTo>
                  <a:lnTo>
                    <a:pt x="1375206" y="153200"/>
                  </a:lnTo>
                  <a:lnTo>
                    <a:pt x="1404522" y="156773"/>
                  </a:lnTo>
                  <a:close/>
                  <a:moveTo>
                    <a:pt x="1404522" y="156773"/>
                  </a:moveTo>
                  <a:lnTo>
                    <a:pt x="1507667" y="114764"/>
                  </a:lnTo>
                  <a:lnTo>
                    <a:pt x="1407624" y="149901"/>
                  </a:lnTo>
                  <a:close/>
                  <a:moveTo>
                    <a:pt x="1497630" y="226233"/>
                  </a:moveTo>
                  <a:lnTo>
                    <a:pt x="1528832" y="127691"/>
                  </a:lnTo>
                  <a:lnTo>
                    <a:pt x="1404522" y="156773"/>
                  </a:lnTo>
                  <a:close/>
                  <a:moveTo>
                    <a:pt x="1975311" y="405188"/>
                  </a:moveTo>
                  <a:lnTo>
                    <a:pt x="2049034" y="492460"/>
                  </a:lnTo>
                  <a:lnTo>
                    <a:pt x="2052150" y="475796"/>
                  </a:lnTo>
                  <a:close/>
                  <a:moveTo>
                    <a:pt x="1975311" y="405188"/>
                  </a:moveTo>
                  <a:lnTo>
                    <a:pt x="1954813" y="390526"/>
                  </a:lnTo>
                  <a:lnTo>
                    <a:pt x="1909118" y="434884"/>
                  </a:lnTo>
                  <a:close/>
                  <a:moveTo>
                    <a:pt x="1894901" y="322973"/>
                  </a:moveTo>
                  <a:lnTo>
                    <a:pt x="1909118" y="434884"/>
                  </a:lnTo>
                  <a:lnTo>
                    <a:pt x="1954813" y="390526"/>
                  </a:lnTo>
                  <a:close/>
                  <a:moveTo>
                    <a:pt x="1847993" y="269800"/>
                  </a:moveTo>
                  <a:lnTo>
                    <a:pt x="1799755" y="273659"/>
                  </a:lnTo>
                  <a:lnTo>
                    <a:pt x="1894901" y="322973"/>
                  </a:lnTo>
                  <a:close/>
                  <a:moveTo>
                    <a:pt x="1700554" y="76328"/>
                  </a:moveTo>
                  <a:lnTo>
                    <a:pt x="1620603" y="192150"/>
                  </a:lnTo>
                  <a:lnTo>
                    <a:pt x="1648126" y="196979"/>
                  </a:lnTo>
                  <a:close/>
                  <a:moveTo>
                    <a:pt x="1700554" y="76328"/>
                  </a:moveTo>
                  <a:lnTo>
                    <a:pt x="1648126" y="196979"/>
                  </a:lnTo>
                  <a:lnTo>
                    <a:pt x="1707260" y="158542"/>
                  </a:lnTo>
                  <a:close/>
                  <a:moveTo>
                    <a:pt x="1536600" y="105639"/>
                  </a:moveTo>
                  <a:lnTo>
                    <a:pt x="1441656" y="80409"/>
                  </a:lnTo>
                  <a:lnTo>
                    <a:pt x="1507667" y="114764"/>
                  </a:lnTo>
                  <a:close/>
                  <a:moveTo>
                    <a:pt x="1536600" y="105639"/>
                  </a:moveTo>
                  <a:lnTo>
                    <a:pt x="1596119" y="17751"/>
                  </a:lnTo>
                  <a:lnTo>
                    <a:pt x="1534199" y="7498"/>
                  </a:lnTo>
                  <a:close/>
                  <a:moveTo>
                    <a:pt x="1534199" y="7498"/>
                  </a:moveTo>
                  <a:lnTo>
                    <a:pt x="1569210" y="0"/>
                  </a:lnTo>
                  <a:lnTo>
                    <a:pt x="1496959" y="8521"/>
                  </a:lnTo>
                  <a:close/>
                  <a:moveTo>
                    <a:pt x="1534199" y="7498"/>
                  </a:moveTo>
                  <a:lnTo>
                    <a:pt x="1596119" y="17751"/>
                  </a:lnTo>
                  <a:lnTo>
                    <a:pt x="1569210" y="0"/>
                  </a:lnTo>
                  <a:close/>
                  <a:moveTo>
                    <a:pt x="1975311" y="405188"/>
                  </a:moveTo>
                  <a:lnTo>
                    <a:pt x="2052150" y="475796"/>
                  </a:lnTo>
                  <a:lnTo>
                    <a:pt x="2079124" y="367905"/>
                  </a:lnTo>
                  <a:close/>
                  <a:moveTo>
                    <a:pt x="1979877" y="287907"/>
                  </a:moveTo>
                  <a:lnTo>
                    <a:pt x="1954813" y="390526"/>
                  </a:lnTo>
                  <a:lnTo>
                    <a:pt x="2032277" y="284537"/>
                  </a:lnTo>
                  <a:close/>
                  <a:moveTo>
                    <a:pt x="1954813" y="390526"/>
                  </a:moveTo>
                  <a:lnTo>
                    <a:pt x="1975311" y="405188"/>
                  </a:lnTo>
                  <a:lnTo>
                    <a:pt x="2032277" y="284537"/>
                  </a:lnTo>
                  <a:close/>
                  <a:moveTo>
                    <a:pt x="2032277" y="284537"/>
                  </a:moveTo>
                  <a:lnTo>
                    <a:pt x="1975311" y="405188"/>
                  </a:lnTo>
                  <a:lnTo>
                    <a:pt x="2073735" y="341299"/>
                  </a:lnTo>
                  <a:close/>
                  <a:moveTo>
                    <a:pt x="1894901" y="322973"/>
                  </a:moveTo>
                  <a:lnTo>
                    <a:pt x="1954813" y="390526"/>
                  </a:lnTo>
                  <a:lnTo>
                    <a:pt x="1979877" y="287907"/>
                  </a:lnTo>
                  <a:close/>
                  <a:moveTo>
                    <a:pt x="1882260" y="206584"/>
                  </a:moveTo>
                  <a:lnTo>
                    <a:pt x="1847993" y="269800"/>
                  </a:lnTo>
                  <a:lnTo>
                    <a:pt x="1902869" y="202322"/>
                  </a:lnTo>
                  <a:close/>
                  <a:moveTo>
                    <a:pt x="1847993" y="269800"/>
                  </a:moveTo>
                  <a:lnTo>
                    <a:pt x="1894901" y="322973"/>
                  </a:lnTo>
                  <a:lnTo>
                    <a:pt x="1902869" y="202322"/>
                  </a:lnTo>
                  <a:close/>
                  <a:moveTo>
                    <a:pt x="1902869" y="202322"/>
                  </a:moveTo>
                  <a:lnTo>
                    <a:pt x="1894901" y="322973"/>
                  </a:lnTo>
                  <a:lnTo>
                    <a:pt x="1977001" y="258282"/>
                  </a:lnTo>
                  <a:close/>
                  <a:moveTo>
                    <a:pt x="1977001" y="258282"/>
                  </a:moveTo>
                  <a:lnTo>
                    <a:pt x="1894901" y="322973"/>
                  </a:lnTo>
                  <a:lnTo>
                    <a:pt x="1979877" y="287907"/>
                  </a:lnTo>
                  <a:close/>
                  <a:moveTo>
                    <a:pt x="1814617" y="240758"/>
                  </a:moveTo>
                  <a:lnTo>
                    <a:pt x="1847993" y="269800"/>
                  </a:lnTo>
                  <a:lnTo>
                    <a:pt x="1882260" y="206584"/>
                  </a:lnTo>
                  <a:close/>
                  <a:moveTo>
                    <a:pt x="1814617" y="240758"/>
                  </a:moveTo>
                  <a:lnTo>
                    <a:pt x="1882260" y="206584"/>
                  </a:lnTo>
                  <a:lnTo>
                    <a:pt x="1752589" y="191762"/>
                  </a:lnTo>
                  <a:close/>
                  <a:moveTo>
                    <a:pt x="1752589" y="191762"/>
                  </a:moveTo>
                  <a:lnTo>
                    <a:pt x="1882260" y="206584"/>
                  </a:lnTo>
                  <a:lnTo>
                    <a:pt x="1886438" y="198339"/>
                  </a:lnTo>
                  <a:close/>
                </a:path>
              </a:pathLst>
            </a:custGeom>
            <a:solidFill>
              <a:srgbClr val="E0E5E9"/>
            </a:solidFill>
            <a:ln w="1524">
              <a:solidFill>
                <a:srgbClr val="E0E5E9"/>
              </a:solidFill>
            </a:ln>
          </p:spPr>
        </p:sp>
        <p:sp>
          <p:nvSpPr>
            <p:cNvPr id="2020" name="Candidate_density__2019">
              <a:extLst>
                <a:ext uri="{FF2B5EF4-FFF2-40B4-BE49-F238E27FC236}">
                  <a16:creationId xmlns:a16="http://schemas.microsoft.com/office/drawing/2014/main" id="{90EEF87D-9F9B-9F55-4AC1-208E25853F58}"/>
                </a:ext>
              </a:extLst>
            </p:cNvPr>
            <p:cNvSpPr>
              <a:spLocks noGrp="1"/>
            </p:cNvSpPr>
            <p:nvPr/>
          </p:nvSpPr>
          <p:spPr>
            <a:xfrm>
              <a:off x="4452143" y="3437657"/>
              <a:ext cx="2155458" cy="1853242"/>
            </a:xfrm>
            <a:custGeom>
              <a:avLst/>
              <a:gdLst/>
              <a:ahLst/>
              <a:cxnLst/>
              <a:rect l="0" t="0" r="0" b="0"/>
              <a:pathLst>
                <a:path w="2155458" h="1853242">
                  <a:moveTo>
                    <a:pt x="33203" y="1024588"/>
                  </a:moveTo>
                  <a:lnTo>
                    <a:pt x="9671" y="942374"/>
                  </a:lnTo>
                  <a:lnTo>
                    <a:pt x="0" y="1063025"/>
                  </a:lnTo>
                  <a:close/>
                  <a:moveTo>
                    <a:pt x="788800" y="1846739"/>
                  </a:moveTo>
                  <a:lnTo>
                    <a:pt x="852548" y="1816466"/>
                  </a:lnTo>
                  <a:lnTo>
                    <a:pt x="845987" y="1808303"/>
                  </a:lnTo>
                  <a:close/>
                  <a:moveTo>
                    <a:pt x="9671" y="942374"/>
                  </a:moveTo>
                  <a:lnTo>
                    <a:pt x="57940" y="986152"/>
                  </a:lnTo>
                  <a:lnTo>
                    <a:pt x="38603" y="903937"/>
                  </a:lnTo>
                  <a:close/>
                  <a:moveTo>
                    <a:pt x="70620" y="843571"/>
                  </a:moveTo>
                  <a:lnTo>
                    <a:pt x="9671" y="942374"/>
                  </a:lnTo>
                  <a:lnTo>
                    <a:pt x="38603" y="903937"/>
                  </a:lnTo>
                  <a:close/>
                  <a:moveTo>
                    <a:pt x="70620" y="843571"/>
                  </a:moveTo>
                  <a:lnTo>
                    <a:pt x="29489" y="904990"/>
                  </a:lnTo>
                  <a:lnTo>
                    <a:pt x="9671" y="942374"/>
                  </a:lnTo>
                  <a:close/>
                  <a:moveTo>
                    <a:pt x="845987" y="1808303"/>
                  </a:moveTo>
                  <a:lnTo>
                    <a:pt x="852548" y="1816466"/>
                  </a:lnTo>
                  <a:lnTo>
                    <a:pt x="853584" y="1805686"/>
                  </a:lnTo>
                  <a:close/>
                  <a:moveTo>
                    <a:pt x="787873" y="1726088"/>
                  </a:moveTo>
                  <a:lnTo>
                    <a:pt x="853584" y="1805686"/>
                  </a:lnTo>
                  <a:lnTo>
                    <a:pt x="851478" y="1707306"/>
                  </a:lnTo>
                  <a:close/>
                  <a:moveTo>
                    <a:pt x="787873" y="1726088"/>
                  </a:moveTo>
                  <a:lnTo>
                    <a:pt x="845987" y="1808303"/>
                  </a:lnTo>
                  <a:lnTo>
                    <a:pt x="853584" y="1805686"/>
                  </a:lnTo>
                  <a:close/>
                  <a:moveTo>
                    <a:pt x="958475" y="1781003"/>
                  </a:moveTo>
                  <a:lnTo>
                    <a:pt x="852548" y="1816466"/>
                  </a:lnTo>
                  <a:lnTo>
                    <a:pt x="936915" y="1853242"/>
                  </a:lnTo>
                  <a:close/>
                  <a:moveTo>
                    <a:pt x="958475" y="1781003"/>
                  </a:moveTo>
                  <a:lnTo>
                    <a:pt x="853584" y="1805686"/>
                  </a:lnTo>
                  <a:lnTo>
                    <a:pt x="852548" y="1816466"/>
                  </a:lnTo>
                  <a:close/>
                  <a:moveTo>
                    <a:pt x="853584" y="1805686"/>
                  </a:moveTo>
                  <a:lnTo>
                    <a:pt x="958475" y="1781003"/>
                  </a:lnTo>
                  <a:lnTo>
                    <a:pt x="939398" y="1696420"/>
                  </a:lnTo>
                  <a:close/>
                  <a:moveTo>
                    <a:pt x="853584" y="1805686"/>
                  </a:moveTo>
                  <a:lnTo>
                    <a:pt x="939398" y="1696420"/>
                  </a:lnTo>
                  <a:lnTo>
                    <a:pt x="851478" y="1707306"/>
                  </a:lnTo>
                  <a:close/>
                  <a:moveTo>
                    <a:pt x="936915" y="1853242"/>
                  </a:moveTo>
                  <a:lnTo>
                    <a:pt x="995179" y="1769866"/>
                  </a:lnTo>
                  <a:lnTo>
                    <a:pt x="958475" y="1781003"/>
                  </a:lnTo>
                  <a:close/>
                  <a:moveTo>
                    <a:pt x="995179" y="1769866"/>
                  </a:moveTo>
                  <a:lnTo>
                    <a:pt x="1014675" y="1687651"/>
                  </a:lnTo>
                  <a:lnTo>
                    <a:pt x="958475" y="1781003"/>
                  </a:lnTo>
                  <a:close/>
                  <a:moveTo>
                    <a:pt x="1014675" y="1687651"/>
                  </a:moveTo>
                  <a:lnTo>
                    <a:pt x="939398" y="1696420"/>
                  </a:lnTo>
                  <a:lnTo>
                    <a:pt x="958475" y="1781003"/>
                  </a:lnTo>
                  <a:close/>
                  <a:moveTo>
                    <a:pt x="851478" y="1707306"/>
                  </a:moveTo>
                  <a:lnTo>
                    <a:pt x="939398" y="1696420"/>
                  </a:lnTo>
                  <a:lnTo>
                    <a:pt x="851163" y="1607470"/>
                  </a:lnTo>
                  <a:close/>
                  <a:moveTo>
                    <a:pt x="111818" y="782398"/>
                  </a:moveTo>
                  <a:lnTo>
                    <a:pt x="110146" y="784837"/>
                  </a:lnTo>
                  <a:lnTo>
                    <a:pt x="111241" y="783285"/>
                  </a:lnTo>
                  <a:close/>
                  <a:moveTo>
                    <a:pt x="111818" y="782398"/>
                  </a:moveTo>
                  <a:lnTo>
                    <a:pt x="117752" y="783285"/>
                  </a:lnTo>
                  <a:lnTo>
                    <a:pt x="110146" y="784837"/>
                  </a:lnTo>
                  <a:close/>
                  <a:moveTo>
                    <a:pt x="995179" y="1769866"/>
                  </a:moveTo>
                  <a:lnTo>
                    <a:pt x="985976" y="1758645"/>
                  </a:lnTo>
                  <a:lnTo>
                    <a:pt x="1014675" y="1687651"/>
                  </a:lnTo>
                  <a:close/>
                  <a:moveTo>
                    <a:pt x="209310" y="744849"/>
                  </a:moveTo>
                  <a:lnTo>
                    <a:pt x="207631" y="766175"/>
                  </a:lnTo>
                  <a:lnTo>
                    <a:pt x="194986" y="814694"/>
                  </a:lnTo>
                  <a:close/>
                  <a:moveTo>
                    <a:pt x="113548" y="782071"/>
                  </a:moveTo>
                  <a:lnTo>
                    <a:pt x="117752" y="783285"/>
                  </a:lnTo>
                  <a:lnTo>
                    <a:pt x="111818" y="782398"/>
                  </a:lnTo>
                  <a:close/>
                  <a:moveTo>
                    <a:pt x="1233573" y="1325697"/>
                  </a:moveTo>
                  <a:lnTo>
                    <a:pt x="1304825" y="1316812"/>
                  </a:lnTo>
                  <a:lnTo>
                    <a:pt x="1263255" y="1314630"/>
                  </a:lnTo>
                  <a:close/>
                  <a:moveTo>
                    <a:pt x="1263255" y="1314630"/>
                  </a:moveTo>
                  <a:lnTo>
                    <a:pt x="1304825" y="1316812"/>
                  </a:lnTo>
                  <a:lnTo>
                    <a:pt x="1381067" y="1323207"/>
                  </a:lnTo>
                  <a:close/>
                  <a:moveTo>
                    <a:pt x="1427409" y="1281273"/>
                  </a:moveTo>
                  <a:lnTo>
                    <a:pt x="1381067" y="1323207"/>
                  </a:lnTo>
                  <a:lnTo>
                    <a:pt x="1304825" y="1316812"/>
                  </a:lnTo>
                  <a:close/>
                  <a:moveTo>
                    <a:pt x="1381067" y="1323207"/>
                  </a:moveTo>
                  <a:lnTo>
                    <a:pt x="1427409" y="1281273"/>
                  </a:lnTo>
                  <a:lnTo>
                    <a:pt x="1387617" y="1287260"/>
                  </a:lnTo>
                  <a:close/>
                  <a:moveTo>
                    <a:pt x="1427409" y="1281273"/>
                  </a:moveTo>
                  <a:lnTo>
                    <a:pt x="1429985" y="1248823"/>
                  </a:lnTo>
                  <a:lnTo>
                    <a:pt x="1387617" y="1287260"/>
                  </a:lnTo>
                  <a:close/>
                  <a:moveTo>
                    <a:pt x="1387617" y="1287260"/>
                  </a:moveTo>
                  <a:lnTo>
                    <a:pt x="1429985" y="1248823"/>
                  </a:lnTo>
                  <a:lnTo>
                    <a:pt x="1367557" y="1272698"/>
                  </a:lnTo>
                  <a:close/>
                  <a:moveTo>
                    <a:pt x="1429985" y="1248823"/>
                  </a:moveTo>
                  <a:lnTo>
                    <a:pt x="1407398" y="1206452"/>
                  </a:lnTo>
                  <a:lnTo>
                    <a:pt x="1367557" y="1272698"/>
                  </a:lnTo>
                  <a:close/>
                  <a:moveTo>
                    <a:pt x="1386407" y="1166608"/>
                  </a:moveTo>
                  <a:lnTo>
                    <a:pt x="1367557" y="1272698"/>
                  </a:lnTo>
                  <a:lnTo>
                    <a:pt x="1407398" y="1206452"/>
                  </a:lnTo>
                  <a:close/>
                  <a:moveTo>
                    <a:pt x="1427409" y="1281273"/>
                  </a:moveTo>
                  <a:lnTo>
                    <a:pt x="1473817" y="1304131"/>
                  </a:lnTo>
                  <a:lnTo>
                    <a:pt x="1429985" y="1248823"/>
                  </a:lnTo>
                  <a:close/>
                  <a:moveTo>
                    <a:pt x="1429985" y="1248823"/>
                  </a:moveTo>
                  <a:lnTo>
                    <a:pt x="1542110" y="1292603"/>
                  </a:lnTo>
                  <a:lnTo>
                    <a:pt x="1501245" y="1210387"/>
                  </a:lnTo>
                  <a:close/>
                  <a:moveTo>
                    <a:pt x="1501245" y="1210387"/>
                  </a:moveTo>
                  <a:lnTo>
                    <a:pt x="1536165" y="1194032"/>
                  </a:lnTo>
                  <a:lnTo>
                    <a:pt x="1429985" y="1248823"/>
                  </a:lnTo>
                  <a:close/>
                  <a:moveTo>
                    <a:pt x="1429985" y="1248823"/>
                  </a:moveTo>
                  <a:lnTo>
                    <a:pt x="1536165" y="1194032"/>
                  </a:lnTo>
                  <a:lnTo>
                    <a:pt x="1405684" y="1159338"/>
                  </a:lnTo>
                  <a:close/>
                  <a:moveTo>
                    <a:pt x="1405684" y="1159338"/>
                  </a:moveTo>
                  <a:lnTo>
                    <a:pt x="1536165" y="1194032"/>
                  </a:lnTo>
                  <a:lnTo>
                    <a:pt x="1486225" y="1154452"/>
                  </a:lnTo>
                  <a:close/>
                  <a:moveTo>
                    <a:pt x="1429985" y="1248823"/>
                  </a:moveTo>
                  <a:lnTo>
                    <a:pt x="1405684" y="1159338"/>
                  </a:lnTo>
                  <a:lnTo>
                    <a:pt x="1407398" y="1206452"/>
                  </a:lnTo>
                  <a:close/>
                  <a:moveTo>
                    <a:pt x="1386407" y="1166608"/>
                  </a:moveTo>
                  <a:lnTo>
                    <a:pt x="1407398" y="1206452"/>
                  </a:lnTo>
                  <a:lnTo>
                    <a:pt x="1405684" y="1159338"/>
                  </a:lnTo>
                  <a:close/>
                  <a:moveTo>
                    <a:pt x="1543197" y="1005122"/>
                  </a:moveTo>
                  <a:lnTo>
                    <a:pt x="1542651" y="1008486"/>
                  </a:lnTo>
                  <a:lnTo>
                    <a:pt x="1542065" y="1007521"/>
                  </a:lnTo>
                  <a:close/>
                  <a:moveTo>
                    <a:pt x="1975347" y="1075824"/>
                  </a:moveTo>
                  <a:lnTo>
                    <a:pt x="1917080" y="1046542"/>
                  </a:lnTo>
                  <a:lnTo>
                    <a:pt x="1991970" y="1095078"/>
                  </a:lnTo>
                  <a:close/>
                  <a:moveTo>
                    <a:pt x="1935388" y="1012863"/>
                  </a:moveTo>
                  <a:lnTo>
                    <a:pt x="1917080" y="1046542"/>
                  </a:lnTo>
                  <a:lnTo>
                    <a:pt x="1975347" y="1075824"/>
                  </a:lnTo>
                  <a:close/>
                  <a:moveTo>
                    <a:pt x="2155458" y="1138856"/>
                  </a:moveTo>
                  <a:lnTo>
                    <a:pt x="2116300" y="1108966"/>
                  </a:lnTo>
                  <a:lnTo>
                    <a:pt x="2074753" y="1168828"/>
                  </a:lnTo>
                  <a:close/>
                  <a:moveTo>
                    <a:pt x="2116300" y="1108966"/>
                  </a:moveTo>
                  <a:lnTo>
                    <a:pt x="2063443" y="1056641"/>
                  </a:lnTo>
                  <a:lnTo>
                    <a:pt x="2074753" y="1168828"/>
                  </a:lnTo>
                  <a:close/>
                  <a:moveTo>
                    <a:pt x="1991970" y="1095078"/>
                  </a:moveTo>
                  <a:lnTo>
                    <a:pt x="2063443" y="1056641"/>
                  </a:lnTo>
                  <a:lnTo>
                    <a:pt x="1975347" y="1075824"/>
                  </a:lnTo>
                  <a:close/>
                  <a:moveTo>
                    <a:pt x="1538504" y="126766"/>
                  </a:moveTo>
                  <a:lnTo>
                    <a:pt x="1517338" y="113839"/>
                  </a:lnTo>
                  <a:lnTo>
                    <a:pt x="1414193" y="155848"/>
                  </a:lnTo>
                  <a:close/>
                  <a:moveTo>
                    <a:pt x="1648149" y="82480"/>
                  </a:moveTo>
                  <a:lnTo>
                    <a:pt x="1630275" y="191224"/>
                  </a:lnTo>
                  <a:lnTo>
                    <a:pt x="1710225" y="75402"/>
                  </a:lnTo>
                  <a:close/>
                  <a:moveTo>
                    <a:pt x="1517338" y="113839"/>
                  </a:moveTo>
                  <a:lnTo>
                    <a:pt x="1538504" y="126766"/>
                  </a:lnTo>
                  <a:lnTo>
                    <a:pt x="1546271" y="104714"/>
                  </a:lnTo>
                  <a:close/>
                  <a:moveTo>
                    <a:pt x="1648149" y="82480"/>
                  </a:moveTo>
                  <a:lnTo>
                    <a:pt x="1538504" y="126766"/>
                  </a:lnTo>
                  <a:lnTo>
                    <a:pt x="1630275" y="191224"/>
                  </a:lnTo>
                  <a:close/>
                  <a:moveTo>
                    <a:pt x="1648149" y="82480"/>
                  </a:moveTo>
                  <a:lnTo>
                    <a:pt x="1546271" y="104714"/>
                  </a:lnTo>
                  <a:lnTo>
                    <a:pt x="1538504" y="126766"/>
                  </a:lnTo>
                  <a:close/>
                  <a:moveTo>
                    <a:pt x="1546271" y="104714"/>
                  </a:moveTo>
                  <a:lnTo>
                    <a:pt x="1648149" y="82480"/>
                  </a:lnTo>
                  <a:lnTo>
                    <a:pt x="1605790" y="16825"/>
                  </a:lnTo>
                  <a:close/>
                  <a:moveTo>
                    <a:pt x="1648149" y="82480"/>
                  </a:moveTo>
                  <a:lnTo>
                    <a:pt x="1721809" y="39596"/>
                  </a:lnTo>
                  <a:lnTo>
                    <a:pt x="1686189" y="12054"/>
                  </a:lnTo>
                  <a:close/>
                  <a:moveTo>
                    <a:pt x="1648149" y="82480"/>
                  </a:moveTo>
                  <a:lnTo>
                    <a:pt x="1686189" y="12054"/>
                  </a:lnTo>
                  <a:lnTo>
                    <a:pt x="1605790" y="16825"/>
                  </a:lnTo>
                  <a:close/>
                  <a:moveTo>
                    <a:pt x="1721809" y="39596"/>
                  </a:moveTo>
                  <a:lnTo>
                    <a:pt x="1710225" y="75402"/>
                  </a:lnTo>
                  <a:lnTo>
                    <a:pt x="1694246" y="0"/>
                  </a:lnTo>
                  <a:close/>
                </a:path>
              </a:pathLst>
            </a:custGeom>
            <a:solidFill>
              <a:srgbClr val="E3E8EC"/>
            </a:solidFill>
            <a:ln w="1524">
              <a:solidFill>
                <a:srgbClr val="E3E8EC"/>
              </a:solidFill>
            </a:ln>
          </p:spPr>
        </p:sp>
        <p:sp>
          <p:nvSpPr>
            <p:cNvPr id="2021" name="Candidate_density__2020">
              <a:extLst>
                <a:ext uri="{FF2B5EF4-FFF2-40B4-BE49-F238E27FC236}">
                  <a16:creationId xmlns:a16="http://schemas.microsoft.com/office/drawing/2014/main" id="{F0521743-78BF-D364-337B-D61A08327D44}"/>
                </a:ext>
              </a:extLst>
            </p:cNvPr>
            <p:cNvSpPr>
              <a:spLocks noGrp="1"/>
            </p:cNvSpPr>
            <p:nvPr/>
          </p:nvSpPr>
          <p:spPr>
            <a:xfrm>
              <a:off x="4510083" y="3319737"/>
              <a:ext cx="2000766" cy="1684920"/>
            </a:xfrm>
            <a:custGeom>
              <a:avLst/>
              <a:gdLst/>
              <a:ahLst/>
              <a:cxnLst/>
              <a:rect l="0" t="0" r="0" b="0"/>
              <a:pathLst>
                <a:path w="2000766" h="1684920">
                  <a:moveTo>
                    <a:pt x="0" y="1104072"/>
                  </a:moveTo>
                  <a:lnTo>
                    <a:pt x="12057" y="1174364"/>
                  </a:lnTo>
                  <a:lnTo>
                    <a:pt x="64012" y="1153412"/>
                  </a:lnTo>
                  <a:close/>
                  <a:moveTo>
                    <a:pt x="592460" y="1558926"/>
                  </a:moveTo>
                  <a:lnTo>
                    <a:pt x="466811" y="1508704"/>
                  </a:lnTo>
                  <a:lnTo>
                    <a:pt x="506794" y="1515148"/>
                  </a:lnTo>
                  <a:close/>
                  <a:moveTo>
                    <a:pt x="592460" y="1558926"/>
                  </a:moveTo>
                  <a:lnTo>
                    <a:pt x="506794" y="1515148"/>
                  </a:lnTo>
                  <a:lnTo>
                    <a:pt x="501160" y="1597363"/>
                  </a:lnTo>
                  <a:close/>
                  <a:moveTo>
                    <a:pt x="466811" y="1508704"/>
                  </a:moveTo>
                  <a:lnTo>
                    <a:pt x="466385" y="1476711"/>
                  </a:lnTo>
                  <a:lnTo>
                    <a:pt x="454970" y="1500508"/>
                  </a:lnTo>
                  <a:close/>
                  <a:moveTo>
                    <a:pt x="227456" y="991985"/>
                  </a:moveTo>
                  <a:lnTo>
                    <a:pt x="117755" y="1075692"/>
                  </a:lnTo>
                  <a:lnTo>
                    <a:pt x="161409" y="1021857"/>
                  </a:lnTo>
                  <a:close/>
                  <a:moveTo>
                    <a:pt x="312407" y="1027199"/>
                  </a:moveTo>
                  <a:lnTo>
                    <a:pt x="334222" y="1112508"/>
                  </a:lnTo>
                  <a:lnTo>
                    <a:pt x="379353" y="1066042"/>
                  </a:lnTo>
                  <a:close/>
                  <a:moveTo>
                    <a:pt x="273187" y="1065635"/>
                  </a:moveTo>
                  <a:lnTo>
                    <a:pt x="312407" y="1027199"/>
                  </a:lnTo>
                  <a:lnTo>
                    <a:pt x="227456" y="991985"/>
                  </a:lnTo>
                  <a:close/>
                  <a:moveTo>
                    <a:pt x="312407" y="1027199"/>
                  </a:moveTo>
                  <a:lnTo>
                    <a:pt x="290168" y="1011251"/>
                  </a:lnTo>
                  <a:lnTo>
                    <a:pt x="227456" y="991985"/>
                  </a:lnTo>
                  <a:close/>
                  <a:moveTo>
                    <a:pt x="968044" y="1684920"/>
                  </a:moveTo>
                  <a:lnTo>
                    <a:pt x="1025551" y="1657696"/>
                  </a:lnTo>
                  <a:lnTo>
                    <a:pt x="903584" y="1632764"/>
                  </a:lnTo>
                  <a:close/>
                  <a:moveTo>
                    <a:pt x="903584" y="1632764"/>
                  </a:moveTo>
                  <a:lnTo>
                    <a:pt x="1025551" y="1657696"/>
                  </a:lnTo>
                  <a:lnTo>
                    <a:pt x="1037530" y="1639710"/>
                  </a:lnTo>
                  <a:close/>
                  <a:moveTo>
                    <a:pt x="903584" y="1632764"/>
                  </a:moveTo>
                  <a:lnTo>
                    <a:pt x="1037530" y="1639710"/>
                  </a:lnTo>
                  <a:lnTo>
                    <a:pt x="961787" y="1635173"/>
                  </a:lnTo>
                  <a:close/>
                  <a:moveTo>
                    <a:pt x="961787" y="1635173"/>
                  </a:moveTo>
                  <a:lnTo>
                    <a:pt x="833329" y="1602705"/>
                  </a:lnTo>
                  <a:lnTo>
                    <a:pt x="903584" y="1632764"/>
                  </a:lnTo>
                  <a:close/>
                  <a:moveTo>
                    <a:pt x="451929" y="920250"/>
                  </a:moveTo>
                  <a:lnTo>
                    <a:pt x="438406" y="831152"/>
                  </a:lnTo>
                  <a:lnTo>
                    <a:pt x="418383" y="906548"/>
                  </a:lnTo>
                  <a:close/>
                  <a:moveTo>
                    <a:pt x="1079779" y="1564268"/>
                  </a:moveTo>
                  <a:lnTo>
                    <a:pt x="1066846" y="1534112"/>
                  </a:lnTo>
                  <a:lnTo>
                    <a:pt x="1037530" y="1639710"/>
                  </a:lnTo>
                  <a:close/>
                  <a:moveTo>
                    <a:pt x="1079779" y="1564268"/>
                  </a:moveTo>
                  <a:lnTo>
                    <a:pt x="1074170" y="1525832"/>
                  </a:lnTo>
                  <a:lnTo>
                    <a:pt x="1066846" y="1534112"/>
                  </a:lnTo>
                  <a:close/>
                  <a:moveTo>
                    <a:pt x="1079779" y="1564268"/>
                  </a:moveTo>
                  <a:lnTo>
                    <a:pt x="1085439" y="1469416"/>
                  </a:lnTo>
                  <a:lnTo>
                    <a:pt x="1072673" y="1443617"/>
                  </a:lnTo>
                  <a:close/>
                  <a:moveTo>
                    <a:pt x="1079779" y="1564268"/>
                  </a:moveTo>
                  <a:lnTo>
                    <a:pt x="1072673" y="1443617"/>
                  </a:lnTo>
                  <a:lnTo>
                    <a:pt x="1074170" y="1525832"/>
                  </a:lnTo>
                  <a:close/>
                  <a:moveTo>
                    <a:pt x="747870" y="1201208"/>
                  </a:moveTo>
                  <a:lnTo>
                    <a:pt x="714033" y="1266178"/>
                  </a:lnTo>
                  <a:lnTo>
                    <a:pt x="738058" y="1235408"/>
                  </a:lnTo>
                  <a:close/>
                  <a:moveTo>
                    <a:pt x="713949" y="1128693"/>
                  </a:moveTo>
                  <a:lnTo>
                    <a:pt x="738058" y="1235408"/>
                  </a:lnTo>
                  <a:lnTo>
                    <a:pt x="735268" y="1153192"/>
                  </a:lnTo>
                  <a:close/>
                  <a:moveTo>
                    <a:pt x="713949" y="1128693"/>
                  </a:moveTo>
                  <a:lnTo>
                    <a:pt x="747870" y="1201208"/>
                  </a:lnTo>
                  <a:lnTo>
                    <a:pt x="738058" y="1235408"/>
                  </a:lnTo>
                  <a:close/>
                  <a:moveTo>
                    <a:pt x="634465" y="868111"/>
                  </a:moveTo>
                  <a:lnTo>
                    <a:pt x="626431" y="938651"/>
                  </a:lnTo>
                  <a:lnTo>
                    <a:pt x="670390" y="887802"/>
                  </a:lnTo>
                  <a:close/>
                  <a:moveTo>
                    <a:pt x="581442" y="833899"/>
                  </a:moveTo>
                  <a:lnTo>
                    <a:pt x="538230" y="810589"/>
                  </a:lnTo>
                  <a:lnTo>
                    <a:pt x="634465" y="868111"/>
                  </a:lnTo>
                  <a:close/>
                  <a:moveTo>
                    <a:pt x="501805" y="785896"/>
                  </a:moveTo>
                  <a:lnTo>
                    <a:pt x="538230" y="810589"/>
                  </a:lnTo>
                  <a:lnTo>
                    <a:pt x="581442" y="833899"/>
                  </a:lnTo>
                  <a:close/>
                  <a:moveTo>
                    <a:pt x="501805" y="785896"/>
                  </a:moveTo>
                  <a:lnTo>
                    <a:pt x="502242" y="739754"/>
                  </a:lnTo>
                  <a:lnTo>
                    <a:pt x="538230" y="810589"/>
                  </a:lnTo>
                  <a:close/>
                  <a:moveTo>
                    <a:pt x="1032942" y="1351410"/>
                  </a:moveTo>
                  <a:lnTo>
                    <a:pt x="1003303" y="1296536"/>
                  </a:lnTo>
                  <a:lnTo>
                    <a:pt x="956002" y="1253277"/>
                  </a:lnTo>
                  <a:close/>
                  <a:moveTo>
                    <a:pt x="916238" y="1034473"/>
                  </a:moveTo>
                  <a:lnTo>
                    <a:pt x="871402" y="1082037"/>
                  </a:lnTo>
                  <a:lnTo>
                    <a:pt x="981529" y="999926"/>
                  </a:lnTo>
                  <a:close/>
                  <a:moveTo>
                    <a:pt x="634465" y="868111"/>
                  </a:moveTo>
                  <a:lnTo>
                    <a:pt x="708422" y="933002"/>
                  </a:lnTo>
                  <a:lnTo>
                    <a:pt x="604682" y="856657"/>
                  </a:lnTo>
                  <a:close/>
                  <a:moveTo>
                    <a:pt x="670390" y="887802"/>
                  </a:moveTo>
                  <a:lnTo>
                    <a:pt x="708422" y="933002"/>
                  </a:lnTo>
                  <a:lnTo>
                    <a:pt x="634465" y="868111"/>
                  </a:lnTo>
                  <a:close/>
                  <a:moveTo>
                    <a:pt x="581442" y="833899"/>
                  </a:moveTo>
                  <a:lnTo>
                    <a:pt x="634465" y="868111"/>
                  </a:lnTo>
                  <a:lnTo>
                    <a:pt x="604682" y="856657"/>
                  </a:lnTo>
                  <a:close/>
                  <a:moveTo>
                    <a:pt x="670390" y="887802"/>
                  </a:moveTo>
                  <a:lnTo>
                    <a:pt x="752775" y="917166"/>
                  </a:lnTo>
                  <a:lnTo>
                    <a:pt x="708422" y="933002"/>
                  </a:lnTo>
                  <a:close/>
                  <a:moveTo>
                    <a:pt x="752775" y="917166"/>
                  </a:moveTo>
                  <a:lnTo>
                    <a:pt x="765146" y="947479"/>
                  </a:lnTo>
                  <a:lnTo>
                    <a:pt x="708422" y="933002"/>
                  </a:lnTo>
                  <a:close/>
                  <a:moveTo>
                    <a:pt x="827675" y="982004"/>
                  </a:moveTo>
                  <a:lnTo>
                    <a:pt x="708422" y="933002"/>
                  </a:lnTo>
                  <a:lnTo>
                    <a:pt x="765146" y="947479"/>
                  </a:lnTo>
                  <a:close/>
                  <a:moveTo>
                    <a:pt x="997600" y="979774"/>
                  </a:moveTo>
                  <a:lnTo>
                    <a:pt x="941597" y="964711"/>
                  </a:lnTo>
                  <a:lnTo>
                    <a:pt x="916238" y="1034473"/>
                  </a:lnTo>
                  <a:close/>
                  <a:moveTo>
                    <a:pt x="941597" y="964711"/>
                  </a:moveTo>
                  <a:lnTo>
                    <a:pt x="997600" y="979774"/>
                  </a:lnTo>
                  <a:lnTo>
                    <a:pt x="919239" y="882795"/>
                  </a:lnTo>
                  <a:close/>
                  <a:moveTo>
                    <a:pt x="919239" y="882795"/>
                  </a:moveTo>
                  <a:lnTo>
                    <a:pt x="880424" y="814259"/>
                  </a:lnTo>
                  <a:lnTo>
                    <a:pt x="893612" y="873453"/>
                  </a:lnTo>
                  <a:close/>
                  <a:moveTo>
                    <a:pt x="1509060" y="1427240"/>
                  </a:moveTo>
                  <a:lnTo>
                    <a:pt x="1544498" y="1438669"/>
                  </a:lnTo>
                  <a:lnTo>
                    <a:pt x="1514415" y="1410523"/>
                  </a:lnTo>
                  <a:close/>
                  <a:moveTo>
                    <a:pt x="1536937" y="1344724"/>
                  </a:moveTo>
                  <a:lnTo>
                    <a:pt x="1505358" y="1328307"/>
                  </a:lnTo>
                  <a:lnTo>
                    <a:pt x="1514415" y="1410523"/>
                  </a:lnTo>
                  <a:close/>
                  <a:moveTo>
                    <a:pt x="1361220" y="1166210"/>
                  </a:moveTo>
                  <a:lnTo>
                    <a:pt x="1355923" y="1163877"/>
                  </a:lnTo>
                  <a:lnTo>
                    <a:pt x="1300791" y="1205876"/>
                  </a:lnTo>
                  <a:close/>
                  <a:moveTo>
                    <a:pt x="1359218" y="1145665"/>
                  </a:moveTo>
                  <a:lnTo>
                    <a:pt x="1361220" y="1166210"/>
                  </a:lnTo>
                  <a:lnTo>
                    <a:pt x="1366820" y="1081662"/>
                  </a:lnTo>
                  <a:close/>
                  <a:moveTo>
                    <a:pt x="1355923" y="1163877"/>
                  </a:moveTo>
                  <a:lnTo>
                    <a:pt x="1361220" y="1166210"/>
                  </a:lnTo>
                  <a:lnTo>
                    <a:pt x="1359218" y="1145665"/>
                  </a:lnTo>
                  <a:close/>
                  <a:moveTo>
                    <a:pt x="1505358" y="1328307"/>
                  </a:moveTo>
                  <a:lnTo>
                    <a:pt x="1478225" y="1311952"/>
                  </a:lnTo>
                  <a:lnTo>
                    <a:pt x="1573147" y="1315286"/>
                  </a:lnTo>
                  <a:close/>
                  <a:moveTo>
                    <a:pt x="1355569" y="1070711"/>
                  </a:moveTo>
                  <a:lnTo>
                    <a:pt x="1355923" y="1163877"/>
                  </a:lnTo>
                  <a:lnTo>
                    <a:pt x="1359218" y="1145665"/>
                  </a:lnTo>
                  <a:close/>
                  <a:moveTo>
                    <a:pt x="1310038" y="1147228"/>
                  </a:moveTo>
                  <a:lnTo>
                    <a:pt x="1355923" y="1163877"/>
                  </a:lnTo>
                  <a:lnTo>
                    <a:pt x="1355569" y="1070711"/>
                  </a:lnTo>
                  <a:close/>
                  <a:moveTo>
                    <a:pt x="1716758" y="1159032"/>
                  </a:moveTo>
                  <a:lnTo>
                    <a:pt x="1759218" y="1251434"/>
                  </a:lnTo>
                  <a:lnTo>
                    <a:pt x="1732790" y="1169219"/>
                  </a:lnTo>
                  <a:close/>
                  <a:moveTo>
                    <a:pt x="1727391" y="1050295"/>
                  </a:moveTo>
                  <a:lnTo>
                    <a:pt x="1732790" y="1169219"/>
                  </a:lnTo>
                  <a:lnTo>
                    <a:pt x="1725319" y="1087004"/>
                  </a:lnTo>
                  <a:close/>
                  <a:moveTo>
                    <a:pt x="1855401" y="763486"/>
                  </a:moveTo>
                  <a:lnTo>
                    <a:pt x="1847791" y="781713"/>
                  </a:lnTo>
                  <a:lnTo>
                    <a:pt x="1798564" y="812866"/>
                  </a:lnTo>
                  <a:close/>
                  <a:moveTo>
                    <a:pt x="1651565" y="326717"/>
                  </a:moveTo>
                  <a:lnTo>
                    <a:pt x="1599857" y="313974"/>
                  </a:lnTo>
                  <a:lnTo>
                    <a:pt x="1535058" y="384975"/>
                  </a:lnTo>
                  <a:close/>
                  <a:moveTo>
                    <a:pt x="1894174" y="642834"/>
                  </a:moveTo>
                  <a:lnTo>
                    <a:pt x="2000766" y="609454"/>
                  </a:lnTo>
                  <a:lnTo>
                    <a:pt x="1927042" y="522183"/>
                  </a:lnTo>
                  <a:close/>
                  <a:moveTo>
                    <a:pt x="1704320" y="308757"/>
                  </a:moveTo>
                  <a:lnTo>
                    <a:pt x="1694966" y="313974"/>
                  </a:lnTo>
                  <a:lnTo>
                    <a:pt x="1751486" y="390654"/>
                  </a:lnTo>
                  <a:close/>
                  <a:moveTo>
                    <a:pt x="1920356" y="213865"/>
                  </a:moveTo>
                  <a:lnTo>
                    <a:pt x="1939084" y="298731"/>
                  </a:lnTo>
                  <a:lnTo>
                    <a:pt x="1934414" y="319316"/>
                  </a:lnTo>
                  <a:close/>
                  <a:moveTo>
                    <a:pt x="1898692" y="31294"/>
                  </a:moveTo>
                  <a:lnTo>
                    <a:pt x="1949580" y="116449"/>
                  </a:lnTo>
                  <a:lnTo>
                    <a:pt x="1908180" y="34235"/>
                  </a:lnTo>
                  <a:close/>
                  <a:moveTo>
                    <a:pt x="1898692" y="31294"/>
                  </a:moveTo>
                  <a:lnTo>
                    <a:pt x="1935903" y="101134"/>
                  </a:lnTo>
                  <a:lnTo>
                    <a:pt x="1949580" y="116449"/>
                  </a:lnTo>
                  <a:close/>
                  <a:moveTo>
                    <a:pt x="1862654" y="0"/>
                  </a:moveTo>
                  <a:lnTo>
                    <a:pt x="1935903" y="101134"/>
                  </a:lnTo>
                  <a:lnTo>
                    <a:pt x="1898692" y="31294"/>
                  </a:lnTo>
                  <a:close/>
                </a:path>
              </a:pathLst>
            </a:custGeom>
            <a:solidFill>
              <a:srgbClr val="D8DEE3"/>
            </a:solidFill>
            <a:ln w="1524">
              <a:solidFill>
                <a:srgbClr val="D8DEE3"/>
              </a:solidFill>
            </a:ln>
          </p:spPr>
        </p:sp>
        <p:sp>
          <p:nvSpPr>
            <p:cNvPr id="2022" name="Candidate_density__2021">
              <a:extLst>
                <a:ext uri="{FF2B5EF4-FFF2-40B4-BE49-F238E27FC236}">
                  <a16:creationId xmlns:a16="http://schemas.microsoft.com/office/drawing/2014/main" id="{2E7AADC5-095B-5BC4-65AE-3CCE04D49769}"/>
                </a:ext>
              </a:extLst>
            </p:cNvPr>
            <p:cNvSpPr>
              <a:spLocks noGrp="1"/>
            </p:cNvSpPr>
            <p:nvPr/>
          </p:nvSpPr>
          <p:spPr>
            <a:xfrm>
              <a:off x="4485346" y="3433909"/>
              <a:ext cx="2106526" cy="1839703"/>
            </a:xfrm>
            <a:custGeom>
              <a:avLst/>
              <a:gdLst/>
              <a:ahLst/>
              <a:cxnLst/>
              <a:rect l="0" t="0" r="0" b="0"/>
              <a:pathLst>
                <a:path w="2106526" h="1839703">
                  <a:moveTo>
                    <a:pt x="24737" y="989899"/>
                  </a:moveTo>
                  <a:lnTo>
                    <a:pt x="0" y="1028336"/>
                  </a:lnTo>
                  <a:lnTo>
                    <a:pt x="36794" y="1060191"/>
                  </a:lnTo>
                  <a:close/>
                  <a:moveTo>
                    <a:pt x="597620" y="1565405"/>
                  </a:moveTo>
                  <a:lnTo>
                    <a:pt x="553915" y="1504512"/>
                  </a:lnTo>
                  <a:lnTo>
                    <a:pt x="598694" y="1568200"/>
                  </a:lnTo>
                  <a:close/>
                  <a:moveTo>
                    <a:pt x="597620" y="1565405"/>
                  </a:moveTo>
                  <a:lnTo>
                    <a:pt x="525897" y="1483190"/>
                  </a:lnTo>
                  <a:lnTo>
                    <a:pt x="553915" y="1504512"/>
                  </a:lnTo>
                  <a:close/>
                  <a:moveTo>
                    <a:pt x="728204" y="1526969"/>
                  </a:moveTo>
                  <a:lnTo>
                    <a:pt x="724879" y="1530479"/>
                  </a:lnTo>
                  <a:lnTo>
                    <a:pt x="782690" y="1539799"/>
                  </a:lnTo>
                  <a:close/>
                  <a:moveTo>
                    <a:pt x="782690" y="1539799"/>
                  </a:moveTo>
                  <a:lnTo>
                    <a:pt x="724879" y="1530479"/>
                  </a:lnTo>
                  <a:lnTo>
                    <a:pt x="711523" y="1637156"/>
                  </a:lnTo>
                  <a:close/>
                  <a:moveTo>
                    <a:pt x="782690" y="1539799"/>
                  </a:moveTo>
                  <a:lnTo>
                    <a:pt x="711523" y="1637156"/>
                  </a:lnTo>
                  <a:lnTo>
                    <a:pt x="817960" y="1611217"/>
                  </a:lnTo>
                  <a:close/>
                  <a:moveTo>
                    <a:pt x="525897" y="1483190"/>
                  </a:moveTo>
                  <a:lnTo>
                    <a:pt x="597620" y="1565405"/>
                  </a:lnTo>
                  <a:lnTo>
                    <a:pt x="617197" y="1444753"/>
                  </a:lnTo>
                  <a:close/>
                  <a:moveTo>
                    <a:pt x="668955" y="1444753"/>
                  </a:moveTo>
                  <a:lnTo>
                    <a:pt x="628466" y="1448661"/>
                  </a:lnTo>
                  <a:lnTo>
                    <a:pt x="699493" y="1446752"/>
                  </a:lnTo>
                  <a:close/>
                  <a:moveTo>
                    <a:pt x="699493" y="1446752"/>
                  </a:moveTo>
                  <a:lnTo>
                    <a:pt x="628466" y="1448661"/>
                  </a:lnTo>
                  <a:lnTo>
                    <a:pt x="607534" y="1561013"/>
                  </a:lnTo>
                  <a:close/>
                  <a:moveTo>
                    <a:pt x="720241" y="1526969"/>
                  </a:moveTo>
                  <a:lnTo>
                    <a:pt x="711439" y="1480224"/>
                  </a:lnTo>
                  <a:lnTo>
                    <a:pt x="699493" y="1446752"/>
                  </a:lnTo>
                  <a:close/>
                  <a:moveTo>
                    <a:pt x="607534" y="1561013"/>
                  </a:moveTo>
                  <a:lnTo>
                    <a:pt x="720241" y="1526969"/>
                  </a:lnTo>
                  <a:lnTo>
                    <a:pt x="699493" y="1446752"/>
                  </a:lnTo>
                  <a:close/>
                  <a:moveTo>
                    <a:pt x="711439" y="1480224"/>
                  </a:moveTo>
                  <a:lnTo>
                    <a:pt x="728204" y="1526969"/>
                  </a:lnTo>
                  <a:lnTo>
                    <a:pt x="699493" y="1446752"/>
                  </a:lnTo>
                  <a:close/>
                  <a:moveTo>
                    <a:pt x="728204" y="1526969"/>
                  </a:moveTo>
                  <a:lnTo>
                    <a:pt x="782690" y="1539799"/>
                  </a:lnTo>
                  <a:lnTo>
                    <a:pt x="699493" y="1446752"/>
                  </a:lnTo>
                  <a:close/>
                  <a:moveTo>
                    <a:pt x="545983" y="1418926"/>
                  </a:moveTo>
                  <a:lnTo>
                    <a:pt x="491548" y="1394532"/>
                  </a:lnTo>
                  <a:lnTo>
                    <a:pt x="617197" y="1444753"/>
                  </a:lnTo>
                  <a:close/>
                  <a:moveTo>
                    <a:pt x="252193" y="877812"/>
                  </a:moveTo>
                  <a:lnTo>
                    <a:pt x="229705" y="885668"/>
                  </a:lnTo>
                  <a:lnTo>
                    <a:pt x="297924" y="951463"/>
                  </a:lnTo>
                  <a:close/>
                  <a:moveTo>
                    <a:pt x="952773" y="1762392"/>
                  </a:moveTo>
                  <a:lnTo>
                    <a:pt x="1055326" y="1839703"/>
                  </a:lnTo>
                  <a:lnTo>
                    <a:pt x="1032771" y="1817393"/>
                  </a:lnTo>
                  <a:close/>
                  <a:moveTo>
                    <a:pt x="1030363" y="1836656"/>
                  </a:moveTo>
                  <a:lnTo>
                    <a:pt x="1055326" y="1839703"/>
                  </a:lnTo>
                  <a:lnTo>
                    <a:pt x="961976" y="1773614"/>
                  </a:lnTo>
                  <a:close/>
                  <a:moveTo>
                    <a:pt x="618459" y="1351947"/>
                  </a:moveTo>
                  <a:lnTo>
                    <a:pt x="628322" y="1444020"/>
                  </a:lnTo>
                  <a:lnTo>
                    <a:pt x="668955" y="1444753"/>
                  </a:lnTo>
                  <a:close/>
                  <a:moveTo>
                    <a:pt x="358959" y="998335"/>
                  </a:moveTo>
                  <a:lnTo>
                    <a:pt x="488083" y="987246"/>
                  </a:lnTo>
                  <a:lnTo>
                    <a:pt x="404090" y="951869"/>
                  </a:lnTo>
                  <a:close/>
                  <a:moveTo>
                    <a:pt x="524582" y="927807"/>
                  </a:moveTo>
                  <a:lnTo>
                    <a:pt x="488083" y="987246"/>
                  </a:lnTo>
                  <a:lnTo>
                    <a:pt x="482767" y="1001302"/>
                  </a:lnTo>
                  <a:close/>
                  <a:moveTo>
                    <a:pt x="337144" y="913026"/>
                  </a:moveTo>
                  <a:lnTo>
                    <a:pt x="297924" y="951463"/>
                  </a:lnTo>
                  <a:lnTo>
                    <a:pt x="358959" y="998335"/>
                  </a:lnTo>
                  <a:close/>
                  <a:moveTo>
                    <a:pt x="488083" y="987246"/>
                  </a:moveTo>
                  <a:lnTo>
                    <a:pt x="513604" y="913026"/>
                  </a:lnTo>
                  <a:lnTo>
                    <a:pt x="510005" y="879065"/>
                  </a:lnTo>
                  <a:close/>
                  <a:moveTo>
                    <a:pt x="517424" y="881746"/>
                  </a:moveTo>
                  <a:lnTo>
                    <a:pt x="551375" y="945227"/>
                  </a:lnTo>
                  <a:lnTo>
                    <a:pt x="493639" y="992462"/>
                  </a:lnTo>
                  <a:close/>
                  <a:moveTo>
                    <a:pt x="404090" y="951869"/>
                  </a:moveTo>
                  <a:lnTo>
                    <a:pt x="488083" y="987246"/>
                  </a:lnTo>
                  <a:lnTo>
                    <a:pt x="480973" y="874590"/>
                  </a:lnTo>
                  <a:close/>
                  <a:moveTo>
                    <a:pt x="480973" y="874590"/>
                  </a:moveTo>
                  <a:lnTo>
                    <a:pt x="488083" y="987246"/>
                  </a:lnTo>
                  <a:lnTo>
                    <a:pt x="510005" y="879065"/>
                  </a:lnTo>
                  <a:close/>
                  <a:moveTo>
                    <a:pt x="476666" y="806078"/>
                  </a:moveTo>
                  <a:lnTo>
                    <a:pt x="510005" y="879065"/>
                  </a:lnTo>
                  <a:lnTo>
                    <a:pt x="513604" y="913026"/>
                  </a:lnTo>
                  <a:close/>
                  <a:moveTo>
                    <a:pt x="510005" y="879065"/>
                  </a:moveTo>
                  <a:lnTo>
                    <a:pt x="476666" y="806078"/>
                  </a:lnTo>
                  <a:lnTo>
                    <a:pt x="480973" y="874590"/>
                  </a:lnTo>
                  <a:close/>
                  <a:moveTo>
                    <a:pt x="476666" y="806078"/>
                  </a:moveTo>
                  <a:lnTo>
                    <a:pt x="443120" y="792375"/>
                  </a:lnTo>
                  <a:lnTo>
                    <a:pt x="480973" y="874590"/>
                  </a:lnTo>
                  <a:close/>
                  <a:moveTo>
                    <a:pt x="1195396" y="1411659"/>
                  </a:moveTo>
                  <a:lnTo>
                    <a:pt x="1176277" y="1450096"/>
                  </a:lnTo>
                  <a:lnTo>
                    <a:pt x="1234344" y="1493874"/>
                  </a:lnTo>
                  <a:close/>
                  <a:moveTo>
                    <a:pt x="1100512" y="1263007"/>
                  </a:moveTo>
                  <a:lnTo>
                    <a:pt x="1063215" y="1247229"/>
                  </a:lnTo>
                  <a:lnTo>
                    <a:pt x="1097410" y="1329444"/>
                  </a:lnTo>
                  <a:close/>
                  <a:moveTo>
                    <a:pt x="1028040" y="1182363"/>
                  </a:moveTo>
                  <a:lnTo>
                    <a:pt x="1063215" y="1247229"/>
                  </a:lnTo>
                  <a:lnTo>
                    <a:pt x="1020848" y="1167088"/>
                  </a:lnTo>
                  <a:close/>
                  <a:moveTo>
                    <a:pt x="1020848" y="1167088"/>
                  </a:moveTo>
                  <a:lnTo>
                    <a:pt x="1063215" y="1247229"/>
                  </a:lnTo>
                  <a:lnTo>
                    <a:pt x="1100512" y="1263007"/>
                  </a:lnTo>
                  <a:close/>
                  <a:moveTo>
                    <a:pt x="1028040" y="1182363"/>
                  </a:moveTo>
                  <a:lnTo>
                    <a:pt x="1020848" y="1167088"/>
                  </a:lnTo>
                  <a:lnTo>
                    <a:pt x="1019315" y="1165014"/>
                  </a:lnTo>
                  <a:close/>
                  <a:moveTo>
                    <a:pt x="486400" y="589508"/>
                  </a:moveTo>
                  <a:lnTo>
                    <a:pt x="487286" y="671723"/>
                  </a:lnTo>
                  <a:lnTo>
                    <a:pt x="438351" y="627945"/>
                  </a:lnTo>
                  <a:close/>
                  <a:moveTo>
                    <a:pt x="526542" y="671723"/>
                  </a:moveTo>
                  <a:lnTo>
                    <a:pt x="500687" y="589508"/>
                  </a:lnTo>
                  <a:lnTo>
                    <a:pt x="526979" y="625582"/>
                  </a:lnTo>
                  <a:close/>
                  <a:moveTo>
                    <a:pt x="1095348" y="1306705"/>
                  </a:moveTo>
                  <a:lnTo>
                    <a:pt x="1098907" y="1411659"/>
                  </a:lnTo>
                  <a:lnTo>
                    <a:pt x="1097410" y="1329444"/>
                  </a:lnTo>
                  <a:close/>
                  <a:moveTo>
                    <a:pt x="1057679" y="1237237"/>
                  </a:moveTo>
                  <a:lnTo>
                    <a:pt x="1097410" y="1329444"/>
                  </a:lnTo>
                  <a:lnTo>
                    <a:pt x="1063215" y="1247229"/>
                  </a:lnTo>
                  <a:close/>
                  <a:moveTo>
                    <a:pt x="1057679" y="1237237"/>
                  </a:moveTo>
                  <a:lnTo>
                    <a:pt x="1095348" y="1306705"/>
                  </a:lnTo>
                  <a:lnTo>
                    <a:pt x="1097410" y="1329444"/>
                  </a:lnTo>
                  <a:close/>
                  <a:moveTo>
                    <a:pt x="1057679" y="1237237"/>
                  </a:moveTo>
                  <a:lnTo>
                    <a:pt x="1063215" y="1247229"/>
                  </a:lnTo>
                  <a:lnTo>
                    <a:pt x="1028040" y="1182363"/>
                  </a:lnTo>
                  <a:close/>
                  <a:moveTo>
                    <a:pt x="869628" y="879932"/>
                  </a:moveTo>
                  <a:lnTo>
                    <a:pt x="896138" y="967864"/>
                  </a:lnTo>
                  <a:lnTo>
                    <a:pt x="940975" y="920300"/>
                  </a:lnTo>
                  <a:close/>
                  <a:moveTo>
                    <a:pt x="869628" y="879932"/>
                  </a:moveTo>
                  <a:lnTo>
                    <a:pt x="830529" y="918369"/>
                  </a:lnTo>
                  <a:lnTo>
                    <a:pt x="896138" y="967864"/>
                  </a:lnTo>
                  <a:close/>
                  <a:moveTo>
                    <a:pt x="852412" y="867831"/>
                  </a:moveTo>
                  <a:lnTo>
                    <a:pt x="789883" y="833306"/>
                  </a:lnTo>
                  <a:lnTo>
                    <a:pt x="869628" y="879932"/>
                  </a:lnTo>
                  <a:close/>
                  <a:moveTo>
                    <a:pt x="869628" y="879932"/>
                  </a:moveTo>
                  <a:lnTo>
                    <a:pt x="789883" y="833306"/>
                  </a:lnTo>
                  <a:lnTo>
                    <a:pt x="794237" y="836154"/>
                  </a:lnTo>
                  <a:close/>
                  <a:moveTo>
                    <a:pt x="869628" y="879932"/>
                  </a:moveTo>
                  <a:lnTo>
                    <a:pt x="794237" y="836154"/>
                  </a:lnTo>
                  <a:lnTo>
                    <a:pt x="830529" y="918369"/>
                  </a:lnTo>
                  <a:close/>
                  <a:moveTo>
                    <a:pt x="869628" y="879932"/>
                  </a:moveTo>
                  <a:lnTo>
                    <a:pt x="940975" y="920300"/>
                  </a:lnTo>
                  <a:lnTo>
                    <a:pt x="966334" y="850538"/>
                  </a:lnTo>
                  <a:close/>
                  <a:moveTo>
                    <a:pt x="943976" y="768623"/>
                  </a:moveTo>
                  <a:lnTo>
                    <a:pt x="869628" y="879932"/>
                  </a:lnTo>
                  <a:lnTo>
                    <a:pt x="966334" y="850538"/>
                  </a:lnTo>
                  <a:close/>
                  <a:moveTo>
                    <a:pt x="1453022" y="1158199"/>
                  </a:moveTo>
                  <a:lnTo>
                    <a:pt x="1530095" y="1214135"/>
                  </a:lnTo>
                  <a:lnTo>
                    <a:pt x="1561674" y="1230551"/>
                  </a:lnTo>
                  <a:close/>
                  <a:moveTo>
                    <a:pt x="1276035" y="1121858"/>
                  </a:moveTo>
                  <a:lnTo>
                    <a:pt x="1353204" y="1170356"/>
                  </a:lnTo>
                  <a:lnTo>
                    <a:pt x="1325528" y="1091703"/>
                  </a:lnTo>
                  <a:close/>
                  <a:moveTo>
                    <a:pt x="1325528" y="1091703"/>
                  </a:moveTo>
                  <a:lnTo>
                    <a:pt x="1353204" y="1170356"/>
                  </a:lnTo>
                  <a:lnTo>
                    <a:pt x="1385957" y="1052038"/>
                  </a:lnTo>
                  <a:close/>
                  <a:moveTo>
                    <a:pt x="1372481" y="1163086"/>
                  </a:moveTo>
                  <a:lnTo>
                    <a:pt x="1435961" y="1071977"/>
                  </a:lnTo>
                  <a:lnTo>
                    <a:pt x="1385957" y="1052038"/>
                  </a:lnTo>
                  <a:close/>
                  <a:moveTo>
                    <a:pt x="1285622" y="1049705"/>
                  </a:moveTo>
                  <a:lnTo>
                    <a:pt x="1175321" y="1002004"/>
                  </a:lnTo>
                  <a:lnTo>
                    <a:pt x="1175313" y="1005926"/>
                  </a:lnTo>
                  <a:close/>
                  <a:moveTo>
                    <a:pt x="1149293" y="926648"/>
                  </a:moveTo>
                  <a:lnTo>
                    <a:pt x="1175313" y="1005926"/>
                  </a:lnTo>
                  <a:lnTo>
                    <a:pt x="1175321" y="1002004"/>
                  </a:lnTo>
                  <a:close/>
                  <a:moveTo>
                    <a:pt x="1179771" y="967489"/>
                  </a:moveTo>
                  <a:lnTo>
                    <a:pt x="1149293" y="926648"/>
                  </a:lnTo>
                  <a:lnTo>
                    <a:pt x="1175321" y="1002004"/>
                  </a:lnTo>
                  <a:close/>
                  <a:moveTo>
                    <a:pt x="1530095" y="1214135"/>
                  </a:moveTo>
                  <a:lnTo>
                    <a:pt x="1534268" y="1292331"/>
                  </a:lnTo>
                  <a:lnTo>
                    <a:pt x="1539152" y="1296350"/>
                  </a:lnTo>
                  <a:close/>
                  <a:moveTo>
                    <a:pt x="1644978" y="1234897"/>
                  </a:moveTo>
                  <a:lnTo>
                    <a:pt x="1534268" y="1292331"/>
                  </a:lnTo>
                  <a:lnTo>
                    <a:pt x="1530095" y="1214135"/>
                  </a:lnTo>
                  <a:close/>
                  <a:moveTo>
                    <a:pt x="2056204" y="1181040"/>
                  </a:moveTo>
                  <a:lnTo>
                    <a:pt x="2041550" y="1172575"/>
                  </a:lnTo>
                  <a:lnTo>
                    <a:pt x="1991827" y="1201872"/>
                  </a:lnTo>
                  <a:close/>
                  <a:moveTo>
                    <a:pt x="1752128" y="936123"/>
                  </a:moveTo>
                  <a:lnTo>
                    <a:pt x="1741495" y="1044860"/>
                  </a:lnTo>
                  <a:lnTo>
                    <a:pt x="1757527" y="1055047"/>
                  </a:lnTo>
                  <a:close/>
                  <a:moveTo>
                    <a:pt x="1718400" y="852180"/>
                  </a:moveTo>
                  <a:lnTo>
                    <a:pt x="1661198" y="808401"/>
                  </a:lnTo>
                  <a:lnTo>
                    <a:pt x="1690863" y="769964"/>
                  </a:lnTo>
                  <a:close/>
                  <a:moveTo>
                    <a:pt x="1902185" y="1016610"/>
                  </a:moveTo>
                  <a:lnTo>
                    <a:pt x="1886450" y="987606"/>
                  </a:lnTo>
                  <a:lnTo>
                    <a:pt x="1843022" y="922820"/>
                  </a:lnTo>
                  <a:close/>
                  <a:moveTo>
                    <a:pt x="1755218" y="769964"/>
                  </a:moveTo>
                  <a:lnTo>
                    <a:pt x="1791626" y="795467"/>
                  </a:lnTo>
                  <a:lnTo>
                    <a:pt x="1800310" y="757360"/>
                  </a:lnTo>
                  <a:close/>
                  <a:moveTo>
                    <a:pt x="1698936" y="687749"/>
                  </a:moveTo>
                  <a:lnTo>
                    <a:pt x="1755218" y="769964"/>
                  </a:lnTo>
                  <a:lnTo>
                    <a:pt x="1761189" y="649313"/>
                  </a:lnTo>
                  <a:close/>
                  <a:moveTo>
                    <a:pt x="1880049" y="653033"/>
                  </a:moveTo>
                  <a:lnTo>
                    <a:pt x="1823301" y="698693"/>
                  </a:lnTo>
                  <a:lnTo>
                    <a:pt x="1800310" y="757360"/>
                  </a:lnTo>
                  <a:close/>
                  <a:moveTo>
                    <a:pt x="1792264" y="582647"/>
                  </a:moveTo>
                  <a:lnTo>
                    <a:pt x="1698936" y="687749"/>
                  </a:lnTo>
                  <a:lnTo>
                    <a:pt x="1761189" y="649313"/>
                  </a:lnTo>
                  <a:close/>
                  <a:moveTo>
                    <a:pt x="2106526" y="1029964"/>
                  </a:moveTo>
                  <a:lnTo>
                    <a:pt x="2103922" y="978173"/>
                  </a:lnTo>
                  <a:lnTo>
                    <a:pt x="2079618" y="951747"/>
                  </a:lnTo>
                  <a:close/>
                  <a:moveTo>
                    <a:pt x="1766800" y="528662"/>
                  </a:moveTo>
                  <a:lnTo>
                    <a:pt x="1798351" y="558768"/>
                  </a:lnTo>
                  <a:lnTo>
                    <a:pt x="1761189" y="649313"/>
                  </a:lnTo>
                  <a:close/>
                  <a:moveTo>
                    <a:pt x="1490111" y="238238"/>
                  </a:moveTo>
                  <a:lnTo>
                    <a:pt x="1559795" y="270802"/>
                  </a:lnTo>
                  <a:lnTo>
                    <a:pt x="1592990" y="204169"/>
                  </a:lnTo>
                  <a:close/>
                  <a:moveTo>
                    <a:pt x="1559795" y="270802"/>
                  </a:moveTo>
                  <a:lnTo>
                    <a:pt x="1624594" y="199801"/>
                  </a:lnTo>
                  <a:lnTo>
                    <a:pt x="1592990" y="204169"/>
                  </a:lnTo>
                  <a:close/>
                  <a:moveTo>
                    <a:pt x="1592990" y="204169"/>
                  </a:moveTo>
                  <a:lnTo>
                    <a:pt x="1624594" y="199801"/>
                  </a:lnTo>
                  <a:lnTo>
                    <a:pt x="1597071" y="194972"/>
                  </a:lnTo>
                  <a:close/>
                  <a:moveTo>
                    <a:pt x="1351674" y="156022"/>
                  </a:moveTo>
                  <a:lnTo>
                    <a:pt x="1384093" y="152723"/>
                  </a:lnTo>
                  <a:lnTo>
                    <a:pt x="1418124" y="83230"/>
                  </a:lnTo>
                  <a:close/>
                  <a:moveTo>
                    <a:pt x="1384093" y="152723"/>
                  </a:moveTo>
                  <a:lnTo>
                    <a:pt x="1484135" y="117586"/>
                  </a:lnTo>
                  <a:lnTo>
                    <a:pt x="1418124" y="83230"/>
                  </a:lnTo>
                  <a:close/>
                  <a:moveTo>
                    <a:pt x="1890277" y="446447"/>
                  </a:moveTo>
                  <a:lnTo>
                    <a:pt x="1918911" y="528662"/>
                  </a:lnTo>
                  <a:lnTo>
                    <a:pt x="1951779" y="408010"/>
                  </a:lnTo>
                  <a:close/>
                  <a:moveTo>
                    <a:pt x="1683728" y="161364"/>
                  </a:moveTo>
                  <a:lnTo>
                    <a:pt x="1676302" y="212544"/>
                  </a:lnTo>
                  <a:lnTo>
                    <a:pt x="1729057" y="194584"/>
                  </a:lnTo>
                  <a:close/>
                  <a:moveTo>
                    <a:pt x="1683728" y="161364"/>
                  </a:moveTo>
                  <a:lnTo>
                    <a:pt x="1624594" y="199801"/>
                  </a:lnTo>
                  <a:lnTo>
                    <a:pt x="1676302" y="212544"/>
                  </a:lnTo>
                  <a:close/>
                  <a:moveTo>
                    <a:pt x="1791085" y="243580"/>
                  </a:moveTo>
                  <a:lnTo>
                    <a:pt x="1729057" y="194584"/>
                  </a:lnTo>
                  <a:lnTo>
                    <a:pt x="1776223" y="276481"/>
                  </a:lnTo>
                  <a:close/>
                  <a:moveTo>
                    <a:pt x="1448831" y="0"/>
                  </a:moveTo>
                  <a:lnTo>
                    <a:pt x="1510668" y="10320"/>
                  </a:lnTo>
                  <a:lnTo>
                    <a:pt x="1473427" y="11343"/>
                  </a:lnTo>
                  <a:close/>
                  <a:moveTo>
                    <a:pt x="1791085" y="243580"/>
                  </a:moveTo>
                  <a:lnTo>
                    <a:pt x="1776223" y="276481"/>
                  </a:lnTo>
                  <a:lnTo>
                    <a:pt x="1824461" y="272622"/>
                  </a:lnTo>
                  <a:close/>
                  <a:moveTo>
                    <a:pt x="2050203" y="344120"/>
                  </a:moveTo>
                  <a:lnTo>
                    <a:pt x="1951779" y="408010"/>
                  </a:lnTo>
                  <a:lnTo>
                    <a:pt x="2055592" y="370727"/>
                  </a:lnTo>
                  <a:close/>
                  <a:moveTo>
                    <a:pt x="2055592" y="370727"/>
                  </a:moveTo>
                  <a:lnTo>
                    <a:pt x="2028618" y="478618"/>
                  </a:lnTo>
                  <a:lnTo>
                    <a:pt x="2069522" y="408010"/>
                  </a:lnTo>
                  <a:close/>
                  <a:moveTo>
                    <a:pt x="2069522" y="408010"/>
                  </a:moveTo>
                  <a:lnTo>
                    <a:pt x="2050203" y="344120"/>
                  </a:lnTo>
                  <a:lnTo>
                    <a:pt x="2055592" y="370727"/>
                  </a:lnTo>
                  <a:close/>
                  <a:moveTo>
                    <a:pt x="2039248" y="287358"/>
                  </a:moveTo>
                  <a:lnTo>
                    <a:pt x="2050203" y="344120"/>
                  </a:lnTo>
                  <a:lnTo>
                    <a:pt x="2069522" y="408010"/>
                  </a:lnTo>
                  <a:close/>
                  <a:moveTo>
                    <a:pt x="1959150" y="205144"/>
                  </a:moveTo>
                  <a:lnTo>
                    <a:pt x="1953469" y="261104"/>
                  </a:lnTo>
                  <a:lnTo>
                    <a:pt x="1977882" y="233720"/>
                  </a:lnTo>
                  <a:close/>
                  <a:moveTo>
                    <a:pt x="1977882" y="233720"/>
                  </a:moveTo>
                  <a:lnTo>
                    <a:pt x="1953469" y="261104"/>
                  </a:lnTo>
                  <a:lnTo>
                    <a:pt x="1956345" y="290729"/>
                  </a:lnTo>
                  <a:close/>
                  <a:moveTo>
                    <a:pt x="2008745" y="287358"/>
                  </a:moveTo>
                  <a:lnTo>
                    <a:pt x="2033060" y="280027"/>
                  </a:lnTo>
                  <a:lnTo>
                    <a:pt x="1977882" y="233720"/>
                  </a:lnTo>
                  <a:close/>
                  <a:moveTo>
                    <a:pt x="1956345" y="290729"/>
                  </a:moveTo>
                  <a:lnTo>
                    <a:pt x="2008745" y="287358"/>
                  </a:lnTo>
                  <a:lnTo>
                    <a:pt x="1977882" y="233720"/>
                  </a:lnTo>
                  <a:close/>
                  <a:moveTo>
                    <a:pt x="2008745" y="287358"/>
                  </a:moveTo>
                  <a:lnTo>
                    <a:pt x="2050203" y="344120"/>
                  </a:lnTo>
                  <a:lnTo>
                    <a:pt x="2038624" y="284429"/>
                  </a:lnTo>
                  <a:close/>
                  <a:moveTo>
                    <a:pt x="2038624" y="284429"/>
                  </a:moveTo>
                  <a:lnTo>
                    <a:pt x="2033060" y="280027"/>
                  </a:lnTo>
                  <a:lnTo>
                    <a:pt x="2008745" y="287358"/>
                  </a:lnTo>
                  <a:close/>
                  <a:moveTo>
                    <a:pt x="1953469" y="261104"/>
                  </a:moveTo>
                  <a:lnTo>
                    <a:pt x="1959150" y="205144"/>
                  </a:lnTo>
                  <a:lnTo>
                    <a:pt x="1963821" y="184559"/>
                  </a:lnTo>
                  <a:close/>
                  <a:moveTo>
                    <a:pt x="2038624" y="284429"/>
                  </a:moveTo>
                  <a:lnTo>
                    <a:pt x="2050203" y="344120"/>
                  </a:lnTo>
                  <a:lnTo>
                    <a:pt x="2039248" y="287358"/>
                  </a:lnTo>
                  <a:close/>
                  <a:moveTo>
                    <a:pt x="2038624" y="284429"/>
                  </a:moveTo>
                  <a:lnTo>
                    <a:pt x="2039248" y="287358"/>
                  </a:lnTo>
                  <a:lnTo>
                    <a:pt x="2033060" y="280027"/>
                  </a:lnTo>
                  <a:close/>
                  <a:moveTo>
                    <a:pt x="1879337" y="205144"/>
                  </a:moveTo>
                  <a:lnTo>
                    <a:pt x="1953469" y="261104"/>
                  </a:lnTo>
                  <a:lnTo>
                    <a:pt x="1963821" y="184559"/>
                  </a:lnTo>
                  <a:close/>
                </a:path>
              </a:pathLst>
            </a:custGeom>
            <a:solidFill>
              <a:srgbClr val="DCE1E6"/>
            </a:solidFill>
            <a:ln w="1524">
              <a:solidFill>
                <a:srgbClr val="DCE1E6"/>
              </a:solidFill>
            </a:ln>
          </p:spPr>
        </p:sp>
        <p:sp>
          <p:nvSpPr>
            <p:cNvPr id="2023" name="Candidate_density__2022">
              <a:extLst>
                <a:ext uri="{FF2B5EF4-FFF2-40B4-BE49-F238E27FC236}">
                  <a16:creationId xmlns:a16="http://schemas.microsoft.com/office/drawing/2014/main" id="{170F14E5-9BDE-CCAB-AE5D-43BD735DC29D}"/>
                </a:ext>
              </a:extLst>
            </p:cNvPr>
            <p:cNvSpPr>
              <a:spLocks noGrp="1"/>
            </p:cNvSpPr>
            <p:nvPr/>
          </p:nvSpPr>
          <p:spPr>
            <a:xfrm>
              <a:off x="4601852" y="3436186"/>
              <a:ext cx="1857811" cy="1268087"/>
            </a:xfrm>
            <a:custGeom>
              <a:avLst/>
              <a:gdLst/>
              <a:ahLst/>
              <a:cxnLst/>
              <a:rect l="0" t="0" r="0" b="0"/>
              <a:pathLst>
                <a:path w="1857811" h="1268087">
                  <a:moveTo>
                    <a:pt x="0" y="1077288"/>
                  </a:moveTo>
                  <a:lnTo>
                    <a:pt x="19868" y="998768"/>
                  </a:lnTo>
                  <a:lnTo>
                    <a:pt x="4873" y="987623"/>
                  </a:lnTo>
                  <a:close/>
                  <a:moveTo>
                    <a:pt x="521831" y="1268087"/>
                  </a:moveTo>
                  <a:lnTo>
                    <a:pt x="494047" y="1256005"/>
                  </a:lnTo>
                  <a:lnTo>
                    <a:pt x="545728" y="1239610"/>
                  </a:lnTo>
                  <a:close/>
                  <a:moveTo>
                    <a:pt x="545728" y="1239610"/>
                  </a:moveTo>
                  <a:lnTo>
                    <a:pt x="494047" y="1256005"/>
                  </a:lnTo>
                  <a:lnTo>
                    <a:pt x="583813" y="1221171"/>
                  </a:lnTo>
                  <a:close/>
                  <a:moveTo>
                    <a:pt x="346637" y="714702"/>
                  </a:moveTo>
                  <a:lnTo>
                    <a:pt x="350825" y="707883"/>
                  </a:lnTo>
                  <a:lnTo>
                    <a:pt x="326614" y="790098"/>
                  </a:lnTo>
                  <a:close/>
                  <a:moveTo>
                    <a:pt x="1626283" y="1173422"/>
                  </a:moveTo>
                  <a:lnTo>
                    <a:pt x="1667449" y="1134985"/>
                  </a:lnTo>
                  <a:lnTo>
                    <a:pt x="1645132" y="1174930"/>
                  </a:lnTo>
                  <a:close/>
                  <a:moveTo>
                    <a:pt x="1835375" y="120652"/>
                  </a:moveTo>
                  <a:lnTo>
                    <a:pt x="1832654" y="27514"/>
                  </a:lnTo>
                  <a:lnTo>
                    <a:pt x="1828587" y="97416"/>
                  </a:lnTo>
                  <a:close/>
                  <a:moveTo>
                    <a:pt x="1857811" y="0"/>
                  </a:moveTo>
                  <a:lnTo>
                    <a:pt x="1832654" y="27514"/>
                  </a:lnTo>
                  <a:lnTo>
                    <a:pt x="1835375" y="120652"/>
                  </a:lnTo>
                  <a:close/>
                </a:path>
              </a:pathLst>
            </a:custGeom>
            <a:solidFill>
              <a:srgbClr val="D0D7DD"/>
            </a:solidFill>
            <a:ln w="1524">
              <a:solidFill>
                <a:srgbClr val="D0D7DD"/>
              </a:solidFill>
            </a:ln>
          </p:spPr>
        </p:sp>
        <p:sp>
          <p:nvSpPr>
            <p:cNvPr id="2024" name="Candidate_density__2023">
              <a:extLst>
                <a:ext uri="{FF2B5EF4-FFF2-40B4-BE49-F238E27FC236}">
                  <a16:creationId xmlns:a16="http://schemas.microsoft.com/office/drawing/2014/main" id="{432D03B4-E4C0-4A77-97D3-3AEA00F9ACAE}"/>
                </a:ext>
              </a:extLst>
            </p:cNvPr>
            <p:cNvSpPr>
              <a:spLocks noGrp="1"/>
            </p:cNvSpPr>
            <p:nvPr/>
          </p:nvSpPr>
          <p:spPr>
            <a:xfrm>
              <a:off x="4522140" y="3420870"/>
              <a:ext cx="1937522" cy="1868868"/>
            </a:xfrm>
            <a:custGeom>
              <a:avLst/>
              <a:gdLst/>
              <a:ahLst/>
              <a:cxnLst/>
              <a:rect l="0" t="0" r="0" b="0"/>
              <a:pathLst>
                <a:path w="1937522" h="1868868">
                  <a:moveTo>
                    <a:pt x="0" y="1073230"/>
                  </a:moveTo>
                  <a:lnTo>
                    <a:pt x="79712" y="1092604"/>
                  </a:lnTo>
                  <a:lnTo>
                    <a:pt x="51955" y="1052278"/>
                  </a:lnTo>
                  <a:close/>
                  <a:moveTo>
                    <a:pt x="442912" y="1399374"/>
                  </a:moveTo>
                  <a:lnTo>
                    <a:pt x="414505" y="1356619"/>
                  </a:lnTo>
                  <a:lnTo>
                    <a:pt x="354061" y="1345829"/>
                  </a:lnTo>
                  <a:close/>
                  <a:moveTo>
                    <a:pt x="993569" y="1849696"/>
                  </a:moveTo>
                  <a:lnTo>
                    <a:pt x="1058545" y="1868868"/>
                  </a:lnTo>
                  <a:lnTo>
                    <a:pt x="1018532" y="1852742"/>
                  </a:lnTo>
                  <a:close/>
                  <a:moveTo>
                    <a:pt x="581665" y="1364987"/>
                  </a:moveTo>
                  <a:lnTo>
                    <a:pt x="632161" y="1457792"/>
                  </a:lnTo>
                  <a:lnTo>
                    <a:pt x="586541" y="1375577"/>
                  </a:lnTo>
                  <a:close/>
                  <a:moveTo>
                    <a:pt x="1025473" y="1538576"/>
                  </a:moveTo>
                  <a:lnTo>
                    <a:pt x="1067258" y="1473353"/>
                  </a:lnTo>
                  <a:lnTo>
                    <a:pt x="1067722" y="1463135"/>
                  </a:lnTo>
                  <a:close/>
                  <a:moveTo>
                    <a:pt x="1013493" y="1556562"/>
                  </a:moveTo>
                  <a:lnTo>
                    <a:pt x="1044869" y="1547639"/>
                  </a:lnTo>
                  <a:lnTo>
                    <a:pt x="1025473" y="1538576"/>
                  </a:lnTo>
                  <a:close/>
                  <a:moveTo>
                    <a:pt x="630043" y="1174758"/>
                  </a:moveTo>
                  <a:lnTo>
                    <a:pt x="625440" y="1254926"/>
                  </a:lnTo>
                  <a:lnTo>
                    <a:pt x="663525" y="1236487"/>
                  </a:lnTo>
                  <a:close/>
                  <a:moveTo>
                    <a:pt x="630043" y="1174758"/>
                  </a:moveTo>
                  <a:lnTo>
                    <a:pt x="663525" y="1236487"/>
                  </a:lnTo>
                  <a:lnTo>
                    <a:pt x="701975" y="1165045"/>
                  </a:lnTo>
                  <a:close/>
                  <a:moveTo>
                    <a:pt x="701975" y="1165045"/>
                  </a:moveTo>
                  <a:lnTo>
                    <a:pt x="730539" y="1164954"/>
                  </a:lnTo>
                  <a:lnTo>
                    <a:pt x="726001" y="1134274"/>
                  </a:lnTo>
                  <a:close/>
                  <a:moveTo>
                    <a:pt x="724652" y="1186373"/>
                  </a:moveTo>
                  <a:lnTo>
                    <a:pt x="730539" y="1164954"/>
                  </a:lnTo>
                  <a:lnTo>
                    <a:pt x="701975" y="1165045"/>
                  </a:lnTo>
                  <a:close/>
                  <a:moveTo>
                    <a:pt x="663525" y="1236487"/>
                  </a:moveTo>
                  <a:lnTo>
                    <a:pt x="724652" y="1186373"/>
                  </a:lnTo>
                  <a:lnTo>
                    <a:pt x="701975" y="1165045"/>
                  </a:lnTo>
                  <a:close/>
                  <a:moveTo>
                    <a:pt x="450492" y="684762"/>
                  </a:moveTo>
                  <a:lnTo>
                    <a:pt x="430537" y="723199"/>
                  </a:lnTo>
                  <a:lnTo>
                    <a:pt x="401557" y="640984"/>
                  </a:lnTo>
                  <a:close/>
                  <a:moveTo>
                    <a:pt x="985543" y="878640"/>
                  </a:moveTo>
                  <a:lnTo>
                    <a:pt x="904181" y="933340"/>
                  </a:lnTo>
                  <a:lnTo>
                    <a:pt x="969472" y="898792"/>
                  </a:lnTo>
                  <a:close/>
                  <a:moveTo>
                    <a:pt x="985543" y="878640"/>
                  </a:moveTo>
                  <a:lnTo>
                    <a:pt x="960318" y="864567"/>
                  </a:lnTo>
                  <a:lnTo>
                    <a:pt x="907182" y="781662"/>
                  </a:lnTo>
                  <a:close/>
                  <a:moveTo>
                    <a:pt x="1497003" y="1326107"/>
                  </a:moveTo>
                  <a:lnTo>
                    <a:pt x="1523509" y="1361753"/>
                  </a:lnTo>
                  <a:lnTo>
                    <a:pt x="1532440" y="1337536"/>
                  </a:lnTo>
                  <a:close/>
                  <a:moveTo>
                    <a:pt x="1493791" y="1408457"/>
                  </a:moveTo>
                  <a:lnTo>
                    <a:pt x="1523509" y="1361753"/>
                  </a:lnTo>
                  <a:lnTo>
                    <a:pt x="1497003" y="1326107"/>
                  </a:lnTo>
                  <a:close/>
                  <a:moveTo>
                    <a:pt x="1532440" y="1337536"/>
                  </a:moveTo>
                  <a:lnTo>
                    <a:pt x="1524879" y="1243590"/>
                  </a:lnTo>
                  <a:lnTo>
                    <a:pt x="1502358" y="1309389"/>
                  </a:lnTo>
                  <a:close/>
                  <a:moveTo>
                    <a:pt x="1292427" y="950517"/>
                  </a:moveTo>
                  <a:lnTo>
                    <a:pt x="1343512" y="969578"/>
                  </a:lnTo>
                  <a:lnTo>
                    <a:pt x="1316979" y="891057"/>
                  </a:lnTo>
                  <a:close/>
                  <a:moveTo>
                    <a:pt x="1347161" y="1044532"/>
                  </a:moveTo>
                  <a:lnTo>
                    <a:pt x="1354762" y="980528"/>
                  </a:lnTo>
                  <a:lnTo>
                    <a:pt x="1343512" y="969578"/>
                  </a:lnTo>
                  <a:close/>
                  <a:moveTo>
                    <a:pt x="1720733" y="1068086"/>
                  </a:moveTo>
                  <a:lnTo>
                    <a:pt x="1747161" y="1150301"/>
                  </a:lnTo>
                  <a:lnTo>
                    <a:pt x="1705694" y="1106522"/>
                  </a:lnTo>
                  <a:close/>
                  <a:moveTo>
                    <a:pt x="1681201" y="876819"/>
                  </a:moveTo>
                  <a:lnTo>
                    <a:pt x="1715334" y="949162"/>
                  </a:lnTo>
                  <a:lnTo>
                    <a:pt x="1713261" y="985871"/>
                  </a:lnTo>
                  <a:close/>
                  <a:moveTo>
                    <a:pt x="1262516" y="145907"/>
                  </a:moveTo>
                  <a:lnTo>
                    <a:pt x="1314880" y="169061"/>
                  </a:lnTo>
                  <a:lnTo>
                    <a:pt x="1381330" y="96270"/>
                  </a:lnTo>
                  <a:close/>
                  <a:moveTo>
                    <a:pt x="1639508" y="225583"/>
                  </a:moveTo>
                  <a:lnTo>
                    <a:pt x="1682909" y="212840"/>
                  </a:lnTo>
                  <a:lnTo>
                    <a:pt x="1692263" y="207623"/>
                  </a:lnTo>
                  <a:close/>
                  <a:moveTo>
                    <a:pt x="1908298" y="112732"/>
                  </a:moveTo>
                  <a:lnTo>
                    <a:pt x="1922356" y="218183"/>
                  </a:lnTo>
                  <a:lnTo>
                    <a:pt x="1915087" y="135967"/>
                  </a:lnTo>
                  <a:close/>
                  <a:moveTo>
                    <a:pt x="1908298" y="112732"/>
                  </a:moveTo>
                  <a:lnTo>
                    <a:pt x="1912366" y="42830"/>
                  </a:lnTo>
                  <a:lnTo>
                    <a:pt x="1849397" y="86055"/>
                  </a:lnTo>
                  <a:close/>
                  <a:moveTo>
                    <a:pt x="1923846" y="0"/>
                  </a:moveTo>
                  <a:lnTo>
                    <a:pt x="1912366" y="42830"/>
                  </a:lnTo>
                  <a:lnTo>
                    <a:pt x="1937522" y="15316"/>
                  </a:lnTo>
                  <a:close/>
                </a:path>
              </a:pathLst>
            </a:custGeom>
            <a:solidFill>
              <a:srgbClr val="D4DBE0"/>
            </a:solidFill>
            <a:ln w="1524">
              <a:solidFill>
                <a:srgbClr val="D4DBE0"/>
              </a:solidFill>
            </a:ln>
          </p:spPr>
        </p:sp>
        <p:sp>
          <p:nvSpPr>
            <p:cNvPr id="2025" name="Candidate_density__2024">
              <a:extLst>
                <a:ext uri="{FF2B5EF4-FFF2-40B4-BE49-F238E27FC236}">
                  <a16:creationId xmlns:a16="http://schemas.microsoft.com/office/drawing/2014/main" id="{A8D437E6-F115-E94D-14C8-8477E13ADB7A}"/>
                </a:ext>
              </a:extLst>
            </p:cNvPr>
            <p:cNvSpPr>
              <a:spLocks noGrp="1"/>
            </p:cNvSpPr>
            <p:nvPr/>
          </p:nvSpPr>
          <p:spPr>
            <a:xfrm>
              <a:off x="6100292" y="3477253"/>
              <a:ext cx="73660" cy="42885"/>
            </a:xfrm>
            <a:custGeom>
              <a:avLst/>
              <a:gdLst/>
              <a:ahLst/>
              <a:cxnLst/>
              <a:rect l="0" t="0" r="0" b="0"/>
              <a:pathLst>
                <a:path w="73660" h="42885">
                  <a:moveTo>
                    <a:pt x="62076" y="35806"/>
                  </a:moveTo>
                  <a:lnTo>
                    <a:pt x="73660" y="0"/>
                  </a:lnTo>
                  <a:lnTo>
                    <a:pt x="0" y="42885"/>
                  </a:lnTo>
                  <a:close/>
                </a:path>
              </a:pathLst>
            </a:custGeom>
            <a:solidFill>
              <a:srgbClr val="E8ECEF"/>
            </a:solidFill>
            <a:ln w="1524">
              <a:solidFill>
                <a:srgbClr val="E8ECEF"/>
              </a:solidFill>
            </a:ln>
          </p:spPr>
        </p:sp>
        <p:sp>
          <p:nvSpPr>
            <p:cNvPr id="2026" name="Candidate_density__2025">
              <a:extLst>
                <a:ext uri="{FF2B5EF4-FFF2-40B4-BE49-F238E27FC236}">
                  <a16:creationId xmlns:a16="http://schemas.microsoft.com/office/drawing/2014/main" id="{6313EEB2-028D-C6DE-F9D3-4D118B3763B4}"/>
                </a:ext>
              </a:extLst>
            </p:cNvPr>
            <p:cNvSpPr>
              <a:spLocks noGrp="1"/>
            </p:cNvSpPr>
            <p:nvPr/>
          </p:nvSpPr>
          <p:spPr>
            <a:xfrm>
              <a:off x="4503598" y="3011379"/>
              <a:ext cx="2088274" cy="2508355"/>
            </a:xfrm>
            <a:custGeom>
              <a:avLst/>
              <a:gdLst/>
              <a:ahLst/>
              <a:cxnLst/>
              <a:rect l="0" t="0" r="0" b="0"/>
              <a:pathLst>
                <a:path w="2088274" h="2508355">
                  <a:moveTo>
                    <a:pt x="607956" y="2508355"/>
                  </a:moveTo>
                  <a:lnTo>
                    <a:pt x="559483" y="2447639"/>
                  </a:lnTo>
                  <a:lnTo>
                    <a:pt x="569630" y="2475884"/>
                  </a:lnTo>
                  <a:close/>
                  <a:moveTo>
                    <a:pt x="577852" y="2459254"/>
                  </a:moveTo>
                  <a:lnTo>
                    <a:pt x="559483" y="2447639"/>
                  </a:lnTo>
                  <a:lnTo>
                    <a:pt x="607956" y="2508355"/>
                  </a:lnTo>
                  <a:close/>
                  <a:moveTo>
                    <a:pt x="569630" y="2475884"/>
                  </a:moveTo>
                  <a:lnTo>
                    <a:pt x="559483" y="2447639"/>
                  </a:lnTo>
                  <a:lnTo>
                    <a:pt x="513765" y="2384716"/>
                  </a:lnTo>
                  <a:close/>
                  <a:moveTo>
                    <a:pt x="556749" y="2437448"/>
                  </a:moveTo>
                  <a:lnTo>
                    <a:pt x="513765" y="2384716"/>
                  </a:lnTo>
                  <a:lnTo>
                    <a:pt x="559483" y="2447639"/>
                  </a:lnTo>
                  <a:close/>
                  <a:moveTo>
                    <a:pt x="556749" y="2437448"/>
                  </a:moveTo>
                  <a:lnTo>
                    <a:pt x="488053" y="2355233"/>
                  </a:lnTo>
                  <a:lnTo>
                    <a:pt x="513765" y="2384716"/>
                  </a:lnTo>
                  <a:close/>
                  <a:moveTo>
                    <a:pt x="527731" y="1841457"/>
                  </a:moveTo>
                  <a:lnTo>
                    <a:pt x="472870" y="1785069"/>
                  </a:lnTo>
                  <a:lnTo>
                    <a:pt x="473297" y="1817062"/>
                  </a:lnTo>
                  <a:close/>
                  <a:moveTo>
                    <a:pt x="348959" y="1702854"/>
                  </a:moveTo>
                  <a:lnTo>
                    <a:pt x="339991" y="1696846"/>
                  </a:lnTo>
                  <a:lnTo>
                    <a:pt x="285139" y="1706962"/>
                  </a:lnTo>
                  <a:close/>
                  <a:moveTo>
                    <a:pt x="6485" y="1412430"/>
                  </a:moveTo>
                  <a:lnTo>
                    <a:pt x="86509" y="1488777"/>
                  </a:lnTo>
                  <a:lnTo>
                    <a:pt x="0" y="1398422"/>
                  </a:lnTo>
                  <a:close/>
                  <a:moveTo>
                    <a:pt x="934522" y="2184923"/>
                  </a:moveTo>
                  <a:lnTo>
                    <a:pt x="1014519" y="2239923"/>
                  </a:lnTo>
                  <a:lnTo>
                    <a:pt x="986466" y="2226758"/>
                  </a:lnTo>
                  <a:close/>
                  <a:moveTo>
                    <a:pt x="472870" y="1785069"/>
                  </a:moveTo>
                  <a:lnTo>
                    <a:pt x="527731" y="1841457"/>
                  </a:lnTo>
                  <a:lnTo>
                    <a:pt x="531323" y="1769888"/>
                  </a:lnTo>
                  <a:close/>
                  <a:moveTo>
                    <a:pt x="531323" y="1769888"/>
                  </a:moveTo>
                  <a:lnTo>
                    <a:pt x="527731" y="1841457"/>
                  </a:lnTo>
                  <a:lnTo>
                    <a:pt x="610071" y="1866551"/>
                  </a:lnTo>
                  <a:close/>
                  <a:moveTo>
                    <a:pt x="348959" y="1702854"/>
                  </a:moveTo>
                  <a:lnTo>
                    <a:pt x="433048" y="1766110"/>
                  </a:lnTo>
                  <a:lnTo>
                    <a:pt x="415483" y="1664417"/>
                  </a:lnTo>
                  <a:close/>
                  <a:moveTo>
                    <a:pt x="472870" y="1785069"/>
                  </a:moveTo>
                  <a:lnTo>
                    <a:pt x="531323" y="1769888"/>
                  </a:lnTo>
                  <a:lnTo>
                    <a:pt x="433048" y="1766110"/>
                  </a:lnTo>
                  <a:close/>
                  <a:moveTo>
                    <a:pt x="915999" y="2157708"/>
                  </a:moveTo>
                  <a:lnTo>
                    <a:pt x="934522" y="2184923"/>
                  </a:lnTo>
                  <a:lnTo>
                    <a:pt x="986466" y="2226758"/>
                  </a:lnTo>
                  <a:close/>
                  <a:moveTo>
                    <a:pt x="986466" y="2226758"/>
                  </a:moveTo>
                  <a:lnTo>
                    <a:pt x="1014519" y="2239923"/>
                  </a:lnTo>
                  <a:lnTo>
                    <a:pt x="1011341" y="2222563"/>
                  </a:lnTo>
                  <a:close/>
                  <a:moveTo>
                    <a:pt x="986466" y="2226758"/>
                  </a:moveTo>
                  <a:lnTo>
                    <a:pt x="1011341" y="2222563"/>
                  </a:lnTo>
                  <a:lnTo>
                    <a:pt x="915999" y="2157708"/>
                  </a:lnTo>
                  <a:close/>
                  <a:moveTo>
                    <a:pt x="373206" y="1476974"/>
                  </a:moveTo>
                  <a:lnTo>
                    <a:pt x="378915" y="1499987"/>
                  </a:lnTo>
                  <a:lnTo>
                    <a:pt x="335566" y="1465098"/>
                  </a:lnTo>
                  <a:close/>
                  <a:moveTo>
                    <a:pt x="475388" y="1414993"/>
                  </a:moveTo>
                  <a:lnTo>
                    <a:pt x="460406" y="1499987"/>
                  </a:lnTo>
                  <a:lnTo>
                    <a:pt x="461093" y="1466115"/>
                  </a:lnTo>
                  <a:close/>
                  <a:moveTo>
                    <a:pt x="475388" y="1414993"/>
                  </a:moveTo>
                  <a:lnTo>
                    <a:pt x="461093" y="1466115"/>
                  </a:lnTo>
                  <a:lnTo>
                    <a:pt x="414677" y="1403758"/>
                  </a:lnTo>
                  <a:close/>
                  <a:moveTo>
                    <a:pt x="296653" y="1319609"/>
                  </a:moveTo>
                  <a:lnTo>
                    <a:pt x="314291" y="1297121"/>
                  </a:lnTo>
                  <a:lnTo>
                    <a:pt x="259279" y="1243329"/>
                  </a:lnTo>
                  <a:close/>
                  <a:moveTo>
                    <a:pt x="830298" y="1908788"/>
                  </a:moveTo>
                  <a:lnTo>
                    <a:pt x="803296" y="1884029"/>
                  </a:lnTo>
                  <a:lnTo>
                    <a:pt x="805109" y="1872626"/>
                  </a:lnTo>
                  <a:close/>
                  <a:moveTo>
                    <a:pt x="744718" y="1817678"/>
                  </a:moveTo>
                  <a:lnTo>
                    <a:pt x="805109" y="1872626"/>
                  </a:lnTo>
                  <a:lnTo>
                    <a:pt x="798901" y="1867598"/>
                  </a:lnTo>
                  <a:close/>
                  <a:moveTo>
                    <a:pt x="1030198" y="2007048"/>
                  </a:moveTo>
                  <a:lnTo>
                    <a:pt x="1079599" y="2027478"/>
                  </a:lnTo>
                  <a:lnTo>
                    <a:pt x="1055363" y="1990491"/>
                  </a:lnTo>
                  <a:close/>
                  <a:moveTo>
                    <a:pt x="926125" y="1849404"/>
                  </a:moveTo>
                  <a:lnTo>
                    <a:pt x="968272" y="1943531"/>
                  </a:lnTo>
                  <a:lnTo>
                    <a:pt x="991862" y="1838030"/>
                  </a:lnTo>
                  <a:close/>
                  <a:moveTo>
                    <a:pt x="968272" y="1943531"/>
                  </a:moveTo>
                  <a:lnTo>
                    <a:pt x="1039583" y="1834190"/>
                  </a:lnTo>
                  <a:lnTo>
                    <a:pt x="991862" y="1838030"/>
                  </a:lnTo>
                  <a:close/>
                  <a:moveTo>
                    <a:pt x="664936" y="1521670"/>
                  </a:moveTo>
                  <a:lnTo>
                    <a:pt x="582985" y="1617636"/>
                  </a:lnTo>
                  <a:lnTo>
                    <a:pt x="648586" y="1584250"/>
                  </a:lnTo>
                  <a:close/>
                  <a:moveTo>
                    <a:pt x="648586" y="1584250"/>
                  </a:moveTo>
                  <a:lnTo>
                    <a:pt x="754355" y="1509566"/>
                  </a:lnTo>
                  <a:lnTo>
                    <a:pt x="664936" y="1521670"/>
                  </a:lnTo>
                  <a:close/>
                  <a:moveTo>
                    <a:pt x="664936" y="1521670"/>
                  </a:moveTo>
                  <a:lnTo>
                    <a:pt x="754355" y="1509566"/>
                  </a:lnTo>
                  <a:lnTo>
                    <a:pt x="720434" y="1437051"/>
                  </a:lnTo>
                  <a:close/>
                  <a:moveTo>
                    <a:pt x="660611" y="1425095"/>
                  </a:moveTo>
                  <a:lnTo>
                    <a:pt x="720434" y="1437051"/>
                  </a:lnTo>
                  <a:lnTo>
                    <a:pt x="596278" y="1377304"/>
                  </a:lnTo>
                  <a:close/>
                  <a:moveTo>
                    <a:pt x="660611" y="1425095"/>
                  </a:moveTo>
                  <a:lnTo>
                    <a:pt x="596278" y="1377304"/>
                  </a:lnTo>
                  <a:lnTo>
                    <a:pt x="639264" y="1423114"/>
                  </a:lnTo>
                  <a:close/>
                  <a:moveTo>
                    <a:pt x="1039583" y="1834190"/>
                  </a:moveTo>
                  <a:lnTo>
                    <a:pt x="1073331" y="1842471"/>
                  </a:lnTo>
                  <a:lnTo>
                    <a:pt x="1076875" y="1829508"/>
                  </a:lnTo>
                  <a:close/>
                  <a:moveTo>
                    <a:pt x="1073331" y="1842471"/>
                  </a:moveTo>
                  <a:lnTo>
                    <a:pt x="1080655" y="1834190"/>
                  </a:lnTo>
                  <a:lnTo>
                    <a:pt x="1076875" y="1829508"/>
                  </a:lnTo>
                  <a:close/>
                  <a:moveTo>
                    <a:pt x="1077097" y="1729235"/>
                  </a:moveTo>
                  <a:lnTo>
                    <a:pt x="1076875" y="1829508"/>
                  </a:lnTo>
                  <a:lnTo>
                    <a:pt x="1080655" y="1834190"/>
                  </a:lnTo>
                  <a:close/>
                  <a:moveTo>
                    <a:pt x="928012" y="1641258"/>
                  </a:moveTo>
                  <a:lnTo>
                    <a:pt x="963883" y="1711921"/>
                  </a:lnTo>
                  <a:lnTo>
                    <a:pt x="964307" y="1660247"/>
                  </a:lnTo>
                  <a:close/>
                  <a:moveTo>
                    <a:pt x="900866" y="1751324"/>
                  </a:moveTo>
                  <a:lnTo>
                    <a:pt x="963883" y="1711921"/>
                  </a:lnTo>
                  <a:lnTo>
                    <a:pt x="928012" y="1641258"/>
                  </a:lnTo>
                  <a:close/>
                  <a:moveTo>
                    <a:pt x="964307" y="1660247"/>
                  </a:moveTo>
                  <a:lnTo>
                    <a:pt x="963883" y="1711921"/>
                  </a:lnTo>
                  <a:lnTo>
                    <a:pt x="1077097" y="1729235"/>
                  </a:lnTo>
                  <a:close/>
                  <a:moveTo>
                    <a:pt x="1039428" y="1659768"/>
                  </a:moveTo>
                  <a:lnTo>
                    <a:pt x="964307" y="1660247"/>
                  </a:lnTo>
                  <a:lnTo>
                    <a:pt x="1077097" y="1729235"/>
                  </a:lnTo>
                  <a:close/>
                  <a:moveTo>
                    <a:pt x="406483" y="1094254"/>
                  </a:moveTo>
                  <a:lnTo>
                    <a:pt x="494726" y="1138495"/>
                  </a:lnTo>
                  <a:lnTo>
                    <a:pt x="434583" y="1087298"/>
                  </a:lnTo>
                  <a:close/>
                  <a:moveTo>
                    <a:pt x="434583" y="1087298"/>
                  </a:moveTo>
                  <a:lnTo>
                    <a:pt x="452925" y="1176469"/>
                  </a:lnTo>
                  <a:lnTo>
                    <a:pt x="469035" y="1094254"/>
                  </a:lnTo>
                  <a:close/>
                  <a:moveTo>
                    <a:pt x="508291" y="1094254"/>
                  </a:moveTo>
                  <a:lnTo>
                    <a:pt x="587928" y="1142257"/>
                  </a:lnTo>
                  <a:lnTo>
                    <a:pt x="607938" y="1138033"/>
                  </a:lnTo>
                  <a:close/>
                  <a:moveTo>
                    <a:pt x="563593" y="1055817"/>
                  </a:moveTo>
                  <a:lnTo>
                    <a:pt x="508291" y="1094254"/>
                  </a:lnTo>
                  <a:lnTo>
                    <a:pt x="607938" y="1138033"/>
                  </a:lnTo>
                  <a:close/>
                  <a:moveTo>
                    <a:pt x="534844" y="1007241"/>
                  </a:moveTo>
                  <a:lnTo>
                    <a:pt x="490699" y="1002177"/>
                  </a:lnTo>
                  <a:lnTo>
                    <a:pt x="563593" y="1055817"/>
                  </a:lnTo>
                  <a:close/>
                  <a:moveTo>
                    <a:pt x="445159" y="978607"/>
                  </a:moveTo>
                  <a:lnTo>
                    <a:pt x="468149" y="1012039"/>
                  </a:lnTo>
                  <a:lnTo>
                    <a:pt x="404007" y="911971"/>
                  </a:lnTo>
                  <a:close/>
                  <a:moveTo>
                    <a:pt x="349289" y="895864"/>
                  </a:moveTo>
                  <a:lnTo>
                    <a:pt x="445159" y="978607"/>
                  </a:lnTo>
                  <a:lnTo>
                    <a:pt x="404007" y="911971"/>
                  </a:lnTo>
                  <a:close/>
                  <a:moveTo>
                    <a:pt x="607938" y="1138033"/>
                  </a:moveTo>
                  <a:lnTo>
                    <a:pt x="611167" y="1165015"/>
                  </a:lnTo>
                  <a:lnTo>
                    <a:pt x="658886" y="1192356"/>
                  </a:lnTo>
                  <a:close/>
                  <a:moveTo>
                    <a:pt x="1194638" y="1794361"/>
                  </a:moveTo>
                  <a:lnTo>
                    <a:pt x="1213916" y="1874232"/>
                  </a:lnTo>
                  <a:lnTo>
                    <a:pt x="1154168" y="1766670"/>
                  </a:lnTo>
                  <a:close/>
                  <a:moveTo>
                    <a:pt x="734168" y="1181811"/>
                  </a:moveTo>
                  <a:lnTo>
                    <a:pt x="689381" y="1220248"/>
                  </a:lnTo>
                  <a:lnTo>
                    <a:pt x="762611" y="1301510"/>
                  </a:lnTo>
                  <a:close/>
                  <a:moveTo>
                    <a:pt x="689381" y="1220248"/>
                  </a:moveTo>
                  <a:lnTo>
                    <a:pt x="734168" y="1181811"/>
                  </a:lnTo>
                  <a:lnTo>
                    <a:pt x="658886" y="1192356"/>
                  </a:lnTo>
                  <a:close/>
                  <a:moveTo>
                    <a:pt x="563593" y="1055817"/>
                  </a:moveTo>
                  <a:lnTo>
                    <a:pt x="607938" y="1138033"/>
                  </a:lnTo>
                  <a:lnTo>
                    <a:pt x="561614" y="1044616"/>
                  </a:lnTo>
                  <a:close/>
                  <a:moveTo>
                    <a:pt x="534844" y="1007241"/>
                  </a:moveTo>
                  <a:lnTo>
                    <a:pt x="563593" y="1055817"/>
                  </a:lnTo>
                  <a:lnTo>
                    <a:pt x="561614" y="1044616"/>
                  </a:lnTo>
                  <a:close/>
                  <a:moveTo>
                    <a:pt x="1267370" y="1472235"/>
                  </a:moveTo>
                  <a:lnTo>
                    <a:pt x="1257784" y="1544389"/>
                  </a:lnTo>
                  <a:lnTo>
                    <a:pt x="1307277" y="1514234"/>
                  </a:lnTo>
                  <a:close/>
                  <a:moveTo>
                    <a:pt x="1208363" y="1423064"/>
                  </a:moveTo>
                  <a:lnTo>
                    <a:pt x="1157070" y="1424534"/>
                  </a:lnTo>
                  <a:lnTo>
                    <a:pt x="1267370" y="1472235"/>
                  </a:lnTo>
                  <a:close/>
                  <a:moveTo>
                    <a:pt x="1111387" y="1307805"/>
                  </a:moveTo>
                  <a:lnTo>
                    <a:pt x="1130040" y="1346241"/>
                  </a:lnTo>
                  <a:lnTo>
                    <a:pt x="1161519" y="1390020"/>
                  </a:lnTo>
                  <a:close/>
                  <a:moveTo>
                    <a:pt x="908266" y="1061160"/>
                  </a:moveTo>
                  <a:lnTo>
                    <a:pt x="895332" y="1088671"/>
                  </a:lnTo>
                  <a:lnTo>
                    <a:pt x="900098" y="1181811"/>
                  </a:lnTo>
                  <a:close/>
                  <a:moveTo>
                    <a:pt x="908266" y="1061160"/>
                  </a:moveTo>
                  <a:lnTo>
                    <a:pt x="833104" y="1005676"/>
                  </a:lnTo>
                  <a:lnTo>
                    <a:pt x="881985" y="1038765"/>
                  </a:lnTo>
                  <a:close/>
                  <a:moveTo>
                    <a:pt x="787744" y="981960"/>
                  </a:moveTo>
                  <a:lnTo>
                    <a:pt x="807896" y="1040421"/>
                  </a:lnTo>
                  <a:lnTo>
                    <a:pt x="881985" y="1038765"/>
                  </a:lnTo>
                  <a:close/>
                  <a:moveTo>
                    <a:pt x="680519" y="842834"/>
                  </a:moveTo>
                  <a:lnTo>
                    <a:pt x="740817" y="896730"/>
                  </a:lnTo>
                  <a:lnTo>
                    <a:pt x="653747" y="830121"/>
                  </a:lnTo>
                  <a:close/>
                  <a:moveTo>
                    <a:pt x="1161519" y="1390020"/>
                  </a:moveTo>
                  <a:lnTo>
                    <a:pt x="1157070" y="1424534"/>
                  </a:lnTo>
                  <a:lnTo>
                    <a:pt x="1208363" y="1423064"/>
                  </a:lnTo>
                  <a:close/>
                  <a:moveTo>
                    <a:pt x="1208363" y="1423064"/>
                  </a:moveTo>
                  <a:lnTo>
                    <a:pt x="1267370" y="1472235"/>
                  </a:lnTo>
                  <a:lnTo>
                    <a:pt x="1251284" y="1368339"/>
                  </a:lnTo>
                  <a:close/>
                  <a:moveTo>
                    <a:pt x="1251284" y="1368339"/>
                  </a:moveTo>
                  <a:lnTo>
                    <a:pt x="1267370" y="1472235"/>
                  </a:lnTo>
                  <a:lnTo>
                    <a:pt x="1310969" y="1360009"/>
                  </a:lnTo>
                  <a:close/>
                  <a:moveTo>
                    <a:pt x="1310969" y="1360009"/>
                  </a:moveTo>
                  <a:lnTo>
                    <a:pt x="1267370" y="1472235"/>
                  </a:lnTo>
                  <a:lnTo>
                    <a:pt x="1316523" y="1455586"/>
                  </a:lnTo>
                  <a:close/>
                  <a:moveTo>
                    <a:pt x="1316523" y="1455586"/>
                  </a:moveTo>
                  <a:lnTo>
                    <a:pt x="1307277" y="1514234"/>
                  </a:lnTo>
                  <a:lnTo>
                    <a:pt x="1362408" y="1472235"/>
                  </a:lnTo>
                  <a:close/>
                  <a:moveTo>
                    <a:pt x="1227320" y="1351584"/>
                  </a:moveTo>
                  <a:lnTo>
                    <a:pt x="1161519" y="1390020"/>
                  </a:lnTo>
                  <a:lnTo>
                    <a:pt x="1208363" y="1423064"/>
                  </a:lnTo>
                  <a:close/>
                  <a:moveTo>
                    <a:pt x="1227320" y="1351584"/>
                  </a:moveTo>
                  <a:lnTo>
                    <a:pt x="1111387" y="1307805"/>
                  </a:lnTo>
                  <a:lnTo>
                    <a:pt x="1161519" y="1390020"/>
                  </a:lnTo>
                  <a:close/>
                  <a:moveTo>
                    <a:pt x="896345" y="1054355"/>
                  </a:moveTo>
                  <a:lnTo>
                    <a:pt x="895332" y="1088671"/>
                  </a:lnTo>
                  <a:lnTo>
                    <a:pt x="908266" y="1061160"/>
                  </a:lnTo>
                  <a:close/>
                  <a:moveTo>
                    <a:pt x="896345" y="1054355"/>
                  </a:moveTo>
                  <a:lnTo>
                    <a:pt x="908266" y="1061160"/>
                  </a:lnTo>
                  <a:lnTo>
                    <a:pt x="881985" y="1038765"/>
                  </a:lnTo>
                  <a:close/>
                  <a:moveTo>
                    <a:pt x="1651040" y="1465499"/>
                  </a:moveTo>
                  <a:lnTo>
                    <a:pt x="1723243" y="1467390"/>
                  </a:lnTo>
                  <a:lnTo>
                    <a:pt x="1733877" y="1358653"/>
                  </a:lnTo>
                  <a:close/>
                  <a:moveTo>
                    <a:pt x="1651040" y="1465499"/>
                  </a:moveTo>
                  <a:lnTo>
                    <a:pt x="1733877" y="1358653"/>
                  </a:lnTo>
                  <a:lnTo>
                    <a:pt x="1647137" y="1368579"/>
                  </a:lnTo>
                  <a:close/>
                  <a:moveTo>
                    <a:pt x="1570016" y="1370686"/>
                  </a:moveTo>
                  <a:lnTo>
                    <a:pt x="1651040" y="1465499"/>
                  </a:lnTo>
                  <a:lnTo>
                    <a:pt x="1647137" y="1368579"/>
                  </a:lnTo>
                  <a:close/>
                  <a:moveTo>
                    <a:pt x="1554506" y="1283202"/>
                  </a:moveTo>
                  <a:lnTo>
                    <a:pt x="1581560" y="1336808"/>
                  </a:lnTo>
                  <a:lnTo>
                    <a:pt x="1458020" y="1313147"/>
                  </a:lnTo>
                  <a:close/>
                  <a:moveTo>
                    <a:pt x="1654656" y="1331444"/>
                  </a:moveTo>
                  <a:lnTo>
                    <a:pt x="1581560" y="1336808"/>
                  </a:lnTo>
                  <a:lnTo>
                    <a:pt x="1537537" y="1313147"/>
                  </a:lnTo>
                  <a:close/>
                  <a:moveTo>
                    <a:pt x="1570016" y="1370686"/>
                  </a:moveTo>
                  <a:lnTo>
                    <a:pt x="1647137" y="1368579"/>
                  </a:lnTo>
                  <a:lnTo>
                    <a:pt x="1537537" y="1313147"/>
                  </a:lnTo>
                  <a:close/>
                  <a:moveTo>
                    <a:pt x="1699743" y="1286311"/>
                  </a:moveTo>
                  <a:lnTo>
                    <a:pt x="1647137" y="1368579"/>
                  </a:lnTo>
                  <a:lnTo>
                    <a:pt x="1733877" y="1358653"/>
                  </a:lnTo>
                  <a:close/>
                  <a:moveTo>
                    <a:pt x="1678131" y="1243289"/>
                  </a:moveTo>
                  <a:lnTo>
                    <a:pt x="1581560" y="1336808"/>
                  </a:lnTo>
                  <a:lnTo>
                    <a:pt x="1654656" y="1331444"/>
                  </a:lnTo>
                  <a:close/>
                  <a:moveTo>
                    <a:pt x="1678131" y="1243289"/>
                  </a:moveTo>
                  <a:lnTo>
                    <a:pt x="1654656" y="1331444"/>
                  </a:lnTo>
                  <a:lnTo>
                    <a:pt x="1700149" y="1274711"/>
                  </a:lnTo>
                  <a:close/>
                  <a:moveTo>
                    <a:pt x="1862847" y="1400704"/>
                  </a:moveTo>
                  <a:lnTo>
                    <a:pt x="1824770" y="1345351"/>
                  </a:lnTo>
                  <a:lnTo>
                    <a:pt x="1868199" y="1410137"/>
                  </a:lnTo>
                  <a:close/>
                  <a:moveTo>
                    <a:pt x="2061367" y="1374278"/>
                  </a:moveTo>
                  <a:lnTo>
                    <a:pt x="1996470" y="1366446"/>
                  </a:lnTo>
                  <a:lnTo>
                    <a:pt x="2088274" y="1452495"/>
                  </a:lnTo>
                  <a:close/>
                  <a:moveTo>
                    <a:pt x="1996470" y="1366446"/>
                  </a:moveTo>
                  <a:lnTo>
                    <a:pt x="1888470" y="1433117"/>
                  </a:lnTo>
                  <a:lnTo>
                    <a:pt x="1967124" y="1448536"/>
                  </a:lnTo>
                  <a:close/>
                  <a:moveTo>
                    <a:pt x="1996470" y="1366446"/>
                  </a:moveTo>
                  <a:lnTo>
                    <a:pt x="1897602" y="1386232"/>
                  </a:lnTo>
                  <a:lnTo>
                    <a:pt x="1888470" y="1433117"/>
                  </a:lnTo>
                  <a:close/>
                  <a:moveTo>
                    <a:pt x="1897602" y="1386232"/>
                  </a:moveTo>
                  <a:lnTo>
                    <a:pt x="1996470" y="1366446"/>
                  </a:lnTo>
                  <a:lnTo>
                    <a:pt x="1919410" y="1333596"/>
                  </a:lnTo>
                  <a:close/>
                  <a:moveTo>
                    <a:pt x="1996470" y="1366446"/>
                  </a:moveTo>
                  <a:lnTo>
                    <a:pt x="1997867" y="1348275"/>
                  </a:lnTo>
                  <a:lnTo>
                    <a:pt x="1919410" y="1333596"/>
                  </a:lnTo>
                  <a:close/>
                  <a:moveTo>
                    <a:pt x="1845411" y="1280053"/>
                  </a:moveTo>
                  <a:lnTo>
                    <a:pt x="1791185" y="1211970"/>
                  </a:lnTo>
                  <a:lnTo>
                    <a:pt x="1810369" y="1236274"/>
                  </a:lnTo>
                  <a:close/>
                  <a:moveTo>
                    <a:pt x="1845411" y="1280053"/>
                  </a:moveTo>
                  <a:lnTo>
                    <a:pt x="1810369" y="1236274"/>
                  </a:lnTo>
                  <a:lnTo>
                    <a:pt x="1821579" y="1318489"/>
                  </a:lnTo>
                  <a:close/>
                  <a:moveTo>
                    <a:pt x="1804479" y="1033407"/>
                  </a:moveTo>
                  <a:lnTo>
                    <a:pt x="1805050" y="1121224"/>
                  </a:lnTo>
                  <a:lnTo>
                    <a:pt x="1854276" y="1090071"/>
                  </a:lnTo>
                  <a:close/>
                  <a:moveTo>
                    <a:pt x="1087502" y="211257"/>
                  </a:moveTo>
                  <a:lnTo>
                    <a:pt x="1057543" y="143657"/>
                  </a:lnTo>
                  <a:lnTo>
                    <a:pt x="1090125" y="217261"/>
                  </a:lnTo>
                  <a:close/>
                  <a:moveTo>
                    <a:pt x="1997867" y="1348275"/>
                  </a:moveTo>
                  <a:lnTo>
                    <a:pt x="1992409" y="1269655"/>
                  </a:lnTo>
                  <a:lnTo>
                    <a:pt x="1919410" y="1333596"/>
                  </a:lnTo>
                  <a:close/>
                  <a:moveTo>
                    <a:pt x="1804479" y="1033407"/>
                  </a:moveTo>
                  <a:lnTo>
                    <a:pt x="1854276" y="1090071"/>
                  </a:lnTo>
                  <a:lnTo>
                    <a:pt x="1831666" y="994971"/>
                  </a:lnTo>
                  <a:close/>
                  <a:moveTo>
                    <a:pt x="1430580" y="422531"/>
                  </a:moveTo>
                  <a:lnTo>
                    <a:pt x="1399872" y="505761"/>
                  </a:lnTo>
                  <a:lnTo>
                    <a:pt x="1494816" y="530992"/>
                  </a:lnTo>
                  <a:close/>
                  <a:moveTo>
                    <a:pt x="1343578" y="358741"/>
                  </a:moveTo>
                  <a:lnTo>
                    <a:pt x="1427164" y="419465"/>
                  </a:lnTo>
                  <a:lnTo>
                    <a:pt x="1314993" y="355815"/>
                  </a:lnTo>
                  <a:close/>
                  <a:moveTo>
                    <a:pt x="1427164" y="419465"/>
                  </a:moveTo>
                  <a:lnTo>
                    <a:pt x="1430580" y="422531"/>
                  </a:lnTo>
                  <a:lnTo>
                    <a:pt x="1314993" y="355815"/>
                  </a:lnTo>
                  <a:close/>
                  <a:moveTo>
                    <a:pt x="1343578" y="358741"/>
                  </a:moveTo>
                  <a:lnTo>
                    <a:pt x="1314993" y="355815"/>
                  </a:lnTo>
                  <a:lnTo>
                    <a:pt x="1308405" y="337250"/>
                  </a:lnTo>
                  <a:close/>
                  <a:moveTo>
                    <a:pt x="1099734" y="172820"/>
                  </a:moveTo>
                  <a:lnTo>
                    <a:pt x="1047282" y="129041"/>
                  </a:lnTo>
                  <a:lnTo>
                    <a:pt x="1087502" y="211257"/>
                  </a:lnTo>
                  <a:close/>
                  <a:moveTo>
                    <a:pt x="1688429" y="545459"/>
                  </a:moveTo>
                  <a:lnTo>
                    <a:pt x="1665476" y="583895"/>
                  </a:lnTo>
                  <a:lnTo>
                    <a:pt x="1710805" y="617115"/>
                  </a:lnTo>
                  <a:close/>
                  <a:moveTo>
                    <a:pt x="1355908" y="52168"/>
                  </a:moveTo>
                  <a:lnTo>
                    <a:pt x="1260191" y="0"/>
                  </a:lnTo>
                  <a:lnTo>
                    <a:pt x="1312633" y="27841"/>
                  </a:lnTo>
                  <a:close/>
                  <a:moveTo>
                    <a:pt x="1945570" y="607089"/>
                  </a:moveTo>
                  <a:lnTo>
                    <a:pt x="1844655" y="623692"/>
                  </a:lnTo>
                  <a:lnTo>
                    <a:pt x="1861086" y="627674"/>
                  </a:lnTo>
                  <a:close/>
                  <a:moveTo>
                    <a:pt x="1868921" y="508719"/>
                  </a:moveTo>
                  <a:lnTo>
                    <a:pt x="1844655" y="623692"/>
                  </a:lnTo>
                  <a:lnTo>
                    <a:pt x="1945570" y="607089"/>
                  </a:lnTo>
                  <a:close/>
                  <a:moveTo>
                    <a:pt x="1844655" y="623692"/>
                  </a:moveTo>
                  <a:lnTo>
                    <a:pt x="1868921" y="508719"/>
                  </a:lnTo>
                  <a:lnTo>
                    <a:pt x="1799741" y="519223"/>
                  </a:lnTo>
                  <a:close/>
                  <a:moveTo>
                    <a:pt x="1757273" y="575645"/>
                  </a:moveTo>
                  <a:lnTo>
                    <a:pt x="1844655" y="623692"/>
                  </a:lnTo>
                  <a:lnTo>
                    <a:pt x="1799741" y="519223"/>
                  </a:lnTo>
                  <a:close/>
                  <a:moveTo>
                    <a:pt x="1846579" y="507023"/>
                  </a:moveTo>
                  <a:lnTo>
                    <a:pt x="1868921" y="508719"/>
                  </a:lnTo>
                  <a:lnTo>
                    <a:pt x="1867939" y="495547"/>
                  </a:lnTo>
                  <a:close/>
                  <a:moveTo>
                    <a:pt x="1335311" y="39021"/>
                  </a:moveTo>
                  <a:lnTo>
                    <a:pt x="1359206" y="134384"/>
                  </a:lnTo>
                  <a:lnTo>
                    <a:pt x="1355908" y="52168"/>
                  </a:lnTo>
                  <a:close/>
                  <a:moveTo>
                    <a:pt x="1335311" y="39021"/>
                  </a:moveTo>
                  <a:lnTo>
                    <a:pt x="1348720" y="128213"/>
                  </a:lnTo>
                  <a:lnTo>
                    <a:pt x="1359206" y="134384"/>
                  </a:lnTo>
                  <a:close/>
                  <a:moveTo>
                    <a:pt x="1258548" y="40836"/>
                  </a:moveTo>
                  <a:lnTo>
                    <a:pt x="1312633" y="27841"/>
                  </a:lnTo>
                  <a:lnTo>
                    <a:pt x="1239655" y="33645"/>
                  </a:lnTo>
                  <a:close/>
                  <a:moveTo>
                    <a:pt x="1258548" y="40836"/>
                  </a:moveTo>
                  <a:lnTo>
                    <a:pt x="1335311" y="39021"/>
                  </a:lnTo>
                  <a:lnTo>
                    <a:pt x="1312633" y="27841"/>
                  </a:lnTo>
                  <a:close/>
                </a:path>
              </a:pathLst>
            </a:custGeom>
            <a:solidFill>
              <a:srgbClr val="DCE1E6"/>
            </a:solidFill>
            <a:ln w="1524">
              <a:solidFill>
                <a:srgbClr val="DCE1E6"/>
              </a:solidFill>
            </a:ln>
          </p:spPr>
        </p:sp>
        <p:sp>
          <p:nvSpPr>
            <p:cNvPr id="2027" name="Candidate_density__2026">
              <a:extLst>
                <a:ext uri="{FF2B5EF4-FFF2-40B4-BE49-F238E27FC236}">
                  <a16:creationId xmlns:a16="http://schemas.microsoft.com/office/drawing/2014/main" id="{70FFDE26-4F81-0862-7D69-101A4392A992}"/>
                </a:ext>
              </a:extLst>
            </p:cNvPr>
            <p:cNvSpPr>
              <a:spLocks noGrp="1"/>
            </p:cNvSpPr>
            <p:nvPr/>
          </p:nvSpPr>
          <p:spPr>
            <a:xfrm>
              <a:off x="4767573" y="2119305"/>
              <a:ext cx="2106342" cy="3405233"/>
            </a:xfrm>
            <a:custGeom>
              <a:avLst/>
              <a:gdLst/>
              <a:ahLst/>
              <a:cxnLst/>
              <a:rect l="0" t="0" r="0" b="0"/>
              <a:pathLst>
                <a:path w="2106342" h="3405233">
                  <a:moveTo>
                    <a:pt x="402604" y="3404408"/>
                  </a:moveTo>
                  <a:lnTo>
                    <a:pt x="313876" y="3351328"/>
                  </a:lnTo>
                  <a:lnTo>
                    <a:pt x="343981" y="3400429"/>
                  </a:lnTo>
                  <a:close/>
                  <a:moveTo>
                    <a:pt x="477355" y="3405233"/>
                  </a:moveTo>
                  <a:lnTo>
                    <a:pt x="509491" y="3373300"/>
                  </a:lnTo>
                  <a:lnTo>
                    <a:pt x="440879" y="3332308"/>
                  </a:lnTo>
                  <a:close/>
                  <a:moveTo>
                    <a:pt x="477355" y="3405233"/>
                  </a:moveTo>
                  <a:lnTo>
                    <a:pt x="440879" y="3332308"/>
                  </a:lnTo>
                  <a:lnTo>
                    <a:pt x="402604" y="3404408"/>
                  </a:lnTo>
                  <a:close/>
                  <a:moveTo>
                    <a:pt x="509491" y="3373300"/>
                  </a:moveTo>
                  <a:lnTo>
                    <a:pt x="492264" y="3401029"/>
                  </a:lnTo>
                  <a:lnTo>
                    <a:pt x="530920" y="3390304"/>
                  </a:lnTo>
                  <a:close/>
                  <a:moveTo>
                    <a:pt x="108628" y="2647395"/>
                  </a:moveTo>
                  <a:lnTo>
                    <a:pt x="84984" y="2594928"/>
                  </a:lnTo>
                  <a:lnTo>
                    <a:pt x="90545" y="2633364"/>
                  </a:lnTo>
                  <a:close/>
                  <a:moveTo>
                    <a:pt x="169072" y="2658184"/>
                  </a:moveTo>
                  <a:lnTo>
                    <a:pt x="84984" y="2594928"/>
                  </a:lnTo>
                  <a:lnTo>
                    <a:pt x="108628" y="2647395"/>
                  </a:lnTo>
                  <a:close/>
                  <a:moveTo>
                    <a:pt x="90545" y="2633364"/>
                  </a:moveTo>
                  <a:lnTo>
                    <a:pt x="84984" y="2594928"/>
                  </a:lnTo>
                  <a:lnTo>
                    <a:pt x="21163" y="2599036"/>
                  </a:lnTo>
                  <a:close/>
                  <a:moveTo>
                    <a:pt x="197480" y="2700939"/>
                  </a:moveTo>
                  <a:lnTo>
                    <a:pt x="208895" y="2677143"/>
                  </a:lnTo>
                  <a:lnTo>
                    <a:pt x="169072" y="2658184"/>
                  </a:lnTo>
                  <a:close/>
                  <a:moveTo>
                    <a:pt x="336232" y="2666552"/>
                  </a:moveTo>
                  <a:lnTo>
                    <a:pt x="267348" y="2661962"/>
                  </a:lnTo>
                  <a:lnTo>
                    <a:pt x="346096" y="2758624"/>
                  </a:lnTo>
                  <a:close/>
                  <a:moveTo>
                    <a:pt x="169072" y="2658184"/>
                  </a:moveTo>
                  <a:lnTo>
                    <a:pt x="267348" y="2661962"/>
                  </a:lnTo>
                  <a:lnTo>
                    <a:pt x="282027" y="2586643"/>
                  </a:lnTo>
                  <a:close/>
                  <a:moveTo>
                    <a:pt x="169072" y="2658184"/>
                  </a:moveTo>
                  <a:lnTo>
                    <a:pt x="282027" y="2586643"/>
                  </a:lnTo>
                  <a:lnTo>
                    <a:pt x="209708" y="2594911"/>
                  </a:lnTo>
                  <a:close/>
                  <a:moveTo>
                    <a:pt x="750544" y="3131997"/>
                  </a:moveTo>
                  <a:lnTo>
                    <a:pt x="773100" y="3154307"/>
                  </a:lnTo>
                  <a:lnTo>
                    <a:pt x="807879" y="3159427"/>
                  </a:lnTo>
                  <a:close/>
                  <a:moveTo>
                    <a:pt x="652024" y="3049782"/>
                  </a:moveTo>
                  <a:lnTo>
                    <a:pt x="747366" y="3114636"/>
                  </a:lnTo>
                  <a:lnTo>
                    <a:pt x="643370" y="3038499"/>
                  </a:lnTo>
                  <a:close/>
                  <a:moveTo>
                    <a:pt x="371816" y="2537530"/>
                  </a:moveTo>
                  <a:lnTo>
                    <a:pt x="384610" y="2476323"/>
                  </a:lnTo>
                  <a:lnTo>
                    <a:pt x="319009" y="2509710"/>
                  </a:lnTo>
                  <a:close/>
                  <a:moveTo>
                    <a:pt x="150701" y="2295832"/>
                  </a:moveTo>
                  <a:lnTo>
                    <a:pt x="188334" y="2353624"/>
                  </a:lnTo>
                  <a:lnTo>
                    <a:pt x="132866" y="2271410"/>
                  </a:lnTo>
                  <a:close/>
                  <a:moveTo>
                    <a:pt x="197118" y="2358188"/>
                  </a:moveTo>
                  <a:lnTo>
                    <a:pt x="188334" y="2353624"/>
                  </a:lnTo>
                  <a:lnTo>
                    <a:pt x="150701" y="2295832"/>
                  </a:lnTo>
                  <a:close/>
                  <a:moveTo>
                    <a:pt x="18056" y="2227630"/>
                  </a:moveTo>
                  <a:lnTo>
                    <a:pt x="0" y="2197073"/>
                  </a:lnTo>
                  <a:lnTo>
                    <a:pt x="13689" y="2309846"/>
                  </a:lnTo>
                  <a:close/>
                  <a:moveTo>
                    <a:pt x="0" y="2197073"/>
                  </a:moveTo>
                  <a:lnTo>
                    <a:pt x="18056" y="2227630"/>
                  </a:lnTo>
                  <a:lnTo>
                    <a:pt x="32678" y="2211683"/>
                  </a:lnTo>
                  <a:close/>
                  <a:moveTo>
                    <a:pt x="121863" y="2266474"/>
                  </a:moveTo>
                  <a:lnTo>
                    <a:pt x="150701" y="2295832"/>
                  </a:lnTo>
                  <a:lnTo>
                    <a:pt x="54917" y="2227630"/>
                  </a:lnTo>
                  <a:close/>
                  <a:moveTo>
                    <a:pt x="766222" y="2899122"/>
                  </a:moveTo>
                  <a:lnTo>
                    <a:pt x="791388" y="2882565"/>
                  </a:lnTo>
                  <a:lnTo>
                    <a:pt x="711475" y="2862442"/>
                  </a:lnTo>
                  <a:close/>
                  <a:moveTo>
                    <a:pt x="637559" y="2843039"/>
                  </a:moveTo>
                  <a:lnTo>
                    <a:pt x="704297" y="2835604"/>
                  </a:lnTo>
                  <a:lnTo>
                    <a:pt x="662150" y="2741478"/>
                  </a:lnTo>
                  <a:close/>
                  <a:moveTo>
                    <a:pt x="809356" y="2734544"/>
                  </a:moveTo>
                  <a:lnTo>
                    <a:pt x="775607" y="2726263"/>
                  </a:lnTo>
                  <a:lnTo>
                    <a:pt x="704297" y="2835604"/>
                  </a:lnTo>
                  <a:close/>
                  <a:moveTo>
                    <a:pt x="780040" y="2840141"/>
                  </a:moveTo>
                  <a:lnTo>
                    <a:pt x="809356" y="2734544"/>
                  </a:lnTo>
                  <a:lnTo>
                    <a:pt x="704297" y="2835604"/>
                  </a:lnTo>
                  <a:close/>
                  <a:moveTo>
                    <a:pt x="456543" y="2466610"/>
                  </a:moveTo>
                  <a:lnTo>
                    <a:pt x="490380" y="2401640"/>
                  </a:lnTo>
                  <a:lnTo>
                    <a:pt x="384610" y="2476323"/>
                  </a:lnTo>
                  <a:close/>
                  <a:moveTo>
                    <a:pt x="332303" y="2269377"/>
                  </a:moveTo>
                  <a:lnTo>
                    <a:pt x="328429" y="2232973"/>
                  </a:lnTo>
                  <a:lnTo>
                    <a:pt x="375289" y="2315188"/>
                  </a:lnTo>
                  <a:close/>
                  <a:moveTo>
                    <a:pt x="205060" y="1986327"/>
                  </a:moveTo>
                  <a:lnTo>
                    <a:pt x="188950" y="2068543"/>
                  </a:lnTo>
                  <a:lnTo>
                    <a:pt x="185105" y="2024764"/>
                  </a:lnTo>
                  <a:close/>
                  <a:moveTo>
                    <a:pt x="664036" y="2533331"/>
                  </a:moveTo>
                  <a:lnTo>
                    <a:pt x="700332" y="2552321"/>
                  </a:lnTo>
                  <a:lnTo>
                    <a:pt x="673855" y="2523397"/>
                  </a:lnTo>
                  <a:close/>
                  <a:moveTo>
                    <a:pt x="700332" y="2552321"/>
                  </a:moveTo>
                  <a:lnTo>
                    <a:pt x="775452" y="2551842"/>
                  </a:lnTo>
                  <a:lnTo>
                    <a:pt x="698512" y="2453708"/>
                  </a:lnTo>
                  <a:close/>
                  <a:moveTo>
                    <a:pt x="347192" y="2057089"/>
                  </a:moveTo>
                  <a:lnTo>
                    <a:pt x="425405" y="2112321"/>
                  </a:lnTo>
                  <a:lnTo>
                    <a:pt x="394911" y="2084429"/>
                  </a:lnTo>
                  <a:close/>
                  <a:moveTo>
                    <a:pt x="347192" y="2057089"/>
                  </a:moveTo>
                  <a:lnTo>
                    <a:pt x="450932" y="2133433"/>
                  </a:lnTo>
                  <a:lnTo>
                    <a:pt x="425405" y="2112321"/>
                  </a:lnTo>
                  <a:close/>
                  <a:moveTo>
                    <a:pt x="343963" y="2030106"/>
                  </a:moveTo>
                  <a:lnTo>
                    <a:pt x="323952" y="2034331"/>
                  </a:lnTo>
                  <a:lnTo>
                    <a:pt x="347192" y="2057089"/>
                  </a:lnTo>
                  <a:close/>
                  <a:moveTo>
                    <a:pt x="425405" y="2112321"/>
                  </a:moveTo>
                  <a:lnTo>
                    <a:pt x="450932" y="2133433"/>
                  </a:lnTo>
                  <a:lnTo>
                    <a:pt x="498635" y="2193584"/>
                  </a:lnTo>
                  <a:close/>
                  <a:moveTo>
                    <a:pt x="570185" y="2182436"/>
                  </a:moveTo>
                  <a:lnTo>
                    <a:pt x="498635" y="2193584"/>
                  </a:lnTo>
                  <a:lnTo>
                    <a:pt x="450932" y="2133433"/>
                  </a:lnTo>
                  <a:close/>
                  <a:moveTo>
                    <a:pt x="570185" y="2182436"/>
                  </a:moveTo>
                  <a:lnTo>
                    <a:pt x="587402" y="2194536"/>
                  </a:lnTo>
                  <a:lnTo>
                    <a:pt x="605564" y="2099508"/>
                  </a:lnTo>
                  <a:close/>
                  <a:moveTo>
                    <a:pt x="605564" y="2099508"/>
                  </a:moveTo>
                  <a:lnTo>
                    <a:pt x="587402" y="2194536"/>
                  </a:lnTo>
                  <a:lnTo>
                    <a:pt x="661749" y="2083227"/>
                  </a:lnTo>
                  <a:close/>
                  <a:moveTo>
                    <a:pt x="661749" y="2083227"/>
                  </a:moveTo>
                  <a:lnTo>
                    <a:pt x="636122" y="2073885"/>
                  </a:lnTo>
                  <a:lnTo>
                    <a:pt x="605564" y="2099508"/>
                  </a:lnTo>
                  <a:close/>
                  <a:moveTo>
                    <a:pt x="498635" y="2193584"/>
                  </a:moveTo>
                  <a:lnTo>
                    <a:pt x="570185" y="2182436"/>
                  </a:lnTo>
                  <a:lnTo>
                    <a:pt x="605564" y="2099508"/>
                  </a:lnTo>
                  <a:close/>
                  <a:moveTo>
                    <a:pt x="536647" y="2120499"/>
                  </a:moveTo>
                  <a:lnTo>
                    <a:pt x="498635" y="2193584"/>
                  </a:lnTo>
                  <a:lnTo>
                    <a:pt x="605564" y="2099508"/>
                  </a:lnTo>
                  <a:close/>
                  <a:moveTo>
                    <a:pt x="1251571" y="2627672"/>
                  </a:moveTo>
                  <a:lnTo>
                    <a:pt x="1226680" y="2610954"/>
                  </a:lnTo>
                  <a:lnTo>
                    <a:pt x="1248358" y="2710023"/>
                  </a:lnTo>
                  <a:close/>
                  <a:moveTo>
                    <a:pt x="1248358" y="2710023"/>
                  </a:moveTo>
                  <a:lnTo>
                    <a:pt x="1226680" y="2610954"/>
                  </a:lnTo>
                  <a:lnTo>
                    <a:pt x="1158387" y="2622483"/>
                  </a:lnTo>
                  <a:close/>
                  <a:moveTo>
                    <a:pt x="1158387" y="2622483"/>
                  </a:moveTo>
                  <a:lnTo>
                    <a:pt x="1156192" y="2610954"/>
                  </a:lnTo>
                  <a:lnTo>
                    <a:pt x="1193487" y="2693169"/>
                  </a:lnTo>
                  <a:close/>
                  <a:moveTo>
                    <a:pt x="629435" y="2048906"/>
                  </a:moveTo>
                  <a:lnTo>
                    <a:pt x="536647" y="2120499"/>
                  </a:lnTo>
                  <a:lnTo>
                    <a:pt x="605564" y="2099508"/>
                  </a:lnTo>
                  <a:close/>
                  <a:moveTo>
                    <a:pt x="629435" y="2048906"/>
                  </a:moveTo>
                  <a:lnTo>
                    <a:pt x="605564" y="2099508"/>
                  </a:lnTo>
                  <a:lnTo>
                    <a:pt x="636122" y="2073885"/>
                  </a:lnTo>
                  <a:close/>
                  <a:moveTo>
                    <a:pt x="636122" y="2073885"/>
                  </a:moveTo>
                  <a:lnTo>
                    <a:pt x="631357" y="1980745"/>
                  </a:lnTo>
                  <a:lnTo>
                    <a:pt x="629435" y="2048906"/>
                  </a:lnTo>
                  <a:close/>
                  <a:moveTo>
                    <a:pt x="605526" y="1991670"/>
                  </a:moveTo>
                  <a:lnTo>
                    <a:pt x="644291" y="1953233"/>
                  </a:lnTo>
                  <a:lnTo>
                    <a:pt x="636122" y="2073885"/>
                  </a:lnTo>
                  <a:close/>
                  <a:moveTo>
                    <a:pt x="574213" y="1909454"/>
                  </a:moveTo>
                  <a:lnTo>
                    <a:pt x="569128" y="1897750"/>
                  </a:lnTo>
                  <a:lnTo>
                    <a:pt x="644291" y="1953233"/>
                  </a:lnTo>
                  <a:close/>
                  <a:moveTo>
                    <a:pt x="569128" y="1897750"/>
                  </a:moveTo>
                  <a:lnTo>
                    <a:pt x="523769" y="1874034"/>
                  </a:lnTo>
                  <a:lnTo>
                    <a:pt x="618009" y="1930839"/>
                  </a:lnTo>
                  <a:close/>
                  <a:moveTo>
                    <a:pt x="1204501" y="2515142"/>
                  </a:moveTo>
                  <a:lnTo>
                    <a:pt x="1252042" y="2606936"/>
                  </a:lnTo>
                  <a:lnTo>
                    <a:pt x="1280091" y="2519105"/>
                  </a:lnTo>
                  <a:close/>
                  <a:moveTo>
                    <a:pt x="1280091" y="2519105"/>
                  </a:moveTo>
                  <a:lnTo>
                    <a:pt x="1252042" y="2606936"/>
                  </a:lnTo>
                  <a:lnTo>
                    <a:pt x="1362752" y="2549501"/>
                  </a:lnTo>
                  <a:close/>
                  <a:moveTo>
                    <a:pt x="1046994" y="2252083"/>
                  </a:moveTo>
                  <a:lnTo>
                    <a:pt x="1017819" y="2243657"/>
                  </a:lnTo>
                  <a:lnTo>
                    <a:pt x="987309" y="2260413"/>
                  </a:lnTo>
                  <a:close/>
                  <a:moveTo>
                    <a:pt x="1046994" y="2252083"/>
                  </a:moveTo>
                  <a:lnTo>
                    <a:pt x="1052548" y="2347660"/>
                  </a:lnTo>
                  <a:lnTo>
                    <a:pt x="1098079" y="2271143"/>
                  </a:lnTo>
                  <a:close/>
                  <a:moveTo>
                    <a:pt x="963345" y="2243657"/>
                  </a:moveTo>
                  <a:lnTo>
                    <a:pt x="847536" y="2192962"/>
                  </a:lnTo>
                  <a:lnTo>
                    <a:pt x="847412" y="2199878"/>
                  </a:lnTo>
                  <a:close/>
                  <a:moveTo>
                    <a:pt x="1046994" y="2252083"/>
                  </a:moveTo>
                  <a:lnTo>
                    <a:pt x="1022059" y="2172262"/>
                  </a:lnTo>
                  <a:lnTo>
                    <a:pt x="1017819" y="2243657"/>
                  </a:lnTo>
                  <a:close/>
                  <a:moveTo>
                    <a:pt x="996789" y="2232307"/>
                  </a:moveTo>
                  <a:lnTo>
                    <a:pt x="1017819" y="2243657"/>
                  </a:lnTo>
                  <a:lnTo>
                    <a:pt x="1018992" y="2161442"/>
                  </a:lnTo>
                  <a:close/>
                  <a:moveTo>
                    <a:pt x="998693" y="2130667"/>
                  </a:moveTo>
                  <a:lnTo>
                    <a:pt x="1018992" y="2161442"/>
                  </a:lnTo>
                  <a:lnTo>
                    <a:pt x="959623" y="2062337"/>
                  </a:lnTo>
                  <a:close/>
                  <a:moveTo>
                    <a:pt x="1417803" y="2432675"/>
                  </a:moveTo>
                  <a:lnTo>
                    <a:pt x="1483809" y="2439604"/>
                  </a:lnTo>
                  <a:lnTo>
                    <a:pt x="1459268" y="2359464"/>
                  </a:lnTo>
                  <a:close/>
                  <a:moveTo>
                    <a:pt x="1417803" y="2432675"/>
                  </a:moveTo>
                  <a:lnTo>
                    <a:pt x="1459268" y="2359464"/>
                  </a:lnTo>
                  <a:lnTo>
                    <a:pt x="1387064" y="2357572"/>
                  </a:lnTo>
                  <a:close/>
                  <a:moveTo>
                    <a:pt x="1459268" y="2359464"/>
                  </a:moveTo>
                  <a:lnTo>
                    <a:pt x="1483809" y="2439604"/>
                  </a:lnTo>
                  <a:lnTo>
                    <a:pt x="1501728" y="2451866"/>
                  </a:lnTo>
                  <a:close/>
                  <a:moveTo>
                    <a:pt x="1306041" y="2262759"/>
                  </a:moveTo>
                  <a:lnTo>
                    <a:pt x="1380840" y="2331214"/>
                  </a:lnTo>
                  <a:lnTo>
                    <a:pt x="1387064" y="2357572"/>
                  </a:lnTo>
                  <a:close/>
                  <a:moveTo>
                    <a:pt x="1436174" y="2166784"/>
                  </a:moveTo>
                  <a:lnTo>
                    <a:pt x="1390681" y="2223517"/>
                  </a:lnTo>
                  <a:lnTo>
                    <a:pt x="1435768" y="2178385"/>
                  </a:lnTo>
                  <a:close/>
                  <a:moveTo>
                    <a:pt x="1435768" y="2178385"/>
                  </a:moveTo>
                  <a:lnTo>
                    <a:pt x="1390681" y="2223517"/>
                  </a:lnTo>
                  <a:lnTo>
                    <a:pt x="1383162" y="2260653"/>
                  </a:lnTo>
                  <a:close/>
                  <a:moveTo>
                    <a:pt x="1436174" y="2166784"/>
                  </a:moveTo>
                  <a:lnTo>
                    <a:pt x="1407526" y="2071299"/>
                  </a:lnTo>
                  <a:lnTo>
                    <a:pt x="1414156" y="2135363"/>
                  </a:lnTo>
                  <a:close/>
                  <a:moveTo>
                    <a:pt x="1406565" y="2046132"/>
                  </a:moveTo>
                  <a:lnTo>
                    <a:pt x="1407526" y="2071299"/>
                  </a:lnTo>
                  <a:lnTo>
                    <a:pt x="1436174" y="2166784"/>
                  </a:lnTo>
                  <a:close/>
                  <a:moveTo>
                    <a:pt x="1737273" y="2172126"/>
                  </a:moveTo>
                  <a:lnTo>
                    <a:pt x="1733892" y="2240348"/>
                  </a:lnTo>
                  <a:lnTo>
                    <a:pt x="1748619" y="2205911"/>
                  </a:lnTo>
                  <a:close/>
                  <a:moveTo>
                    <a:pt x="1748619" y="2205911"/>
                  </a:moveTo>
                  <a:lnTo>
                    <a:pt x="1733892" y="2240348"/>
                  </a:lnTo>
                  <a:lnTo>
                    <a:pt x="1732495" y="2258520"/>
                  </a:lnTo>
                  <a:close/>
                  <a:moveTo>
                    <a:pt x="1748619" y="2205911"/>
                  </a:moveTo>
                  <a:lnTo>
                    <a:pt x="1732495" y="2258520"/>
                  </a:lnTo>
                  <a:lnTo>
                    <a:pt x="1797392" y="2266352"/>
                  </a:lnTo>
                  <a:close/>
                  <a:moveTo>
                    <a:pt x="1407526" y="2071299"/>
                  </a:moveTo>
                  <a:lnTo>
                    <a:pt x="1406565" y="2046132"/>
                  </a:lnTo>
                  <a:lnTo>
                    <a:pt x="1417565" y="2032499"/>
                  </a:lnTo>
                  <a:close/>
                  <a:moveTo>
                    <a:pt x="1659873" y="2056783"/>
                  </a:moveTo>
                  <a:lnTo>
                    <a:pt x="1702034" y="2121240"/>
                  </a:lnTo>
                  <a:lnTo>
                    <a:pt x="1678198" y="2089911"/>
                  </a:lnTo>
                  <a:close/>
                  <a:moveTo>
                    <a:pt x="1728433" y="2161729"/>
                  </a:moveTo>
                  <a:lnTo>
                    <a:pt x="1702034" y="2121240"/>
                  </a:lnTo>
                  <a:lnTo>
                    <a:pt x="1659873" y="2056783"/>
                  </a:lnTo>
                  <a:close/>
                  <a:moveTo>
                    <a:pt x="1728433" y="2161729"/>
                  </a:moveTo>
                  <a:lnTo>
                    <a:pt x="1733892" y="2240348"/>
                  </a:lnTo>
                  <a:lnTo>
                    <a:pt x="1737273" y="2172126"/>
                  </a:lnTo>
                  <a:close/>
                  <a:moveTo>
                    <a:pt x="1728433" y="2161729"/>
                  </a:moveTo>
                  <a:lnTo>
                    <a:pt x="1737273" y="2172126"/>
                  </a:lnTo>
                  <a:lnTo>
                    <a:pt x="1702034" y="2121240"/>
                  </a:lnTo>
                  <a:close/>
                  <a:moveTo>
                    <a:pt x="1440262" y="1763286"/>
                  </a:moveTo>
                  <a:lnTo>
                    <a:pt x="1420717" y="1761051"/>
                  </a:lnTo>
                  <a:lnTo>
                    <a:pt x="1491150" y="1833083"/>
                  </a:lnTo>
                  <a:close/>
                  <a:moveTo>
                    <a:pt x="1102322" y="1432190"/>
                  </a:moveTo>
                  <a:lnTo>
                    <a:pt x="1166604" y="1314604"/>
                  </a:lnTo>
                  <a:lnTo>
                    <a:pt x="1163189" y="1311539"/>
                  </a:lnTo>
                  <a:close/>
                  <a:moveTo>
                    <a:pt x="68436" y="0"/>
                  </a:moveTo>
                  <a:lnTo>
                    <a:pt x="89120" y="83276"/>
                  </a:lnTo>
                  <a:lnTo>
                    <a:pt x="115351" y="22450"/>
                  </a:lnTo>
                  <a:close/>
                  <a:moveTo>
                    <a:pt x="2070303" y="2265757"/>
                  </a:moveTo>
                  <a:lnTo>
                    <a:pt x="2096481" y="2344566"/>
                  </a:lnTo>
                  <a:lnTo>
                    <a:pt x="2106342" y="2380335"/>
                  </a:lnTo>
                  <a:close/>
                  <a:moveTo>
                    <a:pt x="1424454" y="1437532"/>
                  </a:moveTo>
                  <a:lnTo>
                    <a:pt x="1446830" y="1509188"/>
                  </a:lnTo>
                  <a:lnTo>
                    <a:pt x="1493297" y="1467719"/>
                  </a:lnTo>
                  <a:close/>
                  <a:moveTo>
                    <a:pt x="1406174" y="1420639"/>
                  </a:moveTo>
                  <a:lnTo>
                    <a:pt x="1361068" y="1377784"/>
                  </a:lnTo>
                  <a:lnTo>
                    <a:pt x="1424454" y="1437532"/>
                  </a:lnTo>
                  <a:close/>
                  <a:moveTo>
                    <a:pt x="1662866" y="1414297"/>
                  </a:moveTo>
                  <a:lnTo>
                    <a:pt x="1604946" y="1400792"/>
                  </a:lnTo>
                  <a:lnTo>
                    <a:pt x="1681594" y="1499163"/>
                  </a:lnTo>
                  <a:close/>
                  <a:moveTo>
                    <a:pt x="1535765" y="1411296"/>
                  </a:moveTo>
                  <a:lnTo>
                    <a:pt x="1604946" y="1400792"/>
                  </a:lnTo>
                  <a:lnTo>
                    <a:pt x="1582603" y="1399096"/>
                  </a:lnTo>
                  <a:close/>
                  <a:moveTo>
                    <a:pt x="1604946" y="1400792"/>
                  </a:moveTo>
                  <a:lnTo>
                    <a:pt x="1662866" y="1414297"/>
                  </a:lnTo>
                  <a:lnTo>
                    <a:pt x="1603964" y="1387620"/>
                  </a:lnTo>
                  <a:close/>
                  <a:moveTo>
                    <a:pt x="1084744" y="1020286"/>
                  </a:moveTo>
                  <a:lnTo>
                    <a:pt x="1079798" y="1036346"/>
                  </a:lnTo>
                  <a:lnTo>
                    <a:pt x="1095230" y="1026457"/>
                  </a:lnTo>
                  <a:close/>
                </a:path>
              </a:pathLst>
            </a:custGeom>
            <a:solidFill>
              <a:srgbClr val="D8DEE3"/>
            </a:solidFill>
            <a:ln w="1524">
              <a:solidFill>
                <a:srgbClr val="D8DEE3"/>
              </a:solidFill>
            </a:ln>
          </p:spPr>
        </p:sp>
        <p:sp>
          <p:nvSpPr>
            <p:cNvPr id="2028" name="Candidate_density__2027">
              <a:extLst>
                <a:ext uri="{FF2B5EF4-FFF2-40B4-BE49-F238E27FC236}">
                  <a16:creationId xmlns:a16="http://schemas.microsoft.com/office/drawing/2014/main" id="{73B289B0-355A-8850-C82E-A9233E751B31}"/>
                </a:ext>
              </a:extLst>
            </p:cNvPr>
            <p:cNvSpPr>
              <a:spLocks noGrp="1"/>
            </p:cNvSpPr>
            <p:nvPr/>
          </p:nvSpPr>
          <p:spPr>
            <a:xfrm>
              <a:off x="4800251" y="2400484"/>
              <a:ext cx="2073665" cy="3124054"/>
            </a:xfrm>
            <a:custGeom>
              <a:avLst/>
              <a:gdLst/>
              <a:ahLst/>
              <a:cxnLst/>
              <a:rect l="0" t="0" r="0" b="0"/>
              <a:pathLst>
                <a:path w="2073665" h="3124054">
                  <a:moveTo>
                    <a:pt x="369926" y="3123229"/>
                  </a:moveTo>
                  <a:lnTo>
                    <a:pt x="311303" y="3119250"/>
                  </a:lnTo>
                  <a:lnTo>
                    <a:pt x="444677" y="3124054"/>
                  </a:lnTo>
                  <a:close/>
                  <a:moveTo>
                    <a:pt x="459586" y="3119850"/>
                  </a:moveTo>
                  <a:lnTo>
                    <a:pt x="476813" y="3092121"/>
                  </a:lnTo>
                  <a:lnTo>
                    <a:pt x="444677" y="3124054"/>
                  </a:lnTo>
                  <a:close/>
                  <a:moveTo>
                    <a:pt x="576432" y="3122803"/>
                  </a:moveTo>
                  <a:lnTo>
                    <a:pt x="498242" y="3109125"/>
                  </a:lnTo>
                  <a:lnTo>
                    <a:pt x="459586" y="3119850"/>
                  </a:lnTo>
                  <a:close/>
                  <a:moveTo>
                    <a:pt x="151464" y="2433346"/>
                  </a:moveTo>
                  <a:lnTo>
                    <a:pt x="215313" y="2478179"/>
                  </a:lnTo>
                  <a:lnTo>
                    <a:pt x="110305" y="2494663"/>
                  </a:lnTo>
                  <a:close/>
                  <a:moveTo>
                    <a:pt x="249350" y="2305464"/>
                  </a:moveTo>
                  <a:lnTo>
                    <a:pt x="234670" y="2380783"/>
                  </a:lnTo>
                  <a:lnTo>
                    <a:pt x="220888" y="2313749"/>
                  </a:lnTo>
                  <a:close/>
                  <a:moveTo>
                    <a:pt x="836156" y="2890948"/>
                  </a:moveTo>
                  <a:lnTo>
                    <a:pt x="717866" y="2850818"/>
                  </a:lnTo>
                  <a:lnTo>
                    <a:pt x="775201" y="2878248"/>
                  </a:lnTo>
                  <a:close/>
                  <a:moveTo>
                    <a:pt x="249350" y="2305464"/>
                  </a:moveTo>
                  <a:lnTo>
                    <a:pt x="339138" y="2256351"/>
                  </a:lnTo>
                  <a:lnTo>
                    <a:pt x="286013" y="2238949"/>
                  </a:lnTo>
                  <a:close/>
                  <a:moveTo>
                    <a:pt x="339138" y="2256351"/>
                  </a:moveTo>
                  <a:lnTo>
                    <a:pt x="347329" y="2275312"/>
                  </a:lnTo>
                  <a:lnTo>
                    <a:pt x="351932" y="2195144"/>
                  </a:lnTo>
                  <a:close/>
                  <a:moveTo>
                    <a:pt x="33200" y="1922928"/>
                  </a:moveTo>
                  <a:lnTo>
                    <a:pt x="17637" y="1908015"/>
                  </a:lnTo>
                  <a:lnTo>
                    <a:pt x="0" y="1930504"/>
                  </a:lnTo>
                  <a:close/>
                  <a:moveTo>
                    <a:pt x="22239" y="1946451"/>
                  </a:moveTo>
                  <a:lnTo>
                    <a:pt x="118023" y="2014653"/>
                  </a:lnTo>
                  <a:lnTo>
                    <a:pt x="33200" y="1922928"/>
                  </a:lnTo>
                  <a:close/>
                  <a:moveTo>
                    <a:pt x="0" y="1930504"/>
                  </a:moveTo>
                  <a:lnTo>
                    <a:pt x="22239" y="1946451"/>
                  </a:lnTo>
                  <a:lnTo>
                    <a:pt x="33200" y="1922928"/>
                  </a:lnTo>
                  <a:close/>
                  <a:moveTo>
                    <a:pt x="667654" y="2271142"/>
                  </a:moveTo>
                  <a:lnTo>
                    <a:pt x="665834" y="2172529"/>
                  </a:lnTo>
                  <a:lnTo>
                    <a:pt x="641177" y="2242218"/>
                  </a:lnTo>
                  <a:close/>
                  <a:moveTo>
                    <a:pt x="1215680" y="2428844"/>
                  </a:moveTo>
                  <a:lnTo>
                    <a:pt x="1125709" y="2341304"/>
                  </a:lnTo>
                  <a:lnTo>
                    <a:pt x="1159921" y="2413583"/>
                  </a:lnTo>
                  <a:close/>
                  <a:moveTo>
                    <a:pt x="572848" y="1710491"/>
                  </a:moveTo>
                  <a:lnTo>
                    <a:pt x="541535" y="1628275"/>
                  </a:lnTo>
                  <a:lnTo>
                    <a:pt x="611613" y="1672054"/>
                  </a:lnTo>
                  <a:close/>
                  <a:moveTo>
                    <a:pt x="989381" y="1891083"/>
                  </a:moveTo>
                  <a:lnTo>
                    <a:pt x="986314" y="1880263"/>
                  </a:lnTo>
                  <a:lnTo>
                    <a:pt x="985141" y="1962478"/>
                  </a:lnTo>
                  <a:close/>
                  <a:moveTo>
                    <a:pt x="1247413" y="2237926"/>
                  </a:moveTo>
                  <a:lnTo>
                    <a:pt x="1330074" y="2268322"/>
                  </a:lnTo>
                  <a:lnTo>
                    <a:pt x="1378677" y="2234839"/>
                  </a:lnTo>
                  <a:close/>
                  <a:moveTo>
                    <a:pt x="1378677" y="2234839"/>
                  </a:moveTo>
                  <a:lnTo>
                    <a:pt x="1330074" y="2268322"/>
                  </a:lnTo>
                  <a:lnTo>
                    <a:pt x="1446733" y="2210632"/>
                  </a:lnTo>
                  <a:close/>
                  <a:moveTo>
                    <a:pt x="1451131" y="2158425"/>
                  </a:moveTo>
                  <a:lnTo>
                    <a:pt x="1378677" y="2234839"/>
                  </a:lnTo>
                  <a:lnTo>
                    <a:pt x="1446733" y="2210632"/>
                  </a:lnTo>
                  <a:close/>
                  <a:moveTo>
                    <a:pt x="1451131" y="2158425"/>
                  </a:moveTo>
                  <a:lnTo>
                    <a:pt x="1385125" y="2151496"/>
                  </a:lnTo>
                  <a:lnTo>
                    <a:pt x="1378677" y="2234839"/>
                  </a:lnTo>
                  <a:close/>
                  <a:moveTo>
                    <a:pt x="1451131" y="2158425"/>
                  </a:moveTo>
                  <a:lnTo>
                    <a:pt x="1446733" y="2210632"/>
                  </a:lnTo>
                  <a:lnTo>
                    <a:pt x="1469050" y="2170687"/>
                  </a:lnTo>
                  <a:close/>
                  <a:moveTo>
                    <a:pt x="1375959" y="1803390"/>
                  </a:moveTo>
                  <a:lnTo>
                    <a:pt x="1373887" y="1764954"/>
                  </a:lnTo>
                  <a:lnTo>
                    <a:pt x="1403496" y="1885605"/>
                  </a:lnTo>
                  <a:close/>
                  <a:moveTo>
                    <a:pt x="1380847" y="1682739"/>
                  </a:moveTo>
                  <a:lnTo>
                    <a:pt x="1373887" y="1764954"/>
                  </a:lnTo>
                  <a:lnTo>
                    <a:pt x="1358862" y="1721175"/>
                  </a:lnTo>
                  <a:close/>
                  <a:moveTo>
                    <a:pt x="1380599" y="1654714"/>
                  </a:moveTo>
                  <a:lnTo>
                    <a:pt x="1373887" y="1764954"/>
                  </a:lnTo>
                  <a:lnTo>
                    <a:pt x="1380847" y="1682739"/>
                  </a:lnTo>
                  <a:close/>
                  <a:moveTo>
                    <a:pt x="1380599" y="1654714"/>
                  </a:moveTo>
                  <a:lnTo>
                    <a:pt x="1384887" y="1751320"/>
                  </a:lnTo>
                  <a:lnTo>
                    <a:pt x="1373887" y="1764954"/>
                  </a:lnTo>
                  <a:close/>
                  <a:moveTo>
                    <a:pt x="1363517" y="1568509"/>
                  </a:moveTo>
                  <a:lnTo>
                    <a:pt x="1380599" y="1654714"/>
                  </a:lnTo>
                  <a:lnTo>
                    <a:pt x="1380847" y="1682739"/>
                  </a:lnTo>
                  <a:close/>
                  <a:moveTo>
                    <a:pt x="1362746" y="1562087"/>
                  </a:moveTo>
                  <a:lnTo>
                    <a:pt x="1363517" y="1568509"/>
                  </a:lnTo>
                  <a:lnTo>
                    <a:pt x="1366720" y="1544525"/>
                  </a:lnTo>
                  <a:close/>
                  <a:moveTo>
                    <a:pt x="64494" y="120651"/>
                  </a:moveTo>
                  <a:lnTo>
                    <a:pt x="101227" y="0"/>
                  </a:lnTo>
                  <a:lnTo>
                    <a:pt x="107959" y="82215"/>
                  </a:lnTo>
                  <a:close/>
                  <a:moveTo>
                    <a:pt x="1103219" y="1116656"/>
                  </a:moveTo>
                  <a:lnTo>
                    <a:pt x="1133926" y="1033425"/>
                  </a:lnTo>
                  <a:lnTo>
                    <a:pt x="1069644" y="1151011"/>
                  </a:lnTo>
                  <a:close/>
                  <a:moveTo>
                    <a:pt x="1069644" y="1151011"/>
                  </a:moveTo>
                  <a:lnTo>
                    <a:pt x="1130511" y="1030360"/>
                  </a:lnTo>
                  <a:lnTo>
                    <a:pt x="1100907" y="1112575"/>
                  </a:lnTo>
                  <a:close/>
                  <a:moveTo>
                    <a:pt x="2063803" y="2063387"/>
                  </a:moveTo>
                  <a:lnTo>
                    <a:pt x="2056917" y="2181371"/>
                  </a:lnTo>
                  <a:lnTo>
                    <a:pt x="2073665" y="2099156"/>
                  </a:lnTo>
                  <a:close/>
                  <a:moveTo>
                    <a:pt x="1636076" y="1605866"/>
                  </a:moveTo>
                  <a:lnTo>
                    <a:pt x="1652475" y="1567429"/>
                  </a:lnTo>
                  <a:lnTo>
                    <a:pt x="1614625" y="1688081"/>
                  </a:lnTo>
                  <a:close/>
                  <a:moveTo>
                    <a:pt x="1652475" y="1567429"/>
                  </a:moveTo>
                  <a:lnTo>
                    <a:pt x="1636076" y="1605866"/>
                  </a:lnTo>
                  <a:lnTo>
                    <a:pt x="1615127" y="1523650"/>
                  </a:lnTo>
                  <a:close/>
                  <a:moveTo>
                    <a:pt x="975486" y="765993"/>
                  </a:moveTo>
                  <a:lnTo>
                    <a:pt x="998166" y="865929"/>
                  </a:lnTo>
                  <a:lnTo>
                    <a:pt x="1017044" y="857920"/>
                  </a:lnTo>
                  <a:close/>
                  <a:moveTo>
                    <a:pt x="1054668" y="783715"/>
                  </a:moveTo>
                  <a:lnTo>
                    <a:pt x="1062552" y="745278"/>
                  </a:lnTo>
                  <a:lnTo>
                    <a:pt x="1047120" y="755167"/>
                  </a:lnTo>
                  <a:close/>
                  <a:moveTo>
                    <a:pt x="1059255" y="663063"/>
                  </a:moveTo>
                  <a:lnTo>
                    <a:pt x="1062552" y="745278"/>
                  </a:lnTo>
                  <a:lnTo>
                    <a:pt x="1042654" y="701499"/>
                  </a:lnTo>
                  <a:close/>
                  <a:moveTo>
                    <a:pt x="1460619" y="1186540"/>
                  </a:moveTo>
                  <a:lnTo>
                    <a:pt x="1419152" y="1122910"/>
                  </a:lnTo>
                  <a:lnTo>
                    <a:pt x="1391776" y="1156353"/>
                  </a:lnTo>
                  <a:close/>
                  <a:moveTo>
                    <a:pt x="1571286" y="1106441"/>
                  </a:moveTo>
                  <a:lnTo>
                    <a:pt x="1634255" y="1063216"/>
                  </a:lnTo>
                  <a:lnTo>
                    <a:pt x="1613790" y="1050156"/>
                  </a:lnTo>
                  <a:close/>
                </a:path>
              </a:pathLst>
            </a:custGeom>
            <a:solidFill>
              <a:srgbClr val="D4DBE0"/>
            </a:solidFill>
            <a:ln w="1524">
              <a:solidFill>
                <a:srgbClr val="D4DBE0"/>
              </a:solidFill>
            </a:ln>
          </p:spPr>
        </p:sp>
        <p:sp>
          <p:nvSpPr>
            <p:cNvPr id="2029" name="Candidate_density__2028">
              <a:extLst>
                <a:ext uri="{FF2B5EF4-FFF2-40B4-BE49-F238E27FC236}">
                  <a16:creationId xmlns:a16="http://schemas.microsoft.com/office/drawing/2014/main" id="{883D48DF-D100-7422-3C48-FDEB2127D463}"/>
                </a:ext>
              </a:extLst>
            </p:cNvPr>
            <p:cNvSpPr>
              <a:spLocks noGrp="1"/>
            </p:cNvSpPr>
            <p:nvPr/>
          </p:nvSpPr>
          <p:spPr>
            <a:xfrm>
              <a:off x="4503598" y="2093697"/>
              <a:ext cx="2162669" cy="2953731"/>
            </a:xfrm>
            <a:custGeom>
              <a:avLst/>
              <a:gdLst/>
              <a:ahLst/>
              <a:cxnLst/>
              <a:rect l="0" t="0" r="0" b="0"/>
              <a:pathLst>
                <a:path w="2162669" h="2953731">
                  <a:moveTo>
                    <a:pt x="0" y="2316104"/>
                  </a:moveTo>
                  <a:lnTo>
                    <a:pt x="86509" y="2406459"/>
                  </a:lnTo>
                  <a:lnTo>
                    <a:pt x="58399" y="2373891"/>
                  </a:lnTo>
                  <a:close/>
                  <a:moveTo>
                    <a:pt x="610071" y="2784233"/>
                  </a:moveTo>
                  <a:lnTo>
                    <a:pt x="527731" y="2759139"/>
                  </a:lnTo>
                  <a:lnTo>
                    <a:pt x="598945" y="2784966"/>
                  </a:lnTo>
                  <a:close/>
                  <a:moveTo>
                    <a:pt x="432734" y="2467417"/>
                  </a:moveTo>
                  <a:lnTo>
                    <a:pt x="460406" y="2417669"/>
                  </a:lnTo>
                  <a:lnTo>
                    <a:pt x="468856" y="2438078"/>
                  </a:lnTo>
                  <a:close/>
                  <a:moveTo>
                    <a:pt x="466627" y="2479390"/>
                  </a:moveTo>
                  <a:lnTo>
                    <a:pt x="432734" y="2467417"/>
                  </a:lnTo>
                  <a:lnTo>
                    <a:pt x="378915" y="2417669"/>
                  </a:lnTo>
                  <a:close/>
                  <a:moveTo>
                    <a:pt x="542147" y="2461448"/>
                  </a:moveTo>
                  <a:lnTo>
                    <a:pt x="461093" y="2383797"/>
                  </a:lnTo>
                  <a:lnTo>
                    <a:pt x="460406" y="2417669"/>
                  </a:lnTo>
                  <a:close/>
                  <a:moveTo>
                    <a:pt x="460406" y="2417669"/>
                  </a:moveTo>
                  <a:lnTo>
                    <a:pt x="432734" y="2467417"/>
                  </a:lnTo>
                  <a:lnTo>
                    <a:pt x="542147" y="2461448"/>
                  </a:lnTo>
                  <a:close/>
                  <a:moveTo>
                    <a:pt x="1079599" y="2945160"/>
                  </a:moveTo>
                  <a:lnTo>
                    <a:pt x="1030198" y="2924730"/>
                  </a:lnTo>
                  <a:lnTo>
                    <a:pt x="1125106" y="2953731"/>
                  </a:lnTo>
                  <a:close/>
                  <a:moveTo>
                    <a:pt x="1039583" y="2751872"/>
                  </a:moveTo>
                  <a:lnTo>
                    <a:pt x="1004587" y="2669657"/>
                  </a:lnTo>
                  <a:lnTo>
                    <a:pt x="991862" y="2755712"/>
                  </a:lnTo>
                  <a:close/>
                  <a:moveTo>
                    <a:pt x="1004587" y="2669657"/>
                  </a:moveTo>
                  <a:lnTo>
                    <a:pt x="959360" y="2682043"/>
                  </a:lnTo>
                  <a:lnTo>
                    <a:pt x="991862" y="2755712"/>
                  </a:lnTo>
                  <a:close/>
                  <a:moveTo>
                    <a:pt x="991862" y="2755712"/>
                  </a:moveTo>
                  <a:lnTo>
                    <a:pt x="959360" y="2682043"/>
                  </a:lnTo>
                  <a:lnTo>
                    <a:pt x="953618" y="2751872"/>
                  </a:lnTo>
                  <a:close/>
                  <a:moveTo>
                    <a:pt x="959360" y="2682043"/>
                  </a:moveTo>
                  <a:lnTo>
                    <a:pt x="905622" y="2669657"/>
                  </a:lnTo>
                  <a:lnTo>
                    <a:pt x="953618" y="2751872"/>
                  </a:lnTo>
                  <a:close/>
                  <a:moveTo>
                    <a:pt x="959360" y="2682043"/>
                  </a:moveTo>
                  <a:lnTo>
                    <a:pt x="1004587" y="2669657"/>
                  </a:lnTo>
                  <a:lnTo>
                    <a:pt x="963883" y="2629604"/>
                  </a:lnTo>
                  <a:close/>
                  <a:moveTo>
                    <a:pt x="905622" y="2669657"/>
                  </a:moveTo>
                  <a:lnTo>
                    <a:pt x="959360" y="2682043"/>
                  </a:lnTo>
                  <a:lnTo>
                    <a:pt x="963883" y="2629604"/>
                  </a:lnTo>
                  <a:close/>
                  <a:moveTo>
                    <a:pt x="660611" y="2342777"/>
                  </a:moveTo>
                  <a:lnTo>
                    <a:pt x="570593" y="2455460"/>
                  </a:lnTo>
                  <a:lnTo>
                    <a:pt x="664936" y="2439352"/>
                  </a:lnTo>
                  <a:close/>
                  <a:moveTo>
                    <a:pt x="664936" y="2439352"/>
                  </a:moveTo>
                  <a:lnTo>
                    <a:pt x="720434" y="2354733"/>
                  </a:lnTo>
                  <a:lnTo>
                    <a:pt x="660611" y="2342777"/>
                  </a:lnTo>
                  <a:close/>
                  <a:moveTo>
                    <a:pt x="1192916" y="2928602"/>
                  </a:moveTo>
                  <a:lnTo>
                    <a:pt x="1230947" y="2877866"/>
                  </a:lnTo>
                  <a:lnTo>
                    <a:pt x="1215490" y="2895275"/>
                  </a:lnTo>
                  <a:close/>
                  <a:moveTo>
                    <a:pt x="1004587" y="2669657"/>
                  </a:moveTo>
                  <a:lnTo>
                    <a:pt x="1076875" y="2747191"/>
                  </a:lnTo>
                  <a:lnTo>
                    <a:pt x="1077097" y="2646917"/>
                  </a:lnTo>
                  <a:close/>
                  <a:moveTo>
                    <a:pt x="1004587" y="2669657"/>
                  </a:moveTo>
                  <a:lnTo>
                    <a:pt x="1039583" y="2751872"/>
                  </a:lnTo>
                  <a:lnTo>
                    <a:pt x="1076875" y="2747191"/>
                  </a:lnTo>
                  <a:close/>
                  <a:moveTo>
                    <a:pt x="1213916" y="2791914"/>
                  </a:moveTo>
                  <a:lnTo>
                    <a:pt x="1214587" y="2795917"/>
                  </a:lnTo>
                  <a:lnTo>
                    <a:pt x="1214511" y="2795651"/>
                  </a:lnTo>
                  <a:close/>
                  <a:moveTo>
                    <a:pt x="905622" y="2669657"/>
                  </a:moveTo>
                  <a:lnTo>
                    <a:pt x="963883" y="2629604"/>
                  </a:lnTo>
                  <a:lnTo>
                    <a:pt x="900866" y="2669006"/>
                  </a:lnTo>
                  <a:close/>
                  <a:moveTo>
                    <a:pt x="1077097" y="2646917"/>
                  </a:moveTo>
                  <a:lnTo>
                    <a:pt x="963883" y="2629604"/>
                  </a:lnTo>
                  <a:lnTo>
                    <a:pt x="1004587" y="2669657"/>
                  </a:lnTo>
                  <a:close/>
                  <a:moveTo>
                    <a:pt x="445159" y="1896289"/>
                  </a:moveTo>
                  <a:lnTo>
                    <a:pt x="406483" y="2011936"/>
                  </a:lnTo>
                  <a:lnTo>
                    <a:pt x="434583" y="2004980"/>
                  </a:lnTo>
                  <a:close/>
                  <a:moveTo>
                    <a:pt x="469035" y="2011936"/>
                  </a:moveTo>
                  <a:lnTo>
                    <a:pt x="445159" y="1896289"/>
                  </a:lnTo>
                  <a:lnTo>
                    <a:pt x="434583" y="2004980"/>
                  </a:lnTo>
                  <a:close/>
                  <a:moveTo>
                    <a:pt x="468149" y="1929721"/>
                  </a:moveTo>
                  <a:lnTo>
                    <a:pt x="445159" y="1896289"/>
                  </a:lnTo>
                  <a:lnTo>
                    <a:pt x="469035" y="2011936"/>
                  </a:lnTo>
                  <a:close/>
                  <a:moveTo>
                    <a:pt x="469294" y="1891284"/>
                  </a:moveTo>
                  <a:lnTo>
                    <a:pt x="490699" y="1919859"/>
                  </a:lnTo>
                  <a:lnTo>
                    <a:pt x="534844" y="1924923"/>
                  </a:lnTo>
                  <a:close/>
                  <a:moveTo>
                    <a:pt x="490699" y="1919859"/>
                  </a:moveTo>
                  <a:lnTo>
                    <a:pt x="469294" y="1891284"/>
                  </a:lnTo>
                  <a:lnTo>
                    <a:pt x="514599" y="1849230"/>
                  </a:lnTo>
                  <a:close/>
                  <a:moveTo>
                    <a:pt x="349289" y="1813546"/>
                  </a:moveTo>
                  <a:lnTo>
                    <a:pt x="437741" y="1891284"/>
                  </a:lnTo>
                  <a:lnTo>
                    <a:pt x="445159" y="1896289"/>
                  </a:lnTo>
                  <a:close/>
                  <a:moveTo>
                    <a:pt x="1230947" y="2877866"/>
                  </a:moveTo>
                  <a:lnTo>
                    <a:pt x="1214587" y="2795917"/>
                  </a:lnTo>
                  <a:lnTo>
                    <a:pt x="1215490" y="2895275"/>
                  </a:lnTo>
                  <a:close/>
                  <a:moveTo>
                    <a:pt x="1230947" y="2877866"/>
                  </a:moveTo>
                  <a:lnTo>
                    <a:pt x="1214511" y="2795651"/>
                  </a:lnTo>
                  <a:lnTo>
                    <a:pt x="1214587" y="2795917"/>
                  </a:lnTo>
                  <a:close/>
                  <a:moveTo>
                    <a:pt x="469294" y="1891284"/>
                  </a:moveTo>
                  <a:lnTo>
                    <a:pt x="536196" y="1782778"/>
                  </a:lnTo>
                  <a:lnTo>
                    <a:pt x="514599" y="1849230"/>
                  </a:lnTo>
                  <a:close/>
                  <a:moveTo>
                    <a:pt x="1375955" y="2625233"/>
                  </a:moveTo>
                  <a:lnTo>
                    <a:pt x="1420168" y="2636563"/>
                  </a:lnTo>
                  <a:lnTo>
                    <a:pt x="1422362" y="2648092"/>
                  </a:lnTo>
                  <a:close/>
                  <a:moveTo>
                    <a:pt x="1352481" y="2600925"/>
                  </a:moveTo>
                  <a:lnTo>
                    <a:pt x="1420168" y="2636563"/>
                  </a:lnTo>
                  <a:lnTo>
                    <a:pt x="1375955" y="2625233"/>
                  </a:lnTo>
                  <a:close/>
                  <a:moveTo>
                    <a:pt x="1378530" y="2592784"/>
                  </a:moveTo>
                  <a:lnTo>
                    <a:pt x="1422362" y="2648092"/>
                  </a:lnTo>
                  <a:lnTo>
                    <a:pt x="1490655" y="2636563"/>
                  </a:lnTo>
                  <a:close/>
                  <a:moveTo>
                    <a:pt x="653747" y="1747803"/>
                  </a:moveTo>
                  <a:lnTo>
                    <a:pt x="558305" y="1764804"/>
                  </a:lnTo>
                  <a:lnTo>
                    <a:pt x="680519" y="1760516"/>
                  </a:lnTo>
                  <a:close/>
                  <a:moveTo>
                    <a:pt x="1490655" y="2636563"/>
                  </a:moveTo>
                  <a:lnTo>
                    <a:pt x="1515546" y="2653281"/>
                  </a:lnTo>
                  <a:lnTo>
                    <a:pt x="1516017" y="2632544"/>
                  </a:lnTo>
                  <a:close/>
                  <a:moveTo>
                    <a:pt x="1449791" y="2554347"/>
                  </a:moveTo>
                  <a:lnTo>
                    <a:pt x="1516017" y="2632544"/>
                  </a:lnTo>
                  <a:lnTo>
                    <a:pt x="1468476" y="2540750"/>
                  </a:lnTo>
                  <a:close/>
                  <a:moveTo>
                    <a:pt x="1490655" y="2636563"/>
                  </a:moveTo>
                  <a:lnTo>
                    <a:pt x="1516017" y="2632544"/>
                  </a:lnTo>
                  <a:lnTo>
                    <a:pt x="1449791" y="2554347"/>
                  </a:lnTo>
                  <a:close/>
                  <a:moveTo>
                    <a:pt x="1516017" y="2632544"/>
                  </a:moveTo>
                  <a:lnTo>
                    <a:pt x="1515546" y="2653281"/>
                  </a:lnTo>
                  <a:lnTo>
                    <a:pt x="1520901" y="2636563"/>
                  </a:lnTo>
                  <a:close/>
                  <a:moveTo>
                    <a:pt x="1433465" y="2538973"/>
                  </a:moveTo>
                  <a:lnTo>
                    <a:pt x="1484710" y="2537992"/>
                  </a:lnTo>
                  <a:lnTo>
                    <a:pt x="1449791" y="2554347"/>
                  </a:lnTo>
                  <a:close/>
                  <a:moveTo>
                    <a:pt x="1267370" y="2389918"/>
                  </a:moveTo>
                  <a:lnTo>
                    <a:pt x="1307277" y="2431916"/>
                  </a:lnTo>
                  <a:lnTo>
                    <a:pt x="1316523" y="2373268"/>
                  </a:lnTo>
                  <a:close/>
                  <a:moveTo>
                    <a:pt x="814446" y="1978027"/>
                  </a:moveTo>
                  <a:lnTo>
                    <a:pt x="896345" y="1972037"/>
                  </a:lnTo>
                  <a:lnTo>
                    <a:pt x="881985" y="1956447"/>
                  </a:lnTo>
                  <a:close/>
                  <a:moveTo>
                    <a:pt x="1491742" y="2349082"/>
                  </a:moveTo>
                  <a:lnTo>
                    <a:pt x="1490610" y="2351481"/>
                  </a:lnTo>
                  <a:lnTo>
                    <a:pt x="1536552" y="2301415"/>
                  </a:lnTo>
                  <a:close/>
                  <a:moveTo>
                    <a:pt x="1537537" y="2230829"/>
                  </a:moveTo>
                  <a:lnTo>
                    <a:pt x="1581560" y="2254490"/>
                  </a:lnTo>
                  <a:lnTo>
                    <a:pt x="1554506" y="2200884"/>
                  </a:lnTo>
                  <a:close/>
                  <a:moveTo>
                    <a:pt x="1647137" y="2286261"/>
                  </a:moveTo>
                  <a:lnTo>
                    <a:pt x="1654656" y="2249126"/>
                  </a:lnTo>
                  <a:lnTo>
                    <a:pt x="1537537" y="2230829"/>
                  </a:lnTo>
                  <a:close/>
                  <a:moveTo>
                    <a:pt x="1537537" y="2230829"/>
                  </a:moveTo>
                  <a:lnTo>
                    <a:pt x="1554506" y="2200884"/>
                  </a:lnTo>
                  <a:lnTo>
                    <a:pt x="1522430" y="2126870"/>
                  </a:lnTo>
                  <a:close/>
                  <a:moveTo>
                    <a:pt x="1888470" y="2350799"/>
                  </a:moveTo>
                  <a:lnTo>
                    <a:pt x="1868199" y="2327819"/>
                  </a:lnTo>
                  <a:lnTo>
                    <a:pt x="1923893" y="2419785"/>
                  </a:lnTo>
                  <a:close/>
                  <a:moveTo>
                    <a:pt x="1967124" y="2366218"/>
                  </a:moveTo>
                  <a:lnTo>
                    <a:pt x="1888470" y="2350799"/>
                  </a:lnTo>
                  <a:lnTo>
                    <a:pt x="1923893" y="2419785"/>
                  </a:lnTo>
                  <a:close/>
                  <a:moveTo>
                    <a:pt x="1862847" y="2318386"/>
                  </a:moveTo>
                  <a:lnTo>
                    <a:pt x="1868199" y="2327819"/>
                  </a:lnTo>
                  <a:lnTo>
                    <a:pt x="1888470" y="2350799"/>
                  </a:lnTo>
                  <a:close/>
                  <a:moveTo>
                    <a:pt x="1862847" y="2318386"/>
                  </a:moveTo>
                  <a:lnTo>
                    <a:pt x="1821579" y="2236171"/>
                  </a:lnTo>
                  <a:lnTo>
                    <a:pt x="1824770" y="2263033"/>
                  </a:lnTo>
                  <a:close/>
                  <a:moveTo>
                    <a:pt x="2131690" y="2487641"/>
                  </a:moveTo>
                  <a:lnTo>
                    <a:pt x="2077829" y="2501468"/>
                  </a:lnTo>
                  <a:lnTo>
                    <a:pt x="2092964" y="2444380"/>
                  </a:lnTo>
                  <a:close/>
                  <a:moveTo>
                    <a:pt x="2077829" y="2501468"/>
                  </a:moveTo>
                  <a:lnTo>
                    <a:pt x="2131690" y="2487641"/>
                  </a:lnTo>
                  <a:lnTo>
                    <a:pt x="2104003" y="2482817"/>
                  </a:lnTo>
                  <a:close/>
                  <a:moveTo>
                    <a:pt x="2131690" y="2487641"/>
                  </a:moveTo>
                  <a:lnTo>
                    <a:pt x="2135314" y="2444380"/>
                  </a:lnTo>
                  <a:lnTo>
                    <a:pt x="2104003" y="2482817"/>
                  </a:lnTo>
                  <a:close/>
                  <a:moveTo>
                    <a:pt x="1996470" y="2284128"/>
                  </a:moveTo>
                  <a:lnTo>
                    <a:pt x="1967124" y="2366218"/>
                  </a:lnTo>
                  <a:lnTo>
                    <a:pt x="2088274" y="2370177"/>
                  </a:lnTo>
                  <a:close/>
                  <a:moveTo>
                    <a:pt x="2088274" y="2370177"/>
                  </a:moveTo>
                  <a:lnTo>
                    <a:pt x="2111732" y="2362165"/>
                  </a:lnTo>
                  <a:lnTo>
                    <a:pt x="2162669" y="2324810"/>
                  </a:lnTo>
                  <a:close/>
                  <a:moveTo>
                    <a:pt x="1862847" y="2318386"/>
                  </a:moveTo>
                  <a:lnTo>
                    <a:pt x="1888470" y="2350799"/>
                  </a:lnTo>
                  <a:lnTo>
                    <a:pt x="1897602" y="2303915"/>
                  </a:lnTo>
                  <a:close/>
                  <a:moveTo>
                    <a:pt x="1821579" y="2236171"/>
                  </a:moveTo>
                  <a:lnTo>
                    <a:pt x="1862847" y="2318386"/>
                  </a:lnTo>
                  <a:lnTo>
                    <a:pt x="1845411" y="2197735"/>
                  </a:lnTo>
                  <a:close/>
                  <a:moveTo>
                    <a:pt x="1804479" y="1951089"/>
                  </a:moveTo>
                  <a:lnTo>
                    <a:pt x="1748549" y="1868874"/>
                  </a:lnTo>
                  <a:lnTo>
                    <a:pt x="1742937" y="1989526"/>
                  </a:lnTo>
                  <a:close/>
                  <a:moveTo>
                    <a:pt x="1184211" y="1453097"/>
                  </a:moveTo>
                  <a:lnTo>
                    <a:pt x="1196690" y="1409177"/>
                  </a:lnTo>
                  <a:lnTo>
                    <a:pt x="1193251" y="1423439"/>
                  </a:lnTo>
                  <a:close/>
                  <a:moveTo>
                    <a:pt x="1112599" y="1211154"/>
                  </a:moveTo>
                  <a:lnTo>
                    <a:pt x="1090125" y="1134943"/>
                  </a:lnTo>
                  <a:lnTo>
                    <a:pt x="1114415" y="1215288"/>
                  </a:lnTo>
                  <a:close/>
                  <a:moveTo>
                    <a:pt x="1112599" y="1211154"/>
                  </a:moveTo>
                  <a:lnTo>
                    <a:pt x="1087502" y="1128939"/>
                  </a:lnTo>
                  <a:lnTo>
                    <a:pt x="1090125" y="1134943"/>
                  </a:lnTo>
                  <a:close/>
                  <a:moveTo>
                    <a:pt x="2095659" y="2264081"/>
                  </a:moveTo>
                  <a:lnTo>
                    <a:pt x="2111732" y="2362165"/>
                  </a:lnTo>
                  <a:lnTo>
                    <a:pt x="2104289" y="2357157"/>
                  </a:lnTo>
                  <a:close/>
                  <a:moveTo>
                    <a:pt x="1797374" y="1858463"/>
                  </a:moveTo>
                  <a:lnTo>
                    <a:pt x="1755126" y="1858691"/>
                  </a:lnTo>
                  <a:lnTo>
                    <a:pt x="1831666" y="1912653"/>
                  </a:lnTo>
                  <a:close/>
                  <a:moveTo>
                    <a:pt x="1831666" y="1912653"/>
                  </a:moveTo>
                  <a:lnTo>
                    <a:pt x="1755126" y="1858691"/>
                  </a:lnTo>
                  <a:lnTo>
                    <a:pt x="1748549" y="1868874"/>
                  </a:lnTo>
                  <a:close/>
                  <a:moveTo>
                    <a:pt x="1831666" y="1912653"/>
                  </a:moveTo>
                  <a:lnTo>
                    <a:pt x="1748549" y="1868874"/>
                  </a:lnTo>
                  <a:lnTo>
                    <a:pt x="1804479" y="1951089"/>
                  </a:lnTo>
                  <a:close/>
                  <a:moveTo>
                    <a:pt x="1492416" y="1350533"/>
                  </a:moveTo>
                  <a:lnTo>
                    <a:pt x="1430580" y="1340213"/>
                  </a:lnTo>
                  <a:lnTo>
                    <a:pt x="1494816" y="1448674"/>
                  </a:lnTo>
                  <a:close/>
                  <a:moveTo>
                    <a:pt x="1047282" y="1046723"/>
                  </a:moveTo>
                  <a:lnTo>
                    <a:pt x="1042686" y="987413"/>
                  </a:lnTo>
                  <a:lnTo>
                    <a:pt x="1073989" y="926072"/>
                  </a:lnTo>
                  <a:close/>
                  <a:moveTo>
                    <a:pt x="1047282" y="1046723"/>
                  </a:moveTo>
                  <a:lnTo>
                    <a:pt x="1073989" y="926072"/>
                  </a:lnTo>
                  <a:lnTo>
                    <a:pt x="1039863" y="964508"/>
                  </a:lnTo>
                  <a:close/>
                  <a:moveTo>
                    <a:pt x="252419" y="30048"/>
                  </a:moveTo>
                  <a:lnTo>
                    <a:pt x="332411" y="25608"/>
                  </a:lnTo>
                  <a:lnTo>
                    <a:pt x="273847" y="0"/>
                  </a:lnTo>
                  <a:close/>
                  <a:moveTo>
                    <a:pt x="1766222" y="1830438"/>
                  </a:moveTo>
                  <a:lnTo>
                    <a:pt x="1755126" y="1858691"/>
                  </a:lnTo>
                  <a:lnTo>
                    <a:pt x="1797374" y="1858463"/>
                  </a:lnTo>
                  <a:close/>
                  <a:moveTo>
                    <a:pt x="1710805" y="1534797"/>
                  </a:moveTo>
                  <a:lnTo>
                    <a:pt x="1844655" y="1541374"/>
                  </a:lnTo>
                  <a:lnTo>
                    <a:pt x="1757273" y="1493327"/>
                  </a:lnTo>
                  <a:close/>
                  <a:moveTo>
                    <a:pt x="1840477" y="1549619"/>
                  </a:moveTo>
                  <a:lnTo>
                    <a:pt x="1861086" y="1545356"/>
                  </a:lnTo>
                  <a:lnTo>
                    <a:pt x="1844655" y="1541374"/>
                  </a:lnTo>
                  <a:close/>
                  <a:moveTo>
                    <a:pt x="1688429" y="1463141"/>
                  </a:moveTo>
                  <a:lnTo>
                    <a:pt x="1625044" y="1403393"/>
                  </a:lnTo>
                  <a:lnTo>
                    <a:pt x="1658771" y="1419362"/>
                  </a:lnTo>
                  <a:close/>
                  <a:moveTo>
                    <a:pt x="1688429" y="1463141"/>
                  </a:moveTo>
                  <a:lnTo>
                    <a:pt x="1658771" y="1419362"/>
                  </a:lnTo>
                  <a:lnTo>
                    <a:pt x="1665476" y="1501577"/>
                  </a:lnTo>
                  <a:close/>
                  <a:moveTo>
                    <a:pt x="1200711" y="905446"/>
                  </a:moveTo>
                  <a:lnTo>
                    <a:pt x="1124835" y="906540"/>
                  </a:lnTo>
                  <a:lnTo>
                    <a:pt x="1239655" y="951327"/>
                  </a:lnTo>
                  <a:close/>
                  <a:moveTo>
                    <a:pt x="1260191" y="917682"/>
                  </a:moveTo>
                  <a:lnTo>
                    <a:pt x="1200711" y="905446"/>
                  </a:lnTo>
                  <a:lnTo>
                    <a:pt x="1312633" y="945523"/>
                  </a:lnTo>
                  <a:close/>
                  <a:moveTo>
                    <a:pt x="1200711" y="905446"/>
                  </a:moveTo>
                  <a:lnTo>
                    <a:pt x="1239655" y="951327"/>
                  </a:lnTo>
                  <a:lnTo>
                    <a:pt x="1312633" y="945523"/>
                  </a:lnTo>
                  <a:close/>
                  <a:moveTo>
                    <a:pt x="1569934" y="1350213"/>
                  </a:moveTo>
                  <a:lnTo>
                    <a:pt x="1625044" y="1403393"/>
                  </a:lnTo>
                  <a:lnTo>
                    <a:pt x="1558430" y="1396956"/>
                  </a:lnTo>
                  <a:close/>
                  <a:moveTo>
                    <a:pt x="1335311" y="956703"/>
                  </a:moveTo>
                  <a:lnTo>
                    <a:pt x="1355908" y="969850"/>
                  </a:lnTo>
                  <a:lnTo>
                    <a:pt x="1312633" y="945523"/>
                  </a:lnTo>
                  <a:close/>
                  <a:moveTo>
                    <a:pt x="1837887" y="1364326"/>
                  </a:moveTo>
                  <a:lnTo>
                    <a:pt x="1846579" y="1424705"/>
                  </a:lnTo>
                  <a:lnTo>
                    <a:pt x="1867939" y="1413229"/>
                  </a:lnTo>
                  <a:close/>
                  <a:moveTo>
                    <a:pt x="1793070" y="1227290"/>
                  </a:moveTo>
                  <a:lnTo>
                    <a:pt x="1869139" y="1226040"/>
                  </a:lnTo>
                  <a:lnTo>
                    <a:pt x="1818402" y="1228019"/>
                  </a:lnTo>
                  <a:close/>
                  <a:moveTo>
                    <a:pt x="1869139" y="1226040"/>
                  </a:moveTo>
                  <a:lnTo>
                    <a:pt x="1793070" y="1227290"/>
                  </a:lnTo>
                  <a:lnTo>
                    <a:pt x="1880242" y="1244023"/>
                  </a:lnTo>
                  <a:close/>
                </a:path>
              </a:pathLst>
            </a:custGeom>
            <a:solidFill>
              <a:srgbClr val="E0E5E9"/>
            </a:solidFill>
            <a:ln w="1524">
              <a:solidFill>
                <a:srgbClr val="E0E5E9"/>
              </a:solidFill>
            </a:ln>
          </p:spPr>
        </p:sp>
        <p:sp>
          <p:nvSpPr>
            <p:cNvPr id="2030" name="Candidate_density__2029">
              <a:extLst>
                <a:ext uri="{FF2B5EF4-FFF2-40B4-BE49-F238E27FC236}">
                  <a16:creationId xmlns:a16="http://schemas.microsoft.com/office/drawing/2014/main" id="{EF7F8244-1244-CAC4-3EA2-1266F031D7CF}"/>
                </a:ext>
              </a:extLst>
            </p:cNvPr>
            <p:cNvSpPr>
              <a:spLocks noGrp="1"/>
            </p:cNvSpPr>
            <p:nvPr/>
          </p:nvSpPr>
          <p:spPr>
            <a:xfrm>
              <a:off x="4490746" y="2989537"/>
              <a:ext cx="2182857" cy="1586977"/>
            </a:xfrm>
            <a:custGeom>
              <a:avLst/>
              <a:gdLst/>
              <a:ahLst/>
              <a:cxnLst/>
              <a:rect l="0" t="0" r="0" b="0"/>
              <a:pathLst>
                <a:path w="2182857" h="1586977">
                  <a:moveTo>
                    <a:pt x="0" y="1352057"/>
                  </a:moveTo>
                  <a:lnTo>
                    <a:pt x="19337" y="1434272"/>
                  </a:lnTo>
                  <a:lnTo>
                    <a:pt x="19357" y="1314883"/>
                  </a:lnTo>
                  <a:close/>
                  <a:moveTo>
                    <a:pt x="19337" y="1434272"/>
                  </a:moveTo>
                  <a:lnTo>
                    <a:pt x="12852" y="1420264"/>
                  </a:lnTo>
                  <a:lnTo>
                    <a:pt x="19357" y="1314883"/>
                  </a:lnTo>
                  <a:close/>
                  <a:moveTo>
                    <a:pt x="72639" y="1231405"/>
                  </a:moveTo>
                  <a:lnTo>
                    <a:pt x="71543" y="1232957"/>
                  </a:lnTo>
                  <a:lnTo>
                    <a:pt x="20618" y="1312528"/>
                  </a:lnTo>
                  <a:close/>
                  <a:moveTo>
                    <a:pt x="71543" y="1232957"/>
                  </a:moveTo>
                  <a:lnTo>
                    <a:pt x="32018" y="1291691"/>
                  </a:lnTo>
                  <a:lnTo>
                    <a:pt x="20618" y="1312528"/>
                  </a:lnTo>
                  <a:close/>
                  <a:moveTo>
                    <a:pt x="20618" y="1312528"/>
                  </a:moveTo>
                  <a:lnTo>
                    <a:pt x="32018" y="1291691"/>
                  </a:lnTo>
                  <a:lnTo>
                    <a:pt x="19357" y="1314883"/>
                  </a:lnTo>
                  <a:close/>
                  <a:moveTo>
                    <a:pt x="19357" y="1314883"/>
                  </a:moveTo>
                  <a:lnTo>
                    <a:pt x="32018" y="1291691"/>
                  </a:lnTo>
                  <a:lnTo>
                    <a:pt x="0" y="1352057"/>
                  </a:lnTo>
                  <a:close/>
                  <a:moveTo>
                    <a:pt x="156383" y="1262814"/>
                  </a:moveTo>
                  <a:lnTo>
                    <a:pt x="74946" y="1230191"/>
                  </a:lnTo>
                  <a:lnTo>
                    <a:pt x="135826" y="1249408"/>
                  </a:lnTo>
                  <a:close/>
                  <a:moveTo>
                    <a:pt x="135826" y="1249408"/>
                  </a:moveTo>
                  <a:lnTo>
                    <a:pt x="170708" y="1192969"/>
                  </a:lnTo>
                  <a:lnTo>
                    <a:pt x="156383" y="1262814"/>
                  </a:lnTo>
                  <a:close/>
                  <a:moveTo>
                    <a:pt x="73215" y="1230518"/>
                  </a:moveTo>
                  <a:lnTo>
                    <a:pt x="72639" y="1231405"/>
                  </a:lnTo>
                  <a:lnTo>
                    <a:pt x="74946" y="1230191"/>
                  </a:lnTo>
                  <a:close/>
                  <a:moveTo>
                    <a:pt x="445586" y="1571577"/>
                  </a:moveTo>
                  <a:lnTo>
                    <a:pt x="479479" y="1583550"/>
                  </a:lnTo>
                  <a:lnTo>
                    <a:pt x="554999" y="1565608"/>
                  </a:lnTo>
                  <a:close/>
                  <a:moveTo>
                    <a:pt x="184886" y="1154181"/>
                  </a:moveTo>
                  <a:lnTo>
                    <a:pt x="219326" y="1173404"/>
                  </a:lnTo>
                  <a:lnTo>
                    <a:pt x="210636" y="1110754"/>
                  </a:lnTo>
                  <a:close/>
                  <a:moveTo>
                    <a:pt x="210636" y="1110754"/>
                  </a:moveTo>
                  <a:lnTo>
                    <a:pt x="219326" y="1173404"/>
                  </a:lnTo>
                  <a:lnTo>
                    <a:pt x="257393" y="1154532"/>
                  </a:lnTo>
                  <a:close/>
                  <a:moveTo>
                    <a:pt x="210636" y="1110754"/>
                  </a:moveTo>
                  <a:lnTo>
                    <a:pt x="257393" y="1154532"/>
                  </a:lnTo>
                  <a:lnTo>
                    <a:pt x="222481" y="1072317"/>
                  </a:lnTo>
                  <a:close/>
                  <a:moveTo>
                    <a:pt x="419335" y="1116096"/>
                  </a:moveTo>
                  <a:lnTo>
                    <a:pt x="350517" y="1127340"/>
                  </a:lnTo>
                  <a:lnTo>
                    <a:pt x="383423" y="1200681"/>
                  </a:lnTo>
                  <a:close/>
                  <a:moveTo>
                    <a:pt x="350517" y="1127340"/>
                  </a:moveTo>
                  <a:lnTo>
                    <a:pt x="419335" y="1116096"/>
                  </a:lnTo>
                  <a:lnTo>
                    <a:pt x="359771" y="1098981"/>
                  </a:lnTo>
                  <a:close/>
                  <a:moveTo>
                    <a:pt x="258121" y="990102"/>
                  </a:moveTo>
                  <a:lnTo>
                    <a:pt x="222481" y="1072317"/>
                  </a:lnTo>
                  <a:lnTo>
                    <a:pt x="284898" y="1033881"/>
                  </a:lnTo>
                  <a:close/>
                  <a:moveTo>
                    <a:pt x="258121" y="990102"/>
                  </a:moveTo>
                  <a:lnTo>
                    <a:pt x="284898" y="1033881"/>
                  </a:lnTo>
                  <a:lnTo>
                    <a:pt x="274835" y="951666"/>
                  </a:lnTo>
                  <a:close/>
                  <a:moveTo>
                    <a:pt x="304873" y="893728"/>
                  </a:moveTo>
                  <a:lnTo>
                    <a:pt x="274835" y="951666"/>
                  </a:lnTo>
                  <a:lnTo>
                    <a:pt x="362141" y="917706"/>
                  </a:lnTo>
                  <a:close/>
                  <a:moveTo>
                    <a:pt x="547334" y="874792"/>
                  </a:moveTo>
                  <a:lnTo>
                    <a:pt x="549048" y="886938"/>
                  </a:lnTo>
                  <a:lnTo>
                    <a:pt x="482146" y="995444"/>
                  </a:lnTo>
                  <a:close/>
                  <a:moveTo>
                    <a:pt x="2024840" y="1504762"/>
                  </a:moveTo>
                  <a:lnTo>
                    <a:pt x="1979976" y="1470378"/>
                  </a:lnTo>
                  <a:lnTo>
                    <a:pt x="1936745" y="1523945"/>
                  </a:lnTo>
                  <a:close/>
                  <a:moveTo>
                    <a:pt x="2024840" y="1504762"/>
                  </a:moveTo>
                  <a:lnTo>
                    <a:pt x="2077697" y="1557086"/>
                  </a:lnTo>
                  <a:lnTo>
                    <a:pt x="2101126" y="1474337"/>
                  </a:lnTo>
                  <a:close/>
                  <a:moveTo>
                    <a:pt x="2101126" y="1474337"/>
                  </a:moveTo>
                  <a:lnTo>
                    <a:pt x="2077697" y="1557086"/>
                  </a:lnTo>
                  <a:lnTo>
                    <a:pt x="2124583" y="1466325"/>
                  </a:lnTo>
                  <a:close/>
                  <a:moveTo>
                    <a:pt x="2124583" y="1466325"/>
                  </a:moveTo>
                  <a:lnTo>
                    <a:pt x="2077697" y="1557086"/>
                  </a:lnTo>
                  <a:lnTo>
                    <a:pt x="2116855" y="1586977"/>
                  </a:lnTo>
                  <a:close/>
                  <a:moveTo>
                    <a:pt x="2124583" y="1466325"/>
                  </a:moveTo>
                  <a:lnTo>
                    <a:pt x="2116855" y="1586977"/>
                  </a:lnTo>
                  <a:lnTo>
                    <a:pt x="2148166" y="1548540"/>
                  </a:lnTo>
                  <a:close/>
                  <a:moveTo>
                    <a:pt x="2101126" y="1474337"/>
                  </a:moveTo>
                  <a:lnTo>
                    <a:pt x="1979976" y="1470378"/>
                  </a:lnTo>
                  <a:lnTo>
                    <a:pt x="2024840" y="1504762"/>
                  </a:lnTo>
                  <a:close/>
                  <a:moveTo>
                    <a:pt x="2182857" y="1510104"/>
                  </a:moveTo>
                  <a:lnTo>
                    <a:pt x="2117141" y="1461317"/>
                  </a:lnTo>
                  <a:lnTo>
                    <a:pt x="2124583" y="1466325"/>
                  </a:lnTo>
                  <a:close/>
                  <a:moveTo>
                    <a:pt x="1106497" y="3444"/>
                  </a:moveTo>
                  <a:lnTo>
                    <a:pt x="1052714" y="68668"/>
                  </a:lnTo>
                  <a:lnTo>
                    <a:pt x="1086841" y="30232"/>
                  </a:lnTo>
                  <a:close/>
                  <a:moveTo>
                    <a:pt x="1655644" y="448120"/>
                  </a:moveTo>
                  <a:lnTo>
                    <a:pt x="1671623" y="523522"/>
                  </a:lnTo>
                  <a:lnTo>
                    <a:pt x="1637895" y="507553"/>
                  </a:lnTo>
                  <a:close/>
                  <a:moveTo>
                    <a:pt x="1137687" y="10700"/>
                  </a:moveTo>
                  <a:lnTo>
                    <a:pt x="1180108" y="0"/>
                  </a:lnTo>
                  <a:lnTo>
                    <a:pt x="1106497" y="3444"/>
                  </a:lnTo>
                  <a:close/>
                  <a:moveTo>
                    <a:pt x="1137687" y="10700"/>
                  </a:moveTo>
                  <a:lnTo>
                    <a:pt x="1213563" y="9606"/>
                  </a:lnTo>
                  <a:lnTo>
                    <a:pt x="1180108" y="0"/>
                  </a:lnTo>
                  <a:close/>
                  <a:moveTo>
                    <a:pt x="1582786" y="454373"/>
                  </a:moveTo>
                  <a:lnTo>
                    <a:pt x="1655644" y="448120"/>
                  </a:lnTo>
                  <a:lnTo>
                    <a:pt x="1637895" y="507553"/>
                  </a:lnTo>
                  <a:close/>
                  <a:moveTo>
                    <a:pt x="1750109" y="364435"/>
                  </a:moveTo>
                  <a:lnTo>
                    <a:pt x="1745918" y="380232"/>
                  </a:lnTo>
                  <a:lnTo>
                    <a:pt x="1699510" y="396926"/>
                  </a:lnTo>
                  <a:close/>
                  <a:moveTo>
                    <a:pt x="1699510" y="396926"/>
                  </a:moveTo>
                  <a:lnTo>
                    <a:pt x="1745918" y="380232"/>
                  </a:lnTo>
                  <a:lnTo>
                    <a:pt x="1721694" y="416414"/>
                  </a:lnTo>
                  <a:close/>
                  <a:moveTo>
                    <a:pt x="1762881" y="355204"/>
                  </a:moveTo>
                  <a:lnTo>
                    <a:pt x="1745918" y="380232"/>
                  </a:lnTo>
                  <a:lnTo>
                    <a:pt x="1750109" y="364435"/>
                  </a:lnTo>
                  <a:close/>
                  <a:moveTo>
                    <a:pt x="1762881" y="355204"/>
                  </a:moveTo>
                  <a:lnTo>
                    <a:pt x="1750109" y="364435"/>
                  </a:lnTo>
                  <a:lnTo>
                    <a:pt x="1805921" y="331450"/>
                  </a:lnTo>
                  <a:close/>
                  <a:moveTo>
                    <a:pt x="1805921" y="331450"/>
                  </a:moveTo>
                  <a:lnTo>
                    <a:pt x="1831254" y="332179"/>
                  </a:lnTo>
                  <a:lnTo>
                    <a:pt x="1762881" y="355204"/>
                  </a:lnTo>
                  <a:close/>
                  <a:moveTo>
                    <a:pt x="1805921" y="331450"/>
                  </a:moveTo>
                  <a:lnTo>
                    <a:pt x="1813708" y="330033"/>
                  </a:lnTo>
                  <a:lnTo>
                    <a:pt x="1893094" y="348184"/>
                  </a:lnTo>
                  <a:close/>
                </a:path>
              </a:pathLst>
            </a:custGeom>
            <a:solidFill>
              <a:srgbClr val="E3E8EC"/>
            </a:solidFill>
            <a:ln w="1524">
              <a:solidFill>
                <a:srgbClr val="E3E8EC"/>
              </a:solidFill>
            </a:ln>
          </p:spPr>
        </p:sp>
        <p:sp>
          <p:nvSpPr>
            <p:cNvPr id="2031" name="Candidate_density__2030">
              <a:extLst>
                <a:ext uri="{FF2B5EF4-FFF2-40B4-BE49-F238E27FC236}">
                  <a16:creationId xmlns:a16="http://schemas.microsoft.com/office/drawing/2014/main" id="{ABEF00E0-DC31-50BF-B95B-E264F97AC9EC}"/>
                </a:ext>
              </a:extLst>
            </p:cNvPr>
            <p:cNvSpPr>
              <a:spLocks noGrp="1"/>
            </p:cNvSpPr>
            <p:nvPr/>
          </p:nvSpPr>
          <p:spPr>
            <a:xfrm>
              <a:off x="4510103" y="2992981"/>
              <a:ext cx="1794351" cy="1311439"/>
            </a:xfrm>
            <a:custGeom>
              <a:avLst/>
              <a:gdLst/>
              <a:ahLst/>
              <a:cxnLst/>
              <a:rect l="0" t="0" r="0" b="0"/>
              <a:pathLst>
                <a:path w="1794351" h="1311439">
                  <a:moveTo>
                    <a:pt x="1261" y="1309084"/>
                  </a:moveTo>
                  <a:lnTo>
                    <a:pt x="0" y="1311439"/>
                  </a:lnTo>
                  <a:lnTo>
                    <a:pt x="800" y="1310177"/>
                  </a:lnTo>
                  <a:close/>
                  <a:moveTo>
                    <a:pt x="1261" y="1309084"/>
                  </a:moveTo>
                  <a:lnTo>
                    <a:pt x="800" y="1310177"/>
                  </a:lnTo>
                  <a:lnTo>
                    <a:pt x="2777" y="1309182"/>
                  </a:lnTo>
                  <a:close/>
                  <a:moveTo>
                    <a:pt x="55588" y="1226747"/>
                  </a:moveTo>
                  <a:lnTo>
                    <a:pt x="53281" y="1227961"/>
                  </a:lnTo>
                  <a:lnTo>
                    <a:pt x="116469" y="1245964"/>
                  </a:lnTo>
                  <a:close/>
                  <a:moveTo>
                    <a:pt x="53281" y="1227961"/>
                  </a:moveTo>
                  <a:lnTo>
                    <a:pt x="1261" y="1309084"/>
                  </a:lnTo>
                  <a:lnTo>
                    <a:pt x="116469" y="1245964"/>
                  </a:lnTo>
                  <a:close/>
                  <a:moveTo>
                    <a:pt x="165529" y="1150737"/>
                  </a:moveTo>
                  <a:lnTo>
                    <a:pt x="149671" y="1210852"/>
                  </a:lnTo>
                  <a:lnTo>
                    <a:pt x="151350" y="1189525"/>
                  </a:lnTo>
                  <a:close/>
                  <a:moveTo>
                    <a:pt x="199969" y="1169960"/>
                  </a:moveTo>
                  <a:lnTo>
                    <a:pt x="151350" y="1189525"/>
                  </a:lnTo>
                  <a:lnTo>
                    <a:pt x="237377" y="1204163"/>
                  </a:lnTo>
                  <a:close/>
                  <a:moveTo>
                    <a:pt x="151350" y="1189525"/>
                  </a:moveTo>
                  <a:lnTo>
                    <a:pt x="116469" y="1245964"/>
                  </a:lnTo>
                  <a:lnTo>
                    <a:pt x="237377" y="1204163"/>
                  </a:lnTo>
                  <a:close/>
                  <a:moveTo>
                    <a:pt x="165529" y="1150737"/>
                  </a:moveTo>
                  <a:lnTo>
                    <a:pt x="151350" y="1189525"/>
                  </a:lnTo>
                  <a:lnTo>
                    <a:pt x="199969" y="1169960"/>
                  </a:lnTo>
                  <a:close/>
                  <a:moveTo>
                    <a:pt x="199969" y="1169960"/>
                  </a:moveTo>
                  <a:lnTo>
                    <a:pt x="237377" y="1204163"/>
                  </a:lnTo>
                  <a:lnTo>
                    <a:pt x="238035" y="1151088"/>
                  </a:lnTo>
                  <a:close/>
                  <a:moveTo>
                    <a:pt x="238035" y="1151088"/>
                  </a:moveTo>
                  <a:lnTo>
                    <a:pt x="331159" y="1123896"/>
                  </a:lnTo>
                  <a:lnTo>
                    <a:pt x="265540" y="1030437"/>
                  </a:lnTo>
                  <a:close/>
                  <a:moveTo>
                    <a:pt x="203123" y="1068874"/>
                  </a:moveTo>
                  <a:lnTo>
                    <a:pt x="238035" y="1151088"/>
                  </a:lnTo>
                  <a:lnTo>
                    <a:pt x="265540" y="1030437"/>
                  </a:lnTo>
                  <a:close/>
                  <a:moveTo>
                    <a:pt x="1087140" y="0"/>
                  </a:moveTo>
                  <a:lnTo>
                    <a:pt x="1067483" y="26788"/>
                  </a:lnTo>
                  <a:lnTo>
                    <a:pt x="1118330" y="7256"/>
                  </a:lnTo>
                  <a:close/>
                  <a:moveTo>
                    <a:pt x="1786564" y="328007"/>
                  </a:moveTo>
                  <a:lnTo>
                    <a:pt x="1730752" y="360991"/>
                  </a:lnTo>
                  <a:lnTo>
                    <a:pt x="1794351" y="326589"/>
                  </a:lnTo>
                  <a:close/>
                  <a:moveTo>
                    <a:pt x="1730752" y="360991"/>
                  </a:moveTo>
                  <a:lnTo>
                    <a:pt x="1680152" y="393483"/>
                  </a:lnTo>
                  <a:lnTo>
                    <a:pt x="1794351" y="326589"/>
                  </a:lnTo>
                  <a:close/>
                </a:path>
              </a:pathLst>
            </a:custGeom>
            <a:solidFill>
              <a:srgbClr val="E8ECEF"/>
            </a:solidFill>
            <a:ln w="1524">
              <a:solidFill>
                <a:srgbClr val="E8ECEF"/>
              </a:solidFill>
            </a:ln>
          </p:spPr>
        </p:sp>
        <p:sp>
          <p:nvSpPr>
            <p:cNvPr id="2032" name="Candidate_density__2031">
              <a:extLst>
                <a:ext uri="{FF2B5EF4-FFF2-40B4-BE49-F238E27FC236}">
                  <a16:creationId xmlns:a16="http://schemas.microsoft.com/office/drawing/2014/main" id="{E1368B1F-D87E-54BF-1313-5E3973C27FC0}"/>
                </a:ext>
              </a:extLst>
            </p:cNvPr>
            <p:cNvSpPr>
              <a:spLocks noGrp="1"/>
            </p:cNvSpPr>
            <p:nvPr/>
          </p:nvSpPr>
          <p:spPr>
            <a:xfrm>
              <a:off x="5049601" y="3155651"/>
              <a:ext cx="1815150" cy="2135781"/>
            </a:xfrm>
            <a:custGeom>
              <a:avLst/>
              <a:gdLst/>
              <a:ahLst/>
              <a:cxnLst/>
              <a:rect l="0" t="0" r="0" b="0"/>
              <a:pathLst>
                <a:path w="1815150" h="2135781">
                  <a:moveTo>
                    <a:pt x="586807" y="2135781"/>
                  </a:moveTo>
                  <a:lnTo>
                    <a:pt x="525852" y="2123081"/>
                  </a:lnTo>
                  <a:lnTo>
                    <a:pt x="656908" y="2119218"/>
                  </a:lnTo>
                  <a:close/>
                  <a:moveTo>
                    <a:pt x="74082" y="1548622"/>
                  </a:moveTo>
                  <a:lnTo>
                    <a:pt x="89789" y="1501184"/>
                  </a:lnTo>
                  <a:lnTo>
                    <a:pt x="0" y="1550297"/>
                  </a:lnTo>
                  <a:close/>
                  <a:moveTo>
                    <a:pt x="89789" y="1501184"/>
                  </a:moveTo>
                  <a:lnTo>
                    <a:pt x="74082" y="1548622"/>
                  </a:lnTo>
                  <a:lnTo>
                    <a:pt x="97980" y="1520145"/>
                  </a:lnTo>
                  <a:close/>
                  <a:moveTo>
                    <a:pt x="702348" y="2073908"/>
                  </a:moveTo>
                  <a:lnTo>
                    <a:pt x="586807" y="2135781"/>
                  </a:lnTo>
                  <a:lnTo>
                    <a:pt x="656908" y="2119218"/>
                  </a:lnTo>
                  <a:close/>
                  <a:moveTo>
                    <a:pt x="1080724" y="1513155"/>
                  </a:moveTo>
                  <a:lnTo>
                    <a:pt x="1152602" y="1503239"/>
                  </a:lnTo>
                  <a:lnTo>
                    <a:pt x="1197384" y="1455465"/>
                  </a:lnTo>
                  <a:close/>
                  <a:moveTo>
                    <a:pt x="1685219" y="1519162"/>
                  </a:moveTo>
                  <a:lnTo>
                    <a:pt x="1755057" y="1501620"/>
                  </a:lnTo>
                  <a:lnTo>
                    <a:pt x="1797334" y="1444484"/>
                  </a:lnTo>
                  <a:close/>
                  <a:moveTo>
                    <a:pt x="1773679" y="1464641"/>
                  </a:moveTo>
                  <a:lnTo>
                    <a:pt x="1807567" y="1426204"/>
                  </a:lnTo>
                  <a:lnTo>
                    <a:pt x="1797334" y="1444484"/>
                  </a:lnTo>
                  <a:close/>
                  <a:moveTo>
                    <a:pt x="1365276" y="932914"/>
                  </a:moveTo>
                  <a:lnTo>
                    <a:pt x="1357192" y="937137"/>
                  </a:lnTo>
                  <a:lnTo>
                    <a:pt x="1358924" y="889135"/>
                  </a:lnTo>
                  <a:close/>
                  <a:moveTo>
                    <a:pt x="1386726" y="850699"/>
                  </a:moveTo>
                  <a:lnTo>
                    <a:pt x="1365276" y="932914"/>
                  </a:lnTo>
                  <a:lnTo>
                    <a:pt x="1358924" y="889135"/>
                  </a:lnTo>
                  <a:close/>
                  <a:moveTo>
                    <a:pt x="1815150" y="1407746"/>
                  </a:moveTo>
                  <a:lnTo>
                    <a:pt x="1797334" y="1444484"/>
                  </a:lnTo>
                  <a:lnTo>
                    <a:pt x="1807567" y="1426204"/>
                  </a:lnTo>
                  <a:close/>
                  <a:moveTo>
                    <a:pt x="805318" y="28548"/>
                  </a:moveTo>
                  <a:lnTo>
                    <a:pt x="797771" y="0"/>
                  </a:lnTo>
                  <a:lnTo>
                    <a:pt x="767695" y="102753"/>
                  </a:lnTo>
                  <a:close/>
                </a:path>
              </a:pathLst>
            </a:custGeom>
            <a:solidFill>
              <a:srgbClr val="D0D7DD"/>
            </a:solidFill>
            <a:ln w="1524">
              <a:solidFill>
                <a:srgbClr val="D0D7DD"/>
              </a:solidFill>
            </a:ln>
          </p:spPr>
        </p:sp>
        <p:sp>
          <p:nvSpPr>
            <p:cNvPr id="2033" name="Candidate_density__2032">
              <a:extLst>
                <a:ext uri="{FF2B5EF4-FFF2-40B4-BE49-F238E27FC236}">
                  <a16:creationId xmlns:a16="http://schemas.microsoft.com/office/drawing/2014/main" id="{5B7EC320-F6DD-A4B9-F5F2-AFBBCD3E2A70}"/>
                </a:ext>
              </a:extLst>
            </p:cNvPr>
            <p:cNvSpPr>
              <a:spLocks noGrp="1"/>
            </p:cNvSpPr>
            <p:nvPr/>
          </p:nvSpPr>
          <p:spPr>
            <a:xfrm>
              <a:off x="4777529" y="2187318"/>
              <a:ext cx="2086525" cy="3336395"/>
            </a:xfrm>
            <a:custGeom>
              <a:avLst/>
              <a:gdLst/>
              <a:ahLst/>
              <a:cxnLst/>
              <a:rect l="0" t="0" r="0" b="0"/>
              <a:pathLst>
                <a:path w="2086525" h="3336395">
                  <a:moveTo>
                    <a:pt x="282818" y="3261508"/>
                  </a:moveTo>
                  <a:lnTo>
                    <a:pt x="285552" y="3271699"/>
                  </a:lnTo>
                  <a:lnTo>
                    <a:pt x="303920" y="3283315"/>
                  </a:lnTo>
                  <a:close/>
                  <a:moveTo>
                    <a:pt x="315777" y="3223072"/>
                  </a:moveTo>
                  <a:lnTo>
                    <a:pt x="303920" y="3283315"/>
                  </a:lnTo>
                  <a:lnTo>
                    <a:pt x="351259" y="3245103"/>
                  </a:lnTo>
                  <a:close/>
                  <a:moveTo>
                    <a:pt x="315777" y="3223072"/>
                  </a:moveTo>
                  <a:lnTo>
                    <a:pt x="282818" y="3261508"/>
                  </a:lnTo>
                  <a:lnTo>
                    <a:pt x="303920" y="3283315"/>
                  </a:lnTo>
                  <a:close/>
                  <a:moveTo>
                    <a:pt x="261120" y="3186749"/>
                  </a:moveTo>
                  <a:lnTo>
                    <a:pt x="212309" y="3170561"/>
                  </a:lnTo>
                  <a:lnTo>
                    <a:pt x="315777" y="3223072"/>
                  </a:lnTo>
                  <a:close/>
                  <a:moveTo>
                    <a:pt x="315777" y="3223072"/>
                  </a:moveTo>
                  <a:lnTo>
                    <a:pt x="212309" y="3170561"/>
                  </a:lnTo>
                  <a:lnTo>
                    <a:pt x="214121" y="3179293"/>
                  </a:lnTo>
                  <a:close/>
                  <a:moveTo>
                    <a:pt x="315777" y="3223072"/>
                  </a:moveTo>
                  <a:lnTo>
                    <a:pt x="214121" y="3179293"/>
                  </a:lnTo>
                  <a:lnTo>
                    <a:pt x="282818" y="3261508"/>
                  </a:lnTo>
                  <a:close/>
                  <a:moveTo>
                    <a:pt x="303920" y="3283315"/>
                  </a:moveTo>
                  <a:lnTo>
                    <a:pt x="392648" y="3336395"/>
                  </a:lnTo>
                  <a:lnTo>
                    <a:pt x="430923" y="3264295"/>
                  </a:lnTo>
                  <a:close/>
                  <a:moveTo>
                    <a:pt x="351259" y="3245103"/>
                  </a:moveTo>
                  <a:lnTo>
                    <a:pt x="303920" y="3283315"/>
                  </a:lnTo>
                  <a:lnTo>
                    <a:pt x="430923" y="3264295"/>
                  </a:lnTo>
                  <a:close/>
                  <a:moveTo>
                    <a:pt x="188290" y="3129651"/>
                  </a:moveTo>
                  <a:lnTo>
                    <a:pt x="214121" y="3179293"/>
                  </a:lnTo>
                  <a:lnTo>
                    <a:pt x="212309" y="3170561"/>
                  </a:lnTo>
                  <a:close/>
                  <a:moveTo>
                    <a:pt x="136474" y="3071529"/>
                  </a:moveTo>
                  <a:lnTo>
                    <a:pt x="212309" y="3170561"/>
                  </a:lnTo>
                  <a:lnTo>
                    <a:pt x="208466" y="3140857"/>
                  </a:lnTo>
                  <a:close/>
                  <a:moveTo>
                    <a:pt x="166226" y="3097078"/>
                  </a:moveTo>
                  <a:lnTo>
                    <a:pt x="212309" y="3170561"/>
                  </a:lnTo>
                  <a:lnTo>
                    <a:pt x="136474" y="3071529"/>
                  </a:lnTo>
                  <a:close/>
                  <a:moveTo>
                    <a:pt x="536785" y="3266850"/>
                  </a:moveTo>
                  <a:lnTo>
                    <a:pt x="520964" y="3322290"/>
                  </a:lnTo>
                  <a:lnTo>
                    <a:pt x="574366" y="3306747"/>
                  </a:lnTo>
                  <a:close/>
                  <a:moveTo>
                    <a:pt x="536785" y="3266850"/>
                  </a:moveTo>
                  <a:lnTo>
                    <a:pt x="499535" y="3305287"/>
                  </a:lnTo>
                  <a:lnTo>
                    <a:pt x="520964" y="3322290"/>
                  </a:lnTo>
                  <a:close/>
                  <a:moveTo>
                    <a:pt x="463882" y="3187313"/>
                  </a:moveTo>
                  <a:lnTo>
                    <a:pt x="430923" y="3264295"/>
                  </a:lnTo>
                  <a:lnTo>
                    <a:pt x="473745" y="3184635"/>
                  </a:lnTo>
                  <a:close/>
                  <a:moveTo>
                    <a:pt x="473745" y="3184635"/>
                  </a:moveTo>
                  <a:lnTo>
                    <a:pt x="430923" y="3264295"/>
                  </a:lnTo>
                  <a:lnTo>
                    <a:pt x="499535" y="3305287"/>
                  </a:lnTo>
                  <a:close/>
                  <a:moveTo>
                    <a:pt x="473745" y="3184635"/>
                  </a:moveTo>
                  <a:lnTo>
                    <a:pt x="499535" y="3305287"/>
                  </a:lnTo>
                  <a:lnTo>
                    <a:pt x="536785" y="3266850"/>
                  </a:lnTo>
                  <a:close/>
                  <a:moveTo>
                    <a:pt x="430923" y="3264295"/>
                  </a:moveTo>
                  <a:lnTo>
                    <a:pt x="463882" y="3187313"/>
                  </a:lnTo>
                  <a:lnTo>
                    <a:pt x="393468" y="3187715"/>
                  </a:lnTo>
                  <a:close/>
                  <a:moveTo>
                    <a:pt x="351259" y="3245103"/>
                  </a:moveTo>
                  <a:lnTo>
                    <a:pt x="430923" y="3264295"/>
                  </a:lnTo>
                  <a:lnTo>
                    <a:pt x="393468" y="3187715"/>
                  </a:lnTo>
                  <a:close/>
                  <a:moveTo>
                    <a:pt x="473745" y="3184635"/>
                  </a:moveTo>
                  <a:lnTo>
                    <a:pt x="533911" y="3155491"/>
                  </a:lnTo>
                  <a:lnTo>
                    <a:pt x="463882" y="3187313"/>
                  </a:lnTo>
                  <a:close/>
                  <a:moveTo>
                    <a:pt x="463882" y="3187313"/>
                  </a:moveTo>
                  <a:lnTo>
                    <a:pt x="439178" y="3107304"/>
                  </a:lnTo>
                  <a:lnTo>
                    <a:pt x="427473" y="3184635"/>
                  </a:lnTo>
                  <a:close/>
                  <a:moveTo>
                    <a:pt x="439178" y="3107304"/>
                  </a:moveTo>
                  <a:lnTo>
                    <a:pt x="426087" y="3102420"/>
                  </a:lnTo>
                  <a:lnTo>
                    <a:pt x="427473" y="3184635"/>
                  </a:lnTo>
                  <a:close/>
                  <a:moveTo>
                    <a:pt x="349746" y="3024246"/>
                  </a:moveTo>
                  <a:lnTo>
                    <a:pt x="426087" y="3102420"/>
                  </a:lnTo>
                  <a:lnTo>
                    <a:pt x="347838" y="3020877"/>
                  </a:lnTo>
                  <a:close/>
                  <a:moveTo>
                    <a:pt x="426087" y="3102420"/>
                  </a:moveTo>
                  <a:lnTo>
                    <a:pt x="439178" y="3107304"/>
                  </a:lnTo>
                  <a:lnTo>
                    <a:pt x="347838" y="3020877"/>
                  </a:lnTo>
                  <a:close/>
                  <a:moveTo>
                    <a:pt x="349746" y="3024246"/>
                  </a:moveTo>
                  <a:lnTo>
                    <a:pt x="347838" y="3020877"/>
                  </a:lnTo>
                  <a:lnTo>
                    <a:pt x="346705" y="3020205"/>
                  </a:lnTo>
                  <a:close/>
                  <a:moveTo>
                    <a:pt x="473745" y="3184635"/>
                  </a:moveTo>
                  <a:lnTo>
                    <a:pt x="536785" y="3266850"/>
                  </a:lnTo>
                  <a:lnTo>
                    <a:pt x="469548" y="3182707"/>
                  </a:lnTo>
                  <a:close/>
                  <a:moveTo>
                    <a:pt x="174186" y="2646512"/>
                  </a:moveTo>
                  <a:lnTo>
                    <a:pt x="155326" y="2639454"/>
                  </a:lnTo>
                  <a:lnTo>
                    <a:pt x="231534" y="2645726"/>
                  </a:lnTo>
                  <a:close/>
                  <a:moveTo>
                    <a:pt x="141552" y="2488478"/>
                  </a:moveTo>
                  <a:lnTo>
                    <a:pt x="159116" y="2590171"/>
                  </a:lnTo>
                  <a:lnTo>
                    <a:pt x="199752" y="2526898"/>
                  </a:lnTo>
                  <a:close/>
                  <a:moveTo>
                    <a:pt x="633414" y="2970485"/>
                  </a:moveTo>
                  <a:lnTo>
                    <a:pt x="748459" y="3025547"/>
                  </a:lnTo>
                  <a:lnTo>
                    <a:pt x="678449" y="2986830"/>
                  </a:lnTo>
                  <a:close/>
                  <a:moveTo>
                    <a:pt x="633414" y="2970485"/>
                  </a:moveTo>
                  <a:lnTo>
                    <a:pt x="737410" y="3046623"/>
                  </a:lnTo>
                  <a:lnTo>
                    <a:pt x="748459" y="3025547"/>
                  </a:lnTo>
                  <a:close/>
                  <a:moveTo>
                    <a:pt x="497695" y="2868339"/>
                  </a:moveTo>
                  <a:lnTo>
                    <a:pt x="475673" y="2877450"/>
                  </a:lnTo>
                  <a:lnTo>
                    <a:pt x="532221" y="2933971"/>
                  </a:lnTo>
                  <a:close/>
                  <a:moveTo>
                    <a:pt x="588684" y="2929875"/>
                  </a:moveTo>
                  <a:lnTo>
                    <a:pt x="497695" y="2868339"/>
                  </a:lnTo>
                  <a:lnTo>
                    <a:pt x="532221" y="2933971"/>
                  </a:lnTo>
                  <a:close/>
                  <a:moveTo>
                    <a:pt x="610268" y="2947118"/>
                  </a:moveTo>
                  <a:lnTo>
                    <a:pt x="610686" y="2943332"/>
                  </a:lnTo>
                  <a:lnTo>
                    <a:pt x="588684" y="2929875"/>
                  </a:lnTo>
                  <a:close/>
                  <a:moveTo>
                    <a:pt x="309053" y="2441697"/>
                  </a:moveTo>
                  <a:lnTo>
                    <a:pt x="268216" y="2367826"/>
                  </a:lnTo>
                  <a:lnTo>
                    <a:pt x="308735" y="2452115"/>
                  </a:lnTo>
                  <a:close/>
                  <a:moveTo>
                    <a:pt x="226716" y="2412510"/>
                  </a:moveTo>
                  <a:lnTo>
                    <a:pt x="307531" y="2450042"/>
                  </a:lnTo>
                  <a:lnTo>
                    <a:pt x="308735" y="2452115"/>
                  </a:lnTo>
                  <a:close/>
                  <a:moveTo>
                    <a:pt x="187162" y="2290175"/>
                  </a:moveTo>
                  <a:lnTo>
                    <a:pt x="196971" y="2301299"/>
                  </a:lnTo>
                  <a:lnTo>
                    <a:pt x="178378" y="2285611"/>
                  </a:lnTo>
                  <a:close/>
                  <a:moveTo>
                    <a:pt x="196971" y="2301299"/>
                  </a:moveTo>
                  <a:lnTo>
                    <a:pt x="187162" y="2290175"/>
                  </a:lnTo>
                  <a:lnTo>
                    <a:pt x="268216" y="2367826"/>
                  </a:lnTo>
                  <a:close/>
                  <a:moveTo>
                    <a:pt x="99274" y="2301034"/>
                  </a:moveTo>
                  <a:lnTo>
                    <a:pt x="61635" y="2289158"/>
                  </a:lnTo>
                  <a:lnTo>
                    <a:pt x="0" y="2221058"/>
                  </a:lnTo>
                  <a:close/>
                  <a:moveTo>
                    <a:pt x="22781" y="2302630"/>
                  </a:moveTo>
                  <a:lnTo>
                    <a:pt x="99274" y="2301034"/>
                  </a:lnTo>
                  <a:lnTo>
                    <a:pt x="0" y="2221058"/>
                  </a:lnTo>
                  <a:close/>
                  <a:moveTo>
                    <a:pt x="610686" y="2943332"/>
                  </a:moveTo>
                  <a:lnTo>
                    <a:pt x="633414" y="2970485"/>
                  </a:lnTo>
                  <a:lnTo>
                    <a:pt x="678449" y="2986830"/>
                  </a:lnTo>
                  <a:close/>
                  <a:moveTo>
                    <a:pt x="609252" y="2829445"/>
                  </a:moveTo>
                  <a:lnTo>
                    <a:pt x="690688" y="2823830"/>
                  </a:lnTo>
                  <a:lnTo>
                    <a:pt x="627603" y="2775026"/>
                  </a:lnTo>
                  <a:close/>
                  <a:moveTo>
                    <a:pt x="609252" y="2829445"/>
                  </a:moveTo>
                  <a:lnTo>
                    <a:pt x="627603" y="2775026"/>
                  </a:lnTo>
                  <a:lnTo>
                    <a:pt x="573921" y="2758076"/>
                  </a:lnTo>
                  <a:close/>
                  <a:moveTo>
                    <a:pt x="690688" y="2823830"/>
                  </a:moveTo>
                  <a:lnTo>
                    <a:pt x="756266" y="2831108"/>
                  </a:lnTo>
                  <a:lnTo>
                    <a:pt x="627603" y="2775026"/>
                  </a:lnTo>
                  <a:close/>
                  <a:moveTo>
                    <a:pt x="531178" y="2696687"/>
                  </a:moveTo>
                  <a:lnTo>
                    <a:pt x="529365" y="2708089"/>
                  </a:lnTo>
                  <a:lnTo>
                    <a:pt x="573921" y="2758076"/>
                  </a:lnTo>
                  <a:close/>
                  <a:moveTo>
                    <a:pt x="573921" y="2758076"/>
                  </a:moveTo>
                  <a:lnTo>
                    <a:pt x="627603" y="2775026"/>
                  </a:lnTo>
                  <a:lnTo>
                    <a:pt x="531178" y="2696687"/>
                  </a:lnTo>
                  <a:close/>
                  <a:moveTo>
                    <a:pt x="524970" y="2691658"/>
                  </a:moveTo>
                  <a:lnTo>
                    <a:pt x="531178" y="2696687"/>
                  </a:lnTo>
                  <a:lnTo>
                    <a:pt x="538470" y="2686805"/>
                  </a:lnTo>
                  <a:close/>
                  <a:moveTo>
                    <a:pt x="538470" y="2686805"/>
                  </a:moveTo>
                  <a:lnTo>
                    <a:pt x="554848" y="2658250"/>
                  </a:lnTo>
                  <a:lnTo>
                    <a:pt x="524970" y="2691658"/>
                  </a:lnTo>
                  <a:close/>
                  <a:moveTo>
                    <a:pt x="524970" y="2691658"/>
                  </a:moveTo>
                  <a:lnTo>
                    <a:pt x="554848" y="2658250"/>
                  </a:lnTo>
                  <a:lnTo>
                    <a:pt x="487794" y="2616121"/>
                  </a:lnTo>
                  <a:close/>
                  <a:moveTo>
                    <a:pt x="196971" y="2301299"/>
                  </a:moveTo>
                  <a:lnTo>
                    <a:pt x="296662" y="2361838"/>
                  </a:lnTo>
                  <a:lnTo>
                    <a:pt x="318131" y="2260435"/>
                  </a:lnTo>
                  <a:close/>
                  <a:moveTo>
                    <a:pt x="296662" y="2361838"/>
                  </a:moveTo>
                  <a:lnTo>
                    <a:pt x="309053" y="2441697"/>
                  </a:lnTo>
                  <a:lnTo>
                    <a:pt x="391005" y="2345731"/>
                  </a:lnTo>
                  <a:close/>
                  <a:moveTo>
                    <a:pt x="365333" y="2247175"/>
                  </a:moveTo>
                  <a:lnTo>
                    <a:pt x="318131" y="2260435"/>
                  </a:lnTo>
                  <a:lnTo>
                    <a:pt x="386680" y="2249155"/>
                  </a:lnTo>
                  <a:close/>
                  <a:moveTo>
                    <a:pt x="122910" y="2203396"/>
                  </a:moveTo>
                  <a:lnTo>
                    <a:pt x="178378" y="2285611"/>
                  </a:lnTo>
                  <a:lnTo>
                    <a:pt x="118501" y="2185311"/>
                  </a:lnTo>
                  <a:close/>
                  <a:moveTo>
                    <a:pt x="500312" y="2557143"/>
                  </a:moveTo>
                  <a:lnTo>
                    <a:pt x="568460" y="2562331"/>
                  </a:lnTo>
                  <a:lnTo>
                    <a:pt x="539545" y="2485746"/>
                  </a:lnTo>
                  <a:close/>
                  <a:moveTo>
                    <a:pt x="626934" y="2575385"/>
                  </a:moveTo>
                  <a:lnTo>
                    <a:pt x="632830" y="2455384"/>
                  </a:lnTo>
                  <a:lnTo>
                    <a:pt x="539545" y="2485746"/>
                  </a:lnTo>
                  <a:close/>
                  <a:moveTo>
                    <a:pt x="626934" y="2575385"/>
                  </a:moveTo>
                  <a:lnTo>
                    <a:pt x="539545" y="2485746"/>
                  </a:lnTo>
                  <a:lnTo>
                    <a:pt x="568460" y="2562331"/>
                  </a:lnTo>
                  <a:close/>
                  <a:moveTo>
                    <a:pt x="539545" y="2485746"/>
                  </a:moveTo>
                  <a:lnTo>
                    <a:pt x="569308" y="2427027"/>
                  </a:lnTo>
                  <a:lnTo>
                    <a:pt x="480429" y="2411605"/>
                  </a:lnTo>
                  <a:close/>
                  <a:moveTo>
                    <a:pt x="493791" y="2462352"/>
                  </a:moveTo>
                  <a:lnTo>
                    <a:pt x="539545" y="2485746"/>
                  </a:lnTo>
                  <a:lnTo>
                    <a:pt x="480429" y="2411605"/>
                  </a:lnTo>
                  <a:close/>
                  <a:moveTo>
                    <a:pt x="539545" y="2485746"/>
                  </a:moveTo>
                  <a:lnTo>
                    <a:pt x="632830" y="2455384"/>
                  </a:lnTo>
                  <a:lnTo>
                    <a:pt x="569308" y="2427027"/>
                  </a:lnTo>
                  <a:close/>
                  <a:moveTo>
                    <a:pt x="320037" y="2242742"/>
                  </a:moveTo>
                  <a:lnTo>
                    <a:pt x="318131" y="2260435"/>
                  </a:lnTo>
                  <a:lnTo>
                    <a:pt x="365333" y="2247175"/>
                  </a:lnTo>
                  <a:close/>
                  <a:moveTo>
                    <a:pt x="365333" y="2247175"/>
                  </a:moveTo>
                  <a:lnTo>
                    <a:pt x="341313" y="2131907"/>
                  </a:lnTo>
                  <a:lnTo>
                    <a:pt x="320037" y="2242742"/>
                  </a:lnTo>
                  <a:close/>
                  <a:moveTo>
                    <a:pt x="125543" y="2000529"/>
                  </a:moveTo>
                  <a:lnTo>
                    <a:pt x="220795" y="1962556"/>
                  </a:lnTo>
                  <a:lnTo>
                    <a:pt x="132552" y="1918314"/>
                  </a:lnTo>
                  <a:close/>
                  <a:moveTo>
                    <a:pt x="569308" y="2427027"/>
                  </a:moveTo>
                  <a:lnTo>
                    <a:pt x="632830" y="2455384"/>
                  </a:lnTo>
                  <a:lnTo>
                    <a:pt x="637542" y="2334732"/>
                  </a:lnTo>
                  <a:close/>
                  <a:moveTo>
                    <a:pt x="637542" y="2334732"/>
                  </a:moveTo>
                  <a:lnTo>
                    <a:pt x="632830" y="2455384"/>
                  </a:lnTo>
                  <a:lnTo>
                    <a:pt x="684008" y="2362008"/>
                  </a:lnTo>
                  <a:close/>
                  <a:moveTo>
                    <a:pt x="684008" y="2362008"/>
                  </a:moveTo>
                  <a:lnTo>
                    <a:pt x="632830" y="2455384"/>
                  </a:lnTo>
                  <a:lnTo>
                    <a:pt x="661841" y="2446914"/>
                  </a:lnTo>
                  <a:close/>
                  <a:moveTo>
                    <a:pt x="764412" y="2499162"/>
                  </a:moveTo>
                  <a:lnTo>
                    <a:pt x="757565" y="2429684"/>
                  </a:lnTo>
                  <a:lnTo>
                    <a:pt x="772902" y="2517308"/>
                  </a:lnTo>
                  <a:close/>
                  <a:moveTo>
                    <a:pt x="742628" y="2416947"/>
                  </a:moveTo>
                  <a:lnTo>
                    <a:pt x="757565" y="2429684"/>
                  </a:lnTo>
                  <a:lnTo>
                    <a:pt x="764412" y="2499162"/>
                  </a:lnTo>
                  <a:close/>
                  <a:moveTo>
                    <a:pt x="684008" y="2362008"/>
                  </a:moveTo>
                  <a:lnTo>
                    <a:pt x="757565" y="2429684"/>
                  </a:lnTo>
                  <a:lnTo>
                    <a:pt x="742628" y="2416947"/>
                  </a:lnTo>
                  <a:close/>
                  <a:moveTo>
                    <a:pt x="460237" y="2005871"/>
                  </a:moveTo>
                  <a:lnTo>
                    <a:pt x="434991" y="1988294"/>
                  </a:lnTo>
                  <a:lnTo>
                    <a:pt x="384955" y="2016416"/>
                  </a:lnTo>
                  <a:close/>
                  <a:moveTo>
                    <a:pt x="94534" y="1704335"/>
                  </a:moveTo>
                  <a:lnTo>
                    <a:pt x="132855" y="1694629"/>
                  </a:lnTo>
                  <a:lnTo>
                    <a:pt x="105165" y="1677011"/>
                  </a:lnTo>
                  <a:close/>
                  <a:moveTo>
                    <a:pt x="132855" y="1694629"/>
                  </a:moveTo>
                  <a:lnTo>
                    <a:pt x="94534" y="1704335"/>
                  </a:lnTo>
                  <a:lnTo>
                    <a:pt x="155215" y="1677011"/>
                  </a:lnTo>
                  <a:close/>
                  <a:moveTo>
                    <a:pt x="877007" y="2581377"/>
                  </a:moveTo>
                  <a:lnTo>
                    <a:pt x="880237" y="2590731"/>
                  </a:lnTo>
                  <a:lnTo>
                    <a:pt x="896560" y="2599392"/>
                  </a:lnTo>
                  <a:close/>
                  <a:moveTo>
                    <a:pt x="772902" y="2517308"/>
                  </a:moveTo>
                  <a:lnTo>
                    <a:pt x="877007" y="2581377"/>
                  </a:lnTo>
                  <a:lnTo>
                    <a:pt x="804806" y="2534998"/>
                  </a:lnTo>
                  <a:close/>
                  <a:moveTo>
                    <a:pt x="880237" y="2590731"/>
                  </a:moveTo>
                  <a:lnTo>
                    <a:pt x="877007" y="2581377"/>
                  </a:lnTo>
                  <a:lnTo>
                    <a:pt x="772902" y="2517308"/>
                  </a:lnTo>
                  <a:close/>
                  <a:moveTo>
                    <a:pt x="764412" y="2499162"/>
                  </a:moveTo>
                  <a:lnTo>
                    <a:pt x="772902" y="2517308"/>
                  </a:lnTo>
                  <a:lnTo>
                    <a:pt x="804806" y="2534998"/>
                  </a:lnTo>
                  <a:close/>
                  <a:moveTo>
                    <a:pt x="526691" y="2052485"/>
                  </a:moveTo>
                  <a:lnTo>
                    <a:pt x="547636" y="1978708"/>
                  </a:lnTo>
                  <a:lnTo>
                    <a:pt x="460237" y="2005871"/>
                  </a:lnTo>
                  <a:close/>
                  <a:moveTo>
                    <a:pt x="434991" y="1988294"/>
                  </a:moveTo>
                  <a:lnTo>
                    <a:pt x="540426" y="1888637"/>
                  </a:lnTo>
                  <a:lnTo>
                    <a:pt x="474849" y="1922115"/>
                  </a:lnTo>
                  <a:close/>
                  <a:moveTo>
                    <a:pt x="547636" y="1978708"/>
                  </a:moveTo>
                  <a:lnTo>
                    <a:pt x="526691" y="2052485"/>
                  </a:lnTo>
                  <a:lnTo>
                    <a:pt x="619479" y="1980893"/>
                  </a:lnTo>
                  <a:close/>
                  <a:moveTo>
                    <a:pt x="619479" y="1980893"/>
                  </a:moveTo>
                  <a:lnTo>
                    <a:pt x="621401" y="1912732"/>
                  </a:lnTo>
                  <a:lnTo>
                    <a:pt x="540426" y="1888637"/>
                  </a:lnTo>
                  <a:close/>
                  <a:moveTo>
                    <a:pt x="1064995" y="2422290"/>
                  </a:moveTo>
                  <a:lnTo>
                    <a:pt x="1078549" y="2507303"/>
                  </a:lnTo>
                  <a:lnTo>
                    <a:pt x="1045995" y="2460726"/>
                  </a:lnTo>
                  <a:close/>
                  <a:moveTo>
                    <a:pt x="1046461" y="2516185"/>
                  </a:moveTo>
                  <a:lnTo>
                    <a:pt x="1078549" y="2507303"/>
                  </a:lnTo>
                  <a:lnTo>
                    <a:pt x="1064995" y="2422290"/>
                  </a:lnTo>
                  <a:close/>
                  <a:moveTo>
                    <a:pt x="1107370" y="2527260"/>
                  </a:moveTo>
                  <a:lnTo>
                    <a:pt x="1078549" y="2507303"/>
                  </a:lnTo>
                  <a:lnTo>
                    <a:pt x="1046461" y="2516185"/>
                  </a:lnTo>
                  <a:close/>
                  <a:moveTo>
                    <a:pt x="1107370" y="2527260"/>
                  </a:moveTo>
                  <a:lnTo>
                    <a:pt x="1146236" y="2542941"/>
                  </a:lnTo>
                  <a:lnTo>
                    <a:pt x="1078549" y="2507303"/>
                  </a:lnTo>
                  <a:close/>
                  <a:moveTo>
                    <a:pt x="974581" y="2397239"/>
                  </a:moveTo>
                  <a:lnTo>
                    <a:pt x="944296" y="2378511"/>
                  </a:lnTo>
                  <a:lnTo>
                    <a:pt x="1035976" y="2411582"/>
                  </a:lnTo>
                  <a:close/>
                  <a:moveTo>
                    <a:pt x="953389" y="2175644"/>
                  </a:moveTo>
                  <a:lnTo>
                    <a:pt x="934431" y="2247125"/>
                  </a:lnTo>
                  <a:lnTo>
                    <a:pt x="977353" y="2192399"/>
                  </a:lnTo>
                  <a:close/>
                  <a:moveTo>
                    <a:pt x="886070" y="2129767"/>
                  </a:moveTo>
                  <a:lnTo>
                    <a:pt x="837580" y="2124949"/>
                  </a:lnTo>
                  <a:lnTo>
                    <a:pt x="953389" y="2175644"/>
                  </a:lnTo>
                  <a:close/>
                  <a:moveTo>
                    <a:pt x="781339" y="2011214"/>
                  </a:moveTo>
                  <a:lnTo>
                    <a:pt x="825417" y="2118198"/>
                  </a:lnTo>
                  <a:lnTo>
                    <a:pt x="799982" y="2094924"/>
                  </a:lnTo>
                  <a:close/>
                  <a:moveTo>
                    <a:pt x="799982" y="2094924"/>
                  </a:moveTo>
                  <a:lnTo>
                    <a:pt x="825417" y="2118198"/>
                  </a:lnTo>
                  <a:lnTo>
                    <a:pt x="837580" y="2124949"/>
                  </a:lnTo>
                  <a:close/>
                  <a:moveTo>
                    <a:pt x="540515" y="1884405"/>
                  </a:moveTo>
                  <a:lnTo>
                    <a:pt x="474849" y="1922115"/>
                  </a:lnTo>
                  <a:lnTo>
                    <a:pt x="540426" y="1888637"/>
                  </a:lnTo>
                  <a:close/>
                  <a:moveTo>
                    <a:pt x="540515" y="1884405"/>
                  </a:moveTo>
                  <a:lnTo>
                    <a:pt x="498892" y="1857651"/>
                  </a:lnTo>
                  <a:lnTo>
                    <a:pt x="474849" y="1922115"/>
                  </a:lnTo>
                  <a:close/>
                  <a:moveTo>
                    <a:pt x="498892" y="1857651"/>
                  </a:moveTo>
                  <a:lnTo>
                    <a:pt x="533965" y="1864481"/>
                  </a:lnTo>
                  <a:lnTo>
                    <a:pt x="529032" y="1764568"/>
                  </a:lnTo>
                  <a:close/>
                  <a:moveTo>
                    <a:pt x="540515" y="1884405"/>
                  </a:moveTo>
                  <a:lnTo>
                    <a:pt x="533965" y="1864481"/>
                  </a:lnTo>
                  <a:lnTo>
                    <a:pt x="498892" y="1857651"/>
                  </a:lnTo>
                  <a:close/>
                  <a:moveTo>
                    <a:pt x="466886" y="1720790"/>
                  </a:moveTo>
                  <a:lnTo>
                    <a:pt x="458243" y="1690514"/>
                  </a:lnTo>
                  <a:lnTo>
                    <a:pt x="529032" y="1764568"/>
                  </a:lnTo>
                  <a:close/>
                  <a:moveTo>
                    <a:pt x="886070" y="2129767"/>
                  </a:moveTo>
                  <a:lnTo>
                    <a:pt x="799982" y="2094924"/>
                  </a:lnTo>
                  <a:lnTo>
                    <a:pt x="837580" y="2124949"/>
                  </a:lnTo>
                  <a:close/>
                  <a:moveTo>
                    <a:pt x="1197708" y="2383853"/>
                  </a:moveTo>
                  <a:lnTo>
                    <a:pt x="1194545" y="2447129"/>
                  </a:lnTo>
                  <a:lnTo>
                    <a:pt x="1250075" y="2439545"/>
                  </a:lnTo>
                  <a:close/>
                  <a:moveTo>
                    <a:pt x="1197708" y="2383853"/>
                  </a:moveTo>
                  <a:lnTo>
                    <a:pt x="1159759" y="2422290"/>
                  </a:lnTo>
                  <a:lnTo>
                    <a:pt x="1194545" y="2447129"/>
                  </a:lnTo>
                  <a:close/>
                  <a:moveTo>
                    <a:pt x="953389" y="2175644"/>
                  </a:moveTo>
                  <a:lnTo>
                    <a:pt x="977353" y="2192399"/>
                  </a:lnTo>
                  <a:lnTo>
                    <a:pt x="986833" y="2164293"/>
                  </a:lnTo>
                  <a:close/>
                  <a:moveTo>
                    <a:pt x="886070" y="2129767"/>
                  </a:moveTo>
                  <a:lnTo>
                    <a:pt x="953389" y="2175644"/>
                  </a:lnTo>
                  <a:lnTo>
                    <a:pt x="926376" y="2065262"/>
                  </a:lnTo>
                  <a:close/>
                  <a:moveTo>
                    <a:pt x="926376" y="2065262"/>
                  </a:moveTo>
                  <a:lnTo>
                    <a:pt x="953389" y="2175644"/>
                  </a:lnTo>
                  <a:lnTo>
                    <a:pt x="988737" y="2062654"/>
                  </a:lnTo>
                  <a:close/>
                  <a:moveTo>
                    <a:pt x="988737" y="2062654"/>
                  </a:moveTo>
                  <a:lnTo>
                    <a:pt x="953389" y="2175644"/>
                  </a:lnTo>
                  <a:lnTo>
                    <a:pt x="986833" y="2164293"/>
                  </a:lnTo>
                  <a:close/>
                  <a:moveTo>
                    <a:pt x="988737" y="2062654"/>
                  </a:moveTo>
                  <a:lnTo>
                    <a:pt x="952613" y="2054992"/>
                  </a:lnTo>
                  <a:lnTo>
                    <a:pt x="926376" y="2065262"/>
                  </a:lnTo>
                  <a:close/>
                  <a:moveTo>
                    <a:pt x="1093941" y="2137208"/>
                  </a:moveTo>
                  <a:lnTo>
                    <a:pt x="1093700" y="2138004"/>
                  </a:lnTo>
                  <a:lnTo>
                    <a:pt x="1098150" y="2219423"/>
                  </a:lnTo>
                  <a:close/>
                  <a:moveTo>
                    <a:pt x="1007863" y="2175644"/>
                  </a:moveTo>
                  <a:lnTo>
                    <a:pt x="986833" y="2164293"/>
                  </a:lnTo>
                  <a:lnTo>
                    <a:pt x="977353" y="2192399"/>
                  </a:lnTo>
                  <a:close/>
                  <a:moveTo>
                    <a:pt x="986833" y="2164293"/>
                  </a:moveTo>
                  <a:lnTo>
                    <a:pt x="1009036" y="2093429"/>
                  </a:lnTo>
                  <a:lnTo>
                    <a:pt x="988737" y="2062654"/>
                  </a:lnTo>
                  <a:close/>
                  <a:moveTo>
                    <a:pt x="886070" y="2129767"/>
                  </a:moveTo>
                  <a:lnTo>
                    <a:pt x="926376" y="2065262"/>
                  </a:lnTo>
                  <a:lnTo>
                    <a:pt x="803024" y="2097930"/>
                  </a:lnTo>
                  <a:close/>
                  <a:moveTo>
                    <a:pt x="879943" y="2054992"/>
                  </a:moveTo>
                  <a:lnTo>
                    <a:pt x="780805" y="2010421"/>
                  </a:lnTo>
                  <a:lnTo>
                    <a:pt x="781339" y="2011214"/>
                  </a:lnTo>
                  <a:close/>
                  <a:moveTo>
                    <a:pt x="781339" y="2011214"/>
                  </a:moveTo>
                  <a:lnTo>
                    <a:pt x="792746" y="2059501"/>
                  </a:lnTo>
                  <a:lnTo>
                    <a:pt x="879943" y="2054992"/>
                  </a:lnTo>
                  <a:close/>
                  <a:moveTo>
                    <a:pt x="988737" y="2062654"/>
                  </a:moveTo>
                  <a:lnTo>
                    <a:pt x="949667" y="1994324"/>
                  </a:lnTo>
                  <a:lnTo>
                    <a:pt x="952613" y="2054992"/>
                  </a:lnTo>
                  <a:close/>
                  <a:moveTo>
                    <a:pt x="1037668" y="2054992"/>
                  </a:moveTo>
                  <a:lnTo>
                    <a:pt x="1093941" y="2137208"/>
                  </a:lnTo>
                  <a:lnTo>
                    <a:pt x="1095848" y="2098771"/>
                  </a:lnTo>
                  <a:close/>
                  <a:moveTo>
                    <a:pt x="1264744" y="2159633"/>
                  </a:moveTo>
                  <a:lnTo>
                    <a:pt x="1314092" y="2185032"/>
                  </a:lnTo>
                  <a:lnTo>
                    <a:pt x="1309697" y="2180986"/>
                  </a:lnTo>
                  <a:close/>
                  <a:moveTo>
                    <a:pt x="1295736" y="2094936"/>
                  </a:moveTo>
                  <a:lnTo>
                    <a:pt x="1309697" y="2180986"/>
                  </a:lnTo>
                  <a:lnTo>
                    <a:pt x="1307629" y="2160869"/>
                  </a:lnTo>
                  <a:close/>
                  <a:moveTo>
                    <a:pt x="1264744" y="2159633"/>
                  </a:moveTo>
                  <a:lnTo>
                    <a:pt x="1309697" y="2180986"/>
                  </a:lnTo>
                  <a:lnTo>
                    <a:pt x="1295736" y="2094936"/>
                  </a:lnTo>
                  <a:close/>
                  <a:moveTo>
                    <a:pt x="1316594" y="1979187"/>
                  </a:moveTo>
                  <a:lnTo>
                    <a:pt x="1313080" y="1978119"/>
                  </a:lnTo>
                  <a:lnTo>
                    <a:pt x="1295736" y="2094936"/>
                  </a:lnTo>
                  <a:close/>
                  <a:moveTo>
                    <a:pt x="1404200" y="2067350"/>
                  </a:moveTo>
                  <a:lnTo>
                    <a:pt x="1295736" y="2094936"/>
                  </a:lnTo>
                  <a:lnTo>
                    <a:pt x="1307629" y="2160869"/>
                  </a:lnTo>
                  <a:close/>
                  <a:moveTo>
                    <a:pt x="1295736" y="2094936"/>
                  </a:moveTo>
                  <a:lnTo>
                    <a:pt x="1404200" y="2067350"/>
                  </a:lnTo>
                  <a:lnTo>
                    <a:pt x="1316594" y="1979187"/>
                  </a:lnTo>
                  <a:close/>
                  <a:moveTo>
                    <a:pt x="1404200" y="2067350"/>
                  </a:moveTo>
                  <a:lnTo>
                    <a:pt x="1397570" y="2003286"/>
                  </a:lnTo>
                  <a:lnTo>
                    <a:pt x="1316594" y="1979187"/>
                  </a:lnTo>
                  <a:close/>
                  <a:moveTo>
                    <a:pt x="1221385" y="1994699"/>
                  </a:moveTo>
                  <a:lnTo>
                    <a:pt x="1313080" y="1978119"/>
                  </a:lnTo>
                  <a:lnTo>
                    <a:pt x="1222933" y="1907662"/>
                  </a:lnTo>
                  <a:close/>
                  <a:moveTo>
                    <a:pt x="1212664" y="1978119"/>
                  </a:moveTo>
                  <a:lnTo>
                    <a:pt x="1221385" y="1994699"/>
                  </a:lnTo>
                  <a:lnTo>
                    <a:pt x="1222933" y="1907662"/>
                  </a:lnTo>
                  <a:close/>
                  <a:moveTo>
                    <a:pt x="994148" y="1824791"/>
                  </a:moveTo>
                  <a:lnTo>
                    <a:pt x="1008178" y="1852126"/>
                  </a:lnTo>
                  <a:lnTo>
                    <a:pt x="1013258" y="1842533"/>
                  </a:lnTo>
                  <a:close/>
                  <a:moveTo>
                    <a:pt x="1027374" y="1813689"/>
                  </a:moveTo>
                  <a:lnTo>
                    <a:pt x="994148" y="1824791"/>
                  </a:lnTo>
                  <a:lnTo>
                    <a:pt x="1013258" y="1842533"/>
                  </a:lnTo>
                  <a:close/>
                  <a:moveTo>
                    <a:pt x="958011" y="1769911"/>
                  </a:moveTo>
                  <a:lnTo>
                    <a:pt x="994148" y="1824791"/>
                  </a:lnTo>
                  <a:lnTo>
                    <a:pt x="1027374" y="1813689"/>
                  </a:lnTo>
                  <a:close/>
                  <a:moveTo>
                    <a:pt x="948579" y="1687695"/>
                  </a:moveTo>
                  <a:lnTo>
                    <a:pt x="958011" y="1769911"/>
                  </a:lnTo>
                  <a:lnTo>
                    <a:pt x="992293" y="1731474"/>
                  </a:lnTo>
                  <a:close/>
                  <a:moveTo>
                    <a:pt x="1313080" y="1978119"/>
                  </a:moveTo>
                  <a:lnTo>
                    <a:pt x="1316594" y="1979187"/>
                  </a:lnTo>
                  <a:lnTo>
                    <a:pt x="1317868" y="1976852"/>
                  </a:lnTo>
                  <a:close/>
                  <a:moveTo>
                    <a:pt x="1222933" y="1907662"/>
                  </a:moveTo>
                  <a:lnTo>
                    <a:pt x="1313080" y="1978119"/>
                  </a:lnTo>
                  <a:lnTo>
                    <a:pt x="1333355" y="1857468"/>
                  </a:lnTo>
                  <a:close/>
                  <a:moveTo>
                    <a:pt x="1333355" y="1857468"/>
                  </a:moveTo>
                  <a:lnTo>
                    <a:pt x="1313080" y="1978119"/>
                  </a:lnTo>
                  <a:lnTo>
                    <a:pt x="1346227" y="1874777"/>
                  </a:lnTo>
                  <a:close/>
                  <a:moveTo>
                    <a:pt x="1346227" y="1874777"/>
                  </a:moveTo>
                  <a:lnTo>
                    <a:pt x="1313080" y="1978119"/>
                  </a:lnTo>
                  <a:lnTo>
                    <a:pt x="1317868" y="1976852"/>
                  </a:lnTo>
                  <a:close/>
                  <a:moveTo>
                    <a:pt x="858313" y="1207264"/>
                  </a:moveTo>
                  <a:lnTo>
                    <a:pt x="914740" y="1281962"/>
                  </a:lnTo>
                  <a:lnTo>
                    <a:pt x="876893" y="1234647"/>
                  </a:lnTo>
                  <a:close/>
                  <a:moveTo>
                    <a:pt x="1881693" y="2421986"/>
                  </a:moveTo>
                  <a:lnTo>
                    <a:pt x="2001889" y="2439037"/>
                  </a:lnTo>
                  <a:lnTo>
                    <a:pt x="1965217" y="2394537"/>
                  </a:lnTo>
                  <a:close/>
                  <a:moveTo>
                    <a:pt x="1729944" y="2324079"/>
                  </a:moveTo>
                  <a:lnTo>
                    <a:pt x="1791074" y="2334973"/>
                  </a:lnTo>
                  <a:lnTo>
                    <a:pt x="1763730" y="2321121"/>
                  </a:lnTo>
                  <a:close/>
                  <a:moveTo>
                    <a:pt x="1546195" y="2065107"/>
                  </a:moveTo>
                  <a:lnTo>
                    <a:pt x="1571479" y="2104113"/>
                  </a:lnTo>
                  <a:lnTo>
                    <a:pt x="1588120" y="2006657"/>
                  </a:lnTo>
                  <a:close/>
                  <a:moveTo>
                    <a:pt x="1588120" y="2006657"/>
                  </a:moveTo>
                  <a:lnTo>
                    <a:pt x="1571479" y="2104113"/>
                  </a:lnTo>
                  <a:lnTo>
                    <a:pt x="1649917" y="1988770"/>
                  </a:lnTo>
                  <a:close/>
                  <a:moveTo>
                    <a:pt x="1649917" y="1988770"/>
                  </a:moveTo>
                  <a:lnTo>
                    <a:pt x="1571479" y="2104113"/>
                  </a:lnTo>
                  <a:lnTo>
                    <a:pt x="1663832" y="2077549"/>
                  </a:lnTo>
                  <a:close/>
                  <a:moveTo>
                    <a:pt x="1645479" y="2157657"/>
                  </a:moveTo>
                  <a:lnTo>
                    <a:pt x="1718477" y="2093716"/>
                  </a:lnTo>
                  <a:lnTo>
                    <a:pt x="1663832" y="2077549"/>
                  </a:lnTo>
                  <a:close/>
                  <a:moveTo>
                    <a:pt x="1663832" y="2077549"/>
                  </a:moveTo>
                  <a:lnTo>
                    <a:pt x="1718477" y="2093716"/>
                  </a:lnTo>
                  <a:lnTo>
                    <a:pt x="1649917" y="1988770"/>
                  </a:lnTo>
                  <a:close/>
                  <a:moveTo>
                    <a:pt x="1547475" y="1983461"/>
                  </a:moveTo>
                  <a:lnTo>
                    <a:pt x="1546195" y="2065107"/>
                  </a:lnTo>
                  <a:lnTo>
                    <a:pt x="1588120" y="2006657"/>
                  </a:lnTo>
                  <a:close/>
                  <a:moveTo>
                    <a:pt x="1547475" y="1983461"/>
                  </a:moveTo>
                  <a:lnTo>
                    <a:pt x="1518108" y="2021898"/>
                  </a:lnTo>
                  <a:lnTo>
                    <a:pt x="1546195" y="2065107"/>
                  </a:lnTo>
                  <a:close/>
                  <a:moveTo>
                    <a:pt x="1547475" y="1983461"/>
                  </a:moveTo>
                  <a:lnTo>
                    <a:pt x="1527584" y="1995526"/>
                  </a:lnTo>
                  <a:lnTo>
                    <a:pt x="1518108" y="2021898"/>
                  </a:lnTo>
                  <a:close/>
                  <a:moveTo>
                    <a:pt x="1492291" y="1736816"/>
                  </a:moveTo>
                  <a:lnTo>
                    <a:pt x="1430306" y="1695273"/>
                  </a:lnTo>
                  <a:lnTo>
                    <a:pt x="1481194" y="1765070"/>
                  </a:lnTo>
                  <a:close/>
                  <a:moveTo>
                    <a:pt x="782725" y="946022"/>
                  </a:moveTo>
                  <a:lnTo>
                    <a:pt x="762513" y="924278"/>
                  </a:lnTo>
                  <a:lnTo>
                    <a:pt x="825803" y="996880"/>
                  </a:lnTo>
                  <a:close/>
                  <a:moveTo>
                    <a:pt x="825803" y="996880"/>
                  </a:moveTo>
                  <a:lnTo>
                    <a:pt x="762513" y="924278"/>
                  </a:lnTo>
                  <a:lnTo>
                    <a:pt x="773350" y="953102"/>
                  </a:lnTo>
                  <a:close/>
                  <a:moveTo>
                    <a:pt x="74754" y="295381"/>
                  </a:moveTo>
                  <a:lnTo>
                    <a:pt x="147527" y="360054"/>
                  </a:lnTo>
                  <a:lnTo>
                    <a:pt x="119433" y="282802"/>
                  </a:lnTo>
                  <a:close/>
                  <a:moveTo>
                    <a:pt x="28148" y="213166"/>
                  </a:moveTo>
                  <a:lnTo>
                    <a:pt x="119433" y="282802"/>
                  </a:lnTo>
                  <a:lnTo>
                    <a:pt x="95810" y="201914"/>
                  </a:lnTo>
                  <a:close/>
                  <a:moveTo>
                    <a:pt x="95810" y="201914"/>
                  </a:moveTo>
                  <a:lnTo>
                    <a:pt x="130681" y="295381"/>
                  </a:lnTo>
                  <a:lnTo>
                    <a:pt x="123949" y="213166"/>
                  </a:lnTo>
                  <a:close/>
                  <a:moveTo>
                    <a:pt x="1965217" y="2394537"/>
                  </a:moveTo>
                  <a:lnTo>
                    <a:pt x="2001889" y="2439037"/>
                  </a:lnTo>
                  <a:lnTo>
                    <a:pt x="2021081" y="2369258"/>
                  </a:lnTo>
                  <a:close/>
                  <a:moveTo>
                    <a:pt x="2075794" y="2273886"/>
                  </a:moveTo>
                  <a:lnTo>
                    <a:pt x="2029579" y="2327365"/>
                  </a:lnTo>
                  <a:lnTo>
                    <a:pt x="2086525" y="2276553"/>
                  </a:lnTo>
                  <a:close/>
                  <a:moveTo>
                    <a:pt x="2086525" y="2276553"/>
                  </a:moveTo>
                  <a:lnTo>
                    <a:pt x="2029579" y="2327365"/>
                  </a:lnTo>
                  <a:lnTo>
                    <a:pt x="2021081" y="2369258"/>
                  </a:lnTo>
                  <a:close/>
                  <a:moveTo>
                    <a:pt x="2086525" y="2276553"/>
                  </a:moveTo>
                  <a:lnTo>
                    <a:pt x="2060347" y="2197743"/>
                  </a:lnTo>
                  <a:lnTo>
                    <a:pt x="2075794" y="2273886"/>
                  </a:lnTo>
                  <a:close/>
                  <a:moveTo>
                    <a:pt x="2060347" y="2197743"/>
                  </a:moveTo>
                  <a:lnTo>
                    <a:pt x="2047732" y="2191670"/>
                  </a:lnTo>
                  <a:lnTo>
                    <a:pt x="2075794" y="2273886"/>
                  </a:lnTo>
                  <a:close/>
                  <a:moveTo>
                    <a:pt x="1892531" y="2308826"/>
                  </a:moveTo>
                  <a:lnTo>
                    <a:pt x="1801291" y="2226574"/>
                  </a:lnTo>
                  <a:lnTo>
                    <a:pt x="1803110" y="2230107"/>
                  </a:lnTo>
                  <a:close/>
                  <a:moveTo>
                    <a:pt x="2060347" y="2197743"/>
                  </a:moveTo>
                  <a:lnTo>
                    <a:pt x="1978374" y="2135920"/>
                  </a:lnTo>
                  <a:lnTo>
                    <a:pt x="2047732" y="2191670"/>
                  </a:lnTo>
                  <a:close/>
                  <a:moveTo>
                    <a:pt x="1568728" y="1894091"/>
                  </a:moveTo>
                  <a:lnTo>
                    <a:pt x="1668263" y="1812438"/>
                  </a:lnTo>
                  <a:lnTo>
                    <a:pt x="1557735" y="1819032"/>
                  </a:lnTo>
                  <a:close/>
                  <a:moveTo>
                    <a:pt x="1557735" y="1819032"/>
                  </a:moveTo>
                  <a:lnTo>
                    <a:pt x="1668263" y="1812438"/>
                  </a:lnTo>
                  <a:lnTo>
                    <a:pt x="1640839" y="1780595"/>
                  </a:lnTo>
                  <a:close/>
                  <a:moveTo>
                    <a:pt x="1640839" y="1780595"/>
                  </a:moveTo>
                  <a:lnTo>
                    <a:pt x="1573634" y="1737297"/>
                  </a:lnTo>
                  <a:lnTo>
                    <a:pt x="1523443" y="1764842"/>
                  </a:lnTo>
                  <a:close/>
                  <a:moveTo>
                    <a:pt x="1435727" y="1641350"/>
                  </a:moveTo>
                  <a:lnTo>
                    <a:pt x="1407021" y="1736816"/>
                  </a:lnTo>
                  <a:lnTo>
                    <a:pt x="1430306" y="1695273"/>
                  </a:lnTo>
                  <a:close/>
                  <a:moveTo>
                    <a:pt x="1435727" y="1641350"/>
                  </a:moveTo>
                  <a:lnTo>
                    <a:pt x="1403379" y="1594600"/>
                  </a:lnTo>
                  <a:lnTo>
                    <a:pt x="1383579" y="1623153"/>
                  </a:lnTo>
                  <a:close/>
                  <a:moveTo>
                    <a:pt x="1403379" y="1594600"/>
                  </a:moveTo>
                  <a:lnTo>
                    <a:pt x="1435727" y="1641350"/>
                  </a:lnTo>
                  <a:lnTo>
                    <a:pt x="1534333" y="1590354"/>
                  </a:lnTo>
                  <a:close/>
                  <a:moveTo>
                    <a:pt x="1149132" y="1392293"/>
                  </a:moveTo>
                  <a:lnTo>
                    <a:pt x="1123629" y="1325741"/>
                  </a:lnTo>
                  <a:lnTo>
                    <a:pt x="1118197" y="1317351"/>
                  </a:lnTo>
                  <a:close/>
                  <a:moveTo>
                    <a:pt x="1107573" y="1225896"/>
                  </a:moveTo>
                  <a:lnTo>
                    <a:pt x="1123629" y="1325741"/>
                  </a:lnTo>
                  <a:lnTo>
                    <a:pt x="1153233" y="1243526"/>
                  </a:lnTo>
                  <a:close/>
                  <a:moveTo>
                    <a:pt x="1107573" y="1225896"/>
                  </a:moveTo>
                  <a:lnTo>
                    <a:pt x="1118197" y="1317351"/>
                  </a:lnTo>
                  <a:lnTo>
                    <a:pt x="1123629" y="1325741"/>
                  </a:lnTo>
                  <a:close/>
                  <a:moveTo>
                    <a:pt x="1107573" y="1225896"/>
                  </a:moveTo>
                  <a:lnTo>
                    <a:pt x="1069646" y="1182802"/>
                  </a:lnTo>
                  <a:lnTo>
                    <a:pt x="1009683" y="1144794"/>
                  </a:lnTo>
                  <a:close/>
                  <a:moveTo>
                    <a:pt x="983412" y="1066060"/>
                  </a:moveTo>
                  <a:lnTo>
                    <a:pt x="928795" y="1079095"/>
                  </a:lnTo>
                  <a:lnTo>
                    <a:pt x="945567" y="1136327"/>
                  </a:lnTo>
                  <a:close/>
                  <a:moveTo>
                    <a:pt x="885202" y="1050511"/>
                  </a:moveTo>
                  <a:lnTo>
                    <a:pt x="998208" y="979159"/>
                  </a:lnTo>
                  <a:lnTo>
                    <a:pt x="926348" y="989147"/>
                  </a:lnTo>
                  <a:close/>
                  <a:moveTo>
                    <a:pt x="782725" y="946022"/>
                  </a:moveTo>
                  <a:lnTo>
                    <a:pt x="825803" y="996880"/>
                  </a:lnTo>
                  <a:lnTo>
                    <a:pt x="825574" y="973104"/>
                  </a:lnTo>
                  <a:close/>
                  <a:moveTo>
                    <a:pt x="23407" y="0"/>
                  </a:moveTo>
                  <a:lnTo>
                    <a:pt x="66248" y="92514"/>
                  </a:lnTo>
                  <a:lnTo>
                    <a:pt x="57959" y="10299"/>
                  </a:lnTo>
                  <a:close/>
                  <a:moveTo>
                    <a:pt x="2024899" y="2165969"/>
                  </a:moveTo>
                  <a:lnTo>
                    <a:pt x="2075794" y="2273886"/>
                  </a:lnTo>
                  <a:lnTo>
                    <a:pt x="2047732" y="2191670"/>
                  </a:lnTo>
                  <a:close/>
                  <a:moveTo>
                    <a:pt x="1901977" y="2105219"/>
                  </a:moveTo>
                  <a:lnTo>
                    <a:pt x="1978374" y="2135920"/>
                  </a:lnTo>
                  <a:lnTo>
                    <a:pt x="1920763" y="2109456"/>
                  </a:lnTo>
                  <a:close/>
                  <a:moveTo>
                    <a:pt x="2024899" y="2165969"/>
                  </a:moveTo>
                  <a:lnTo>
                    <a:pt x="1978374" y="2135920"/>
                  </a:lnTo>
                  <a:lnTo>
                    <a:pt x="1901977" y="2105219"/>
                  </a:lnTo>
                  <a:close/>
                  <a:moveTo>
                    <a:pt x="2024899" y="2165969"/>
                  </a:moveTo>
                  <a:lnTo>
                    <a:pt x="2047732" y="2191670"/>
                  </a:lnTo>
                  <a:lnTo>
                    <a:pt x="1978374" y="2135920"/>
                  </a:lnTo>
                  <a:close/>
                  <a:moveTo>
                    <a:pt x="1901977" y="2105219"/>
                  </a:moveTo>
                  <a:lnTo>
                    <a:pt x="1920763" y="2109456"/>
                  </a:lnTo>
                  <a:lnTo>
                    <a:pt x="1894592" y="2101331"/>
                  </a:lnTo>
                  <a:close/>
                  <a:moveTo>
                    <a:pt x="1640839" y="1780595"/>
                  </a:moveTo>
                  <a:lnTo>
                    <a:pt x="1668263" y="1812438"/>
                  </a:lnTo>
                  <a:lnTo>
                    <a:pt x="1677030" y="1766544"/>
                  </a:lnTo>
                  <a:close/>
                  <a:moveTo>
                    <a:pt x="1640839" y="1780595"/>
                  </a:moveTo>
                  <a:lnTo>
                    <a:pt x="1677030" y="1766544"/>
                  </a:lnTo>
                  <a:lnTo>
                    <a:pt x="1573634" y="1737297"/>
                  </a:lnTo>
                  <a:close/>
                  <a:moveTo>
                    <a:pt x="1573634" y="1737297"/>
                  </a:moveTo>
                  <a:lnTo>
                    <a:pt x="1677030" y="1766544"/>
                  </a:lnTo>
                  <a:lnTo>
                    <a:pt x="1699373" y="1713550"/>
                  </a:lnTo>
                  <a:close/>
                  <a:moveTo>
                    <a:pt x="1677030" y="1766544"/>
                  </a:moveTo>
                  <a:lnTo>
                    <a:pt x="1668263" y="1812438"/>
                  </a:lnTo>
                  <a:lnTo>
                    <a:pt x="1675197" y="1780595"/>
                  </a:lnTo>
                  <a:close/>
                  <a:moveTo>
                    <a:pt x="1074788" y="952273"/>
                  </a:moveTo>
                  <a:lnTo>
                    <a:pt x="998208" y="979159"/>
                  </a:lnTo>
                  <a:lnTo>
                    <a:pt x="1069842" y="968333"/>
                  </a:lnTo>
                  <a:close/>
                  <a:moveTo>
                    <a:pt x="1543668" y="1313911"/>
                  </a:moveTo>
                  <a:lnTo>
                    <a:pt x="1525809" y="1343283"/>
                  </a:lnTo>
                  <a:lnTo>
                    <a:pt x="1572647" y="1331083"/>
                  </a:lnTo>
                  <a:close/>
                  <a:moveTo>
                    <a:pt x="1563956" y="1270705"/>
                  </a:moveTo>
                  <a:lnTo>
                    <a:pt x="1594008" y="1319607"/>
                  </a:lnTo>
                  <a:lnTo>
                    <a:pt x="1636512" y="1263322"/>
                  </a:lnTo>
                  <a:close/>
                </a:path>
              </a:pathLst>
            </a:custGeom>
            <a:solidFill>
              <a:srgbClr val="DCE1E6"/>
            </a:solidFill>
            <a:ln w="1524">
              <a:solidFill>
                <a:srgbClr val="DCE1E6"/>
              </a:solidFill>
            </a:ln>
          </p:spPr>
        </p:sp>
        <p:sp>
          <p:nvSpPr>
            <p:cNvPr id="2034" name="Candidate_density__2033">
              <a:extLst>
                <a:ext uri="{FF2B5EF4-FFF2-40B4-BE49-F238E27FC236}">
                  <a16:creationId xmlns:a16="http://schemas.microsoft.com/office/drawing/2014/main" id="{91691ADD-638E-A2F3-C6E2-0D5A6D1AD3DD}"/>
                </a:ext>
              </a:extLst>
            </p:cNvPr>
            <p:cNvSpPr>
              <a:spLocks noGrp="1"/>
            </p:cNvSpPr>
            <p:nvPr/>
          </p:nvSpPr>
          <p:spPr>
            <a:xfrm>
              <a:off x="4776462" y="2202581"/>
              <a:ext cx="2088288" cy="3340969"/>
            </a:xfrm>
            <a:custGeom>
              <a:avLst/>
              <a:gdLst/>
              <a:ahLst/>
              <a:cxnLst/>
              <a:rect l="0" t="0" r="0" b="0"/>
              <a:pathLst>
                <a:path w="2088288" h="3340969">
                  <a:moveTo>
                    <a:pt x="600221" y="3320706"/>
                  </a:moveTo>
                  <a:lnTo>
                    <a:pt x="575433" y="3291484"/>
                  </a:lnTo>
                  <a:lnTo>
                    <a:pt x="522031" y="3307027"/>
                  </a:lnTo>
                  <a:close/>
                  <a:moveTo>
                    <a:pt x="133146" y="2752477"/>
                  </a:moveTo>
                  <a:lnTo>
                    <a:pt x="53929" y="2734956"/>
                  </a:lnTo>
                  <a:lnTo>
                    <a:pt x="0" y="2707123"/>
                  </a:lnTo>
                  <a:close/>
                  <a:moveTo>
                    <a:pt x="653536" y="3295366"/>
                  </a:moveTo>
                  <a:lnTo>
                    <a:pt x="643902" y="3333802"/>
                  </a:lnTo>
                  <a:lnTo>
                    <a:pt x="663199" y="3340969"/>
                  </a:lnTo>
                  <a:close/>
                  <a:moveTo>
                    <a:pt x="200819" y="2511635"/>
                  </a:moveTo>
                  <a:lnTo>
                    <a:pt x="273138" y="2503367"/>
                  </a:lnTo>
                  <a:lnTo>
                    <a:pt x="308597" y="2434779"/>
                  </a:lnTo>
                  <a:close/>
                  <a:moveTo>
                    <a:pt x="889412" y="3069336"/>
                  </a:moveTo>
                  <a:lnTo>
                    <a:pt x="911101" y="3064911"/>
                  </a:lnTo>
                  <a:lnTo>
                    <a:pt x="888568" y="3054063"/>
                  </a:lnTo>
                  <a:close/>
                  <a:moveTo>
                    <a:pt x="919283" y="3045052"/>
                  </a:moveTo>
                  <a:lnTo>
                    <a:pt x="911101" y="3064911"/>
                  </a:lnTo>
                  <a:lnTo>
                    <a:pt x="917652" y="3054063"/>
                  </a:lnTo>
                  <a:close/>
                  <a:moveTo>
                    <a:pt x="321104" y="2227479"/>
                  </a:moveTo>
                  <a:lnTo>
                    <a:pt x="267978" y="2210077"/>
                  </a:lnTo>
                  <a:lnTo>
                    <a:pt x="250738" y="2267868"/>
                  </a:lnTo>
                  <a:close/>
                  <a:moveTo>
                    <a:pt x="283675" y="2112355"/>
                  </a:moveTo>
                  <a:lnTo>
                    <a:pt x="336389" y="2094244"/>
                  </a:lnTo>
                  <a:lnTo>
                    <a:pt x="346273" y="2111260"/>
                  </a:lnTo>
                  <a:close/>
                  <a:moveTo>
                    <a:pt x="344758" y="2108156"/>
                  </a:moveTo>
                  <a:lnTo>
                    <a:pt x="336389" y="2094244"/>
                  </a:lnTo>
                  <a:lnTo>
                    <a:pt x="282094" y="2098509"/>
                  </a:lnTo>
                  <a:close/>
                  <a:moveTo>
                    <a:pt x="344758" y="2108156"/>
                  </a:moveTo>
                  <a:lnTo>
                    <a:pt x="342380" y="2116644"/>
                  </a:lnTo>
                  <a:lnTo>
                    <a:pt x="346273" y="2111260"/>
                  </a:lnTo>
                  <a:close/>
                  <a:moveTo>
                    <a:pt x="344758" y="2108156"/>
                  </a:moveTo>
                  <a:lnTo>
                    <a:pt x="346273" y="2111260"/>
                  </a:lnTo>
                  <a:lnTo>
                    <a:pt x="336389" y="2094244"/>
                  </a:lnTo>
                  <a:close/>
                  <a:moveTo>
                    <a:pt x="1195611" y="2431866"/>
                  </a:moveTo>
                  <a:lnTo>
                    <a:pt x="1271202" y="2435829"/>
                  </a:lnTo>
                  <a:lnTo>
                    <a:pt x="1330221" y="2441289"/>
                  </a:lnTo>
                  <a:close/>
                  <a:moveTo>
                    <a:pt x="1330221" y="2441289"/>
                  </a:moveTo>
                  <a:lnTo>
                    <a:pt x="1271202" y="2435829"/>
                  </a:lnTo>
                  <a:lnTo>
                    <a:pt x="1402466" y="2432742"/>
                  </a:lnTo>
                  <a:close/>
                  <a:moveTo>
                    <a:pt x="1375047" y="2393684"/>
                  </a:moveTo>
                  <a:lnTo>
                    <a:pt x="1251141" y="2424282"/>
                  </a:lnTo>
                  <a:lnTo>
                    <a:pt x="1330221" y="2441289"/>
                  </a:lnTo>
                  <a:close/>
                  <a:moveTo>
                    <a:pt x="1375047" y="2393684"/>
                  </a:moveTo>
                  <a:lnTo>
                    <a:pt x="1408913" y="2349399"/>
                  </a:lnTo>
                  <a:lnTo>
                    <a:pt x="1376282" y="2330153"/>
                  </a:lnTo>
                  <a:close/>
                  <a:moveTo>
                    <a:pt x="1402466" y="2432742"/>
                  </a:moveTo>
                  <a:lnTo>
                    <a:pt x="1408913" y="2349399"/>
                  </a:lnTo>
                  <a:lnTo>
                    <a:pt x="1375047" y="2393684"/>
                  </a:lnTo>
                  <a:close/>
                  <a:moveTo>
                    <a:pt x="1330221" y="2441289"/>
                  </a:moveTo>
                  <a:lnTo>
                    <a:pt x="1402466" y="2432742"/>
                  </a:lnTo>
                  <a:lnTo>
                    <a:pt x="1375047" y="2393684"/>
                  </a:lnTo>
                  <a:close/>
                  <a:moveTo>
                    <a:pt x="915184" y="1847278"/>
                  </a:moveTo>
                  <a:lnTo>
                    <a:pt x="939340" y="1927732"/>
                  </a:lnTo>
                  <a:lnTo>
                    <a:pt x="949632" y="1957514"/>
                  </a:lnTo>
                  <a:close/>
                  <a:moveTo>
                    <a:pt x="1296803" y="2079673"/>
                  </a:moveTo>
                  <a:lnTo>
                    <a:pt x="1222451" y="1979436"/>
                  </a:lnTo>
                  <a:lnTo>
                    <a:pt x="1247647" y="2059045"/>
                  </a:lnTo>
                  <a:close/>
                  <a:moveTo>
                    <a:pt x="1404388" y="1852617"/>
                  </a:moveTo>
                  <a:lnTo>
                    <a:pt x="1318934" y="1961589"/>
                  </a:lnTo>
                  <a:lnTo>
                    <a:pt x="1408675" y="1949223"/>
                  </a:lnTo>
                  <a:close/>
                  <a:moveTo>
                    <a:pt x="1404388" y="1852617"/>
                  </a:moveTo>
                  <a:lnTo>
                    <a:pt x="1387306" y="1766412"/>
                  </a:lnTo>
                  <a:lnTo>
                    <a:pt x="1373097" y="1842205"/>
                  </a:lnTo>
                  <a:close/>
                  <a:moveTo>
                    <a:pt x="1387306" y="1766412"/>
                  </a:moveTo>
                  <a:lnTo>
                    <a:pt x="1386534" y="1759990"/>
                  </a:lnTo>
                  <a:lnTo>
                    <a:pt x="1373097" y="1842205"/>
                  </a:lnTo>
                  <a:close/>
                  <a:moveTo>
                    <a:pt x="1872549" y="2499926"/>
                  </a:moveTo>
                  <a:lnTo>
                    <a:pt x="1879042" y="2454346"/>
                  </a:lnTo>
                  <a:lnTo>
                    <a:pt x="1882760" y="2406723"/>
                  </a:lnTo>
                  <a:close/>
                  <a:moveTo>
                    <a:pt x="2002955" y="2423774"/>
                  </a:moveTo>
                  <a:lnTo>
                    <a:pt x="1879042" y="2454346"/>
                  </a:lnTo>
                  <a:lnTo>
                    <a:pt x="1958357" y="2472232"/>
                  </a:lnTo>
                  <a:close/>
                  <a:moveTo>
                    <a:pt x="2002955" y="2423774"/>
                  </a:moveTo>
                  <a:lnTo>
                    <a:pt x="1958357" y="2472232"/>
                  </a:lnTo>
                  <a:lnTo>
                    <a:pt x="2070473" y="2397554"/>
                  </a:lnTo>
                  <a:close/>
                  <a:moveTo>
                    <a:pt x="1453351" y="1912903"/>
                  </a:moveTo>
                  <a:lnTo>
                    <a:pt x="1528650" y="1980263"/>
                  </a:lnTo>
                  <a:lnTo>
                    <a:pt x="1548542" y="1968198"/>
                  </a:lnTo>
                  <a:close/>
                  <a:moveTo>
                    <a:pt x="1446118" y="1803769"/>
                  </a:moveTo>
                  <a:lnTo>
                    <a:pt x="1373097" y="1842205"/>
                  </a:lnTo>
                  <a:lnTo>
                    <a:pt x="1386534" y="1759990"/>
                  </a:lnTo>
                  <a:close/>
                  <a:moveTo>
                    <a:pt x="1408088" y="1721553"/>
                  </a:moveTo>
                  <a:lnTo>
                    <a:pt x="1446118" y="1803769"/>
                  </a:lnTo>
                  <a:lnTo>
                    <a:pt x="1386534" y="1759990"/>
                  </a:lnTo>
                  <a:close/>
                  <a:moveTo>
                    <a:pt x="1386534" y="1759990"/>
                  </a:moveTo>
                  <a:lnTo>
                    <a:pt x="1390508" y="1742428"/>
                  </a:lnTo>
                  <a:lnTo>
                    <a:pt x="1431372" y="1680010"/>
                  </a:lnTo>
                  <a:close/>
                  <a:moveTo>
                    <a:pt x="6798" y="191518"/>
                  </a:moveTo>
                  <a:lnTo>
                    <a:pt x="29214" y="197903"/>
                  </a:lnTo>
                  <a:lnTo>
                    <a:pt x="37799" y="92223"/>
                  </a:lnTo>
                  <a:close/>
                  <a:moveTo>
                    <a:pt x="84868" y="96323"/>
                  </a:moveTo>
                  <a:lnTo>
                    <a:pt x="80230" y="0"/>
                  </a:lnTo>
                  <a:lnTo>
                    <a:pt x="67315" y="77251"/>
                  </a:lnTo>
                  <a:close/>
                  <a:moveTo>
                    <a:pt x="2088288" y="2360816"/>
                  </a:moveTo>
                  <a:lnTo>
                    <a:pt x="2002955" y="2423774"/>
                  </a:lnTo>
                  <a:lnTo>
                    <a:pt x="2070473" y="2397554"/>
                  </a:lnTo>
                  <a:close/>
                  <a:moveTo>
                    <a:pt x="2087592" y="2261290"/>
                  </a:moveTo>
                  <a:lnTo>
                    <a:pt x="2088288" y="2360816"/>
                  </a:lnTo>
                  <a:lnTo>
                    <a:pt x="2080705" y="2379274"/>
                  </a:lnTo>
                  <a:close/>
                  <a:moveTo>
                    <a:pt x="1640243" y="1882148"/>
                  </a:moveTo>
                  <a:lnTo>
                    <a:pt x="1624200" y="1968198"/>
                  </a:lnTo>
                  <a:lnTo>
                    <a:pt x="1640224" y="1903553"/>
                  </a:lnTo>
                  <a:close/>
                  <a:moveTo>
                    <a:pt x="1604268" y="1950894"/>
                  </a:moveTo>
                  <a:lnTo>
                    <a:pt x="1624200" y="1968198"/>
                  </a:lnTo>
                  <a:lnTo>
                    <a:pt x="1640243" y="1882148"/>
                  </a:lnTo>
                  <a:close/>
                  <a:moveTo>
                    <a:pt x="1676263" y="1765332"/>
                  </a:moveTo>
                  <a:lnTo>
                    <a:pt x="1669330" y="1797175"/>
                  </a:lnTo>
                  <a:lnTo>
                    <a:pt x="1638414" y="1885983"/>
                  </a:lnTo>
                  <a:close/>
                  <a:moveTo>
                    <a:pt x="1697315" y="1683117"/>
                  </a:moveTo>
                  <a:lnTo>
                    <a:pt x="1723150" y="1644681"/>
                  </a:lnTo>
                  <a:lnTo>
                    <a:pt x="1676263" y="1765332"/>
                  </a:lnTo>
                  <a:close/>
                  <a:moveTo>
                    <a:pt x="1449874" y="1318781"/>
                  </a:moveTo>
                  <a:lnTo>
                    <a:pt x="1442940" y="1320813"/>
                  </a:lnTo>
                  <a:lnTo>
                    <a:pt x="1484408" y="1384443"/>
                  </a:lnTo>
                  <a:close/>
                  <a:moveTo>
                    <a:pt x="1015967" y="925106"/>
                  </a:moveTo>
                  <a:lnTo>
                    <a:pt x="1029812" y="904745"/>
                  </a:lnTo>
                  <a:lnTo>
                    <a:pt x="999275" y="963896"/>
                  </a:lnTo>
                  <a:close/>
                </a:path>
              </a:pathLst>
            </a:custGeom>
            <a:solidFill>
              <a:srgbClr val="D4DBE0"/>
            </a:solidFill>
            <a:ln w="1524">
              <a:solidFill>
                <a:srgbClr val="D4DBE0"/>
              </a:solidFill>
            </a:ln>
          </p:spPr>
        </p:sp>
        <p:sp>
          <p:nvSpPr>
            <p:cNvPr id="2035" name="Candidate_density__2034">
              <a:extLst>
                <a:ext uri="{FF2B5EF4-FFF2-40B4-BE49-F238E27FC236}">
                  <a16:creationId xmlns:a16="http://schemas.microsoft.com/office/drawing/2014/main" id="{ECB92D51-8E2A-026C-5861-D3574EF32BB0}"/>
                </a:ext>
              </a:extLst>
            </p:cNvPr>
            <p:cNvSpPr>
              <a:spLocks noGrp="1"/>
            </p:cNvSpPr>
            <p:nvPr/>
          </p:nvSpPr>
          <p:spPr>
            <a:xfrm>
              <a:off x="4690193" y="2197617"/>
              <a:ext cx="2174558" cy="3177014"/>
            </a:xfrm>
            <a:custGeom>
              <a:avLst/>
              <a:gdLst/>
              <a:ahLst/>
              <a:cxnLst/>
              <a:rect l="0" t="0" r="0" b="0"/>
              <a:pathLst>
                <a:path w="2174558" h="3177014">
                  <a:moveTo>
                    <a:pt x="551218" y="3177014"/>
                  </a:moveTo>
                  <a:lnTo>
                    <a:pt x="562537" y="3128311"/>
                  </a:lnTo>
                  <a:lnTo>
                    <a:pt x="526514" y="3097006"/>
                  </a:lnTo>
                  <a:close/>
                  <a:moveTo>
                    <a:pt x="286472" y="2724824"/>
                  </a:moveTo>
                  <a:lnTo>
                    <a:pt x="233788" y="2763261"/>
                  </a:lnTo>
                  <a:lnTo>
                    <a:pt x="301368" y="2785191"/>
                  </a:lnTo>
                  <a:close/>
                  <a:moveTo>
                    <a:pt x="325372" y="2681046"/>
                  </a:moveTo>
                  <a:lnTo>
                    <a:pt x="261522" y="2636213"/>
                  </a:lnTo>
                  <a:lnTo>
                    <a:pt x="326078" y="2642609"/>
                  </a:lnTo>
                  <a:close/>
                  <a:moveTo>
                    <a:pt x="261522" y="2636213"/>
                  </a:moveTo>
                  <a:lnTo>
                    <a:pt x="189758" y="2588453"/>
                  </a:lnTo>
                  <a:lnTo>
                    <a:pt x="242662" y="2629155"/>
                  </a:lnTo>
                  <a:close/>
                  <a:moveTo>
                    <a:pt x="0" y="2421355"/>
                  </a:moveTo>
                  <a:lnTo>
                    <a:pt x="65240" y="2516616"/>
                  </a:lnTo>
                  <a:lnTo>
                    <a:pt x="111786" y="2418489"/>
                  </a:lnTo>
                  <a:close/>
                  <a:moveTo>
                    <a:pt x="73169" y="2489310"/>
                  </a:moveTo>
                  <a:lnTo>
                    <a:pt x="153396" y="2510607"/>
                  </a:lnTo>
                  <a:lnTo>
                    <a:pt x="192405" y="2441252"/>
                  </a:lnTo>
                  <a:close/>
                  <a:moveTo>
                    <a:pt x="111786" y="2418489"/>
                  </a:moveTo>
                  <a:lnTo>
                    <a:pt x="73169" y="2489310"/>
                  </a:lnTo>
                  <a:lnTo>
                    <a:pt x="192405" y="2441252"/>
                  </a:lnTo>
                  <a:close/>
                  <a:moveTo>
                    <a:pt x="384935" y="2807040"/>
                  </a:moveTo>
                  <a:lnTo>
                    <a:pt x="409348" y="2831391"/>
                  </a:lnTo>
                  <a:lnTo>
                    <a:pt x="452999" y="2858253"/>
                  </a:lnTo>
                  <a:close/>
                  <a:moveTo>
                    <a:pt x="619557" y="2923673"/>
                  </a:moveTo>
                  <a:lnTo>
                    <a:pt x="563009" y="2867151"/>
                  </a:lnTo>
                  <a:lnTo>
                    <a:pt x="553192" y="2889254"/>
                  </a:lnTo>
                  <a:close/>
                  <a:moveTo>
                    <a:pt x="720751" y="2960187"/>
                  </a:moveTo>
                  <a:lnTo>
                    <a:pt x="698022" y="2933033"/>
                  </a:lnTo>
                  <a:lnTo>
                    <a:pt x="697604" y="2936819"/>
                  </a:lnTo>
                  <a:close/>
                  <a:moveTo>
                    <a:pt x="697604" y="2936819"/>
                  </a:moveTo>
                  <a:lnTo>
                    <a:pt x="676020" y="2919576"/>
                  </a:lnTo>
                  <a:lnTo>
                    <a:pt x="619557" y="2923673"/>
                  </a:lnTo>
                  <a:close/>
                  <a:moveTo>
                    <a:pt x="228888" y="2478179"/>
                  </a:moveTo>
                  <a:lnTo>
                    <a:pt x="287089" y="2516599"/>
                  </a:lnTo>
                  <a:lnTo>
                    <a:pt x="273140" y="2439743"/>
                  </a:lnTo>
                  <a:close/>
                  <a:moveTo>
                    <a:pt x="91069" y="2231534"/>
                  </a:moveTo>
                  <a:lnTo>
                    <a:pt x="77380" y="2118761"/>
                  </a:lnTo>
                  <a:lnTo>
                    <a:pt x="87336" y="2210759"/>
                  </a:lnTo>
                  <a:close/>
                  <a:moveTo>
                    <a:pt x="974838" y="3059027"/>
                  </a:moveTo>
                  <a:lnTo>
                    <a:pt x="914234" y="2976812"/>
                  </a:lnTo>
                  <a:lnTo>
                    <a:pt x="946215" y="3093815"/>
                  </a:lnTo>
                  <a:close/>
                  <a:moveTo>
                    <a:pt x="714939" y="2764727"/>
                  </a:moveTo>
                  <a:lnTo>
                    <a:pt x="739530" y="2663166"/>
                  </a:lnTo>
                  <a:lnTo>
                    <a:pt x="618515" y="2686388"/>
                  </a:lnTo>
                  <a:close/>
                  <a:moveTo>
                    <a:pt x="612306" y="2681359"/>
                  </a:moveTo>
                  <a:lnTo>
                    <a:pt x="575131" y="2605822"/>
                  </a:lnTo>
                  <a:lnTo>
                    <a:pt x="525974" y="2637233"/>
                  </a:lnTo>
                  <a:close/>
                  <a:moveTo>
                    <a:pt x="284308" y="2291000"/>
                  </a:moveTo>
                  <a:lnTo>
                    <a:pt x="405468" y="2250136"/>
                  </a:lnTo>
                  <a:lnTo>
                    <a:pt x="337008" y="2272832"/>
                  </a:lnTo>
                  <a:close/>
                  <a:moveTo>
                    <a:pt x="337008" y="2272832"/>
                  </a:moveTo>
                  <a:lnTo>
                    <a:pt x="265714" y="2275312"/>
                  </a:lnTo>
                  <a:lnTo>
                    <a:pt x="284308" y="2291000"/>
                  </a:lnTo>
                  <a:close/>
                  <a:moveTo>
                    <a:pt x="260716" y="2330581"/>
                  </a:moveTo>
                  <a:lnTo>
                    <a:pt x="265714" y="2275312"/>
                  </a:lnTo>
                  <a:lnTo>
                    <a:pt x="337008" y="2272832"/>
                  </a:lnTo>
                  <a:close/>
                  <a:moveTo>
                    <a:pt x="168276" y="2154661"/>
                  </a:moveTo>
                  <a:lnTo>
                    <a:pt x="165050" y="2123775"/>
                  </a:lnTo>
                  <a:lnTo>
                    <a:pt x="205837" y="2175012"/>
                  </a:lnTo>
                  <a:close/>
                  <a:moveTo>
                    <a:pt x="127696" y="2110882"/>
                  </a:moveTo>
                  <a:lnTo>
                    <a:pt x="165050" y="2123775"/>
                  </a:lnTo>
                  <a:lnTo>
                    <a:pt x="168276" y="2154661"/>
                  </a:lnTo>
                  <a:close/>
                  <a:moveTo>
                    <a:pt x="741417" y="2455019"/>
                  </a:moveTo>
                  <a:lnTo>
                    <a:pt x="720166" y="2445085"/>
                  </a:lnTo>
                  <a:lnTo>
                    <a:pt x="714271" y="2565086"/>
                  </a:lnTo>
                  <a:close/>
                  <a:moveTo>
                    <a:pt x="656644" y="2416728"/>
                  </a:moveTo>
                  <a:lnTo>
                    <a:pt x="586581" y="2433429"/>
                  </a:lnTo>
                  <a:lnTo>
                    <a:pt x="567765" y="2401306"/>
                  </a:lnTo>
                  <a:close/>
                  <a:moveTo>
                    <a:pt x="407373" y="2232443"/>
                  </a:moveTo>
                  <a:lnTo>
                    <a:pt x="337008" y="2272832"/>
                  </a:lnTo>
                  <a:lnTo>
                    <a:pt x="405468" y="2250136"/>
                  </a:lnTo>
                  <a:close/>
                  <a:moveTo>
                    <a:pt x="407373" y="2232443"/>
                  </a:moveTo>
                  <a:lnTo>
                    <a:pt x="428649" y="2121608"/>
                  </a:lnTo>
                  <a:lnTo>
                    <a:pt x="364769" y="2161425"/>
                  </a:lnTo>
                  <a:close/>
                  <a:moveTo>
                    <a:pt x="432543" y="2116224"/>
                  </a:moveTo>
                  <a:lnTo>
                    <a:pt x="428649" y="2121608"/>
                  </a:lnTo>
                  <a:lnTo>
                    <a:pt x="452669" y="2236876"/>
                  </a:lnTo>
                  <a:close/>
                  <a:moveTo>
                    <a:pt x="405810" y="2154661"/>
                  </a:moveTo>
                  <a:lnTo>
                    <a:pt x="432543" y="2116224"/>
                  </a:lnTo>
                  <a:lnTo>
                    <a:pt x="452669" y="2236876"/>
                  </a:lnTo>
                  <a:close/>
                  <a:moveTo>
                    <a:pt x="720166" y="2445085"/>
                  </a:moveTo>
                  <a:lnTo>
                    <a:pt x="741417" y="2455019"/>
                  </a:lnTo>
                  <a:lnTo>
                    <a:pt x="749177" y="2436615"/>
                  </a:lnTo>
                  <a:close/>
                  <a:moveTo>
                    <a:pt x="751235" y="2445085"/>
                  </a:moveTo>
                  <a:lnTo>
                    <a:pt x="749177" y="2436615"/>
                  </a:lnTo>
                  <a:lnTo>
                    <a:pt x="741417" y="2455019"/>
                  </a:lnTo>
                  <a:close/>
                  <a:moveTo>
                    <a:pt x="771344" y="2351709"/>
                  </a:moveTo>
                  <a:lnTo>
                    <a:pt x="749177" y="2436615"/>
                  </a:lnTo>
                  <a:lnTo>
                    <a:pt x="751235" y="2445085"/>
                  </a:lnTo>
                  <a:close/>
                  <a:moveTo>
                    <a:pt x="751235" y="2445085"/>
                  </a:moveTo>
                  <a:lnTo>
                    <a:pt x="762934" y="2362869"/>
                  </a:lnTo>
                  <a:lnTo>
                    <a:pt x="771344" y="2351709"/>
                  </a:lnTo>
                  <a:close/>
                  <a:moveTo>
                    <a:pt x="724878" y="2324433"/>
                  </a:moveTo>
                  <a:lnTo>
                    <a:pt x="753254" y="2284073"/>
                  </a:lnTo>
                  <a:lnTo>
                    <a:pt x="679247" y="2332783"/>
                  </a:lnTo>
                  <a:close/>
                  <a:moveTo>
                    <a:pt x="547573" y="1995573"/>
                  </a:moveTo>
                  <a:lnTo>
                    <a:pt x="576016" y="2115272"/>
                  </a:lnTo>
                  <a:lnTo>
                    <a:pt x="614027" y="2042187"/>
                  </a:lnTo>
                  <a:close/>
                  <a:moveTo>
                    <a:pt x="472291" y="2006117"/>
                  </a:moveTo>
                  <a:lnTo>
                    <a:pt x="430129" y="1913666"/>
                  </a:lnTo>
                  <a:lnTo>
                    <a:pt x="421343" y="1951794"/>
                  </a:lnTo>
                  <a:close/>
                  <a:moveTo>
                    <a:pt x="430750" y="1914261"/>
                  </a:moveTo>
                  <a:lnTo>
                    <a:pt x="430129" y="1913666"/>
                  </a:lnTo>
                  <a:lnTo>
                    <a:pt x="472291" y="2006117"/>
                  </a:lnTo>
                  <a:close/>
                  <a:moveTo>
                    <a:pt x="522328" y="1977995"/>
                  </a:moveTo>
                  <a:lnTo>
                    <a:pt x="430750" y="1914261"/>
                  </a:lnTo>
                  <a:lnTo>
                    <a:pt x="472291" y="2006117"/>
                  </a:lnTo>
                  <a:close/>
                  <a:moveTo>
                    <a:pt x="421343" y="1951794"/>
                  </a:moveTo>
                  <a:lnTo>
                    <a:pt x="430129" y="1913666"/>
                  </a:lnTo>
                  <a:lnTo>
                    <a:pt x="375019" y="1858377"/>
                  </a:lnTo>
                  <a:close/>
                  <a:moveTo>
                    <a:pt x="919343" y="2519550"/>
                  </a:moveTo>
                  <a:lnTo>
                    <a:pt x="967573" y="2580432"/>
                  </a:lnTo>
                  <a:lnTo>
                    <a:pt x="860238" y="2507009"/>
                  </a:lnTo>
                  <a:close/>
                  <a:moveTo>
                    <a:pt x="430750" y="1914261"/>
                  </a:moveTo>
                  <a:lnTo>
                    <a:pt x="522328" y="1977995"/>
                  </a:lnTo>
                  <a:lnTo>
                    <a:pt x="562186" y="1911816"/>
                  </a:lnTo>
                  <a:close/>
                  <a:moveTo>
                    <a:pt x="621301" y="1854183"/>
                  </a:moveTo>
                  <a:lnTo>
                    <a:pt x="601149" y="1795722"/>
                  </a:lnTo>
                  <a:lnTo>
                    <a:pt x="601894" y="1792706"/>
                  </a:lnTo>
                  <a:close/>
                  <a:moveTo>
                    <a:pt x="616369" y="1754269"/>
                  </a:moveTo>
                  <a:lnTo>
                    <a:pt x="621301" y="1854183"/>
                  </a:lnTo>
                  <a:lnTo>
                    <a:pt x="601894" y="1792706"/>
                  </a:lnTo>
                  <a:close/>
                  <a:moveTo>
                    <a:pt x="601894" y="1792706"/>
                  </a:moveTo>
                  <a:lnTo>
                    <a:pt x="554222" y="1710491"/>
                  </a:lnTo>
                  <a:lnTo>
                    <a:pt x="616369" y="1754269"/>
                  </a:lnTo>
                  <a:close/>
                  <a:moveTo>
                    <a:pt x="1337411" y="2429246"/>
                  </a:moveTo>
                  <a:lnTo>
                    <a:pt x="1281881" y="2436830"/>
                  </a:lnTo>
                  <a:lnTo>
                    <a:pt x="1416491" y="2446254"/>
                  </a:lnTo>
                  <a:close/>
                  <a:moveTo>
                    <a:pt x="1037004" y="1984025"/>
                  </a:moveTo>
                  <a:lnTo>
                    <a:pt x="1035902" y="1962478"/>
                  </a:lnTo>
                  <a:lnTo>
                    <a:pt x="1039950" y="2044693"/>
                  </a:lnTo>
                  <a:close/>
                  <a:moveTo>
                    <a:pt x="1495183" y="2354363"/>
                  </a:moveTo>
                  <a:lnTo>
                    <a:pt x="1464445" y="2279260"/>
                  </a:lnTo>
                  <a:lnTo>
                    <a:pt x="1462552" y="2335117"/>
                  </a:lnTo>
                  <a:close/>
                  <a:moveTo>
                    <a:pt x="1464445" y="2279260"/>
                  </a:moveTo>
                  <a:lnTo>
                    <a:pt x="1458220" y="2252902"/>
                  </a:lnTo>
                  <a:lnTo>
                    <a:pt x="1462552" y="2335117"/>
                  </a:lnTo>
                  <a:close/>
                  <a:moveTo>
                    <a:pt x="1401428" y="2174733"/>
                  </a:moveTo>
                  <a:lnTo>
                    <a:pt x="1383421" y="2184447"/>
                  </a:lnTo>
                  <a:lnTo>
                    <a:pt x="1397034" y="2170687"/>
                  </a:lnTo>
                  <a:close/>
                  <a:moveTo>
                    <a:pt x="1025609" y="1932696"/>
                  </a:moveTo>
                  <a:lnTo>
                    <a:pt x="1039950" y="2044693"/>
                  </a:lnTo>
                  <a:lnTo>
                    <a:pt x="1035902" y="1962478"/>
                  </a:lnTo>
                  <a:close/>
                  <a:moveTo>
                    <a:pt x="1333917" y="2064009"/>
                  </a:moveTo>
                  <a:lnTo>
                    <a:pt x="1352081" y="2149334"/>
                  </a:lnTo>
                  <a:lnTo>
                    <a:pt x="1383073" y="2084637"/>
                  </a:lnTo>
                  <a:close/>
                  <a:moveTo>
                    <a:pt x="1383073" y="2084637"/>
                  </a:moveTo>
                  <a:lnTo>
                    <a:pt x="1400417" y="1967821"/>
                  </a:lnTo>
                  <a:lnTo>
                    <a:pt x="1308721" y="1984400"/>
                  </a:lnTo>
                  <a:close/>
                  <a:moveTo>
                    <a:pt x="1494945" y="1954187"/>
                  </a:moveTo>
                  <a:lnTo>
                    <a:pt x="1403931" y="1968889"/>
                  </a:lnTo>
                  <a:lnTo>
                    <a:pt x="1484907" y="1992987"/>
                  </a:lnTo>
                  <a:close/>
                  <a:moveTo>
                    <a:pt x="1494945" y="1954187"/>
                  </a:moveTo>
                  <a:lnTo>
                    <a:pt x="1405204" y="1966554"/>
                  </a:lnTo>
                  <a:lnTo>
                    <a:pt x="1403931" y="1968889"/>
                  </a:lnTo>
                  <a:close/>
                  <a:moveTo>
                    <a:pt x="1459367" y="1847169"/>
                  </a:moveTo>
                  <a:lnTo>
                    <a:pt x="1433563" y="1864478"/>
                  </a:lnTo>
                  <a:lnTo>
                    <a:pt x="1490658" y="1857581"/>
                  </a:lnTo>
                  <a:close/>
                  <a:moveTo>
                    <a:pt x="1490658" y="1857581"/>
                  </a:moveTo>
                  <a:lnTo>
                    <a:pt x="1433563" y="1864478"/>
                  </a:lnTo>
                  <a:lnTo>
                    <a:pt x="1405204" y="1966554"/>
                  </a:lnTo>
                  <a:close/>
                  <a:moveTo>
                    <a:pt x="162090" y="285082"/>
                  </a:moveTo>
                  <a:lnTo>
                    <a:pt x="114237" y="323518"/>
                  </a:lnTo>
                  <a:lnTo>
                    <a:pt x="172611" y="367297"/>
                  </a:lnTo>
                  <a:close/>
                  <a:moveTo>
                    <a:pt x="63182" y="241304"/>
                  </a:moveTo>
                  <a:lnTo>
                    <a:pt x="114237" y="323518"/>
                  </a:lnTo>
                  <a:lnTo>
                    <a:pt x="162090" y="285082"/>
                  </a:lnTo>
                  <a:close/>
                  <a:moveTo>
                    <a:pt x="63182" y="241304"/>
                  </a:moveTo>
                  <a:lnTo>
                    <a:pt x="162090" y="285082"/>
                  </a:lnTo>
                  <a:lnTo>
                    <a:pt x="115484" y="202867"/>
                  </a:lnTo>
                  <a:close/>
                  <a:moveTo>
                    <a:pt x="1969029" y="2411687"/>
                  </a:moveTo>
                  <a:lnTo>
                    <a:pt x="1913783" y="2396009"/>
                  </a:lnTo>
                  <a:lnTo>
                    <a:pt x="1958819" y="2504890"/>
                  </a:lnTo>
                  <a:close/>
                  <a:moveTo>
                    <a:pt x="1969029" y="2411687"/>
                  </a:moveTo>
                  <a:lnTo>
                    <a:pt x="1965312" y="2459310"/>
                  </a:lnTo>
                  <a:lnTo>
                    <a:pt x="2089225" y="2428739"/>
                  </a:lnTo>
                  <a:close/>
                  <a:moveTo>
                    <a:pt x="1737253" y="1978471"/>
                  </a:moveTo>
                  <a:lnTo>
                    <a:pt x="1710470" y="1973163"/>
                  </a:lnTo>
                  <a:lnTo>
                    <a:pt x="1675456" y="1996358"/>
                  </a:lnTo>
                  <a:close/>
                  <a:moveTo>
                    <a:pt x="1477369" y="1907885"/>
                  </a:moveTo>
                  <a:lnTo>
                    <a:pt x="1433563" y="1864478"/>
                  </a:lnTo>
                  <a:lnTo>
                    <a:pt x="1459367" y="1847169"/>
                  </a:lnTo>
                  <a:close/>
                  <a:moveTo>
                    <a:pt x="1494358" y="1726517"/>
                  </a:moveTo>
                  <a:lnTo>
                    <a:pt x="1472804" y="1764954"/>
                  </a:lnTo>
                  <a:lnTo>
                    <a:pt x="1517642" y="1684974"/>
                  </a:lnTo>
                  <a:close/>
                  <a:moveTo>
                    <a:pt x="206769" y="272503"/>
                  </a:moveTo>
                  <a:lnTo>
                    <a:pt x="226224" y="367297"/>
                  </a:lnTo>
                  <a:lnTo>
                    <a:pt x="218017" y="285082"/>
                  </a:lnTo>
                  <a:close/>
                  <a:moveTo>
                    <a:pt x="171137" y="101287"/>
                  </a:moveTo>
                  <a:lnTo>
                    <a:pt x="115484" y="202867"/>
                  </a:lnTo>
                  <a:lnTo>
                    <a:pt x="183146" y="191615"/>
                  </a:lnTo>
                  <a:close/>
                  <a:moveTo>
                    <a:pt x="171137" y="101287"/>
                  </a:moveTo>
                  <a:lnTo>
                    <a:pt x="183146" y="191615"/>
                  </a:lnTo>
                  <a:lnTo>
                    <a:pt x="211285" y="202867"/>
                  </a:lnTo>
                  <a:close/>
                  <a:moveTo>
                    <a:pt x="166500" y="4964"/>
                  </a:moveTo>
                  <a:lnTo>
                    <a:pt x="145296" y="0"/>
                  </a:lnTo>
                  <a:lnTo>
                    <a:pt x="153585" y="82215"/>
                  </a:lnTo>
                  <a:close/>
                  <a:moveTo>
                    <a:pt x="2174558" y="2365780"/>
                  </a:moveTo>
                  <a:lnTo>
                    <a:pt x="2108417" y="2358959"/>
                  </a:lnTo>
                  <a:lnTo>
                    <a:pt x="2089225" y="2428739"/>
                  </a:lnTo>
                  <a:close/>
                  <a:moveTo>
                    <a:pt x="2173861" y="2266254"/>
                  </a:moveTo>
                  <a:lnTo>
                    <a:pt x="2108417" y="2358959"/>
                  </a:lnTo>
                  <a:lnTo>
                    <a:pt x="2174558" y="2365780"/>
                  </a:lnTo>
                  <a:close/>
                  <a:moveTo>
                    <a:pt x="1473203" y="1523651"/>
                  </a:moveTo>
                  <a:lnTo>
                    <a:pt x="1490716" y="1584301"/>
                  </a:lnTo>
                  <a:lnTo>
                    <a:pt x="1475876" y="1562087"/>
                  </a:lnTo>
                  <a:close/>
                  <a:moveTo>
                    <a:pt x="1470915" y="1612854"/>
                  </a:moveTo>
                  <a:lnTo>
                    <a:pt x="1490716" y="1584301"/>
                  </a:lnTo>
                  <a:lnTo>
                    <a:pt x="1473203" y="1523651"/>
                  </a:lnTo>
                  <a:close/>
                  <a:moveTo>
                    <a:pt x="1097020" y="1134495"/>
                  </a:moveTo>
                  <a:lnTo>
                    <a:pt x="1156983" y="1172503"/>
                  </a:lnTo>
                  <a:lnTo>
                    <a:pt x="1121810" y="1151011"/>
                  </a:lnTo>
                  <a:close/>
                  <a:moveTo>
                    <a:pt x="1097020" y="1134495"/>
                  </a:moveTo>
                  <a:lnTo>
                    <a:pt x="1070749" y="1055762"/>
                  </a:lnTo>
                  <a:lnTo>
                    <a:pt x="1032904" y="1126029"/>
                  </a:lnTo>
                  <a:close/>
                  <a:moveTo>
                    <a:pt x="1070749" y="1055762"/>
                  </a:moveTo>
                  <a:lnTo>
                    <a:pt x="1121810" y="1151011"/>
                  </a:lnTo>
                  <a:lnTo>
                    <a:pt x="1108224" y="1068796"/>
                  </a:lnTo>
                  <a:close/>
                  <a:moveTo>
                    <a:pt x="1070749" y="1055762"/>
                  </a:moveTo>
                  <a:lnTo>
                    <a:pt x="1097020" y="1134495"/>
                  </a:lnTo>
                  <a:lnTo>
                    <a:pt x="1121810" y="1151011"/>
                  </a:lnTo>
                  <a:close/>
                  <a:moveTo>
                    <a:pt x="1070749" y="1055762"/>
                  </a:moveTo>
                  <a:lnTo>
                    <a:pt x="1108224" y="1068796"/>
                  </a:lnTo>
                  <a:lnTo>
                    <a:pt x="1085544" y="968860"/>
                  </a:lnTo>
                  <a:close/>
                  <a:moveTo>
                    <a:pt x="1085544" y="968860"/>
                  </a:moveTo>
                  <a:lnTo>
                    <a:pt x="1127103" y="1060787"/>
                  </a:lnTo>
                  <a:lnTo>
                    <a:pt x="1157179" y="958034"/>
                  </a:lnTo>
                  <a:close/>
                  <a:moveTo>
                    <a:pt x="1762533" y="1770296"/>
                  </a:moveTo>
                  <a:lnTo>
                    <a:pt x="1786709" y="1703251"/>
                  </a:lnTo>
                  <a:lnTo>
                    <a:pt x="1764366" y="1756245"/>
                  </a:lnTo>
                  <a:close/>
                  <a:moveTo>
                    <a:pt x="1809420" y="1649645"/>
                  </a:moveTo>
                  <a:lnTo>
                    <a:pt x="1786709" y="1703251"/>
                  </a:lnTo>
                  <a:lnTo>
                    <a:pt x="1762533" y="1770296"/>
                  </a:lnTo>
                  <a:close/>
                  <a:moveTo>
                    <a:pt x="1613146" y="1332984"/>
                  </a:moveTo>
                  <a:lnTo>
                    <a:pt x="1536144" y="1323745"/>
                  </a:lnTo>
                  <a:lnTo>
                    <a:pt x="1570678" y="1389407"/>
                  </a:lnTo>
                  <a:close/>
                  <a:moveTo>
                    <a:pt x="1162125" y="941974"/>
                  </a:moveTo>
                  <a:lnTo>
                    <a:pt x="1102236" y="930071"/>
                  </a:lnTo>
                  <a:lnTo>
                    <a:pt x="1085544" y="968860"/>
                  </a:lnTo>
                  <a:close/>
                  <a:moveTo>
                    <a:pt x="1102236" y="930071"/>
                  </a:moveTo>
                  <a:lnTo>
                    <a:pt x="1162125" y="941974"/>
                  </a:lnTo>
                  <a:lnTo>
                    <a:pt x="1148716" y="852782"/>
                  </a:lnTo>
                  <a:close/>
                  <a:moveTo>
                    <a:pt x="1102236" y="930071"/>
                  </a:moveTo>
                  <a:lnTo>
                    <a:pt x="1148716" y="852782"/>
                  </a:lnTo>
                  <a:lnTo>
                    <a:pt x="1071953" y="854598"/>
                  </a:lnTo>
                  <a:close/>
                  <a:moveTo>
                    <a:pt x="1613146" y="1332984"/>
                  </a:moveTo>
                  <a:lnTo>
                    <a:pt x="1631004" y="1303612"/>
                  </a:lnTo>
                  <a:lnTo>
                    <a:pt x="1536144" y="1323745"/>
                  </a:lnTo>
                  <a:close/>
                  <a:moveTo>
                    <a:pt x="1536144" y="1323745"/>
                  </a:moveTo>
                  <a:lnTo>
                    <a:pt x="1631004" y="1303612"/>
                  </a:lnTo>
                  <a:lnTo>
                    <a:pt x="1536813" y="1319596"/>
                  </a:lnTo>
                  <a:close/>
                </a:path>
              </a:pathLst>
            </a:custGeom>
            <a:solidFill>
              <a:srgbClr val="D8DEE3"/>
            </a:solidFill>
            <a:ln w="1524">
              <a:solidFill>
                <a:srgbClr val="D8DEE3"/>
              </a:solidFill>
            </a:ln>
          </p:spPr>
        </p:sp>
        <p:sp>
          <p:nvSpPr>
            <p:cNvPr id="2036" name="Candidate_density__2035">
              <a:extLst>
                <a:ext uri="{FF2B5EF4-FFF2-40B4-BE49-F238E27FC236}">
                  <a16:creationId xmlns:a16="http://schemas.microsoft.com/office/drawing/2014/main" id="{5272DD84-470C-26C5-DEDA-0C9B4A788E17}"/>
                </a:ext>
              </a:extLst>
            </p:cNvPr>
            <p:cNvSpPr>
              <a:spLocks noGrp="1"/>
            </p:cNvSpPr>
            <p:nvPr/>
          </p:nvSpPr>
          <p:spPr>
            <a:xfrm>
              <a:off x="4457727" y="2110815"/>
              <a:ext cx="2006084" cy="3102050"/>
            </a:xfrm>
            <a:custGeom>
              <a:avLst/>
              <a:gdLst/>
              <a:ahLst/>
              <a:cxnLst/>
              <a:rect l="0" t="0" r="0" b="0"/>
              <a:pathLst>
                <a:path w="2006084" h="3102050">
                  <a:moveTo>
                    <a:pt x="0" y="2484569"/>
                  </a:moveTo>
                  <a:lnTo>
                    <a:pt x="55003" y="2475015"/>
                  </a:lnTo>
                  <a:lnTo>
                    <a:pt x="46197" y="2477423"/>
                  </a:lnTo>
                  <a:close/>
                  <a:moveTo>
                    <a:pt x="103927" y="2379274"/>
                  </a:moveTo>
                  <a:lnTo>
                    <a:pt x="46197" y="2477423"/>
                  </a:lnTo>
                  <a:lnTo>
                    <a:pt x="85879" y="2438987"/>
                  </a:lnTo>
                  <a:close/>
                  <a:moveTo>
                    <a:pt x="45870" y="2298985"/>
                  </a:moveTo>
                  <a:lnTo>
                    <a:pt x="104269" y="2356772"/>
                  </a:lnTo>
                  <a:lnTo>
                    <a:pt x="91362" y="2332296"/>
                  </a:lnTo>
                  <a:close/>
                  <a:moveTo>
                    <a:pt x="61185" y="2274557"/>
                  </a:moveTo>
                  <a:lnTo>
                    <a:pt x="45870" y="2298985"/>
                  </a:lnTo>
                  <a:lnTo>
                    <a:pt x="91362" y="2332296"/>
                  </a:lnTo>
                  <a:close/>
                  <a:moveTo>
                    <a:pt x="461354" y="2564981"/>
                  </a:moveTo>
                  <a:lnTo>
                    <a:pt x="546518" y="2489013"/>
                  </a:lnTo>
                  <a:lnTo>
                    <a:pt x="436670" y="2463326"/>
                  </a:lnTo>
                  <a:close/>
                  <a:moveTo>
                    <a:pt x="436670" y="2463326"/>
                  </a:moveTo>
                  <a:lnTo>
                    <a:pt x="546518" y="2489013"/>
                  </a:lnTo>
                  <a:lnTo>
                    <a:pt x="512498" y="2462271"/>
                  </a:lnTo>
                  <a:close/>
                  <a:moveTo>
                    <a:pt x="436670" y="2463326"/>
                  </a:moveTo>
                  <a:lnTo>
                    <a:pt x="512498" y="2462271"/>
                  </a:lnTo>
                  <a:lnTo>
                    <a:pt x="419076" y="2377537"/>
                  </a:lnTo>
                  <a:close/>
                  <a:moveTo>
                    <a:pt x="257872" y="2287317"/>
                  </a:moveTo>
                  <a:lnTo>
                    <a:pt x="309846" y="2205563"/>
                  </a:lnTo>
                  <a:lnTo>
                    <a:pt x="224645" y="2214238"/>
                  </a:lnTo>
                  <a:close/>
                  <a:moveTo>
                    <a:pt x="1017636" y="2994616"/>
                  </a:moveTo>
                  <a:lnTo>
                    <a:pt x="998250" y="3063333"/>
                  </a:lnTo>
                  <a:lnTo>
                    <a:pt x="1105109" y="2981398"/>
                  </a:lnTo>
                  <a:close/>
                  <a:moveTo>
                    <a:pt x="1105109" y="2981398"/>
                  </a:moveTo>
                  <a:lnTo>
                    <a:pt x="1068261" y="3102050"/>
                  </a:lnTo>
                  <a:lnTo>
                    <a:pt x="1110413" y="2988834"/>
                  </a:lnTo>
                  <a:close/>
                  <a:moveTo>
                    <a:pt x="1110413" y="2988834"/>
                  </a:moveTo>
                  <a:lnTo>
                    <a:pt x="1068261" y="3102050"/>
                  </a:lnTo>
                  <a:lnTo>
                    <a:pt x="1105586" y="3083799"/>
                  </a:lnTo>
                  <a:close/>
                  <a:moveTo>
                    <a:pt x="1105586" y="3083799"/>
                  </a:moveTo>
                  <a:lnTo>
                    <a:pt x="1146699" y="3063613"/>
                  </a:lnTo>
                  <a:lnTo>
                    <a:pt x="1110413" y="2988834"/>
                  </a:lnTo>
                  <a:close/>
                  <a:moveTo>
                    <a:pt x="1105109" y="2981398"/>
                  </a:moveTo>
                  <a:lnTo>
                    <a:pt x="1106976" y="2975982"/>
                  </a:lnTo>
                  <a:lnTo>
                    <a:pt x="1017636" y="2994616"/>
                  </a:lnTo>
                  <a:close/>
                  <a:moveTo>
                    <a:pt x="1017636" y="2994616"/>
                  </a:moveTo>
                  <a:lnTo>
                    <a:pt x="1106976" y="2975982"/>
                  </a:lnTo>
                  <a:lnTo>
                    <a:pt x="1076068" y="2907611"/>
                  </a:lnTo>
                  <a:close/>
                  <a:moveTo>
                    <a:pt x="1076068" y="2907611"/>
                  </a:moveTo>
                  <a:lnTo>
                    <a:pt x="1106976" y="2975982"/>
                  </a:lnTo>
                  <a:lnTo>
                    <a:pt x="1170977" y="2936612"/>
                  </a:lnTo>
                  <a:close/>
                  <a:moveTo>
                    <a:pt x="360161" y="2197684"/>
                  </a:moveTo>
                  <a:lnTo>
                    <a:pt x="302389" y="2111533"/>
                  </a:lnTo>
                  <a:lnTo>
                    <a:pt x="305150" y="2143892"/>
                  </a:lnTo>
                  <a:close/>
                  <a:moveTo>
                    <a:pt x="445345" y="2077032"/>
                  </a:moveTo>
                  <a:lnTo>
                    <a:pt x="452354" y="1994817"/>
                  </a:lnTo>
                  <a:lnTo>
                    <a:pt x="416442" y="2079402"/>
                  </a:lnTo>
                  <a:close/>
                  <a:moveTo>
                    <a:pt x="416442" y="2079402"/>
                  </a:moveTo>
                  <a:lnTo>
                    <a:pt x="419954" y="2079268"/>
                  </a:lnTo>
                  <a:lnTo>
                    <a:pt x="445345" y="2077032"/>
                  </a:lnTo>
                  <a:close/>
                  <a:moveTo>
                    <a:pt x="317917" y="1912602"/>
                  </a:moveTo>
                  <a:lnTo>
                    <a:pt x="383536" y="2006062"/>
                  </a:lnTo>
                  <a:lnTo>
                    <a:pt x="392789" y="1977702"/>
                  </a:lnTo>
                  <a:close/>
                  <a:moveTo>
                    <a:pt x="1170977" y="2936612"/>
                  </a:moveTo>
                  <a:lnTo>
                    <a:pt x="1210188" y="2959259"/>
                  </a:lnTo>
                  <a:lnTo>
                    <a:pt x="1238786" y="2911483"/>
                  </a:lnTo>
                  <a:close/>
                  <a:moveTo>
                    <a:pt x="1238786" y="2911483"/>
                  </a:moveTo>
                  <a:lnTo>
                    <a:pt x="1210188" y="2959259"/>
                  </a:lnTo>
                  <a:lnTo>
                    <a:pt x="1276817" y="2860747"/>
                  </a:lnTo>
                  <a:close/>
                  <a:moveTo>
                    <a:pt x="392789" y="1977702"/>
                  </a:moveTo>
                  <a:lnTo>
                    <a:pt x="452354" y="1994817"/>
                  </a:lnTo>
                  <a:lnTo>
                    <a:pt x="436831" y="1927168"/>
                  </a:lnTo>
                  <a:close/>
                  <a:moveTo>
                    <a:pt x="436831" y="1927168"/>
                  </a:moveTo>
                  <a:lnTo>
                    <a:pt x="452354" y="1994817"/>
                  </a:lnTo>
                  <a:lnTo>
                    <a:pt x="491030" y="1879170"/>
                  </a:lnTo>
                  <a:close/>
                  <a:moveTo>
                    <a:pt x="398786" y="1874166"/>
                  </a:moveTo>
                  <a:lnTo>
                    <a:pt x="392789" y="1977702"/>
                  </a:lnTo>
                  <a:lnTo>
                    <a:pt x="436831" y="1927168"/>
                  </a:lnTo>
                  <a:close/>
                  <a:moveTo>
                    <a:pt x="398786" y="1874166"/>
                  </a:moveTo>
                  <a:lnTo>
                    <a:pt x="317917" y="1912602"/>
                  </a:lnTo>
                  <a:lnTo>
                    <a:pt x="392789" y="1977702"/>
                  </a:lnTo>
                  <a:close/>
                  <a:moveTo>
                    <a:pt x="307853" y="1830387"/>
                  </a:moveTo>
                  <a:lnTo>
                    <a:pt x="405053" y="1808352"/>
                  </a:lnTo>
                  <a:lnTo>
                    <a:pt x="395160" y="1796427"/>
                  </a:lnTo>
                  <a:close/>
                  <a:moveTo>
                    <a:pt x="405053" y="1808352"/>
                  </a:moveTo>
                  <a:lnTo>
                    <a:pt x="483611" y="1874166"/>
                  </a:lnTo>
                  <a:lnTo>
                    <a:pt x="395160" y="1796427"/>
                  </a:lnTo>
                  <a:close/>
                  <a:moveTo>
                    <a:pt x="1276817" y="2860747"/>
                  </a:moveTo>
                  <a:lnTo>
                    <a:pt x="1280511" y="2942962"/>
                  </a:lnTo>
                  <a:lnTo>
                    <a:pt x="1341850" y="2904525"/>
                  </a:lnTo>
                  <a:close/>
                  <a:moveTo>
                    <a:pt x="1276817" y="2860747"/>
                  </a:moveTo>
                  <a:lnTo>
                    <a:pt x="1341850" y="2904525"/>
                  </a:lnTo>
                  <a:lnTo>
                    <a:pt x="1297121" y="2822310"/>
                  </a:lnTo>
                  <a:close/>
                  <a:moveTo>
                    <a:pt x="437218" y="1862327"/>
                  </a:moveTo>
                  <a:lnTo>
                    <a:pt x="436831" y="1927168"/>
                  </a:lnTo>
                  <a:lnTo>
                    <a:pt x="483611" y="1874166"/>
                  </a:lnTo>
                  <a:close/>
                  <a:moveTo>
                    <a:pt x="483611" y="1874166"/>
                  </a:moveTo>
                  <a:lnTo>
                    <a:pt x="405053" y="1808352"/>
                  </a:lnTo>
                  <a:lnTo>
                    <a:pt x="437218" y="1862327"/>
                  </a:lnTo>
                  <a:close/>
                  <a:moveTo>
                    <a:pt x="544829" y="1835729"/>
                  </a:moveTo>
                  <a:lnTo>
                    <a:pt x="515165" y="1874166"/>
                  </a:lnTo>
                  <a:lnTo>
                    <a:pt x="566710" y="1917944"/>
                  </a:lnTo>
                  <a:close/>
                  <a:moveTo>
                    <a:pt x="544829" y="1835729"/>
                  </a:moveTo>
                  <a:lnTo>
                    <a:pt x="580353" y="1753514"/>
                  </a:lnTo>
                  <a:lnTo>
                    <a:pt x="515165" y="1874166"/>
                  </a:lnTo>
                  <a:close/>
                  <a:moveTo>
                    <a:pt x="580353" y="1753514"/>
                  </a:moveTo>
                  <a:lnTo>
                    <a:pt x="652813" y="1746965"/>
                  </a:lnTo>
                  <a:lnTo>
                    <a:pt x="604176" y="1747685"/>
                  </a:lnTo>
                  <a:close/>
                  <a:moveTo>
                    <a:pt x="604176" y="1747685"/>
                  </a:moveTo>
                  <a:lnTo>
                    <a:pt x="652813" y="1746965"/>
                  </a:lnTo>
                  <a:lnTo>
                    <a:pt x="726389" y="1743398"/>
                  </a:lnTo>
                  <a:close/>
                  <a:moveTo>
                    <a:pt x="699893" y="1769961"/>
                  </a:moveTo>
                  <a:lnTo>
                    <a:pt x="726389" y="1743398"/>
                  </a:lnTo>
                  <a:lnTo>
                    <a:pt x="652813" y="1746965"/>
                  </a:lnTo>
                  <a:close/>
                  <a:moveTo>
                    <a:pt x="699893" y="1769961"/>
                  </a:moveTo>
                  <a:lnTo>
                    <a:pt x="778045" y="1767017"/>
                  </a:lnTo>
                  <a:lnTo>
                    <a:pt x="726389" y="1743398"/>
                  </a:lnTo>
                  <a:close/>
                  <a:moveTo>
                    <a:pt x="1794413" y="2583036"/>
                  </a:moveTo>
                  <a:lnTo>
                    <a:pt x="1796613" y="2585282"/>
                  </a:lnTo>
                  <a:lnTo>
                    <a:pt x="1869139" y="2583765"/>
                  </a:lnTo>
                  <a:close/>
                  <a:moveTo>
                    <a:pt x="1231231" y="1655476"/>
                  </a:moveTo>
                  <a:lnTo>
                    <a:pt x="1220887" y="1649363"/>
                  </a:lnTo>
                  <a:lnTo>
                    <a:pt x="1270693" y="1725762"/>
                  </a:lnTo>
                  <a:close/>
                  <a:moveTo>
                    <a:pt x="1221860" y="1643547"/>
                  </a:moveTo>
                  <a:lnTo>
                    <a:pt x="1220887" y="1649363"/>
                  </a:lnTo>
                  <a:lnTo>
                    <a:pt x="1231231" y="1655476"/>
                  </a:lnTo>
                  <a:close/>
                  <a:moveTo>
                    <a:pt x="1220294" y="1614583"/>
                  </a:moveTo>
                  <a:lnTo>
                    <a:pt x="1220887" y="1649363"/>
                  </a:lnTo>
                  <a:lnTo>
                    <a:pt x="1221860" y="1643547"/>
                  </a:lnTo>
                  <a:close/>
                  <a:moveTo>
                    <a:pt x="1164453" y="1495058"/>
                  </a:moveTo>
                  <a:lnTo>
                    <a:pt x="1221770" y="1561332"/>
                  </a:lnTo>
                  <a:lnTo>
                    <a:pt x="1198546" y="1533273"/>
                  </a:lnTo>
                  <a:close/>
                  <a:moveTo>
                    <a:pt x="1165851" y="1479116"/>
                  </a:moveTo>
                  <a:lnTo>
                    <a:pt x="1164453" y="1495058"/>
                  </a:lnTo>
                  <a:lnTo>
                    <a:pt x="1198546" y="1533273"/>
                  </a:lnTo>
                  <a:close/>
                  <a:moveTo>
                    <a:pt x="1175821" y="1448310"/>
                  </a:moveTo>
                  <a:lnTo>
                    <a:pt x="1164453" y="1495058"/>
                  </a:lnTo>
                  <a:lnTo>
                    <a:pt x="1165851" y="1479116"/>
                  </a:lnTo>
                  <a:close/>
                  <a:moveTo>
                    <a:pt x="1847386" y="2072029"/>
                  </a:moveTo>
                  <a:lnTo>
                    <a:pt x="1837055" y="2112534"/>
                  </a:lnTo>
                  <a:lnTo>
                    <a:pt x="1837910" y="2098401"/>
                  </a:lnTo>
                  <a:close/>
                  <a:moveTo>
                    <a:pt x="1571106" y="1875036"/>
                  </a:moveTo>
                  <a:lnTo>
                    <a:pt x="1532101" y="1851756"/>
                  </a:lnTo>
                  <a:lnTo>
                    <a:pt x="1542207" y="1970280"/>
                  </a:lnTo>
                  <a:close/>
                  <a:moveTo>
                    <a:pt x="1220294" y="1614583"/>
                  </a:moveTo>
                  <a:lnTo>
                    <a:pt x="1221860" y="1643547"/>
                  </a:lnTo>
                  <a:lnTo>
                    <a:pt x="1244181" y="1630424"/>
                  </a:lnTo>
                  <a:close/>
                  <a:moveTo>
                    <a:pt x="1220294" y="1614583"/>
                  </a:moveTo>
                  <a:lnTo>
                    <a:pt x="1244181" y="1630424"/>
                  </a:lnTo>
                  <a:lnTo>
                    <a:pt x="1221770" y="1561332"/>
                  </a:lnTo>
                  <a:close/>
                  <a:moveTo>
                    <a:pt x="1230082" y="1435978"/>
                  </a:moveTo>
                  <a:lnTo>
                    <a:pt x="1175821" y="1448310"/>
                  </a:lnTo>
                  <a:lnTo>
                    <a:pt x="1165851" y="1479116"/>
                  </a:lnTo>
                  <a:close/>
                  <a:moveTo>
                    <a:pt x="1234542" y="1358465"/>
                  </a:moveTo>
                  <a:lnTo>
                    <a:pt x="1242561" y="1392058"/>
                  </a:lnTo>
                  <a:lnTo>
                    <a:pt x="1230082" y="1435978"/>
                  </a:lnTo>
                  <a:close/>
                  <a:moveTo>
                    <a:pt x="1230082" y="1435978"/>
                  </a:moveTo>
                  <a:lnTo>
                    <a:pt x="1239121" y="1406320"/>
                  </a:lnTo>
                  <a:lnTo>
                    <a:pt x="1175821" y="1448310"/>
                  </a:lnTo>
                  <a:close/>
                  <a:moveTo>
                    <a:pt x="176256" y="43023"/>
                  </a:moveTo>
                  <a:lnTo>
                    <a:pt x="167629" y="58562"/>
                  </a:lnTo>
                  <a:lnTo>
                    <a:pt x="125461" y="92559"/>
                  </a:lnTo>
                  <a:close/>
                  <a:moveTo>
                    <a:pt x="1837910" y="2098401"/>
                  </a:moveTo>
                  <a:lnTo>
                    <a:pt x="1837055" y="2112534"/>
                  </a:lnTo>
                  <a:lnTo>
                    <a:pt x="1865996" y="2141610"/>
                  </a:lnTo>
                  <a:close/>
                  <a:moveTo>
                    <a:pt x="184260" y="33741"/>
                  </a:moveTo>
                  <a:lnTo>
                    <a:pt x="167629" y="58562"/>
                  </a:lnTo>
                  <a:lnTo>
                    <a:pt x="176256" y="43023"/>
                  </a:lnTo>
                  <a:close/>
                  <a:moveTo>
                    <a:pt x="1234542" y="1358465"/>
                  </a:moveTo>
                  <a:lnTo>
                    <a:pt x="1316663" y="1320028"/>
                  </a:lnTo>
                  <a:lnTo>
                    <a:pt x="1196695" y="1311150"/>
                  </a:lnTo>
                  <a:close/>
                  <a:moveTo>
                    <a:pt x="1158469" y="1194035"/>
                  </a:moveTo>
                  <a:lnTo>
                    <a:pt x="1139029" y="1254950"/>
                  </a:lnTo>
                  <a:lnTo>
                    <a:pt x="1217900" y="1175230"/>
                  </a:lnTo>
                  <a:close/>
                  <a:moveTo>
                    <a:pt x="1217900" y="1175230"/>
                  </a:moveTo>
                  <a:lnTo>
                    <a:pt x="1179534" y="1182521"/>
                  </a:lnTo>
                  <a:lnTo>
                    <a:pt x="1158469" y="1194035"/>
                  </a:lnTo>
                  <a:close/>
                  <a:moveTo>
                    <a:pt x="1145605" y="1073383"/>
                  </a:moveTo>
                  <a:lnTo>
                    <a:pt x="1179534" y="1182521"/>
                  </a:lnTo>
                  <a:lnTo>
                    <a:pt x="1205004" y="1127014"/>
                  </a:lnTo>
                  <a:close/>
                  <a:moveTo>
                    <a:pt x="196691" y="34935"/>
                  </a:moveTo>
                  <a:lnTo>
                    <a:pt x="176256" y="43023"/>
                  </a:lnTo>
                  <a:lnTo>
                    <a:pt x="248754" y="59671"/>
                  </a:lnTo>
                  <a:close/>
                  <a:moveTo>
                    <a:pt x="248754" y="59671"/>
                  </a:moveTo>
                  <a:lnTo>
                    <a:pt x="176256" y="43023"/>
                  </a:lnTo>
                  <a:lnTo>
                    <a:pt x="125461" y="92559"/>
                  </a:lnTo>
                  <a:close/>
                  <a:moveTo>
                    <a:pt x="319713" y="46321"/>
                  </a:moveTo>
                  <a:lnTo>
                    <a:pt x="377761" y="86802"/>
                  </a:lnTo>
                  <a:lnTo>
                    <a:pt x="298289" y="12930"/>
                  </a:lnTo>
                  <a:close/>
                  <a:moveTo>
                    <a:pt x="184260" y="33741"/>
                  </a:moveTo>
                  <a:lnTo>
                    <a:pt x="176256" y="43023"/>
                  </a:lnTo>
                  <a:lnTo>
                    <a:pt x="196691" y="34935"/>
                  </a:lnTo>
                  <a:close/>
                  <a:moveTo>
                    <a:pt x="196691" y="34935"/>
                  </a:moveTo>
                  <a:lnTo>
                    <a:pt x="249765" y="0"/>
                  </a:lnTo>
                  <a:lnTo>
                    <a:pt x="184260" y="33741"/>
                  </a:lnTo>
                  <a:close/>
                  <a:moveTo>
                    <a:pt x="196691" y="34935"/>
                  </a:moveTo>
                  <a:lnTo>
                    <a:pt x="298289" y="12930"/>
                  </a:lnTo>
                  <a:lnTo>
                    <a:pt x="249765" y="0"/>
                  </a:lnTo>
                  <a:close/>
                  <a:moveTo>
                    <a:pt x="298289" y="12930"/>
                  </a:moveTo>
                  <a:lnTo>
                    <a:pt x="196691" y="34935"/>
                  </a:lnTo>
                  <a:lnTo>
                    <a:pt x="319713" y="46321"/>
                  </a:lnTo>
                  <a:close/>
                  <a:moveTo>
                    <a:pt x="196691" y="34935"/>
                  </a:moveTo>
                  <a:lnTo>
                    <a:pt x="248754" y="59671"/>
                  </a:lnTo>
                  <a:lnTo>
                    <a:pt x="319713" y="46321"/>
                  </a:lnTo>
                  <a:close/>
                  <a:moveTo>
                    <a:pt x="1833552" y="1692668"/>
                  </a:moveTo>
                  <a:lnTo>
                    <a:pt x="1812093" y="1813319"/>
                  </a:lnTo>
                  <a:lnTo>
                    <a:pt x="1846191" y="1774883"/>
                  </a:lnTo>
                  <a:close/>
                  <a:moveTo>
                    <a:pt x="1360837" y="1395993"/>
                  </a:moveTo>
                  <a:lnTo>
                    <a:pt x="1427375" y="1302398"/>
                  </a:lnTo>
                  <a:lnTo>
                    <a:pt x="1336025" y="1316072"/>
                  </a:lnTo>
                  <a:close/>
                  <a:moveTo>
                    <a:pt x="1248597" y="1155598"/>
                  </a:moveTo>
                  <a:lnTo>
                    <a:pt x="1303214" y="1142563"/>
                  </a:lnTo>
                  <a:lnTo>
                    <a:pt x="1205004" y="1127014"/>
                  </a:lnTo>
                  <a:close/>
                  <a:moveTo>
                    <a:pt x="1170706" y="889421"/>
                  </a:moveTo>
                  <a:lnTo>
                    <a:pt x="1119859" y="908953"/>
                  </a:lnTo>
                  <a:lnTo>
                    <a:pt x="1199337" y="890623"/>
                  </a:lnTo>
                  <a:close/>
                  <a:moveTo>
                    <a:pt x="1199337" y="890623"/>
                  </a:moveTo>
                  <a:lnTo>
                    <a:pt x="1119859" y="908953"/>
                  </a:lnTo>
                  <a:lnTo>
                    <a:pt x="1088556" y="970294"/>
                  </a:lnTo>
                  <a:close/>
                  <a:moveTo>
                    <a:pt x="1199337" y="890623"/>
                  </a:moveTo>
                  <a:lnTo>
                    <a:pt x="1088556" y="970294"/>
                  </a:lnTo>
                  <a:lnTo>
                    <a:pt x="1133089" y="921591"/>
                  </a:lnTo>
                  <a:close/>
                  <a:moveTo>
                    <a:pt x="1663170" y="1294983"/>
                  </a:moveTo>
                  <a:lnTo>
                    <a:pt x="1615804" y="1333094"/>
                  </a:lnTo>
                  <a:lnTo>
                    <a:pt x="1572204" y="1363807"/>
                  </a:lnTo>
                  <a:close/>
                  <a:moveTo>
                    <a:pt x="1732529" y="1275648"/>
                  </a:moveTo>
                  <a:lnTo>
                    <a:pt x="1615804" y="1333094"/>
                  </a:lnTo>
                  <a:lnTo>
                    <a:pt x="1663170" y="1294983"/>
                  </a:lnTo>
                  <a:close/>
                  <a:moveTo>
                    <a:pt x="1982483" y="1222462"/>
                  </a:moveTo>
                  <a:lnTo>
                    <a:pt x="1920357" y="1248498"/>
                  </a:lnTo>
                  <a:lnTo>
                    <a:pt x="2006084" y="1234971"/>
                  </a:lnTo>
                  <a:close/>
                </a:path>
              </a:pathLst>
            </a:custGeom>
            <a:solidFill>
              <a:srgbClr val="E3E8EC"/>
            </a:solidFill>
            <a:ln w="1524">
              <a:solidFill>
                <a:srgbClr val="E3E8EC"/>
              </a:solidFill>
            </a:ln>
          </p:spPr>
        </p:sp>
        <p:sp>
          <p:nvSpPr>
            <p:cNvPr id="2037" name="Candidate_density__2036">
              <a:extLst>
                <a:ext uri="{FF2B5EF4-FFF2-40B4-BE49-F238E27FC236}">
                  <a16:creationId xmlns:a16="http://schemas.microsoft.com/office/drawing/2014/main" id="{56D26F9D-71E0-74F5-48B7-B3D89498B55D}"/>
                </a:ext>
              </a:extLst>
            </p:cNvPr>
            <p:cNvSpPr>
              <a:spLocks noGrp="1"/>
            </p:cNvSpPr>
            <p:nvPr/>
          </p:nvSpPr>
          <p:spPr>
            <a:xfrm>
              <a:off x="4561654" y="2119305"/>
              <a:ext cx="2291669" cy="3172126"/>
            </a:xfrm>
            <a:custGeom>
              <a:avLst/>
              <a:gdLst/>
              <a:ahLst/>
              <a:cxnLst/>
              <a:rect l="0" t="0" r="0" b="0"/>
              <a:pathLst>
                <a:path w="2291669" h="3172126">
                  <a:moveTo>
                    <a:pt x="0" y="2370784"/>
                  </a:moveTo>
                  <a:lnTo>
                    <a:pt x="342" y="2348282"/>
                  </a:lnTo>
                  <a:lnTo>
                    <a:pt x="28453" y="2380850"/>
                  </a:lnTo>
                  <a:close/>
                  <a:moveTo>
                    <a:pt x="290903" y="2594928"/>
                  </a:moveTo>
                  <a:lnTo>
                    <a:pt x="357427" y="2556491"/>
                  </a:lnTo>
                  <a:lnTo>
                    <a:pt x="281935" y="2588919"/>
                  </a:lnTo>
                  <a:close/>
                  <a:moveTo>
                    <a:pt x="357427" y="2556491"/>
                  </a:moveTo>
                  <a:lnTo>
                    <a:pt x="320944" y="2519564"/>
                  </a:lnTo>
                  <a:lnTo>
                    <a:pt x="281935" y="2588919"/>
                  </a:lnTo>
                  <a:close/>
                  <a:moveTo>
                    <a:pt x="921998" y="3158315"/>
                  </a:moveTo>
                  <a:lnTo>
                    <a:pt x="964334" y="3093560"/>
                  </a:lnTo>
                  <a:lnTo>
                    <a:pt x="953285" y="3114636"/>
                  </a:lnTo>
                  <a:close/>
                  <a:moveTo>
                    <a:pt x="401679" y="2518055"/>
                  </a:moveTo>
                  <a:lnTo>
                    <a:pt x="442591" y="2480523"/>
                  </a:lnTo>
                  <a:lnTo>
                    <a:pt x="357427" y="2556491"/>
                  </a:lnTo>
                  <a:close/>
                  <a:moveTo>
                    <a:pt x="357427" y="2556491"/>
                  </a:moveTo>
                  <a:lnTo>
                    <a:pt x="332743" y="2454836"/>
                  </a:lnTo>
                  <a:lnTo>
                    <a:pt x="320944" y="2519564"/>
                  </a:lnTo>
                  <a:close/>
                  <a:moveTo>
                    <a:pt x="524610" y="2520128"/>
                  </a:moveTo>
                  <a:lnTo>
                    <a:pt x="484091" y="2435839"/>
                  </a:lnTo>
                  <a:lnTo>
                    <a:pt x="408571" y="2453781"/>
                  </a:lnTo>
                  <a:close/>
                  <a:moveTo>
                    <a:pt x="408571" y="2453781"/>
                  </a:moveTo>
                  <a:lnTo>
                    <a:pt x="442591" y="2480523"/>
                  </a:lnTo>
                  <a:lnTo>
                    <a:pt x="524610" y="2520128"/>
                  </a:lnTo>
                  <a:close/>
                  <a:moveTo>
                    <a:pt x="332743" y="2454836"/>
                  </a:moveTo>
                  <a:lnTo>
                    <a:pt x="290945" y="2435839"/>
                  </a:lnTo>
                  <a:lnTo>
                    <a:pt x="320944" y="2519564"/>
                  </a:lnTo>
                  <a:close/>
                  <a:moveTo>
                    <a:pt x="315149" y="2369047"/>
                  </a:moveTo>
                  <a:lnTo>
                    <a:pt x="408571" y="2453781"/>
                  </a:lnTo>
                  <a:lnTo>
                    <a:pt x="320859" y="2392061"/>
                  </a:lnTo>
                  <a:close/>
                  <a:moveTo>
                    <a:pt x="238656" y="2370643"/>
                  </a:moveTo>
                  <a:lnTo>
                    <a:pt x="332743" y="2454836"/>
                  </a:lnTo>
                  <a:lnTo>
                    <a:pt x="315149" y="2369047"/>
                  </a:lnTo>
                  <a:close/>
                  <a:moveTo>
                    <a:pt x="153945" y="2278827"/>
                  </a:moveTo>
                  <a:lnTo>
                    <a:pt x="215875" y="2289071"/>
                  </a:lnTo>
                  <a:lnTo>
                    <a:pt x="205919" y="2197073"/>
                  </a:lnTo>
                  <a:close/>
                  <a:moveTo>
                    <a:pt x="201223" y="2135402"/>
                  </a:moveTo>
                  <a:lnTo>
                    <a:pt x="205919" y="2197073"/>
                  </a:lnTo>
                  <a:lnTo>
                    <a:pt x="238597" y="2211683"/>
                  </a:lnTo>
                  <a:close/>
                  <a:moveTo>
                    <a:pt x="1001659" y="3075309"/>
                  </a:moveTo>
                  <a:lnTo>
                    <a:pt x="964334" y="3093560"/>
                  </a:lnTo>
                  <a:lnTo>
                    <a:pt x="945228" y="3160687"/>
                  </a:lnTo>
                  <a:close/>
                  <a:moveTo>
                    <a:pt x="1042772" y="3055124"/>
                  </a:moveTo>
                  <a:lnTo>
                    <a:pt x="1001659" y="3075309"/>
                  </a:lnTo>
                  <a:lnTo>
                    <a:pt x="1074754" y="3172126"/>
                  </a:lnTo>
                  <a:close/>
                  <a:moveTo>
                    <a:pt x="894324" y="3054843"/>
                  </a:moveTo>
                  <a:lnTo>
                    <a:pt x="964334" y="3093560"/>
                  </a:lnTo>
                  <a:lnTo>
                    <a:pt x="1001182" y="2972909"/>
                  </a:lnTo>
                  <a:close/>
                  <a:moveTo>
                    <a:pt x="826561" y="3011345"/>
                  </a:moveTo>
                  <a:lnTo>
                    <a:pt x="894324" y="3054843"/>
                  </a:lnTo>
                  <a:lnTo>
                    <a:pt x="913709" y="2986127"/>
                  </a:lnTo>
                  <a:close/>
                  <a:moveTo>
                    <a:pt x="913709" y="2986127"/>
                  </a:moveTo>
                  <a:lnTo>
                    <a:pt x="972142" y="2899122"/>
                  </a:lnTo>
                  <a:lnTo>
                    <a:pt x="906563" y="2891844"/>
                  </a:lnTo>
                  <a:close/>
                  <a:moveTo>
                    <a:pt x="712447" y="2828381"/>
                  </a:moveTo>
                  <a:lnTo>
                    <a:pt x="745240" y="2776103"/>
                  </a:lnTo>
                  <a:lnTo>
                    <a:pt x="675987" y="2795835"/>
                  </a:lnTo>
                  <a:close/>
                  <a:moveTo>
                    <a:pt x="789796" y="2826089"/>
                  </a:moveTo>
                  <a:lnTo>
                    <a:pt x="745240" y="2776103"/>
                  </a:lnTo>
                  <a:lnTo>
                    <a:pt x="712447" y="2828381"/>
                  </a:lnTo>
                  <a:close/>
                  <a:moveTo>
                    <a:pt x="754345" y="2754818"/>
                  </a:moveTo>
                  <a:lnTo>
                    <a:pt x="797273" y="2755445"/>
                  </a:lnTo>
                  <a:lnTo>
                    <a:pt x="770723" y="2726263"/>
                  </a:lnTo>
                  <a:close/>
                  <a:moveTo>
                    <a:pt x="868069" y="2741478"/>
                  </a:moveTo>
                  <a:lnTo>
                    <a:pt x="797273" y="2755445"/>
                  </a:lnTo>
                  <a:lnTo>
                    <a:pt x="747053" y="2764700"/>
                  </a:lnTo>
                  <a:close/>
                  <a:moveTo>
                    <a:pt x="747053" y="2764700"/>
                  </a:moveTo>
                  <a:lnTo>
                    <a:pt x="797273" y="2755445"/>
                  </a:lnTo>
                  <a:lnTo>
                    <a:pt x="754345" y="2754818"/>
                  </a:lnTo>
                  <a:close/>
                  <a:moveTo>
                    <a:pt x="868069" y="2741478"/>
                  </a:moveTo>
                  <a:lnTo>
                    <a:pt x="933806" y="2730104"/>
                  </a:lnTo>
                  <a:lnTo>
                    <a:pt x="895562" y="2726263"/>
                  </a:lnTo>
                  <a:close/>
                  <a:moveTo>
                    <a:pt x="524929" y="2509710"/>
                  </a:moveTo>
                  <a:lnTo>
                    <a:pt x="512537" y="2429851"/>
                  </a:lnTo>
                  <a:lnTo>
                    <a:pt x="484091" y="2435839"/>
                  </a:lnTo>
                  <a:close/>
                  <a:moveTo>
                    <a:pt x="484091" y="2435839"/>
                  </a:moveTo>
                  <a:lnTo>
                    <a:pt x="512537" y="2429851"/>
                  </a:lnTo>
                  <a:lnTo>
                    <a:pt x="412846" y="2369312"/>
                  </a:lnTo>
                  <a:close/>
                  <a:moveTo>
                    <a:pt x="602555" y="2317168"/>
                  </a:moveTo>
                  <a:lnTo>
                    <a:pt x="534007" y="2328448"/>
                  </a:lnTo>
                  <a:lnTo>
                    <a:pt x="512537" y="2429851"/>
                  </a:lnTo>
                  <a:close/>
                  <a:moveTo>
                    <a:pt x="394253" y="2353624"/>
                  </a:moveTo>
                  <a:lnTo>
                    <a:pt x="361864" y="2331069"/>
                  </a:lnTo>
                  <a:lnTo>
                    <a:pt x="334376" y="2253324"/>
                  </a:lnTo>
                  <a:close/>
                  <a:moveTo>
                    <a:pt x="268429" y="2150758"/>
                  </a:moveTo>
                  <a:lnTo>
                    <a:pt x="316028" y="2070778"/>
                  </a:lnTo>
                  <a:lnTo>
                    <a:pt x="256234" y="2189194"/>
                  </a:lnTo>
                  <a:close/>
                  <a:moveTo>
                    <a:pt x="256234" y="2189194"/>
                  </a:moveTo>
                  <a:lnTo>
                    <a:pt x="316028" y="2070778"/>
                  </a:lnTo>
                  <a:lnTo>
                    <a:pt x="198462" y="2103043"/>
                  </a:lnTo>
                  <a:close/>
                  <a:moveTo>
                    <a:pt x="867623" y="2723317"/>
                  </a:moveTo>
                  <a:lnTo>
                    <a:pt x="797273" y="2755445"/>
                  </a:lnTo>
                  <a:lnTo>
                    <a:pt x="868069" y="2741478"/>
                  </a:lnTo>
                  <a:close/>
                  <a:moveTo>
                    <a:pt x="867623" y="2723317"/>
                  </a:moveTo>
                  <a:lnTo>
                    <a:pt x="797150" y="2720018"/>
                  </a:lnTo>
                  <a:lnTo>
                    <a:pt x="797273" y="2755445"/>
                  </a:lnTo>
                  <a:close/>
                  <a:moveTo>
                    <a:pt x="797150" y="2720018"/>
                  </a:moveTo>
                  <a:lnTo>
                    <a:pt x="867623" y="2723317"/>
                  </a:lnTo>
                  <a:lnTo>
                    <a:pt x="842809" y="2643398"/>
                  </a:lnTo>
                  <a:close/>
                  <a:moveTo>
                    <a:pt x="797150" y="2720018"/>
                  </a:moveTo>
                  <a:lnTo>
                    <a:pt x="842809" y="2643398"/>
                  </a:lnTo>
                  <a:lnTo>
                    <a:pt x="784336" y="2630344"/>
                  </a:lnTo>
                  <a:close/>
                  <a:moveTo>
                    <a:pt x="867623" y="2723317"/>
                  </a:moveTo>
                  <a:lnTo>
                    <a:pt x="868069" y="2741478"/>
                  </a:lnTo>
                  <a:lnTo>
                    <a:pt x="895562" y="2726263"/>
                  </a:lnTo>
                  <a:close/>
                  <a:moveTo>
                    <a:pt x="842809" y="2643398"/>
                  </a:moveTo>
                  <a:lnTo>
                    <a:pt x="895562" y="2726263"/>
                  </a:lnTo>
                  <a:lnTo>
                    <a:pt x="847566" y="2644048"/>
                  </a:lnTo>
                  <a:close/>
                  <a:moveTo>
                    <a:pt x="842809" y="2643398"/>
                  </a:moveTo>
                  <a:lnTo>
                    <a:pt x="867623" y="2723317"/>
                  </a:lnTo>
                  <a:lnTo>
                    <a:pt x="895562" y="2726263"/>
                  </a:lnTo>
                  <a:close/>
                  <a:moveTo>
                    <a:pt x="387103" y="1870681"/>
                  </a:moveTo>
                  <a:lnTo>
                    <a:pt x="379684" y="1865676"/>
                  </a:lnTo>
                  <a:lnTo>
                    <a:pt x="332905" y="1918678"/>
                  </a:lnTo>
                  <a:close/>
                  <a:moveTo>
                    <a:pt x="1156455" y="2770042"/>
                  </a:moveTo>
                  <a:lnTo>
                    <a:pt x="1172891" y="2852257"/>
                  </a:lnTo>
                  <a:lnTo>
                    <a:pt x="1193195" y="2813820"/>
                  </a:lnTo>
                  <a:close/>
                  <a:moveTo>
                    <a:pt x="1156455" y="2770042"/>
                  </a:moveTo>
                  <a:lnTo>
                    <a:pt x="1193195" y="2813820"/>
                  </a:lnTo>
                  <a:lnTo>
                    <a:pt x="1166254" y="2731605"/>
                  </a:lnTo>
                  <a:close/>
                  <a:moveTo>
                    <a:pt x="1096112" y="2658744"/>
                  </a:moveTo>
                  <a:lnTo>
                    <a:pt x="1155860" y="2766306"/>
                  </a:lnTo>
                  <a:lnTo>
                    <a:pt x="1166254" y="2731605"/>
                  </a:lnTo>
                  <a:close/>
                  <a:moveTo>
                    <a:pt x="1166254" y="2731605"/>
                  </a:moveTo>
                  <a:lnTo>
                    <a:pt x="1155860" y="2766306"/>
                  </a:lnTo>
                  <a:lnTo>
                    <a:pt x="1156455" y="2770042"/>
                  </a:lnTo>
                  <a:close/>
                  <a:moveTo>
                    <a:pt x="1166254" y="2731605"/>
                  </a:moveTo>
                  <a:lnTo>
                    <a:pt x="1112435" y="2667405"/>
                  </a:lnTo>
                  <a:lnTo>
                    <a:pt x="1096112" y="2658744"/>
                  </a:lnTo>
                  <a:close/>
                  <a:moveTo>
                    <a:pt x="775826" y="2336986"/>
                  </a:moveTo>
                  <a:lnTo>
                    <a:pt x="690990" y="2358967"/>
                  </a:lnTo>
                  <a:lnTo>
                    <a:pt x="807786" y="2411095"/>
                  </a:lnTo>
                  <a:close/>
                  <a:moveTo>
                    <a:pt x="462783" y="1909454"/>
                  </a:moveTo>
                  <a:lnTo>
                    <a:pt x="476788" y="1899314"/>
                  </a:lnTo>
                  <a:lnTo>
                    <a:pt x="503558" y="1936689"/>
                  </a:lnTo>
                  <a:close/>
                  <a:moveTo>
                    <a:pt x="411238" y="1865676"/>
                  </a:moveTo>
                  <a:lnTo>
                    <a:pt x="476788" y="1899314"/>
                  </a:lnTo>
                  <a:lnTo>
                    <a:pt x="462783" y="1909454"/>
                  </a:lnTo>
                  <a:close/>
                  <a:moveTo>
                    <a:pt x="503558" y="1936689"/>
                  </a:moveTo>
                  <a:lnTo>
                    <a:pt x="462609" y="1909760"/>
                  </a:lnTo>
                  <a:lnTo>
                    <a:pt x="462783" y="1909454"/>
                  </a:lnTo>
                  <a:close/>
                  <a:moveTo>
                    <a:pt x="1166254" y="2731605"/>
                  </a:moveTo>
                  <a:lnTo>
                    <a:pt x="1234865" y="2693169"/>
                  </a:lnTo>
                  <a:lnTo>
                    <a:pt x="1112435" y="2667405"/>
                  </a:lnTo>
                  <a:close/>
                  <a:moveTo>
                    <a:pt x="676112" y="2073885"/>
                  </a:moveTo>
                  <a:lnTo>
                    <a:pt x="763511" y="2046721"/>
                  </a:lnTo>
                  <a:lnTo>
                    <a:pt x="650866" y="2056307"/>
                  </a:lnTo>
                  <a:close/>
                  <a:moveTo>
                    <a:pt x="650866" y="2056307"/>
                  </a:moveTo>
                  <a:lnTo>
                    <a:pt x="763511" y="2046721"/>
                  </a:lnTo>
                  <a:lnTo>
                    <a:pt x="756301" y="1956650"/>
                  </a:lnTo>
                  <a:close/>
                  <a:moveTo>
                    <a:pt x="763511" y="2046721"/>
                  </a:moveTo>
                  <a:lnTo>
                    <a:pt x="835354" y="2048906"/>
                  </a:lnTo>
                  <a:lnTo>
                    <a:pt x="756301" y="1956650"/>
                  </a:lnTo>
                  <a:close/>
                  <a:moveTo>
                    <a:pt x="1190456" y="2465253"/>
                  </a:moveTo>
                  <a:lnTo>
                    <a:pt x="1251851" y="2479596"/>
                  </a:lnTo>
                  <a:lnTo>
                    <a:pt x="1280870" y="2490303"/>
                  </a:lnTo>
                  <a:close/>
                  <a:moveTo>
                    <a:pt x="997214" y="2079227"/>
                  </a:moveTo>
                  <a:lnTo>
                    <a:pt x="1015857" y="2162937"/>
                  </a:lnTo>
                  <a:lnTo>
                    <a:pt x="1008621" y="2127515"/>
                  </a:lnTo>
                  <a:close/>
                  <a:moveTo>
                    <a:pt x="838289" y="1946429"/>
                  </a:moveTo>
                  <a:lnTo>
                    <a:pt x="756301" y="1956650"/>
                  </a:lnTo>
                  <a:lnTo>
                    <a:pt x="837276" y="1980745"/>
                  </a:lnTo>
                  <a:close/>
                  <a:moveTo>
                    <a:pt x="838289" y="1946429"/>
                  </a:moveTo>
                  <a:lnTo>
                    <a:pt x="756390" y="1952418"/>
                  </a:lnTo>
                  <a:lnTo>
                    <a:pt x="756301" y="1956650"/>
                  </a:lnTo>
                  <a:close/>
                  <a:moveTo>
                    <a:pt x="756390" y="1952418"/>
                  </a:moveTo>
                  <a:lnTo>
                    <a:pt x="823928" y="1930839"/>
                  </a:lnTo>
                  <a:lnTo>
                    <a:pt x="749840" y="1932495"/>
                  </a:lnTo>
                  <a:close/>
                  <a:moveTo>
                    <a:pt x="744907" y="1832581"/>
                  </a:moveTo>
                  <a:lnTo>
                    <a:pt x="674118" y="1758527"/>
                  </a:lnTo>
                  <a:lnTo>
                    <a:pt x="691294" y="1777053"/>
                  </a:lnTo>
                  <a:close/>
                  <a:moveTo>
                    <a:pt x="674118" y="1758527"/>
                  </a:moveTo>
                  <a:lnTo>
                    <a:pt x="682761" y="1788803"/>
                  </a:lnTo>
                  <a:lnTo>
                    <a:pt x="622463" y="1734908"/>
                  </a:lnTo>
                  <a:close/>
                  <a:moveTo>
                    <a:pt x="1008621" y="2127515"/>
                  </a:moveTo>
                  <a:lnTo>
                    <a:pt x="1015857" y="2162937"/>
                  </a:lnTo>
                  <a:lnTo>
                    <a:pt x="1015032" y="2161442"/>
                  </a:lnTo>
                  <a:close/>
                  <a:moveTo>
                    <a:pt x="1101945" y="2197780"/>
                  </a:moveTo>
                  <a:lnTo>
                    <a:pt x="1018899" y="2165943"/>
                  </a:lnTo>
                  <a:lnTo>
                    <a:pt x="1015857" y="2162937"/>
                  </a:lnTo>
                  <a:close/>
                  <a:moveTo>
                    <a:pt x="1413583" y="2451866"/>
                  </a:moveTo>
                  <a:lnTo>
                    <a:pt x="1382465" y="2369651"/>
                  </a:lnTo>
                  <a:lnTo>
                    <a:pt x="1375635" y="2490303"/>
                  </a:lnTo>
                  <a:close/>
                  <a:moveTo>
                    <a:pt x="1314025" y="2287436"/>
                  </a:moveTo>
                  <a:lnTo>
                    <a:pt x="1309576" y="2206017"/>
                  </a:lnTo>
                  <a:lnTo>
                    <a:pt x="1315780" y="2301065"/>
                  </a:lnTo>
                  <a:close/>
                  <a:moveTo>
                    <a:pt x="1022487" y="2157546"/>
                  </a:moveTo>
                  <a:lnTo>
                    <a:pt x="1008621" y="2127515"/>
                  </a:lnTo>
                  <a:lnTo>
                    <a:pt x="1015032" y="2161442"/>
                  </a:lnTo>
                  <a:close/>
                  <a:moveTo>
                    <a:pt x="1315780" y="2301065"/>
                  </a:moveTo>
                  <a:lnTo>
                    <a:pt x="1382465" y="2369651"/>
                  </a:lnTo>
                  <a:lnTo>
                    <a:pt x="1341719" y="2321736"/>
                  </a:lnTo>
                  <a:close/>
                  <a:moveTo>
                    <a:pt x="1388111" y="2402946"/>
                  </a:moveTo>
                  <a:lnTo>
                    <a:pt x="1382465" y="2369651"/>
                  </a:lnTo>
                  <a:lnTo>
                    <a:pt x="1315780" y="2301065"/>
                  </a:lnTo>
                  <a:close/>
                  <a:moveTo>
                    <a:pt x="1314025" y="2287436"/>
                  </a:moveTo>
                  <a:lnTo>
                    <a:pt x="1315780" y="2301065"/>
                  </a:lnTo>
                  <a:lnTo>
                    <a:pt x="1341719" y="2321736"/>
                  </a:lnTo>
                  <a:close/>
                  <a:moveTo>
                    <a:pt x="1309816" y="2205221"/>
                  </a:moveTo>
                  <a:lnTo>
                    <a:pt x="1314025" y="2287436"/>
                  </a:lnTo>
                  <a:lnTo>
                    <a:pt x="1370396" y="2248999"/>
                  </a:lnTo>
                  <a:close/>
                  <a:moveTo>
                    <a:pt x="1263292" y="2084569"/>
                  </a:moveTo>
                  <a:lnTo>
                    <a:pt x="1268822" y="2002354"/>
                  </a:lnTo>
                  <a:lnTo>
                    <a:pt x="1253543" y="2123005"/>
                  </a:lnTo>
                  <a:close/>
                  <a:moveTo>
                    <a:pt x="1328143" y="1963918"/>
                  </a:moveTo>
                  <a:lnTo>
                    <a:pt x="1229133" y="1910546"/>
                  </a:lnTo>
                  <a:lnTo>
                    <a:pt x="1224053" y="1920139"/>
                  </a:lnTo>
                  <a:close/>
                  <a:moveTo>
                    <a:pt x="1328143" y="1963918"/>
                  </a:moveTo>
                  <a:lnTo>
                    <a:pt x="1224053" y="1920139"/>
                  </a:lnTo>
                  <a:lnTo>
                    <a:pt x="1268822" y="2002354"/>
                  </a:lnTo>
                  <a:close/>
                  <a:moveTo>
                    <a:pt x="1164455" y="1755709"/>
                  </a:moveTo>
                  <a:lnTo>
                    <a:pt x="1208168" y="1799487"/>
                  </a:lnTo>
                  <a:lnTo>
                    <a:pt x="1166766" y="1717272"/>
                  </a:lnTo>
                  <a:close/>
                  <a:moveTo>
                    <a:pt x="1166766" y="1717272"/>
                  </a:moveTo>
                  <a:lnTo>
                    <a:pt x="1116960" y="1640873"/>
                  </a:lnTo>
                  <a:lnTo>
                    <a:pt x="1134307" y="1673494"/>
                  </a:lnTo>
                  <a:close/>
                  <a:moveTo>
                    <a:pt x="1117843" y="1552842"/>
                  </a:moveTo>
                  <a:lnTo>
                    <a:pt x="1149999" y="1574513"/>
                  </a:lnTo>
                  <a:lnTo>
                    <a:pt x="1116367" y="1606094"/>
                  </a:lnTo>
                  <a:close/>
                  <a:moveTo>
                    <a:pt x="1116367" y="1606094"/>
                  </a:moveTo>
                  <a:lnTo>
                    <a:pt x="1146126" y="1653902"/>
                  </a:lnTo>
                  <a:lnTo>
                    <a:pt x="1116960" y="1640873"/>
                  </a:lnTo>
                  <a:close/>
                  <a:moveTo>
                    <a:pt x="1787354" y="2172126"/>
                  </a:moveTo>
                  <a:lnTo>
                    <a:pt x="1839546" y="2278306"/>
                  </a:lnTo>
                  <a:lnTo>
                    <a:pt x="1861354" y="2225670"/>
                  </a:lnTo>
                  <a:close/>
                  <a:moveTo>
                    <a:pt x="1804791" y="2292778"/>
                  </a:moveTo>
                  <a:lnTo>
                    <a:pt x="1839546" y="2278306"/>
                  </a:lnTo>
                  <a:lnTo>
                    <a:pt x="1787354" y="2172126"/>
                  </a:lnTo>
                  <a:close/>
                  <a:moveTo>
                    <a:pt x="1762070" y="2133121"/>
                  </a:moveTo>
                  <a:lnTo>
                    <a:pt x="1733129" y="2104044"/>
                  </a:lnTo>
                  <a:lnTo>
                    <a:pt x="1787354" y="2172126"/>
                  </a:lnTo>
                  <a:close/>
                  <a:moveTo>
                    <a:pt x="1438281" y="1961790"/>
                  </a:moveTo>
                  <a:lnTo>
                    <a:pt x="1428539" y="2046132"/>
                  </a:lnTo>
                  <a:lnTo>
                    <a:pt x="1438809" y="1975675"/>
                  </a:lnTo>
                  <a:close/>
                  <a:moveTo>
                    <a:pt x="1438281" y="1961790"/>
                  </a:moveTo>
                  <a:lnTo>
                    <a:pt x="1438809" y="1975675"/>
                  </a:lnTo>
                  <a:lnTo>
                    <a:pt x="1549230" y="1925481"/>
                  </a:lnTo>
                  <a:close/>
                  <a:moveTo>
                    <a:pt x="1438281" y="1961790"/>
                  </a:moveTo>
                  <a:lnTo>
                    <a:pt x="1549230" y="1925481"/>
                  </a:lnTo>
                  <a:lnTo>
                    <a:pt x="1467179" y="1866546"/>
                  </a:lnTo>
                  <a:close/>
                  <a:moveTo>
                    <a:pt x="1060127" y="1267760"/>
                  </a:moveTo>
                  <a:lnTo>
                    <a:pt x="1054543" y="1185545"/>
                  </a:lnTo>
                  <a:lnTo>
                    <a:pt x="1056359" y="1189680"/>
                  </a:lnTo>
                  <a:close/>
                  <a:moveTo>
                    <a:pt x="2006949" y="2402987"/>
                  </a:moveTo>
                  <a:lnTo>
                    <a:pt x="2073634" y="2462032"/>
                  </a:lnTo>
                  <a:lnTo>
                    <a:pt x="2034908" y="2418771"/>
                  </a:lnTo>
                  <a:close/>
                  <a:moveTo>
                    <a:pt x="2097568" y="2489999"/>
                  </a:moveTo>
                  <a:lnTo>
                    <a:pt x="2073634" y="2462032"/>
                  </a:lnTo>
                  <a:lnTo>
                    <a:pt x="2006949" y="2402987"/>
                  </a:lnTo>
                  <a:close/>
                  <a:moveTo>
                    <a:pt x="2042321" y="2474321"/>
                  </a:moveTo>
                  <a:lnTo>
                    <a:pt x="2097568" y="2489999"/>
                  </a:lnTo>
                  <a:lnTo>
                    <a:pt x="2006949" y="2402987"/>
                  </a:lnTo>
                  <a:close/>
                  <a:moveTo>
                    <a:pt x="2073634" y="2462032"/>
                  </a:moveTo>
                  <a:lnTo>
                    <a:pt x="2097568" y="2489999"/>
                  </a:lnTo>
                  <a:lnTo>
                    <a:pt x="2077258" y="2418771"/>
                  </a:lnTo>
                  <a:close/>
                  <a:moveTo>
                    <a:pt x="2077258" y="2418771"/>
                  </a:moveTo>
                  <a:lnTo>
                    <a:pt x="2097568" y="2489999"/>
                  </a:lnTo>
                  <a:lnTo>
                    <a:pt x="2181092" y="2462550"/>
                  </a:lnTo>
                  <a:close/>
                  <a:moveTo>
                    <a:pt x="2077258" y="2418771"/>
                  </a:moveTo>
                  <a:lnTo>
                    <a:pt x="2181092" y="2462550"/>
                  </a:lnTo>
                  <a:lnTo>
                    <a:pt x="2111949" y="2380335"/>
                  </a:lnTo>
                  <a:close/>
                  <a:moveTo>
                    <a:pt x="2046233" y="2331549"/>
                  </a:moveTo>
                  <a:lnTo>
                    <a:pt x="2108406" y="2376839"/>
                  </a:lnTo>
                  <a:lnTo>
                    <a:pt x="2018985" y="2298120"/>
                  </a:lnTo>
                  <a:close/>
                  <a:moveTo>
                    <a:pt x="2108406" y="2376839"/>
                  </a:moveTo>
                  <a:lnTo>
                    <a:pt x="2046233" y="2331549"/>
                  </a:lnTo>
                  <a:lnTo>
                    <a:pt x="2111949" y="2380335"/>
                  </a:lnTo>
                  <a:close/>
                  <a:moveTo>
                    <a:pt x="2111949" y="2380335"/>
                  </a:moveTo>
                  <a:lnTo>
                    <a:pt x="2053675" y="2336556"/>
                  </a:lnTo>
                  <a:lnTo>
                    <a:pt x="2077258" y="2418771"/>
                  </a:lnTo>
                  <a:close/>
                  <a:moveTo>
                    <a:pt x="1787354" y="2172126"/>
                  </a:moveTo>
                  <a:lnTo>
                    <a:pt x="1861354" y="2225670"/>
                  </a:lnTo>
                  <a:lnTo>
                    <a:pt x="1879708" y="2145563"/>
                  </a:lnTo>
                  <a:close/>
                  <a:moveTo>
                    <a:pt x="1212736" y="1311539"/>
                  </a:moveTo>
                  <a:lnTo>
                    <a:pt x="1144630" y="1281359"/>
                  </a:lnTo>
                  <a:lnTo>
                    <a:pt x="1092768" y="1302661"/>
                  </a:lnTo>
                  <a:close/>
                  <a:moveTo>
                    <a:pt x="1054543" y="1185545"/>
                  </a:moveTo>
                  <a:lnTo>
                    <a:pt x="1075607" y="1174031"/>
                  </a:lnTo>
                  <a:lnTo>
                    <a:pt x="1041678" y="1064893"/>
                  </a:lnTo>
                  <a:close/>
                  <a:moveTo>
                    <a:pt x="1029446" y="1103330"/>
                  </a:moveTo>
                  <a:lnTo>
                    <a:pt x="1054543" y="1185545"/>
                  </a:lnTo>
                  <a:lnTo>
                    <a:pt x="1041678" y="1064893"/>
                  </a:lnTo>
                  <a:close/>
                  <a:moveTo>
                    <a:pt x="978388" y="992291"/>
                  </a:moveTo>
                  <a:lnTo>
                    <a:pt x="984630" y="961805"/>
                  </a:lnTo>
                  <a:lnTo>
                    <a:pt x="989225" y="1021115"/>
                  </a:lnTo>
                  <a:close/>
                  <a:moveTo>
                    <a:pt x="244023" y="281179"/>
                  </a:moveTo>
                  <a:lnTo>
                    <a:pt x="290629" y="363394"/>
                  </a:lnTo>
                  <a:lnTo>
                    <a:pt x="335308" y="350815"/>
                  </a:lnTo>
                  <a:close/>
                  <a:moveTo>
                    <a:pt x="311685" y="269927"/>
                  </a:moveTo>
                  <a:lnTo>
                    <a:pt x="335308" y="350815"/>
                  </a:lnTo>
                  <a:lnTo>
                    <a:pt x="346556" y="363394"/>
                  </a:lnTo>
                  <a:close/>
                  <a:moveTo>
                    <a:pt x="194363" y="4440"/>
                  </a:moveTo>
                  <a:lnTo>
                    <a:pt x="273834" y="78312"/>
                  </a:lnTo>
                  <a:lnTo>
                    <a:pt x="295039" y="83276"/>
                  </a:lnTo>
                  <a:close/>
                  <a:moveTo>
                    <a:pt x="194363" y="4440"/>
                  </a:moveTo>
                  <a:lnTo>
                    <a:pt x="295039" y="83276"/>
                  </a:lnTo>
                  <a:lnTo>
                    <a:pt x="274355" y="0"/>
                  </a:lnTo>
                  <a:close/>
                  <a:moveTo>
                    <a:pt x="2046233" y="2331549"/>
                  </a:moveTo>
                  <a:lnTo>
                    <a:pt x="2018985" y="2298120"/>
                  </a:lnTo>
                  <a:lnTo>
                    <a:pt x="1976430" y="2227613"/>
                  </a:lnTo>
                  <a:close/>
                  <a:moveTo>
                    <a:pt x="971459" y="982678"/>
                  </a:moveTo>
                  <a:lnTo>
                    <a:pt x="978388" y="992291"/>
                  </a:lnTo>
                  <a:lnTo>
                    <a:pt x="998600" y="1014036"/>
                  </a:lnTo>
                  <a:close/>
                  <a:moveTo>
                    <a:pt x="984630" y="961805"/>
                  </a:moveTo>
                  <a:lnTo>
                    <a:pt x="978388" y="992291"/>
                  </a:lnTo>
                  <a:lnTo>
                    <a:pt x="971459" y="982678"/>
                  </a:lnTo>
                  <a:close/>
                  <a:moveTo>
                    <a:pt x="2181092" y="2462550"/>
                  </a:moveTo>
                  <a:lnTo>
                    <a:pt x="2236956" y="2437271"/>
                  </a:lnTo>
                  <a:lnTo>
                    <a:pt x="2198455" y="2341899"/>
                  </a:lnTo>
                  <a:close/>
                  <a:moveTo>
                    <a:pt x="2111949" y="2380335"/>
                  </a:moveTo>
                  <a:lnTo>
                    <a:pt x="2181092" y="2462550"/>
                  </a:lnTo>
                  <a:lnTo>
                    <a:pt x="2198455" y="2341899"/>
                  </a:lnTo>
                  <a:close/>
                  <a:moveTo>
                    <a:pt x="2111949" y="2380335"/>
                  </a:moveTo>
                  <a:lnTo>
                    <a:pt x="2198455" y="2341899"/>
                  </a:lnTo>
                  <a:lnTo>
                    <a:pt x="2108406" y="2376839"/>
                  </a:lnTo>
                  <a:close/>
                  <a:moveTo>
                    <a:pt x="1773610" y="1887045"/>
                  </a:moveTo>
                  <a:lnTo>
                    <a:pt x="1856714" y="1848608"/>
                  </a:lnTo>
                  <a:lnTo>
                    <a:pt x="1739318" y="1832855"/>
                  </a:lnTo>
                  <a:close/>
                  <a:moveTo>
                    <a:pt x="1739318" y="1832855"/>
                  </a:moveTo>
                  <a:lnTo>
                    <a:pt x="1742265" y="1766393"/>
                  </a:lnTo>
                  <a:lnTo>
                    <a:pt x="1708166" y="1804829"/>
                  </a:lnTo>
                  <a:close/>
                  <a:moveTo>
                    <a:pt x="1789510" y="1805310"/>
                  </a:moveTo>
                  <a:lnTo>
                    <a:pt x="1742265" y="1766393"/>
                  </a:lnTo>
                  <a:lnTo>
                    <a:pt x="1739318" y="1832855"/>
                  </a:lnTo>
                  <a:close/>
                  <a:moveTo>
                    <a:pt x="1651602" y="1709363"/>
                  </a:moveTo>
                  <a:lnTo>
                    <a:pt x="1646181" y="1763286"/>
                  </a:lnTo>
                  <a:lnTo>
                    <a:pt x="1729626" y="1684178"/>
                  </a:lnTo>
                  <a:close/>
                  <a:moveTo>
                    <a:pt x="1729626" y="1684178"/>
                  </a:moveTo>
                  <a:lnTo>
                    <a:pt x="1646181" y="1763286"/>
                  </a:lnTo>
                  <a:lnTo>
                    <a:pt x="1708166" y="1804829"/>
                  </a:lnTo>
                  <a:close/>
                  <a:moveTo>
                    <a:pt x="1750208" y="1658367"/>
                  </a:moveTo>
                  <a:lnTo>
                    <a:pt x="1651602" y="1709363"/>
                  </a:lnTo>
                  <a:lnTo>
                    <a:pt x="1729626" y="1684178"/>
                  </a:lnTo>
                  <a:close/>
                  <a:moveTo>
                    <a:pt x="1453335" y="1384380"/>
                  </a:moveTo>
                  <a:lnTo>
                    <a:pt x="1339504" y="1393754"/>
                  </a:lnTo>
                  <a:lnTo>
                    <a:pt x="1365007" y="1460306"/>
                  </a:lnTo>
                  <a:close/>
                  <a:moveTo>
                    <a:pt x="1256910" y="1387504"/>
                  </a:moveTo>
                  <a:lnTo>
                    <a:pt x="1334072" y="1385364"/>
                  </a:lnTo>
                  <a:lnTo>
                    <a:pt x="1323448" y="1293909"/>
                  </a:lnTo>
                  <a:close/>
                  <a:moveTo>
                    <a:pt x="1232099" y="1307583"/>
                  </a:moveTo>
                  <a:lnTo>
                    <a:pt x="1323448" y="1293909"/>
                  </a:lnTo>
                  <a:lnTo>
                    <a:pt x="1225558" y="1212807"/>
                  </a:lnTo>
                  <a:close/>
                  <a:moveTo>
                    <a:pt x="1323448" y="1293909"/>
                  </a:moveTo>
                  <a:lnTo>
                    <a:pt x="1369108" y="1311539"/>
                  </a:lnTo>
                  <a:lnTo>
                    <a:pt x="1285522" y="1250815"/>
                  </a:lnTo>
                  <a:close/>
                  <a:moveTo>
                    <a:pt x="1161443" y="1204341"/>
                  </a:moveTo>
                  <a:lnTo>
                    <a:pt x="1144670" y="1147108"/>
                  </a:lnTo>
                  <a:lnTo>
                    <a:pt x="1113973" y="1166740"/>
                  </a:lnTo>
                  <a:close/>
                  <a:moveTo>
                    <a:pt x="1101078" y="1118524"/>
                  </a:moveTo>
                  <a:lnTo>
                    <a:pt x="1199287" y="1134074"/>
                  </a:lnTo>
                  <a:lnTo>
                    <a:pt x="1214083" y="1047172"/>
                  </a:lnTo>
                  <a:close/>
                  <a:moveTo>
                    <a:pt x="1101078" y="1118524"/>
                  </a:moveTo>
                  <a:lnTo>
                    <a:pt x="1041449" y="1041117"/>
                  </a:lnTo>
                  <a:lnTo>
                    <a:pt x="1041678" y="1064893"/>
                  </a:lnTo>
                  <a:close/>
                  <a:moveTo>
                    <a:pt x="1029162" y="913101"/>
                  </a:moveTo>
                  <a:lnTo>
                    <a:pt x="984630" y="961805"/>
                  </a:lnTo>
                  <a:lnTo>
                    <a:pt x="971459" y="982678"/>
                  </a:lnTo>
                  <a:close/>
                  <a:moveTo>
                    <a:pt x="1066779" y="880932"/>
                  </a:moveTo>
                  <a:lnTo>
                    <a:pt x="1095410" y="882133"/>
                  </a:lnTo>
                  <a:lnTo>
                    <a:pt x="1181598" y="925718"/>
                  </a:lnTo>
                  <a:close/>
                  <a:moveTo>
                    <a:pt x="239282" y="68013"/>
                  </a:moveTo>
                  <a:lnTo>
                    <a:pt x="273834" y="78312"/>
                  </a:lnTo>
                  <a:lnTo>
                    <a:pt x="215787" y="37831"/>
                  </a:lnTo>
                  <a:close/>
                  <a:moveTo>
                    <a:pt x="2265746" y="2313773"/>
                  </a:moveTo>
                  <a:lnTo>
                    <a:pt x="2245454" y="2395379"/>
                  </a:lnTo>
                  <a:lnTo>
                    <a:pt x="2291669" y="2341899"/>
                  </a:lnTo>
                  <a:close/>
                  <a:moveTo>
                    <a:pt x="2240774" y="2233982"/>
                  </a:moveTo>
                  <a:lnTo>
                    <a:pt x="2265746" y="2313773"/>
                  </a:lnTo>
                  <a:lnTo>
                    <a:pt x="2291669" y="2341899"/>
                  </a:lnTo>
                  <a:close/>
                  <a:moveTo>
                    <a:pt x="1759543" y="1381924"/>
                  </a:moveTo>
                  <a:lnTo>
                    <a:pt x="1673255" y="1291391"/>
                  </a:lnTo>
                  <a:lnTo>
                    <a:pt x="1665352" y="1397908"/>
                  </a:lnTo>
                  <a:close/>
                  <a:moveTo>
                    <a:pt x="1759543" y="1381924"/>
                  </a:moveTo>
                  <a:lnTo>
                    <a:pt x="1788523" y="1399096"/>
                  </a:lnTo>
                  <a:lnTo>
                    <a:pt x="1779831" y="1338718"/>
                  </a:lnTo>
                  <a:close/>
                  <a:moveTo>
                    <a:pt x="1865004" y="1356779"/>
                  </a:moveTo>
                  <a:lnTo>
                    <a:pt x="1811256" y="1339882"/>
                  </a:lnTo>
                  <a:lnTo>
                    <a:pt x="1816431" y="1240008"/>
                  </a:lnTo>
                  <a:close/>
                  <a:moveTo>
                    <a:pt x="1779831" y="1338718"/>
                  </a:moveTo>
                  <a:lnTo>
                    <a:pt x="1852387" y="1331335"/>
                  </a:lnTo>
                  <a:lnTo>
                    <a:pt x="1816431" y="1240008"/>
                  </a:lnTo>
                  <a:close/>
                  <a:moveTo>
                    <a:pt x="1822186" y="1218415"/>
                  </a:moveTo>
                  <a:lnTo>
                    <a:pt x="1742800" y="1200265"/>
                  </a:lnTo>
                  <a:lnTo>
                    <a:pt x="1878556" y="1213973"/>
                  </a:lnTo>
                  <a:close/>
                  <a:moveTo>
                    <a:pt x="1902157" y="1226482"/>
                  </a:moveTo>
                  <a:lnTo>
                    <a:pt x="1930305" y="1240008"/>
                  </a:lnTo>
                  <a:lnTo>
                    <a:pt x="1878556" y="1213973"/>
                  </a:lnTo>
                  <a:close/>
                </a:path>
              </a:pathLst>
            </a:custGeom>
            <a:solidFill>
              <a:srgbClr val="E0E5E9"/>
            </a:solidFill>
            <a:ln w="1524">
              <a:solidFill>
                <a:srgbClr val="E0E5E9"/>
              </a:solidFill>
            </a:ln>
          </p:spPr>
        </p:sp>
        <p:sp>
          <p:nvSpPr>
            <p:cNvPr id="2038" name="Candidate_density__2037">
              <a:extLst>
                <a:ext uri="{FF2B5EF4-FFF2-40B4-BE49-F238E27FC236}">
                  <a16:creationId xmlns:a16="http://schemas.microsoft.com/office/drawing/2014/main" id="{0AB42DD4-5057-B799-2D34-51A50844E9FC}"/>
                </a:ext>
              </a:extLst>
            </p:cNvPr>
            <p:cNvSpPr>
              <a:spLocks noGrp="1"/>
            </p:cNvSpPr>
            <p:nvPr/>
          </p:nvSpPr>
          <p:spPr>
            <a:xfrm>
              <a:off x="4672375" y="2279833"/>
              <a:ext cx="2062444" cy="3263717"/>
            </a:xfrm>
            <a:custGeom>
              <a:avLst/>
              <a:gdLst/>
              <a:ahLst/>
              <a:cxnLst/>
              <a:rect l="0" t="0" r="0" b="0"/>
              <a:pathLst>
                <a:path w="2062444" h="3263717">
                  <a:moveTo>
                    <a:pt x="747989" y="3256551"/>
                  </a:moveTo>
                  <a:lnTo>
                    <a:pt x="758681" y="3261989"/>
                  </a:lnTo>
                  <a:lnTo>
                    <a:pt x="767286" y="3263717"/>
                  </a:lnTo>
                  <a:close/>
                  <a:moveTo>
                    <a:pt x="776246" y="3256551"/>
                  </a:moveTo>
                  <a:lnTo>
                    <a:pt x="818201" y="3238876"/>
                  </a:lnTo>
                  <a:lnTo>
                    <a:pt x="767286" y="3263717"/>
                  </a:lnTo>
                  <a:close/>
                  <a:moveTo>
                    <a:pt x="776246" y="3256551"/>
                  </a:moveTo>
                  <a:lnTo>
                    <a:pt x="860728" y="3218115"/>
                  </a:lnTo>
                  <a:lnTo>
                    <a:pt x="818201" y="3238876"/>
                  </a:lnTo>
                  <a:close/>
                  <a:moveTo>
                    <a:pt x="964033" y="3011599"/>
                  </a:moveTo>
                  <a:lnTo>
                    <a:pt x="993500" y="2992085"/>
                  </a:lnTo>
                  <a:lnTo>
                    <a:pt x="992655" y="2976812"/>
                  </a:lnTo>
                  <a:close/>
                  <a:moveTo>
                    <a:pt x="1021739" y="2976812"/>
                  </a:moveTo>
                  <a:lnTo>
                    <a:pt x="993500" y="2992085"/>
                  </a:lnTo>
                  <a:lnTo>
                    <a:pt x="1079574" y="2949727"/>
                  </a:lnTo>
                  <a:close/>
                  <a:moveTo>
                    <a:pt x="1079574" y="2949727"/>
                  </a:moveTo>
                  <a:lnTo>
                    <a:pt x="993500" y="2992085"/>
                  </a:lnTo>
                  <a:lnTo>
                    <a:pt x="964033" y="3011599"/>
                  </a:lnTo>
                  <a:close/>
                  <a:moveTo>
                    <a:pt x="1021739" y="2976812"/>
                  </a:moveTo>
                  <a:lnTo>
                    <a:pt x="1015189" y="2987660"/>
                  </a:lnTo>
                  <a:lnTo>
                    <a:pt x="993500" y="2992085"/>
                  </a:lnTo>
                  <a:close/>
                  <a:moveTo>
                    <a:pt x="1126288" y="2909183"/>
                  </a:moveTo>
                  <a:lnTo>
                    <a:pt x="1021739" y="2976812"/>
                  </a:lnTo>
                  <a:lnTo>
                    <a:pt x="1079574" y="2949727"/>
                  </a:lnTo>
                  <a:close/>
                  <a:moveTo>
                    <a:pt x="1946817" y="2461111"/>
                  </a:moveTo>
                  <a:lnTo>
                    <a:pt x="1947811" y="2460247"/>
                  </a:lnTo>
                  <a:lnTo>
                    <a:pt x="1983130" y="2377094"/>
                  </a:lnTo>
                  <a:close/>
                  <a:moveTo>
                    <a:pt x="1983130" y="2377094"/>
                  </a:moveTo>
                  <a:lnTo>
                    <a:pt x="1947811" y="2460247"/>
                  </a:lnTo>
                  <a:lnTo>
                    <a:pt x="2062444" y="2394981"/>
                  </a:lnTo>
                  <a:close/>
                  <a:moveTo>
                    <a:pt x="107445" y="120652"/>
                  </a:moveTo>
                  <a:lnTo>
                    <a:pt x="0" y="151597"/>
                  </a:lnTo>
                  <a:lnTo>
                    <a:pt x="110886" y="114266"/>
                  </a:lnTo>
                  <a:close/>
                  <a:moveTo>
                    <a:pt x="1728288" y="1890947"/>
                  </a:moveTo>
                  <a:lnTo>
                    <a:pt x="1734418" y="1812955"/>
                  </a:lnTo>
                  <a:lnTo>
                    <a:pt x="1744311" y="1826302"/>
                  </a:lnTo>
                  <a:close/>
                  <a:moveTo>
                    <a:pt x="107445" y="120652"/>
                  </a:moveTo>
                  <a:lnTo>
                    <a:pt x="110886" y="114266"/>
                  </a:lnTo>
                  <a:lnTo>
                    <a:pt x="141887" y="14972"/>
                  </a:lnTo>
                  <a:close/>
                  <a:moveTo>
                    <a:pt x="141887" y="14972"/>
                  </a:moveTo>
                  <a:lnTo>
                    <a:pt x="133302" y="120652"/>
                  </a:lnTo>
                  <a:lnTo>
                    <a:pt x="188955" y="19071"/>
                  </a:lnTo>
                  <a:close/>
                  <a:moveTo>
                    <a:pt x="188955" y="19071"/>
                  </a:moveTo>
                  <a:lnTo>
                    <a:pt x="171402" y="0"/>
                  </a:lnTo>
                  <a:lnTo>
                    <a:pt x="141887" y="14972"/>
                  </a:lnTo>
                  <a:close/>
                  <a:moveTo>
                    <a:pt x="1744330" y="1804897"/>
                  </a:moveTo>
                  <a:lnTo>
                    <a:pt x="1744311" y="1826302"/>
                  </a:lnTo>
                  <a:lnTo>
                    <a:pt x="1742501" y="1808732"/>
                  </a:lnTo>
                  <a:close/>
                  <a:moveTo>
                    <a:pt x="1742501" y="1808732"/>
                  </a:moveTo>
                  <a:lnTo>
                    <a:pt x="1773417" y="1719924"/>
                  </a:lnTo>
                  <a:lnTo>
                    <a:pt x="1744330" y="1804897"/>
                  </a:lnTo>
                  <a:close/>
                  <a:moveTo>
                    <a:pt x="1495126" y="1359220"/>
                  </a:moveTo>
                  <a:lnTo>
                    <a:pt x="1531449" y="1320784"/>
                  </a:lnTo>
                  <a:lnTo>
                    <a:pt x="1491021" y="1441435"/>
                  </a:lnTo>
                  <a:close/>
                  <a:moveTo>
                    <a:pt x="1547028" y="1243562"/>
                  </a:moveTo>
                  <a:lnTo>
                    <a:pt x="1553962" y="1241530"/>
                  </a:lnTo>
                  <a:lnTo>
                    <a:pt x="1496937" y="1277005"/>
                  </a:lnTo>
                  <a:close/>
                  <a:moveTo>
                    <a:pt x="1496937" y="1277005"/>
                  </a:moveTo>
                  <a:lnTo>
                    <a:pt x="1553962" y="1241530"/>
                  </a:lnTo>
                  <a:lnTo>
                    <a:pt x="1531449" y="1320784"/>
                  </a:lnTo>
                  <a:close/>
                  <a:moveTo>
                    <a:pt x="1501373" y="1260111"/>
                  </a:moveTo>
                  <a:lnTo>
                    <a:pt x="1519652" y="1277005"/>
                  </a:lnTo>
                  <a:lnTo>
                    <a:pt x="1547028" y="1243562"/>
                  </a:lnTo>
                  <a:close/>
                  <a:moveTo>
                    <a:pt x="1824235" y="1485214"/>
                  </a:moveTo>
                  <a:lnTo>
                    <a:pt x="1820820" y="1446778"/>
                  </a:lnTo>
                  <a:lnTo>
                    <a:pt x="1827238" y="1567429"/>
                  </a:lnTo>
                  <a:close/>
                </a:path>
              </a:pathLst>
            </a:custGeom>
            <a:solidFill>
              <a:srgbClr val="D0D7DD"/>
            </a:solidFill>
            <a:ln w="1524">
              <a:solidFill>
                <a:srgbClr val="D0D7DD"/>
              </a:solidFill>
            </a:ln>
          </p:spPr>
        </p:sp>
        <p:sp>
          <p:nvSpPr>
            <p:cNvPr id="2039" name="Candidate_density__2038">
              <a:extLst>
                <a:ext uri="{FF2B5EF4-FFF2-40B4-BE49-F238E27FC236}">
                  <a16:creationId xmlns:a16="http://schemas.microsoft.com/office/drawing/2014/main" id="{52A83CB3-31B3-66D0-E5FD-28883FFC5BE1}"/>
                </a:ext>
              </a:extLst>
            </p:cNvPr>
            <p:cNvSpPr>
              <a:spLocks noGrp="1"/>
            </p:cNvSpPr>
            <p:nvPr/>
          </p:nvSpPr>
          <p:spPr>
            <a:xfrm>
              <a:off x="4503598" y="3237829"/>
              <a:ext cx="1936612" cy="1902373"/>
            </a:xfrm>
            <a:custGeom>
              <a:avLst/>
              <a:gdLst/>
              <a:ahLst/>
              <a:cxnLst/>
              <a:rect l="0" t="0" r="0" b="0"/>
              <a:pathLst>
                <a:path w="1936612" h="1902373">
                  <a:moveTo>
                    <a:pt x="15315" y="1147543"/>
                  </a:moveTo>
                  <a:lnTo>
                    <a:pt x="6506" y="1066591"/>
                  </a:lnTo>
                  <a:lnTo>
                    <a:pt x="0" y="1171972"/>
                  </a:lnTo>
                  <a:close/>
                  <a:moveTo>
                    <a:pt x="15315" y="1147543"/>
                  </a:moveTo>
                  <a:lnTo>
                    <a:pt x="7306" y="1065328"/>
                  </a:lnTo>
                  <a:lnTo>
                    <a:pt x="6506" y="1066591"/>
                  </a:lnTo>
                  <a:close/>
                  <a:moveTo>
                    <a:pt x="58056" y="1252260"/>
                  </a:moveTo>
                  <a:lnTo>
                    <a:pt x="104400" y="1287280"/>
                  </a:lnTo>
                  <a:lnTo>
                    <a:pt x="58399" y="1229758"/>
                  </a:lnTo>
                  <a:close/>
                  <a:moveTo>
                    <a:pt x="51013" y="1130500"/>
                  </a:moveTo>
                  <a:lnTo>
                    <a:pt x="45491" y="1205283"/>
                  </a:lnTo>
                  <a:lnTo>
                    <a:pt x="99609" y="1109106"/>
                  </a:lnTo>
                  <a:close/>
                  <a:moveTo>
                    <a:pt x="99609" y="1109106"/>
                  </a:moveTo>
                  <a:lnTo>
                    <a:pt x="45491" y="1205283"/>
                  </a:lnTo>
                  <a:lnTo>
                    <a:pt x="58399" y="1229758"/>
                  </a:lnTo>
                  <a:close/>
                  <a:moveTo>
                    <a:pt x="99609" y="1109106"/>
                  </a:moveTo>
                  <a:lnTo>
                    <a:pt x="58399" y="1229758"/>
                  </a:lnTo>
                  <a:lnTo>
                    <a:pt x="114163" y="1191322"/>
                  </a:lnTo>
                  <a:close/>
                  <a:moveTo>
                    <a:pt x="15315" y="1147543"/>
                  </a:moveTo>
                  <a:lnTo>
                    <a:pt x="45491" y="1205283"/>
                  </a:lnTo>
                  <a:lnTo>
                    <a:pt x="51013" y="1130500"/>
                  </a:lnTo>
                  <a:close/>
                  <a:moveTo>
                    <a:pt x="7306" y="1065328"/>
                  </a:moveTo>
                  <a:lnTo>
                    <a:pt x="51013" y="1130500"/>
                  </a:lnTo>
                  <a:lnTo>
                    <a:pt x="9282" y="1064333"/>
                  </a:lnTo>
                  <a:close/>
                  <a:moveTo>
                    <a:pt x="7306" y="1065328"/>
                  </a:moveTo>
                  <a:lnTo>
                    <a:pt x="15315" y="1147543"/>
                  </a:lnTo>
                  <a:lnTo>
                    <a:pt x="51013" y="1130500"/>
                  </a:lnTo>
                  <a:close/>
                  <a:moveTo>
                    <a:pt x="99609" y="1109106"/>
                  </a:moveTo>
                  <a:lnTo>
                    <a:pt x="112468" y="1026892"/>
                  </a:lnTo>
                  <a:lnTo>
                    <a:pt x="51013" y="1130500"/>
                  </a:lnTo>
                  <a:close/>
                  <a:moveTo>
                    <a:pt x="112468" y="1026892"/>
                  </a:moveTo>
                  <a:lnTo>
                    <a:pt x="9282" y="1064333"/>
                  </a:lnTo>
                  <a:lnTo>
                    <a:pt x="51013" y="1130500"/>
                  </a:lnTo>
                  <a:close/>
                  <a:moveTo>
                    <a:pt x="122974" y="1001116"/>
                  </a:moveTo>
                  <a:lnTo>
                    <a:pt x="7767" y="1064236"/>
                  </a:lnTo>
                  <a:lnTo>
                    <a:pt x="112468" y="1026892"/>
                  </a:lnTo>
                  <a:close/>
                  <a:moveTo>
                    <a:pt x="112468" y="1026892"/>
                  </a:moveTo>
                  <a:lnTo>
                    <a:pt x="7767" y="1064236"/>
                  </a:lnTo>
                  <a:lnTo>
                    <a:pt x="9282" y="1064333"/>
                  </a:lnTo>
                  <a:close/>
                  <a:moveTo>
                    <a:pt x="112468" y="1026892"/>
                  </a:moveTo>
                  <a:lnTo>
                    <a:pt x="178774" y="1087224"/>
                  </a:lnTo>
                  <a:lnTo>
                    <a:pt x="138638" y="1019762"/>
                  </a:lnTo>
                  <a:close/>
                  <a:moveTo>
                    <a:pt x="112468" y="1026892"/>
                  </a:moveTo>
                  <a:lnTo>
                    <a:pt x="99609" y="1109106"/>
                  </a:lnTo>
                  <a:lnTo>
                    <a:pt x="178774" y="1087224"/>
                  </a:lnTo>
                  <a:close/>
                  <a:moveTo>
                    <a:pt x="259279" y="1016878"/>
                  </a:moveTo>
                  <a:lnTo>
                    <a:pt x="243119" y="988455"/>
                  </a:lnTo>
                  <a:lnTo>
                    <a:pt x="263975" y="1078549"/>
                  </a:lnTo>
                  <a:close/>
                  <a:moveTo>
                    <a:pt x="263975" y="1078549"/>
                  </a:moveTo>
                  <a:lnTo>
                    <a:pt x="243119" y="988455"/>
                  </a:lnTo>
                  <a:lnTo>
                    <a:pt x="138638" y="1019762"/>
                  </a:lnTo>
                  <a:close/>
                  <a:moveTo>
                    <a:pt x="263975" y="1078549"/>
                  </a:moveTo>
                  <a:lnTo>
                    <a:pt x="138638" y="1019762"/>
                  </a:lnTo>
                  <a:lnTo>
                    <a:pt x="178774" y="1087224"/>
                  </a:lnTo>
                  <a:close/>
                  <a:moveTo>
                    <a:pt x="122974" y="1001116"/>
                  </a:moveTo>
                  <a:lnTo>
                    <a:pt x="112468" y="1026892"/>
                  </a:lnTo>
                  <a:lnTo>
                    <a:pt x="138638" y="1019762"/>
                  </a:lnTo>
                  <a:close/>
                  <a:moveTo>
                    <a:pt x="243883" y="959315"/>
                  </a:moveTo>
                  <a:lnTo>
                    <a:pt x="122974" y="1001116"/>
                  </a:lnTo>
                  <a:lnTo>
                    <a:pt x="243119" y="988455"/>
                  </a:lnTo>
                  <a:close/>
                  <a:moveTo>
                    <a:pt x="243119" y="988455"/>
                  </a:moveTo>
                  <a:lnTo>
                    <a:pt x="122974" y="1001116"/>
                  </a:lnTo>
                  <a:lnTo>
                    <a:pt x="138638" y="1019762"/>
                  </a:lnTo>
                  <a:close/>
                  <a:moveTo>
                    <a:pt x="256518" y="984519"/>
                  </a:moveTo>
                  <a:lnTo>
                    <a:pt x="374084" y="952255"/>
                  </a:lnTo>
                  <a:lnTo>
                    <a:pt x="370571" y="952388"/>
                  </a:lnTo>
                  <a:close/>
                  <a:moveTo>
                    <a:pt x="243119" y="988455"/>
                  </a:moveTo>
                  <a:lnTo>
                    <a:pt x="259279" y="1016878"/>
                  </a:lnTo>
                  <a:lnTo>
                    <a:pt x="256518" y="984519"/>
                  </a:lnTo>
                  <a:close/>
                  <a:moveTo>
                    <a:pt x="243883" y="959315"/>
                  </a:moveTo>
                  <a:lnTo>
                    <a:pt x="243119" y="988455"/>
                  </a:lnTo>
                  <a:lnTo>
                    <a:pt x="256518" y="984519"/>
                  </a:lnTo>
                  <a:close/>
                  <a:moveTo>
                    <a:pt x="256518" y="984519"/>
                  </a:moveTo>
                  <a:lnTo>
                    <a:pt x="244541" y="906240"/>
                  </a:lnTo>
                  <a:lnTo>
                    <a:pt x="243883" y="959315"/>
                  </a:lnTo>
                  <a:close/>
                  <a:moveTo>
                    <a:pt x="337665" y="879048"/>
                  </a:moveTo>
                  <a:lnTo>
                    <a:pt x="244541" y="906240"/>
                  </a:lnTo>
                  <a:lnTo>
                    <a:pt x="256518" y="984519"/>
                  </a:lnTo>
                  <a:close/>
                  <a:moveTo>
                    <a:pt x="370571" y="952388"/>
                  </a:moveTo>
                  <a:lnTo>
                    <a:pt x="337665" y="879048"/>
                  </a:lnTo>
                  <a:lnTo>
                    <a:pt x="256518" y="984519"/>
                  </a:lnTo>
                  <a:close/>
                  <a:moveTo>
                    <a:pt x="1063568" y="1853560"/>
                  </a:moveTo>
                  <a:lnTo>
                    <a:pt x="1064543" y="1861820"/>
                  </a:lnTo>
                  <a:lnTo>
                    <a:pt x="1201174" y="1902373"/>
                  </a:lnTo>
                  <a:close/>
                  <a:moveTo>
                    <a:pt x="1164318" y="1832245"/>
                  </a:moveTo>
                  <a:lnTo>
                    <a:pt x="1063568" y="1853560"/>
                  </a:lnTo>
                  <a:lnTo>
                    <a:pt x="1201174" y="1902373"/>
                  </a:lnTo>
                  <a:close/>
                  <a:moveTo>
                    <a:pt x="1225759" y="1898163"/>
                  </a:moveTo>
                  <a:lnTo>
                    <a:pt x="1234641" y="1815948"/>
                  </a:lnTo>
                  <a:lnTo>
                    <a:pt x="1201174" y="1902373"/>
                  </a:lnTo>
                  <a:close/>
                  <a:moveTo>
                    <a:pt x="1234641" y="1815948"/>
                  </a:moveTo>
                  <a:lnTo>
                    <a:pt x="1164318" y="1832245"/>
                  </a:lnTo>
                  <a:lnTo>
                    <a:pt x="1201174" y="1902373"/>
                  </a:lnTo>
                  <a:close/>
                  <a:moveTo>
                    <a:pt x="1059238" y="1854385"/>
                  </a:moveTo>
                  <a:lnTo>
                    <a:pt x="1064543" y="1861820"/>
                  </a:lnTo>
                  <a:lnTo>
                    <a:pt x="1063568" y="1853560"/>
                  </a:lnTo>
                  <a:close/>
                  <a:moveTo>
                    <a:pt x="1061105" y="1848968"/>
                  </a:moveTo>
                  <a:lnTo>
                    <a:pt x="1059238" y="1854385"/>
                  </a:lnTo>
                  <a:lnTo>
                    <a:pt x="1063568" y="1853560"/>
                  </a:lnTo>
                  <a:close/>
                  <a:moveTo>
                    <a:pt x="1063568" y="1853560"/>
                  </a:moveTo>
                  <a:lnTo>
                    <a:pt x="1125106" y="1809598"/>
                  </a:lnTo>
                  <a:lnTo>
                    <a:pt x="1061105" y="1848968"/>
                  </a:lnTo>
                  <a:close/>
                  <a:moveTo>
                    <a:pt x="1063568" y="1853560"/>
                  </a:moveTo>
                  <a:lnTo>
                    <a:pt x="1164318" y="1832245"/>
                  </a:lnTo>
                  <a:lnTo>
                    <a:pt x="1125106" y="1809598"/>
                  </a:lnTo>
                  <a:close/>
                  <a:moveTo>
                    <a:pt x="1230947" y="1733733"/>
                  </a:moveTo>
                  <a:lnTo>
                    <a:pt x="1164318" y="1832245"/>
                  </a:lnTo>
                  <a:lnTo>
                    <a:pt x="1234641" y="1815948"/>
                  </a:lnTo>
                  <a:close/>
                  <a:moveTo>
                    <a:pt x="352916" y="747152"/>
                  </a:moveTo>
                  <a:lnTo>
                    <a:pt x="359183" y="681338"/>
                  </a:lnTo>
                  <a:lnTo>
                    <a:pt x="261983" y="703373"/>
                  </a:lnTo>
                  <a:close/>
                  <a:moveTo>
                    <a:pt x="272046" y="785589"/>
                  </a:moveTo>
                  <a:lnTo>
                    <a:pt x="352916" y="747152"/>
                  </a:lnTo>
                  <a:lnTo>
                    <a:pt x="261983" y="703373"/>
                  </a:lnTo>
                  <a:close/>
                  <a:moveTo>
                    <a:pt x="352916" y="747152"/>
                  </a:moveTo>
                  <a:lnTo>
                    <a:pt x="390961" y="800154"/>
                  </a:lnTo>
                  <a:lnTo>
                    <a:pt x="391348" y="735313"/>
                  </a:lnTo>
                  <a:close/>
                  <a:moveTo>
                    <a:pt x="352916" y="747152"/>
                  </a:moveTo>
                  <a:lnTo>
                    <a:pt x="391348" y="735313"/>
                  </a:lnTo>
                  <a:lnTo>
                    <a:pt x="359183" y="681338"/>
                  </a:lnTo>
                  <a:close/>
                  <a:moveTo>
                    <a:pt x="572417" y="670279"/>
                  </a:moveTo>
                  <a:lnTo>
                    <a:pt x="606943" y="619951"/>
                  </a:lnTo>
                  <a:lnTo>
                    <a:pt x="534482" y="626500"/>
                  </a:lnTo>
                  <a:close/>
                  <a:moveTo>
                    <a:pt x="498958" y="708715"/>
                  </a:moveTo>
                  <a:lnTo>
                    <a:pt x="572417" y="670279"/>
                  </a:lnTo>
                  <a:lnTo>
                    <a:pt x="534482" y="626500"/>
                  </a:lnTo>
                  <a:close/>
                  <a:moveTo>
                    <a:pt x="1175900" y="434318"/>
                  </a:moveTo>
                  <a:lnTo>
                    <a:pt x="1228467" y="395881"/>
                  </a:lnTo>
                  <a:lnTo>
                    <a:pt x="1152676" y="406260"/>
                  </a:lnTo>
                  <a:close/>
                  <a:moveTo>
                    <a:pt x="1228467" y="395881"/>
                  </a:moveTo>
                  <a:lnTo>
                    <a:pt x="1186196" y="316383"/>
                  </a:lnTo>
                  <a:lnTo>
                    <a:pt x="1152676" y="406260"/>
                  </a:lnTo>
                  <a:close/>
                  <a:moveTo>
                    <a:pt x="1184321" y="313666"/>
                  </a:moveTo>
                  <a:lnTo>
                    <a:pt x="1152676" y="406260"/>
                  </a:lnTo>
                  <a:lnTo>
                    <a:pt x="1186196" y="316383"/>
                  </a:lnTo>
                  <a:close/>
                  <a:moveTo>
                    <a:pt x="1184321" y="313666"/>
                  </a:moveTo>
                  <a:lnTo>
                    <a:pt x="1119980" y="352103"/>
                  </a:lnTo>
                  <a:lnTo>
                    <a:pt x="1152676" y="406260"/>
                  </a:lnTo>
                  <a:close/>
                  <a:moveTo>
                    <a:pt x="1184211" y="308964"/>
                  </a:moveTo>
                  <a:lnTo>
                    <a:pt x="1119980" y="352103"/>
                  </a:lnTo>
                  <a:lnTo>
                    <a:pt x="1184321" y="313666"/>
                  </a:lnTo>
                  <a:close/>
                  <a:moveTo>
                    <a:pt x="1184321" y="313666"/>
                  </a:moveTo>
                  <a:lnTo>
                    <a:pt x="1186196" y="316383"/>
                  </a:lnTo>
                  <a:lnTo>
                    <a:pt x="1186439" y="312878"/>
                  </a:lnTo>
                  <a:close/>
                  <a:moveTo>
                    <a:pt x="1184211" y="308964"/>
                  </a:moveTo>
                  <a:lnTo>
                    <a:pt x="1184321" y="313666"/>
                  </a:lnTo>
                  <a:lnTo>
                    <a:pt x="1186439" y="312878"/>
                  </a:lnTo>
                  <a:close/>
                  <a:moveTo>
                    <a:pt x="1184211" y="308964"/>
                  </a:moveTo>
                  <a:lnTo>
                    <a:pt x="1186439" y="312878"/>
                  </a:lnTo>
                  <a:lnTo>
                    <a:pt x="1188671" y="231451"/>
                  </a:lnTo>
                  <a:close/>
                  <a:moveTo>
                    <a:pt x="1188671" y="231451"/>
                  </a:moveTo>
                  <a:lnTo>
                    <a:pt x="1186439" y="312878"/>
                  </a:lnTo>
                  <a:lnTo>
                    <a:pt x="1296066" y="275230"/>
                  </a:lnTo>
                  <a:close/>
                  <a:moveTo>
                    <a:pt x="1188671" y="231451"/>
                  </a:moveTo>
                  <a:lnTo>
                    <a:pt x="1296066" y="275230"/>
                  </a:lnTo>
                  <a:lnTo>
                    <a:pt x="1270792" y="193015"/>
                  </a:lnTo>
                  <a:close/>
                  <a:moveTo>
                    <a:pt x="1133663" y="55507"/>
                  </a:moveTo>
                  <a:lnTo>
                    <a:pt x="1202726" y="28584"/>
                  </a:lnTo>
                  <a:lnTo>
                    <a:pt x="1159134" y="0"/>
                  </a:lnTo>
                  <a:close/>
                  <a:moveTo>
                    <a:pt x="1133663" y="55507"/>
                  </a:moveTo>
                  <a:lnTo>
                    <a:pt x="1172029" y="48216"/>
                  </a:lnTo>
                  <a:lnTo>
                    <a:pt x="1202726" y="28584"/>
                  </a:lnTo>
                  <a:close/>
                  <a:moveTo>
                    <a:pt x="1617300" y="167969"/>
                  </a:moveTo>
                  <a:lnTo>
                    <a:pt x="1526334" y="236794"/>
                  </a:lnTo>
                  <a:lnTo>
                    <a:pt x="1592312" y="198357"/>
                  </a:lnTo>
                  <a:close/>
                  <a:moveTo>
                    <a:pt x="1837887" y="220194"/>
                  </a:moveTo>
                  <a:lnTo>
                    <a:pt x="1783429" y="159921"/>
                  </a:lnTo>
                  <a:lnTo>
                    <a:pt x="1817599" y="263400"/>
                  </a:lnTo>
                  <a:close/>
                  <a:moveTo>
                    <a:pt x="1817599" y="263400"/>
                  </a:moveTo>
                  <a:lnTo>
                    <a:pt x="1783429" y="159921"/>
                  </a:lnTo>
                  <a:lnTo>
                    <a:pt x="1731311" y="172867"/>
                  </a:lnTo>
                  <a:close/>
                  <a:moveTo>
                    <a:pt x="1646916" y="180887"/>
                  </a:moveTo>
                  <a:lnTo>
                    <a:pt x="1686658" y="148634"/>
                  </a:lnTo>
                  <a:lnTo>
                    <a:pt x="1617300" y="167969"/>
                  </a:lnTo>
                  <a:close/>
                  <a:moveTo>
                    <a:pt x="1646916" y="180887"/>
                  </a:moveTo>
                  <a:lnTo>
                    <a:pt x="1731311" y="172867"/>
                  </a:lnTo>
                  <a:lnTo>
                    <a:pt x="1686658" y="148634"/>
                  </a:lnTo>
                  <a:close/>
                  <a:moveTo>
                    <a:pt x="1800856" y="81741"/>
                  </a:moveTo>
                  <a:lnTo>
                    <a:pt x="1686658" y="148634"/>
                  </a:lnTo>
                  <a:lnTo>
                    <a:pt x="1783429" y="159921"/>
                  </a:lnTo>
                  <a:close/>
                  <a:moveTo>
                    <a:pt x="1783429" y="159921"/>
                  </a:moveTo>
                  <a:lnTo>
                    <a:pt x="1686658" y="148634"/>
                  </a:lnTo>
                  <a:lnTo>
                    <a:pt x="1731311" y="172867"/>
                  </a:lnTo>
                  <a:close/>
                  <a:moveTo>
                    <a:pt x="1783429" y="159921"/>
                  </a:moveTo>
                  <a:lnTo>
                    <a:pt x="1837887" y="220194"/>
                  </a:lnTo>
                  <a:lnTo>
                    <a:pt x="1865785" y="124134"/>
                  </a:lnTo>
                  <a:close/>
                  <a:moveTo>
                    <a:pt x="1800856" y="81741"/>
                  </a:moveTo>
                  <a:lnTo>
                    <a:pt x="1783429" y="159921"/>
                  </a:lnTo>
                  <a:lnTo>
                    <a:pt x="1865785" y="124134"/>
                  </a:lnTo>
                  <a:close/>
                  <a:moveTo>
                    <a:pt x="1936612" y="95449"/>
                  </a:moveTo>
                  <a:lnTo>
                    <a:pt x="1865785" y="124134"/>
                  </a:lnTo>
                  <a:lnTo>
                    <a:pt x="1874487" y="121484"/>
                  </a:lnTo>
                  <a:close/>
                  <a:moveTo>
                    <a:pt x="1800856" y="81741"/>
                  </a:moveTo>
                  <a:lnTo>
                    <a:pt x="1865785" y="124134"/>
                  </a:lnTo>
                  <a:lnTo>
                    <a:pt x="1936612" y="95449"/>
                  </a:lnTo>
                  <a:close/>
                </a:path>
              </a:pathLst>
            </a:custGeom>
            <a:solidFill>
              <a:srgbClr val="E8ECEF"/>
            </a:solidFill>
            <a:ln w="1524">
              <a:solidFill>
                <a:srgbClr val="E8ECEF"/>
              </a:solidFill>
            </a:ln>
          </p:spPr>
        </p:sp>
        <p:sp>
          <p:nvSpPr>
            <p:cNvPr id="2040" name="Candidate_density__2039">
              <a:extLst>
                <a:ext uri="{FF2B5EF4-FFF2-40B4-BE49-F238E27FC236}">
                  <a16:creationId xmlns:a16="http://schemas.microsoft.com/office/drawing/2014/main" id="{E8C959BB-3974-225B-48AF-654D71905837}"/>
                </a:ext>
              </a:extLst>
            </p:cNvPr>
            <p:cNvSpPr>
              <a:spLocks noGrp="1"/>
            </p:cNvSpPr>
            <p:nvPr/>
          </p:nvSpPr>
          <p:spPr>
            <a:xfrm>
              <a:off x="5751949" y="4088565"/>
              <a:ext cx="664737" cy="1140994"/>
            </a:xfrm>
            <a:custGeom>
              <a:avLst/>
              <a:gdLst/>
              <a:ahLst/>
              <a:cxnLst/>
              <a:rect l="0" t="0" r="0" b="0"/>
              <a:pathLst>
                <a:path w="664737" h="1140994">
                  <a:moveTo>
                    <a:pt x="46715" y="1100451"/>
                  </a:moveTo>
                  <a:lnTo>
                    <a:pt x="0" y="1140994"/>
                  </a:lnTo>
                  <a:lnTo>
                    <a:pt x="107654" y="1049636"/>
                  </a:lnTo>
                  <a:close/>
                  <a:moveTo>
                    <a:pt x="664737" y="17570"/>
                  </a:moveTo>
                  <a:lnTo>
                    <a:pt x="654844" y="4223"/>
                  </a:lnTo>
                  <a:lnTo>
                    <a:pt x="662928" y="0"/>
                  </a:lnTo>
                  <a:close/>
                </a:path>
              </a:pathLst>
            </a:custGeom>
            <a:solidFill>
              <a:srgbClr val="CDD4DA"/>
            </a:solidFill>
            <a:ln w="1524">
              <a:solidFill>
                <a:srgbClr val="CDD4DA"/>
              </a:solidFill>
            </a:ln>
          </p:spPr>
        </p:sp>
        <p:sp>
          <p:nvSpPr>
            <p:cNvPr id="2041" name="Candidate_density__2040">
              <a:extLst>
                <a:ext uri="{FF2B5EF4-FFF2-40B4-BE49-F238E27FC236}">
                  <a16:creationId xmlns:a16="http://schemas.microsoft.com/office/drawing/2014/main" id="{1FE9D832-CCBF-42FA-DA60-0C372DE8F112}"/>
                </a:ext>
              </a:extLst>
            </p:cNvPr>
            <p:cNvSpPr>
              <a:spLocks noGrp="1"/>
            </p:cNvSpPr>
            <p:nvPr/>
          </p:nvSpPr>
          <p:spPr>
            <a:xfrm>
              <a:off x="4373648" y="2157136"/>
              <a:ext cx="2453752" cy="3180285"/>
            </a:xfrm>
            <a:custGeom>
              <a:avLst/>
              <a:gdLst/>
              <a:ahLst/>
              <a:cxnLst/>
              <a:rect l="0" t="0" r="0" b="0"/>
              <a:pathLst>
                <a:path w="2453752" h="3180285">
                  <a:moveTo>
                    <a:pt x="338" y="2633970"/>
                  </a:moveTo>
                  <a:lnTo>
                    <a:pt x="0" y="2637497"/>
                  </a:lnTo>
                  <a:lnTo>
                    <a:pt x="10262" y="2656114"/>
                  </a:lnTo>
                  <a:close/>
                  <a:moveTo>
                    <a:pt x="1219" y="2622307"/>
                  </a:moveTo>
                  <a:lnTo>
                    <a:pt x="0" y="2637497"/>
                  </a:lnTo>
                  <a:lnTo>
                    <a:pt x="338" y="2633970"/>
                  </a:lnTo>
                  <a:close/>
                  <a:moveTo>
                    <a:pt x="540356" y="3101711"/>
                  </a:moveTo>
                  <a:lnTo>
                    <a:pt x="612347" y="3171039"/>
                  </a:lnTo>
                  <a:lnTo>
                    <a:pt x="563797" y="3117201"/>
                  </a:lnTo>
                  <a:close/>
                  <a:moveTo>
                    <a:pt x="338" y="2633970"/>
                  </a:moveTo>
                  <a:lnTo>
                    <a:pt x="10262" y="2656114"/>
                  </a:lnTo>
                  <a:lnTo>
                    <a:pt x="35854" y="2677748"/>
                  </a:lnTo>
                  <a:close/>
                  <a:moveTo>
                    <a:pt x="535819" y="3088824"/>
                  </a:moveTo>
                  <a:lnTo>
                    <a:pt x="540356" y="3101711"/>
                  </a:lnTo>
                  <a:lnTo>
                    <a:pt x="563797" y="3117201"/>
                  </a:lnTo>
                  <a:close/>
                  <a:moveTo>
                    <a:pt x="764472" y="3094166"/>
                  </a:moveTo>
                  <a:lnTo>
                    <a:pt x="798970" y="3112739"/>
                  </a:lnTo>
                  <a:lnTo>
                    <a:pt x="705499" y="3028044"/>
                  </a:lnTo>
                  <a:close/>
                  <a:moveTo>
                    <a:pt x="705499" y="3028044"/>
                  </a:moveTo>
                  <a:lnTo>
                    <a:pt x="798970" y="3112739"/>
                  </a:lnTo>
                  <a:lnTo>
                    <a:pt x="750587" y="3050387"/>
                  </a:lnTo>
                  <a:close/>
                  <a:moveTo>
                    <a:pt x="603017" y="2765305"/>
                  </a:moveTo>
                  <a:lnTo>
                    <a:pt x="567784" y="2701701"/>
                  </a:lnTo>
                  <a:lnTo>
                    <a:pt x="535961" y="2797922"/>
                  </a:lnTo>
                  <a:close/>
                  <a:moveTo>
                    <a:pt x="489725" y="2688511"/>
                  </a:moveTo>
                  <a:lnTo>
                    <a:pt x="456743" y="2780401"/>
                  </a:lnTo>
                  <a:lnTo>
                    <a:pt x="567784" y="2701701"/>
                  </a:lnTo>
                  <a:close/>
                  <a:moveTo>
                    <a:pt x="258073" y="2379719"/>
                  </a:moveTo>
                  <a:lnTo>
                    <a:pt x="306356" y="2436445"/>
                  </a:lnTo>
                  <a:lnTo>
                    <a:pt x="316545" y="2461836"/>
                  </a:lnTo>
                  <a:close/>
                  <a:moveTo>
                    <a:pt x="770906" y="2809084"/>
                  </a:moveTo>
                  <a:lnTo>
                    <a:pt x="769544" y="2898734"/>
                  </a:lnTo>
                  <a:lnTo>
                    <a:pt x="813882" y="2849304"/>
                  </a:lnTo>
                  <a:close/>
                  <a:moveTo>
                    <a:pt x="751619" y="2726869"/>
                  </a:moveTo>
                  <a:lnTo>
                    <a:pt x="672873" y="2815955"/>
                  </a:lnTo>
                  <a:lnTo>
                    <a:pt x="701480" y="2847521"/>
                  </a:lnTo>
                  <a:close/>
                  <a:moveTo>
                    <a:pt x="477947" y="2683090"/>
                  </a:moveTo>
                  <a:lnTo>
                    <a:pt x="489725" y="2688511"/>
                  </a:lnTo>
                  <a:lnTo>
                    <a:pt x="491527" y="2680447"/>
                  </a:lnTo>
                  <a:close/>
                  <a:moveTo>
                    <a:pt x="645360" y="2676568"/>
                  </a:moveTo>
                  <a:lnTo>
                    <a:pt x="575147" y="2673057"/>
                  </a:lnTo>
                  <a:lnTo>
                    <a:pt x="680869" y="2747792"/>
                  </a:lnTo>
                  <a:close/>
                  <a:moveTo>
                    <a:pt x="418551" y="2600876"/>
                  </a:moveTo>
                  <a:lnTo>
                    <a:pt x="477947" y="2683090"/>
                  </a:lnTo>
                  <a:lnTo>
                    <a:pt x="491527" y="2680447"/>
                  </a:lnTo>
                  <a:close/>
                  <a:moveTo>
                    <a:pt x="575147" y="2673057"/>
                  </a:moveTo>
                  <a:lnTo>
                    <a:pt x="489725" y="2688511"/>
                  </a:lnTo>
                  <a:lnTo>
                    <a:pt x="567784" y="2701701"/>
                  </a:lnTo>
                  <a:close/>
                  <a:moveTo>
                    <a:pt x="575147" y="2673057"/>
                  </a:moveTo>
                  <a:lnTo>
                    <a:pt x="491527" y="2680447"/>
                  </a:lnTo>
                  <a:lnTo>
                    <a:pt x="489725" y="2688511"/>
                  </a:lnTo>
                  <a:close/>
                  <a:moveTo>
                    <a:pt x="575147" y="2673057"/>
                  </a:moveTo>
                  <a:lnTo>
                    <a:pt x="559208" y="2669636"/>
                  </a:lnTo>
                  <a:lnTo>
                    <a:pt x="498675" y="2600876"/>
                  </a:lnTo>
                  <a:close/>
                  <a:moveTo>
                    <a:pt x="482947" y="2587329"/>
                  </a:moveTo>
                  <a:lnTo>
                    <a:pt x="575147" y="2673057"/>
                  </a:lnTo>
                  <a:lnTo>
                    <a:pt x="498675" y="2600876"/>
                  </a:lnTo>
                  <a:close/>
                  <a:moveTo>
                    <a:pt x="482947" y="2587329"/>
                  </a:moveTo>
                  <a:lnTo>
                    <a:pt x="498675" y="2600876"/>
                  </a:lnTo>
                  <a:lnTo>
                    <a:pt x="459466" y="2575377"/>
                  </a:lnTo>
                  <a:close/>
                  <a:moveTo>
                    <a:pt x="401249" y="2436445"/>
                  </a:moveTo>
                  <a:lnTo>
                    <a:pt x="466727" y="2387323"/>
                  </a:lnTo>
                  <a:lnTo>
                    <a:pt x="348754" y="2335558"/>
                  </a:lnTo>
                  <a:close/>
                  <a:moveTo>
                    <a:pt x="348754" y="2335558"/>
                  </a:moveTo>
                  <a:lnTo>
                    <a:pt x="466727" y="2387323"/>
                  </a:lnTo>
                  <a:lnTo>
                    <a:pt x="426663" y="2332812"/>
                  </a:lnTo>
                  <a:close/>
                  <a:moveTo>
                    <a:pt x="401249" y="2436445"/>
                  </a:moveTo>
                  <a:lnTo>
                    <a:pt x="348754" y="2335558"/>
                  </a:lnTo>
                  <a:lnTo>
                    <a:pt x="337300" y="2397274"/>
                  </a:lnTo>
                  <a:close/>
                  <a:moveTo>
                    <a:pt x="466727" y="2387323"/>
                  </a:moveTo>
                  <a:lnTo>
                    <a:pt x="478952" y="2398009"/>
                  </a:lnTo>
                  <a:lnTo>
                    <a:pt x="426663" y="2332812"/>
                  </a:lnTo>
                  <a:close/>
                  <a:moveTo>
                    <a:pt x="426663" y="2332812"/>
                  </a:moveTo>
                  <a:lnTo>
                    <a:pt x="478952" y="2398009"/>
                  </a:lnTo>
                  <a:lnTo>
                    <a:pt x="520750" y="2417005"/>
                  </a:lnTo>
                  <a:close/>
                  <a:moveTo>
                    <a:pt x="348754" y="2335558"/>
                  </a:moveTo>
                  <a:lnTo>
                    <a:pt x="403881" y="2251240"/>
                  </a:lnTo>
                  <a:lnTo>
                    <a:pt x="341951" y="2240996"/>
                  </a:lnTo>
                  <a:close/>
                  <a:moveTo>
                    <a:pt x="889250" y="2891299"/>
                  </a:moveTo>
                  <a:lnTo>
                    <a:pt x="879555" y="2907632"/>
                  </a:lnTo>
                  <a:lnTo>
                    <a:pt x="901577" y="2898521"/>
                  </a:lnTo>
                  <a:close/>
                  <a:moveTo>
                    <a:pt x="1068237" y="3115105"/>
                  </a:moveTo>
                  <a:lnTo>
                    <a:pt x="1110005" y="3120484"/>
                  </a:lnTo>
                  <a:lnTo>
                    <a:pt x="1032364" y="3108856"/>
                  </a:lnTo>
                  <a:close/>
                  <a:moveTo>
                    <a:pt x="1068237" y="3115105"/>
                  </a:moveTo>
                  <a:lnTo>
                    <a:pt x="1133235" y="3122856"/>
                  </a:lnTo>
                  <a:lnTo>
                    <a:pt x="1110005" y="3120484"/>
                  </a:lnTo>
                  <a:close/>
                  <a:moveTo>
                    <a:pt x="1133235" y="3122856"/>
                  </a:moveTo>
                  <a:lnTo>
                    <a:pt x="1152340" y="3055729"/>
                  </a:lnTo>
                  <a:lnTo>
                    <a:pt x="1110005" y="3120484"/>
                  </a:lnTo>
                  <a:close/>
                  <a:moveTo>
                    <a:pt x="1133235" y="3122856"/>
                  </a:moveTo>
                  <a:lnTo>
                    <a:pt x="1182313" y="3175632"/>
                  </a:lnTo>
                  <a:lnTo>
                    <a:pt x="1258088" y="3180285"/>
                  </a:lnTo>
                  <a:close/>
                  <a:moveTo>
                    <a:pt x="1101716" y="2948296"/>
                  </a:moveTo>
                  <a:lnTo>
                    <a:pt x="992565" y="2960057"/>
                  </a:lnTo>
                  <a:lnTo>
                    <a:pt x="1014568" y="2973514"/>
                  </a:lnTo>
                  <a:close/>
                  <a:moveTo>
                    <a:pt x="889250" y="2891299"/>
                  </a:moveTo>
                  <a:lnTo>
                    <a:pt x="901577" y="2898521"/>
                  </a:lnTo>
                  <a:lnTo>
                    <a:pt x="904793" y="2887114"/>
                  </a:lnTo>
                  <a:close/>
                  <a:moveTo>
                    <a:pt x="904793" y="2887114"/>
                  </a:moveTo>
                  <a:lnTo>
                    <a:pt x="813882" y="2849304"/>
                  </a:lnTo>
                  <a:lnTo>
                    <a:pt x="889250" y="2891299"/>
                  </a:lnTo>
                  <a:close/>
                  <a:moveTo>
                    <a:pt x="1013133" y="2859627"/>
                  </a:moveTo>
                  <a:lnTo>
                    <a:pt x="901577" y="2898521"/>
                  </a:lnTo>
                  <a:lnTo>
                    <a:pt x="992565" y="2960057"/>
                  </a:lnTo>
                  <a:close/>
                  <a:moveTo>
                    <a:pt x="803661" y="2708556"/>
                  </a:moveTo>
                  <a:lnTo>
                    <a:pt x="863993" y="2758004"/>
                  </a:lnTo>
                  <a:lnTo>
                    <a:pt x="817669" y="2726869"/>
                  </a:lnTo>
                  <a:close/>
                  <a:moveTo>
                    <a:pt x="900453" y="2790550"/>
                  </a:moveTo>
                  <a:lnTo>
                    <a:pt x="863993" y="2758004"/>
                  </a:lnTo>
                  <a:lnTo>
                    <a:pt x="803661" y="2708556"/>
                  </a:lnTo>
                  <a:close/>
                  <a:moveTo>
                    <a:pt x="803661" y="2708556"/>
                  </a:moveTo>
                  <a:lnTo>
                    <a:pt x="764968" y="2666423"/>
                  </a:lnTo>
                  <a:lnTo>
                    <a:pt x="751619" y="2726869"/>
                  </a:lnTo>
                  <a:close/>
                  <a:moveTo>
                    <a:pt x="549870" y="2293238"/>
                  </a:moveTo>
                  <a:lnTo>
                    <a:pt x="478952" y="2398009"/>
                  </a:lnTo>
                  <a:lnTo>
                    <a:pt x="516432" y="2357959"/>
                  </a:lnTo>
                  <a:close/>
                  <a:moveTo>
                    <a:pt x="516432" y="2357959"/>
                  </a:moveTo>
                  <a:lnTo>
                    <a:pt x="547058" y="2277357"/>
                  </a:lnTo>
                  <a:lnTo>
                    <a:pt x="549870" y="2293238"/>
                  </a:lnTo>
                  <a:close/>
                  <a:moveTo>
                    <a:pt x="547058" y="2277357"/>
                  </a:moveTo>
                  <a:lnTo>
                    <a:pt x="522382" y="2215493"/>
                  </a:lnTo>
                  <a:lnTo>
                    <a:pt x="549870" y="2293238"/>
                  </a:lnTo>
                  <a:close/>
                  <a:moveTo>
                    <a:pt x="547058" y="2277357"/>
                  </a:moveTo>
                  <a:lnTo>
                    <a:pt x="484821" y="2195142"/>
                  </a:lnTo>
                  <a:lnTo>
                    <a:pt x="522382" y="2215493"/>
                  </a:lnTo>
                  <a:close/>
                  <a:moveTo>
                    <a:pt x="1230779" y="3017293"/>
                  </a:moveTo>
                  <a:lnTo>
                    <a:pt x="1322098" y="3090497"/>
                  </a:lnTo>
                  <a:lnTo>
                    <a:pt x="1331125" y="2983066"/>
                  </a:lnTo>
                  <a:close/>
                  <a:moveTo>
                    <a:pt x="1331125" y="2983066"/>
                  </a:moveTo>
                  <a:lnTo>
                    <a:pt x="1425016" y="3031880"/>
                  </a:lnTo>
                  <a:lnTo>
                    <a:pt x="1355709" y="2978857"/>
                  </a:lnTo>
                  <a:close/>
                  <a:moveTo>
                    <a:pt x="958730" y="2688433"/>
                  </a:moveTo>
                  <a:lnTo>
                    <a:pt x="985279" y="2717615"/>
                  </a:lnTo>
                  <a:lnTo>
                    <a:pt x="985157" y="2682188"/>
                  </a:lnTo>
                  <a:close/>
                  <a:moveTo>
                    <a:pt x="985157" y="2682188"/>
                  </a:moveTo>
                  <a:lnTo>
                    <a:pt x="891676" y="2646303"/>
                  </a:lnTo>
                  <a:lnTo>
                    <a:pt x="958730" y="2688433"/>
                  </a:lnTo>
                  <a:close/>
                  <a:moveTo>
                    <a:pt x="904194" y="2587325"/>
                  </a:moveTo>
                  <a:lnTo>
                    <a:pt x="891676" y="2646303"/>
                  </a:lnTo>
                  <a:lnTo>
                    <a:pt x="985157" y="2682188"/>
                  </a:lnTo>
                  <a:close/>
                  <a:moveTo>
                    <a:pt x="972342" y="2592513"/>
                  </a:moveTo>
                  <a:lnTo>
                    <a:pt x="904194" y="2587325"/>
                  </a:lnTo>
                  <a:lnTo>
                    <a:pt x="985157" y="2682188"/>
                  </a:lnTo>
                  <a:close/>
                  <a:moveTo>
                    <a:pt x="587920" y="2262305"/>
                  </a:moveTo>
                  <a:lnTo>
                    <a:pt x="547058" y="2277357"/>
                  </a:lnTo>
                  <a:lnTo>
                    <a:pt x="516432" y="2357959"/>
                  </a:lnTo>
                  <a:close/>
                  <a:moveTo>
                    <a:pt x="484821" y="2195142"/>
                  </a:moveTo>
                  <a:lnTo>
                    <a:pt x="489884" y="2181321"/>
                  </a:lnTo>
                  <a:lnTo>
                    <a:pt x="490026" y="2081113"/>
                  </a:lnTo>
                  <a:close/>
                  <a:moveTo>
                    <a:pt x="1444071" y="2940420"/>
                  </a:moveTo>
                  <a:lnTo>
                    <a:pt x="1355709" y="2978857"/>
                  </a:lnTo>
                  <a:lnTo>
                    <a:pt x="1425016" y="3031880"/>
                  </a:lnTo>
                  <a:close/>
                  <a:moveTo>
                    <a:pt x="515569" y="1992275"/>
                  </a:moveTo>
                  <a:lnTo>
                    <a:pt x="497048" y="2070284"/>
                  </a:lnTo>
                  <a:lnTo>
                    <a:pt x="494281" y="1977563"/>
                  </a:lnTo>
                  <a:close/>
                  <a:moveTo>
                    <a:pt x="1554105" y="2922971"/>
                  </a:moveTo>
                  <a:lnTo>
                    <a:pt x="1493235" y="2819769"/>
                  </a:lnTo>
                  <a:lnTo>
                    <a:pt x="1469081" y="2831411"/>
                  </a:lnTo>
                  <a:close/>
                  <a:moveTo>
                    <a:pt x="1469081" y="2831411"/>
                  </a:moveTo>
                  <a:lnTo>
                    <a:pt x="1489082" y="2841011"/>
                  </a:lnTo>
                  <a:lnTo>
                    <a:pt x="1554105" y="2922971"/>
                  </a:lnTo>
                  <a:close/>
                  <a:moveTo>
                    <a:pt x="1422871" y="2655338"/>
                  </a:moveTo>
                  <a:lnTo>
                    <a:pt x="1354772" y="2617505"/>
                  </a:lnTo>
                  <a:lnTo>
                    <a:pt x="1300441" y="2629574"/>
                  </a:lnTo>
                  <a:close/>
                  <a:moveTo>
                    <a:pt x="1310400" y="2573123"/>
                  </a:moveTo>
                  <a:lnTo>
                    <a:pt x="1300441" y="2629574"/>
                  </a:lnTo>
                  <a:lnTo>
                    <a:pt x="1354772" y="2617505"/>
                  </a:lnTo>
                  <a:close/>
                  <a:moveTo>
                    <a:pt x="1209975" y="2490908"/>
                  </a:moveTo>
                  <a:lnTo>
                    <a:pt x="1208688" y="2565180"/>
                  </a:lnTo>
                  <a:lnTo>
                    <a:pt x="1257598" y="2532844"/>
                  </a:lnTo>
                  <a:close/>
                  <a:moveTo>
                    <a:pt x="1209975" y="2490908"/>
                  </a:moveTo>
                  <a:lnTo>
                    <a:pt x="1168293" y="2529344"/>
                  </a:lnTo>
                  <a:lnTo>
                    <a:pt x="1208688" y="2565180"/>
                  </a:lnTo>
                  <a:close/>
                  <a:moveTo>
                    <a:pt x="1151503" y="2414830"/>
                  </a:moveTo>
                  <a:lnTo>
                    <a:pt x="1144299" y="2413215"/>
                  </a:lnTo>
                  <a:lnTo>
                    <a:pt x="1209975" y="2490908"/>
                  </a:lnTo>
                  <a:close/>
                  <a:moveTo>
                    <a:pt x="1209975" y="2490908"/>
                  </a:moveTo>
                  <a:lnTo>
                    <a:pt x="1144299" y="2413215"/>
                  </a:lnTo>
                  <a:lnTo>
                    <a:pt x="1146509" y="2447129"/>
                  </a:lnTo>
                  <a:close/>
                  <a:moveTo>
                    <a:pt x="1209975" y="2490908"/>
                  </a:moveTo>
                  <a:lnTo>
                    <a:pt x="1146509" y="2447129"/>
                  </a:lnTo>
                  <a:lnTo>
                    <a:pt x="1168293" y="2529344"/>
                  </a:lnTo>
                  <a:close/>
                  <a:moveTo>
                    <a:pt x="1143748" y="2408693"/>
                  </a:moveTo>
                  <a:lnTo>
                    <a:pt x="1087890" y="2392190"/>
                  </a:lnTo>
                  <a:lnTo>
                    <a:pt x="1144299" y="2413215"/>
                  </a:lnTo>
                  <a:close/>
                  <a:moveTo>
                    <a:pt x="1041423" y="2364914"/>
                  </a:moveTo>
                  <a:lnTo>
                    <a:pt x="1087890" y="2392190"/>
                  </a:lnTo>
                  <a:lnTo>
                    <a:pt x="1143748" y="2408693"/>
                  </a:lnTo>
                  <a:close/>
                  <a:moveTo>
                    <a:pt x="1143748" y="2408693"/>
                  </a:moveTo>
                  <a:lnTo>
                    <a:pt x="1144299" y="2413215"/>
                  </a:lnTo>
                  <a:lnTo>
                    <a:pt x="1151503" y="2414830"/>
                  </a:lnTo>
                  <a:close/>
                  <a:moveTo>
                    <a:pt x="1450343" y="2546368"/>
                  </a:moveTo>
                  <a:lnTo>
                    <a:pt x="1373068" y="2548598"/>
                  </a:lnTo>
                  <a:lnTo>
                    <a:pt x="1463582" y="2635697"/>
                  </a:lnTo>
                  <a:close/>
                  <a:moveTo>
                    <a:pt x="1463582" y="2635697"/>
                  </a:moveTo>
                  <a:lnTo>
                    <a:pt x="1511251" y="2557442"/>
                  </a:lnTo>
                  <a:lnTo>
                    <a:pt x="1450343" y="2546368"/>
                  </a:lnTo>
                  <a:close/>
                  <a:moveTo>
                    <a:pt x="1310400" y="2573123"/>
                  </a:moveTo>
                  <a:lnTo>
                    <a:pt x="1354772" y="2617505"/>
                  </a:lnTo>
                  <a:lnTo>
                    <a:pt x="1373068" y="2548598"/>
                  </a:lnTo>
                  <a:close/>
                  <a:moveTo>
                    <a:pt x="1373068" y="2548598"/>
                  </a:moveTo>
                  <a:lnTo>
                    <a:pt x="1257598" y="2532844"/>
                  </a:lnTo>
                  <a:lnTo>
                    <a:pt x="1310400" y="2573123"/>
                  </a:lnTo>
                  <a:close/>
                  <a:moveTo>
                    <a:pt x="1286563" y="2458241"/>
                  </a:moveTo>
                  <a:lnTo>
                    <a:pt x="1257598" y="2532844"/>
                  </a:lnTo>
                  <a:lnTo>
                    <a:pt x="1373068" y="2548598"/>
                  </a:lnTo>
                  <a:close/>
                  <a:moveTo>
                    <a:pt x="1450439" y="2481328"/>
                  </a:moveTo>
                  <a:lnTo>
                    <a:pt x="1425295" y="2452472"/>
                  </a:lnTo>
                  <a:lnTo>
                    <a:pt x="1450343" y="2546368"/>
                  </a:lnTo>
                  <a:close/>
                  <a:moveTo>
                    <a:pt x="1450343" y="2546368"/>
                  </a:moveTo>
                  <a:lnTo>
                    <a:pt x="1425295" y="2452472"/>
                  </a:lnTo>
                  <a:lnTo>
                    <a:pt x="1353534" y="2464387"/>
                  </a:lnTo>
                  <a:close/>
                  <a:moveTo>
                    <a:pt x="1450343" y="2546368"/>
                  </a:moveTo>
                  <a:lnTo>
                    <a:pt x="1353534" y="2464387"/>
                  </a:lnTo>
                  <a:lnTo>
                    <a:pt x="1373068" y="2548598"/>
                  </a:lnTo>
                  <a:close/>
                  <a:moveTo>
                    <a:pt x="1450439" y="2481328"/>
                  </a:moveTo>
                  <a:lnTo>
                    <a:pt x="1450343" y="2546368"/>
                  </a:lnTo>
                  <a:lnTo>
                    <a:pt x="1468876" y="2452472"/>
                  </a:lnTo>
                  <a:close/>
                  <a:moveTo>
                    <a:pt x="1327979" y="2385070"/>
                  </a:moveTo>
                  <a:lnTo>
                    <a:pt x="1286563" y="2458241"/>
                  </a:lnTo>
                  <a:lnTo>
                    <a:pt x="1353534" y="2464387"/>
                  </a:lnTo>
                  <a:close/>
                  <a:moveTo>
                    <a:pt x="1439857" y="2441765"/>
                  </a:moveTo>
                  <a:lnTo>
                    <a:pt x="1348178" y="2408693"/>
                  </a:lnTo>
                  <a:lnTo>
                    <a:pt x="1353534" y="2464387"/>
                  </a:lnTo>
                  <a:close/>
                  <a:moveTo>
                    <a:pt x="1143748" y="2408693"/>
                  </a:moveTo>
                  <a:lnTo>
                    <a:pt x="1151503" y="2414830"/>
                  </a:lnTo>
                  <a:lnTo>
                    <a:pt x="1162787" y="2398185"/>
                  </a:lnTo>
                  <a:close/>
                  <a:moveTo>
                    <a:pt x="906680" y="1841591"/>
                  </a:moveTo>
                  <a:lnTo>
                    <a:pt x="853344" y="1794751"/>
                  </a:lnTo>
                  <a:lnTo>
                    <a:pt x="902773" y="1887834"/>
                  </a:lnTo>
                  <a:close/>
                  <a:moveTo>
                    <a:pt x="1206905" y="2128113"/>
                  </a:moveTo>
                  <a:lnTo>
                    <a:pt x="1283824" y="2085175"/>
                  </a:lnTo>
                  <a:lnTo>
                    <a:pt x="1210494" y="2119715"/>
                  </a:lnTo>
                  <a:close/>
                  <a:moveTo>
                    <a:pt x="1196627" y="2089684"/>
                  </a:moveTo>
                  <a:lnTo>
                    <a:pt x="1210494" y="2119715"/>
                  </a:lnTo>
                  <a:lnTo>
                    <a:pt x="1283824" y="2085175"/>
                  </a:lnTo>
                  <a:close/>
                  <a:moveTo>
                    <a:pt x="1110641" y="1940117"/>
                  </a:moveTo>
                  <a:lnTo>
                    <a:pt x="1107396" y="2002960"/>
                  </a:lnTo>
                  <a:lnTo>
                    <a:pt x="1107231" y="1920745"/>
                  </a:lnTo>
                  <a:close/>
                  <a:moveTo>
                    <a:pt x="1131208" y="2023489"/>
                  </a:moveTo>
                  <a:lnTo>
                    <a:pt x="1107396" y="2002960"/>
                  </a:lnTo>
                  <a:lnTo>
                    <a:pt x="1110641" y="1940117"/>
                  </a:lnTo>
                  <a:close/>
                  <a:moveTo>
                    <a:pt x="853344" y="1794751"/>
                  </a:moveTo>
                  <a:lnTo>
                    <a:pt x="906680" y="1841591"/>
                  </a:lnTo>
                  <a:lnTo>
                    <a:pt x="915233" y="1777612"/>
                  </a:lnTo>
                  <a:close/>
                  <a:moveTo>
                    <a:pt x="915233" y="1777612"/>
                  </a:moveTo>
                  <a:lnTo>
                    <a:pt x="906680" y="1841591"/>
                  </a:lnTo>
                  <a:lnTo>
                    <a:pt x="932914" y="1794751"/>
                  </a:lnTo>
                  <a:close/>
                  <a:moveTo>
                    <a:pt x="915233" y="1777612"/>
                  </a:moveTo>
                  <a:lnTo>
                    <a:pt x="932914" y="1794751"/>
                  </a:lnTo>
                  <a:lnTo>
                    <a:pt x="879300" y="1739222"/>
                  </a:lnTo>
                  <a:close/>
                  <a:moveTo>
                    <a:pt x="1653956" y="2469727"/>
                  </a:moveTo>
                  <a:lnTo>
                    <a:pt x="1683882" y="2377596"/>
                  </a:lnTo>
                  <a:lnTo>
                    <a:pt x="1601589" y="2414035"/>
                  </a:lnTo>
                  <a:close/>
                  <a:moveTo>
                    <a:pt x="1683882" y="2377596"/>
                  </a:moveTo>
                  <a:lnTo>
                    <a:pt x="1777862" y="2439129"/>
                  </a:lnTo>
                  <a:lnTo>
                    <a:pt x="1701151" y="2375599"/>
                  </a:lnTo>
                  <a:close/>
                  <a:moveTo>
                    <a:pt x="1558402" y="2211168"/>
                  </a:moveTo>
                  <a:lnTo>
                    <a:pt x="1502031" y="2249605"/>
                  </a:lnTo>
                  <a:lnTo>
                    <a:pt x="1529725" y="2283905"/>
                  </a:lnTo>
                  <a:close/>
                  <a:moveTo>
                    <a:pt x="1497822" y="2167390"/>
                  </a:moveTo>
                  <a:lnTo>
                    <a:pt x="1558402" y="2211168"/>
                  </a:lnTo>
                  <a:lnTo>
                    <a:pt x="1499729" y="2128953"/>
                  </a:lnTo>
                  <a:close/>
                  <a:moveTo>
                    <a:pt x="1441550" y="2085175"/>
                  </a:moveTo>
                  <a:lnTo>
                    <a:pt x="1499729" y="2128953"/>
                  </a:lnTo>
                  <a:lnTo>
                    <a:pt x="1451298" y="2046738"/>
                  </a:lnTo>
                  <a:close/>
                  <a:moveTo>
                    <a:pt x="1953218" y="2537444"/>
                  </a:moveTo>
                  <a:lnTo>
                    <a:pt x="1880692" y="2538962"/>
                  </a:lnTo>
                  <a:lnTo>
                    <a:pt x="1924851" y="2419377"/>
                  </a:lnTo>
                  <a:close/>
                  <a:moveTo>
                    <a:pt x="1499729" y="2128953"/>
                  </a:moveTo>
                  <a:lnTo>
                    <a:pt x="1578181" y="2202753"/>
                  </a:lnTo>
                  <a:lnTo>
                    <a:pt x="1577032" y="2103595"/>
                  </a:lnTo>
                  <a:close/>
                  <a:moveTo>
                    <a:pt x="1548028" y="2008302"/>
                  </a:moveTo>
                  <a:lnTo>
                    <a:pt x="1577032" y="2103595"/>
                  </a:lnTo>
                  <a:lnTo>
                    <a:pt x="1583408" y="2054210"/>
                  </a:lnTo>
                  <a:close/>
                  <a:moveTo>
                    <a:pt x="1499729" y="2128953"/>
                  </a:moveTo>
                  <a:lnTo>
                    <a:pt x="1577032" y="2103595"/>
                  </a:lnTo>
                  <a:lnTo>
                    <a:pt x="1548028" y="2008302"/>
                  </a:lnTo>
                  <a:close/>
                  <a:moveTo>
                    <a:pt x="1457884" y="1863555"/>
                  </a:moveTo>
                  <a:lnTo>
                    <a:pt x="1417140" y="1872716"/>
                  </a:lnTo>
                  <a:lnTo>
                    <a:pt x="1516149" y="1926087"/>
                  </a:lnTo>
                  <a:close/>
                  <a:moveTo>
                    <a:pt x="1396175" y="1761656"/>
                  </a:moveTo>
                  <a:lnTo>
                    <a:pt x="1361892" y="1800093"/>
                  </a:lnTo>
                  <a:lnTo>
                    <a:pt x="1431256" y="1843872"/>
                  </a:lnTo>
                  <a:close/>
                  <a:moveTo>
                    <a:pt x="1431256" y="1843872"/>
                  </a:moveTo>
                  <a:lnTo>
                    <a:pt x="1417140" y="1872716"/>
                  </a:lnTo>
                  <a:lnTo>
                    <a:pt x="1457884" y="1863555"/>
                  </a:lnTo>
                  <a:close/>
                  <a:moveTo>
                    <a:pt x="2042558" y="2463156"/>
                  </a:moveTo>
                  <a:lnTo>
                    <a:pt x="1924851" y="2419377"/>
                  </a:lnTo>
                  <a:lnTo>
                    <a:pt x="1985977" y="2501592"/>
                  </a:lnTo>
                  <a:close/>
                  <a:moveTo>
                    <a:pt x="1548028" y="2008302"/>
                  </a:moveTo>
                  <a:lnTo>
                    <a:pt x="1583408" y="2054210"/>
                  </a:lnTo>
                  <a:lnTo>
                    <a:pt x="1607730" y="1978546"/>
                  </a:lnTo>
                  <a:close/>
                  <a:moveTo>
                    <a:pt x="1607730" y="1978546"/>
                  </a:moveTo>
                  <a:lnTo>
                    <a:pt x="1583408" y="2054210"/>
                  </a:lnTo>
                  <a:lnTo>
                    <a:pt x="1616545" y="2008302"/>
                  </a:lnTo>
                  <a:close/>
                  <a:moveTo>
                    <a:pt x="1607730" y="1978546"/>
                  </a:moveTo>
                  <a:lnTo>
                    <a:pt x="1616545" y="2008302"/>
                  </a:lnTo>
                  <a:lnTo>
                    <a:pt x="1626287" y="1923959"/>
                  </a:lnTo>
                  <a:close/>
                  <a:moveTo>
                    <a:pt x="1568690" y="1910192"/>
                  </a:moveTo>
                  <a:lnTo>
                    <a:pt x="1607730" y="1978546"/>
                  </a:lnTo>
                  <a:lnTo>
                    <a:pt x="1626287" y="1923959"/>
                  </a:lnTo>
                  <a:close/>
                  <a:moveTo>
                    <a:pt x="1470816" y="1723220"/>
                  </a:moveTo>
                  <a:lnTo>
                    <a:pt x="1461608" y="1836563"/>
                  </a:lnTo>
                  <a:lnTo>
                    <a:pt x="1480272" y="1732056"/>
                  </a:lnTo>
                  <a:close/>
                  <a:moveTo>
                    <a:pt x="1431256" y="1843872"/>
                  </a:moveTo>
                  <a:lnTo>
                    <a:pt x="1461608" y="1836563"/>
                  </a:lnTo>
                  <a:lnTo>
                    <a:pt x="1470816" y="1723220"/>
                  </a:lnTo>
                  <a:close/>
                  <a:moveTo>
                    <a:pt x="1523895" y="1723220"/>
                  </a:moveTo>
                  <a:lnTo>
                    <a:pt x="1480272" y="1732056"/>
                  </a:lnTo>
                  <a:lnTo>
                    <a:pt x="1550344" y="1724923"/>
                  </a:lnTo>
                  <a:close/>
                  <a:moveTo>
                    <a:pt x="1550344" y="1724923"/>
                  </a:moveTo>
                  <a:lnTo>
                    <a:pt x="1480272" y="1732056"/>
                  </a:lnTo>
                  <a:lnTo>
                    <a:pt x="1461608" y="1836563"/>
                  </a:lnTo>
                  <a:close/>
                  <a:moveTo>
                    <a:pt x="1550344" y="1724923"/>
                  </a:moveTo>
                  <a:lnTo>
                    <a:pt x="1461608" y="1836563"/>
                  </a:lnTo>
                  <a:lnTo>
                    <a:pt x="1560462" y="1816789"/>
                  </a:lnTo>
                  <a:close/>
                  <a:moveTo>
                    <a:pt x="1568558" y="1723220"/>
                  </a:moveTo>
                  <a:lnTo>
                    <a:pt x="1550344" y="1724923"/>
                  </a:lnTo>
                  <a:lnTo>
                    <a:pt x="1560462" y="1816789"/>
                  </a:lnTo>
                  <a:close/>
                  <a:moveTo>
                    <a:pt x="1551049" y="1718025"/>
                  </a:moveTo>
                  <a:lnTo>
                    <a:pt x="1550344" y="1724923"/>
                  </a:lnTo>
                  <a:lnTo>
                    <a:pt x="1568558" y="1723220"/>
                  </a:lnTo>
                  <a:close/>
                  <a:moveTo>
                    <a:pt x="1523895" y="1723220"/>
                  </a:moveTo>
                  <a:lnTo>
                    <a:pt x="1550344" y="1724923"/>
                  </a:lnTo>
                  <a:lnTo>
                    <a:pt x="1551049" y="1718025"/>
                  </a:lnTo>
                  <a:close/>
                  <a:moveTo>
                    <a:pt x="2188289" y="2510167"/>
                  </a:moveTo>
                  <a:lnTo>
                    <a:pt x="2253478" y="2457141"/>
                  </a:lnTo>
                  <a:lnTo>
                    <a:pt x="2230328" y="2436490"/>
                  </a:lnTo>
                  <a:close/>
                  <a:moveTo>
                    <a:pt x="2188289" y="2510167"/>
                  </a:moveTo>
                  <a:lnTo>
                    <a:pt x="2230328" y="2436490"/>
                  </a:lnTo>
                  <a:lnTo>
                    <a:pt x="2162932" y="2430690"/>
                  </a:lnTo>
                  <a:close/>
                  <a:moveTo>
                    <a:pt x="2065125" y="2449613"/>
                  </a:moveTo>
                  <a:lnTo>
                    <a:pt x="2162932" y="2430690"/>
                  </a:lnTo>
                  <a:lnTo>
                    <a:pt x="2133826" y="2354261"/>
                  </a:lnTo>
                  <a:close/>
                  <a:moveTo>
                    <a:pt x="2162932" y="2430690"/>
                  </a:moveTo>
                  <a:lnTo>
                    <a:pt x="2230328" y="2436490"/>
                  </a:lnTo>
                  <a:lnTo>
                    <a:pt x="2194955" y="2365156"/>
                  </a:lnTo>
                  <a:close/>
                  <a:moveTo>
                    <a:pt x="2162932" y="2430690"/>
                  </a:moveTo>
                  <a:lnTo>
                    <a:pt x="2194955" y="2365156"/>
                  </a:lnTo>
                  <a:lnTo>
                    <a:pt x="2133826" y="2354261"/>
                  </a:lnTo>
                  <a:close/>
                  <a:moveTo>
                    <a:pt x="1722182" y="1766998"/>
                  </a:moveTo>
                  <a:lnTo>
                    <a:pt x="1655185" y="1828715"/>
                  </a:lnTo>
                  <a:lnTo>
                    <a:pt x="1737236" y="1887650"/>
                  </a:lnTo>
                  <a:close/>
                  <a:moveTo>
                    <a:pt x="1722182" y="1766998"/>
                  </a:moveTo>
                  <a:lnTo>
                    <a:pt x="1737236" y="1887650"/>
                  </a:lnTo>
                  <a:lnTo>
                    <a:pt x="1738599" y="1849214"/>
                  </a:lnTo>
                  <a:close/>
                  <a:moveTo>
                    <a:pt x="1470816" y="1723220"/>
                  </a:moveTo>
                  <a:lnTo>
                    <a:pt x="1480272" y="1732056"/>
                  </a:lnTo>
                  <a:lnTo>
                    <a:pt x="1484852" y="1717575"/>
                  </a:lnTo>
                  <a:close/>
                  <a:moveTo>
                    <a:pt x="1484852" y="1717575"/>
                  </a:moveTo>
                  <a:lnTo>
                    <a:pt x="1480272" y="1732056"/>
                  </a:lnTo>
                  <a:lnTo>
                    <a:pt x="1523895" y="1723220"/>
                  </a:lnTo>
                  <a:close/>
                  <a:moveTo>
                    <a:pt x="1558506" y="1618195"/>
                  </a:moveTo>
                  <a:lnTo>
                    <a:pt x="1523895" y="1723220"/>
                  </a:lnTo>
                  <a:lnTo>
                    <a:pt x="1551049" y="1718025"/>
                  </a:lnTo>
                  <a:close/>
                  <a:moveTo>
                    <a:pt x="1484852" y="1717575"/>
                  </a:moveTo>
                  <a:lnTo>
                    <a:pt x="1523895" y="1723220"/>
                  </a:lnTo>
                  <a:lnTo>
                    <a:pt x="1558506" y="1618195"/>
                  </a:lnTo>
                  <a:close/>
                  <a:moveTo>
                    <a:pt x="1616047" y="1602568"/>
                  </a:moveTo>
                  <a:lnTo>
                    <a:pt x="1551049" y="1718025"/>
                  </a:lnTo>
                  <a:lnTo>
                    <a:pt x="1568558" y="1723220"/>
                  </a:lnTo>
                  <a:close/>
                  <a:moveTo>
                    <a:pt x="1301980" y="1128909"/>
                  </a:moveTo>
                  <a:lnTo>
                    <a:pt x="1223109" y="1208630"/>
                  </a:lnTo>
                  <a:lnTo>
                    <a:pt x="1237405" y="1166134"/>
                  </a:lnTo>
                  <a:close/>
                  <a:moveTo>
                    <a:pt x="2386462" y="2304068"/>
                  </a:moveTo>
                  <a:lnTo>
                    <a:pt x="2424962" y="2399440"/>
                  </a:lnTo>
                  <a:lnTo>
                    <a:pt x="2433460" y="2357548"/>
                  </a:lnTo>
                  <a:close/>
                  <a:moveTo>
                    <a:pt x="2386462" y="2304068"/>
                  </a:moveTo>
                  <a:lnTo>
                    <a:pt x="2337447" y="2277231"/>
                  </a:lnTo>
                  <a:lnTo>
                    <a:pt x="2296413" y="2339008"/>
                  </a:lnTo>
                  <a:close/>
                  <a:moveTo>
                    <a:pt x="1722182" y="1766998"/>
                  </a:moveTo>
                  <a:lnTo>
                    <a:pt x="1820607" y="1738135"/>
                  </a:lnTo>
                  <a:lnTo>
                    <a:pt x="1806521" y="1737932"/>
                  </a:lnTo>
                  <a:close/>
                  <a:moveTo>
                    <a:pt x="1787460" y="1653336"/>
                  </a:moveTo>
                  <a:lnTo>
                    <a:pt x="1702407" y="1661890"/>
                  </a:lnTo>
                  <a:lnTo>
                    <a:pt x="1806521" y="1737932"/>
                  </a:lnTo>
                  <a:close/>
                  <a:moveTo>
                    <a:pt x="1787460" y="1653336"/>
                  </a:moveTo>
                  <a:lnTo>
                    <a:pt x="1806521" y="1737932"/>
                  </a:lnTo>
                  <a:lnTo>
                    <a:pt x="1839608" y="1671533"/>
                  </a:lnTo>
                  <a:close/>
                  <a:moveTo>
                    <a:pt x="1693815" y="1564132"/>
                  </a:moveTo>
                  <a:lnTo>
                    <a:pt x="1702407" y="1661890"/>
                  </a:lnTo>
                  <a:lnTo>
                    <a:pt x="1701715" y="1572277"/>
                  </a:lnTo>
                  <a:close/>
                  <a:moveTo>
                    <a:pt x="1702407" y="1661890"/>
                  </a:moveTo>
                  <a:lnTo>
                    <a:pt x="1787460" y="1653336"/>
                  </a:lnTo>
                  <a:lnTo>
                    <a:pt x="1701715" y="1572277"/>
                  </a:lnTo>
                  <a:close/>
                  <a:moveTo>
                    <a:pt x="1616047" y="1602568"/>
                  </a:moveTo>
                  <a:lnTo>
                    <a:pt x="1693815" y="1564132"/>
                  </a:lnTo>
                  <a:lnTo>
                    <a:pt x="1561113" y="1540448"/>
                  </a:lnTo>
                  <a:close/>
                  <a:moveTo>
                    <a:pt x="1693815" y="1564132"/>
                  </a:moveTo>
                  <a:lnTo>
                    <a:pt x="1605778" y="1492242"/>
                  </a:lnTo>
                  <a:lnTo>
                    <a:pt x="1561113" y="1540448"/>
                  </a:lnTo>
                  <a:close/>
                  <a:moveTo>
                    <a:pt x="379074" y="8788"/>
                  </a:moveTo>
                  <a:lnTo>
                    <a:pt x="403793" y="0"/>
                  </a:lnTo>
                  <a:lnTo>
                    <a:pt x="332834" y="13351"/>
                  </a:lnTo>
                  <a:close/>
                  <a:moveTo>
                    <a:pt x="379074" y="8788"/>
                  </a:moveTo>
                  <a:lnTo>
                    <a:pt x="427288" y="30182"/>
                  </a:lnTo>
                  <a:lnTo>
                    <a:pt x="403793" y="0"/>
                  </a:lnTo>
                  <a:close/>
                  <a:moveTo>
                    <a:pt x="2433460" y="2357548"/>
                  </a:moveTo>
                  <a:lnTo>
                    <a:pt x="2453752" y="2275942"/>
                  </a:lnTo>
                  <a:lnTo>
                    <a:pt x="2386462" y="2304068"/>
                  </a:lnTo>
                  <a:close/>
                  <a:moveTo>
                    <a:pt x="2386462" y="2304068"/>
                  </a:moveTo>
                  <a:lnTo>
                    <a:pt x="2453752" y="2275942"/>
                  </a:lnTo>
                  <a:lnTo>
                    <a:pt x="2356845" y="2194041"/>
                  </a:lnTo>
                  <a:close/>
                  <a:moveTo>
                    <a:pt x="2356845" y="2194041"/>
                  </a:moveTo>
                  <a:lnTo>
                    <a:pt x="2453752" y="2275942"/>
                  </a:lnTo>
                  <a:lnTo>
                    <a:pt x="2428781" y="2196151"/>
                  </a:lnTo>
                  <a:close/>
                  <a:moveTo>
                    <a:pt x="2386462" y="2304068"/>
                  </a:moveTo>
                  <a:lnTo>
                    <a:pt x="2356845" y="2194041"/>
                  </a:lnTo>
                  <a:lnTo>
                    <a:pt x="2337447" y="2277231"/>
                  </a:lnTo>
                  <a:close/>
                  <a:moveTo>
                    <a:pt x="2330820" y="2183417"/>
                  </a:moveTo>
                  <a:lnTo>
                    <a:pt x="2337447" y="2277231"/>
                  </a:lnTo>
                  <a:lnTo>
                    <a:pt x="2356845" y="2194041"/>
                  </a:lnTo>
                  <a:close/>
                  <a:moveTo>
                    <a:pt x="2356845" y="2194041"/>
                  </a:moveTo>
                  <a:lnTo>
                    <a:pt x="2428781" y="2196151"/>
                  </a:lnTo>
                  <a:lnTo>
                    <a:pt x="2305858" y="2135401"/>
                  </a:lnTo>
                  <a:close/>
                  <a:moveTo>
                    <a:pt x="2259520" y="2112481"/>
                  </a:moveTo>
                  <a:lnTo>
                    <a:pt x="2330820" y="2183417"/>
                  </a:lnTo>
                  <a:lnTo>
                    <a:pt x="2356845" y="2194041"/>
                  </a:lnTo>
                  <a:close/>
                  <a:moveTo>
                    <a:pt x="1930271" y="1728562"/>
                  </a:moveTo>
                  <a:lnTo>
                    <a:pt x="1977516" y="1767479"/>
                  </a:lnTo>
                  <a:lnTo>
                    <a:pt x="2020507" y="1713011"/>
                  </a:lnTo>
                  <a:close/>
                  <a:moveTo>
                    <a:pt x="1930271" y="1728562"/>
                  </a:moveTo>
                  <a:lnTo>
                    <a:pt x="2020507" y="1713011"/>
                  </a:lnTo>
                  <a:lnTo>
                    <a:pt x="1981705" y="1690126"/>
                  </a:lnTo>
                  <a:close/>
                  <a:moveTo>
                    <a:pt x="1701234" y="1562752"/>
                  </a:moveTo>
                  <a:lnTo>
                    <a:pt x="1693815" y="1564132"/>
                  </a:lnTo>
                  <a:lnTo>
                    <a:pt x="1701715" y="1572277"/>
                  </a:lnTo>
                  <a:close/>
                  <a:moveTo>
                    <a:pt x="1693815" y="1564132"/>
                  </a:moveTo>
                  <a:lnTo>
                    <a:pt x="1701234" y="1562752"/>
                  </a:lnTo>
                  <a:lnTo>
                    <a:pt x="1727374" y="1453010"/>
                  </a:lnTo>
                  <a:close/>
                  <a:moveTo>
                    <a:pt x="1981705" y="1690126"/>
                  </a:moveTo>
                  <a:lnTo>
                    <a:pt x="2040456" y="1668930"/>
                  </a:lnTo>
                  <a:lnTo>
                    <a:pt x="1946384" y="1607911"/>
                  </a:lnTo>
                  <a:close/>
                  <a:moveTo>
                    <a:pt x="1805658" y="1338265"/>
                  </a:moveTo>
                  <a:lnTo>
                    <a:pt x="1853358" y="1360077"/>
                  </a:lnTo>
                  <a:lnTo>
                    <a:pt x="1861261" y="1253560"/>
                  </a:lnTo>
                  <a:close/>
                  <a:moveTo>
                    <a:pt x="2150919" y="1239350"/>
                  </a:moveTo>
                  <a:lnTo>
                    <a:pt x="2218895" y="1328171"/>
                  </a:lnTo>
                  <a:lnTo>
                    <a:pt x="2167393" y="1245956"/>
                  </a:lnTo>
                  <a:close/>
                </a:path>
              </a:pathLst>
            </a:custGeom>
            <a:solidFill>
              <a:srgbClr val="E0E5E9"/>
            </a:solidFill>
            <a:ln w="1524">
              <a:solidFill>
                <a:srgbClr val="E0E5E9"/>
              </a:solidFill>
            </a:ln>
          </p:spPr>
        </p:sp>
        <p:sp>
          <p:nvSpPr>
            <p:cNvPr id="2042" name="Candidate_density__2041">
              <a:extLst>
                <a:ext uri="{FF2B5EF4-FFF2-40B4-BE49-F238E27FC236}">
                  <a16:creationId xmlns:a16="http://schemas.microsoft.com/office/drawing/2014/main" id="{DD463922-1856-19ED-702B-FC386BEC6F2D}"/>
                </a:ext>
              </a:extLst>
            </p:cNvPr>
            <p:cNvSpPr>
              <a:spLocks noGrp="1"/>
            </p:cNvSpPr>
            <p:nvPr/>
          </p:nvSpPr>
          <p:spPr>
            <a:xfrm>
              <a:off x="4383909" y="3323646"/>
              <a:ext cx="2346584" cy="2170420"/>
            </a:xfrm>
            <a:custGeom>
              <a:avLst/>
              <a:gdLst/>
              <a:ahLst/>
              <a:cxnLst/>
              <a:rect l="0" t="0" r="0" b="0"/>
              <a:pathLst>
                <a:path w="2346584" h="2170420">
                  <a:moveTo>
                    <a:pt x="25593" y="1511239"/>
                  </a:moveTo>
                  <a:lnTo>
                    <a:pt x="0" y="1489604"/>
                  </a:lnTo>
                  <a:lnTo>
                    <a:pt x="27680" y="1540234"/>
                  </a:lnTo>
                  <a:close/>
                  <a:moveTo>
                    <a:pt x="602085" y="2004529"/>
                  </a:moveTo>
                  <a:lnTo>
                    <a:pt x="605928" y="2034234"/>
                  </a:lnTo>
                  <a:lnTo>
                    <a:pt x="654740" y="2050422"/>
                  </a:lnTo>
                  <a:close/>
                  <a:moveTo>
                    <a:pt x="782648" y="2048308"/>
                  </a:moveTo>
                  <a:lnTo>
                    <a:pt x="709397" y="2086744"/>
                  </a:lnTo>
                  <a:lnTo>
                    <a:pt x="744879" y="2108775"/>
                  </a:lnTo>
                  <a:close/>
                  <a:moveTo>
                    <a:pt x="709397" y="2086744"/>
                  </a:moveTo>
                  <a:lnTo>
                    <a:pt x="782648" y="2048308"/>
                  </a:lnTo>
                  <a:lnTo>
                    <a:pt x="654740" y="2050422"/>
                  </a:lnTo>
                  <a:close/>
                  <a:moveTo>
                    <a:pt x="782648" y="2048308"/>
                  </a:moveTo>
                  <a:lnTo>
                    <a:pt x="695572" y="1987882"/>
                  </a:lnTo>
                  <a:lnTo>
                    <a:pt x="654740" y="2050422"/>
                  </a:lnTo>
                  <a:close/>
                  <a:moveTo>
                    <a:pt x="649111" y="1966093"/>
                  </a:moveTo>
                  <a:lnTo>
                    <a:pt x="654740" y="2050422"/>
                  </a:lnTo>
                  <a:lnTo>
                    <a:pt x="695572" y="1987882"/>
                  </a:lnTo>
                  <a:close/>
                  <a:moveTo>
                    <a:pt x="649111" y="1966093"/>
                  </a:moveTo>
                  <a:lnTo>
                    <a:pt x="602085" y="2004529"/>
                  </a:lnTo>
                  <a:lnTo>
                    <a:pt x="654740" y="2050422"/>
                  </a:lnTo>
                  <a:close/>
                  <a:moveTo>
                    <a:pt x="602085" y="2004529"/>
                  </a:moveTo>
                  <a:lnTo>
                    <a:pt x="649111" y="1966093"/>
                  </a:lnTo>
                  <a:lnTo>
                    <a:pt x="553535" y="1950691"/>
                  </a:lnTo>
                  <a:close/>
                  <a:moveTo>
                    <a:pt x="649111" y="1966093"/>
                  </a:moveTo>
                  <a:lnTo>
                    <a:pt x="609168" y="1943489"/>
                  </a:lnTo>
                  <a:lnTo>
                    <a:pt x="553535" y="1950691"/>
                  </a:lnTo>
                  <a:close/>
                  <a:moveTo>
                    <a:pt x="553535" y="1950691"/>
                  </a:moveTo>
                  <a:lnTo>
                    <a:pt x="514519" y="1887271"/>
                  </a:lnTo>
                  <a:lnTo>
                    <a:pt x="525558" y="1922314"/>
                  </a:lnTo>
                  <a:close/>
                  <a:moveTo>
                    <a:pt x="525558" y="1922314"/>
                  </a:moveTo>
                  <a:lnTo>
                    <a:pt x="514519" y="1887271"/>
                  </a:lnTo>
                  <a:lnTo>
                    <a:pt x="462152" y="1829752"/>
                  </a:lnTo>
                  <a:close/>
                  <a:moveTo>
                    <a:pt x="967986" y="2170420"/>
                  </a:moveTo>
                  <a:lnTo>
                    <a:pt x="913577" y="2105489"/>
                  </a:lnTo>
                  <a:lnTo>
                    <a:pt x="930405" y="2130523"/>
                  </a:lnTo>
                  <a:close/>
                  <a:moveTo>
                    <a:pt x="938118" y="2122203"/>
                  </a:moveTo>
                  <a:lnTo>
                    <a:pt x="913577" y="2105489"/>
                  </a:lnTo>
                  <a:lnTo>
                    <a:pt x="967986" y="2170420"/>
                  </a:lnTo>
                  <a:close/>
                  <a:moveTo>
                    <a:pt x="1024704" y="2167277"/>
                  </a:moveTo>
                  <a:lnTo>
                    <a:pt x="938118" y="2122203"/>
                  </a:lnTo>
                  <a:lnTo>
                    <a:pt x="967986" y="2170420"/>
                  </a:lnTo>
                  <a:close/>
                  <a:moveTo>
                    <a:pt x="930405" y="2130523"/>
                  </a:moveTo>
                  <a:lnTo>
                    <a:pt x="913577" y="2105489"/>
                  </a:lnTo>
                  <a:lnTo>
                    <a:pt x="863167" y="2046379"/>
                  </a:lnTo>
                  <a:close/>
                  <a:moveTo>
                    <a:pt x="913577" y="2105489"/>
                  </a:moveTo>
                  <a:lnTo>
                    <a:pt x="821093" y="2048308"/>
                  </a:lnTo>
                  <a:lnTo>
                    <a:pt x="863167" y="2046379"/>
                  </a:lnTo>
                  <a:close/>
                  <a:moveTo>
                    <a:pt x="819897" y="1958855"/>
                  </a:moveTo>
                  <a:lnTo>
                    <a:pt x="863167" y="2046379"/>
                  </a:lnTo>
                  <a:lnTo>
                    <a:pt x="819707" y="1966093"/>
                  </a:lnTo>
                  <a:close/>
                  <a:moveTo>
                    <a:pt x="819707" y="1966093"/>
                  </a:moveTo>
                  <a:lnTo>
                    <a:pt x="863167" y="2046379"/>
                  </a:lnTo>
                  <a:lnTo>
                    <a:pt x="821093" y="2048308"/>
                  </a:lnTo>
                  <a:close/>
                  <a:moveTo>
                    <a:pt x="819897" y="1958855"/>
                  </a:moveTo>
                  <a:lnTo>
                    <a:pt x="819707" y="1966093"/>
                  </a:lnTo>
                  <a:lnTo>
                    <a:pt x="788708" y="1946229"/>
                  </a:lnTo>
                  <a:close/>
                  <a:moveTo>
                    <a:pt x="895432" y="1962607"/>
                  </a:moveTo>
                  <a:lnTo>
                    <a:pt x="867365" y="2048308"/>
                  </a:lnTo>
                  <a:lnTo>
                    <a:pt x="863167" y="2046379"/>
                  </a:lnTo>
                  <a:close/>
                  <a:moveTo>
                    <a:pt x="788708" y="1946229"/>
                  </a:moveTo>
                  <a:lnTo>
                    <a:pt x="819707" y="1966093"/>
                  </a:lnTo>
                  <a:lnTo>
                    <a:pt x="743366" y="1887919"/>
                  </a:lnTo>
                  <a:close/>
                  <a:moveTo>
                    <a:pt x="740325" y="1883878"/>
                  </a:moveTo>
                  <a:lnTo>
                    <a:pt x="788708" y="1946229"/>
                  </a:lnTo>
                  <a:lnTo>
                    <a:pt x="743366" y="1887919"/>
                  </a:lnTo>
                  <a:close/>
                  <a:moveTo>
                    <a:pt x="695237" y="1861535"/>
                  </a:moveTo>
                  <a:lnTo>
                    <a:pt x="652140" y="1825498"/>
                  </a:lnTo>
                  <a:lnTo>
                    <a:pt x="611564" y="1768875"/>
                  </a:lnTo>
                  <a:close/>
                  <a:moveTo>
                    <a:pt x="695237" y="1861535"/>
                  </a:moveTo>
                  <a:lnTo>
                    <a:pt x="740325" y="1883878"/>
                  </a:lnTo>
                  <a:lnTo>
                    <a:pt x="652140" y="1825498"/>
                  </a:lnTo>
                  <a:close/>
                  <a:moveTo>
                    <a:pt x="592755" y="1598796"/>
                  </a:moveTo>
                  <a:lnTo>
                    <a:pt x="607652" y="1659163"/>
                  </a:lnTo>
                  <a:lnTo>
                    <a:pt x="662611" y="1649445"/>
                  </a:lnTo>
                  <a:close/>
                  <a:moveTo>
                    <a:pt x="540071" y="1637232"/>
                  </a:moveTo>
                  <a:lnTo>
                    <a:pt x="592755" y="1598796"/>
                  </a:lnTo>
                  <a:lnTo>
                    <a:pt x="525699" y="1631412"/>
                  </a:lnTo>
                  <a:close/>
                  <a:moveTo>
                    <a:pt x="479463" y="1522001"/>
                  </a:moveTo>
                  <a:lnTo>
                    <a:pt x="369748" y="1605652"/>
                  </a:lnTo>
                  <a:lnTo>
                    <a:pt x="446482" y="1613892"/>
                  </a:lnTo>
                  <a:close/>
                  <a:moveTo>
                    <a:pt x="446482" y="1613892"/>
                  </a:moveTo>
                  <a:lnTo>
                    <a:pt x="525699" y="1631412"/>
                  </a:lnTo>
                  <a:lnTo>
                    <a:pt x="557522" y="1535191"/>
                  </a:lnTo>
                  <a:close/>
                  <a:moveTo>
                    <a:pt x="449204" y="1408868"/>
                  </a:moveTo>
                  <a:lnTo>
                    <a:pt x="371523" y="1390587"/>
                  </a:lnTo>
                  <a:lnTo>
                    <a:pt x="377323" y="1437757"/>
                  </a:lnTo>
                  <a:close/>
                  <a:moveTo>
                    <a:pt x="377323" y="1437757"/>
                  </a:moveTo>
                  <a:lnTo>
                    <a:pt x="371523" y="1390587"/>
                  </a:lnTo>
                  <a:lnTo>
                    <a:pt x="349007" y="1360684"/>
                  </a:lnTo>
                  <a:close/>
                  <a:moveTo>
                    <a:pt x="306283" y="1295326"/>
                  </a:moveTo>
                  <a:lnTo>
                    <a:pt x="418069" y="1292460"/>
                  </a:lnTo>
                  <a:lnTo>
                    <a:pt x="390987" y="1269935"/>
                  </a:lnTo>
                  <a:close/>
                  <a:moveTo>
                    <a:pt x="306283" y="1295326"/>
                  </a:moveTo>
                  <a:lnTo>
                    <a:pt x="296095" y="1269935"/>
                  </a:lnTo>
                  <a:lnTo>
                    <a:pt x="311397" y="1352150"/>
                  </a:lnTo>
                  <a:close/>
                  <a:moveTo>
                    <a:pt x="306283" y="1295326"/>
                  </a:moveTo>
                  <a:lnTo>
                    <a:pt x="390987" y="1269935"/>
                  </a:lnTo>
                  <a:lnTo>
                    <a:pt x="327038" y="1230764"/>
                  </a:lnTo>
                  <a:close/>
                  <a:moveTo>
                    <a:pt x="327038" y="1230764"/>
                  </a:moveTo>
                  <a:lnTo>
                    <a:pt x="259355" y="1187720"/>
                  </a:lnTo>
                  <a:lnTo>
                    <a:pt x="306283" y="1295326"/>
                  </a:lnTo>
                  <a:close/>
                  <a:moveTo>
                    <a:pt x="760644" y="1642574"/>
                  </a:moveTo>
                  <a:lnTo>
                    <a:pt x="691219" y="1681011"/>
                  </a:lnTo>
                  <a:lnTo>
                    <a:pt x="759282" y="1732224"/>
                  </a:lnTo>
                  <a:close/>
                  <a:moveTo>
                    <a:pt x="869293" y="1741122"/>
                  </a:moveTo>
                  <a:lnTo>
                    <a:pt x="878988" y="1724789"/>
                  </a:lnTo>
                  <a:lnTo>
                    <a:pt x="836537" y="1742408"/>
                  </a:lnTo>
                  <a:close/>
                  <a:moveTo>
                    <a:pt x="836537" y="1742408"/>
                  </a:moveTo>
                  <a:lnTo>
                    <a:pt x="878988" y="1724789"/>
                  </a:lnTo>
                  <a:lnTo>
                    <a:pt x="803620" y="1682794"/>
                  </a:lnTo>
                  <a:close/>
                  <a:moveTo>
                    <a:pt x="754706" y="1499913"/>
                  </a:moveTo>
                  <a:lnTo>
                    <a:pt x="632362" y="1516580"/>
                  </a:lnTo>
                  <a:lnTo>
                    <a:pt x="670607" y="1581282"/>
                  </a:lnTo>
                  <a:close/>
                  <a:moveTo>
                    <a:pt x="670607" y="1581282"/>
                  </a:moveTo>
                  <a:lnTo>
                    <a:pt x="632362" y="1516580"/>
                  </a:lnTo>
                  <a:lnTo>
                    <a:pt x="635098" y="1510058"/>
                  </a:lnTo>
                  <a:close/>
                  <a:moveTo>
                    <a:pt x="564886" y="1506547"/>
                  </a:moveTo>
                  <a:lnTo>
                    <a:pt x="635098" y="1510058"/>
                  </a:lnTo>
                  <a:lnTo>
                    <a:pt x="625154" y="1509398"/>
                  </a:lnTo>
                  <a:close/>
                  <a:moveTo>
                    <a:pt x="548946" y="1503126"/>
                  </a:moveTo>
                  <a:lnTo>
                    <a:pt x="564886" y="1506547"/>
                  </a:lnTo>
                  <a:lnTo>
                    <a:pt x="625154" y="1509398"/>
                  </a:lnTo>
                  <a:close/>
                  <a:moveTo>
                    <a:pt x="390987" y="1269935"/>
                  </a:moveTo>
                  <a:lnTo>
                    <a:pt x="418069" y="1292460"/>
                  </a:lnTo>
                  <a:lnTo>
                    <a:pt x="425309" y="1313714"/>
                  </a:lnTo>
                  <a:close/>
                  <a:moveTo>
                    <a:pt x="444311" y="1231499"/>
                  </a:moveTo>
                  <a:lnTo>
                    <a:pt x="456465" y="1220813"/>
                  </a:lnTo>
                  <a:lnTo>
                    <a:pt x="390987" y="1269935"/>
                  </a:lnTo>
                  <a:close/>
                  <a:moveTo>
                    <a:pt x="498689" y="1315223"/>
                  </a:moveTo>
                  <a:lnTo>
                    <a:pt x="453116" y="1336638"/>
                  </a:lnTo>
                  <a:lnTo>
                    <a:pt x="418069" y="1292460"/>
                  </a:lnTo>
                  <a:close/>
                  <a:moveTo>
                    <a:pt x="338492" y="1169049"/>
                  </a:moveTo>
                  <a:lnTo>
                    <a:pt x="416401" y="1166302"/>
                  </a:lnTo>
                  <a:lnTo>
                    <a:pt x="393620" y="1084730"/>
                  </a:lnTo>
                  <a:close/>
                  <a:moveTo>
                    <a:pt x="793399" y="1542046"/>
                  </a:moveTo>
                  <a:lnTo>
                    <a:pt x="807407" y="1560360"/>
                  </a:lnTo>
                  <a:lnTo>
                    <a:pt x="754706" y="1499913"/>
                  </a:lnTo>
                  <a:close/>
                  <a:moveTo>
                    <a:pt x="539609" y="1126729"/>
                  </a:moveTo>
                  <a:lnTo>
                    <a:pt x="571998" y="1149283"/>
                  </a:lnTo>
                  <a:lnTo>
                    <a:pt x="566999" y="1204552"/>
                  </a:lnTo>
                  <a:close/>
                  <a:moveTo>
                    <a:pt x="446173" y="946417"/>
                  </a:moveTo>
                  <a:lnTo>
                    <a:pt x="433979" y="984854"/>
                  </a:lnTo>
                  <a:lnTo>
                    <a:pt x="474559" y="1028632"/>
                  </a:lnTo>
                  <a:close/>
                  <a:moveTo>
                    <a:pt x="1220517" y="1850783"/>
                  </a:moveTo>
                  <a:lnTo>
                    <a:pt x="1281121" y="1932998"/>
                  </a:lnTo>
                  <a:lnTo>
                    <a:pt x="1311836" y="1923987"/>
                  </a:lnTo>
                  <a:close/>
                  <a:moveTo>
                    <a:pt x="1311836" y="1923987"/>
                  </a:moveTo>
                  <a:lnTo>
                    <a:pt x="1310205" y="1932998"/>
                  </a:lnTo>
                  <a:lnTo>
                    <a:pt x="1320863" y="1816557"/>
                  </a:lnTo>
                  <a:close/>
                  <a:moveTo>
                    <a:pt x="893932" y="1420815"/>
                  </a:moveTo>
                  <a:lnTo>
                    <a:pt x="807258" y="1481190"/>
                  </a:lnTo>
                  <a:lnTo>
                    <a:pt x="881414" y="1479793"/>
                  </a:lnTo>
                  <a:close/>
                  <a:moveTo>
                    <a:pt x="893932" y="1420815"/>
                  </a:moveTo>
                  <a:lnTo>
                    <a:pt x="814949" y="1424435"/>
                  </a:lnTo>
                  <a:lnTo>
                    <a:pt x="807258" y="1481190"/>
                  </a:lnTo>
                  <a:close/>
                  <a:moveTo>
                    <a:pt x="842206" y="1319056"/>
                  </a:moveTo>
                  <a:lnTo>
                    <a:pt x="823359" y="1326189"/>
                  </a:lnTo>
                  <a:lnTo>
                    <a:pt x="887410" y="1326024"/>
                  </a:lnTo>
                  <a:close/>
                  <a:moveTo>
                    <a:pt x="887410" y="1326024"/>
                  </a:moveTo>
                  <a:lnTo>
                    <a:pt x="823359" y="1326189"/>
                  </a:lnTo>
                  <a:lnTo>
                    <a:pt x="814949" y="1424435"/>
                  </a:lnTo>
                  <a:close/>
                  <a:moveTo>
                    <a:pt x="893932" y="1420815"/>
                  </a:moveTo>
                  <a:lnTo>
                    <a:pt x="933164" y="1349419"/>
                  </a:lnTo>
                  <a:lnTo>
                    <a:pt x="887410" y="1326024"/>
                  </a:lnTo>
                  <a:close/>
                  <a:moveTo>
                    <a:pt x="474559" y="1028632"/>
                  </a:moveTo>
                  <a:lnTo>
                    <a:pt x="536796" y="1110847"/>
                  </a:lnTo>
                  <a:lnTo>
                    <a:pt x="599825" y="1047747"/>
                  </a:lnTo>
                  <a:close/>
                  <a:moveTo>
                    <a:pt x="599825" y="1047747"/>
                  </a:moveTo>
                  <a:lnTo>
                    <a:pt x="536796" y="1110847"/>
                  </a:lnTo>
                  <a:lnTo>
                    <a:pt x="577658" y="1095795"/>
                  </a:lnTo>
                  <a:close/>
                  <a:moveTo>
                    <a:pt x="479622" y="1014812"/>
                  </a:moveTo>
                  <a:lnTo>
                    <a:pt x="474559" y="1028632"/>
                  </a:lnTo>
                  <a:lnTo>
                    <a:pt x="599825" y="1047747"/>
                  </a:lnTo>
                  <a:close/>
                  <a:moveTo>
                    <a:pt x="985531" y="1206754"/>
                  </a:moveTo>
                  <a:lnTo>
                    <a:pt x="962928" y="1290700"/>
                  </a:lnTo>
                  <a:lnTo>
                    <a:pt x="1031161" y="1198405"/>
                  </a:lnTo>
                  <a:close/>
                  <a:moveTo>
                    <a:pt x="985531" y="1206754"/>
                  </a:moveTo>
                  <a:lnTo>
                    <a:pt x="868735" y="1154626"/>
                  </a:lnTo>
                  <a:lnTo>
                    <a:pt x="903332" y="1131337"/>
                  </a:lnTo>
                  <a:close/>
                  <a:moveTo>
                    <a:pt x="1300138" y="1406614"/>
                  </a:moveTo>
                  <a:lnTo>
                    <a:pt x="1270627" y="1445050"/>
                  </a:lnTo>
                  <a:lnTo>
                    <a:pt x="1290180" y="1463064"/>
                  </a:lnTo>
                  <a:close/>
                  <a:moveTo>
                    <a:pt x="1270627" y="1445050"/>
                  </a:moveTo>
                  <a:lnTo>
                    <a:pt x="1300138" y="1406614"/>
                  </a:lnTo>
                  <a:lnTo>
                    <a:pt x="1198426" y="1398670"/>
                  </a:lnTo>
                  <a:close/>
                  <a:moveTo>
                    <a:pt x="1300138" y="1406614"/>
                  </a:moveTo>
                  <a:lnTo>
                    <a:pt x="1247336" y="1366335"/>
                  </a:lnTo>
                  <a:lnTo>
                    <a:pt x="1198426" y="1398670"/>
                  </a:lnTo>
                  <a:close/>
                  <a:moveTo>
                    <a:pt x="1077628" y="1225681"/>
                  </a:moveTo>
                  <a:lnTo>
                    <a:pt x="1136247" y="1280620"/>
                  </a:lnTo>
                  <a:lnTo>
                    <a:pt x="1134037" y="1246706"/>
                  </a:lnTo>
                  <a:close/>
                  <a:moveTo>
                    <a:pt x="986417" y="1105942"/>
                  </a:moveTo>
                  <a:lnTo>
                    <a:pt x="1042174" y="1156585"/>
                  </a:lnTo>
                  <a:lnTo>
                    <a:pt x="948289" y="1077753"/>
                  </a:lnTo>
                  <a:close/>
                  <a:moveTo>
                    <a:pt x="1045654" y="1159968"/>
                  </a:moveTo>
                  <a:lnTo>
                    <a:pt x="1031161" y="1198405"/>
                  </a:lnTo>
                  <a:lnTo>
                    <a:pt x="1133486" y="1242183"/>
                  </a:lnTo>
                  <a:close/>
                  <a:moveTo>
                    <a:pt x="1045654" y="1159968"/>
                  </a:moveTo>
                  <a:lnTo>
                    <a:pt x="1059537" y="1158044"/>
                  </a:lnTo>
                  <a:lnTo>
                    <a:pt x="1031161" y="1198405"/>
                  </a:lnTo>
                  <a:close/>
                  <a:moveTo>
                    <a:pt x="1045654" y="1159968"/>
                  </a:moveTo>
                  <a:lnTo>
                    <a:pt x="1042174" y="1156585"/>
                  </a:lnTo>
                  <a:lnTo>
                    <a:pt x="986417" y="1105942"/>
                  </a:lnTo>
                  <a:close/>
                  <a:moveTo>
                    <a:pt x="1482974" y="1653259"/>
                  </a:moveTo>
                  <a:lnTo>
                    <a:pt x="1564710" y="1716971"/>
                  </a:lnTo>
                  <a:lnTo>
                    <a:pt x="1554366" y="1614822"/>
                  </a:lnTo>
                  <a:close/>
                  <a:moveTo>
                    <a:pt x="1297734" y="1203747"/>
                  </a:moveTo>
                  <a:lnTo>
                    <a:pt x="1278062" y="1266011"/>
                  </a:lnTo>
                  <a:lnTo>
                    <a:pt x="1317718" y="1218560"/>
                  </a:lnTo>
                  <a:close/>
                  <a:moveTo>
                    <a:pt x="1317718" y="1218560"/>
                  </a:moveTo>
                  <a:lnTo>
                    <a:pt x="1278062" y="1266011"/>
                  </a:lnTo>
                  <a:lnTo>
                    <a:pt x="1276301" y="1291731"/>
                  </a:lnTo>
                  <a:close/>
                  <a:moveTo>
                    <a:pt x="1343272" y="1297877"/>
                  </a:moveTo>
                  <a:lnTo>
                    <a:pt x="1337916" y="1242183"/>
                  </a:lnTo>
                  <a:lnTo>
                    <a:pt x="1317718" y="1218560"/>
                  </a:lnTo>
                  <a:close/>
                  <a:moveTo>
                    <a:pt x="1208448" y="1203747"/>
                  </a:moveTo>
                  <a:lnTo>
                    <a:pt x="1245852" y="1145585"/>
                  </a:lnTo>
                  <a:lnTo>
                    <a:pt x="1231752" y="1127765"/>
                  </a:lnTo>
                  <a:close/>
                  <a:moveTo>
                    <a:pt x="1245852" y="1145585"/>
                  </a:moveTo>
                  <a:lnTo>
                    <a:pt x="1297734" y="1203747"/>
                  </a:lnTo>
                  <a:lnTo>
                    <a:pt x="1231752" y="1127765"/>
                  </a:lnTo>
                  <a:close/>
                  <a:moveTo>
                    <a:pt x="892512" y="721324"/>
                  </a:moveTo>
                  <a:lnTo>
                    <a:pt x="800946" y="635081"/>
                  </a:lnTo>
                  <a:lnTo>
                    <a:pt x="792168" y="742310"/>
                  </a:lnTo>
                  <a:close/>
                  <a:moveTo>
                    <a:pt x="896418" y="675081"/>
                  </a:moveTo>
                  <a:lnTo>
                    <a:pt x="892512" y="721324"/>
                  </a:lnTo>
                  <a:lnTo>
                    <a:pt x="922652" y="628241"/>
                  </a:lnTo>
                  <a:close/>
                  <a:moveTo>
                    <a:pt x="1278491" y="1189859"/>
                  </a:moveTo>
                  <a:lnTo>
                    <a:pt x="1297734" y="1203747"/>
                  </a:lnTo>
                  <a:lnTo>
                    <a:pt x="1245852" y="1145585"/>
                  </a:lnTo>
                  <a:close/>
                  <a:moveTo>
                    <a:pt x="1319996" y="928935"/>
                  </a:moveTo>
                  <a:lnTo>
                    <a:pt x="1273563" y="918665"/>
                  </a:lnTo>
                  <a:lnTo>
                    <a:pt x="1196644" y="961603"/>
                  </a:lnTo>
                  <a:close/>
                  <a:moveTo>
                    <a:pt x="1240168" y="909131"/>
                  </a:moveTo>
                  <a:lnTo>
                    <a:pt x="1174425" y="874094"/>
                  </a:lnTo>
                  <a:lnTo>
                    <a:pt x="1273563" y="918665"/>
                  </a:lnTo>
                  <a:close/>
                  <a:moveTo>
                    <a:pt x="1673621" y="1211086"/>
                  </a:moveTo>
                  <a:lnTo>
                    <a:pt x="1643694" y="1303217"/>
                  </a:lnTo>
                  <a:lnTo>
                    <a:pt x="1767600" y="1272619"/>
                  </a:lnTo>
                  <a:close/>
                  <a:moveTo>
                    <a:pt x="1273563" y="918665"/>
                  </a:moveTo>
                  <a:lnTo>
                    <a:pt x="1319996" y="928935"/>
                  </a:lnTo>
                  <a:lnTo>
                    <a:pt x="1324155" y="913051"/>
                  </a:lnTo>
                  <a:close/>
                  <a:moveTo>
                    <a:pt x="1324155" y="913051"/>
                  </a:moveTo>
                  <a:lnTo>
                    <a:pt x="1319996" y="928935"/>
                  </a:lnTo>
                  <a:lnTo>
                    <a:pt x="1346233" y="918665"/>
                  </a:lnTo>
                  <a:close/>
                  <a:moveTo>
                    <a:pt x="1301915" y="715798"/>
                  </a:moveTo>
                  <a:lnTo>
                    <a:pt x="1307738" y="726213"/>
                  </a:lnTo>
                  <a:lnTo>
                    <a:pt x="1176970" y="672844"/>
                  </a:lnTo>
                  <a:close/>
                  <a:moveTo>
                    <a:pt x="1720628" y="1272963"/>
                  </a:moveTo>
                  <a:lnTo>
                    <a:pt x="1767260" y="1291304"/>
                  </a:lnTo>
                  <a:lnTo>
                    <a:pt x="1677421" y="1214110"/>
                  </a:lnTo>
                  <a:close/>
                  <a:moveTo>
                    <a:pt x="1690889" y="1209089"/>
                  </a:moveTo>
                  <a:lnTo>
                    <a:pt x="1767600" y="1272619"/>
                  </a:lnTo>
                  <a:lnTo>
                    <a:pt x="1764909" y="1197463"/>
                  </a:lnTo>
                  <a:close/>
                  <a:moveTo>
                    <a:pt x="1764938" y="1097347"/>
                  </a:moveTo>
                  <a:lnTo>
                    <a:pt x="1687643" y="1099594"/>
                  </a:lnTo>
                  <a:lnTo>
                    <a:pt x="1764909" y="1197463"/>
                  </a:lnTo>
                  <a:close/>
                  <a:moveTo>
                    <a:pt x="1687643" y="1099594"/>
                  </a:moveTo>
                  <a:lnTo>
                    <a:pt x="1764938" y="1097347"/>
                  </a:lnTo>
                  <a:lnTo>
                    <a:pt x="1658364" y="1023305"/>
                  </a:lnTo>
                  <a:close/>
                  <a:moveTo>
                    <a:pt x="1567919" y="1036244"/>
                  </a:moveTo>
                  <a:lnTo>
                    <a:pt x="1658364" y="1023305"/>
                  </a:lnTo>
                  <a:lnTo>
                    <a:pt x="1640200" y="937980"/>
                  </a:lnTo>
                  <a:close/>
                  <a:moveTo>
                    <a:pt x="1606284" y="841792"/>
                  </a:moveTo>
                  <a:lnTo>
                    <a:pt x="1573146" y="887700"/>
                  </a:lnTo>
                  <a:lnTo>
                    <a:pt x="1615004" y="858372"/>
                  </a:lnTo>
                  <a:close/>
                  <a:moveTo>
                    <a:pt x="2032296" y="1296646"/>
                  </a:moveTo>
                  <a:lnTo>
                    <a:pt x="1911288" y="1239144"/>
                  </a:lnTo>
                  <a:lnTo>
                    <a:pt x="1914589" y="1252868"/>
                  </a:lnTo>
                  <a:close/>
                  <a:moveTo>
                    <a:pt x="1855991" y="1170653"/>
                  </a:moveTo>
                  <a:lnTo>
                    <a:pt x="1911288" y="1239144"/>
                  </a:lnTo>
                  <a:lnTo>
                    <a:pt x="1820530" y="1152243"/>
                  </a:lnTo>
                  <a:close/>
                  <a:moveTo>
                    <a:pt x="1782413" y="1083140"/>
                  </a:moveTo>
                  <a:lnTo>
                    <a:pt x="1820530" y="1152243"/>
                  </a:lnTo>
                  <a:lnTo>
                    <a:pt x="1728492" y="1066384"/>
                  </a:lnTo>
                  <a:close/>
                  <a:moveTo>
                    <a:pt x="2220066" y="1269981"/>
                  </a:moveTo>
                  <a:lnTo>
                    <a:pt x="2243217" y="1290631"/>
                  </a:lnTo>
                  <a:lnTo>
                    <a:pt x="2265102" y="1378861"/>
                  </a:lnTo>
                  <a:close/>
                  <a:moveTo>
                    <a:pt x="2058160" y="1180330"/>
                  </a:moveTo>
                  <a:lnTo>
                    <a:pt x="2123564" y="1187752"/>
                  </a:lnTo>
                  <a:lnTo>
                    <a:pt x="2030045" y="1103095"/>
                  </a:lnTo>
                  <a:close/>
                  <a:moveTo>
                    <a:pt x="1726975" y="721140"/>
                  </a:moveTo>
                  <a:lnTo>
                    <a:pt x="1739847" y="738449"/>
                  </a:lnTo>
                  <a:lnTo>
                    <a:pt x="1728337" y="682704"/>
                  </a:lnTo>
                  <a:close/>
                  <a:moveTo>
                    <a:pt x="1322375" y="77019"/>
                  </a:moveTo>
                  <a:lnTo>
                    <a:pt x="1242567" y="57288"/>
                  </a:lnTo>
                  <a:lnTo>
                    <a:pt x="1270513" y="98320"/>
                  </a:lnTo>
                  <a:close/>
                  <a:moveTo>
                    <a:pt x="2248336" y="1094569"/>
                  </a:moveTo>
                  <a:lnTo>
                    <a:pt x="2194911" y="1090247"/>
                  </a:lnTo>
                  <a:lnTo>
                    <a:pt x="2286151" y="1172499"/>
                  </a:lnTo>
                  <a:close/>
                  <a:moveTo>
                    <a:pt x="2327186" y="1110722"/>
                  </a:moveTo>
                  <a:lnTo>
                    <a:pt x="2248336" y="1094569"/>
                  </a:lnTo>
                  <a:lnTo>
                    <a:pt x="2286151" y="1172499"/>
                  </a:lnTo>
                  <a:close/>
                  <a:moveTo>
                    <a:pt x="2175193" y="1036303"/>
                  </a:moveTo>
                  <a:lnTo>
                    <a:pt x="2194911" y="1090247"/>
                  </a:lnTo>
                  <a:lnTo>
                    <a:pt x="2155731" y="1061508"/>
                  </a:lnTo>
                  <a:close/>
                  <a:moveTo>
                    <a:pt x="1796259" y="571423"/>
                  </a:moveTo>
                  <a:lnTo>
                    <a:pt x="1800641" y="600489"/>
                  </a:lnTo>
                  <a:lnTo>
                    <a:pt x="1829346" y="505023"/>
                  </a:lnTo>
                  <a:close/>
                  <a:moveTo>
                    <a:pt x="1777199" y="486826"/>
                  </a:moveTo>
                  <a:lnTo>
                    <a:pt x="1776651" y="445649"/>
                  </a:lnTo>
                  <a:lnTo>
                    <a:pt x="1691453" y="405767"/>
                  </a:lnTo>
                  <a:close/>
                  <a:moveTo>
                    <a:pt x="1776651" y="445649"/>
                  </a:moveTo>
                  <a:lnTo>
                    <a:pt x="1777199" y="486826"/>
                  </a:lnTo>
                  <a:lnTo>
                    <a:pt x="1779486" y="397622"/>
                  </a:lnTo>
                  <a:close/>
                  <a:moveTo>
                    <a:pt x="1339187" y="0"/>
                  </a:moveTo>
                  <a:lnTo>
                    <a:pt x="1322375" y="77019"/>
                  </a:lnTo>
                  <a:lnTo>
                    <a:pt x="1409843" y="103242"/>
                  </a:lnTo>
                  <a:close/>
                  <a:moveTo>
                    <a:pt x="2248336" y="1094569"/>
                  </a:moveTo>
                  <a:lnTo>
                    <a:pt x="2327186" y="1110722"/>
                  </a:lnTo>
                  <a:lnTo>
                    <a:pt x="2320558" y="1016907"/>
                  </a:lnTo>
                  <a:close/>
                  <a:moveTo>
                    <a:pt x="2249258" y="945972"/>
                  </a:moveTo>
                  <a:lnTo>
                    <a:pt x="2346584" y="1027531"/>
                  </a:lnTo>
                  <a:lnTo>
                    <a:pt x="2295597" y="968891"/>
                  </a:lnTo>
                  <a:close/>
                  <a:moveTo>
                    <a:pt x="2185499" y="937214"/>
                  </a:moveTo>
                  <a:lnTo>
                    <a:pt x="2249258" y="945972"/>
                  </a:lnTo>
                  <a:lnTo>
                    <a:pt x="2204586" y="930996"/>
                  </a:lnTo>
                  <a:close/>
                  <a:moveTo>
                    <a:pt x="2249258" y="945972"/>
                  </a:moveTo>
                  <a:lnTo>
                    <a:pt x="2295597" y="968891"/>
                  </a:lnTo>
                  <a:lnTo>
                    <a:pt x="2288212" y="965004"/>
                  </a:lnTo>
                  <a:close/>
                  <a:moveTo>
                    <a:pt x="1967254" y="600969"/>
                  </a:moveTo>
                  <a:lnTo>
                    <a:pt x="2092993" y="577222"/>
                  </a:lnTo>
                  <a:lnTo>
                    <a:pt x="2010245" y="546502"/>
                  </a:lnTo>
                  <a:close/>
                  <a:moveTo>
                    <a:pt x="1775733" y="387925"/>
                  </a:moveTo>
                  <a:lnTo>
                    <a:pt x="1691453" y="405767"/>
                  </a:lnTo>
                  <a:lnTo>
                    <a:pt x="1776651" y="445649"/>
                  </a:lnTo>
                  <a:close/>
                  <a:moveTo>
                    <a:pt x="1775733" y="387925"/>
                  </a:moveTo>
                  <a:lnTo>
                    <a:pt x="1690972" y="396242"/>
                  </a:lnTo>
                  <a:lnTo>
                    <a:pt x="1691453" y="405767"/>
                  </a:lnTo>
                  <a:close/>
                  <a:moveTo>
                    <a:pt x="1690972" y="396242"/>
                  </a:moveTo>
                  <a:lnTo>
                    <a:pt x="1775733" y="387925"/>
                  </a:lnTo>
                  <a:lnTo>
                    <a:pt x="1717112" y="286500"/>
                  </a:lnTo>
                  <a:close/>
                  <a:moveTo>
                    <a:pt x="1775733" y="387925"/>
                  </a:moveTo>
                  <a:lnTo>
                    <a:pt x="1795290" y="300133"/>
                  </a:lnTo>
                  <a:lnTo>
                    <a:pt x="1717112" y="286500"/>
                  </a:lnTo>
                  <a:close/>
                  <a:moveTo>
                    <a:pt x="1971443" y="523616"/>
                  </a:moveTo>
                  <a:lnTo>
                    <a:pt x="2010245" y="546502"/>
                  </a:lnTo>
                  <a:lnTo>
                    <a:pt x="2030195" y="502421"/>
                  </a:lnTo>
                  <a:close/>
                  <a:moveTo>
                    <a:pt x="1936123" y="441401"/>
                  </a:moveTo>
                  <a:lnTo>
                    <a:pt x="1940592" y="414582"/>
                  </a:lnTo>
                  <a:lnTo>
                    <a:pt x="1900664" y="346951"/>
                  </a:lnTo>
                  <a:close/>
                  <a:moveTo>
                    <a:pt x="1795290" y="300133"/>
                  </a:moveTo>
                  <a:lnTo>
                    <a:pt x="1816619" y="254593"/>
                  </a:lnTo>
                  <a:lnTo>
                    <a:pt x="1717112" y="286500"/>
                  </a:lnTo>
                  <a:close/>
                  <a:moveTo>
                    <a:pt x="1795396" y="171755"/>
                  </a:moveTo>
                  <a:lnTo>
                    <a:pt x="1816619" y="254593"/>
                  </a:lnTo>
                  <a:lnTo>
                    <a:pt x="1843096" y="193567"/>
                  </a:lnTo>
                  <a:close/>
                  <a:moveTo>
                    <a:pt x="2157131" y="79446"/>
                  </a:moveTo>
                  <a:lnTo>
                    <a:pt x="2179076" y="102198"/>
                  </a:lnTo>
                  <a:lnTo>
                    <a:pt x="2079902" y="22141"/>
                  </a:lnTo>
                  <a:close/>
                </a:path>
              </a:pathLst>
            </a:custGeom>
            <a:solidFill>
              <a:srgbClr val="DCE1E6"/>
            </a:solidFill>
            <a:ln w="1524">
              <a:solidFill>
                <a:srgbClr val="DCE1E6"/>
              </a:solidFill>
            </a:ln>
          </p:spPr>
        </p:sp>
        <p:sp>
          <p:nvSpPr>
            <p:cNvPr id="2043" name="Candidate_density__2042">
              <a:extLst>
                <a:ext uri="{FF2B5EF4-FFF2-40B4-BE49-F238E27FC236}">
                  <a16:creationId xmlns:a16="http://schemas.microsoft.com/office/drawing/2014/main" id="{1A8B39F0-2738-9352-3ACE-DC023C67D1F1}"/>
                </a:ext>
              </a:extLst>
            </p:cNvPr>
            <p:cNvSpPr>
              <a:spLocks noGrp="1"/>
            </p:cNvSpPr>
            <p:nvPr/>
          </p:nvSpPr>
          <p:spPr>
            <a:xfrm>
              <a:off x="4373986" y="2170487"/>
              <a:ext cx="2167055" cy="2946707"/>
            </a:xfrm>
            <a:custGeom>
              <a:avLst/>
              <a:gdLst/>
              <a:ahLst/>
              <a:cxnLst/>
              <a:rect l="0" t="0" r="0" b="0"/>
              <a:pathLst>
                <a:path w="2167055" h="2946707">
                  <a:moveTo>
                    <a:pt x="42885" y="2550798"/>
                  </a:moveTo>
                  <a:lnTo>
                    <a:pt x="0" y="2620619"/>
                  </a:lnTo>
                  <a:lnTo>
                    <a:pt x="29684" y="2582183"/>
                  </a:lnTo>
                  <a:close/>
                  <a:moveTo>
                    <a:pt x="42885" y="2550798"/>
                  </a:moveTo>
                  <a:lnTo>
                    <a:pt x="881" y="2608956"/>
                  </a:lnTo>
                  <a:lnTo>
                    <a:pt x="0" y="2620619"/>
                  </a:lnTo>
                  <a:close/>
                  <a:moveTo>
                    <a:pt x="881" y="2608956"/>
                  </a:moveTo>
                  <a:lnTo>
                    <a:pt x="42885" y="2550798"/>
                  </a:lnTo>
                  <a:lnTo>
                    <a:pt x="18474" y="2538404"/>
                  </a:lnTo>
                  <a:close/>
                  <a:moveTo>
                    <a:pt x="83741" y="2424898"/>
                  </a:moveTo>
                  <a:lnTo>
                    <a:pt x="18474" y="2538404"/>
                  </a:lnTo>
                  <a:lnTo>
                    <a:pt x="48570" y="2499968"/>
                  </a:lnTo>
                  <a:close/>
                  <a:moveTo>
                    <a:pt x="138745" y="2415344"/>
                  </a:moveTo>
                  <a:lnTo>
                    <a:pt x="169620" y="2379316"/>
                  </a:lnTo>
                  <a:lnTo>
                    <a:pt x="129938" y="2417752"/>
                  </a:lnTo>
                  <a:close/>
                  <a:moveTo>
                    <a:pt x="387246" y="2590916"/>
                  </a:moveTo>
                  <a:lnTo>
                    <a:pt x="418212" y="2587525"/>
                  </a:lnTo>
                  <a:lnTo>
                    <a:pt x="459128" y="2562027"/>
                  </a:lnTo>
                  <a:close/>
                  <a:moveTo>
                    <a:pt x="316207" y="2448485"/>
                  </a:moveTo>
                  <a:lnTo>
                    <a:pt x="269278" y="2340879"/>
                  </a:lnTo>
                  <a:lnTo>
                    <a:pt x="234012" y="2354623"/>
                  </a:lnTo>
                  <a:close/>
                  <a:moveTo>
                    <a:pt x="234012" y="2354623"/>
                  </a:moveTo>
                  <a:lnTo>
                    <a:pt x="257735" y="2366368"/>
                  </a:lnTo>
                  <a:lnTo>
                    <a:pt x="316207" y="2448485"/>
                  </a:lnTo>
                  <a:close/>
                  <a:moveTo>
                    <a:pt x="680531" y="2734441"/>
                  </a:moveTo>
                  <a:lnTo>
                    <a:pt x="672534" y="2802604"/>
                  </a:lnTo>
                  <a:lnTo>
                    <a:pt x="751280" y="2713519"/>
                  </a:lnTo>
                  <a:close/>
                  <a:moveTo>
                    <a:pt x="751280" y="2713519"/>
                  </a:moveTo>
                  <a:lnTo>
                    <a:pt x="701142" y="2834170"/>
                  </a:lnTo>
                  <a:lnTo>
                    <a:pt x="770568" y="2795734"/>
                  </a:lnTo>
                  <a:close/>
                  <a:moveTo>
                    <a:pt x="602679" y="2751955"/>
                  </a:moveTo>
                  <a:lnTo>
                    <a:pt x="672534" y="2802604"/>
                  </a:lnTo>
                  <a:lnTo>
                    <a:pt x="680531" y="2734441"/>
                  </a:lnTo>
                  <a:close/>
                  <a:moveTo>
                    <a:pt x="574809" y="2659706"/>
                  </a:moveTo>
                  <a:lnTo>
                    <a:pt x="567445" y="2688350"/>
                  </a:lnTo>
                  <a:lnTo>
                    <a:pt x="680531" y="2734441"/>
                  </a:lnTo>
                  <a:close/>
                  <a:moveTo>
                    <a:pt x="680531" y="2734441"/>
                  </a:moveTo>
                  <a:lnTo>
                    <a:pt x="751280" y="2713519"/>
                  </a:lnTo>
                  <a:lnTo>
                    <a:pt x="764630" y="2653072"/>
                  </a:lnTo>
                  <a:close/>
                  <a:moveTo>
                    <a:pt x="418212" y="2587525"/>
                  </a:moveTo>
                  <a:lnTo>
                    <a:pt x="491188" y="2667096"/>
                  </a:lnTo>
                  <a:lnTo>
                    <a:pt x="482609" y="2573979"/>
                  </a:lnTo>
                  <a:close/>
                  <a:moveTo>
                    <a:pt x="491188" y="2667096"/>
                  </a:moveTo>
                  <a:lnTo>
                    <a:pt x="574809" y="2659706"/>
                  </a:lnTo>
                  <a:lnTo>
                    <a:pt x="482609" y="2573979"/>
                  </a:lnTo>
                  <a:close/>
                  <a:moveTo>
                    <a:pt x="418212" y="2587525"/>
                  </a:moveTo>
                  <a:lnTo>
                    <a:pt x="482609" y="2573979"/>
                  </a:lnTo>
                  <a:lnTo>
                    <a:pt x="459128" y="2562027"/>
                  </a:lnTo>
                  <a:close/>
                  <a:moveTo>
                    <a:pt x="269278" y="2340879"/>
                  </a:moveTo>
                  <a:lnTo>
                    <a:pt x="336961" y="2383923"/>
                  </a:lnTo>
                  <a:lnTo>
                    <a:pt x="348415" y="2322208"/>
                  </a:lnTo>
                  <a:close/>
                  <a:moveTo>
                    <a:pt x="243775" y="2258664"/>
                  </a:moveTo>
                  <a:lnTo>
                    <a:pt x="348415" y="2322208"/>
                  </a:lnTo>
                  <a:lnTo>
                    <a:pt x="341613" y="2227646"/>
                  </a:lnTo>
                  <a:close/>
                  <a:moveTo>
                    <a:pt x="1012795" y="2846276"/>
                  </a:moveTo>
                  <a:lnTo>
                    <a:pt x="992227" y="2946707"/>
                  </a:lnTo>
                  <a:lnTo>
                    <a:pt x="1101377" y="2934945"/>
                  </a:lnTo>
                  <a:close/>
                  <a:moveTo>
                    <a:pt x="1094231" y="2840662"/>
                  </a:moveTo>
                  <a:lnTo>
                    <a:pt x="1012795" y="2846276"/>
                  </a:lnTo>
                  <a:lnTo>
                    <a:pt x="1101377" y="2934945"/>
                  </a:lnTo>
                  <a:close/>
                  <a:moveTo>
                    <a:pt x="820757" y="2781124"/>
                  </a:moveTo>
                  <a:lnTo>
                    <a:pt x="813544" y="2835953"/>
                  </a:lnTo>
                  <a:lnTo>
                    <a:pt x="904455" y="2873763"/>
                  </a:lnTo>
                  <a:close/>
                  <a:moveTo>
                    <a:pt x="900115" y="2777199"/>
                  </a:moveTo>
                  <a:lnTo>
                    <a:pt x="820757" y="2781124"/>
                  </a:lnTo>
                  <a:lnTo>
                    <a:pt x="904455" y="2873763"/>
                  </a:lnTo>
                  <a:close/>
                  <a:moveTo>
                    <a:pt x="1012795" y="2846276"/>
                  </a:moveTo>
                  <a:lnTo>
                    <a:pt x="904455" y="2873763"/>
                  </a:lnTo>
                  <a:lnTo>
                    <a:pt x="901238" y="2885170"/>
                  </a:lnTo>
                  <a:close/>
                  <a:moveTo>
                    <a:pt x="904455" y="2873763"/>
                  </a:moveTo>
                  <a:lnTo>
                    <a:pt x="1012795" y="2846276"/>
                  </a:lnTo>
                  <a:lnTo>
                    <a:pt x="977464" y="2774908"/>
                  </a:lnTo>
                  <a:close/>
                  <a:moveTo>
                    <a:pt x="904455" y="2873763"/>
                  </a:moveTo>
                  <a:lnTo>
                    <a:pt x="977464" y="2774908"/>
                  </a:lnTo>
                  <a:lnTo>
                    <a:pt x="900115" y="2777199"/>
                  </a:lnTo>
                  <a:close/>
                  <a:moveTo>
                    <a:pt x="770568" y="2795734"/>
                  </a:moveTo>
                  <a:lnTo>
                    <a:pt x="813544" y="2835953"/>
                  </a:lnTo>
                  <a:lnTo>
                    <a:pt x="820757" y="2781124"/>
                  </a:lnTo>
                  <a:close/>
                  <a:moveTo>
                    <a:pt x="751280" y="2713519"/>
                  </a:moveTo>
                  <a:lnTo>
                    <a:pt x="820757" y="2781124"/>
                  </a:lnTo>
                  <a:lnTo>
                    <a:pt x="803323" y="2695205"/>
                  </a:lnTo>
                  <a:close/>
                  <a:moveTo>
                    <a:pt x="820757" y="2781124"/>
                  </a:moveTo>
                  <a:lnTo>
                    <a:pt x="900115" y="2777199"/>
                  </a:lnTo>
                  <a:lnTo>
                    <a:pt x="803323" y="2695205"/>
                  </a:lnTo>
                  <a:close/>
                  <a:moveTo>
                    <a:pt x="456097" y="2099577"/>
                  </a:moveTo>
                  <a:lnTo>
                    <a:pt x="484482" y="2181792"/>
                  </a:lnTo>
                  <a:lnTo>
                    <a:pt x="489688" y="2067763"/>
                  </a:lnTo>
                  <a:close/>
                  <a:moveTo>
                    <a:pt x="507437" y="2013834"/>
                  </a:moveTo>
                  <a:lnTo>
                    <a:pt x="503696" y="2019597"/>
                  </a:lnTo>
                  <a:lnTo>
                    <a:pt x="496709" y="2056933"/>
                  </a:lnTo>
                  <a:close/>
                  <a:moveTo>
                    <a:pt x="496709" y="2056933"/>
                  </a:moveTo>
                  <a:lnTo>
                    <a:pt x="503696" y="2019597"/>
                  </a:lnTo>
                  <a:lnTo>
                    <a:pt x="489688" y="2067763"/>
                  </a:lnTo>
                  <a:close/>
                  <a:moveTo>
                    <a:pt x="489688" y="2067763"/>
                  </a:moveTo>
                  <a:lnTo>
                    <a:pt x="503696" y="2019597"/>
                  </a:lnTo>
                  <a:lnTo>
                    <a:pt x="456097" y="2099577"/>
                  </a:lnTo>
                  <a:close/>
                  <a:moveTo>
                    <a:pt x="1380862" y="2762639"/>
                  </a:moveTo>
                  <a:lnTo>
                    <a:pt x="1425591" y="2844854"/>
                  </a:lnTo>
                  <a:lnTo>
                    <a:pt x="1449361" y="2724203"/>
                  </a:lnTo>
                  <a:close/>
                  <a:moveTo>
                    <a:pt x="1353922" y="2680424"/>
                  </a:moveTo>
                  <a:lnTo>
                    <a:pt x="1380862" y="2762639"/>
                  </a:lnTo>
                  <a:lnTo>
                    <a:pt x="1449361" y="2724203"/>
                  </a:lnTo>
                  <a:close/>
                  <a:moveTo>
                    <a:pt x="1353922" y="2680424"/>
                  </a:moveTo>
                  <a:lnTo>
                    <a:pt x="1449361" y="2724203"/>
                  </a:lnTo>
                  <a:lnTo>
                    <a:pt x="1422533" y="2641988"/>
                  </a:lnTo>
                  <a:close/>
                  <a:moveTo>
                    <a:pt x="704568" y="1846360"/>
                  </a:moveTo>
                  <a:lnTo>
                    <a:pt x="650277" y="1858579"/>
                  </a:lnTo>
                  <a:lnTo>
                    <a:pt x="577526" y="1865232"/>
                  </a:lnTo>
                  <a:close/>
                  <a:moveTo>
                    <a:pt x="704568" y="1846360"/>
                  </a:moveTo>
                  <a:lnTo>
                    <a:pt x="577526" y="1865232"/>
                  </a:lnTo>
                  <a:lnTo>
                    <a:pt x="630894" y="1849563"/>
                  </a:lnTo>
                  <a:close/>
                  <a:moveTo>
                    <a:pt x="1463243" y="2622347"/>
                  </a:moveTo>
                  <a:lnTo>
                    <a:pt x="1354433" y="2604155"/>
                  </a:lnTo>
                  <a:lnTo>
                    <a:pt x="1422533" y="2641988"/>
                  </a:lnTo>
                  <a:close/>
                  <a:moveTo>
                    <a:pt x="1372729" y="2535248"/>
                  </a:moveTo>
                  <a:lnTo>
                    <a:pt x="1354433" y="2604155"/>
                  </a:lnTo>
                  <a:lnTo>
                    <a:pt x="1463243" y="2622347"/>
                  </a:lnTo>
                  <a:close/>
                  <a:moveTo>
                    <a:pt x="1500607" y="2603551"/>
                  </a:moveTo>
                  <a:lnTo>
                    <a:pt x="1549323" y="2560294"/>
                  </a:lnTo>
                  <a:lnTo>
                    <a:pt x="1463243" y="2622347"/>
                  </a:lnTo>
                  <a:close/>
                  <a:moveTo>
                    <a:pt x="1463243" y="2622347"/>
                  </a:moveTo>
                  <a:lnTo>
                    <a:pt x="1549323" y="2560294"/>
                  </a:lnTo>
                  <a:lnTo>
                    <a:pt x="1510913" y="2544091"/>
                  </a:lnTo>
                  <a:close/>
                  <a:moveTo>
                    <a:pt x="1353196" y="2451036"/>
                  </a:moveTo>
                  <a:lnTo>
                    <a:pt x="1286224" y="2444891"/>
                  </a:lnTo>
                  <a:lnTo>
                    <a:pt x="1372729" y="2535248"/>
                  </a:lnTo>
                  <a:close/>
                  <a:moveTo>
                    <a:pt x="1353196" y="2451036"/>
                  </a:moveTo>
                  <a:lnTo>
                    <a:pt x="1424957" y="2439121"/>
                  </a:lnTo>
                  <a:lnTo>
                    <a:pt x="1439519" y="2428414"/>
                  </a:lnTo>
                  <a:close/>
                  <a:moveTo>
                    <a:pt x="1206567" y="2114762"/>
                  </a:moveTo>
                  <a:lnTo>
                    <a:pt x="1202700" y="2110261"/>
                  </a:lnTo>
                  <a:lnTo>
                    <a:pt x="1203525" y="2111756"/>
                  </a:lnTo>
                  <a:close/>
                  <a:moveTo>
                    <a:pt x="902435" y="1874483"/>
                  </a:moveTo>
                  <a:lnTo>
                    <a:pt x="853005" y="1781400"/>
                  </a:lnTo>
                  <a:lnTo>
                    <a:pt x="810869" y="1788241"/>
                  </a:lnTo>
                  <a:close/>
                  <a:moveTo>
                    <a:pt x="810869" y="1788241"/>
                  </a:moveTo>
                  <a:lnTo>
                    <a:pt x="878962" y="1725872"/>
                  </a:lnTo>
                  <a:lnTo>
                    <a:pt x="861786" y="1707346"/>
                  </a:lnTo>
                  <a:close/>
                  <a:moveTo>
                    <a:pt x="1424957" y="2439121"/>
                  </a:moveTo>
                  <a:lnTo>
                    <a:pt x="1450101" y="2467977"/>
                  </a:lnTo>
                  <a:lnTo>
                    <a:pt x="1450920" y="2432181"/>
                  </a:lnTo>
                  <a:close/>
                  <a:moveTo>
                    <a:pt x="1439519" y="2428414"/>
                  </a:moveTo>
                  <a:lnTo>
                    <a:pt x="1424957" y="2439121"/>
                  </a:lnTo>
                  <a:lnTo>
                    <a:pt x="1450920" y="2432181"/>
                  </a:lnTo>
                  <a:close/>
                  <a:moveTo>
                    <a:pt x="1450920" y="2432181"/>
                  </a:moveTo>
                  <a:lnTo>
                    <a:pt x="1450101" y="2467977"/>
                  </a:lnTo>
                  <a:lnTo>
                    <a:pt x="1468538" y="2439121"/>
                  </a:lnTo>
                  <a:close/>
                  <a:moveTo>
                    <a:pt x="1450920" y="2432181"/>
                  </a:moveTo>
                  <a:lnTo>
                    <a:pt x="1468538" y="2439121"/>
                  </a:lnTo>
                  <a:lnTo>
                    <a:pt x="1439519" y="2428414"/>
                  </a:lnTo>
                  <a:close/>
                  <a:moveTo>
                    <a:pt x="1202700" y="2110261"/>
                  </a:moveTo>
                  <a:lnTo>
                    <a:pt x="1206567" y="2114762"/>
                  </a:lnTo>
                  <a:lnTo>
                    <a:pt x="1210155" y="2106365"/>
                  </a:lnTo>
                  <a:close/>
                  <a:moveTo>
                    <a:pt x="878962" y="1725872"/>
                  </a:moveTo>
                  <a:lnTo>
                    <a:pt x="853005" y="1781400"/>
                  </a:lnTo>
                  <a:lnTo>
                    <a:pt x="914895" y="1764262"/>
                  </a:lnTo>
                  <a:close/>
                  <a:moveTo>
                    <a:pt x="1601251" y="2400685"/>
                  </a:moveTo>
                  <a:lnTo>
                    <a:pt x="1683544" y="2364245"/>
                  </a:lnTo>
                  <a:lnTo>
                    <a:pt x="1627752" y="2280033"/>
                  </a:lnTo>
                  <a:close/>
                  <a:moveTo>
                    <a:pt x="1570133" y="2318470"/>
                  </a:moveTo>
                  <a:lnTo>
                    <a:pt x="1601251" y="2400685"/>
                  </a:lnTo>
                  <a:lnTo>
                    <a:pt x="1627752" y="2280033"/>
                  </a:lnTo>
                  <a:close/>
                  <a:moveTo>
                    <a:pt x="1570133" y="2318470"/>
                  </a:moveTo>
                  <a:lnTo>
                    <a:pt x="1627752" y="2280033"/>
                  </a:lnTo>
                  <a:lnTo>
                    <a:pt x="1529387" y="2270555"/>
                  </a:lnTo>
                  <a:close/>
                  <a:moveTo>
                    <a:pt x="1627752" y="2280033"/>
                  </a:moveTo>
                  <a:lnTo>
                    <a:pt x="1571420" y="2212509"/>
                  </a:lnTo>
                  <a:lnTo>
                    <a:pt x="1529387" y="2270555"/>
                  </a:lnTo>
                  <a:close/>
                  <a:moveTo>
                    <a:pt x="1558064" y="2197818"/>
                  </a:moveTo>
                  <a:lnTo>
                    <a:pt x="1529387" y="2270555"/>
                  </a:lnTo>
                  <a:lnTo>
                    <a:pt x="1571420" y="2212509"/>
                  </a:lnTo>
                  <a:close/>
                  <a:moveTo>
                    <a:pt x="1880354" y="2525611"/>
                  </a:moveTo>
                  <a:lnTo>
                    <a:pt x="1873373" y="2526678"/>
                  </a:lnTo>
                  <a:lnTo>
                    <a:pt x="1948057" y="2569518"/>
                  </a:lnTo>
                  <a:close/>
                  <a:moveTo>
                    <a:pt x="1878155" y="2523365"/>
                  </a:moveTo>
                  <a:lnTo>
                    <a:pt x="1873373" y="2526678"/>
                  </a:lnTo>
                  <a:lnTo>
                    <a:pt x="1880354" y="2525611"/>
                  </a:lnTo>
                  <a:close/>
                  <a:moveTo>
                    <a:pt x="1924513" y="2406027"/>
                  </a:moveTo>
                  <a:lnTo>
                    <a:pt x="1880354" y="2525611"/>
                  </a:lnTo>
                  <a:lnTo>
                    <a:pt x="1985639" y="2488242"/>
                  </a:lnTo>
                  <a:close/>
                  <a:moveTo>
                    <a:pt x="1880354" y="2525611"/>
                  </a:moveTo>
                  <a:lnTo>
                    <a:pt x="1948057" y="2569518"/>
                  </a:lnTo>
                  <a:lnTo>
                    <a:pt x="1985639" y="2488242"/>
                  </a:lnTo>
                  <a:close/>
                  <a:moveTo>
                    <a:pt x="1774833" y="2350622"/>
                  </a:moveTo>
                  <a:lnTo>
                    <a:pt x="1684953" y="2358329"/>
                  </a:lnTo>
                  <a:lnTo>
                    <a:pt x="1700812" y="2362248"/>
                  </a:lnTo>
                  <a:close/>
                  <a:moveTo>
                    <a:pt x="1697567" y="2252753"/>
                  </a:moveTo>
                  <a:lnTo>
                    <a:pt x="1684953" y="2358329"/>
                  </a:lnTo>
                  <a:lnTo>
                    <a:pt x="1774833" y="2350622"/>
                  </a:lnTo>
                  <a:close/>
                  <a:moveTo>
                    <a:pt x="1627752" y="2280033"/>
                  </a:moveTo>
                  <a:lnTo>
                    <a:pt x="1684953" y="2358329"/>
                  </a:lnTo>
                  <a:lnTo>
                    <a:pt x="1697567" y="2252753"/>
                  </a:lnTo>
                  <a:close/>
                  <a:moveTo>
                    <a:pt x="1697567" y="2252753"/>
                  </a:moveTo>
                  <a:lnTo>
                    <a:pt x="1571420" y="2212509"/>
                  </a:lnTo>
                  <a:lnTo>
                    <a:pt x="1627752" y="2280033"/>
                  </a:lnTo>
                  <a:close/>
                  <a:moveTo>
                    <a:pt x="1577842" y="2189403"/>
                  </a:moveTo>
                  <a:lnTo>
                    <a:pt x="1571420" y="2212509"/>
                  </a:lnTo>
                  <a:lnTo>
                    <a:pt x="1697567" y="2252753"/>
                  </a:lnTo>
                  <a:close/>
                  <a:moveTo>
                    <a:pt x="1668287" y="2176465"/>
                  </a:moveTo>
                  <a:lnTo>
                    <a:pt x="1577842" y="2189403"/>
                  </a:lnTo>
                  <a:lnTo>
                    <a:pt x="1697567" y="2252753"/>
                  </a:lnTo>
                  <a:close/>
                  <a:moveTo>
                    <a:pt x="1558064" y="2197818"/>
                  </a:moveTo>
                  <a:lnTo>
                    <a:pt x="1571420" y="2212509"/>
                  </a:lnTo>
                  <a:lnTo>
                    <a:pt x="1577842" y="2189403"/>
                  </a:lnTo>
                  <a:close/>
                  <a:moveTo>
                    <a:pt x="1499391" y="2115603"/>
                  </a:moveTo>
                  <a:lnTo>
                    <a:pt x="1558064" y="2197818"/>
                  </a:lnTo>
                  <a:lnTo>
                    <a:pt x="1577842" y="2189403"/>
                  </a:lnTo>
                  <a:close/>
                  <a:moveTo>
                    <a:pt x="1450960" y="2033387"/>
                  </a:moveTo>
                  <a:lnTo>
                    <a:pt x="1499391" y="2115603"/>
                  </a:lnTo>
                  <a:lnTo>
                    <a:pt x="1547689" y="1994951"/>
                  </a:lnTo>
                  <a:close/>
                  <a:moveTo>
                    <a:pt x="1456490" y="1951172"/>
                  </a:moveTo>
                  <a:lnTo>
                    <a:pt x="1450960" y="2033387"/>
                  </a:lnTo>
                  <a:lnTo>
                    <a:pt x="1547689" y="1994951"/>
                  </a:lnTo>
                  <a:close/>
                  <a:moveTo>
                    <a:pt x="1456490" y="1951172"/>
                  </a:moveTo>
                  <a:lnTo>
                    <a:pt x="1547689" y="1994951"/>
                  </a:lnTo>
                  <a:lnTo>
                    <a:pt x="1515810" y="1912736"/>
                  </a:lnTo>
                  <a:close/>
                  <a:moveTo>
                    <a:pt x="1985639" y="2488242"/>
                  </a:moveTo>
                  <a:lnTo>
                    <a:pt x="1948057" y="2569518"/>
                  </a:lnTo>
                  <a:lnTo>
                    <a:pt x="2059328" y="2540792"/>
                  </a:lnTo>
                  <a:close/>
                  <a:moveTo>
                    <a:pt x="2042219" y="2449805"/>
                  </a:moveTo>
                  <a:lnTo>
                    <a:pt x="1985639" y="2488242"/>
                  </a:lnTo>
                  <a:lnTo>
                    <a:pt x="2059328" y="2540792"/>
                  </a:lnTo>
                  <a:close/>
                  <a:moveTo>
                    <a:pt x="1515810" y="1912736"/>
                  </a:moveTo>
                  <a:lnTo>
                    <a:pt x="1607391" y="1965195"/>
                  </a:lnTo>
                  <a:lnTo>
                    <a:pt x="1568352" y="1896842"/>
                  </a:lnTo>
                  <a:close/>
                  <a:moveTo>
                    <a:pt x="1515810" y="1912736"/>
                  </a:moveTo>
                  <a:lnTo>
                    <a:pt x="1547689" y="1994951"/>
                  </a:lnTo>
                  <a:lnTo>
                    <a:pt x="1607391" y="1965195"/>
                  </a:lnTo>
                  <a:close/>
                  <a:moveTo>
                    <a:pt x="1568352" y="1896842"/>
                  </a:moveTo>
                  <a:lnTo>
                    <a:pt x="1457545" y="1850205"/>
                  </a:lnTo>
                  <a:lnTo>
                    <a:pt x="1515810" y="1912736"/>
                  </a:lnTo>
                  <a:close/>
                  <a:moveTo>
                    <a:pt x="1461270" y="1823213"/>
                  </a:moveTo>
                  <a:lnTo>
                    <a:pt x="1457545" y="1850205"/>
                  </a:lnTo>
                  <a:lnTo>
                    <a:pt x="1568352" y="1896842"/>
                  </a:lnTo>
                  <a:close/>
                  <a:moveTo>
                    <a:pt x="1560124" y="1803439"/>
                  </a:moveTo>
                  <a:lnTo>
                    <a:pt x="1461270" y="1823213"/>
                  </a:lnTo>
                  <a:lnTo>
                    <a:pt x="1568352" y="1896842"/>
                  </a:lnTo>
                  <a:close/>
                  <a:moveTo>
                    <a:pt x="1625949" y="1910609"/>
                  </a:moveTo>
                  <a:lnTo>
                    <a:pt x="1615842" y="1792085"/>
                  </a:lnTo>
                  <a:lnTo>
                    <a:pt x="1560124" y="1803439"/>
                  </a:lnTo>
                  <a:close/>
                  <a:moveTo>
                    <a:pt x="1625949" y="1910609"/>
                  </a:moveTo>
                  <a:lnTo>
                    <a:pt x="1560124" y="1803439"/>
                  </a:lnTo>
                  <a:lnTo>
                    <a:pt x="1568352" y="1896842"/>
                  </a:lnTo>
                  <a:close/>
                  <a:moveTo>
                    <a:pt x="1430917" y="1830521"/>
                  </a:moveTo>
                  <a:lnTo>
                    <a:pt x="1457545" y="1850205"/>
                  </a:lnTo>
                  <a:lnTo>
                    <a:pt x="1461270" y="1823213"/>
                  </a:lnTo>
                  <a:close/>
                  <a:moveTo>
                    <a:pt x="1395836" y="1748306"/>
                  </a:moveTo>
                  <a:lnTo>
                    <a:pt x="1430917" y="1830521"/>
                  </a:lnTo>
                  <a:lnTo>
                    <a:pt x="1470477" y="1709870"/>
                  </a:lnTo>
                  <a:close/>
                  <a:moveTo>
                    <a:pt x="1615842" y="1792085"/>
                  </a:moveTo>
                  <a:lnTo>
                    <a:pt x="1568220" y="1709870"/>
                  </a:lnTo>
                  <a:lnTo>
                    <a:pt x="1560124" y="1803439"/>
                  </a:lnTo>
                  <a:close/>
                  <a:moveTo>
                    <a:pt x="1354434" y="1666090"/>
                  </a:moveTo>
                  <a:lnTo>
                    <a:pt x="1395836" y="1748306"/>
                  </a:lnTo>
                  <a:lnTo>
                    <a:pt x="1470477" y="1709870"/>
                  </a:lnTo>
                  <a:close/>
                  <a:moveTo>
                    <a:pt x="1354434" y="1666090"/>
                  </a:moveTo>
                  <a:lnTo>
                    <a:pt x="1470477" y="1709870"/>
                  </a:lnTo>
                  <a:lnTo>
                    <a:pt x="1428389" y="1627654"/>
                  </a:lnTo>
                  <a:close/>
                  <a:moveTo>
                    <a:pt x="1327922" y="1570753"/>
                  </a:moveTo>
                  <a:lnTo>
                    <a:pt x="1314972" y="1595805"/>
                  </a:lnTo>
                  <a:lnTo>
                    <a:pt x="1368497" y="1545439"/>
                  </a:lnTo>
                  <a:close/>
                  <a:moveTo>
                    <a:pt x="1368497" y="1545439"/>
                  </a:moveTo>
                  <a:lnTo>
                    <a:pt x="1314972" y="1595805"/>
                  </a:lnTo>
                  <a:lnTo>
                    <a:pt x="1354434" y="1666090"/>
                  </a:lnTo>
                  <a:close/>
                  <a:moveTo>
                    <a:pt x="1368497" y="1545439"/>
                  </a:moveTo>
                  <a:lnTo>
                    <a:pt x="1354434" y="1666090"/>
                  </a:lnTo>
                  <a:lnTo>
                    <a:pt x="1428389" y="1627654"/>
                  </a:lnTo>
                  <a:close/>
                  <a:moveTo>
                    <a:pt x="1305601" y="1583876"/>
                  </a:moveTo>
                  <a:lnTo>
                    <a:pt x="1314972" y="1595805"/>
                  </a:lnTo>
                  <a:lnTo>
                    <a:pt x="1327922" y="1570753"/>
                  </a:lnTo>
                  <a:close/>
                  <a:moveTo>
                    <a:pt x="1305511" y="1501661"/>
                  </a:moveTo>
                  <a:lnTo>
                    <a:pt x="1327922" y="1570753"/>
                  </a:lnTo>
                  <a:lnTo>
                    <a:pt x="1368497" y="1545439"/>
                  </a:lnTo>
                  <a:close/>
                  <a:moveTo>
                    <a:pt x="1675946" y="1769870"/>
                  </a:moveTo>
                  <a:lnTo>
                    <a:pt x="1654847" y="1815365"/>
                  </a:lnTo>
                  <a:lnTo>
                    <a:pt x="1721843" y="1753648"/>
                  </a:lnTo>
                  <a:close/>
                  <a:moveTo>
                    <a:pt x="1615842" y="1792085"/>
                  </a:moveTo>
                  <a:lnTo>
                    <a:pt x="1654847" y="1815365"/>
                  </a:lnTo>
                  <a:lnTo>
                    <a:pt x="1675946" y="1769870"/>
                  </a:lnTo>
                  <a:close/>
                  <a:moveTo>
                    <a:pt x="1650165" y="1671433"/>
                  </a:moveTo>
                  <a:lnTo>
                    <a:pt x="1675946" y="1769870"/>
                  </a:lnTo>
                  <a:lnTo>
                    <a:pt x="1687613" y="1722666"/>
                  </a:lnTo>
                  <a:close/>
                  <a:moveTo>
                    <a:pt x="1615842" y="1792085"/>
                  </a:moveTo>
                  <a:lnTo>
                    <a:pt x="1675946" y="1769870"/>
                  </a:lnTo>
                  <a:lnTo>
                    <a:pt x="1650165" y="1671433"/>
                  </a:lnTo>
                  <a:close/>
                  <a:moveTo>
                    <a:pt x="1568220" y="1709870"/>
                  </a:moveTo>
                  <a:lnTo>
                    <a:pt x="1615842" y="1792085"/>
                  </a:lnTo>
                  <a:lnTo>
                    <a:pt x="1650165" y="1671433"/>
                  </a:lnTo>
                  <a:close/>
                  <a:moveTo>
                    <a:pt x="1675946" y="1769870"/>
                  </a:moveTo>
                  <a:lnTo>
                    <a:pt x="1721843" y="1753648"/>
                  </a:lnTo>
                  <a:lnTo>
                    <a:pt x="1687613" y="1722666"/>
                  </a:lnTo>
                  <a:close/>
                  <a:moveTo>
                    <a:pt x="1428389" y="1627654"/>
                  </a:moveTo>
                  <a:lnTo>
                    <a:pt x="1484514" y="1704224"/>
                  </a:lnTo>
                  <a:lnTo>
                    <a:pt x="1476321" y="1610792"/>
                  </a:lnTo>
                  <a:close/>
                  <a:moveTo>
                    <a:pt x="1428389" y="1627654"/>
                  </a:moveTo>
                  <a:lnTo>
                    <a:pt x="1470477" y="1709870"/>
                  </a:lnTo>
                  <a:lnTo>
                    <a:pt x="1484514" y="1704224"/>
                  </a:lnTo>
                  <a:close/>
                  <a:moveTo>
                    <a:pt x="1476321" y="1610792"/>
                  </a:moveTo>
                  <a:lnTo>
                    <a:pt x="1484514" y="1704224"/>
                  </a:lnTo>
                  <a:lnTo>
                    <a:pt x="1558167" y="1604845"/>
                  </a:lnTo>
                  <a:close/>
                  <a:moveTo>
                    <a:pt x="1558167" y="1604845"/>
                  </a:moveTo>
                  <a:lnTo>
                    <a:pt x="1550711" y="1704675"/>
                  </a:lnTo>
                  <a:lnTo>
                    <a:pt x="1615708" y="1589218"/>
                  </a:lnTo>
                  <a:close/>
                  <a:moveTo>
                    <a:pt x="1615708" y="1589218"/>
                  </a:moveTo>
                  <a:lnTo>
                    <a:pt x="1568220" y="1709870"/>
                  </a:lnTo>
                  <a:lnTo>
                    <a:pt x="1650165" y="1671433"/>
                  </a:lnTo>
                  <a:close/>
                  <a:moveTo>
                    <a:pt x="1473798" y="1507003"/>
                  </a:moveTo>
                  <a:lnTo>
                    <a:pt x="1476321" y="1610792"/>
                  </a:lnTo>
                  <a:lnTo>
                    <a:pt x="1483829" y="1518068"/>
                  </a:lnTo>
                  <a:close/>
                  <a:moveTo>
                    <a:pt x="1428389" y="1627654"/>
                  </a:moveTo>
                  <a:lnTo>
                    <a:pt x="1476321" y="1610792"/>
                  </a:lnTo>
                  <a:lnTo>
                    <a:pt x="1473798" y="1507003"/>
                  </a:lnTo>
                  <a:close/>
                  <a:moveTo>
                    <a:pt x="1476321" y="1610792"/>
                  </a:moveTo>
                  <a:lnTo>
                    <a:pt x="1558167" y="1604845"/>
                  </a:lnTo>
                  <a:lnTo>
                    <a:pt x="1483829" y="1518068"/>
                  </a:lnTo>
                  <a:close/>
                  <a:moveTo>
                    <a:pt x="1558167" y="1604845"/>
                  </a:moveTo>
                  <a:lnTo>
                    <a:pt x="1560774" y="1527097"/>
                  </a:lnTo>
                  <a:lnTo>
                    <a:pt x="1483829" y="1518068"/>
                  </a:lnTo>
                  <a:close/>
                  <a:moveTo>
                    <a:pt x="1560774" y="1527097"/>
                  </a:moveTo>
                  <a:lnTo>
                    <a:pt x="1558167" y="1604845"/>
                  </a:lnTo>
                  <a:lnTo>
                    <a:pt x="1615708" y="1589218"/>
                  </a:lnTo>
                  <a:close/>
                  <a:moveTo>
                    <a:pt x="332495" y="0"/>
                  </a:moveTo>
                  <a:lnTo>
                    <a:pt x="209202" y="32888"/>
                  </a:lnTo>
                  <a:lnTo>
                    <a:pt x="262075" y="15370"/>
                  </a:lnTo>
                  <a:close/>
                  <a:moveTo>
                    <a:pt x="1806182" y="1724582"/>
                  </a:moveTo>
                  <a:lnTo>
                    <a:pt x="1687613" y="1722666"/>
                  </a:lnTo>
                  <a:lnTo>
                    <a:pt x="1721843" y="1753648"/>
                  </a:lnTo>
                  <a:close/>
                  <a:moveTo>
                    <a:pt x="1702069" y="1648540"/>
                  </a:moveTo>
                  <a:lnTo>
                    <a:pt x="1687613" y="1722666"/>
                  </a:lnTo>
                  <a:lnTo>
                    <a:pt x="1806182" y="1724582"/>
                  </a:lnTo>
                  <a:close/>
                  <a:moveTo>
                    <a:pt x="1650165" y="1671433"/>
                  </a:moveTo>
                  <a:lnTo>
                    <a:pt x="1687613" y="1722666"/>
                  </a:lnTo>
                  <a:lnTo>
                    <a:pt x="1702069" y="1648540"/>
                  </a:lnTo>
                  <a:close/>
                  <a:moveTo>
                    <a:pt x="1650165" y="1671433"/>
                  </a:moveTo>
                  <a:lnTo>
                    <a:pt x="1702069" y="1648540"/>
                  </a:lnTo>
                  <a:lnTo>
                    <a:pt x="1693477" y="1550781"/>
                  </a:lnTo>
                  <a:close/>
                  <a:moveTo>
                    <a:pt x="1615708" y="1589218"/>
                  </a:moveTo>
                  <a:lnTo>
                    <a:pt x="1650165" y="1671433"/>
                  </a:lnTo>
                  <a:lnTo>
                    <a:pt x="1693477" y="1550781"/>
                  </a:lnTo>
                  <a:close/>
                  <a:moveTo>
                    <a:pt x="1605440" y="1478892"/>
                  </a:moveTo>
                  <a:lnTo>
                    <a:pt x="1483829" y="1518068"/>
                  </a:lnTo>
                  <a:lnTo>
                    <a:pt x="1560774" y="1527097"/>
                  </a:lnTo>
                  <a:close/>
                  <a:moveTo>
                    <a:pt x="1521740" y="1334183"/>
                  </a:moveTo>
                  <a:lnTo>
                    <a:pt x="1444578" y="1336322"/>
                  </a:lnTo>
                  <a:lnTo>
                    <a:pt x="1552675" y="1409125"/>
                  </a:lnTo>
                  <a:close/>
                  <a:moveTo>
                    <a:pt x="1419767" y="1256401"/>
                  </a:moveTo>
                  <a:lnTo>
                    <a:pt x="1332298" y="1230178"/>
                  </a:lnTo>
                  <a:lnTo>
                    <a:pt x="1400404" y="1260357"/>
                  </a:lnTo>
                  <a:close/>
                  <a:moveTo>
                    <a:pt x="1216830" y="861919"/>
                  </a:moveTo>
                  <a:lnTo>
                    <a:pt x="1159127" y="931497"/>
                  </a:lnTo>
                  <a:lnTo>
                    <a:pt x="1186350" y="893061"/>
                  </a:lnTo>
                  <a:close/>
                  <a:moveTo>
                    <a:pt x="1917294" y="1632997"/>
                  </a:moveTo>
                  <a:lnTo>
                    <a:pt x="1929933" y="1715212"/>
                  </a:lnTo>
                  <a:lnTo>
                    <a:pt x="1981366" y="1676775"/>
                  </a:lnTo>
                  <a:close/>
                  <a:moveTo>
                    <a:pt x="1917294" y="1632997"/>
                  </a:moveTo>
                  <a:lnTo>
                    <a:pt x="1981366" y="1676775"/>
                  </a:lnTo>
                  <a:lnTo>
                    <a:pt x="1946046" y="1594560"/>
                  </a:lnTo>
                  <a:close/>
                  <a:moveTo>
                    <a:pt x="1260693" y="810712"/>
                  </a:moveTo>
                  <a:lnTo>
                    <a:pt x="1186350" y="893061"/>
                  </a:lnTo>
                  <a:lnTo>
                    <a:pt x="1219269" y="854624"/>
                  </a:lnTo>
                  <a:close/>
                  <a:moveTo>
                    <a:pt x="1260693" y="810712"/>
                  </a:moveTo>
                  <a:lnTo>
                    <a:pt x="1216830" y="861919"/>
                  </a:lnTo>
                  <a:lnTo>
                    <a:pt x="1186350" y="893061"/>
                  </a:lnTo>
                  <a:close/>
                  <a:moveTo>
                    <a:pt x="1805320" y="1324914"/>
                  </a:moveTo>
                  <a:lnTo>
                    <a:pt x="1712018" y="1347915"/>
                  </a:lnTo>
                  <a:lnTo>
                    <a:pt x="1735801" y="1420932"/>
                  </a:lnTo>
                  <a:close/>
                  <a:moveTo>
                    <a:pt x="1963368" y="1335548"/>
                  </a:moveTo>
                  <a:lnTo>
                    <a:pt x="1998924" y="1288701"/>
                  </a:lnTo>
                  <a:lnTo>
                    <a:pt x="1975915" y="1319001"/>
                  </a:lnTo>
                  <a:close/>
                  <a:moveTo>
                    <a:pt x="1963368" y="1335548"/>
                  </a:moveTo>
                  <a:lnTo>
                    <a:pt x="1975915" y="1319001"/>
                  </a:lnTo>
                  <a:lnTo>
                    <a:pt x="1914363" y="1367529"/>
                  </a:lnTo>
                  <a:close/>
                  <a:moveTo>
                    <a:pt x="2089825" y="1175300"/>
                  </a:moveTo>
                  <a:lnTo>
                    <a:pt x="2004099" y="1188827"/>
                  </a:lnTo>
                  <a:lnTo>
                    <a:pt x="2137696" y="1214810"/>
                  </a:lnTo>
                  <a:close/>
                  <a:moveTo>
                    <a:pt x="2137696" y="1214810"/>
                  </a:moveTo>
                  <a:lnTo>
                    <a:pt x="2167055" y="1232605"/>
                  </a:lnTo>
                  <a:lnTo>
                    <a:pt x="2089825" y="1175300"/>
                  </a:lnTo>
                  <a:close/>
                  <a:moveTo>
                    <a:pt x="2137696" y="1214810"/>
                  </a:moveTo>
                  <a:lnTo>
                    <a:pt x="2115311" y="1232605"/>
                  </a:lnTo>
                  <a:lnTo>
                    <a:pt x="2150581" y="1225999"/>
                  </a:lnTo>
                  <a:close/>
                  <a:moveTo>
                    <a:pt x="2150581" y="1225999"/>
                  </a:moveTo>
                  <a:lnTo>
                    <a:pt x="2167055" y="1232605"/>
                  </a:lnTo>
                  <a:lnTo>
                    <a:pt x="2137696" y="1214810"/>
                  </a:lnTo>
                  <a:close/>
                </a:path>
              </a:pathLst>
            </a:custGeom>
            <a:solidFill>
              <a:srgbClr val="E3E8EC"/>
            </a:solidFill>
            <a:ln w="1524">
              <a:solidFill>
                <a:srgbClr val="E3E8EC"/>
              </a:solidFill>
            </a:ln>
          </p:spPr>
        </p:sp>
        <p:sp>
          <p:nvSpPr>
            <p:cNvPr id="2044" name="Candidate_density__2043">
              <a:extLst>
                <a:ext uri="{FF2B5EF4-FFF2-40B4-BE49-F238E27FC236}">
                  <a16:creationId xmlns:a16="http://schemas.microsoft.com/office/drawing/2014/main" id="{1DA9820E-3CC6-EF10-68BC-6D1D6E29A7B9}"/>
                </a:ext>
              </a:extLst>
            </p:cNvPr>
            <p:cNvSpPr>
              <a:spLocks noGrp="1"/>
            </p:cNvSpPr>
            <p:nvPr/>
          </p:nvSpPr>
          <p:spPr>
            <a:xfrm>
              <a:off x="4392460" y="3359313"/>
              <a:ext cx="2119221" cy="1815116"/>
            </a:xfrm>
            <a:custGeom>
              <a:avLst/>
              <a:gdLst/>
              <a:ahLst/>
              <a:cxnLst/>
              <a:rect l="0" t="0" r="0" b="0"/>
              <a:pathLst>
                <a:path w="2119221" h="1815116">
                  <a:moveTo>
                    <a:pt x="24410" y="1361972"/>
                  </a:moveTo>
                  <a:lnTo>
                    <a:pt x="30096" y="1311141"/>
                  </a:lnTo>
                  <a:lnTo>
                    <a:pt x="0" y="1349577"/>
                  </a:lnTo>
                  <a:close/>
                  <a:moveTo>
                    <a:pt x="120270" y="1226517"/>
                  </a:moveTo>
                  <a:lnTo>
                    <a:pt x="30096" y="1311141"/>
                  </a:lnTo>
                  <a:lnTo>
                    <a:pt x="102373" y="1272704"/>
                  </a:lnTo>
                  <a:close/>
                  <a:moveTo>
                    <a:pt x="120270" y="1226517"/>
                  </a:moveTo>
                  <a:lnTo>
                    <a:pt x="65267" y="1236071"/>
                  </a:lnTo>
                  <a:lnTo>
                    <a:pt x="30096" y="1311141"/>
                  </a:lnTo>
                  <a:close/>
                  <a:moveTo>
                    <a:pt x="215538" y="1165796"/>
                  </a:moveTo>
                  <a:lnTo>
                    <a:pt x="151146" y="1190489"/>
                  </a:lnTo>
                  <a:lnTo>
                    <a:pt x="239260" y="1177542"/>
                  </a:lnTo>
                  <a:close/>
                  <a:moveTo>
                    <a:pt x="151146" y="1190489"/>
                  </a:moveTo>
                  <a:lnTo>
                    <a:pt x="120270" y="1226517"/>
                  </a:lnTo>
                  <a:lnTo>
                    <a:pt x="239260" y="1177542"/>
                  </a:lnTo>
                  <a:close/>
                  <a:moveTo>
                    <a:pt x="239260" y="1177542"/>
                  </a:moveTo>
                  <a:lnTo>
                    <a:pt x="120270" y="1226517"/>
                  </a:lnTo>
                  <a:lnTo>
                    <a:pt x="222974" y="1234268"/>
                  </a:lnTo>
                  <a:close/>
                  <a:moveTo>
                    <a:pt x="169194" y="1130776"/>
                  </a:moveTo>
                  <a:lnTo>
                    <a:pt x="151146" y="1190489"/>
                  </a:lnTo>
                  <a:lnTo>
                    <a:pt x="215538" y="1165796"/>
                  </a:lnTo>
                  <a:close/>
                  <a:moveTo>
                    <a:pt x="169536" y="1108274"/>
                  </a:moveTo>
                  <a:lnTo>
                    <a:pt x="215538" y="1165796"/>
                  </a:lnTo>
                  <a:lnTo>
                    <a:pt x="250804" y="1152053"/>
                  </a:lnTo>
                  <a:close/>
                  <a:moveTo>
                    <a:pt x="169536" y="1108274"/>
                  </a:moveTo>
                  <a:lnTo>
                    <a:pt x="250804" y="1152053"/>
                  </a:lnTo>
                  <a:lnTo>
                    <a:pt x="225301" y="1069838"/>
                  </a:lnTo>
                  <a:close/>
                  <a:moveTo>
                    <a:pt x="662056" y="1545615"/>
                  </a:moveTo>
                  <a:lnTo>
                    <a:pt x="548971" y="1499524"/>
                  </a:lnTo>
                  <a:lnTo>
                    <a:pt x="584204" y="1563128"/>
                  </a:lnTo>
                  <a:close/>
                  <a:moveTo>
                    <a:pt x="225301" y="1069838"/>
                  </a:moveTo>
                  <a:lnTo>
                    <a:pt x="250804" y="1152053"/>
                  </a:lnTo>
                  <a:lnTo>
                    <a:pt x="329941" y="1133381"/>
                  </a:lnTo>
                  <a:close/>
                  <a:moveTo>
                    <a:pt x="210746" y="987622"/>
                  </a:moveTo>
                  <a:lnTo>
                    <a:pt x="323139" y="1038819"/>
                  </a:lnTo>
                  <a:lnTo>
                    <a:pt x="289912" y="965740"/>
                  </a:lnTo>
                  <a:close/>
                  <a:moveTo>
                    <a:pt x="210746" y="987622"/>
                  </a:moveTo>
                  <a:lnTo>
                    <a:pt x="225301" y="1069838"/>
                  </a:lnTo>
                  <a:lnTo>
                    <a:pt x="323139" y="1038819"/>
                  </a:lnTo>
                  <a:close/>
                  <a:moveTo>
                    <a:pt x="732806" y="1524692"/>
                  </a:moveTo>
                  <a:lnTo>
                    <a:pt x="752093" y="1606907"/>
                  </a:lnTo>
                  <a:lnTo>
                    <a:pt x="802283" y="1592297"/>
                  </a:lnTo>
                  <a:close/>
                  <a:moveTo>
                    <a:pt x="1312312" y="1780889"/>
                  </a:moveTo>
                  <a:lnTo>
                    <a:pt x="1175680" y="1740336"/>
                  </a:lnTo>
                  <a:lnTo>
                    <a:pt x="1211966" y="1815116"/>
                  </a:lnTo>
                  <a:close/>
                  <a:moveTo>
                    <a:pt x="1345778" y="1694464"/>
                  </a:moveTo>
                  <a:lnTo>
                    <a:pt x="1336896" y="1776679"/>
                  </a:lnTo>
                  <a:lnTo>
                    <a:pt x="1425258" y="1738243"/>
                  </a:lnTo>
                  <a:close/>
                  <a:moveTo>
                    <a:pt x="1345778" y="1694464"/>
                  </a:moveTo>
                  <a:lnTo>
                    <a:pt x="1425258" y="1738243"/>
                  </a:lnTo>
                  <a:lnTo>
                    <a:pt x="1407116" y="1656028"/>
                  </a:lnTo>
                  <a:close/>
                  <a:moveTo>
                    <a:pt x="1407116" y="1656028"/>
                  </a:moveTo>
                  <a:lnTo>
                    <a:pt x="1470270" y="1638833"/>
                  </a:lnTo>
                  <a:lnTo>
                    <a:pt x="1450268" y="1629234"/>
                  </a:lnTo>
                  <a:close/>
                  <a:moveTo>
                    <a:pt x="1456169" y="1699807"/>
                  </a:moveTo>
                  <a:lnTo>
                    <a:pt x="1470270" y="1638833"/>
                  </a:lnTo>
                  <a:lnTo>
                    <a:pt x="1407116" y="1656028"/>
                  </a:lnTo>
                  <a:close/>
                  <a:moveTo>
                    <a:pt x="1425258" y="1738243"/>
                  </a:moveTo>
                  <a:lnTo>
                    <a:pt x="1456169" y="1699807"/>
                  </a:lnTo>
                  <a:lnTo>
                    <a:pt x="1407116" y="1656028"/>
                  </a:lnTo>
                  <a:close/>
                  <a:moveTo>
                    <a:pt x="1430887" y="1535376"/>
                  </a:moveTo>
                  <a:lnTo>
                    <a:pt x="1450268" y="1629234"/>
                  </a:lnTo>
                  <a:lnTo>
                    <a:pt x="1460004" y="1600450"/>
                  </a:lnTo>
                  <a:close/>
                  <a:moveTo>
                    <a:pt x="1407116" y="1656028"/>
                  </a:moveTo>
                  <a:lnTo>
                    <a:pt x="1450268" y="1629234"/>
                  </a:lnTo>
                  <a:lnTo>
                    <a:pt x="1430887" y="1535376"/>
                  </a:lnTo>
                  <a:close/>
                  <a:moveTo>
                    <a:pt x="1450268" y="1629234"/>
                  </a:moveTo>
                  <a:lnTo>
                    <a:pt x="1474423" y="1617592"/>
                  </a:lnTo>
                  <a:lnTo>
                    <a:pt x="1460004" y="1600450"/>
                  </a:lnTo>
                  <a:close/>
                  <a:moveTo>
                    <a:pt x="631803" y="669752"/>
                  </a:moveTo>
                  <a:lnTo>
                    <a:pt x="686093" y="657534"/>
                  </a:lnTo>
                  <a:lnTo>
                    <a:pt x="631977" y="669446"/>
                  </a:lnTo>
                  <a:close/>
                  <a:moveTo>
                    <a:pt x="686093" y="657534"/>
                  </a:moveTo>
                  <a:lnTo>
                    <a:pt x="690776" y="631010"/>
                  </a:lnTo>
                  <a:lnTo>
                    <a:pt x="631977" y="669446"/>
                  </a:lnTo>
                  <a:close/>
                  <a:moveTo>
                    <a:pt x="610096" y="587231"/>
                  </a:moveTo>
                  <a:lnTo>
                    <a:pt x="631977" y="669446"/>
                  </a:lnTo>
                  <a:lnTo>
                    <a:pt x="690776" y="631010"/>
                  </a:lnTo>
                  <a:close/>
                  <a:moveTo>
                    <a:pt x="610096" y="587231"/>
                  </a:moveTo>
                  <a:lnTo>
                    <a:pt x="690776" y="631010"/>
                  </a:lnTo>
                  <a:lnTo>
                    <a:pt x="683555" y="548795"/>
                  </a:lnTo>
                  <a:close/>
                  <a:moveTo>
                    <a:pt x="1466448" y="1515987"/>
                  </a:moveTo>
                  <a:lnTo>
                    <a:pt x="1460004" y="1600450"/>
                  </a:lnTo>
                  <a:lnTo>
                    <a:pt x="1500789" y="1496940"/>
                  </a:lnTo>
                  <a:close/>
                  <a:moveTo>
                    <a:pt x="1500789" y="1496940"/>
                  </a:moveTo>
                  <a:lnTo>
                    <a:pt x="1460004" y="1600450"/>
                  </a:lnTo>
                  <a:lnTo>
                    <a:pt x="1474423" y="1617592"/>
                  </a:lnTo>
                  <a:close/>
                  <a:moveTo>
                    <a:pt x="1430887" y="1535376"/>
                  </a:moveTo>
                  <a:lnTo>
                    <a:pt x="1460004" y="1600450"/>
                  </a:lnTo>
                  <a:lnTo>
                    <a:pt x="1466448" y="1515987"/>
                  </a:lnTo>
                  <a:close/>
                  <a:moveTo>
                    <a:pt x="1404058" y="1453161"/>
                  </a:moveTo>
                  <a:lnTo>
                    <a:pt x="1466448" y="1515987"/>
                  </a:lnTo>
                  <a:lnTo>
                    <a:pt x="1444769" y="1433520"/>
                  </a:lnTo>
                  <a:close/>
                  <a:moveTo>
                    <a:pt x="1404058" y="1453161"/>
                  </a:moveTo>
                  <a:lnTo>
                    <a:pt x="1430887" y="1535376"/>
                  </a:lnTo>
                  <a:lnTo>
                    <a:pt x="1466448" y="1515987"/>
                  </a:lnTo>
                  <a:close/>
                  <a:moveTo>
                    <a:pt x="1500789" y="1496940"/>
                  </a:moveTo>
                  <a:lnTo>
                    <a:pt x="1482133" y="1414725"/>
                  </a:lnTo>
                  <a:lnTo>
                    <a:pt x="1466448" y="1515987"/>
                  </a:lnTo>
                  <a:close/>
                  <a:moveTo>
                    <a:pt x="1482133" y="1414725"/>
                  </a:moveTo>
                  <a:lnTo>
                    <a:pt x="1444769" y="1433520"/>
                  </a:lnTo>
                  <a:lnTo>
                    <a:pt x="1466448" y="1515987"/>
                  </a:lnTo>
                  <a:close/>
                  <a:moveTo>
                    <a:pt x="683555" y="548795"/>
                  </a:moveTo>
                  <a:lnTo>
                    <a:pt x="792395" y="599414"/>
                  </a:lnTo>
                  <a:lnTo>
                    <a:pt x="765160" y="521463"/>
                  </a:lnTo>
                  <a:close/>
                  <a:moveTo>
                    <a:pt x="683555" y="548795"/>
                  </a:moveTo>
                  <a:lnTo>
                    <a:pt x="690776" y="631010"/>
                  </a:lnTo>
                  <a:lnTo>
                    <a:pt x="792395" y="599414"/>
                  </a:lnTo>
                  <a:close/>
                  <a:moveTo>
                    <a:pt x="834531" y="592573"/>
                  </a:moveTo>
                  <a:lnTo>
                    <a:pt x="860488" y="537045"/>
                  </a:lnTo>
                  <a:lnTo>
                    <a:pt x="792395" y="599414"/>
                  </a:lnTo>
                  <a:close/>
                  <a:moveTo>
                    <a:pt x="792395" y="599414"/>
                  </a:moveTo>
                  <a:lnTo>
                    <a:pt x="843312" y="518519"/>
                  </a:lnTo>
                  <a:lnTo>
                    <a:pt x="765160" y="521463"/>
                  </a:lnTo>
                  <a:close/>
                  <a:moveTo>
                    <a:pt x="718080" y="498467"/>
                  </a:moveTo>
                  <a:lnTo>
                    <a:pt x="683555" y="548795"/>
                  </a:lnTo>
                  <a:lnTo>
                    <a:pt x="765160" y="521463"/>
                  </a:lnTo>
                  <a:close/>
                  <a:moveTo>
                    <a:pt x="1609278" y="1091207"/>
                  </a:moveTo>
                  <a:lnTo>
                    <a:pt x="1665070" y="1175419"/>
                  </a:lnTo>
                  <a:lnTo>
                    <a:pt x="1666478" y="1169502"/>
                  </a:lnTo>
                  <a:close/>
                  <a:moveTo>
                    <a:pt x="1665070" y="1175419"/>
                  </a:moveTo>
                  <a:lnTo>
                    <a:pt x="1682338" y="1173421"/>
                  </a:lnTo>
                  <a:lnTo>
                    <a:pt x="1666478" y="1169502"/>
                  </a:lnTo>
                  <a:close/>
                  <a:moveTo>
                    <a:pt x="1287037" y="312834"/>
                  </a:moveTo>
                  <a:lnTo>
                    <a:pt x="1350022" y="356613"/>
                  </a:lnTo>
                  <a:lnTo>
                    <a:pt x="1339605" y="274397"/>
                  </a:lnTo>
                  <a:close/>
                  <a:moveTo>
                    <a:pt x="1350022" y="356613"/>
                  </a:moveTo>
                  <a:lnTo>
                    <a:pt x="1409915" y="438828"/>
                  </a:lnTo>
                  <a:lnTo>
                    <a:pt x="1455323" y="318176"/>
                  </a:lnTo>
                  <a:close/>
                  <a:moveTo>
                    <a:pt x="1339605" y="274397"/>
                  </a:moveTo>
                  <a:lnTo>
                    <a:pt x="1451554" y="277644"/>
                  </a:lnTo>
                  <a:lnTo>
                    <a:pt x="1436873" y="238832"/>
                  </a:lnTo>
                  <a:close/>
                  <a:moveTo>
                    <a:pt x="1455323" y="318176"/>
                  </a:moveTo>
                  <a:lnTo>
                    <a:pt x="1451554" y="277644"/>
                  </a:lnTo>
                  <a:lnTo>
                    <a:pt x="1339605" y="274397"/>
                  </a:lnTo>
                  <a:close/>
                  <a:moveTo>
                    <a:pt x="1350022" y="356613"/>
                  </a:moveTo>
                  <a:lnTo>
                    <a:pt x="1455323" y="318176"/>
                  </a:lnTo>
                  <a:lnTo>
                    <a:pt x="1339605" y="274397"/>
                  </a:lnTo>
                  <a:close/>
                  <a:moveTo>
                    <a:pt x="1297576" y="191394"/>
                  </a:moveTo>
                  <a:lnTo>
                    <a:pt x="1297333" y="194899"/>
                  </a:lnTo>
                  <a:lnTo>
                    <a:pt x="1407203" y="153746"/>
                  </a:lnTo>
                  <a:close/>
                  <a:moveTo>
                    <a:pt x="1297333" y="194899"/>
                  </a:moveTo>
                  <a:lnTo>
                    <a:pt x="1339605" y="274397"/>
                  </a:lnTo>
                  <a:lnTo>
                    <a:pt x="1407203" y="153746"/>
                  </a:lnTo>
                  <a:close/>
                  <a:moveTo>
                    <a:pt x="1407203" y="153746"/>
                  </a:moveTo>
                  <a:lnTo>
                    <a:pt x="1339605" y="274397"/>
                  </a:lnTo>
                  <a:lnTo>
                    <a:pt x="1431262" y="201777"/>
                  </a:lnTo>
                  <a:close/>
                  <a:moveTo>
                    <a:pt x="1431262" y="201777"/>
                  </a:moveTo>
                  <a:lnTo>
                    <a:pt x="1339605" y="274397"/>
                  </a:lnTo>
                  <a:lnTo>
                    <a:pt x="1436873" y="238832"/>
                  </a:lnTo>
                  <a:close/>
                  <a:moveTo>
                    <a:pt x="1436873" y="238832"/>
                  </a:moveTo>
                  <a:lnTo>
                    <a:pt x="1459139" y="235961"/>
                  </a:lnTo>
                  <a:lnTo>
                    <a:pt x="1431262" y="201777"/>
                  </a:lnTo>
                  <a:close/>
                  <a:moveTo>
                    <a:pt x="1436873" y="238832"/>
                  </a:moveTo>
                  <a:lnTo>
                    <a:pt x="1451554" y="277644"/>
                  </a:lnTo>
                  <a:lnTo>
                    <a:pt x="1459139" y="235961"/>
                  </a:lnTo>
                  <a:close/>
                  <a:moveTo>
                    <a:pt x="1465355" y="329242"/>
                  </a:moveTo>
                  <a:lnTo>
                    <a:pt x="1478029" y="305466"/>
                  </a:lnTo>
                  <a:lnTo>
                    <a:pt x="1455323" y="318176"/>
                  </a:lnTo>
                  <a:close/>
                  <a:moveTo>
                    <a:pt x="1451554" y="277644"/>
                  </a:moveTo>
                  <a:lnTo>
                    <a:pt x="1455323" y="318176"/>
                  </a:lnTo>
                  <a:lnTo>
                    <a:pt x="1478029" y="305466"/>
                  </a:lnTo>
                  <a:close/>
                  <a:moveTo>
                    <a:pt x="1534201" y="220298"/>
                  </a:moveTo>
                  <a:lnTo>
                    <a:pt x="1459139" y="235961"/>
                  </a:lnTo>
                  <a:lnTo>
                    <a:pt x="1581697" y="270368"/>
                  </a:lnTo>
                  <a:close/>
                  <a:moveTo>
                    <a:pt x="1459139" y="235961"/>
                  </a:moveTo>
                  <a:lnTo>
                    <a:pt x="1451554" y="277644"/>
                  </a:lnTo>
                  <a:lnTo>
                    <a:pt x="1581697" y="270368"/>
                  </a:lnTo>
                  <a:close/>
                  <a:moveTo>
                    <a:pt x="1581697" y="270368"/>
                  </a:moveTo>
                  <a:lnTo>
                    <a:pt x="1451554" y="277644"/>
                  </a:lnTo>
                  <a:lnTo>
                    <a:pt x="1567760" y="279740"/>
                  </a:lnTo>
                  <a:close/>
                  <a:moveTo>
                    <a:pt x="1567760" y="279740"/>
                  </a:moveTo>
                  <a:lnTo>
                    <a:pt x="1451554" y="277644"/>
                  </a:lnTo>
                  <a:lnTo>
                    <a:pt x="1478029" y="305466"/>
                  </a:lnTo>
                  <a:close/>
                  <a:moveTo>
                    <a:pt x="1534201" y="220298"/>
                  </a:moveTo>
                  <a:lnTo>
                    <a:pt x="1431262" y="201777"/>
                  </a:lnTo>
                  <a:lnTo>
                    <a:pt x="1459139" y="235961"/>
                  </a:lnTo>
                  <a:close/>
                  <a:moveTo>
                    <a:pt x="1426104" y="147496"/>
                  </a:moveTo>
                  <a:lnTo>
                    <a:pt x="1431262" y="201777"/>
                  </a:lnTo>
                  <a:lnTo>
                    <a:pt x="1534201" y="220298"/>
                  </a:lnTo>
                  <a:close/>
                  <a:moveTo>
                    <a:pt x="1534201" y="220298"/>
                  </a:moveTo>
                  <a:lnTo>
                    <a:pt x="1606672" y="197524"/>
                  </a:lnTo>
                  <a:lnTo>
                    <a:pt x="1622528" y="144372"/>
                  </a:lnTo>
                  <a:close/>
                  <a:moveTo>
                    <a:pt x="1534201" y="220298"/>
                  </a:moveTo>
                  <a:lnTo>
                    <a:pt x="1581697" y="270368"/>
                  </a:lnTo>
                  <a:lnTo>
                    <a:pt x="1606672" y="197524"/>
                  </a:lnTo>
                  <a:close/>
                  <a:moveTo>
                    <a:pt x="1407203" y="153746"/>
                  </a:moveTo>
                  <a:lnTo>
                    <a:pt x="1431262" y="201777"/>
                  </a:lnTo>
                  <a:lnTo>
                    <a:pt x="1426104" y="147496"/>
                  </a:lnTo>
                  <a:close/>
                  <a:moveTo>
                    <a:pt x="1381930" y="71531"/>
                  </a:moveTo>
                  <a:lnTo>
                    <a:pt x="1426104" y="147496"/>
                  </a:lnTo>
                  <a:lnTo>
                    <a:pt x="1401292" y="67575"/>
                  </a:lnTo>
                  <a:close/>
                  <a:moveTo>
                    <a:pt x="1381930" y="71531"/>
                  </a:moveTo>
                  <a:lnTo>
                    <a:pt x="1407203" y="153746"/>
                  </a:lnTo>
                  <a:lnTo>
                    <a:pt x="1426104" y="147496"/>
                  </a:lnTo>
                  <a:close/>
                  <a:moveTo>
                    <a:pt x="1673045" y="168013"/>
                  </a:moveTo>
                  <a:lnTo>
                    <a:pt x="1606672" y="197524"/>
                  </a:lnTo>
                  <a:lnTo>
                    <a:pt x="1693661" y="195121"/>
                  </a:lnTo>
                  <a:close/>
                  <a:moveTo>
                    <a:pt x="1693661" y="195121"/>
                  </a:moveTo>
                  <a:lnTo>
                    <a:pt x="1606672" y="197524"/>
                  </a:lnTo>
                  <a:lnTo>
                    <a:pt x="1581697" y="270368"/>
                  </a:lnTo>
                  <a:close/>
                  <a:moveTo>
                    <a:pt x="1622528" y="144372"/>
                  </a:moveTo>
                  <a:lnTo>
                    <a:pt x="1606672" y="197524"/>
                  </a:lnTo>
                  <a:lnTo>
                    <a:pt x="1673045" y="168013"/>
                  </a:lnTo>
                  <a:close/>
                  <a:moveTo>
                    <a:pt x="1622528" y="144372"/>
                  </a:moveTo>
                  <a:lnTo>
                    <a:pt x="1673045" y="168013"/>
                  </a:lnTo>
                  <a:lnTo>
                    <a:pt x="1637471" y="115310"/>
                  </a:lnTo>
                  <a:close/>
                  <a:moveTo>
                    <a:pt x="1637471" y="115310"/>
                  </a:moveTo>
                  <a:lnTo>
                    <a:pt x="1673045" y="168013"/>
                  </a:lnTo>
                  <a:lnTo>
                    <a:pt x="1693543" y="159088"/>
                  </a:lnTo>
                  <a:close/>
                  <a:moveTo>
                    <a:pt x="1637471" y="115310"/>
                  </a:moveTo>
                  <a:lnTo>
                    <a:pt x="1693543" y="159088"/>
                  </a:lnTo>
                  <a:lnTo>
                    <a:pt x="1703449" y="76873"/>
                  </a:lnTo>
                  <a:close/>
                  <a:moveTo>
                    <a:pt x="1673045" y="168013"/>
                  </a:moveTo>
                  <a:lnTo>
                    <a:pt x="1693661" y="195121"/>
                  </a:lnTo>
                  <a:lnTo>
                    <a:pt x="1693543" y="159088"/>
                  </a:lnTo>
                  <a:close/>
                  <a:moveTo>
                    <a:pt x="1703449" y="76873"/>
                  </a:moveTo>
                  <a:lnTo>
                    <a:pt x="1786845" y="136088"/>
                  </a:lnTo>
                  <a:lnTo>
                    <a:pt x="1758053" y="59403"/>
                  </a:lnTo>
                  <a:close/>
                  <a:moveTo>
                    <a:pt x="1703449" y="76873"/>
                  </a:moveTo>
                  <a:lnTo>
                    <a:pt x="1693543" y="159088"/>
                  </a:lnTo>
                  <a:lnTo>
                    <a:pt x="1786845" y="136088"/>
                  </a:lnTo>
                  <a:close/>
                  <a:moveTo>
                    <a:pt x="1786845" y="136088"/>
                  </a:moveTo>
                  <a:lnTo>
                    <a:pt x="1842449" y="51383"/>
                  </a:lnTo>
                  <a:lnTo>
                    <a:pt x="1758053" y="59403"/>
                  </a:lnTo>
                  <a:close/>
                  <a:moveTo>
                    <a:pt x="1728437" y="46485"/>
                  </a:moveTo>
                  <a:lnTo>
                    <a:pt x="1703449" y="76873"/>
                  </a:lnTo>
                  <a:lnTo>
                    <a:pt x="1758053" y="59403"/>
                  </a:lnTo>
                  <a:close/>
                  <a:moveTo>
                    <a:pt x="1995520" y="82215"/>
                  </a:moveTo>
                  <a:lnTo>
                    <a:pt x="1980449" y="99874"/>
                  </a:lnTo>
                  <a:lnTo>
                    <a:pt x="1944894" y="146722"/>
                  </a:lnTo>
                  <a:close/>
                  <a:moveTo>
                    <a:pt x="1984427" y="15874"/>
                  </a:moveTo>
                  <a:lnTo>
                    <a:pt x="1980449" y="99874"/>
                  </a:lnTo>
                  <a:lnTo>
                    <a:pt x="1995520" y="82215"/>
                  </a:lnTo>
                  <a:close/>
                  <a:moveTo>
                    <a:pt x="1985624" y="0"/>
                  </a:moveTo>
                  <a:lnTo>
                    <a:pt x="1980449" y="99874"/>
                  </a:lnTo>
                  <a:lnTo>
                    <a:pt x="1984427" y="15874"/>
                  </a:lnTo>
                  <a:close/>
                  <a:moveTo>
                    <a:pt x="1985624" y="0"/>
                  </a:moveTo>
                  <a:lnTo>
                    <a:pt x="1976923" y="2650"/>
                  </a:lnTo>
                  <a:lnTo>
                    <a:pt x="1949024" y="98710"/>
                  </a:lnTo>
                  <a:close/>
                  <a:moveTo>
                    <a:pt x="2014957" y="71821"/>
                  </a:moveTo>
                  <a:lnTo>
                    <a:pt x="1995520" y="82215"/>
                  </a:lnTo>
                  <a:lnTo>
                    <a:pt x="2063499" y="96307"/>
                  </a:lnTo>
                  <a:close/>
                  <a:moveTo>
                    <a:pt x="1984427" y="15874"/>
                  </a:moveTo>
                  <a:lnTo>
                    <a:pt x="1995520" y="82215"/>
                  </a:lnTo>
                  <a:lnTo>
                    <a:pt x="2014957" y="71821"/>
                  </a:lnTo>
                  <a:close/>
                  <a:moveTo>
                    <a:pt x="1985624" y="0"/>
                  </a:moveTo>
                  <a:lnTo>
                    <a:pt x="1984427" y="15874"/>
                  </a:lnTo>
                  <a:lnTo>
                    <a:pt x="2119221" y="25984"/>
                  </a:lnTo>
                  <a:close/>
                  <a:moveTo>
                    <a:pt x="2119221" y="25984"/>
                  </a:moveTo>
                  <a:lnTo>
                    <a:pt x="1984427" y="15874"/>
                  </a:lnTo>
                  <a:lnTo>
                    <a:pt x="2096837" y="43779"/>
                  </a:lnTo>
                  <a:close/>
                  <a:moveTo>
                    <a:pt x="2096837" y="43779"/>
                  </a:moveTo>
                  <a:lnTo>
                    <a:pt x="1984427" y="15874"/>
                  </a:lnTo>
                  <a:lnTo>
                    <a:pt x="2014957" y="71821"/>
                  </a:lnTo>
                  <a:close/>
                </a:path>
              </a:pathLst>
            </a:custGeom>
            <a:solidFill>
              <a:srgbClr val="E8ECEF"/>
            </a:solidFill>
            <a:ln w="1524">
              <a:solidFill>
                <a:srgbClr val="E8ECEF"/>
              </a:solidFill>
            </a:ln>
          </p:spPr>
        </p:sp>
        <p:sp>
          <p:nvSpPr>
            <p:cNvPr id="2045" name="Candidate_density__2044">
              <a:extLst>
                <a:ext uri="{FF2B5EF4-FFF2-40B4-BE49-F238E27FC236}">
                  <a16:creationId xmlns:a16="http://schemas.microsoft.com/office/drawing/2014/main" id="{A867E632-2E1E-8A3A-903D-1C8C579359E6}"/>
                </a:ext>
              </a:extLst>
            </p:cNvPr>
            <p:cNvSpPr>
              <a:spLocks noGrp="1"/>
            </p:cNvSpPr>
            <p:nvPr/>
          </p:nvSpPr>
          <p:spPr>
            <a:xfrm>
              <a:off x="4677152" y="2165924"/>
              <a:ext cx="1955093" cy="3370459"/>
            </a:xfrm>
            <a:custGeom>
              <a:avLst/>
              <a:gdLst/>
              <a:ahLst/>
              <a:cxnLst/>
              <a:rect l="0" t="0" r="0" b="0"/>
              <a:pathLst>
                <a:path w="1955093" h="3370459">
                  <a:moveTo>
                    <a:pt x="489406" y="3206029"/>
                  </a:moveTo>
                  <a:lnTo>
                    <a:pt x="451636" y="3266497"/>
                  </a:lnTo>
                  <a:lnTo>
                    <a:pt x="493846" y="3209109"/>
                  </a:lnTo>
                  <a:close/>
                  <a:moveTo>
                    <a:pt x="493846" y="3209109"/>
                  </a:moveTo>
                  <a:lnTo>
                    <a:pt x="564259" y="3208707"/>
                  </a:lnTo>
                  <a:lnTo>
                    <a:pt x="527850" y="3206029"/>
                  </a:lnTo>
                  <a:close/>
                  <a:moveTo>
                    <a:pt x="0" y="2712738"/>
                  </a:moveTo>
                  <a:lnTo>
                    <a:pt x="37051" y="2733804"/>
                  </a:lnTo>
                  <a:lnTo>
                    <a:pt x="76505" y="2763373"/>
                  </a:lnTo>
                  <a:close/>
                  <a:moveTo>
                    <a:pt x="153239" y="2771613"/>
                  </a:moveTo>
                  <a:lnTo>
                    <a:pt x="76505" y="2763373"/>
                  </a:lnTo>
                  <a:lnTo>
                    <a:pt x="37051" y="2733804"/>
                  </a:lnTo>
                  <a:close/>
                  <a:moveTo>
                    <a:pt x="743212" y="3370459"/>
                  </a:moveTo>
                  <a:lnTo>
                    <a:pt x="752847" y="3332023"/>
                  </a:lnTo>
                  <a:lnTo>
                    <a:pt x="674743" y="3328141"/>
                  </a:lnTo>
                  <a:close/>
                  <a:moveTo>
                    <a:pt x="752847" y="3332023"/>
                  </a:moveTo>
                  <a:lnTo>
                    <a:pt x="731462" y="3324999"/>
                  </a:lnTo>
                  <a:lnTo>
                    <a:pt x="674743" y="3328141"/>
                  </a:lnTo>
                  <a:close/>
                  <a:moveTo>
                    <a:pt x="493846" y="3209109"/>
                  </a:moveTo>
                  <a:lnTo>
                    <a:pt x="457474" y="3174337"/>
                  </a:lnTo>
                  <a:lnTo>
                    <a:pt x="489406" y="3206029"/>
                  </a:lnTo>
                  <a:close/>
                  <a:moveTo>
                    <a:pt x="557453" y="3231723"/>
                  </a:moveTo>
                  <a:lnTo>
                    <a:pt x="527850" y="3206029"/>
                  </a:lnTo>
                  <a:lnTo>
                    <a:pt x="620334" y="3263211"/>
                  </a:lnTo>
                  <a:close/>
                  <a:moveTo>
                    <a:pt x="493846" y="3209109"/>
                  </a:moveTo>
                  <a:lnTo>
                    <a:pt x="527850" y="3206029"/>
                  </a:lnTo>
                  <a:lnTo>
                    <a:pt x="557453" y="3231723"/>
                  </a:lnTo>
                  <a:close/>
                  <a:moveTo>
                    <a:pt x="397976" y="2838733"/>
                  </a:moveTo>
                  <a:lnTo>
                    <a:pt x="369369" y="2807167"/>
                  </a:lnTo>
                  <a:lnTo>
                    <a:pt x="422389" y="2863084"/>
                  </a:lnTo>
                  <a:close/>
                  <a:moveTo>
                    <a:pt x="55764" y="2518406"/>
                  </a:moveTo>
                  <a:lnTo>
                    <a:pt x="13041" y="2453048"/>
                  </a:lnTo>
                  <a:lnTo>
                    <a:pt x="18154" y="2509872"/>
                  </a:lnTo>
                  <a:close/>
                  <a:moveTo>
                    <a:pt x="807010" y="3293586"/>
                  </a:moveTo>
                  <a:lnTo>
                    <a:pt x="752847" y="3332023"/>
                  </a:lnTo>
                  <a:lnTo>
                    <a:pt x="813424" y="3352784"/>
                  </a:lnTo>
                  <a:close/>
                  <a:moveTo>
                    <a:pt x="752847" y="3332023"/>
                  </a:moveTo>
                  <a:lnTo>
                    <a:pt x="807010" y="3293586"/>
                  </a:lnTo>
                  <a:lnTo>
                    <a:pt x="731462" y="3324999"/>
                  </a:lnTo>
                  <a:close/>
                  <a:moveTo>
                    <a:pt x="543294" y="2900130"/>
                  </a:moveTo>
                  <a:lnTo>
                    <a:pt x="510378" y="2840515"/>
                  </a:lnTo>
                  <a:lnTo>
                    <a:pt x="466040" y="2889946"/>
                  </a:lnTo>
                  <a:close/>
                  <a:moveTo>
                    <a:pt x="151069" y="2389220"/>
                  </a:moveTo>
                  <a:lnTo>
                    <a:pt x="97745" y="2427657"/>
                  </a:lnTo>
                  <a:lnTo>
                    <a:pt x="132067" y="2471436"/>
                  </a:lnTo>
                  <a:close/>
                  <a:moveTo>
                    <a:pt x="175448" y="2389220"/>
                  </a:moveTo>
                  <a:lnTo>
                    <a:pt x="159873" y="2494359"/>
                  </a:lnTo>
                  <a:lnTo>
                    <a:pt x="205446" y="2472944"/>
                  </a:lnTo>
                  <a:close/>
                  <a:moveTo>
                    <a:pt x="467152" y="2626508"/>
                  </a:moveTo>
                  <a:lnTo>
                    <a:pt x="514015" y="2638912"/>
                  </a:lnTo>
                  <a:lnTo>
                    <a:pt x="407104" y="2614734"/>
                  </a:lnTo>
                  <a:close/>
                  <a:moveTo>
                    <a:pt x="480971" y="2635866"/>
                  </a:moveTo>
                  <a:lnTo>
                    <a:pt x="539015" y="2668926"/>
                  </a:lnTo>
                  <a:lnTo>
                    <a:pt x="514015" y="2638912"/>
                  </a:lnTo>
                  <a:close/>
                  <a:moveTo>
                    <a:pt x="514015" y="2638912"/>
                  </a:moveTo>
                  <a:lnTo>
                    <a:pt x="539015" y="2668926"/>
                  </a:lnTo>
                  <a:lnTo>
                    <a:pt x="588172" y="2637515"/>
                  </a:lnTo>
                  <a:close/>
                  <a:moveTo>
                    <a:pt x="480971" y="2635866"/>
                  </a:moveTo>
                  <a:lnTo>
                    <a:pt x="514015" y="2638912"/>
                  </a:lnTo>
                  <a:lnTo>
                    <a:pt x="467152" y="2626508"/>
                  </a:lnTo>
                  <a:close/>
                  <a:moveTo>
                    <a:pt x="956199" y="3171935"/>
                  </a:moveTo>
                  <a:lnTo>
                    <a:pt x="955514" y="3174974"/>
                  </a:lnTo>
                  <a:lnTo>
                    <a:pt x="955529" y="3172935"/>
                  </a:lnTo>
                  <a:close/>
                  <a:moveTo>
                    <a:pt x="956199" y="3171935"/>
                  </a:moveTo>
                  <a:lnTo>
                    <a:pt x="955529" y="3172935"/>
                  </a:lnTo>
                  <a:lnTo>
                    <a:pt x="954584" y="3171497"/>
                  </a:lnTo>
                  <a:close/>
                  <a:moveTo>
                    <a:pt x="1027620" y="2974278"/>
                  </a:moveTo>
                  <a:lnTo>
                    <a:pt x="1016962" y="3090720"/>
                  </a:lnTo>
                  <a:lnTo>
                    <a:pt x="1121512" y="3023092"/>
                  </a:lnTo>
                  <a:close/>
                  <a:moveTo>
                    <a:pt x="594168" y="2483746"/>
                  </a:moveTo>
                  <a:lnTo>
                    <a:pt x="521707" y="2582156"/>
                  </a:lnTo>
                  <a:lnTo>
                    <a:pt x="600689" y="2578537"/>
                  </a:lnTo>
                  <a:close/>
                  <a:moveTo>
                    <a:pt x="459001" y="2432999"/>
                  </a:moveTo>
                  <a:lnTo>
                    <a:pt x="599622" y="2465122"/>
                  </a:lnTo>
                  <a:lnTo>
                    <a:pt x="548964" y="2476778"/>
                  </a:lnTo>
                  <a:close/>
                  <a:moveTo>
                    <a:pt x="548964" y="2476778"/>
                  </a:moveTo>
                  <a:lnTo>
                    <a:pt x="594168" y="2483746"/>
                  </a:lnTo>
                  <a:lnTo>
                    <a:pt x="459001" y="2432999"/>
                  </a:lnTo>
                  <a:close/>
                  <a:moveTo>
                    <a:pt x="284416" y="2253517"/>
                  </a:moveTo>
                  <a:lnTo>
                    <a:pt x="322246" y="2322853"/>
                  </a:lnTo>
                  <a:lnTo>
                    <a:pt x="367289" y="2246734"/>
                  </a:lnTo>
                  <a:close/>
                  <a:moveTo>
                    <a:pt x="284416" y="2253517"/>
                  </a:moveTo>
                  <a:lnTo>
                    <a:pt x="367289" y="2246734"/>
                  </a:lnTo>
                  <a:lnTo>
                    <a:pt x="306582" y="2205468"/>
                  </a:lnTo>
                  <a:close/>
                  <a:moveTo>
                    <a:pt x="367289" y="2246734"/>
                  </a:moveTo>
                  <a:lnTo>
                    <a:pt x="420414" y="2264136"/>
                  </a:lnTo>
                  <a:lnTo>
                    <a:pt x="377810" y="2193118"/>
                  </a:lnTo>
                  <a:close/>
                  <a:moveTo>
                    <a:pt x="1140567" y="2931632"/>
                  </a:moveTo>
                  <a:lnTo>
                    <a:pt x="1121512" y="3023092"/>
                  </a:lnTo>
                  <a:lnTo>
                    <a:pt x="1169541" y="2987465"/>
                  </a:lnTo>
                  <a:close/>
                  <a:moveTo>
                    <a:pt x="639785" y="2400080"/>
                  </a:moveTo>
                  <a:lnTo>
                    <a:pt x="692288" y="2364476"/>
                  </a:lnTo>
                  <a:lnTo>
                    <a:pt x="680761" y="2356126"/>
                  </a:lnTo>
                  <a:close/>
                  <a:moveTo>
                    <a:pt x="669685" y="2448421"/>
                  </a:moveTo>
                  <a:lnTo>
                    <a:pt x="692288" y="2364476"/>
                  </a:lnTo>
                  <a:lnTo>
                    <a:pt x="639785" y="2400080"/>
                  </a:lnTo>
                  <a:close/>
                  <a:moveTo>
                    <a:pt x="599622" y="2465122"/>
                  </a:moveTo>
                  <a:lnTo>
                    <a:pt x="669685" y="2448421"/>
                  </a:lnTo>
                  <a:lnTo>
                    <a:pt x="639785" y="2400080"/>
                  </a:lnTo>
                  <a:close/>
                  <a:moveTo>
                    <a:pt x="692288" y="2364476"/>
                  </a:moveTo>
                  <a:lnTo>
                    <a:pt x="610090" y="2289058"/>
                  </a:lnTo>
                  <a:lnTo>
                    <a:pt x="680761" y="2356126"/>
                  </a:lnTo>
                  <a:close/>
                  <a:moveTo>
                    <a:pt x="444069" y="2144813"/>
                  </a:moveTo>
                  <a:lnTo>
                    <a:pt x="381405" y="2135166"/>
                  </a:lnTo>
                  <a:lnTo>
                    <a:pt x="377810" y="2193118"/>
                  </a:lnTo>
                  <a:close/>
                  <a:moveTo>
                    <a:pt x="1271467" y="2874692"/>
                  </a:moveTo>
                  <a:lnTo>
                    <a:pt x="1189731" y="2810980"/>
                  </a:lnTo>
                  <a:lnTo>
                    <a:pt x="1250601" y="2914183"/>
                  </a:lnTo>
                  <a:close/>
                  <a:moveTo>
                    <a:pt x="1185578" y="2832222"/>
                  </a:moveTo>
                  <a:lnTo>
                    <a:pt x="1246634" y="2893195"/>
                  </a:lnTo>
                  <a:lnTo>
                    <a:pt x="1250601" y="2914183"/>
                  </a:lnTo>
                  <a:close/>
                  <a:moveTo>
                    <a:pt x="662226" y="2328324"/>
                  </a:moveTo>
                  <a:lnTo>
                    <a:pt x="680761" y="2356126"/>
                  </a:lnTo>
                  <a:lnTo>
                    <a:pt x="610090" y="2289058"/>
                  </a:lnTo>
                  <a:close/>
                  <a:moveTo>
                    <a:pt x="493571" y="1916869"/>
                  </a:moveTo>
                  <a:lnTo>
                    <a:pt x="443791" y="1945954"/>
                  </a:lnTo>
                  <a:lnTo>
                    <a:pt x="575227" y="1943509"/>
                  </a:lnTo>
                  <a:close/>
                  <a:moveTo>
                    <a:pt x="233232" y="1716023"/>
                  </a:moveTo>
                  <a:lnTo>
                    <a:pt x="176418" y="1680171"/>
                  </a:lnTo>
                  <a:lnTo>
                    <a:pt x="205543" y="1698405"/>
                  </a:lnTo>
                  <a:close/>
                  <a:moveTo>
                    <a:pt x="935230" y="2279253"/>
                  </a:moveTo>
                  <a:lnTo>
                    <a:pt x="890448" y="2349549"/>
                  </a:lnTo>
                  <a:lnTo>
                    <a:pt x="938509" y="2285486"/>
                  </a:lnTo>
                  <a:close/>
                  <a:moveTo>
                    <a:pt x="1004491" y="2361468"/>
                  </a:moveTo>
                  <a:lnTo>
                    <a:pt x="1024475" y="2376282"/>
                  </a:lnTo>
                  <a:lnTo>
                    <a:pt x="938509" y="2285486"/>
                  </a:lnTo>
                  <a:close/>
                  <a:moveTo>
                    <a:pt x="599269" y="1879045"/>
                  </a:moveTo>
                  <a:lnTo>
                    <a:pt x="493571" y="1916869"/>
                  </a:lnTo>
                  <a:lnTo>
                    <a:pt x="575227" y="1943509"/>
                  </a:lnTo>
                  <a:close/>
                  <a:moveTo>
                    <a:pt x="498926" y="1900032"/>
                  </a:moveTo>
                  <a:lnTo>
                    <a:pt x="493571" y="1916869"/>
                  </a:lnTo>
                  <a:lnTo>
                    <a:pt x="599269" y="1879045"/>
                  </a:lnTo>
                  <a:close/>
                  <a:moveTo>
                    <a:pt x="827704" y="2014701"/>
                  </a:moveTo>
                  <a:lnTo>
                    <a:pt x="946925" y="2066852"/>
                  </a:lnTo>
                  <a:lnTo>
                    <a:pt x="860316" y="2021687"/>
                  </a:lnTo>
                  <a:close/>
                  <a:moveTo>
                    <a:pt x="881183" y="2031815"/>
                  </a:moveTo>
                  <a:lnTo>
                    <a:pt x="946925" y="2066852"/>
                  </a:lnTo>
                  <a:lnTo>
                    <a:pt x="827704" y="2014701"/>
                  </a:lnTo>
                  <a:close/>
                  <a:moveTo>
                    <a:pt x="364912" y="1418666"/>
                  </a:moveTo>
                  <a:lnTo>
                    <a:pt x="325118" y="1457103"/>
                  </a:lnTo>
                  <a:lnTo>
                    <a:pt x="394935" y="1500881"/>
                  </a:lnTo>
                  <a:close/>
                  <a:moveTo>
                    <a:pt x="946925" y="2066852"/>
                  </a:moveTo>
                  <a:lnTo>
                    <a:pt x="980320" y="2076386"/>
                  </a:lnTo>
                  <a:lnTo>
                    <a:pt x="991927" y="2019900"/>
                  </a:lnTo>
                  <a:close/>
                  <a:moveTo>
                    <a:pt x="1038650" y="1964389"/>
                  </a:moveTo>
                  <a:lnTo>
                    <a:pt x="980320" y="2076386"/>
                  </a:lnTo>
                  <a:lnTo>
                    <a:pt x="1030913" y="2070772"/>
                  </a:lnTo>
                  <a:close/>
                  <a:moveTo>
                    <a:pt x="1038650" y="1964389"/>
                  </a:moveTo>
                  <a:lnTo>
                    <a:pt x="1030913" y="2070772"/>
                  </a:lnTo>
                  <a:lnTo>
                    <a:pt x="1052991" y="2076386"/>
                  </a:lnTo>
                  <a:close/>
                  <a:moveTo>
                    <a:pt x="1038650" y="1964389"/>
                  </a:moveTo>
                  <a:lnTo>
                    <a:pt x="1014495" y="1883935"/>
                  </a:lnTo>
                  <a:lnTo>
                    <a:pt x="1033154" y="1955735"/>
                  </a:lnTo>
                  <a:close/>
                  <a:moveTo>
                    <a:pt x="1014495" y="1883935"/>
                  </a:moveTo>
                  <a:lnTo>
                    <a:pt x="1008672" y="1873520"/>
                  </a:lnTo>
                  <a:lnTo>
                    <a:pt x="1033154" y="1955735"/>
                  </a:lnTo>
                  <a:close/>
                  <a:moveTo>
                    <a:pt x="1474358" y="2430341"/>
                  </a:moveTo>
                  <a:lnTo>
                    <a:pt x="1475593" y="2366810"/>
                  </a:lnTo>
                  <a:lnTo>
                    <a:pt x="1471667" y="2355184"/>
                  </a:lnTo>
                  <a:close/>
                  <a:moveTo>
                    <a:pt x="1471667" y="2355184"/>
                  </a:moveTo>
                  <a:lnTo>
                    <a:pt x="1475593" y="2366810"/>
                  </a:lnTo>
                  <a:lnTo>
                    <a:pt x="1471695" y="2255069"/>
                  </a:lnTo>
                  <a:close/>
                  <a:moveTo>
                    <a:pt x="1274676" y="2193965"/>
                  </a:moveTo>
                  <a:lnTo>
                    <a:pt x="1346957" y="2095702"/>
                  </a:lnTo>
                  <a:lnTo>
                    <a:pt x="1273528" y="2094807"/>
                  </a:lnTo>
                  <a:close/>
                  <a:moveTo>
                    <a:pt x="1321762" y="2016093"/>
                  </a:moveTo>
                  <a:lnTo>
                    <a:pt x="1279904" y="2045422"/>
                  </a:lnTo>
                  <a:lnTo>
                    <a:pt x="1273528" y="2094807"/>
                  </a:lnTo>
                  <a:close/>
                  <a:moveTo>
                    <a:pt x="1008672" y="1873520"/>
                  </a:moveTo>
                  <a:lnTo>
                    <a:pt x="1047193" y="1835084"/>
                  </a:lnTo>
                  <a:lnTo>
                    <a:pt x="1033154" y="1955735"/>
                  </a:lnTo>
                  <a:close/>
                  <a:moveTo>
                    <a:pt x="1647853" y="2004855"/>
                  </a:moveTo>
                  <a:lnTo>
                    <a:pt x="1688497" y="2028051"/>
                  </a:lnTo>
                  <a:lnTo>
                    <a:pt x="1703579" y="1987551"/>
                  </a:lnTo>
                  <a:close/>
                  <a:moveTo>
                    <a:pt x="1703579" y="1987551"/>
                  </a:moveTo>
                  <a:lnTo>
                    <a:pt x="1688497" y="2028051"/>
                  </a:lnTo>
                  <a:lnTo>
                    <a:pt x="1723511" y="2004855"/>
                  </a:lnTo>
                  <a:close/>
                  <a:moveTo>
                    <a:pt x="1110061" y="1166188"/>
                  </a:moveTo>
                  <a:lnTo>
                    <a:pt x="1045945" y="1157721"/>
                  </a:lnTo>
                  <a:lnTo>
                    <a:pt x="1116601" y="1260964"/>
                  </a:lnTo>
                  <a:close/>
                  <a:moveTo>
                    <a:pt x="998475" y="1120121"/>
                  </a:moveTo>
                  <a:lnTo>
                    <a:pt x="1034252" y="1144268"/>
                  </a:lnTo>
                  <a:lnTo>
                    <a:pt x="1045945" y="1157721"/>
                  </a:lnTo>
                  <a:close/>
                  <a:moveTo>
                    <a:pt x="958469" y="1033997"/>
                  </a:moveTo>
                  <a:lnTo>
                    <a:pt x="925951" y="994498"/>
                  </a:lnTo>
                  <a:lnTo>
                    <a:pt x="985580" y="1071905"/>
                  </a:lnTo>
                  <a:close/>
                  <a:moveTo>
                    <a:pt x="1026726" y="1010541"/>
                  </a:moveTo>
                  <a:lnTo>
                    <a:pt x="958469" y="1033997"/>
                  </a:lnTo>
                  <a:lnTo>
                    <a:pt x="985580" y="1071905"/>
                  </a:lnTo>
                  <a:close/>
                  <a:moveTo>
                    <a:pt x="123784" y="21394"/>
                  </a:moveTo>
                  <a:lnTo>
                    <a:pt x="161807" y="90575"/>
                  </a:lnTo>
                  <a:lnTo>
                    <a:pt x="166626" y="113908"/>
                  </a:lnTo>
                  <a:close/>
                  <a:moveTo>
                    <a:pt x="75569" y="0"/>
                  </a:moveTo>
                  <a:lnTo>
                    <a:pt x="161807" y="90575"/>
                  </a:lnTo>
                  <a:lnTo>
                    <a:pt x="123784" y="21394"/>
                  </a:lnTo>
                  <a:close/>
                  <a:moveTo>
                    <a:pt x="1955093" y="2252291"/>
                  </a:moveTo>
                  <a:lnTo>
                    <a:pt x="1862488" y="2219230"/>
                  </a:lnTo>
                  <a:lnTo>
                    <a:pt x="1901668" y="2247968"/>
                  </a:lnTo>
                  <a:close/>
                  <a:moveTo>
                    <a:pt x="1482490" y="1545647"/>
                  </a:moveTo>
                  <a:lnTo>
                    <a:pt x="1483409" y="1603371"/>
                  </a:lnTo>
                  <a:lnTo>
                    <a:pt x="1486244" y="1555344"/>
                  </a:lnTo>
                  <a:close/>
                  <a:moveTo>
                    <a:pt x="1486244" y="1555344"/>
                  </a:moveTo>
                  <a:lnTo>
                    <a:pt x="1502047" y="1457855"/>
                  </a:lnTo>
                  <a:lnTo>
                    <a:pt x="1482490" y="1545647"/>
                  </a:lnTo>
                  <a:close/>
                  <a:moveTo>
                    <a:pt x="1815832" y="1656607"/>
                  </a:moveTo>
                  <a:lnTo>
                    <a:pt x="1717002" y="1704223"/>
                  </a:lnTo>
                  <a:lnTo>
                    <a:pt x="1799750" y="1734944"/>
                  </a:lnTo>
                  <a:close/>
                  <a:moveTo>
                    <a:pt x="1815832" y="1656607"/>
                  </a:moveTo>
                  <a:lnTo>
                    <a:pt x="1736952" y="1660142"/>
                  </a:lnTo>
                  <a:lnTo>
                    <a:pt x="1717002" y="1704223"/>
                  </a:lnTo>
                  <a:close/>
                  <a:moveTo>
                    <a:pt x="1736952" y="1660142"/>
                  </a:moveTo>
                  <a:lnTo>
                    <a:pt x="1815832" y="1656607"/>
                  </a:lnTo>
                  <a:lnTo>
                    <a:pt x="1753186" y="1624304"/>
                  </a:lnTo>
                  <a:close/>
                  <a:moveTo>
                    <a:pt x="1502047" y="1457855"/>
                  </a:moveTo>
                  <a:lnTo>
                    <a:pt x="1526672" y="1434693"/>
                  </a:lnTo>
                  <a:lnTo>
                    <a:pt x="1523377" y="1412315"/>
                  </a:lnTo>
                  <a:close/>
                  <a:moveTo>
                    <a:pt x="1523377" y="1412315"/>
                  </a:moveTo>
                  <a:lnTo>
                    <a:pt x="1526672" y="1434693"/>
                  </a:lnTo>
                  <a:lnTo>
                    <a:pt x="1549185" y="1355438"/>
                  </a:lnTo>
                  <a:close/>
                  <a:moveTo>
                    <a:pt x="1549854" y="1351289"/>
                  </a:moveTo>
                  <a:lnTo>
                    <a:pt x="1523377" y="1412315"/>
                  </a:lnTo>
                  <a:lnTo>
                    <a:pt x="1549185" y="1355438"/>
                  </a:lnTo>
                  <a:close/>
                  <a:moveTo>
                    <a:pt x="1888350" y="1357819"/>
                  </a:moveTo>
                  <a:lnTo>
                    <a:pt x="1863889" y="1237168"/>
                  </a:lnTo>
                  <a:lnTo>
                    <a:pt x="1915391" y="1319383"/>
                  </a:lnTo>
                  <a:close/>
                </a:path>
              </a:pathLst>
            </a:custGeom>
            <a:solidFill>
              <a:srgbClr val="D8DEE3"/>
            </a:solidFill>
            <a:ln w="1524">
              <a:solidFill>
                <a:srgbClr val="D8DEE3"/>
              </a:solidFill>
            </a:ln>
          </p:spPr>
        </p:sp>
        <p:sp>
          <p:nvSpPr>
            <p:cNvPr id="2046" name="Candidate_density__2045">
              <a:extLst>
                <a:ext uri="{FF2B5EF4-FFF2-40B4-BE49-F238E27FC236}">
                  <a16:creationId xmlns:a16="http://schemas.microsoft.com/office/drawing/2014/main" id="{1E0B63B9-8735-F812-7412-9F56EB4FC0EB}"/>
                </a:ext>
              </a:extLst>
            </p:cNvPr>
            <p:cNvSpPr>
              <a:spLocks noGrp="1"/>
            </p:cNvSpPr>
            <p:nvPr/>
          </p:nvSpPr>
          <p:spPr>
            <a:xfrm>
              <a:off x="4599460" y="2165924"/>
              <a:ext cx="1900153" cy="3377626"/>
            </a:xfrm>
            <a:custGeom>
              <a:avLst/>
              <a:gdLst/>
              <a:ahLst/>
              <a:cxnLst/>
              <a:rect l="0" t="0" r="0" b="0"/>
              <a:pathLst>
                <a:path w="1900153" h="3377626">
                  <a:moveTo>
                    <a:pt x="0" y="2666404"/>
                  </a:moveTo>
                  <a:lnTo>
                    <a:pt x="77692" y="2712738"/>
                  </a:lnTo>
                  <a:lnTo>
                    <a:pt x="63708" y="2703708"/>
                  </a:lnTo>
                  <a:close/>
                  <a:moveTo>
                    <a:pt x="0" y="2666404"/>
                  </a:moveTo>
                  <a:lnTo>
                    <a:pt x="114742" y="2733804"/>
                  </a:lnTo>
                  <a:lnTo>
                    <a:pt x="77692" y="2712738"/>
                  </a:lnTo>
                  <a:close/>
                  <a:moveTo>
                    <a:pt x="230931" y="2771613"/>
                  </a:moveTo>
                  <a:lnTo>
                    <a:pt x="114742" y="2733804"/>
                  </a:lnTo>
                  <a:lnTo>
                    <a:pt x="177002" y="2743780"/>
                  </a:lnTo>
                  <a:close/>
                  <a:moveTo>
                    <a:pt x="830539" y="3332023"/>
                  </a:moveTo>
                  <a:lnTo>
                    <a:pt x="840201" y="3377626"/>
                  </a:lnTo>
                  <a:lnTo>
                    <a:pt x="891116" y="3352784"/>
                  </a:lnTo>
                  <a:close/>
                  <a:moveTo>
                    <a:pt x="884702" y="3293586"/>
                  </a:moveTo>
                  <a:lnTo>
                    <a:pt x="891116" y="3352784"/>
                  </a:lnTo>
                  <a:lnTo>
                    <a:pt x="940391" y="3321812"/>
                  </a:lnTo>
                  <a:close/>
                  <a:moveTo>
                    <a:pt x="1016019" y="3255150"/>
                  </a:moveTo>
                  <a:lnTo>
                    <a:pt x="982843" y="3293586"/>
                  </a:lnTo>
                  <a:lnTo>
                    <a:pt x="1033206" y="3174974"/>
                  </a:lnTo>
                  <a:close/>
                  <a:moveTo>
                    <a:pt x="484796" y="2614734"/>
                  </a:moveTo>
                  <a:lnTo>
                    <a:pt x="445905" y="2597429"/>
                  </a:lnTo>
                  <a:lnTo>
                    <a:pt x="438060" y="2558314"/>
                  </a:lnTo>
                  <a:close/>
                  <a:moveTo>
                    <a:pt x="530019" y="2623471"/>
                  </a:moveTo>
                  <a:lnTo>
                    <a:pt x="544844" y="2626508"/>
                  </a:lnTo>
                  <a:lnTo>
                    <a:pt x="484796" y="2614734"/>
                  </a:lnTo>
                  <a:close/>
                  <a:moveTo>
                    <a:pt x="1065570" y="3090720"/>
                  </a:moveTo>
                  <a:lnTo>
                    <a:pt x="1088104" y="3101568"/>
                  </a:lnTo>
                  <a:lnTo>
                    <a:pt x="1096286" y="3081709"/>
                  </a:lnTo>
                  <a:close/>
                  <a:moveTo>
                    <a:pt x="444981" y="2246734"/>
                  </a:moveTo>
                  <a:lnTo>
                    <a:pt x="384628" y="2350784"/>
                  </a:lnTo>
                  <a:lnTo>
                    <a:pt x="427740" y="2304525"/>
                  </a:lnTo>
                  <a:close/>
                  <a:moveTo>
                    <a:pt x="444981" y="2246734"/>
                  </a:moveTo>
                  <a:lnTo>
                    <a:pt x="455502" y="2193118"/>
                  </a:lnTo>
                  <a:lnTo>
                    <a:pt x="384274" y="2205468"/>
                  </a:lnTo>
                  <a:close/>
                  <a:moveTo>
                    <a:pt x="455502" y="2193118"/>
                  </a:moveTo>
                  <a:lnTo>
                    <a:pt x="459096" y="2135166"/>
                  </a:lnTo>
                  <a:lnTo>
                    <a:pt x="434776" y="2179083"/>
                  </a:lnTo>
                  <a:close/>
                  <a:moveTo>
                    <a:pt x="521761" y="2144813"/>
                  </a:moveTo>
                  <a:lnTo>
                    <a:pt x="455502" y="2193118"/>
                  </a:lnTo>
                  <a:lnTo>
                    <a:pt x="519382" y="2153301"/>
                  </a:lnTo>
                  <a:close/>
                  <a:moveTo>
                    <a:pt x="459096" y="2135166"/>
                  </a:moveTo>
                  <a:lnTo>
                    <a:pt x="513391" y="2130901"/>
                  </a:lnTo>
                  <a:lnTo>
                    <a:pt x="469398" y="2027266"/>
                  </a:lnTo>
                  <a:close/>
                  <a:moveTo>
                    <a:pt x="449504" y="2109481"/>
                  </a:moveTo>
                  <a:lnTo>
                    <a:pt x="459096" y="2135166"/>
                  </a:lnTo>
                  <a:lnTo>
                    <a:pt x="468858" y="2027856"/>
                  </a:lnTo>
                  <a:close/>
                  <a:moveTo>
                    <a:pt x="288796" y="1696748"/>
                  </a:moveTo>
                  <a:lnTo>
                    <a:pt x="254110" y="1680171"/>
                  </a:lnTo>
                  <a:lnTo>
                    <a:pt x="310924" y="1716023"/>
                  </a:lnTo>
                  <a:close/>
                  <a:moveTo>
                    <a:pt x="360399" y="1685801"/>
                  </a:moveTo>
                  <a:lnTo>
                    <a:pt x="288796" y="1696748"/>
                  </a:lnTo>
                  <a:lnTo>
                    <a:pt x="310924" y="1716023"/>
                  </a:lnTo>
                  <a:close/>
                  <a:moveTo>
                    <a:pt x="333285" y="1698405"/>
                  </a:moveTo>
                  <a:lnTo>
                    <a:pt x="360399" y="1685801"/>
                  </a:lnTo>
                  <a:lnTo>
                    <a:pt x="310924" y="1716023"/>
                  </a:lnTo>
                  <a:close/>
                  <a:moveTo>
                    <a:pt x="1551710" y="2449025"/>
                  </a:moveTo>
                  <a:lnTo>
                    <a:pt x="1452311" y="2473582"/>
                  </a:lnTo>
                  <a:lnTo>
                    <a:pt x="1461870" y="2371832"/>
                  </a:lnTo>
                  <a:close/>
                  <a:moveTo>
                    <a:pt x="1069619" y="2019900"/>
                  </a:moveTo>
                  <a:lnTo>
                    <a:pt x="1058012" y="2076386"/>
                  </a:lnTo>
                  <a:lnTo>
                    <a:pt x="1116342" y="1964389"/>
                  </a:lnTo>
                  <a:close/>
                  <a:moveTo>
                    <a:pt x="1116342" y="1964389"/>
                  </a:moveTo>
                  <a:lnTo>
                    <a:pt x="1110845" y="1955735"/>
                  </a:lnTo>
                  <a:lnTo>
                    <a:pt x="1069619" y="2019900"/>
                  </a:lnTo>
                  <a:close/>
                  <a:moveTo>
                    <a:pt x="1399454" y="2016093"/>
                  </a:moveTo>
                  <a:lnTo>
                    <a:pt x="1351220" y="2094807"/>
                  </a:lnTo>
                  <a:lnTo>
                    <a:pt x="1424649" y="2095702"/>
                  </a:lnTo>
                  <a:close/>
                  <a:moveTo>
                    <a:pt x="1678759" y="1979823"/>
                  </a:moveTo>
                  <a:lnTo>
                    <a:pt x="1725545" y="2004855"/>
                  </a:lnTo>
                  <a:lnTo>
                    <a:pt x="1728144" y="1949263"/>
                  </a:lnTo>
                  <a:close/>
                  <a:moveTo>
                    <a:pt x="1106824" y="1234740"/>
                  </a:moveTo>
                  <a:lnTo>
                    <a:pt x="1123637" y="1157721"/>
                  </a:lnTo>
                  <a:lnTo>
                    <a:pt x="1081733" y="1204387"/>
                  </a:lnTo>
                  <a:close/>
                  <a:moveTo>
                    <a:pt x="1027016" y="1215009"/>
                  </a:moveTo>
                  <a:lnTo>
                    <a:pt x="1106824" y="1234740"/>
                  </a:lnTo>
                  <a:lnTo>
                    <a:pt x="1081733" y="1204387"/>
                  </a:lnTo>
                  <a:close/>
                  <a:moveTo>
                    <a:pt x="187807" y="91405"/>
                  </a:moveTo>
                  <a:lnTo>
                    <a:pt x="214802" y="128880"/>
                  </a:lnTo>
                  <a:lnTo>
                    <a:pt x="239499" y="90575"/>
                  </a:lnTo>
                  <a:close/>
                  <a:moveTo>
                    <a:pt x="177412" y="196123"/>
                  </a:moveTo>
                  <a:lnTo>
                    <a:pt x="214802" y="128880"/>
                  </a:lnTo>
                  <a:lnTo>
                    <a:pt x="176606" y="181206"/>
                  </a:lnTo>
                  <a:close/>
                  <a:moveTo>
                    <a:pt x="239499" y="90575"/>
                  </a:moveTo>
                  <a:lnTo>
                    <a:pt x="214802" y="128880"/>
                  </a:lnTo>
                  <a:lnTo>
                    <a:pt x="244318" y="113908"/>
                  </a:lnTo>
                  <a:close/>
                  <a:moveTo>
                    <a:pt x="153261" y="0"/>
                  </a:moveTo>
                  <a:lnTo>
                    <a:pt x="219048" y="75472"/>
                  </a:lnTo>
                  <a:lnTo>
                    <a:pt x="239499" y="90575"/>
                  </a:lnTo>
                  <a:close/>
                  <a:moveTo>
                    <a:pt x="1604364" y="1434693"/>
                  </a:moveTo>
                  <a:lnTo>
                    <a:pt x="1579739" y="1457855"/>
                  </a:lnTo>
                  <a:lnTo>
                    <a:pt x="1563936" y="1555344"/>
                  </a:lnTo>
                  <a:close/>
                  <a:moveTo>
                    <a:pt x="1893524" y="1656607"/>
                  </a:moveTo>
                  <a:lnTo>
                    <a:pt x="1890562" y="1568794"/>
                  </a:lnTo>
                  <a:lnTo>
                    <a:pt x="1830877" y="1624304"/>
                  </a:lnTo>
                  <a:close/>
                  <a:moveTo>
                    <a:pt x="1893524" y="1656607"/>
                  </a:moveTo>
                  <a:lnTo>
                    <a:pt x="1877442" y="1734944"/>
                  </a:lnTo>
                  <a:lnTo>
                    <a:pt x="1900153" y="1681338"/>
                  </a:lnTo>
                  <a:close/>
                  <a:moveTo>
                    <a:pt x="1900153" y="1681338"/>
                  </a:moveTo>
                  <a:lnTo>
                    <a:pt x="1890562" y="1568794"/>
                  </a:lnTo>
                  <a:lnTo>
                    <a:pt x="1893524" y="1656607"/>
                  </a:lnTo>
                  <a:close/>
                  <a:moveTo>
                    <a:pt x="1893735" y="1560686"/>
                  </a:moveTo>
                  <a:lnTo>
                    <a:pt x="1890562" y="1568794"/>
                  </a:lnTo>
                  <a:lnTo>
                    <a:pt x="1900153" y="1681338"/>
                  </a:lnTo>
                  <a:close/>
                  <a:moveTo>
                    <a:pt x="1892915" y="1557011"/>
                  </a:moveTo>
                  <a:lnTo>
                    <a:pt x="1896425" y="1522250"/>
                  </a:lnTo>
                  <a:lnTo>
                    <a:pt x="1890562" y="1568794"/>
                  </a:lnTo>
                  <a:close/>
                  <a:moveTo>
                    <a:pt x="1892915" y="1557011"/>
                  </a:moveTo>
                  <a:lnTo>
                    <a:pt x="1890562" y="1568794"/>
                  </a:lnTo>
                  <a:lnTo>
                    <a:pt x="1893735" y="1560686"/>
                  </a:lnTo>
                  <a:close/>
                </a:path>
              </a:pathLst>
            </a:custGeom>
            <a:solidFill>
              <a:srgbClr val="D4DBE0"/>
            </a:solidFill>
            <a:ln w="1524">
              <a:solidFill>
                <a:srgbClr val="D4DBE0"/>
              </a:solidFill>
            </a:ln>
          </p:spPr>
        </p:sp>
        <p:sp>
          <p:nvSpPr>
            <p:cNvPr id="2047" name="Candidate_density__2046">
              <a:extLst>
                <a:ext uri="{FF2B5EF4-FFF2-40B4-BE49-F238E27FC236}">
                  <a16:creationId xmlns:a16="http://schemas.microsoft.com/office/drawing/2014/main" id="{776CAD83-2CA4-7B09-1295-31694E78995E}"/>
                </a:ext>
              </a:extLst>
            </p:cNvPr>
            <p:cNvSpPr>
              <a:spLocks noGrp="1"/>
            </p:cNvSpPr>
            <p:nvPr/>
          </p:nvSpPr>
          <p:spPr>
            <a:xfrm>
              <a:off x="4767309" y="2294804"/>
              <a:ext cx="1754040" cy="3223904"/>
            </a:xfrm>
            <a:custGeom>
              <a:avLst/>
              <a:gdLst/>
              <a:ahLst/>
              <a:cxnLst/>
              <a:rect l="0" t="0" r="0" b="0"/>
              <a:pathLst>
                <a:path w="1754040" h="3223904">
                  <a:moveTo>
                    <a:pt x="765794" y="3203143"/>
                  </a:moveTo>
                  <a:lnTo>
                    <a:pt x="772542" y="3192932"/>
                  </a:lnTo>
                  <a:lnTo>
                    <a:pt x="723267" y="3223904"/>
                  </a:lnTo>
                  <a:close/>
                  <a:moveTo>
                    <a:pt x="765794" y="3203143"/>
                  </a:moveTo>
                  <a:lnTo>
                    <a:pt x="814994" y="3164706"/>
                  </a:lnTo>
                  <a:lnTo>
                    <a:pt x="772542" y="3192932"/>
                  </a:lnTo>
                  <a:close/>
                  <a:moveTo>
                    <a:pt x="814994" y="3164706"/>
                  </a:moveTo>
                  <a:lnTo>
                    <a:pt x="831512" y="3134757"/>
                  </a:lnTo>
                  <a:lnTo>
                    <a:pt x="865357" y="3046094"/>
                  </a:lnTo>
                  <a:close/>
                  <a:moveTo>
                    <a:pt x="1079384" y="2858585"/>
                  </a:moveTo>
                  <a:lnTo>
                    <a:pt x="1031355" y="2894211"/>
                  </a:lnTo>
                  <a:lnTo>
                    <a:pt x="1142623" y="2816369"/>
                  </a:lnTo>
                  <a:close/>
                  <a:moveTo>
                    <a:pt x="1142623" y="2816369"/>
                  </a:moveTo>
                  <a:lnTo>
                    <a:pt x="1105755" y="2869265"/>
                  </a:lnTo>
                  <a:lnTo>
                    <a:pt x="1079384" y="2858585"/>
                  </a:lnTo>
                  <a:close/>
                  <a:moveTo>
                    <a:pt x="301549" y="1898385"/>
                  </a:moveTo>
                  <a:lnTo>
                    <a:pt x="353634" y="1817074"/>
                  </a:lnTo>
                  <a:lnTo>
                    <a:pt x="403414" y="1787989"/>
                  </a:lnTo>
                  <a:close/>
                  <a:moveTo>
                    <a:pt x="398635" y="1859949"/>
                  </a:moveTo>
                  <a:lnTo>
                    <a:pt x="403414" y="1787989"/>
                  </a:lnTo>
                  <a:lnTo>
                    <a:pt x="408769" y="1771151"/>
                  </a:lnTo>
                  <a:close/>
                  <a:moveTo>
                    <a:pt x="1629467" y="2661154"/>
                  </a:moveTo>
                  <a:lnTo>
                    <a:pt x="1566179" y="2637223"/>
                  </a:lnTo>
                  <a:lnTo>
                    <a:pt x="1580624" y="2649006"/>
                  </a:lnTo>
                  <a:close/>
                  <a:moveTo>
                    <a:pt x="1642822" y="2649006"/>
                  </a:moveTo>
                  <a:lnTo>
                    <a:pt x="1679620" y="2633470"/>
                  </a:lnTo>
                  <a:lnTo>
                    <a:pt x="1629467" y="2661154"/>
                  </a:lnTo>
                  <a:close/>
                  <a:moveTo>
                    <a:pt x="1642822" y="2649006"/>
                  </a:moveTo>
                  <a:lnTo>
                    <a:pt x="1705216" y="2610569"/>
                  </a:lnTo>
                  <a:lnTo>
                    <a:pt x="1679620" y="2633470"/>
                  </a:lnTo>
                  <a:close/>
                  <a:moveTo>
                    <a:pt x="12511" y="105680"/>
                  </a:moveTo>
                  <a:lnTo>
                    <a:pt x="9563" y="67243"/>
                  </a:lnTo>
                  <a:lnTo>
                    <a:pt x="0" y="103105"/>
                  </a:lnTo>
                  <a:close/>
                  <a:moveTo>
                    <a:pt x="9563" y="67243"/>
                  </a:moveTo>
                  <a:lnTo>
                    <a:pt x="12511" y="105680"/>
                  </a:lnTo>
                  <a:lnTo>
                    <a:pt x="46953" y="0"/>
                  </a:lnTo>
                  <a:close/>
                  <a:moveTo>
                    <a:pt x="1008428" y="871673"/>
                  </a:moveTo>
                  <a:lnTo>
                    <a:pt x="985781" y="904366"/>
                  </a:lnTo>
                  <a:lnTo>
                    <a:pt x="936569" y="881661"/>
                  </a:lnTo>
                  <a:close/>
                  <a:moveTo>
                    <a:pt x="1725887" y="1431806"/>
                  </a:moveTo>
                  <a:lnTo>
                    <a:pt x="1754040" y="1341836"/>
                  </a:lnTo>
                  <a:lnTo>
                    <a:pt x="1725066" y="1428131"/>
                  </a:lnTo>
                  <a:close/>
                  <a:moveTo>
                    <a:pt x="1728576" y="1393369"/>
                  </a:moveTo>
                  <a:lnTo>
                    <a:pt x="1725066" y="1428131"/>
                  </a:lnTo>
                  <a:lnTo>
                    <a:pt x="1754040" y="1341836"/>
                  </a:lnTo>
                  <a:close/>
                </a:path>
              </a:pathLst>
            </a:custGeom>
            <a:solidFill>
              <a:srgbClr val="D0D7DD"/>
            </a:solidFill>
            <a:ln w="1524">
              <a:solidFill>
                <a:srgbClr val="D0D7DD"/>
              </a:solidFill>
            </a:ln>
          </p:spPr>
        </p:sp>
        <p:sp>
          <p:nvSpPr>
            <p:cNvPr id="2048" name="Candidate_density__2047">
              <a:extLst>
                <a:ext uri="{FF2B5EF4-FFF2-40B4-BE49-F238E27FC236}">
                  <a16:creationId xmlns:a16="http://schemas.microsoft.com/office/drawing/2014/main" id="{2B979D9E-E795-2A52-AF29-4E322775DBC2}"/>
                </a:ext>
              </a:extLst>
            </p:cNvPr>
            <p:cNvSpPr>
              <a:spLocks noGrp="1"/>
            </p:cNvSpPr>
            <p:nvPr/>
          </p:nvSpPr>
          <p:spPr>
            <a:xfrm>
              <a:off x="4373986" y="2929282"/>
              <a:ext cx="2344279" cy="2509743"/>
            </a:xfrm>
            <a:custGeom>
              <a:avLst/>
              <a:gdLst/>
              <a:ahLst/>
              <a:cxnLst/>
              <a:rect l="0" t="0" r="0" b="0"/>
              <a:pathLst>
                <a:path w="2344279" h="2509743">
                  <a:moveTo>
                    <a:pt x="29684" y="1823387"/>
                  </a:moveTo>
                  <a:lnTo>
                    <a:pt x="0" y="1861823"/>
                  </a:lnTo>
                  <a:lnTo>
                    <a:pt x="35516" y="1905602"/>
                  </a:lnTo>
                  <a:close/>
                  <a:moveTo>
                    <a:pt x="35516" y="1905602"/>
                  </a:moveTo>
                  <a:lnTo>
                    <a:pt x="94748" y="1784950"/>
                  </a:lnTo>
                  <a:lnTo>
                    <a:pt x="29684" y="1823387"/>
                  </a:lnTo>
                  <a:close/>
                  <a:moveTo>
                    <a:pt x="392951" y="1927574"/>
                  </a:moveTo>
                  <a:lnTo>
                    <a:pt x="489386" y="1916364"/>
                  </a:lnTo>
                  <a:lnTo>
                    <a:pt x="477608" y="1910944"/>
                  </a:lnTo>
                  <a:close/>
                  <a:moveTo>
                    <a:pt x="477608" y="1910944"/>
                  </a:moveTo>
                  <a:lnTo>
                    <a:pt x="418212" y="1828729"/>
                  </a:lnTo>
                  <a:lnTo>
                    <a:pt x="392951" y="1927574"/>
                  </a:lnTo>
                  <a:close/>
                  <a:moveTo>
                    <a:pt x="418212" y="1828729"/>
                  </a:moveTo>
                  <a:lnTo>
                    <a:pt x="387246" y="1832120"/>
                  </a:lnTo>
                  <a:lnTo>
                    <a:pt x="392951" y="1927574"/>
                  </a:lnTo>
                  <a:close/>
                  <a:moveTo>
                    <a:pt x="309298" y="1834898"/>
                  </a:moveTo>
                  <a:lnTo>
                    <a:pt x="253233" y="1746514"/>
                  </a:lnTo>
                  <a:lnTo>
                    <a:pt x="214087" y="1751619"/>
                  </a:lnTo>
                  <a:close/>
                  <a:moveTo>
                    <a:pt x="214087" y="1751619"/>
                  </a:moveTo>
                  <a:lnTo>
                    <a:pt x="225693" y="1766430"/>
                  </a:lnTo>
                  <a:lnTo>
                    <a:pt x="309298" y="1834898"/>
                  </a:lnTo>
                  <a:close/>
                  <a:moveTo>
                    <a:pt x="303197" y="1639674"/>
                  </a:moveTo>
                  <a:lnTo>
                    <a:pt x="306018" y="1664298"/>
                  </a:lnTo>
                  <a:lnTo>
                    <a:pt x="257735" y="1607572"/>
                  </a:lnTo>
                  <a:close/>
                  <a:moveTo>
                    <a:pt x="1097704" y="2418820"/>
                  </a:moveTo>
                  <a:lnTo>
                    <a:pt x="1078305" y="2509743"/>
                  </a:lnTo>
                  <a:lnTo>
                    <a:pt x="1172113" y="2409577"/>
                  </a:lnTo>
                  <a:close/>
                  <a:moveTo>
                    <a:pt x="1000869" y="2436952"/>
                  </a:moveTo>
                  <a:lnTo>
                    <a:pt x="1097704" y="2418820"/>
                  </a:lnTo>
                  <a:lnTo>
                    <a:pt x="1067898" y="2342959"/>
                  </a:lnTo>
                  <a:close/>
                  <a:moveTo>
                    <a:pt x="1097704" y="2418820"/>
                  </a:moveTo>
                  <a:lnTo>
                    <a:pt x="1181975" y="2403486"/>
                  </a:lnTo>
                  <a:lnTo>
                    <a:pt x="1132896" y="2350709"/>
                  </a:lnTo>
                  <a:close/>
                  <a:moveTo>
                    <a:pt x="1097704" y="2418820"/>
                  </a:moveTo>
                  <a:lnTo>
                    <a:pt x="1132896" y="2350709"/>
                  </a:lnTo>
                  <a:lnTo>
                    <a:pt x="1067898" y="2342959"/>
                  </a:lnTo>
                  <a:close/>
                  <a:moveTo>
                    <a:pt x="1172113" y="2409577"/>
                  </a:moveTo>
                  <a:lnTo>
                    <a:pt x="1229126" y="2472660"/>
                  </a:lnTo>
                  <a:lnTo>
                    <a:pt x="1189684" y="2404634"/>
                  </a:lnTo>
                  <a:close/>
                  <a:moveTo>
                    <a:pt x="1181975" y="2403486"/>
                  </a:moveTo>
                  <a:lnTo>
                    <a:pt x="1172113" y="2409577"/>
                  </a:lnTo>
                  <a:lnTo>
                    <a:pt x="1189684" y="2404634"/>
                  </a:lnTo>
                  <a:close/>
                  <a:moveTo>
                    <a:pt x="496939" y="1384559"/>
                  </a:moveTo>
                  <a:lnTo>
                    <a:pt x="496061" y="1302344"/>
                  </a:lnTo>
                  <a:lnTo>
                    <a:pt x="489688" y="1308967"/>
                  </a:lnTo>
                  <a:close/>
                  <a:moveTo>
                    <a:pt x="496709" y="1298137"/>
                  </a:moveTo>
                  <a:lnTo>
                    <a:pt x="489688" y="1308967"/>
                  </a:lnTo>
                  <a:lnTo>
                    <a:pt x="496061" y="1302344"/>
                  </a:lnTo>
                  <a:close/>
                  <a:moveTo>
                    <a:pt x="496061" y="1302344"/>
                  </a:moveTo>
                  <a:lnTo>
                    <a:pt x="496939" y="1384559"/>
                  </a:lnTo>
                  <a:lnTo>
                    <a:pt x="503787" y="1346123"/>
                  </a:lnTo>
                  <a:close/>
                  <a:moveTo>
                    <a:pt x="496061" y="1302344"/>
                  </a:moveTo>
                  <a:lnTo>
                    <a:pt x="503787" y="1346123"/>
                  </a:lnTo>
                  <a:lnTo>
                    <a:pt x="516775" y="1263907"/>
                  </a:lnTo>
                  <a:close/>
                  <a:moveTo>
                    <a:pt x="496061" y="1302344"/>
                  </a:moveTo>
                  <a:lnTo>
                    <a:pt x="493942" y="1205417"/>
                  </a:lnTo>
                  <a:lnTo>
                    <a:pt x="496709" y="1298137"/>
                  </a:lnTo>
                  <a:close/>
                  <a:moveTo>
                    <a:pt x="494635" y="1181692"/>
                  </a:moveTo>
                  <a:lnTo>
                    <a:pt x="493942" y="1205417"/>
                  </a:lnTo>
                  <a:lnTo>
                    <a:pt x="496061" y="1302344"/>
                  </a:lnTo>
                  <a:close/>
                  <a:moveTo>
                    <a:pt x="516775" y="1263907"/>
                  </a:moveTo>
                  <a:lnTo>
                    <a:pt x="494635" y="1181692"/>
                  </a:lnTo>
                  <a:lnTo>
                    <a:pt x="496061" y="1302344"/>
                  </a:lnTo>
                  <a:close/>
                  <a:moveTo>
                    <a:pt x="508819" y="1128209"/>
                  </a:moveTo>
                  <a:lnTo>
                    <a:pt x="493942" y="1205417"/>
                  </a:lnTo>
                  <a:lnTo>
                    <a:pt x="494635" y="1181692"/>
                  </a:lnTo>
                  <a:close/>
                  <a:moveTo>
                    <a:pt x="1474644" y="2129837"/>
                  </a:moveTo>
                  <a:lnTo>
                    <a:pt x="1443732" y="2168273"/>
                  </a:lnTo>
                  <a:lnTo>
                    <a:pt x="1488185" y="2212052"/>
                  </a:lnTo>
                  <a:close/>
                  <a:moveTo>
                    <a:pt x="630894" y="1090767"/>
                  </a:moveTo>
                  <a:lnTo>
                    <a:pt x="577526" y="1106436"/>
                  </a:lnTo>
                  <a:lnTo>
                    <a:pt x="508819" y="1128209"/>
                  </a:lnTo>
                  <a:close/>
                  <a:moveTo>
                    <a:pt x="630894" y="1090767"/>
                  </a:moveTo>
                  <a:lnTo>
                    <a:pt x="508819" y="1128209"/>
                  </a:lnTo>
                  <a:lnTo>
                    <a:pt x="562485" y="1113658"/>
                  </a:lnTo>
                  <a:close/>
                  <a:moveTo>
                    <a:pt x="691753" y="1105192"/>
                  </a:moveTo>
                  <a:lnTo>
                    <a:pt x="704568" y="1087564"/>
                  </a:lnTo>
                  <a:lnTo>
                    <a:pt x="630894" y="1090767"/>
                  </a:lnTo>
                  <a:close/>
                  <a:moveTo>
                    <a:pt x="691753" y="1105192"/>
                  </a:moveTo>
                  <a:lnTo>
                    <a:pt x="757577" y="1112271"/>
                  </a:lnTo>
                  <a:lnTo>
                    <a:pt x="704568" y="1087564"/>
                  </a:lnTo>
                  <a:close/>
                  <a:moveTo>
                    <a:pt x="810869" y="1029445"/>
                  </a:moveTo>
                  <a:lnTo>
                    <a:pt x="709251" y="1061041"/>
                  </a:lnTo>
                  <a:lnTo>
                    <a:pt x="757577" y="1112271"/>
                  </a:lnTo>
                  <a:close/>
                  <a:moveTo>
                    <a:pt x="471519" y="896611"/>
                  </a:moveTo>
                  <a:lnTo>
                    <a:pt x="467606" y="822373"/>
                  </a:lnTo>
                  <a:lnTo>
                    <a:pt x="475036" y="775959"/>
                  </a:lnTo>
                  <a:close/>
                  <a:moveTo>
                    <a:pt x="475036" y="775959"/>
                  </a:moveTo>
                  <a:lnTo>
                    <a:pt x="510069" y="702478"/>
                  </a:lnTo>
                  <a:lnTo>
                    <a:pt x="419855" y="814396"/>
                  </a:lnTo>
                  <a:close/>
                  <a:moveTo>
                    <a:pt x="1611739" y="1970749"/>
                  </a:moveTo>
                  <a:lnTo>
                    <a:pt x="1564289" y="2009186"/>
                  </a:lnTo>
                  <a:lnTo>
                    <a:pt x="1666083" y="2052964"/>
                  </a:lnTo>
                  <a:close/>
                  <a:moveTo>
                    <a:pt x="1519264" y="1926971"/>
                  </a:moveTo>
                  <a:lnTo>
                    <a:pt x="1564289" y="2009186"/>
                  </a:lnTo>
                  <a:lnTo>
                    <a:pt x="1611739" y="1970749"/>
                  </a:lnTo>
                  <a:close/>
                  <a:moveTo>
                    <a:pt x="1519264" y="1926971"/>
                  </a:moveTo>
                  <a:lnTo>
                    <a:pt x="1611739" y="1970749"/>
                  </a:lnTo>
                  <a:lnTo>
                    <a:pt x="1571998" y="1888534"/>
                  </a:lnTo>
                  <a:close/>
                  <a:moveTo>
                    <a:pt x="1500607" y="1844755"/>
                  </a:moveTo>
                  <a:lnTo>
                    <a:pt x="1571998" y="1888534"/>
                  </a:lnTo>
                  <a:lnTo>
                    <a:pt x="1533852" y="1806319"/>
                  </a:lnTo>
                  <a:close/>
                  <a:moveTo>
                    <a:pt x="573453" y="740406"/>
                  </a:moveTo>
                  <a:lnTo>
                    <a:pt x="586327" y="708937"/>
                  </a:lnTo>
                  <a:lnTo>
                    <a:pt x="510069" y="702478"/>
                  </a:lnTo>
                  <a:close/>
                  <a:moveTo>
                    <a:pt x="573453" y="740406"/>
                  </a:moveTo>
                  <a:lnTo>
                    <a:pt x="640766" y="746274"/>
                  </a:lnTo>
                  <a:lnTo>
                    <a:pt x="586327" y="708937"/>
                  </a:lnTo>
                  <a:close/>
                  <a:moveTo>
                    <a:pt x="640766" y="746274"/>
                  </a:moveTo>
                  <a:lnTo>
                    <a:pt x="573453" y="740406"/>
                  </a:lnTo>
                  <a:lnTo>
                    <a:pt x="661737" y="775681"/>
                  </a:lnTo>
                  <a:close/>
                  <a:moveTo>
                    <a:pt x="1147969" y="1192377"/>
                  </a:moveTo>
                  <a:lnTo>
                    <a:pt x="1106892" y="1148598"/>
                  </a:lnTo>
                  <a:lnTo>
                    <a:pt x="1107057" y="1230813"/>
                  </a:lnTo>
                  <a:close/>
                  <a:moveTo>
                    <a:pt x="767564" y="699086"/>
                  </a:moveTo>
                  <a:lnTo>
                    <a:pt x="786655" y="688262"/>
                  </a:lnTo>
                  <a:lnTo>
                    <a:pt x="762180" y="657360"/>
                  </a:lnTo>
                  <a:close/>
                  <a:moveTo>
                    <a:pt x="2059328" y="1781996"/>
                  </a:moveTo>
                  <a:lnTo>
                    <a:pt x="2083574" y="1773225"/>
                  </a:lnTo>
                  <a:lnTo>
                    <a:pt x="2053773" y="1712118"/>
                  </a:lnTo>
                  <a:close/>
                  <a:moveTo>
                    <a:pt x="2187951" y="1738020"/>
                  </a:moveTo>
                  <a:lnTo>
                    <a:pt x="2083574" y="1773225"/>
                  </a:lnTo>
                  <a:lnTo>
                    <a:pt x="2193487" y="1740621"/>
                  </a:lnTo>
                  <a:close/>
                  <a:moveTo>
                    <a:pt x="2193487" y="1740621"/>
                  </a:moveTo>
                  <a:lnTo>
                    <a:pt x="2078752" y="1805507"/>
                  </a:lnTo>
                  <a:lnTo>
                    <a:pt x="2169017" y="1817003"/>
                  </a:lnTo>
                  <a:close/>
                  <a:moveTo>
                    <a:pt x="2187951" y="1738020"/>
                  </a:moveTo>
                  <a:lnTo>
                    <a:pt x="2053773" y="1712118"/>
                  </a:lnTo>
                  <a:lnTo>
                    <a:pt x="2083574" y="1773225"/>
                  </a:lnTo>
                  <a:close/>
                  <a:moveTo>
                    <a:pt x="2196202" y="1734788"/>
                  </a:moveTo>
                  <a:lnTo>
                    <a:pt x="2253140" y="1684995"/>
                  </a:lnTo>
                  <a:lnTo>
                    <a:pt x="2187951" y="1738020"/>
                  </a:lnTo>
                  <a:close/>
                  <a:moveTo>
                    <a:pt x="2187951" y="1738020"/>
                  </a:moveTo>
                  <a:lnTo>
                    <a:pt x="2193487" y="1740621"/>
                  </a:lnTo>
                  <a:lnTo>
                    <a:pt x="2196202" y="1734788"/>
                  </a:lnTo>
                  <a:close/>
                  <a:moveTo>
                    <a:pt x="1866030" y="1567490"/>
                  </a:moveTo>
                  <a:lnTo>
                    <a:pt x="1998792" y="1570435"/>
                  </a:lnTo>
                  <a:lnTo>
                    <a:pt x="1998828" y="1570137"/>
                  </a:lnTo>
                  <a:close/>
                  <a:moveTo>
                    <a:pt x="1866030" y="1567490"/>
                  </a:moveTo>
                  <a:lnTo>
                    <a:pt x="1998828" y="1570137"/>
                  </a:lnTo>
                  <a:lnTo>
                    <a:pt x="1902796" y="1489749"/>
                  </a:lnTo>
                  <a:close/>
                  <a:moveTo>
                    <a:pt x="1901491" y="1488143"/>
                  </a:moveTo>
                  <a:lnTo>
                    <a:pt x="1837865" y="1526579"/>
                  </a:lnTo>
                  <a:lnTo>
                    <a:pt x="1866030" y="1567490"/>
                  </a:lnTo>
                  <a:close/>
                  <a:moveTo>
                    <a:pt x="1772587" y="1066376"/>
                  </a:moveTo>
                  <a:lnTo>
                    <a:pt x="1771199" y="1038631"/>
                  </a:lnTo>
                  <a:lnTo>
                    <a:pt x="1738260" y="1077067"/>
                  </a:lnTo>
                  <a:close/>
                  <a:moveTo>
                    <a:pt x="1712135" y="625151"/>
                  </a:moveTo>
                  <a:lnTo>
                    <a:pt x="1600171" y="700399"/>
                  </a:lnTo>
                  <a:lnTo>
                    <a:pt x="1646785" y="659479"/>
                  </a:lnTo>
                  <a:close/>
                  <a:moveTo>
                    <a:pt x="2263022" y="1411270"/>
                  </a:moveTo>
                  <a:lnTo>
                    <a:pt x="2344279" y="1471337"/>
                  </a:lnTo>
                  <a:lnTo>
                    <a:pt x="2310934" y="1398353"/>
                  </a:lnTo>
                  <a:close/>
                  <a:moveTo>
                    <a:pt x="2285590" y="1375917"/>
                  </a:moveTo>
                  <a:lnTo>
                    <a:pt x="2263022" y="1411270"/>
                  </a:lnTo>
                  <a:lnTo>
                    <a:pt x="2310934" y="1398353"/>
                  </a:lnTo>
                  <a:close/>
                  <a:moveTo>
                    <a:pt x="2310934" y="1398353"/>
                  </a:moveTo>
                  <a:lnTo>
                    <a:pt x="2330482" y="1411270"/>
                  </a:lnTo>
                  <a:lnTo>
                    <a:pt x="2285590" y="1375917"/>
                  </a:lnTo>
                  <a:close/>
                  <a:moveTo>
                    <a:pt x="1735801" y="662136"/>
                  </a:moveTo>
                  <a:lnTo>
                    <a:pt x="1712018" y="589119"/>
                  </a:lnTo>
                  <a:lnTo>
                    <a:pt x="1712135" y="625151"/>
                  </a:lnTo>
                  <a:close/>
                  <a:moveTo>
                    <a:pt x="1884250" y="632897"/>
                  </a:moveTo>
                  <a:lnTo>
                    <a:pt x="1861324" y="720772"/>
                  </a:lnTo>
                  <a:lnTo>
                    <a:pt x="1859925" y="683854"/>
                  </a:lnTo>
                  <a:close/>
                  <a:moveTo>
                    <a:pt x="1304366" y="0"/>
                  </a:moveTo>
                  <a:lnTo>
                    <a:pt x="1219269" y="95828"/>
                  </a:lnTo>
                  <a:lnTo>
                    <a:pt x="1272701" y="57391"/>
                  </a:lnTo>
                  <a:close/>
                  <a:moveTo>
                    <a:pt x="1906537" y="642926"/>
                  </a:moveTo>
                  <a:lnTo>
                    <a:pt x="1859925" y="683854"/>
                  </a:lnTo>
                  <a:lnTo>
                    <a:pt x="1854476" y="715113"/>
                  </a:lnTo>
                  <a:close/>
                  <a:moveTo>
                    <a:pt x="1963368" y="576753"/>
                  </a:moveTo>
                  <a:lnTo>
                    <a:pt x="1914363" y="608733"/>
                  </a:lnTo>
                  <a:lnTo>
                    <a:pt x="1884250" y="632897"/>
                  </a:lnTo>
                  <a:close/>
                  <a:moveTo>
                    <a:pt x="2192343" y="533343"/>
                  </a:moveTo>
                  <a:lnTo>
                    <a:pt x="2150581" y="467203"/>
                  </a:lnTo>
                  <a:lnTo>
                    <a:pt x="2101498" y="546607"/>
                  </a:lnTo>
                  <a:close/>
                </a:path>
              </a:pathLst>
            </a:custGeom>
            <a:solidFill>
              <a:srgbClr val="E3E8EC"/>
            </a:solidFill>
            <a:ln w="1524">
              <a:solidFill>
                <a:srgbClr val="E3E8EC"/>
              </a:solidFill>
            </a:ln>
          </p:spPr>
        </p:sp>
        <p:sp>
          <p:nvSpPr>
            <p:cNvPr id="2049" name="Candidate_density__2048">
              <a:extLst>
                <a:ext uri="{FF2B5EF4-FFF2-40B4-BE49-F238E27FC236}">
                  <a16:creationId xmlns:a16="http://schemas.microsoft.com/office/drawing/2014/main" id="{C2F6AB56-3999-7016-8D69-655CD32AC365}"/>
                </a:ext>
              </a:extLst>
            </p:cNvPr>
            <p:cNvSpPr>
              <a:spLocks noGrp="1"/>
            </p:cNvSpPr>
            <p:nvPr/>
          </p:nvSpPr>
          <p:spPr>
            <a:xfrm>
              <a:off x="4409502" y="2165924"/>
              <a:ext cx="2356076" cy="3321812"/>
            </a:xfrm>
            <a:custGeom>
              <a:avLst/>
              <a:gdLst/>
              <a:ahLst/>
              <a:cxnLst/>
              <a:rect l="0" t="0" r="0" b="0"/>
              <a:pathLst>
                <a:path w="2356076" h="3321812">
                  <a:moveTo>
                    <a:pt x="0" y="2668960"/>
                  </a:moveTo>
                  <a:lnTo>
                    <a:pt x="2087" y="2697956"/>
                  </a:lnTo>
                  <a:lnTo>
                    <a:pt x="52631" y="2724589"/>
                  </a:lnTo>
                  <a:close/>
                  <a:moveTo>
                    <a:pt x="52631" y="2724589"/>
                  </a:moveTo>
                  <a:lnTo>
                    <a:pt x="98538" y="2719635"/>
                  </a:lnTo>
                  <a:lnTo>
                    <a:pt x="0" y="2668960"/>
                  </a:lnTo>
                  <a:close/>
                  <a:moveTo>
                    <a:pt x="485503" y="3041599"/>
                  </a:moveTo>
                  <a:lnTo>
                    <a:pt x="488926" y="3044993"/>
                  </a:lnTo>
                  <a:lnTo>
                    <a:pt x="494548" y="3047010"/>
                  </a:lnTo>
                  <a:close/>
                  <a:moveTo>
                    <a:pt x="485503" y="3041599"/>
                  </a:moveTo>
                  <a:lnTo>
                    <a:pt x="436559" y="2987474"/>
                  </a:lnTo>
                  <a:lnTo>
                    <a:pt x="488926" y="3044993"/>
                  </a:lnTo>
                  <a:close/>
                  <a:moveTo>
                    <a:pt x="737522" y="3182934"/>
                  </a:moveTo>
                  <a:lnTo>
                    <a:pt x="725124" y="3174337"/>
                  </a:lnTo>
                  <a:lnTo>
                    <a:pt x="761495" y="3209109"/>
                  </a:lnTo>
                  <a:close/>
                  <a:moveTo>
                    <a:pt x="825103" y="3231723"/>
                  </a:moveTo>
                  <a:lnTo>
                    <a:pt x="737522" y="3182934"/>
                  </a:lnTo>
                  <a:lnTo>
                    <a:pt x="761495" y="3209109"/>
                  </a:lnTo>
                  <a:close/>
                  <a:moveTo>
                    <a:pt x="669979" y="3145604"/>
                  </a:moveTo>
                  <a:lnTo>
                    <a:pt x="757056" y="3206029"/>
                  </a:lnTo>
                  <a:lnTo>
                    <a:pt x="725124" y="3174337"/>
                  </a:lnTo>
                  <a:close/>
                  <a:moveTo>
                    <a:pt x="858643" y="3249808"/>
                  </a:moveTo>
                  <a:lnTo>
                    <a:pt x="825103" y="3231723"/>
                  </a:lnTo>
                  <a:lnTo>
                    <a:pt x="887984" y="3263211"/>
                  </a:lnTo>
                  <a:close/>
                  <a:moveTo>
                    <a:pt x="691735" y="3167593"/>
                  </a:moveTo>
                  <a:lnTo>
                    <a:pt x="669979" y="3145604"/>
                  </a:lnTo>
                  <a:lnTo>
                    <a:pt x="725124" y="3174337"/>
                  </a:lnTo>
                  <a:close/>
                  <a:moveTo>
                    <a:pt x="623518" y="3123814"/>
                  </a:moveTo>
                  <a:lnTo>
                    <a:pt x="669979" y="3145604"/>
                  </a:lnTo>
                  <a:lnTo>
                    <a:pt x="691735" y="3167593"/>
                  </a:lnTo>
                  <a:close/>
                  <a:moveTo>
                    <a:pt x="485503" y="3041599"/>
                  </a:moveTo>
                  <a:lnTo>
                    <a:pt x="494548" y="3047010"/>
                  </a:lnTo>
                  <a:lnTo>
                    <a:pt x="514563" y="3024150"/>
                  </a:lnTo>
                  <a:close/>
                  <a:moveTo>
                    <a:pt x="485503" y="3041599"/>
                  </a:moveTo>
                  <a:lnTo>
                    <a:pt x="514563" y="3024150"/>
                  </a:lnTo>
                  <a:lnTo>
                    <a:pt x="407815" y="2959384"/>
                  </a:lnTo>
                  <a:close/>
                  <a:moveTo>
                    <a:pt x="579795" y="2920947"/>
                  </a:moveTo>
                  <a:lnTo>
                    <a:pt x="538094" y="2994621"/>
                  </a:lnTo>
                  <a:lnTo>
                    <a:pt x="585972" y="2926596"/>
                  </a:lnTo>
                  <a:close/>
                  <a:moveTo>
                    <a:pt x="585972" y="2926596"/>
                  </a:moveTo>
                  <a:lnTo>
                    <a:pt x="538094" y="2994621"/>
                  </a:lnTo>
                  <a:lnTo>
                    <a:pt x="514563" y="3024150"/>
                  </a:lnTo>
                  <a:close/>
                  <a:moveTo>
                    <a:pt x="585972" y="2926596"/>
                  </a:moveTo>
                  <a:lnTo>
                    <a:pt x="514563" y="3024150"/>
                  </a:lnTo>
                  <a:lnTo>
                    <a:pt x="594107" y="3020075"/>
                  </a:lnTo>
                  <a:close/>
                  <a:moveTo>
                    <a:pt x="273782" y="2598256"/>
                  </a:moveTo>
                  <a:lnTo>
                    <a:pt x="262430" y="2592087"/>
                  </a:lnTo>
                  <a:lnTo>
                    <a:pt x="253666" y="2703708"/>
                  </a:lnTo>
                  <a:close/>
                  <a:moveTo>
                    <a:pt x="858643" y="3249808"/>
                  </a:moveTo>
                  <a:lnTo>
                    <a:pt x="887984" y="3263211"/>
                  </a:lnTo>
                  <a:lnTo>
                    <a:pt x="912525" y="3279924"/>
                  </a:lnTo>
                  <a:close/>
                  <a:moveTo>
                    <a:pt x="912525" y="3279924"/>
                  </a:moveTo>
                  <a:lnTo>
                    <a:pt x="855940" y="3228670"/>
                  </a:lnTo>
                  <a:lnTo>
                    <a:pt x="858643" y="3249808"/>
                  </a:lnTo>
                  <a:close/>
                  <a:moveTo>
                    <a:pt x="880871" y="3225031"/>
                  </a:moveTo>
                  <a:lnTo>
                    <a:pt x="855940" y="3228670"/>
                  </a:lnTo>
                  <a:lnTo>
                    <a:pt x="912525" y="3279924"/>
                  </a:lnTo>
                  <a:close/>
                  <a:moveTo>
                    <a:pt x="956915" y="3230687"/>
                  </a:moveTo>
                  <a:lnTo>
                    <a:pt x="880871" y="3225031"/>
                  </a:lnTo>
                  <a:lnTo>
                    <a:pt x="912525" y="3279924"/>
                  </a:lnTo>
                  <a:close/>
                  <a:moveTo>
                    <a:pt x="825103" y="3231723"/>
                  </a:moveTo>
                  <a:lnTo>
                    <a:pt x="858643" y="3249808"/>
                  </a:lnTo>
                  <a:lnTo>
                    <a:pt x="855940" y="3228670"/>
                  </a:lnTo>
                  <a:close/>
                  <a:moveTo>
                    <a:pt x="572260" y="2882511"/>
                  </a:moveTo>
                  <a:lnTo>
                    <a:pt x="579795" y="2920947"/>
                  </a:lnTo>
                  <a:lnTo>
                    <a:pt x="540490" y="2838733"/>
                  </a:lnTo>
                  <a:close/>
                  <a:moveTo>
                    <a:pt x="217717" y="2509872"/>
                  </a:moveTo>
                  <a:lnTo>
                    <a:pt x="271327" y="2554537"/>
                  </a:lnTo>
                  <a:lnTo>
                    <a:pt x="310096" y="2484287"/>
                  </a:lnTo>
                  <a:close/>
                  <a:moveTo>
                    <a:pt x="285804" y="2509872"/>
                  </a:moveTo>
                  <a:lnTo>
                    <a:pt x="310096" y="2484287"/>
                  </a:lnTo>
                  <a:lnTo>
                    <a:pt x="271327" y="2554537"/>
                  </a:lnTo>
                  <a:close/>
                  <a:moveTo>
                    <a:pt x="1128094" y="3255150"/>
                  </a:moveTo>
                  <a:lnTo>
                    <a:pt x="1130349" y="3321812"/>
                  </a:lnTo>
                  <a:lnTo>
                    <a:pt x="1173073" y="3266351"/>
                  </a:lnTo>
                  <a:close/>
                  <a:moveTo>
                    <a:pt x="1128094" y="3255150"/>
                  </a:moveTo>
                  <a:lnTo>
                    <a:pt x="1074660" y="3293586"/>
                  </a:lnTo>
                  <a:lnTo>
                    <a:pt x="1130349" y="3321812"/>
                  </a:lnTo>
                  <a:close/>
                  <a:moveTo>
                    <a:pt x="674754" y="2614734"/>
                  </a:moveTo>
                  <a:lnTo>
                    <a:pt x="781665" y="2638912"/>
                  </a:lnTo>
                  <a:lnTo>
                    <a:pt x="709416" y="2647443"/>
                  </a:lnTo>
                  <a:close/>
                  <a:moveTo>
                    <a:pt x="569804" y="2619318"/>
                  </a:moveTo>
                  <a:lnTo>
                    <a:pt x="510844" y="2526713"/>
                  </a:lnTo>
                  <a:lnTo>
                    <a:pt x="506865" y="2553651"/>
                  </a:lnTo>
                  <a:close/>
                  <a:moveTo>
                    <a:pt x="528148" y="2527029"/>
                  </a:moveTo>
                  <a:lnTo>
                    <a:pt x="510844" y="2526713"/>
                  </a:lnTo>
                  <a:lnTo>
                    <a:pt x="569804" y="2619318"/>
                  </a:lnTo>
                  <a:close/>
                  <a:moveTo>
                    <a:pt x="620248" y="2592718"/>
                  </a:moveTo>
                  <a:lnTo>
                    <a:pt x="528148" y="2527029"/>
                  </a:lnTo>
                  <a:lnTo>
                    <a:pt x="569804" y="2619318"/>
                  </a:lnTo>
                  <a:close/>
                  <a:moveTo>
                    <a:pt x="469825" y="2524172"/>
                  </a:moveTo>
                  <a:lnTo>
                    <a:pt x="514145" y="2471436"/>
                  </a:lnTo>
                  <a:lnTo>
                    <a:pt x="510844" y="2526713"/>
                  </a:lnTo>
                  <a:close/>
                  <a:moveTo>
                    <a:pt x="535542" y="2491218"/>
                  </a:moveTo>
                  <a:lnTo>
                    <a:pt x="506865" y="2553651"/>
                  </a:lnTo>
                  <a:lnTo>
                    <a:pt x="510844" y="2526713"/>
                  </a:lnTo>
                  <a:close/>
                  <a:moveTo>
                    <a:pt x="628018" y="2558314"/>
                  </a:moveTo>
                  <a:lnTo>
                    <a:pt x="635862" y="2597429"/>
                  </a:lnTo>
                  <a:lnTo>
                    <a:pt x="620248" y="2592718"/>
                  </a:lnTo>
                  <a:close/>
                  <a:moveTo>
                    <a:pt x="387877" y="2465999"/>
                  </a:moveTo>
                  <a:lnTo>
                    <a:pt x="510844" y="2526713"/>
                  </a:lnTo>
                  <a:lnTo>
                    <a:pt x="477546" y="2515214"/>
                  </a:lnTo>
                  <a:close/>
                  <a:moveTo>
                    <a:pt x="399717" y="2471436"/>
                  </a:moveTo>
                  <a:lnTo>
                    <a:pt x="510844" y="2526713"/>
                  </a:lnTo>
                  <a:lnTo>
                    <a:pt x="387877" y="2465999"/>
                  </a:lnTo>
                  <a:close/>
                  <a:moveTo>
                    <a:pt x="469825" y="2524172"/>
                  </a:moveTo>
                  <a:lnTo>
                    <a:pt x="510844" y="2526713"/>
                  </a:lnTo>
                  <a:lnTo>
                    <a:pt x="399717" y="2471436"/>
                  </a:lnTo>
                  <a:close/>
                  <a:moveTo>
                    <a:pt x="635862" y="2597429"/>
                  </a:moveTo>
                  <a:lnTo>
                    <a:pt x="674754" y="2614734"/>
                  </a:lnTo>
                  <a:lnTo>
                    <a:pt x="709416" y="2647443"/>
                  </a:lnTo>
                  <a:close/>
                  <a:moveTo>
                    <a:pt x="1193610" y="3236018"/>
                  </a:moveTo>
                  <a:lnTo>
                    <a:pt x="1173073" y="3266351"/>
                  </a:lnTo>
                  <a:lnTo>
                    <a:pt x="1205977" y="3255150"/>
                  </a:lnTo>
                  <a:close/>
                  <a:moveTo>
                    <a:pt x="1193610" y="3236018"/>
                  </a:moveTo>
                  <a:lnTo>
                    <a:pt x="1205977" y="3255150"/>
                  </a:lnTo>
                  <a:lnTo>
                    <a:pt x="1223849" y="3171935"/>
                  </a:lnTo>
                  <a:close/>
                  <a:moveTo>
                    <a:pt x="635862" y="2597429"/>
                  </a:moveTo>
                  <a:lnTo>
                    <a:pt x="709416" y="2647443"/>
                  </a:lnTo>
                  <a:lnTo>
                    <a:pt x="720829" y="2577275"/>
                  </a:lnTo>
                  <a:close/>
                  <a:moveTo>
                    <a:pt x="789356" y="2582156"/>
                  </a:moveTo>
                  <a:lnTo>
                    <a:pt x="709416" y="2647443"/>
                  </a:lnTo>
                  <a:lnTo>
                    <a:pt x="781665" y="2638912"/>
                  </a:lnTo>
                  <a:close/>
                  <a:moveTo>
                    <a:pt x="789356" y="2582156"/>
                  </a:moveTo>
                  <a:lnTo>
                    <a:pt x="720829" y="2577275"/>
                  </a:lnTo>
                  <a:lnTo>
                    <a:pt x="709416" y="2647443"/>
                  </a:lnTo>
                  <a:close/>
                  <a:moveTo>
                    <a:pt x="710865" y="2485284"/>
                  </a:moveTo>
                  <a:lnTo>
                    <a:pt x="693970" y="2398927"/>
                  </a:lnTo>
                  <a:lnTo>
                    <a:pt x="693587" y="2476778"/>
                  </a:lnTo>
                  <a:close/>
                  <a:moveTo>
                    <a:pt x="761492" y="2411746"/>
                  </a:moveTo>
                  <a:lnTo>
                    <a:pt x="801290" y="2472362"/>
                  </a:lnTo>
                  <a:lnTo>
                    <a:pt x="836517" y="2413589"/>
                  </a:lnTo>
                  <a:close/>
                  <a:moveTo>
                    <a:pt x="717510" y="2394562"/>
                  </a:moveTo>
                  <a:lnTo>
                    <a:pt x="801290" y="2472362"/>
                  </a:lnTo>
                  <a:lnTo>
                    <a:pt x="761492" y="2411746"/>
                  </a:lnTo>
                  <a:close/>
                  <a:moveTo>
                    <a:pt x="836517" y="2413589"/>
                  </a:moveTo>
                  <a:lnTo>
                    <a:pt x="816614" y="2476778"/>
                  </a:lnTo>
                  <a:lnTo>
                    <a:pt x="867271" y="2465122"/>
                  </a:lnTo>
                  <a:close/>
                  <a:moveTo>
                    <a:pt x="873317" y="2335977"/>
                  </a:moveTo>
                  <a:lnTo>
                    <a:pt x="929876" y="2328324"/>
                  </a:lnTo>
                  <a:lnTo>
                    <a:pt x="897405" y="2317690"/>
                  </a:lnTo>
                  <a:close/>
                  <a:moveTo>
                    <a:pt x="339363" y="1504518"/>
                  </a:moveTo>
                  <a:lnTo>
                    <a:pt x="384339" y="1577754"/>
                  </a:lnTo>
                  <a:lnTo>
                    <a:pt x="362092" y="1539222"/>
                  </a:lnTo>
                  <a:close/>
                  <a:moveTo>
                    <a:pt x="1514284" y="2893195"/>
                  </a:moveTo>
                  <a:lnTo>
                    <a:pt x="1498419" y="2869714"/>
                  </a:lnTo>
                  <a:lnTo>
                    <a:pt x="1578286" y="2936974"/>
                  </a:lnTo>
                  <a:close/>
                  <a:moveTo>
                    <a:pt x="1528773" y="2772544"/>
                  </a:moveTo>
                  <a:lnTo>
                    <a:pt x="1539117" y="2874692"/>
                  </a:lnTo>
                  <a:lnTo>
                    <a:pt x="1587203" y="2839274"/>
                  </a:lnTo>
                  <a:close/>
                  <a:moveTo>
                    <a:pt x="922487" y="2234238"/>
                  </a:moveTo>
                  <a:lnTo>
                    <a:pt x="979561" y="2287931"/>
                  </a:lnTo>
                  <a:lnTo>
                    <a:pt x="862246" y="2222621"/>
                  </a:lnTo>
                  <a:close/>
                  <a:moveTo>
                    <a:pt x="979561" y="2287931"/>
                  </a:moveTo>
                  <a:lnTo>
                    <a:pt x="922697" y="2235475"/>
                  </a:lnTo>
                  <a:lnTo>
                    <a:pt x="1061463" y="2266907"/>
                  </a:lnTo>
                  <a:close/>
                  <a:moveTo>
                    <a:pt x="922487" y="2234238"/>
                  </a:moveTo>
                  <a:lnTo>
                    <a:pt x="922697" y="2235475"/>
                  </a:lnTo>
                  <a:lnTo>
                    <a:pt x="979561" y="2287931"/>
                  </a:lnTo>
                  <a:close/>
                  <a:moveTo>
                    <a:pt x="384339" y="1577754"/>
                  </a:moveTo>
                  <a:lnTo>
                    <a:pt x="374394" y="1476038"/>
                  </a:lnTo>
                  <a:lnTo>
                    <a:pt x="362092" y="1539222"/>
                  </a:lnTo>
                  <a:close/>
                  <a:moveTo>
                    <a:pt x="1630567" y="2816323"/>
                  </a:moveTo>
                  <a:lnTo>
                    <a:pt x="1587203" y="2839274"/>
                  </a:lnTo>
                  <a:lnTo>
                    <a:pt x="1629199" y="2823984"/>
                  </a:lnTo>
                  <a:close/>
                  <a:moveTo>
                    <a:pt x="1164495" y="2197038"/>
                  </a:moveTo>
                  <a:lnTo>
                    <a:pt x="1136733" y="2181245"/>
                  </a:lnTo>
                  <a:lnTo>
                    <a:pt x="1203959" y="2240817"/>
                  </a:lnTo>
                  <a:close/>
                  <a:moveTo>
                    <a:pt x="1202880" y="2279253"/>
                  </a:moveTo>
                  <a:lnTo>
                    <a:pt x="1164495" y="2197038"/>
                  </a:lnTo>
                  <a:lnTo>
                    <a:pt x="1203959" y="2240817"/>
                  </a:lnTo>
                  <a:close/>
                  <a:moveTo>
                    <a:pt x="1082738" y="2076386"/>
                  </a:moveTo>
                  <a:lnTo>
                    <a:pt x="1105766" y="2153891"/>
                  </a:lnTo>
                  <a:lnTo>
                    <a:pt x="1077134" y="2114823"/>
                  </a:lnTo>
                  <a:close/>
                  <a:moveTo>
                    <a:pt x="1080748" y="2166167"/>
                  </a:moveTo>
                  <a:lnTo>
                    <a:pt x="1105766" y="2153891"/>
                  </a:lnTo>
                  <a:lnTo>
                    <a:pt x="1082738" y="2076386"/>
                  </a:lnTo>
                  <a:close/>
                  <a:moveTo>
                    <a:pt x="1136733" y="2181245"/>
                  </a:moveTo>
                  <a:lnTo>
                    <a:pt x="1105766" y="2153891"/>
                  </a:lnTo>
                  <a:lnTo>
                    <a:pt x="1080748" y="2166167"/>
                  </a:lnTo>
                  <a:close/>
                  <a:moveTo>
                    <a:pt x="1077593" y="2112014"/>
                  </a:moveTo>
                  <a:lnTo>
                    <a:pt x="1080748" y="2166167"/>
                  </a:lnTo>
                  <a:lnTo>
                    <a:pt x="1082738" y="2076386"/>
                  </a:lnTo>
                  <a:close/>
                  <a:moveTo>
                    <a:pt x="425480" y="1345814"/>
                  </a:moveTo>
                  <a:lnTo>
                    <a:pt x="391112" y="1432522"/>
                  </a:lnTo>
                  <a:lnTo>
                    <a:pt x="513663" y="1396860"/>
                  </a:lnTo>
                  <a:close/>
                  <a:moveTo>
                    <a:pt x="1721968" y="2849275"/>
                  </a:moveTo>
                  <a:lnTo>
                    <a:pt x="1643778" y="2835595"/>
                  </a:lnTo>
                  <a:lnTo>
                    <a:pt x="1629199" y="2823984"/>
                  </a:lnTo>
                  <a:close/>
                  <a:moveTo>
                    <a:pt x="1737039" y="2796904"/>
                  </a:moveTo>
                  <a:lnTo>
                    <a:pt x="1643778" y="2835595"/>
                  </a:lnTo>
                  <a:lnTo>
                    <a:pt x="1721968" y="2849275"/>
                  </a:lnTo>
                  <a:close/>
                  <a:moveTo>
                    <a:pt x="1112453" y="1955735"/>
                  </a:moveTo>
                  <a:lnTo>
                    <a:pt x="1127965" y="2021687"/>
                  </a:lnTo>
                  <a:lnTo>
                    <a:pt x="1187896" y="2030556"/>
                  </a:lnTo>
                  <a:close/>
                  <a:moveTo>
                    <a:pt x="1127965" y="2021687"/>
                  </a:moveTo>
                  <a:lnTo>
                    <a:pt x="1214575" y="2066852"/>
                  </a:lnTo>
                  <a:lnTo>
                    <a:pt x="1259576" y="2019900"/>
                  </a:lnTo>
                  <a:close/>
                  <a:moveTo>
                    <a:pt x="632562" y="1418666"/>
                  </a:moveTo>
                  <a:lnTo>
                    <a:pt x="732048" y="1462444"/>
                  </a:lnTo>
                  <a:lnTo>
                    <a:pt x="710087" y="1384902"/>
                  </a:lnTo>
                  <a:close/>
                  <a:moveTo>
                    <a:pt x="513663" y="1396860"/>
                  </a:moveTo>
                  <a:lnTo>
                    <a:pt x="588668" y="1398633"/>
                  </a:lnTo>
                  <a:lnTo>
                    <a:pt x="557836" y="1387494"/>
                  </a:lnTo>
                  <a:close/>
                  <a:moveTo>
                    <a:pt x="1284169" y="1921789"/>
                  </a:moveTo>
                  <a:lnTo>
                    <a:pt x="1259576" y="2019900"/>
                  </a:lnTo>
                  <a:lnTo>
                    <a:pt x="1300803" y="1955735"/>
                  </a:lnTo>
                  <a:close/>
                  <a:moveTo>
                    <a:pt x="1300803" y="1955735"/>
                  </a:moveTo>
                  <a:lnTo>
                    <a:pt x="1286548" y="1905543"/>
                  </a:lnTo>
                  <a:lnTo>
                    <a:pt x="1284169" y="1921789"/>
                  </a:lnTo>
                  <a:close/>
                  <a:moveTo>
                    <a:pt x="1314843" y="1835084"/>
                  </a:moveTo>
                  <a:lnTo>
                    <a:pt x="1286548" y="1905543"/>
                  </a:lnTo>
                  <a:lnTo>
                    <a:pt x="1300803" y="1955735"/>
                  </a:lnTo>
                  <a:close/>
                  <a:moveTo>
                    <a:pt x="1673406" y="2147991"/>
                  </a:moveTo>
                  <a:lnTo>
                    <a:pt x="1702900" y="2224106"/>
                  </a:lnTo>
                  <a:lnTo>
                    <a:pt x="1617464" y="2132879"/>
                  </a:lnTo>
                  <a:close/>
                  <a:moveTo>
                    <a:pt x="1608317" y="2125507"/>
                  </a:moveTo>
                  <a:lnTo>
                    <a:pt x="1617464" y="2132879"/>
                  </a:lnTo>
                  <a:lnTo>
                    <a:pt x="1629638" y="2137124"/>
                  </a:lnTo>
                  <a:close/>
                  <a:moveTo>
                    <a:pt x="1608317" y="2125507"/>
                  </a:moveTo>
                  <a:lnTo>
                    <a:pt x="1569332" y="2071918"/>
                  </a:lnTo>
                  <a:lnTo>
                    <a:pt x="1617464" y="2132879"/>
                  </a:lnTo>
                  <a:close/>
                  <a:moveTo>
                    <a:pt x="1970055" y="2143507"/>
                  </a:moveTo>
                  <a:lnTo>
                    <a:pt x="1939532" y="2152912"/>
                  </a:lnTo>
                  <a:lnTo>
                    <a:pt x="2057075" y="2190202"/>
                  </a:lnTo>
                  <a:close/>
                  <a:moveTo>
                    <a:pt x="2013800" y="2153125"/>
                  </a:moveTo>
                  <a:lnTo>
                    <a:pt x="2117322" y="2213065"/>
                  </a:lnTo>
                  <a:lnTo>
                    <a:pt x="2057075" y="2190202"/>
                  </a:lnTo>
                  <a:close/>
                  <a:moveTo>
                    <a:pt x="2013800" y="2153125"/>
                  </a:moveTo>
                  <a:lnTo>
                    <a:pt x="2130138" y="2219230"/>
                  </a:lnTo>
                  <a:lnTo>
                    <a:pt x="2117322" y="2213065"/>
                  </a:lnTo>
                  <a:close/>
                  <a:moveTo>
                    <a:pt x="315559" y="162080"/>
                  </a:moveTo>
                  <a:lnTo>
                    <a:pt x="366564" y="181206"/>
                  </a:lnTo>
                  <a:lnTo>
                    <a:pt x="309767" y="115832"/>
                  </a:lnTo>
                  <a:close/>
                  <a:moveTo>
                    <a:pt x="366564" y="181206"/>
                  </a:moveTo>
                  <a:lnTo>
                    <a:pt x="377765" y="91405"/>
                  </a:lnTo>
                  <a:lnTo>
                    <a:pt x="309767" y="115832"/>
                  </a:lnTo>
                  <a:close/>
                  <a:moveTo>
                    <a:pt x="358853" y="20696"/>
                  </a:moveTo>
                  <a:lnTo>
                    <a:pt x="409006" y="75472"/>
                  </a:lnTo>
                  <a:lnTo>
                    <a:pt x="343219" y="0"/>
                  </a:lnTo>
                  <a:close/>
                  <a:moveTo>
                    <a:pt x="2117322" y="2213065"/>
                  </a:moveTo>
                  <a:lnTo>
                    <a:pt x="2130138" y="2219230"/>
                  </a:lnTo>
                  <a:lnTo>
                    <a:pt x="2139222" y="2218676"/>
                  </a:lnTo>
                  <a:close/>
                  <a:moveTo>
                    <a:pt x="2222743" y="2252291"/>
                  </a:moveTo>
                  <a:lnTo>
                    <a:pt x="2139222" y="2218676"/>
                  </a:lnTo>
                  <a:lnTo>
                    <a:pt x="2130138" y="2219230"/>
                  </a:lnTo>
                  <a:close/>
                  <a:moveTo>
                    <a:pt x="2117322" y="2213065"/>
                  </a:moveTo>
                  <a:lnTo>
                    <a:pt x="2139222" y="2218676"/>
                  </a:lnTo>
                  <a:lnTo>
                    <a:pt x="2150473" y="2202697"/>
                  </a:lnTo>
                  <a:close/>
                  <a:moveTo>
                    <a:pt x="2222743" y="2252291"/>
                  </a:moveTo>
                  <a:lnTo>
                    <a:pt x="2273335" y="2263496"/>
                  </a:lnTo>
                  <a:lnTo>
                    <a:pt x="2139222" y="2218676"/>
                  </a:lnTo>
                  <a:close/>
                  <a:moveTo>
                    <a:pt x="1959936" y="1936140"/>
                  </a:moveTo>
                  <a:lnTo>
                    <a:pt x="1950513" y="1927983"/>
                  </a:lnTo>
                  <a:lnTo>
                    <a:pt x="1918102" y="1949263"/>
                  </a:lnTo>
                  <a:close/>
                  <a:moveTo>
                    <a:pt x="1979754" y="1927983"/>
                  </a:moveTo>
                  <a:lnTo>
                    <a:pt x="1959936" y="1936140"/>
                  </a:lnTo>
                  <a:lnTo>
                    <a:pt x="1965975" y="1884204"/>
                  </a:lnTo>
                  <a:close/>
                  <a:moveTo>
                    <a:pt x="1973680" y="1845768"/>
                  </a:moveTo>
                  <a:lnTo>
                    <a:pt x="1979754" y="1927983"/>
                  </a:lnTo>
                  <a:lnTo>
                    <a:pt x="1965975" y="1884204"/>
                  </a:lnTo>
                  <a:close/>
                  <a:moveTo>
                    <a:pt x="1691520" y="1444221"/>
                  </a:moveTo>
                  <a:lnTo>
                    <a:pt x="1607582" y="1540360"/>
                  </a:lnTo>
                  <a:lnTo>
                    <a:pt x="1569924" y="1483454"/>
                  </a:lnTo>
                  <a:close/>
                  <a:moveTo>
                    <a:pt x="630879" y="387783"/>
                  </a:moveTo>
                  <a:lnTo>
                    <a:pt x="644350" y="476923"/>
                  </a:lnTo>
                  <a:lnTo>
                    <a:pt x="698211" y="453527"/>
                  </a:lnTo>
                  <a:close/>
                  <a:moveTo>
                    <a:pt x="664137" y="321245"/>
                  </a:moveTo>
                  <a:lnTo>
                    <a:pt x="720657" y="375387"/>
                  </a:lnTo>
                  <a:lnTo>
                    <a:pt x="651454" y="342167"/>
                  </a:lnTo>
                  <a:close/>
                  <a:moveTo>
                    <a:pt x="2308763" y="2234695"/>
                  </a:moveTo>
                  <a:lnTo>
                    <a:pt x="2318788" y="2326636"/>
                  </a:lnTo>
                  <a:lnTo>
                    <a:pt x="2356076" y="2256822"/>
                  </a:lnTo>
                  <a:close/>
                  <a:moveTo>
                    <a:pt x="1939736" y="1599745"/>
                  </a:moveTo>
                  <a:lnTo>
                    <a:pt x="2004602" y="1660142"/>
                  </a:lnTo>
                  <a:lnTo>
                    <a:pt x="2020835" y="1624304"/>
                  </a:lnTo>
                  <a:close/>
                  <a:moveTo>
                    <a:pt x="1910530" y="1599122"/>
                  </a:moveTo>
                  <a:lnTo>
                    <a:pt x="2004602" y="1660142"/>
                  </a:lnTo>
                  <a:lnTo>
                    <a:pt x="1939736" y="1599745"/>
                  </a:lnTo>
                  <a:close/>
                  <a:moveTo>
                    <a:pt x="1691520" y="1444221"/>
                  </a:moveTo>
                  <a:lnTo>
                    <a:pt x="1700285" y="1425494"/>
                  </a:lnTo>
                  <a:lnTo>
                    <a:pt x="1667145" y="1516907"/>
                  </a:lnTo>
                  <a:close/>
                  <a:moveTo>
                    <a:pt x="898015" y="448111"/>
                  </a:moveTo>
                  <a:lnTo>
                    <a:pt x="870163" y="414526"/>
                  </a:lnTo>
                  <a:lnTo>
                    <a:pt x="914381" y="491890"/>
                  </a:lnTo>
                  <a:close/>
                  <a:moveTo>
                    <a:pt x="842047" y="337291"/>
                  </a:moveTo>
                  <a:lnTo>
                    <a:pt x="868886" y="319133"/>
                  </a:lnTo>
                  <a:lnTo>
                    <a:pt x="868467" y="245244"/>
                  </a:lnTo>
                  <a:close/>
                  <a:moveTo>
                    <a:pt x="904496" y="347114"/>
                  </a:moveTo>
                  <a:lnTo>
                    <a:pt x="868886" y="319133"/>
                  </a:lnTo>
                  <a:lnTo>
                    <a:pt x="842047" y="337291"/>
                  </a:lnTo>
                  <a:close/>
                  <a:moveTo>
                    <a:pt x="863062" y="220115"/>
                  </a:moveTo>
                  <a:lnTo>
                    <a:pt x="868467" y="245244"/>
                  </a:lnTo>
                  <a:lnTo>
                    <a:pt x="814787" y="180323"/>
                  </a:lnTo>
                  <a:close/>
                  <a:moveTo>
                    <a:pt x="1533542" y="765277"/>
                  </a:moveTo>
                  <a:lnTo>
                    <a:pt x="1576470" y="764915"/>
                  </a:lnTo>
                  <a:lnTo>
                    <a:pt x="1549332" y="743877"/>
                  </a:lnTo>
                  <a:close/>
                  <a:moveTo>
                    <a:pt x="2156827" y="1296702"/>
                  </a:moveTo>
                  <a:lnTo>
                    <a:pt x="2187300" y="1401598"/>
                  </a:lnTo>
                  <a:lnTo>
                    <a:pt x="2183041" y="1319383"/>
                  </a:lnTo>
                  <a:close/>
                  <a:moveTo>
                    <a:pt x="2156827" y="1296702"/>
                  </a:moveTo>
                  <a:lnTo>
                    <a:pt x="2189467" y="1370258"/>
                  </a:lnTo>
                  <a:lnTo>
                    <a:pt x="2187300" y="1401598"/>
                  </a:lnTo>
                  <a:close/>
                </a:path>
              </a:pathLst>
            </a:custGeom>
            <a:solidFill>
              <a:srgbClr val="D8DEE3"/>
            </a:solidFill>
            <a:ln w="1524">
              <a:solidFill>
                <a:srgbClr val="D8DEE3"/>
              </a:solidFill>
            </a:ln>
          </p:spPr>
        </p:sp>
        <p:sp>
          <p:nvSpPr>
            <p:cNvPr id="2050" name="Candidate_density__2049">
              <a:extLst>
                <a:ext uri="{FF2B5EF4-FFF2-40B4-BE49-F238E27FC236}">
                  <a16:creationId xmlns:a16="http://schemas.microsoft.com/office/drawing/2014/main" id="{66BFF943-D9C6-B01C-EE3F-A788E06CED5C}"/>
                </a:ext>
              </a:extLst>
            </p:cNvPr>
            <p:cNvSpPr>
              <a:spLocks noGrp="1"/>
            </p:cNvSpPr>
            <p:nvPr/>
          </p:nvSpPr>
          <p:spPr>
            <a:xfrm>
              <a:off x="4663168" y="2346247"/>
              <a:ext cx="2102410" cy="3144676"/>
            </a:xfrm>
            <a:custGeom>
              <a:avLst/>
              <a:gdLst/>
              <a:ahLst/>
              <a:cxnLst/>
              <a:rect l="0" t="0" r="0" b="0"/>
              <a:pathLst>
                <a:path w="2102410" h="3144676">
                  <a:moveTo>
                    <a:pt x="240882" y="2866687"/>
                  </a:moveTo>
                  <a:lnTo>
                    <a:pt x="235260" y="2864670"/>
                  </a:lnTo>
                  <a:lnTo>
                    <a:pt x="274277" y="2928089"/>
                  </a:lnTo>
                  <a:close/>
                  <a:moveTo>
                    <a:pt x="329909" y="2920888"/>
                  </a:moveTo>
                  <a:lnTo>
                    <a:pt x="240882" y="2866687"/>
                  </a:lnTo>
                  <a:lnTo>
                    <a:pt x="274277" y="2928089"/>
                  </a:lnTo>
                  <a:close/>
                  <a:moveTo>
                    <a:pt x="231837" y="2861276"/>
                  </a:moveTo>
                  <a:lnTo>
                    <a:pt x="154149" y="2779061"/>
                  </a:lnTo>
                  <a:lnTo>
                    <a:pt x="182894" y="2807150"/>
                  </a:lnTo>
                  <a:close/>
                  <a:moveTo>
                    <a:pt x="101432" y="2712694"/>
                  </a:moveTo>
                  <a:lnTo>
                    <a:pt x="154149" y="2779061"/>
                  </a:lnTo>
                  <a:lnTo>
                    <a:pt x="137231" y="2757809"/>
                  </a:lnTo>
                  <a:close/>
                  <a:moveTo>
                    <a:pt x="369853" y="2943491"/>
                  </a:moveTo>
                  <a:lnTo>
                    <a:pt x="454048" y="2891160"/>
                  </a:lnTo>
                  <a:lnTo>
                    <a:pt x="340441" y="2839751"/>
                  </a:lnTo>
                  <a:close/>
                  <a:moveTo>
                    <a:pt x="369853" y="2943491"/>
                  </a:moveTo>
                  <a:lnTo>
                    <a:pt x="340441" y="2839751"/>
                  </a:lnTo>
                  <a:lnTo>
                    <a:pt x="329909" y="2920888"/>
                  </a:lnTo>
                  <a:close/>
                  <a:moveTo>
                    <a:pt x="340441" y="2839751"/>
                  </a:moveTo>
                  <a:lnTo>
                    <a:pt x="240882" y="2866687"/>
                  </a:lnTo>
                  <a:lnTo>
                    <a:pt x="329909" y="2920888"/>
                  </a:lnTo>
                  <a:close/>
                  <a:moveTo>
                    <a:pt x="340441" y="2839751"/>
                  </a:moveTo>
                  <a:lnTo>
                    <a:pt x="260898" y="2843827"/>
                  </a:lnTo>
                  <a:lnTo>
                    <a:pt x="240882" y="2866687"/>
                  </a:lnTo>
                  <a:close/>
                  <a:moveTo>
                    <a:pt x="340441" y="2839751"/>
                  </a:moveTo>
                  <a:lnTo>
                    <a:pt x="415978" y="2838933"/>
                  </a:lnTo>
                  <a:lnTo>
                    <a:pt x="332306" y="2746273"/>
                  </a:lnTo>
                  <a:close/>
                  <a:moveTo>
                    <a:pt x="137231" y="2757809"/>
                  </a:moveTo>
                  <a:lnTo>
                    <a:pt x="154149" y="2779061"/>
                  </a:lnTo>
                  <a:lnTo>
                    <a:pt x="180528" y="2748482"/>
                  </a:lnTo>
                  <a:close/>
                  <a:moveTo>
                    <a:pt x="137231" y="2757809"/>
                  </a:moveTo>
                  <a:lnTo>
                    <a:pt x="180528" y="2748482"/>
                  </a:lnTo>
                  <a:lnTo>
                    <a:pt x="91146" y="2696846"/>
                  </a:lnTo>
                  <a:close/>
                  <a:moveTo>
                    <a:pt x="90489" y="2583050"/>
                  </a:moveTo>
                  <a:lnTo>
                    <a:pt x="103769" y="2510609"/>
                  </a:lnTo>
                  <a:lnTo>
                    <a:pt x="13984" y="2532415"/>
                  </a:lnTo>
                  <a:close/>
                  <a:moveTo>
                    <a:pt x="103769" y="2510609"/>
                  </a:moveTo>
                  <a:lnTo>
                    <a:pt x="0" y="2523385"/>
                  </a:lnTo>
                  <a:lnTo>
                    <a:pt x="13984" y="2532415"/>
                  </a:lnTo>
                  <a:close/>
                  <a:moveTo>
                    <a:pt x="20116" y="2417933"/>
                  </a:moveTo>
                  <a:lnTo>
                    <a:pt x="0" y="2523385"/>
                  </a:lnTo>
                  <a:lnTo>
                    <a:pt x="103769" y="2510609"/>
                  </a:lnTo>
                  <a:close/>
                  <a:moveTo>
                    <a:pt x="32138" y="2329549"/>
                  </a:moveTo>
                  <a:lnTo>
                    <a:pt x="17661" y="2374214"/>
                  </a:lnTo>
                  <a:lnTo>
                    <a:pt x="69748" y="2338083"/>
                  </a:lnTo>
                  <a:close/>
                  <a:moveTo>
                    <a:pt x="69748" y="2338083"/>
                  </a:moveTo>
                  <a:lnTo>
                    <a:pt x="17661" y="2374214"/>
                  </a:lnTo>
                  <a:lnTo>
                    <a:pt x="20116" y="2417933"/>
                  </a:lnTo>
                  <a:close/>
                  <a:moveTo>
                    <a:pt x="820994" y="3113263"/>
                  </a:moveTo>
                  <a:lnTo>
                    <a:pt x="789123" y="3092778"/>
                  </a:lnTo>
                  <a:lnTo>
                    <a:pt x="745446" y="3144676"/>
                  </a:lnTo>
                  <a:close/>
                  <a:moveTo>
                    <a:pt x="658860" y="3099601"/>
                  </a:moveTo>
                  <a:lnTo>
                    <a:pt x="745446" y="3144676"/>
                  </a:lnTo>
                  <a:lnTo>
                    <a:pt x="789123" y="3092778"/>
                  </a:lnTo>
                  <a:close/>
                  <a:moveTo>
                    <a:pt x="703249" y="3050364"/>
                  </a:moveTo>
                  <a:lnTo>
                    <a:pt x="658860" y="3099601"/>
                  </a:lnTo>
                  <a:lnTo>
                    <a:pt x="789123" y="3092778"/>
                  </a:lnTo>
                  <a:close/>
                  <a:moveTo>
                    <a:pt x="16836" y="2247333"/>
                  </a:moveTo>
                  <a:lnTo>
                    <a:pt x="14015" y="2222709"/>
                  </a:lnTo>
                  <a:lnTo>
                    <a:pt x="73907" y="2291113"/>
                  </a:lnTo>
                  <a:close/>
                  <a:moveTo>
                    <a:pt x="32138" y="2329549"/>
                  </a:moveTo>
                  <a:lnTo>
                    <a:pt x="16836" y="2247333"/>
                  </a:lnTo>
                  <a:lnTo>
                    <a:pt x="73907" y="2291113"/>
                  </a:lnTo>
                  <a:close/>
                  <a:moveTo>
                    <a:pt x="640656" y="2917051"/>
                  </a:moveTo>
                  <a:lnTo>
                    <a:pt x="663962" y="2903476"/>
                  </a:lnTo>
                  <a:lnTo>
                    <a:pt x="582802" y="2878688"/>
                  </a:lnTo>
                  <a:close/>
                  <a:moveTo>
                    <a:pt x="874428" y="3074827"/>
                  </a:moveTo>
                  <a:lnTo>
                    <a:pt x="919408" y="3086028"/>
                  </a:lnTo>
                  <a:lnTo>
                    <a:pt x="939944" y="3055695"/>
                  </a:lnTo>
                  <a:close/>
                  <a:moveTo>
                    <a:pt x="900502" y="2987669"/>
                  </a:moveTo>
                  <a:lnTo>
                    <a:pt x="939944" y="3055695"/>
                  </a:lnTo>
                  <a:lnTo>
                    <a:pt x="970183" y="2991611"/>
                  </a:lnTo>
                  <a:close/>
                  <a:moveTo>
                    <a:pt x="900502" y="2987669"/>
                  </a:moveTo>
                  <a:lnTo>
                    <a:pt x="970183" y="2991611"/>
                  </a:lnTo>
                  <a:lnTo>
                    <a:pt x="968568" y="2991174"/>
                  </a:lnTo>
                  <a:close/>
                  <a:moveTo>
                    <a:pt x="411211" y="2364051"/>
                  </a:moveTo>
                  <a:lnTo>
                    <a:pt x="382197" y="2417106"/>
                  </a:lnTo>
                  <a:lnTo>
                    <a:pt x="457200" y="2304960"/>
                  </a:lnTo>
                  <a:close/>
                  <a:moveTo>
                    <a:pt x="457200" y="2304960"/>
                  </a:moveTo>
                  <a:lnTo>
                    <a:pt x="382197" y="2417106"/>
                  </a:lnTo>
                  <a:lnTo>
                    <a:pt x="467163" y="2396952"/>
                  </a:lnTo>
                  <a:close/>
                  <a:moveTo>
                    <a:pt x="457200" y="2304960"/>
                  </a:moveTo>
                  <a:lnTo>
                    <a:pt x="439921" y="2296455"/>
                  </a:lnTo>
                  <a:lnTo>
                    <a:pt x="411211" y="2364051"/>
                  </a:lnTo>
                  <a:close/>
                  <a:moveTo>
                    <a:pt x="544100" y="2303587"/>
                  </a:moveTo>
                  <a:lnTo>
                    <a:pt x="529249" y="2296455"/>
                  </a:lnTo>
                  <a:lnTo>
                    <a:pt x="535691" y="2401833"/>
                  </a:lnTo>
                  <a:close/>
                  <a:moveTo>
                    <a:pt x="535691" y="2401833"/>
                  </a:moveTo>
                  <a:lnTo>
                    <a:pt x="529249" y="2296455"/>
                  </a:lnTo>
                  <a:lnTo>
                    <a:pt x="457200" y="2304960"/>
                  </a:lnTo>
                  <a:close/>
                  <a:moveTo>
                    <a:pt x="535691" y="2401833"/>
                  </a:moveTo>
                  <a:lnTo>
                    <a:pt x="457200" y="2304960"/>
                  </a:lnTo>
                  <a:lnTo>
                    <a:pt x="467163" y="2396952"/>
                  </a:lnTo>
                  <a:close/>
                  <a:moveTo>
                    <a:pt x="529249" y="2296455"/>
                  </a:moveTo>
                  <a:lnTo>
                    <a:pt x="463845" y="2214239"/>
                  </a:lnTo>
                  <a:lnTo>
                    <a:pt x="457200" y="2304960"/>
                  </a:lnTo>
                  <a:close/>
                  <a:moveTo>
                    <a:pt x="230918" y="2167555"/>
                  </a:moveTo>
                  <a:lnTo>
                    <a:pt x="298400" y="2073193"/>
                  </a:lnTo>
                  <a:lnTo>
                    <a:pt x="226912" y="2168848"/>
                  </a:lnTo>
                  <a:close/>
                  <a:moveTo>
                    <a:pt x="437167" y="2214239"/>
                  </a:moveTo>
                  <a:lnTo>
                    <a:pt x="413556" y="2279849"/>
                  </a:lnTo>
                  <a:lnTo>
                    <a:pt x="439921" y="2296455"/>
                  </a:lnTo>
                  <a:close/>
                  <a:moveTo>
                    <a:pt x="529249" y="2296455"/>
                  </a:moveTo>
                  <a:lnTo>
                    <a:pt x="547624" y="2292039"/>
                  </a:lnTo>
                  <a:lnTo>
                    <a:pt x="463845" y="2214239"/>
                  </a:lnTo>
                  <a:close/>
                  <a:moveTo>
                    <a:pt x="547624" y="2292039"/>
                  </a:moveTo>
                  <a:lnTo>
                    <a:pt x="562948" y="2296455"/>
                  </a:lnTo>
                  <a:lnTo>
                    <a:pt x="582851" y="2233265"/>
                  </a:lnTo>
                  <a:close/>
                  <a:moveTo>
                    <a:pt x="1154551" y="2751308"/>
                  </a:moveTo>
                  <a:lnTo>
                    <a:pt x="1183525" y="2807142"/>
                  </a:lnTo>
                  <a:lnTo>
                    <a:pt x="1199003" y="2795087"/>
                  </a:lnTo>
                  <a:close/>
                  <a:moveTo>
                    <a:pt x="819751" y="2098930"/>
                  </a:moveTo>
                  <a:lnTo>
                    <a:pt x="873267" y="2209073"/>
                  </a:lnTo>
                  <a:lnTo>
                    <a:pt x="904432" y="2169226"/>
                  </a:lnTo>
                  <a:close/>
                  <a:moveTo>
                    <a:pt x="854228" y="2219582"/>
                  </a:moveTo>
                  <a:lnTo>
                    <a:pt x="873267" y="2209073"/>
                  </a:lnTo>
                  <a:lnTo>
                    <a:pt x="819751" y="2098930"/>
                  </a:lnTo>
                  <a:close/>
                  <a:moveTo>
                    <a:pt x="766396" y="2137367"/>
                  </a:moveTo>
                  <a:lnTo>
                    <a:pt x="854228" y="2219582"/>
                  </a:lnTo>
                  <a:lnTo>
                    <a:pt x="819751" y="2098930"/>
                  </a:lnTo>
                  <a:close/>
                  <a:moveTo>
                    <a:pt x="952494" y="2105163"/>
                  </a:moveTo>
                  <a:lnTo>
                    <a:pt x="904432" y="2169226"/>
                  </a:lnTo>
                  <a:lnTo>
                    <a:pt x="873267" y="2209073"/>
                  </a:lnTo>
                  <a:close/>
                  <a:moveTo>
                    <a:pt x="873267" y="2209073"/>
                  </a:moveTo>
                  <a:lnTo>
                    <a:pt x="929190" y="2181145"/>
                  </a:lnTo>
                  <a:lnTo>
                    <a:pt x="952494" y="2105163"/>
                  </a:lnTo>
                  <a:close/>
                  <a:moveTo>
                    <a:pt x="766396" y="2137367"/>
                  </a:moveTo>
                  <a:lnTo>
                    <a:pt x="819751" y="2098930"/>
                  </a:lnTo>
                  <a:lnTo>
                    <a:pt x="762916" y="2133983"/>
                  </a:lnTo>
                  <a:close/>
                  <a:moveTo>
                    <a:pt x="819751" y="2098930"/>
                  </a:moveTo>
                  <a:lnTo>
                    <a:pt x="807797" y="2086584"/>
                  </a:lnTo>
                  <a:lnTo>
                    <a:pt x="762916" y="2133983"/>
                  </a:lnTo>
                  <a:close/>
                  <a:moveTo>
                    <a:pt x="807797" y="2086584"/>
                  </a:moveTo>
                  <a:lnTo>
                    <a:pt x="669031" y="2055151"/>
                  </a:lnTo>
                  <a:lnTo>
                    <a:pt x="762916" y="2133983"/>
                  </a:lnTo>
                  <a:close/>
                  <a:moveTo>
                    <a:pt x="663975" y="2042716"/>
                  </a:moveTo>
                  <a:lnTo>
                    <a:pt x="669031" y="2055151"/>
                  </a:lnTo>
                  <a:lnTo>
                    <a:pt x="668821" y="2053915"/>
                  </a:lnTo>
                  <a:close/>
                  <a:moveTo>
                    <a:pt x="623465" y="1972936"/>
                  </a:moveTo>
                  <a:lnTo>
                    <a:pt x="663975" y="2042716"/>
                  </a:lnTo>
                  <a:lnTo>
                    <a:pt x="609799" y="1941215"/>
                  </a:lnTo>
                  <a:close/>
                  <a:moveTo>
                    <a:pt x="609799" y="1941215"/>
                  </a:moveTo>
                  <a:lnTo>
                    <a:pt x="663975" y="2042716"/>
                  </a:lnTo>
                  <a:lnTo>
                    <a:pt x="668821" y="2053915"/>
                  </a:lnTo>
                  <a:close/>
                  <a:moveTo>
                    <a:pt x="609799" y="1941215"/>
                  </a:moveTo>
                  <a:lnTo>
                    <a:pt x="668821" y="2053915"/>
                  </a:lnTo>
                  <a:lnTo>
                    <a:pt x="608580" y="2042298"/>
                  </a:lnTo>
                  <a:close/>
                  <a:moveTo>
                    <a:pt x="623465" y="1972936"/>
                  </a:moveTo>
                  <a:lnTo>
                    <a:pt x="609799" y="1941215"/>
                  </a:lnTo>
                  <a:lnTo>
                    <a:pt x="560493" y="1881208"/>
                  </a:lnTo>
                  <a:close/>
                  <a:moveTo>
                    <a:pt x="130674" y="1397431"/>
                  </a:moveTo>
                  <a:lnTo>
                    <a:pt x="220887" y="1285513"/>
                  </a:lnTo>
                  <a:lnTo>
                    <a:pt x="120729" y="1295715"/>
                  </a:lnTo>
                  <a:close/>
                  <a:moveTo>
                    <a:pt x="120729" y="1295715"/>
                  </a:moveTo>
                  <a:lnTo>
                    <a:pt x="220887" y="1285513"/>
                  </a:lnTo>
                  <a:lnTo>
                    <a:pt x="199308" y="1292424"/>
                  </a:lnTo>
                  <a:close/>
                  <a:moveTo>
                    <a:pt x="609694" y="1934500"/>
                  </a:moveTo>
                  <a:lnTo>
                    <a:pt x="560493" y="1881208"/>
                  </a:lnTo>
                  <a:lnTo>
                    <a:pt x="609799" y="1941215"/>
                  </a:lnTo>
                  <a:close/>
                  <a:moveTo>
                    <a:pt x="1275107" y="2592221"/>
                  </a:moveTo>
                  <a:lnTo>
                    <a:pt x="1333537" y="2658951"/>
                  </a:lnTo>
                  <a:lnTo>
                    <a:pt x="1376901" y="2635999"/>
                  </a:lnTo>
                  <a:close/>
                  <a:moveTo>
                    <a:pt x="1244670" y="2389354"/>
                  </a:moveTo>
                  <a:lnTo>
                    <a:pt x="1301717" y="2324775"/>
                  </a:lnTo>
                  <a:lnTo>
                    <a:pt x="1211425" y="2427790"/>
                  </a:lnTo>
                  <a:close/>
                  <a:moveTo>
                    <a:pt x="941783" y="2093673"/>
                  </a:moveTo>
                  <a:lnTo>
                    <a:pt x="949214" y="2098930"/>
                  </a:lnTo>
                  <a:lnTo>
                    <a:pt x="950293" y="2060493"/>
                  </a:lnTo>
                  <a:close/>
                  <a:moveTo>
                    <a:pt x="904432" y="2169226"/>
                  </a:moveTo>
                  <a:lnTo>
                    <a:pt x="949214" y="2098930"/>
                  </a:lnTo>
                  <a:lnTo>
                    <a:pt x="941783" y="2093673"/>
                  </a:lnTo>
                  <a:close/>
                  <a:moveTo>
                    <a:pt x="966594" y="2122983"/>
                  </a:moveTo>
                  <a:lnTo>
                    <a:pt x="929190" y="2181145"/>
                  </a:lnTo>
                  <a:lnTo>
                    <a:pt x="999233" y="2167257"/>
                  </a:lnTo>
                  <a:close/>
                  <a:moveTo>
                    <a:pt x="901411" y="2060493"/>
                  </a:moveTo>
                  <a:lnTo>
                    <a:pt x="904432" y="2169226"/>
                  </a:lnTo>
                  <a:lnTo>
                    <a:pt x="941783" y="2093673"/>
                  </a:lnTo>
                  <a:close/>
                  <a:moveTo>
                    <a:pt x="819751" y="2098930"/>
                  </a:moveTo>
                  <a:lnTo>
                    <a:pt x="926997" y="2038391"/>
                  </a:lnTo>
                  <a:lnTo>
                    <a:pt x="827082" y="1985844"/>
                  </a:lnTo>
                  <a:close/>
                  <a:moveTo>
                    <a:pt x="827082" y="1985844"/>
                  </a:moveTo>
                  <a:lnTo>
                    <a:pt x="926997" y="2038391"/>
                  </a:lnTo>
                  <a:lnTo>
                    <a:pt x="883067" y="2000922"/>
                  </a:lnTo>
                  <a:close/>
                  <a:moveTo>
                    <a:pt x="819751" y="2098930"/>
                  </a:moveTo>
                  <a:lnTo>
                    <a:pt x="827082" y="1985844"/>
                  </a:lnTo>
                  <a:lnTo>
                    <a:pt x="807797" y="2086584"/>
                  </a:lnTo>
                  <a:close/>
                  <a:moveTo>
                    <a:pt x="950293" y="2060493"/>
                  </a:moveTo>
                  <a:lnTo>
                    <a:pt x="883067" y="2000922"/>
                  </a:lnTo>
                  <a:lnTo>
                    <a:pt x="926997" y="2038391"/>
                  </a:lnTo>
                  <a:close/>
                  <a:moveTo>
                    <a:pt x="841688" y="1834378"/>
                  </a:moveTo>
                  <a:lnTo>
                    <a:pt x="874300" y="1841364"/>
                  </a:lnTo>
                  <a:lnTo>
                    <a:pt x="817875" y="1813848"/>
                  </a:lnTo>
                  <a:close/>
                  <a:moveTo>
                    <a:pt x="803750" y="1856251"/>
                  </a:moveTo>
                  <a:lnTo>
                    <a:pt x="829072" y="1896063"/>
                  </a:lnTo>
                  <a:lnTo>
                    <a:pt x="784695" y="1852285"/>
                  </a:lnTo>
                  <a:close/>
                  <a:moveTo>
                    <a:pt x="372555" y="1358716"/>
                  </a:moveTo>
                  <a:lnTo>
                    <a:pt x="385085" y="1358994"/>
                  </a:lnTo>
                  <a:lnTo>
                    <a:pt x="351584" y="1329309"/>
                  </a:lnTo>
                  <a:close/>
                  <a:moveTo>
                    <a:pt x="372555" y="1358716"/>
                  </a:moveTo>
                  <a:lnTo>
                    <a:pt x="408919" y="1320558"/>
                  </a:lnTo>
                  <a:lnTo>
                    <a:pt x="402230" y="1348727"/>
                  </a:lnTo>
                  <a:close/>
                  <a:moveTo>
                    <a:pt x="137446" y="1252199"/>
                  </a:moveTo>
                  <a:lnTo>
                    <a:pt x="214545" y="1261803"/>
                  </a:lnTo>
                  <a:lnTo>
                    <a:pt x="259997" y="1216537"/>
                  </a:lnTo>
                  <a:close/>
                  <a:moveTo>
                    <a:pt x="259997" y="1216537"/>
                  </a:moveTo>
                  <a:lnTo>
                    <a:pt x="214545" y="1261803"/>
                  </a:lnTo>
                  <a:lnTo>
                    <a:pt x="335002" y="1218310"/>
                  </a:lnTo>
                  <a:close/>
                  <a:moveTo>
                    <a:pt x="1230205" y="2200758"/>
                  </a:moveTo>
                  <a:lnTo>
                    <a:pt x="1149281" y="2307139"/>
                  </a:lnTo>
                  <a:lnTo>
                    <a:pt x="1149869" y="2305569"/>
                  </a:lnTo>
                  <a:close/>
                  <a:moveTo>
                    <a:pt x="737833" y="1797625"/>
                  </a:moveTo>
                  <a:lnTo>
                    <a:pt x="803750" y="1856251"/>
                  </a:lnTo>
                  <a:lnTo>
                    <a:pt x="756957" y="1813848"/>
                  </a:lnTo>
                  <a:close/>
                  <a:moveTo>
                    <a:pt x="828115" y="1884913"/>
                  </a:moveTo>
                  <a:lnTo>
                    <a:pt x="823928" y="1931691"/>
                  </a:lnTo>
                  <a:lnTo>
                    <a:pt x="829072" y="1896063"/>
                  </a:lnTo>
                  <a:close/>
                  <a:moveTo>
                    <a:pt x="829072" y="1896063"/>
                  </a:moveTo>
                  <a:lnTo>
                    <a:pt x="803750" y="1856251"/>
                  </a:lnTo>
                  <a:lnTo>
                    <a:pt x="828115" y="1884913"/>
                  </a:lnTo>
                  <a:close/>
                  <a:moveTo>
                    <a:pt x="717497" y="1731633"/>
                  </a:moveTo>
                  <a:lnTo>
                    <a:pt x="742808" y="1693490"/>
                  </a:lnTo>
                  <a:lnTo>
                    <a:pt x="756957" y="1813848"/>
                  </a:lnTo>
                  <a:close/>
                  <a:moveTo>
                    <a:pt x="858787" y="1775412"/>
                  </a:moveTo>
                  <a:lnTo>
                    <a:pt x="793456" y="1712905"/>
                  </a:lnTo>
                  <a:lnTo>
                    <a:pt x="817711" y="1731633"/>
                  </a:lnTo>
                  <a:close/>
                  <a:moveTo>
                    <a:pt x="1030504" y="1741466"/>
                  </a:moveTo>
                  <a:lnTo>
                    <a:pt x="939314" y="1755009"/>
                  </a:lnTo>
                  <a:lnTo>
                    <a:pt x="934231" y="1850233"/>
                  </a:lnTo>
                  <a:close/>
                  <a:moveTo>
                    <a:pt x="1770146" y="2365031"/>
                  </a:moveTo>
                  <a:lnTo>
                    <a:pt x="1693597" y="2308370"/>
                  </a:lnTo>
                  <a:lnTo>
                    <a:pt x="1769638" y="2356260"/>
                  </a:lnTo>
                  <a:close/>
                  <a:moveTo>
                    <a:pt x="1674920" y="2238540"/>
                  </a:moveTo>
                  <a:lnTo>
                    <a:pt x="1632029" y="2216542"/>
                  </a:lnTo>
                  <a:lnTo>
                    <a:pt x="1753037" y="2274045"/>
                  </a:lnTo>
                  <a:close/>
                  <a:moveTo>
                    <a:pt x="1624900" y="2191829"/>
                  </a:moveTo>
                  <a:lnTo>
                    <a:pt x="1632029" y="2216542"/>
                  </a:lnTo>
                  <a:lnTo>
                    <a:pt x="1674920" y="2238540"/>
                  </a:lnTo>
                  <a:close/>
                  <a:moveTo>
                    <a:pt x="1363798" y="1952556"/>
                  </a:moveTo>
                  <a:lnTo>
                    <a:pt x="1454141" y="2027399"/>
                  </a:lnTo>
                  <a:lnTo>
                    <a:pt x="1375973" y="1956801"/>
                  </a:lnTo>
                  <a:close/>
                  <a:moveTo>
                    <a:pt x="1449234" y="2043783"/>
                  </a:moveTo>
                  <a:lnTo>
                    <a:pt x="1454141" y="2027399"/>
                  </a:lnTo>
                  <a:lnTo>
                    <a:pt x="1363798" y="1952556"/>
                  </a:lnTo>
                  <a:close/>
                  <a:moveTo>
                    <a:pt x="1354652" y="1945184"/>
                  </a:moveTo>
                  <a:lnTo>
                    <a:pt x="1290721" y="1862969"/>
                  </a:lnTo>
                  <a:lnTo>
                    <a:pt x="1315666" y="1891595"/>
                  </a:lnTo>
                  <a:close/>
                  <a:moveTo>
                    <a:pt x="1736927" y="2331446"/>
                  </a:moveTo>
                  <a:lnTo>
                    <a:pt x="1817130" y="2426927"/>
                  </a:lnTo>
                  <a:lnTo>
                    <a:pt x="1769638" y="2356260"/>
                  </a:lnTo>
                  <a:close/>
                  <a:moveTo>
                    <a:pt x="1769638" y="2356260"/>
                  </a:moveTo>
                  <a:lnTo>
                    <a:pt x="1817130" y="2426927"/>
                  </a:lnTo>
                  <a:lnTo>
                    <a:pt x="1789570" y="2388542"/>
                  </a:lnTo>
                  <a:close/>
                  <a:moveTo>
                    <a:pt x="1775604" y="2260502"/>
                  </a:moveTo>
                  <a:lnTo>
                    <a:pt x="1674920" y="2238540"/>
                  </a:lnTo>
                  <a:lnTo>
                    <a:pt x="1753037" y="2274045"/>
                  </a:lnTo>
                  <a:close/>
                  <a:moveTo>
                    <a:pt x="1732143" y="2071178"/>
                  </a:moveTo>
                  <a:lnTo>
                    <a:pt x="1709646" y="2153172"/>
                  </a:lnTo>
                  <a:lnTo>
                    <a:pt x="1750787" y="2080494"/>
                  </a:lnTo>
                  <a:close/>
                  <a:moveTo>
                    <a:pt x="1454141" y="2027399"/>
                  </a:moveTo>
                  <a:lnTo>
                    <a:pt x="1493876" y="2007489"/>
                  </a:lnTo>
                  <a:lnTo>
                    <a:pt x="1375973" y="1956801"/>
                  </a:lnTo>
                  <a:close/>
                  <a:moveTo>
                    <a:pt x="1699303" y="2061757"/>
                  </a:moveTo>
                  <a:lnTo>
                    <a:pt x="1672186" y="2013114"/>
                  </a:lnTo>
                  <a:lnTo>
                    <a:pt x="1645969" y="1988963"/>
                  </a:lnTo>
                  <a:close/>
                  <a:moveTo>
                    <a:pt x="1635551" y="1952902"/>
                  </a:moveTo>
                  <a:lnTo>
                    <a:pt x="1699303" y="2061757"/>
                  </a:lnTo>
                  <a:lnTo>
                    <a:pt x="1645969" y="1988963"/>
                  </a:lnTo>
                  <a:close/>
                  <a:moveTo>
                    <a:pt x="1803409" y="2009879"/>
                  </a:moveTo>
                  <a:lnTo>
                    <a:pt x="1863656" y="2032741"/>
                  </a:lnTo>
                  <a:lnTo>
                    <a:pt x="1849328" y="1966361"/>
                  </a:lnTo>
                  <a:close/>
                  <a:moveTo>
                    <a:pt x="1849328" y="1966361"/>
                  </a:moveTo>
                  <a:lnTo>
                    <a:pt x="1863656" y="2032741"/>
                  </a:lnTo>
                  <a:lnTo>
                    <a:pt x="1906241" y="1914613"/>
                  </a:lnTo>
                  <a:close/>
                  <a:moveTo>
                    <a:pt x="1906241" y="1914613"/>
                  </a:moveTo>
                  <a:lnTo>
                    <a:pt x="1863656" y="2032741"/>
                  </a:lnTo>
                  <a:lnTo>
                    <a:pt x="1896808" y="2022374"/>
                  </a:lnTo>
                  <a:close/>
                  <a:moveTo>
                    <a:pt x="1906241" y="1914613"/>
                  </a:moveTo>
                  <a:lnTo>
                    <a:pt x="1901854" y="1912090"/>
                  </a:lnTo>
                  <a:lnTo>
                    <a:pt x="1849328" y="1966361"/>
                  </a:lnTo>
                  <a:close/>
                  <a:moveTo>
                    <a:pt x="1973840" y="1994305"/>
                  </a:moveTo>
                  <a:lnTo>
                    <a:pt x="2019670" y="2083173"/>
                  </a:lnTo>
                  <a:lnTo>
                    <a:pt x="2007323" y="2076520"/>
                  </a:lnTo>
                  <a:close/>
                  <a:moveTo>
                    <a:pt x="1885556" y="2038353"/>
                  </a:moveTo>
                  <a:lnTo>
                    <a:pt x="2019670" y="2083173"/>
                  </a:lnTo>
                  <a:lnTo>
                    <a:pt x="1973840" y="1994305"/>
                  </a:lnTo>
                  <a:close/>
                  <a:moveTo>
                    <a:pt x="1973840" y="1994305"/>
                  </a:moveTo>
                  <a:lnTo>
                    <a:pt x="1896808" y="2022374"/>
                  </a:lnTo>
                  <a:lnTo>
                    <a:pt x="1885556" y="2038353"/>
                  </a:lnTo>
                  <a:close/>
                  <a:moveTo>
                    <a:pt x="1896808" y="2022374"/>
                  </a:moveTo>
                  <a:lnTo>
                    <a:pt x="1996408" y="1958952"/>
                  </a:lnTo>
                  <a:lnTo>
                    <a:pt x="1970000" y="1923370"/>
                  </a:lnTo>
                  <a:close/>
                  <a:moveTo>
                    <a:pt x="1896808" y="2022374"/>
                  </a:moveTo>
                  <a:lnTo>
                    <a:pt x="1970000" y="1923370"/>
                  </a:lnTo>
                  <a:lnTo>
                    <a:pt x="1906241" y="1914613"/>
                  </a:lnTo>
                  <a:close/>
                  <a:moveTo>
                    <a:pt x="2019670" y="2083173"/>
                  </a:moveTo>
                  <a:lnTo>
                    <a:pt x="1969077" y="2071967"/>
                  </a:lnTo>
                  <a:lnTo>
                    <a:pt x="2041300" y="1994305"/>
                  </a:lnTo>
                  <a:close/>
                  <a:moveTo>
                    <a:pt x="1906241" y="1914613"/>
                  </a:moveTo>
                  <a:lnTo>
                    <a:pt x="1842677" y="1878036"/>
                  </a:lnTo>
                  <a:lnTo>
                    <a:pt x="1901854" y="1912090"/>
                  </a:lnTo>
                  <a:close/>
                  <a:moveTo>
                    <a:pt x="1901854" y="1912090"/>
                  </a:moveTo>
                  <a:lnTo>
                    <a:pt x="1820431" y="1868312"/>
                  </a:lnTo>
                  <a:lnTo>
                    <a:pt x="1820781" y="1829875"/>
                  </a:lnTo>
                  <a:close/>
                  <a:moveTo>
                    <a:pt x="1750991" y="1813898"/>
                  </a:moveTo>
                  <a:lnTo>
                    <a:pt x="1809298" y="1816697"/>
                  </a:lnTo>
                  <a:lnTo>
                    <a:pt x="1820781" y="1829875"/>
                  </a:lnTo>
                  <a:close/>
                  <a:moveTo>
                    <a:pt x="1664436" y="1768940"/>
                  </a:moveTo>
                  <a:lnTo>
                    <a:pt x="1638278" y="1734592"/>
                  </a:lnTo>
                  <a:lnTo>
                    <a:pt x="1578830" y="1727528"/>
                  </a:lnTo>
                  <a:close/>
                  <a:moveTo>
                    <a:pt x="1297052" y="1292806"/>
                  </a:moveTo>
                  <a:lnTo>
                    <a:pt x="1316258" y="1303131"/>
                  </a:lnTo>
                  <a:lnTo>
                    <a:pt x="1353916" y="1360037"/>
                  </a:lnTo>
                  <a:close/>
                  <a:moveTo>
                    <a:pt x="2021753" y="1981388"/>
                  </a:moveTo>
                  <a:lnTo>
                    <a:pt x="2102374" y="2076482"/>
                  </a:lnTo>
                  <a:lnTo>
                    <a:pt x="2041300" y="1994305"/>
                  </a:lnTo>
                  <a:close/>
                  <a:moveTo>
                    <a:pt x="2055097" y="2054372"/>
                  </a:moveTo>
                  <a:lnTo>
                    <a:pt x="2102410" y="2076498"/>
                  </a:lnTo>
                  <a:lnTo>
                    <a:pt x="2021753" y="1981388"/>
                  </a:lnTo>
                  <a:close/>
                  <a:moveTo>
                    <a:pt x="1661334" y="1391980"/>
                  </a:moveTo>
                  <a:lnTo>
                    <a:pt x="1656864" y="1418799"/>
                  </a:lnTo>
                  <a:lnTo>
                    <a:pt x="1686071" y="1419422"/>
                  </a:lnTo>
                  <a:close/>
                  <a:moveTo>
                    <a:pt x="1422953" y="1208186"/>
                  </a:moveTo>
                  <a:lnTo>
                    <a:pt x="1461835" y="1215932"/>
                  </a:lnTo>
                  <a:lnTo>
                    <a:pt x="1446619" y="1245171"/>
                  </a:lnTo>
                  <a:close/>
                  <a:moveTo>
                    <a:pt x="1388429" y="1142561"/>
                  </a:moveTo>
                  <a:lnTo>
                    <a:pt x="1461835" y="1215932"/>
                  </a:lnTo>
                  <a:lnTo>
                    <a:pt x="1422953" y="1208186"/>
                  </a:lnTo>
                  <a:close/>
                  <a:moveTo>
                    <a:pt x="588381" y="156968"/>
                  </a:moveTo>
                  <a:lnTo>
                    <a:pt x="616497" y="234203"/>
                  </a:lnTo>
                  <a:lnTo>
                    <a:pt x="650830" y="166790"/>
                  </a:lnTo>
                  <a:close/>
                  <a:moveTo>
                    <a:pt x="591838" y="114844"/>
                  </a:moveTo>
                  <a:lnTo>
                    <a:pt x="588381" y="156968"/>
                  </a:lnTo>
                  <a:lnTo>
                    <a:pt x="614802" y="64921"/>
                  </a:lnTo>
                  <a:close/>
                  <a:moveTo>
                    <a:pt x="509994" y="24042"/>
                  </a:moveTo>
                  <a:lnTo>
                    <a:pt x="496698" y="37789"/>
                  </a:lnTo>
                  <a:lnTo>
                    <a:pt x="561121" y="0"/>
                  </a:lnTo>
                  <a:close/>
                  <a:moveTo>
                    <a:pt x="1661334" y="1391980"/>
                  </a:moveTo>
                  <a:lnTo>
                    <a:pt x="1642602" y="1380363"/>
                  </a:lnTo>
                  <a:lnTo>
                    <a:pt x="1572142" y="1303807"/>
                  </a:lnTo>
                  <a:close/>
                  <a:moveTo>
                    <a:pt x="1621406" y="1324349"/>
                  </a:moveTo>
                  <a:lnTo>
                    <a:pt x="1661334" y="1391980"/>
                  </a:lnTo>
                  <a:lnTo>
                    <a:pt x="1572142" y="1303807"/>
                  </a:lnTo>
                  <a:close/>
                  <a:moveTo>
                    <a:pt x="609396" y="39792"/>
                  </a:moveTo>
                  <a:lnTo>
                    <a:pt x="591838" y="114844"/>
                  </a:lnTo>
                  <a:lnTo>
                    <a:pt x="614802" y="64921"/>
                  </a:lnTo>
                  <a:close/>
                  <a:moveTo>
                    <a:pt x="1269071" y="544558"/>
                  </a:moveTo>
                  <a:lnTo>
                    <a:pt x="1295667" y="563554"/>
                  </a:lnTo>
                  <a:lnTo>
                    <a:pt x="1218344" y="508833"/>
                  </a:lnTo>
                  <a:close/>
                  <a:moveTo>
                    <a:pt x="1861399" y="1050238"/>
                  </a:moveTo>
                  <a:lnTo>
                    <a:pt x="1903161" y="1116378"/>
                  </a:lnTo>
                  <a:lnTo>
                    <a:pt x="1929375" y="1139060"/>
                  </a:lnTo>
                  <a:close/>
                </a:path>
              </a:pathLst>
            </a:custGeom>
            <a:solidFill>
              <a:srgbClr val="DCE1E6"/>
            </a:solidFill>
            <a:ln w="1524">
              <a:solidFill>
                <a:srgbClr val="DCE1E6"/>
              </a:solidFill>
            </a:ln>
          </p:spPr>
        </p:sp>
        <p:sp>
          <p:nvSpPr>
            <p:cNvPr id="2051" name="Candidate_density__2050">
              <a:extLst>
                <a:ext uri="{FF2B5EF4-FFF2-40B4-BE49-F238E27FC236}">
                  <a16:creationId xmlns:a16="http://schemas.microsoft.com/office/drawing/2014/main" id="{22E31575-D36C-8AF8-AEED-97313CB4DF46}"/>
                </a:ext>
              </a:extLst>
            </p:cNvPr>
            <p:cNvSpPr>
              <a:spLocks noGrp="1"/>
            </p:cNvSpPr>
            <p:nvPr/>
          </p:nvSpPr>
          <p:spPr>
            <a:xfrm>
              <a:off x="4462133" y="2241396"/>
              <a:ext cx="2144245" cy="3246340"/>
            </a:xfrm>
            <a:custGeom>
              <a:avLst/>
              <a:gdLst/>
              <a:ahLst/>
              <a:cxnLst/>
              <a:rect l="0" t="0" r="0" b="0"/>
              <a:pathLst>
                <a:path w="2144245" h="3246340">
                  <a:moveTo>
                    <a:pt x="128035" y="2633959"/>
                  </a:moveTo>
                  <a:lnTo>
                    <a:pt x="45906" y="2644163"/>
                  </a:lnTo>
                  <a:lnTo>
                    <a:pt x="0" y="2649117"/>
                  </a:lnTo>
                  <a:close/>
                  <a:moveTo>
                    <a:pt x="209799" y="2516615"/>
                  </a:moveTo>
                  <a:lnTo>
                    <a:pt x="132942" y="2633996"/>
                  </a:lnTo>
                  <a:lnTo>
                    <a:pt x="201035" y="2628236"/>
                  </a:lnTo>
                  <a:close/>
                  <a:moveTo>
                    <a:pt x="1120170" y="3218114"/>
                  </a:moveTo>
                  <a:lnTo>
                    <a:pt x="1120442" y="3190879"/>
                  </a:lnTo>
                  <a:lnTo>
                    <a:pt x="1077718" y="3246340"/>
                  </a:lnTo>
                  <a:close/>
                  <a:moveTo>
                    <a:pt x="1120170" y="3218114"/>
                  </a:moveTo>
                  <a:lnTo>
                    <a:pt x="1153346" y="3179678"/>
                  </a:lnTo>
                  <a:lnTo>
                    <a:pt x="1120442" y="3190879"/>
                  </a:lnTo>
                  <a:close/>
                  <a:moveTo>
                    <a:pt x="575387" y="2482842"/>
                  </a:moveTo>
                  <a:lnTo>
                    <a:pt x="567617" y="2517246"/>
                  </a:lnTo>
                  <a:lnTo>
                    <a:pt x="517173" y="2543846"/>
                  </a:lnTo>
                  <a:close/>
                  <a:moveTo>
                    <a:pt x="1171218" y="3096462"/>
                  </a:moveTo>
                  <a:lnTo>
                    <a:pt x="1153346" y="3179678"/>
                  </a:lnTo>
                  <a:lnTo>
                    <a:pt x="1170532" y="3099502"/>
                  </a:lnTo>
                  <a:close/>
                  <a:moveTo>
                    <a:pt x="443879" y="2162617"/>
                  </a:moveTo>
                  <a:lnTo>
                    <a:pt x="401398" y="2097061"/>
                  </a:lnTo>
                  <a:lnTo>
                    <a:pt x="521601" y="2129996"/>
                  </a:lnTo>
                  <a:close/>
                  <a:moveTo>
                    <a:pt x="783885" y="2338116"/>
                  </a:moveTo>
                  <a:lnTo>
                    <a:pt x="814640" y="2389650"/>
                  </a:lnTo>
                  <a:lnTo>
                    <a:pt x="854803" y="2324608"/>
                  </a:lnTo>
                  <a:close/>
                  <a:moveTo>
                    <a:pt x="572102" y="2103611"/>
                  </a:moveTo>
                  <a:lnTo>
                    <a:pt x="596423" y="2059694"/>
                  </a:lnTo>
                  <a:lnTo>
                    <a:pt x="586831" y="2034009"/>
                  </a:lnTo>
                  <a:close/>
                  <a:moveTo>
                    <a:pt x="521601" y="2129996"/>
                  </a:moveTo>
                  <a:lnTo>
                    <a:pt x="592828" y="2117646"/>
                  </a:lnTo>
                  <a:lnTo>
                    <a:pt x="572102" y="2103611"/>
                  </a:lnTo>
                  <a:close/>
                  <a:moveTo>
                    <a:pt x="854803" y="2324608"/>
                  </a:moveTo>
                  <a:lnTo>
                    <a:pt x="877245" y="2252852"/>
                  </a:lnTo>
                  <a:lnTo>
                    <a:pt x="820686" y="2260504"/>
                  </a:lnTo>
                  <a:close/>
                  <a:moveTo>
                    <a:pt x="783885" y="2338116"/>
                  </a:moveTo>
                  <a:lnTo>
                    <a:pt x="854803" y="2324608"/>
                  </a:lnTo>
                  <a:lnTo>
                    <a:pt x="820686" y="2260504"/>
                  </a:lnTo>
                  <a:close/>
                  <a:moveTo>
                    <a:pt x="877245" y="2252852"/>
                  </a:moveTo>
                  <a:lnTo>
                    <a:pt x="854803" y="2324608"/>
                  </a:lnTo>
                  <a:lnTo>
                    <a:pt x="895780" y="2280654"/>
                  </a:lnTo>
                  <a:close/>
                  <a:moveTo>
                    <a:pt x="844774" y="2242218"/>
                  </a:moveTo>
                  <a:lnTo>
                    <a:pt x="877245" y="2252852"/>
                  </a:lnTo>
                  <a:lnTo>
                    <a:pt x="789783" y="2163273"/>
                  </a:lnTo>
                  <a:close/>
                  <a:moveTo>
                    <a:pt x="713944" y="1824560"/>
                  </a:moveTo>
                  <a:lnTo>
                    <a:pt x="669429" y="1800157"/>
                  </a:lnTo>
                  <a:lnTo>
                    <a:pt x="703811" y="1913357"/>
                  </a:lnTo>
                  <a:close/>
                  <a:moveTo>
                    <a:pt x="321763" y="1400566"/>
                  </a:moveTo>
                  <a:lnTo>
                    <a:pt x="315180" y="1381630"/>
                  </a:lnTo>
                  <a:lnTo>
                    <a:pt x="309461" y="1463750"/>
                  </a:lnTo>
                  <a:close/>
                  <a:moveTo>
                    <a:pt x="1534572" y="2763802"/>
                  </a:moveTo>
                  <a:lnTo>
                    <a:pt x="1608283" y="2760736"/>
                  </a:lnTo>
                  <a:lnTo>
                    <a:pt x="1576568" y="2748512"/>
                  </a:lnTo>
                  <a:close/>
                  <a:moveTo>
                    <a:pt x="1669337" y="2773803"/>
                  </a:moveTo>
                  <a:lnTo>
                    <a:pt x="1576568" y="2748512"/>
                  </a:lnTo>
                  <a:lnTo>
                    <a:pt x="1635663" y="2761061"/>
                  </a:lnTo>
                  <a:close/>
                  <a:moveTo>
                    <a:pt x="719481" y="1589839"/>
                  </a:moveTo>
                  <a:lnTo>
                    <a:pt x="731757" y="1609894"/>
                  </a:lnTo>
                  <a:lnTo>
                    <a:pt x="763385" y="1615861"/>
                  </a:lnTo>
                  <a:close/>
                  <a:moveTo>
                    <a:pt x="1684408" y="2721432"/>
                  </a:moveTo>
                  <a:lnTo>
                    <a:pt x="1704206" y="2740850"/>
                  </a:lnTo>
                  <a:lnTo>
                    <a:pt x="1704815" y="2691249"/>
                  </a:lnTo>
                  <a:close/>
                  <a:moveTo>
                    <a:pt x="1135265" y="1955084"/>
                  </a:moveTo>
                  <a:lnTo>
                    <a:pt x="1075334" y="1946215"/>
                  </a:lnTo>
                  <a:lnTo>
                    <a:pt x="1206945" y="1944428"/>
                  </a:lnTo>
                  <a:close/>
                  <a:moveTo>
                    <a:pt x="660393" y="1294247"/>
                  </a:moveTo>
                  <a:lnTo>
                    <a:pt x="569675" y="1320203"/>
                  </a:lnTo>
                  <a:lnTo>
                    <a:pt x="536037" y="1323161"/>
                  </a:lnTo>
                  <a:close/>
                  <a:moveTo>
                    <a:pt x="536037" y="1323161"/>
                  </a:moveTo>
                  <a:lnTo>
                    <a:pt x="579930" y="1343194"/>
                  </a:lnTo>
                  <a:lnTo>
                    <a:pt x="660393" y="1294247"/>
                  </a:lnTo>
                  <a:close/>
                  <a:moveTo>
                    <a:pt x="536037" y="1323161"/>
                  </a:moveTo>
                  <a:lnTo>
                    <a:pt x="569675" y="1320203"/>
                  </a:lnTo>
                  <a:lnTo>
                    <a:pt x="505205" y="1312022"/>
                  </a:lnTo>
                  <a:close/>
                  <a:moveTo>
                    <a:pt x="1853994" y="2691690"/>
                  </a:moveTo>
                  <a:lnTo>
                    <a:pt x="1885799" y="2702414"/>
                  </a:lnTo>
                  <a:lnTo>
                    <a:pt x="1871355" y="2690632"/>
                  </a:lnTo>
                  <a:close/>
                  <a:moveTo>
                    <a:pt x="1771190" y="2660754"/>
                  </a:moveTo>
                  <a:lnTo>
                    <a:pt x="1805216" y="2683810"/>
                  </a:lnTo>
                  <a:lnTo>
                    <a:pt x="1704815" y="2691249"/>
                  </a:lnTo>
                  <a:close/>
                  <a:moveTo>
                    <a:pt x="1771190" y="2660754"/>
                  </a:moveTo>
                  <a:lnTo>
                    <a:pt x="1853994" y="2691690"/>
                  </a:lnTo>
                  <a:lnTo>
                    <a:pt x="1805216" y="2683810"/>
                  </a:lnTo>
                  <a:close/>
                  <a:moveTo>
                    <a:pt x="1853994" y="2691690"/>
                  </a:moveTo>
                  <a:lnTo>
                    <a:pt x="1871355" y="2690632"/>
                  </a:lnTo>
                  <a:lnTo>
                    <a:pt x="1805216" y="2683810"/>
                  </a:lnTo>
                  <a:close/>
                  <a:moveTo>
                    <a:pt x="1231538" y="1846317"/>
                  </a:moveTo>
                  <a:lnTo>
                    <a:pt x="1135265" y="1955084"/>
                  </a:lnTo>
                  <a:lnTo>
                    <a:pt x="1206945" y="1944428"/>
                  </a:lnTo>
                  <a:close/>
                  <a:moveTo>
                    <a:pt x="1914520" y="2702786"/>
                  </a:moveTo>
                  <a:lnTo>
                    <a:pt x="1805216" y="2683810"/>
                  </a:lnTo>
                  <a:lnTo>
                    <a:pt x="1871355" y="2690632"/>
                  </a:lnTo>
                  <a:close/>
                  <a:moveTo>
                    <a:pt x="1996571" y="2649425"/>
                  </a:moveTo>
                  <a:lnTo>
                    <a:pt x="2010391" y="2663977"/>
                  </a:lnTo>
                  <a:lnTo>
                    <a:pt x="2011223" y="2570482"/>
                  </a:lnTo>
                  <a:close/>
                  <a:moveTo>
                    <a:pt x="2011223" y="2570482"/>
                  </a:moveTo>
                  <a:lnTo>
                    <a:pt x="2047042" y="2640943"/>
                  </a:lnTo>
                  <a:lnTo>
                    <a:pt x="2091980" y="2593757"/>
                  </a:lnTo>
                  <a:close/>
                  <a:moveTo>
                    <a:pt x="1984720" y="2625541"/>
                  </a:moveTo>
                  <a:lnTo>
                    <a:pt x="1996571" y="2649425"/>
                  </a:lnTo>
                  <a:lnTo>
                    <a:pt x="2011223" y="2570482"/>
                  </a:lnTo>
                  <a:close/>
                  <a:moveTo>
                    <a:pt x="1248043" y="1732806"/>
                  </a:moveTo>
                  <a:lnTo>
                    <a:pt x="1233917" y="1830070"/>
                  </a:lnTo>
                  <a:lnTo>
                    <a:pt x="1262212" y="1759611"/>
                  </a:lnTo>
                  <a:close/>
                  <a:moveTo>
                    <a:pt x="2091980" y="2593757"/>
                  </a:moveTo>
                  <a:lnTo>
                    <a:pt x="2144245" y="2573967"/>
                  </a:lnTo>
                  <a:lnTo>
                    <a:pt x="2011223" y="2570482"/>
                  </a:lnTo>
                  <a:close/>
                  <a:moveTo>
                    <a:pt x="1758061" y="1921408"/>
                  </a:moveTo>
                  <a:lnTo>
                    <a:pt x="1779864" y="1832379"/>
                  </a:lnTo>
                  <a:lnTo>
                    <a:pt x="1714819" y="1867845"/>
                  </a:lnTo>
                  <a:close/>
                  <a:moveTo>
                    <a:pt x="1779864" y="1832379"/>
                  </a:moveTo>
                  <a:lnTo>
                    <a:pt x="1816086" y="1904351"/>
                  </a:lnTo>
                  <a:lnTo>
                    <a:pt x="1865471" y="1873791"/>
                  </a:lnTo>
                  <a:close/>
                  <a:moveTo>
                    <a:pt x="269777" y="181131"/>
                  </a:moveTo>
                  <a:lnTo>
                    <a:pt x="301172" y="202866"/>
                  </a:lnTo>
                  <a:lnTo>
                    <a:pt x="313933" y="105734"/>
                  </a:lnTo>
                  <a:close/>
                  <a:moveTo>
                    <a:pt x="325134" y="15933"/>
                  </a:moveTo>
                  <a:lnTo>
                    <a:pt x="376826" y="15102"/>
                  </a:lnTo>
                  <a:lnTo>
                    <a:pt x="356375" y="0"/>
                  </a:lnTo>
                  <a:close/>
                  <a:moveTo>
                    <a:pt x="313933" y="105734"/>
                  </a:moveTo>
                  <a:lnTo>
                    <a:pt x="352129" y="53408"/>
                  </a:lnTo>
                  <a:lnTo>
                    <a:pt x="325134" y="15933"/>
                  </a:lnTo>
                  <a:close/>
                  <a:moveTo>
                    <a:pt x="1913344" y="1808732"/>
                  </a:moveTo>
                  <a:lnTo>
                    <a:pt x="1907305" y="1860668"/>
                  </a:lnTo>
                  <a:lnTo>
                    <a:pt x="1865471" y="1873791"/>
                  </a:lnTo>
                  <a:close/>
                  <a:moveTo>
                    <a:pt x="325134" y="15933"/>
                  </a:moveTo>
                  <a:lnTo>
                    <a:pt x="356375" y="0"/>
                  </a:lnTo>
                  <a:lnTo>
                    <a:pt x="455721" y="10318"/>
                  </a:lnTo>
                  <a:close/>
                  <a:moveTo>
                    <a:pt x="1916702" y="1752936"/>
                  </a:moveTo>
                  <a:lnTo>
                    <a:pt x="1927123" y="1852511"/>
                  </a:lnTo>
                  <a:lnTo>
                    <a:pt x="1921049" y="1770296"/>
                  </a:lnTo>
                  <a:close/>
                  <a:moveTo>
                    <a:pt x="1921049" y="1770296"/>
                  </a:moveTo>
                  <a:lnTo>
                    <a:pt x="1930285" y="1685716"/>
                  </a:lnTo>
                  <a:lnTo>
                    <a:pt x="1916702" y="1752936"/>
                  </a:lnTo>
                  <a:close/>
                  <a:moveTo>
                    <a:pt x="1942185" y="1649644"/>
                  </a:moveTo>
                  <a:lnTo>
                    <a:pt x="1930285" y="1685716"/>
                  </a:lnTo>
                  <a:lnTo>
                    <a:pt x="1921049" y="1770296"/>
                  </a:lnTo>
                  <a:close/>
                  <a:moveTo>
                    <a:pt x="1614513" y="1441435"/>
                  </a:moveTo>
                  <a:lnTo>
                    <a:pt x="1647654" y="1350022"/>
                  </a:lnTo>
                  <a:lnTo>
                    <a:pt x="1662870" y="1320783"/>
                  </a:lnTo>
                  <a:close/>
                  <a:moveTo>
                    <a:pt x="817531" y="339054"/>
                  </a:moveTo>
                  <a:lnTo>
                    <a:pt x="845384" y="372638"/>
                  </a:lnTo>
                  <a:lnTo>
                    <a:pt x="851865" y="271641"/>
                  </a:lnTo>
                  <a:close/>
                  <a:moveTo>
                    <a:pt x="1968204" y="1548832"/>
                  </a:moveTo>
                  <a:lnTo>
                    <a:pt x="2017480" y="1528992"/>
                  </a:lnTo>
                  <a:lnTo>
                    <a:pt x="1932448" y="1478601"/>
                  </a:lnTo>
                  <a:close/>
                  <a:moveTo>
                    <a:pt x="1968204" y="1548832"/>
                  </a:moveTo>
                  <a:lnTo>
                    <a:pt x="1932448" y="1478601"/>
                  </a:lnTo>
                  <a:lnTo>
                    <a:pt x="1887105" y="1524273"/>
                  </a:lnTo>
                  <a:close/>
                  <a:moveTo>
                    <a:pt x="2027889" y="1493322"/>
                  </a:moveTo>
                  <a:lnTo>
                    <a:pt x="2019599" y="1529690"/>
                  </a:lnTo>
                  <a:lnTo>
                    <a:pt x="1968204" y="1548832"/>
                  </a:lnTo>
                  <a:close/>
                  <a:moveTo>
                    <a:pt x="2033752" y="1446777"/>
                  </a:moveTo>
                  <a:lnTo>
                    <a:pt x="2019599" y="1529690"/>
                  </a:lnTo>
                  <a:lnTo>
                    <a:pt x="2027889" y="1493322"/>
                  </a:lnTo>
                  <a:close/>
                  <a:moveTo>
                    <a:pt x="2034833" y="1417212"/>
                  </a:moveTo>
                  <a:lnTo>
                    <a:pt x="2021236" y="1528992"/>
                  </a:lnTo>
                  <a:lnTo>
                    <a:pt x="2033752" y="1446777"/>
                  </a:lnTo>
                  <a:close/>
                  <a:moveTo>
                    <a:pt x="2034833" y="1417212"/>
                  </a:moveTo>
                  <a:lnTo>
                    <a:pt x="2033752" y="1446777"/>
                  </a:lnTo>
                  <a:lnTo>
                    <a:pt x="2042448" y="1396015"/>
                  </a:lnTo>
                  <a:close/>
                  <a:moveTo>
                    <a:pt x="1460895" y="780117"/>
                  </a:moveTo>
                  <a:lnTo>
                    <a:pt x="1480824" y="871272"/>
                  </a:lnTo>
                  <a:lnTo>
                    <a:pt x="1465036" y="789057"/>
                  </a:lnTo>
                  <a:close/>
                </a:path>
              </a:pathLst>
            </a:custGeom>
            <a:solidFill>
              <a:srgbClr val="D4DBE0"/>
            </a:solidFill>
            <a:ln w="1524">
              <a:solidFill>
                <a:srgbClr val="D4DBE0"/>
              </a:solidFill>
            </a:ln>
          </p:spPr>
        </p:sp>
        <p:sp>
          <p:nvSpPr>
            <p:cNvPr id="2052" name="Candidate_density__2051">
              <a:extLst>
                <a:ext uri="{FF2B5EF4-FFF2-40B4-BE49-F238E27FC236}">
                  <a16:creationId xmlns:a16="http://schemas.microsoft.com/office/drawing/2014/main" id="{78F6C62C-468A-66C0-74B9-215C94C90389}"/>
                </a:ext>
              </a:extLst>
            </p:cNvPr>
            <p:cNvSpPr>
              <a:spLocks noGrp="1"/>
            </p:cNvSpPr>
            <p:nvPr/>
          </p:nvSpPr>
          <p:spPr>
            <a:xfrm>
              <a:off x="4403670" y="3025111"/>
              <a:ext cx="2120897" cy="2322991"/>
            </a:xfrm>
            <a:custGeom>
              <a:avLst/>
              <a:gdLst/>
              <a:ahLst/>
              <a:cxnLst/>
              <a:rect l="0" t="0" r="0" b="0"/>
              <a:pathLst>
                <a:path w="2120897" h="2322991">
                  <a:moveTo>
                    <a:pt x="68151" y="1686420"/>
                  </a:moveTo>
                  <a:lnTo>
                    <a:pt x="0" y="1727558"/>
                  </a:lnTo>
                  <a:lnTo>
                    <a:pt x="65065" y="1689122"/>
                  </a:lnTo>
                  <a:close/>
                  <a:moveTo>
                    <a:pt x="68151" y="1686420"/>
                  </a:moveTo>
                  <a:lnTo>
                    <a:pt x="13201" y="1696174"/>
                  </a:lnTo>
                  <a:lnTo>
                    <a:pt x="0" y="1727558"/>
                  </a:lnTo>
                  <a:close/>
                  <a:moveTo>
                    <a:pt x="13201" y="1696174"/>
                  </a:moveTo>
                  <a:lnTo>
                    <a:pt x="68151" y="1686420"/>
                  </a:lnTo>
                  <a:lnTo>
                    <a:pt x="18887" y="1645343"/>
                  </a:lnTo>
                  <a:close/>
                  <a:moveTo>
                    <a:pt x="68151" y="1686420"/>
                  </a:moveTo>
                  <a:lnTo>
                    <a:pt x="91163" y="1606907"/>
                  </a:lnTo>
                  <a:lnTo>
                    <a:pt x="18887" y="1645343"/>
                  </a:lnTo>
                  <a:close/>
                  <a:moveTo>
                    <a:pt x="68151" y="1686420"/>
                  </a:moveTo>
                  <a:lnTo>
                    <a:pt x="65065" y="1689122"/>
                  </a:lnTo>
                  <a:lnTo>
                    <a:pt x="73703" y="1685196"/>
                  </a:lnTo>
                  <a:close/>
                  <a:moveTo>
                    <a:pt x="73703" y="1685196"/>
                  </a:moveTo>
                  <a:lnTo>
                    <a:pt x="91163" y="1606907"/>
                  </a:lnTo>
                  <a:lnTo>
                    <a:pt x="68151" y="1686420"/>
                  </a:lnTo>
                  <a:close/>
                  <a:moveTo>
                    <a:pt x="143812" y="1588699"/>
                  </a:moveTo>
                  <a:lnTo>
                    <a:pt x="91163" y="1606907"/>
                  </a:lnTo>
                  <a:lnTo>
                    <a:pt x="73703" y="1685196"/>
                  </a:lnTo>
                  <a:close/>
                  <a:moveTo>
                    <a:pt x="184403" y="1655790"/>
                  </a:moveTo>
                  <a:lnTo>
                    <a:pt x="143812" y="1588699"/>
                  </a:lnTo>
                  <a:lnTo>
                    <a:pt x="73703" y="1685196"/>
                  </a:lnTo>
                  <a:close/>
                  <a:moveTo>
                    <a:pt x="184403" y="1655790"/>
                  </a:moveTo>
                  <a:lnTo>
                    <a:pt x="73703" y="1685196"/>
                  </a:lnTo>
                  <a:lnTo>
                    <a:pt x="196009" y="1670602"/>
                  </a:lnTo>
                  <a:close/>
                  <a:moveTo>
                    <a:pt x="223549" y="1650685"/>
                  </a:moveTo>
                  <a:lnTo>
                    <a:pt x="211765" y="1568470"/>
                  </a:lnTo>
                  <a:lnTo>
                    <a:pt x="184403" y="1655790"/>
                  </a:lnTo>
                  <a:close/>
                  <a:moveTo>
                    <a:pt x="211765" y="1568470"/>
                  </a:moveTo>
                  <a:lnTo>
                    <a:pt x="143812" y="1588699"/>
                  </a:lnTo>
                  <a:lnTo>
                    <a:pt x="184403" y="1655790"/>
                  </a:lnTo>
                  <a:close/>
                  <a:moveTo>
                    <a:pt x="109061" y="1560719"/>
                  </a:moveTo>
                  <a:lnTo>
                    <a:pt x="91163" y="1606907"/>
                  </a:lnTo>
                  <a:lnTo>
                    <a:pt x="143812" y="1588699"/>
                  </a:lnTo>
                  <a:close/>
                  <a:moveTo>
                    <a:pt x="211765" y="1568470"/>
                  </a:moveTo>
                  <a:lnTo>
                    <a:pt x="109061" y="1560719"/>
                  </a:lnTo>
                  <a:lnTo>
                    <a:pt x="143812" y="1588699"/>
                  </a:lnTo>
                  <a:close/>
                  <a:moveTo>
                    <a:pt x="228051" y="1511744"/>
                  </a:moveTo>
                  <a:lnTo>
                    <a:pt x="211765" y="1568470"/>
                  </a:lnTo>
                  <a:lnTo>
                    <a:pt x="273513" y="1543845"/>
                  </a:lnTo>
                  <a:close/>
                  <a:moveTo>
                    <a:pt x="1142430" y="2313748"/>
                  </a:moveTo>
                  <a:lnTo>
                    <a:pt x="1152292" y="2307657"/>
                  </a:lnTo>
                  <a:lnTo>
                    <a:pt x="1068020" y="2322991"/>
                  </a:lnTo>
                  <a:close/>
                  <a:moveTo>
                    <a:pt x="532802" y="1017829"/>
                  </a:moveTo>
                  <a:lnTo>
                    <a:pt x="479135" y="1032380"/>
                  </a:lnTo>
                  <a:lnTo>
                    <a:pt x="464951" y="1085864"/>
                  </a:lnTo>
                  <a:close/>
                  <a:moveTo>
                    <a:pt x="1444960" y="2034009"/>
                  </a:moveTo>
                  <a:lnTo>
                    <a:pt x="1533216" y="2035090"/>
                  </a:lnTo>
                  <a:lnTo>
                    <a:pt x="1504252" y="2010527"/>
                  </a:lnTo>
                  <a:close/>
                  <a:moveTo>
                    <a:pt x="1459061" y="1973036"/>
                  </a:moveTo>
                  <a:lnTo>
                    <a:pt x="1444960" y="2034009"/>
                  </a:lnTo>
                  <a:lnTo>
                    <a:pt x="1504252" y="2010527"/>
                  </a:lnTo>
                  <a:close/>
                  <a:moveTo>
                    <a:pt x="1489580" y="1831142"/>
                  </a:moveTo>
                  <a:lnTo>
                    <a:pt x="1463214" y="1951794"/>
                  </a:lnTo>
                  <a:lnTo>
                    <a:pt x="1534605" y="1913357"/>
                  </a:lnTo>
                  <a:close/>
                  <a:moveTo>
                    <a:pt x="727893" y="1016442"/>
                  </a:moveTo>
                  <a:lnTo>
                    <a:pt x="679567" y="965212"/>
                  </a:lnTo>
                  <a:lnTo>
                    <a:pt x="674884" y="991736"/>
                  </a:lnTo>
                  <a:close/>
                  <a:moveTo>
                    <a:pt x="1470923" y="1748927"/>
                  </a:moveTo>
                  <a:lnTo>
                    <a:pt x="1489580" y="1831142"/>
                  </a:lnTo>
                  <a:lnTo>
                    <a:pt x="1542314" y="1792706"/>
                  </a:lnTo>
                  <a:close/>
                  <a:moveTo>
                    <a:pt x="480385" y="606649"/>
                  </a:moveTo>
                  <a:lnTo>
                    <a:pt x="445353" y="680130"/>
                  </a:lnTo>
                  <a:lnTo>
                    <a:pt x="543770" y="644578"/>
                  </a:lnTo>
                  <a:close/>
                  <a:moveTo>
                    <a:pt x="1466819" y="639668"/>
                  </a:moveTo>
                  <a:lnTo>
                    <a:pt x="1454146" y="663444"/>
                  </a:lnTo>
                  <a:lnTo>
                    <a:pt x="1575756" y="624267"/>
                  </a:lnTo>
                  <a:close/>
                  <a:moveTo>
                    <a:pt x="1466819" y="639668"/>
                  </a:moveTo>
                  <a:lnTo>
                    <a:pt x="1575756" y="624267"/>
                  </a:lnTo>
                  <a:lnTo>
                    <a:pt x="1556550" y="613942"/>
                  </a:lnTo>
                  <a:close/>
                  <a:moveTo>
                    <a:pt x="1156666" y="38436"/>
                  </a:moveTo>
                  <a:lnTo>
                    <a:pt x="1200979" y="82215"/>
                  </a:lnTo>
                  <a:lnTo>
                    <a:pt x="1189586" y="0"/>
                  </a:lnTo>
                  <a:close/>
                  <a:moveTo>
                    <a:pt x="1189586" y="0"/>
                  </a:moveTo>
                  <a:lnTo>
                    <a:pt x="1200979" y="82215"/>
                  </a:lnTo>
                  <a:lnTo>
                    <a:pt x="1276345" y="43778"/>
                  </a:lnTo>
                  <a:close/>
                  <a:moveTo>
                    <a:pt x="1830241" y="588025"/>
                  </a:moveTo>
                  <a:lnTo>
                    <a:pt x="1876854" y="547098"/>
                  </a:lnTo>
                  <a:lnTo>
                    <a:pt x="1854566" y="537069"/>
                  </a:lnTo>
                  <a:close/>
                  <a:moveTo>
                    <a:pt x="1876854" y="547098"/>
                  </a:moveTo>
                  <a:lnTo>
                    <a:pt x="1913273" y="498633"/>
                  </a:lnTo>
                  <a:lnTo>
                    <a:pt x="1854566" y="537069"/>
                  </a:lnTo>
                  <a:close/>
                  <a:moveTo>
                    <a:pt x="1933685" y="480924"/>
                  </a:moveTo>
                  <a:lnTo>
                    <a:pt x="1854566" y="537069"/>
                  </a:lnTo>
                  <a:lnTo>
                    <a:pt x="1913273" y="498633"/>
                  </a:lnTo>
                  <a:close/>
                  <a:moveTo>
                    <a:pt x="1955931" y="484398"/>
                  </a:moveTo>
                  <a:lnTo>
                    <a:pt x="1913273" y="498633"/>
                  </a:lnTo>
                  <a:lnTo>
                    <a:pt x="1994307" y="492380"/>
                  </a:lnTo>
                  <a:close/>
                  <a:moveTo>
                    <a:pt x="1933685" y="480924"/>
                  </a:moveTo>
                  <a:lnTo>
                    <a:pt x="1913273" y="498633"/>
                  </a:lnTo>
                  <a:lnTo>
                    <a:pt x="1955931" y="484398"/>
                  </a:lnTo>
                  <a:close/>
                  <a:moveTo>
                    <a:pt x="1984311" y="416417"/>
                  </a:moveTo>
                  <a:lnTo>
                    <a:pt x="1933685" y="480924"/>
                  </a:lnTo>
                  <a:lnTo>
                    <a:pt x="2052290" y="430509"/>
                  </a:lnTo>
                  <a:close/>
                  <a:moveTo>
                    <a:pt x="2052290" y="430509"/>
                  </a:moveTo>
                  <a:lnTo>
                    <a:pt x="1933685" y="480924"/>
                  </a:lnTo>
                  <a:lnTo>
                    <a:pt x="2042158" y="460196"/>
                  </a:lnTo>
                  <a:close/>
                  <a:moveTo>
                    <a:pt x="2042158" y="460196"/>
                  </a:moveTo>
                  <a:lnTo>
                    <a:pt x="1933685" y="480924"/>
                  </a:lnTo>
                  <a:lnTo>
                    <a:pt x="1955931" y="484398"/>
                  </a:lnTo>
                  <a:close/>
                  <a:moveTo>
                    <a:pt x="2003748" y="406023"/>
                  </a:moveTo>
                  <a:lnTo>
                    <a:pt x="2052290" y="430509"/>
                  </a:lnTo>
                  <a:lnTo>
                    <a:pt x="2085627" y="377981"/>
                  </a:lnTo>
                  <a:close/>
                  <a:moveTo>
                    <a:pt x="2052290" y="430509"/>
                  </a:moveTo>
                  <a:lnTo>
                    <a:pt x="2042158" y="460196"/>
                  </a:lnTo>
                  <a:lnTo>
                    <a:pt x="2071814" y="450778"/>
                  </a:lnTo>
                  <a:close/>
                  <a:moveTo>
                    <a:pt x="2071814" y="450778"/>
                  </a:moveTo>
                  <a:lnTo>
                    <a:pt x="2085627" y="377981"/>
                  </a:lnTo>
                  <a:lnTo>
                    <a:pt x="2052290" y="430509"/>
                  </a:lnTo>
                  <a:close/>
                  <a:moveTo>
                    <a:pt x="2120897" y="371375"/>
                  </a:moveTo>
                  <a:lnTo>
                    <a:pt x="2085627" y="377981"/>
                  </a:lnTo>
                  <a:lnTo>
                    <a:pt x="2071814" y="450778"/>
                  </a:lnTo>
                  <a:close/>
                </a:path>
              </a:pathLst>
            </a:custGeom>
            <a:solidFill>
              <a:srgbClr val="E8ECEF"/>
            </a:solidFill>
            <a:ln w="1524">
              <a:solidFill>
                <a:srgbClr val="E8ECEF"/>
              </a:solidFill>
            </a:ln>
          </p:spPr>
        </p:sp>
        <p:sp>
          <p:nvSpPr>
            <p:cNvPr id="2053" name="Candidate_density__2052">
              <a:extLst>
                <a:ext uri="{FF2B5EF4-FFF2-40B4-BE49-F238E27FC236}">
                  <a16:creationId xmlns:a16="http://schemas.microsoft.com/office/drawing/2014/main" id="{70454C5A-2285-D82E-ADCA-7E8C56B74799}"/>
                </a:ext>
              </a:extLst>
            </p:cNvPr>
            <p:cNvSpPr>
              <a:spLocks noGrp="1"/>
            </p:cNvSpPr>
            <p:nvPr/>
          </p:nvSpPr>
          <p:spPr>
            <a:xfrm>
              <a:off x="4599679" y="2288928"/>
              <a:ext cx="2118586" cy="3170583"/>
            </a:xfrm>
            <a:custGeom>
              <a:avLst/>
              <a:gdLst/>
              <a:ahLst/>
              <a:cxnLst/>
              <a:rect l="0" t="0" r="0" b="0"/>
              <a:pathLst>
                <a:path w="2118586" h="3170583">
                  <a:moveTo>
                    <a:pt x="403930" y="2897071"/>
                  </a:moveTo>
                  <a:lnTo>
                    <a:pt x="517536" y="2948480"/>
                  </a:lnTo>
                  <a:lnTo>
                    <a:pt x="479467" y="2896252"/>
                  </a:lnTo>
                  <a:close/>
                  <a:moveTo>
                    <a:pt x="161553" y="2472474"/>
                  </a:moveTo>
                  <a:lnTo>
                    <a:pt x="83605" y="2475252"/>
                  </a:lnTo>
                  <a:lnTo>
                    <a:pt x="167258" y="2567929"/>
                  </a:lnTo>
                  <a:close/>
                  <a:moveTo>
                    <a:pt x="167258" y="2567929"/>
                  </a:moveTo>
                  <a:lnTo>
                    <a:pt x="153978" y="2640369"/>
                  </a:lnTo>
                  <a:lnTo>
                    <a:pt x="263693" y="2556718"/>
                  </a:lnTo>
                  <a:close/>
                  <a:moveTo>
                    <a:pt x="133237" y="2395402"/>
                  </a:moveTo>
                  <a:lnTo>
                    <a:pt x="83605" y="2475252"/>
                  </a:lnTo>
                  <a:lnTo>
                    <a:pt x="161553" y="2472474"/>
                  </a:lnTo>
                  <a:close/>
                  <a:moveTo>
                    <a:pt x="81150" y="2431533"/>
                  </a:moveTo>
                  <a:lnTo>
                    <a:pt x="27540" y="2386868"/>
                  </a:lnTo>
                  <a:lnTo>
                    <a:pt x="83605" y="2475252"/>
                  </a:lnTo>
                  <a:close/>
                  <a:moveTo>
                    <a:pt x="0" y="2406785"/>
                  </a:moveTo>
                  <a:lnTo>
                    <a:pt x="72253" y="2469084"/>
                  </a:lnTo>
                  <a:lnTo>
                    <a:pt x="83605" y="2475252"/>
                  </a:lnTo>
                  <a:close/>
                  <a:moveTo>
                    <a:pt x="15756" y="2304653"/>
                  </a:moveTo>
                  <a:lnTo>
                    <a:pt x="109722" y="2323158"/>
                  </a:lnTo>
                  <a:lnTo>
                    <a:pt x="77504" y="2280028"/>
                  </a:lnTo>
                  <a:close/>
                  <a:moveTo>
                    <a:pt x="27540" y="2386868"/>
                  </a:moveTo>
                  <a:lnTo>
                    <a:pt x="73803" y="2348432"/>
                  </a:lnTo>
                  <a:lnTo>
                    <a:pt x="15756" y="2304653"/>
                  </a:lnTo>
                  <a:close/>
                  <a:moveTo>
                    <a:pt x="946420" y="3049931"/>
                  </a:moveTo>
                  <a:lnTo>
                    <a:pt x="852612" y="3150097"/>
                  </a:lnTo>
                  <a:lnTo>
                    <a:pt x="884483" y="3170583"/>
                  </a:lnTo>
                  <a:close/>
                  <a:moveTo>
                    <a:pt x="946420" y="3049931"/>
                  </a:moveTo>
                  <a:lnTo>
                    <a:pt x="884483" y="3170583"/>
                  </a:lnTo>
                  <a:lnTo>
                    <a:pt x="937917" y="3132146"/>
                  </a:lnTo>
                  <a:close/>
                  <a:moveTo>
                    <a:pt x="872011" y="3059174"/>
                  </a:moveTo>
                  <a:lnTo>
                    <a:pt x="766738" y="3107684"/>
                  </a:lnTo>
                  <a:lnTo>
                    <a:pt x="852612" y="3150097"/>
                  </a:lnTo>
                  <a:close/>
                  <a:moveTo>
                    <a:pt x="872011" y="3059174"/>
                  </a:moveTo>
                  <a:lnTo>
                    <a:pt x="775176" y="3077307"/>
                  </a:lnTo>
                  <a:lnTo>
                    <a:pt x="766738" y="3107684"/>
                  </a:lnTo>
                  <a:close/>
                  <a:moveTo>
                    <a:pt x="775176" y="3077307"/>
                  </a:moveTo>
                  <a:lnTo>
                    <a:pt x="842205" y="2983313"/>
                  </a:lnTo>
                  <a:lnTo>
                    <a:pt x="771950" y="2979837"/>
                  </a:lnTo>
                  <a:close/>
                  <a:moveTo>
                    <a:pt x="704144" y="2974371"/>
                  </a:moveTo>
                  <a:lnTo>
                    <a:pt x="771950" y="2979837"/>
                  </a:lnTo>
                  <a:lnTo>
                    <a:pt x="727451" y="2960796"/>
                  </a:lnTo>
                  <a:close/>
                  <a:moveTo>
                    <a:pt x="771950" y="2979837"/>
                  </a:moveTo>
                  <a:lnTo>
                    <a:pt x="806332" y="2977064"/>
                  </a:lnTo>
                  <a:lnTo>
                    <a:pt x="727451" y="2960796"/>
                  </a:lnTo>
                  <a:close/>
                  <a:moveTo>
                    <a:pt x="771950" y="2979837"/>
                  </a:moveTo>
                  <a:lnTo>
                    <a:pt x="842205" y="2983313"/>
                  </a:lnTo>
                  <a:lnTo>
                    <a:pt x="806332" y="2977064"/>
                  </a:lnTo>
                  <a:close/>
                  <a:moveTo>
                    <a:pt x="946420" y="3049931"/>
                  </a:moveTo>
                  <a:lnTo>
                    <a:pt x="937917" y="3132146"/>
                  </a:lnTo>
                  <a:lnTo>
                    <a:pt x="1003433" y="3113015"/>
                  </a:lnTo>
                  <a:close/>
                  <a:moveTo>
                    <a:pt x="963991" y="3044988"/>
                  </a:moveTo>
                  <a:lnTo>
                    <a:pt x="1032057" y="3048493"/>
                  </a:lnTo>
                  <a:lnTo>
                    <a:pt x="956282" y="3043840"/>
                  </a:lnTo>
                  <a:close/>
                  <a:moveTo>
                    <a:pt x="271246" y="2024913"/>
                  </a:moveTo>
                  <a:lnTo>
                    <a:pt x="263995" y="1949321"/>
                  </a:lnTo>
                  <a:lnTo>
                    <a:pt x="263853" y="2049529"/>
                  </a:lnTo>
                  <a:close/>
                  <a:moveTo>
                    <a:pt x="592738" y="2353774"/>
                  </a:moveTo>
                  <a:lnTo>
                    <a:pt x="607589" y="2360906"/>
                  </a:lnTo>
                  <a:lnTo>
                    <a:pt x="611113" y="2349358"/>
                  </a:lnTo>
                  <a:close/>
                  <a:moveTo>
                    <a:pt x="611113" y="2349358"/>
                  </a:moveTo>
                  <a:lnTo>
                    <a:pt x="607589" y="2360906"/>
                  </a:lnTo>
                  <a:lnTo>
                    <a:pt x="626437" y="2353774"/>
                  </a:lnTo>
                  <a:close/>
                  <a:moveTo>
                    <a:pt x="1262492" y="2852407"/>
                  </a:moveTo>
                  <a:lnTo>
                    <a:pt x="1313604" y="2813970"/>
                  </a:lnTo>
                  <a:lnTo>
                    <a:pt x="1248951" y="2770192"/>
                  </a:lnTo>
                  <a:close/>
                  <a:moveTo>
                    <a:pt x="1388109" y="2813970"/>
                  </a:moveTo>
                  <a:lnTo>
                    <a:pt x="1308242" y="2746710"/>
                  </a:lnTo>
                  <a:lnTo>
                    <a:pt x="1337207" y="2771273"/>
                  </a:lnTo>
                  <a:close/>
                  <a:moveTo>
                    <a:pt x="1324107" y="2770192"/>
                  </a:moveTo>
                  <a:lnTo>
                    <a:pt x="1263051" y="2709218"/>
                  </a:lnTo>
                  <a:lnTo>
                    <a:pt x="1308242" y="2746710"/>
                  </a:lnTo>
                  <a:close/>
                  <a:moveTo>
                    <a:pt x="983944" y="2359116"/>
                  </a:moveTo>
                  <a:lnTo>
                    <a:pt x="1031566" y="2401052"/>
                  </a:lnTo>
                  <a:lnTo>
                    <a:pt x="1060531" y="2326449"/>
                  </a:lnTo>
                  <a:close/>
                  <a:moveTo>
                    <a:pt x="936756" y="2266393"/>
                  </a:moveTo>
                  <a:lnTo>
                    <a:pt x="925471" y="2283038"/>
                  </a:lnTo>
                  <a:lnTo>
                    <a:pt x="992678" y="2238464"/>
                  </a:lnTo>
                  <a:close/>
                  <a:moveTo>
                    <a:pt x="925471" y="2283038"/>
                  </a:moveTo>
                  <a:lnTo>
                    <a:pt x="983944" y="2359116"/>
                  </a:lnTo>
                  <a:lnTo>
                    <a:pt x="992678" y="2238464"/>
                  </a:lnTo>
                  <a:close/>
                  <a:moveTo>
                    <a:pt x="992678" y="2238464"/>
                  </a:moveTo>
                  <a:lnTo>
                    <a:pt x="983944" y="2359116"/>
                  </a:lnTo>
                  <a:lnTo>
                    <a:pt x="1062292" y="2300729"/>
                  </a:lnTo>
                  <a:close/>
                  <a:moveTo>
                    <a:pt x="1062292" y="2300729"/>
                  </a:moveTo>
                  <a:lnTo>
                    <a:pt x="983944" y="2359116"/>
                  </a:lnTo>
                  <a:lnTo>
                    <a:pt x="1060531" y="2326449"/>
                  </a:lnTo>
                  <a:close/>
                  <a:moveTo>
                    <a:pt x="576398" y="1777028"/>
                  </a:moveTo>
                  <a:lnTo>
                    <a:pt x="585176" y="1669799"/>
                  </a:lnTo>
                  <a:lnTo>
                    <a:pt x="531884" y="1752625"/>
                  </a:lnTo>
                  <a:close/>
                  <a:moveTo>
                    <a:pt x="245826" y="1536965"/>
                  </a:moveTo>
                  <a:lnTo>
                    <a:pt x="249343" y="1416313"/>
                  </a:lnTo>
                  <a:lnTo>
                    <a:pt x="194162" y="1454750"/>
                  </a:lnTo>
                  <a:close/>
                  <a:moveTo>
                    <a:pt x="992678" y="2238464"/>
                  </a:moveTo>
                  <a:lnTo>
                    <a:pt x="1062292" y="2300729"/>
                  </a:lnTo>
                  <a:lnTo>
                    <a:pt x="1062722" y="2224576"/>
                  </a:lnTo>
                  <a:close/>
                  <a:moveTo>
                    <a:pt x="1062722" y="2224576"/>
                  </a:moveTo>
                  <a:lnTo>
                    <a:pt x="1062292" y="2300729"/>
                  </a:lnTo>
                  <a:lnTo>
                    <a:pt x="1081964" y="2238464"/>
                  </a:lnTo>
                  <a:close/>
                  <a:moveTo>
                    <a:pt x="964900" y="2117813"/>
                  </a:moveTo>
                  <a:lnTo>
                    <a:pt x="883240" y="2156249"/>
                  </a:lnTo>
                  <a:lnTo>
                    <a:pt x="967920" y="2226546"/>
                  </a:lnTo>
                  <a:close/>
                  <a:moveTo>
                    <a:pt x="964900" y="2117813"/>
                  </a:moveTo>
                  <a:lnTo>
                    <a:pt x="990486" y="2095711"/>
                  </a:lnTo>
                  <a:lnTo>
                    <a:pt x="883240" y="2156249"/>
                  </a:lnTo>
                  <a:close/>
                  <a:moveTo>
                    <a:pt x="867239" y="1913570"/>
                  </a:moveTo>
                  <a:lnTo>
                    <a:pt x="839603" y="1884415"/>
                  </a:lnTo>
                  <a:lnTo>
                    <a:pt x="820446" y="1871168"/>
                  </a:lnTo>
                  <a:close/>
                  <a:moveTo>
                    <a:pt x="621080" y="1765739"/>
                  </a:moveTo>
                  <a:lnTo>
                    <a:pt x="543780" y="1755386"/>
                  </a:lnTo>
                  <a:lnTo>
                    <a:pt x="669188" y="1730406"/>
                  </a:lnTo>
                  <a:close/>
                  <a:moveTo>
                    <a:pt x="1395609" y="2490452"/>
                  </a:moveTo>
                  <a:lnTo>
                    <a:pt x="1308073" y="2446571"/>
                  </a:lnTo>
                  <a:lnTo>
                    <a:pt x="1308159" y="2446673"/>
                  </a:lnTo>
                  <a:close/>
                  <a:moveTo>
                    <a:pt x="1212770" y="2364458"/>
                  </a:moveTo>
                  <a:lnTo>
                    <a:pt x="1308073" y="2446571"/>
                  </a:lnTo>
                  <a:lnTo>
                    <a:pt x="1213358" y="2362888"/>
                  </a:lnTo>
                  <a:close/>
                  <a:moveTo>
                    <a:pt x="1307880" y="2446424"/>
                  </a:moveTo>
                  <a:lnTo>
                    <a:pt x="1308073" y="2446571"/>
                  </a:lnTo>
                  <a:lnTo>
                    <a:pt x="1212770" y="2364458"/>
                  </a:lnTo>
                  <a:close/>
                  <a:moveTo>
                    <a:pt x="881364" y="1871168"/>
                  </a:moveTo>
                  <a:lnTo>
                    <a:pt x="937788" y="1898683"/>
                  </a:lnTo>
                  <a:lnTo>
                    <a:pt x="922276" y="1832731"/>
                  </a:lnTo>
                  <a:close/>
                  <a:moveTo>
                    <a:pt x="896341" y="1807175"/>
                  </a:moveTo>
                  <a:lnTo>
                    <a:pt x="856945" y="1770224"/>
                  </a:lnTo>
                  <a:lnTo>
                    <a:pt x="922276" y="1832731"/>
                  </a:lnTo>
                  <a:close/>
                  <a:moveTo>
                    <a:pt x="868475" y="1702989"/>
                  </a:moveTo>
                  <a:lnTo>
                    <a:pt x="856945" y="1770224"/>
                  </a:lnTo>
                  <a:lnTo>
                    <a:pt x="806877" y="1750516"/>
                  </a:lnTo>
                  <a:close/>
                  <a:moveTo>
                    <a:pt x="472408" y="1377877"/>
                  </a:moveTo>
                  <a:lnTo>
                    <a:pt x="541871" y="1339440"/>
                  </a:lnTo>
                  <a:lnTo>
                    <a:pt x="442385" y="1295662"/>
                  </a:lnTo>
                  <a:close/>
                  <a:moveTo>
                    <a:pt x="1439878" y="2299916"/>
                  </a:moveTo>
                  <a:lnTo>
                    <a:pt x="1461651" y="2248828"/>
                  </a:lnTo>
                  <a:lnTo>
                    <a:pt x="1395836" y="2281414"/>
                  </a:lnTo>
                  <a:close/>
                  <a:moveTo>
                    <a:pt x="1439878" y="2299916"/>
                  </a:moveTo>
                  <a:lnTo>
                    <a:pt x="1504858" y="2307680"/>
                  </a:lnTo>
                  <a:lnTo>
                    <a:pt x="1461651" y="2248828"/>
                  </a:lnTo>
                  <a:close/>
                  <a:moveTo>
                    <a:pt x="1833635" y="2422350"/>
                  </a:moveTo>
                  <a:lnTo>
                    <a:pt x="1828080" y="2352472"/>
                  </a:lnTo>
                  <a:lnTo>
                    <a:pt x="1816526" y="2331364"/>
                  </a:lnTo>
                  <a:close/>
                  <a:moveTo>
                    <a:pt x="1833635" y="2422350"/>
                  </a:moveTo>
                  <a:lnTo>
                    <a:pt x="1853059" y="2445861"/>
                  </a:lnTo>
                  <a:lnTo>
                    <a:pt x="1857881" y="2413579"/>
                  </a:lnTo>
                  <a:close/>
                  <a:moveTo>
                    <a:pt x="1853059" y="2445861"/>
                  </a:moveTo>
                  <a:lnTo>
                    <a:pt x="1833635" y="2422350"/>
                  </a:lnTo>
                  <a:lnTo>
                    <a:pt x="1833127" y="2413579"/>
                  </a:lnTo>
                  <a:close/>
                  <a:moveTo>
                    <a:pt x="1604761" y="2186961"/>
                  </a:moveTo>
                  <a:lnTo>
                    <a:pt x="1688388" y="2249149"/>
                  </a:lnTo>
                  <a:lnTo>
                    <a:pt x="1640337" y="2207844"/>
                  </a:lnTo>
                  <a:close/>
                  <a:moveTo>
                    <a:pt x="1604761" y="2186961"/>
                  </a:moveTo>
                  <a:lnTo>
                    <a:pt x="1695518" y="2273861"/>
                  </a:lnTo>
                  <a:lnTo>
                    <a:pt x="1688388" y="2249149"/>
                  </a:lnTo>
                  <a:close/>
                  <a:moveTo>
                    <a:pt x="1612172" y="2166934"/>
                  </a:moveTo>
                  <a:lnTo>
                    <a:pt x="1604761" y="2186961"/>
                  </a:lnTo>
                  <a:lnTo>
                    <a:pt x="1640337" y="2207844"/>
                  </a:lnTo>
                  <a:close/>
                  <a:moveTo>
                    <a:pt x="1512723" y="2101102"/>
                  </a:moveTo>
                  <a:lnTo>
                    <a:pt x="1612172" y="2166934"/>
                  </a:lnTo>
                  <a:lnTo>
                    <a:pt x="1536235" y="2097281"/>
                  </a:lnTo>
                  <a:close/>
                  <a:moveTo>
                    <a:pt x="1604761" y="2186961"/>
                  </a:moveTo>
                  <a:lnTo>
                    <a:pt x="1612172" y="2166934"/>
                  </a:lnTo>
                  <a:lnTo>
                    <a:pt x="1512723" y="2101102"/>
                  </a:lnTo>
                  <a:close/>
                  <a:moveTo>
                    <a:pt x="1517630" y="2084719"/>
                  </a:moveTo>
                  <a:lnTo>
                    <a:pt x="1512723" y="2101102"/>
                  </a:lnTo>
                  <a:lnTo>
                    <a:pt x="1536235" y="2097281"/>
                  </a:lnTo>
                  <a:close/>
                  <a:moveTo>
                    <a:pt x="1857881" y="2413579"/>
                  </a:moveTo>
                  <a:lnTo>
                    <a:pt x="1853059" y="2445861"/>
                  </a:lnTo>
                  <a:lnTo>
                    <a:pt x="1967794" y="2380976"/>
                  </a:lnTo>
                  <a:close/>
                  <a:moveTo>
                    <a:pt x="1943324" y="2457358"/>
                  </a:moveTo>
                  <a:lnTo>
                    <a:pt x="1853059" y="2445861"/>
                  </a:lnTo>
                  <a:lnTo>
                    <a:pt x="1880618" y="2484246"/>
                  </a:lnTo>
                  <a:close/>
                  <a:moveTo>
                    <a:pt x="1816526" y="2331364"/>
                  </a:moveTo>
                  <a:lnTo>
                    <a:pt x="1828080" y="2352472"/>
                  </a:lnTo>
                  <a:lnTo>
                    <a:pt x="1839093" y="2317821"/>
                  </a:lnTo>
                  <a:close/>
                  <a:moveTo>
                    <a:pt x="1839093" y="2317821"/>
                  </a:moveTo>
                  <a:lnTo>
                    <a:pt x="1828080" y="2352472"/>
                  </a:lnTo>
                  <a:lnTo>
                    <a:pt x="1962258" y="2378375"/>
                  </a:lnTo>
                  <a:close/>
                  <a:moveTo>
                    <a:pt x="1936901" y="2298898"/>
                  </a:moveTo>
                  <a:lnTo>
                    <a:pt x="1839093" y="2317821"/>
                  </a:lnTo>
                  <a:lnTo>
                    <a:pt x="1962258" y="2378375"/>
                  </a:lnTo>
                  <a:close/>
                  <a:moveTo>
                    <a:pt x="1773099" y="2210789"/>
                  </a:moveTo>
                  <a:lnTo>
                    <a:pt x="1738408" y="2295859"/>
                  </a:lnTo>
                  <a:lnTo>
                    <a:pt x="1839093" y="2317821"/>
                  </a:lnTo>
                  <a:close/>
                  <a:moveTo>
                    <a:pt x="1842391" y="2215048"/>
                  </a:moveTo>
                  <a:lnTo>
                    <a:pt x="1773099" y="2210789"/>
                  </a:lnTo>
                  <a:lnTo>
                    <a:pt x="1839093" y="2317821"/>
                  </a:lnTo>
                  <a:close/>
                  <a:moveTo>
                    <a:pt x="1839093" y="2317821"/>
                  </a:moveTo>
                  <a:lnTo>
                    <a:pt x="1907794" y="2222469"/>
                  </a:lnTo>
                  <a:lnTo>
                    <a:pt x="1842391" y="2215048"/>
                  </a:lnTo>
                  <a:close/>
                  <a:moveTo>
                    <a:pt x="1688388" y="2249149"/>
                  </a:moveTo>
                  <a:lnTo>
                    <a:pt x="1738408" y="2295859"/>
                  </a:lnTo>
                  <a:lnTo>
                    <a:pt x="1773099" y="2210789"/>
                  </a:lnTo>
                  <a:close/>
                  <a:moveTo>
                    <a:pt x="1688388" y="2249149"/>
                  </a:moveTo>
                  <a:lnTo>
                    <a:pt x="1773099" y="2210789"/>
                  </a:lnTo>
                  <a:lnTo>
                    <a:pt x="1640337" y="2207844"/>
                  </a:lnTo>
                  <a:close/>
                  <a:moveTo>
                    <a:pt x="1814275" y="2137813"/>
                  </a:moveTo>
                  <a:lnTo>
                    <a:pt x="1773135" y="2210491"/>
                  </a:lnTo>
                  <a:lnTo>
                    <a:pt x="1773099" y="2210789"/>
                  </a:lnTo>
                  <a:close/>
                  <a:moveTo>
                    <a:pt x="1814275" y="2137813"/>
                  </a:moveTo>
                  <a:lnTo>
                    <a:pt x="1773099" y="2210789"/>
                  </a:lnTo>
                  <a:lnTo>
                    <a:pt x="1842391" y="2215048"/>
                  </a:lnTo>
                  <a:close/>
                  <a:moveTo>
                    <a:pt x="1609238" y="2046282"/>
                  </a:moveTo>
                  <a:lnTo>
                    <a:pt x="1536235" y="2097281"/>
                  </a:lnTo>
                  <a:lnTo>
                    <a:pt x="1612172" y="2166934"/>
                  </a:lnTo>
                  <a:close/>
                  <a:moveTo>
                    <a:pt x="1517630" y="2084719"/>
                  </a:moveTo>
                  <a:lnTo>
                    <a:pt x="1536235" y="2097281"/>
                  </a:lnTo>
                  <a:lnTo>
                    <a:pt x="1557365" y="2064808"/>
                  </a:lnTo>
                  <a:close/>
                  <a:moveTo>
                    <a:pt x="1967852" y="2373827"/>
                  </a:moveTo>
                  <a:lnTo>
                    <a:pt x="1967794" y="2380976"/>
                  </a:lnTo>
                  <a:lnTo>
                    <a:pt x="1936079" y="2339066"/>
                  </a:lnTo>
                  <a:close/>
                  <a:moveTo>
                    <a:pt x="1970509" y="2375142"/>
                  </a:moveTo>
                  <a:lnTo>
                    <a:pt x="1967794" y="2380976"/>
                  </a:lnTo>
                  <a:lnTo>
                    <a:pt x="1967852" y="2373827"/>
                  </a:lnTo>
                  <a:close/>
                  <a:moveTo>
                    <a:pt x="1762792" y="2119077"/>
                  </a:moveTo>
                  <a:lnTo>
                    <a:pt x="1773135" y="2210491"/>
                  </a:lnTo>
                  <a:lnTo>
                    <a:pt x="1795631" y="2128497"/>
                  </a:lnTo>
                  <a:close/>
                  <a:moveTo>
                    <a:pt x="1735674" y="2070433"/>
                  </a:moveTo>
                  <a:lnTo>
                    <a:pt x="1762792" y="2119077"/>
                  </a:lnTo>
                  <a:lnTo>
                    <a:pt x="1795631" y="2128497"/>
                  </a:lnTo>
                  <a:close/>
                  <a:moveTo>
                    <a:pt x="1545506" y="1678986"/>
                  </a:moveTo>
                  <a:lnTo>
                    <a:pt x="1594575" y="1606343"/>
                  </a:lnTo>
                  <a:lnTo>
                    <a:pt x="1496150" y="1635206"/>
                  </a:lnTo>
                  <a:close/>
                  <a:moveTo>
                    <a:pt x="1512567" y="1717422"/>
                  </a:moveTo>
                  <a:lnTo>
                    <a:pt x="1545506" y="1678986"/>
                  </a:lnTo>
                  <a:lnTo>
                    <a:pt x="1496150" y="1635206"/>
                  </a:lnTo>
                  <a:close/>
                  <a:moveTo>
                    <a:pt x="2037329" y="2051625"/>
                  </a:moveTo>
                  <a:lnTo>
                    <a:pt x="2059897" y="2016271"/>
                  </a:lnTo>
                  <a:lnTo>
                    <a:pt x="1960297" y="2079693"/>
                  </a:lnTo>
                  <a:close/>
                  <a:moveTo>
                    <a:pt x="2059897" y="2016271"/>
                  </a:moveTo>
                  <a:lnTo>
                    <a:pt x="2104789" y="2051625"/>
                  </a:lnTo>
                  <a:lnTo>
                    <a:pt x="2033488" y="1980689"/>
                  </a:lnTo>
                  <a:close/>
                  <a:moveTo>
                    <a:pt x="1379747" y="1360450"/>
                  </a:moveTo>
                  <a:lnTo>
                    <a:pt x="1467784" y="1432340"/>
                  </a:lnTo>
                  <a:lnTo>
                    <a:pt x="1501343" y="1321217"/>
                  </a:lnTo>
                  <a:close/>
                  <a:moveTo>
                    <a:pt x="1374478" y="1340753"/>
                  </a:moveTo>
                  <a:lnTo>
                    <a:pt x="1360541" y="1350125"/>
                  </a:lnTo>
                  <a:lnTo>
                    <a:pt x="1330134" y="1238411"/>
                  </a:lnTo>
                  <a:close/>
                  <a:moveTo>
                    <a:pt x="1004969" y="818398"/>
                  </a:moveTo>
                  <a:lnTo>
                    <a:pt x="988213" y="856834"/>
                  </a:lnTo>
                  <a:lnTo>
                    <a:pt x="1022274" y="900613"/>
                  </a:lnTo>
                  <a:close/>
                  <a:moveTo>
                    <a:pt x="960657" y="774619"/>
                  </a:moveTo>
                  <a:lnTo>
                    <a:pt x="988213" y="856834"/>
                  </a:lnTo>
                  <a:lnTo>
                    <a:pt x="1004969" y="818398"/>
                  </a:lnTo>
                  <a:close/>
                  <a:moveTo>
                    <a:pt x="529928" y="325107"/>
                  </a:moveTo>
                  <a:lnTo>
                    <a:pt x="530371" y="242892"/>
                  </a:lnTo>
                  <a:lnTo>
                    <a:pt x="508034" y="330524"/>
                  </a:lnTo>
                  <a:close/>
                  <a:moveTo>
                    <a:pt x="508034" y="330524"/>
                  </a:moveTo>
                  <a:lnTo>
                    <a:pt x="530371" y="242892"/>
                  </a:lnTo>
                  <a:lnTo>
                    <a:pt x="530480" y="252383"/>
                  </a:lnTo>
                  <a:close/>
                  <a:moveTo>
                    <a:pt x="454173" y="353919"/>
                  </a:moveTo>
                  <a:lnTo>
                    <a:pt x="529928" y="325107"/>
                  </a:lnTo>
                  <a:lnTo>
                    <a:pt x="508034" y="330524"/>
                  </a:lnTo>
                  <a:close/>
                  <a:moveTo>
                    <a:pt x="461277" y="219164"/>
                  </a:moveTo>
                  <a:lnTo>
                    <a:pt x="530480" y="252383"/>
                  </a:lnTo>
                  <a:lnTo>
                    <a:pt x="530371" y="242892"/>
                  </a:lnTo>
                  <a:close/>
                  <a:moveTo>
                    <a:pt x="2070812" y="2133839"/>
                  </a:moveTo>
                  <a:lnTo>
                    <a:pt x="2118586" y="2111691"/>
                  </a:lnTo>
                  <a:lnTo>
                    <a:pt x="2037329" y="2051625"/>
                  </a:lnTo>
                  <a:close/>
                  <a:moveTo>
                    <a:pt x="1878928" y="1885067"/>
                  </a:moveTo>
                  <a:lnTo>
                    <a:pt x="1965343" y="1969409"/>
                  </a:lnTo>
                  <a:lnTo>
                    <a:pt x="1884270" y="1887194"/>
                  </a:lnTo>
                  <a:close/>
                  <a:moveTo>
                    <a:pt x="1878928" y="1885067"/>
                  </a:moveTo>
                  <a:lnTo>
                    <a:pt x="1872787" y="1874016"/>
                  </a:lnTo>
                  <a:lnTo>
                    <a:pt x="1856110" y="1887194"/>
                  </a:lnTo>
                  <a:close/>
                  <a:moveTo>
                    <a:pt x="1878928" y="1885067"/>
                  </a:moveTo>
                  <a:lnTo>
                    <a:pt x="1884270" y="1887194"/>
                  </a:lnTo>
                  <a:lnTo>
                    <a:pt x="1872787" y="1874016"/>
                  </a:lnTo>
                  <a:close/>
                  <a:moveTo>
                    <a:pt x="1501343" y="1321217"/>
                  </a:moveTo>
                  <a:lnTo>
                    <a:pt x="1600849" y="1289311"/>
                  </a:lnTo>
                  <a:lnTo>
                    <a:pt x="1510108" y="1302490"/>
                  </a:lnTo>
                  <a:close/>
                  <a:moveTo>
                    <a:pt x="1634232" y="1324208"/>
                  </a:moveTo>
                  <a:lnTo>
                    <a:pt x="1635631" y="1361126"/>
                  </a:lnTo>
                  <a:lnTo>
                    <a:pt x="1628783" y="1355467"/>
                  </a:lnTo>
                  <a:close/>
                  <a:moveTo>
                    <a:pt x="1600849" y="1289311"/>
                  </a:moveTo>
                  <a:lnTo>
                    <a:pt x="1579627" y="1206473"/>
                  </a:lnTo>
                  <a:lnTo>
                    <a:pt x="1510108" y="1302490"/>
                  </a:lnTo>
                  <a:close/>
                  <a:moveTo>
                    <a:pt x="573482" y="81362"/>
                  </a:moveTo>
                  <a:lnTo>
                    <a:pt x="531937" y="51014"/>
                  </a:lnTo>
                  <a:lnTo>
                    <a:pt x="560187" y="95109"/>
                  </a:lnTo>
                  <a:close/>
                  <a:moveTo>
                    <a:pt x="358123" y="71137"/>
                  </a:moveTo>
                  <a:lnTo>
                    <a:pt x="447253" y="59268"/>
                  </a:lnTo>
                  <a:lnTo>
                    <a:pt x="402659" y="0"/>
                  </a:lnTo>
                  <a:close/>
                  <a:moveTo>
                    <a:pt x="447253" y="59268"/>
                  </a:moveTo>
                  <a:lnTo>
                    <a:pt x="531937" y="51014"/>
                  </a:lnTo>
                  <a:lnTo>
                    <a:pt x="484923" y="28911"/>
                  </a:lnTo>
                  <a:close/>
                  <a:moveTo>
                    <a:pt x="1875805" y="1186961"/>
                  </a:moveTo>
                  <a:lnTo>
                    <a:pt x="1999290" y="1247255"/>
                  </a:lnTo>
                  <a:lnTo>
                    <a:pt x="1966650" y="1173698"/>
                  </a:lnTo>
                  <a:close/>
                </a:path>
              </a:pathLst>
            </a:custGeom>
            <a:solidFill>
              <a:srgbClr val="E0E5E9"/>
            </a:solidFill>
            <a:ln w="1524">
              <a:solidFill>
                <a:srgbClr val="E0E5E9"/>
              </a:solidFill>
            </a:ln>
          </p:spPr>
        </p:sp>
        <p:sp>
          <p:nvSpPr>
            <p:cNvPr id="2054" name="Candidate_density__2053">
              <a:extLst>
                <a:ext uri="{FF2B5EF4-FFF2-40B4-BE49-F238E27FC236}">
                  <a16:creationId xmlns:a16="http://schemas.microsoft.com/office/drawing/2014/main" id="{F768E113-0DB2-18AE-D773-BE7FE77909F0}"/>
                </a:ext>
              </a:extLst>
            </p:cNvPr>
            <p:cNvSpPr>
              <a:spLocks noGrp="1"/>
            </p:cNvSpPr>
            <p:nvPr/>
          </p:nvSpPr>
          <p:spPr>
            <a:xfrm>
              <a:off x="4590168" y="2347130"/>
              <a:ext cx="2191724" cy="2816939"/>
            </a:xfrm>
            <a:custGeom>
              <a:avLst/>
              <a:gdLst/>
              <a:ahLst/>
              <a:cxnLst/>
              <a:rect l="0" t="0" r="0" b="0"/>
              <a:pathLst>
                <a:path w="2191724" h="2816939">
                  <a:moveTo>
                    <a:pt x="73000" y="2522503"/>
                  </a:moveTo>
                  <a:lnTo>
                    <a:pt x="4907" y="2528262"/>
                  </a:lnTo>
                  <a:lnTo>
                    <a:pt x="0" y="2528225"/>
                  </a:lnTo>
                  <a:close/>
                  <a:moveTo>
                    <a:pt x="1272003" y="2794205"/>
                  </a:moveTo>
                  <a:lnTo>
                    <a:pt x="1256525" y="2806259"/>
                  </a:lnTo>
                  <a:lnTo>
                    <a:pt x="1282896" y="2816939"/>
                  </a:lnTo>
                  <a:close/>
                  <a:moveTo>
                    <a:pt x="473237" y="1889839"/>
                  </a:moveTo>
                  <a:lnTo>
                    <a:pt x="458796" y="1928275"/>
                  </a:lnTo>
                  <a:lnTo>
                    <a:pt x="535522" y="1845950"/>
                  </a:lnTo>
                  <a:close/>
                  <a:moveTo>
                    <a:pt x="1272003" y="2794205"/>
                  </a:moveTo>
                  <a:lnTo>
                    <a:pt x="1282896" y="2816939"/>
                  </a:lnTo>
                  <a:lnTo>
                    <a:pt x="1312821" y="2801538"/>
                  </a:lnTo>
                  <a:close/>
                  <a:moveTo>
                    <a:pt x="1325483" y="2794205"/>
                  </a:moveTo>
                  <a:lnTo>
                    <a:pt x="1312821" y="2801538"/>
                  </a:lnTo>
                  <a:lnTo>
                    <a:pt x="1282896" y="2816939"/>
                  </a:lnTo>
                  <a:close/>
                  <a:moveTo>
                    <a:pt x="1325483" y="2794205"/>
                  </a:moveTo>
                  <a:lnTo>
                    <a:pt x="1362974" y="2773851"/>
                  </a:lnTo>
                  <a:lnTo>
                    <a:pt x="1312821" y="2801538"/>
                  </a:lnTo>
                  <a:close/>
                  <a:moveTo>
                    <a:pt x="1325483" y="2794205"/>
                  </a:moveTo>
                  <a:lnTo>
                    <a:pt x="1397621" y="2755768"/>
                  </a:lnTo>
                  <a:lnTo>
                    <a:pt x="1362974" y="2773851"/>
                  </a:lnTo>
                  <a:close/>
                  <a:moveTo>
                    <a:pt x="187146" y="1275897"/>
                  </a:moveTo>
                  <a:lnTo>
                    <a:pt x="193729" y="1294833"/>
                  </a:lnTo>
                  <a:lnTo>
                    <a:pt x="210446" y="1251316"/>
                  </a:lnTo>
                  <a:close/>
                  <a:moveTo>
                    <a:pt x="1480248" y="2655002"/>
                  </a:moveTo>
                  <a:lnTo>
                    <a:pt x="1507628" y="2655327"/>
                  </a:lnTo>
                  <a:lnTo>
                    <a:pt x="1448534" y="2642778"/>
                  </a:lnTo>
                  <a:close/>
                  <a:moveTo>
                    <a:pt x="1576172" y="2635117"/>
                  </a:moveTo>
                  <a:lnTo>
                    <a:pt x="1541302" y="2668069"/>
                  </a:lnTo>
                  <a:lnTo>
                    <a:pt x="1507628" y="2655327"/>
                  </a:lnTo>
                  <a:close/>
                  <a:moveTo>
                    <a:pt x="1556373" y="2615698"/>
                  </a:moveTo>
                  <a:lnTo>
                    <a:pt x="1541302" y="2668069"/>
                  </a:lnTo>
                  <a:lnTo>
                    <a:pt x="1576172" y="2635117"/>
                  </a:lnTo>
                  <a:close/>
                  <a:moveTo>
                    <a:pt x="1576781" y="2585515"/>
                  </a:moveTo>
                  <a:lnTo>
                    <a:pt x="1576172" y="2635117"/>
                  </a:lnTo>
                  <a:lnTo>
                    <a:pt x="1603321" y="2621292"/>
                  </a:lnTo>
                  <a:close/>
                  <a:moveTo>
                    <a:pt x="1576781" y="2585515"/>
                  </a:moveTo>
                  <a:lnTo>
                    <a:pt x="1603321" y="2621292"/>
                  </a:lnTo>
                  <a:lnTo>
                    <a:pt x="1643155" y="2555020"/>
                  </a:lnTo>
                  <a:close/>
                  <a:moveTo>
                    <a:pt x="691966" y="1506603"/>
                  </a:moveTo>
                  <a:lnTo>
                    <a:pt x="635350" y="1510127"/>
                  </a:lnTo>
                  <a:lnTo>
                    <a:pt x="752485" y="1454214"/>
                  </a:lnTo>
                  <a:close/>
                  <a:moveTo>
                    <a:pt x="523142" y="1199023"/>
                  </a:moveTo>
                  <a:lnTo>
                    <a:pt x="467182" y="1223490"/>
                  </a:lnTo>
                  <a:lnTo>
                    <a:pt x="441640" y="1214469"/>
                  </a:lnTo>
                  <a:close/>
                  <a:moveTo>
                    <a:pt x="1786486" y="2597052"/>
                  </a:moveTo>
                  <a:lnTo>
                    <a:pt x="1743320" y="2584898"/>
                  </a:lnTo>
                  <a:lnTo>
                    <a:pt x="1806608" y="2608829"/>
                  </a:lnTo>
                  <a:close/>
                  <a:moveTo>
                    <a:pt x="1856761" y="2581144"/>
                  </a:moveTo>
                  <a:lnTo>
                    <a:pt x="1786486" y="2597052"/>
                  </a:lnTo>
                  <a:lnTo>
                    <a:pt x="1806608" y="2608829"/>
                  </a:lnTo>
                  <a:close/>
                  <a:moveTo>
                    <a:pt x="1868537" y="2543691"/>
                  </a:moveTo>
                  <a:lnTo>
                    <a:pt x="1856685" y="2519807"/>
                  </a:lnTo>
                  <a:lnTo>
                    <a:pt x="1856761" y="2581144"/>
                  </a:lnTo>
                  <a:close/>
                  <a:moveTo>
                    <a:pt x="1868537" y="2543691"/>
                  </a:moveTo>
                  <a:lnTo>
                    <a:pt x="1856761" y="2581144"/>
                  </a:lnTo>
                  <a:lnTo>
                    <a:pt x="1882356" y="2558243"/>
                  </a:lnTo>
                  <a:close/>
                  <a:moveTo>
                    <a:pt x="1883188" y="2464748"/>
                  </a:moveTo>
                  <a:lnTo>
                    <a:pt x="1882356" y="2558243"/>
                  </a:lnTo>
                  <a:lnTo>
                    <a:pt x="1919007" y="2535210"/>
                  </a:lnTo>
                  <a:close/>
                  <a:moveTo>
                    <a:pt x="2016210" y="2468234"/>
                  </a:moveTo>
                  <a:lnTo>
                    <a:pt x="1963945" y="2488023"/>
                  </a:lnTo>
                  <a:lnTo>
                    <a:pt x="2083828" y="2442386"/>
                  </a:lnTo>
                  <a:close/>
                  <a:moveTo>
                    <a:pt x="2016210" y="2468234"/>
                  </a:moveTo>
                  <a:lnTo>
                    <a:pt x="2083828" y="2442386"/>
                  </a:lnTo>
                  <a:lnTo>
                    <a:pt x="2132345" y="2408580"/>
                  </a:lnTo>
                  <a:close/>
                  <a:moveTo>
                    <a:pt x="177141" y="50780"/>
                  </a:moveTo>
                  <a:lnTo>
                    <a:pt x="186704" y="14917"/>
                  </a:lnTo>
                  <a:lnTo>
                    <a:pt x="185898" y="0"/>
                  </a:lnTo>
                  <a:close/>
                  <a:moveTo>
                    <a:pt x="2163158" y="2278504"/>
                  </a:moveTo>
                  <a:lnTo>
                    <a:pt x="2191724" y="2240068"/>
                  </a:lnTo>
                  <a:lnTo>
                    <a:pt x="2156100" y="2360719"/>
                  </a:lnTo>
                  <a:close/>
                  <a:moveTo>
                    <a:pt x="1891564" y="1423956"/>
                  </a:moveTo>
                  <a:lnTo>
                    <a:pt x="1892606" y="1423948"/>
                  </a:lnTo>
                  <a:lnTo>
                    <a:pt x="1889445" y="1423259"/>
                  </a:lnTo>
                  <a:close/>
                  <a:moveTo>
                    <a:pt x="1891564" y="1423956"/>
                  </a:moveTo>
                  <a:lnTo>
                    <a:pt x="1889445" y="1423259"/>
                  </a:lnTo>
                  <a:lnTo>
                    <a:pt x="1840170" y="1443098"/>
                  </a:lnTo>
                  <a:close/>
                  <a:moveTo>
                    <a:pt x="1893202" y="1423259"/>
                  </a:moveTo>
                  <a:lnTo>
                    <a:pt x="1891564" y="1423956"/>
                  </a:lnTo>
                  <a:lnTo>
                    <a:pt x="1905717" y="1341044"/>
                  </a:lnTo>
                  <a:close/>
                  <a:moveTo>
                    <a:pt x="1893202" y="1423259"/>
                  </a:moveTo>
                  <a:lnTo>
                    <a:pt x="1892606" y="1423948"/>
                  </a:lnTo>
                  <a:lnTo>
                    <a:pt x="1891564" y="1423956"/>
                  </a:lnTo>
                  <a:close/>
                  <a:moveTo>
                    <a:pt x="1889445" y="1423259"/>
                  </a:moveTo>
                  <a:lnTo>
                    <a:pt x="1892606" y="1423948"/>
                  </a:lnTo>
                  <a:lnTo>
                    <a:pt x="1893156" y="1422662"/>
                  </a:lnTo>
                  <a:close/>
                  <a:moveTo>
                    <a:pt x="1893156" y="1422662"/>
                  </a:moveTo>
                  <a:lnTo>
                    <a:pt x="1892606" y="1423948"/>
                  </a:lnTo>
                  <a:lnTo>
                    <a:pt x="1893202" y="1423259"/>
                  </a:lnTo>
                  <a:close/>
                  <a:moveTo>
                    <a:pt x="1914414" y="1290282"/>
                  </a:moveTo>
                  <a:lnTo>
                    <a:pt x="1905717" y="1341044"/>
                  </a:lnTo>
                  <a:lnTo>
                    <a:pt x="1931181" y="1289511"/>
                  </a:lnTo>
                  <a:close/>
                  <a:moveTo>
                    <a:pt x="1914414" y="1290282"/>
                  </a:moveTo>
                  <a:lnTo>
                    <a:pt x="1931181" y="1289511"/>
                  </a:lnTo>
                  <a:lnTo>
                    <a:pt x="1981247" y="1261499"/>
                  </a:lnTo>
                  <a:close/>
                  <a:moveTo>
                    <a:pt x="1332860" y="674383"/>
                  </a:moveTo>
                  <a:lnTo>
                    <a:pt x="1382676" y="632033"/>
                  </a:lnTo>
                  <a:lnTo>
                    <a:pt x="1352876" y="584071"/>
                  </a:lnTo>
                  <a:close/>
                  <a:moveTo>
                    <a:pt x="2008801" y="1189053"/>
                  </a:moveTo>
                  <a:lnTo>
                    <a:pt x="1981247" y="1261499"/>
                  </a:lnTo>
                  <a:lnTo>
                    <a:pt x="2006635" y="1220392"/>
                  </a:lnTo>
                  <a:close/>
                </a:path>
              </a:pathLst>
            </a:custGeom>
            <a:solidFill>
              <a:srgbClr val="D0D7DD"/>
            </a:solidFill>
            <a:ln w="1524">
              <a:solidFill>
                <a:srgbClr val="D0D7DD"/>
              </a:solidFill>
            </a:ln>
          </p:spPr>
        </p:sp>
        <p:sp>
          <p:nvSpPr>
            <p:cNvPr id="2055" name="Candidate_density__2054">
              <a:extLst>
                <a:ext uri="{FF2B5EF4-FFF2-40B4-BE49-F238E27FC236}">
                  <a16:creationId xmlns:a16="http://schemas.microsoft.com/office/drawing/2014/main" id="{619FDFC0-8255-F61A-ADAF-16005652E265}"/>
                </a:ext>
              </a:extLst>
            </p:cNvPr>
            <p:cNvSpPr>
              <a:spLocks noGrp="1"/>
            </p:cNvSpPr>
            <p:nvPr/>
          </p:nvSpPr>
          <p:spPr>
            <a:xfrm>
              <a:off x="4418442" y="2346247"/>
              <a:ext cx="2187936" cy="3022699"/>
            </a:xfrm>
            <a:custGeom>
              <a:avLst/>
              <a:gdLst/>
              <a:ahLst/>
              <a:cxnLst/>
              <a:rect l="0" t="0" r="0" b="0"/>
              <a:pathLst>
                <a:path w="2187936" h="3022699">
                  <a:moveTo>
                    <a:pt x="0" y="2451469"/>
                  </a:moveTo>
                  <a:lnTo>
                    <a:pt x="78863" y="2532415"/>
                  </a:lnTo>
                  <a:lnTo>
                    <a:pt x="3748" y="2458383"/>
                  </a:lnTo>
                  <a:close/>
                  <a:moveTo>
                    <a:pt x="50538" y="2411764"/>
                  </a:moveTo>
                  <a:lnTo>
                    <a:pt x="3748" y="2458383"/>
                  </a:lnTo>
                  <a:lnTo>
                    <a:pt x="78863" y="2532415"/>
                  </a:lnTo>
                  <a:close/>
                  <a:moveTo>
                    <a:pt x="878548" y="3022699"/>
                  </a:moveTo>
                  <a:lnTo>
                    <a:pt x="953187" y="2922518"/>
                  </a:lnTo>
                  <a:lnTo>
                    <a:pt x="885381" y="2917051"/>
                  </a:lnTo>
                  <a:close/>
                  <a:moveTo>
                    <a:pt x="519208" y="2346706"/>
                  </a:moveTo>
                  <a:lnTo>
                    <a:pt x="588363" y="2296455"/>
                  </a:lnTo>
                  <a:lnTo>
                    <a:pt x="533193" y="2320953"/>
                  </a:lnTo>
                  <a:close/>
                  <a:moveTo>
                    <a:pt x="533193" y="2320953"/>
                  </a:moveTo>
                  <a:lnTo>
                    <a:pt x="588363" y="2296455"/>
                  </a:lnTo>
                  <a:lnTo>
                    <a:pt x="553802" y="2260844"/>
                  </a:lnTo>
                  <a:close/>
                  <a:moveTo>
                    <a:pt x="588363" y="2296455"/>
                  </a:moveTo>
                  <a:lnTo>
                    <a:pt x="655937" y="2364051"/>
                  </a:lnTo>
                  <a:lnTo>
                    <a:pt x="658282" y="2279849"/>
                  </a:lnTo>
                  <a:close/>
                  <a:moveTo>
                    <a:pt x="558471" y="2200310"/>
                  </a:moveTo>
                  <a:lnTo>
                    <a:pt x="553802" y="2260844"/>
                  </a:lnTo>
                  <a:lnTo>
                    <a:pt x="621906" y="2175803"/>
                  </a:lnTo>
                  <a:close/>
                  <a:moveTo>
                    <a:pt x="553802" y="2260844"/>
                  </a:moveTo>
                  <a:lnTo>
                    <a:pt x="588363" y="2296455"/>
                  </a:lnTo>
                  <a:lnTo>
                    <a:pt x="621906" y="2175803"/>
                  </a:lnTo>
                  <a:close/>
                  <a:moveTo>
                    <a:pt x="621906" y="2175803"/>
                  </a:moveTo>
                  <a:lnTo>
                    <a:pt x="588363" y="2296455"/>
                  </a:lnTo>
                  <a:lnTo>
                    <a:pt x="674651" y="2218820"/>
                  </a:lnTo>
                  <a:close/>
                  <a:moveTo>
                    <a:pt x="674651" y="2218820"/>
                  </a:moveTo>
                  <a:lnTo>
                    <a:pt x="588363" y="2296455"/>
                  </a:lnTo>
                  <a:lnTo>
                    <a:pt x="658282" y="2279849"/>
                  </a:lnTo>
                  <a:close/>
                  <a:moveTo>
                    <a:pt x="658282" y="2279849"/>
                  </a:moveTo>
                  <a:lnTo>
                    <a:pt x="655937" y="2364051"/>
                  </a:lnTo>
                  <a:lnTo>
                    <a:pt x="684647" y="2296455"/>
                  </a:lnTo>
                  <a:close/>
                  <a:moveTo>
                    <a:pt x="853306" y="2042298"/>
                  </a:moveTo>
                  <a:lnTo>
                    <a:pt x="886142" y="2021826"/>
                  </a:lnTo>
                  <a:lnTo>
                    <a:pt x="876800" y="2016715"/>
                  </a:lnTo>
                  <a:close/>
                  <a:moveTo>
                    <a:pt x="853306" y="2042298"/>
                  </a:moveTo>
                  <a:lnTo>
                    <a:pt x="876800" y="2016715"/>
                  </a:lnTo>
                  <a:lnTo>
                    <a:pt x="854525" y="1941215"/>
                  </a:lnTo>
                  <a:close/>
                  <a:moveTo>
                    <a:pt x="577066" y="1884916"/>
                  </a:moveTo>
                  <a:lnTo>
                    <a:pt x="644871" y="1890383"/>
                  </a:lnTo>
                  <a:lnTo>
                    <a:pt x="669505" y="1770264"/>
                  </a:lnTo>
                  <a:close/>
                  <a:moveTo>
                    <a:pt x="669505" y="1770264"/>
                  </a:moveTo>
                  <a:lnTo>
                    <a:pt x="644963" y="1890722"/>
                  </a:lnTo>
                  <a:lnTo>
                    <a:pt x="757394" y="1819116"/>
                  </a:lnTo>
                  <a:close/>
                  <a:moveTo>
                    <a:pt x="412127" y="1457955"/>
                  </a:moveTo>
                  <a:lnTo>
                    <a:pt x="423150" y="1405408"/>
                  </a:lnTo>
                  <a:lnTo>
                    <a:pt x="427063" y="1479646"/>
                  </a:lnTo>
                  <a:close/>
                  <a:moveTo>
                    <a:pt x="414265" y="1523425"/>
                  </a:moveTo>
                  <a:lnTo>
                    <a:pt x="412127" y="1457955"/>
                  </a:lnTo>
                  <a:lnTo>
                    <a:pt x="437890" y="1537103"/>
                  </a:lnTo>
                  <a:close/>
                  <a:moveTo>
                    <a:pt x="1494841" y="2756651"/>
                  </a:moveTo>
                  <a:lnTo>
                    <a:pt x="1534700" y="2774733"/>
                  </a:lnTo>
                  <a:lnTo>
                    <a:pt x="1565920" y="2727338"/>
                  </a:lnTo>
                  <a:close/>
                  <a:moveTo>
                    <a:pt x="886142" y="2021826"/>
                  </a:moveTo>
                  <a:lnTo>
                    <a:pt x="967243" y="2098930"/>
                  </a:lnTo>
                  <a:lnTo>
                    <a:pt x="985915" y="1978279"/>
                  </a:lnTo>
                  <a:close/>
                  <a:moveTo>
                    <a:pt x="854420" y="1934500"/>
                  </a:moveTo>
                  <a:lnTo>
                    <a:pt x="887395" y="2014585"/>
                  </a:lnTo>
                  <a:lnTo>
                    <a:pt x="874782" y="1924746"/>
                  </a:lnTo>
                  <a:close/>
                  <a:moveTo>
                    <a:pt x="843224" y="1813848"/>
                  </a:moveTo>
                  <a:lnTo>
                    <a:pt x="874782" y="1924746"/>
                  </a:lnTo>
                  <a:lnTo>
                    <a:pt x="904167" y="1874019"/>
                  </a:lnTo>
                  <a:close/>
                  <a:moveTo>
                    <a:pt x="854420" y="1934500"/>
                  </a:moveTo>
                  <a:lnTo>
                    <a:pt x="874782" y="1924746"/>
                  </a:lnTo>
                  <a:lnTo>
                    <a:pt x="843224" y="1813848"/>
                  </a:lnTo>
                  <a:close/>
                  <a:moveTo>
                    <a:pt x="788224" y="1852285"/>
                  </a:moveTo>
                  <a:lnTo>
                    <a:pt x="854420" y="1934500"/>
                  </a:lnTo>
                  <a:lnTo>
                    <a:pt x="843224" y="1813848"/>
                  </a:lnTo>
                  <a:close/>
                  <a:moveTo>
                    <a:pt x="874782" y="1924746"/>
                  </a:moveTo>
                  <a:lnTo>
                    <a:pt x="966380" y="1896063"/>
                  </a:lnTo>
                  <a:lnTo>
                    <a:pt x="904167" y="1874019"/>
                  </a:lnTo>
                  <a:close/>
                  <a:moveTo>
                    <a:pt x="1626177" y="2515347"/>
                  </a:moveTo>
                  <a:lnTo>
                    <a:pt x="1632877" y="2633403"/>
                  </a:lnTo>
                  <a:lnTo>
                    <a:pt x="1667861" y="2563537"/>
                  </a:lnTo>
                  <a:close/>
                  <a:moveTo>
                    <a:pt x="1621627" y="2635999"/>
                  </a:moveTo>
                  <a:lnTo>
                    <a:pt x="1632877" y="2633403"/>
                  </a:lnTo>
                  <a:lnTo>
                    <a:pt x="1626177" y="2515347"/>
                  </a:lnTo>
                  <a:close/>
                  <a:moveTo>
                    <a:pt x="1552641" y="2411404"/>
                  </a:moveTo>
                  <a:lnTo>
                    <a:pt x="1489310" y="2389252"/>
                  </a:lnTo>
                  <a:lnTo>
                    <a:pt x="1576847" y="2433132"/>
                  </a:lnTo>
                  <a:close/>
                  <a:moveTo>
                    <a:pt x="1394595" y="2305569"/>
                  </a:moveTo>
                  <a:lnTo>
                    <a:pt x="1497955" y="2350917"/>
                  </a:lnTo>
                  <a:lnTo>
                    <a:pt x="1446281" y="2292398"/>
                  </a:lnTo>
                  <a:close/>
                  <a:moveTo>
                    <a:pt x="1394595" y="2305569"/>
                  </a:moveTo>
                  <a:lnTo>
                    <a:pt x="1489310" y="2389252"/>
                  </a:lnTo>
                  <a:lnTo>
                    <a:pt x="1497955" y="2350917"/>
                  </a:lnTo>
                  <a:close/>
                  <a:moveTo>
                    <a:pt x="1146137" y="2060493"/>
                  </a:moveTo>
                  <a:lnTo>
                    <a:pt x="1186509" y="2093673"/>
                  </a:lnTo>
                  <a:lnTo>
                    <a:pt x="1196532" y="2045130"/>
                  </a:lnTo>
                  <a:close/>
                  <a:moveTo>
                    <a:pt x="1171723" y="2038391"/>
                  </a:moveTo>
                  <a:lnTo>
                    <a:pt x="1146137" y="2060493"/>
                  </a:lnTo>
                  <a:lnTo>
                    <a:pt x="1196532" y="2045130"/>
                  </a:lnTo>
                  <a:close/>
                  <a:moveTo>
                    <a:pt x="1186509" y="2093673"/>
                  </a:moveTo>
                  <a:lnTo>
                    <a:pt x="1195019" y="2060493"/>
                  </a:lnTo>
                  <a:lnTo>
                    <a:pt x="1196532" y="2045130"/>
                  </a:lnTo>
                  <a:close/>
                  <a:moveTo>
                    <a:pt x="1196532" y="2045130"/>
                  </a:moveTo>
                  <a:lnTo>
                    <a:pt x="1195019" y="2060493"/>
                  </a:lnTo>
                  <a:lnTo>
                    <a:pt x="1171723" y="2038391"/>
                  </a:lnTo>
                  <a:close/>
                  <a:moveTo>
                    <a:pt x="1018722" y="1968410"/>
                  </a:moveTo>
                  <a:lnTo>
                    <a:pt x="1026681" y="2053418"/>
                  </a:lnTo>
                  <a:lnTo>
                    <a:pt x="1034320" y="1978279"/>
                  </a:lnTo>
                  <a:close/>
                  <a:moveTo>
                    <a:pt x="1018722" y="1968410"/>
                  </a:moveTo>
                  <a:lnTo>
                    <a:pt x="1034320" y="1978279"/>
                  </a:lnTo>
                  <a:lnTo>
                    <a:pt x="1072841" y="1884913"/>
                  </a:lnTo>
                  <a:close/>
                  <a:moveTo>
                    <a:pt x="982559" y="1797625"/>
                  </a:moveTo>
                  <a:lnTo>
                    <a:pt x="920944" y="1787125"/>
                  </a:lnTo>
                  <a:lnTo>
                    <a:pt x="990880" y="1890953"/>
                  </a:lnTo>
                  <a:close/>
                  <a:moveTo>
                    <a:pt x="990880" y="1890953"/>
                  </a:moveTo>
                  <a:lnTo>
                    <a:pt x="1072841" y="1884913"/>
                  </a:lnTo>
                  <a:lnTo>
                    <a:pt x="982559" y="1797625"/>
                  </a:lnTo>
                  <a:close/>
                  <a:moveTo>
                    <a:pt x="1001683" y="1813848"/>
                  </a:moveTo>
                  <a:lnTo>
                    <a:pt x="987533" y="1693490"/>
                  </a:lnTo>
                  <a:lnTo>
                    <a:pt x="982559" y="1797625"/>
                  </a:lnTo>
                  <a:close/>
                  <a:moveTo>
                    <a:pt x="988114" y="1693197"/>
                  </a:moveTo>
                  <a:lnTo>
                    <a:pt x="1038182" y="1712905"/>
                  </a:lnTo>
                  <a:lnTo>
                    <a:pt x="1077578" y="1749856"/>
                  </a:lnTo>
                  <a:close/>
                  <a:moveTo>
                    <a:pt x="899860" y="1704174"/>
                  </a:moveTo>
                  <a:lnTo>
                    <a:pt x="930886" y="1695258"/>
                  </a:lnTo>
                  <a:lnTo>
                    <a:pt x="850426" y="1673087"/>
                  </a:lnTo>
                  <a:close/>
                  <a:moveTo>
                    <a:pt x="899860" y="1704174"/>
                  </a:moveTo>
                  <a:lnTo>
                    <a:pt x="987533" y="1693490"/>
                  </a:lnTo>
                  <a:lnTo>
                    <a:pt x="930886" y="1695258"/>
                  </a:lnTo>
                  <a:close/>
                  <a:moveTo>
                    <a:pt x="1497955" y="2350917"/>
                  </a:moveTo>
                  <a:lnTo>
                    <a:pt x="1489310" y="2389252"/>
                  </a:lnTo>
                  <a:lnTo>
                    <a:pt x="1552641" y="2411404"/>
                  </a:lnTo>
                  <a:close/>
                  <a:moveTo>
                    <a:pt x="1426265" y="2268702"/>
                  </a:moveTo>
                  <a:lnTo>
                    <a:pt x="1394595" y="2305569"/>
                  </a:lnTo>
                  <a:lnTo>
                    <a:pt x="1446281" y="2292398"/>
                  </a:lnTo>
                  <a:close/>
                  <a:moveTo>
                    <a:pt x="1426265" y="2268702"/>
                  </a:moveTo>
                  <a:lnTo>
                    <a:pt x="1392045" y="2207550"/>
                  </a:lnTo>
                  <a:lnTo>
                    <a:pt x="1394595" y="2305569"/>
                  </a:lnTo>
                  <a:close/>
                  <a:moveTo>
                    <a:pt x="1759082" y="2491301"/>
                  </a:moveTo>
                  <a:lnTo>
                    <a:pt x="1667861" y="2563537"/>
                  </a:lnTo>
                  <a:lnTo>
                    <a:pt x="1748507" y="2586398"/>
                  </a:lnTo>
                  <a:close/>
                  <a:moveTo>
                    <a:pt x="1822017" y="2476911"/>
                  </a:moveTo>
                  <a:lnTo>
                    <a:pt x="1848907" y="2578959"/>
                  </a:lnTo>
                  <a:lnTo>
                    <a:pt x="1844972" y="2559126"/>
                  </a:lnTo>
                  <a:close/>
                  <a:moveTo>
                    <a:pt x="1822017" y="2476911"/>
                  </a:moveTo>
                  <a:lnTo>
                    <a:pt x="1759082" y="2491301"/>
                  </a:lnTo>
                  <a:lnTo>
                    <a:pt x="1748507" y="2586398"/>
                  </a:lnTo>
                  <a:close/>
                  <a:moveTo>
                    <a:pt x="1822017" y="2476911"/>
                  </a:moveTo>
                  <a:lnTo>
                    <a:pt x="1831983" y="2404644"/>
                  </a:lnTo>
                  <a:lnTo>
                    <a:pt x="1759082" y="2491301"/>
                  </a:lnTo>
                  <a:close/>
                  <a:moveTo>
                    <a:pt x="1759082" y="2491301"/>
                  </a:moveTo>
                  <a:lnTo>
                    <a:pt x="1821455" y="2401092"/>
                  </a:lnTo>
                  <a:lnTo>
                    <a:pt x="1745657" y="2402122"/>
                  </a:lnTo>
                  <a:close/>
                  <a:moveTo>
                    <a:pt x="1552641" y="2411404"/>
                  </a:moveTo>
                  <a:lnTo>
                    <a:pt x="1663124" y="2408628"/>
                  </a:lnTo>
                  <a:lnTo>
                    <a:pt x="1659056" y="2315412"/>
                  </a:lnTo>
                  <a:close/>
                  <a:moveTo>
                    <a:pt x="1552641" y="2411404"/>
                  </a:moveTo>
                  <a:lnTo>
                    <a:pt x="1659056" y="2315412"/>
                  </a:lnTo>
                  <a:lnTo>
                    <a:pt x="1585404" y="2318698"/>
                  </a:lnTo>
                  <a:close/>
                  <a:moveTo>
                    <a:pt x="1710549" y="2330572"/>
                  </a:moveTo>
                  <a:lnTo>
                    <a:pt x="1663124" y="2408628"/>
                  </a:lnTo>
                  <a:lnTo>
                    <a:pt x="1745657" y="2402122"/>
                  </a:lnTo>
                  <a:close/>
                  <a:moveTo>
                    <a:pt x="1577451" y="2312481"/>
                  </a:moveTo>
                  <a:lnTo>
                    <a:pt x="1497955" y="2350917"/>
                  </a:lnTo>
                  <a:lnTo>
                    <a:pt x="1552641" y="2411404"/>
                  </a:lnTo>
                  <a:close/>
                  <a:moveTo>
                    <a:pt x="1497955" y="2350917"/>
                  </a:moveTo>
                  <a:lnTo>
                    <a:pt x="1577451" y="2312481"/>
                  </a:lnTo>
                  <a:lnTo>
                    <a:pt x="1446281" y="2292398"/>
                  </a:lnTo>
                  <a:close/>
                  <a:moveTo>
                    <a:pt x="1472612" y="2230266"/>
                  </a:moveTo>
                  <a:lnTo>
                    <a:pt x="1426265" y="2268702"/>
                  </a:lnTo>
                  <a:lnTo>
                    <a:pt x="1446281" y="2292398"/>
                  </a:lnTo>
                  <a:close/>
                  <a:moveTo>
                    <a:pt x="1472612" y="2230266"/>
                  </a:moveTo>
                  <a:lnTo>
                    <a:pt x="1367981" y="2186487"/>
                  </a:lnTo>
                  <a:lnTo>
                    <a:pt x="1426265" y="2268702"/>
                  </a:lnTo>
                  <a:close/>
                  <a:moveTo>
                    <a:pt x="1103513" y="1775412"/>
                  </a:moveTo>
                  <a:lnTo>
                    <a:pt x="1184040" y="1755009"/>
                  </a:lnTo>
                  <a:lnTo>
                    <a:pt x="1077578" y="1749856"/>
                  </a:lnTo>
                  <a:close/>
                  <a:moveTo>
                    <a:pt x="1077578" y="1749856"/>
                  </a:moveTo>
                  <a:lnTo>
                    <a:pt x="1184040" y="1755009"/>
                  </a:lnTo>
                  <a:lnTo>
                    <a:pt x="1200655" y="1716160"/>
                  </a:lnTo>
                  <a:close/>
                  <a:moveTo>
                    <a:pt x="1077578" y="1749856"/>
                  </a:moveTo>
                  <a:lnTo>
                    <a:pt x="1200655" y="1716160"/>
                  </a:lnTo>
                  <a:lnTo>
                    <a:pt x="1121119" y="1697447"/>
                  </a:lnTo>
                  <a:close/>
                  <a:moveTo>
                    <a:pt x="457036" y="1021077"/>
                  </a:moveTo>
                  <a:lnTo>
                    <a:pt x="509061" y="1017552"/>
                  </a:lnTo>
                  <a:lnTo>
                    <a:pt x="431606" y="1006619"/>
                  </a:lnTo>
                  <a:close/>
                  <a:moveTo>
                    <a:pt x="1769792" y="2382501"/>
                  </a:moveTo>
                  <a:lnTo>
                    <a:pt x="1831983" y="2404644"/>
                  </a:lnTo>
                  <a:lnTo>
                    <a:pt x="1847627" y="2438474"/>
                  </a:lnTo>
                  <a:close/>
                  <a:moveTo>
                    <a:pt x="1847627" y="2438474"/>
                  </a:moveTo>
                  <a:lnTo>
                    <a:pt x="1831983" y="2404644"/>
                  </a:lnTo>
                  <a:lnTo>
                    <a:pt x="1822017" y="2476911"/>
                  </a:lnTo>
                  <a:close/>
                  <a:moveTo>
                    <a:pt x="1711398" y="2295910"/>
                  </a:moveTo>
                  <a:lnTo>
                    <a:pt x="1660945" y="2312481"/>
                  </a:lnTo>
                  <a:lnTo>
                    <a:pt x="1769792" y="2382501"/>
                  </a:lnTo>
                  <a:close/>
                  <a:moveTo>
                    <a:pt x="833103" y="1241372"/>
                  </a:moveTo>
                  <a:lnTo>
                    <a:pt x="836778" y="1243684"/>
                  </a:lnTo>
                  <a:lnTo>
                    <a:pt x="777999" y="1250550"/>
                  </a:lnTo>
                  <a:close/>
                  <a:moveTo>
                    <a:pt x="692496" y="994326"/>
                  </a:moveTo>
                  <a:lnTo>
                    <a:pt x="561630" y="997039"/>
                  </a:lnTo>
                  <a:lnTo>
                    <a:pt x="561159" y="997135"/>
                  </a:lnTo>
                  <a:close/>
                  <a:moveTo>
                    <a:pt x="2054914" y="2465630"/>
                  </a:moveTo>
                  <a:lnTo>
                    <a:pt x="2124562" y="2400038"/>
                  </a:lnTo>
                  <a:lnTo>
                    <a:pt x="2061856" y="2426927"/>
                  </a:lnTo>
                  <a:close/>
                  <a:moveTo>
                    <a:pt x="1738602" y="2007489"/>
                  </a:moveTo>
                  <a:lnTo>
                    <a:pt x="1717472" y="2039961"/>
                  </a:lnTo>
                  <a:lnTo>
                    <a:pt x="1790475" y="1988963"/>
                  </a:lnTo>
                  <a:close/>
                  <a:moveTo>
                    <a:pt x="1790475" y="1988963"/>
                  </a:moveTo>
                  <a:lnTo>
                    <a:pt x="1793409" y="2109614"/>
                  </a:lnTo>
                  <a:lnTo>
                    <a:pt x="1857035" y="2071178"/>
                  </a:lnTo>
                  <a:close/>
                  <a:moveTo>
                    <a:pt x="1738602" y="2007489"/>
                  </a:moveTo>
                  <a:lnTo>
                    <a:pt x="1790475" y="1988963"/>
                  </a:lnTo>
                  <a:lnTo>
                    <a:pt x="1755883" y="1968374"/>
                  </a:lnTo>
                  <a:close/>
                  <a:moveTo>
                    <a:pt x="1535446" y="1862969"/>
                  </a:moveTo>
                  <a:lnTo>
                    <a:pt x="1633089" y="1906748"/>
                  </a:lnTo>
                  <a:lnTo>
                    <a:pt x="1579405" y="1824532"/>
                  </a:lnTo>
                  <a:close/>
                  <a:moveTo>
                    <a:pt x="1526110" y="1758781"/>
                  </a:moveTo>
                  <a:lnTo>
                    <a:pt x="1576081" y="1789982"/>
                  </a:lnTo>
                  <a:lnTo>
                    <a:pt x="1579405" y="1824532"/>
                  </a:lnTo>
                  <a:close/>
                  <a:moveTo>
                    <a:pt x="1579405" y="1824532"/>
                  </a:moveTo>
                  <a:lnTo>
                    <a:pt x="1576081" y="1789982"/>
                  </a:lnTo>
                  <a:lnTo>
                    <a:pt x="1535446" y="1862969"/>
                  </a:lnTo>
                  <a:close/>
                  <a:moveTo>
                    <a:pt x="1579405" y="1824532"/>
                  </a:moveTo>
                  <a:lnTo>
                    <a:pt x="1561953" y="1800614"/>
                  </a:lnTo>
                  <a:lnTo>
                    <a:pt x="1526110" y="1758781"/>
                  </a:lnTo>
                  <a:close/>
                  <a:moveTo>
                    <a:pt x="1518174" y="1742317"/>
                  </a:moveTo>
                  <a:lnTo>
                    <a:pt x="1526110" y="1758781"/>
                  </a:lnTo>
                  <a:lnTo>
                    <a:pt x="1561953" y="1800614"/>
                  </a:lnTo>
                  <a:close/>
                  <a:moveTo>
                    <a:pt x="2117316" y="2281746"/>
                  </a:moveTo>
                  <a:lnTo>
                    <a:pt x="2122340" y="2287317"/>
                  </a:lnTo>
                  <a:lnTo>
                    <a:pt x="2115732" y="2279387"/>
                  </a:lnTo>
                  <a:close/>
                  <a:moveTo>
                    <a:pt x="2163642" y="2361602"/>
                  </a:moveTo>
                  <a:lnTo>
                    <a:pt x="2124562" y="2400038"/>
                  </a:lnTo>
                  <a:lnTo>
                    <a:pt x="2187936" y="2469116"/>
                  </a:lnTo>
                  <a:close/>
                  <a:moveTo>
                    <a:pt x="2117316" y="2281746"/>
                  </a:moveTo>
                  <a:lnTo>
                    <a:pt x="2149031" y="2323656"/>
                  </a:lnTo>
                  <a:lnTo>
                    <a:pt x="2163642" y="2361602"/>
                  </a:lnTo>
                  <a:close/>
                  <a:moveTo>
                    <a:pt x="2163642" y="2361602"/>
                  </a:moveTo>
                  <a:lnTo>
                    <a:pt x="2122340" y="2287317"/>
                  </a:lnTo>
                  <a:lnTo>
                    <a:pt x="2117316" y="2281746"/>
                  </a:lnTo>
                  <a:close/>
                  <a:moveTo>
                    <a:pt x="1790475" y="1988963"/>
                  </a:moveTo>
                  <a:lnTo>
                    <a:pt x="1858593" y="2070623"/>
                  </a:lnTo>
                  <a:lnTo>
                    <a:pt x="1880277" y="1952902"/>
                  </a:lnTo>
                  <a:close/>
                  <a:moveTo>
                    <a:pt x="1858593" y="2070623"/>
                  </a:moveTo>
                  <a:lnTo>
                    <a:pt x="1944029" y="2061757"/>
                  </a:lnTo>
                  <a:lnTo>
                    <a:pt x="1880277" y="1952902"/>
                  </a:lnTo>
                  <a:close/>
                  <a:moveTo>
                    <a:pt x="2098747" y="2158735"/>
                  </a:moveTo>
                  <a:lnTo>
                    <a:pt x="2092537" y="2175891"/>
                  </a:lnTo>
                  <a:lnTo>
                    <a:pt x="2074806" y="2197172"/>
                  </a:lnTo>
                  <a:close/>
                  <a:moveTo>
                    <a:pt x="1888692" y="1755858"/>
                  </a:moveTo>
                  <a:lnTo>
                    <a:pt x="1767427" y="1796331"/>
                  </a:lnTo>
                  <a:lnTo>
                    <a:pt x="1819426" y="1775542"/>
                  </a:lnTo>
                  <a:close/>
                  <a:moveTo>
                    <a:pt x="1685005" y="1690194"/>
                  </a:moveTo>
                  <a:lnTo>
                    <a:pt x="1758511" y="1762994"/>
                  </a:lnTo>
                  <a:lnTo>
                    <a:pt x="1762114" y="1688098"/>
                  </a:lnTo>
                  <a:close/>
                  <a:moveTo>
                    <a:pt x="1685005" y="1690194"/>
                  </a:moveTo>
                  <a:lnTo>
                    <a:pt x="1728131" y="1649411"/>
                  </a:lnTo>
                  <a:lnTo>
                    <a:pt x="1647595" y="1626957"/>
                  </a:lnTo>
                  <a:close/>
                  <a:moveTo>
                    <a:pt x="1738491" y="1607211"/>
                  </a:moveTo>
                  <a:lnTo>
                    <a:pt x="1776138" y="1613695"/>
                  </a:lnTo>
                  <a:lnTo>
                    <a:pt x="1756036" y="1583230"/>
                  </a:lnTo>
                  <a:close/>
                  <a:moveTo>
                    <a:pt x="1758511" y="1762994"/>
                  </a:moveTo>
                  <a:lnTo>
                    <a:pt x="1810696" y="1665445"/>
                  </a:lnTo>
                  <a:lnTo>
                    <a:pt x="1762114" y="1688098"/>
                  </a:lnTo>
                  <a:close/>
                  <a:moveTo>
                    <a:pt x="1823556" y="1727528"/>
                  </a:moveTo>
                  <a:lnTo>
                    <a:pt x="1883004" y="1734592"/>
                  </a:lnTo>
                  <a:lnTo>
                    <a:pt x="1758511" y="1762994"/>
                  </a:lnTo>
                  <a:close/>
                  <a:moveTo>
                    <a:pt x="1909162" y="1768940"/>
                  </a:moveTo>
                  <a:lnTo>
                    <a:pt x="1941573" y="1747660"/>
                  </a:lnTo>
                  <a:lnTo>
                    <a:pt x="1883004" y="1734592"/>
                  </a:lnTo>
                  <a:close/>
                  <a:moveTo>
                    <a:pt x="1199161" y="849763"/>
                  </a:moveTo>
                  <a:lnTo>
                    <a:pt x="1182737" y="855239"/>
                  </a:lnTo>
                  <a:lnTo>
                    <a:pt x="1193700" y="843293"/>
                  </a:lnTo>
                  <a:close/>
                  <a:moveTo>
                    <a:pt x="592280" y="371164"/>
                  </a:moveTo>
                  <a:lnTo>
                    <a:pt x="635410" y="296600"/>
                  </a:lnTo>
                  <a:lnTo>
                    <a:pt x="570891" y="288461"/>
                  </a:lnTo>
                  <a:close/>
                  <a:moveTo>
                    <a:pt x="1756036" y="1583230"/>
                  </a:moveTo>
                  <a:lnTo>
                    <a:pt x="1717113" y="1524498"/>
                  </a:lnTo>
                  <a:lnTo>
                    <a:pt x="1738491" y="1607211"/>
                  </a:lnTo>
                  <a:close/>
                  <a:moveTo>
                    <a:pt x="2060165" y="1827748"/>
                  </a:moveTo>
                  <a:lnTo>
                    <a:pt x="2037347" y="1829875"/>
                  </a:lnTo>
                  <a:lnTo>
                    <a:pt x="2023430" y="1897113"/>
                  </a:lnTo>
                  <a:close/>
                  <a:moveTo>
                    <a:pt x="2106406" y="1890247"/>
                  </a:moveTo>
                  <a:lnTo>
                    <a:pt x="2060165" y="1827748"/>
                  </a:lnTo>
                  <a:lnTo>
                    <a:pt x="2023430" y="1897113"/>
                  </a:lnTo>
                  <a:close/>
                  <a:moveTo>
                    <a:pt x="2106406" y="1890247"/>
                  </a:moveTo>
                  <a:lnTo>
                    <a:pt x="2094054" y="1966361"/>
                  </a:lnTo>
                  <a:lnTo>
                    <a:pt x="2146580" y="1912090"/>
                  </a:lnTo>
                  <a:close/>
                  <a:moveTo>
                    <a:pt x="2060165" y="1827748"/>
                  </a:moveTo>
                  <a:lnTo>
                    <a:pt x="2106406" y="1890247"/>
                  </a:lnTo>
                  <a:lnTo>
                    <a:pt x="2146580" y="1912090"/>
                  </a:lnTo>
                  <a:close/>
                  <a:moveTo>
                    <a:pt x="1963721" y="1745471"/>
                  </a:moveTo>
                  <a:lnTo>
                    <a:pt x="1883004" y="1734592"/>
                  </a:lnTo>
                  <a:lnTo>
                    <a:pt x="1941573" y="1747660"/>
                  </a:lnTo>
                  <a:close/>
                  <a:moveTo>
                    <a:pt x="1903540" y="1633713"/>
                  </a:moveTo>
                  <a:lnTo>
                    <a:pt x="1883004" y="1734592"/>
                  </a:lnTo>
                  <a:lnTo>
                    <a:pt x="1963721" y="1745471"/>
                  </a:lnTo>
                  <a:close/>
                  <a:moveTo>
                    <a:pt x="1810696" y="1665445"/>
                  </a:moveTo>
                  <a:lnTo>
                    <a:pt x="1883004" y="1734592"/>
                  </a:lnTo>
                  <a:lnTo>
                    <a:pt x="1903540" y="1633713"/>
                  </a:lnTo>
                  <a:close/>
                  <a:moveTo>
                    <a:pt x="1810696" y="1665445"/>
                  </a:moveTo>
                  <a:lnTo>
                    <a:pt x="1903540" y="1633713"/>
                  </a:lnTo>
                  <a:lnTo>
                    <a:pt x="1776138" y="1613695"/>
                  </a:lnTo>
                  <a:close/>
                  <a:moveTo>
                    <a:pt x="1779398" y="1544793"/>
                  </a:moveTo>
                  <a:lnTo>
                    <a:pt x="1756036" y="1583230"/>
                  </a:lnTo>
                  <a:lnTo>
                    <a:pt x="1776138" y="1613695"/>
                  </a:lnTo>
                  <a:close/>
                  <a:moveTo>
                    <a:pt x="1779398" y="1544793"/>
                  </a:moveTo>
                  <a:lnTo>
                    <a:pt x="1701165" y="1501015"/>
                  </a:lnTo>
                  <a:lnTo>
                    <a:pt x="1756036" y="1583230"/>
                  </a:lnTo>
                  <a:close/>
                  <a:moveTo>
                    <a:pt x="1187020" y="804857"/>
                  </a:moveTo>
                  <a:lnTo>
                    <a:pt x="1199161" y="849763"/>
                  </a:lnTo>
                  <a:lnTo>
                    <a:pt x="1193700" y="843293"/>
                  </a:lnTo>
                  <a:close/>
                  <a:moveTo>
                    <a:pt x="1231575" y="915627"/>
                  </a:moveTo>
                  <a:lnTo>
                    <a:pt x="1199161" y="849763"/>
                  </a:lnTo>
                  <a:lnTo>
                    <a:pt x="1150489" y="920956"/>
                  </a:lnTo>
                  <a:close/>
                  <a:moveTo>
                    <a:pt x="1342549" y="892009"/>
                  </a:moveTo>
                  <a:lnTo>
                    <a:pt x="1311386" y="990699"/>
                  </a:lnTo>
                  <a:lnTo>
                    <a:pt x="1430917" y="943745"/>
                  </a:lnTo>
                  <a:close/>
                  <a:moveTo>
                    <a:pt x="1187020" y="804857"/>
                  </a:moveTo>
                  <a:lnTo>
                    <a:pt x="1193700" y="843293"/>
                  </a:lnTo>
                  <a:lnTo>
                    <a:pt x="1150211" y="761079"/>
                  </a:lnTo>
                  <a:close/>
                  <a:moveTo>
                    <a:pt x="905441" y="311567"/>
                  </a:moveTo>
                  <a:lnTo>
                    <a:pt x="861223" y="234203"/>
                  </a:lnTo>
                  <a:lnTo>
                    <a:pt x="875841" y="261695"/>
                  </a:lnTo>
                  <a:close/>
                  <a:moveTo>
                    <a:pt x="642515" y="161844"/>
                  </a:moveTo>
                  <a:lnTo>
                    <a:pt x="711608" y="185573"/>
                  </a:lnTo>
                  <a:lnTo>
                    <a:pt x="712001" y="64921"/>
                  </a:lnTo>
                  <a:close/>
                  <a:moveTo>
                    <a:pt x="833107" y="156968"/>
                  </a:moveTo>
                  <a:lnTo>
                    <a:pt x="836564" y="114844"/>
                  </a:lnTo>
                  <a:lnTo>
                    <a:pt x="753780" y="83988"/>
                  </a:lnTo>
                  <a:close/>
                  <a:moveTo>
                    <a:pt x="539361" y="13818"/>
                  </a:moveTo>
                  <a:lnTo>
                    <a:pt x="658912" y="64921"/>
                  </a:lnTo>
                  <a:lnTo>
                    <a:pt x="669661" y="68570"/>
                  </a:lnTo>
                  <a:close/>
                  <a:moveTo>
                    <a:pt x="1693939" y="1182470"/>
                  </a:moveTo>
                  <a:lnTo>
                    <a:pt x="1633155" y="1142561"/>
                  </a:lnTo>
                  <a:lnTo>
                    <a:pt x="1614227" y="1186682"/>
                  </a:lnTo>
                  <a:close/>
                  <a:moveTo>
                    <a:pt x="1438535" y="768464"/>
                  </a:moveTo>
                  <a:lnTo>
                    <a:pt x="1371495" y="684206"/>
                  </a:lnTo>
                  <a:lnTo>
                    <a:pt x="1331037" y="695173"/>
                  </a:lnTo>
                  <a:close/>
                  <a:moveTo>
                    <a:pt x="1228246" y="640426"/>
                  </a:moveTo>
                  <a:lnTo>
                    <a:pt x="1331037" y="695173"/>
                  </a:lnTo>
                  <a:lnTo>
                    <a:pt x="1252536" y="618919"/>
                  </a:lnTo>
                  <a:close/>
                  <a:moveTo>
                    <a:pt x="1232644" y="614482"/>
                  </a:moveTo>
                  <a:lnTo>
                    <a:pt x="1228246" y="640426"/>
                  </a:lnTo>
                  <a:lnTo>
                    <a:pt x="1252536" y="618919"/>
                  </a:lnTo>
                  <a:close/>
                  <a:moveTo>
                    <a:pt x="1269180" y="545278"/>
                  </a:moveTo>
                  <a:lnTo>
                    <a:pt x="1228246" y="640426"/>
                  </a:lnTo>
                  <a:lnTo>
                    <a:pt x="1232644" y="614482"/>
                  </a:lnTo>
                  <a:close/>
                  <a:moveTo>
                    <a:pt x="857668" y="311567"/>
                  </a:moveTo>
                  <a:lnTo>
                    <a:pt x="897439" y="342445"/>
                  </a:lnTo>
                  <a:lnTo>
                    <a:pt x="901654" y="301426"/>
                  </a:lnTo>
                  <a:close/>
                  <a:moveTo>
                    <a:pt x="875841" y="261695"/>
                  </a:moveTo>
                  <a:lnTo>
                    <a:pt x="857668" y="311567"/>
                  </a:lnTo>
                  <a:lnTo>
                    <a:pt x="901654" y="301426"/>
                  </a:lnTo>
                  <a:close/>
                  <a:moveTo>
                    <a:pt x="854122" y="39792"/>
                  </a:moveTo>
                  <a:lnTo>
                    <a:pt x="753780" y="83988"/>
                  </a:lnTo>
                  <a:lnTo>
                    <a:pt x="836564" y="114844"/>
                  </a:lnTo>
                  <a:close/>
                  <a:moveTo>
                    <a:pt x="771216" y="46600"/>
                  </a:moveTo>
                  <a:lnTo>
                    <a:pt x="753780" y="83988"/>
                  </a:lnTo>
                  <a:lnTo>
                    <a:pt x="854122" y="39792"/>
                  </a:lnTo>
                  <a:close/>
                  <a:moveTo>
                    <a:pt x="771216" y="46600"/>
                  </a:moveTo>
                  <a:lnTo>
                    <a:pt x="854122" y="39792"/>
                  </a:lnTo>
                  <a:lnTo>
                    <a:pt x="805847" y="0"/>
                  </a:lnTo>
                  <a:close/>
                  <a:moveTo>
                    <a:pt x="1520794" y="762181"/>
                  </a:moveTo>
                  <a:lnTo>
                    <a:pt x="1470482" y="766420"/>
                  </a:lnTo>
                  <a:lnTo>
                    <a:pt x="1495866" y="821946"/>
                  </a:lnTo>
                  <a:close/>
                  <a:moveTo>
                    <a:pt x="1437762" y="754135"/>
                  </a:moveTo>
                  <a:lnTo>
                    <a:pt x="1388968" y="648077"/>
                  </a:lnTo>
                  <a:lnTo>
                    <a:pt x="1371495" y="684206"/>
                  </a:lnTo>
                  <a:close/>
                  <a:moveTo>
                    <a:pt x="2021997" y="1197633"/>
                  </a:moveTo>
                  <a:lnTo>
                    <a:pt x="2059318" y="1303490"/>
                  </a:lnTo>
                  <a:lnTo>
                    <a:pt x="2120758" y="1205391"/>
                  </a:lnTo>
                  <a:close/>
                  <a:moveTo>
                    <a:pt x="2120758" y="1205391"/>
                  </a:moveTo>
                  <a:lnTo>
                    <a:pt x="2180527" y="1189935"/>
                  </a:lnTo>
                  <a:lnTo>
                    <a:pt x="2124852" y="1182838"/>
                  </a:lnTo>
                  <a:close/>
                </a:path>
              </a:pathLst>
            </a:custGeom>
            <a:solidFill>
              <a:srgbClr val="E0E5E9"/>
            </a:solidFill>
            <a:ln w="1524">
              <a:solidFill>
                <a:srgbClr val="E0E5E9"/>
              </a:solidFill>
            </a:ln>
          </p:spPr>
        </p:sp>
        <p:sp>
          <p:nvSpPr>
            <p:cNvPr id="2056" name="Candidate_density__2055">
              <a:extLst>
                <a:ext uri="{FF2B5EF4-FFF2-40B4-BE49-F238E27FC236}">
                  <a16:creationId xmlns:a16="http://schemas.microsoft.com/office/drawing/2014/main" id="{CA2D4753-3C02-373C-3D60-14C86E11BFE0}"/>
                </a:ext>
              </a:extLst>
            </p:cNvPr>
            <p:cNvSpPr>
              <a:spLocks noGrp="1"/>
            </p:cNvSpPr>
            <p:nvPr/>
          </p:nvSpPr>
          <p:spPr>
            <a:xfrm>
              <a:off x="4418442" y="2251662"/>
              <a:ext cx="2338321" cy="3145985"/>
            </a:xfrm>
            <a:custGeom>
              <a:avLst/>
              <a:gdLst/>
              <a:ahLst/>
              <a:cxnLst/>
              <a:rect l="0" t="0" r="0" b="0"/>
              <a:pathLst>
                <a:path w="2338321" h="3145985">
                  <a:moveTo>
                    <a:pt x="0" y="2546054"/>
                  </a:moveTo>
                  <a:lnTo>
                    <a:pt x="89598" y="2633897"/>
                  </a:lnTo>
                  <a:lnTo>
                    <a:pt x="78863" y="2627001"/>
                  </a:lnTo>
                  <a:close/>
                  <a:moveTo>
                    <a:pt x="436951" y="2842806"/>
                  </a:moveTo>
                  <a:lnTo>
                    <a:pt x="505624" y="2938412"/>
                  </a:lnTo>
                  <a:lnTo>
                    <a:pt x="529154" y="2908883"/>
                  </a:lnTo>
                  <a:close/>
                  <a:moveTo>
                    <a:pt x="326658" y="2762540"/>
                  </a:moveTo>
                  <a:lnTo>
                    <a:pt x="318285" y="2752995"/>
                  </a:lnTo>
                  <a:lnTo>
                    <a:pt x="237897" y="2674017"/>
                  </a:lnTo>
                  <a:close/>
                  <a:moveTo>
                    <a:pt x="708178" y="3084361"/>
                  </a:moveTo>
                  <a:lnTo>
                    <a:pt x="660830" y="3073009"/>
                  </a:lnTo>
                  <a:lnTo>
                    <a:pt x="728583" y="3097196"/>
                  </a:lnTo>
                  <a:close/>
                  <a:moveTo>
                    <a:pt x="787723" y="3103111"/>
                  </a:moveTo>
                  <a:lnTo>
                    <a:pt x="708178" y="3084361"/>
                  </a:lnTo>
                  <a:lnTo>
                    <a:pt x="728583" y="3097196"/>
                  </a:lnTo>
                  <a:close/>
                  <a:moveTo>
                    <a:pt x="847000" y="3142933"/>
                  </a:moveTo>
                  <a:lnTo>
                    <a:pt x="838004" y="3125634"/>
                  </a:lnTo>
                  <a:lnTo>
                    <a:pt x="816163" y="3145985"/>
                  </a:lnTo>
                  <a:close/>
                  <a:moveTo>
                    <a:pt x="816163" y="3145985"/>
                  </a:moveTo>
                  <a:lnTo>
                    <a:pt x="838004" y="3125634"/>
                  </a:lnTo>
                  <a:lnTo>
                    <a:pt x="787723" y="3103111"/>
                  </a:lnTo>
                  <a:close/>
                  <a:moveTo>
                    <a:pt x="816163" y="3145985"/>
                  </a:moveTo>
                  <a:lnTo>
                    <a:pt x="787723" y="3103111"/>
                  </a:lnTo>
                  <a:lnTo>
                    <a:pt x="728583" y="3097196"/>
                  </a:lnTo>
                  <a:close/>
                  <a:moveTo>
                    <a:pt x="570856" y="2835209"/>
                  </a:moveTo>
                  <a:lnTo>
                    <a:pt x="562595" y="2818709"/>
                  </a:lnTo>
                  <a:lnTo>
                    <a:pt x="529154" y="2908883"/>
                  </a:lnTo>
                  <a:close/>
                  <a:moveTo>
                    <a:pt x="535073" y="2714558"/>
                  </a:moveTo>
                  <a:lnTo>
                    <a:pt x="563320" y="2796773"/>
                  </a:lnTo>
                  <a:lnTo>
                    <a:pt x="531550" y="2752995"/>
                  </a:lnTo>
                  <a:close/>
                  <a:moveTo>
                    <a:pt x="838004" y="3125634"/>
                  </a:moveTo>
                  <a:lnTo>
                    <a:pt x="847000" y="3142933"/>
                  </a:lnTo>
                  <a:lnTo>
                    <a:pt x="871931" y="3139293"/>
                  </a:lnTo>
                  <a:close/>
                  <a:moveTo>
                    <a:pt x="838004" y="3125634"/>
                  </a:moveTo>
                  <a:lnTo>
                    <a:pt x="871931" y="3139293"/>
                  </a:lnTo>
                  <a:lnTo>
                    <a:pt x="878548" y="3117284"/>
                  </a:lnTo>
                  <a:close/>
                  <a:moveTo>
                    <a:pt x="878548" y="3117284"/>
                  </a:moveTo>
                  <a:lnTo>
                    <a:pt x="787723" y="3103111"/>
                  </a:lnTo>
                  <a:lnTo>
                    <a:pt x="838004" y="3125634"/>
                  </a:lnTo>
                  <a:close/>
                  <a:moveTo>
                    <a:pt x="535117" y="2714250"/>
                  </a:moveTo>
                  <a:lnTo>
                    <a:pt x="563320" y="2796773"/>
                  </a:lnTo>
                  <a:lnTo>
                    <a:pt x="535073" y="2714558"/>
                  </a:lnTo>
                  <a:close/>
                  <a:moveTo>
                    <a:pt x="493623" y="2687393"/>
                  </a:moveTo>
                  <a:lnTo>
                    <a:pt x="535117" y="2714250"/>
                  </a:lnTo>
                  <a:lnTo>
                    <a:pt x="468072" y="2608072"/>
                  </a:lnTo>
                  <a:close/>
                  <a:moveTo>
                    <a:pt x="468606" y="2429476"/>
                  </a:moveTo>
                  <a:lnTo>
                    <a:pt x="533193" y="2415538"/>
                  </a:lnTo>
                  <a:lnTo>
                    <a:pt x="440121" y="2424253"/>
                  </a:lnTo>
                  <a:close/>
                  <a:moveTo>
                    <a:pt x="440121" y="2424253"/>
                  </a:moveTo>
                  <a:lnTo>
                    <a:pt x="553802" y="2355429"/>
                  </a:lnTo>
                  <a:lnTo>
                    <a:pt x="484163" y="2373716"/>
                  </a:lnTo>
                  <a:close/>
                  <a:moveTo>
                    <a:pt x="752553" y="2326008"/>
                  </a:moveTo>
                  <a:lnTo>
                    <a:pt x="658282" y="2374435"/>
                  </a:lnTo>
                  <a:lnTo>
                    <a:pt x="681893" y="2308825"/>
                  </a:lnTo>
                  <a:close/>
                  <a:moveTo>
                    <a:pt x="503313" y="2279146"/>
                  </a:moveTo>
                  <a:lnTo>
                    <a:pt x="558471" y="2294895"/>
                  </a:lnTo>
                  <a:lnTo>
                    <a:pt x="506310" y="2226610"/>
                  </a:lnTo>
                  <a:close/>
                  <a:moveTo>
                    <a:pt x="674651" y="2313405"/>
                  </a:moveTo>
                  <a:lnTo>
                    <a:pt x="752553" y="2326008"/>
                  </a:lnTo>
                  <a:lnTo>
                    <a:pt x="795745" y="2272292"/>
                  </a:lnTo>
                  <a:close/>
                  <a:moveTo>
                    <a:pt x="795745" y="2272292"/>
                  </a:moveTo>
                  <a:lnTo>
                    <a:pt x="752553" y="2326008"/>
                  </a:lnTo>
                  <a:lnTo>
                    <a:pt x="864377" y="2250239"/>
                  </a:lnTo>
                  <a:close/>
                  <a:moveTo>
                    <a:pt x="1494841" y="2851236"/>
                  </a:moveTo>
                  <a:lnTo>
                    <a:pt x="1484547" y="2897006"/>
                  </a:lnTo>
                  <a:lnTo>
                    <a:pt x="1534700" y="2869319"/>
                  </a:lnTo>
                  <a:close/>
                  <a:moveTo>
                    <a:pt x="1494841" y="2851236"/>
                  </a:moveTo>
                  <a:lnTo>
                    <a:pt x="1443729" y="2889673"/>
                  </a:lnTo>
                  <a:lnTo>
                    <a:pt x="1484547" y="2897006"/>
                  </a:lnTo>
                  <a:close/>
                  <a:moveTo>
                    <a:pt x="875390" y="2219022"/>
                  </a:moveTo>
                  <a:lnTo>
                    <a:pt x="795745" y="2272292"/>
                  </a:lnTo>
                  <a:lnTo>
                    <a:pt x="864377" y="2250239"/>
                  </a:lnTo>
                  <a:close/>
                  <a:moveTo>
                    <a:pt x="875390" y="2219022"/>
                  </a:moveTo>
                  <a:lnTo>
                    <a:pt x="815868" y="2206820"/>
                  </a:lnTo>
                  <a:lnTo>
                    <a:pt x="795745" y="2272292"/>
                  </a:lnTo>
                  <a:close/>
                  <a:moveTo>
                    <a:pt x="803567" y="2116729"/>
                  </a:moveTo>
                  <a:lnTo>
                    <a:pt x="875390" y="2219022"/>
                  </a:lnTo>
                  <a:lnTo>
                    <a:pt x="836765" y="2149737"/>
                  </a:lnTo>
                  <a:close/>
                  <a:moveTo>
                    <a:pt x="864377" y="2250239"/>
                  </a:moveTo>
                  <a:lnTo>
                    <a:pt x="888465" y="2231952"/>
                  </a:lnTo>
                  <a:lnTo>
                    <a:pt x="875390" y="2219022"/>
                  </a:lnTo>
                  <a:close/>
                  <a:moveTo>
                    <a:pt x="875390" y="2219022"/>
                  </a:moveTo>
                  <a:lnTo>
                    <a:pt x="888465" y="2231952"/>
                  </a:lnTo>
                  <a:lnTo>
                    <a:pt x="838851" y="2154805"/>
                  </a:lnTo>
                  <a:close/>
                  <a:moveTo>
                    <a:pt x="1052523" y="2181169"/>
                  </a:moveTo>
                  <a:lnTo>
                    <a:pt x="1004087" y="2193516"/>
                  </a:lnTo>
                  <a:lnTo>
                    <a:pt x="970621" y="2202193"/>
                  </a:lnTo>
                  <a:close/>
                  <a:moveTo>
                    <a:pt x="644963" y="1985307"/>
                  </a:moveTo>
                  <a:lnTo>
                    <a:pt x="644871" y="1984969"/>
                  </a:lnTo>
                  <a:lnTo>
                    <a:pt x="721141" y="2029085"/>
                  </a:lnTo>
                  <a:close/>
                  <a:moveTo>
                    <a:pt x="757394" y="1913702"/>
                  </a:moveTo>
                  <a:lnTo>
                    <a:pt x="644963" y="1985307"/>
                  </a:lnTo>
                  <a:lnTo>
                    <a:pt x="707248" y="1941418"/>
                  </a:lnTo>
                  <a:close/>
                  <a:moveTo>
                    <a:pt x="412127" y="1552541"/>
                  </a:moveTo>
                  <a:lnTo>
                    <a:pt x="493436" y="1647122"/>
                  </a:lnTo>
                  <a:lnTo>
                    <a:pt x="437890" y="1631688"/>
                  </a:lnTo>
                  <a:close/>
                  <a:moveTo>
                    <a:pt x="437890" y="1631688"/>
                  </a:moveTo>
                  <a:lnTo>
                    <a:pt x="540470" y="1700225"/>
                  </a:lnTo>
                  <a:lnTo>
                    <a:pt x="462775" y="1648142"/>
                  </a:lnTo>
                  <a:close/>
                  <a:moveTo>
                    <a:pt x="1565920" y="2821924"/>
                  </a:moveTo>
                  <a:lnTo>
                    <a:pt x="1534700" y="2869319"/>
                  </a:lnTo>
                  <a:lnTo>
                    <a:pt x="1569347" y="2851236"/>
                  </a:lnTo>
                  <a:close/>
                  <a:moveTo>
                    <a:pt x="1026681" y="2148003"/>
                  </a:moveTo>
                  <a:lnTo>
                    <a:pt x="967243" y="2193516"/>
                  </a:lnTo>
                  <a:lnTo>
                    <a:pt x="1021507" y="2160823"/>
                  </a:lnTo>
                  <a:close/>
                  <a:moveTo>
                    <a:pt x="1021507" y="2160823"/>
                  </a:moveTo>
                  <a:lnTo>
                    <a:pt x="983484" y="2201700"/>
                  </a:lnTo>
                  <a:lnTo>
                    <a:pt x="1004087" y="2193516"/>
                  </a:lnTo>
                  <a:close/>
                  <a:moveTo>
                    <a:pt x="1004087" y="2193516"/>
                  </a:moveTo>
                  <a:lnTo>
                    <a:pt x="1052523" y="2181169"/>
                  </a:lnTo>
                  <a:lnTo>
                    <a:pt x="1021507" y="2160823"/>
                  </a:lnTo>
                  <a:close/>
                  <a:moveTo>
                    <a:pt x="1728099" y="2711166"/>
                  </a:moveTo>
                  <a:lnTo>
                    <a:pt x="1632877" y="2727988"/>
                  </a:lnTo>
                  <a:lnTo>
                    <a:pt x="1634838" y="2749857"/>
                  </a:lnTo>
                  <a:close/>
                  <a:moveTo>
                    <a:pt x="461406" y="1212618"/>
                  </a:moveTo>
                  <a:lnTo>
                    <a:pt x="400774" y="1332928"/>
                  </a:lnTo>
                  <a:lnTo>
                    <a:pt x="416540" y="1260076"/>
                  </a:lnTo>
                  <a:close/>
                  <a:moveTo>
                    <a:pt x="548897" y="1301757"/>
                  </a:moveTo>
                  <a:lnTo>
                    <a:pt x="551370" y="1294492"/>
                  </a:lnTo>
                  <a:lnTo>
                    <a:pt x="504723" y="1311122"/>
                  </a:lnTo>
                  <a:close/>
                  <a:moveTo>
                    <a:pt x="504723" y="1311122"/>
                  </a:moveTo>
                  <a:lnTo>
                    <a:pt x="551370" y="1294492"/>
                  </a:lnTo>
                  <a:lnTo>
                    <a:pt x="461406" y="1212618"/>
                  </a:lnTo>
                  <a:close/>
                  <a:moveTo>
                    <a:pt x="504723" y="1311122"/>
                  </a:moveTo>
                  <a:lnTo>
                    <a:pt x="461406" y="1212618"/>
                  </a:lnTo>
                  <a:lnTo>
                    <a:pt x="416540" y="1260076"/>
                  </a:lnTo>
                  <a:close/>
                  <a:moveTo>
                    <a:pt x="551370" y="1294492"/>
                  </a:moveTo>
                  <a:lnTo>
                    <a:pt x="548897" y="1301757"/>
                  </a:lnTo>
                  <a:lnTo>
                    <a:pt x="559158" y="1299445"/>
                  </a:lnTo>
                  <a:close/>
                  <a:moveTo>
                    <a:pt x="638908" y="1318958"/>
                  </a:moveTo>
                  <a:lnTo>
                    <a:pt x="559158" y="1299445"/>
                  </a:lnTo>
                  <a:lnTo>
                    <a:pt x="548897" y="1301757"/>
                  </a:lnTo>
                  <a:close/>
                  <a:moveTo>
                    <a:pt x="1660945" y="2407066"/>
                  </a:moveTo>
                  <a:lnTo>
                    <a:pt x="1659056" y="2409997"/>
                  </a:lnTo>
                  <a:lnTo>
                    <a:pt x="1710549" y="2425158"/>
                  </a:lnTo>
                  <a:close/>
                  <a:moveTo>
                    <a:pt x="1621115" y="2337182"/>
                  </a:moveTo>
                  <a:lnTo>
                    <a:pt x="1660945" y="2407066"/>
                  </a:lnTo>
                  <a:lnTo>
                    <a:pt x="1710549" y="2425158"/>
                  </a:lnTo>
                  <a:close/>
                  <a:moveTo>
                    <a:pt x="719075" y="1284589"/>
                  </a:moveTo>
                  <a:lnTo>
                    <a:pt x="765672" y="1299047"/>
                  </a:lnTo>
                  <a:lnTo>
                    <a:pt x="638908" y="1318958"/>
                  </a:lnTo>
                  <a:close/>
                  <a:moveTo>
                    <a:pt x="638908" y="1318958"/>
                  </a:moveTo>
                  <a:lnTo>
                    <a:pt x="765672" y="1299047"/>
                  </a:lnTo>
                  <a:lnTo>
                    <a:pt x="687785" y="1286495"/>
                  </a:lnTo>
                  <a:close/>
                  <a:moveTo>
                    <a:pt x="1844972" y="2653712"/>
                  </a:moveTo>
                  <a:lnTo>
                    <a:pt x="1848907" y="2673544"/>
                  </a:lnTo>
                  <a:lnTo>
                    <a:pt x="1888014" y="2708719"/>
                  </a:lnTo>
                  <a:close/>
                  <a:moveTo>
                    <a:pt x="1657483" y="2404120"/>
                  </a:moveTo>
                  <a:lnTo>
                    <a:pt x="1760039" y="2384924"/>
                  </a:lnTo>
                  <a:lnTo>
                    <a:pt x="1660945" y="2407066"/>
                  </a:lnTo>
                  <a:close/>
                  <a:moveTo>
                    <a:pt x="1249088" y="1776625"/>
                  </a:moveTo>
                  <a:lnTo>
                    <a:pt x="1121119" y="1792033"/>
                  </a:lnTo>
                  <a:lnTo>
                    <a:pt x="1200655" y="1810746"/>
                  </a:lnTo>
                  <a:close/>
                  <a:moveTo>
                    <a:pt x="2054914" y="2560216"/>
                  </a:moveTo>
                  <a:lnTo>
                    <a:pt x="2061856" y="2521512"/>
                  </a:lnTo>
                  <a:lnTo>
                    <a:pt x="2028411" y="2615275"/>
                  </a:lnTo>
                  <a:close/>
                  <a:moveTo>
                    <a:pt x="2028411" y="2615275"/>
                  </a:moveTo>
                  <a:lnTo>
                    <a:pt x="2061856" y="2521512"/>
                  </a:lnTo>
                  <a:lnTo>
                    <a:pt x="2025666" y="2494624"/>
                  </a:lnTo>
                  <a:close/>
                  <a:moveTo>
                    <a:pt x="2028411" y="2615275"/>
                  </a:moveTo>
                  <a:lnTo>
                    <a:pt x="2025666" y="2494624"/>
                  </a:lnTo>
                  <a:lnTo>
                    <a:pt x="2074854" y="2576839"/>
                  </a:lnTo>
                  <a:close/>
                  <a:moveTo>
                    <a:pt x="1633089" y="2001333"/>
                  </a:moveTo>
                  <a:lnTo>
                    <a:pt x="1620699" y="2051386"/>
                  </a:lnTo>
                  <a:lnTo>
                    <a:pt x="1670998" y="2024246"/>
                  </a:lnTo>
                  <a:close/>
                  <a:moveTo>
                    <a:pt x="1633089" y="2001333"/>
                  </a:moveTo>
                  <a:lnTo>
                    <a:pt x="1599378" y="2039769"/>
                  </a:lnTo>
                  <a:lnTo>
                    <a:pt x="1620699" y="2051386"/>
                  </a:lnTo>
                  <a:close/>
                  <a:moveTo>
                    <a:pt x="1426015" y="1774057"/>
                  </a:moveTo>
                  <a:lnTo>
                    <a:pt x="1518174" y="1836903"/>
                  </a:lnTo>
                  <a:lnTo>
                    <a:pt x="1459922" y="1792383"/>
                  </a:lnTo>
                  <a:close/>
                  <a:moveTo>
                    <a:pt x="2163642" y="2456187"/>
                  </a:moveTo>
                  <a:lnTo>
                    <a:pt x="2187936" y="2563702"/>
                  </a:lnTo>
                  <a:lnTo>
                    <a:pt x="2236621" y="2530521"/>
                  </a:lnTo>
                  <a:close/>
                  <a:moveTo>
                    <a:pt x="1930592" y="2067175"/>
                  </a:moveTo>
                  <a:lnTo>
                    <a:pt x="1961116" y="2057769"/>
                  </a:lnTo>
                  <a:lnTo>
                    <a:pt x="1892097" y="2045112"/>
                  </a:lnTo>
                  <a:close/>
                  <a:moveTo>
                    <a:pt x="1755883" y="2062959"/>
                  </a:moveTo>
                  <a:lnTo>
                    <a:pt x="1882217" y="2041439"/>
                  </a:lnTo>
                  <a:lnTo>
                    <a:pt x="1798550" y="2007280"/>
                  </a:lnTo>
                  <a:close/>
                  <a:moveTo>
                    <a:pt x="1880277" y="2047488"/>
                  </a:moveTo>
                  <a:lnTo>
                    <a:pt x="1934680" y="1962897"/>
                  </a:lnTo>
                  <a:lnTo>
                    <a:pt x="1882217" y="2041439"/>
                  </a:lnTo>
                  <a:close/>
                  <a:moveTo>
                    <a:pt x="1670998" y="2024246"/>
                  </a:moveTo>
                  <a:lnTo>
                    <a:pt x="1755883" y="2062959"/>
                  </a:lnTo>
                  <a:lnTo>
                    <a:pt x="1798550" y="2007280"/>
                  </a:lnTo>
                  <a:close/>
                  <a:moveTo>
                    <a:pt x="1761977" y="1882887"/>
                  </a:moveTo>
                  <a:lnTo>
                    <a:pt x="1801753" y="1911142"/>
                  </a:lnTo>
                  <a:lnTo>
                    <a:pt x="1758511" y="1857579"/>
                  </a:lnTo>
                  <a:close/>
                  <a:moveTo>
                    <a:pt x="306619" y="76342"/>
                  </a:moveTo>
                  <a:lnTo>
                    <a:pt x="313468" y="170865"/>
                  </a:lnTo>
                  <a:lnTo>
                    <a:pt x="357624" y="95468"/>
                  </a:lnTo>
                  <a:close/>
                  <a:moveTo>
                    <a:pt x="306619" y="76342"/>
                  </a:moveTo>
                  <a:lnTo>
                    <a:pt x="300828" y="30094"/>
                  </a:lnTo>
                  <a:lnTo>
                    <a:pt x="226490" y="30817"/>
                  </a:lnTo>
                  <a:close/>
                  <a:moveTo>
                    <a:pt x="212775" y="71949"/>
                  </a:moveTo>
                  <a:lnTo>
                    <a:pt x="229066" y="78799"/>
                  </a:lnTo>
                  <a:lnTo>
                    <a:pt x="226490" y="30817"/>
                  </a:lnTo>
                  <a:close/>
                  <a:moveTo>
                    <a:pt x="2309777" y="2417751"/>
                  </a:moveTo>
                  <a:lnTo>
                    <a:pt x="2325645" y="2428240"/>
                  </a:lnTo>
                  <a:lnTo>
                    <a:pt x="2332589" y="2395470"/>
                  </a:lnTo>
                  <a:close/>
                  <a:moveTo>
                    <a:pt x="1961116" y="2057769"/>
                  </a:moveTo>
                  <a:lnTo>
                    <a:pt x="1885409" y="2043316"/>
                  </a:lnTo>
                  <a:lnTo>
                    <a:pt x="1892097" y="2045112"/>
                  </a:lnTo>
                  <a:close/>
                  <a:moveTo>
                    <a:pt x="1940007" y="2042302"/>
                  </a:moveTo>
                  <a:lnTo>
                    <a:pt x="1885409" y="2043316"/>
                  </a:lnTo>
                  <a:lnTo>
                    <a:pt x="1961116" y="2057769"/>
                  </a:lnTo>
                  <a:close/>
                  <a:moveTo>
                    <a:pt x="2010079" y="2025634"/>
                  </a:moveTo>
                  <a:lnTo>
                    <a:pt x="1940007" y="2042302"/>
                  </a:lnTo>
                  <a:lnTo>
                    <a:pt x="1961116" y="2057769"/>
                  </a:lnTo>
                  <a:close/>
                  <a:moveTo>
                    <a:pt x="1974275" y="1924460"/>
                  </a:moveTo>
                  <a:lnTo>
                    <a:pt x="1992491" y="1959878"/>
                  </a:lnTo>
                  <a:lnTo>
                    <a:pt x="1885409" y="2043316"/>
                  </a:lnTo>
                  <a:close/>
                  <a:moveTo>
                    <a:pt x="1882217" y="2041439"/>
                  </a:moveTo>
                  <a:lnTo>
                    <a:pt x="1885409" y="2043316"/>
                  </a:lnTo>
                  <a:lnTo>
                    <a:pt x="1829246" y="2028382"/>
                  </a:lnTo>
                  <a:close/>
                  <a:moveTo>
                    <a:pt x="1970815" y="1842245"/>
                  </a:moveTo>
                  <a:lnTo>
                    <a:pt x="1966031" y="1860945"/>
                  </a:lnTo>
                  <a:lnTo>
                    <a:pt x="1950996" y="1850402"/>
                  </a:lnTo>
                  <a:close/>
                  <a:moveTo>
                    <a:pt x="1607715" y="1686931"/>
                  </a:moveTo>
                  <a:lnTo>
                    <a:pt x="1685005" y="1784780"/>
                  </a:lnTo>
                  <a:lnTo>
                    <a:pt x="1644311" y="1716252"/>
                  </a:lnTo>
                  <a:close/>
                  <a:moveTo>
                    <a:pt x="621939" y="302045"/>
                  </a:moveTo>
                  <a:lnTo>
                    <a:pt x="570891" y="383046"/>
                  </a:lnTo>
                  <a:lnTo>
                    <a:pt x="635410" y="391185"/>
                  </a:lnTo>
                  <a:close/>
                  <a:moveTo>
                    <a:pt x="300828" y="30094"/>
                  </a:moveTo>
                  <a:lnTo>
                    <a:pt x="368825" y="5667"/>
                  </a:lnTo>
                  <a:lnTo>
                    <a:pt x="424868" y="0"/>
                  </a:lnTo>
                  <a:close/>
                  <a:moveTo>
                    <a:pt x="2338321" y="2317843"/>
                  </a:moveTo>
                  <a:lnTo>
                    <a:pt x="2309777" y="2417751"/>
                  </a:lnTo>
                  <a:lnTo>
                    <a:pt x="2332589" y="2395470"/>
                  </a:lnTo>
                  <a:close/>
                  <a:moveTo>
                    <a:pt x="2309849" y="2240898"/>
                  </a:moveTo>
                  <a:lnTo>
                    <a:pt x="2276503" y="2307508"/>
                  </a:lnTo>
                  <a:lnTo>
                    <a:pt x="2338321" y="2317843"/>
                  </a:lnTo>
                  <a:close/>
                  <a:moveTo>
                    <a:pt x="2309849" y="2240898"/>
                  </a:moveTo>
                  <a:lnTo>
                    <a:pt x="2299823" y="2148957"/>
                  </a:lnTo>
                  <a:lnTo>
                    <a:pt x="2209894" y="2215391"/>
                  </a:lnTo>
                  <a:close/>
                  <a:moveTo>
                    <a:pt x="1966031" y="1860945"/>
                  </a:moveTo>
                  <a:lnTo>
                    <a:pt x="1970815" y="1842245"/>
                  </a:lnTo>
                  <a:lnTo>
                    <a:pt x="1963721" y="1840056"/>
                  </a:lnTo>
                  <a:close/>
                  <a:moveTo>
                    <a:pt x="1960393" y="1742670"/>
                  </a:moveTo>
                  <a:lnTo>
                    <a:pt x="1903540" y="1728299"/>
                  </a:lnTo>
                  <a:lnTo>
                    <a:pt x="1963721" y="1840056"/>
                  </a:lnTo>
                  <a:close/>
                  <a:moveTo>
                    <a:pt x="1960393" y="1742670"/>
                  </a:moveTo>
                  <a:lnTo>
                    <a:pt x="1963721" y="1840056"/>
                  </a:lnTo>
                  <a:lnTo>
                    <a:pt x="1970815" y="1842245"/>
                  </a:lnTo>
                  <a:close/>
                  <a:moveTo>
                    <a:pt x="1903540" y="1728299"/>
                  </a:moveTo>
                  <a:lnTo>
                    <a:pt x="1960393" y="1742670"/>
                  </a:lnTo>
                  <a:lnTo>
                    <a:pt x="1907178" y="1704359"/>
                  </a:lnTo>
                  <a:close/>
                  <a:moveTo>
                    <a:pt x="1960393" y="1742670"/>
                  </a:moveTo>
                  <a:lnTo>
                    <a:pt x="1973976" y="1675450"/>
                  </a:lnTo>
                  <a:lnTo>
                    <a:pt x="1907178" y="1704359"/>
                  </a:lnTo>
                  <a:close/>
                  <a:moveTo>
                    <a:pt x="1311386" y="1085285"/>
                  </a:moveTo>
                  <a:lnTo>
                    <a:pt x="1388158" y="1093665"/>
                  </a:lnTo>
                  <a:lnTo>
                    <a:pt x="1430917" y="1038330"/>
                  </a:lnTo>
                  <a:close/>
                  <a:moveTo>
                    <a:pt x="803786" y="414983"/>
                  </a:moveTo>
                  <a:lnTo>
                    <a:pt x="848334" y="526804"/>
                  </a:lnTo>
                  <a:lnTo>
                    <a:pt x="897439" y="437031"/>
                  </a:lnTo>
                  <a:close/>
                  <a:moveTo>
                    <a:pt x="1979704" y="1626879"/>
                  </a:moveTo>
                  <a:lnTo>
                    <a:pt x="1907178" y="1704359"/>
                  </a:lnTo>
                  <a:lnTo>
                    <a:pt x="1973976" y="1675450"/>
                  </a:lnTo>
                  <a:close/>
                  <a:moveTo>
                    <a:pt x="1979704" y="1626879"/>
                  </a:moveTo>
                  <a:lnTo>
                    <a:pt x="1931726" y="1605291"/>
                  </a:lnTo>
                  <a:lnTo>
                    <a:pt x="1907178" y="1704359"/>
                  </a:lnTo>
                  <a:close/>
                  <a:moveTo>
                    <a:pt x="1693939" y="1277055"/>
                  </a:moveTo>
                  <a:lnTo>
                    <a:pt x="1693878" y="1392733"/>
                  </a:lnTo>
                  <a:lnTo>
                    <a:pt x="1706561" y="1310518"/>
                  </a:lnTo>
                  <a:close/>
                  <a:moveTo>
                    <a:pt x="1693939" y="1277055"/>
                  </a:moveTo>
                  <a:lnTo>
                    <a:pt x="1694506" y="1376687"/>
                  </a:lnTo>
                  <a:lnTo>
                    <a:pt x="1693878" y="1392733"/>
                  </a:lnTo>
                  <a:close/>
                  <a:moveTo>
                    <a:pt x="1918538" y="1415829"/>
                  </a:moveTo>
                  <a:lnTo>
                    <a:pt x="1967878" y="1518727"/>
                  </a:lnTo>
                  <a:lnTo>
                    <a:pt x="2020127" y="1417595"/>
                  </a:lnTo>
                  <a:close/>
                  <a:moveTo>
                    <a:pt x="2120758" y="1299977"/>
                  </a:moveTo>
                  <a:lnTo>
                    <a:pt x="2059318" y="1398076"/>
                  </a:lnTo>
                  <a:lnTo>
                    <a:pt x="2086140" y="1385750"/>
                  </a:lnTo>
                  <a:close/>
                  <a:moveTo>
                    <a:pt x="2152973" y="1356967"/>
                  </a:moveTo>
                  <a:lnTo>
                    <a:pt x="2180527" y="1284521"/>
                  </a:lnTo>
                  <a:lnTo>
                    <a:pt x="2120758" y="1299977"/>
                  </a:lnTo>
                  <a:close/>
                  <a:moveTo>
                    <a:pt x="2086140" y="1385750"/>
                  </a:moveTo>
                  <a:lnTo>
                    <a:pt x="2152973" y="1356967"/>
                  </a:lnTo>
                  <a:lnTo>
                    <a:pt x="2120758" y="1299977"/>
                  </a:lnTo>
                  <a:close/>
                  <a:moveTo>
                    <a:pt x="1527033" y="651510"/>
                  </a:moveTo>
                  <a:lnTo>
                    <a:pt x="1514324" y="740355"/>
                  </a:lnTo>
                  <a:lnTo>
                    <a:pt x="1524602" y="679539"/>
                  </a:lnTo>
                  <a:close/>
                  <a:moveTo>
                    <a:pt x="1501488" y="711778"/>
                  </a:moveTo>
                  <a:lnTo>
                    <a:pt x="1514324" y="740355"/>
                  </a:lnTo>
                  <a:lnTo>
                    <a:pt x="1527033" y="651510"/>
                  </a:lnTo>
                  <a:close/>
                  <a:moveTo>
                    <a:pt x="1466803" y="639883"/>
                  </a:moveTo>
                  <a:lnTo>
                    <a:pt x="1501488" y="711778"/>
                  </a:lnTo>
                  <a:lnTo>
                    <a:pt x="1527033" y="651510"/>
                  </a:lnTo>
                  <a:close/>
                  <a:moveTo>
                    <a:pt x="1487503" y="537488"/>
                  </a:moveTo>
                  <a:lnTo>
                    <a:pt x="1513797" y="639143"/>
                  </a:lnTo>
                  <a:lnTo>
                    <a:pt x="1462109" y="575924"/>
                  </a:lnTo>
                  <a:close/>
                  <a:moveTo>
                    <a:pt x="1466803" y="639883"/>
                  </a:moveTo>
                  <a:lnTo>
                    <a:pt x="1513797" y="639143"/>
                  </a:lnTo>
                  <a:lnTo>
                    <a:pt x="1487503" y="537488"/>
                  </a:lnTo>
                  <a:close/>
                </a:path>
              </a:pathLst>
            </a:custGeom>
            <a:solidFill>
              <a:srgbClr val="D8DEE3"/>
            </a:solidFill>
            <a:ln w="1524">
              <a:solidFill>
                <a:srgbClr val="D8DEE3"/>
              </a:solidFill>
            </a:ln>
          </p:spPr>
        </p:sp>
        <p:sp>
          <p:nvSpPr>
            <p:cNvPr id="2057" name="Candidate_density__2056">
              <a:extLst>
                <a:ext uri="{FF2B5EF4-FFF2-40B4-BE49-F238E27FC236}">
                  <a16:creationId xmlns:a16="http://schemas.microsoft.com/office/drawing/2014/main" id="{ECACDC0E-7450-163F-437D-7E728D067806}"/>
                </a:ext>
              </a:extLst>
            </p:cNvPr>
            <p:cNvSpPr>
              <a:spLocks noGrp="1"/>
            </p:cNvSpPr>
            <p:nvPr/>
          </p:nvSpPr>
          <p:spPr>
            <a:xfrm>
              <a:off x="4409502" y="2282479"/>
              <a:ext cx="2196876" cy="3114133"/>
            </a:xfrm>
            <a:custGeom>
              <a:avLst/>
              <a:gdLst/>
              <a:ahLst/>
              <a:cxnLst/>
              <a:rect l="0" t="0" r="0" b="0"/>
              <a:pathLst>
                <a:path w="2196876" h="3114133">
                  <a:moveTo>
                    <a:pt x="0" y="2552406"/>
                  </a:moveTo>
                  <a:lnTo>
                    <a:pt x="98538" y="2603081"/>
                  </a:lnTo>
                  <a:lnTo>
                    <a:pt x="8940" y="2515238"/>
                  </a:lnTo>
                  <a:close/>
                  <a:moveTo>
                    <a:pt x="407815" y="2842829"/>
                  </a:moveTo>
                  <a:lnTo>
                    <a:pt x="514563" y="2907596"/>
                  </a:lnTo>
                  <a:lnTo>
                    <a:pt x="445891" y="2811989"/>
                  </a:lnTo>
                  <a:close/>
                  <a:moveTo>
                    <a:pt x="434193" y="2812251"/>
                  </a:moveTo>
                  <a:lnTo>
                    <a:pt x="407815" y="2842829"/>
                  </a:lnTo>
                  <a:lnTo>
                    <a:pt x="445891" y="2811989"/>
                  </a:lnTo>
                  <a:close/>
                  <a:moveTo>
                    <a:pt x="335598" y="2731723"/>
                  </a:moveTo>
                  <a:lnTo>
                    <a:pt x="435343" y="2804393"/>
                  </a:lnTo>
                  <a:lnTo>
                    <a:pt x="356505" y="2756451"/>
                  </a:lnTo>
                  <a:close/>
                  <a:moveTo>
                    <a:pt x="335598" y="2731723"/>
                  </a:moveTo>
                  <a:lnTo>
                    <a:pt x="434193" y="2812251"/>
                  </a:lnTo>
                  <a:lnTo>
                    <a:pt x="435343" y="2804393"/>
                  </a:lnTo>
                  <a:close/>
                  <a:moveTo>
                    <a:pt x="344811" y="2760614"/>
                  </a:moveTo>
                  <a:lnTo>
                    <a:pt x="434193" y="2812251"/>
                  </a:lnTo>
                  <a:lnTo>
                    <a:pt x="335598" y="2731723"/>
                  </a:lnTo>
                  <a:close/>
                  <a:moveTo>
                    <a:pt x="435343" y="2804393"/>
                  </a:moveTo>
                  <a:lnTo>
                    <a:pt x="434193" y="2812251"/>
                  </a:lnTo>
                  <a:lnTo>
                    <a:pt x="445891" y="2811989"/>
                  </a:lnTo>
                  <a:close/>
                  <a:moveTo>
                    <a:pt x="327225" y="2722178"/>
                  </a:moveTo>
                  <a:lnTo>
                    <a:pt x="335598" y="2731723"/>
                  </a:lnTo>
                  <a:lnTo>
                    <a:pt x="356505" y="2756451"/>
                  </a:lnTo>
                  <a:close/>
                  <a:moveTo>
                    <a:pt x="435343" y="2804393"/>
                  </a:moveTo>
                  <a:lnTo>
                    <a:pt x="445891" y="2811989"/>
                  </a:lnTo>
                  <a:lnTo>
                    <a:pt x="448514" y="2800608"/>
                  </a:lnTo>
                  <a:close/>
                  <a:moveTo>
                    <a:pt x="435343" y="2804393"/>
                  </a:moveTo>
                  <a:lnTo>
                    <a:pt x="448514" y="2800608"/>
                  </a:lnTo>
                  <a:lnTo>
                    <a:pt x="356505" y="2756451"/>
                  </a:lnTo>
                  <a:close/>
                  <a:moveTo>
                    <a:pt x="356505" y="2756451"/>
                  </a:moveTo>
                  <a:lnTo>
                    <a:pt x="448514" y="2800608"/>
                  </a:lnTo>
                  <a:lnTo>
                    <a:pt x="483494" y="2737379"/>
                  </a:lnTo>
                  <a:close/>
                  <a:moveTo>
                    <a:pt x="445891" y="2811989"/>
                  </a:moveTo>
                  <a:lnTo>
                    <a:pt x="553977" y="2765956"/>
                  </a:lnTo>
                  <a:lnTo>
                    <a:pt x="448514" y="2800608"/>
                  </a:lnTo>
                  <a:close/>
                  <a:moveTo>
                    <a:pt x="571535" y="2787893"/>
                  </a:moveTo>
                  <a:lnTo>
                    <a:pt x="553977" y="2765956"/>
                  </a:lnTo>
                  <a:lnTo>
                    <a:pt x="445891" y="2811989"/>
                  </a:lnTo>
                  <a:close/>
                  <a:moveTo>
                    <a:pt x="538094" y="2878066"/>
                  </a:moveTo>
                  <a:lnTo>
                    <a:pt x="571535" y="2787893"/>
                  </a:lnTo>
                  <a:lnTo>
                    <a:pt x="445891" y="2811989"/>
                  </a:lnTo>
                  <a:close/>
                  <a:moveTo>
                    <a:pt x="448514" y="2800608"/>
                  </a:moveTo>
                  <a:lnTo>
                    <a:pt x="553977" y="2765956"/>
                  </a:lnTo>
                  <a:lnTo>
                    <a:pt x="483494" y="2737379"/>
                  </a:lnTo>
                  <a:close/>
                  <a:moveTo>
                    <a:pt x="579795" y="2804393"/>
                  </a:moveTo>
                  <a:lnTo>
                    <a:pt x="572260" y="2765956"/>
                  </a:lnTo>
                  <a:lnTo>
                    <a:pt x="571535" y="2787893"/>
                  </a:lnTo>
                  <a:close/>
                  <a:moveTo>
                    <a:pt x="262430" y="2475533"/>
                  </a:moveTo>
                  <a:lnTo>
                    <a:pt x="190177" y="2413234"/>
                  </a:lnTo>
                  <a:lnTo>
                    <a:pt x="280124" y="2437096"/>
                  </a:lnTo>
                  <a:close/>
                  <a:moveTo>
                    <a:pt x="825686" y="2976028"/>
                  </a:moveTo>
                  <a:lnTo>
                    <a:pt x="796663" y="3072294"/>
                  </a:lnTo>
                  <a:lnTo>
                    <a:pt x="887488" y="3086468"/>
                  </a:lnTo>
                  <a:close/>
                  <a:moveTo>
                    <a:pt x="894321" y="2980820"/>
                  </a:moveTo>
                  <a:lnTo>
                    <a:pt x="825686" y="2976028"/>
                  </a:lnTo>
                  <a:lnTo>
                    <a:pt x="887488" y="3086468"/>
                  </a:lnTo>
                  <a:close/>
                  <a:moveTo>
                    <a:pt x="965353" y="3083756"/>
                  </a:moveTo>
                  <a:lnTo>
                    <a:pt x="880871" y="3108476"/>
                  </a:lnTo>
                  <a:lnTo>
                    <a:pt x="956915" y="3114133"/>
                  </a:lnTo>
                  <a:close/>
                  <a:moveTo>
                    <a:pt x="965353" y="3083756"/>
                  </a:moveTo>
                  <a:lnTo>
                    <a:pt x="887488" y="3086468"/>
                  </a:lnTo>
                  <a:lnTo>
                    <a:pt x="880871" y="3108476"/>
                  </a:lnTo>
                  <a:close/>
                  <a:moveTo>
                    <a:pt x="887488" y="3086468"/>
                  </a:moveTo>
                  <a:lnTo>
                    <a:pt x="965353" y="3083756"/>
                  </a:lnTo>
                  <a:lnTo>
                    <a:pt x="962127" y="2986287"/>
                  </a:lnTo>
                  <a:close/>
                  <a:moveTo>
                    <a:pt x="894321" y="2980820"/>
                  </a:moveTo>
                  <a:lnTo>
                    <a:pt x="836467" y="2942456"/>
                  </a:lnTo>
                  <a:lnTo>
                    <a:pt x="775915" y="2916398"/>
                  </a:lnTo>
                  <a:close/>
                  <a:moveTo>
                    <a:pt x="825686" y="2976028"/>
                  </a:moveTo>
                  <a:lnTo>
                    <a:pt x="894321" y="2980820"/>
                  </a:lnTo>
                  <a:lnTo>
                    <a:pt x="775915" y="2916398"/>
                  </a:lnTo>
                  <a:close/>
                  <a:moveTo>
                    <a:pt x="553977" y="2765956"/>
                  </a:moveTo>
                  <a:lnTo>
                    <a:pt x="571535" y="2787893"/>
                  </a:lnTo>
                  <a:lnTo>
                    <a:pt x="570501" y="2762027"/>
                  </a:lnTo>
                  <a:close/>
                  <a:moveTo>
                    <a:pt x="570501" y="2762027"/>
                  </a:moveTo>
                  <a:lnTo>
                    <a:pt x="483494" y="2737379"/>
                  </a:lnTo>
                  <a:lnTo>
                    <a:pt x="553977" y="2765956"/>
                  </a:lnTo>
                  <a:close/>
                  <a:moveTo>
                    <a:pt x="544056" y="2683434"/>
                  </a:moveTo>
                  <a:lnTo>
                    <a:pt x="502563" y="2656576"/>
                  </a:lnTo>
                  <a:lnTo>
                    <a:pt x="570501" y="2762027"/>
                  </a:lnTo>
                  <a:close/>
                  <a:moveTo>
                    <a:pt x="570501" y="2762027"/>
                  </a:moveTo>
                  <a:lnTo>
                    <a:pt x="571535" y="2787893"/>
                  </a:lnTo>
                  <a:lnTo>
                    <a:pt x="572260" y="2765956"/>
                  </a:lnTo>
                  <a:close/>
                  <a:moveTo>
                    <a:pt x="544056" y="2683434"/>
                  </a:moveTo>
                  <a:lnTo>
                    <a:pt x="570501" y="2762027"/>
                  </a:lnTo>
                  <a:lnTo>
                    <a:pt x="572260" y="2765956"/>
                  </a:lnTo>
                  <a:close/>
                  <a:moveTo>
                    <a:pt x="477546" y="2398660"/>
                  </a:moveTo>
                  <a:lnTo>
                    <a:pt x="510844" y="2410159"/>
                  </a:lnTo>
                  <a:lnTo>
                    <a:pt x="528148" y="2410475"/>
                  </a:lnTo>
                  <a:close/>
                  <a:moveTo>
                    <a:pt x="620248" y="2476163"/>
                  </a:moveTo>
                  <a:lnTo>
                    <a:pt x="635862" y="2480875"/>
                  </a:lnTo>
                  <a:lnTo>
                    <a:pt x="664876" y="2427820"/>
                  </a:lnTo>
                  <a:close/>
                  <a:moveTo>
                    <a:pt x="477546" y="2398660"/>
                  </a:moveTo>
                  <a:lnTo>
                    <a:pt x="528148" y="2410475"/>
                  </a:lnTo>
                  <a:lnTo>
                    <a:pt x="542132" y="2384722"/>
                  </a:lnTo>
                  <a:close/>
                  <a:moveTo>
                    <a:pt x="449061" y="2393437"/>
                  </a:moveTo>
                  <a:lnTo>
                    <a:pt x="542132" y="2384722"/>
                  </a:lnTo>
                  <a:lnTo>
                    <a:pt x="562742" y="2324613"/>
                  </a:lnTo>
                  <a:close/>
                  <a:moveTo>
                    <a:pt x="664876" y="2427820"/>
                  </a:moveTo>
                  <a:lnTo>
                    <a:pt x="597303" y="2360223"/>
                  </a:lnTo>
                  <a:lnTo>
                    <a:pt x="528148" y="2410475"/>
                  </a:lnTo>
                  <a:close/>
                  <a:moveTo>
                    <a:pt x="620248" y="2476163"/>
                  </a:moveTo>
                  <a:lnTo>
                    <a:pt x="664876" y="2427820"/>
                  </a:lnTo>
                  <a:lnTo>
                    <a:pt x="528148" y="2410475"/>
                  </a:lnTo>
                  <a:close/>
                  <a:moveTo>
                    <a:pt x="683591" y="2282589"/>
                  </a:moveTo>
                  <a:lnTo>
                    <a:pt x="667222" y="2343618"/>
                  </a:lnTo>
                  <a:lnTo>
                    <a:pt x="761492" y="2295192"/>
                  </a:lnTo>
                  <a:close/>
                  <a:moveTo>
                    <a:pt x="567410" y="2264078"/>
                  </a:moveTo>
                  <a:lnTo>
                    <a:pt x="493103" y="2342900"/>
                  </a:lnTo>
                  <a:lnTo>
                    <a:pt x="562742" y="2324613"/>
                  </a:lnTo>
                  <a:close/>
                  <a:moveTo>
                    <a:pt x="630846" y="2239572"/>
                  </a:moveTo>
                  <a:lnTo>
                    <a:pt x="535733" y="2223631"/>
                  </a:lnTo>
                  <a:lnTo>
                    <a:pt x="567410" y="2264078"/>
                  </a:lnTo>
                  <a:close/>
                  <a:moveTo>
                    <a:pt x="824808" y="2176003"/>
                  </a:moveTo>
                  <a:lnTo>
                    <a:pt x="884330" y="2188205"/>
                  </a:lnTo>
                  <a:lnTo>
                    <a:pt x="812507" y="2085912"/>
                  </a:lnTo>
                  <a:close/>
                  <a:moveTo>
                    <a:pt x="979561" y="2171376"/>
                  </a:moveTo>
                  <a:lnTo>
                    <a:pt x="976182" y="2162699"/>
                  </a:lnTo>
                  <a:lnTo>
                    <a:pt x="895082" y="2085594"/>
                  </a:lnTo>
                  <a:close/>
                  <a:moveTo>
                    <a:pt x="862246" y="2106067"/>
                  </a:moveTo>
                  <a:lnTo>
                    <a:pt x="979561" y="2171376"/>
                  </a:lnTo>
                  <a:lnTo>
                    <a:pt x="895082" y="2085594"/>
                  </a:lnTo>
                  <a:close/>
                  <a:moveTo>
                    <a:pt x="812507" y="2085912"/>
                  </a:moveTo>
                  <a:lnTo>
                    <a:pt x="759627" y="2073013"/>
                  </a:lnTo>
                  <a:lnTo>
                    <a:pt x="799997" y="2080484"/>
                  </a:lnTo>
                  <a:close/>
                  <a:moveTo>
                    <a:pt x="653811" y="1954152"/>
                  </a:moveTo>
                  <a:lnTo>
                    <a:pt x="653903" y="1954490"/>
                  </a:lnTo>
                  <a:lnTo>
                    <a:pt x="678445" y="1834033"/>
                  </a:lnTo>
                  <a:close/>
                  <a:moveTo>
                    <a:pt x="797164" y="1916054"/>
                  </a:moveTo>
                  <a:lnTo>
                    <a:pt x="766333" y="1882885"/>
                  </a:lnTo>
                  <a:lnTo>
                    <a:pt x="814159" y="1944976"/>
                  </a:lnTo>
                  <a:close/>
                  <a:moveTo>
                    <a:pt x="863360" y="1998269"/>
                  </a:moveTo>
                  <a:lnTo>
                    <a:pt x="797164" y="1916054"/>
                  </a:lnTo>
                  <a:lnTo>
                    <a:pt x="814159" y="1944976"/>
                  </a:lnTo>
                  <a:close/>
                  <a:moveTo>
                    <a:pt x="423205" y="1587193"/>
                  </a:moveTo>
                  <a:lnTo>
                    <a:pt x="446830" y="1600872"/>
                  </a:lnTo>
                  <a:lnTo>
                    <a:pt x="471714" y="1617325"/>
                  </a:lnTo>
                  <a:close/>
                  <a:moveTo>
                    <a:pt x="1574860" y="2791107"/>
                  </a:moveTo>
                  <a:lnTo>
                    <a:pt x="1578286" y="2820420"/>
                  </a:lnTo>
                  <a:lnTo>
                    <a:pt x="1527384" y="2777722"/>
                  </a:lnTo>
                  <a:close/>
                  <a:moveTo>
                    <a:pt x="1629199" y="2707429"/>
                  </a:moveTo>
                  <a:lnTo>
                    <a:pt x="1643778" y="2719041"/>
                  </a:lnTo>
                  <a:lnTo>
                    <a:pt x="1630567" y="2699768"/>
                  </a:lnTo>
                  <a:close/>
                  <a:moveTo>
                    <a:pt x="994855" y="2042047"/>
                  </a:moveTo>
                  <a:lnTo>
                    <a:pt x="976182" y="2162699"/>
                  </a:lnTo>
                  <a:lnTo>
                    <a:pt x="1035620" y="2117187"/>
                  </a:lnTo>
                  <a:close/>
                  <a:moveTo>
                    <a:pt x="1035620" y="2117187"/>
                  </a:moveTo>
                  <a:lnTo>
                    <a:pt x="1080748" y="2049613"/>
                  </a:lnTo>
                  <a:lnTo>
                    <a:pt x="1043260" y="2042047"/>
                  </a:lnTo>
                  <a:close/>
                  <a:moveTo>
                    <a:pt x="1035620" y="2117187"/>
                  </a:moveTo>
                  <a:lnTo>
                    <a:pt x="1061463" y="2150352"/>
                  </a:lnTo>
                  <a:lnTo>
                    <a:pt x="1080748" y="2049613"/>
                  </a:lnTo>
                  <a:close/>
                  <a:moveTo>
                    <a:pt x="1030447" y="2130007"/>
                  </a:moveTo>
                  <a:lnTo>
                    <a:pt x="1061463" y="2150352"/>
                  </a:lnTo>
                  <a:lnTo>
                    <a:pt x="1035620" y="2117187"/>
                  </a:lnTo>
                  <a:close/>
                  <a:moveTo>
                    <a:pt x="1043260" y="2042047"/>
                  </a:moveTo>
                  <a:lnTo>
                    <a:pt x="1080748" y="2049613"/>
                  </a:lnTo>
                  <a:lnTo>
                    <a:pt x="1077593" y="1995460"/>
                  </a:lnTo>
                  <a:close/>
                  <a:moveTo>
                    <a:pt x="1630567" y="2699768"/>
                  </a:moveTo>
                  <a:lnTo>
                    <a:pt x="1643778" y="2719041"/>
                  </a:lnTo>
                  <a:lnTo>
                    <a:pt x="1641817" y="2697171"/>
                  </a:lnTo>
                  <a:close/>
                  <a:moveTo>
                    <a:pt x="1641817" y="2697171"/>
                  </a:moveTo>
                  <a:lnTo>
                    <a:pt x="1737039" y="2680350"/>
                  </a:lnTo>
                  <a:lnTo>
                    <a:pt x="1676801" y="2627305"/>
                  </a:lnTo>
                  <a:close/>
                  <a:moveTo>
                    <a:pt x="1737039" y="2680350"/>
                  </a:moveTo>
                  <a:lnTo>
                    <a:pt x="1757446" y="2650167"/>
                  </a:lnTo>
                  <a:lnTo>
                    <a:pt x="1676801" y="2627305"/>
                  </a:lnTo>
                  <a:close/>
                  <a:moveTo>
                    <a:pt x="1081780" y="1948681"/>
                  </a:moveTo>
                  <a:lnTo>
                    <a:pt x="1043260" y="2042047"/>
                  </a:lnTo>
                  <a:lnTo>
                    <a:pt x="1077593" y="1995460"/>
                  </a:lnTo>
                  <a:close/>
                  <a:moveTo>
                    <a:pt x="1081780" y="1948681"/>
                  </a:moveTo>
                  <a:lnTo>
                    <a:pt x="1057416" y="1920020"/>
                  </a:lnTo>
                  <a:lnTo>
                    <a:pt x="991499" y="1861394"/>
                  </a:lnTo>
                  <a:close/>
                  <a:moveTo>
                    <a:pt x="1435205" y="2332471"/>
                  </a:moveTo>
                  <a:lnTo>
                    <a:pt x="1376921" y="2250256"/>
                  </a:lnTo>
                  <a:lnTo>
                    <a:pt x="1400985" y="2271319"/>
                  </a:lnTo>
                  <a:close/>
                  <a:moveTo>
                    <a:pt x="1757446" y="2650167"/>
                  </a:moveTo>
                  <a:lnTo>
                    <a:pt x="1857847" y="2642727"/>
                  </a:lnTo>
                  <a:lnTo>
                    <a:pt x="1830957" y="2540680"/>
                  </a:lnTo>
                  <a:close/>
                  <a:moveTo>
                    <a:pt x="1719489" y="2394341"/>
                  </a:moveTo>
                  <a:lnTo>
                    <a:pt x="1667995" y="2379180"/>
                  </a:lnTo>
                  <a:lnTo>
                    <a:pt x="1672064" y="2472397"/>
                  </a:lnTo>
                  <a:close/>
                  <a:moveTo>
                    <a:pt x="1666423" y="2373303"/>
                  </a:moveTo>
                  <a:lnTo>
                    <a:pt x="1669884" y="2376250"/>
                  </a:lnTo>
                  <a:lnTo>
                    <a:pt x="1630055" y="2306365"/>
                  </a:lnTo>
                  <a:close/>
                  <a:moveTo>
                    <a:pt x="1666423" y="2373303"/>
                  </a:moveTo>
                  <a:lnTo>
                    <a:pt x="1630055" y="2306365"/>
                  </a:lnTo>
                  <a:lnTo>
                    <a:pt x="1618112" y="2294035"/>
                  </a:lnTo>
                  <a:close/>
                  <a:moveTo>
                    <a:pt x="1376921" y="2250256"/>
                  </a:moveTo>
                  <a:lnTo>
                    <a:pt x="1384789" y="2223894"/>
                  </a:lnTo>
                  <a:lnTo>
                    <a:pt x="1332754" y="2166104"/>
                  </a:lnTo>
                  <a:close/>
                  <a:moveTo>
                    <a:pt x="1112453" y="1839180"/>
                  </a:moveTo>
                  <a:lnTo>
                    <a:pt x="1187896" y="1914001"/>
                  </a:lnTo>
                  <a:lnTo>
                    <a:pt x="1192980" y="1818778"/>
                  </a:lnTo>
                  <a:close/>
                  <a:moveTo>
                    <a:pt x="1192980" y="1818778"/>
                  </a:moveTo>
                  <a:lnTo>
                    <a:pt x="1284169" y="1805235"/>
                  </a:lnTo>
                  <a:lnTo>
                    <a:pt x="1209595" y="1779929"/>
                  </a:lnTo>
                  <a:close/>
                  <a:moveTo>
                    <a:pt x="1284169" y="1805235"/>
                  </a:moveTo>
                  <a:lnTo>
                    <a:pt x="1286548" y="1788988"/>
                  </a:lnTo>
                  <a:lnTo>
                    <a:pt x="1209595" y="1779929"/>
                  </a:lnTo>
                  <a:close/>
                  <a:moveTo>
                    <a:pt x="1666423" y="2373303"/>
                  </a:moveTo>
                  <a:lnTo>
                    <a:pt x="1618112" y="2294035"/>
                  </a:lnTo>
                  <a:lnTo>
                    <a:pt x="1709994" y="2321003"/>
                  </a:lnTo>
                  <a:close/>
                  <a:moveTo>
                    <a:pt x="1709994" y="2321003"/>
                  </a:moveTo>
                  <a:lnTo>
                    <a:pt x="1618112" y="2294035"/>
                  </a:lnTo>
                  <a:lnTo>
                    <a:pt x="1599971" y="2370323"/>
                  </a:lnTo>
                  <a:close/>
                  <a:moveTo>
                    <a:pt x="1778732" y="2446270"/>
                  </a:moveTo>
                  <a:lnTo>
                    <a:pt x="1669884" y="2376250"/>
                  </a:lnTo>
                  <a:lnTo>
                    <a:pt x="1768979" y="2354107"/>
                  </a:lnTo>
                  <a:close/>
                  <a:moveTo>
                    <a:pt x="1667995" y="2379180"/>
                  </a:moveTo>
                  <a:lnTo>
                    <a:pt x="1669884" y="2376250"/>
                  </a:lnTo>
                  <a:lnTo>
                    <a:pt x="1720338" y="2359678"/>
                  </a:lnTo>
                  <a:close/>
                  <a:moveTo>
                    <a:pt x="928197" y="1351804"/>
                  </a:moveTo>
                  <a:lnTo>
                    <a:pt x="845718" y="1307453"/>
                  </a:lnTo>
                  <a:lnTo>
                    <a:pt x="842043" y="1305141"/>
                  </a:lnTo>
                  <a:close/>
                  <a:moveTo>
                    <a:pt x="2196876" y="2532885"/>
                  </a:moveTo>
                  <a:lnTo>
                    <a:pt x="2133501" y="2463807"/>
                  </a:lnTo>
                  <a:lnTo>
                    <a:pt x="2063854" y="2529399"/>
                  </a:lnTo>
                  <a:close/>
                  <a:moveTo>
                    <a:pt x="2027540" y="2457079"/>
                  </a:moveTo>
                  <a:lnTo>
                    <a:pt x="2034606" y="2463807"/>
                  </a:lnTo>
                  <a:lnTo>
                    <a:pt x="1990593" y="2395215"/>
                  </a:lnTo>
                  <a:close/>
                  <a:moveTo>
                    <a:pt x="2034606" y="2463807"/>
                  </a:moveTo>
                  <a:lnTo>
                    <a:pt x="2070795" y="2490695"/>
                  </a:lnTo>
                  <a:lnTo>
                    <a:pt x="1990593" y="2395215"/>
                  </a:lnTo>
                  <a:close/>
                  <a:moveTo>
                    <a:pt x="2027540" y="2457079"/>
                  </a:moveTo>
                  <a:lnTo>
                    <a:pt x="1990593" y="2395215"/>
                  </a:lnTo>
                  <a:lnTo>
                    <a:pt x="1972583" y="2381592"/>
                  </a:lnTo>
                  <a:close/>
                  <a:moveTo>
                    <a:pt x="1629638" y="2020570"/>
                  </a:moveTo>
                  <a:lnTo>
                    <a:pt x="1747542" y="2071258"/>
                  </a:lnTo>
                  <a:lnTo>
                    <a:pt x="1764823" y="2032142"/>
                  </a:lnTo>
                  <a:close/>
                  <a:moveTo>
                    <a:pt x="1629638" y="2020570"/>
                  </a:moveTo>
                  <a:lnTo>
                    <a:pt x="1764823" y="2032142"/>
                  </a:lnTo>
                  <a:lnTo>
                    <a:pt x="1679938" y="1993429"/>
                  </a:lnTo>
                  <a:close/>
                  <a:moveTo>
                    <a:pt x="1544386" y="1926738"/>
                  </a:moveTo>
                  <a:lnTo>
                    <a:pt x="1608317" y="2008953"/>
                  </a:lnTo>
                  <a:lnTo>
                    <a:pt x="1642029" y="1970516"/>
                  </a:lnTo>
                  <a:close/>
                  <a:moveTo>
                    <a:pt x="113795" y="200220"/>
                  </a:moveTo>
                  <a:lnTo>
                    <a:pt x="113693" y="188547"/>
                  </a:lnTo>
                  <a:lnTo>
                    <a:pt x="85777" y="111150"/>
                  </a:lnTo>
                  <a:close/>
                  <a:moveTo>
                    <a:pt x="1799415" y="2052731"/>
                  </a:moveTo>
                  <a:lnTo>
                    <a:pt x="1889217" y="2016671"/>
                  </a:lnTo>
                  <a:lnTo>
                    <a:pt x="1764823" y="2032142"/>
                  </a:lnTo>
                  <a:close/>
                  <a:moveTo>
                    <a:pt x="1764823" y="2032142"/>
                  </a:moveTo>
                  <a:lnTo>
                    <a:pt x="1889217" y="2016671"/>
                  </a:lnTo>
                  <a:lnTo>
                    <a:pt x="1891157" y="2010622"/>
                  </a:lnTo>
                  <a:close/>
                  <a:moveTo>
                    <a:pt x="1765513" y="1849865"/>
                  </a:moveTo>
                  <a:lnTo>
                    <a:pt x="1770916" y="1852070"/>
                  </a:lnTo>
                  <a:lnTo>
                    <a:pt x="1767450" y="1826763"/>
                  </a:lnTo>
                  <a:close/>
                  <a:moveTo>
                    <a:pt x="1776367" y="1860100"/>
                  </a:moveTo>
                  <a:lnTo>
                    <a:pt x="1770916" y="1852070"/>
                  </a:lnTo>
                  <a:lnTo>
                    <a:pt x="1765513" y="1849865"/>
                  </a:lnTo>
                  <a:close/>
                  <a:moveTo>
                    <a:pt x="259082" y="130940"/>
                  </a:moveTo>
                  <a:lnTo>
                    <a:pt x="322408" y="140049"/>
                  </a:lnTo>
                  <a:lnTo>
                    <a:pt x="315559" y="45525"/>
                  </a:lnTo>
                  <a:close/>
                  <a:moveTo>
                    <a:pt x="259082" y="130940"/>
                  </a:moveTo>
                  <a:lnTo>
                    <a:pt x="315559" y="45525"/>
                  </a:lnTo>
                  <a:lnTo>
                    <a:pt x="238005" y="47983"/>
                  </a:lnTo>
                  <a:close/>
                  <a:moveTo>
                    <a:pt x="238005" y="47983"/>
                  </a:moveTo>
                  <a:lnTo>
                    <a:pt x="315559" y="45525"/>
                  </a:lnTo>
                  <a:lnTo>
                    <a:pt x="235430" y="0"/>
                  </a:lnTo>
                  <a:close/>
                  <a:moveTo>
                    <a:pt x="2124672" y="2343155"/>
                  </a:moveTo>
                  <a:lnTo>
                    <a:pt x="2066693" y="2293846"/>
                  </a:lnTo>
                  <a:lnTo>
                    <a:pt x="2126256" y="2345515"/>
                  </a:lnTo>
                  <a:close/>
                  <a:moveTo>
                    <a:pt x="2124672" y="2343155"/>
                  </a:moveTo>
                  <a:lnTo>
                    <a:pt x="2083746" y="2260940"/>
                  </a:lnTo>
                  <a:lnTo>
                    <a:pt x="2066693" y="2293846"/>
                  </a:lnTo>
                  <a:close/>
                  <a:moveTo>
                    <a:pt x="1970055" y="2026952"/>
                  </a:moveTo>
                  <a:lnTo>
                    <a:pt x="2057075" y="2073648"/>
                  </a:lnTo>
                  <a:lnTo>
                    <a:pt x="2102994" y="2030130"/>
                  </a:lnTo>
                  <a:close/>
                  <a:moveTo>
                    <a:pt x="2019019" y="1994817"/>
                  </a:moveTo>
                  <a:lnTo>
                    <a:pt x="1970055" y="2026952"/>
                  </a:lnTo>
                  <a:lnTo>
                    <a:pt x="2102994" y="2030130"/>
                  </a:lnTo>
                  <a:close/>
                  <a:moveTo>
                    <a:pt x="1776367" y="1860100"/>
                  </a:moveTo>
                  <a:lnTo>
                    <a:pt x="1765513" y="1849865"/>
                  </a:lnTo>
                  <a:lnTo>
                    <a:pt x="1785946" y="1811429"/>
                  </a:lnTo>
                  <a:close/>
                  <a:moveTo>
                    <a:pt x="1974971" y="1830128"/>
                  </a:moveTo>
                  <a:lnTo>
                    <a:pt x="1950513" y="1811429"/>
                  </a:lnTo>
                  <a:lnTo>
                    <a:pt x="1959936" y="1819585"/>
                  </a:lnTo>
                  <a:close/>
                  <a:moveTo>
                    <a:pt x="1785946" y="1811429"/>
                  </a:moveTo>
                  <a:lnTo>
                    <a:pt x="1767450" y="1826763"/>
                  </a:lnTo>
                  <a:lnTo>
                    <a:pt x="1693944" y="1753963"/>
                  </a:lnTo>
                  <a:close/>
                  <a:moveTo>
                    <a:pt x="1765513" y="1849865"/>
                  </a:moveTo>
                  <a:lnTo>
                    <a:pt x="1767450" y="1826763"/>
                  </a:lnTo>
                  <a:lnTo>
                    <a:pt x="1785946" y="1811429"/>
                  </a:lnTo>
                  <a:close/>
                  <a:moveTo>
                    <a:pt x="1300640" y="1153707"/>
                  </a:moveTo>
                  <a:lnTo>
                    <a:pt x="1232725" y="1185913"/>
                  </a:lnTo>
                  <a:lnTo>
                    <a:pt x="1267016" y="1274359"/>
                  </a:lnTo>
                  <a:close/>
                  <a:moveTo>
                    <a:pt x="1375908" y="1262281"/>
                  </a:moveTo>
                  <a:lnTo>
                    <a:pt x="1329259" y="1303071"/>
                  </a:lnTo>
                  <a:lnTo>
                    <a:pt x="1456129" y="1283554"/>
                  </a:lnTo>
                  <a:close/>
                  <a:moveTo>
                    <a:pt x="1220502" y="1175101"/>
                  </a:moveTo>
                  <a:lnTo>
                    <a:pt x="1232725" y="1185913"/>
                  </a:lnTo>
                  <a:lnTo>
                    <a:pt x="1329616" y="1089201"/>
                  </a:lnTo>
                  <a:close/>
                  <a:moveTo>
                    <a:pt x="1157346" y="1002429"/>
                  </a:moveTo>
                  <a:lnTo>
                    <a:pt x="1127423" y="1105754"/>
                  </a:lnTo>
                  <a:lnTo>
                    <a:pt x="1241081" y="1036840"/>
                  </a:lnTo>
                  <a:close/>
                  <a:moveTo>
                    <a:pt x="1241081" y="1036840"/>
                  </a:moveTo>
                  <a:lnTo>
                    <a:pt x="1196982" y="1087163"/>
                  </a:lnTo>
                  <a:lnTo>
                    <a:pt x="1320326" y="1054468"/>
                  </a:lnTo>
                  <a:close/>
                  <a:moveTo>
                    <a:pt x="1764975" y="1646998"/>
                  </a:moveTo>
                  <a:lnTo>
                    <a:pt x="1710105" y="1564783"/>
                  </a:lnTo>
                  <a:lnTo>
                    <a:pt x="1726053" y="1588267"/>
                  </a:lnTo>
                  <a:close/>
                  <a:moveTo>
                    <a:pt x="2102994" y="2030130"/>
                  </a:moveTo>
                  <a:lnTo>
                    <a:pt x="2115346" y="1954016"/>
                  </a:lnTo>
                  <a:lnTo>
                    <a:pt x="2019019" y="1994817"/>
                  </a:lnTo>
                  <a:close/>
                  <a:moveTo>
                    <a:pt x="2019019" y="1994817"/>
                  </a:moveTo>
                  <a:lnTo>
                    <a:pt x="2115346" y="1954016"/>
                  </a:lnTo>
                  <a:lnTo>
                    <a:pt x="2032370" y="1960882"/>
                  </a:lnTo>
                  <a:close/>
                  <a:moveTo>
                    <a:pt x="2032370" y="1960882"/>
                  </a:moveTo>
                  <a:lnTo>
                    <a:pt x="2046287" y="1893644"/>
                  </a:lnTo>
                  <a:lnTo>
                    <a:pt x="2001431" y="1929061"/>
                  </a:lnTo>
                  <a:close/>
                  <a:moveTo>
                    <a:pt x="1954466" y="1863532"/>
                  </a:moveTo>
                  <a:lnTo>
                    <a:pt x="1983215" y="1893644"/>
                  </a:lnTo>
                  <a:lnTo>
                    <a:pt x="1897632" y="1819627"/>
                  </a:lnTo>
                  <a:close/>
                  <a:moveTo>
                    <a:pt x="1950513" y="1811429"/>
                  </a:moveTo>
                  <a:lnTo>
                    <a:pt x="1974971" y="1830128"/>
                  </a:lnTo>
                  <a:lnTo>
                    <a:pt x="1972661" y="1809240"/>
                  </a:lnTo>
                  <a:close/>
                  <a:moveTo>
                    <a:pt x="1785078" y="1677464"/>
                  </a:moveTo>
                  <a:lnTo>
                    <a:pt x="1912480" y="1697482"/>
                  </a:lnTo>
                  <a:lnTo>
                    <a:pt x="1916118" y="1673542"/>
                  </a:lnTo>
                  <a:close/>
                  <a:moveTo>
                    <a:pt x="1370576" y="1134435"/>
                  </a:moveTo>
                  <a:lnTo>
                    <a:pt x="1403479" y="1086706"/>
                  </a:lnTo>
                  <a:lnTo>
                    <a:pt x="1329616" y="1089201"/>
                  </a:lnTo>
                  <a:close/>
                  <a:moveTo>
                    <a:pt x="1192327" y="786410"/>
                  </a:moveTo>
                  <a:lnTo>
                    <a:pt x="1195960" y="868626"/>
                  </a:lnTo>
                  <a:lnTo>
                    <a:pt x="1159151" y="824848"/>
                  </a:lnTo>
                  <a:close/>
                  <a:moveTo>
                    <a:pt x="667852" y="128690"/>
                  </a:moveTo>
                  <a:lnTo>
                    <a:pt x="651454" y="225613"/>
                  </a:lnTo>
                  <a:lnTo>
                    <a:pt x="678601" y="132339"/>
                  </a:lnTo>
                  <a:close/>
                  <a:moveTo>
                    <a:pt x="720941" y="128690"/>
                  </a:moveTo>
                  <a:lnTo>
                    <a:pt x="678601" y="132339"/>
                  </a:lnTo>
                  <a:lnTo>
                    <a:pt x="651454" y="225613"/>
                  </a:lnTo>
                  <a:close/>
                  <a:moveTo>
                    <a:pt x="597668" y="87971"/>
                  </a:moveTo>
                  <a:lnTo>
                    <a:pt x="667852" y="128690"/>
                  </a:lnTo>
                  <a:lnTo>
                    <a:pt x="548300" y="77587"/>
                  </a:lnTo>
                  <a:close/>
                  <a:moveTo>
                    <a:pt x="1439857" y="1007514"/>
                  </a:moveTo>
                  <a:lnTo>
                    <a:pt x="1485731" y="963826"/>
                  </a:lnTo>
                  <a:lnTo>
                    <a:pt x="1351489" y="955777"/>
                  </a:lnTo>
                  <a:close/>
                  <a:moveTo>
                    <a:pt x="1261476" y="682688"/>
                  </a:moveTo>
                  <a:lnTo>
                    <a:pt x="1339977" y="758942"/>
                  </a:lnTo>
                  <a:lnTo>
                    <a:pt x="1351312" y="739915"/>
                  </a:lnTo>
                  <a:close/>
                  <a:moveTo>
                    <a:pt x="1339977" y="758942"/>
                  </a:moveTo>
                  <a:lnTo>
                    <a:pt x="1380434" y="747974"/>
                  </a:lnTo>
                  <a:lnTo>
                    <a:pt x="1351312" y="739915"/>
                  </a:lnTo>
                  <a:close/>
                  <a:moveTo>
                    <a:pt x="910593" y="365194"/>
                  </a:moveTo>
                  <a:lnTo>
                    <a:pt x="906379" y="406214"/>
                  </a:lnTo>
                  <a:lnTo>
                    <a:pt x="914381" y="375335"/>
                  </a:lnTo>
                  <a:close/>
                  <a:moveTo>
                    <a:pt x="910593" y="365194"/>
                  </a:moveTo>
                  <a:lnTo>
                    <a:pt x="914381" y="375335"/>
                  </a:lnTo>
                  <a:lnTo>
                    <a:pt x="884781" y="325464"/>
                  </a:lnTo>
                  <a:close/>
                  <a:moveTo>
                    <a:pt x="1553369" y="906827"/>
                  </a:moveTo>
                  <a:lnTo>
                    <a:pt x="1529734" y="825949"/>
                  </a:lnTo>
                  <a:lnTo>
                    <a:pt x="1504806" y="885715"/>
                  </a:lnTo>
                  <a:close/>
                  <a:moveTo>
                    <a:pt x="1484613" y="744446"/>
                  </a:moveTo>
                  <a:lnTo>
                    <a:pt x="1479421" y="830189"/>
                  </a:lnTo>
                  <a:lnTo>
                    <a:pt x="1513526" y="739034"/>
                  </a:lnTo>
                  <a:close/>
                  <a:moveTo>
                    <a:pt x="1513526" y="739034"/>
                  </a:moveTo>
                  <a:lnTo>
                    <a:pt x="1479421" y="830189"/>
                  </a:lnTo>
                  <a:lnTo>
                    <a:pt x="1529734" y="825949"/>
                  </a:lnTo>
                  <a:close/>
                  <a:moveTo>
                    <a:pt x="1535973" y="620693"/>
                  </a:moveTo>
                  <a:lnTo>
                    <a:pt x="1522737" y="608326"/>
                  </a:lnTo>
                  <a:lnTo>
                    <a:pt x="1475743" y="609067"/>
                  </a:lnTo>
                  <a:close/>
                  <a:moveTo>
                    <a:pt x="1535973" y="620693"/>
                  </a:moveTo>
                  <a:lnTo>
                    <a:pt x="1533542" y="648723"/>
                  </a:lnTo>
                  <a:lnTo>
                    <a:pt x="1549332" y="627323"/>
                  </a:lnTo>
                  <a:close/>
                  <a:moveTo>
                    <a:pt x="1535973" y="620693"/>
                  </a:moveTo>
                  <a:lnTo>
                    <a:pt x="1549332" y="627323"/>
                  </a:lnTo>
                  <a:lnTo>
                    <a:pt x="1522737" y="608326"/>
                  </a:lnTo>
                  <a:close/>
                </a:path>
              </a:pathLst>
            </a:custGeom>
            <a:solidFill>
              <a:srgbClr val="DCE1E6"/>
            </a:solidFill>
            <a:ln w="1524">
              <a:solidFill>
                <a:srgbClr val="DCE1E6"/>
              </a:solidFill>
            </a:ln>
          </p:spPr>
        </p:sp>
        <p:sp>
          <p:nvSpPr>
            <p:cNvPr id="2058" name="Candidate_density__2057">
              <a:extLst>
                <a:ext uri="{FF2B5EF4-FFF2-40B4-BE49-F238E27FC236}">
                  <a16:creationId xmlns:a16="http://schemas.microsoft.com/office/drawing/2014/main" id="{EDFC9FA1-1064-B4C6-A6F2-093B80F5DB5B}"/>
                </a:ext>
              </a:extLst>
            </p:cNvPr>
            <p:cNvSpPr>
              <a:spLocks noGrp="1"/>
            </p:cNvSpPr>
            <p:nvPr/>
          </p:nvSpPr>
          <p:spPr>
            <a:xfrm>
              <a:off x="4409502" y="2316537"/>
              <a:ext cx="2189467" cy="2786361"/>
            </a:xfrm>
            <a:custGeom>
              <a:avLst/>
              <a:gdLst/>
              <a:ahLst/>
              <a:cxnLst/>
              <a:rect l="0" t="0" r="0" b="0"/>
              <a:pathLst>
                <a:path w="2189467" h="2786361">
                  <a:moveTo>
                    <a:pt x="8940" y="2481179"/>
                  </a:moveTo>
                  <a:lnTo>
                    <a:pt x="9882" y="2477599"/>
                  </a:lnTo>
                  <a:lnTo>
                    <a:pt x="0" y="2518347"/>
                  </a:lnTo>
                  <a:close/>
                  <a:moveTo>
                    <a:pt x="0" y="2518347"/>
                  </a:moveTo>
                  <a:lnTo>
                    <a:pt x="9882" y="2477599"/>
                  </a:lnTo>
                  <a:lnTo>
                    <a:pt x="59232" y="2397696"/>
                  </a:lnTo>
                  <a:close/>
                  <a:moveTo>
                    <a:pt x="9582" y="2479911"/>
                  </a:moveTo>
                  <a:lnTo>
                    <a:pt x="8940" y="2481179"/>
                  </a:lnTo>
                  <a:lnTo>
                    <a:pt x="12688" y="2488093"/>
                  </a:lnTo>
                  <a:close/>
                  <a:moveTo>
                    <a:pt x="9882" y="2477599"/>
                  </a:moveTo>
                  <a:lnTo>
                    <a:pt x="8940" y="2481179"/>
                  </a:lnTo>
                  <a:lnTo>
                    <a:pt x="9582" y="2479911"/>
                  </a:lnTo>
                  <a:close/>
                  <a:moveTo>
                    <a:pt x="9582" y="2479911"/>
                  </a:moveTo>
                  <a:lnTo>
                    <a:pt x="12688" y="2488093"/>
                  </a:lnTo>
                  <a:lnTo>
                    <a:pt x="37802" y="2457715"/>
                  </a:lnTo>
                  <a:close/>
                  <a:moveTo>
                    <a:pt x="9882" y="2477599"/>
                  </a:moveTo>
                  <a:lnTo>
                    <a:pt x="9582" y="2479911"/>
                  </a:lnTo>
                  <a:lnTo>
                    <a:pt x="37802" y="2457715"/>
                  </a:lnTo>
                  <a:close/>
                  <a:moveTo>
                    <a:pt x="190177" y="2379176"/>
                  </a:moveTo>
                  <a:lnTo>
                    <a:pt x="117860" y="2387452"/>
                  </a:lnTo>
                  <a:lnTo>
                    <a:pt x="236638" y="2337683"/>
                  </a:lnTo>
                  <a:close/>
                  <a:moveTo>
                    <a:pt x="273335" y="2200171"/>
                  </a:moveTo>
                  <a:lnTo>
                    <a:pt x="300208" y="2225974"/>
                  </a:lnTo>
                  <a:lnTo>
                    <a:pt x="261450" y="2215249"/>
                  </a:lnTo>
                  <a:close/>
                  <a:moveTo>
                    <a:pt x="323873" y="2169983"/>
                  </a:moveTo>
                  <a:lnTo>
                    <a:pt x="300208" y="2225974"/>
                  </a:lnTo>
                  <a:lnTo>
                    <a:pt x="273335" y="2200171"/>
                  </a:lnTo>
                  <a:close/>
                  <a:moveTo>
                    <a:pt x="432040" y="2080540"/>
                  </a:moveTo>
                  <a:lnTo>
                    <a:pt x="360317" y="2177107"/>
                  </a:lnTo>
                  <a:lnTo>
                    <a:pt x="396367" y="2161735"/>
                  </a:lnTo>
                  <a:close/>
                  <a:moveTo>
                    <a:pt x="323873" y="2169983"/>
                  </a:moveTo>
                  <a:lnTo>
                    <a:pt x="360317" y="2177107"/>
                  </a:lnTo>
                  <a:lnTo>
                    <a:pt x="432040" y="2080540"/>
                  </a:lnTo>
                  <a:close/>
                  <a:moveTo>
                    <a:pt x="435689" y="2079520"/>
                  </a:moveTo>
                  <a:lnTo>
                    <a:pt x="463168" y="1981719"/>
                  </a:lnTo>
                  <a:lnTo>
                    <a:pt x="468271" y="1958868"/>
                  </a:lnTo>
                  <a:close/>
                  <a:moveTo>
                    <a:pt x="863465" y="1970925"/>
                  </a:moveTo>
                  <a:lnTo>
                    <a:pt x="885739" y="2046425"/>
                  </a:lnTo>
                  <a:lnTo>
                    <a:pt x="863360" y="1964210"/>
                  </a:lnTo>
                  <a:close/>
                  <a:moveTo>
                    <a:pt x="586006" y="1914626"/>
                  </a:moveTo>
                  <a:lnTo>
                    <a:pt x="678445" y="1799974"/>
                  </a:lnTo>
                  <a:lnTo>
                    <a:pt x="586976" y="1813744"/>
                  </a:lnTo>
                  <a:close/>
                  <a:moveTo>
                    <a:pt x="678445" y="1799974"/>
                  </a:moveTo>
                  <a:lnTo>
                    <a:pt x="766333" y="1848827"/>
                  </a:lnTo>
                  <a:lnTo>
                    <a:pt x="679244" y="1799780"/>
                  </a:lnTo>
                  <a:close/>
                  <a:moveTo>
                    <a:pt x="586976" y="1813744"/>
                  </a:moveTo>
                  <a:lnTo>
                    <a:pt x="678445" y="1799974"/>
                  </a:lnTo>
                  <a:lnTo>
                    <a:pt x="656237" y="1717937"/>
                  </a:lnTo>
                  <a:close/>
                  <a:moveTo>
                    <a:pt x="679244" y="1799780"/>
                  </a:moveTo>
                  <a:lnTo>
                    <a:pt x="733957" y="1727777"/>
                  </a:lnTo>
                  <a:lnTo>
                    <a:pt x="678445" y="1799974"/>
                  </a:lnTo>
                  <a:close/>
                  <a:moveTo>
                    <a:pt x="678445" y="1799974"/>
                  </a:moveTo>
                  <a:lnTo>
                    <a:pt x="733957" y="1727777"/>
                  </a:lnTo>
                  <a:lnTo>
                    <a:pt x="722061" y="1725016"/>
                  </a:lnTo>
                  <a:close/>
                  <a:moveTo>
                    <a:pt x="678445" y="1799974"/>
                  </a:moveTo>
                  <a:lnTo>
                    <a:pt x="722061" y="1725016"/>
                  </a:lnTo>
                  <a:lnTo>
                    <a:pt x="656237" y="1717937"/>
                  </a:lnTo>
                  <a:close/>
                  <a:moveTo>
                    <a:pt x="595378" y="1703513"/>
                  </a:moveTo>
                  <a:lnTo>
                    <a:pt x="559253" y="1736191"/>
                  </a:lnTo>
                  <a:lnTo>
                    <a:pt x="656237" y="1717937"/>
                  </a:lnTo>
                  <a:close/>
                  <a:moveTo>
                    <a:pt x="423205" y="1553135"/>
                  </a:moveTo>
                  <a:lnTo>
                    <a:pt x="408824" y="1470920"/>
                  </a:lnTo>
                  <a:lnTo>
                    <a:pt x="421067" y="1487666"/>
                  </a:lnTo>
                  <a:close/>
                  <a:moveTo>
                    <a:pt x="421067" y="1487666"/>
                  </a:moveTo>
                  <a:lnTo>
                    <a:pt x="408824" y="1470920"/>
                  </a:lnTo>
                  <a:lnTo>
                    <a:pt x="432090" y="1435118"/>
                  </a:lnTo>
                  <a:close/>
                  <a:moveTo>
                    <a:pt x="1527384" y="2743664"/>
                  </a:moveTo>
                  <a:lnTo>
                    <a:pt x="1503781" y="2786361"/>
                  </a:lnTo>
                  <a:lnTo>
                    <a:pt x="1574860" y="2757049"/>
                  </a:lnTo>
                  <a:close/>
                  <a:moveTo>
                    <a:pt x="896335" y="2044295"/>
                  </a:moveTo>
                  <a:lnTo>
                    <a:pt x="895082" y="2051536"/>
                  </a:lnTo>
                  <a:lnTo>
                    <a:pt x="994855" y="2007989"/>
                  </a:lnTo>
                  <a:close/>
                  <a:moveTo>
                    <a:pt x="885739" y="2046425"/>
                  </a:moveTo>
                  <a:lnTo>
                    <a:pt x="895082" y="2051536"/>
                  </a:lnTo>
                  <a:lnTo>
                    <a:pt x="896335" y="2044295"/>
                  </a:lnTo>
                  <a:close/>
                  <a:moveTo>
                    <a:pt x="863360" y="1964210"/>
                  </a:moveTo>
                  <a:lnTo>
                    <a:pt x="885739" y="2046425"/>
                  </a:lnTo>
                  <a:lnTo>
                    <a:pt x="896335" y="2044295"/>
                  </a:lnTo>
                  <a:close/>
                  <a:moveTo>
                    <a:pt x="994855" y="2007989"/>
                  </a:moveTo>
                  <a:lnTo>
                    <a:pt x="975320" y="1925773"/>
                  </a:lnTo>
                  <a:lnTo>
                    <a:pt x="896335" y="2044295"/>
                  </a:lnTo>
                  <a:close/>
                  <a:moveTo>
                    <a:pt x="975320" y="1925773"/>
                  </a:moveTo>
                  <a:lnTo>
                    <a:pt x="883722" y="1954457"/>
                  </a:lnTo>
                  <a:lnTo>
                    <a:pt x="896335" y="2044295"/>
                  </a:lnTo>
                  <a:close/>
                  <a:moveTo>
                    <a:pt x="824668" y="1761344"/>
                  </a:moveTo>
                  <a:lnTo>
                    <a:pt x="766333" y="1848827"/>
                  </a:lnTo>
                  <a:lnTo>
                    <a:pt x="797164" y="1881995"/>
                  </a:lnTo>
                  <a:close/>
                  <a:moveTo>
                    <a:pt x="824668" y="1761344"/>
                  </a:moveTo>
                  <a:lnTo>
                    <a:pt x="797164" y="1881995"/>
                  </a:lnTo>
                  <a:lnTo>
                    <a:pt x="852163" y="1843558"/>
                  </a:lnTo>
                  <a:close/>
                  <a:moveTo>
                    <a:pt x="679244" y="1799780"/>
                  </a:moveTo>
                  <a:lnTo>
                    <a:pt x="766333" y="1848827"/>
                  </a:lnTo>
                  <a:lnTo>
                    <a:pt x="784696" y="1774186"/>
                  </a:lnTo>
                  <a:close/>
                  <a:moveTo>
                    <a:pt x="733957" y="1727777"/>
                  </a:moveTo>
                  <a:lnTo>
                    <a:pt x="679244" y="1799780"/>
                  </a:lnTo>
                  <a:lnTo>
                    <a:pt x="784696" y="1774186"/>
                  </a:lnTo>
                  <a:close/>
                  <a:moveTo>
                    <a:pt x="733957" y="1727777"/>
                  </a:moveTo>
                  <a:lnTo>
                    <a:pt x="784696" y="1774186"/>
                  </a:lnTo>
                  <a:lnTo>
                    <a:pt x="859365" y="1702797"/>
                  </a:lnTo>
                  <a:close/>
                  <a:moveTo>
                    <a:pt x="537937" y="1353152"/>
                  </a:moveTo>
                  <a:lnTo>
                    <a:pt x="545169" y="1364043"/>
                  </a:lnTo>
                  <a:lnTo>
                    <a:pt x="626221" y="1388426"/>
                  </a:lnTo>
                  <a:close/>
                  <a:moveTo>
                    <a:pt x="1576223" y="2583494"/>
                  </a:moveTo>
                  <a:lnTo>
                    <a:pt x="1630567" y="2665710"/>
                  </a:lnTo>
                  <a:lnTo>
                    <a:pt x="1635117" y="2545058"/>
                  </a:lnTo>
                  <a:close/>
                  <a:moveTo>
                    <a:pt x="1536482" y="2501279"/>
                  </a:moveTo>
                  <a:lnTo>
                    <a:pt x="1576223" y="2583494"/>
                  </a:lnTo>
                  <a:lnTo>
                    <a:pt x="1635117" y="2545058"/>
                  </a:lnTo>
                  <a:close/>
                  <a:moveTo>
                    <a:pt x="1536482" y="2501279"/>
                  </a:moveTo>
                  <a:lnTo>
                    <a:pt x="1635117" y="2545058"/>
                  </a:lnTo>
                  <a:lnTo>
                    <a:pt x="1585786" y="2462843"/>
                  </a:lnTo>
                  <a:close/>
                  <a:moveTo>
                    <a:pt x="1585786" y="2462843"/>
                  </a:moveTo>
                  <a:lnTo>
                    <a:pt x="1498336" y="2419064"/>
                  </a:lnTo>
                  <a:lnTo>
                    <a:pt x="1536482" y="2501279"/>
                  </a:lnTo>
                  <a:close/>
                  <a:moveTo>
                    <a:pt x="975320" y="1925773"/>
                  </a:moveTo>
                  <a:lnTo>
                    <a:pt x="1027662" y="1998120"/>
                  </a:lnTo>
                  <a:lnTo>
                    <a:pt x="999820" y="1920663"/>
                  </a:lnTo>
                  <a:close/>
                  <a:moveTo>
                    <a:pt x="975320" y="1925773"/>
                  </a:moveTo>
                  <a:lnTo>
                    <a:pt x="994855" y="2007989"/>
                  </a:lnTo>
                  <a:lnTo>
                    <a:pt x="1027662" y="1998120"/>
                  </a:lnTo>
                  <a:close/>
                  <a:moveTo>
                    <a:pt x="999820" y="1920663"/>
                  </a:moveTo>
                  <a:lnTo>
                    <a:pt x="1027662" y="1998120"/>
                  </a:lnTo>
                  <a:lnTo>
                    <a:pt x="1081780" y="1914623"/>
                  </a:lnTo>
                  <a:close/>
                  <a:moveTo>
                    <a:pt x="999820" y="1920663"/>
                  </a:moveTo>
                  <a:lnTo>
                    <a:pt x="913107" y="1903729"/>
                  </a:lnTo>
                  <a:lnTo>
                    <a:pt x="975320" y="1925773"/>
                  </a:lnTo>
                  <a:close/>
                  <a:moveTo>
                    <a:pt x="929884" y="1816836"/>
                  </a:moveTo>
                  <a:lnTo>
                    <a:pt x="913107" y="1903729"/>
                  </a:lnTo>
                  <a:lnTo>
                    <a:pt x="999820" y="1920663"/>
                  </a:lnTo>
                  <a:close/>
                  <a:moveTo>
                    <a:pt x="824668" y="1761344"/>
                  </a:moveTo>
                  <a:lnTo>
                    <a:pt x="852163" y="1843558"/>
                  </a:lnTo>
                  <a:lnTo>
                    <a:pt x="929884" y="1816836"/>
                  </a:lnTo>
                  <a:close/>
                  <a:moveTo>
                    <a:pt x="929884" y="1816836"/>
                  </a:moveTo>
                  <a:lnTo>
                    <a:pt x="991499" y="1827336"/>
                  </a:lnTo>
                  <a:lnTo>
                    <a:pt x="996473" y="1723200"/>
                  </a:lnTo>
                  <a:close/>
                  <a:moveTo>
                    <a:pt x="626221" y="1388426"/>
                  </a:moveTo>
                  <a:lnTo>
                    <a:pt x="545169" y="1364043"/>
                  </a:lnTo>
                  <a:lnTo>
                    <a:pt x="675734" y="1358344"/>
                  </a:lnTo>
                  <a:close/>
                  <a:moveTo>
                    <a:pt x="626221" y="1388426"/>
                  </a:moveTo>
                  <a:lnTo>
                    <a:pt x="675734" y="1358344"/>
                  </a:lnTo>
                  <a:lnTo>
                    <a:pt x="662585" y="1350268"/>
                  </a:lnTo>
                  <a:close/>
                  <a:moveTo>
                    <a:pt x="675734" y="1358344"/>
                  </a:moveTo>
                  <a:lnTo>
                    <a:pt x="732048" y="1311831"/>
                  </a:lnTo>
                  <a:lnTo>
                    <a:pt x="662585" y="1350268"/>
                  </a:lnTo>
                  <a:close/>
                  <a:moveTo>
                    <a:pt x="1635117" y="2545058"/>
                  </a:moveTo>
                  <a:lnTo>
                    <a:pt x="1676801" y="2593247"/>
                  </a:lnTo>
                  <a:lnTo>
                    <a:pt x="1683330" y="2529271"/>
                  </a:lnTo>
                  <a:close/>
                  <a:moveTo>
                    <a:pt x="1585786" y="2462843"/>
                  </a:moveTo>
                  <a:lnTo>
                    <a:pt x="1683330" y="2529271"/>
                  </a:lnTo>
                  <a:lnTo>
                    <a:pt x="1672064" y="2438338"/>
                  </a:lnTo>
                  <a:close/>
                  <a:moveTo>
                    <a:pt x="1585786" y="2462843"/>
                  </a:moveTo>
                  <a:lnTo>
                    <a:pt x="1635117" y="2545058"/>
                  </a:lnTo>
                  <a:lnTo>
                    <a:pt x="1683330" y="2529271"/>
                  </a:lnTo>
                  <a:close/>
                  <a:moveTo>
                    <a:pt x="1768022" y="2521011"/>
                  </a:moveTo>
                  <a:lnTo>
                    <a:pt x="1683330" y="2529271"/>
                  </a:lnTo>
                  <a:lnTo>
                    <a:pt x="1676801" y="2593247"/>
                  </a:lnTo>
                  <a:close/>
                  <a:moveTo>
                    <a:pt x="1683330" y="2529271"/>
                  </a:moveTo>
                  <a:lnTo>
                    <a:pt x="1768022" y="2521011"/>
                  </a:lnTo>
                  <a:lnTo>
                    <a:pt x="1754597" y="2431833"/>
                  </a:lnTo>
                  <a:close/>
                  <a:moveTo>
                    <a:pt x="1683330" y="2529271"/>
                  </a:moveTo>
                  <a:lnTo>
                    <a:pt x="1754597" y="2431833"/>
                  </a:lnTo>
                  <a:lnTo>
                    <a:pt x="1672064" y="2438338"/>
                  </a:lnTo>
                  <a:close/>
                  <a:moveTo>
                    <a:pt x="1585786" y="2462843"/>
                  </a:moveTo>
                  <a:lnTo>
                    <a:pt x="1672064" y="2438338"/>
                  </a:lnTo>
                  <a:lnTo>
                    <a:pt x="1561581" y="2441114"/>
                  </a:lnTo>
                  <a:close/>
                  <a:moveTo>
                    <a:pt x="1081122" y="1684471"/>
                  </a:moveTo>
                  <a:lnTo>
                    <a:pt x="1086518" y="1779566"/>
                  </a:lnTo>
                  <a:lnTo>
                    <a:pt x="1130059" y="1727158"/>
                  </a:lnTo>
                  <a:close/>
                  <a:moveTo>
                    <a:pt x="1081122" y="1684471"/>
                  </a:moveTo>
                  <a:lnTo>
                    <a:pt x="997054" y="1722907"/>
                  </a:lnTo>
                  <a:lnTo>
                    <a:pt x="1086518" y="1779566"/>
                  </a:lnTo>
                  <a:close/>
                  <a:moveTo>
                    <a:pt x="1102945" y="1625783"/>
                  </a:moveTo>
                  <a:lnTo>
                    <a:pt x="1058652" y="1675380"/>
                  </a:lnTo>
                  <a:lnTo>
                    <a:pt x="997054" y="1722907"/>
                  </a:lnTo>
                  <a:close/>
                  <a:moveTo>
                    <a:pt x="751139" y="1301007"/>
                  </a:moveTo>
                  <a:lnTo>
                    <a:pt x="732048" y="1311831"/>
                  </a:lnTo>
                  <a:lnTo>
                    <a:pt x="786939" y="1280260"/>
                  </a:lnTo>
                  <a:close/>
                  <a:moveTo>
                    <a:pt x="786939" y="1280260"/>
                  </a:moveTo>
                  <a:lnTo>
                    <a:pt x="675734" y="1358344"/>
                  </a:lnTo>
                  <a:lnTo>
                    <a:pt x="720197" y="1309384"/>
                  </a:lnTo>
                  <a:close/>
                  <a:moveTo>
                    <a:pt x="751139" y="1301007"/>
                  </a:moveTo>
                  <a:lnTo>
                    <a:pt x="786939" y="1280260"/>
                  </a:lnTo>
                  <a:lnTo>
                    <a:pt x="845718" y="1273395"/>
                  </a:lnTo>
                  <a:close/>
                  <a:moveTo>
                    <a:pt x="465976" y="1050787"/>
                  </a:moveTo>
                  <a:lnTo>
                    <a:pt x="569758" y="1027005"/>
                  </a:lnTo>
                  <a:lnTo>
                    <a:pt x="518000" y="1047263"/>
                  </a:lnTo>
                  <a:close/>
                  <a:moveTo>
                    <a:pt x="569758" y="1027005"/>
                  </a:moveTo>
                  <a:lnTo>
                    <a:pt x="465976" y="1050787"/>
                  </a:lnTo>
                  <a:lnTo>
                    <a:pt x="570099" y="1026845"/>
                  </a:lnTo>
                  <a:close/>
                  <a:moveTo>
                    <a:pt x="640996" y="1013262"/>
                  </a:moveTo>
                  <a:lnTo>
                    <a:pt x="569758" y="1027005"/>
                  </a:lnTo>
                  <a:lnTo>
                    <a:pt x="570570" y="1026749"/>
                  </a:lnTo>
                  <a:close/>
                  <a:moveTo>
                    <a:pt x="518000" y="1047263"/>
                  </a:moveTo>
                  <a:lnTo>
                    <a:pt x="569758" y="1027005"/>
                  </a:lnTo>
                  <a:lnTo>
                    <a:pt x="640996" y="1013262"/>
                  </a:lnTo>
                  <a:close/>
                  <a:moveTo>
                    <a:pt x="569758" y="1027005"/>
                  </a:moveTo>
                  <a:lnTo>
                    <a:pt x="570099" y="1026845"/>
                  </a:lnTo>
                  <a:lnTo>
                    <a:pt x="570570" y="1026749"/>
                  </a:lnTo>
                  <a:close/>
                  <a:moveTo>
                    <a:pt x="1830957" y="2506621"/>
                  </a:moveTo>
                  <a:lnTo>
                    <a:pt x="1853912" y="2588836"/>
                  </a:lnTo>
                  <a:lnTo>
                    <a:pt x="1861300" y="2550400"/>
                  </a:lnTo>
                  <a:close/>
                  <a:moveTo>
                    <a:pt x="1081122" y="1684471"/>
                  </a:moveTo>
                  <a:lnTo>
                    <a:pt x="1139346" y="1567547"/>
                  </a:lnTo>
                  <a:lnTo>
                    <a:pt x="1102945" y="1625783"/>
                  </a:lnTo>
                  <a:close/>
                  <a:moveTo>
                    <a:pt x="1865975" y="2100888"/>
                  </a:moveTo>
                  <a:lnTo>
                    <a:pt x="1830514" y="2180235"/>
                  </a:lnTo>
                  <a:lnTo>
                    <a:pt x="1867280" y="2102494"/>
                  </a:lnTo>
                  <a:close/>
                  <a:moveTo>
                    <a:pt x="2172582" y="2391312"/>
                  </a:moveTo>
                  <a:lnTo>
                    <a:pt x="2157971" y="2353367"/>
                  </a:lnTo>
                  <a:lnTo>
                    <a:pt x="2133501" y="2429749"/>
                  </a:lnTo>
                  <a:close/>
                  <a:moveTo>
                    <a:pt x="1865975" y="2100888"/>
                  </a:moveTo>
                  <a:lnTo>
                    <a:pt x="1867280" y="2102494"/>
                  </a:lnTo>
                  <a:lnTo>
                    <a:pt x="1867532" y="2100334"/>
                  </a:lnTo>
                  <a:close/>
                  <a:moveTo>
                    <a:pt x="1799415" y="2018673"/>
                  </a:moveTo>
                  <a:lnTo>
                    <a:pt x="1865975" y="2100888"/>
                  </a:lnTo>
                  <a:lnTo>
                    <a:pt x="1867532" y="2100334"/>
                  </a:lnTo>
                  <a:close/>
                  <a:moveTo>
                    <a:pt x="1952969" y="2091468"/>
                  </a:moveTo>
                  <a:lnTo>
                    <a:pt x="1867280" y="2102494"/>
                  </a:lnTo>
                  <a:lnTo>
                    <a:pt x="1963312" y="2182882"/>
                  </a:lnTo>
                  <a:close/>
                  <a:moveTo>
                    <a:pt x="1952969" y="2091468"/>
                  </a:moveTo>
                  <a:lnTo>
                    <a:pt x="1867532" y="2100334"/>
                  </a:lnTo>
                  <a:lnTo>
                    <a:pt x="1867280" y="2102494"/>
                  </a:lnTo>
                  <a:close/>
                  <a:moveTo>
                    <a:pt x="1771053" y="1717808"/>
                  </a:moveTo>
                  <a:lnTo>
                    <a:pt x="1737071" y="1679121"/>
                  </a:lnTo>
                  <a:lnTo>
                    <a:pt x="1693944" y="1719905"/>
                  </a:lnTo>
                  <a:close/>
                  <a:moveTo>
                    <a:pt x="1891944" y="1764302"/>
                  </a:moveTo>
                  <a:lnTo>
                    <a:pt x="1819636" y="1695155"/>
                  </a:lnTo>
                  <a:lnTo>
                    <a:pt x="1767450" y="1792704"/>
                  </a:lnTo>
                  <a:close/>
                  <a:moveTo>
                    <a:pt x="1785078" y="1643405"/>
                  </a:moveTo>
                  <a:lnTo>
                    <a:pt x="1747431" y="1636921"/>
                  </a:lnTo>
                  <a:lnTo>
                    <a:pt x="1819636" y="1695155"/>
                  </a:lnTo>
                  <a:close/>
                  <a:moveTo>
                    <a:pt x="1819636" y="1695155"/>
                  </a:moveTo>
                  <a:lnTo>
                    <a:pt x="1747431" y="1636921"/>
                  </a:lnTo>
                  <a:lnTo>
                    <a:pt x="1735683" y="1651377"/>
                  </a:lnTo>
                  <a:close/>
                  <a:moveTo>
                    <a:pt x="1737071" y="1679121"/>
                  </a:moveTo>
                  <a:lnTo>
                    <a:pt x="1771053" y="1717808"/>
                  </a:lnTo>
                  <a:lnTo>
                    <a:pt x="1819636" y="1695155"/>
                  </a:lnTo>
                  <a:close/>
                  <a:moveTo>
                    <a:pt x="1735683" y="1651377"/>
                  </a:moveTo>
                  <a:lnTo>
                    <a:pt x="1737071" y="1679121"/>
                  </a:lnTo>
                  <a:lnTo>
                    <a:pt x="1819636" y="1695155"/>
                  </a:lnTo>
                  <a:close/>
                  <a:moveTo>
                    <a:pt x="1329616" y="1055143"/>
                  </a:moveTo>
                  <a:lnTo>
                    <a:pt x="1232725" y="1151855"/>
                  </a:lnTo>
                  <a:lnTo>
                    <a:pt x="1300640" y="1119649"/>
                  </a:lnTo>
                  <a:close/>
                  <a:moveTo>
                    <a:pt x="601220" y="400875"/>
                  </a:moveTo>
                  <a:lnTo>
                    <a:pt x="693753" y="386239"/>
                  </a:lnTo>
                  <a:lnTo>
                    <a:pt x="644350" y="326310"/>
                  </a:lnTo>
                  <a:close/>
                  <a:moveTo>
                    <a:pt x="525690" y="0"/>
                  </a:moveTo>
                  <a:lnTo>
                    <a:pt x="472805" y="89289"/>
                  </a:lnTo>
                  <a:lnTo>
                    <a:pt x="514868" y="50852"/>
                  </a:lnTo>
                  <a:close/>
                  <a:moveTo>
                    <a:pt x="1241081" y="1002782"/>
                  </a:moveTo>
                  <a:lnTo>
                    <a:pt x="1346614" y="916782"/>
                  </a:lnTo>
                  <a:lnTo>
                    <a:pt x="1240515" y="945337"/>
                  </a:lnTo>
                  <a:close/>
                  <a:moveTo>
                    <a:pt x="1351489" y="921719"/>
                  </a:moveTo>
                  <a:lnTo>
                    <a:pt x="1346614" y="916782"/>
                  </a:lnTo>
                  <a:lnTo>
                    <a:pt x="1241081" y="1002782"/>
                  </a:lnTo>
                  <a:close/>
                  <a:moveTo>
                    <a:pt x="1320326" y="1020410"/>
                  </a:moveTo>
                  <a:lnTo>
                    <a:pt x="1351489" y="921719"/>
                  </a:lnTo>
                  <a:lnTo>
                    <a:pt x="1241081" y="1002782"/>
                  </a:lnTo>
                  <a:close/>
                  <a:moveTo>
                    <a:pt x="1208101" y="879473"/>
                  </a:moveTo>
                  <a:lnTo>
                    <a:pt x="1240515" y="945337"/>
                  </a:lnTo>
                  <a:lnTo>
                    <a:pt x="1212451" y="873004"/>
                  </a:lnTo>
                  <a:close/>
                  <a:moveTo>
                    <a:pt x="1212451" y="873004"/>
                  </a:moveTo>
                  <a:lnTo>
                    <a:pt x="1240515" y="945337"/>
                  </a:lnTo>
                  <a:lnTo>
                    <a:pt x="1346614" y="916782"/>
                  </a:lnTo>
                  <a:close/>
                  <a:moveTo>
                    <a:pt x="1212451" y="873004"/>
                  </a:moveTo>
                  <a:lnTo>
                    <a:pt x="1346614" y="916782"/>
                  </a:lnTo>
                  <a:lnTo>
                    <a:pt x="1300600" y="834567"/>
                  </a:lnTo>
                  <a:close/>
                  <a:moveTo>
                    <a:pt x="1195146" y="790789"/>
                  </a:moveTo>
                  <a:lnTo>
                    <a:pt x="1212451" y="873004"/>
                  </a:lnTo>
                  <a:lnTo>
                    <a:pt x="1300600" y="834567"/>
                  </a:lnTo>
                  <a:close/>
                  <a:moveTo>
                    <a:pt x="1183753" y="708574"/>
                  </a:moveTo>
                  <a:lnTo>
                    <a:pt x="1270513" y="752352"/>
                  </a:lnTo>
                  <a:lnTo>
                    <a:pt x="1237185" y="670137"/>
                  </a:lnTo>
                  <a:close/>
                  <a:moveTo>
                    <a:pt x="812726" y="350108"/>
                  </a:moveTo>
                  <a:lnTo>
                    <a:pt x="906379" y="372155"/>
                  </a:lnTo>
                  <a:lnTo>
                    <a:pt x="866608" y="341277"/>
                  </a:lnTo>
                  <a:close/>
                  <a:moveTo>
                    <a:pt x="866608" y="341277"/>
                  </a:moveTo>
                  <a:lnTo>
                    <a:pt x="884781" y="291405"/>
                  </a:lnTo>
                  <a:lnTo>
                    <a:pt x="812726" y="350108"/>
                  </a:lnTo>
                  <a:close/>
                  <a:moveTo>
                    <a:pt x="812726" y="350108"/>
                  </a:moveTo>
                  <a:lnTo>
                    <a:pt x="884781" y="291405"/>
                  </a:lnTo>
                  <a:lnTo>
                    <a:pt x="870163" y="263913"/>
                  </a:lnTo>
                  <a:close/>
                  <a:moveTo>
                    <a:pt x="780636" y="276104"/>
                  </a:moveTo>
                  <a:lnTo>
                    <a:pt x="870163" y="263913"/>
                  </a:lnTo>
                  <a:lnTo>
                    <a:pt x="842047" y="186678"/>
                  </a:lnTo>
                  <a:close/>
                  <a:moveTo>
                    <a:pt x="720941" y="94632"/>
                  </a:moveTo>
                  <a:lnTo>
                    <a:pt x="720548" y="215283"/>
                  </a:lnTo>
                  <a:lnTo>
                    <a:pt x="762720" y="113698"/>
                  </a:lnTo>
                  <a:close/>
                  <a:moveTo>
                    <a:pt x="741057" y="208190"/>
                  </a:moveTo>
                  <a:lnTo>
                    <a:pt x="842047" y="186678"/>
                  </a:lnTo>
                  <a:lnTo>
                    <a:pt x="762720" y="113698"/>
                  </a:lnTo>
                  <a:close/>
                  <a:moveTo>
                    <a:pt x="548300" y="43528"/>
                  </a:moveTo>
                  <a:lnTo>
                    <a:pt x="514868" y="50852"/>
                  </a:lnTo>
                  <a:lnTo>
                    <a:pt x="481952" y="115130"/>
                  </a:lnTo>
                  <a:close/>
                  <a:moveTo>
                    <a:pt x="720941" y="94632"/>
                  </a:moveTo>
                  <a:lnTo>
                    <a:pt x="750364" y="67500"/>
                  </a:lnTo>
                  <a:lnTo>
                    <a:pt x="678601" y="98280"/>
                  </a:lnTo>
                  <a:close/>
                  <a:moveTo>
                    <a:pt x="678601" y="98280"/>
                  </a:moveTo>
                  <a:lnTo>
                    <a:pt x="750364" y="67500"/>
                  </a:lnTo>
                  <a:lnTo>
                    <a:pt x="722114" y="23405"/>
                  </a:lnTo>
                  <a:close/>
                  <a:moveTo>
                    <a:pt x="678601" y="98280"/>
                  </a:moveTo>
                  <a:lnTo>
                    <a:pt x="722114" y="23405"/>
                  </a:lnTo>
                  <a:lnTo>
                    <a:pt x="637430" y="31659"/>
                  </a:lnTo>
                  <a:close/>
                  <a:moveTo>
                    <a:pt x="548300" y="43528"/>
                  </a:moveTo>
                  <a:lnTo>
                    <a:pt x="678601" y="98280"/>
                  </a:lnTo>
                  <a:lnTo>
                    <a:pt x="637430" y="31659"/>
                  </a:lnTo>
                  <a:close/>
                  <a:moveTo>
                    <a:pt x="1871021" y="1255671"/>
                  </a:moveTo>
                  <a:lnTo>
                    <a:pt x="1818960" y="1327858"/>
                  </a:lnTo>
                  <a:lnTo>
                    <a:pt x="1851529" y="1289421"/>
                  </a:lnTo>
                  <a:close/>
                  <a:moveTo>
                    <a:pt x="1346614" y="916782"/>
                  </a:moveTo>
                  <a:lnTo>
                    <a:pt x="1351489" y="921719"/>
                  </a:lnTo>
                  <a:lnTo>
                    <a:pt x="1353548" y="914035"/>
                  </a:lnTo>
                  <a:close/>
                  <a:moveTo>
                    <a:pt x="1300600" y="834567"/>
                  </a:moveTo>
                  <a:lnTo>
                    <a:pt x="1346614" y="916782"/>
                  </a:lnTo>
                  <a:lnTo>
                    <a:pt x="1353548" y="914035"/>
                  </a:lnTo>
                  <a:close/>
                  <a:moveTo>
                    <a:pt x="1270513" y="752352"/>
                  </a:moveTo>
                  <a:lnTo>
                    <a:pt x="1341427" y="823797"/>
                  </a:lnTo>
                  <a:lnTo>
                    <a:pt x="1339977" y="724884"/>
                  </a:lnTo>
                  <a:close/>
                  <a:moveTo>
                    <a:pt x="1446702" y="783846"/>
                  </a:moveTo>
                  <a:lnTo>
                    <a:pt x="1380434" y="713916"/>
                  </a:lnTo>
                  <a:lnTo>
                    <a:pt x="1447475" y="798174"/>
                  </a:lnTo>
                  <a:close/>
                  <a:moveTo>
                    <a:pt x="1447475" y="798174"/>
                  </a:moveTo>
                  <a:lnTo>
                    <a:pt x="1339977" y="724884"/>
                  </a:lnTo>
                  <a:lnTo>
                    <a:pt x="1341427" y="823797"/>
                  </a:lnTo>
                  <a:close/>
                  <a:moveTo>
                    <a:pt x="1270513" y="752352"/>
                  </a:moveTo>
                  <a:lnTo>
                    <a:pt x="1339977" y="724884"/>
                  </a:lnTo>
                  <a:lnTo>
                    <a:pt x="1237185" y="670137"/>
                  </a:lnTo>
                  <a:close/>
                  <a:moveTo>
                    <a:pt x="720941" y="94632"/>
                  </a:moveTo>
                  <a:lnTo>
                    <a:pt x="762720" y="113698"/>
                  </a:lnTo>
                  <a:lnTo>
                    <a:pt x="780156" y="76310"/>
                  </a:lnTo>
                  <a:close/>
                  <a:moveTo>
                    <a:pt x="780156" y="76310"/>
                  </a:moveTo>
                  <a:lnTo>
                    <a:pt x="814787" y="29710"/>
                  </a:lnTo>
                  <a:lnTo>
                    <a:pt x="750364" y="67500"/>
                  </a:lnTo>
                  <a:close/>
                  <a:moveTo>
                    <a:pt x="1902229" y="1271389"/>
                  </a:moveTo>
                  <a:lnTo>
                    <a:pt x="1851529" y="1289421"/>
                  </a:lnTo>
                  <a:lnTo>
                    <a:pt x="1927478" y="1350954"/>
                  </a:lnTo>
                  <a:close/>
                  <a:moveTo>
                    <a:pt x="1954846" y="1250985"/>
                  </a:moveTo>
                  <a:lnTo>
                    <a:pt x="1902229" y="1271389"/>
                  </a:lnTo>
                  <a:lnTo>
                    <a:pt x="1927478" y="1350954"/>
                  </a:lnTo>
                  <a:close/>
                  <a:moveTo>
                    <a:pt x="1446702" y="783846"/>
                  </a:moveTo>
                  <a:lnTo>
                    <a:pt x="1479421" y="796131"/>
                  </a:lnTo>
                  <a:lnTo>
                    <a:pt x="1484613" y="710387"/>
                  </a:lnTo>
                  <a:close/>
                  <a:moveTo>
                    <a:pt x="2065982" y="1159352"/>
                  </a:moveTo>
                  <a:lnTo>
                    <a:pt x="2133792" y="1212548"/>
                  </a:lnTo>
                  <a:lnTo>
                    <a:pt x="2189467" y="1219646"/>
                  </a:lnTo>
                  <a:close/>
                </a:path>
              </a:pathLst>
            </a:custGeom>
            <a:solidFill>
              <a:srgbClr val="E3E8EC"/>
            </a:solidFill>
            <a:ln w="1524">
              <a:solidFill>
                <a:srgbClr val="E3E8EC"/>
              </a:solidFill>
            </a:ln>
          </p:spPr>
        </p:sp>
        <p:sp>
          <p:nvSpPr>
            <p:cNvPr id="2059" name="Candidate_density__2058">
              <a:extLst>
                <a:ext uri="{FF2B5EF4-FFF2-40B4-BE49-F238E27FC236}">
                  <a16:creationId xmlns:a16="http://schemas.microsoft.com/office/drawing/2014/main" id="{C756407E-DF74-D922-5D85-F9EF6F625574}"/>
                </a:ext>
              </a:extLst>
            </p:cNvPr>
            <p:cNvSpPr>
              <a:spLocks noGrp="1"/>
            </p:cNvSpPr>
            <p:nvPr/>
          </p:nvSpPr>
          <p:spPr>
            <a:xfrm>
              <a:off x="4508040" y="3189306"/>
              <a:ext cx="2238228" cy="1762676"/>
            </a:xfrm>
            <a:custGeom>
              <a:avLst/>
              <a:gdLst/>
              <a:ahLst/>
              <a:cxnLst/>
              <a:rect l="0" t="0" r="0" b="0"/>
              <a:pathLst>
                <a:path w="2238228" h="1762676">
                  <a:moveTo>
                    <a:pt x="52488" y="1689357"/>
                  </a:moveTo>
                  <a:lnTo>
                    <a:pt x="0" y="1696253"/>
                  </a:lnTo>
                  <a:lnTo>
                    <a:pt x="82128" y="1686049"/>
                  </a:lnTo>
                  <a:close/>
                  <a:moveTo>
                    <a:pt x="52488" y="1689357"/>
                  </a:moveTo>
                  <a:lnTo>
                    <a:pt x="11573" y="1700913"/>
                  </a:lnTo>
                  <a:lnTo>
                    <a:pt x="0" y="1696253"/>
                  </a:lnTo>
                  <a:close/>
                  <a:moveTo>
                    <a:pt x="87036" y="1686086"/>
                  </a:moveTo>
                  <a:lnTo>
                    <a:pt x="52488" y="1689357"/>
                  </a:lnTo>
                  <a:lnTo>
                    <a:pt x="82128" y="1686049"/>
                  </a:lnTo>
                  <a:close/>
                  <a:moveTo>
                    <a:pt x="318181" y="1491832"/>
                  </a:moveTo>
                  <a:lnTo>
                    <a:pt x="350523" y="1486609"/>
                  </a:lnTo>
                  <a:lnTo>
                    <a:pt x="394565" y="1436073"/>
                  </a:lnTo>
                  <a:close/>
                  <a:moveTo>
                    <a:pt x="273893" y="515935"/>
                  </a:moveTo>
                  <a:lnTo>
                    <a:pt x="285623" y="446605"/>
                  </a:lnTo>
                  <a:lnTo>
                    <a:pt x="264859" y="501098"/>
                  </a:lnTo>
                  <a:close/>
                  <a:moveTo>
                    <a:pt x="311176" y="395284"/>
                  </a:moveTo>
                  <a:lnTo>
                    <a:pt x="285623" y="446605"/>
                  </a:lnTo>
                  <a:lnTo>
                    <a:pt x="273893" y="515935"/>
                  </a:lnTo>
                  <a:close/>
                  <a:moveTo>
                    <a:pt x="269274" y="433721"/>
                  </a:moveTo>
                  <a:lnTo>
                    <a:pt x="311176" y="395284"/>
                  </a:lnTo>
                  <a:lnTo>
                    <a:pt x="273893" y="515935"/>
                  </a:lnTo>
                  <a:close/>
                  <a:moveTo>
                    <a:pt x="774094" y="664427"/>
                  </a:moveTo>
                  <a:lnTo>
                    <a:pt x="695757" y="650197"/>
                  </a:lnTo>
                  <a:lnTo>
                    <a:pt x="717478" y="667951"/>
                  </a:lnTo>
                  <a:close/>
                  <a:moveTo>
                    <a:pt x="695757" y="650197"/>
                  </a:moveTo>
                  <a:lnTo>
                    <a:pt x="774094" y="664427"/>
                  </a:lnTo>
                  <a:lnTo>
                    <a:pt x="816358" y="607242"/>
                  </a:lnTo>
                  <a:close/>
                  <a:moveTo>
                    <a:pt x="816358" y="607242"/>
                  </a:moveTo>
                  <a:lnTo>
                    <a:pt x="838212" y="598708"/>
                  </a:lnTo>
                  <a:lnTo>
                    <a:pt x="844475" y="565057"/>
                  </a:lnTo>
                  <a:close/>
                  <a:moveTo>
                    <a:pt x="774094" y="664427"/>
                  </a:moveTo>
                  <a:lnTo>
                    <a:pt x="834613" y="612038"/>
                  </a:lnTo>
                  <a:lnTo>
                    <a:pt x="816358" y="607242"/>
                  </a:lnTo>
                  <a:close/>
                  <a:moveTo>
                    <a:pt x="1924022" y="1762676"/>
                  </a:moveTo>
                  <a:lnTo>
                    <a:pt x="1915410" y="1759847"/>
                  </a:lnTo>
                  <a:lnTo>
                    <a:pt x="1868614" y="1754876"/>
                  </a:lnTo>
                  <a:close/>
                  <a:moveTo>
                    <a:pt x="1938890" y="1738969"/>
                  </a:moveTo>
                  <a:lnTo>
                    <a:pt x="1924022" y="1762676"/>
                  </a:lnTo>
                  <a:lnTo>
                    <a:pt x="1868614" y="1754876"/>
                  </a:lnTo>
                  <a:close/>
                  <a:moveTo>
                    <a:pt x="1938813" y="1677631"/>
                  </a:moveTo>
                  <a:lnTo>
                    <a:pt x="1924022" y="1762676"/>
                  </a:lnTo>
                  <a:lnTo>
                    <a:pt x="1938890" y="1738969"/>
                  </a:lnTo>
                  <a:close/>
                  <a:moveTo>
                    <a:pt x="1932384" y="1759847"/>
                  </a:moveTo>
                  <a:lnTo>
                    <a:pt x="1924022" y="1762676"/>
                  </a:lnTo>
                  <a:lnTo>
                    <a:pt x="1938813" y="1677631"/>
                  </a:lnTo>
                  <a:close/>
                  <a:moveTo>
                    <a:pt x="843432" y="533873"/>
                  </a:moveTo>
                  <a:lnTo>
                    <a:pt x="816358" y="607242"/>
                  </a:lnTo>
                  <a:lnTo>
                    <a:pt x="844475" y="565057"/>
                  </a:lnTo>
                  <a:close/>
                  <a:moveTo>
                    <a:pt x="1938813" y="1677631"/>
                  </a:moveTo>
                  <a:lnTo>
                    <a:pt x="1985256" y="1639195"/>
                  </a:lnTo>
                  <a:lnTo>
                    <a:pt x="1932384" y="1759847"/>
                  </a:lnTo>
                  <a:close/>
                  <a:moveTo>
                    <a:pt x="2147023" y="1592877"/>
                  </a:moveTo>
                  <a:lnTo>
                    <a:pt x="2098339" y="1626058"/>
                  </a:lnTo>
                  <a:lnTo>
                    <a:pt x="2214473" y="1566404"/>
                  </a:lnTo>
                  <a:close/>
                  <a:moveTo>
                    <a:pt x="2236048" y="1490596"/>
                  </a:moveTo>
                  <a:lnTo>
                    <a:pt x="2214473" y="1566404"/>
                  </a:lnTo>
                  <a:lnTo>
                    <a:pt x="2238228" y="1518544"/>
                  </a:lnTo>
                  <a:close/>
                  <a:moveTo>
                    <a:pt x="1341320" y="100686"/>
                  </a:moveTo>
                  <a:lnTo>
                    <a:pt x="1402456" y="50607"/>
                  </a:lnTo>
                  <a:lnTo>
                    <a:pt x="1450200" y="13912"/>
                  </a:lnTo>
                  <a:close/>
                  <a:moveTo>
                    <a:pt x="1988927" y="469303"/>
                  </a:moveTo>
                  <a:lnTo>
                    <a:pt x="1971573" y="581083"/>
                  </a:lnTo>
                  <a:lnTo>
                    <a:pt x="1975284" y="580486"/>
                  </a:lnTo>
                  <a:close/>
                  <a:moveTo>
                    <a:pt x="1988927" y="469303"/>
                  </a:moveTo>
                  <a:lnTo>
                    <a:pt x="1975284" y="580486"/>
                  </a:lnTo>
                  <a:lnTo>
                    <a:pt x="1975330" y="581083"/>
                  </a:lnTo>
                  <a:close/>
                  <a:moveTo>
                    <a:pt x="1454831" y="0"/>
                  </a:moveTo>
                  <a:lnTo>
                    <a:pt x="1450200" y="13912"/>
                  </a:lnTo>
                  <a:lnTo>
                    <a:pt x="1455447" y="5577"/>
                  </a:lnTo>
                  <a:close/>
                </a:path>
              </a:pathLst>
            </a:custGeom>
            <a:solidFill>
              <a:srgbClr val="D0D7DD"/>
            </a:solidFill>
            <a:ln w="1524">
              <a:solidFill>
                <a:srgbClr val="D0D7DD"/>
              </a:solidFill>
            </a:ln>
          </p:spPr>
        </p:sp>
        <p:sp>
          <p:nvSpPr>
            <p:cNvPr id="2060" name="Candidate_density__2059">
              <a:extLst>
                <a:ext uri="{FF2B5EF4-FFF2-40B4-BE49-F238E27FC236}">
                  <a16:creationId xmlns:a16="http://schemas.microsoft.com/office/drawing/2014/main" id="{1ECBC57C-B326-8013-27C9-DAE05B5491D9}"/>
                </a:ext>
              </a:extLst>
            </p:cNvPr>
            <p:cNvSpPr>
              <a:spLocks noGrp="1"/>
            </p:cNvSpPr>
            <p:nvPr/>
          </p:nvSpPr>
          <p:spPr>
            <a:xfrm>
              <a:off x="4497305" y="2251662"/>
              <a:ext cx="2284587" cy="2708719"/>
            </a:xfrm>
            <a:custGeom>
              <a:avLst/>
              <a:gdLst/>
              <a:ahLst/>
              <a:cxnLst/>
              <a:rect l="0" t="0" r="0" b="0"/>
              <a:pathLst>
                <a:path w="2284587" h="2708719">
                  <a:moveTo>
                    <a:pt x="0" y="2627001"/>
                  </a:moveTo>
                  <a:lnTo>
                    <a:pt x="10735" y="2633897"/>
                  </a:lnTo>
                  <a:lnTo>
                    <a:pt x="22308" y="2638556"/>
                  </a:lnTo>
                  <a:close/>
                  <a:moveTo>
                    <a:pt x="0" y="2627001"/>
                  </a:moveTo>
                  <a:lnTo>
                    <a:pt x="22308" y="2638556"/>
                  </a:lnTo>
                  <a:lnTo>
                    <a:pt x="86005" y="2670780"/>
                  </a:lnTo>
                  <a:close/>
                  <a:moveTo>
                    <a:pt x="300075" y="2380261"/>
                  </a:moveTo>
                  <a:lnTo>
                    <a:pt x="389743" y="2429476"/>
                  </a:lnTo>
                  <a:lnTo>
                    <a:pt x="361258" y="2424253"/>
                  </a:lnTo>
                  <a:close/>
                  <a:moveTo>
                    <a:pt x="498071" y="2226714"/>
                  </a:moveTo>
                  <a:lnTo>
                    <a:pt x="422072" y="2221220"/>
                  </a:lnTo>
                  <a:lnTo>
                    <a:pt x="427447" y="2226610"/>
                  </a:lnTo>
                  <a:close/>
                  <a:moveTo>
                    <a:pt x="543043" y="2270388"/>
                  </a:moveTo>
                  <a:lnTo>
                    <a:pt x="498071" y="2226714"/>
                  </a:lnTo>
                  <a:lnTo>
                    <a:pt x="452208" y="2217078"/>
                  </a:lnTo>
                  <a:close/>
                  <a:moveTo>
                    <a:pt x="673690" y="2326008"/>
                  </a:moveTo>
                  <a:lnTo>
                    <a:pt x="748714" y="2327851"/>
                  </a:lnTo>
                  <a:lnTo>
                    <a:pt x="785514" y="2250239"/>
                  </a:lnTo>
                  <a:close/>
                  <a:moveTo>
                    <a:pt x="888380" y="2193516"/>
                  </a:moveTo>
                  <a:lnTo>
                    <a:pt x="891758" y="2202193"/>
                  </a:lnTo>
                  <a:lnTo>
                    <a:pt x="904621" y="2201700"/>
                  </a:lnTo>
                  <a:close/>
                  <a:moveTo>
                    <a:pt x="925224" y="2193516"/>
                  </a:moveTo>
                  <a:lnTo>
                    <a:pt x="904621" y="2201700"/>
                  </a:lnTo>
                  <a:lnTo>
                    <a:pt x="891758" y="2202193"/>
                  </a:lnTo>
                  <a:close/>
                  <a:moveTo>
                    <a:pt x="888380" y="2193516"/>
                  </a:moveTo>
                  <a:lnTo>
                    <a:pt x="904621" y="2201700"/>
                  </a:lnTo>
                  <a:lnTo>
                    <a:pt x="942645" y="2160823"/>
                  </a:lnTo>
                  <a:close/>
                  <a:moveTo>
                    <a:pt x="321911" y="1332928"/>
                  </a:moveTo>
                  <a:lnTo>
                    <a:pt x="280009" y="1371365"/>
                  </a:lnTo>
                  <a:lnTo>
                    <a:pt x="337677" y="1260076"/>
                  </a:lnTo>
                  <a:close/>
                  <a:moveTo>
                    <a:pt x="280009" y="1371365"/>
                  </a:moveTo>
                  <a:lnTo>
                    <a:pt x="303309" y="1346784"/>
                  </a:lnTo>
                  <a:lnTo>
                    <a:pt x="337677" y="1260076"/>
                  </a:lnTo>
                  <a:close/>
                  <a:moveTo>
                    <a:pt x="560045" y="1318958"/>
                  </a:moveTo>
                  <a:lnTo>
                    <a:pt x="470034" y="1301757"/>
                  </a:lnTo>
                  <a:lnTo>
                    <a:pt x="534503" y="1309937"/>
                  </a:lnTo>
                  <a:close/>
                  <a:moveTo>
                    <a:pt x="480295" y="1299445"/>
                  </a:moveTo>
                  <a:lnTo>
                    <a:pt x="560045" y="1318958"/>
                  </a:lnTo>
                  <a:lnTo>
                    <a:pt x="608922" y="1286495"/>
                  </a:lnTo>
                  <a:close/>
                  <a:moveTo>
                    <a:pt x="1879349" y="2692520"/>
                  </a:moveTo>
                  <a:lnTo>
                    <a:pt x="1809151" y="2708719"/>
                  </a:lnTo>
                  <a:lnTo>
                    <a:pt x="1770044" y="2673544"/>
                  </a:lnTo>
                  <a:close/>
                  <a:moveTo>
                    <a:pt x="1879349" y="2692520"/>
                  </a:moveTo>
                  <a:lnTo>
                    <a:pt x="1926145" y="2697491"/>
                  </a:lnTo>
                  <a:lnTo>
                    <a:pt x="1859752" y="2682707"/>
                  </a:lnTo>
                  <a:close/>
                  <a:moveTo>
                    <a:pt x="1879349" y="2692520"/>
                  </a:moveTo>
                  <a:lnTo>
                    <a:pt x="1859752" y="2682707"/>
                  </a:lnTo>
                  <a:lnTo>
                    <a:pt x="1809151" y="2708719"/>
                  </a:lnTo>
                  <a:close/>
                  <a:moveTo>
                    <a:pt x="1198746" y="1819805"/>
                  </a:moveTo>
                  <a:lnTo>
                    <a:pt x="1212872" y="1722541"/>
                  </a:lnTo>
                  <a:lnTo>
                    <a:pt x="1170225" y="1776625"/>
                  </a:lnTo>
                  <a:close/>
                  <a:moveTo>
                    <a:pt x="1121793" y="1810746"/>
                  </a:moveTo>
                  <a:lnTo>
                    <a:pt x="1198746" y="1819805"/>
                  </a:lnTo>
                  <a:lnTo>
                    <a:pt x="1170225" y="1776625"/>
                  </a:lnTo>
                  <a:close/>
                  <a:moveTo>
                    <a:pt x="488663" y="585966"/>
                  </a:moveTo>
                  <a:lnTo>
                    <a:pt x="462198" y="565240"/>
                  </a:lnTo>
                  <a:lnTo>
                    <a:pt x="454649" y="557949"/>
                  </a:lnTo>
                  <a:close/>
                  <a:moveTo>
                    <a:pt x="2225208" y="2504048"/>
                  </a:moveTo>
                  <a:lnTo>
                    <a:pt x="2246782" y="2428240"/>
                  </a:lnTo>
                  <a:lnTo>
                    <a:pt x="2197123" y="2462499"/>
                  </a:lnTo>
                  <a:close/>
                  <a:moveTo>
                    <a:pt x="2157758" y="2530521"/>
                  </a:moveTo>
                  <a:lnTo>
                    <a:pt x="2225208" y="2504048"/>
                  </a:lnTo>
                  <a:lnTo>
                    <a:pt x="2197123" y="2462499"/>
                  </a:lnTo>
                  <a:close/>
                  <a:moveTo>
                    <a:pt x="2248963" y="2456187"/>
                  </a:moveTo>
                  <a:lnTo>
                    <a:pt x="2253726" y="2395470"/>
                  </a:lnTo>
                  <a:lnTo>
                    <a:pt x="2246782" y="2428240"/>
                  </a:lnTo>
                  <a:close/>
                  <a:moveTo>
                    <a:pt x="2284587" y="2335536"/>
                  </a:moveTo>
                  <a:lnTo>
                    <a:pt x="2253726" y="2395470"/>
                  </a:lnTo>
                  <a:lnTo>
                    <a:pt x="2248963" y="2456187"/>
                  </a:lnTo>
                  <a:close/>
                  <a:moveTo>
                    <a:pt x="1806546" y="2043316"/>
                  </a:moveTo>
                  <a:lnTo>
                    <a:pt x="1857761" y="1966199"/>
                  </a:lnTo>
                  <a:lnTo>
                    <a:pt x="1813234" y="2045112"/>
                  </a:lnTo>
                  <a:close/>
                  <a:moveTo>
                    <a:pt x="1806546" y="2043316"/>
                  </a:moveTo>
                  <a:lnTo>
                    <a:pt x="1803354" y="2041439"/>
                  </a:lnTo>
                  <a:lnTo>
                    <a:pt x="1855817" y="1962897"/>
                  </a:lnTo>
                  <a:close/>
                  <a:moveTo>
                    <a:pt x="1039620" y="1136571"/>
                  </a:moveTo>
                  <a:lnTo>
                    <a:pt x="1109179" y="1117980"/>
                  </a:lnTo>
                  <a:lnTo>
                    <a:pt x="1153278" y="1067657"/>
                  </a:lnTo>
                  <a:close/>
                  <a:moveTo>
                    <a:pt x="1109179" y="1117980"/>
                  </a:moveTo>
                  <a:lnTo>
                    <a:pt x="1183888" y="1118649"/>
                  </a:lnTo>
                  <a:lnTo>
                    <a:pt x="1232524" y="1085285"/>
                  </a:lnTo>
                  <a:close/>
                  <a:moveTo>
                    <a:pt x="532018" y="280158"/>
                  </a:moveTo>
                  <a:lnTo>
                    <a:pt x="506431" y="321148"/>
                  </a:lnTo>
                  <a:lnTo>
                    <a:pt x="543076" y="302045"/>
                  </a:lnTo>
                  <a:close/>
                  <a:moveTo>
                    <a:pt x="543076" y="302045"/>
                  </a:moveTo>
                  <a:lnTo>
                    <a:pt x="506431" y="321148"/>
                  </a:lnTo>
                  <a:lnTo>
                    <a:pt x="492028" y="383046"/>
                  </a:lnTo>
                  <a:close/>
                  <a:moveTo>
                    <a:pt x="532018" y="280158"/>
                  </a:moveTo>
                  <a:lnTo>
                    <a:pt x="543076" y="302045"/>
                  </a:lnTo>
                  <a:lnTo>
                    <a:pt x="563652" y="256430"/>
                  </a:lnTo>
                  <a:close/>
                  <a:moveTo>
                    <a:pt x="147627" y="30817"/>
                  </a:moveTo>
                  <a:lnTo>
                    <a:pt x="221965" y="30094"/>
                  </a:lnTo>
                  <a:lnTo>
                    <a:pt x="275831" y="16288"/>
                  </a:lnTo>
                  <a:close/>
                  <a:moveTo>
                    <a:pt x="275831" y="16288"/>
                  </a:moveTo>
                  <a:lnTo>
                    <a:pt x="221965" y="30094"/>
                  </a:lnTo>
                  <a:lnTo>
                    <a:pt x="346005" y="0"/>
                  </a:lnTo>
                  <a:close/>
                  <a:moveTo>
                    <a:pt x="2259458" y="2317843"/>
                  </a:moveTo>
                  <a:lnTo>
                    <a:pt x="2253726" y="2395470"/>
                  </a:lnTo>
                  <a:lnTo>
                    <a:pt x="2284587" y="2335536"/>
                  </a:lnTo>
                  <a:close/>
                  <a:moveTo>
                    <a:pt x="2230986" y="2240898"/>
                  </a:moveTo>
                  <a:lnTo>
                    <a:pt x="2259458" y="2317843"/>
                  </a:lnTo>
                  <a:lnTo>
                    <a:pt x="2284587" y="2335536"/>
                  </a:lnTo>
                  <a:close/>
                  <a:moveTo>
                    <a:pt x="1866663" y="1894349"/>
                  </a:moveTo>
                  <a:lnTo>
                    <a:pt x="1913629" y="1959878"/>
                  </a:lnTo>
                  <a:lnTo>
                    <a:pt x="1895413" y="1924460"/>
                  </a:lnTo>
                  <a:close/>
                  <a:moveTo>
                    <a:pt x="746961" y="497160"/>
                  </a:moveTo>
                  <a:lnTo>
                    <a:pt x="763105" y="609019"/>
                  </a:lnTo>
                  <a:lnTo>
                    <a:pt x="769471" y="526804"/>
                  </a:lnTo>
                  <a:close/>
                  <a:moveTo>
                    <a:pt x="800177" y="444588"/>
                  </a:moveTo>
                  <a:lnTo>
                    <a:pt x="826578" y="406152"/>
                  </a:lnTo>
                  <a:lnTo>
                    <a:pt x="818576" y="437031"/>
                  </a:lnTo>
                  <a:close/>
                  <a:moveTo>
                    <a:pt x="531657" y="200263"/>
                  </a:moveTo>
                  <a:lnTo>
                    <a:pt x="563652" y="256430"/>
                  </a:lnTo>
                  <a:lnTo>
                    <a:pt x="580049" y="159507"/>
                  </a:lnTo>
                  <a:close/>
                  <a:moveTo>
                    <a:pt x="532018" y="280158"/>
                  </a:moveTo>
                  <a:lnTo>
                    <a:pt x="563652" y="256430"/>
                  </a:lnTo>
                  <a:lnTo>
                    <a:pt x="531657" y="200263"/>
                  </a:lnTo>
                  <a:close/>
                  <a:moveTo>
                    <a:pt x="1852863" y="1605291"/>
                  </a:moveTo>
                  <a:lnTo>
                    <a:pt x="1873056" y="1592978"/>
                  </a:lnTo>
                  <a:lnTo>
                    <a:pt x="1889015" y="1518727"/>
                  </a:lnTo>
                  <a:close/>
                  <a:moveTo>
                    <a:pt x="1900841" y="1626879"/>
                  </a:moveTo>
                  <a:lnTo>
                    <a:pt x="1873056" y="1592978"/>
                  </a:lnTo>
                  <a:lnTo>
                    <a:pt x="1852863" y="1605291"/>
                  </a:lnTo>
                  <a:close/>
                  <a:moveTo>
                    <a:pt x="1900841" y="1626879"/>
                  </a:moveTo>
                  <a:lnTo>
                    <a:pt x="1895114" y="1675450"/>
                  </a:lnTo>
                  <a:lnTo>
                    <a:pt x="1907013" y="1639378"/>
                  </a:lnTo>
                  <a:close/>
                  <a:moveTo>
                    <a:pt x="1900841" y="1626879"/>
                  </a:moveTo>
                  <a:lnTo>
                    <a:pt x="1907013" y="1639378"/>
                  </a:lnTo>
                  <a:lnTo>
                    <a:pt x="1873056" y="1592978"/>
                  </a:lnTo>
                  <a:close/>
                  <a:moveTo>
                    <a:pt x="1397928" y="994643"/>
                  </a:moveTo>
                  <a:lnTo>
                    <a:pt x="1352054" y="1038330"/>
                  </a:lnTo>
                  <a:lnTo>
                    <a:pt x="1460935" y="951556"/>
                  </a:lnTo>
                  <a:close/>
                  <a:moveTo>
                    <a:pt x="1941264" y="1417595"/>
                  </a:moveTo>
                  <a:lnTo>
                    <a:pt x="1889015" y="1518727"/>
                  </a:lnTo>
                  <a:lnTo>
                    <a:pt x="1897277" y="1468335"/>
                  </a:lnTo>
                  <a:close/>
                  <a:moveTo>
                    <a:pt x="1897277" y="1468335"/>
                  </a:moveTo>
                  <a:lnTo>
                    <a:pt x="1982308" y="1518727"/>
                  </a:lnTo>
                  <a:lnTo>
                    <a:pt x="1941264" y="1417595"/>
                  </a:lnTo>
                  <a:close/>
                  <a:moveTo>
                    <a:pt x="1941264" y="1417595"/>
                  </a:moveTo>
                  <a:lnTo>
                    <a:pt x="1982308" y="1518727"/>
                  </a:lnTo>
                  <a:lnTo>
                    <a:pt x="1999662" y="1406947"/>
                  </a:lnTo>
                  <a:close/>
                  <a:moveTo>
                    <a:pt x="1999662" y="1406947"/>
                  </a:moveTo>
                  <a:lnTo>
                    <a:pt x="1980455" y="1398076"/>
                  </a:lnTo>
                  <a:lnTo>
                    <a:pt x="1941264" y="1417595"/>
                  </a:lnTo>
                  <a:close/>
                  <a:moveTo>
                    <a:pt x="1980455" y="1398076"/>
                  </a:moveTo>
                  <a:lnTo>
                    <a:pt x="1999662" y="1406947"/>
                  </a:lnTo>
                  <a:lnTo>
                    <a:pt x="2007277" y="1385750"/>
                  </a:lnTo>
                  <a:close/>
                  <a:moveTo>
                    <a:pt x="1465566" y="937644"/>
                  </a:moveTo>
                  <a:lnTo>
                    <a:pt x="1397928" y="994643"/>
                  </a:lnTo>
                  <a:lnTo>
                    <a:pt x="1460935" y="951556"/>
                  </a:lnTo>
                  <a:close/>
                  <a:moveTo>
                    <a:pt x="1441931" y="856766"/>
                  </a:moveTo>
                  <a:lnTo>
                    <a:pt x="1466181" y="943221"/>
                  </a:lnTo>
                  <a:lnTo>
                    <a:pt x="1445652" y="861006"/>
                  </a:lnTo>
                  <a:close/>
                  <a:moveTo>
                    <a:pt x="1441931" y="856766"/>
                  </a:moveTo>
                  <a:lnTo>
                    <a:pt x="1465566" y="937644"/>
                  </a:lnTo>
                  <a:lnTo>
                    <a:pt x="1466181" y="943221"/>
                  </a:lnTo>
                  <a:close/>
                  <a:moveTo>
                    <a:pt x="1425723" y="769851"/>
                  </a:moveTo>
                  <a:lnTo>
                    <a:pt x="1435461" y="740355"/>
                  </a:lnTo>
                  <a:lnTo>
                    <a:pt x="1396810" y="775263"/>
                  </a:lnTo>
                  <a:close/>
                  <a:moveTo>
                    <a:pt x="1425723" y="769851"/>
                  </a:moveTo>
                  <a:lnTo>
                    <a:pt x="1441931" y="856766"/>
                  </a:lnTo>
                  <a:lnTo>
                    <a:pt x="1445652" y="861006"/>
                  </a:lnTo>
                  <a:close/>
                  <a:moveTo>
                    <a:pt x="1435461" y="740355"/>
                  </a:moveTo>
                  <a:lnTo>
                    <a:pt x="1425723" y="769851"/>
                  </a:lnTo>
                  <a:lnTo>
                    <a:pt x="1445739" y="679539"/>
                  </a:lnTo>
                  <a:close/>
                </a:path>
              </a:pathLst>
            </a:custGeom>
            <a:solidFill>
              <a:srgbClr val="D4DBE0"/>
            </a:solidFill>
            <a:ln w="1524">
              <a:solidFill>
                <a:srgbClr val="D4DBE0"/>
              </a:solidFill>
            </a:ln>
          </p:spPr>
        </p:sp>
        <p:sp>
          <p:nvSpPr>
            <p:cNvPr id="2061" name="Candidate_density__2060">
              <a:extLst>
                <a:ext uri="{FF2B5EF4-FFF2-40B4-BE49-F238E27FC236}">
                  <a16:creationId xmlns:a16="http://schemas.microsoft.com/office/drawing/2014/main" id="{32598540-B182-5A0C-4BBF-C4E0C4CBE2A1}"/>
                </a:ext>
              </a:extLst>
            </p:cNvPr>
            <p:cNvSpPr>
              <a:spLocks noGrp="1"/>
            </p:cNvSpPr>
            <p:nvPr/>
          </p:nvSpPr>
          <p:spPr>
            <a:xfrm>
              <a:off x="4419384" y="2316537"/>
              <a:ext cx="2123910" cy="2786361"/>
            </a:xfrm>
            <a:custGeom>
              <a:avLst/>
              <a:gdLst/>
              <a:ahLst/>
              <a:cxnLst/>
              <a:rect l="0" t="0" r="0" b="0"/>
              <a:pathLst>
                <a:path w="2123910" h="2786361">
                  <a:moveTo>
                    <a:pt x="57989" y="2393769"/>
                  </a:moveTo>
                  <a:lnTo>
                    <a:pt x="49351" y="2397696"/>
                  </a:lnTo>
                  <a:lnTo>
                    <a:pt x="107978" y="2387452"/>
                  </a:lnTo>
                  <a:close/>
                  <a:moveTo>
                    <a:pt x="49351" y="2397696"/>
                  </a:moveTo>
                  <a:lnTo>
                    <a:pt x="0" y="2477599"/>
                  </a:lnTo>
                  <a:lnTo>
                    <a:pt x="107978" y="2387452"/>
                  </a:lnTo>
                  <a:close/>
                  <a:moveTo>
                    <a:pt x="107978" y="2387452"/>
                  </a:moveTo>
                  <a:lnTo>
                    <a:pt x="0" y="2477599"/>
                  </a:lnTo>
                  <a:lnTo>
                    <a:pt x="49596" y="2441474"/>
                  </a:lnTo>
                  <a:close/>
                  <a:moveTo>
                    <a:pt x="57989" y="2393769"/>
                  </a:moveTo>
                  <a:lnTo>
                    <a:pt x="107978" y="2387452"/>
                  </a:lnTo>
                  <a:lnTo>
                    <a:pt x="180295" y="2379176"/>
                  </a:lnTo>
                  <a:close/>
                  <a:moveTo>
                    <a:pt x="313992" y="2169983"/>
                  </a:moveTo>
                  <a:lnTo>
                    <a:pt x="263453" y="2200171"/>
                  </a:lnTo>
                  <a:lnTo>
                    <a:pt x="350435" y="2177107"/>
                  </a:lnTo>
                  <a:close/>
                  <a:moveTo>
                    <a:pt x="471378" y="1876653"/>
                  </a:moveTo>
                  <a:lnTo>
                    <a:pt x="458390" y="1958868"/>
                  </a:lnTo>
                  <a:lnTo>
                    <a:pt x="552702" y="1920432"/>
                  </a:lnTo>
                  <a:close/>
                  <a:moveTo>
                    <a:pt x="471378" y="1876653"/>
                  </a:moveTo>
                  <a:lnTo>
                    <a:pt x="552702" y="1920432"/>
                  </a:lnTo>
                  <a:lnTo>
                    <a:pt x="512872" y="1838216"/>
                  </a:lnTo>
                  <a:close/>
                  <a:moveTo>
                    <a:pt x="449237" y="1794438"/>
                  </a:moveTo>
                  <a:lnTo>
                    <a:pt x="471378" y="1876653"/>
                  </a:lnTo>
                  <a:lnTo>
                    <a:pt x="512872" y="1838216"/>
                  </a:lnTo>
                  <a:close/>
                  <a:moveTo>
                    <a:pt x="449237" y="1794438"/>
                  </a:moveTo>
                  <a:lnTo>
                    <a:pt x="512872" y="1838216"/>
                  </a:lnTo>
                  <a:lnTo>
                    <a:pt x="508350" y="1756001"/>
                  </a:lnTo>
                  <a:close/>
                  <a:moveTo>
                    <a:pt x="517088" y="1726403"/>
                  </a:moveTo>
                  <a:lnTo>
                    <a:pt x="449237" y="1794438"/>
                  </a:lnTo>
                  <a:lnTo>
                    <a:pt x="508350" y="1756001"/>
                  </a:lnTo>
                  <a:close/>
                  <a:moveTo>
                    <a:pt x="1493899" y="2786361"/>
                  </a:moveTo>
                  <a:lnTo>
                    <a:pt x="1517502" y="2743664"/>
                  </a:lnTo>
                  <a:lnTo>
                    <a:pt x="1429246" y="2742583"/>
                  </a:lnTo>
                  <a:close/>
                  <a:moveTo>
                    <a:pt x="512872" y="1838216"/>
                  </a:moveTo>
                  <a:lnTo>
                    <a:pt x="576124" y="1914626"/>
                  </a:lnTo>
                  <a:lnTo>
                    <a:pt x="577095" y="1813744"/>
                  </a:lnTo>
                  <a:close/>
                  <a:moveTo>
                    <a:pt x="512872" y="1838216"/>
                  </a:moveTo>
                  <a:lnTo>
                    <a:pt x="552702" y="1920432"/>
                  </a:lnTo>
                  <a:lnTo>
                    <a:pt x="576124" y="1914626"/>
                  </a:lnTo>
                  <a:close/>
                  <a:moveTo>
                    <a:pt x="508350" y="1756001"/>
                  </a:moveTo>
                  <a:lnTo>
                    <a:pt x="577095" y="1813744"/>
                  </a:lnTo>
                  <a:lnTo>
                    <a:pt x="549371" y="1736191"/>
                  </a:lnTo>
                  <a:close/>
                  <a:moveTo>
                    <a:pt x="508350" y="1756001"/>
                  </a:moveTo>
                  <a:lnTo>
                    <a:pt x="512872" y="1838216"/>
                  </a:lnTo>
                  <a:lnTo>
                    <a:pt x="577095" y="1813744"/>
                  </a:lnTo>
                  <a:close/>
                  <a:moveTo>
                    <a:pt x="577095" y="1813744"/>
                  </a:moveTo>
                  <a:lnTo>
                    <a:pt x="646356" y="1717937"/>
                  </a:lnTo>
                  <a:lnTo>
                    <a:pt x="549371" y="1736191"/>
                  </a:lnTo>
                  <a:close/>
                  <a:moveTo>
                    <a:pt x="508350" y="1756001"/>
                  </a:moveTo>
                  <a:lnTo>
                    <a:pt x="549371" y="1736191"/>
                  </a:lnTo>
                  <a:lnTo>
                    <a:pt x="517088" y="1726403"/>
                  </a:lnTo>
                  <a:close/>
                  <a:moveTo>
                    <a:pt x="517088" y="1726403"/>
                  </a:moveTo>
                  <a:lnTo>
                    <a:pt x="549371" y="1736191"/>
                  </a:lnTo>
                  <a:lnTo>
                    <a:pt x="585496" y="1703513"/>
                  </a:lnTo>
                  <a:close/>
                  <a:moveTo>
                    <a:pt x="774815" y="1774186"/>
                  </a:moveTo>
                  <a:lnTo>
                    <a:pt x="756452" y="1848827"/>
                  </a:lnTo>
                  <a:lnTo>
                    <a:pt x="814786" y="1761344"/>
                  </a:lnTo>
                  <a:close/>
                  <a:moveTo>
                    <a:pt x="849484" y="1702797"/>
                  </a:moveTo>
                  <a:lnTo>
                    <a:pt x="774815" y="1774186"/>
                  </a:lnTo>
                  <a:lnTo>
                    <a:pt x="814786" y="1761344"/>
                  </a:lnTo>
                  <a:close/>
                  <a:moveTo>
                    <a:pt x="398942" y="1470920"/>
                  </a:moveTo>
                  <a:lnTo>
                    <a:pt x="480569" y="1531351"/>
                  </a:lnTo>
                  <a:lnTo>
                    <a:pt x="456510" y="1450817"/>
                  </a:lnTo>
                  <a:close/>
                  <a:moveTo>
                    <a:pt x="456510" y="1450817"/>
                  </a:moveTo>
                  <a:lnTo>
                    <a:pt x="422209" y="1435118"/>
                  </a:lnTo>
                  <a:lnTo>
                    <a:pt x="398942" y="1470920"/>
                  </a:lnTo>
                  <a:close/>
                  <a:moveTo>
                    <a:pt x="528056" y="1353152"/>
                  </a:moveTo>
                  <a:lnTo>
                    <a:pt x="429639" y="1388704"/>
                  </a:lnTo>
                  <a:lnTo>
                    <a:pt x="535287" y="1364043"/>
                  </a:lnTo>
                  <a:close/>
                  <a:moveTo>
                    <a:pt x="429639" y="1388704"/>
                  </a:moveTo>
                  <a:lnTo>
                    <a:pt x="422209" y="1435118"/>
                  </a:lnTo>
                  <a:lnTo>
                    <a:pt x="535287" y="1364043"/>
                  </a:lnTo>
                  <a:close/>
                  <a:moveTo>
                    <a:pt x="535287" y="1364043"/>
                  </a:moveTo>
                  <a:lnTo>
                    <a:pt x="422209" y="1435118"/>
                  </a:lnTo>
                  <a:lnTo>
                    <a:pt x="507966" y="1432483"/>
                  </a:lnTo>
                  <a:close/>
                  <a:moveTo>
                    <a:pt x="507966" y="1432483"/>
                  </a:moveTo>
                  <a:lnTo>
                    <a:pt x="422209" y="1435118"/>
                  </a:lnTo>
                  <a:lnTo>
                    <a:pt x="456510" y="1450817"/>
                  </a:lnTo>
                  <a:close/>
                  <a:moveTo>
                    <a:pt x="814786" y="1761344"/>
                  </a:moveTo>
                  <a:lnTo>
                    <a:pt x="920002" y="1816836"/>
                  </a:lnTo>
                  <a:lnTo>
                    <a:pt x="898918" y="1733884"/>
                  </a:lnTo>
                  <a:close/>
                  <a:moveTo>
                    <a:pt x="920002" y="1816836"/>
                  </a:moveTo>
                  <a:lnTo>
                    <a:pt x="986592" y="1723200"/>
                  </a:lnTo>
                  <a:lnTo>
                    <a:pt x="898918" y="1733884"/>
                  </a:lnTo>
                  <a:close/>
                  <a:moveTo>
                    <a:pt x="849484" y="1702797"/>
                  </a:moveTo>
                  <a:lnTo>
                    <a:pt x="814786" y="1761344"/>
                  </a:lnTo>
                  <a:lnTo>
                    <a:pt x="898918" y="1733884"/>
                  </a:lnTo>
                  <a:close/>
                  <a:moveTo>
                    <a:pt x="535287" y="1364043"/>
                  </a:moveTo>
                  <a:lnTo>
                    <a:pt x="507966" y="1432483"/>
                  </a:lnTo>
                  <a:lnTo>
                    <a:pt x="572592" y="1417037"/>
                  </a:lnTo>
                  <a:close/>
                  <a:moveTo>
                    <a:pt x="665853" y="1358344"/>
                  </a:moveTo>
                  <a:lnTo>
                    <a:pt x="572592" y="1417037"/>
                  </a:lnTo>
                  <a:lnTo>
                    <a:pt x="646675" y="1394046"/>
                  </a:lnTo>
                  <a:close/>
                  <a:moveTo>
                    <a:pt x="535287" y="1364043"/>
                  </a:moveTo>
                  <a:lnTo>
                    <a:pt x="572592" y="1417037"/>
                  </a:lnTo>
                  <a:lnTo>
                    <a:pt x="665853" y="1358344"/>
                  </a:lnTo>
                  <a:close/>
                  <a:moveTo>
                    <a:pt x="1093064" y="1625783"/>
                  </a:moveTo>
                  <a:lnTo>
                    <a:pt x="987173" y="1722907"/>
                  </a:lnTo>
                  <a:lnTo>
                    <a:pt x="1071240" y="1684471"/>
                  </a:lnTo>
                  <a:close/>
                  <a:moveTo>
                    <a:pt x="777057" y="1280260"/>
                  </a:moveTo>
                  <a:lnTo>
                    <a:pt x="722166" y="1311831"/>
                  </a:lnTo>
                  <a:lnTo>
                    <a:pt x="665853" y="1358344"/>
                  </a:lnTo>
                  <a:close/>
                  <a:moveTo>
                    <a:pt x="699891" y="379713"/>
                  </a:moveTo>
                  <a:lnTo>
                    <a:pt x="710223" y="297498"/>
                  </a:lnTo>
                  <a:lnTo>
                    <a:pt x="683871" y="386239"/>
                  </a:lnTo>
                  <a:close/>
                  <a:moveTo>
                    <a:pt x="710223" y="297498"/>
                  </a:moveTo>
                  <a:lnTo>
                    <a:pt x="634469" y="326310"/>
                  </a:lnTo>
                  <a:lnTo>
                    <a:pt x="683871" y="386239"/>
                  </a:lnTo>
                  <a:close/>
                  <a:moveTo>
                    <a:pt x="1319735" y="1055143"/>
                  </a:moveTo>
                  <a:lnTo>
                    <a:pt x="1290758" y="1119649"/>
                  </a:lnTo>
                  <a:lnTo>
                    <a:pt x="1360694" y="1100376"/>
                  </a:lnTo>
                  <a:close/>
                  <a:moveTo>
                    <a:pt x="1185265" y="790789"/>
                  </a:moveTo>
                  <a:lnTo>
                    <a:pt x="1290718" y="834567"/>
                  </a:lnTo>
                  <a:lnTo>
                    <a:pt x="1260631" y="752352"/>
                  </a:lnTo>
                  <a:close/>
                  <a:moveTo>
                    <a:pt x="710223" y="297498"/>
                  </a:moveTo>
                  <a:lnTo>
                    <a:pt x="802844" y="350108"/>
                  </a:lnTo>
                  <a:lnTo>
                    <a:pt x="770755" y="276104"/>
                  </a:lnTo>
                  <a:close/>
                  <a:moveTo>
                    <a:pt x="710223" y="297498"/>
                  </a:moveTo>
                  <a:lnTo>
                    <a:pt x="699891" y="379713"/>
                  </a:lnTo>
                  <a:lnTo>
                    <a:pt x="802844" y="350108"/>
                  </a:lnTo>
                  <a:close/>
                  <a:moveTo>
                    <a:pt x="802844" y="350108"/>
                  </a:moveTo>
                  <a:lnTo>
                    <a:pt x="860281" y="263913"/>
                  </a:lnTo>
                  <a:lnTo>
                    <a:pt x="770755" y="276104"/>
                  </a:lnTo>
                  <a:close/>
                  <a:moveTo>
                    <a:pt x="770755" y="276104"/>
                  </a:moveTo>
                  <a:lnTo>
                    <a:pt x="710666" y="215283"/>
                  </a:lnTo>
                  <a:lnTo>
                    <a:pt x="710223" y="297498"/>
                  </a:lnTo>
                  <a:close/>
                  <a:moveTo>
                    <a:pt x="731175" y="208190"/>
                  </a:moveTo>
                  <a:lnTo>
                    <a:pt x="710666" y="215283"/>
                  </a:lnTo>
                  <a:lnTo>
                    <a:pt x="770755" y="276104"/>
                  </a:lnTo>
                  <a:close/>
                  <a:moveTo>
                    <a:pt x="770755" y="276104"/>
                  </a:moveTo>
                  <a:lnTo>
                    <a:pt x="832165" y="186678"/>
                  </a:lnTo>
                  <a:lnTo>
                    <a:pt x="731175" y="208190"/>
                  </a:lnTo>
                  <a:close/>
                  <a:moveTo>
                    <a:pt x="752838" y="113698"/>
                  </a:moveTo>
                  <a:lnTo>
                    <a:pt x="710666" y="215283"/>
                  </a:lnTo>
                  <a:lnTo>
                    <a:pt x="731175" y="208190"/>
                  </a:lnTo>
                  <a:close/>
                  <a:moveTo>
                    <a:pt x="504986" y="50852"/>
                  </a:moveTo>
                  <a:lnTo>
                    <a:pt x="538419" y="43528"/>
                  </a:lnTo>
                  <a:lnTo>
                    <a:pt x="515809" y="0"/>
                  </a:lnTo>
                  <a:close/>
                  <a:moveTo>
                    <a:pt x="1290718" y="834567"/>
                  </a:moveTo>
                  <a:lnTo>
                    <a:pt x="1343666" y="914035"/>
                  </a:lnTo>
                  <a:lnTo>
                    <a:pt x="1331545" y="823797"/>
                  </a:lnTo>
                  <a:close/>
                  <a:moveTo>
                    <a:pt x="1341607" y="921719"/>
                  </a:moveTo>
                  <a:lnTo>
                    <a:pt x="1438481" y="878346"/>
                  </a:lnTo>
                  <a:lnTo>
                    <a:pt x="1343666" y="914035"/>
                  </a:lnTo>
                  <a:close/>
                  <a:moveTo>
                    <a:pt x="1438481" y="878346"/>
                  </a:moveTo>
                  <a:lnTo>
                    <a:pt x="1442443" y="804867"/>
                  </a:lnTo>
                  <a:lnTo>
                    <a:pt x="1343666" y="914035"/>
                  </a:lnTo>
                  <a:close/>
                  <a:moveTo>
                    <a:pt x="1343666" y="914035"/>
                  </a:moveTo>
                  <a:lnTo>
                    <a:pt x="1442443" y="804867"/>
                  </a:lnTo>
                  <a:lnTo>
                    <a:pt x="1437593" y="798174"/>
                  </a:lnTo>
                  <a:close/>
                  <a:moveTo>
                    <a:pt x="1343666" y="914035"/>
                  </a:moveTo>
                  <a:lnTo>
                    <a:pt x="1437593" y="798174"/>
                  </a:lnTo>
                  <a:lnTo>
                    <a:pt x="1331545" y="823797"/>
                  </a:lnTo>
                  <a:close/>
                  <a:moveTo>
                    <a:pt x="1260631" y="752352"/>
                  </a:moveTo>
                  <a:lnTo>
                    <a:pt x="1290718" y="834567"/>
                  </a:lnTo>
                  <a:lnTo>
                    <a:pt x="1331545" y="823797"/>
                  </a:lnTo>
                  <a:close/>
                  <a:moveTo>
                    <a:pt x="1437593" y="798174"/>
                  </a:moveTo>
                  <a:lnTo>
                    <a:pt x="1469540" y="796131"/>
                  </a:lnTo>
                  <a:lnTo>
                    <a:pt x="1436820" y="783846"/>
                  </a:lnTo>
                  <a:close/>
                  <a:moveTo>
                    <a:pt x="1437593" y="798174"/>
                  </a:moveTo>
                  <a:lnTo>
                    <a:pt x="1442443" y="804867"/>
                  </a:lnTo>
                  <a:lnTo>
                    <a:pt x="1469540" y="796131"/>
                  </a:lnTo>
                  <a:close/>
                  <a:moveTo>
                    <a:pt x="740482" y="67500"/>
                  </a:moveTo>
                  <a:lnTo>
                    <a:pt x="711060" y="94632"/>
                  </a:lnTo>
                  <a:lnTo>
                    <a:pt x="770274" y="76310"/>
                  </a:lnTo>
                  <a:close/>
                  <a:moveTo>
                    <a:pt x="1861140" y="1255671"/>
                  </a:moveTo>
                  <a:lnTo>
                    <a:pt x="1841647" y="1289421"/>
                  </a:lnTo>
                  <a:lnTo>
                    <a:pt x="1892347" y="1271389"/>
                  </a:lnTo>
                  <a:close/>
                  <a:moveTo>
                    <a:pt x="1897559" y="1207206"/>
                  </a:moveTo>
                  <a:lnTo>
                    <a:pt x="1861140" y="1255671"/>
                  </a:lnTo>
                  <a:lnTo>
                    <a:pt x="1978593" y="1200953"/>
                  </a:lnTo>
                  <a:close/>
                  <a:moveTo>
                    <a:pt x="1978593" y="1200953"/>
                  </a:moveTo>
                  <a:lnTo>
                    <a:pt x="1861140" y="1255671"/>
                  </a:lnTo>
                  <a:lnTo>
                    <a:pt x="1944964" y="1250985"/>
                  </a:lnTo>
                  <a:close/>
                  <a:moveTo>
                    <a:pt x="1944964" y="1250985"/>
                  </a:moveTo>
                  <a:lnTo>
                    <a:pt x="1861140" y="1255671"/>
                  </a:lnTo>
                  <a:lnTo>
                    <a:pt x="1892347" y="1271389"/>
                  </a:lnTo>
                  <a:close/>
                  <a:moveTo>
                    <a:pt x="1940217" y="1192971"/>
                  </a:moveTo>
                  <a:lnTo>
                    <a:pt x="1978593" y="1200953"/>
                  </a:lnTo>
                  <a:lnTo>
                    <a:pt x="2026444" y="1168770"/>
                  </a:lnTo>
                  <a:close/>
                  <a:moveTo>
                    <a:pt x="1494925" y="851657"/>
                  </a:moveTo>
                  <a:lnTo>
                    <a:pt x="1469540" y="796131"/>
                  </a:lnTo>
                  <a:lnTo>
                    <a:pt x="1442443" y="804867"/>
                  </a:lnTo>
                  <a:close/>
                  <a:moveTo>
                    <a:pt x="2021055" y="1227344"/>
                  </a:moveTo>
                  <a:lnTo>
                    <a:pt x="2119816" y="1235101"/>
                  </a:lnTo>
                  <a:lnTo>
                    <a:pt x="2111282" y="1212548"/>
                  </a:lnTo>
                  <a:close/>
                  <a:moveTo>
                    <a:pt x="1978593" y="1200953"/>
                  </a:moveTo>
                  <a:lnTo>
                    <a:pt x="1944964" y="1250985"/>
                  </a:lnTo>
                  <a:lnTo>
                    <a:pt x="2021055" y="1227344"/>
                  </a:lnTo>
                  <a:close/>
                  <a:moveTo>
                    <a:pt x="2056100" y="1159352"/>
                  </a:moveTo>
                  <a:lnTo>
                    <a:pt x="2026444" y="1168770"/>
                  </a:lnTo>
                  <a:lnTo>
                    <a:pt x="2113055" y="1209825"/>
                  </a:lnTo>
                  <a:close/>
                  <a:moveTo>
                    <a:pt x="2026444" y="1168770"/>
                  </a:moveTo>
                  <a:lnTo>
                    <a:pt x="1978593" y="1200953"/>
                  </a:lnTo>
                  <a:lnTo>
                    <a:pt x="2113055" y="1209825"/>
                  </a:lnTo>
                  <a:close/>
                  <a:moveTo>
                    <a:pt x="2113055" y="1209825"/>
                  </a:moveTo>
                  <a:lnTo>
                    <a:pt x="1978593" y="1200953"/>
                  </a:lnTo>
                  <a:lnTo>
                    <a:pt x="2111282" y="1212548"/>
                  </a:lnTo>
                  <a:close/>
                  <a:moveTo>
                    <a:pt x="2111282" y="1212548"/>
                  </a:moveTo>
                  <a:lnTo>
                    <a:pt x="1978593" y="1200953"/>
                  </a:lnTo>
                  <a:lnTo>
                    <a:pt x="2021055" y="1227344"/>
                  </a:lnTo>
                  <a:close/>
                  <a:moveTo>
                    <a:pt x="2113055" y="1209825"/>
                  </a:moveTo>
                  <a:lnTo>
                    <a:pt x="2123910" y="1212548"/>
                  </a:lnTo>
                  <a:lnTo>
                    <a:pt x="2056100" y="1159352"/>
                  </a:lnTo>
                  <a:close/>
                  <a:moveTo>
                    <a:pt x="2111282" y="1212548"/>
                  </a:moveTo>
                  <a:lnTo>
                    <a:pt x="2119816" y="1235101"/>
                  </a:lnTo>
                  <a:lnTo>
                    <a:pt x="2115187" y="1211408"/>
                  </a:lnTo>
                  <a:close/>
                  <a:moveTo>
                    <a:pt x="2113055" y="1209825"/>
                  </a:moveTo>
                  <a:lnTo>
                    <a:pt x="2111282" y="1212548"/>
                  </a:lnTo>
                  <a:lnTo>
                    <a:pt x="2115187" y="1211408"/>
                  </a:lnTo>
                  <a:close/>
                  <a:moveTo>
                    <a:pt x="2115187" y="1211408"/>
                  </a:moveTo>
                  <a:lnTo>
                    <a:pt x="2119816" y="1235101"/>
                  </a:lnTo>
                  <a:lnTo>
                    <a:pt x="2123910" y="1212548"/>
                  </a:lnTo>
                  <a:close/>
                  <a:moveTo>
                    <a:pt x="2115187" y="1211408"/>
                  </a:moveTo>
                  <a:lnTo>
                    <a:pt x="2123910" y="1212548"/>
                  </a:lnTo>
                  <a:lnTo>
                    <a:pt x="2113055" y="1209825"/>
                  </a:lnTo>
                  <a:close/>
                </a:path>
              </a:pathLst>
            </a:custGeom>
            <a:solidFill>
              <a:srgbClr val="E8ECEF"/>
            </a:solidFill>
            <a:ln w="1524">
              <a:solidFill>
                <a:srgbClr val="E8ECEF"/>
              </a:solidFill>
            </a:ln>
          </p:spPr>
        </p:sp>
        <p:sp>
          <p:nvSpPr>
            <p:cNvPr id="2062" name="Candidate_density__2061">
              <a:extLst>
                <a:ext uri="{FF2B5EF4-FFF2-40B4-BE49-F238E27FC236}">
                  <a16:creationId xmlns:a16="http://schemas.microsoft.com/office/drawing/2014/main" id="{0043EBB1-E62A-6500-5FE8-9F47401682B7}"/>
                </a:ext>
              </a:extLst>
            </p:cNvPr>
            <p:cNvSpPr>
              <a:spLocks noGrp="1"/>
            </p:cNvSpPr>
            <p:nvPr/>
          </p:nvSpPr>
          <p:spPr>
            <a:xfrm>
              <a:off x="4491611" y="2277833"/>
              <a:ext cx="2265152" cy="3076939"/>
            </a:xfrm>
            <a:custGeom>
              <a:avLst/>
              <a:gdLst/>
              <a:ahLst/>
              <a:cxnLst/>
              <a:rect l="0" t="0" r="0" b="0"/>
              <a:pathLst>
                <a:path w="2265152" h="3076939">
                  <a:moveTo>
                    <a:pt x="9466" y="2562393"/>
                  </a:moveTo>
                  <a:lnTo>
                    <a:pt x="5694" y="2600829"/>
                  </a:lnTo>
                  <a:lnTo>
                    <a:pt x="91699" y="2644608"/>
                  </a:lnTo>
                  <a:close/>
                  <a:moveTo>
                    <a:pt x="274396" y="2761096"/>
                  </a:moveTo>
                  <a:lnTo>
                    <a:pt x="401385" y="2742025"/>
                  </a:lnTo>
                  <a:lnTo>
                    <a:pt x="321512" y="2722051"/>
                  </a:lnTo>
                  <a:close/>
                  <a:moveTo>
                    <a:pt x="107360" y="2606172"/>
                  </a:moveTo>
                  <a:lnTo>
                    <a:pt x="91699" y="2644608"/>
                  </a:lnTo>
                  <a:lnTo>
                    <a:pt x="96293" y="2652508"/>
                  </a:lnTo>
                  <a:close/>
                  <a:moveTo>
                    <a:pt x="551947" y="3026293"/>
                  </a:moveTo>
                  <a:lnTo>
                    <a:pt x="650838" y="2978811"/>
                  </a:lnTo>
                  <a:lnTo>
                    <a:pt x="562749" y="3006498"/>
                  </a:lnTo>
                  <a:close/>
                  <a:moveTo>
                    <a:pt x="674712" y="2991431"/>
                  </a:moveTo>
                  <a:lnTo>
                    <a:pt x="650838" y="2978811"/>
                  </a:lnTo>
                  <a:lnTo>
                    <a:pt x="551947" y="3026293"/>
                  </a:lnTo>
                  <a:close/>
                  <a:moveTo>
                    <a:pt x="635009" y="3058190"/>
                  </a:moveTo>
                  <a:lnTo>
                    <a:pt x="674712" y="2991431"/>
                  </a:lnTo>
                  <a:lnTo>
                    <a:pt x="551947" y="3026293"/>
                  </a:lnTo>
                  <a:close/>
                  <a:moveTo>
                    <a:pt x="714554" y="3076939"/>
                  </a:moveTo>
                  <a:lnTo>
                    <a:pt x="743577" y="2980673"/>
                  </a:lnTo>
                  <a:lnTo>
                    <a:pt x="674712" y="2991431"/>
                  </a:lnTo>
                  <a:close/>
                  <a:moveTo>
                    <a:pt x="635009" y="3058190"/>
                  </a:moveTo>
                  <a:lnTo>
                    <a:pt x="714554" y="3076939"/>
                  </a:lnTo>
                  <a:lnTo>
                    <a:pt x="674712" y="2991431"/>
                  </a:lnTo>
                  <a:close/>
                  <a:moveTo>
                    <a:pt x="743577" y="2980673"/>
                  </a:moveTo>
                  <a:lnTo>
                    <a:pt x="693806" y="2921044"/>
                  </a:lnTo>
                  <a:lnTo>
                    <a:pt x="725667" y="2978811"/>
                  </a:lnTo>
                  <a:close/>
                  <a:moveTo>
                    <a:pt x="693806" y="2921044"/>
                  </a:moveTo>
                  <a:lnTo>
                    <a:pt x="680361" y="2896595"/>
                  </a:lnTo>
                  <a:lnTo>
                    <a:pt x="725667" y="2978811"/>
                  </a:lnTo>
                  <a:close/>
                  <a:moveTo>
                    <a:pt x="420454" y="2661222"/>
                  </a:moveTo>
                  <a:lnTo>
                    <a:pt x="401385" y="2742025"/>
                  </a:lnTo>
                  <a:lnTo>
                    <a:pt x="488392" y="2766672"/>
                  </a:lnTo>
                  <a:close/>
                  <a:moveTo>
                    <a:pt x="420454" y="2661222"/>
                  </a:moveTo>
                  <a:lnTo>
                    <a:pt x="321512" y="2722051"/>
                  </a:lnTo>
                  <a:lnTo>
                    <a:pt x="401385" y="2742025"/>
                  </a:lnTo>
                  <a:close/>
                  <a:moveTo>
                    <a:pt x="420454" y="2661222"/>
                  </a:moveTo>
                  <a:lnTo>
                    <a:pt x="341311" y="2664971"/>
                  </a:lnTo>
                  <a:lnTo>
                    <a:pt x="321512" y="2722051"/>
                  </a:lnTo>
                  <a:close/>
                  <a:moveTo>
                    <a:pt x="667728" y="2881652"/>
                  </a:moveTo>
                  <a:lnTo>
                    <a:pt x="725667" y="2978811"/>
                  </a:lnTo>
                  <a:lnTo>
                    <a:pt x="680361" y="2896595"/>
                  </a:lnTo>
                  <a:close/>
                  <a:moveTo>
                    <a:pt x="667728" y="2881652"/>
                  </a:moveTo>
                  <a:lnTo>
                    <a:pt x="679247" y="2972380"/>
                  </a:lnTo>
                  <a:lnTo>
                    <a:pt x="725667" y="2978811"/>
                  </a:lnTo>
                  <a:close/>
                  <a:moveTo>
                    <a:pt x="667728" y="2881652"/>
                  </a:moveTo>
                  <a:lnTo>
                    <a:pt x="680361" y="2896595"/>
                  </a:lnTo>
                  <a:lnTo>
                    <a:pt x="640080" y="2861946"/>
                  </a:lnTo>
                  <a:close/>
                  <a:moveTo>
                    <a:pt x="338243" y="2267096"/>
                  </a:moveTo>
                  <a:lnTo>
                    <a:pt x="410994" y="2347545"/>
                  </a:lnTo>
                  <a:lnTo>
                    <a:pt x="430144" y="2252974"/>
                  </a:lnTo>
                  <a:close/>
                  <a:moveTo>
                    <a:pt x="418780" y="2326432"/>
                  </a:moveTo>
                  <a:lnTo>
                    <a:pt x="410994" y="2347545"/>
                  </a:lnTo>
                  <a:lnTo>
                    <a:pt x="338243" y="2267096"/>
                  </a:lnTo>
                  <a:close/>
                  <a:moveTo>
                    <a:pt x="485302" y="2268724"/>
                  </a:moveTo>
                  <a:lnTo>
                    <a:pt x="430144" y="2252974"/>
                  </a:lnTo>
                  <a:lnTo>
                    <a:pt x="410994" y="2347545"/>
                  </a:lnTo>
                  <a:close/>
                  <a:moveTo>
                    <a:pt x="601483" y="2287234"/>
                  </a:moveTo>
                  <a:lnTo>
                    <a:pt x="560738" y="2207396"/>
                  </a:lnTo>
                  <a:lnTo>
                    <a:pt x="548738" y="2244217"/>
                  </a:lnTo>
                  <a:close/>
                  <a:moveTo>
                    <a:pt x="563588" y="2209008"/>
                  </a:moveTo>
                  <a:lnTo>
                    <a:pt x="560738" y="2207396"/>
                  </a:lnTo>
                  <a:lnTo>
                    <a:pt x="601483" y="2287234"/>
                  </a:lnTo>
                  <a:close/>
                  <a:moveTo>
                    <a:pt x="386406" y="2162002"/>
                  </a:moveTo>
                  <a:lnTo>
                    <a:pt x="427766" y="2195048"/>
                  </a:lnTo>
                  <a:lnTo>
                    <a:pt x="360393" y="2148996"/>
                  </a:lnTo>
                  <a:close/>
                  <a:moveTo>
                    <a:pt x="386406" y="2162002"/>
                  </a:moveTo>
                  <a:lnTo>
                    <a:pt x="360393" y="2148996"/>
                  </a:lnTo>
                  <a:lnTo>
                    <a:pt x="322763" y="2079497"/>
                  </a:lnTo>
                  <a:close/>
                  <a:moveTo>
                    <a:pt x="742700" y="2180649"/>
                  </a:moveTo>
                  <a:lnTo>
                    <a:pt x="730398" y="2090557"/>
                  </a:lnTo>
                  <a:lnTo>
                    <a:pt x="718164" y="2167344"/>
                  </a:lnTo>
                  <a:close/>
                  <a:moveTo>
                    <a:pt x="730398" y="2090557"/>
                  </a:moveTo>
                  <a:lnTo>
                    <a:pt x="717888" y="2085129"/>
                  </a:lnTo>
                  <a:lnTo>
                    <a:pt x="718164" y="2167344"/>
                  </a:lnTo>
                  <a:close/>
                  <a:moveTo>
                    <a:pt x="557289" y="2010016"/>
                  </a:moveTo>
                  <a:lnTo>
                    <a:pt x="638437" y="1994997"/>
                  </a:lnTo>
                  <a:lnTo>
                    <a:pt x="571703" y="1958797"/>
                  </a:lnTo>
                  <a:close/>
                  <a:moveTo>
                    <a:pt x="647972" y="2002914"/>
                  </a:moveTo>
                  <a:lnTo>
                    <a:pt x="571703" y="1958797"/>
                  </a:lnTo>
                  <a:lnTo>
                    <a:pt x="638437" y="1994997"/>
                  </a:lnTo>
                  <a:close/>
                  <a:moveTo>
                    <a:pt x="691949" y="2061224"/>
                  </a:moveTo>
                  <a:lnTo>
                    <a:pt x="718164" y="2167344"/>
                  </a:lnTo>
                  <a:lnTo>
                    <a:pt x="717888" y="2085129"/>
                  </a:lnTo>
                  <a:close/>
                  <a:moveTo>
                    <a:pt x="646726" y="1997897"/>
                  </a:moveTo>
                  <a:lnTo>
                    <a:pt x="717888" y="2085129"/>
                  </a:lnTo>
                  <a:lnTo>
                    <a:pt x="647972" y="2002914"/>
                  </a:lnTo>
                  <a:close/>
                  <a:moveTo>
                    <a:pt x="646726" y="1997897"/>
                  </a:moveTo>
                  <a:lnTo>
                    <a:pt x="691949" y="2061224"/>
                  </a:lnTo>
                  <a:lnTo>
                    <a:pt x="717888" y="2085129"/>
                  </a:lnTo>
                  <a:close/>
                  <a:moveTo>
                    <a:pt x="445406" y="1640014"/>
                  </a:moveTo>
                  <a:lnTo>
                    <a:pt x="484379" y="1697656"/>
                  </a:lnTo>
                  <a:lnTo>
                    <a:pt x="514579" y="1744461"/>
                  </a:lnTo>
                  <a:close/>
                  <a:moveTo>
                    <a:pt x="408342" y="1570054"/>
                  </a:moveTo>
                  <a:lnTo>
                    <a:pt x="389606" y="1621971"/>
                  </a:lnTo>
                  <a:lnTo>
                    <a:pt x="467301" y="1674053"/>
                  </a:lnTo>
                  <a:close/>
                  <a:moveTo>
                    <a:pt x="1321099" y="2229803"/>
                  </a:moveTo>
                  <a:lnTo>
                    <a:pt x="1302680" y="2228539"/>
                  </a:lnTo>
                  <a:lnTo>
                    <a:pt x="1399444" y="2298680"/>
                  </a:lnTo>
                  <a:close/>
                  <a:moveTo>
                    <a:pt x="1399444" y="2298680"/>
                  </a:moveTo>
                  <a:lnTo>
                    <a:pt x="1302680" y="2228539"/>
                  </a:lnTo>
                  <a:lnTo>
                    <a:pt x="1294813" y="2254901"/>
                  </a:lnTo>
                  <a:close/>
                  <a:moveTo>
                    <a:pt x="1168507" y="2076843"/>
                  </a:moveTo>
                  <a:lnTo>
                    <a:pt x="1227938" y="2134250"/>
                  </a:lnTo>
                  <a:lnTo>
                    <a:pt x="1217482" y="2121051"/>
                  </a:lnTo>
                  <a:close/>
                  <a:moveTo>
                    <a:pt x="1168507" y="2076843"/>
                  </a:moveTo>
                  <a:lnTo>
                    <a:pt x="1250645" y="2170750"/>
                  </a:lnTo>
                  <a:lnTo>
                    <a:pt x="1227938" y="2134250"/>
                  </a:lnTo>
                  <a:close/>
                  <a:moveTo>
                    <a:pt x="498627" y="1229884"/>
                  </a:moveTo>
                  <a:lnTo>
                    <a:pt x="437873" y="1156827"/>
                  </a:lnTo>
                  <a:lnTo>
                    <a:pt x="388237" y="1186447"/>
                  </a:lnTo>
                  <a:close/>
                  <a:moveTo>
                    <a:pt x="379105" y="1186105"/>
                  </a:moveTo>
                  <a:lnTo>
                    <a:pt x="433533" y="1140600"/>
                  </a:lnTo>
                  <a:lnTo>
                    <a:pt x="337352" y="1066714"/>
                  </a:lnTo>
                  <a:close/>
                  <a:moveTo>
                    <a:pt x="358438" y="1075033"/>
                  </a:moveTo>
                  <a:lnTo>
                    <a:pt x="337352" y="1066714"/>
                  </a:lnTo>
                  <a:lnTo>
                    <a:pt x="383867" y="1089491"/>
                  </a:lnTo>
                  <a:close/>
                  <a:moveTo>
                    <a:pt x="1305310" y="2216465"/>
                  </a:moveTo>
                  <a:lnTo>
                    <a:pt x="1302680" y="2228539"/>
                  </a:lnTo>
                  <a:lnTo>
                    <a:pt x="1321099" y="2229803"/>
                  </a:lnTo>
                  <a:close/>
                  <a:moveTo>
                    <a:pt x="1305310" y="2216465"/>
                  </a:moveTo>
                  <a:lnTo>
                    <a:pt x="1250645" y="2170750"/>
                  </a:lnTo>
                  <a:lnTo>
                    <a:pt x="1302680" y="2228539"/>
                  </a:lnTo>
                  <a:close/>
                  <a:moveTo>
                    <a:pt x="1305310" y="2216465"/>
                  </a:moveTo>
                  <a:lnTo>
                    <a:pt x="1227938" y="2134250"/>
                  </a:lnTo>
                  <a:lnTo>
                    <a:pt x="1250645" y="2170750"/>
                  </a:lnTo>
                  <a:close/>
                  <a:moveTo>
                    <a:pt x="1143839" y="2052035"/>
                  </a:moveTo>
                  <a:lnTo>
                    <a:pt x="1168507" y="2076843"/>
                  </a:lnTo>
                  <a:lnTo>
                    <a:pt x="1217482" y="2121051"/>
                  </a:lnTo>
                  <a:close/>
                  <a:moveTo>
                    <a:pt x="1779191" y="2589104"/>
                  </a:moveTo>
                  <a:lnTo>
                    <a:pt x="1814845" y="2682548"/>
                  </a:lnTo>
                  <a:lnTo>
                    <a:pt x="1865446" y="2656535"/>
                  </a:lnTo>
                  <a:close/>
                  <a:moveTo>
                    <a:pt x="1779191" y="2589104"/>
                  </a:moveTo>
                  <a:lnTo>
                    <a:pt x="1771803" y="2627540"/>
                  </a:lnTo>
                  <a:lnTo>
                    <a:pt x="1814845" y="2682548"/>
                  </a:lnTo>
                  <a:close/>
                  <a:moveTo>
                    <a:pt x="1638229" y="2364324"/>
                  </a:moveTo>
                  <a:lnTo>
                    <a:pt x="1607549" y="2342459"/>
                  </a:lnTo>
                  <a:lnTo>
                    <a:pt x="1512235" y="2387112"/>
                  </a:lnTo>
                  <a:close/>
                  <a:moveTo>
                    <a:pt x="1585887" y="2383826"/>
                  </a:moveTo>
                  <a:lnTo>
                    <a:pt x="1638229" y="2364324"/>
                  </a:lnTo>
                  <a:lnTo>
                    <a:pt x="1512235" y="2387112"/>
                  </a:lnTo>
                  <a:close/>
                  <a:moveTo>
                    <a:pt x="1517862" y="2374969"/>
                  </a:moveTo>
                  <a:lnTo>
                    <a:pt x="1607549" y="2342459"/>
                  </a:lnTo>
                  <a:lnTo>
                    <a:pt x="1627885" y="2325648"/>
                  </a:lnTo>
                  <a:close/>
                  <a:moveTo>
                    <a:pt x="1321099" y="2229803"/>
                  </a:moveTo>
                  <a:lnTo>
                    <a:pt x="1399444" y="2298680"/>
                  </a:lnTo>
                  <a:lnTo>
                    <a:pt x="1367518" y="2188152"/>
                  </a:lnTo>
                  <a:close/>
                  <a:moveTo>
                    <a:pt x="1435372" y="2181255"/>
                  </a:moveTo>
                  <a:lnTo>
                    <a:pt x="1399444" y="2298680"/>
                  </a:lnTo>
                  <a:lnTo>
                    <a:pt x="1428621" y="2286836"/>
                  </a:lnTo>
                  <a:close/>
                  <a:moveTo>
                    <a:pt x="1227938" y="2134250"/>
                  </a:moveTo>
                  <a:lnTo>
                    <a:pt x="1325307" y="2095813"/>
                  </a:lnTo>
                  <a:lnTo>
                    <a:pt x="1217482" y="2121051"/>
                  </a:lnTo>
                  <a:close/>
                  <a:moveTo>
                    <a:pt x="1407914" y="2103486"/>
                  </a:moveTo>
                  <a:lnTo>
                    <a:pt x="1362628" y="2040210"/>
                  </a:lnTo>
                  <a:lnTo>
                    <a:pt x="1364724" y="2095813"/>
                  </a:lnTo>
                  <a:close/>
                  <a:moveTo>
                    <a:pt x="1362628" y="2040210"/>
                  </a:moveTo>
                  <a:lnTo>
                    <a:pt x="1341842" y="2013598"/>
                  </a:lnTo>
                  <a:lnTo>
                    <a:pt x="1364724" y="2095813"/>
                  </a:lnTo>
                  <a:close/>
                  <a:moveTo>
                    <a:pt x="1690267" y="2424674"/>
                  </a:moveTo>
                  <a:lnTo>
                    <a:pt x="1702527" y="2386237"/>
                  </a:lnTo>
                  <a:lnTo>
                    <a:pt x="1638229" y="2364324"/>
                  </a:lnTo>
                  <a:close/>
                  <a:moveTo>
                    <a:pt x="1638229" y="2364324"/>
                  </a:moveTo>
                  <a:lnTo>
                    <a:pt x="1582860" y="2322126"/>
                  </a:lnTo>
                  <a:lnTo>
                    <a:pt x="1607549" y="2342459"/>
                  </a:lnTo>
                  <a:close/>
                  <a:moveTo>
                    <a:pt x="803229" y="1330701"/>
                  </a:moveTo>
                  <a:lnTo>
                    <a:pt x="845227" y="1355877"/>
                  </a:lnTo>
                  <a:lnTo>
                    <a:pt x="759935" y="1309786"/>
                  </a:lnTo>
                  <a:close/>
                  <a:moveTo>
                    <a:pt x="832635" y="1167203"/>
                  </a:moveTo>
                  <a:lnTo>
                    <a:pt x="873188" y="1235226"/>
                  </a:lnTo>
                  <a:lnTo>
                    <a:pt x="871243" y="1232091"/>
                  </a:lnTo>
                  <a:close/>
                  <a:moveTo>
                    <a:pt x="5763" y="253685"/>
                  </a:moveTo>
                  <a:lnTo>
                    <a:pt x="0" y="203919"/>
                  </a:lnTo>
                  <a:lnTo>
                    <a:pt x="31584" y="193192"/>
                  </a:lnTo>
                  <a:close/>
                  <a:moveTo>
                    <a:pt x="52720" y="276101"/>
                  </a:moveTo>
                  <a:lnTo>
                    <a:pt x="5763" y="253685"/>
                  </a:lnTo>
                  <a:lnTo>
                    <a:pt x="31584" y="193192"/>
                  </a:lnTo>
                  <a:close/>
                  <a:moveTo>
                    <a:pt x="1990890" y="2533050"/>
                  </a:moveTo>
                  <a:lnTo>
                    <a:pt x="1985292" y="2610757"/>
                  </a:lnTo>
                  <a:lnTo>
                    <a:pt x="2001685" y="2550667"/>
                  </a:lnTo>
                  <a:close/>
                  <a:moveTo>
                    <a:pt x="1949510" y="2466599"/>
                  </a:moveTo>
                  <a:lnTo>
                    <a:pt x="2001685" y="2550667"/>
                  </a:lnTo>
                  <a:lnTo>
                    <a:pt x="1952497" y="2468452"/>
                  </a:lnTo>
                  <a:close/>
                  <a:moveTo>
                    <a:pt x="1863639" y="2375726"/>
                  </a:moveTo>
                  <a:lnTo>
                    <a:pt x="1945431" y="2461725"/>
                  </a:lnTo>
                  <a:lnTo>
                    <a:pt x="1890475" y="2386237"/>
                  </a:lnTo>
                  <a:close/>
                  <a:moveTo>
                    <a:pt x="1778772" y="2284038"/>
                  </a:moveTo>
                  <a:lnTo>
                    <a:pt x="1839281" y="2343505"/>
                  </a:lnTo>
                  <a:lnTo>
                    <a:pt x="1810232" y="2304022"/>
                  </a:lnTo>
                  <a:close/>
                  <a:moveTo>
                    <a:pt x="1863639" y="2375726"/>
                  </a:moveTo>
                  <a:lnTo>
                    <a:pt x="1839281" y="2343505"/>
                  </a:lnTo>
                  <a:lnTo>
                    <a:pt x="1778772" y="2284038"/>
                  </a:lnTo>
                  <a:close/>
                  <a:moveTo>
                    <a:pt x="1863639" y="2375726"/>
                  </a:moveTo>
                  <a:lnTo>
                    <a:pt x="1890475" y="2386237"/>
                  </a:lnTo>
                  <a:lnTo>
                    <a:pt x="1839281" y="2343505"/>
                  </a:lnTo>
                  <a:close/>
                  <a:moveTo>
                    <a:pt x="1597830" y="1998075"/>
                  </a:moveTo>
                  <a:lnTo>
                    <a:pt x="1548264" y="1949883"/>
                  </a:lnTo>
                  <a:lnTo>
                    <a:pt x="1559920" y="1975162"/>
                  </a:lnTo>
                  <a:close/>
                  <a:moveTo>
                    <a:pt x="1548264" y="1949883"/>
                  </a:moveTo>
                  <a:lnTo>
                    <a:pt x="1546059" y="1867969"/>
                  </a:lnTo>
                  <a:lnTo>
                    <a:pt x="1559920" y="1975162"/>
                  </a:lnTo>
                  <a:close/>
                  <a:moveTo>
                    <a:pt x="1559920" y="1975162"/>
                  </a:moveTo>
                  <a:lnTo>
                    <a:pt x="1546059" y="1867969"/>
                  </a:lnTo>
                  <a:lnTo>
                    <a:pt x="1548415" y="1854510"/>
                  </a:lnTo>
                  <a:close/>
                  <a:moveTo>
                    <a:pt x="1472333" y="1772295"/>
                  </a:moveTo>
                  <a:lnTo>
                    <a:pt x="1445005" y="1810731"/>
                  </a:lnTo>
                  <a:lnTo>
                    <a:pt x="1488784" y="1869029"/>
                  </a:lnTo>
                  <a:close/>
                  <a:moveTo>
                    <a:pt x="981964" y="1279004"/>
                  </a:moveTo>
                  <a:lnTo>
                    <a:pt x="873188" y="1235226"/>
                  </a:lnTo>
                  <a:lnTo>
                    <a:pt x="940009" y="1317440"/>
                  </a:lnTo>
                  <a:close/>
                  <a:moveTo>
                    <a:pt x="813076" y="1153011"/>
                  </a:moveTo>
                  <a:lnTo>
                    <a:pt x="871243" y="1232091"/>
                  </a:lnTo>
                  <a:lnTo>
                    <a:pt x="898619" y="1196789"/>
                  </a:lnTo>
                  <a:close/>
                  <a:moveTo>
                    <a:pt x="155479" y="330859"/>
                  </a:moveTo>
                  <a:lnTo>
                    <a:pt x="207074" y="211207"/>
                  </a:lnTo>
                  <a:lnTo>
                    <a:pt x="202426" y="210208"/>
                  </a:lnTo>
                  <a:close/>
                  <a:moveTo>
                    <a:pt x="202426" y="210208"/>
                  </a:moveTo>
                  <a:lnTo>
                    <a:pt x="210009" y="216591"/>
                  </a:lnTo>
                  <a:lnTo>
                    <a:pt x="155479" y="330859"/>
                  </a:lnTo>
                  <a:close/>
                  <a:moveTo>
                    <a:pt x="176974" y="135585"/>
                  </a:moveTo>
                  <a:lnTo>
                    <a:pt x="155897" y="52628"/>
                  </a:lnTo>
                  <a:lnTo>
                    <a:pt x="141315" y="127993"/>
                  </a:lnTo>
                  <a:close/>
                  <a:moveTo>
                    <a:pt x="1546059" y="1867969"/>
                  </a:moveTo>
                  <a:lnTo>
                    <a:pt x="1548264" y="1949883"/>
                  </a:lnTo>
                  <a:lnTo>
                    <a:pt x="1543979" y="1936726"/>
                  </a:lnTo>
                  <a:close/>
                  <a:moveTo>
                    <a:pt x="2165112" y="2391579"/>
                  </a:moveTo>
                  <a:lnTo>
                    <a:pt x="2163452" y="2504350"/>
                  </a:lnTo>
                  <a:lnTo>
                    <a:pt x="2202817" y="2436328"/>
                  </a:lnTo>
                  <a:close/>
                  <a:moveTo>
                    <a:pt x="2165112" y="2391579"/>
                  </a:moveTo>
                  <a:lnTo>
                    <a:pt x="2090474" y="2430016"/>
                  </a:lnTo>
                  <a:lnTo>
                    <a:pt x="2163452" y="2504350"/>
                  </a:lnTo>
                  <a:close/>
                  <a:moveTo>
                    <a:pt x="1548415" y="1854510"/>
                  </a:moveTo>
                  <a:lnTo>
                    <a:pt x="1546059" y="1867969"/>
                  </a:lnTo>
                  <a:lnTo>
                    <a:pt x="1545879" y="1851731"/>
                  </a:lnTo>
                  <a:close/>
                  <a:moveTo>
                    <a:pt x="1485197" y="1740379"/>
                  </a:moveTo>
                  <a:lnTo>
                    <a:pt x="1541325" y="1850268"/>
                  </a:lnTo>
                  <a:lnTo>
                    <a:pt x="1545879" y="1851731"/>
                  </a:lnTo>
                  <a:close/>
                  <a:moveTo>
                    <a:pt x="1579157" y="1733859"/>
                  </a:moveTo>
                  <a:lnTo>
                    <a:pt x="1611836" y="1758608"/>
                  </a:lnTo>
                  <a:lnTo>
                    <a:pt x="1534546" y="1660759"/>
                  </a:lnTo>
                  <a:close/>
                  <a:moveTo>
                    <a:pt x="467892" y="539068"/>
                  </a:moveTo>
                  <a:lnTo>
                    <a:pt x="564443" y="490589"/>
                  </a:lnTo>
                  <a:lnTo>
                    <a:pt x="461467" y="425850"/>
                  </a:lnTo>
                  <a:close/>
                  <a:moveTo>
                    <a:pt x="497722" y="356875"/>
                  </a:moveTo>
                  <a:lnTo>
                    <a:pt x="461467" y="425850"/>
                  </a:lnTo>
                  <a:lnTo>
                    <a:pt x="519111" y="439578"/>
                  </a:lnTo>
                  <a:close/>
                  <a:moveTo>
                    <a:pt x="123222" y="118692"/>
                  </a:moveTo>
                  <a:lnTo>
                    <a:pt x="202426" y="210208"/>
                  </a:lnTo>
                  <a:lnTo>
                    <a:pt x="141315" y="127993"/>
                  </a:lnTo>
                  <a:close/>
                  <a:moveTo>
                    <a:pt x="2203335" y="2281337"/>
                  </a:moveTo>
                  <a:lnTo>
                    <a:pt x="2139509" y="2272633"/>
                  </a:lnTo>
                  <a:lnTo>
                    <a:pt x="2211999" y="2374385"/>
                  </a:lnTo>
                  <a:close/>
                  <a:moveTo>
                    <a:pt x="2211999" y="2374385"/>
                  </a:moveTo>
                  <a:lnTo>
                    <a:pt x="2202817" y="2436328"/>
                  </a:lnTo>
                  <a:lnTo>
                    <a:pt x="2236608" y="2391579"/>
                  </a:lnTo>
                  <a:close/>
                  <a:moveTo>
                    <a:pt x="2211999" y="2374385"/>
                  </a:moveTo>
                  <a:lnTo>
                    <a:pt x="2236608" y="2391579"/>
                  </a:lnTo>
                  <a:lnTo>
                    <a:pt x="2265152" y="2291672"/>
                  </a:lnTo>
                  <a:close/>
                  <a:moveTo>
                    <a:pt x="2203335" y="2281337"/>
                  </a:moveTo>
                  <a:lnTo>
                    <a:pt x="2211999" y="2374385"/>
                  </a:lnTo>
                  <a:lnTo>
                    <a:pt x="2265152" y="2291672"/>
                  </a:lnTo>
                  <a:close/>
                  <a:moveTo>
                    <a:pt x="2203335" y="2281337"/>
                  </a:moveTo>
                  <a:lnTo>
                    <a:pt x="2201873" y="2217595"/>
                  </a:lnTo>
                  <a:lnTo>
                    <a:pt x="2141065" y="2268903"/>
                  </a:lnTo>
                  <a:close/>
                  <a:moveTo>
                    <a:pt x="1986221" y="2106498"/>
                  </a:moveTo>
                  <a:lnTo>
                    <a:pt x="1968892" y="2119039"/>
                  </a:lnTo>
                  <a:lnTo>
                    <a:pt x="1956045" y="2144934"/>
                  </a:lnTo>
                  <a:close/>
                  <a:moveTo>
                    <a:pt x="1702969" y="1682109"/>
                  </a:moveTo>
                  <a:lnTo>
                    <a:pt x="1834009" y="1678187"/>
                  </a:lnTo>
                  <a:lnTo>
                    <a:pt x="1762690" y="1690195"/>
                  </a:lnTo>
                  <a:close/>
                  <a:moveTo>
                    <a:pt x="1651193" y="1551984"/>
                  </a:moveTo>
                  <a:lnTo>
                    <a:pt x="1628134" y="1545174"/>
                  </a:lnTo>
                  <a:lnTo>
                    <a:pt x="1706229" y="1613207"/>
                  </a:lnTo>
                  <a:close/>
                  <a:moveTo>
                    <a:pt x="1706229" y="1613207"/>
                  </a:moveTo>
                  <a:lnTo>
                    <a:pt x="1628134" y="1545174"/>
                  </a:lnTo>
                  <a:lnTo>
                    <a:pt x="1627997" y="1569429"/>
                  </a:lnTo>
                  <a:close/>
                  <a:moveTo>
                    <a:pt x="1482128" y="1542690"/>
                  </a:moveTo>
                  <a:lnTo>
                    <a:pt x="1502101" y="1569429"/>
                  </a:lnTo>
                  <a:lnTo>
                    <a:pt x="1547135" y="1450341"/>
                  </a:lnTo>
                  <a:close/>
                  <a:moveTo>
                    <a:pt x="1547135" y="1450341"/>
                  </a:moveTo>
                  <a:lnTo>
                    <a:pt x="1548431" y="1446432"/>
                  </a:lnTo>
                  <a:lnTo>
                    <a:pt x="1472757" y="1442157"/>
                  </a:lnTo>
                  <a:close/>
                  <a:moveTo>
                    <a:pt x="1550720" y="1448777"/>
                  </a:moveTo>
                  <a:lnTo>
                    <a:pt x="1628134" y="1545174"/>
                  </a:lnTo>
                  <a:lnTo>
                    <a:pt x="1597203" y="1530992"/>
                  </a:lnTo>
                  <a:close/>
                  <a:moveTo>
                    <a:pt x="1550720" y="1448777"/>
                  </a:moveTo>
                  <a:lnTo>
                    <a:pt x="1547135" y="1450341"/>
                  </a:lnTo>
                  <a:lnTo>
                    <a:pt x="1512789" y="1528375"/>
                  </a:lnTo>
                  <a:close/>
                  <a:moveTo>
                    <a:pt x="1306706" y="1224344"/>
                  </a:moveTo>
                  <a:lnTo>
                    <a:pt x="1218531" y="1158353"/>
                  </a:lnTo>
                  <a:lnTo>
                    <a:pt x="1244365" y="1145551"/>
                  </a:lnTo>
                  <a:close/>
                  <a:moveTo>
                    <a:pt x="1077320" y="989370"/>
                  </a:moveTo>
                  <a:lnTo>
                    <a:pt x="1008282" y="1035397"/>
                  </a:lnTo>
                  <a:lnTo>
                    <a:pt x="1075238" y="1007074"/>
                  </a:lnTo>
                  <a:close/>
                  <a:moveTo>
                    <a:pt x="1011434" y="982343"/>
                  </a:moveTo>
                  <a:lnTo>
                    <a:pt x="1077320" y="989370"/>
                  </a:lnTo>
                  <a:lnTo>
                    <a:pt x="1022989" y="875180"/>
                  </a:lnTo>
                  <a:close/>
                  <a:moveTo>
                    <a:pt x="1077320" y="989370"/>
                  </a:moveTo>
                  <a:lnTo>
                    <a:pt x="1101550" y="890249"/>
                  </a:lnTo>
                  <a:lnTo>
                    <a:pt x="1022989" y="875180"/>
                  </a:lnTo>
                  <a:close/>
                  <a:moveTo>
                    <a:pt x="1077320" y="989370"/>
                  </a:moveTo>
                  <a:lnTo>
                    <a:pt x="1125992" y="918177"/>
                  </a:lnTo>
                  <a:lnTo>
                    <a:pt x="1113851" y="873271"/>
                  </a:lnTo>
                  <a:close/>
                  <a:moveTo>
                    <a:pt x="1101550" y="890249"/>
                  </a:moveTo>
                  <a:lnTo>
                    <a:pt x="1077320" y="989370"/>
                  </a:lnTo>
                  <a:lnTo>
                    <a:pt x="1113851" y="873271"/>
                  </a:lnTo>
                  <a:close/>
                  <a:moveTo>
                    <a:pt x="709407" y="545648"/>
                  </a:moveTo>
                  <a:lnTo>
                    <a:pt x="768693" y="558041"/>
                  </a:lnTo>
                  <a:lnTo>
                    <a:pt x="752655" y="470988"/>
                  </a:lnTo>
                  <a:close/>
                  <a:moveTo>
                    <a:pt x="752655" y="470988"/>
                  </a:moveTo>
                  <a:lnTo>
                    <a:pt x="775165" y="500632"/>
                  </a:lnTo>
                  <a:lnTo>
                    <a:pt x="730617" y="388812"/>
                  </a:lnTo>
                  <a:close/>
                  <a:moveTo>
                    <a:pt x="409971" y="67347"/>
                  </a:moveTo>
                  <a:lnTo>
                    <a:pt x="416067" y="51120"/>
                  </a:lnTo>
                  <a:lnTo>
                    <a:pt x="295162" y="0"/>
                  </a:lnTo>
                  <a:close/>
                  <a:moveTo>
                    <a:pt x="1706229" y="1613207"/>
                  </a:moveTo>
                  <a:lnTo>
                    <a:pt x="1774922" y="1574771"/>
                  </a:lnTo>
                  <a:lnTo>
                    <a:pt x="1651193" y="1551984"/>
                  </a:lnTo>
                  <a:close/>
                  <a:moveTo>
                    <a:pt x="1834009" y="1678187"/>
                  </a:moveTo>
                  <a:lnTo>
                    <a:pt x="1858558" y="1579120"/>
                  </a:lnTo>
                  <a:lnTo>
                    <a:pt x="1794280" y="1593104"/>
                  </a:lnTo>
                  <a:close/>
                  <a:moveTo>
                    <a:pt x="1762690" y="1690195"/>
                  </a:moveTo>
                  <a:lnTo>
                    <a:pt x="1834009" y="1678187"/>
                  </a:lnTo>
                  <a:lnTo>
                    <a:pt x="1794280" y="1593104"/>
                  </a:lnTo>
                  <a:close/>
                  <a:moveTo>
                    <a:pt x="1541058" y="1255097"/>
                  </a:moveTo>
                  <a:lnTo>
                    <a:pt x="1622127" y="1328125"/>
                  </a:lnTo>
                  <a:lnTo>
                    <a:pt x="1621337" y="1350515"/>
                  </a:lnTo>
                  <a:close/>
                  <a:moveTo>
                    <a:pt x="1546605" y="1224401"/>
                  </a:moveTo>
                  <a:lnTo>
                    <a:pt x="1541058" y="1255097"/>
                  </a:lnTo>
                  <a:lnTo>
                    <a:pt x="1567840" y="1163695"/>
                  </a:lnTo>
                  <a:close/>
                  <a:moveTo>
                    <a:pt x="1343935" y="1093985"/>
                  </a:moveTo>
                  <a:lnTo>
                    <a:pt x="1402055" y="1177813"/>
                  </a:lnTo>
                  <a:lnTo>
                    <a:pt x="1425002" y="1163695"/>
                  </a:lnTo>
                  <a:close/>
                  <a:moveTo>
                    <a:pt x="1087635" y="780800"/>
                  </a:moveTo>
                  <a:lnTo>
                    <a:pt x="1110218" y="791056"/>
                  </a:lnTo>
                  <a:lnTo>
                    <a:pt x="1065092" y="753939"/>
                  </a:lnTo>
                  <a:close/>
                  <a:moveTo>
                    <a:pt x="1159475" y="682896"/>
                  </a:moveTo>
                  <a:lnTo>
                    <a:pt x="1159470" y="670404"/>
                  </a:lnTo>
                  <a:lnTo>
                    <a:pt x="1074223" y="591519"/>
                  </a:lnTo>
                  <a:close/>
                  <a:moveTo>
                    <a:pt x="1845369" y="1389657"/>
                  </a:moveTo>
                  <a:lnTo>
                    <a:pt x="1789305" y="1359300"/>
                  </a:lnTo>
                  <a:lnTo>
                    <a:pt x="1813024" y="1371904"/>
                  </a:lnTo>
                  <a:close/>
                  <a:moveTo>
                    <a:pt x="1422698" y="890360"/>
                  </a:moveTo>
                  <a:lnTo>
                    <a:pt x="1403622" y="968471"/>
                  </a:lnTo>
                  <a:lnTo>
                    <a:pt x="1471260" y="911473"/>
                  </a:lnTo>
                  <a:close/>
                  <a:moveTo>
                    <a:pt x="1269203" y="744560"/>
                  </a:moveTo>
                  <a:lnTo>
                    <a:pt x="1298326" y="752620"/>
                  </a:lnTo>
                  <a:lnTo>
                    <a:pt x="1315799" y="716491"/>
                  </a:lnTo>
                  <a:close/>
                  <a:moveTo>
                    <a:pt x="1222843" y="634681"/>
                  </a:moveTo>
                  <a:lnTo>
                    <a:pt x="1159470" y="670404"/>
                  </a:lnTo>
                  <a:lnTo>
                    <a:pt x="1179367" y="687333"/>
                  </a:lnTo>
                  <a:close/>
                  <a:moveTo>
                    <a:pt x="1315799" y="716491"/>
                  </a:moveTo>
                  <a:lnTo>
                    <a:pt x="1317809" y="714183"/>
                  </a:lnTo>
                  <a:lnTo>
                    <a:pt x="1269203" y="744560"/>
                  </a:lnTo>
                  <a:close/>
                  <a:moveTo>
                    <a:pt x="1269203" y="744560"/>
                  </a:moveTo>
                  <a:lnTo>
                    <a:pt x="1222843" y="634681"/>
                  </a:lnTo>
                  <a:lnTo>
                    <a:pt x="1179367" y="687333"/>
                  </a:lnTo>
                  <a:close/>
                  <a:moveTo>
                    <a:pt x="1317809" y="714183"/>
                  </a:moveTo>
                  <a:lnTo>
                    <a:pt x="1315799" y="716491"/>
                  </a:lnTo>
                  <a:lnTo>
                    <a:pt x="1318854" y="714995"/>
                  </a:lnTo>
                  <a:close/>
                  <a:moveTo>
                    <a:pt x="1980198" y="1340636"/>
                  </a:moveTo>
                  <a:lnTo>
                    <a:pt x="1946958" y="1391424"/>
                  </a:lnTo>
                  <a:lnTo>
                    <a:pt x="1986150" y="1371904"/>
                  </a:lnTo>
                  <a:close/>
                  <a:moveTo>
                    <a:pt x="1345614" y="391975"/>
                  </a:moveTo>
                  <a:lnTo>
                    <a:pt x="1364320" y="429101"/>
                  </a:lnTo>
                  <a:lnTo>
                    <a:pt x="1283288" y="366816"/>
                  </a:lnTo>
                  <a:close/>
                  <a:moveTo>
                    <a:pt x="1019684" y="100241"/>
                  </a:moveTo>
                  <a:lnTo>
                    <a:pt x="1113157" y="159498"/>
                  </a:lnTo>
                  <a:lnTo>
                    <a:pt x="1007665" y="84577"/>
                  </a:lnTo>
                  <a:close/>
                </a:path>
              </a:pathLst>
            </a:custGeom>
            <a:solidFill>
              <a:srgbClr val="DCE1E6"/>
            </a:solidFill>
            <a:ln w="1524">
              <a:solidFill>
                <a:srgbClr val="DCE1E6"/>
              </a:solidFill>
            </a:ln>
          </p:spPr>
        </p:sp>
        <p:sp>
          <p:nvSpPr>
            <p:cNvPr id="2063" name="Candidate_density__2062">
              <a:extLst>
                <a:ext uri="{FF2B5EF4-FFF2-40B4-BE49-F238E27FC236}">
                  <a16:creationId xmlns:a16="http://schemas.microsoft.com/office/drawing/2014/main" id="{7887E582-8E94-14DB-E61B-F90C4CF5F765}"/>
                </a:ext>
              </a:extLst>
            </p:cNvPr>
            <p:cNvSpPr>
              <a:spLocks noGrp="1"/>
            </p:cNvSpPr>
            <p:nvPr/>
          </p:nvSpPr>
          <p:spPr>
            <a:xfrm>
              <a:off x="4419384" y="2666645"/>
              <a:ext cx="2052425" cy="2200292"/>
            </a:xfrm>
            <a:custGeom>
              <a:avLst/>
              <a:gdLst/>
              <a:ahLst/>
              <a:cxnLst/>
              <a:rect l="0" t="0" r="0" b="0"/>
              <a:pathLst>
                <a:path w="2052425" h="2200292">
                  <a:moveTo>
                    <a:pt x="27921" y="2107607"/>
                  </a:moveTo>
                  <a:lnTo>
                    <a:pt x="2807" y="2137985"/>
                  </a:lnTo>
                  <a:lnTo>
                    <a:pt x="49596" y="2091366"/>
                  </a:lnTo>
                  <a:close/>
                  <a:moveTo>
                    <a:pt x="49596" y="2091366"/>
                  </a:moveTo>
                  <a:lnTo>
                    <a:pt x="0" y="2127491"/>
                  </a:lnTo>
                  <a:lnTo>
                    <a:pt x="27921" y="2107607"/>
                  </a:lnTo>
                  <a:close/>
                  <a:moveTo>
                    <a:pt x="49596" y="2091366"/>
                  </a:moveTo>
                  <a:lnTo>
                    <a:pt x="170650" y="2056459"/>
                  </a:lnTo>
                  <a:lnTo>
                    <a:pt x="167320" y="2054870"/>
                  </a:lnTo>
                  <a:close/>
                  <a:moveTo>
                    <a:pt x="122313" y="2135145"/>
                  </a:moveTo>
                  <a:lnTo>
                    <a:pt x="170650" y="2056459"/>
                  </a:lnTo>
                  <a:lnTo>
                    <a:pt x="49596" y="2091366"/>
                  </a:lnTo>
                  <a:close/>
                  <a:moveTo>
                    <a:pt x="81693" y="2173581"/>
                  </a:moveTo>
                  <a:lnTo>
                    <a:pt x="122313" y="2135145"/>
                  </a:lnTo>
                  <a:lnTo>
                    <a:pt x="49596" y="2091366"/>
                  </a:lnTo>
                  <a:close/>
                  <a:moveTo>
                    <a:pt x="107978" y="2037344"/>
                  </a:moveTo>
                  <a:lnTo>
                    <a:pt x="49596" y="2091366"/>
                  </a:lnTo>
                  <a:lnTo>
                    <a:pt x="167320" y="2054870"/>
                  </a:lnTo>
                  <a:close/>
                  <a:moveTo>
                    <a:pt x="167320" y="2054870"/>
                  </a:moveTo>
                  <a:lnTo>
                    <a:pt x="170650" y="2056459"/>
                  </a:lnTo>
                  <a:lnTo>
                    <a:pt x="174983" y="2052930"/>
                  </a:lnTo>
                  <a:close/>
                  <a:moveTo>
                    <a:pt x="170650" y="2056459"/>
                  </a:moveTo>
                  <a:lnTo>
                    <a:pt x="225777" y="2047370"/>
                  </a:lnTo>
                  <a:lnTo>
                    <a:pt x="174983" y="2052930"/>
                  </a:lnTo>
                  <a:close/>
                  <a:moveTo>
                    <a:pt x="231941" y="2014493"/>
                  </a:moveTo>
                  <a:lnTo>
                    <a:pt x="233787" y="1932278"/>
                  </a:lnTo>
                  <a:lnTo>
                    <a:pt x="174983" y="2052930"/>
                  </a:lnTo>
                  <a:close/>
                  <a:moveTo>
                    <a:pt x="304423" y="1847553"/>
                  </a:moveTo>
                  <a:lnTo>
                    <a:pt x="251568" y="1865141"/>
                  </a:lnTo>
                  <a:lnTo>
                    <a:pt x="233787" y="1932278"/>
                  </a:lnTo>
                  <a:close/>
                  <a:moveTo>
                    <a:pt x="350435" y="1826999"/>
                  </a:moveTo>
                  <a:lnTo>
                    <a:pt x="263453" y="1850063"/>
                  </a:lnTo>
                  <a:lnTo>
                    <a:pt x="379950" y="1851278"/>
                  </a:lnTo>
                  <a:close/>
                  <a:moveTo>
                    <a:pt x="379950" y="1851278"/>
                  </a:moveTo>
                  <a:lnTo>
                    <a:pt x="263453" y="1850063"/>
                  </a:lnTo>
                  <a:lnTo>
                    <a:pt x="251568" y="1865141"/>
                  </a:lnTo>
                  <a:close/>
                  <a:moveTo>
                    <a:pt x="379950" y="1851278"/>
                  </a:moveTo>
                  <a:lnTo>
                    <a:pt x="251568" y="1865141"/>
                  </a:lnTo>
                  <a:lnTo>
                    <a:pt x="304423" y="1847553"/>
                  </a:lnTo>
                  <a:close/>
                  <a:moveTo>
                    <a:pt x="350435" y="1826999"/>
                  </a:moveTo>
                  <a:lnTo>
                    <a:pt x="379950" y="1851278"/>
                  </a:lnTo>
                  <a:lnTo>
                    <a:pt x="386485" y="1811627"/>
                  </a:lnTo>
                  <a:close/>
                  <a:moveTo>
                    <a:pt x="386485" y="1811627"/>
                  </a:moveTo>
                  <a:lnTo>
                    <a:pt x="379950" y="1851278"/>
                  </a:lnTo>
                  <a:lnTo>
                    <a:pt x="410470" y="1878285"/>
                  </a:lnTo>
                  <a:close/>
                  <a:moveTo>
                    <a:pt x="518070" y="1228220"/>
                  </a:moveTo>
                  <a:lnTo>
                    <a:pt x="517633" y="1251202"/>
                  </a:lnTo>
                  <a:lnTo>
                    <a:pt x="515998" y="1246805"/>
                  </a:lnTo>
                  <a:close/>
                  <a:moveTo>
                    <a:pt x="514084" y="1164590"/>
                  </a:moveTo>
                  <a:lnTo>
                    <a:pt x="507966" y="1082375"/>
                  </a:lnTo>
                  <a:lnTo>
                    <a:pt x="480569" y="1181243"/>
                  </a:lnTo>
                  <a:close/>
                  <a:moveTo>
                    <a:pt x="507966" y="1082375"/>
                  </a:moveTo>
                  <a:lnTo>
                    <a:pt x="456510" y="1100709"/>
                  </a:lnTo>
                  <a:lnTo>
                    <a:pt x="480569" y="1181243"/>
                  </a:lnTo>
                  <a:close/>
                  <a:moveTo>
                    <a:pt x="229837" y="917945"/>
                  </a:moveTo>
                  <a:lnTo>
                    <a:pt x="217041" y="835730"/>
                  </a:lnTo>
                  <a:lnTo>
                    <a:pt x="192256" y="933583"/>
                  </a:lnTo>
                  <a:close/>
                  <a:moveTo>
                    <a:pt x="518070" y="1228220"/>
                  </a:moveTo>
                  <a:lnTo>
                    <a:pt x="515998" y="1246805"/>
                  </a:lnTo>
                  <a:lnTo>
                    <a:pt x="528729" y="1242181"/>
                  </a:lnTo>
                  <a:close/>
                  <a:moveTo>
                    <a:pt x="622712" y="1126274"/>
                  </a:moveTo>
                  <a:lnTo>
                    <a:pt x="514084" y="1164590"/>
                  </a:lnTo>
                  <a:lnTo>
                    <a:pt x="622985" y="1126617"/>
                  </a:lnTo>
                  <a:close/>
                  <a:moveTo>
                    <a:pt x="514084" y="1164590"/>
                  </a:moveTo>
                  <a:lnTo>
                    <a:pt x="518070" y="1228220"/>
                  </a:lnTo>
                  <a:lnTo>
                    <a:pt x="622985" y="1126617"/>
                  </a:lnTo>
                  <a:close/>
                  <a:moveTo>
                    <a:pt x="507966" y="1082375"/>
                  </a:moveTo>
                  <a:lnTo>
                    <a:pt x="622712" y="1126274"/>
                  </a:lnTo>
                  <a:lnTo>
                    <a:pt x="572592" y="1066929"/>
                  </a:lnTo>
                  <a:close/>
                  <a:moveTo>
                    <a:pt x="507966" y="1082375"/>
                  </a:moveTo>
                  <a:lnTo>
                    <a:pt x="514084" y="1164590"/>
                  </a:lnTo>
                  <a:lnTo>
                    <a:pt x="622712" y="1126274"/>
                  </a:lnTo>
                  <a:close/>
                  <a:moveTo>
                    <a:pt x="623851" y="1126154"/>
                  </a:moveTo>
                  <a:lnTo>
                    <a:pt x="646675" y="1043938"/>
                  </a:lnTo>
                  <a:lnTo>
                    <a:pt x="622712" y="1126274"/>
                  </a:lnTo>
                  <a:close/>
                  <a:moveTo>
                    <a:pt x="646675" y="1043938"/>
                  </a:moveTo>
                  <a:lnTo>
                    <a:pt x="572592" y="1066929"/>
                  </a:lnTo>
                  <a:lnTo>
                    <a:pt x="622712" y="1126274"/>
                  </a:lnTo>
                  <a:close/>
                  <a:moveTo>
                    <a:pt x="622712" y="1126274"/>
                  </a:moveTo>
                  <a:lnTo>
                    <a:pt x="622985" y="1126617"/>
                  </a:lnTo>
                  <a:lnTo>
                    <a:pt x="623851" y="1126154"/>
                  </a:lnTo>
                  <a:close/>
                  <a:moveTo>
                    <a:pt x="623210" y="1125869"/>
                  </a:moveTo>
                  <a:lnTo>
                    <a:pt x="623851" y="1126154"/>
                  </a:lnTo>
                  <a:lnTo>
                    <a:pt x="622985" y="1126617"/>
                  </a:lnTo>
                  <a:close/>
                  <a:moveTo>
                    <a:pt x="623210" y="1125869"/>
                  </a:moveTo>
                  <a:lnTo>
                    <a:pt x="658063" y="1042568"/>
                  </a:lnTo>
                  <a:lnTo>
                    <a:pt x="623851" y="1126154"/>
                  </a:lnTo>
                  <a:close/>
                  <a:moveTo>
                    <a:pt x="623851" y="1126154"/>
                  </a:moveTo>
                  <a:lnTo>
                    <a:pt x="675178" y="1005502"/>
                  </a:lnTo>
                  <a:lnTo>
                    <a:pt x="646675" y="1043938"/>
                  </a:lnTo>
                  <a:close/>
                  <a:moveTo>
                    <a:pt x="1821076" y="2156513"/>
                  </a:moveTo>
                  <a:lnTo>
                    <a:pt x="1851418" y="2200292"/>
                  </a:lnTo>
                  <a:lnTo>
                    <a:pt x="1846685" y="2118077"/>
                  </a:lnTo>
                  <a:close/>
                  <a:moveTo>
                    <a:pt x="493733" y="758857"/>
                  </a:moveTo>
                  <a:lnTo>
                    <a:pt x="510100" y="768015"/>
                  </a:lnTo>
                  <a:lnTo>
                    <a:pt x="517544" y="750813"/>
                  </a:lnTo>
                  <a:close/>
                  <a:moveTo>
                    <a:pt x="505760" y="751788"/>
                  </a:moveTo>
                  <a:lnTo>
                    <a:pt x="493733" y="758857"/>
                  </a:lnTo>
                  <a:lnTo>
                    <a:pt x="517544" y="750813"/>
                  </a:lnTo>
                  <a:close/>
                  <a:moveTo>
                    <a:pt x="683871" y="36131"/>
                  </a:moveTo>
                  <a:lnTo>
                    <a:pt x="591338" y="50767"/>
                  </a:lnTo>
                  <a:lnTo>
                    <a:pt x="695004" y="41219"/>
                  </a:lnTo>
                  <a:close/>
                  <a:moveTo>
                    <a:pt x="591338" y="50767"/>
                  </a:moveTo>
                  <a:lnTo>
                    <a:pt x="636671" y="101777"/>
                  </a:lnTo>
                  <a:lnTo>
                    <a:pt x="695004" y="41219"/>
                  </a:lnTo>
                  <a:close/>
                  <a:moveTo>
                    <a:pt x="683871" y="36131"/>
                  </a:moveTo>
                  <a:lnTo>
                    <a:pt x="695004" y="41219"/>
                  </a:lnTo>
                  <a:lnTo>
                    <a:pt x="699891" y="29605"/>
                  </a:lnTo>
                  <a:close/>
                  <a:moveTo>
                    <a:pt x="648378" y="104487"/>
                  </a:moveTo>
                  <a:lnTo>
                    <a:pt x="695004" y="41219"/>
                  </a:lnTo>
                  <a:lnTo>
                    <a:pt x="636671" y="101777"/>
                  </a:lnTo>
                  <a:close/>
                  <a:moveTo>
                    <a:pt x="648378" y="104487"/>
                  </a:moveTo>
                  <a:lnTo>
                    <a:pt x="742419" y="88625"/>
                  </a:lnTo>
                  <a:lnTo>
                    <a:pt x="695004" y="41219"/>
                  </a:lnTo>
                  <a:close/>
                  <a:moveTo>
                    <a:pt x="742419" y="88625"/>
                  </a:moveTo>
                  <a:lnTo>
                    <a:pt x="699891" y="29605"/>
                  </a:lnTo>
                  <a:lnTo>
                    <a:pt x="695004" y="41219"/>
                  </a:lnTo>
                  <a:close/>
                  <a:moveTo>
                    <a:pt x="802844" y="0"/>
                  </a:moveTo>
                  <a:lnTo>
                    <a:pt x="699891" y="29605"/>
                  </a:lnTo>
                  <a:lnTo>
                    <a:pt x="742419" y="88625"/>
                  </a:lnTo>
                  <a:close/>
                  <a:moveTo>
                    <a:pt x="1442443" y="454759"/>
                  </a:moveTo>
                  <a:lnTo>
                    <a:pt x="1438481" y="528238"/>
                  </a:lnTo>
                  <a:lnTo>
                    <a:pt x="1494925" y="501549"/>
                  </a:lnTo>
                  <a:close/>
                  <a:moveTo>
                    <a:pt x="1944964" y="900877"/>
                  </a:moveTo>
                  <a:lnTo>
                    <a:pt x="2052425" y="951824"/>
                  </a:lnTo>
                  <a:lnTo>
                    <a:pt x="2021055" y="877236"/>
                  </a:lnTo>
                  <a:close/>
                  <a:moveTo>
                    <a:pt x="1293125" y="23391"/>
                  </a:moveTo>
                  <a:lnTo>
                    <a:pt x="1183346" y="72620"/>
                  </a:lnTo>
                  <a:lnTo>
                    <a:pt x="1281096" y="40290"/>
                  </a:lnTo>
                  <a:close/>
                </a:path>
              </a:pathLst>
            </a:custGeom>
            <a:solidFill>
              <a:srgbClr val="E8ECEF"/>
            </a:solidFill>
            <a:ln w="1524">
              <a:solidFill>
                <a:srgbClr val="E8ECEF"/>
              </a:solidFill>
            </a:ln>
          </p:spPr>
        </p:sp>
        <p:sp>
          <p:nvSpPr>
            <p:cNvPr id="2064" name="Candidate_density__2063">
              <a:extLst>
                <a:ext uri="{FF2B5EF4-FFF2-40B4-BE49-F238E27FC236}">
                  <a16:creationId xmlns:a16="http://schemas.microsoft.com/office/drawing/2014/main" id="{D94ED9F9-3662-B95B-9F4C-8B6F41ECE247}"/>
                </a:ext>
              </a:extLst>
            </p:cNvPr>
            <p:cNvSpPr>
              <a:spLocks noGrp="1"/>
            </p:cNvSpPr>
            <p:nvPr/>
          </p:nvSpPr>
          <p:spPr>
            <a:xfrm>
              <a:off x="4334437" y="2396127"/>
              <a:ext cx="2369173" cy="2873138"/>
            </a:xfrm>
            <a:custGeom>
              <a:avLst/>
              <a:gdLst/>
              <a:ahLst/>
              <a:cxnLst/>
              <a:rect l="0" t="0" r="0" b="0"/>
              <a:pathLst>
                <a:path w="2369173" h="2873138">
                  <a:moveTo>
                    <a:pt x="134543" y="2361884"/>
                  </a:moveTo>
                  <a:lnTo>
                    <a:pt x="162868" y="2482536"/>
                  </a:lnTo>
                  <a:lnTo>
                    <a:pt x="166639" y="2444099"/>
                  </a:lnTo>
                  <a:close/>
                  <a:moveTo>
                    <a:pt x="166639" y="2444099"/>
                  </a:moveTo>
                  <a:lnTo>
                    <a:pt x="248873" y="2526314"/>
                  </a:lnTo>
                  <a:lnTo>
                    <a:pt x="264534" y="2487878"/>
                  </a:lnTo>
                  <a:close/>
                  <a:moveTo>
                    <a:pt x="831886" y="2873138"/>
                  </a:moveTo>
                  <a:lnTo>
                    <a:pt x="900751" y="2862379"/>
                  </a:lnTo>
                  <a:lnTo>
                    <a:pt x="882841" y="2860517"/>
                  </a:lnTo>
                  <a:close/>
                  <a:moveTo>
                    <a:pt x="797254" y="2743653"/>
                  </a:moveTo>
                  <a:lnTo>
                    <a:pt x="669406" y="2759513"/>
                  </a:lnTo>
                  <a:lnTo>
                    <a:pt x="726304" y="2757041"/>
                  </a:lnTo>
                  <a:close/>
                  <a:moveTo>
                    <a:pt x="836421" y="2854086"/>
                  </a:moveTo>
                  <a:lnTo>
                    <a:pt x="831886" y="2873138"/>
                  </a:lnTo>
                  <a:lnTo>
                    <a:pt x="882841" y="2860517"/>
                  </a:lnTo>
                  <a:close/>
                  <a:moveTo>
                    <a:pt x="751206" y="2762680"/>
                  </a:moveTo>
                  <a:lnTo>
                    <a:pt x="797254" y="2743653"/>
                  </a:lnTo>
                  <a:lnTo>
                    <a:pt x="726304" y="2757041"/>
                  </a:lnTo>
                  <a:close/>
                  <a:moveTo>
                    <a:pt x="751206" y="2762680"/>
                  </a:moveTo>
                  <a:lnTo>
                    <a:pt x="824902" y="2763358"/>
                  </a:lnTo>
                  <a:lnTo>
                    <a:pt x="797254" y="2743653"/>
                  </a:lnTo>
                  <a:close/>
                  <a:moveTo>
                    <a:pt x="587318" y="2134681"/>
                  </a:moveTo>
                  <a:lnTo>
                    <a:pt x="584940" y="2076754"/>
                  </a:lnTo>
                  <a:lnTo>
                    <a:pt x="495417" y="2148803"/>
                  </a:lnTo>
                  <a:close/>
                  <a:moveTo>
                    <a:pt x="471432" y="2082145"/>
                  </a:moveTo>
                  <a:lnTo>
                    <a:pt x="584940" y="2076754"/>
                  </a:lnTo>
                  <a:lnTo>
                    <a:pt x="543580" y="2043708"/>
                  </a:lnTo>
                  <a:close/>
                  <a:moveTo>
                    <a:pt x="480354" y="1961493"/>
                  </a:moveTo>
                  <a:lnTo>
                    <a:pt x="507824" y="1999124"/>
                  </a:lnTo>
                  <a:lnTo>
                    <a:pt x="471432" y="2082145"/>
                  </a:lnTo>
                  <a:close/>
                  <a:moveTo>
                    <a:pt x="543580" y="2043708"/>
                  </a:moveTo>
                  <a:lnTo>
                    <a:pt x="480354" y="1961493"/>
                  </a:lnTo>
                  <a:lnTo>
                    <a:pt x="471432" y="2082145"/>
                  </a:lnTo>
                  <a:close/>
                  <a:moveTo>
                    <a:pt x="0" y="1265336"/>
                  </a:moveTo>
                  <a:lnTo>
                    <a:pt x="1715" y="1183120"/>
                  </a:lnTo>
                  <a:lnTo>
                    <a:pt x="9519" y="1200446"/>
                  </a:lnTo>
                  <a:close/>
                  <a:moveTo>
                    <a:pt x="714463" y="1891722"/>
                  </a:moveTo>
                  <a:lnTo>
                    <a:pt x="728877" y="1840504"/>
                  </a:lnTo>
                  <a:lnTo>
                    <a:pt x="661071" y="1835036"/>
                  </a:lnTo>
                  <a:close/>
                  <a:moveTo>
                    <a:pt x="714463" y="1891722"/>
                  </a:moveTo>
                  <a:lnTo>
                    <a:pt x="727651" y="1901268"/>
                  </a:lnTo>
                  <a:lnTo>
                    <a:pt x="775074" y="1884620"/>
                  </a:lnTo>
                  <a:close/>
                  <a:moveTo>
                    <a:pt x="602580" y="1521720"/>
                  </a:moveTo>
                  <a:lnTo>
                    <a:pt x="603017" y="1498738"/>
                  </a:lnTo>
                  <a:lnTo>
                    <a:pt x="624475" y="1555759"/>
                  </a:lnTo>
                  <a:close/>
                  <a:moveTo>
                    <a:pt x="624475" y="1555759"/>
                  </a:moveTo>
                  <a:lnTo>
                    <a:pt x="603017" y="1498738"/>
                  </a:lnTo>
                  <a:lnTo>
                    <a:pt x="599031" y="1435108"/>
                  </a:lnTo>
                  <a:close/>
                  <a:moveTo>
                    <a:pt x="599031" y="1435108"/>
                  </a:moveTo>
                  <a:lnTo>
                    <a:pt x="565516" y="1451761"/>
                  </a:lnTo>
                  <a:lnTo>
                    <a:pt x="624475" y="1555759"/>
                  </a:lnTo>
                  <a:close/>
                  <a:moveTo>
                    <a:pt x="498270" y="1473545"/>
                  </a:moveTo>
                  <a:lnTo>
                    <a:pt x="546780" y="1503677"/>
                  </a:lnTo>
                  <a:lnTo>
                    <a:pt x="565516" y="1451761"/>
                  </a:lnTo>
                  <a:close/>
                  <a:moveTo>
                    <a:pt x="239743" y="1134462"/>
                  </a:moveTo>
                  <a:lnTo>
                    <a:pt x="221471" y="1123376"/>
                  </a:lnTo>
                  <a:lnTo>
                    <a:pt x="189434" y="1114771"/>
                  </a:lnTo>
                  <a:close/>
                  <a:moveTo>
                    <a:pt x="221471" y="1123376"/>
                  </a:moveTo>
                  <a:lnTo>
                    <a:pt x="239743" y="1134462"/>
                  </a:lnTo>
                  <a:lnTo>
                    <a:pt x="330527" y="1037260"/>
                  </a:lnTo>
                  <a:close/>
                  <a:moveTo>
                    <a:pt x="1069920" y="1928399"/>
                  </a:moveTo>
                  <a:lnTo>
                    <a:pt x="1110686" y="2003538"/>
                  </a:lnTo>
                  <a:lnTo>
                    <a:pt x="1102728" y="1918530"/>
                  </a:lnTo>
                  <a:close/>
                  <a:moveTo>
                    <a:pt x="310496" y="1076942"/>
                  </a:moveTo>
                  <a:lnTo>
                    <a:pt x="330527" y="1037260"/>
                  </a:lnTo>
                  <a:lnTo>
                    <a:pt x="301988" y="1106248"/>
                  </a:lnTo>
                  <a:close/>
                  <a:moveTo>
                    <a:pt x="1661456" y="2262601"/>
                  </a:moveTo>
                  <a:lnTo>
                    <a:pt x="1636646" y="2361524"/>
                  </a:lnTo>
                  <a:lnTo>
                    <a:pt x="1669409" y="2268818"/>
                  </a:lnTo>
                  <a:close/>
                  <a:moveTo>
                    <a:pt x="1661456" y="2262601"/>
                  </a:moveTo>
                  <a:lnTo>
                    <a:pt x="1576569" y="2200363"/>
                  </a:lnTo>
                  <a:lnTo>
                    <a:pt x="1530286" y="2242519"/>
                  </a:lnTo>
                  <a:close/>
                  <a:moveTo>
                    <a:pt x="1556618" y="2180386"/>
                  </a:moveTo>
                  <a:lnTo>
                    <a:pt x="1530286" y="2242519"/>
                  </a:lnTo>
                  <a:lnTo>
                    <a:pt x="1576569" y="2200363"/>
                  </a:lnTo>
                  <a:close/>
                  <a:moveTo>
                    <a:pt x="545411" y="1068153"/>
                  </a:moveTo>
                  <a:lnTo>
                    <a:pt x="578680" y="1029375"/>
                  </a:lnTo>
                  <a:lnTo>
                    <a:pt x="536279" y="1067811"/>
                  </a:lnTo>
                  <a:close/>
                  <a:moveTo>
                    <a:pt x="494526" y="948420"/>
                  </a:moveTo>
                  <a:lnTo>
                    <a:pt x="590707" y="1022306"/>
                  </a:lnTo>
                  <a:lnTo>
                    <a:pt x="541041" y="971197"/>
                  </a:lnTo>
                  <a:close/>
                  <a:moveTo>
                    <a:pt x="1661456" y="2262601"/>
                  </a:moveTo>
                  <a:lnTo>
                    <a:pt x="1669409" y="2268818"/>
                  </a:lnTo>
                  <a:lnTo>
                    <a:pt x="1675036" y="2256675"/>
                  </a:lnTo>
                  <a:close/>
                  <a:moveTo>
                    <a:pt x="1675036" y="2256675"/>
                  </a:moveTo>
                  <a:lnTo>
                    <a:pt x="1576569" y="2200363"/>
                  </a:lnTo>
                  <a:lnTo>
                    <a:pt x="1661456" y="2262601"/>
                  </a:lnTo>
                  <a:close/>
                  <a:moveTo>
                    <a:pt x="1585794" y="2168542"/>
                  </a:moveTo>
                  <a:lnTo>
                    <a:pt x="1576569" y="2200363"/>
                  </a:lnTo>
                  <a:lnTo>
                    <a:pt x="1675036" y="2256675"/>
                  </a:lnTo>
                  <a:close/>
                  <a:moveTo>
                    <a:pt x="1669409" y="2268818"/>
                  </a:moveTo>
                  <a:lnTo>
                    <a:pt x="1764723" y="2224165"/>
                  </a:lnTo>
                  <a:lnTo>
                    <a:pt x="1675036" y="2256675"/>
                  </a:lnTo>
                  <a:close/>
                  <a:moveTo>
                    <a:pt x="1847441" y="2306380"/>
                  </a:moveTo>
                  <a:lnTo>
                    <a:pt x="1795403" y="2246030"/>
                  </a:lnTo>
                  <a:lnTo>
                    <a:pt x="1853797" y="2332621"/>
                  </a:lnTo>
                  <a:close/>
                  <a:moveTo>
                    <a:pt x="1556618" y="2180386"/>
                  </a:moveTo>
                  <a:lnTo>
                    <a:pt x="1576569" y="2200363"/>
                  </a:lnTo>
                  <a:lnTo>
                    <a:pt x="1585794" y="2168542"/>
                  </a:lnTo>
                  <a:close/>
                  <a:moveTo>
                    <a:pt x="1218586" y="1566444"/>
                  </a:moveTo>
                  <a:lnTo>
                    <a:pt x="1205124" y="1647568"/>
                  </a:lnTo>
                  <a:lnTo>
                    <a:pt x="1180967" y="1654738"/>
                  </a:lnTo>
                  <a:close/>
                  <a:moveTo>
                    <a:pt x="651409" y="990938"/>
                  </a:moveTo>
                  <a:lnTo>
                    <a:pt x="595047" y="1038533"/>
                  </a:lnTo>
                  <a:lnTo>
                    <a:pt x="655801" y="1111590"/>
                  </a:lnTo>
                  <a:close/>
                  <a:moveTo>
                    <a:pt x="1847441" y="2306380"/>
                  </a:moveTo>
                  <a:lnTo>
                    <a:pt x="1853797" y="2332621"/>
                  </a:lnTo>
                  <a:lnTo>
                    <a:pt x="1899624" y="2357035"/>
                  </a:lnTo>
                  <a:close/>
                  <a:moveTo>
                    <a:pt x="2038782" y="2443008"/>
                  </a:moveTo>
                  <a:lnTo>
                    <a:pt x="2022620" y="2538241"/>
                  </a:lnTo>
                  <a:lnTo>
                    <a:pt x="2089293" y="2432373"/>
                  </a:lnTo>
                  <a:close/>
                  <a:moveTo>
                    <a:pt x="1936365" y="2470810"/>
                  </a:moveTo>
                  <a:lnTo>
                    <a:pt x="2022620" y="2538241"/>
                  </a:lnTo>
                  <a:lnTo>
                    <a:pt x="2038782" y="2443008"/>
                  </a:lnTo>
                  <a:close/>
                  <a:moveTo>
                    <a:pt x="1931632" y="2388595"/>
                  </a:moveTo>
                  <a:lnTo>
                    <a:pt x="2015133" y="2350158"/>
                  </a:lnTo>
                  <a:lnTo>
                    <a:pt x="1899624" y="2357035"/>
                  </a:lnTo>
                  <a:close/>
                  <a:moveTo>
                    <a:pt x="2015133" y="2350158"/>
                  </a:moveTo>
                  <a:lnTo>
                    <a:pt x="1949539" y="2328456"/>
                  </a:lnTo>
                  <a:lnTo>
                    <a:pt x="1899624" y="2357035"/>
                  </a:lnTo>
                  <a:close/>
                  <a:moveTo>
                    <a:pt x="1859701" y="2267943"/>
                  </a:moveTo>
                  <a:lnTo>
                    <a:pt x="1899624" y="2357035"/>
                  </a:lnTo>
                  <a:lnTo>
                    <a:pt x="1949539" y="2328456"/>
                  </a:lnTo>
                  <a:close/>
                  <a:moveTo>
                    <a:pt x="1859701" y="2267943"/>
                  </a:moveTo>
                  <a:lnTo>
                    <a:pt x="1847441" y="2306380"/>
                  </a:lnTo>
                  <a:lnTo>
                    <a:pt x="1899624" y="2357035"/>
                  </a:lnTo>
                  <a:close/>
                  <a:moveTo>
                    <a:pt x="2089293" y="2432373"/>
                  </a:moveTo>
                  <a:lnTo>
                    <a:pt x="2142466" y="2492463"/>
                  </a:lnTo>
                  <a:lnTo>
                    <a:pt x="2148064" y="2414756"/>
                  </a:lnTo>
                  <a:close/>
                  <a:moveTo>
                    <a:pt x="2106684" y="2348305"/>
                  </a:moveTo>
                  <a:lnTo>
                    <a:pt x="2148064" y="2414756"/>
                  </a:lnTo>
                  <a:lnTo>
                    <a:pt x="2158859" y="2432373"/>
                  </a:lnTo>
                  <a:close/>
                  <a:moveTo>
                    <a:pt x="2035922" y="2345241"/>
                  </a:moveTo>
                  <a:lnTo>
                    <a:pt x="1949539" y="2328456"/>
                  </a:lnTo>
                  <a:lnTo>
                    <a:pt x="2015133" y="2350158"/>
                  </a:lnTo>
                  <a:close/>
                  <a:moveTo>
                    <a:pt x="2020813" y="2257432"/>
                  </a:moveTo>
                  <a:lnTo>
                    <a:pt x="1962383" y="2244343"/>
                  </a:lnTo>
                  <a:lnTo>
                    <a:pt x="2035922" y="2345241"/>
                  </a:lnTo>
                  <a:close/>
                  <a:moveTo>
                    <a:pt x="2106684" y="2348305"/>
                  </a:moveTo>
                  <a:lnTo>
                    <a:pt x="2102605" y="2343431"/>
                  </a:lnTo>
                  <a:lnTo>
                    <a:pt x="2020813" y="2257432"/>
                  </a:lnTo>
                  <a:close/>
                  <a:moveTo>
                    <a:pt x="2035922" y="2345241"/>
                  </a:moveTo>
                  <a:lnTo>
                    <a:pt x="2106684" y="2348305"/>
                  </a:lnTo>
                  <a:lnTo>
                    <a:pt x="2020813" y="2257432"/>
                  </a:lnTo>
                  <a:close/>
                  <a:moveTo>
                    <a:pt x="2106684" y="2348305"/>
                  </a:moveTo>
                  <a:lnTo>
                    <a:pt x="2109671" y="2350158"/>
                  </a:lnTo>
                  <a:lnTo>
                    <a:pt x="2102605" y="2343431"/>
                  </a:lnTo>
                  <a:close/>
                  <a:moveTo>
                    <a:pt x="1962383" y="2244343"/>
                  </a:moveTo>
                  <a:lnTo>
                    <a:pt x="2020813" y="2257432"/>
                  </a:lnTo>
                  <a:lnTo>
                    <a:pt x="1935946" y="2165744"/>
                  </a:lnTo>
                  <a:close/>
                  <a:moveTo>
                    <a:pt x="1717094" y="1856868"/>
                  </a:moveTo>
                  <a:lnTo>
                    <a:pt x="1705589" y="1736216"/>
                  </a:lnTo>
                  <a:lnTo>
                    <a:pt x="1663410" y="1774653"/>
                  </a:lnTo>
                  <a:close/>
                  <a:moveTo>
                    <a:pt x="1663410" y="1774653"/>
                  </a:moveTo>
                  <a:lnTo>
                    <a:pt x="1705589" y="1736216"/>
                  </a:lnTo>
                  <a:lnTo>
                    <a:pt x="1645958" y="1750735"/>
                  </a:lnTo>
                  <a:close/>
                  <a:moveTo>
                    <a:pt x="1705589" y="1736216"/>
                  </a:moveTo>
                  <a:lnTo>
                    <a:pt x="1698499" y="1731974"/>
                  </a:lnTo>
                  <a:lnTo>
                    <a:pt x="1645958" y="1750735"/>
                  </a:lnTo>
                  <a:close/>
                  <a:moveTo>
                    <a:pt x="1629507" y="1654001"/>
                  </a:moveTo>
                  <a:lnTo>
                    <a:pt x="1645958" y="1750735"/>
                  </a:lnTo>
                  <a:lnTo>
                    <a:pt x="1698499" y="1731974"/>
                  </a:lnTo>
                  <a:close/>
                  <a:moveTo>
                    <a:pt x="1139138" y="1160710"/>
                  </a:moveTo>
                  <a:lnTo>
                    <a:pt x="1032203" y="1114536"/>
                  </a:lnTo>
                  <a:lnTo>
                    <a:pt x="1030362" y="1116932"/>
                  </a:lnTo>
                  <a:close/>
                  <a:moveTo>
                    <a:pt x="1028417" y="1113797"/>
                  </a:moveTo>
                  <a:lnTo>
                    <a:pt x="1030362" y="1116932"/>
                  </a:lnTo>
                  <a:lnTo>
                    <a:pt x="1032203" y="1114536"/>
                  </a:lnTo>
                  <a:close/>
                  <a:moveTo>
                    <a:pt x="1055793" y="1078495"/>
                  </a:moveTo>
                  <a:lnTo>
                    <a:pt x="1028417" y="1113797"/>
                  </a:lnTo>
                  <a:lnTo>
                    <a:pt x="1032203" y="1114536"/>
                  </a:lnTo>
                  <a:close/>
                  <a:moveTo>
                    <a:pt x="364247" y="92913"/>
                  </a:moveTo>
                  <a:lnTo>
                    <a:pt x="438987" y="92743"/>
                  </a:lnTo>
                  <a:lnTo>
                    <a:pt x="397473" y="26400"/>
                  </a:lnTo>
                  <a:close/>
                  <a:moveTo>
                    <a:pt x="364247" y="92913"/>
                  </a:moveTo>
                  <a:lnTo>
                    <a:pt x="397473" y="26400"/>
                  </a:lnTo>
                  <a:lnTo>
                    <a:pt x="334148" y="17291"/>
                  </a:lnTo>
                  <a:close/>
                  <a:moveTo>
                    <a:pt x="364247" y="92913"/>
                  </a:moveTo>
                  <a:lnTo>
                    <a:pt x="334148" y="17291"/>
                  </a:lnTo>
                  <a:lnTo>
                    <a:pt x="359600" y="91914"/>
                  </a:lnTo>
                  <a:close/>
                  <a:moveTo>
                    <a:pt x="334148" y="17291"/>
                  </a:moveTo>
                  <a:lnTo>
                    <a:pt x="298489" y="9699"/>
                  </a:lnTo>
                  <a:lnTo>
                    <a:pt x="359600" y="91914"/>
                  </a:lnTo>
                  <a:close/>
                  <a:moveTo>
                    <a:pt x="2247648" y="2311722"/>
                  </a:moveTo>
                  <a:lnTo>
                    <a:pt x="2322286" y="2273286"/>
                  </a:lnTo>
                  <a:lnTo>
                    <a:pt x="2206345" y="2237437"/>
                  </a:lnTo>
                  <a:close/>
                  <a:moveTo>
                    <a:pt x="2322286" y="2273286"/>
                  </a:moveTo>
                  <a:lnTo>
                    <a:pt x="2261602" y="2228831"/>
                  </a:lnTo>
                  <a:lnTo>
                    <a:pt x="2206345" y="2237437"/>
                  </a:lnTo>
                  <a:close/>
                  <a:moveTo>
                    <a:pt x="2224435" y="2191071"/>
                  </a:moveTo>
                  <a:lnTo>
                    <a:pt x="2206345" y="2237437"/>
                  </a:lnTo>
                  <a:lnTo>
                    <a:pt x="2261602" y="2228831"/>
                  </a:lnTo>
                  <a:close/>
                  <a:moveTo>
                    <a:pt x="2224435" y="2191071"/>
                  </a:moveTo>
                  <a:lnTo>
                    <a:pt x="2199738" y="2229507"/>
                  </a:lnTo>
                  <a:lnTo>
                    <a:pt x="2206345" y="2237437"/>
                  </a:lnTo>
                  <a:close/>
                  <a:moveTo>
                    <a:pt x="2158812" y="2147292"/>
                  </a:moveTo>
                  <a:lnTo>
                    <a:pt x="2199738" y="2229507"/>
                  </a:lnTo>
                  <a:lnTo>
                    <a:pt x="2224435" y="2191071"/>
                  </a:lnTo>
                  <a:close/>
                  <a:moveTo>
                    <a:pt x="2119995" y="2037207"/>
                  </a:moveTo>
                  <a:lnTo>
                    <a:pt x="2176542" y="2126011"/>
                  </a:lnTo>
                  <a:lnTo>
                    <a:pt x="2182752" y="2108855"/>
                  </a:lnTo>
                  <a:close/>
                  <a:moveTo>
                    <a:pt x="2182752" y="2108855"/>
                  </a:moveTo>
                  <a:lnTo>
                    <a:pt x="2141835" y="2059702"/>
                  </a:lnTo>
                  <a:lnTo>
                    <a:pt x="2119995" y="2037207"/>
                  </a:lnTo>
                  <a:close/>
                  <a:moveTo>
                    <a:pt x="1698499" y="1731974"/>
                  </a:moveTo>
                  <a:lnTo>
                    <a:pt x="1705589" y="1736216"/>
                  </a:lnTo>
                  <a:lnTo>
                    <a:pt x="1703053" y="1733437"/>
                  </a:lnTo>
                  <a:close/>
                  <a:moveTo>
                    <a:pt x="1430116" y="1325141"/>
                  </a:moveTo>
                  <a:lnTo>
                    <a:pt x="1497582" y="1322893"/>
                  </a:lnTo>
                  <a:lnTo>
                    <a:pt x="1477679" y="1368919"/>
                  </a:lnTo>
                  <a:close/>
                  <a:moveTo>
                    <a:pt x="1499580" y="1377304"/>
                  </a:moveTo>
                  <a:lnTo>
                    <a:pt x="1441727" y="1329261"/>
                  </a:lnTo>
                  <a:lnTo>
                    <a:pt x="1430116" y="1325141"/>
                  </a:lnTo>
                  <a:close/>
                  <a:moveTo>
                    <a:pt x="1477679" y="1368919"/>
                  </a:moveTo>
                  <a:lnTo>
                    <a:pt x="1499580" y="1377304"/>
                  </a:lnTo>
                  <a:lnTo>
                    <a:pt x="1430116" y="1325141"/>
                  </a:lnTo>
                  <a:close/>
                  <a:moveTo>
                    <a:pt x="1542106" y="1368919"/>
                  </a:moveTo>
                  <a:lnTo>
                    <a:pt x="1449790" y="1317690"/>
                  </a:lnTo>
                  <a:lnTo>
                    <a:pt x="1451368" y="1325141"/>
                  </a:lnTo>
                  <a:close/>
                  <a:moveTo>
                    <a:pt x="1441727" y="1329261"/>
                  </a:moveTo>
                  <a:lnTo>
                    <a:pt x="1499580" y="1377304"/>
                  </a:lnTo>
                  <a:lnTo>
                    <a:pt x="1542106" y="1368919"/>
                  </a:lnTo>
                  <a:close/>
                  <a:moveTo>
                    <a:pt x="1451368" y="1325141"/>
                  </a:moveTo>
                  <a:lnTo>
                    <a:pt x="1441727" y="1329261"/>
                  </a:lnTo>
                  <a:lnTo>
                    <a:pt x="1542106" y="1368919"/>
                  </a:lnTo>
                  <a:close/>
                  <a:moveTo>
                    <a:pt x="1342082" y="1160710"/>
                  </a:moveTo>
                  <a:lnTo>
                    <a:pt x="1359569" y="1085541"/>
                  </a:lnTo>
                  <a:lnTo>
                    <a:pt x="1375705" y="1040059"/>
                  </a:lnTo>
                  <a:close/>
                  <a:moveTo>
                    <a:pt x="618641" y="307556"/>
                  </a:moveTo>
                  <a:lnTo>
                    <a:pt x="721617" y="372295"/>
                  </a:lnTo>
                  <a:lnTo>
                    <a:pt x="676285" y="321285"/>
                  </a:lnTo>
                  <a:close/>
                  <a:moveTo>
                    <a:pt x="359600" y="91914"/>
                  </a:moveTo>
                  <a:lnTo>
                    <a:pt x="302547" y="82483"/>
                  </a:lnTo>
                  <a:lnTo>
                    <a:pt x="367183" y="98297"/>
                  </a:lnTo>
                  <a:close/>
                  <a:moveTo>
                    <a:pt x="426557" y="105086"/>
                  </a:moveTo>
                  <a:lnTo>
                    <a:pt x="440520" y="93835"/>
                  </a:lnTo>
                  <a:lnTo>
                    <a:pt x="367183" y="98297"/>
                  </a:lnTo>
                  <a:close/>
                  <a:moveTo>
                    <a:pt x="2322286" y="2273286"/>
                  </a:moveTo>
                  <a:lnTo>
                    <a:pt x="2359991" y="2318034"/>
                  </a:lnTo>
                  <a:lnTo>
                    <a:pt x="2369173" y="2256091"/>
                  </a:lnTo>
                  <a:close/>
                  <a:moveTo>
                    <a:pt x="2369173" y="2256091"/>
                  </a:moveTo>
                  <a:lnTo>
                    <a:pt x="2261602" y="2228831"/>
                  </a:lnTo>
                  <a:lnTo>
                    <a:pt x="2322286" y="2273286"/>
                  </a:lnTo>
                  <a:close/>
                  <a:moveTo>
                    <a:pt x="2296683" y="2154339"/>
                  </a:moveTo>
                  <a:lnTo>
                    <a:pt x="2261602" y="2228831"/>
                  </a:lnTo>
                  <a:lnTo>
                    <a:pt x="2369173" y="2256091"/>
                  </a:lnTo>
                  <a:close/>
                  <a:moveTo>
                    <a:pt x="2224435" y="2191071"/>
                  </a:moveTo>
                  <a:lnTo>
                    <a:pt x="2261602" y="2228831"/>
                  </a:lnTo>
                  <a:lnTo>
                    <a:pt x="2296683" y="2154339"/>
                  </a:lnTo>
                  <a:close/>
                  <a:moveTo>
                    <a:pt x="2182752" y="2108855"/>
                  </a:moveTo>
                  <a:lnTo>
                    <a:pt x="2224435" y="2191071"/>
                  </a:lnTo>
                  <a:lnTo>
                    <a:pt x="2222961" y="2070419"/>
                  </a:lnTo>
                  <a:close/>
                  <a:moveTo>
                    <a:pt x="2182752" y="2108855"/>
                  </a:moveTo>
                  <a:lnTo>
                    <a:pt x="2222961" y="2070419"/>
                  </a:lnTo>
                  <a:lnTo>
                    <a:pt x="2141835" y="2059702"/>
                  </a:lnTo>
                  <a:close/>
                  <a:moveTo>
                    <a:pt x="2143395" y="1988204"/>
                  </a:moveTo>
                  <a:lnTo>
                    <a:pt x="2113219" y="2026640"/>
                  </a:lnTo>
                  <a:lnTo>
                    <a:pt x="2141835" y="2059702"/>
                  </a:lnTo>
                  <a:close/>
                  <a:moveTo>
                    <a:pt x="1863403" y="1494913"/>
                  </a:moveTo>
                  <a:lnTo>
                    <a:pt x="1860143" y="1563815"/>
                  </a:lnTo>
                  <a:lnTo>
                    <a:pt x="1919864" y="1571901"/>
                  </a:lnTo>
                  <a:close/>
                  <a:moveTo>
                    <a:pt x="1704309" y="1332047"/>
                  </a:moveTo>
                  <a:lnTo>
                    <a:pt x="1707894" y="1330483"/>
                  </a:lnTo>
                  <a:lnTo>
                    <a:pt x="1705605" y="1328138"/>
                  </a:lnTo>
                  <a:close/>
                  <a:moveTo>
                    <a:pt x="1450974" y="1148633"/>
                  </a:moveTo>
                  <a:lnTo>
                    <a:pt x="1542013" y="1083837"/>
                  </a:lnTo>
                  <a:lnTo>
                    <a:pt x="1463880" y="1106050"/>
                  </a:lnTo>
                  <a:close/>
                  <a:moveTo>
                    <a:pt x="1531194" y="1169905"/>
                  </a:moveTo>
                  <a:lnTo>
                    <a:pt x="1580043" y="1137339"/>
                  </a:lnTo>
                  <a:lnTo>
                    <a:pt x="1450974" y="1148633"/>
                  </a:lnTo>
                  <a:close/>
                  <a:moveTo>
                    <a:pt x="1463880" y="1106050"/>
                  </a:moveTo>
                  <a:lnTo>
                    <a:pt x="1559229" y="1059519"/>
                  </a:lnTo>
                  <a:lnTo>
                    <a:pt x="1515064" y="1024939"/>
                  </a:lnTo>
                  <a:close/>
                  <a:moveTo>
                    <a:pt x="1463880" y="1106050"/>
                  </a:moveTo>
                  <a:lnTo>
                    <a:pt x="1515064" y="1024939"/>
                  </a:lnTo>
                  <a:lnTo>
                    <a:pt x="1445641" y="1020786"/>
                  </a:lnTo>
                  <a:close/>
                  <a:moveTo>
                    <a:pt x="1315580" y="865747"/>
                  </a:moveTo>
                  <a:lnTo>
                    <a:pt x="1232411" y="888781"/>
                  </a:lnTo>
                  <a:lnTo>
                    <a:pt x="1316146" y="923192"/>
                  </a:lnTo>
                  <a:close/>
                  <a:moveTo>
                    <a:pt x="1315580" y="865747"/>
                  </a:moveTo>
                  <a:lnTo>
                    <a:pt x="1234494" y="871076"/>
                  </a:lnTo>
                  <a:lnTo>
                    <a:pt x="1232411" y="888781"/>
                  </a:lnTo>
                  <a:close/>
                  <a:moveTo>
                    <a:pt x="1932096" y="1456477"/>
                  </a:moveTo>
                  <a:lnTo>
                    <a:pt x="1919864" y="1571901"/>
                  </a:lnTo>
                  <a:lnTo>
                    <a:pt x="1951454" y="1474810"/>
                  </a:lnTo>
                  <a:close/>
                  <a:moveTo>
                    <a:pt x="1932096" y="1456477"/>
                  </a:moveTo>
                  <a:lnTo>
                    <a:pt x="1863403" y="1494913"/>
                  </a:lnTo>
                  <a:lnTo>
                    <a:pt x="1919864" y="1571901"/>
                  </a:lnTo>
                  <a:close/>
                  <a:moveTo>
                    <a:pt x="1705605" y="1328138"/>
                  </a:moveTo>
                  <a:lnTo>
                    <a:pt x="1707894" y="1330483"/>
                  </a:lnTo>
                  <a:lnTo>
                    <a:pt x="1709397" y="1327911"/>
                  </a:lnTo>
                  <a:close/>
                  <a:moveTo>
                    <a:pt x="1714823" y="1147400"/>
                  </a:moveTo>
                  <a:lnTo>
                    <a:pt x="1779301" y="1209831"/>
                  </a:lnTo>
                  <a:lnTo>
                    <a:pt x="1698232" y="1136803"/>
                  </a:lnTo>
                  <a:close/>
                  <a:moveTo>
                    <a:pt x="1698232" y="1136803"/>
                  </a:moveTo>
                  <a:lnTo>
                    <a:pt x="1778511" y="1232221"/>
                  </a:lnTo>
                  <a:lnTo>
                    <a:pt x="1777944" y="1132590"/>
                  </a:lnTo>
                  <a:close/>
                  <a:moveTo>
                    <a:pt x="1316649" y="564602"/>
                  </a:moveTo>
                  <a:lnTo>
                    <a:pt x="1336541" y="569039"/>
                  </a:lnTo>
                  <a:lnTo>
                    <a:pt x="1316644" y="552110"/>
                  </a:lnTo>
                  <a:close/>
                  <a:moveTo>
                    <a:pt x="768522" y="58820"/>
                  </a:moveTo>
                  <a:lnTo>
                    <a:pt x="744852" y="28758"/>
                  </a:lnTo>
                  <a:lnTo>
                    <a:pt x="776657" y="0"/>
                  </a:lnTo>
                  <a:close/>
                  <a:moveTo>
                    <a:pt x="2002543" y="1271364"/>
                  </a:moveTo>
                  <a:lnTo>
                    <a:pt x="1926594" y="1209831"/>
                  </a:lnTo>
                  <a:lnTo>
                    <a:pt x="1946479" y="1241006"/>
                  </a:lnTo>
                  <a:close/>
                  <a:moveTo>
                    <a:pt x="1946479" y="1241006"/>
                  </a:moveTo>
                  <a:lnTo>
                    <a:pt x="1926594" y="1209831"/>
                  </a:lnTo>
                  <a:lnTo>
                    <a:pt x="1889154" y="1241879"/>
                  </a:lnTo>
                  <a:close/>
                  <a:moveTo>
                    <a:pt x="2072515" y="1253610"/>
                  </a:moveTo>
                  <a:lnTo>
                    <a:pt x="2029911" y="1171395"/>
                  </a:lnTo>
                  <a:lnTo>
                    <a:pt x="2002543" y="1271364"/>
                  </a:lnTo>
                  <a:close/>
                  <a:moveTo>
                    <a:pt x="1476028" y="596701"/>
                  </a:moveTo>
                  <a:lnTo>
                    <a:pt x="1472973" y="598197"/>
                  </a:lnTo>
                  <a:lnTo>
                    <a:pt x="1521767" y="704256"/>
                  </a:lnTo>
                  <a:close/>
                  <a:moveTo>
                    <a:pt x="1559678" y="630797"/>
                  </a:moveTo>
                  <a:lnTo>
                    <a:pt x="1476028" y="596701"/>
                  </a:lnTo>
                  <a:lnTo>
                    <a:pt x="1521767" y="704256"/>
                  </a:lnTo>
                  <a:close/>
                  <a:moveTo>
                    <a:pt x="2072515" y="1253610"/>
                  </a:moveTo>
                  <a:lnTo>
                    <a:pt x="2104132" y="1273130"/>
                  </a:lnTo>
                  <a:lnTo>
                    <a:pt x="2137372" y="1222342"/>
                  </a:lnTo>
                  <a:close/>
                  <a:moveTo>
                    <a:pt x="2137372" y="1222342"/>
                  </a:moveTo>
                  <a:lnTo>
                    <a:pt x="2143323" y="1253610"/>
                  </a:lnTo>
                  <a:lnTo>
                    <a:pt x="2106002" y="1147753"/>
                  </a:lnTo>
                  <a:close/>
                </a:path>
              </a:pathLst>
            </a:custGeom>
            <a:solidFill>
              <a:srgbClr val="E0E5E9"/>
            </a:solidFill>
            <a:ln w="1524">
              <a:solidFill>
                <a:srgbClr val="E0E5E9"/>
              </a:solidFill>
            </a:ln>
          </p:spPr>
        </p:sp>
        <p:sp>
          <p:nvSpPr>
            <p:cNvPr id="2065" name="Candidate_density__2064">
              <a:extLst>
                <a:ext uri="{FF2B5EF4-FFF2-40B4-BE49-F238E27FC236}">
                  <a16:creationId xmlns:a16="http://schemas.microsoft.com/office/drawing/2014/main" id="{BB43AECB-8729-2A02-60C5-93EE3D5E7306}"/>
                </a:ext>
              </a:extLst>
            </p:cNvPr>
            <p:cNvSpPr>
              <a:spLocks noGrp="1"/>
            </p:cNvSpPr>
            <p:nvPr/>
          </p:nvSpPr>
          <p:spPr>
            <a:xfrm>
              <a:off x="4523871" y="2277833"/>
              <a:ext cx="2220217" cy="3058190"/>
            </a:xfrm>
            <a:custGeom>
              <a:avLst/>
              <a:gdLst/>
              <a:ahLst/>
              <a:cxnLst/>
              <a:rect l="0" t="0" r="0" b="0"/>
              <a:pathLst>
                <a:path w="2220217" h="3058190">
                  <a:moveTo>
                    <a:pt x="242136" y="2761096"/>
                  </a:moveTo>
                  <a:lnTo>
                    <a:pt x="204182" y="2689635"/>
                  </a:lnTo>
                  <a:lnTo>
                    <a:pt x="212857" y="2726824"/>
                  </a:lnTo>
                  <a:close/>
                  <a:moveTo>
                    <a:pt x="207211" y="2693970"/>
                  </a:moveTo>
                  <a:lnTo>
                    <a:pt x="204182" y="2689635"/>
                  </a:lnTo>
                  <a:lnTo>
                    <a:pt x="242136" y="2761096"/>
                  </a:lnTo>
                  <a:close/>
                  <a:moveTo>
                    <a:pt x="289252" y="2722051"/>
                  </a:moveTo>
                  <a:lnTo>
                    <a:pt x="207211" y="2693970"/>
                  </a:lnTo>
                  <a:lnTo>
                    <a:pt x="242136" y="2761096"/>
                  </a:lnTo>
                  <a:close/>
                  <a:moveTo>
                    <a:pt x="138114" y="2650829"/>
                  </a:moveTo>
                  <a:lnTo>
                    <a:pt x="128601" y="2678719"/>
                  </a:lnTo>
                  <a:lnTo>
                    <a:pt x="64033" y="2652508"/>
                  </a:lnTo>
                  <a:close/>
                  <a:moveTo>
                    <a:pt x="499994" y="3017247"/>
                  </a:moveTo>
                  <a:lnTo>
                    <a:pt x="511673" y="3021796"/>
                  </a:lnTo>
                  <a:lnTo>
                    <a:pt x="519687" y="3026293"/>
                  </a:lnTo>
                  <a:close/>
                  <a:moveTo>
                    <a:pt x="511673" y="3021796"/>
                  </a:moveTo>
                  <a:lnTo>
                    <a:pt x="499994" y="3017247"/>
                  </a:lnTo>
                  <a:lnTo>
                    <a:pt x="399616" y="2952212"/>
                  </a:lnTo>
                  <a:close/>
                  <a:moveTo>
                    <a:pt x="602749" y="3058190"/>
                  </a:moveTo>
                  <a:lnTo>
                    <a:pt x="511673" y="3021796"/>
                  </a:lnTo>
                  <a:lnTo>
                    <a:pt x="555401" y="3046838"/>
                  </a:lnTo>
                  <a:close/>
                  <a:moveTo>
                    <a:pt x="602749" y="3058190"/>
                  </a:moveTo>
                  <a:lnTo>
                    <a:pt x="519687" y="3026293"/>
                  </a:lnTo>
                  <a:lnTo>
                    <a:pt x="511673" y="3021796"/>
                  </a:lnTo>
                  <a:close/>
                  <a:moveTo>
                    <a:pt x="499994" y="3017247"/>
                  </a:moveTo>
                  <a:lnTo>
                    <a:pt x="519687" y="3026293"/>
                  </a:lnTo>
                  <a:lnTo>
                    <a:pt x="530489" y="3006498"/>
                  </a:lnTo>
                  <a:close/>
                  <a:moveTo>
                    <a:pt x="309051" y="2664971"/>
                  </a:moveTo>
                  <a:lnTo>
                    <a:pt x="207211" y="2693970"/>
                  </a:lnTo>
                  <a:lnTo>
                    <a:pt x="289252" y="2722051"/>
                  </a:lnTo>
                  <a:close/>
                  <a:moveTo>
                    <a:pt x="362644" y="2581901"/>
                  </a:moveTo>
                  <a:lnTo>
                    <a:pt x="309051" y="2664971"/>
                  </a:lnTo>
                  <a:lnTo>
                    <a:pt x="388194" y="2661222"/>
                  </a:lnTo>
                  <a:close/>
                  <a:moveTo>
                    <a:pt x="395506" y="2195048"/>
                  </a:moveTo>
                  <a:lnTo>
                    <a:pt x="397884" y="2252974"/>
                  </a:lnTo>
                  <a:lnTo>
                    <a:pt x="400881" y="2200438"/>
                  </a:lnTo>
                  <a:close/>
                  <a:moveTo>
                    <a:pt x="617434" y="2252285"/>
                  </a:moveTo>
                  <a:lnTo>
                    <a:pt x="531328" y="2209008"/>
                  </a:lnTo>
                  <a:lnTo>
                    <a:pt x="569223" y="2287234"/>
                  </a:lnTo>
                  <a:close/>
                  <a:moveTo>
                    <a:pt x="471505" y="2200542"/>
                  </a:moveTo>
                  <a:lnTo>
                    <a:pt x="516478" y="2244217"/>
                  </a:lnTo>
                  <a:lnTo>
                    <a:pt x="528479" y="2207396"/>
                  </a:lnTo>
                  <a:close/>
                  <a:moveTo>
                    <a:pt x="617434" y="2252285"/>
                  </a:moveTo>
                  <a:lnTo>
                    <a:pt x="569223" y="2287234"/>
                  </a:lnTo>
                  <a:lnTo>
                    <a:pt x="690316" y="2246121"/>
                  </a:lnTo>
                  <a:close/>
                  <a:moveTo>
                    <a:pt x="663328" y="2208674"/>
                  </a:moveTo>
                  <a:lnTo>
                    <a:pt x="710440" y="2180649"/>
                  </a:lnTo>
                  <a:lnTo>
                    <a:pt x="685904" y="2167344"/>
                  </a:lnTo>
                  <a:close/>
                  <a:moveTo>
                    <a:pt x="435041" y="1674053"/>
                  </a:moveTo>
                  <a:lnTo>
                    <a:pt x="452119" y="1697656"/>
                  </a:lnTo>
                  <a:lnTo>
                    <a:pt x="413146" y="1640014"/>
                  </a:lnTo>
                  <a:close/>
                  <a:moveTo>
                    <a:pt x="413146" y="1640014"/>
                  </a:moveTo>
                  <a:lnTo>
                    <a:pt x="482319" y="1744461"/>
                  </a:lnTo>
                  <a:lnTo>
                    <a:pt x="429840" y="1726534"/>
                  </a:lnTo>
                  <a:close/>
                  <a:moveTo>
                    <a:pt x="0" y="1233065"/>
                  </a:moveTo>
                  <a:lnTo>
                    <a:pt x="32037" y="1241670"/>
                  </a:lnTo>
                  <a:lnTo>
                    <a:pt x="33234" y="1142327"/>
                  </a:lnTo>
                  <a:close/>
                  <a:moveTo>
                    <a:pt x="280028" y="1187183"/>
                  </a:moveTo>
                  <a:lnTo>
                    <a:pt x="355977" y="1186447"/>
                  </a:lnTo>
                  <a:lnTo>
                    <a:pt x="346845" y="1186105"/>
                  </a:lnTo>
                  <a:close/>
                  <a:moveTo>
                    <a:pt x="280028" y="1187183"/>
                  </a:moveTo>
                  <a:lnTo>
                    <a:pt x="346845" y="1186105"/>
                  </a:lnTo>
                  <a:lnTo>
                    <a:pt x="280946" y="1184577"/>
                  </a:lnTo>
                  <a:close/>
                  <a:moveTo>
                    <a:pt x="466367" y="1229884"/>
                  </a:moveTo>
                  <a:lnTo>
                    <a:pt x="445941" y="1268320"/>
                  </a:lnTo>
                  <a:lnTo>
                    <a:pt x="453729" y="1273273"/>
                  </a:lnTo>
                  <a:close/>
                  <a:moveTo>
                    <a:pt x="445941" y="1268320"/>
                  </a:moveTo>
                  <a:lnTo>
                    <a:pt x="466367" y="1229884"/>
                  </a:lnTo>
                  <a:lnTo>
                    <a:pt x="355977" y="1186447"/>
                  </a:lnTo>
                  <a:close/>
                  <a:moveTo>
                    <a:pt x="346845" y="1186105"/>
                  </a:moveTo>
                  <a:lnTo>
                    <a:pt x="305092" y="1066714"/>
                  </a:lnTo>
                  <a:lnTo>
                    <a:pt x="280946" y="1184577"/>
                  </a:lnTo>
                  <a:close/>
                  <a:moveTo>
                    <a:pt x="1136247" y="2076843"/>
                  </a:moveTo>
                  <a:lnTo>
                    <a:pt x="1111579" y="2052035"/>
                  </a:lnTo>
                  <a:lnTo>
                    <a:pt x="1034194" y="1999126"/>
                  </a:lnTo>
                  <a:close/>
                  <a:moveTo>
                    <a:pt x="1499333" y="2263713"/>
                  </a:moveTo>
                  <a:lnTo>
                    <a:pt x="1396361" y="2286836"/>
                  </a:lnTo>
                  <a:lnTo>
                    <a:pt x="1485602" y="2374969"/>
                  </a:lnTo>
                  <a:close/>
                  <a:moveTo>
                    <a:pt x="1485602" y="2374969"/>
                  </a:moveTo>
                  <a:lnTo>
                    <a:pt x="1503743" y="2298680"/>
                  </a:lnTo>
                  <a:lnTo>
                    <a:pt x="1499333" y="2263713"/>
                  </a:lnTo>
                  <a:close/>
                  <a:moveTo>
                    <a:pt x="1335258" y="2188152"/>
                  </a:moveTo>
                  <a:lnTo>
                    <a:pt x="1367184" y="2298680"/>
                  </a:lnTo>
                  <a:lnTo>
                    <a:pt x="1403112" y="2181255"/>
                  </a:lnTo>
                  <a:close/>
                  <a:moveTo>
                    <a:pt x="1396361" y="2286836"/>
                  </a:moveTo>
                  <a:lnTo>
                    <a:pt x="1465907" y="2190796"/>
                  </a:lnTo>
                  <a:lnTo>
                    <a:pt x="1403112" y="2181255"/>
                  </a:lnTo>
                  <a:close/>
                  <a:moveTo>
                    <a:pt x="1320735" y="2178028"/>
                  </a:moveTo>
                  <a:lnTo>
                    <a:pt x="1273050" y="2216465"/>
                  </a:lnTo>
                  <a:lnTo>
                    <a:pt x="1288839" y="2229803"/>
                  </a:lnTo>
                  <a:close/>
                  <a:moveTo>
                    <a:pt x="1195678" y="2134250"/>
                  </a:moveTo>
                  <a:lnTo>
                    <a:pt x="1273050" y="2216465"/>
                  </a:lnTo>
                  <a:lnTo>
                    <a:pt x="1320735" y="2178028"/>
                  </a:lnTo>
                  <a:close/>
                  <a:moveTo>
                    <a:pt x="1403112" y="2181255"/>
                  </a:moveTo>
                  <a:lnTo>
                    <a:pt x="1465907" y="2190796"/>
                  </a:lnTo>
                  <a:lnTo>
                    <a:pt x="1375654" y="2103486"/>
                  </a:lnTo>
                  <a:close/>
                  <a:moveTo>
                    <a:pt x="1375654" y="2103486"/>
                  </a:moveTo>
                  <a:lnTo>
                    <a:pt x="1332464" y="2095813"/>
                  </a:lnTo>
                  <a:lnTo>
                    <a:pt x="1372280" y="2178028"/>
                  </a:lnTo>
                  <a:close/>
                  <a:moveTo>
                    <a:pt x="813829" y="1356450"/>
                  </a:moveTo>
                  <a:lnTo>
                    <a:pt x="727675" y="1309786"/>
                  </a:lnTo>
                  <a:lnTo>
                    <a:pt x="812967" y="1355877"/>
                  </a:lnTo>
                  <a:close/>
                  <a:moveTo>
                    <a:pt x="1833186" y="2656535"/>
                  </a:moveTo>
                  <a:lnTo>
                    <a:pt x="1899579" y="2671319"/>
                  </a:lnTo>
                  <a:lnTo>
                    <a:pt x="1899860" y="2550667"/>
                  </a:lnTo>
                  <a:close/>
                  <a:moveTo>
                    <a:pt x="1899860" y="2550667"/>
                  </a:moveTo>
                  <a:lnTo>
                    <a:pt x="1899579" y="2671319"/>
                  </a:lnTo>
                  <a:lnTo>
                    <a:pt x="1953032" y="2610757"/>
                  </a:lnTo>
                  <a:close/>
                  <a:moveTo>
                    <a:pt x="1332464" y="2095813"/>
                  </a:moveTo>
                  <a:lnTo>
                    <a:pt x="1309582" y="2013598"/>
                  </a:lnTo>
                  <a:lnTo>
                    <a:pt x="1399144" y="2057377"/>
                  </a:lnTo>
                  <a:close/>
                  <a:moveTo>
                    <a:pt x="770969" y="1330701"/>
                  </a:moveTo>
                  <a:lnTo>
                    <a:pt x="829985" y="1438093"/>
                  </a:lnTo>
                  <a:lnTo>
                    <a:pt x="812967" y="1355877"/>
                  </a:lnTo>
                  <a:close/>
                  <a:moveTo>
                    <a:pt x="907749" y="1317440"/>
                  </a:moveTo>
                  <a:lnTo>
                    <a:pt x="840928" y="1235226"/>
                  </a:lnTo>
                  <a:lnTo>
                    <a:pt x="873016" y="1268832"/>
                  </a:lnTo>
                  <a:close/>
                  <a:moveTo>
                    <a:pt x="1540260" y="1966899"/>
                  </a:moveTo>
                  <a:lnTo>
                    <a:pt x="1516005" y="1949883"/>
                  </a:lnTo>
                  <a:lnTo>
                    <a:pt x="1565570" y="1998075"/>
                  </a:lnTo>
                  <a:close/>
                  <a:moveTo>
                    <a:pt x="1412745" y="1810731"/>
                  </a:moveTo>
                  <a:lnTo>
                    <a:pt x="1440073" y="1772295"/>
                  </a:lnTo>
                  <a:lnTo>
                    <a:pt x="1354493" y="1766212"/>
                  </a:lnTo>
                  <a:close/>
                  <a:moveTo>
                    <a:pt x="1440073" y="1772295"/>
                  </a:moveTo>
                  <a:lnTo>
                    <a:pt x="1407061" y="1747550"/>
                  </a:lnTo>
                  <a:lnTo>
                    <a:pt x="1354493" y="1766212"/>
                  </a:lnTo>
                  <a:close/>
                  <a:moveTo>
                    <a:pt x="1332299" y="1690080"/>
                  </a:moveTo>
                  <a:lnTo>
                    <a:pt x="1354493" y="1766212"/>
                  </a:lnTo>
                  <a:lnTo>
                    <a:pt x="1407061" y="1747550"/>
                  </a:lnTo>
                  <a:close/>
                  <a:moveTo>
                    <a:pt x="1332299" y="1690080"/>
                  </a:moveTo>
                  <a:lnTo>
                    <a:pt x="1299384" y="1728517"/>
                  </a:lnTo>
                  <a:lnTo>
                    <a:pt x="1354493" y="1766212"/>
                  </a:lnTo>
                  <a:close/>
                  <a:moveTo>
                    <a:pt x="1332299" y="1690080"/>
                  </a:moveTo>
                  <a:lnTo>
                    <a:pt x="1313030" y="1674644"/>
                  </a:lnTo>
                  <a:lnTo>
                    <a:pt x="1249806" y="1653460"/>
                  </a:lnTo>
                  <a:close/>
                  <a:moveTo>
                    <a:pt x="949704" y="1279004"/>
                  </a:moveTo>
                  <a:lnTo>
                    <a:pt x="938480" y="1325434"/>
                  </a:lnTo>
                  <a:lnTo>
                    <a:pt x="989491" y="1300954"/>
                  </a:lnTo>
                  <a:close/>
                  <a:moveTo>
                    <a:pt x="149112" y="324725"/>
                  </a:moveTo>
                  <a:lnTo>
                    <a:pt x="249553" y="211037"/>
                  </a:lnTo>
                  <a:lnTo>
                    <a:pt x="174814" y="211207"/>
                  </a:lnTo>
                  <a:close/>
                  <a:moveTo>
                    <a:pt x="123637" y="52628"/>
                  </a:moveTo>
                  <a:lnTo>
                    <a:pt x="107347" y="45778"/>
                  </a:lnTo>
                  <a:lnTo>
                    <a:pt x="109055" y="127993"/>
                  </a:lnTo>
                  <a:close/>
                  <a:moveTo>
                    <a:pt x="2170557" y="2436328"/>
                  </a:moveTo>
                  <a:lnTo>
                    <a:pt x="2220217" y="2402069"/>
                  </a:lnTo>
                  <a:lnTo>
                    <a:pt x="2204348" y="2391579"/>
                  </a:lnTo>
                  <a:close/>
                  <a:moveTo>
                    <a:pt x="1723818" y="2002211"/>
                  </a:moveTo>
                  <a:lnTo>
                    <a:pt x="1698660" y="1980504"/>
                  </a:lnTo>
                  <a:lnTo>
                    <a:pt x="1693121" y="1981108"/>
                  </a:lnTo>
                  <a:close/>
                  <a:moveTo>
                    <a:pt x="1693121" y="1981108"/>
                  </a:moveTo>
                  <a:lnTo>
                    <a:pt x="1776788" y="2015267"/>
                  </a:lnTo>
                  <a:lnTo>
                    <a:pt x="1723818" y="2002211"/>
                  </a:lnTo>
                  <a:close/>
                  <a:moveTo>
                    <a:pt x="1440073" y="1772295"/>
                  </a:moveTo>
                  <a:lnTo>
                    <a:pt x="1509065" y="1850268"/>
                  </a:lnTo>
                  <a:lnTo>
                    <a:pt x="1452937" y="1740379"/>
                  </a:lnTo>
                  <a:close/>
                  <a:moveTo>
                    <a:pt x="1407061" y="1747550"/>
                  </a:moveTo>
                  <a:lnTo>
                    <a:pt x="1440073" y="1772295"/>
                  </a:lnTo>
                  <a:lnTo>
                    <a:pt x="1452937" y="1740379"/>
                  </a:lnTo>
                  <a:close/>
                  <a:moveTo>
                    <a:pt x="1484495" y="1651644"/>
                  </a:moveTo>
                  <a:lnTo>
                    <a:pt x="1529284" y="1710660"/>
                  </a:lnTo>
                  <a:lnTo>
                    <a:pt x="1502286" y="1660759"/>
                  </a:lnTo>
                  <a:close/>
                  <a:moveTo>
                    <a:pt x="1502286" y="1660759"/>
                  </a:moveTo>
                  <a:lnTo>
                    <a:pt x="1459325" y="1595594"/>
                  </a:lnTo>
                  <a:lnTo>
                    <a:pt x="1484495" y="1651644"/>
                  </a:lnTo>
                  <a:close/>
                  <a:moveTo>
                    <a:pt x="977776" y="1083571"/>
                  </a:moveTo>
                  <a:lnTo>
                    <a:pt x="1058481" y="1178643"/>
                  </a:lnTo>
                  <a:lnTo>
                    <a:pt x="1012357" y="1114574"/>
                  </a:lnTo>
                  <a:close/>
                  <a:moveTo>
                    <a:pt x="977776" y="1083571"/>
                  </a:moveTo>
                  <a:lnTo>
                    <a:pt x="1012357" y="1114574"/>
                  </a:lnTo>
                  <a:lnTo>
                    <a:pt x="976022" y="1035397"/>
                  </a:lnTo>
                  <a:close/>
                  <a:moveTo>
                    <a:pt x="976022" y="1035397"/>
                  </a:moveTo>
                  <a:lnTo>
                    <a:pt x="1013055" y="1110399"/>
                  </a:lnTo>
                  <a:lnTo>
                    <a:pt x="1042978" y="1007074"/>
                  </a:lnTo>
                  <a:close/>
                  <a:moveTo>
                    <a:pt x="435632" y="539068"/>
                  </a:moveTo>
                  <a:lnTo>
                    <a:pt x="504201" y="601168"/>
                  </a:lnTo>
                  <a:lnTo>
                    <a:pt x="544120" y="582848"/>
                  </a:lnTo>
                  <a:close/>
                  <a:moveTo>
                    <a:pt x="435632" y="539068"/>
                  </a:moveTo>
                  <a:lnTo>
                    <a:pt x="429207" y="425850"/>
                  </a:lnTo>
                  <a:lnTo>
                    <a:pt x="405947" y="512467"/>
                  </a:lnTo>
                  <a:close/>
                  <a:moveTo>
                    <a:pt x="639957" y="614875"/>
                  </a:moveTo>
                  <a:lnTo>
                    <a:pt x="544041" y="593268"/>
                  </a:lnTo>
                  <a:lnTo>
                    <a:pt x="598659" y="609457"/>
                  </a:lnTo>
                  <a:close/>
                  <a:moveTo>
                    <a:pt x="2204420" y="2214727"/>
                  </a:moveTo>
                  <a:lnTo>
                    <a:pt x="2169613" y="2217595"/>
                  </a:lnTo>
                  <a:lnTo>
                    <a:pt x="2171075" y="2281337"/>
                  </a:lnTo>
                  <a:close/>
                  <a:moveTo>
                    <a:pt x="1904650" y="1999463"/>
                  </a:moveTo>
                  <a:lnTo>
                    <a:pt x="1918001" y="1965527"/>
                  </a:lnTo>
                  <a:lnTo>
                    <a:pt x="1834578" y="2016131"/>
                  </a:lnTo>
                  <a:close/>
                  <a:moveTo>
                    <a:pt x="1918001" y="1965527"/>
                  </a:moveTo>
                  <a:lnTo>
                    <a:pt x="1887063" y="1933706"/>
                  </a:lnTo>
                  <a:lnTo>
                    <a:pt x="1840097" y="1868178"/>
                  </a:lnTo>
                  <a:close/>
                  <a:moveTo>
                    <a:pt x="1480530" y="1528375"/>
                  </a:moveTo>
                  <a:lnTo>
                    <a:pt x="1595874" y="1545174"/>
                  </a:lnTo>
                  <a:lnTo>
                    <a:pt x="1518461" y="1448777"/>
                  </a:lnTo>
                  <a:close/>
                  <a:moveTo>
                    <a:pt x="1261540" y="1266927"/>
                  </a:moveTo>
                  <a:lnTo>
                    <a:pt x="1274446" y="1224344"/>
                  </a:lnTo>
                  <a:lnTo>
                    <a:pt x="1237862" y="1241853"/>
                  </a:lnTo>
                  <a:close/>
                  <a:moveTo>
                    <a:pt x="1274446" y="1224344"/>
                  </a:moveTo>
                  <a:lnTo>
                    <a:pt x="1212105" y="1145551"/>
                  </a:lnTo>
                  <a:lnTo>
                    <a:pt x="1261266" y="1202131"/>
                  </a:lnTo>
                  <a:close/>
                  <a:moveTo>
                    <a:pt x="1045060" y="989370"/>
                  </a:moveTo>
                  <a:lnTo>
                    <a:pt x="979174" y="982343"/>
                  </a:lnTo>
                  <a:lnTo>
                    <a:pt x="976022" y="1035397"/>
                  </a:lnTo>
                  <a:close/>
                  <a:moveTo>
                    <a:pt x="1564943" y="1530992"/>
                  </a:moveTo>
                  <a:lnTo>
                    <a:pt x="1595874" y="1545174"/>
                  </a:lnTo>
                  <a:lnTo>
                    <a:pt x="1618933" y="1551984"/>
                  </a:lnTo>
                  <a:close/>
                  <a:moveTo>
                    <a:pt x="262902" y="0"/>
                  </a:moveTo>
                  <a:lnTo>
                    <a:pt x="383807" y="51120"/>
                  </a:lnTo>
                  <a:lnTo>
                    <a:pt x="310654" y="4438"/>
                  </a:lnTo>
                  <a:close/>
                  <a:moveTo>
                    <a:pt x="2173654" y="2179147"/>
                  </a:moveTo>
                  <a:lnTo>
                    <a:pt x="2108805" y="2268903"/>
                  </a:lnTo>
                  <a:lnTo>
                    <a:pt x="2169613" y="2217595"/>
                  </a:lnTo>
                  <a:close/>
                  <a:moveTo>
                    <a:pt x="2141626" y="2105093"/>
                  </a:moveTo>
                  <a:lnTo>
                    <a:pt x="2117929" y="2163858"/>
                  </a:lnTo>
                  <a:lnTo>
                    <a:pt x="2173654" y="2179147"/>
                  </a:lnTo>
                  <a:close/>
                  <a:moveTo>
                    <a:pt x="1762020" y="1593104"/>
                  </a:moveTo>
                  <a:lnTo>
                    <a:pt x="1826298" y="1579120"/>
                  </a:lnTo>
                  <a:lnTo>
                    <a:pt x="1807164" y="1574771"/>
                  </a:lnTo>
                  <a:close/>
                  <a:moveTo>
                    <a:pt x="1807164" y="1574771"/>
                  </a:moveTo>
                  <a:lnTo>
                    <a:pt x="1826298" y="1579120"/>
                  </a:lnTo>
                  <a:lnTo>
                    <a:pt x="1827310" y="1558554"/>
                  </a:lnTo>
                  <a:close/>
                  <a:moveTo>
                    <a:pt x="1072344" y="867097"/>
                  </a:moveTo>
                  <a:lnTo>
                    <a:pt x="990729" y="875180"/>
                  </a:lnTo>
                  <a:lnTo>
                    <a:pt x="1069290" y="890249"/>
                  </a:lnTo>
                  <a:close/>
                  <a:moveTo>
                    <a:pt x="991041" y="872602"/>
                  </a:moveTo>
                  <a:lnTo>
                    <a:pt x="1072344" y="867097"/>
                  </a:lnTo>
                  <a:lnTo>
                    <a:pt x="1055375" y="780800"/>
                  </a:lnTo>
                  <a:close/>
                  <a:moveTo>
                    <a:pt x="1072344" y="867097"/>
                  </a:moveTo>
                  <a:lnTo>
                    <a:pt x="1069290" y="890249"/>
                  </a:lnTo>
                  <a:lnTo>
                    <a:pt x="1081591" y="873271"/>
                  </a:lnTo>
                  <a:close/>
                  <a:moveTo>
                    <a:pt x="1055375" y="780800"/>
                  </a:moveTo>
                  <a:lnTo>
                    <a:pt x="1081591" y="873271"/>
                  </a:lnTo>
                  <a:lnTo>
                    <a:pt x="1077958" y="791056"/>
                  </a:lnTo>
                  <a:close/>
                  <a:moveTo>
                    <a:pt x="1055375" y="780800"/>
                  </a:moveTo>
                  <a:lnTo>
                    <a:pt x="1072344" y="867097"/>
                  </a:lnTo>
                  <a:lnTo>
                    <a:pt x="1081591" y="873271"/>
                  </a:lnTo>
                  <a:close/>
                  <a:moveTo>
                    <a:pt x="555418" y="147052"/>
                  </a:moveTo>
                  <a:lnTo>
                    <a:pt x="505091" y="174092"/>
                  </a:lnTo>
                  <a:lnTo>
                    <a:pt x="587223" y="118294"/>
                  </a:lnTo>
                  <a:close/>
                  <a:moveTo>
                    <a:pt x="587223" y="118294"/>
                  </a:moveTo>
                  <a:lnTo>
                    <a:pt x="505091" y="174092"/>
                  </a:lnTo>
                  <a:lnTo>
                    <a:pt x="553483" y="133335"/>
                  </a:lnTo>
                  <a:close/>
                  <a:moveTo>
                    <a:pt x="1807164" y="1574771"/>
                  </a:moveTo>
                  <a:lnTo>
                    <a:pt x="1827310" y="1558554"/>
                  </a:lnTo>
                  <a:lnTo>
                    <a:pt x="1770619" y="1563794"/>
                  </a:lnTo>
                  <a:close/>
                  <a:moveTo>
                    <a:pt x="1831553" y="1474756"/>
                  </a:moveTo>
                  <a:lnTo>
                    <a:pt x="1862449" y="1492555"/>
                  </a:lnTo>
                  <a:lnTo>
                    <a:pt x="1813110" y="1389657"/>
                  </a:lnTo>
                  <a:close/>
                  <a:moveTo>
                    <a:pt x="1813110" y="1389657"/>
                  </a:moveTo>
                  <a:lnTo>
                    <a:pt x="1914698" y="1391424"/>
                  </a:lnTo>
                  <a:lnTo>
                    <a:pt x="1883081" y="1371904"/>
                  </a:lnTo>
                  <a:close/>
                  <a:moveTo>
                    <a:pt x="1831553" y="1474756"/>
                  </a:moveTo>
                  <a:lnTo>
                    <a:pt x="1813110" y="1389657"/>
                  </a:lnTo>
                  <a:lnTo>
                    <a:pt x="1791302" y="1454119"/>
                  </a:lnTo>
                  <a:close/>
                  <a:moveTo>
                    <a:pt x="1813110" y="1389657"/>
                  </a:moveTo>
                  <a:lnTo>
                    <a:pt x="1780764" y="1371904"/>
                  </a:lnTo>
                  <a:lnTo>
                    <a:pt x="1791302" y="1454119"/>
                  </a:lnTo>
                  <a:close/>
                  <a:moveTo>
                    <a:pt x="1236943" y="744560"/>
                  </a:moveTo>
                  <a:lnTo>
                    <a:pt x="1285549" y="714183"/>
                  </a:lnTo>
                  <a:lnTo>
                    <a:pt x="1190583" y="634681"/>
                  </a:lnTo>
                  <a:close/>
                  <a:moveTo>
                    <a:pt x="1286594" y="714995"/>
                  </a:moveTo>
                  <a:lnTo>
                    <a:pt x="1370245" y="749091"/>
                  </a:lnTo>
                  <a:lnTo>
                    <a:pt x="1379934" y="675747"/>
                  </a:lnTo>
                  <a:close/>
                  <a:moveTo>
                    <a:pt x="1373983" y="472880"/>
                  </a:moveTo>
                  <a:lnTo>
                    <a:pt x="1381757" y="497049"/>
                  </a:lnTo>
                  <a:lnTo>
                    <a:pt x="1313354" y="391975"/>
                  </a:lnTo>
                  <a:close/>
                  <a:moveTo>
                    <a:pt x="1313354" y="391975"/>
                  </a:moveTo>
                  <a:lnTo>
                    <a:pt x="1381757" y="497049"/>
                  </a:lnTo>
                  <a:lnTo>
                    <a:pt x="1332060" y="429101"/>
                  </a:lnTo>
                  <a:close/>
                </a:path>
              </a:pathLst>
            </a:custGeom>
            <a:solidFill>
              <a:srgbClr val="D8DEE3"/>
            </a:solidFill>
            <a:ln w="1524">
              <a:solidFill>
                <a:srgbClr val="D8DEE3"/>
              </a:solidFill>
            </a:ln>
          </p:spPr>
        </p:sp>
        <p:sp>
          <p:nvSpPr>
            <p:cNvPr id="2066" name="Candidate_density__2065">
              <a:extLst>
                <a:ext uri="{FF2B5EF4-FFF2-40B4-BE49-F238E27FC236}">
                  <a16:creationId xmlns:a16="http://schemas.microsoft.com/office/drawing/2014/main" id="{A736F57F-313D-F52D-C9FD-5B084A9143DC}"/>
                </a:ext>
              </a:extLst>
            </p:cNvPr>
            <p:cNvSpPr>
              <a:spLocks noGrp="1"/>
            </p:cNvSpPr>
            <p:nvPr/>
          </p:nvSpPr>
          <p:spPr>
            <a:xfrm>
              <a:off x="4631217" y="2264082"/>
              <a:ext cx="2097073" cy="3030998"/>
            </a:xfrm>
            <a:custGeom>
              <a:avLst/>
              <a:gdLst/>
              <a:ahLst/>
              <a:cxnLst/>
              <a:rect l="0" t="0" r="0" b="0"/>
              <a:pathLst>
                <a:path w="2097073" h="3030998">
                  <a:moveTo>
                    <a:pt x="30767" y="2664580"/>
                  </a:moveTo>
                  <a:lnTo>
                    <a:pt x="105510" y="2740575"/>
                  </a:lnTo>
                  <a:lnTo>
                    <a:pt x="96836" y="2703386"/>
                  </a:lnTo>
                  <a:close/>
                  <a:moveTo>
                    <a:pt x="96836" y="2703386"/>
                  </a:moveTo>
                  <a:lnTo>
                    <a:pt x="68409" y="2702138"/>
                  </a:lnTo>
                  <a:lnTo>
                    <a:pt x="30767" y="2664580"/>
                  </a:lnTo>
                  <a:close/>
                  <a:moveTo>
                    <a:pt x="292269" y="2965963"/>
                  </a:moveTo>
                  <a:lnTo>
                    <a:pt x="392647" y="3030998"/>
                  </a:lnTo>
                  <a:lnTo>
                    <a:pt x="325080" y="2992447"/>
                  </a:lnTo>
                  <a:close/>
                  <a:moveTo>
                    <a:pt x="255297" y="2595652"/>
                  </a:moveTo>
                  <a:lnTo>
                    <a:pt x="212853" y="2636309"/>
                  </a:lnTo>
                  <a:lnTo>
                    <a:pt x="201704" y="2678722"/>
                  </a:lnTo>
                  <a:close/>
                  <a:moveTo>
                    <a:pt x="288159" y="2208799"/>
                  </a:moveTo>
                  <a:lnTo>
                    <a:pt x="364158" y="2214293"/>
                  </a:lnTo>
                  <a:lnTo>
                    <a:pt x="344805" y="2222608"/>
                  </a:lnTo>
                  <a:close/>
                  <a:moveTo>
                    <a:pt x="364158" y="2214293"/>
                  </a:moveTo>
                  <a:lnTo>
                    <a:pt x="421132" y="2221147"/>
                  </a:lnTo>
                  <a:lnTo>
                    <a:pt x="344805" y="2222608"/>
                  </a:lnTo>
                  <a:close/>
                  <a:moveTo>
                    <a:pt x="423981" y="2222759"/>
                  </a:moveTo>
                  <a:lnTo>
                    <a:pt x="510087" y="2266036"/>
                  </a:lnTo>
                  <a:lnTo>
                    <a:pt x="555981" y="2222425"/>
                  </a:lnTo>
                  <a:close/>
                  <a:moveTo>
                    <a:pt x="582969" y="2259872"/>
                  </a:moveTo>
                  <a:lnTo>
                    <a:pt x="603093" y="2194400"/>
                  </a:lnTo>
                  <a:lnTo>
                    <a:pt x="555981" y="2222425"/>
                  </a:lnTo>
                  <a:close/>
                  <a:moveTo>
                    <a:pt x="510087" y="2266036"/>
                  </a:moveTo>
                  <a:lnTo>
                    <a:pt x="582969" y="2259872"/>
                  </a:lnTo>
                  <a:lnTo>
                    <a:pt x="555981" y="2222425"/>
                  </a:lnTo>
                  <a:close/>
                  <a:moveTo>
                    <a:pt x="172681" y="1200934"/>
                  </a:moveTo>
                  <a:lnTo>
                    <a:pt x="187998" y="1320508"/>
                  </a:lnTo>
                  <a:lnTo>
                    <a:pt x="248630" y="1200198"/>
                  </a:lnTo>
                  <a:close/>
                  <a:moveTo>
                    <a:pt x="171993" y="1199856"/>
                  </a:moveTo>
                  <a:lnTo>
                    <a:pt x="172681" y="1200934"/>
                  </a:lnTo>
                  <a:lnTo>
                    <a:pt x="173599" y="1198328"/>
                  </a:lnTo>
                  <a:close/>
                  <a:moveTo>
                    <a:pt x="359020" y="1243635"/>
                  </a:moveTo>
                  <a:lnTo>
                    <a:pt x="346383" y="1287024"/>
                  </a:lnTo>
                  <a:lnTo>
                    <a:pt x="399400" y="1270044"/>
                  </a:lnTo>
                  <a:close/>
                  <a:moveTo>
                    <a:pt x="399400" y="1270044"/>
                  </a:moveTo>
                  <a:lnTo>
                    <a:pt x="346383" y="1287024"/>
                  </a:lnTo>
                  <a:lnTo>
                    <a:pt x="475009" y="1274074"/>
                  </a:lnTo>
                  <a:close/>
                  <a:moveTo>
                    <a:pt x="173599" y="1198328"/>
                  </a:moveTo>
                  <a:lnTo>
                    <a:pt x="197745" y="1080465"/>
                  </a:lnTo>
                  <a:lnTo>
                    <a:pt x="171993" y="1199856"/>
                  </a:lnTo>
                  <a:close/>
                  <a:moveTo>
                    <a:pt x="171993" y="1199856"/>
                  </a:moveTo>
                  <a:lnTo>
                    <a:pt x="197745" y="1080465"/>
                  </a:lnTo>
                  <a:lnTo>
                    <a:pt x="196805" y="1079204"/>
                  </a:lnTo>
                  <a:close/>
                  <a:moveTo>
                    <a:pt x="1289014" y="2300587"/>
                  </a:moveTo>
                  <a:lnTo>
                    <a:pt x="1391987" y="2277464"/>
                  </a:lnTo>
                  <a:lnTo>
                    <a:pt x="1358560" y="2204547"/>
                  </a:lnTo>
                  <a:close/>
                  <a:moveTo>
                    <a:pt x="1295765" y="2195006"/>
                  </a:moveTo>
                  <a:lnTo>
                    <a:pt x="1268307" y="2117237"/>
                  </a:lnTo>
                  <a:lnTo>
                    <a:pt x="1264934" y="2191779"/>
                  </a:lnTo>
                  <a:close/>
                  <a:moveTo>
                    <a:pt x="706482" y="1370201"/>
                  </a:moveTo>
                  <a:lnTo>
                    <a:pt x="720254" y="1459096"/>
                  </a:lnTo>
                  <a:lnTo>
                    <a:pt x="721297" y="1490280"/>
                  </a:lnTo>
                  <a:close/>
                  <a:moveTo>
                    <a:pt x="720254" y="1459096"/>
                  </a:moveTo>
                  <a:lnTo>
                    <a:pt x="706482" y="1370201"/>
                  </a:lnTo>
                  <a:lnTo>
                    <a:pt x="722638" y="1451844"/>
                  </a:lnTo>
                  <a:close/>
                  <a:moveTo>
                    <a:pt x="706482" y="1370201"/>
                  </a:moveTo>
                  <a:lnTo>
                    <a:pt x="705620" y="1369628"/>
                  </a:lnTo>
                  <a:lnTo>
                    <a:pt x="722638" y="1451844"/>
                  </a:lnTo>
                  <a:close/>
                  <a:moveTo>
                    <a:pt x="1845685" y="2624508"/>
                  </a:moveTo>
                  <a:lnTo>
                    <a:pt x="1792233" y="2685070"/>
                  </a:lnTo>
                  <a:lnTo>
                    <a:pt x="1815350" y="2676107"/>
                  </a:lnTo>
                  <a:close/>
                  <a:moveTo>
                    <a:pt x="1862078" y="2564418"/>
                  </a:moveTo>
                  <a:lnTo>
                    <a:pt x="1845685" y="2624508"/>
                  </a:lnTo>
                  <a:lnTo>
                    <a:pt x="1809207" y="2685070"/>
                  </a:lnTo>
                  <a:close/>
                  <a:moveTo>
                    <a:pt x="1508686" y="1985296"/>
                  </a:moveTo>
                  <a:lnTo>
                    <a:pt x="1432913" y="1980650"/>
                  </a:lnTo>
                  <a:lnTo>
                    <a:pt x="1458223" y="2011826"/>
                  </a:lnTo>
                  <a:close/>
                  <a:moveTo>
                    <a:pt x="1508686" y="1985296"/>
                  </a:moveTo>
                  <a:lnTo>
                    <a:pt x="1458223" y="2011826"/>
                  </a:lnTo>
                  <a:lnTo>
                    <a:pt x="1585775" y="1994859"/>
                  </a:lnTo>
                  <a:close/>
                  <a:moveTo>
                    <a:pt x="1192037" y="1742268"/>
                  </a:moveTo>
                  <a:lnTo>
                    <a:pt x="1224953" y="1703831"/>
                  </a:lnTo>
                  <a:lnTo>
                    <a:pt x="1142459" y="1667211"/>
                  </a:lnTo>
                  <a:close/>
                  <a:moveTo>
                    <a:pt x="1083458" y="1725272"/>
                  </a:moveTo>
                  <a:lnTo>
                    <a:pt x="1142459" y="1667211"/>
                  </a:lnTo>
                  <a:lnTo>
                    <a:pt x="1205684" y="1688395"/>
                  </a:lnTo>
                  <a:close/>
                  <a:moveTo>
                    <a:pt x="842357" y="1292755"/>
                  </a:moveTo>
                  <a:lnTo>
                    <a:pt x="800402" y="1331192"/>
                  </a:lnTo>
                  <a:lnTo>
                    <a:pt x="831133" y="1339185"/>
                  </a:lnTo>
                  <a:close/>
                  <a:moveTo>
                    <a:pt x="320736" y="545529"/>
                  </a:moveTo>
                  <a:lnTo>
                    <a:pt x="328285" y="552819"/>
                  </a:lnTo>
                  <a:lnTo>
                    <a:pt x="298600" y="526218"/>
                  </a:lnTo>
                  <a:close/>
                  <a:moveTo>
                    <a:pt x="41766" y="338476"/>
                  </a:moveTo>
                  <a:lnTo>
                    <a:pt x="67467" y="224958"/>
                  </a:lnTo>
                  <a:lnTo>
                    <a:pt x="15872" y="344610"/>
                  </a:lnTo>
                  <a:close/>
                  <a:moveTo>
                    <a:pt x="328285" y="552819"/>
                  </a:moveTo>
                  <a:lnTo>
                    <a:pt x="354751" y="573546"/>
                  </a:lnTo>
                  <a:lnTo>
                    <a:pt x="396854" y="614919"/>
                  </a:lnTo>
                  <a:close/>
                  <a:moveTo>
                    <a:pt x="1585775" y="1994859"/>
                  </a:moveTo>
                  <a:lnTo>
                    <a:pt x="1591314" y="1994255"/>
                  </a:lnTo>
                  <a:lnTo>
                    <a:pt x="1564540" y="1978924"/>
                  </a:lnTo>
                  <a:close/>
                  <a:moveTo>
                    <a:pt x="1585775" y="1994859"/>
                  </a:moveTo>
                  <a:lnTo>
                    <a:pt x="1564540" y="1978924"/>
                  </a:lnTo>
                  <a:lnTo>
                    <a:pt x="1508686" y="1985296"/>
                  </a:lnTo>
                  <a:close/>
                  <a:moveTo>
                    <a:pt x="1154193" y="1280678"/>
                  </a:moveTo>
                  <a:lnTo>
                    <a:pt x="1079598" y="1280435"/>
                  </a:lnTo>
                  <a:lnTo>
                    <a:pt x="1107544" y="1321467"/>
                  </a:lnTo>
                  <a:close/>
                  <a:moveTo>
                    <a:pt x="868676" y="1049148"/>
                  </a:moveTo>
                  <a:lnTo>
                    <a:pt x="905010" y="1128325"/>
                  </a:lnTo>
                  <a:lnTo>
                    <a:pt x="905708" y="1124150"/>
                  </a:lnTo>
                  <a:close/>
                  <a:moveTo>
                    <a:pt x="396854" y="614919"/>
                  </a:moveTo>
                  <a:lnTo>
                    <a:pt x="469984" y="609680"/>
                  </a:lnTo>
                  <a:lnTo>
                    <a:pt x="436695" y="607019"/>
                  </a:lnTo>
                  <a:close/>
                  <a:moveTo>
                    <a:pt x="469984" y="609680"/>
                  </a:moveTo>
                  <a:lnTo>
                    <a:pt x="491312" y="623208"/>
                  </a:lnTo>
                  <a:lnTo>
                    <a:pt x="436695" y="607019"/>
                  </a:lnTo>
                  <a:close/>
                  <a:moveTo>
                    <a:pt x="338685" y="349952"/>
                  </a:moveTo>
                  <a:lnTo>
                    <a:pt x="322294" y="399602"/>
                  </a:lnTo>
                  <a:lnTo>
                    <a:pt x="358115" y="370626"/>
                  </a:lnTo>
                  <a:close/>
                  <a:moveTo>
                    <a:pt x="358115" y="370626"/>
                  </a:moveTo>
                  <a:lnTo>
                    <a:pt x="322294" y="399602"/>
                  </a:lnTo>
                  <a:lnTo>
                    <a:pt x="321860" y="439601"/>
                  </a:lnTo>
                  <a:close/>
                  <a:moveTo>
                    <a:pt x="338685" y="349952"/>
                  </a:moveTo>
                  <a:lnTo>
                    <a:pt x="358115" y="370626"/>
                  </a:lnTo>
                  <a:lnTo>
                    <a:pt x="372518" y="308728"/>
                  </a:lnTo>
                  <a:close/>
                  <a:moveTo>
                    <a:pt x="0" y="59529"/>
                  </a:moveTo>
                  <a:lnTo>
                    <a:pt x="32394" y="21093"/>
                  </a:lnTo>
                  <a:lnTo>
                    <a:pt x="1709" y="141744"/>
                  </a:lnTo>
                  <a:close/>
                  <a:moveTo>
                    <a:pt x="0" y="59529"/>
                  </a:moveTo>
                  <a:lnTo>
                    <a:pt x="13715" y="18396"/>
                  </a:lnTo>
                  <a:lnTo>
                    <a:pt x="66467" y="429"/>
                  </a:lnTo>
                  <a:close/>
                  <a:moveTo>
                    <a:pt x="1591314" y="1994255"/>
                  </a:moveTo>
                  <a:lnTo>
                    <a:pt x="1616471" y="2015962"/>
                  </a:lnTo>
                  <a:lnTo>
                    <a:pt x="1653326" y="2032221"/>
                  </a:lnTo>
                  <a:close/>
                  <a:moveTo>
                    <a:pt x="1727232" y="2029882"/>
                  </a:moveTo>
                  <a:lnTo>
                    <a:pt x="1616471" y="2015962"/>
                  </a:lnTo>
                  <a:lnTo>
                    <a:pt x="1672633" y="2030896"/>
                  </a:lnTo>
                  <a:close/>
                  <a:moveTo>
                    <a:pt x="1727232" y="2029882"/>
                  </a:moveTo>
                  <a:lnTo>
                    <a:pt x="1653326" y="2032221"/>
                  </a:lnTo>
                  <a:lnTo>
                    <a:pt x="1616471" y="2015962"/>
                  </a:lnTo>
                  <a:close/>
                  <a:moveTo>
                    <a:pt x="2075683" y="2202464"/>
                  </a:moveTo>
                  <a:lnTo>
                    <a:pt x="2062266" y="2231346"/>
                  </a:lnTo>
                  <a:lnTo>
                    <a:pt x="2097073" y="2228478"/>
                  </a:lnTo>
                  <a:close/>
                  <a:moveTo>
                    <a:pt x="1407528" y="1464092"/>
                  </a:moveTo>
                  <a:lnTo>
                    <a:pt x="1362494" y="1583180"/>
                  </a:lnTo>
                  <a:lnTo>
                    <a:pt x="1373183" y="1542126"/>
                  </a:lnTo>
                  <a:close/>
                  <a:moveTo>
                    <a:pt x="1079598" y="1280435"/>
                  </a:moveTo>
                  <a:lnTo>
                    <a:pt x="1154193" y="1280678"/>
                  </a:lnTo>
                  <a:lnTo>
                    <a:pt x="1130515" y="1255604"/>
                  </a:lnTo>
                  <a:close/>
                  <a:moveTo>
                    <a:pt x="629087" y="571792"/>
                  </a:moveTo>
                  <a:lnTo>
                    <a:pt x="532610" y="628626"/>
                  </a:lnTo>
                  <a:lnTo>
                    <a:pt x="607578" y="630262"/>
                  </a:lnTo>
                  <a:close/>
                  <a:moveTo>
                    <a:pt x="613048" y="484739"/>
                  </a:moveTo>
                  <a:lnTo>
                    <a:pt x="629087" y="571792"/>
                  </a:lnTo>
                  <a:lnTo>
                    <a:pt x="629192" y="596599"/>
                  </a:lnTo>
                  <a:close/>
                  <a:moveTo>
                    <a:pt x="352791" y="298426"/>
                  </a:moveTo>
                  <a:lnTo>
                    <a:pt x="384467" y="249111"/>
                  </a:lnTo>
                  <a:lnTo>
                    <a:pt x="388076" y="229301"/>
                  </a:lnTo>
                  <a:close/>
                  <a:moveTo>
                    <a:pt x="352791" y="298426"/>
                  </a:moveTo>
                  <a:lnTo>
                    <a:pt x="372518" y="308728"/>
                  </a:lnTo>
                  <a:lnTo>
                    <a:pt x="384467" y="249111"/>
                  </a:lnTo>
                  <a:close/>
                  <a:moveTo>
                    <a:pt x="338685" y="349952"/>
                  </a:moveTo>
                  <a:lnTo>
                    <a:pt x="372518" y="308728"/>
                  </a:lnTo>
                  <a:lnTo>
                    <a:pt x="335512" y="328411"/>
                  </a:lnTo>
                  <a:close/>
                  <a:moveTo>
                    <a:pt x="372518" y="308728"/>
                  </a:moveTo>
                  <a:lnTo>
                    <a:pt x="398105" y="267738"/>
                  </a:lnTo>
                  <a:lnTo>
                    <a:pt x="384467" y="249111"/>
                  </a:lnTo>
                  <a:close/>
                  <a:moveTo>
                    <a:pt x="397744" y="187843"/>
                  </a:moveTo>
                  <a:lnTo>
                    <a:pt x="384467" y="249111"/>
                  </a:lnTo>
                  <a:lnTo>
                    <a:pt x="398105" y="267738"/>
                  </a:lnTo>
                  <a:close/>
                  <a:moveTo>
                    <a:pt x="203307" y="18189"/>
                  </a:moveTo>
                  <a:lnTo>
                    <a:pt x="97939" y="0"/>
                  </a:lnTo>
                  <a:lnTo>
                    <a:pt x="155555" y="13751"/>
                  </a:lnTo>
                  <a:close/>
                  <a:moveTo>
                    <a:pt x="2008688" y="2081812"/>
                  </a:moveTo>
                  <a:lnTo>
                    <a:pt x="2006823" y="2087511"/>
                  </a:lnTo>
                  <a:lnTo>
                    <a:pt x="2034280" y="2118844"/>
                  </a:lnTo>
                  <a:close/>
                  <a:moveTo>
                    <a:pt x="2066308" y="2192898"/>
                  </a:moveTo>
                  <a:lnTo>
                    <a:pt x="2062266" y="2231346"/>
                  </a:lnTo>
                  <a:lnTo>
                    <a:pt x="2075683" y="2202464"/>
                  </a:lnTo>
                  <a:close/>
                  <a:moveTo>
                    <a:pt x="1719964" y="1572305"/>
                  </a:moveTo>
                  <a:lnTo>
                    <a:pt x="1718951" y="1592871"/>
                  </a:lnTo>
                  <a:lnTo>
                    <a:pt x="1755103" y="1506306"/>
                  </a:lnTo>
                  <a:close/>
                  <a:moveTo>
                    <a:pt x="1677503" y="1477009"/>
                  </a:moveTo>
                  <a:lnTo>
                    <a:pt x="1719964" y="1572305"/>
                  </a:lnTo>
                  <a:lnTo>
                    <a:pt x="1724206" y="1488507"/>
                  </a:lnTo>
                  <a:close/>
                  <a:moveTo>
                    <a:pt x="1724206" y="1488507"/>
                  </a:moveTo>
                  <a:lnTo>
                    <a:pt x="1719964" y="1572305"/>
                  </a:lnTo>
                  <a:lnTo>
                    <a:pt x="1755103" y="1506306"/>
                  </a:lnTo>
                  <a:close/>
                  <a:moveTo>
                    <a:pt x="1029152" y="728599"/>
                  </a:moveTo>
                  <a:lnTo>
                    <a:pt x="1019863" y="684155"/>
                  </a:lnTo>
                  <a:lnTo>
                    <a:pt x="1083236" y="648432"/>
                  </a:lnTo>
                  <a:close/>
                  <a:moveTo>
                    <a:pt x="1272587" y="689498"/>
                  </a:moveTo>
                  <a:lnTo>
                    <a:pt x="1262898" y="762842"/>
                  </a:lnTo>
                  <a:lnTo>
                    <a:pt x="1288713" y="699357"/>
                  </a:lnTo>
                  <a:close/>
                  <a:moveTo>
                    <a:pt x="1288713" y="699357"/>
                  </a:moveTo>
                  <a:lnTo>
                    <a:pt x="1262898" y="762842"/>
                  </a:lnTo>
                  <a:lnTo>
                    <a:pt x="1301549" y="727934"/>
                  </a:lnTo>
                  <a:close/>
                  <a:moveTo>
                    <a:pt x="1288713" y="699357"/>
                  </a:moveTo>
                  <a:lnTo>
                    <a:pt x="1254027" y="627463"/>
                  </a:lnTo>
                  <a:lnTo>
                    <a:pt x="1272587" y="689498"/>
                  </a:lnTo>
                  <a:close/>
                  <a:moveTo>
                    <a:pt x="1254027" y="627463"/>
                  </a:moveTo>
                  <a:lnTo>
                    <a:pt x="1233031" y="607282"/>
                  </a:lnTo>
                  <a:lnTo>
                    <a:pt x="1272587" y="689498"/>
                  </a:lnTo>
                  <a:close/>
                  <a:moveTo>
                    <a:pt x="1265476" y="557277"/>
                  </a:moveTo>
                  <a:lnTo>
                    <a:pt x="1254027" y="627463"/>
                  </a:lnTo>
                  <a:lnTo>
                    <a:pt x="1274727" y="525067"/>
                  </a:lnTo>
                  <a:close/>
                  <a:moveTo>
                    <a:pt x="1233031" y="607282"/>
                  </a:moveTo>
                  <a:lnTo>
                    <a:pt x="1254027" y="627463"/>
                  </a:lnTo>
                  <a:lnTo>
                    <a:pt x="1265476" y="557277"/>
                  </a:lnTo>
                  <a:close/>
                  <a:moveTo>
                    <a:pt x="1265476" y="557277"/>
                  </a:moveTo>
                  <a:lnTo>
                    <a:pt x="1274411" y="510800"/>
                  </a:lnTo>
                  <a:lnTo>
                    <a:pt x="1233031" y="607282"/>
                  </a:lnTo>
                  <a:close/>
                  <a:moveTo>
                    <a:pt x="1233031" y="607282"/>
                  </a:moveTo>
                  <a:lnTo>
                    <a:pt x="1274411" y="510800"/>
                  </a:lnTo>
                  <a:lnTo>
                    <a:pt x="1266636" y="486631"/>
                  </a:lnTo>
                  <a:close/>
                  <a:moveTo>
                    <a:pt x="1274411" y="510800"/>
                  </a:moveTo>
                  <a:lnTo>
                    <a:pt x="1265476" y="557277"/>
                  </a:lnTo>
                  <a:lnTo>
                    <a:pt x="1274727" y="525067"/>
                  </a:lnTo>
                  <a:close/>
                </a:path>
              </a:pathLst>
            </a:custGeom>
            <a:solidFill>
              <a:srgbClr val="D4DBE0"/>
            </a:solidFill>
            <a:ln w="1524">
              <a:solidFill>
                <a:srgbClr val="D4DBE0"/>
              </a:solidFill>
            </a:ln>
          </p:spPr>
        </p:sp>
        <p:sp>
          <p:nvSpPr>
            <p:cNvPr id="2067" name="Candidate_density__2066">
              <a:extLst>
                <a:ext uri="{FF2B5EF4-FFF2-40B4-BE49-F238E27FC236}">
                  <a16:creationId xmlns:a16="http://schemas.microsoft.com/office/drawing/2014/main" id="{50C542FC-1B0A-75C3-25F6-08052F5B7646}"/>
                </a:ext>
              </a:extLst>
            </p:cNvPr>
            <p:cNvSpPr>
              <a:spLocks noGrp="1"/>
            </p:cNvSpPr>
            <p:nvPr/>
          </p:nvSpPr>
          <p:spPr>
            <a:xfrm>
              <a:off x="4501318" y="2029296"/>
              <a:ext cx="2057553" cy="2837641"/>
            </a:xfrm>
            <a:custGeom>
              <a:avLst/>
              <a:gdLst/>
              <a:ahLst/>
              <a:cxnLst/>
              <a:rect l="0" t="0" r="0" b="0"/>
              <a:pathLst>
                <a:path w="2057553" h="2837641">
                  <a:moveTo>
                    <a:pt x="144821" y="2624924"/>
                  </a:moveTo>
                  <a:lnTo>
                    <a:pt x="85385" y="2692218"/>
                  </a:lnTo>
                  <a:lnTo>
                    <a:pt x="93048" y="2690279"/>
                  </a:lnTo>
                  <a:close/>
                  <a:moveTo>
                    <a:pt x="26044" y="2674693"/>
                  </a:moveTo>
                  <a:lnTo>
                    <a:pt x="85385" y="2692218"/>
                  </a:lnTo>
                  <a:lnTo>
                    <a:pt x="144821" y="2624924"/>
                  </a:lnTo>
                  <a:close/>
                  <a:moveTo>
                    <a:pt x="151852" y="2569627"/>
                  </a:moveTo>
                  <a:lnTo>
                    <a:pt x="145902" y="2603518"/>
                  </a:lnTo>
                  <a:lnTo>
                    <a:pt x="93048" y="2690279"/>
                  </a:lnTo>
                  <a:close/>
                  <a:moveTo>
                    <a:pt x="169634" y="2502490"/>
                  </a:moveTo>
                  <a:lnTo>
                    <a:pt x="145902" y="2603518"/>
                  </a:lnTo>
                  <a:lnTo>
                    <a:pt x="151852" y="2569627"/>
                  </a:lnTo>
                  <a:close/>
                  <a:moveTo>
                    <a:pt x="328535" y="2515633"/>
                  </a:moveTo>
                  <a:lnTo>
                    <a:pt x="418058" y="2443585"/>
                  </a:lnTo>
                  <a:lnTo>
                    <a:pt x="304551" y="2448975"/>
                  </a:lnTo>
                  <a:close/>
                  <a:moveTo>
                    <a:pt x="371352" y="2268960"/>
                  </a:moveTo>
                  <a:lnTo>
                    <a:pt x="313472" y="2328324"/>
                  </a:lnTo>
                  <a:lnTo>
                    <a:pt x="350344" y="2253874"/>
                  </a:lnTo>
                  <a:close/>
                  <a:moveTo>
                    <a:pt x="422028" y="2243226"/>
                  </a:moveTo>
                  <a:lnTo>
                    <a:pt x="371352" y="2268960"/>
                  </a:lnTo>
                  <a:lnTo>
                    <a:pt x="350344" y="2253874"/>
                  </a:lnTo>
                  <a:close/>
                  <a:moveTo>
                    <a:pt x="371352" y="2268960"/>
                  </a:moveTo>
                  <a:lnTo>
                    <a:pt x="422028" y="2243226"/>
                  </a:lnTo>
                  <a:lnTo>
                    <a:pt x="376455" y="2246109"/>
                  </a:lnTo>
                  <a:close/>
                  <a:moveTo>
                    <a:pt x="422028" y="2243226"/>
                  </a:moveTo>
                  <a:lnTo>
                    <a:pt x="470767" y="2207673"/>
                  </a:lnTo>
                  <a:lnTo>
                    <a:pt x="376455" y="2246109"/>
                  </a:lnTo>
                  <a:close/>
                  <a:moveTo>
                    <a:pt x="494189" y="2201867"/>
                  </a:moveTo>
                  <a:lnTo>
                    <a:pt x="470767" y="2207673"/>
                  </a:lnTo>
                  <a:lnTo>
                    <a:pt x="547581" y="2258553"/>
                  </a:lnTo>
                  <a:close/>
                  <a:moveTo>
                    <a:pt x="547581" y="2258553"/>
                  </a:moveTo>
                  <a:lnTo>
                    <a:pt x="470767" y="2207673"/>
                  </a:lnTo>
                  <a:lnTo>
                    <a:pt x="470507" y="2209280"/>
                  </a:lnTo>
                  <a:close/>
                  <a:moveTo>
                    <a:pt x="470507" y="2209280"/>
                  </a:moveTo>
                  <a:lnTo>
                    <a:pt x="470767" y="2207673"/>
                  </a:lnTo>
                  <a:lnTo>
                    <a:pt x="422028" y="2243226"/>
                  </a:lnTo>
                  <a:close/>
                  <a:moveTo>
                    <a:pt x="317007" y="1758160"/>
                  </a:moveTo>
                  <a:lnTo>
                    <a:pt x="331389" y="1840376"/>
                  </a:lnTo>
                  <a:lnTo>
                    <a:pt x="398634" y="1818591"/>
                  </a:lnTo>
                  <a:close/>
                  <a:moveTo>
                    <a:pt x="25638" y="1579185"/>
                  </a:moveTo>
                  <a:lnTo>
                    <a:pt x="110321" y="1570931"/>
                  </a:lnTo>
                  <a:lnTo>
                    <a:pt x="72861" y="1501293"/>
                  </a:lnTo>
                  <a:close/>
                  <a:moveTo>
                    <a:pt x="135106" y="1473078"/>
                  </a:moveTo>
                  <a:lnTo>
                    <a:pt x="72861" y="1501293"/>
                  </a:lnTo>
                  <a:lnTo>
                    <a:pt x="110321" y="1570931"/>
                  </a:lnTo>
                  <a:close/>
                  <a:moveTo>
                    <a:pt x="163645" y="1404090"/>
                  </a:moveTo>
                  <a:lnTo>
                    <a:pt x="72861" y="1501293"/>
                  </a:lnTo>
                  <a:lnTo>
                    <a:pt x="135106" y="1473078"/>
                  </a:lnTo>
                  <a:close/>
                  <a:moveTo>
                    <a:pt x="760347" y="2130799"/>
                  </a:moveTo>
                  <a:lnTo>
                    <a:pt x="821291" y="2190970"/>
                  </a:lnTo>
                  <a:lnTo>
                    <a:pt x="838068" y="2104077"/>
                  </a:lnTo>
                  <a:close/>
                  <a:moveTo>
                    <a:pt x="628381" y="1596625"/>
                  </a:moveTo>
                  <a:lnTo>
                    <a:pt x="564741" y="1681287"/>
                  </a:lnTo>
                  <a:lnTo>
                    <a:pt x="593243" y="1642851"/>
                  </a:lnTo>
                  <a:close/>
                  <a:moveTo>
                    <a:pt x="628381" y="1596625"/>
                  </a:moveTo>
                  <a:lnTo>
                    <a:pt x="583918" y="1645585"/>
                  </a:lnTo>
                  <a:lnTo>
                    <a:pt x="564741" y="1681287"/>
                  </a:lnTo>
                  <a:close/>
                  <a:moveTo>
                    <a:pt x="428165" y="1405364"/>
                  </a:moveTo>
                  <a:lnTo>
                    <a:pt x="411799" y="1396206"/>
                  </a:lnTo>
                  <a:lnTo>
                    <a:pt x="378529" y="1434984"/>
                  </a:lnTo>
                  <a:close/>
                  <a:moveTo>
                    <a:pt x="411799" y="1396206"/>
                  </a:moveTo>
                  <a:lnTo>
                    <a:pt x="423825" y="1389137"/>
                  </a:lnTo>
                  <a:lnTo>
                    <a:pt x="369397" y="1434642"/>
                  </a:lnTo>
                  <a:close/>
                  <a:moveTo>
                    <a:pt x="374159" y="1338028"/>
                  </a:moveTo>
                  <a:lnTo>
                    <a:pt x="423825" y="1389137"/>
                  </a:lnTo>
                  <a:lnTo>
                    <a:pt x="478282" y="1314086"/>
                  </a:lnTo>
                  <a:close/>
                  <a:moveTo>
                    <a:pt x="1764750" y="2755426"/>
                  </a:moveTo>
                  <a:lnTo>
                    <a:pt x="1732742" y="2723866"/>
                  </a:lnTo>
                  <a:lnTo>
                    <a:pt x="1686915" y="2699452"/>
                  </a:lnTo>
                  <a:close/>
                  <a:moveTo>
                    <a:pt x="989306" y="1971711"/>
                  </a:moveTo>
                  <a:lnTo>
                    <a:pt x="1038243" y="2014399"/>
                  </a:lnTo>
                  <a:lnTo>
                    <a:pt x="1051704" y="1933275"/>
                  </a:lnTo>
                  <a:close/>
                  <a:moveTo>
                    <a:pt x="1050066" y="1851060"/>
                  </a:moveTo>
                  <a:lnTo>
                    <a:pt x="1047529" y="1854788"/>
                  </a:lnTo>
                  <a:lnTo>
                    <a:pt x="989306" y="1971711"/>
                  </a:lnTo>
                  <a:close/>
                  <a:moveTo>
                    <a:pt x="1051704" y="1933275"/>
                  </a:moveTo>
                  <a:lnTo>
                    <a:pt x="1050066" y="1851060"/>
                  </a:lnTo>
                  <a:lnTo>
                    <a:pt x="989306" y="1971711"/>
                  </a:lnTo>
                  <a:close/>
                  <a:moveTo>
                    <a:pt x="750227" y="1558323"/>
                  </a:moveTo>
                  <a:lnTo>
                    <a:pt x="695122" y="1567501"/>
                  </a:lnTo>
                  <a:lnTo>
                    <a:pt x="628381" y="1596625"/>
                  </a:lnTo>
                  <a:close/>
                  <a:moveTo>
                    <a:pt x="529280" y="1289557"/>
                  </a:moveTo>
                  <a:lnTo>
                    <a:pt x="435609" y="1388162"/>
                  </a:lnTo>
                  <a:lnTo>
                    <a:pt x="484528" y="1357769"/>
                  </a:lnTo>
                  <a:close/>
                  <a:moveTo>
                    <a:pt x="423825" y="1389137"/>
                  </a:moveTo>
                  <a:lnTo>
                    <a:pt x="435609" y="1388162"/>
                  </a:lnTo>
                  <a:lnTo>
                    <a:pt x="529280" y="1289557"/>
                  </a:lnTo>
                  <a:close/>
                  <a:moveTo>
                    <a:pt x="478282" y="1314086"/>
                  </a:moveTo>
                  <a:lnTo>
                    <a:pt x="423825" y="1389137"/>
                  </a:lnTo>
                  <a:lnTo>
                    <a:pt x="529280" y="1289557"/>
                  </a:lnTo>
                  <a:close/>
                  <a:moveTo>
                    <a:pt x="1848251" y="2716989"/>
                  </a:moveTo>
                  <a:lnTo>
                    <a:pt x="1871900" y="2809839"/>
                  </a:lnTo>
                  <a:lnTo>
                    <a:pt x="1871006" y="2746951"/>
                  </a:lnTo>
                  <a:close/>
                  <a:moveTo>
                    <a:pt x="1769484" y="2837641"/>
                  </a:moveTo>
                  <a:lnTo>
                    <a:pt x="1871900" y="2809839"/>
                  </a:lnTo>
                  <a:lnTo>
                    <a:pt x="1848251" y="2716989"/>
                  </a:lnTo>
                  <a:close/>
                  <a:moveTo>
                    <a:pt x="1764750" y="2755426"/>
                  </a:moveTo>
                  <a:lnTo>
                    <a:pt x="1769484" y="2837641"/>
                  </a:lnTo>
                  <a:lnTo>
                    <a:pt x="1848251" y="2716989"/>
                  </a:lnTo>
                  <a:close/>
                  <a:moveTo>
                    <a:pt x="1871900" y="2809839"/>
                  </a:moveTo>
                  <a:lnTo>
                    <a:pt x="1922412" y="2799204"/>
                  </a:lnTo>
                  <a:lnTo>
                    <a:pt x="1871006" y="2746951"/>
                  </a:lnTo>
                  <a:close/>
                  <a:moveTo>
                    <a:pt x="1050066" y="1851060"/>
                  </a:moveTo>
                  <a:lnTo>
                    <a:pt x="1051704" y="1933275"/>
                  </a:lnTo>
                  <a:lnTo>
                    <a:pt x="1082333" y="1894838"/>
                  </a:lnTo>
                  <a:close/>
                  <a:moveTo>
                    <a:pt x="1050066" y="1851060"/>
                  </a:moveTo>
                  <a:lnTo>
                    <a:pt x="1082333" y="1894838"/>
                  </a:lnTo>
                  <a:lnTo>
                    <a:pt x="1067184" y="1812623"/>
                  </a:lnTo>
                  <a:close/>
                  <a:moveTo>
                    <a:pt x="1085622" y="1761136"/>
                  </a:moveTo>
                  <a:lnTo>
                    <a:pt x="1050066" y="1851060"/>
                  </a:lnTo>
                  <a:lnTo>
                    <a:pt x="1067184" y="1812623"/>
                  </a:lnTo>
                  <a:close/>
                  <a:moveTo>
                    <a:pt x="1981182" y="2781587"/>
                  </a:moveTo>
                  <a:lnTo>
                    <a:pt x="1871006" y="2746951"/>
                  </a:lnTo>
                  <a:lnTo>
                    <a:pt x="1922412" y="2799204"/>
                  </a:lnTo>
                  <a:close/>
                  <a:moveTo>
                    <a:pt x="1869041" y="2712072"/>
                  </a:moveTo>
                  <a:lnTo>
                    <a:pt x="1871006" y="2746951"/>
                  </a:lnTo>
                  <a:lnTo>
                    <a:pt x="1981182" y="2781587"/>
                  </a:lnTo>
                  <a:close/>
                  <a:moveTo>
                    <a:pt x="1939802" y="2715136"/>
                  </a:moveTo>
                  <a:lnTo>
                    <a:pt x="1869041" y="2712072"/>
                  </a:lnTo>
                  <a:lnTo>
                    <a:pt x="1981182" y="2781587"/>
                  </a:lnTo>
                  <a:close/>
                  <a:moveTo>
                    <a:pt x="1848251" y="2716989"/>
                  </a:moveTo>
                  <a:lnTo>
                    <a:pt x="1871006" y="2746951"/>
                  </a:lnTo>
                  <a:lnTo>
                    <a:pt x="1869041" y="2712072"/>
                  </a:lnTo>
                  <a:close/>
                  <a:moveTo>
                    <a:pt x="1085622" y="1761136"/>
                  </a:moveTo>
                  <a:lnTo>
                    <a:pt x="1144867" y="1767443"/>
                  </a:lnTo>
                  <a:lnTo>
                    <a:pt x="1124454" y="1730408"/>
                  </a:lnTo>
                  <a:close/>
                  <a:moveTo>
                    <a:pt x="1144867" y="1767443"/>
                  </a:moveTo>
                  <a:lnTo>
                    <a:pt x="1173991" y="1691972"/>
                  </a:lnTo>
                  <a:lnTo>
                    <a:pt x="1124454" y="1730408"/>
                  </a:lnTo>
                  <a:close/>
                  <a:moveTo>
                    <a:pt x="1991930" y="2514123"/>
                  </a:moveTo>
                  <a:lnTo>
                    <a:pt x="2057553" y="2557902"/>
                  </a:lnTo>
                  <a:lnTo>
                    <a:pt x="2015870" y="2475686"/>
                  </a:lnTo>
                  <a:close/>
                  <a:moveTo>
                    <a:pt x="1330700" y="1689724"/>
                  </a:moveTo>
                  <a:lnTo>
                    <a:pt x="1282908" y="1684521"/>
                  </a:lnTo>
                  <a:lnTo>
                    <a:pt x="1375224" y="1735750"/>
                  </a:lnTo>
                  <a:close/>
                  <a:moveTo>
                    <a:pt x="547634" y="749169"/>
                  </a:moveTo>
                  <a:lnTo>
                    <a:pt x="554736" y="739126"/>
                  </a:lnTo>
                  <a:lnTo>
                    <a:pt x="458184" y="787605"/>
                  </a:lnTo>
                  <a:close/>
                  <a:moveTo>
                    <a:pt x="1278759" y="1387617"/>
                  </a:moveTo>
                  <a:lnTo>
                    <a:pt x="1208823" y="1406890"/>
                  </a:lnTo>
                  <a:lnTo>
                    <a:pt x="1296998" y="1472881"/>
                  </a:lnTo>
                  <a:close/>
                  <a:moveTo>
                    <a:pt x="1413161" y="1504170"/>
                  </a:moveTo>
                  <a:lnTo>
                    <a:pt x="1375132" y="1450668"/>
                  </a:lnTo>
                  <a:lnTo>
                    <a:pt x="1284092" y="1515464"/>
                  </a:lnTo>
                  <a:close/>
                  <a:moveTo>
                    <a:pt x="1375132" y="1450668"/>
                  </a:moveTo>
                  <a:lnTo>
                    <a:pt x="1392347" y="1426350"/>
                  </a:lnTo>
                  <a:lnTo>
                    <a:pt x="1296998" y="1472881"/>
                  </a:lnTo>
                  <a:close/>
                  <a:moveTo>
                    <a:pt x="699700" y="794185"/>
                  </a:moveTo>
                  <a:lnTo>
                    <a:pt x="742947" y="719525"/>
                  </a:lnTo>
                  <a:lnTo>
                    <a:pt x="660484" y="725974"/>
                  </a:lnTo>
                  <a:close/>
                  <a:moveTo>
                    <a:pt x="742947" y="719525"/>
                  </a:moveTo>
                  <a:lnTo>
                    <a:pt x="720910" y="637349"/>
                  </a:lnTo>
                  <a:lnTo>
                    <a:pt x="660484" y="725974"/>
                  </a:lnTo>
                  <a:close/>
                  <a:moveTo>
                    <a:pt x="65209" y="23497"/>
                  </a:moveTo>
                  <a:lnTo>
                    <a:pt x="0" y="58348"/>
                  </a:lnTo>
                  <a:lnTo>
                    <a:pt x="121275" y="17915"/>
                  </a:lnTo>
                  <a:close/>
                  <a:moveTo>
                    <a:pt x="191014" y="0"/>
                  </a:moveTo>
                  <a:lnTo>
                    <a:pt x="65209" y="23497"/>
                  </a:lnTo>
                  <a:lnTo>
                    <a:pt x="121275" y="17915"/>
                  </a:lnTo>
                  <a:close/>
                  <a:moveTo>
                    <a:pt x="1531350" y="1503634"/>
                  </a:moveTo>
                  <a:lnTo>
                    <a:pt x="1437726" y="1532883"/>
                  </a:lnTo>
                  <a:lnTo>
                    <a:pt x="1547941" y="1514230"/>
                  </a:lnTo>
                  <a:close/>
                  <a:moveTo>
                    <a:pt x="1547941" y="1514230"/>
                  </a:moveTo>
                  <a:lnTo>
                    <a:pt x="1437726" y="1532883"/>
                  </a:lnTo>
                  <a:lnTo>
                    <a:pt x="1422678" y="1539752"/>
                  </a:lnTo>
                  <a:close/>
                  <a:moveTo>
                    <a:pt x="1437726" y="1532883"/>
                  </a:moveTo>
                  <a:lnTo>
                    <a:pt x="1531350" y="1503634"/>
                  </a:lnTo>
                  <a:lnTo>
                    <a:pt x="1413161" y="1504170"/>
                  </a:lnTo>
                  <a:close/>
                  <a:moveTo>
                    <a:pt x="1413161" y="1504170"/>
                  </a:moveTo>
                  <a:lnTo>
                    <a:pt x="1531350" y="1503634"/>
                  </a:lnTo>
                  <a:lnTo>
                    <a:pt x="1536897" y="1472938"/>
                  </a:lnTo>
                  <a:close/>
                  <a:moveTo>
                    <a:pt x="1413161" y="1504170"/>
                  </a:moveTo>
                  <a:lnTo>
                    <a:pt x="1536897" y="1472938"/>
                  </a:lnTo>
                  <a:lnTo>
                    <a:pt x="1455967" y="1449010"/>
                  </a:lnTo>
                  <a:close/>
                  <a:moveTo>
                    <a:pt x="1413161" y="1504170"/>
                  </a:moveTo>
                  <a:lnTo>
                    <a:pt x="1415294" y="1412232"/>
                  </a:lnTo>
                  <a:lnTo>
                    <a:pt x="1375132" y="1450668"/>
                  </a:lnTo>
                  <a:close/>
                  <a:moveTo>
                    <a:pt x="1415294" y="1412232"/>
                  </a:moveTo>
                  <a:lnTo>
                    <a:pt x="1392347" y="1426350"/>
                  </a:lnTo>
                  <a:lnTo>
                    <a:pt x="1375132" y="1450668"/>
                  </a:lnTo>
                  <a:close/>
                  <a:moveTo>
                    <a:pt x="1393914" y="1217008"/>
                  </a:moveTo>
                  <a:lnTo>
                    <a:pt x="1356546" y="1165586"/>
                  </a:lnTo>
                  <a:lnTo>
                    <a:pt x="1259672" y="1208960"/>
                  </a:lnTo>
                  <a:close/>
                  <a:moveTo>
                    <a:pt x="1393914" y="1217008"/>
                  </a:moveTo>
                  <a:lnTo>
                    <a:pt x="1412990" y="1138897"/>
                  </a:lnTo>
                  <a:lnTo>
                    <a:pt x="1356546" y="1165586"/>
                  </a:lnTo>
                  <a:close/>
                  <a:moveTo>
                    <a:pt x="1863029" y="1538226"/>
                  </a:moveTo>
                  <a:lnTo>
                    <a:pt x="1905633" y="1620441"/>
                  </a:lnTo>
                  <a:lnTo>
                    <a:pt x="1970490" y="1589173"/>
                  </a:lnTo>
                  <a:close/>
                  <a:moveTo>
                    <a:pt x="1092006" y="708994"/>
                  </a:moveTo>
                  <a:lnTo>
                    <a:pt x="1101411" y="709969"/>
                  </a:lnTo>
                  <a:lnTo>
                    <a:pt x="1211190" y="660740"/>
                  </a:lnTo>
                  <a:close/>
                  <a:moveTo>
                    <a:pt x="1163926" y="699235"/>
                  </a:moveTo>
                  <a:lnTo>
                    <a:pt x="1092006" y="708994"/>
                  </a:lnTo>
                  <a:lnTo>
                    <a:pt x="1211190" y="660740"/>
                  </a:lnTo>
                  <a:close/>
                  <a:moveTo>
                    <a:pt x="1273581" y="615353"/>
                  </a:moveTo>
                  <a:lnTo>
                    <a:pt x="1163926" y="699235"/>
                  </a:lnTo>
                  <a:lnTo>
                    <a:pt x="1211190" y="660740"/>
                  </a:lnTo>
                  <a:close/>
                  <a:moveTo>
                    <a:pt x="1235759" y="661338"/>
                  </a:moveTo>
                  <a:lnTo>
                    <a:pt x="1273581" y="615353"/>
                  </a:lnTo>
                  <a:lnTo>
                    <a:pt x="1211190" y="660740"/>
                  </a:lnTo>
                  <a:close/>
                  <a:moveTo>
                    <a:pt x="1235759" y="661338"/>
                  </a:moveTo>
                  <a:lnTo>
                    <a:pt x="1335906" y="640512"/>
                  </a:lnTo>
                  <a:lnTo>
                    <a:pt x="1273581" y="615353"/>
                  </a:lnTo>
                  <a:close/>
                </a:path>
              </a:pathLst>
            </a:custGeom>
            <a:solidFill>
              <a:srgbClr val="E3E8EC"/>
            </a:solidFill>
            <a:ln w="1524">
              <a:solidFill>
                <a:srgbClr val="E3E8EC"/>
              </a:solidFill>
            </a:ln>
          </p:spPr>
        </p:sp>
        <p:sp>
          <p:nvSpPr>
            <p:cNvPr id="2068" name="Candidate_density__2067">
              <a:extLst>
                <a:ext uri="{FF2B5EF4-FFF2-40B4-BE49-F238E27FC236}">
                  <a16:creationId xmlns:a16="http://schemas.microsoft.com/office/drawing/2014/main" id="{D56BE9C9-9667-8D48-66C9-BCB7DB020BEB}"/>
                </a:ext>
              </a:extLst>
            </p:cNvPr>
            <p:cNvSpPr>
              <a:spLocks noGrp="1"/>
            </p:cNvSpPr>
            <p:nvPr/>
          </p:nvSpPr>
          <p:spPr>
            <a:xfrm>
              <a:off x="4631217" y="2264082"/>
              <a:ext cx="1845685" cy="2689960"/>
            </a:xfrm>
            <a:custGeom>
              <a:avLst/>
              <a:gdLst/>
              <a:ahLst/>
              <a:cxnLst/>
              <a:rect l="0" t="0" r="0" b="0"/>
              <a:pathLst>
                <a:path w="1845685" h="2689960">
                  <a:moveTo>
                    <a:pt x="246702" y="2378620"/>
                  </a:moveTo>
                  <a:lnTo>
                    <a:pt x="195003" y="2417056"/>
                  </a:lnTo>
                  <a:lnTo>
                    <a:pt x="271387" y="2361296"/>
                  </a:lnTo>
                  <a:close/>
                  <a:moveTo>
                    <a:pt x="121096" y="1523374"/>
                  </a:moveTo>
                  <a:lnTo>
                    <a:pt x="141681" y="1426321"/>
                  </a:lnTo>
                  <a:lnTo>
                    <a:pt x="151111" y="1402723"/>
                  </a:lnTo>
                  <a:close/>
                  <a:moveTo>
                    <a:pt x="121096" y="1523374"/>
                  </a:moveTo>
                  <a:lnTo>
                    <a:pt x="151111" y="1402723"/>
                  </a:lnTo>
                  <a:lnTo>
                    <a:pt x="135471" y="1484938"/>
                  </a:lnTo>
                  <a:close/>
                  <a:moveTo>
                    <a:pt x="151111" y="1402723"/>
                  </a:moveTo>
                  <a:lnTo>
                    <a:pt x="141681" y="1426321"/>
                  </a:lnTo>
                  <a:lnTo>
                    <a:pt x="162445" y="1371829"/>
                  </a:lnTo>
                  <a:close/>
                  <a:moveTo>
                    <a:pt x="162445" y="1371829"/>
                  </a:moveTo>
                  <a:lnTo>
                    <a:pt x="184963" y="1291042"/>
                  </a:lnTo>
                  <a:lnTo>
                    <a:pt x="151111" y="1402723"/>
                  </a:lnTo>
                  <a:close/>
                  <a:moveTo>
                    <a:pt x="184963" y="1291042"/>
                  </a:moveTo>
                  <a:lnTo>
                    <a:pt x="162445" y="1371829"/>
                  </a:lnTo>
                  <a:lnTo>
                    <a:pt x="187998" y="1320508"/>
                  </a:lnTo>
                  <a:close/>
                  <a:moveTo>
                    <a:pt x="184963" y="1291042"/>
                  </a:moveTo>
                  <a:lnTo>
                    <a:pt x="187998" y="1320508"/>
                  </a:lnTo>
                  <a:lnTo>
                    <a:pt x="172681" y="1200934"/>
                  </a:lnTo>
                  <a:close/>
                  <a:moveTo>
                    <a:pt x="184963" y="1291042"/>
                  </a:moveTo>
                  <a:lnTo>
                    <a:pt x="172681" y="1200934"/>
                  </a:lnTo>
                  <a:lnTo>
                    <a:pt x="183604" y="1282071"/>
                  </a:lnTo>
                  <a:close/>
                  <a:moveTo>
                    <a:pt x="172681" y="1200934"/>
                  </a:moveTo>
                  <a:lnTo>
                    <a:pt x="171993" y="1199856"/>
                  </a:lnTo>
                  <a:lnTo>
                    <a:pt x="183604" y="1282071"/>
                  </a:lnTo>
                  <a:close/>
                  <a:moveTo>
                    <a:pt x="554609" y="1571686"/>
                  </a:moveTo>
                  <a:lnTo>
                    <a:pt x="572580" y="1575421"/>
                  </a:lnTo>
                  <a:lnTo>
                    <a:pt x="626260" y="1560919"/>
                  </a:lnTo>
                  <a:close/>
                  <a:moveTo>
                    <a:pt x="626260" y="1560919"/>
                  </a:moveTo>
                  <a:lnTo>
                    <a:pt x="572580" y="1575421"/>
                  </a:lnTo>
                  <a:lnTo>
                    <a:pt x="693181" y="1532466"/>
                  </a:lnTo>
                  <a:close/>
                  <a:moveTo>
                    <a:pt x="672477" y="1518516"/>
                  </a:moveTo>
                  <a:lnTo>
                    <a:pt x="720254" y="1459096"/>
                  </a:lnTo>
                  <a:lnTo>
                    <a:pt x="722638" y="1451844"/>
                  </a:lnTo>
                  <a:close/>
                  <a:moveTo>
                    <a:pt x="693181" y="1532466"/>
                  </a:moveTo>
                  <a:lnTo>
                    <a:pt x="720254" y="1459096"/>
                  </a:lnTo>
                  <a:lnTo>
                    <a:pt x="672477" y="1518516"/>
                  </a:lnTo>
                  <a:close/>
                  <a:moveTo>
                    <a:pt x="626260" y="1560919"/>
                  </a:moveTo>
                  <a:lnTo>
                    <a:pt x="693181" y="1532466"/>
                  </a:lnTo>
                  <a:lnTo>
                    <a:pt x="672477" y="1518516"/>
                  </a:lnTo>
                  <a:close/>
                  <a:moveTo>
                    <a:pt x="1792233" y="2685070"/>
                  </a:moveTo>
                  <a:lnTo>
                    <a:pt x="1800844" y="2687900"/>
                  </a:lnTo>
                  <a:lnTo>
                    <a:pt x="1805633" y="2689960"/>
                  </a:lnTo>
                  <a:close/>
                  <a:moveTo>
                    <a:pt x="1792233" y="2685070"/>
                  </a:moveTo>
                  <a:lnTo>
                    <a:pt x="1805633" y="2689960"/>
                  </a:lnTo>
                  <a:lnTo>
                    <a:pt x="1815350" y="2676107"/>
                  </a:lnTo>
                  <a:close/>
                  <a:moveTo>
                    <a:pt x="1815350" y="2676107"/>
                  </a:moveTo>
                  <a:lnTo>
                    <a:pt x="1805633" y="2689960"/>
                  </a:lnTo>
                  <a:lnTo>
                    <a:pt x="1809207" y="2685070"/>
                  </a:lnTo>
                  <a:close/>
                  <a:moveTo>
                    <a:pt x="1809207" y="2685070"/>
                  </a:moveTo>
                  <a:lnTo>
                    <a:pt x="1845685" y="2624508"/>
                  </a:lnTo>
                  <a:lnTo>
                    <a:pt x="1815350" y="2676107"/>
                  </a:lnTo>
                  <a:close/>
                  <a:moveTo>
                    <a:pt x="800402" y="1331192"/>
                  </a:moveTo>
                  <a:lnTo>
                    <a:pt x="821212" y="1337519"/>
                  </a:lnTo>
                  <a:lnTo>
                    <a:pt x="831133" y="1339185"/>
                  </a:lnTo>
                  <a:close/>
                  <a:moveTo>
                    <a:pt x="845520" y="1331192"/>
                  </a:moveTo>
                  <a:lnTo>
                    <a:pt x="831133" y="1339185"/>
                  </a:lnTo>
                  <a:lnTo>
                    <a:pt x="821212" y="1337519"/>
                  </a:lnTo>
                  <a:close/>
                  <a:moveTo>
                    <a:pt x="882144" y="1314705"/>
                  </a:moveTo>
                  <a:lnTo>
                    <a:pt x="831133" y="1339185"/>
                  </a:lnTo>
                  <a:lnTo>
                    <a:pt x="963464" y="1340092"/>
                  </a:lnTo>
                  <a:close/>
                  <a:moveTo>
                    <a:pt x="32394" y="21093"/>
                  </a:moveTo>
                  <a:lnTo>
                    <a:pt x="0" y="59529"/>
                  </a:lnTo>
                  <a:lnTo>
                    <a:pt x="66467" y="429"/>
                  </a:lnTo>
                  <a:close/>
                  <a:moveTo>
                    <a:pt x="66467" y="429"/>
                  </a:moveTo>
                  <a:lnTo>
                    <a:pt x="13715" y="18396"/>
                  </a:lnTo>
                  <a:lnTo>
                    <a:pt x="141918" y="3868"/>
                  </a:lnTo>
                  <a:close/>
                  <a:moveTo>
                    <a:pt x="607578" y="630262"/>
                  </a:moveTo>
                  <a:lnTo>
                    <a:pt x="532610" y="628626"/>
                  </a:lnTo>
                  <a:lnTo>
                    <a:pt x="491312" y="623208"/>
                  </a:lnTo>
                  <a:close/>
                  <a:moveTo>
                    <a:pt x="629087" y="571792"/>
                  </a:moveTo>
                  <a:lnTo>
                    <a:pt x="607578" y="630262"/>
                  </a:lnTo>
                  <a:lnTo>
                    <a:pt x="629192" y="596599"/>
                  </a:lnTo>
                  <a:close/>
                  <a:moveTo>
                    <a:pt x="388076" y="229301"/>
                  </a:moveTo>
                  <a:lnTo>
                    <a:pt x="384467" y="249111"/>
                  </a:lnTo>
                  <a:lnTo>
                    <a:pt x="397744" y="187843"/>
                  </a:lnTo>
                  <a:close/>
                  <a:moveTo>
                    <a:pt x="66467" y="429"/>
                  </a:moveTo>
                  <a:lnTo>
                    <a:pt x="141918" y="3868"/>
                  </a:lnTo>
                  <a:lnTo>
                    <a:pt x="97939" y="0"/>
                  </a:lnTo>
                  <a:close/>
                  <a:moveTo>
                    <a:pt x="141918" y="3868"/>
                  </a:moveTo>
                  <a:lnTo>
                    <a:pt x="155555" y="13751"/>
                  </a:lnTo>
                  <a:lnTo>
                    <a:pt x="97939" y="0"/>
                  </a:lnTo>
                  <a:close/>
                </a:path>
              </a:pathLst>
            </a:custGeom>
            <a:solidFill>
              <a:srgbClr val="D0D7DD"/>
            </a:solidFill>
            <a:ln w="1524">
              <a:solidFill>
                <a:srgbClr val="D0D7DD"/>
              </a:solidFill>
            </a:ln>
          </p:spPr>
        </p:sp>
        <p:sp>
          <p:nvSpPr>
            <p:cNvPr id="2069" name="Candidate_density__2068">
              <a:extLst>
                <a:ext uri="{FF2B5EF4-FFF2-40B4-BE49-F238E27FC236}">
                  <a16:creationId xmlns:a16="http://schemas.microsoft.com/office/drawing/2014/main" id="{2E6A66D4-6A20-E291-E0B1-B4CC51C7EDCA}"/>
                </a:ext>
              </a:extLst>
            </p:cNvPr>
            <p:cNvSpPr>
              <a:spLocks noGrp="1"/>
            </p:cNvSpPr>
            <p:nvPr/>
          </p:nvSpPr>
          <p:spPr>
            <a:xfrm>
              <a:off x="4430563" y="2085868"/>
              <a:ext cx="1927886" cy="3170662"/>
            </a:xfrm>
            <a:custGeom>
              <a:avLst/>
              <a:gdLst/>
              <a:ahLst/>
              <a:cxnLst/>
              <a:rect l="0" t="0" r="0" b="0"/>
              <a:pathLst>
                <a:path w="1927886" h="3170662">
                  <a:moveTo>
                    <a:pt x="197995" y="3083219"/>
                  </a:moveTo>
                  <a:lnTo>
                    <a:pt x="210519" y="3091898"/>
                  </a:lnTo>
                  <a:lnTo>
                    <a:pt x="224460" y="3095425"/>
                  </a:lnTo>
                  <a:close/>
                  <a:moveTo>
                    <a:pt x="300518" y="2885935"/>
                  </a:moveTo>
                  <a:lnTo>
                    <a:pt x="269063" y="2880352"/>
                  </a:lnTo>
                  <a:lnTo>
                    <a:pt x="297490" y="2881600"/>
                  </a:lnTo>
                  <a:close/>
                  <a:moveTo>
                    <a:pt x="387007" y="3126997"/>
                  </a:moveTo>
                  <a:lnTo>
                    <a:pt x="419473" y="3143298"/>
                  </a:lnTo>
                  <a:lnTo>
                    <a:pt x="446047" y="3151383"/>
                  </a:lnTo>
                  <a:close/>
                  <a:moveTo>
                    <a:pt x="525734" y="3170662"/>
                  </a:moveTo>
                  <a:lnTo>
                    <a:pt x="446047" y="3151383"/>
                  </a:lnTo>
                  <a:lnTo>
                    <a:pt x="419473" y="3143298"/>
                  </a:lnTo>
                  <a:close/>
                  <a:moveTo>
                    <a:pt x="269063" y="2880352"/>
                  </a:moveTo>
                  <a:lnTo>
                    <a:pt x="300518" y="2885935"/>
                  </a:lnTo>
                  <a:lnTo>
                    <a:pt x="327780" y="2856975"/>
                  </a:lnTo>
                  <a:close/>
                  <a:moveTo>
                    <a:pt x="327780" y="2856975"/>
                  </a:moveTo>
                  <a:lnTo>
                    <a:pt x="300518" y="2885935"/>
                  </a:lnTo>
                  <a:lnTo>
                    <a:pt x="402358" y="2856936"/>
                  </a:lnTo>
                  <a:close/>
                  <a:moveTo>
                    <a:pt x="327780" y="2856975"/>
                  </a:moveTo>
                  <a:lnTo>
                    <a:pt x="402358" y="2856936"/>
                  </a:lnTo>
                  <a:lnTo>
                    <a:pt x="345769" y="2839919"/>
                  </a:lnTo>
                  <a:close/>
                  <a:moveTo>
                    <a:pt x="402358" y="2856936"/>
                  </a:moveTo>
                  <a:lnTo>
                    <a:pt x="413508" y="2814523"/>
                  </a:lnTo>
                  <a:lnTo>
                    <a:pt x="345769" y="2839919"/>
                  </a:lnTo>
                  <a:close/>
                  <a:moveTo>
                    <a:pt x="444261" y="2822870"/>
                  </a:moveTo>
                  <a:lnTo>
                    <a:pt x="401450" y="2803479"/>
                  </a:lnTo>
                  <a:lnTo>
                    <a:pt x="413508" y="2814523"/>
                  </a:lnTo>
                  <a:close/>
                  <a:moveTo>
                    <a:pt x="621786" y="2399361"/>
                  </a:moveTo>
                  <a:lnTo>
                    <a:pt x="624635" y="2400973"/>
                  </a:lnTo>
                  <a:lnTo>
                    <a:pt x="553919" y="2494036"/>
                  </a:lnTo>
                  <a:close/>
                  <a:moveTo>
                    <a:pt x="591996" y="2479961"/>
                  </a:moveTo>
                  <a:lnTo>
                    <a:pt x="624635" y="2400973"/>
                  </a:lnTo>
                  <a:lnTo>
                    <a:pt x="672953" y="2366422"/>
                  </a:lnTo>
                  <a:close/>
                  <a:moveTo>
                    <a:pt x="672953" y="2366422"/>
                  </a:moveTo>
                  <a:lnTo>
                    <a:pt x="624635" y="2400973"/>
                  </a:lnTo>
                  <a:lnTo>
                    <a:pt x="756636" y="2400639"/>
                  </a:lnTo>
                  <a:close/>
                  <a:moveTo>
                    <a:pt x="108448" y="1649118"/>
                  </a:moveTo>
                  <a:lnTo>
                    <a:pt x="3519" y="1737710"/>
                  </a:lnTo>
                  <a:lnTo>
                    <a:pt x="0" y="1737511"/>
                  </a:lnTo>
                  <a:close/>
                  <a:moveTo>
                    <a:pt x="672873" y="2357828"/>
                  </a:moveTo>
                  <a:lnTo>
                    <a:pt x="667292" y="2441524"/>
                  </a:lnTo>
                  <a:lnTo>
                    <a:pt x="672953" y="2366422"/>
                  </a:lnTo>
                  <a:close/>
                  <a:moveTo>
                    <a:pt x="28717" y="1414475"/>
                  </a:moveTo>
                  <a:lnTo>
                    <a:pt x="97651" y="1393547"/>
                  </a:lnTo>
                  <a:lnTo>
                    <a:pt x="136425" y="1323316"/>
                  </a:lnTo>
                  <a:close/>
                  <a:moveTo>
                    <a:pt x="126541" y="1334292"/>
                  </a:moveTo>
                  <a:lnTo>
                    <a:pt x="136425" y="1323316"/>
                  </a:lnTo>
                  <a:lnTo>
                    <a:pt x="97651" y="1393547"/>
                  </a:lnTo>
                  <a:close/>
                  <a:moveTo>
                    <a:pt x="734311" y="1886768"/>
                  </a:moveTo>
                  <a:lnTo>
                    <a:pt x="741761" y="1861954"/>
                  </a:lnTo>
                  <a:lnTo>
                    <a:pt x="707799" y="1851099"/>
                  </a:lnTo>
                  <a:close/>
                  <a:moveTo>
                    <a:pt x="672957" y="1936030"/>
                  </a:moveTo>
                  <a:lnTo>
                    <a:pt x="734311" y="1886768"/>
                  </a:lnTo>
                  <a:lnTo>
                    <a:pt x="707799" y="1851099"/>
                  </a:lnTo>
                  <a:close/>
                  <a:moveTo>
                    <a:pt x="741761" y="1861954"/>
                  </a:moveTo>
                  <a:lnTo>
                    <a:pt x="745355" y="1758940"/>
                  </a:lnTo>
                  <a:lnTo>
                    <a:pt x="725747" y="1832924"/>
                  </a:lnTo>
                  <a:close/>
                  <a:moveTo>
                    <a:pt x="745355" y="1758940"/>
                  </a:moveTo>
                  <a:lnTo>
                    <a:pt x="750677" y="1750709"/>
                  </a:lnTo>
                  <a:lnTo>
                    <a:pt x="725747" y="1832924"/>
                  </a:lnTo>
                  <a:close/>
                  <a:moveTo>
                    <a:pt x="372647" y="1378070"/>
                  </a:moveTo>
                  <a:lnTo>
                    <a:pt x="397459" y="1257418"/>
                  </a:lnTo>
                  <a:lnTo>
                    <a:pt x="393525" y="1339634"/>
                  </a:lnTo>
                  <a:close/>
                  <a:moveTo>
                    <a:pt x="1251056" y="2273753"/>
                  </a:moveTo>
                  <a:lnTo>
                    <a:pt x="1200129" y="2232138"/>
                  </a:lnTo>
                  <a:lnTo>
                    <a:pt x="1278529" y="2313016"/>
                  </a:lnTo>
                  <a:close/>
                  <a:moveTo>
                    <a:pt x="1320817" y="2255920"/>
                  </a:moveTo>
                  <a:lnTo>
                    <a:pt x="1251056" y="2273753"/>
                  </a:lnTo>
                  <a:lnTo>
                    <a:pt x="1278529" y="2313016"/>
                  </a:lnTo>
                  <a:close/>
                  <a:moveTo>
                    <a:pt x="807494" y="1729978"/>
                  </a:moveTo>
                  <a:lnTo>
                    <a:pt x="714449" y="1823566"/>
                  </a:lnTo>
                  <a:lnTo>
                    <a:pt x="750677" y="1750709"/>
                  </a:lnTo>
                  <a:close/>
                  <a:moveTo>
                    <a:pt x="567101" y="1383412"/>
                  </a:moveTo>
                  <a:lnTo>
                    <a:pt x="559674" y="1421849"/>
                  </a:lnTo>
                  <a:lnTo>
                    <a:pt x="600054" y="1448259"/>
                  </a:lnTo>
                  <a:close/>
                  <a:moveTo>
                    <a:pt x="398037" y="1250263"/>
                  </a:moveTo>
                  <a:lnTo>
                    <a:pt x="417695" y="1142900"/>
                  </a:lnTo>
                  <a:lnTo>
                    <a:pt x="397459" y="1257418"/>
                  </a:lnTo>
                  <a:close/>
                  <a:moveTo>
                    <a:pt x="1493167" y="2406451"/>
                  </a:moveTo>
                  <a:lnTo>
                    <a:pt x="1465588" y="2369993"/>
                  </a:lnTo>
                  <a:lnTo>
                    <a:pt x="1551459" y="2428566"/>
                  </a:lnTo>
                  <a:close/>
                  <a:moveTo>
                    <a:pt x="1320817" y="2255920"/>
                  </a:moveTo>
                  <a:lnTo>
                    <a:pt x="1386355" y="2287779"/>
                  </a:lnTo>
                  <a:lnTo>
                    <a:pt x="1347200" y="2273257"/>
                  </a:lnTo>
                  <a:close/>
                  <a:moveTo>
                    <a:pt x="846947" y="1662284"/>
                  </a:moveTo>
                  <a:lnTo>
                    <a:pt x="873131" y="1696730"/>
                  </a:lnTo>
                  <a:lnTo>
                    <a:pt x="894498" y="1598189"/>
                  </a:lnTo>
                  <a:close/>
                  <a:moveTo>
                    <a:pt x="894498" y="1598189"/>
                  </a:moveTo>
                  <a:lnTo>
                    <a:pt x="873131" y="1696730"/>
                  </a:lnTo>
                  <a:lnTo>
                    <a:pt x="923292" y="1630058"/>
                  </a:lnTo>
                  <a:close/>
                  <a:moveTo>
                    <a:pt x="423926" y="1131858"/>
                  </a:moveTo>
                  <a:lnTo>
                    <a:pt x="375514" y="1116601"/>
                  </a:lnTo>
                  <a:lnTo>
                    <a:pt x="414470" y="1136767"/>
                  </a:lnTo>
                  <a:close/>
                  <a:moveTo>
                    <a:pt x="423926" y="1131858"/>
                  </a:moveTo>
                  <a:lnTo>
                    <a:pt x="433025" y="1130438"/>
                  </a:lnTo>
                  <a:lnTo>
                    <a:pt x="436291" y="1098330"/>
                  </a:lnTo>
                  <a:close/>
                  <a:moveTo>
                    <a:pt x="1510152" y="2413772"/>
                  </a:moveTo>
                  <a:lnTo>
                    <a:pt x="1551459" y="2428566"/>
                  </a:lnTo>
                  <a:lnTo>
                    <a:pt x="1577623" y="2443559"/>
                  </a:lnTo>
                  <a:close/>
                  <a:moveTo>
                    <a:pt x="1327071" y="1848899"/>
                  </a:moveTo>
                  <a:lnTo>
                    <a:pt x="1256087" y="1920482"/>
                  </a:lnTo>
                  <a:lnTo>
                    <a:pt x="1284112" y="1903486"/>
                  </a:lnTo>
                  <a:close/>
                  <a:moveTo>
                    <a:pt x="120052" y="402173"/>
                  </a:moveTo>
                  <a:lnTo>
                    <a:pt x="57140" y="353419"/>
                  </a:lnTo>
                  <a:lnTo>
                    <a:pt x="120213" y="401893"/>
                  </a:lnTo>
                  <a:close/>
                  <a:moveTo>
                    <a:pt x="120213" y="401893"/>
                  </a:moveTo>
                  <a:lnTo>
                    <a:pt x="57140" y="353419"/>
                  </a:lnTo>
                  <a:lnTo>
                    <a:pt x="120767" y="402173"/>
                  </a:lnTo>
                  <a:close/>
                  <a:moveTo>
                    <a:pt x="1765194" y="2157138"/>
                  </a:moveTo>
                  <a:lnTo>
                    <a:pt x="1633567" y="2158864"/>
                  </a:lnTo>
                  <a:lnTo>
                    <a:pt x="1709340" y="2163510"/>
                  </a:lnTo>
                  <a:close/>
                  <a:moveTo>
                    <a:pt x="499254" y="704432"/>
                  </a:moveTo>
                  <a:lnTo>
                    <a:pt x="522514" y="617815"/>
                  </a:lnTo>
                  <a:lnTo>
                    <a:pt x="473800" y="731034"/>
                  </a:lnTo>
                  <a:close/>
                  <a:moveTo>
                    <a:pt x="473800" y="731034"/>
                  </a:moveTo>
                  <a:lnTo>
                    <a:pt x="522514" y="617815"/>
                  </a:lnTo>
                  <a:lnTo>
                    <a:pt x="504479" y="610382"/>
                  </a:lnTo>
                  <a:close/>
                  <a:moveTo>
                    <a:pt x="473800" y="731034"/>
                  </a:moveTo>
                  <a:lnTo>
                    <a:pt x="504479" y="610382"/>
                  </a:lnTo>
                  <a:lnTo>
                    <a:pt x="490745" y="692597"/>
                  </a:lnTo>
                  <a:close/>
                  <a:moveTo>
                    <a:pt x="504479" y="610382"/>
                  </a:moveTo>
                  <a:lnTo>
                    <a:pt x="522514" y="617815"/>
                  </a:lnTo>
                  <a:lnTo>
                    <a:pt x="522948" y="577817"/>
                  </a:lnTo>
                  <a:close/>
                  <a:moveTo>
                    <a:pt x="120052" y="402173"/>
                  </a:moveTo>
                  <a:lnTo>
                    <a:pt x="120213" y="401893"/>
                  </a:lnTo>
                  <a:lnTo>
                    <a:pt x="157309" y="325386"/>
                  </a:lnTo>
                  <a:close/>
                  <a:moveTo>
                    <a:pt x="120213" y="401893"/>
                  </a:moveTo>
                  <a:lnTo>
                    <a:pt x="120767" y="402173"/>
                  </a:lnTo>
                  <a:lnTo>
                    <a:pt x="157309" y="325386"/>
                  </a:lnTo>
                  <a:close/>
                  <a:moveTo>
                    <a:pt x="157309" y="325386"/>
                  </a:moveTo>
                  <a:lnTo>
                    <a:pt x="120767" y="402173"/>
                  </a:lnTo>
                  <a:lnTo>
                    <a:pt x="184269" y="310657"/>
                  </a:lnTo>
                  <a:close/>
                  <a:moveTo>
                    <a:pt x="184269" y="310657"/>
                  </a:moveTo>
                  <a:lnTo>
                    <a:pt x="172473" y="281521"/>
                  </a:lnTo>
                  <a:lnTo>
                    <a:pt x="157309" y="325386"/>
                  </a:lnTo>
                  <a:close/>
                  <a:moveTo>
                    <a:pt x="233048" y="199307"/>
                  </a:moveTo>
                  <a:lnTo>
                    <a:pt x="204360" y="222642"/>
                  </a:lnTo>
                  <a:lnTo>
                    <a:pt x="202363" y="319958"/>
                  </a:lnTo>
                  <a:close/>
                  <a:moveTo>
                    <a:pt x="172473" y="281521"/>
                  </a:moveTo>
                  <a:lnTo>
                    <a:pt x="184269" y="310657"/>
                  </a:lnTo>
                  <a:lnTo>
                    <a:pt x="204360" y="222642"/>
                  </a:lnTo>
                  <a:close/>
                  <a:moveTo>
                    <a:pt x="1882817" y="2134033"/>
                  </a:moveTo>
                  <a:lnTo>
                    <a:pt x="1853981" y="2210435"/>
                  </a:lnTo>
                  <a:lnTo>
                    <a:pt x="1892089" y="2137713"/>
                  </a:lnTo>
                  <a:close/>
                  <a:moveTo>
                    <a:pt x="1882817" y="2134033"/>
                  </a:moveTo>
                  <a:lnTo>
                    <a:pt x="1791968" y="2172469"/>
                  </a:lnTo>
                  <a:lnTo>
                    <a:pt x="1853981" y="2210435"/>
                  </a:lnTo>
                  <a:close/>
                  <a:moveTo>
                    <a:pt x="1791968" y="2172469"/>
                  </a:moveTo>
                  <a:lnTo>
                    <a:pt x="1882817" y="2134033"/>
                  </a:lnTo>
                  <a:lnTo>
                    <a:pt x="1765194" y="2157138"/>
                  </a:lnTo>
                  <a:close/>
                  <a:moveTo>
                    <a:pt x="1882817" y="2134033"/>
                  </a:moveTo>
                  <a:lnTo>
                    <a:pt x="1811097" y="2113557"/>
                  </a:lnTo>
                  <a:lnTo>
                    <a:pt x="1765194" y="2157138"/>
                  </a:lnTo>
                  <a:close/>
                  <a:moveTo>
                    <a:pt x="1892089" y="2137713"/>
                  </a:moveTo>
                  <a:lnTo>
                    <a:pt x="1927886" y="2208096"/>
                  </a:lnTo>
                  <a:lnTo>
                    <a:pt x="1909554" y="2134033"/>
                  </a:lnTo>
                  <a:close/>
                  <a:moveTo>
                    <a:pt x="1853981" y="2210435"/>
                  </a:moveTo>
                  <a:lnTo>
                    <a:pt x="1927886" y="2208096"/>
                  </a:lnTo>
                  <a:lnTo>
                    <a:pt x="1892089" y="2137713"/>
                  </a:lnTo>
                  <a:close/>
                  <a:moveTo>
                    <a:pt x="1024692" y="1152567"/>
                  </a:moveTo>
                  <a:lnTo>
                    <a:pt x="1072481" y="1174308"/>
                  </a:lnTo>
                  <a:lnTo>
                    <a:pt x="1023631" y="1119954"/>
                  </a:lnTo>
                  <a:close/>
                  <a:moveTo>
                    <a:pt x="536166" y="506625"/>
                  </a:moveTo>
                  <a:lnTo>
                    <a:pt x="504479" y="610382"/>
                  </a:lnTo>
                  <a:lnTo>
                    <a:pt x="522948" y="577817"/>
                  </a:lnTo>
                  <a:close/>
                  <a:moveTo>
                    <a:pt x="536166" y="506625"/>
                  </a:moveTo>
                  <a:lnTo>
                    <a:pt x="522948" y="577817"/>
                  </a:lnTo>
                  <a:lnTo>
                    <a:pt x="539339" y="528167"/>
                  </a:lnTo>
                  <a:close/>
                  <a:moveTo>
                    <a:pt x="536166" y="506625"/>
                  </a:moveTo>
                  <a:lnTo>
                    <a:pt x="573172" y="486942"/>
                  </a:lnTo>
                  <a:lnTo>
                    <a:pt x="553446" y="476641"/>
                  </a:lnTo>
                  <a:close/>
                  <a:moveTo>
                    <a:pt x="229531" y="173769"/>
                  </a:moveTo>
                  <a:lnTo>
                    <a:pt x="172473" y="281521"/>
                  </a:lnTo>
                  <a:lnTo>
                    <a:pt x="204360" y="222642"/>
                  </a:lnTo>
                  <a:close/>
                  <a:moveTo>
                    <a:pt x="204360" y="222642"/>
                  </a:moveTo>
                  <a:lnTo>
                    <a:pt x="233048" y="199307"/>
                  </a:lnTo>
                  <a:lnTo>
                    <a:pt x="229531" y="173769"/>
                  </a:lnTo>
                  <a:close/>
                  <a:moveTo>
                    <a:pt x="298593" y="178214"/>
                  </a:moveTo>
                  <a:lnTo>
                    <a:pt x="271587" y="160870"/>
                  </a:lnTo>
                  <a:lnTo>
                    <a:pt x="267122" y="178643"/>
                  </a:lnTo>
                  <a:close/>
                  <a:moveTo>
                    <a:pt x="229531" y="173769"/>
                  </a:moveTo>
                  <a:lnTo>
                    <a:pt x="233048" y="199307"/>
                  </a:lnTo>
                  <a:lnTo>
                    <a:pt x="267122" y="178643"/>
                  </a:lnTo>
                  <a:close/>
                  <a:moveTo>
                    <a:pt x="403961" y="196403"/>
                  </a:moveTo>
                  <a:lnTo>
                    <a:pt x="324758" y="178932"/>
                  </a:lnTo>
                  <a:lnTo>
                    <a:pt x="298593" y="178214"/>
                  </a:lnTo>
                  <a:close/>
                  <a:moveTo>
                    <a:pt x="1533804" y="1634122"/>
                  </a:moveTo>
                  <a:lnTo>
                    <a:pt x="1609479" y="1638397"/>
                  </a:lnTo>
                  <a:lnTo>
                    <a:pt x="1575160" y="1608560"/>
                  </a:lnTo>
                  <a:close/>
                  <a:moveTo>
                    <a:pt x="1355347" y="1365803"/>
                  </a:moveTo>
                  <a:lnTo>
                    <a:pt x="1258355" y="1440237"/>
                  </a:lnTo>
                  <a:lnTo>
                    <a:pt x="1331169" y="1433818"/>
                  </a:lnTo>
                  <a:close/>
                  <a:moveTo>
                    <a:pt x="1331169" y="1433818"/>
                  </a:moveTo>
                  <a:lnTo>
                    <a:pt x="1354574" y="1394096"/>
                  </a:lnTo>
                  <a:lnTo>
                    <a:pt x="1355347" y="1365803"/>
                  </a:lnTo>
                  <a:close/>
                  <a:moveTo>
                    <a:pt x="1084037" y="1067146"/>
                  </a:moveTo>
                  <a:lnTo>
                    <a:pt x="1084349" y="1064567"/>
                  </a:lnTo>
                  <a:lnTo>
                    <a:pt x="1065308" y="1060577"/>
                  </a:lnTo>
                  <a:close/>
                  <a:moveTo>
                    <a:pt x="1023631" y="1119954"/>
                  </a:moveTo>
                  <a:lnTo>
                    <a:pt x="1084037" y="1067146"/>
                  </a:lnTo>
                  <a:lnTo>
                    <a:pt x="1065308" y="1060577"/>
                  </a:lnTo>
                  <a:close/>
                  <a:moveTo>
                    <a:pt x="1084349" y="1064567"/>
                  </a:moveTo>
                  <a:lnTo>
                    <a:pt x="1148682" y="972765"/>
                  </a:lnTo>
                  <a:lnTo>
                    <a:pt x="1095683" y="955261"/>
                  </a:lnTo>
                  <a:close/>
                  <a:moveTo>
                    <a:pt x="564884" y="383186"/>
                  </a:moveTo>
                  <a:lnTo>
                    <a:pt x="553446" y="476641"/>
                  </a:lnTo>
                  <a:lnTo>
                    <a:pt x="588730" y="407515"/>
                  </a:lnTo>
                  <a:close/>
                  <a:moveTo>
                    <a:pt x="564884" y="383186"/>
                  </a:moveTo>
                  <a:lnTo>
                    <a:pt x="588730" y="407515"/>
                  </a:lnTo>
                  <a:lnTo>
                    <a:pt x="570952" y="326893"/>
                  </a:lnTo>
                  <a:close/>
                  <a:moveTo>
                    <a:pt x="570952" y="326893"/>
                  </a:moveTo>
                  <a:lnTo>
                    <a:pt x="588730" y="407515"/>
                  </a:lnTo>
                  <a:lnTo>
                    <a:pt x="598399" y="366057"/>
                  </a:lnTo>
                  <a:close/>
                  <a:moveTo>
                    <a:pt x="1878157" y="1655223"/>
                  </a:moveTo>
                  <a:lnTo>
                    <a:pt x="1924860" y="1666721"/>
                  </a:lnTo>
                  <a:lnTo>
                    <a:pt x="1884609" y="1646084"/>
                  </a:lnTo>
                  <a:close/>
                  <a:moveTo>
                    <a:pt x="1364592" y="1343578"/>
                  </a:moveTo>
                  <a:lnTo>
                    <a:pt x="1432499" y="1318815"/>
                  </a:lnTo>
                  <a:lnTo>
                    <a:pt x="1483162" y="1293032"/>
                  </a:lnTo>
                  <a:close/>
                  <a:moveTo>
                    <a:pt x="1283890" y="826646"/>
                  </a:moveTo>
                  <a:lnTo>
                    <a:pt x="1378856" y="906148"/>
                  </a:lnTo>
                  <a:lnTo>
                    <a:pt x="1339672" y="878087"/>
                  </a:lnTo>
                  <a:close/>
                  <a:moveTo>
                    <a:pt x="718435" y="169246"/>
                  </a:moveTo>
                  <a:lnTo>
                    <a:pt x="737040" y="248428"/>
                  </a:lnTo>
                  <a:lnTo>
                    <a:pt x="748913" y="219741"/>
                  </a:lnTo>
                  <a:close/>
                  <a:moveTo>
                    <a:pt x="718435" y="169246"/>
                  </a:moveTo>
                  <a:lnTo>
                    <a:pt x="748913" y="219741"/>
                  </a:lnTo>
                  <a:lnTo>
                    <a:pt x="784194" y="136449"/>
                  </a:lnTo>
                  <a:close/>
                  <a:moveTo>
                    <a:pt x="789586" y="121506"/>
                  </a:moveTo>
                  <a:lnTo>
                    <a:pt x="784194" y="136449"/>
                  </a:lnTo>
                  <a:lnTo>
                    <a:pt x="793671" y="127776"/>
                  </a:lnTo>
                  <a:close/>
                  <a:moveTo>
                    <a:pt x="811122" y="21926"/>
                  </a:moveTo>
                  <a:lnTo>
                    <a:pt x="793671" y="127776"/>
                  </a:lnTo>
                  <a:lnTo>
                    <a:pt x="838662" y="61438"/>
                  </a:lnTo>
                  <a:close/>
                  <a:moveTo>
                    <a:pt x="811122" y="21926"/>
                  </a:moveTo>
                  <a:lnTo>
                    <a:pt x="838662" y="61438"/>
                  </a:lnTo>
                  <a:lnTo>
                    <a:pt x="884482" y="17549"/>
                  </a:lnTo>
                  <a:close/>
                  <a:moveTo>
                    <a:pt x="1353894" y="442768"/>
                  </a:moveTo>
                  <a:lnTo>
                    <a:pt x="1229247" y="470598"/>
                  </a:lnTo>
                  <a:lnTo>
                    <a:pt x="1306052" y="479098"/>
                  </a:lnTo>
                  <a:close/>
                  <a:moveTo>
                    <a:pt x="890456" y="0"/>
                  </a:moveTo>
                  <a:lnTo>
                    <a:pt x="811122" y="21926"/>
                  </a:lnTo>
                  <a:lnTo>
                    <a:pt x="884482" y="17549"/>
                  </a:lnTo>
                  <a:close/>
                  <a:moveTo>
                    <a:pt x="890456" y="0"/>
                  </a:moveTo>
                  <a:lnTo>
                    <a:pt x="884482" y="17549"/>
                  </a:lnTo>
                  <a:lnTo>
                    <a:pt x="895193" y="7124"/>
                  </a:lnTo>
                  <a:close/>
                  <a:moveTo>
                    <a:pt x="1426628" y="436056"/>
                  </a:moveTo>
                  <a:lnTo>
                    <a:pt x="1454384" y="344958"/>
                  </a:lnTo>
                  <a:lnTo>
                    <a:pt x="1387075" y="351629"/>
                  </a:lnTo>
                  <a:close/>
                  <a:moveTo>
                    <a:pt x="1353894" y="442768"/>
                  </a:moveTo>
                  <a:lnTo>
                    <a:pt x="1426628" y="436056"/>
                  </a:lnTo>
                  <a:lnTo>
                    <a:pt x="1387075" y="351629"/>
                  </a:lnTo>
                  <a:close/>
                  <a:moveTo>
                    <a:pt x="1460521" y="379763"/>
                  </a:moveTo>
                  <a:lnTo>
                    <a:pt x="1448811" y="303791"/>
                  </a:lnTo>
                  <a:lnTo>
                    <a:pt x="1454384" y="344958"/>
                  </a:lnTo>
                  <a:close/>
                  <a:moveTo>
                    <a:pt x="1458903" y="259111"/>
                  </a:moveTo>
                  <a:lnTo>
                    <a:pt x="1448811" y="303791"/>
                  </a:lnTo>
                  <a:lnTo>
                    <a:pt x="1460521" y="379763"/>
                  </a:lnTo>
                  <a:close/>
                  <a:moveTo>
                    <a:pt x="1471518" y="173486"/>
                  </a:moveTo>
                  <a:lnTo>
                    <a:pt x="1458903" y="259111"/>
                  </a:lnTo>
                  <a:lnTo>
                    <a:pt x="1503768" y="230608"/>
                  </a:lnTo>
                  <a:close/>
                  <a:moveTo>
                    <a:pt x="1471518" y="173486"/>
                  </a:moveTo>
                  <a:lnTo>
                    <a:pt x="1503768" y="230608"/>
                  </a:lnTo>
                  <a:lnTo>
                    <a:pt x="1549205" y="185286"/>
                  </a:lnTo>
                  <a:close/>
                </a:path>
              </a:pathLst>
            </a:custGeom>
            <a:solidFill>
              <a:srgbClr val="D4DBE0"/>
            </a:solidFill>
            <a:ln w="1524">
              <a:solidFill>
                <a:srgbClr val="D4DBE0"/>
              </a:solidFill>
            </a:ln>
          </p:spPr>
        </p:sp>
        <p:sp>
          <p:nvSpPr>
            <p:cNvPr id="2070" name="Candidate_density__2069">
              <a:extLst>
                <a:ext uri="{FF2B5EF4-FFF2-40B4-BE49-F238E27FC236}">
                  <a16:creationId xmlns:a16="http://schemas.microsoft.com/office/drawing/2014/main" id="{B5E9DA63-C5B1-9364-1EB5-F7A88849A3EA}"/>
                </a:ext>
              </a:extLst>
            </p:cNvPr>
            <p:cNvSpPr>
              <a:spLocks noGrp="1"/>
            </p:cNvSpPr>
            <p:nvPr/>
          </p:nvSpPr>
          <p:spPr>
            <a:xfrm>
              <a:off x="4441446" y="2030005"/>
              <a:ext cx="1466600" cy="3056866"/>
            </a:xfrm>
            <a:custGeom>
              <a:avLst/>
              <a:gdLst/>
              <a:ahLst/>
              <a:cxnLst/>
              <a:rect l="0" t="0" r="0" b="0"/>
              <a:pathLst>
                <a:path w="1466600" h="3056866">
                  <a:moveTo>
                    <a:pt x="222777" y="2970483"/>
                  </a:moveTo>
                  <a:lnTo>
                    <a:pt x="149332" y="3056866"/>
                  </a:lnTo>
                  <a:lnTo>
                    <a:pt x="228070" y="3018430"/>
                  </a:lnTo>
                  <a:close/>
                  <a:moveTo>
                    <a:pt x="245414" y="3018430"/>
                  </a:moveTo>
                  <a:lnTo>
                    <a:pt x="222777" y="2970483"/>
                  </a:lnTo>
                  <a:lnTo>
                    <a:pt x="247201" y="3008999"/>
                  </a:lnTo>
                  <a:close/>
                  <a:moveTo>
                    <a:pt x="100250" y="2771784"/>
                  </a:moveTo>
                  <a:lnTo>
                    <a:pt x="157525" y="2854000"/>
                  </a:lnTo>
                  <a:lnTo>
                    <a:pt x="227320" y="2815563"/>
                  </a:lnTo>
                  <a:close/>
                  <a:moveTo>
                    <a:pt x="100250" y="2771784"/>
                  </a:moveTo>
                  <a:lnTo>
                    <a:pt x="227320" y="2815563"/>
                  </a:lnTo>
                  <a:lnTo>
                    <a:pt x="193606" y="2733348"/>
                  </a:lnTo>
                  <a:close/>
                  <a:moveTo>
                    <a:pt x="203715" y="2684009"/>
                  </a:moveTo>
                  <a:lnTo>
                    <a:pt x="100250" y="2771784"/>
                  </a:lnTo>
                  <a:lnTo>
                    <a:pt x="193606" y="2733348"/>
                  </a:lnTo>
                  <a:close/>
                  <a:moveTo>
                    <a:pt x="203715" y="2684009"/>
                  </a:moveTo>
                  <a:lnTo>
                    <a:pt x="148587" y="2693099"/>
                  </a:lnTo>
                  <a:lnTo>
                    <a:pt x="100250" y="2771784"/>
                  </a:lnTo>
                  <a:close/>
                  <a:moveTo>
                    <a:pt x="203715" y="2684009"/>
                  </a:moveTo>
                  <a:lnTo>
                    <a:pt x="209878" y="2651133"/>
                  </a:lnTo>
                  <a:lnTo>
                    <a:pt x="152920" y="2689569"/>
                  </a:lnTo>
                  <a:close/>
                  <a:moveTo>
                    <a:pt x="203715" y="2684009"/>
                  </a:moveTo>
                  <a:lnTo>
                    <a:pt x="193606" y="2733348"/>
                  </a:lnTo>
                  <a:lnTo>
                    <a:pt x="231881" y="2721177"/>
                  </a:lnTo>
                  <a:close/>
                  <a:moveTo>
                    <a:pt x="338098" y="2695417"/>
                  </a:moveTo>
                  <a:lnTo>
                    <a:pt x="337424" y="2690066"/>
                  </a:lnTo>
                  <a:lnTo>
                    <a:pt x="231881" y="2721177"/>
                  </a:lnTo>
                  <a:close/>
                  <a:moveTo>
                    <a:pt x="231881" y="2721177"/>
                  </a:moveTo>
                  <a:lnTo>
                    <a:pt x="337424" y="2690066"/>
                  </a:lnTo>
                  <a:lnTo>
                    <a:pt x="209878" y="2651133"/>
                  </a:lnTo>
                  <a:close/>
                  <a:moveTo>
                    <a:pt x="209878" y="2651133"/>
                  </a:moveTo>
                  <a:lnTo>
                    <a:pt x="337424" y="2690066"/>
                  </a:lnTo>
                  <a:lnTo>
                    <a:pt x="302959" y="2612697"/>
                  </a:lnTo>
                  <a:close/>
                  <a:moveTo>
                    <a:pt x="209878" y="2651133"/>
                  </a:moveTo>
                  <a:lnTo>
                    <a:pt x="203715" y="2684009"/>
                  </a:lnTo>
                  <a:lnTo>
                    <a:pt x="231881" y="2721177"/>
                  </a:lnTo>
                  <a:close/>
                  <a:moveTo>
                    <a:pt x="338098" y="2695417"/>
                  </a:moveTo>
                  <a:lnTo>
                    <a:pt x="339465" y="2694911"/>
                  </a:lnTo>
                  <a:lnTo>
                    <a:pt x="337424" y="2690066"/>
                  </a:lnTo>
                  <a:close/>
                  <a:moveTo>
                    <a:pt x="338098" y="2695417"/>
                  </a:moveTo>
                  <a:lnTo>
                    <a:pt x="340293" y="2700792"/>
                  </a:lnTo>
                  <a:lnTo>
                    <a:pt x="339465" y="2694911"/>
                  </a:lnTo>
                  <a:close/>
                  <a:moveTo>
                    <a:pt x="211724" y="2568918"/>
                  </a:moveTo>
                  <a:lnTo>
                    <a:pt x="209878" y="2651133"/>
                  </a:lnTo>
                  <a:lnTo>
                    <a:pt x="302959" y="2612697"/>
                  </a:lnTo>
                  <a:close/>
                  <a:moveTo>
                    <a:pt x="211724" y="2568918"/>
                  </a:moveTo>
                  <a:lnTo>
                    <a:pt x="302959" y="2612697"/>
                  </a:lnTo>
                  <a:lnTo>
                    <a:pt x="271505" y="2530481"/>
                  </a:lnTo>
                  <a:close/>
                  <a:moveTo>
                    <a:pt x="282361" y="2484193"/>
                  </a:moveTo>
                  <a:lnTo>
                    <a:pt x="211724" y="2568918"/>
                  </a:lnTo>
                  <a:lnTo>
                    <a:pt x="271505" y="2530481"/>
                  </a:lnTo>
                  <a:close/>
                  <a:moveTo>
                    <a:pt x="335049" y="2597804"/>
                  </a:moveTo>
                  <a:lnTo>
                    <a:pt x="337424" y="2690066"/>
                  </a:lnTo>
                  <a:lnTo>
                    <a:pt x="397297" y="2574260"/>
                  </a:lnTo>
                  <a:close/>
                  <a:moveTo>
                    <a:pt x="397297" y="2574260"/>
                  </a:moveTo>
                  <a:lnTo>
                    <a:pt x="337424" y="2690066"/>
                  </a:lnTo>
                  <a:lnTo>
                    <a:pt x="339465" y="2694911"/>
                  </a:lnTo>
                  <a:close/>
                  <a:moveTo>
                    <a:pt x="302959" y="2612697"/>
                  </a:moveTo>
                  <a:lnTo>
                    <a:pt x="337424" y="2690066"/>
                  </a:lnTo>
                  <a:lnTo>
                    <a:pt x="335049" y="2597804"/>
                  </a:lnTo>
                  <a:close/>
                  <a:moveTo>
                    <a:pt x="271505" y="2530481"/>
                  </a:moveTo>
                  <a:lnTo>
                    <a:pt x="335049" y="2597804"/>
                  </a:lnTo>
                  <a:lnTo>
                    <a:pt x="328640" y="2502922"/>
                  </a:lnTo>
                  <a:close/>
                  <a:moveTo>
                    <a:pt x="271505" y="2530481"/>
                  </a:moveTo>
                  <a:lnTo>
                    <a:pt x="302959" y="2612697"/>
                  </a:lnTo>
                  <a:lnTo>
                    <a:pt x="335049" y="2597804"/>
                  </a:lnTo>
                  <a:close/>
                  <a:moveTo>
                    <a:pt x="335049" y="2597804"/>
                  </a:moveTo>
                  <a:lnTo>
                    <a:pt x="388407" y="2514924"/>
                  </a:lnTo>
                  <a:lnTo>
                    <a:pt x="328640" y="2502922"/>
                  </a:lnTo>
                  <a:close/>
                  <a:moveTo>
                    <a:pt x="282361" y="2484193"/>
                  </a:moveTo>
                  <a:lnTo>
                    <a:pt x="271505" y="2530481"/>
                  </a:lnTo>
                  <a:lnTo>
                    <a:pt x="328640" y="2502922"/>
                  </a:lnTo>
                  <a:close/>
                  <a:moveTo>
                    <a:pt x="328640" y="2502922"/>
                  </a:moveTo>
                  <a:lnTo>
                    <a:pt x="357887" y="2487918"/>
                  </a:lnTo>
                  <a:lnTo>
                    <a:pt x="282361" y="2484193"/>
                  </a:lnTo>
                  <a:close/>
                  <a:moveTo>
                    <a:pt x="328640" y="2502922"/>
                  </a:moveTo>
                  <a:lnTo>
                    <a:pt x="388407" y="2514924"/>
                  </a:lnTo>
                  <a:lnTo>
                    <a:pt x="357887" y="2487918"/>
                  </a:lnTo>
                  <a:close/>
                  <a:moveTo>
                    <a:pt x="464893" y="2242388"/>
                  </a:moveTo>
                  <a:lnTo>
                    <a:pt x="410216" y="2253165"/>
                  </a:lnTo>
                  <a:lnTo>
                    <a:pt x="374472" y="2289178"/>
                  </a:lnTo>
                  <a:close/>
                  <a:moveTo>
                    <a:pt x="471741" y="2246991"/>
                  </a:moveTo>
                  <a:lnTo>
                    <a:pt x="530379" y="2208571"/>
                  </a:lnTo>
                  <a:lnTo>
                    <a:pt x="464893" y="2242388"/>
                  </a:lnTo>
                  <a:close/>
                  <a:moveTo>
                    <a:pt x="188943" y="1636800"/>
                  </a:moveTo>
                  <a:lnTo>
                    <a:pt x="136856" y="1757451"/>
                  </a:lnTo>
                  <a:lnTo>
                    <a:pt x="204265" y="1719015"/>
                  </a:lnTo>
                  <a:close/>
                  <a:moveTo>
                    <a:pt x="170194" y="1570222"/>
                  </a:moveTo>
                  <a:lnTo>
                    <a:pt x="202696" y="1604189"/>
                  </a:lnTo>
                  <a:lnTo>
                    <a:pt x="207774" y="1554585"/>
                  </a:lnTo>
                  <a:close/>
                  <a:moveTo>
                    <a:pt x="506666" y="1878821"/>
                  </a:moveTo>
                  <a:lnTo>
                    <a:pt x="493935" y="1883445"/>
                  </a:lnTo>
                  <a:lnTo>
                    <a:pt x="557439" y="1879339"/>
                  </a:lnTo>
                  <a:close/>
                  <a:moveTo>
                    <a:pt x="600922" y="1763257"/>
                  </a:moveTo>
                  <a:lnTo>
                    <a:pt x="496008" y="1864859"/>
                  </a:lnTo>
                  <a:lnTo>
                    <a:pt x="581778" y="1845008"/>
                  </a:lnTo>
                  <a:close/>
                  <a:moveTo>
                    <a:pt x="581778" y="1845008"/>
                  </a:moveTo>
                  <a:lnTo>
                    <a:pt x="496008" y="1864859"/>
                  </a:lnTo>
                  <a:lnTo>
                    <a:pt x="506666" y="1878821"/>
                  </a:lnTo>
                  <a:close/>
                  <a:moveTo>
                    <a:pt x="506666" y="1878821"/>
                  </a:moveTo>
                  <a:lnTo>
                    <a:pt x="557439" y="1879339"/>
                  </a:lnTo>
                  <a:lnTo>
                    <a:pt x="581778" y="1845008"/>
                  </a:lnTo>
                  <a:close/>
                  <a:moveTo>
                    <a:pt x="188943" y="1636800"/>
                  </a:moveTo>
                  <a:lnTo>
                    <a:pt x="255415" y="1601031"/>
                  </a:lnTo>
                  <a:lnTo>
                    <a:pt x="202696" y="1604189"/>
                  </a:lnTo>
                  <a:close/>
                  <a:moveTo>
                    <a:pt x="207774" y="1554585"/>
                  </a:moveTo>
                  <a:lnTo>
                    <a:pt x="202696" y="1604189"/>
                  </a:lnTo>
                  <a:lnTo>
                    <a:pt x="259707" y="1598363"/>
                  </a:lnTo>
                  <a:close/>
                  <a:moveTo>
                    <a:pt x="581778" y="1845008"/>
                  </a:moveTo>
                  <a:lnTo>
                    <a:pt x="601148" y="1762509"/>
                  </a:lnTo>
                  <a:lnTo>
                    <a:pt x="600922" y="1763257"/>
                  </a:lnTo>
                  <a:close/>
                  <a:moveTo>
                    <a:pt x="495481" y="1387453"/>
                  </a:moveTo>
                  <a:lnTo>
                    <a:pt x="488038" y="1404655"/>
                  </a:lnTo>
                  <a:lnTo>
                    <a:pt x="544400" y="1357060"/>
                  </a:lnTo>
                  <a:close/>
                  <a:moveTo>
                    <a:pt x="261912" y="1028200"/>
                  </a:moveTo>
                  <a:lnTo>
                    <a:pt x="234917" y="1117234"/>
                  </a:lnTo>
                  <a:lnTo>
                    <a:pt x="249992" y="1110414"/>
                  </a:lnTo>
                  <a:close/>
                  <a:moveTo>
                    <a:pt x="261912" y="1028200"/>
                  </a:moveTo>
                  <a:lnTo>
                    <a:pt x="249992" y="1110414"/>
                  </a:lnTo>
                  <a:lnTo>
                    <a:pt x="312834" y="989763"/>
                  </a:lnTo>
                  <a:close/>
                  <a:moveTo>
                    <a:pt x="335293" y="960479"/>
                  </a:moveTo>
                  <a:lnTo>
                    <a:pt x="261912" y="1028200"/>
                  </a:lnTo>
                  <a:lnTo>
                    <a:pt x="312834" y="989763"/>
                  </a:lnTo>
                  <a:close/>
                  <a:moveTo>
                    <a:pt x="1202679" y="1773478"/>
                  </a:moveTo>
                  <a:lnTo>
                    <a:pt x="1208359" y="1872094"/>
                  </a:lnTo>
                  <a:lnTo>
                    <a:pt x="1208967" y="1782540"/>
                  </a:lnTo>
                  <a:close/>
                  <a:moveTo>
                    <a:pt x="1142205" y="1894129"/>
                  </a:moveTo>
                  <a:lnTo>
                    <a:pt x="1208359" y="1872094"/>
                  </a:lnTo>
                  <a:lnTo>
                    <a:pt x="1202679" y="1773478"/>
                  </a:lnTo>
                  <a:close/>
                  <a:moveTo>
                    <a:pt x="1127057" y="1811914"/>
                  </a:moveTo>
                  <a:lnTo>
                    <a:pt x="1142205" y="1894129"/>
                  </a:lnTo>
                  <a:lnTo>
                    <a:pt x="1202679" y="1773478"/>
                  </a:lnTo>
                  <a:close/>
                  <a:moveTo>
                    <a:pt x="1208359" y="1872094"/>
                  </a:moveTo>
                  <a:lnTo>
                    <a:pt x="1253301" y="1855693"/>
                  </a:lnTo>
                  <a:lnTo>
                    <a:pt x="1208967" y="1782540"/>
                  </a:lnTo>
                  <a:close/>
                  <a:moveTo>
                    <a:pt x="1204740" y="1766734"/>
                  </a:moveTo>
                  <a:lnTo>
                    <a:pt x="1127057" y="1811914"/>
                  </a:lnTo>
                  <a:lnTo>
                    <a:pt x="1202679" y="1773478"/>
                  </a:lnTo>
                  <a:close/>
                  <a:moveTo>
                    <a:pt x="1204740" y="1766734"/>
                  </a:moveTo>
                  <a:lnTo>
                    <a:pt x="1145494" y="1760427"/>
                  </a:lnTo>
                  <a:lnTo>
                    <a:pt x="1127057" y="1811914"/>
                  </a:lnTo>
                  <a:close/>
                  <a:moveTo>
                    <a:pt x="1213774" y="1767599"/>
                  </a:moveTo>
                  <a:lnTo>
                    <a:pt x="1208967" y="1782540"/>
                  </a:lnTo>
                  <a:lnTo>
                    <a:pt x="1288032" y="1735041"/>
                  </a:lnTo>
                  <a:close/>
                  <a:moveTo>
                    <a:pt x="1208967" y="1782540"/>
                  </a:moveTo>
                  <a:lnTo>
                    <a:pt x="1253301" y="1855693"/>
                  </a:lnTo>
                  <a:lnTo>
                    <a:pt x="1288032" y="1735041"/>
                  </a:lnTo>
                  <a:close/>
                  <a:moveTo>
                    <a:pt x="1202679" y="1773478"/>
                  </a:moveTo>
                  <a:lnTo>
                    <a:pt x="1208967" y="1782540"/>
                  </a:lnTo>
                  <a:lnTo>
                    <a:pt x="1213774" y="1767599"/>
                  </a:lnTo>
                  <a:close/>
                  <a:moveTo>
                    <a:pt x="1204740" y="1766734"/>
                  </a:moveTo>
                  <a:lnTo>
                    <a:pt x="1202679" y="1773478"/>
                  </a:lnTo>
                  <a:lnTo>
                    <a:pt x="1213774" y="1767599"/>
                  </a:lnTo>
                  <a:close/>
                  <a:moveTo>
                    <a:pt x="1204740" y="1766734"/>
                  </a:moveTo>
                  <a:lnTo>
                    <a:pt x="1213774" y="1767599"/>
                  </a:lnTo>
                  <a:lnTo>
                    <a:pt x="1233863" y="1691262"/>
                  </a:lnTo>
                  <a:close/>
                  <a:moveTo>
                    <a:pt x="1233863" y="1691262"/>
                  </a:moveTo>
                  <a:lnTo>
                    <a:pt x="1213774" y="1767599"/>
                  </a:lnTo>
                  <a:lnTo>
                    <a:pt x="1288032" y="1735041"/>
                  </a:lnTo>
                  <a:close/>
                  <a:moveTo>
                    <a:pt x="1452828" y="1899471"/>
                  </a:moveTo>
                  <a:lnTo>
                    <a:pt x="1427896" y="1814798"/>
                  </a:lnTo>
                  <a:lnTo>
                    <a:pt x="1433653" y="1850085"/>
                  </a:lnTo>
                  <a:close/>
                  <a:moveTo>
                    <a:pt x="1410812" y="1817257"/>
                  </a:moveTo>
                  <a:lnTo>
                    <a:pt x="1433653" y="1850085"/>
                  </a:lnTo>
                  <a:lnTo>
                    <a:pt x="1427896" y="1814798"/>
                  </a:lnTo>
                  <a:close/>
                  <a:moveTo>
                    <a:pt x="1422009" y="1806550"/>
                  </a:moveTo>
                  <a:lnTo>
                    <a:pt x="1410812" y="1817257"/>
                  </a:lnTo>
                  <a:lnTo>
                    <a:pt x="1427896" y="1814798"/>
                  </a:lnTo>
                  <a:close/>
                  <a:moveTo>
                    <a:pt x="1344196" y="1579073"/>
                  </a:moveTo>
                  <a:lnTo>
                    <a:pt x="1302764" y="1639370"/>
                  </a:lnTo>
                  <a:lnTo>
                    <a:pt x="1293611" y="1652826"/>
                  </a:lnTo>
                  <a:close/>
                  <a:moveTo>
                    <a:pt x="607506" y="748460"/>
                  </a:moveTo>
                  <a:lnTo>
                    <a:pt x="643613" y="827155"/>
                  </a:lnTo>
                  <a:lnTo>
                    <a:pt x="626315" y="741126"/>
                  </a:lnTo>
                  <a:close/>
                  <a:moveTo>
                    <a:pt x="614608" y="738416"/>
                  </a:moveTo>
                  <a:lnTo>
                    <a:pt x="607506" y="748460"/>
                  </a:lnTo>
                  <a:lnTo>
                    <a:pt x="626315" y="741126"/>
                  </a:lnTo>
                  <a:close/>
                  <a:moveTo>
                    <a:pt x="101840" y="63817"/>
                  </a:moveTo>
                  <a:lnTo>
                    <a:pt x="16010" y="90739"/>
                  </a:lnTo>
                  <a:lnTo>
                    <a:pt x="126332" y="90919"/>
                  </a:lnTo>
                  <a:close/>
                  <a:moveTo>
                    <a:pt x="16010" y="90739"/>
                  </a:moveTo>
                  <a:lnTo>
                    <a:pt x="0" y="112444"/>
                  </a:lnTo>
                  <a:lnTo>
                    <a:pt x="126332" y="90919"/>
                  </a:lnTo>
                  <a:close/>
                  <a:moveTo>
                    <a:pt x="181148" y="17206"/>
                  </a:moveTo>
                  <a:lnTo>
                    <a:pt x="101840" y="63817"/>
                  </a:lnTo>
                  <a:lnTo>
                    <a:pt x="146916" y="52303"/>
                  </a:lnTo>
                  <a:close/>
                  <a:moveTo>
                    <a:pt x="59872" y="57639"/>
                  </a:moveTo>
                  <a:lnTo>
                    <a:pt x="101840" y="63817"/>
                  </a:lnTo>
                  <a:lnTo>
                    <a:pt x="181148" y="17206"/>
                  </a:lnTo>
                  <a:close/>
                  <a:moveTo>
                    <a:pt x="101840" y="63817"/>
                  </a:moveTo>
                  <a:lnTo>
                    <a:pt x="126332" y="90919"/>
                  </a:lnTo>
                  <a:lnTo>
                    <a:pt x="146916" y="52303"/>
                  </a:lnTo>
                  <a:close/>
                  <a:moveTo>
                    <a:pt x="234104" y="0"/>
                  </a:moveTo>
                  <a:lnTo>
                    <a:pt x="146916" y="52303"/>
                  </a:lnTo>
                  <a:lnTo>
                    <a:pt x="223871" y="13866"/>
                  </a:lnTo>
                  <a:close/>
                  <a:moveTo>
                    <a:pt x="234104" y="0"/>
                  </a:moveTo>
                  <a:lnTo>
                    <a:pt x="181148" y="17206"/>
                  </a:lnTo>
                  <a:lnTo>
                    <a:pt x="146916" y="52303"/>
                  </a:lnTo>
                  <a:close/>
                  <a:moveTo>
                    <a:pt x="1450002" y="1480809"/>
                  </a:moveTo>
                  <a:lnTo>
                    <a:pt x="1449269" y="1493738"/>
                  </a:lnTo>
                  <a:lnTo>
                    <a:pt x="1457249" y="1490658"/>
                  </a:lnTo>
                  <a:close/>
                  <a:moveTo>
                    <a:pt x="1466600" y="1493738"/>
                  </a:moveTo>
                  <a:lnTo>
                    <a:pt x="1450002" y="1480809"/>
                  </a:lnTo>
                  <a:lnTo>
                    <a:pt x="1457249" y="1490658"/>
                  </a:lnTo>
                  <a:close/>
                  <a:moveTo>
                    <a:pt x="1082592" y="727891"/>
                  </a:moveTo>
                  <a:lnTo>
                    <a:pt x="1060111" y="797581"/>
                  </a:lnTo>
                  <a:lnTo>
                    <a:pt x="1145494" y="761596"/>
                  </a:lnTo>
                  <a:close/>
                  <a:moveTo>
                    <a:pt x="1215016" y="729146"/>
                  </a:moveTo>
                  <a:lnTo>
                    <a:pt x="1082592" y="727891"/>
                  </a:lnTo>
                  <a:lnTo>
                    <a:pt x="1161957" y="759144"/>
                  </a:lnTo>
                  <a:close/>
                  <a:moveTo>
                    <a:pt x="1295632" y="660629"/>
                  </a:moveTo>
                  <a:lnTo>
                    <a:pt x="1259033" y="676929"/>
                  </a:lnTo>
                  <a:lnTo>
                    <a:pt x="1326217" y="651043"/>
                  </a:lnTo>
                  <a:close/>
                  <a:moveTo>
                    <a:pt x="1326217" y="651043"/>
                  </a:moveTo>
                  <a:lnTo>
                    <a:pt x="1259033" y="676929"/>
                  </a:lnTo>
                  <a:lnTo>
                    <a:pt x="1215016" y="729146"/>
                  </a:lnTo>
                  <a:close/>
                  <a:moveTo>
                    <a:pt x="1326217" y="651043"/>
                  </a:moveTo>
                  <a:lnTo>
                    <a:pt x="1215016" y="729146"/>
                  </a:lnTo>
                  <a:lnTo>
                    <a:pt x="1265297" y="701933"/>
                  </a:lnTo>
                  <a:close/>
                  <a:moveTo>
                    <a:pt x="1271062" y="660031"/>
                  </a:moveTo>
                  <a:lnTo>
                    <a:pt x="1259033" y="676929"/>
                  </a:lnTo>
                  <a:lnTo>
                    <a:pt x="1295632" y="660629"/>
                  </a:lnTo>
                  <a:close/>
                </a:path>
              </a:pathLst>
            </a:custGeom>
            <a:solidFill>
              <a:srgbClr val="E8ECEF"/>
            </a:solidFill>
            <a:ln w="1524">
              <a:solidFill>
                <a:srgbClr val="E8ECEF"/>
              </a:solidFill>
            </a:ln>
          </p:spPr>
        </p:sp>
        <p:sp>
          <p:nvSpPr>
            <p:cNvPr id="2071" name="Candidate_density__2070">
              <a:extLst>
                <a:ext uri="{FF2B5EF4-FFF2-40B4-BE49-F238E27FC236}">
                  <a16:creationId xmlns:a16="http://schemas.microsoft.com/office/drawing/2014/main" id="{0D86CEAE-4BE4-FEA6-9990-CC838ADC7C9C}"/>
                </a:ext>
              </a:extLst>
            </p:cNvPr>
            <p:cNvSpPr>
              <a:spLocks noGrp="1"/>
            </p:cNvSpPr>
            <p:nvPr/>
          </p:nvSpPr>
          <p:spPr>
            <a:xfrm>
              <a:off x="4299074" y="1506782"/>
              <a:ext cx="2342726" cy="3777550"/>
            </a:xfrm>
            <a:custGeom>
              <a:avLst/>
              <a:gdLst/>
              <a:ahLst/>
              <a:cxnLst/>
              <a:rect l="0" t="0" r="0" b="0"/>
              <a:pathLst>
                <a:path w="2342726" h="3777550">
                  <a:moveTo>
                    <a:pt x="365150" y="3493707"/>
                  </a:moveTo>
                  <a:lnTo>
                    <a:pt x="315743" y="3524187"/>
                  </a:lnTo>
                  <a:lnTo>
                    <a:pt x="291705" y="3580089"/>
                  </a:lnTo>
                  <a:close/>
                  <a:moveTo>
                    <a:pt x="299897" y="3377223"/>
                  </a:moveTo>
                  <a:lnTo>
                    <a:pt x="288829" y="3423560"/>
                  </a:lnTo>
                  <a:lnTo>
                    <a:pt x="353398" y="3449771"/>
                  </a:lnTo>
                  <a:close/>
                  <a:moveTo>
                    <a:pt x="755286" y="3777550"/>
                  </a:moveTo>
                  <a:lnTo>
                    <a:pt x="843375" y="3749862"/>
                  </a:lnTo>
                  <a:lnTo>
                    <a:pt x="776424" y="3701564"/>
                  </a:lnTo>
                  <a:close/>
                  <a:moveTo>
                    <a:pt x="465365" y="3589740"/>
                  </a:moveTo>
                  <a:lnTo>
                    <a:pt x="387786" y="3541653"/>
                  </a:lnTo>
                  <a:lnTo>
                    <a:pt x="389574" y="3532223"/>
                  </a:lnTo>
                  <a:close/>
                  <a:moveTo>
                    <a:pt x="353398" y="3449771"/>
                  </a:moveTo>
                  <a:lnTo>
                    <a:pt x="477259" y="3419005"/>
                  </a:lnTo>
                  <a:lnTo>
                    <a:pt x="392086" y="3379216"/>
                  </a:lnTo>
                  <a:close/>
                  <a:moveTo>
                    <a:pt x="843375" y="3749862"/>
                  </a:moveTo>
                  <a:lnTo>
                    <a:pt x="867249" y="3762483"/>
                  </a:lnTo>
                  <a:lnTo>
                    <a:pt x="871784" y="3743431"/>
                  </a:lnTo>
                  <a:close/>
                  <a:moveTo>
                    <a:pt x="871784" y="3743431"/>
                  </a:moveTo>
                  <a:lnTo>
                    <a:pt x="776424" y="3701564"/>
                  </a:lnTo>
                  <a:lnTo>
                    <a:pt x="843375" y="3749862"/>
                  </a:lnTo>
                  <a:close/>
                  <a:moveTo>
                    <a:pt x="786569" y="3652025"/>
                  </a:moveTo>
                  <a:lnTo>
                    <a:pt x="776424" y="3701564"/>
                  </a:lnTo>
                  <a:lnTo>
                    <a:pt x="871784" y="3743431"/>
                  </a:lnTo>
                  <a:close/>
                  <a:moveTo>
                    <a:pt x="860265" y="3652704"/>
                  </a:moveTo>
                  <a:lnTo>
                    <a:pt x="786569" y="3652025"/>
                  </a:lnTo>
                  <a:lnTo>
                    <a:pt x="871784" y="3743431"/>
                  </a:lnTo>
                  <a:close/>
                  <a:moveTo>
                    <a:pt x="786569" y="3652025"/>
                  </a:moveTo>
                  <a:lnTo>
                    <a:pt x="703006" y="3705720"/>
                  </a:lnTo>
                  <a:lnTo>
                    <a:pt x="776424" y="3701564"/>
                  </a:lnTo>
                  <a:close/>
                  <a:moveTo>
                    <a:pt x="786569" y="3652025"/>
                  </a:moveTo>
                  <a:lnTo>
                    <a:pt x="761667" y="3646387"/>
                  </a:lnTo>
                  <a:lnTo>
                    <a:pt x="679736" y="3578194"/>
                  </a:lnTo>
                  <a:close/>
                  <a:moveTo>
                    <a:pt x="552930" y="2920048"/>
                  </a:moveTo>
                  <a:lnTo>
                    <a:pt x="505684" y="2897866"/>
                  </a:lnTo>
                  <a:lnTo>
                    <a:pt x="515300" y="2850548"/>
                  </a:lnTo>
                  <a:close/>
                  <a:moveTo>
                    <a:pt x="202878" y="2322213"/>
                  </a:moveTo>
                  <a:lnTo>
                    <a:pt x="242642" y="2401326"/>
                  </a:lnTo>
                  <a:lnTo>
                    <a:pt x="218549" y="2363444"/>
                  </a:lnTo>
                  <a:close/>
                  <a:moveTo>
                    <a:pt x="749825" y="2781067"/>
                  </a:moveTo>
                  <a:lnTo>
                    <a:pt x="672752" y="2731795"/>
                  </a:lnTo>
                  <a:lnTo>
                    <a:pt x="742959" y="2773965"/>
                  </a:lnTo>
                  <a:close/>
                  <a:moveTo>
                    <a:pt x="763013" y="2790614"/>
                  </a:moveTo>
                  <a:lnTo>
                    <a:pt x="749825" y="2781067"/>
                  </a:lnTo>
                  <a:lnTo>
                    <a:pt x="742959" y="2773965"/>
                  </a:lnTo>
                  <a:close/>
                  <a:moveTo>
                    <a:pt x="213022" y="2313966"/>
                  </a:moveTo>
                  <a:lnTo>
                    <a:pt x="279229" y="2280675"/>
                  </a:lnTo>
                  <a:lnTo>
                    <a:pt x="239937" y="2228204"/>
                  </a:lnTo>
                  <a:close/>
                  <a:moveTo>
                    <a:pt x="35363" y="2154681"/>
                  </a:moveTo>
                  <a:lnTo>
                    <a:pt x="35545" y="2236536"/>
                  </a:lnTo>
                  <a:lnTo>
                    <a:pt x="48359" y="2126464"/>
                  </a:lnTo>
                  <a:close/>
                  <a:moveTo>
                    <a:pt x="35363" y="2154681"/>
                  </a:moveTo>
                  <a:lnTo>
                    <a:pt x="50098" y="2075746"/>
                  </a:lnTo>
                  <a:lnTo>
                    <a:pt x="54279" y="2034030"/>
                  </a:lnTo>
                  <a:close/>
                  <a:moveTo>
                    <a:pt x="35363" y="2154681"/>
                  </a:moveTo>
                  <a:lnTo>
                    <a:pt x="54279" y="2034030"/>
                  </a:lnTo>
                  <a:lnTo>
                    <a:pt x="37077" y="2072466"/>
                  </a:lnTo>
                  <a:close/>
                  <a:moveTo>
                    <a:pt x="34190" y="2016266"/>
                  </a:moveTo>
                  <a:lnTo>
                    <a:pt x="2897" y="1963241"/>
                  </a:lnTo>
                  <a:lnTo>
                    <a:pt x="54279" y="2034030"/>
                  </a:lnTo>
                  <a:close/>
                  <a:moveTo>
                    <a:pt x="0" y="1951814"/>
                  </a:moveTo>
                  <a:lnTo>
                    <a:pt x="2897" y="1963241"/>
                  </a:lnTo>
                  <a:lnTo>
                    <a:pt x="34190" y="2016266"/>
                  </a:lnTo>
                  <a:close/>
                  <a:moveTo>
                    <a:pt x="6934" y="1914361"/>
                  </a:moveTo>
                  <a:lnTo>
                    <a:pt x="2897" y="1963241"/>
                  </a:lnTo>
                  <a:lnTo>
                    <a:pt x="0" y="1951814"/>
                  </a:lnTo>
                  <a:close/>
                  <a:moveTo>
                    <a:pt x="711370" y="2751739"/>
                  </a:moveTo>
                  <a:lnTo>
                    <a:pt x="763013" y="2790614"/>
                  </a:lnTo>
                  <a:lnTo>
                    <a:pt x="742959" y="2773965"/>
                  </a:lnTo>
                  <a:close/>
                  <a:moveTo>
                    <a:pt x="825339" y="2819768"/>
                  </a:moveTo>
                  <a:lnTo>
                    <a:pt x="763013" y="2790614"/>
                  </a:lnTo>
                  <a:lnTo>
                    <a:pt x="711370" y="2751739"/>
                  </a:lnTo>
                  <a:close/>
                  <a:moveTo>
                    <a:pt x="825339" y="2819768"/>
                  </a:moveTo>
                  <a:lnTo>
                    <a:pt x="810437" y="2773965"/>
                  </a:lnTo>
                  <a:lnTo>
                    <a:pt x="763013" y="2790614"/>
                  </a:lnTo>
                  <a:close/>
                  <a:moveTo>
                    <a:pt x="839263" y="2768948"/>
                  </a:moveTo>
                  <a:lnTo>
                    <a:pt x="810437" y="2773965"/>
                  </a:lnTo>
                  <a:lnTo>
                    <a:pt x="825339" y="2819768"/>
                  </a:lnTo>
                  <a:close/>
                  <a:moveTo>
                    <a:pt x="711370" y="2751739"/>
                  </a:moveTo>
                  <a:lnTo>
                    <a:pt x="742959" y="2773965"/>
                  </a:lnTo>
                  <a:lnTo>
                    <a:pt x="672752" y="2731795"/>
                  </a:lnTo>
                  <a:close/>
                  <a:moveTo>
                    <a:pt x="252416" y="2181846"/>
                  </a:moveTo>
                  <a:lnTo>
                    <a:pt x="239937" y="2228204"/>
                  </a:lnTo>
                  <a:lnTo>
                    <a:pt x="331315" y="2160023"/>
                  </a:lnTo>
                  <a:close/>
                  <a:moveTo>
                    <a:pt x="252416" y="2181846"/>
                  </a:moveTo>
                  <a:lnTo>
                    <a:pt x="312566" y="2093446"/>
                  </a:lnTo>
                  <a:lnTo>
                    <a:pt x="227883" y="2101699"/>
                  </a:lnTo>
                  <a:close/>
                  <a:moveTo>
                    <a:pt x="227883" y="2101699"/>
                  </a:moveTo>
                  <a:lnTo>
                    <a:pt x="275106" y="2023808"/>
                  </a:lnTo>
                  <a:lnTo>
                    <a:pt x="224797" y="2004116"/>
                  </a:lnTo>
                  <a:close/>
                  <a:moveTo>
                    <a:pt x="0" y="1951814"/>
                  </a:moveTo>
                  <a:lnTo>
                    <a:pt x="23247" y="1846604"/>
                  </a:lnTo>
                  <a:lnTo>
                    <a:pt x="6934" y="1914361"/>
                  </a:lnTo>
                  <a:close/>
                  <a:moveTo>
                    <a:pt x="27174" y="1831163"/>
                  </a:moveTo>
                  <a:lnTo>
                    <a:pt x="23247" y="1846604"/>
                  </a:lnTo>
                  <a:lnTo>
                    <a:pt x="0" y="1951814"/>
                  </a:lnTo>
                  <a:close/>
                  <a:moveTo>
                    <a:pt x="637943" y="2411066"/>
                  </a:moveTo>
                  <a:lnTo>
                    <a:pt x="580758" y="2451303"/>
                  </a:lnTo>
                  <a:lnTo>
                    <a:pt x="636307" y="2406669"/>
                  </a:lnTo>
                  <a:close/>
                  <a:moveTo>
                    <a:pt x="349072" y="1957156"/>
                  </a:moveTo>
                  <a:lnTo>
                    <a:pt x="348574" y="1925315"/>
                  </a:lnTo>
                  <a:lnTo>
                    <a:pt x="345859" y="1966287"/>
                  </a:lnTo>
                  <a:close/>
                  <a:moveTo>
                    <a:pt x="370569" y="2039372"/>
                  </a:moveTo>
                  <a:lnTo>
                    <a:pt x="345859" y="1966287"/>
                  </a:lnTo>
                  <a:lnTo>
                    <a:pt x="364026" y="2051610"/>
                  </a:lnTo>
                  <a:close/>
                  <a:moveTo>
                    <a:pt x="370569" y="2039372"/>
                  </a:moveTo>
                  <a:lnTo>
                    <a:pt x="349072" y="1957156"/>
                  </a:lnTo>
                  <a:lnTo>
                    <a:pt x="345859" y="1966287"/>
                  </a:lnTo>
                  <a:close/>
                  <a:moveTo>
                    <a:pt x="1246842" y="2624126"/>
                  </a:moveTo>
                  <a:lnTo>
                    <a:pt x="1258036" y="2710362"/>
                  </a:lnTo>
                  <a:lnTo>
                    <a:pt x="1249737" y="2702435"/>
                  </a:lnTo>
                  <a:close/>
                  <a:moveTo>
                    <a:pt x="1895064" y="3157288"/>
                  </a:moveTo>
                  <a:lnTo>
                    <a:pt x="1893939" y="3156365"/>
                  </a:lnTo>
                  <a:lnTo>
                    <a:pt x="1830766" y="3135375"/>
                  </a:lnTo>
                  <a:close/>
                  <a:moveTo>
                    <a:pt x="952471" y="2080838"/>
                  </a:moveTo>
                  <a:lnTo>
                    <a:pt x="960730" y="2088492"/>
                  </a:lnTo>
                  <a:lnTo>
                    <a:pt x="995766" y="2101753"/>
                  </a:lnTo>
                  <a:close/>
                  <a:moveTo>
                    <a:pt x="932413" y="2069296"/>
                  </a:moveTo>
                  <a:lnTo>
                    <a:pt x="960730" y="2088492"/>
                  </a:lnTo>
                  <a:lnTo>
                    <a:pt x="952471" y="2080838"/>
                  </a:lnTo>
                  <a:close/>
                  <a:moveTo>
                    <a:pt x="686772" y="1880283"/>
                  </a:moveTo>
                  <a:lnTo>
                    <a:pt x="698590" y="1962499"/>
                  </a:lnTo>
                  <a:lnTo>
                    <a:pt x="691680" y="1866917"/>
                  </a:lnTo>
                  <a:close/>
                  <a:moveTo>
                    <a:pt x="529233" y="1595201"/>
                  </a:moveTo>
                  <a:lnTo>
                    <a:pt x="493069" y="1606923"/>
                  </a:lnTo>
                  <a:lnTo>
                    <a:pt x="555415" y="1710944"/>
                  </a:lnTo>
                  <a:close/>
                  <a:moveTo>
                    <a:pt x="543484" y="1512987"/>
                  </a:moveTo>
                  <a:lnTo>
                    <a:pt x="496401" y="1553754"/>
                  </a:lnTo>
                  <a:lnTo>
                    <a:pt x="550689" y="1520579"/>
                  </a:lnTo>
                  <a:close/>
                  <a:moveTo>
                    <a:pt x="529233" y="1595201"/>
                  </a:moveTo>
                  <a:lnTo>
                    <a:pt x="562307" y="1521506"/>
                  </a:lnTo>
                  <a:lnTo>
                    <a:pt x="550689" y="1520579"/>
                  </a:lnTo>
                  <a:close/>
                  <a:moveTo>
                    <a:pt x="1997746" y="3133688"/>
                  </a:moveTo>
                  <a:lnTo>
                    <a:pt x="1984901" y="3217802"/>
                  </a:lnTo>
                  <a:lnTo>
                    <a:pt x="2071285" y="3234587"/>
                  </a:lnTo>
                  <a:close/>
                  <a:moveTo>
                    <a:pt x="1895064" y="3157288"/>
                  </a:moveTo>
                  <a:lnTo>
                    <a:pt x="1984901" y="3217802"/>
                  </a:lnTo>
                  <a:lnTo>
                    <a:pt x="1997746" y="3133688"/>
                  </a:lnTo>
                  <a:close/>
                  <a:moveTo>
                    <a:pt x="1997746" y="3133688"/>
                  </a:moveTo>
                  <a:lnTo>
                    <a:pt x="1893939" y="3156365"/>
                  </a:lnTo>
                  <a:lnTo>
                    <a:pt x="1895064" y="3157288"/>
                  </a:lnTo>
                  <a:close/>
                  <a:moveTo>
                    <a:pt x="1913649" y="3041374"/>
                  </a:moveTo>
                  <a:lnTo>
                    <a:pt x="1893939" y="3156365"/>
                  </a:lnTo>
                  <a:lnTo>
                    <a:pt x="1997746" y="3133688"/>
                  </a:lnTo>
                  <a:close/>
                  <a:moveTo>
                    <a:pt x="1350732" y="2395317"/>
                  </a:moveTo>
                  <a:lnTo>
                    <a:pt x="1284577" y="2417353"/>
                  </a:lnTo>
                  <a:lnTo>
                    <a:pt x="1366425" y="2482650"/>
                  </a:lnTo>
                  <a:close/>
                  <a:moveTo>
                    <a:pt x="1366425" y="2482650"/>
                  </a:moveTo>
                  <a:lnTo>
                    <a:pt x="1284577" y="2417353"/>
                  </a:lnTo>
                  <a:lnTo>
                    <a:pt x="1303963" y="2407286"/>
                  </a:lnTo>
                  <a:close/>
                  <a:moveTo>
                    <a:pt x="1121857" y="2005079"/>
                  </a:moveTo>
                  <a:lnTo>
                    <a:pt x="1067566" y="2003881"/>
                  </a:lnTo>
                  <a:lnTo>
                    <a:pt x="1174501" y="2050056"/>
                  </a:lnTo>
                  <a:close/>
                  <a:moveTo>
                    <a:pt x="496401" y="1553754"/>
                  </a:moveTo>
                  <a:lnTo>
                    <a:pt x="543484" y="1512987"/>
                  </a:lnTo>
                  <a:lnTo>
                    <a:pt x="507230" y="1495318"/>
                  </a:lnTo>
                  <a:close/>
                  <a:moveTo>
                    <a:pt x="507230" y="1495318"/>
                  </a:moveTo>
                  <a:lnTo>
                    <a:pt x="543484" y="1512987"/>
                  </a:lnTo>
                  <a:lnTo>
                    <a:pt x="477665" y="1483703"/>
                  </a:lnTo>
                  <a:close/>
                  <a:moveTo>
                    <a:pt x="1091156" y="1967841"/>
                  </a:moveTo>
                  <a:lnTo>
                    <a:pt x="1067566" y="2003881"/>
                  </a:lnTo>
                  <a:lnTo>
                    <a:pt x="1121857" y="2005079"/>
                  </a:lnTo>
                  <a:close/>
                  <a:moveTo>
                    <a:pt x="102198" y="816829"/>
                  </a:moveTo>
                  <a:lnTo>
                    <a:pt x="104507" y="740119"/>
                  </a:lnTo>
                  <a:lnTo>
                    <a:pt x="113165" y="833172"/>
                  </a:lnTo>
                  <a:close/>
                  <a:moveTo>
                    <a:pt x="102198" y="816829"/>
                  </a:moveTo>
                  <a:lnTo>
                    <a:pt x="99786" y="734615"/>
                  </a:lnTo>
                  <a:lnTo>
                    <a:pt x="104507" y="740119"/>
                  </a:lnTo>
                  <a:close/>
                  <a:moveTo>
                    <a:pt x="1557096" y="2461132"/>
                  </a:moveTo>
                  <a:lnTo>
                    <a:pt x="1595200" y="2422695"/>
                  </a:lnTo>
                  <a:lnTo>
                    <a:pt x="1537827" y="2445695"/>
                  </a:lnTo>
                  <a:close/>
                  <a:moveTo>
                    <a:pt x="1395674" y="2378916"/>
                  </a:moveTo>
                  <a:lnTo>
                    <a:pt x="1458560" y="2427985"/>
                  </a:lnTo>
                  <a:lnTo>
                    <a:pt x="1484924" y="2346813"/>
                  </a:lnTo>
                  <a:close/>
                  <a:moveTo>
                    <a:pt x="1458560" y="2427985"/>
                  </a:moveTo>
                  <a:lnTo>
                    <a:pt x="1553185" y="2340480"/>
                  </a:lnTo>
                  <a:lnTo>
                    <a:pt x="1484924" y="2346813"/>
                  </a:lnTo>
                  <a:close/>
                  <a:moveTo>
                    <a:pt x="1537827" y="2445695"/>
                  </a:moveTo>
                  <a:lnTo>
                    <a:pt x="1576025" y="2373309"/>
                  </a:lnTo>
                  <a:lnTo>
                    <a:pt x="1458560" y="2427985"/>
                  </a:lnTo>
                  <a:close/>
                  <a:moveTo>
                    <a:pt x="1513041" y="2258265"/>
                  </a:moveTo>
                  <a:lnTo>
                    <a:pt x="1485481" y="2313436"/>
                  </a:lnTo>
                  <a:lnTo>
                    <a:pt x="1534943" y="2266649"/>
                  </a:lnTo>
                  <a:close/>
                  <a:moveTo>
                    <a:pt x="1534943" y="2266649"/>
                  </a:moveTo>
                  <a:lnTo>
                    <a:pt x="1485481" y="2313436"/>
                  </a:lnTo>
                  <a:lnTo>
                    <a:pt x="1484924" y="2346813"/>
                  </a:lnTo>
                  <a:close/>
                  <a:moveTo>
                    <a:pt x="1132297" y="1951256"/>
                  </a:moveTo>
                  <a:lnTo>
                    <a:pt x="1121857" y="2005079"/>
                  </a:lnTo>
                  <a:lnTo>
                    <a:pt x="1224805" y="1929404"/>
                  </a:lnTo>
                  <a:close/>
                  <a:moveTo>
                    <a:pt x="1224805" y="1929404"/>
                  </a:moveTo>
                  <a:lnTo>
                    <a:pt x="1121857" y="2005079"/>
                  </a:lnTo>
                  <a:lnTo>
                    <a:pt x="1174501" y="2050056"/>
                  </a:lnTo>
                  <a:close/>
                  <a:moveTo>
                    <a:pt x="1224805" y="1929404"/>
                  </a:moveTo>
                  <a:lnTo>
                    <a:pt x="1174501" y="2050056"/>
                  </a:lnTo>
                  <a:lnTo>
                    <a:pt x="1208543" y="2011620"/>
                  </a:lnTo>
                  <a:close/>
                  <a:moveTo>
                    <a:pt x="1091156" y="1967841"/>
                  </a:moveTo>
                  <a:lnTo>
                    <a:pt x="1121857" y="2005079"/>
                  </a:lnTo>
                  <a:lnTo>
                    <a:pt x="1132297" y="1951256"/>
                  </a:lnTo>
                  <a:close/>
                  <a:moveTo>
                    <a:pt x="1018248" y="1885626"/>
                  </a:moveTo>
                  <a:lnTo>
                    <a:pt x="1132297" y="1951256"/>
                  </a:lnTo>
                  <a:lnTo>
                    <a:pt x="1069569" y="1873041"/>
                  </a:lnTo>
                  <a:close/>
                  <a:moveTo>
                    <a:pt x="1091156" y="1967841"/>
                  </a:moveTo>
                  <a:lnTo>
                    <a:pt x="1132297" y="1951256"/>
                  </a:lnTo>
                  <a:lnTo>
                    <a:pt x="1018248" y="1885626"/>
                  </a:lnTo>
                  <a:close/>
                  <a:moveTo>
                    <a:pt x="1202572" y="1854623"/>
                  </a:moveTo>
                  <a:lnTo>
                    <a:pt x="1138980" y="1853897"/>
                  </a:lnTo>
                  <a:lnTo>
                    <a:pt x="1132297" y="1951256"/>
                  </a:lnTo>
                  <a:close/>
                  <a:moveTo>
                    <a:pt x="1224805" y="1929404"/>
                  </a:moveTo>
                  <a:lnTo>
                    <a:pt x="1230809" y="1918575"/>
                  </a:lnTo>
                  <a:lnTo>
                    <a:pt x="1202572" y="1854623"/>
                  </a:lnTo>
                  <a:close/>
                  <a:moveTo>
                    <a:pt x="1132297" y="1951256"/>
                  </a:moveTo>
                  <a:lnTo>
                    <a:pt x="1224805" y="1929404"/>
                  </a:lnTo>
                  <a:lnTo>
                    <a:pt x="1202572" y="1854623"/>
                  </a:lnTo>
                  <a:close/>
                  <a:moveTo>
                    <a:pt x="1230809" y="1918575"/>
                  </a:moveTo>
                  <a:lnTo>
                    <a:pt x="1238561" y="1929404"/>
                  </a:lnTo>
                  <a:lnTo>
                    <a:pt x="1202572" y="1854623"/>
                  </a:lnTo>
                  <a:close/>
                  <a:moveTo>
                    <a:pt x="1319147" y="1970198"/>
                  </a:moveTo>
                  <a:lnTo>
                    <a:pt x="1283278" y="1949695"/>
                  </a:lnTo>
                  <a:lnTo>
                    <a:pt x="1238561" y="1929404"/>
                  </a:lnTo>
                  <a:close/>
                  <a:moveTo>
                    <a:pt x="749878" y="1271684"/>
                  </a:moveTo>
                  <a:lnTo>
                    <a:pt x="660429" y="1310120"/>
                  </a:lnTo>
                  <a:lnTo>
                    <a:pt x="768917" y="1353899"/>
                  </a:lnTo>
                  <a:close/>
                  <a:moveTo>
                    <a:pt x="402546" y="987643"/>
                  </a:moveTo>
                  <a:lnTo>
                    <a:pt x="337910" y="971828"/>
                  </a:lnTo>
                  <a:lnTo>
                    <a:pt x="390700" y="1006808"/>
                  </a:lnTo>
                  <a:close/>
                  <a:moveTo>
                    <a:pt x="402546" y="987643"/>
                  </a:moveTo>
                  <a:lnTo>
                    <a:pt x="390700" y="1006808"/>
                  </a:lnTo>
                  <a:lnTo>
                    <a:pt x="461920" y="994431"/>
                  </a:lnTo>
                  <a:close/>
                  <a:moveTo>
                    <a:pt x="315759" y="889744"/>
                  </a:moveTo>
                  <a:lnTo>
                    <a:pt x="337910" y="971828"/>
                  </a:lnTo>
                  <a:lnTo>
                    <a:pt x="394963" y="981260"/>
                  </a:lnTo>
                  <a:close/>
                  <a:moveTo>
                    <a:pt x="768917" y="1353899"/>
                  </a:moveTo>
                  <a:lnTo>
                    <a:pt x="768838" y="1364320"/>
                  </a:lnTo>
                  <a:lnTo>
                    <a:pt x="783482" y="1360723"/>
                  </a:lnTo>
                  <a:close/>
                  <a:moveTo>
                    <a:pt x="2258323" y="2959764"/>
                  </a:moveTo>
                  <a:lnTo>
                    <a:pt x="2332045" y="3043685"/>
                  </a:lnTo>
                  <a:lnTo>
                    <a:pt x="2333602" y="3039954"/>
                  </a:lnTo>
                  <a:close/>
                  <a:moveTo>
                    <a:pt x="2259798" y="3080416"/>
                  </a:moveTo>
                  <a:lnTo>
                    <a:pt x="2332045" y="3043685"/>
                  </a:lnTo>
                  <a:lnTo>
                    <a:pt x="2258323" y="2959764"/>
                  </a:lnTo>
                  <a:close/>
                  <a:moveTo>
                    <a:pt x="2258323" y="2959764"/>
                  </a:moveTo>
                  <a:lnTo>
                    <a:pt x="2231503" y="2936881"/>
                  </a:lnTo>
                  <a:lnTo>
                    <a:pt x="2177198" y="2949048"/>
                  </a:lnTo>
                  <a:close/>
                  <a:moveTo>
                    <a:pt x="2178758" y="2877549"/>
                  </a:moveTo>
                  <a:lnTo>
                    <a:pt x="2177198" y="2949048"/>
                  </a:lnTo>
                  <a:lnTo>
                    <a:pt x="2231503" y="2936881"/>
                  </a:lnTo>
                  <a:close/>
                  <a:moveTo>
                    <a:pt x="1740325" y="2384258"/>
                  </a:moveTo>
                  <a:lnTo>
                    <a:pt x="1674665" y="2313742"/>
                  </a:lnTo>
                  <a:lnTo>
                    <a:pt x="1701631" y="2349069"/>
                  </a:lnTo>
                  <a:close/>
                  <a:moveTo>
                    <a:pt x="1485481" y="2313436"/>
                  </a:moveTo>
                  <a:lnTo>
                    <a:pt x="1513041" y="2258265"/>
                  </a:lnTo>
                  <a:lnTo>
                    <a:pt x="1514298" y="2222841"/>
                  </a:lnTo>
                  <a:close/>
                  <a:moveTo>
                    <a:pt x="1654849" y="2229760"/>
                  </a:moveTo>
                  <a:lnTo>
                    <a:pt x="1577469" y="2258265"/>
                  </a:lnTo>
                  <a:lnTo>
                    <a:pt x="1564382" y="2329774"/>
                  </a:lnTo>
                  <a:close/>
                  <a:moveTo>
                    <a:pt x="1674665" y="2313742"/>
                  </a:moveTo>
                  <a:lnTo>
                    <a:pt x="1654849" y="2229760"/>
                  </a:lnTo>
                  <a:lnTo>
                    <a:pt x="1570268" y="2338022"/>
                  </a:lnTo>
                  <a:close/>
                  <a:moveTo>
                    <a:pt x="1654849" y="2229760"/>
                  </a:moveTo>
                  <a:lnTo>
                    <a:pt x="1674665" y="2313742"/>
                  </a:lnTo>
                  <a:lnTo>
                    <a:pt x="1739672" y="2221392"/>
                  </a:lnTo>
                  <a:close/>
                  <a:moveTo>
                    <a:pt x="1532945" y="2212239"/>
                  </a:moveTo>
                  <a:lnTo>
                    <a:pt x="1530688" y="2219829"/>
                  </a:lnTo>
                  <a:lnTo>
                    <a:pt x="1516247" y="2213261"/>
                  </a:lnTo>
                  <a:close/>
                  <a:moveTo>
                    <a:pt x="1514298" y="2222841"/>
                  </a:moveTo>
                  <a:lnTo>
                    <a:pt x="1513041" y="2258265"/>
                  </a:lnTo>
                  <a:lnTo>
                    <a:pt x="1532945" y="2212239"/>
                  </a:lnTo>
                  <a:close/>
                  <a:moveTo>
                    <a:pt x="1532945" y="2212239"/>
                  </a:moveTo>
                  <a:lnTo>
                    <a:pt x="1577469" y="2258265"/>
                  </a:lnTo>
                  <a:lnTo>
                    <a:pt x="1665294" y="2213208"/>
                  </a:lnTo>
                  <a:close/>
                  <a:moveTo>
                    <a:pt x="1294053" y="1939829"/>
                  </a:moveTo>
                  <a:lnTo>
                    <a:pt x="1237062" y="1926675"/>
                  </a:lnTo>
                  <a:lnTo>
                    <a:pt x="1224805" y="1929404"/>
                  </a:lnTo>
                  <a:close/>
                  <a:moveTo>
                    <a:pt x="1238561" y="1929404"/>
                  </a:moveTo>
                  <a:lnTo>
                    <a:pt x="1237062" y="1926675"/>
                  </a:lnTo>
                  <a:lnTo>
                    <a:pt x="1319147" y="1970198"/>
                  </a:lnTo>
                  <a:close/>
                  <a:moveTo>
                    <a:pt x="1237062" y="1926675"/>
                  </a:moveTo>
                  <a:lnTo>
                    <a:pt x="1230809" y="1918575"/>
                  </a:lnTo>
                  <a:lnTo>
                    <a:pt x="1224805" y="1929404"/>
                  </a:lnTo>
                  <a:close/>
                  <a:moveTo>
                    <a:pt x="1237062" y="1926675"/>
                  </a:moveTo>
                  <a:lnTo>
                    <a:pt x="1238561" y="1929404"/>
                  </a:lnTo>
                  <a:lnTo>
                    <a:pt x="1230809" y="1918575"/>
                  </a:lnTo>
                  <a:close/>
                  <a:moveTo>
                    <a:pt x="783482" y="1360723"/>
                  </a:moveTo>
                  <a:lnTo>
                    <a:pt x="785986" y="1350379"/>
                  </a:lnTo>
                  <a:lnTo>
                    <a:pt x="768917" y="1353899"/>
                  </a:lnTo>
                  <a:close/>
                  <a:moveTo>
                    <a:pt x="901944" y="1316699"/>
                  </a:moveTo>
                  <a:lnTo>
                    <a:pt x="783482" y="1360723"/>
                  </a:lnTo>
                  <a:lnTo>
                    <a:pt x="864753" y="1385927"/>
                  </a:lnTo>
                  <a:close/>
                  <a:moveTo>
                    <a:pt x="901944" y="1316699"/>
                  </a:moveTo>
                  <a:lnTo>
                    <a:pt x="785986" y="1350379"/>
                  </a:lnTo>
                  <a:lnTo>
                    <a:pt x="783482" y="1360723"/>
                  </a:lnTo>
                  <a:close/>
                  <a:moveTo>
                    <a:pt x="2258323" y="2959764"/>
                  </a:moveTo>
                  <a:lnTo>
                    <a:pt x="2333602" y="3039954"/>
                  </a:lnTo>
                  <a:lnTo>
                    <a:pt x="2342726" y="2934909"/>
                  </a:lnTo>
                  <a:close/>
                  <a:moveTo>
                    <a:pt x="2258323" y="2959764"/>
                  </a:moveTo>
                  <a:lnTo>
                    <a:pt x="2342726" y="2934909"/>
                  </a:lnTo>
                  <a:lnTo>
                    <a:pt x="2231503" y="2936881"/>
                  </a:lnTo>
                  <a:close/>
                  <a:moveTo>
                    <a:pt x="2227249" y="2839113"/>
                  </a:moveTo>
                  <a:lnTo>
                    <a:pt x="2231503" y="2936881"/>
                  </a:lnTo>
                  <a:lnTo>
                    <a:pt x="2277733" y="2894528"/>
                  </a:lnTo>
                  <a:close/>
                  <a:moveTo>
                    <a:pt x="2227249" y="2839113"/>
                  </a:moveTo>
                  <a:lnTo>
                    <a:pt x="2178758" y="2877549"/>
                  </a:lnTo>
                  <a:lnTo>
                    <a:pt x="2231503" y="2936881"/>
                  </a:lnTo>
                  <a:close/>
                  <a:moveTo>
                    <a:pt x="1551987" y="2068233"/>
                  </a:moveTo>
                  <a:lnTo>
                    <a:pt x="1608973" y="2016962"/>
                  </a:lnTo>
                  <a:lnTo>
                    <a:pt x="1680311" y="2054152"/>
                  </a:lnTo>
                  <a:close/>
                  <a:moveTo>
                    <a:pt x="1551987" y="2068233"/>
                  </a:moveTo>
                  <a:lnTo>
                    <a:pt x="1680311" y="2054152"/>
                  </a:lnTo>
                  <a:lnTo>
                    <a:pt x="1624922" y="2062266"/>
                  </a:lnTo>
                  <a:close/>
                  <a:moveTo>
                    <a:pt x="1750186" y="2036745"/>
                  </a:moveTo>
                  <a:lnTo>
                    <a:pt x="1624922" y="2062266"/>
                  </a:lnTo>
                  <a:lnTo>
                    <a:pt x="1680311" y="2054152"/>
                  </a:lnTo>
                  <a:close/>
                  <a:moveTo>
                    <a:pt x="1845674" y="2115103"/>
                  </a:moveTo>
                  <a:lnTo>
                    <a:pt x="1790225" y="2080201"/>
                  </a:lnTo>
                  <a:lnTo>
                    <a:pt x="1821616" y="2088610"/>
                  </a:lnTo>
                  <a:close/>
                  <a:moveTo>
                    <a:pt x="1608973" y="2016962"/>
                  </a:moveTo>
                  <a:lnTo>
                    <a:pt x="1736077" y="2063630"/>
                  </a:lnTo>
                  <a:lnTo>
                    <a:pt x="1680311" y="2054152"/>
                  </a:lnTo>
                  <a:close/>
                  <a:moveTo>
                    <a:pt x="1736077" y="2063630"/>
                  </a:moveTo>
                  <a:lnTo>
                    <a:pt x="1750186" y="2036745"/>
                  </a:lnTo>
                  <a:lnTo>
                    <a:pt x="1680311" y="2054152"/>
                  </a:lnTo>
                  <a:close/>
                  <a:moveTo>
                    <a:pt x="1736077" y="2063630"/>
                  </a:moveTo>
                  <a:lnTo>
                    <a:pt x="1790225" y="2080201"/>
                  </a:lnTo>
                  <a:lnTo>
                    <a:pt x="1750186" y="2036745"/>
                  </a:lnTo>
                  <a:close/>
                  <a:moveTo>
                    <a:pt x="1790225" y="2080201"/>
                  </a:moveTo>
                  <a:lnTo>
                    <a:pt x="1814664" y="2099177"/>
                  </a:lnTo>
                  <a:lnTo>
                    <a:pt x="1750186" y="2036745"/>
                  </a:lnTo>
                  <a:close/>
                  <a:moveTo>
                    <a:pt x="1617539" y="1934746"/>
                  </a:moveTo>
                  <a:lnTo>
                    <a:pt x="1658211" y="1971525"/>
                  </a:lnTo>
                  <a:lnTo>
                    <a:pt x="1643900" y="1896310"/>
                  </a:lnTo>
                  <a:close/>
                  <a:moveTo>
                    <a:pt x="803885" y="948165"/>
                  </a:moveTo>
                  <a:lnTo>
                    <a:pt x="825015" y="1030380"/>
                  </a:lnTo>
                  <a:lnTo>
                    <a:pt x="818884" y="923264"/>
                  </a:lnTo>
                  <a:close/>
                  <a:moveTo>
                    <a:pt x="780214" y="918104"/>
                  </a:moveTo>
                  <a:lnTo>
                    <a:pt x="803885" y="948165"/>
                  </a:lnTo>
                  <a:lnTo>
                    <a:pt x="818884" y="923264"/>
                  </a:lnTo>
                  <a:close/>
                  <a:moveTo>
                    <a:pt x="1955859" y="2106227"/>
                  </a:moveTo>
                  <a:lnTo>
                    <a:pt x="1981841" y="2130351"/>
                  </a:lnTo>
                  <a:lnTo>
                    <a:pt x="1895882" y="2087621"/>
                  </a:lnTo>
                  <a:close/>
                  <a:moveTo>
                    <a:pt x="1736556" y="1762964"/>
                  </a:moveTo>
                  <a:lnTo>
                    <a:pt x="1792237" y="1763562"/>
                  </a:lnTo>
                  <a:lnTo>
                    <a:pt x="1707076" y="1723818"/>
                  </a:lnTo>
                  <a:close/>
                  <a:moveTo>
                    <a:pt x="1736556" y="1762964"/>
                  </a:moveTo>
                  <a:lnTo>
                    <a:pt x="1803109" y="1769450"/>
                  </a:lnTo>
                  <a:lnTo>
                    <a:pt x="1792237" y="1763562"/>
                  </a:lnTo>
                  <a:close/>
                  <a:moveTo>
                    <a:pt x="1200201" y="855629"/>
                  </a:moveTo>
                  <a:lnTo>
                    <a:pt x="1313141" y="915071"/>
                  </a:lnTo>
                  <a:lnTo>
                    <a:pt x="1233360" y="852100"/>
                  </a:lnTo>
                  <a:close/>
                  <a:moveTo>
                    <a:pt x="1200201" y="855629"/>
                  </a:moveTo>
                  <a:lnTo>
                    <a:pt x="1305693" y="930549"/>
                  </a:lnTo>
                  <a:lnTo>
                    <a:pt x="1313141" y="915071"/>
                  </a:lnTo>
                  <a:close/>
                  <a:moveTo>
                    <a:pt x="1523969" y="1166121"/>
                  </a:moveTo>
                  <a:lnTo>
                    <a:pt x="1608572" y="1205495"/>
                  </a:lnTo>
                  <a:lnTo>
                    <a:pt x="1541510" y="1168251"/>
                  </a:lnTo>
                  <a:close/>
                  <a:moveTo>
                    <a:pt x="1585873" y="924044"/>
                  </a:moveTo>
                  <a:lnTo>
                    <a:pt x="1516523" y="838198"/>
                  </a:lnTo>
                  <a:lnTo>
                    <a:pt x="1491698" y="839923"/>
                  </a:lnTo>
                  <a:close/>
                  <a:moveTo>
                    <a:pt x="1255497" y="410306"/>
                  </a:moveTo>
                  <a:lnTo>
                    <a:pt x="1340203" y="388686"/>
                  </a:lnTo>
                  <a:lnTo>
                    <a:pt x="1265319" y="325982"/>
                  </a:lnTo>
                  <a:close/>
                  <a:moveTo>
                    <a:pt x="1272236" y="296605"/>
                  </a:moveTo>
                  <a:lnTo>
                    <a:pt x="1265319" y="325982"/>
                  </a:lnTo>
                  <a:lnTo>
                    <a:pt x="1340203" y="388686"/>
                  </a:lnTo>
                  <a:close/>
                  <a:moveTo>
                    <a:pt x="1336329" y="185819"/>
                  </a:moveTo>
                  <a:lnTo>
                    <a:pt x="1354332" y="164931"/>
                  </a:lnTo>
                  <a:lnTo>
                    <a:pt x="1319360" y="118701"/>
                  </a:lnTo>
                  <a:close/>
                  <a:moveTo>
                    <a:pt x="1275476" y="193879"/>
                  </a:moveTo>
                  <a:lnTo>
                    <a:pt x="1336329" y="185819"/>
                  </a:lnTo>
                  <a:lnTo>
                    <a:pt x="1319360" y="118701"/>
                  </a:lnTo>
                  <a:close/>
                  <a:moveTo>
                    <a:pt x="1237542" y="6926"/>
                  </a:moveTo>
                  <a:lnTo>
                    <a:pt x="1111461" y="29394"/>
                  </a:lnTo>
                  <a:lnTo>
                    <a:pt x="1161158" y="0"/>
                  </a:lnTo>
                  <a:close/>
                  <a:moveTo>
                    <a:pt x="1623887" y="492771"/>
                  </a:moveTo>
                  <a:lnTo>
                    <a:pt x="1670400" y="510684"/>
                  </a:lnTo>
                  <a:lnTo>
                    <a:pt x="1587773" y="480412"/>
                  </a:lnTo>
                  <a:close/>
                  <a:moveTo>
                    <a:pt x="1623887" y="492771"/>
                  </a:moveTo>
                  <a:lnTo>
                    <a:pt x="1682190" y="505964"/>
                  </a:lnTo>
                  <a:lnTo>
                    <a:pt x="1670400" y="510684"/>
                  </a:lnTo>
                  <a:close/>
                  <a:moveTo>
                    <a:pt x="1184182" y="7322"/>
                  </a:moveTo>
                  <a:lnTo>
                    <a:pt x="1249310" y="14967"/>
                  </a:lnTo>
                  <a:lnTo>
                    <a:pt x="1237542" y="6926"/>
                  </a:lnTo>
                  <a:close/>
                </a:path>
              </a:pathLst>
            </a:custGeom>
            <a:solidFill>
              <a:srgbClr val="E0E5E9"/>
            </a:solidFill>
            <a:ln w="1524">
              <a:solidFill>
                <a:srgbClr val="E0E5E9"/>
              </a:solidFill>
            </a:ln>
          </p:spPr>
        </p:sp>
        <p:sp>
          <p:nvSpPr>
            <p:cNvPr id="2072" name="Candidate_density__2071">
              <a:extLst>
                <a:ext uri="{FF2B5EF4-FFF2-40B4-BE49-F238E27FC236}">
                  <a16:creationId xmlns:a16="http://schemas.microsoft.com/office/drawing/2014/main" id="{83FC869A-5AB3-74DA-CB6C-C8E4FBA4C777}"/>
                </a:ext>
              </a:extLst>
            </p:cNvPr>
            <p:cNvSpPr>
              <a:spLocks noGrp="1"/>
            </p:cNvSpPr>
            <p:nvPr/>
          </p:nvSpPr>
          <p:spPr>
            <a:xfrm>
              <a:off x="4301970" y="1513708"/>
              <a:ext cx="2395554" cy="3770623"/>
            </a:xfrm>
            <a:custGeom>
              <a:avLst/>
              <a:gdLst/>
              <a:ahLst/>
              <a:cxnLst/>
              <a:rect l="0" t="0" r="0" b="0"/>
              <a:pathLst>
                <a:path w="2395554" h="3770623">
                  <a:moveTo>
                    <a:pt x="362253" y="3486780"/>
                  </a:moveTo>
                  <a:lnTo>
                    <a:pt x="384889" y="3534727"/>
                  </a:lnTo>
                  <a:lnTo>
                    <a:pt x="312846" y="3517260"/>
                  </a:lnTo>
                  <a:close/>
                  <a:moveTo>
                    <a:pt x="654327" y="3742821"/>
                  </a:moveTo>
                  <a:lnTo>
                    <a:pt x="752389" y="3770623"/>
                  </a:lnTo>
                  <a:lnTo>
                    <a:pt x="773528" y="3694638"/>
                  </a:lnTo>
                  <a:close/>
                  <a:moveTo>
                    <a:pt x="654327" y="3742821"/>
                  </a:moveTo>
                  <a:lnTo>
                    <a:pt x="773528" y="3694638"/>
                  </a:lnTo>
                  <a:lnTo>
                    <a:pt x="700109" y="3698794"/>
                  </a:lnTo>
                  <a:close/>
                  <a:moveTo>
                    <a:pt x="783672" y="3645098"/>
                  </a:moveTo>
                  <a:lnTo>
                    <a:pt x="715829" y="3639662"/>
                  </a:lnTo>
                  <a:lnTo>
                    <a:pt x="700109" y="3698794"/>
                  </a:lnTo>
                  <a:close/>
                  <a:moveTo>
                    <a:pt x="715829" y="3639662"/>
                  </a:moveTo>
                  <a:lnTo>
                    <a:pt x="783672" y="3645098"/>
                  </a:lnTo>
                  <a:lnTo>
                    <a:pt x="676840" y="3571268"/>
                  </a:lnTo>
                  <a:close/>
                  <a:moveTo>
                    <a:pt x="151312" y="2312185"/>
                  </a:moveTo>
                  <a:lnTo>
                    <a:pt x="199981" y="2315286"/>
                  </a:lnTo>
                  <a:lnTo>
                    <a:pt x="215653" y="2356517"/>
                  </a:lnTo>
                  <a:close/>
                  <a:moveTo>
                    <a:pt x="32654" y="2229970"/>
                  </a:moveTo>
                  <a:lnTo>
                    <a:pt x="32700" y="2230007"/>
                  </a:lnTo>
                  <a:lnTo>
                    <a:pt x="32787" y="2230126"/>
                  </a:lnTo>
                  <a:close/>
                  <a:moveTo>
                    <a:pt x="32648" y="2229609"/>
                  </a:moveTo>
                  <a:lnTo>
                    <a:pt x="32700" y="2230007"/>
                  </a:lnTo>
                  <a:lnTo>
                    <a:pt x="32654" y="2229970"/>
                  </a:lnTo>
                  <a:close/>
                  <a:moveTo>
                    <a:pt x="128593" y="2309671"/>
                  </a:moveTo>
                  <a:lnTo>
                    <a:pt x="32787" y="2230126"/>
                  </a:lnTo>
                  <a:lnTo>
                    <a:pt x="32700" y="2230007"/>
                  </a:lnTo>
                  <a:close/>
                  <a:moveTo>
                    <a:pt x="32700" y="2230007"/>
                  </a:moveTo>
                  <a:lnTo>
                    <a:pt x="32648" y="2229609"/>
                  </a:lnTo>
                  <a:lnTo>
                    <a:pt x="53599" y="2173516"/>
                  </a:lnTo>
                  <a:close/>
                  <a:moveTo>
                    <a:pt x="215653" y="2356517"/>
                  </a:moveTo>
                  <a:lnTo>
                    <a:pt x="210125" y="2307039"/>
                  </a:lnTo>
                  <a:lnTo>
                    <a:pt x="151312" y="2312185"/>
                  </a:lnTo>
                  <a:close/>
                  <a:moveTo>
                    <a:pt x="151312" y="2312185"/>
                  </a:moveTo>
                  <a:lnTo>
                    <a:pt x="210125" y="2307039"/>
                  </a:lnTo>
                  <a:lnTo>
                    <a:pt x="237040" y="2221277"/>
                  </a:lnTo>
                  <a:close/>
                  <a:moveTo>
                    <a:pt x="32654" y="2229970"/>
                  </a:moveTo>
                  <a:lnTo>
                    <a:pt x="45463" y="2119538"/>
                  </a:lnTo>
                  <a:lnTo>
                    <a:pt x="32648" y="2229609"/>
                  </a:lnTo>
                  <a:close/>
                  <a:moveTo>
                    <a:pt x="51382" y="2027103"/>
                  </a:moveTo>
                  <a:lnTo>
                    <a:pt x="0" y="1956314"/>
                  </a:lnTo>
                  <a:lnTo>
                    <a:pt x="12942" y="1983324"/>
                  </a:lnTo>
                  <a:close/>
                  <a:moveTo>
                    <a:pt x="51382" y="2027103"/>
                  </a:moveTo>
                  <a:lnTo>
                    <a:pt x="12942" y="1983324"/>
                  </a:lnTo>
                  <a:lnTo>
                    <a:pt x="34181" y="2065539"/>
                  </a:lnTo>
                  <a:close/>
                  <a:moveTo>
                    <a:pt x="801465" y="2929988"/>
                  </a:moveTo>
                  <a:lnTo>
                    <a:pt x="898690" y="2911538"/>
                  </a:lnTo>
                  <a:lnTo>
                    <a:pt x="881589" y="2825349"/>
                  </a:lnTo>
                  <a:close/>
                  <a:moveTo>
                    <a:pt x="801465" y="2929988"/>
                  </a:moveTo>
                  <a:lnTo>
                    <a:pt x="881589" y="2825349"/>
                  </a:lnTo>
                  <a:lnTo>
                    <a:pt x="822442" y="2812842"/>
                  </a:lnTo>
                  <a:close/>
                  <a:moveTo>
                    <a:pt x="881589" y="2825349"/>
                  </a:moveTo>
                  <a:lnTo>
                    <a:pt x="898690" y="2911538"/>
                  </a:lnTo>
                  <a:lnTo>
                    <a:pt x="907804" y="2931469"/>
                  </a:lnTo>
                  <a:close/>
                  <a:moveTo>
                    <a:pt x="881589" y="2825349"/>
                  </a:moveTo>
                  <a:lnTo>
                    <a:pt x="836366" y="2762022"/>
                  </a:lnTo>
                  <a:lnTo>
                    <a:pt x="822442" y="2812842"/>
                  </a:lnTo>
                  <a:close/>
                  <a:moveTo>
                    <a:pt x="224986" y="2094773"/>
                  </a:moveTo>
                  <a:lnTo>
                    <a:pt x="222300" y="2070882"/>
                  </a:lnTo>
                  <a:lnTo>
                    <a:pt x="256010" y="2153097"/>
                  </a:lnTo>
                  <a:close/>
                  <a:moveTo>
                    <a:pt x="152854" y="1992731"/>
                  </a:moveTo>
                  <a:lnTo>
                    <a:pt x="51382" y="2027103"/>
                  </a:lnTo>
                  <a:lnTo>
                    <a:pt x="47202" y="2068820"/>
                  </a:lnTo>
                  <a:close/>
                  <a:moveTo>
                    <a:pt x="152854" y="1992731"/>
                  </a:moveTo>
                  <a:lnTo>
                    <a:pt x="224986" y="2094773"/>
                  </a:lnTo>
                  <a:lnTo>
                    <a:pt x="221900" y="1997190"/>
                  </a:lnTo>
                  <a:close/>
                  <a:moveTo>
                    <a:pt x="31293" y="2009339"/>
                  </a:moveTo>
                  <a:lnTo>
                    <a:pt x="51382" y="2027103"/>
                  </a:lnTo>
                  <a:lnTo>
                    <a:pt x="157310" y="1986634"/>
                  </a:lnTo>
                  <a:close/>
                  <a:moveTo>
                    <a:pt x="1417578" y="2898375"/>
                  </a:moveTo>
                  <a:lnTo>
                    <a:pt x="1542635" y="2942153"/>
                  </a:lnTo>
                  <a:lnTo>
                    <a:pt x="1514947" y="2859938"/>
                  </a:lnTo>
                  <a:close/>
                  <a:moveTo>
                    <a:pt x="1241567" y="2733945"/>
                  </a:moveTo>
                  <a:lnTo>
                    <a:pt x="1308261" y="2794211"/>
                  </a:lnTo>
                  <a:lnTo>
                    <a:pt x="1255139" y="2703435"/>
                  </a:lnTo>
                  <a:close/>
                  <a:moveTo>
                    <a:pt x="1255139" y="2703435"/>
                  </a:moveTo>
                  <a:lnTo>
                    <a:pt x="1308261" y="2794211"/>
                  </a:lnTo>
                  <a:lnTo>
                    <a:pt x="1328722" y="2804298"/>
                  </a:lnTo>
                  <a:close/>
                  <a:moveTo>
                    <a:pt x="683876" y="1873357"/>
                  </a:moveTo>
                  <a:lnTo>
                    <a:pt x="688267" y="1994009"/>
                  </a:lnTo>
                  <a:lnTo>
                    <a:pt x="695694" y="1955572"/>
                  </a:lnTo>
                  <a:close/>
                  <a:moveTo>
                    <a:pt x="1802590" y="3097388"/>
                  </a:moveTo>
                  <a:lnTo>
                    <a:pt x="1772501" y="3086251"/>
                  </a:lnTo>
                  <a:lnTo>
                    <a:pt x="1827870" y="3128449"/>
                  </a:lnTo>
                  <a:close/>
                  <a:moveTo>
                    <a:pt x="1891042" y="3149439"/>
                  </a:moveTo>
                  <a:lnTo>
                    <a:pt x="1802590" y="3097388"/>
                  </a:lnTo>
                  <a:lnTo>
                    <a:pt x="1827870" y="3128449"/>
                  </a:lnTo>
                  <a:close/>
                  <a:moveTo>
                    <a:pt x="992869" y="2094826"/>
                  </a:moveTo>
                  <a:lnTo>
                    <a:pt x="957834" y="2081565"/>
                  </a:lnTo>
                  <a:lnTo>
                    <a:pt x="1018570" y="2163781"/>
                  </a:lnTo>
                  <a:close/>
                  <a:moveTo>
                    <a:pt x="695694" y="1955572"/>
                  </a:moveTo>
                  <a:lnTo>
                    <a:pt x="695035" y="1955001"/>
                  </a:lnTo>
                  <a:lnTo>
                    <a:pt x="688783" y="1859991"/>
                  </a:lnTo>
                  <a:close/>
                  <a:moveTo>
                    <a:pt x="543062" y="1708927"/>
                  </a:moveTo>
                  <a:lnTo>
                    <a:pt x="504107" y="1688761"/>
                  </a:lnTo>
                  <a:lnTo>
                    <a:pt x="502614" y="1791142"/>
                  </a:lnTo>
                  <a:close/>
                  <a:moveTo>
                    <a:pt x="490172" y="1599996"/>
                  </a:moveTo>
                  <a:lnTo>
                    <a:pt x="504107" y="1688761"/>
                  </a:lnTo>
                  <a:lnTo>
                    <a:pt x="552519" y="1704018"/>
                  </a:lnTo>
                  <a:close/>
                  <a:moveTo>
                    <a:pt x="564884" y="1670490"/>
                  </a:moveTo>
                  <a:lnTo>
                    <a:pt x="526336" y="1588275"/>
                  </a:lnTo>
                  <a:lnTo>
                    <a:pt x="552519" y="1704018"/>
                  </a:lnTo>
                  <a:close/>
                  <a:moveTo>
                    <a:pt x="1767795" y="3068147"/>
                  </a:moveTo>
                  <a:lnTo>
                    <a:pt x="1772501" y="3086251"/>
                  </a:lnTo>
                  <a:lnTo>
                    <a:pt x="1802590" y="3097388"/>
                  </a:lnTo>
                  <a:close/>
                  <a:moveTo>
                    <a:pt x="1772501" y="3086251"/>
                  </a:moveTo>
                  <a:lnTo>
                    <a:pt x="1767795" y="3068147"/>
                  </a:lnTo>
                  <a:lnTo>
                    <a:pt x="1680052" y="3000726"/>
                  </a:lnTo>
                  <a:close/>
                  <a:moveTo>
                    <a:pt x="195403" y="1017810"/>
                  </a:moveTo>
                  <a:lnTo>
                    <a:pt x="271882" y="1094984"/>
                  </a:lnTo>
                  <a:lnTo>
                    <a:pt x="208034" y="1036817"/>
                  </a:lnTo>
                  <a:close/>
                  <a:moveTo>
                    <a:pt x="178631" y="1012769"/>
                  </a:moveTo>
                  <a:lnTo>
                    <a:pt x="195403" y="1017810"/>
                  </a:lnTo>
                  <a:lnTo>
                    <a:pt x="208034" y="1036817"/>
                  </a:lnTo>
                  <a:close/>
                  <a:moveTo>
                    <a:pt x="189640" y="968044"/>
                  </a:moveTo>
                  <a:lnTo>
                    <a:pt x="195403" y="1017810"/>
                  </a:lnTo>
                  <a:lnTo>
                    <a:pt x="178631" y="1012769"/>
                  </a:lnTo>
                  <a:close/>
                  <a:moveTo>
                    <a:pt x="1968412" y="3048163"/>
                  </a:moveTo>
                  <a:lnTo>
                    <a:pt x="1910752" y="3034447"/>
                  </a:lnTo>
                  <a:lnTo>
                    <a:pt x="1994849" y="3126762"/>
                  </a:lnTo>
                  <a:close/>
                  <a:moveTo>
                    <a:pt x="1802590" y="3097388"/>
                  </a:moveTo>
                  <a:lnTo>
                    <a:pt x="1828713" y="3040551"/>
                  </a:lnTo>
                  <a:lnTo>
                    <a:pt x="1767795" y="3068147"/>
                  </a:lnTo>
                  <a:close/>
                  <a:moveTo>
                    <a:pt x="1910752" y="3034447"/>
                  </a:moveTo>
                  <a:lnTo>
                    <a:pt x="1802590" y="3097388"/>
                  </a:lnTo>
                  <a:lnTo>
                    <a:pt x="1891042" y="3149439"/>
                  </a:lnTo>
                  <a:close/>
                  <a:moveTo>
                    <a:pt x="1910752" y="3034447"/>
                  </a:moveTo>
                  <a:lnTo>
                    <a:pt x="1828713" y="3040551"/>
                  </a:lnTo>
                  <a:lnTo>
                    <a:pt x="1802590" y="3097388"/>
                  </a:lnTo>
                  <a:close/>
                  <a:moveTo>
                    <a:pt x="1347835" y="2388391"/>
                  </a:moveTo>
                  <a:lnTo>
                    <a:pt x="1384679" y="2492642"/>
                  </a:lnTo>
                  <a:lnTo>
                    <a:pt x="1455663" y="2421059"/>
                  </a:lnTo>
                  <a:close/>
                  <a:moveTo>
                    <a:pt x="1015351" y="1878699"/>
                  </a:moveTo>
                  <a:lnTo>
                    <a:pt x="1002717" y="1917136"/>
                  </a:lnTo>
                  <a:lnTo>
                    <a:pt x="1088260" y="1960914"/>
                  </a:lnTo>
                  <a:close/>
                  <a:moveTo>
                    <a:pt x="1015351" y="1878699"/>
                  </a:moveTo>
                  <a:lnTo>
                    <a:pt x="1010085" y="1869745"/>
                  </a:lnTo>
                  <a:lnTo>
                    <a:pt x="971104" y="1812244"/>
                  </a:lnTo>
                  <a:close/>
                  <a:moveTo>
                    <a:pt x="604835" y="1567370"/>
                  </a:moveTo>
                  <a:lnTo>
                    <a:pt x="653149" y="1586398"/>
                  </a:lnTo>
                  <a:lnTo>
                    <a:pt x="559410" y="1514580"/>
                  </a:lnTo>
                  <a:close/>
                  <a:moveTo>
                    <a:pt x="655179" y="1587034"/>
                  </a:moveTo>
                  <a:lnTo>
                    <a:pt x="604835" y="1567370"/>
                  </a:lnTo>
                  <a:lnTo>
                    <a:pt x="709494" y="1581857"/>
                  </a:lnTo>
                  <a:close/>
                  <a:moveTo>
                    <a:pt x="280425" y="1056548"/>
                  </a:moveTo>
                  <a:lnTo>
                    <a:pt x="271882" y="1094984"/>
                  </a:lnTo>
                  <a:lnTo>
                    <a:pt x="328778" y="1138763"/>
                  </a:lnTo>
                  <a:close/>
                  <a:moveTo>
                    <a:pt x="208034" y="1036817"/>
                  </a:moveTo>
                  <a:lnTo>
                    <a:pt x="247987" y="975060"/>
                  </a:lnTo>
                  <a:lnTo>
                    <a:pt x="178631" y="1012769"/>
                  </a:lnTo>
                  <a:close/>
                  <a:moveTo>
                    <a:pt x="1735519" y="2615856"/>
                  </a:moveTo>
                  <a:lnTo>
                    <a:pt x="1735700" y="2632094"/>
                  </a:lnTo>
                  <a:lnTo>
                    <a:pt x="1688516" y="2593475"/>
                  </a:lnTo>
                  <a:close/>
                  <a:moveTo>
                    <a:pt x="1688516" y="2593475"/>
                  </a:moveTo>
                  <a:lnTo>
                    <a:pt x="1735700" y="2632094"/>
                  </a:lnTo>
                  <a:lnTo>
                    <a:pt x="1752534" y="2662414"/>
                  </a:lnTo>
                  <a:close/>
                  <a:moveTo>
                    <a:pt x="1752534" y="2662414"/>
                  </a:moveTo>
                  <a:lnTo>
                    <a:pt x="1735700" y="2632094"/>
                  </a:lnTo>
                  <a:lnTo>
                    <a:pt x="1733619" y="2700851"/>
                  </a:lnTo>
                  <a:close/>
                  <a:moveTo>
                    <a:pt x="1592303" y="2415769"/>
                  </a:moveTo>
                  <a:lnTo>
                    <a:pt x="1554199" y="2454205"/>
                  </a:lnTo>
                  <a:lnTo>
                    <a:pt x="1613763" y="2497984"/>
                  </a:lnTo>
                  <a:close/>
                  <a:moveTo>
                    <a:pt x="1171604" y="2043129"/>
                  </a:moveTo>
                  <a:lnTo>
                    <a:pt x="1211391" y="2065079"/>
                  </a:lnTo>
                  <a:lnTo>
                    <a:pt x="1205646" y="2004693"/>
                  </a:lnTo>
                  <a:close/>
                  <a:moveTo>
                    <a:pt x="1066673" y="1866114"/>
                  </a:moveTo>
                  <a:lnTo>
                    <a:pt x="1129400" y="1944329"/>
                  </a:lnTo>
                  <a:lnTo>
                    <a:pt x="1136083" y="1846970"/>
                  </a:lnTo>
                  <a:close/>
                  <a:moveTo>
                    <a:pt x="1020412" y="1872251"/>
                  </a:moveTo>
                  <a:lnTo>
                    <a:pt x="1015351" y="1878699"/>
                  </a:lnTo>
                  <a:lnTo>
                    <a:pt x="1066673" y="1866114"/>
                  </a:lnTo>
                  <a:close/>
                  <a:moveTo>
                    <a:pt x="1141025" y="1840263"/>
                  </a:moveTo>
                  <a:lnTo>
                    <a:pt x="1136083" y="1846970"/>
                  </a:lnTo>
                  <a:lnTo>
                    <a:pt x="1199676" y="1847696"/>
                  </a:lnTo>
                  <a:close/>
                  <a:moveTo>
                    <a:pt x="1235665" y="1922478"/>
                  </a:moveTo>
                  <a:lnTo>
                    <a:pt x="1280382" y="1942768"/>
                  </a:lnTo>
                  <a:lnTo>
                    <a:pt x="1199676" y="1847696"/>
                  </a:lnTo>
                  <a:close/>
                  <a:moveTo>
                    <a:pt x="1010085" y="1869745"/>
                  </a:moveTo>
                  <a:lnTo>
                    <a:pt x="1015351" y="1878699"/>
                  </a:lnTo>
                  <a:lnTo>
                    <a:pt x="1020412" y="1872251"/>
                  </a:lnTo>
                  <a:close/>
                  <a:moveTo>
                    <a:pt x="1141025" y="1840263"/>
                  </a:moveTo>
                  <a:lnTo>
                    <a:pt x="1199676" y="1847696"/>
                  </a:lnTo>
                  <a:lnTo>
                    <a:pt x="1197923" y="1799522"/>
                  </a:lnTo>
                  <a:close/>
                  <a:moveTo>
                    <a:pt x="956589" y="1796484"/>
                  </a:moveTo>
                  <a:lnTo>
                    <a:pt x="1020412" y="1872251"/>
                  </a:lnTo>
                  <a:lnTo>
                    <a:pt x="946853" y="1771368"/>
                  </a:lnTo>
                  <a:close/>
                  <a:moveTo>
                    <a:pt x="1010085" y="1869745"/>
                  </a:moveTo>
                  <a:lnTo>
                    <a:pt x="1020412" y="1872251"/>
                  </a:lnTo>
                  <a:lnTo>
                    <a:pt x="956589" y="1796484"/>
                  </a:lnTo>
                  <a:close/>
                  <a:moveTo>
                    <a:pt x="766020" y="1346973"/>
                  </a:moveTo>
                  <a:lnTo>
                    <a:pt x="726101" y="1365293"/>
                  </a:lnTo>
                  <a:lnTo>
                    <a:pt x="765942" y="1357393"/>
                  </a:lnTo>
                  <a:close/>
                  <a:moveTo>
                    <a:pt x="249360" y="974333"/>
                  </a:moveTo>
                  <a:lnTo>
                    <a:pt x="387804" y="999881"/>
                  </a:lnTo>
                  <a:lnTo>
                    <a:pt x="335013" y="964901"/>
                  </a:lnTo>
                  <a:close/>
                  <a:moveTo>
                    <a:pt x="861857" y="1379000"/>
                  </a:moveTo>
                  <a:lnTo>
                    <a:pt x="780585" y="1353797"/>
                  </a:lnTo>
                  <a:lnTo>
                    <a:pt x="765942" y="1357393"/>
                  </a:lnTo>
                  <a:close/>
                  <a:moveTo>
                    <a:pt x="2329149" y="3036758"/>
                  </a:moveTo>
                  <a:lnTo>
                    <a:pt x="2392975" y="3045461"/>
                  </a:lnTo>
                  <a:lnTo>
                    <a:pt x="2330705" y="3033028"/>
                  </a:lnTo>
                  <a:close/>
                  <a:moveTo>
                    <a:pt x="2109856" y="2793578"/>
                  </a:moveTo>
                  <a:lnTo>
                    <a:pt x="2158532" y="2883164"/>
                  </a:lnTo>
                  <a:lnTo>
                    <a:pt x="2175862" y="2870623"/>
                  </a:lnTo>
                  <a:close/>
                  <a:moveTo>
                    <a:pt x="2175862" y="2870623"/>
                  </a:moveTo>
                  <a:lnTo>
                    <a:pt x="2119203" y="2799570"/>
                  </a:lnTo>
                  <a:lnTo>
                    <a:pt x="2109856" y="2793578"/>
                  </a:lnTo>
                  <a:close/>
                  <a:moveTo>
                    <a:pt x="1691741" y="2333554"/>
                  </a:moveTo>
                  <a:lnTo>
                    <a:pt x="1671768" y="2306815"/>
                  </a:lnTo>
                  <a:lnTo>
                    <a:pt x="1737428" y="2377332"/>
                  </a:lnTo>
                  <a:close/>
                  <a:moveTo>
                    <a:pt x="1574572" y="2251338"/>
                  </a:moveTo>
                  <a:lnTo>
                    <a:pt x="1651952" y="2222833"/>
                  </a:lnTo>
                  <a:lnTo>
                    <a:pt x="1662397" y="2206282"/>
                  </a:lnTo>
                  <a:close/>
                  <a:moveTo>
                    <a:pt x="1136083" y="1846970"/>
                  </a:moveTo>
                  <a:lnTo>
                    <a:pt x="1141025" y="1840263"/>
                  </a:lnTo>
                  <a:lnTo>
                    <a:pt x="1135651" y="1839156"/>
                  </a:lnTo>
                  <a:close/>
                  <a:moveTo>
                    <a:pt x="1135651" y="1839156"/>
                  </a:moveTo>
                  <a:lnTo>
                    <a:pt x="1066673" y="1866114"/>
                  </a:lnTo>
                  <a:lnTo>
                    <a:pt x="1136083" y="1846970"/>
                  </a:lnTo>
                  <a:close/>
                  <a:moveTo>
                    <a:pt x="2228606" y="2929954"/>
                  </a:moveTo>
                  <a:lnTo>
                    <a:pt x="2339829" y="2927983"/>
                  </a:lnTo>
                  <a:lnTo>
                    <a:pt x="2336070" y="2837885"/>
                  </a:lnTo>
                  <a:close/>
                  <a:moveTo>
                    <a:pt x="2228606" y="2929954"/>
                  </a:moveTo>
                  <a:lnTo>
                    <a:pt x="2336070" y="2837885"/>
                  </a:lnTo>
                  <a:lnTo>
                    <a:pt x="2274837" y="2887602"/>
                  </a:lnTo>
                  <a:close/>
                  <a:moveTo>
                    <a:pt x="2395554" y="2943272"/>
                  </a:moveTo>
                  <a:lnTo>
                    <a:pt x="2339829" y="2927983"/>
                  </a:lnTo>
                  <a:lnTo>
                    <a:pt x="2330705" y="3033028"/>
                  </a:lnTo>
                  <a:close/>
                  <a:moveTo>
                    <a:pt x="2175862" y="2870623"/>
                  </a:moveTo>
                  <a:lnTo>
                    <a:pt x="2224353" y="2832186"/>
                  </a:lnTo>
                  <a:lnTo>
                    <a:pt x="2119203" y="2799570"/>
                  </a:lnTo>
                  <a:close/>
                  <a:moveTo>
                    <a:pt x="1803871" y="2241371"/>
                  </a:moveTo>
                  <a:lnTo>
                    <a:pt x="1741863" y="2210329"/>
                  </a:lnTo>
                  <a:lnTo>
                    <a:pt x="1812499" y="2256680"/>
                  </a:lnTo>
                  <a:close/>
                  <a:moveTo>
                    <a:pt x="1812499" y="2256680"/>
                  </a:moveTo>
                  <a:lnTo>
                    <a:pt x="1741863" y="2210329"/>
                  </a:lnTo>
                  <a:lnTo>
                    <a:pt x="1740361" y="2212902"/>
                  </a:lnTo>
                  <a:close/>
                  <a:moveTo>
                    <a:pt x="1812499" y="2256680"/>
                  </a:moveTo>
                  <a:lnTo>
                    <a:pt x="1740361" y="2212902"/>
                  </a:lnTo>
                  <a:lnTo>
                    <a:pt x="1786843" y="2295117"/>
                  </a:lnTo>
                  <a:close/>
                  <a:moveTo>
                    <a:pt x="1294244" y="1631222"/>
                  </a:moveTo>
                  <a:lnTo>
                    <a:pt x="1212941" y="1636727"/>
                  </a:lnTo>
                  <a:lnTo>
                    <a:pt x="1212630" y="1639305"/>
                  </a:lnTo>
                  <a:close/>
                  <a:moveTo>
                    <a:pt x="2336887" y="2830283"/>
                  </a:moveTo>
                  <a:lnTo>
                    <a:pt x="2283522" y="2813076"/>
                  </a:lnTo>
                  <a:lnTo>
                    <a:pt x="2274837" y="2887602"/>
                  </a:lnTo>
                  <a:close/>
                  <a:moveTo>
                    <a:pt x="2283522" y="2813076"/>
                  </a:moveTo>
                  <a:lnTo>
                    <a:pt x="2336887" y="2830283"/>
                  </a:lnTo>
                  <a:lnTo>
                    <a:pt x="2329012" y="2736593"/>
                  </a:lnTo>
                  <a:close/>
                  <a:moveTo>
                    <a:pt x="2283522" y="2813076"/>
                  </a:moveTo>
                  <a:lnTo>
                    <a:pt x="2329012" y="2736593"/>
                  </a:lnTo>
                  <a:lnTo>
                    <a:pt x="2265308" y="2727792"/>
                  </a:lnTo>
                  <a:close/>
                  <a:moveTo>
                    <a:pt x="1992519" y="2327919"/>
                  </a:moveTo>
                  <a:lnTo>
                    <a:pt x="1964562" y="2338896"/>
                  </a:lnTo>
                  <a:lnTo>
                    <a:pt x="1983921" y="2357229"/>
                  </a:lnTo>
                  <a:close/>
                  <a:moveTo>
                    <a:pt x="1992519" y="2327919"/>
                  </a:moveTo>
                  <a:lnTo>
                    <a:pt x="1983921" y="2357229"/>
                  </a:lnTo>
                  <a:lnTo>
                    <a:pt x="2029065" y="2338896"/>
                  </a:lnTo>
                  <a:close/>
                  <a:moveTo>
                    <a:pt x="1728685" y="2160451"/>
                  </a:moveTo>
                  <a:lnTo>
                    <a:pt x="1818720" y="2081683"/>
                  </a:lnTo>
                  <a:lnTo>
                    <a:pt x="1787329" y="2073274"/>
                  </a:lnTo>
                  <a:close/>
                  <a:moveTo>
                    <a:pt x="1641004" y="1889384"/>
                  </a:moveTo>
                  <a:lnTo>
                    <a:pt x="1655315" y="1964598"/>
                  </a:lnTo>
                  <a:lnTo>
                    <a:pt x="1701249" y="1921139"/>
                  </a:lnTo>
                  <a:close/>
                  <a:moveTo>
                    <a:pt x="1655315" y="1964598"/>
                  </a:moveTo>
                  <a:lnTo>
                    <a:pt x="1736245" y="1988526"/>
                  </a:lnTo>
                  <a:lnTo>
                    <a:pt x="1779704" y="1935811"/>
                  </a:lnTo>
                  <a:close/>
                  <a:moveTo>
                    <a:pt x="1952963" y="2099301"/>
                  </a:moveTo>
                  <a:lnTo>
                    <a:pt x="1990280" y="2129554"/>
                  </a:lnTo>
                  <a:lnTo>
                    <a:pt x="1978945" y="2123425"/>
                  </a:lnTo>
                  <a:close/>
                  <a:moveTo>
                    <a:pt x="1990280" y="2129554"/>
                  </a:moveTo>
                  <a:lnTo>
                    <a:pt x="1952963" y="2099301"/>
                  </a:lnTo>
                  <a:lnTo>
                    <a:pt x="2049641" y="2172543"/>
                  </a:lnTo>
                  <a:close/>
                  <a:moveTo>
                    <a:pt x="1990280" y="2129554"/>
                  </a:moveTo>
                  <a:lnTo>
                    <a:pt x="2002664" y="2136029"/>
                  </a:lnTo>
                  <a:lnTo>
                    <a:pt x="1978945" y="2123425"/>
                  </a:lnTo>
                  <a:close/>
                  <a:moveTo>
                    <a:pt x="1538613" y="1161324"/>
                  </a:moveTo>
                  <a:lnTo>
                    <a:pt x="1595883" y="1237005"/>
                  </a:lnTo>
                  <a:lnTo>
                    <a:pt x="1535254" y="1156100"/>
                  </a:lnTo>
                  <a:close/>
                  <a:moveTo>
                    <a:pt x="1295119" y="990360"/>
                  </a:moveTo>
                  <a:lnTo>
                    <a:pt x="1310245" y="908145"/>
                  </a:lnTo>
                  <a:lnTo>
                    <a:pt x="1302797" y="923623"/>
                  </a:lnTo>
                  <a:close/>
                  <a:moveTo>
                    <a:pt x="1190747" y="825929"/>
                  </a:moveTo>
                  <a:lnTo>
                    <a:pt x="1197305" y="848702"/>
                  </a:lnTo>
                  <a:lnTo>
                    <a:pt x="1230463" y="845174"/>
                  </a:lnTo>
                  <a:close/>
                  <a:moveTo>
                    <a:pt x="1190747" y="825929"/>
                  </a:moveTo>
                  <a:lnTo>
                    <a:pt x="1186606" y="757307"/>
                  </a:lnTo>
                  <a:lnTo>
                    <a:pt x="1197305" y="848702"/>
                  </a:lnTo>
                  <a:close/>
                  <a:moveTo>
                    <a:pt x="1538613" y="1161324"/>
                  </a:moveTo>
                  <a:lnTo>
                    <a:pt x="1605676" y="1198568"/>
                  </a:lnTo>
                  <a:lnTo>
                    <a:pt x="1605353" y="1199203"/>
                  </a:lnTo>
                  <a:close/>
                  <a:moveTo>
                    <a:pt x="1310245" y="908145"/>
                  </a:moveTo>
                  <a:lnTo>
                    <a:pt x="1297725" y="869708"/>
                  </a:lnTo>
                  <a:lnTo>
                    <a:pt x="1230463" y="845174"/>
                  </a:lnTo>
                  <a:close/>
                  <a:moveTo>
                    <a:pt x="1577404" y="875951"/>
                  </a:moveTo>
                  <a:lnTo>
                    <a:pt x="1513626" y="831271"/>
                  </a:lnTo>
                  <a:lnTo>
                    <a:pt x="1582977" y="917118"/>
                  </a:lnTo>
                  <a:close/>
                  <a:moveTo>
                    <a:pt x="1513626" y="831271"/>
                  </a:moveTo>
                  <a:lnTo>
                    <a:pt x="1577404" y="875951"/>
                  </a:lnTo>
                  <a:lnTo>
                    <a:pt x="1572410" y="825616"/>
                  </a:lnTo>
                  <a:close/>
                  <a:moveTo>
                    <a:pt x="1600111" y="745646"/>
                  </a:moveTo>
                  <a:lnTo>
                    <a:pt x="1513626" y="831271"/>
                  </a:lnTo>
                  <a:lnTo>
                    <a:pt x="1572410" y="825616"/>
                  </a:lnTo>
                  <a:close/>
                  <a:moveTo>
                    <a:pt x="1252600" y="403380"/>
                  </a:moveTo>
                  <a:lnTo>
                    <a:pt x="1240132" y="502411"/>
                  </a:lnTo>
                  <a:lnTo>
                    <a:pt x="1266450" y="492211"/>
                  </a:lnTo>
                  <a:close/>
                  <a:moveTo>
                    <a:pt x="1294205" y="96677"/>
                  </a:moveTo>
                  <a:lnTo>
                    <a:pt x="1272131" y="140153"/>
                  </a:lnTo>
                  <a:lnTo>
                    <a:pt x="1316463" y="111774"/>
                  </a:lnTo>
                  <a:close/>
                  <a:moveTo>
                    <a:pt x="1316463" y="111774"/>
                  </a:moveTo>
                  <a:lnTo>
                    <a:pt x="1272131" y="140153"/>
                  </a:lnTo>
                  <a:lnTo>
                    <a:pt x="1272579" y="186952"/>
                  </a:lnTo>
                  <a:close/>
                  <a:moveTo>
                    <a:pt x="1246413" y="8040"/>
                  </a:moveTo>
                  <a:lnTo>
                    <a:pt x="1294205" y="96677"/>
                  </a:lnTo>
                  <a:lnTo>
                    <a:pt x="1250078" y="14463"/>
                  </a:lnTo>
                  <a:close/>
                  <a:moveTo>
                    <a:pt x="1246413" y="8040"/>
                  </a:moveTo>
                  <a:lnTo>
                    <a:pt x="1291349" y="71600"/>
                  </a:lnTo>
                  <a:lnTo>
                    <a:pt x="1294205" y="96677"/>
                  </a:lnTo>
                  <a:close/>
                  <a:moveTo>
                    <a:pt x="1246413" y="8040"/>
                  </a:moveTo>
                  <a:lnTo>
                    <a:pt x="1250078" y="14463"/>
                  </a:lnTo>
                  <a:lnTo>
                    <a:pt x="1234645" y="0"/>
                  </a:lnTo>
                  <a:close/>
                </a:path>
              </a:pathLst>
            </a:custGeom>
            <a:solidFill>
              <a:srgbClr val="DCE1E6"/>
            </a:solidFill>
            <a:ln w="1524">
              <a:solidFill>
                <a:srgbClr val="DCE1E6"/>
              </a:solidFill>
            </a:ln>
          </p:spPr>
        </p:sp>
        <p:sp>
          <p:nvSpPr>
            <p:cNvPr id="2073" name="Candidate_density__2072">
              <a:extLst>
                <a:ext uri="{FF2B5EF4-FFF2-40B4-BE49-F238E27FC236}">
                  <a16:creationId xmlns:a16="http://schemas.microsoft.com/office/drawing/2014/main" id="{5ABA7346-ABD3-FE4C-1FB0-6F3A3992C2D2}"/>
                </a:ext>
              </a:extLst>
            </p:cNvPr>
            <p:cNvSpPr>
              <a:spLocks noGrp="1"/>
            </p:cNvSpPr>
            <p:nvPr/>
          </p:nvSpPr>
          <p:spPr>
            <a:xfrm>
              <a:off x="4388839" y="1506782"/>
              <a:ext cx="1611866" cy="3449771"/>
            </a:xfrm>
            <a:custGeom>
              <a:avLst/>
              <a:gdLst/>
              <a:ahLst/>
              <a:cxnLst/>
              <a:rect l="0" t="0" r="0" b="0"/>
              <a:pathLst>
                <a:path w="1611866" h="3449771">
                  <a:moveTo>
                    <a:pt x="112237" y="3333444"/>
                  </a:moveTo>
                  <a:lnTo>
                    <a:pt x="210132" y="3377223"/>
                  </a:lnTo>
                  <a:lnTo>
                    <a:pt x="152857" y="3295008"/>
                  </a:lnTo>
                  <a:close/>
                  <a:moveTo>
                    <a:pt x="279927" y="3338787"/>
                  </a:moveTo>
                  <a:lnTo>
                    <a:pt x="210132" y="3377223"/>
                  </a:lnTo>
                  <a:lnTo>
                    <a:pt x="263633" y="3449771"/>
                  </a:lnTo>
                  <a:close/>
                  <a:moveTo>
                    <a:pt x="449904" y="3097484"/>
                  </a:moveTo>
                  <a:lnTo>
                    <a:pt x="481622" y="3061875"/>
                  </a:lnTo>
                  <a:lnTo>
                    <a:pt x="387656" y="3121027"/>
                  </a:lnTo>
                  <a:close/>
                  <a:moveTo>
                    <a:pt x="387656" y="3121027"/>
                  </a:moveTo>
                  <a:lnTo>
                    <a:pt x="481622" y="3061875"/>
                  </a:lnTo>
                  <a:lnTo>
                    <a:pt x="441014" y="3038148"/>
                  </a:lnTo>
                  <a:close/>
                  <a:moveTo>
                    <a:pt x="425535" y="2850548"/>
                  </a:moveTo>
                  <a:lnTo>
                    <a:pt x="417764" y="2886575"/>
                  </a:lnTo>
                  <a:lnTo>
                    <a:pt x="427079" y="2812402"/>
                  </a:lnTo>
                  <a:close/>
                  <a:moveTo>
                    <a:pt x="415919" y="2897866"/>
                  </a:moveTo>
                  <a:lnTo>
                    <a:pt x="417764" y="2886575"/>
                  </a:lnTo>
                  <a:lnTo>
                    <a:pt x="425535" y="2850548"/>
                  </a:lnTo>
                  <a:close/>
                  <a:moveTo>
                    <a:pt x="462824" y="2776389"/>
                  </a:moveTo>
                  <a:lnTo>
                    <a:pt x="425535" y="2850548"/>
                  </a:lnTo>
                  <a:lnTo>
                    <a:pt x="427079" y="2812402"/>
                  </a:lnTo>
                  <a:close/>
                  <a:moveTo>
                    <a:pt x="582987" y="2731795"/>
                  </a:moveTo>
                  <a:lnTo>
                    <a:pt x="534507" y="2765741"/>
                  </a:lnTo>
                  <a:lnTo>
                    <a:pt x="462824" y="2776389"/>
                  </a:lnTo>
                  <a:close/>
                  <a:moveTo>
                    <a:pt x="582987" y="2731795"/>
                  </a:moveTo>
                  <a:lnTo>
                    <a:pt x="462824" y="2776389"/>
                  </a:lnTo>
                  <a:lnTo>
                    <a:pt x="517500" y="2765611"/>
                  </a:lnTo>
                  <a:close/>
                  <a:moveTo>
                    <a:pt x="140870" y="2408632"/>
                  </a:moveTo>
                  <a:lnTo>
                    <a:pt x="194033" y="2392194"/>
                  </a:lnTo>
                  <a:lnTo>
                    <a:pt x="152876" y="2401326"/>
                  </a:lnTo>
                  <a:close/>
                  <a:moveTo>
                    <a:pt x="194033" y="2392194"/>
                  </a:moveTo>
                  <a:lnTo>
                    <a:pt x="214320" y="2362890"/>
                  </a:lnTo>
                  <a:lnTo>
                    <a:pt x="152876" y="2401326"/>
                  </a:lnTo>
                  <a:close/>
                  <a:moveTo>
                    <a:pt x="123257" y="2313966"/>
                  </a:moveTo>
                  <a:lnTo>
                    <a:pt x="128784" y="2363444"/>
                  </a:lnTo>
                  <a:lnTo>
                    <a:pt x="189463" y="2280675"/>
                  </a:lnTo>
                  <a:close/>
                  <a:moveTo>
                    <a:pt x="189463" y="2280675"/>
                  </a:moveTo>
                  <a:lnTo>
                    <a:pt x="128784" y="2363444"/>
                  </a:lnTo>
                  <a:lnTo>
                    <a:pt x="152876" y="2401326"/>
                  </a:lnTo>
                  <a:close/>
                  <a:moveTo>
                    <a:pt x="189463" y="2280675"/>
                  </a:moveTo>
                  <a:lnTo>
                    <a:pt x="152876" y="2401326"/>
                  </a:lnTo>
                  <a:lnTo>
                    <a:pt x="214320" y="2362890"/>
                  </a:lnTo>
                  <a:close/>
                  <a:moveTo>
                    <a:pt x="524349" y="2770214"/>
                  </a:moveTo>
                  <a:lnTo>
                    <a:pt x="621605" y="2751739"/>
                  </a:lnTo>
                  <a:lnTo>
                    <a:pt x="582987" y="2731795"/>
                  </a:lnTo>
                  <a:close/>
                  <a:moveTo>
                    <a:pt x="241550" y="2160023"/>
                  </a:moveTo>
                  <a:lnTo>
                    <a:pt x="150172" y="2228204"/>
                  </a:lnTo>
                  <a:lnTo>
                    <a:pt x="189463" y="2280675"/>
                  </a:lnTo>
                  <a:close/>
                  <a:moveTo>
                    <a:pt x="241550" y="2160023"/>
                  </a:moveTo>
                  <a:lnTo>
                    <a:pt x="255303" y="2127413"/>
                  </a:lnTo>
                  <a:lnTo>
                    <a:pt x="162651" y="2181846"/>
                  </a:lnTo>
                  <a:close/>
                  <a:moveTo>
                    <a:pt x="162651" y="2181846"/>
                  </a:moveTo>
                  <a:lnTo>
                    <a:pt x="255303" y="2127413"/>
                  </a:lnTo>
                  <a:lnTo>
                    <a:pt x="222801" y="2093446"/>
                  </a:lnTo>
                  <a:close/>
                  <a:moveTo>
                    <a:pt x="610047" y="2402563"/>
                  </a:moveTo>
                  <a:lnTo>
                    <a:pt x="546542" y="2406669"/>
                  </a:lnTo>
                  <a:lnTo>
                    <a:pt x="490993" y="2451303"/>
                  </a:lnTo>
                  <a:close/>
                  <a:moveTo>
                    <a:pt x="312315" y="2121587"/>
                  </a:moveTo>
                  <a:lnTo>
                    <a:pt x="274261" y="2051610"/>
                  </a:lnTo>
                  <a:lnTo>
                    <a:pt x="260381" y="2077808"/>
                  </a:lnTo>
                  <a:close/>
                  <a:moveTo>
                    <a:pt x="247585" y="1995593"/>
                  </a:moveTo>
                  <a:lnTo>
                    <a:pt x="260381" y="2077808"/>
                  </a:lnTo>
                  <a:lnTo>
                    <a:pt x="256093" y="1966287"/>
                  </a:lnTo>
                  <a:close/>
                  <a:moveTo>
                    <a:pt x="260381" y="2077808"/>
                  </a:moveTo>
                  <a:lnTo>
                    <a:pt x="274261" y="2051610"/>
                  </a:lnTo>
                  <a:lnTo>
                    <a:pt x="256093" y="1966287"/>
                  </a:lnTo>
                  <a:close/>
                  <a:moveTo>
                    <a:pt x="610047" y="2402563"/>
                  </a:moveTo>
                  <a:lnTo>
                    <a:pt x="655948" y="2423542"/>
                  </a:lnTo>
                  <a:lnTo>
                    <a:pt x="634385" y="2368232"/>
                  </a:lnTo>
                  <a:close/>
                  <a:moveTo>
                    <a:pt x="634385" y="2368232"/>
                  </a:moveTo>
                  <a:lnTo>
                    <a:pt x="716106" y="2412011"/>
                  </a:lnTo>
                  <a:lnTo>
                    <a:pt x="710774" y="2329795"/>
                  </a:lnTo>
                  <a:close/>
                  <a:moveTo>
                    <a:pt x="675673" y="2247581"/>
                  </a:moveTo>
                  <a:lnTo>
                    <a:pt x="653755" y="2285733"/>
                  </a:lnTo>
                  <a:lnTo>
                    <a:pt x="634385" y="2368232"/>
                  </a:lnTo>
                  <a:close/>
                  <a:moveTo>
                    <a:pt x="710774" y="2329795"/>
                  </a:moveTo>
                  <a:lnTo>
                    <a:pt x="675673" y="2247581"/>
                  </a:lnTo>
                  <a:lnTo>
                    <a:pt x="634385" y="2368232"/>
                  </a:lnTo>
                  <a:close/>
                  <a:moveTo>
                    <a:pt x="654396" y="2286017"/>
                  </a:moveTo>
                  <a:lnTo>
                    <a:pt x="688607" y="2202431"/>
                  </a:lnTo>
                  <a:lnTo>
                    <a:pt x="705723" y="2165365"/>
                  </a:lnTo>
                  <a:close/>
                  <a:moveTo>
                    <a:pt x="688607" y="2202431"/>
                  </a:moveTo>
                  <a:lnTo>
                    <a:pt x="653755" y="2285733"/>
                  </a:lnTo>
                  <a:lnTo>
                    <a:pt x="675673" y="2247581"/>
                  </a:lnTo>
                  <a:close/>
                  <a:moveTo>
                    <a:pt x="688607" y="2202431"/>
                  </a:moveTo>
                  <a:lnTo>
                    <a:pt x="726591" y="2129242"/>
                  </a:lnTo>
                  <a:lnTo>
                    <a:pt x="705723" y="2165365"/>
                  </a:lnTo>
                  <a:close/>
                  <a:moveTo>
                    <a:pt x="726591" y="2129242"/>
                  </a:moveTo>
                  <a:lnTo>
                    <a:pt x="728077" y="2126929"/>
                  </a:lnTo>
                  <a:lnTo>
                    <a:pt x="705723" y="2165365"/>
                  </a:lnTo>
                  <a:close/>
                  <a:moveTo>
                    <a:pt x="241297" y="1644641"/>
                  </a:moveTo>
                  <a:lnTo>
                    <a:pt x="190179" y="1672075"/>
                  </a:lnTo>
                  <a:lnTo>
                    <a:pt x="287525" y="1640458"/>
                  </a:lnTo>
                  <a:close/>
                  <a:moveTo>
                    <a:pt x="1166489" y="2444115"/>
                  </a:moveTo>
                  <a:lnTo>
                    <a:pt x="1194812" y="2417353"/>
                  </a:lnTo>
                  <a:lnTo>
                    <a:pt x="1164184" y="2455789"/>
                  </a:lnTo>
                  <a:close/>
                  <a:moveTo>
                    <a:pt x="601914" y="1866917"/>
                  </a:moveTo>
                  <a:lnTo>
                    <a:pt x="641760" y="1812072"/>
                  </a:lnTo>
                  <a:lnTo>
                    <a:pt x="597007" y="1880283"/>
                  </a:lnTo>
                  <a:close/>
                  <a:moveTo>
                    <a:pt x="460924" y="1520579"/>
                  </a:moveTo>
                  <a:lnTo>
                    <a:pt x="406636" y="1553754"/>
                  </a:lnTo>
                  <a:lnTo>
                    <a:pt x="403304" y="1606923"/>
                  </a:lnTo>
                  <a:close/>
                  <a:moveTo>
                    <a:pt x="403304" y="1606923"/>
                  </a:moveTo>
                  <a:lnTo>
                    <a:pt x="439468" y="1595201"/>
                  </a:lnTo>
                  <a:lnTo>
                    <a:pt x="460924" y="1520579"/>
                  </a:lnTo>
                  <a:close/>
                  <a:moveTo>
                    <a:pt x="387900" y="1483703"/>
                  </a:moveTo>
                  <a:lnTo>
                    <a:pt x="340325" y="1521029"/>
                  </a:lnTo>
                  <a:lnTo>
                    <a:pt x="314519" y="1551423"/>
                  </a:lnTo>
                  <a:close/>
                  <a:moveTo>
                    <a:pt x="1214197" y="2407286"/>
                  </a:moveTo>
                  <a:lnTo>
                    <a:pt x="1194812" y="2417353"/>
                  </a:lnTo>
                  <a:lnTo>
                    <a:pt x="1166489" y="2444115"/>
                  </a:lnTo>
                  <a:close/>
                  <a:moveTo>
                    <a:pt x="1260966" y="2395317"/>
                  </a:moveTo>
                  <a:lnTo>
                    <a:pt x="1368795" y="2427985"/>
                  </a:lnTo>
                  <a:lnTo>
                    <a:pt x="1305908" y="2378916"/>
                  </a:lnTo>
                  <a:close/>
                  <a:moveTo>
                    <a:pt x="517966" y="1574296"/>
                  </a:moveTo>
                  <a:lnTo>
                    <a:pt x="472542" y="1521506"/>
                  </a:lnTo>
                  <a:lnTo>
                    <a:pt x="439468" y="1595201"/>
                  </a:lnTo>
                  <a:close/>
                  <a:moveTo>
                    <a:pt x="1505435" y="2422695"/>
                  </a:moveTo>
                  <a:lnTo>
                    <a:pt x="1486260" y="2373309"/>
                  </a:lnTo>
                  <a:lnTo>
                    <a:pt x="1448062" y="2445695"/>
                  </a:lnTo>
                  <a:close/>
                  <a:moveTo>
                    <a:pt x="1340639" y="2258265"/>
                  </a:moveTo>
                  <a:lnTo>
                    <a:pt x="1305908" y="2378916"/>
                  </a:lnTo>
                  <a:lnTo>
                    <a:pt x="1395716" y="2313436"/>
                  </a:lnTo>
                  <a:close/>
                  <a:moveTo>
                    <a:pt x="1395716" y="2313436"/>
                  </a:moveTo>
                  <a:lnTo>
                    <a:pt x="1305908" y="2378916"/>
                  </a:lnTo>
                  <a:lnTo>
                    <a:pt x="1395159" y="2346813"/>
                  </a:lnTo>
                  <a:close/>
                  <a:moveTo>
                    <a:pt x="1486260" y="2373309"/>
                  </a:moveTo>
                  <a:lnTo>
                    <a:pt x="1463420" y="2340480"/>
                  </a:lnTo>
                  <a:lnTo>
                    <a:pt x="1368795" y="2427985"/>
                  </a:lnTo>
                  <a:close/>
                  <a:moveTo>
                    <a:pt x="1463420" y="2340480"/>
                  </a:moveTo>
                  <a:lnTo>
                    <a:pt x="1474616" y="2329774"/>
                  </a:lnTo>
                  <a:lnTo>
                    <a:pt x="1445177" y="2266649"/>
                  </a:lnTo>
                  <a:close/>
                  <a:moveTo>
                    <a:pt x="1395159" y="2346813"/>
                  </a:moveTo>
                  <a:lnTo>
                    <a:pt x="1463420" y="2340480"/>
                  </a:lnTo>
                  <a:lnTo>
                    <a:pt x="1445177" y="2266649"/>
                  </a:lnTo>
                  <a:close/>
                  <a:moveTo>
                    <a:pt x="1286470" y="2214486"/>
                  </a:moveTo>
                  <a:lnTo>
                    <a:pt x="1340639" y="2258265"/>
                  </a:lnTo>
                  <a:lnTo>
                    <a:pt x="1346218" y="2176049"/>
                  </a:lnTo>
                  <a:close/>
                  <a:moveTo>
                    <a:pt x="1445177" y="2266649"/>
                  </a:moveTo>
                  <a:lnTo>
                    <a:pt x="1474616" y="2329774"/>
                  </a:lnTo>
                  <a:lnTo>
                    <a:pt x="1487703" y="2258265"/>
                  </a:lnTo>
                  <a:close/>
                  <a:moveTo>
                    <a:pt x="1355371" y="2162593"/>
                  </a:moveTo>
                  <a:lnTo>
                    <a:pt x="1286470" y="2214486"/>
                  </a:lnTo>
                  <a:lnTo>
                    <a:pt x="1346218" y="2176049"/>
                  </a:lnTo>
                  <a:close/>
                  <a:moveTo>
                    <a:pt x="52607" y="635667"/>
                  </a:moveTo>
                  <a:lnTo>
                    <a:pt x="10021" y="734615"/>
                  </a:lnTo>
                  <a:lnTo>
                    <a:pt x="0" y="696178"/>
                  </a:lnTo>
                  <a:close/>
                  <a:moveTo>
                    <a:pt x="52607" y="635667"/>
                  </a:moveTo>
                  <a:lnTo>
                    <a:pt x="17835" y="720863"/>
                  </a:lnTo>
                  <a:lnTo>
                    <a:pt x="10021" y="734615"/>
                  </a:lnTo>
                  <a:close/>
                  <a:moveTo>
                    <a:pt x="52607" y="635667"/>
                  </a:moveTo>
                  <a:lnTo>
                    <a:pt x="68618" y="613962"/>
                  </a:lnTo>
                  <a:lnTo>
                    <a:pt x="65515" y="652399"/>
                  </a:lnTo>
                  <a:close/>
                  <a:moveTo>
                    <a:pt x="1505435" y="2422695"/>
                  </a:moveTo>
                  <a:lnTo>
                    <a:pt x="1611866" y="2349069"/>
                  </a:lnTo>
                  <a:lnTo>
                    <a:pt x="1480503" y="2338022"/>
                  </a:lnTo>
                  <a:close/>
                  <a:moveTo>
                    <a:pt x="1480503" y="2338022"/>
                  </a:moveTo>
                  <a:lnTo>
                    <a:pt x="1611866" y="2349069"/>
                  </a:lnTo>
                  <a:lnTo>
                    <a:pt x="1584899" y="2313742"/>
                  </a:lnTo>
                  <a:close/>
                  <a:moveTo>
                    <a:pt x="1480503" y="2338022"/>
                  </a:moveTo>
                  <a:lnTo>
                    <a:pt x="1565083" y="2229760"/>
                  </a:lnTo>
                  <a:lnTo>
                    <a:pt x="1474616" y="2329774"/>
                  </a:lnTo>
                  <a:close/>
                  <a:moveTo>
                    <a:pt x="1426482" y="2213261"/>
                  </a:moveTo>
                  <a:lnTo>
                    <a:pt x="1424533" y="2222841"/>
                  </a:lnTo>
                  <a:lnTo>
                    <a:pt x="1443179" y="2212239"/>
                  </a:lnTo>
                  <a:close/>
                  <a:moveTo>
                    <a:pt x="1462222" y="2068233"/>
                  </a:moveTo>
                  <a:lnTo>
                    <a:pt x="1355371" y="2162593"/>
                  </a:lnTo>
                  <a:lnTo>
                    <a:pt x="1396803" y="2102297"/>
                  </a:lnTo>
                  <a:close/>
                  <a:moveTo>
                    <a:pt x="679151" y="1353899"/>
                  </a:moveTo>
                  <a:lnTo>
                    <a:pt x="696220" y="1350379"/>
                  </a:lnTo>
                  <a:lnTo>
                    <a:pt x="660113" y="1271684"/>
                  </a:lnTo>
                  <a:close/>
                  <a:moveTo>
                    <a:pt x="696220" y="1350379"/>
                  </a:moveTo>
                  <a:lnTo>
                    <a:pt x="812179" y="1316699"/>
                  </a:lnTo>
                  <a:lnTo>
                    <a:pt x="772964" y="1248488"/>
                  </a:lnTo>
                  <a:close/>
                  <a:moveTo>
                    <a:pt x="696220" y="1350379"/>
                  </a:moveTo>
                  <a:lnTo>
                    <a:pt x="772964" y="1248488"/>
                  </a:lnTo>
                  <a:lnTo>
                    <a:pt x="678923" y="1264350"/>
                  </a:lnTo>
                  <a:close/>
                  <a:moveTo>
                    <a:pt x="112479" y="580863"/>
                  </a:moveTo>
                  <a:lnTo>
                    <a:pt x="68618" y="613962"/>
                  </a:lnTo>
                  <a:lnTo>
                    <a:pt x="154447" y="587041"/>
                  </a:lnTo>
                  <a:close/>
                  <a:moveTo>
                    <a:pt x="1396803" y="2102297"/>
                  </a:moveTo>
                  <a:lnTo>
                    <a:pt x="1438846" y="2111112"/>
                  </a:lnTo>
                  <a:lnTo>
                    <a:pt x="1462222" y="2068233"/>
                  </a:lnTo>
                  <a:close/>
                  <a:moveTo>
                    <a:pt x="1462222" y="2068233"/>
                  </a:moveTo>
                  <a:lnTo>
                    <a:pt x="1438846" y="2111112"/>
                  </a:lnTo>
                  <a:lnTo>
                    <a:pt x="1501876" y="2016962"/>
                  </a:lnTo>
                  <a:close/>
                  <a:moveTo>
                    <a:pt x="1502609" y="2004033"/>
                  </a:moveTo>
                  <a:lnTo>
                    <a:pt x="1496737" y="2024547"/>
                  </a:lnTo>
                  <a:lnTo>
                    <a:pt x="1501876" y="2016962"/>
                  </a:lnTo>
                  <a:close/>
                  <a:moveTo>
                    <a:pt x="1568446" y="1971525"/>
                  </a:moveTo>
                  <a:lnTo>
                    <a:pt x="1527774" y="1934746"/>
                  </a:lnTo>
                  <a:lnTo>
                    <a:pt x="1525640" y="2026684"/>
                  </a:lnTo>
                  <a:close/>
                  <a:moveTo>
                    <a:pt x="1502609" y="2004033"/>
                  </a:moveTo>
                  <a:lnTo>
                    <a:pt x="1519208" y="2016962"/>
                  </a:lnTo>
                  <a:lnTo>
                    <a:pt x="1496737" y="2024547"/>
                  </a:lnTo>
                  <a:close/>
                  <a:moveTo>
                    <a:pt x="355682" y="502437"/>
                  </a:moveTo>
                  <a:lnTo>
                    <a:pt x="303494" y="522514"/>
                  </a:lnTo>
                  <a:lnTo>
                    <a:pt x="233755" y="540430"/>
                  </a:lnTo>
                  <a:close/>
                  <a:moveTo>
                    <a:pt x="355682" y="502437"/>
                  </a:moveTo>
                  <a:lnTo>
                    <a:pt x="233755" y="540430"/>
                  </a:lnTo>
                  <a:lnTo>
                    <a:pt x="286711" y="523224"/>
                  </a:lnTo>
                  <a:close/>
                  <a:moveTo>
                    <a:pt x="729119" y="923264"/>
                  </a:moveTo>
                  <a:lnTo>
                    <a:pt x="735326" y="909729"/>
                  </a:lnTo>
                  <a:lnTo>
                    <a:pt x="690449" y="918104"/>
                  </a:lnTo>
                  <a:close/>
                  <a:moveTo>
                    <a:pt x="1113486" y="1353611"/>
                  </a:moveTo>
                  <a:lnTo>
                    <a:pt x="1097338" y="1388216"/>
                  </a:lnTo>
                  <a:lnTo>
                    <a:pt x="1112718" y="1320805"/>
                  </a:lnTo>
                  <a:close/>
                  <a:moveTo>
                    <a:pt x="1135199" y="1251115"/>
                  </a:moveTo>
                  <a:lnTo>
                    <a:pt x="1113486" y="1353611"/>
                  </a:lnTo>
                  <a:lnTo>
                    <a:pt x="1112718" y="1320805"/>
                  </a:lnTo>
                  <a:close/>
                  <a:moveTo>
                    <a:pt x="1213890" y="1232483"/>
                  </a:moveTo>
                  <a:lnTo>
                    <a:pt x="1179440" y="1238590"/>
                  </a:lnTo>
                  <a:lnTo>
                    <a:pt x="1267623" y="1252370"/>
                  </a:lnTo>
                  <a:close/>
                  <a:moveTo>
                    <a:pt x="1179440" y="1238590"/>
                  </a:moveTo>
                  <a:lnTo>
                    <a:pt x="1135199" y="1251115"/>
                  </a:lnTo>
                  <a:lnTo>
                    <a:pt x="1267623" y="1252370"/>
                  </a:lnTo>
                  <a:close/>
                  <a:moveTo>
                    <a:pt x="1213890" y="1232483"/>
                  </a:moveTo>
                  <a:lnTo>
                    <a:pt x="1267623" y="1252370"/>
                  </a:lnTo>
                  <a:lnTo>
                    <a:pt x="1311640" y="1200153"/>
                  </a:lnTo>
                  <a:close/>
                  <a:moveTo>
                    <a:pt x="1448385" y="1163027"/>
                  </a:moveTo>
                  <a:lnTo>
                    <a:pt x="1348239" y="1183852"/>
                  </a:lnTo>
                  <a:lnTo>
                    <a:pt x="1451745" y="1168251"/>
                  </a:lnTo>
                  <a:close/>
                  <a:moveTo>
                    <a:pt x="1348239" y="1183852"/>
                  </a:moveTo>
                  <a:lnTo>
                    <a:pt x="1378824" y="1174266"/>
                  </a:lnTo>
                  <a:lnTo>
                    <a:pt x="1451745" y="1168251"/>
                  </a:lnTo>
                  <a:close/>
                  <a:moveTo>
                    <a:pt x="1378824" y="1174266"/>
                  </a:moveTo>
                  <a:lnTo>
                    <a:pt x="1434203" y="1166121"/>
                  </a:lnTo>
                  <a:lnTo>
                    <a:pt x="1451745" y="1168251"/>
                  </a:lnTo>
                  <a:close/>
                  <a:moveTo>
                    <a:pt x="940635" y="220178"/>
                  </a:moveTo>
                  <a:lnTo>
                    <a:pt x="982465" y="161375"/>
                  </a:lnTo>
                  <a:lnTo>
                    <a:pt x="945854" y="180477"/>
                  </a:lnTo>
                  <a:close/>
                  <a:moveTo>
                    <a:pt x="979690" y="142041"/>
                  </a:moveTo>
                  <a:lnTo>
                    <a:pt x="999330" y="59826"/>
                  </a:lnTo>
                  <a:lnTo>
                    <a:pt x="945854" y="180477"/>
                  </a:lnTo>
                  <a:close/>
                  <a:moveTo>
                    <a:pt x="1071393" y="0"/>
                  </a:moveTo>
                  <a:lnTo>
                    <a:pt x="1021696" y="29394"/>
                  </a:lnTo>
                  <a:lnTo>
                    <a:pt x="999330" y="59826"/>
                  </a:lnTo>
                  <a:close/>
                </a:path>
              </a:pathLst>
            </a:custGeom>
            <a:solidFill>
              <a:srgbClr val="E3E8EC"/>
            </a:solidFill>
            <a:ln w="1524">
              <a:solidFill>
                <a:srgbClr val="E3E8EC"/>
              </a:solidFill>
            </a:ln>
          </p:spPr>
        </p:sp>
        <p:sp>
          <p:nvSpPr>
            <p:cNvPr id="2074" name="Candidate_density__2073">
              <a:extLst>
                <a:ext uri="{FF2B5EF4-FFF2-40B4-BE49-F238E27FC236}">
                  <a16:creationId xmlns:a16="http://schemas.microsoft.com/office/drawing/2014/main" id="{CC692F8B-7EBF-9932-87CF-95A048D9A85F}"/>
                </a:ext>
              </a:extLst>
            </p:cNvPr>
            <p:cNvSpPr>
              <a:spLocks noGrp="1"/>
            </p:cNvSpPr>
            <p:nvPr/>
          </p:nvSpPr>
          <p:spPr>
            <a:xfrm>
              <a:off x="4353353" y="1895468"/>
              <a:ext cx="2312144" cy="3399612"/>
            </a:xfrm>
            <a:custGeom>
              <a:avLst/>
              <a:gdLst/>
              <a:ahLst/>
              <a:cxnLst/>
              <a:rect l="0" t="0" r="0" b="0"/>
              <a:pathLst>
                <a:path w="2312144" h="3399612">
                  <a:moveTo>
                    <a:pt x="308632" y="3033194"/>
                  </a:moveTo>
                  <a:lnTo>
                    <a:pt x="346274" y="3070752"/>
                  </a:lnTo>
                  <a:lnTo>
                    <a:pt x="299119" y="3061084"/>
                  </a:lnTo>
                  <a:close/>
                  <a:moveTo>
                    <a:pt x="670512" y="3399612"/>
                  </a:moveTo>
                  <a:lnTo>
                    <a:pt x="701007" y="3388864"/>
                  </a:lnTo>
                  <a:lnTo>
                    <a:pt x="602945" y="3361062"/>
                  </a:lnTo>
                  <a:close/>
                  <a:moveTo>
                    <a:pt x="523257" y="3341783"/>
                  </a:moveTo>
                  <a:lnTo>
                    <a:pt x="602945" y="3361062"/>
                  </a:lnTo>
                  <a:lnTo>
                    <a:pt x="648727" y="3317034"/>
                  </a:lnTo>
                  <a:close/>
                  <a:moveTo>
                    <a:pt x="346274" y="3070752"/>
                  </a:moveTo>
                  <a:lnTo>
                    <a:pt x="404990" y="3047375"/>
                  </a:lnTo>
                  <a:lnTo>
                    <a:pt x="299119" y="3061084"/>
                  </a:lnTo>
                  <a:close/>
                  <a:moveTo>
                    <a:pt x="299119" y="3061084"/>
                  </a:moveTo>
                  <a:lnTo>
                    <a:pt x="404990" y="3047375"/>
                  </a:lnTo>
                  <a:lnTo>
                    <a:pt x="422980" y="3030319"/>
                  </a:lnTo>
                  <a:close/>
                  <a:moveTo>
                    <a:pt x="490718" y="3004923"/>
                  </a:moveTo>
                  <a:lnTo>
                    <a:pt x="467871" y="2982955"/>
                  </a:lnTo>
                  <a:lnTo>
                    <a:pt x="422980" y="3030319"/>
                  </a:lnTo>
                  <a:close/>
                  <a:moveTo>
                    <a:pt x="498651" y="2531362"/>
                  </a:moveTo>
                  <a:lnTo>
                    <a:pt x="566024" y="2577414"/>
                  </a:lnTo>
                  <a:lnTo>
                    <a:pt x="622669" y="2591222"/>
                  </a:lnTo>
                  <a:close/>
                  <a:moveTo>
                    <a:pt x="148599" y="1933526"/>
                  </a:moveTo>
                  <a:lnTo>
                    <a:pt x="99930" y="1930425"/>
                  </a:lnTo>
                  <a:lnTo>
                    <a:pt x="28282" y="1870657"/>
                  </a:lnTo>
                  <a:close/>
                  <a:moveTo>
                    <a:pt x="162674" y="1891989"/>
                  </a:moveTo>
                  <a:lnTo>
                    <a:pt x="80730" y="1928110"/>
                  </a:lnTo>
                  <a:lnTo>
                    <a:pt x="185658" y="1839518"/>
                  </a:lnTo>
                  <a:close/>
                  <a:moveTo>
                    <a:pt x="77211" y="1927912"/>
                  </a:moveTo>
                  <a:lnTo>
                    <a:pt x="99930" y="1930425"/>
                  </a:lnTo>
                  <a:lnTo>
                    <a:pt x="185658" y="1839518"/>
                  </a:lnTo>
                  <a:close/>
                  <a:moveTo>
                    <a:pt x="847308" y="2529778"/>
                  </a:moveTo>
                  <a:lnTo>
                    <a:pt x="750164" y="2556822"/>
                  </a:lnTo>
                  <a:lnTo>
                    <a:pt x="833846" y="2591039"/>
                  </a:lnTo>
                  <a:close/>
                  <a:moveTo>
                    <a:pt x="847308" y="2529778"/>
                  </a:moveTo>
                  <a:lnTo>
                    <a:pt x="750083" y="2548228"/>
                  </a:lnTo>
                  <a:lnTo>
                    <a:pt x="750164" y="2556822"/>
                  </a:lnTo>
                  <a:close/>
                  <a:moveTo>
                    <a:pt x="847308" y="2529778"/>
                  </a:moveTo>
                  <a:lnTo>
                    <a:pt x="833846" y="2591039"/>
                  </a:lnTo>
                  <a:lnTo>
                    <a:pt x="856422" y="2549709"/>
                  </a:lnTo>
                  <a:close/>
                  <a:moveTo>
                    <a:pt x="198138" y="1793160"/>
                  </a:moveTo>
                  <a:lnTo>
                    <a:pt x="173604" y="1713013"/>
                  </a:lnTo>
                  <a:lnTo>
                    <a:pt x="204628" y="1771337"/>
                  </a:lnTo>
                  <a:close/>
                  <a:moveTo>
                    <a:pt x="101472" y="1610971"/>
                  </a:moveTo>
                  <a:lnTo>
                    <a:pt x="170918" y="1689122"/>
                  </a:lnTo>
                  <a:lnTo>
                    <a:pt x="173604" y="1713013"/>
                  </a:lnTo>
                  <a:close/>
                  <a:moveTo>
                    <a:pt x="0" y="1645343"/>
                  </a:moveTo>
                  <a:lnTo>
                    <a:pt x="101472" y="1610971"/>
                  </a:lnTo>
                  <a:lnTo>
                    <a:pt x="105928" y="1604875"/>
                  </a:lnTo>
                  <a:close/>
                  <a:moveTo>
                    <a:pt x="101472" y="1610971"/>
                  </a:moveTo>
                  <a:lnTo>
                    <a:pt x="170518" y="1615430"/>
                  </a:lnTo>
                  <a:lnTo>
                    <a:pt x="105928" y="1604875"/>
                  </a:lnTo>
                  <a:close/>
                  <a:moveTo>
                    <a:pt x="170518" y="1615430"/>
                  </a:moveTo>
                  <a:lnTo>
                    <a:pt x="174861" y="1583948"/>
                  </a:lnTo>
                  <a:lnTo>
                    <a:pt x="105928" y="1604875"/>
                  </a:lnTo>
                  <a:close/>
                  <a:moveTo>
                    <a:pt x="174861" y="1583948"/>
                  </a:moveTo>
                  <a:lnTo>
                    <a:pt x="170518" y="1615430"/>
                  </a:lnTo>
                  <a:lnTo>
                    <a:pt x="203752" y="1524692"/>
                  </a:lnTo>
                  <a:close/>
                  <a:moveTo>
                    <a:pt x="785009" y="2041499"/>
                  </a:moveTo>
                  <a:lnTo>
                    <a:pt x="818971" y="2052354"/>
                  </a:lnTo>
                  <a:lnTo>
                    <a:pt x="802958" y="2023324"/>
                  </a:lnTo>
                  <a:close/>
                  <a:moveTo>
                    <a:pt x="1491253" y="2560394"/>
                  </a:moveTo>
                  <a:lnTo>
                    <a:pt x="1459357" y="2612168"/>
                  </a:lnTo>
                  <a:lnTo>
                    <a:pt x="1505776" y="2570517"/>
                  </a:lnTo>
                  <a:close/>
                  <a:moveTo>
                    <a:pt x="1463565" y="2478179"/>
                  </a:moveTo>
                  <a:lnTo>
                    <a:pt x="1398028" y="2446320"/>
                  </a:lnTo>
                  <a:lnTo>
                    <a:pt x="1355740" y="2503416"/>
                  </a:lnTo>
                  <a:close/>
                  <a:moveTo>
                    <a:pt x="1355740" y="2503416"/>
                  </a:moveTo>
                  <a:lnTo>
                    <a:pt x="1277340" y="2422538"/>
                  </a:lnTo>
                  <a:lnTo>
                    <a:pt x="1282097" y="2434400"/>
                  </a:lnTo>
                  <a:close/>
                  <a:moveTo>
                    <a:pt x="1256879" y="2412451"/>
                  </a:moveTo>
                  <a:lnTo>
                    <a:pt x="1282097" y="2434400"/>
                  </a:lnTo>
                  <a:lnTo>
                    <a:pt x="1277340" y="2422538"/>
                  </a:lnTo>
                  <a:close/>
                  <a:moveTo>
                    <a:pt x="827887" y="1941109"/>
                  </a:moveTo>
                  <a:lnTo>
                    <a:pt x="791659" y="2013966"/>
                  </a:lnTo>
                  <a:lnTo>
                    <a:pt x="802958" y="2023324"/>
                  </a:lnTo>
                  <a:close/>
                  <a:moveTo>
                    <a:pt x="462511" y="1499229"/>
                  </a:moveTo>
                  <a:lnTo>
                    <a:pt x="506447" y="1557316"/>
                  </a:lnTo>
                  <a:lnTo>
                    <a:pt x="470736" y="1530034"/>
                  </a:lnTo>
                  <a:close/>
                  <a:moveTo>
                    <a:pt x="644312" y="1573812"/>
                  </a:moveTo>
                  <a:lnTo>
                    <a:pt x="677265" y="1638659"/>
                  </a:lnTo>
                  <a:lnTo>
                    <a:pt x="733209" y="1632622"/>
                  </a:lnTo>
                  <a:close/>
                  <a:moveTo>
                    <a:pt x="474670" y="1447818"/>
                  </a:moveTo>
                  <a:lnTo>
                    <a:pt x="451232" y="1409382"/>
                  </a:lnTo>
                  <a:lnTo>
                    <a:pt x="470736" y="1530034"/>
                  </a:lnTo>
                  <a:close/>
                  <a:moveTo>
                    <a:pt x="474670" y="1447818"/>
                  </a:moveTo>
                  <a:lnTo>
                    <a:pt x="491680" y="1327167"/>
                  </a:lnTo>
                  <a:lnTo>
                    <a:pt x="451232" y="1409382"/>
                  </a:lnTo>
                  <a:close/>
                  <a:moveTo>
                    <a:pt x="1463565" y="2478179"/>
                  </a:moveTo>
                  <a:lnTo>
                    <a:pt x="1491253" y="2560394"/>
                  </a:lnTo>
                  <a:lnTo>
                    <a:pt x="1424410" y="2463657"/>
                  </a:lnTo>
                  <a:close/>
                  <a:moveTo>
                    <a:pt x="941487" y="1713066"/>
                  </a:moveTo>
                  <a:lnTo>
                    <a:pt x="971708" y="1788590"/>
                  </a:lnTo>
                  <a:lnTo>
                    <a:pt x="1000503" y="1820458"/>
                  </a:lnTo>
                  <a:close/>
                  <a:moveTo>
                    <a:pt x="971708" y="1788590"/>
                  </a:moveTo>
                  <a:lnTo>
                    <a:pt x="941487" y="1713066"/>
                  </a:lnTo>
                  <a:lnTo>
                    <a:pt x="967188" y="1782021"/>
                  </a:lnTo>
                  <a:close/>
                  <a:moveTo>
                    <a:pt x="733209" y="1632622"/>
                  </a:moveTo>
                  <a:lnTo>
                    <a:pt x="643653" y="1573241"/>
                  </a:lnTo>
                  <a:lnTo>
                    <a:pt x="644312" y="1573812"/>
                  </a:lnTo>
                  <a:close/>
                  <a:moveTo>
                    <a:pt x="1628670" y="2618966"/>
                  </a:moveTo>
                  <a:lnTo>
                    <a:pt x="1716413" y="2686387"/>
                  </a:lnTo>
                  <a:lnTo>
                    <a:pt x="1654834" y="2633959"/>
                  </a:lnTo>
                  <a:close/>
                  <a:moveTo>
                    <a:pt x="1803866" y="2565736"/>
                  </a:moveTo>
                  <a:lnTo>
                    <a:pt x="1781188" y="2612518"/>
                  </a:lnTo>
                  <a:lnTo>
                    <a:pt x="1824273" y="2581128"/>
                  </a:lnTo>
                  <a:close/>
                  <a:moveTo>
                    <a:pt x="1824273" y="2581128"/>
                  </a:moveTo>
                  <a:lnTo>
                    <a:pt x="1781188" y="2612518"/>
                  </a:lnTo>
                  <a:lnTo>
                    <a:pt x="1777331" y="2658791"/>
                  </a:lnTo>
                  <a:close/>
                  <a:moveTo>
                    <a:pt x="1824273" y="2581128"/>
                  </a:moveTo>
                  <a:lnTo>
                    <a:pt x="1777331" y="2658791"/>
                  </a:lnTo>
                  <a:lnTo>
                    <a:pt x="1859370" y="2652687"/>
                  </a:lnTo>
                  <a:close/>
                  <a:moveTo>
                    <a:pt x="1859370" y="2652687"/>
                  </a:moveTo>
                  <a:lnTo>
                    <a:pt x="1917030" y="2666403"/>
                  </a:lnTo>
                  <a:lnTo>
                    <a:pt x="1824273" y="2581128"/>
                  </a:lnTo>
                  <a:close/>
                  <a:moveTo>
                    <a:pt x="1312146" y="2093964"/>
                  </a:moveTo>
                  <a:lnTo>
                    <a:pt x="1333297" y="2110882"/>
                  </a:lnTo>
                  <a:lnTo>
                    <a:pt x="1296453" y="2006631"/>
                  </a:lnTo>
                  <a:close/>
                  <a:moveTo>
                    <a:pt x="1404281" y="2039299"/>
                  </a:moveTo>
                  <a:lnTo>
                    <a:pt x="1361323" y="2093886"/>
                  </a:lnTo>
                  <a:lnTo>
                    <a:pt x="1483548" y="2057009"/>
                  </a:lnTo>
                  <a:close/>
                  <a:moveTo>
                    <a:pt x="196604" y="593300"/>
                  </a:moveTo>
                  <a:lnTo>
                    <a:pt x="156652" y="655057"/>
                  </a:lnTo>
                  <a:lnTo>
                    <a:pt x="197978" y="592573"/>
                  </a:lnTo>
                  <a:close/>
                  <a:moveTo>
                    <a:pt x="197978" y="592573"/>
                  </a:moveTo>
                  <a:lnTo>
                    <a:pt x="156652" y="655057"/>
                  </a:lnTo>
                  <a:lnTo>
                    <a:pt x="220500" y="713225"/>
                  </a:lnTo>
                  <a:close/>
                  <a:moveTo>
                    <a:pt x="197978" y="592573"/>
                  </a:moveTo>
                  <a:lnTo>
                    <a:pt x="220500" y="713225"/>
                  </a:lnTo>
                  <a:lnTo>
                    <a:pt x="229043" y="674788"/>
                  </a:lnTo>
                  <a:close/>
                  <a:moveTo>
                    <a:pt x="138258" y="586284"/>
                  </a:moveTo>
                  <a:lnTo>
                    <a:pt x="127249" y="631010"/>
                  </a:lnTo>
                  <a:lnTo>
                    <a:pt x="196604" y="593300"/>
                  </a:lnTo>
                  <a:close/>
                  <a:moveTo>
                    <a:pt x="197978" y="592573"/>
                  </a:moveTo>
                  <a:lnTo>
                    <a:pt x="134350" y="543819"/>
                  </a:lnTo>
                  <a:lnTo>
                    <a:pt x="139000" y="548794"/>
                  </a:lnTo>
                  <a:close/>
                  <a:moveTo>
                    <a:pt x="138258" y="586284"/>
                  </a:moveTo>
                  <a:lnTo>
                    <a:pt x="196604" y="593300"/>
                  </a:lnTo>
                  <a:lnTo>
                    <a:pt x="197978" y="592573"/>
                  </a:lnTo>
                  <a:close/>
                  <a:moveTo>
                    <a:pt x="139000" y="548794"/>
                  </a:moveTo>
                  <a:lnTo>
                    <a:pt x="138258" y="586284"/>
                  </a:lnTo>
                  <a:lnTo>
                    <a:pt x="197978" y="592573"/>
                  </a:lnTo>
                  <a:close/>
                  <a:moveTo>
                    <a:pt x="1780707" y="2555955"/>
                  </a:moveTo>
                  <a:lnTo>
                    <a:pt x="1803866" y="2565736"/>
                  </a:lnTo>
                  <a:lnTo>
                    <a:pt x="1758959" y="2529405"/>
                  </a:lnTo>
                  <a:close/>
                  <a:moveTo>
                    <a:pt x="1502817" y="2072446"/>
                  </a:moveTo>
                  <a:lnTo>
                    <a:pt x="1577579" y="2129915"/>
                  </a:lnTo>
                  <a:lnTo>
                    <a:pt x="1562381" y="2116224"/>
                  </a:lnTo>
                  <a:close/>
                  <a:moveTo>
                    <a:pt x="1146468" y="1707105"/>
                  </a:moveTo>
                  <a:lnTo>
                    <a:pt x="1160009" y="1683319"/>
                  </a:lnTo>
                  <a:lnTo>
                    <a:pt x="1200959" y="1723398"/>
                  </a:lnTo>
                  <a:close/>
                  <a:moveTo>
                    <a:pt x="261480" y="501057"/>
                  </a:moveTo>
                  <a:lnTo>
                    <a:pt x="197978" y="592573"/>
                  </a:lnTo>
                  <a:lnTo>
                    <a:pt x="283631" y="583142"/>
                  </a:lnTo>
                  <a:close/>
                  <a:moveTo>
                    <a:pt x="279573" y="510358"/>
                  </a:moveTo>
                  <a:lnTo>
                    <a:pt x="281570" y="413043"/>
                  </a:lnTo>
                  <a:lnTo>
                    <a:pt x="261480" y="501057"/>
                  </a:lnTo>
                  <a:close/>
                  <a:moveTo>
                    <a:pt x="1655013" y="2034009"/>
                  </a:moveTo>
                  <a:lnTo>
                    <a:pt x="1640359" y="1951794"/>
                  </a:lnTo>
                  <a:lnTo>
                    <a:pt x="1686046" y="1995572"/>
                  </a:lnTo>
                  <a:close/>
                  <a:moveTo>
                    <a:pt x="1521582" y="1844696"/>
                  </a:moveTo>
                  <a:lnTo>
                    <a:pt x="1476409" y="1831142"/>
                  </a:lnTo>
                  <a:lnTo>
                    <a:pt x="1478666" y="1823552"/>
                  </a:lnTo>
                  <a:close/>
                  <a:moveTo>
                    <a:pt x="1611015" y="1824522"/>
                  </a:moveTo>
                  <a:lnTo>
                    <a:pt x="1521582" y="1844696"/>
                  </a:lnTo>
                  <a:lnTo>
                    <a:pt x="1478666" y="1823552"/>
                  </a:lnTo>
                  <a:close/>
                  <a:moveTo>
                    <a:pt x="1600570" y="1841073"/>
                  </a:moveTo>
                  <a:lnTo>
                    <a:pt x="1685393" y="1832706"/>
                  </a:lnTo>
                  <a:lnTo>
                    <a:pt x="1611015" y="1824522"/>
                  </a:lnTo>
                  <a:close/>
                  <a:moveTo>
                    <a:pt x="1408380" y="1624218"/>
                  </a:moveTo>
                  <a:lnTo>
                    <a:pt x="1444964" y="1606709"/>
                  </a:lnTo>
                  <a:lnTo>
                    <a:pt x="1431784" y="1584496"/>
                  </a:lnTo>
                  <a:close/>
                  <a:moveTo>
                    <a:pt x="1149692" y="1364708"/>
                  </a:moveTo>
                  <a:lnTo>
                    <a:pt x="1089643" y="1458503"/>
                  </a:lnTo>
                  <a:lnTo>
                    <a:pt x="1146540" y="1417762"/>
                  </a:lnTo>
                  <a:close/>
                  <a:moveTo>
                    <a:pt x="1084268" y="1457396"/>
                  </a:moveTo>
                  <a:lnTo>
                    <a:pt x="1089643" y="1458503"/>
                  </a:lnTo>
                  <a:lnTo>
                    <a:pt x="1149692" y="1364708"/>
                  </a:lnTo>
                  <a:close/>
                  <a:moveTo>
                    <a:pt x="1101903" y="1342967"/>
                  </a:moveTo>
                  <a:lnTo>
                    <a:pt x="1084268" y="1457396"/>
                  </a:lnTo>
                  <a:lnTo>
                    <a:pt x="1149692" y="1364708"/>
                  </a:lnTo>
                  <a:close/>
                  <a:moveTo>
                    <a:pt x="1149692" y="1364708"/>
                  </a:moveTo>
                  <a:lnTo>
                    <a:pt x="1161247" y="1257546"/>
                  </a:lnTo>
                  <a:lnTo>
                    <a:pt x="1100841" y="1310354"/>
                  </a:lnTo>
                  <a:close/>
                  <a:moveTo>
                    <a:pt x="906951" y="940406"/>
                  </a:moveTo>
                  <a:lnTo>
                    <a:pt x="847666" y="928013"/>
                  </a:lnTo>
                  <a:lnTo>
                    <a:pt x="810475" y="997240"/>
                  </a:lnTo>
                  <a:close/>
                  <a:moveTo>
                    <a:pt x="543613" y="793241"/>
                  </a:moveTo>
                  <a:lnTo>
                    <a:pt x="567956" y="882997"/>
                  </a:lnTo>
                  <a:lnTo>
                    <a:pt x="581690" y="800782"/>
                  </a:lnTo>
                  <a:close/>
                  <a:moveTo>
                    <a:pt x="543613" y="793241"/>
                  </a:moveTo>
                  <a:lnTo>
                    <a:pt x="581690" y="800782"/>
                  </a:lnTo>
                  <a:lnTo>
                    <a:pt x="613376" y="697025"/>
                  </a:lnTo>
                  <a:close/>
                  <a:moveTo>
                    <a:pt x="549834" y="688090"/>
                  </a:moveTo>
                  <a:lnTo>
                    <a:pt x="543613" y="793241"/>
                  </a:lnTo>
                  <a:lnTo>
                    <a:pt x="613376" y="697025"/>
                  </a:lnTo>
                  <a:close/>
                  <a:moveTo>
                    <a:pt x="549834" y="688090"/>
                  </a:moveTo>
                  <a:lnTo>
                    <a:pt x="613376" y="697025"/>
                  </a:lnTo>
                  <a:lnTo>
                    <a:pt x="554809" y="662118"/>
                  </a:lnTo>
                  <a:close/>
                  <a:moveTo>
                    <a:pt x="613376" y="697025"/>
                  </a:moveTo>
                  <a:lnTo>
                    <a:pt x="630656" y="667041"/>
                  </a:lnTo>
                  <a:lnTo>
                    <a:pt x="554809" y="662118"/>
                  </a:lnTo>
                  <a:close/>
                  <a:moveTo>
                    <a:pt x="348797" y="351270"/>
                  </a:moveTo>
                  <a:lnTo>
                    <a:pt x="375804" y="368614"/>
                  </a:lnTo>
                  <a:lnTo>
                    <a:pt x="401969" y="369333"/>
                  </a:lnTo>
                  <a:close/>
                  <a:moveTo>
                    <a:pt x="344332" y="369043"/>
                  </a:moveTo>
                  <a:lnTo>
                    <a:pt x="348797" y="351270"/>
                  </a:lnTo>
                  <a:lnTo>
                    <a:pt x="316887" y="329883"/>
                  </a:lnTo>
                  <a:close/>
                  <a:moveTo>
                    <a:pt x="316887" y="329883"/>
                  </a:moveTo>
                  <a:lnTo>
                    <a:pt x="306742" y="364169"/>
                  </a:lnTo>
                  <a:lnTo>
                    <a:pt x="344332" y="369043"/>
                  </a:lnTo>
                  <a:close/>
                  <a:moveTo>
                    <a:pt x="2312144" y="2487458"/>
                  </a:moveTo>
                  <a:lnTo>
                    <a:pt x="2284688" y="2456125"/>
                  </a:lnTo>
                  <a:lnTo>
                    <a:pt x="2288447" y="2546223"/>
                  </a:lnTo>
                  <a:close/>
                  <a:moveTo>
                    <a:pt x="2054972" y="2368211"/>
                  </a:moveTo>
                  <a:lnTo>
                    <a:pt x="2055507" y="2406647"/>
                  </a:lnTo>
                  <a:lnTo>
                    <a:pt x="2067821" y="2417810"/>
                  </a:lnTo>
                  <a:close/>
                  <a:moveTo>
                    <a:pt x="1913180" y="1957136"/>
                  </a:moveTo>
                  <a:lnTo>
                    <a:pt x="1844486" y="1924915"/>
                  </a:lnTo>
                  <a:lnTo>
                    <a:pt x="1789451" y="1934349"/>
                  </a:lnTo>
                  <a:close/>
                  <a:moveTo>
                    <a:pt x="1761117" y="1874921"/>
                  </a:moveTo>
                  <a:lnTo>
                    <a:pt x="1789451" y="1934349"/>
                  </a:lnTo>
                  <a:lnTo>
                    <a:pt x="1844486" y="1924915"/>
                  </a:lnTo>
                  <a:close/>
                  <a:moveTo>
                    <a:pt x="1761117" y="1874921"/>
                  </a:moveTo>
                  <a:lnTo>
                    <a:pt x="1735461" y="1913357"/>
                  </a:lnTo>
                  <a:lnTo>
                    <a:pt x="1789451" y="1934349"/>
                  </a:lnTo>
                  <a:close/>
                  <a:moveTo>
                    <a:pt x="1686690" y="1828797"/>
                  </a:moveTo>
                  <a:lnTo>
                    <a:pt x="1690481" y="1828570"/>
                  </a:lnTo>
                  <a:lnTo>
                    <a:pt x="1652371" y="1798960"/>
                  </a:lnTo>
                  <a:close/>
                  <a:moveTo>
                    <a:pt x="648163" y="517293"/>
                  </a:moveTo>
                  <a:lnTo>
                    <a:pt x="675609" y="556457"/>
                  </a:lnTo>
                  <a:lnTo>
                    <a:pt x="725936" y="529417"/>
                  </a:lnTo>
                  <a:close/>
                  <a:moveTo>
                    <a:pt x="424427" y="312834"/>
                  </a:moveTo>
                  <a:lnTo>
                    <a:pt x="348797" y="351270"/>
                  </a:lnTo>
                  <a:lnTo>
                    <a:pt x="401969" y="369333"/>
                  </a:lnTo>
                  <a:close/>
                  <a:moveTo>
                    <a:pt x="401969" y="369333"/>
                  </a:moveTo>
                  <a:lnTo>
                    <a:pt x="481172" y="386803"/>
                  </a:lnTo>
                  <a:lnTo>
                    <a:pt x="537791" y="383290"/>
                  </a:lnTo>
                  <a:close/>
                  <a:moveTo>
                    <a:pt x="447341" y="323773"/>
                  </a:moveTo>
                  <a:lnTo>
                    <a:pt x="401969" y="369333"/>
                  </a:lnTo>
                  <a:lnTo>
                    <a:pt x="537791" y="383290"/>
                  </a:lnTo>
                  <a:close/>
                  <a:moveTo>
                    <a:pt x="1752489" y="1859611"/>
                  </a:moveTo>
                  <a:lnTo>
                    <a:pt x="1652371" y="1798960"/>
                  </a:lnTo>
                  <a:lnTo>
                    <a:pt x="1690481" y="1828570"/>
                  </a:lnTo>
                  <a:close/>
                  <a:moveTo>
                    <a:pt x="2285505" y="2448523"/>
                  </a:moveTo>
                  <a:lnTo>
                    <a:pt x="2223455" y="2505842"/>
                  </a:lnTo>
                  <a:lnTo>
                    <a:pt x="2284688" y="2456125"/>
                  </a:lnTo>
                  <a:close/>
                  <a:moveTo>
                    <a:pt x="2285505" y="2448523"/>
                  </a:moveTo>
                  <a:lnTo>
                    <a:pt x="2284688" y="2456125"/>
                  </a:lnTo>
                  <a:lnTo>
                    <a:pt x="2286553" y="2450426"/>
                  </a:lnTo>
                  <a:close/>
                  <a:moveTo>
                    <a:pt x="2277630" y="2354833"/>
                  </a:moveTo>
                  <a:lnTo>
                    <a:pt x="2286553" y="2450426"/>
                  </a:lnTo>
                  <a:lnTo>
                    <a:pt x="2294280" y="2368211"/>
                  </a:lnTo>
                  <a:close/>
                  <a:moveTo>
                    <a:pt x="2277630" y="2354833"/>
                  </a:moveTo>
                  <a:lnTo>
                    <a:pt x="2285505" y="2448523"/>
                  </a:lnTo>
                  <a:lnTo>
                    <a:pt x="2286553" y="2450426"/>
                  </a:lnTo>
                  <a:close/>
                  <a:moveTo>
                    <a:pt x="2250237" y="2327318"/>
                  </a:moveTo>
                  <a:lnTo>
                    <a:pt x="2213925" y="2346032"/>
                  </a:lnTo>
                  <a:lnTo>
                    <a:pt x="2277630" y="2354833"/>
                  </a:lnTo>
                  <a:close/>
                  <a:moveTo>
                    <a:pt x="1913180" y="1957136"/>
                  </a:moveTo>
                  <a:lnTo>
                    <a:pt x="1941137" y="1946159"/>
                  </a:lnTo>
                  <a:lnTo>
                    <a:pt x="1955368" y="1845623"/>
                  </a:lnTo>
                  <a:close/>
                  <a:moveTo>
                    <a:pt x="1844486" y="1924915"/>
                  </a:moveTo>
                  <a:lnTo>
                    <a:pt x="1913180" y="1957136"/>
                  </a:lnTo>
                  <a:lnTo>
                    <a:pt x="1955368" y="1845623"/>
                  </a:lnTo>
                  <a:close/>
                  <a:moveTo>
                    <a:pt x="1941137" y="1946159"/>
                  </a:moveTo>
                  <a:lnTo>
                    <a:pt x="1997828" y="1940919"/>
                  </a:lnTo>
                  <a:lnTo>
                    <a:pt x="1955368" y="1845623"/>
                  </a:lnTo>
                  <a:close/>
                  <a:moveTo>
                    <a:pt x="1761117" y="1874921"/>
                  </a:moveTo>
                  <a:lnTo>
                    <a:pt x="1844486" y="1924915"/>
                  </a:lnTo>
                  <a:lnTo>
                    <a:pt x="1758945" y="1873001"/>
                  </a:lnTo>
                  <a:close/>
                  <a:moveTo>
                    <a:pt x="1752489" y="1859611"/>
                  </a:moveTo>
                  <a:lnTo>
                    <a:pt x="1761117" y="1874921"/>
                  </a:lnTo>
                  <a:lnTo>
                    <a:pt x="1758945" y="1873001"/>
                  </a:lnTo>
                  <a:close/>
                  <a:moveTo>
                    <a:pt x="1563260" y="1546060"/>
                  </a:moveTo>
                  <a:lnTo>
                    <a:pt x="1589622" y="1507624"/>
                  </a:lnTo>
                  <a:lnTo>
                    <a:pt x="1509710" y="1509216"/>
                  </a:lnTo>
                  <a:close/>
                  <a:moveTo>
                    <a:pt x="1589622" y="1507624"/>
                  </a:moveTo>
                  <a:lnTo>
                    <a:pt x="1560372" y="1483432"/>
                  </a:lnTo>
                  <a:lnTo>
                    <a:pt x="1509710" y="1509216"/>
                  </a:lnTo>
                  <a:close/>
                  <a:moveTo>
                    <a:pt x="1649867" y="1539379"/>
                  </a:moveTo>
                  <a:lnTo>
                    <a:pt x="1603932" y="1582838"/>
                  </a:lnTo>
                  <a:lnTo>
                    <a:pt x="1728322" y="1554051"/>
                  </a:lnTo>
                  <a:close/>
                  <a:moveTo>
                    <a:pt x="725936" y="529417"/>
                  </a:moveTo>
                  <a:lnTo>
                    <a:pt x="695667" y="479700"/>
                  </a:lnTo>
                  <a:lnTo>
                    <a:pt x="648163" y="517293"/>
                  </a:lnTo>
                  <a:close/>
                  <a:moveTo>
                    <a:pt x="1951282" y="1754269"/>
                  </a:moveTo>
                  <a:lnTo>
                    <a:pt x="1938898" y="1747795"/>
                  </a:lnTo>
                  <a:lnTo>
                    <a:pt x="2012990" y="1798048"/>
                  </a:lnTo>
                  <a:close/>
                  <a:moveTo>
                    <a:pt x="1961820" y="1836484"/>
                  </a:moveTo>
                  <a:lnTo>
                    <a:pt x="1951282" y="1754269"/>
                  </a:lnTo>
                  <a:lnTo>
                    <a:pt x="2012990" y="1798048"/>
                  </a:lnTo>
                  <a:close/>
                  <a:moveTo>
                    <a:pt x="1456067" y="1096549"/>
                  </a:moveTo>
                  <a:lnTo>
                    <a:pt x="1457112" y="1097360"/>
                  </a:lnTo>
                  <a:lnTo>
                    <a:pt x="1416882" y="1068487"/>
                  </a:lnTo>
                  <a:close/>
                  <a:moveTo>
                    <a:pt x="790221" y="413661"/>
                  </a:moveTo>
                  <a:lnTo>
                    <a:pt x="837948" y="454350"/>
                  </a:lnTo>
                  <a:lnTo>
                    <a:pt x="814250" y="438828"/>
                  </a:lnTo>
                  <a:close/>
                  <a:moveTo>
                    <a:pt x="866796" y="311906"/>
                  </a:moveTo>
                  <a:lnTo>
                    <a:pt x="870882" y="318176"/>
                  </a:lnTo>
                  <a:lnTo>
                    <a:pt x="888333" y="212326"/>
                  </a:lnTo>
                  <a:close/>
                  <a:moveTo>
                    <a:pt x="1553971" y="817443"/>
                  </a:moveTo>
                  <a:lnTo>
                    <a:pt x="1544501" y="855245"/>
                  </a:lnTo>
                  <a:lnTo>
                    <a:pt x="1487231" y="779564"/>
                  </a:lnTo>
                  <a:close/>
                  <a:moveTo>
                    <a:pt x="1521028" y="443856"/>
                  </a:moveTo>
                  <a:lnTo>
                    <a:pt x="1526022" y="494191"/>
                  </a:lnTo>
                  <a:lnTo>
                    <a:pt x="1536114" y="449511"/>
                  </a:lnTo>
                  <a:close/>
                  <a:moveTo>
                    <a:pt x="1521028" y="443856"/>
                  </a:moveTo>
                  <a:lnTo>
                    <a:pt x="1536114" y="449511"/>
                  </a:lnTo>
                  <a:lnTo>
                    <a:pt x="1548729" y="363886"/>
                  </a:lnTo>
                  <a:close/>
                  <a:moveTo>
                    <a:pt x="1285924" y="0"/>
                  </a:moveTo>
                  <a:lnTo>
                    <a:pt x="1201218" y="21620"/>
                  </a:lnTo>
                  <a:lnTo>
                    <a:pt x="1275042" y="113135"/>
                  </a:lnTo>
                  <a:close/>
                </a:path>
              </a:pathLst>
            </a:custGeom>
            <a:solidFill>
              <a:srgbClr val="D8DEE3"/>
            </a:solidFill>
            <a:ln w="1524">
              <a:solidFill>
                <a:srgbClr val="D8DEE3"/>
              </a:solidFill>
            </a:ln>
          </p:spPr>
        </p:sp>
        <p:sp>
          <p:nvSpPr>
            <p:cNvPr id="2075" name="Candidate_density__2074">
              <a:extLst>
                <a:ext uri="{FF2B5EF4-FFF2-40B4-BE49-F238E27FC236}">
                  <a16:creationId xmlns:a16="http://schemas.microsoft.com/office/drawing/2014/main" id="{D3CB9607-59C6-34F2-F6A6-40D6C6754C2E}"/>
                </a:ext>
              </a:extLst>
            </p:cNvPr>
            <p:cNvSpPr>
              <a:spLocks noGrp="1"/>
            </p:cNvSpPr>
            <p:nvPr/>
          </p:nvSpPr>
          <p:spPr>
            <a:xfrm>
              <a:off x="4828023" y="1995139"/>
              <a:ext cx="1413638" cy="2519296"/>
            </a:xfrm>
            <a:custGeom>
              <a:avLst/>
              <a:gdLst/>
              <a:ahLst/>
              <a:cxnLst/>
              <a:rect l="0" t="0" r="0" b="0"/>
              <a:pathLst>
                <a:path w="1413638" h="2519296">
                  <a:moveTo>
                    <a:pt x="353217" y="1841438"/>
                  </a:moveTo>
                  <a:lnTo>
                    <a:pt x="347896" y="1849670"/>
                  </a:lnTo>
                  <a:lnTo>
                    <a:pt x="357804" y="1840630"/>
                  </a:lnTo>
                  <a:close/>
                  <a:moveTo>
                    <a:pt x="1098960" y="2463950"/>
                  </a:moveTo>
                  <a:lnTo>
                    <a:pt x="1068128" y="2460723"/>
                  </a:lnTo>
                  <a:lnTo>
                    <a:pt x="1031106" y="2470847"/>
                  </a:lnTo>
                  <a:close/>
                  <a:moveTo>
                    <a:pt x="353217" y="1841438"/>
                  </a:moveTo>
                  <a:lnTo>
                    <a:pt x="360052" y="1839787"/>
                  </a:lnTo>
                  <a:lnTo>
                    <a:pt x="410034" y="1820708"/>
                  </a:lnTo>
                  <a:close/>
                  <a:moveTo>
                    <a:pt x="360052" y="1839787"/>
                  </a:moveTo>
                  <a:lnTo>
                    <a:pt x="353217" y="1841438"/>
                  </a:lnTo>
                  <a:lnTo>
                    <a:pt x="357804" y="1840630"/>
                  </a:lnTo>
                  <a:close/>
                  <a:moveTo>
                    <a:pt x="441972" y="1803002"/>
                  </a:moveTo>
                  <a:lnTo>
                    <a:pt x="360052" y="1839787"/>
                  </a:lnTo>
                  <a:lnTo>
                    <a:pt x="475672" y="1787460"/>
                  </a:lnTo>
                  <a:close/>
                  <a:moveTo>
                    <a:pt x="475672" y="1787460"/>
                  </a:moveTo>
                  <a:lnTo>
                    <a:pt x="360052" y="1839787"/>
                  </a:lnTo>
                  <a:lnTo>
                    <a:pt x="357804" y="1840630"/>
                  </a:lnTo>
                  <a:close/>
                  <a:moveTo>
                    <a:pt x="475672" y="1787460"/>
                  </a:moveTo>
                  <a:lnTo>
                    <a:pt x="357804" y="1840630"/>
                  </a:lnTo>
                  <a:lnTo>
                    <a:pt x="429454" y="1829863"/>
                  </a:lnTo>
                  <a:close/>
                  <a:moveTo>
                    <a:pt x="78174" y="1486803"/>
                  </a:moveTo>
                  <a:lnTo>
                    <a:pt x="55468" y="1546220"/>
                  </a:lnTo>
                  <a:lnTo>
                    <a:pt x="85501" y="1512579"/>
                  </a:lnTo>
                  <a:close/>
                  <a:moveTo>
                    <a:pt x="0" y="1348148"/>
                  </a:moveTo>
                  <a:lnTo>
                    <a:pt x="20236" y="1233630"/>
                  </a:lnTo>
                  <a:lnTo>
                    <a:pt x="17010" y="1227497"/>
                  </a:lnTo>
                  <a:close/>
                  <a:moveTo>
                    <a:pt x="17010" y="1227497"/>
                  </a:moveTo>
                  <a:lnTo>
                    <a:pt x="20236" y="1233630"/>
                  </a:lnTo>
                  <a:lnTo>
                    <a:pt x="26467" y="1222587"/>
                  </a:lnTo>
                  <a:close/>
                  <a:moveTo>
                    <a:pt x="441972" y="1803002"/>
                  </a:moveTo>
                  <a:lnTo>
                    <a:pt x="410034" y="1820708"/>
                  </a:lnTo>
                  <a:lnTo>
                    <a:pt x="360052" y="1839787"/>
                  </a:lnTo>
                  <a:close/>
                  <a:moveTo>
                    <a:pt x="1154000" y="2519296"/>
                  </a:moveTo>
                  <a:lnTo>
                    <a:pt x="1068128" y="2460723"/>
                  </a:lnTo>
                  <a:lnTo>
                    <a:pt x="1108066" y="2456546"/>
                  </a:lnTo>
                  <a:close/>
                  <a:moveTo>
                    <a:pt x="441972" y="1803002"/>
                  </a:moveTo>
                  <a:lnTo>
                    <a:pt x="475672" y="1787460"/>
                  </a:lnTo>
                  <a:lnTo>
                    <a:pt x="432573" y="1780828"/>
                  </a:lnTo>
                  <a:close/>
                  <a:moveTo>
                    <a:pt x="101795" y="795162"/>
                  </a:moveTo>
                  <a:lnTo>
                    <a:pt x="76340" y="821763"/>
                  </a:lnTo>
                  <a:lnTo>
                    <a:pt x="15604" y="837027"/>
                  </a:lnTo>
                  <a:close/>
                  <a:moveTo>
                    <a:pt x="816566" y="1580427"/>
                  </a:moveTo>
                  <a:lnTo>
                    <a:pt x="685339" y="1583649"/>
                  </a:lnTo>
                  <a:lnTo>
                    <a:pt x="766659" y="1609036"/>
                  </a:lnTo>
                  <a:close/>
                  <a:moveTo>
                    <a:pt x="1334385" y="2263199"/>
                  </a:moveTo>
                  <a:lnTo>
                    <a:pt x="1367735" y="2247867"/>
                  </a:lnTo>
                  <a:lnTo>
                    <a:pt x="1413638" y="2204287"/>
                  </a:lnTo>
                  <a:close/>
                  <a:moveTo>
                    <a:pt x="1104087" y="1731472"/>
                  </a:moveTo>
                  <a:lnTo>
                    <a:pt x="1046912" y="1745026"/>
                  </a:lnTo>
                  <a:lnTo>
                    <a:pt x="1136345" y="1724852"/>
                  </a:lnTo>
                  <a:close/>
                  <a:moveTo>
                    <a:pt x="860896" y="1530966"/>
                  </a:moveTo>
                  <a:lnTo>
                    <a:pt x="816566" y="1580427"/>
                  </a:lnTo>
                  <a:lnTo>
                    <a:pt x="933710" y="1524547"/>
                  </a:lnTo>
                  <a:close/>
                  <a:moveTo>
                    <a:pt x="1177701" y="1699289"/>
                  </a:moveTo>
                  <a:lnTo>
                    <a:pt x="1104087" y="1731472"/>
                  </a:lnTo>
                  <a:lnTo>
                    <a:pt x="1136345" y="1724852"/>
                  </a:lnTo>
                  <a:close/>
                  <a:moveTo>
                    <a:pt x="686889" y="1155297"/>
                  </a:moveTo>
                  <a:lnTo>
                    <a:pt x="698224" y="1045991"/>
                  </a:lnTo>
                  <a:lnTo>
                    <a:pt x="675958" y="1117529"/>
                  </a:lnTo>
                  <a:close/>
                  <a:moveTo>
                    <a:pt x="379804" y="256942"/>
                  </a:moveTo>
                  <a:lnTo>
                    <a:pt x="396212" y="218505"/>
                  </a:lnTo>
                  <a:lnTo>
                    <a:pt x="386735" y="227178"/>
                  </a:lnTo>
                  <a:close/>
                  <a:moveTo>
                    <a:pt x="453626" y="136290"/>
                  </a:moveTo>
                  <a:lnTo>
                    <a:pt x="497733" y="97854"/>
                  </a:lnTo>
                  <a:lnTo>
                    <a:pt x="487022" y="108278"/>
                  </a:lnTo>
                  <a:close/>
                  <a:moveTo>
                    <a:pt x="956434" y="533498"/>
                  </a:moveTo>
                  <a:lnTo>
                    <a:pt x="908593" y="569828"/>
                  </a:lnTo>
                  <a:lnTo>
                    <a:pt x="1029169" y="526786"/>
                  </a:lnTo>
                  <a:close/>
                  <a:moveTo>
                    <a:pt x="523130" y="28079"/>
                  </a:moveTo>
                  <a:lnTo>
                    <a:pt x="492997" y="90730"/>
                  </a:lnTo>
                  <a:lnTo>
                    <a:pt x="590151" y="0"/>
                  </a:lnTo>
                  <a:close/>
                  <a:moveTo>
                    <a:pt x="1056925" y="435687"/>
                  </a:moveTo>
                  <a:lnTo>
                    <a:pt x="1029169" y="526786"/>
                  </a:lnTo>
                  <a:lnTo>
                    <a:pt x="1063061" y="470493"/>
                  </a:lnTo>
                  <a:close/>
                </a:path>
              </a:pathLst>
            </a:custGeom>
            <a:solidFill>
              <a:srgbClr val="D0D7DD"/>
            </a:solidFill>
            <a:ln w="1524">
              <a:solidFill>
                <a:srgbClr val="D0D7DD"/>
              </a:solidFill>
            </a:ln>
          </p:spPr>
        </p:sp>
        <p:sp>
          <p:nvSpPr>
            <p:cNvPr id="2076" name="Candidate_density__2075">
              <a:extLst>
                <a:ext uri="{FF2B5EF4-FFF2-40B4-BE49-F238E27FC236}">
                  <a16:creationId xmlns:a16="http://schemas.microsoft.com/office/drawing/2014/main" id="{B305893A-1006-4C02-E7A9-5FE0E56B0A24}"/>
                </a:ext>
              </a:extLst>
            </p:cNvPr>
            <p:cNvSpPr>
              <a:spLocks noGrp="1"/>
            </p:cNvSpPr>
            <p:nvPr/>
          </p:nvSpPr>
          <p:spPr>
            <a:xfrm>
              <a:off x="4333264" y="1521749"/>
              <a:ext cx="2252229" cy="3690754"/>
            </a:xfrm>
            <a:custGeom>
              <a:avLst/>
              <a:gdLst/>
              <a:ahLst/>
              <a:cxnLst/>
              <a:rect l="0" t="0" r="0" b="0"/>
              <a:pathLst>
                <a:path w="2252229" h="3690754">
                  <a:moveTo>
                    <a:pt x="333614" y="3608902"/>
                  </a:moveTo>
                  <a:lnTo>
                    <a:pt x="321760" y="3659544"/>
                  </a:lnTo>
                  <a:lnTo>
                    <a:pt x="374890" y="3642989"/>
                  </a:lnTo>
                  <a:close/>
                  <a:moveTo>
                    <a:pt x="482722" y="3652680"/>
                  </a:moveTo>
                  <a:lnTo>
                    <a:pt x="476462" y="3679598"/>
                  </a:lnTo>
                  <a:lnTo>
                    <a:pt x="514575" y="3671389"/>
                  </a:lnTo>
                  <a:close/>
                  <a:moveTo>
                    <a:pt x="618913" y="3624380"/>
                  </a:moveTo>
                  <a:lnTo>
                    <a:pt x="514575" y="3671389"/>
                  </a:lnTo>
                  <a:lnTo>
                    <a:pt x="593670" y="3688452"/>
                  </a:lnTo>
                  <a:close/>
                  <a:moveTo>
                    <a:pt x="684536" y="3631622"/>
                  </a:moveTo>
                  <a:lnTo>
                    <a:pt x="593670" y="3688452"/>
                  </a:lnTo>
                  <a:lnTo>
                    <a:pt x="668816" y="3690754"/>
                  </a:lnTo>
                  <a:close/>
                  <a:moveTo>
                    <a:pt x="684536" y="3631622"/>
                  </a:moveTo>
                  <a:lnTo>
                    <a:pt x="618913" y="3624380"/>
                  </a:lnTo>
                  <a:lnTo>
                    <a:pt x="593670" y="3688452"/>
                  </a:lnTo>
                  <a:close/>
                  <a:moveTo>
                    <a:pt x="618913" y="3624380"/>
                  </a:moveTo>
                  <a:lnTo>
                    <a:pt x="684536" y="3631622"/>
                  </a:lnTo>
                  <a:lnTo>
                    <a:pt x="645547" y="3563227"/>
                  </a:lnTo>
                  <a:close/>
                  <a:moveTo>
                    <a:pt x="618913" y="3624380"/>
                  </a:moveTo>
                  <a:lnTo>
                    <a:pt x="645547" y="3563227"/>
                  </a:lnTo>
                  <a:lnTo>
                    <a:pt x="586311" y="3550793"/>
                  </a:lnTo>
                  <a:close/>
                  <a:moveTo>
                    <a:pt x="510807" y="3378643"/>
                  </a:moveTo>
                  <a:lnTo>
                    <a:pt x="498750" y="3367599"/>
                  </a:lnTo>
                  <a:lnTo>
                    <a:pt x="487960" y="3356675"/>
                  </a:lnTo>
                  <a:close/>
                  <a:moveTo>
                    <a:pt x="558438" y="3329162"/>
                  </a:moveTo>
                  <a:lnTo>
                    <a:pt x="498750" y="3367599"/>
                  </a:lnTo>
                  <a:lnTo>
                    <a:pt x="576246" y="3408106"/>
                  </a:lnTo>
                  <a:close/>
                  <a:moveTo>
                    <a:pt x="42058" y="2265708"/>
                  </a:moveTo>
                  <a:lnTo>
                    <a:pt x="1494" y="2222086"/>
                  </a:lnTo>
                  <a:lnTo>
                    <a:pt x="61568" y="2273148"/>
                  </a:lnTo>
                  <a:close/>
                  <a:moveTo>
                    <a:pt x="1361" y="2221929"/>
                  </a:moveTo>
                  <a:lnTo>
                    <a:pt x="1494" y="2222086"/>
                  </a:lnTo>
                  <a:lnTo>
                    <a:pt x="42058" y="2265708"/>
                  </a:lnTo>
                  <a:close/>
                  <a:moveTo>
                    <a:pt x="7146" y="2183493"/>
                  </a:moveTo>
                  <a:lnTo>
                    <a:pt x="1361" y="2221929"/>
                  </a:lnTo>
                  <a:lnTo>
                    <a:pt x="42058" y="2265708"/>
                  </a:lnTo>
                  <a:close/>
                  <a:moveTo>
                    <a:pt x="715978" y="2905416"/>
                  </a:moveTo>
                  <a:lnTo>
                    <a:pt x="747078" y="2980224"/>
                  </a:lnTo>
                  <a:lnTo>
                    <a:pt x="770172" y="2921947"/>
                  </a:lnTo>
                  <a:close/>
                  <a:moveTo>
                    <a:pt x="715978" y="2905416"/>
                  </a:moveTo>
                  <a:lnTo>
                    <a:pt x="770172" y="2921947"/>
                  </a:lnTo>
                  <a:lnTo>
                    <a:pt x="791149" y="2804801"/>
                  </a:lnTo>
                  <a:close/>
                  <a:moveTo>
                    <a:pt x="11841" y="2013299"/>
                  </a:moveTo>
                  <a:lnTo>
                    <a:pt x="121007" y="1980626"/>
                  </a:lnTo>
                  <a:lnTo>
                    <a:pt x="15909" y="2060780"/>
                  </a:lnTo>
                  <a:close/>
                  <a:moveTo>
                    <a:pt x="126017" y="1978594"/>
                  </a:moveTo>
                  <a:lnTo>
                    <a:pt x="11841" y="2013299"/>
                  </a:lnTo>
                  <a:lnTo>
                    <a:pt x="0" y="2001299"/>
                  </a:lnTo>
                  <a:close/>
                  <a:moveTo>
                    <a:pt x="196629" y="2123846"/>
                  </a:moveTo>
                  <a:lnTo>
                    <a:pt x="185559" y="2201211"/>
                  </a:lnTo>
                  <a:lnTo>
                    <a:pt x="224717" y="2145056"/>
                  </a:lnTo>
                  <a:close/>
                  <a:moveTo>
                    <a:pt x="711523" y="2408575"/>
                  </a:moveTo>
                  <a:lnTo>
                    <a:pt x="743439" y="2517695"/>
                  </a:lnTo>
                  <a:lnTo>
                    <a:pt x="805098" y="2415218"/>
                  </a:lnTo>
                  <a:close/>
                  <a:moveTo>
                    <a:pt x="367890" y="2106620"/>
                  </a:moveTo>
                  <a:lnTo>
                    <a:pt x="390336" y="2188835"/>
                  </a:lnTo>
                  <a:lnTo>
                    <a:pt x="498435" y="2104627"/>
                  </a:lnTo>
                  <a:close/>
                  <a:moveTo>
                    <a:pt x="367622" y="2106016"/>
                  </a:moveTo>
                  <a:lnTo>
                    <a:pt x="367890" y="2106620"/>
                  </a:lnTo>
                  <a:lnTo>
                    <a:pt x="498435" y="2104627"/>
                  </a:lnTo>
                  <a:close/>
                  <a:moveTo>
                    <a:pt x="389183" y="2188580"/>
                  </a:moveTo>
                  <a:lnTo>
                    <a:pt x="367622" y="2106016"/>
                  </a:lnTo>
                  <a:lnTo>
                    <a:pt x="498435" y="2104627"/>
                  </a:lnTo>
                  <a:close/>
                  <a:moveTo>
                    <a:pt x="319697" y="1985969"/>
                  </a:moveTo>
                  <a:lnTo>
                    <a:pt x="278707" y="1917525"/>
                  </a:lnTo>
                  <a:lnTo>
                    <a:pt x="314882" y="1942189"/>
                  </a:lnTo>
                  <a:close/>
                  <a:moveTo>
                    <a:pt x="314384" y="1910348"/>
                  </a:moveTo>
                  <a:lnTo>
                    <a:pt x="314882" y="1942189"/>
                  </a:lnTo>
                  <a:lnTo>
                    <a:pt x="278707" y="1917525"/>
                  </a:lnTo>
                  <a:close/>
                  <a:moveTo>
                    <a:pt x="771682" y="2397044"/>
                  </a:moveTo>
                  <a:lnTo>
                    <a:pt x="805098" y="2415218"/>
                  </a:lnTo>
                  <a:lnTo>
                    <a:pt x="811748" y="2387686"/>
                  </a:lnTo>
                  <a:close/>
                  <a:moveTo>
                    <a:pt x="771682" y="2397044"/>
                  </a:moveTo>
                  <a:lnTo>
                    <a:pt x="811748" y="2387686"/>
                  </a:lnTo>
                  <a:lnTo>
                    <a:pt x="786373" y="2276392"/>
                  </a:lnTo>
                  <a:close/>
                  <a:moveTo>
                    <a:pt x="766349" y="2314828"/>
                  </a:moveTo>
                  <a:lnTo>
                    <a:pt x="771682" y="2397044"/>
                  </a:lnTo>
                  <a:lnTo>
                    <a:pt x="786373" y="2276392"/>
                  </a:lnTo>
                  <a:close/>
                  <a:moveTo>
                    <a:pt x="811748" y="2387686"/>
                  </a:moveTo>
                  <a:lnTo>
                    <a:pt x="805098" y="2415218"/>
                  </a:lnTo>
                  <a:lnTo>
                    <a:pt x="823047" y="2397044"/>
                  </a:lnTo>
                  <a:close/>
                  <a:moveTo>
                    <a:pt x="496115" y="1962054"/>
                  </a:moveTo>
                  <a:lnTo>
                    <a:pt x="572933" y="1960193"/>
                  </a:lnTo>
                  <a:lnTo>
                    <a:pt x="482600" y="1872948"/>
                  </a:lnTo>
                  <a:close/>
                  <a:moveTo>
                    <a:pt x="399837" y="1879642"/>
                  </a:moveTo>
                  <a:lnTo>
                    <a:pt x="486016" y="1947532"/>
                  </a:lnTo>
                  <a:lnTo>
                    <a:pt x="496115" y="1962054"/>
                  </a:lnTo>
                  <a:close/>
                  <a:moveTo>
                    <a:pt x="399837" y="1879642"/>
                  </a:moveTo>
                  <a:lnTo>
                    <a:pt x="380260" y="1795465"/>
                  </a:lnTo>
                  <a:lnTo>
                    <a:pt x="379612" y="1865317"/>
                  </a:lnTo>
                  <a:close/>
                  <a:moveTo>
                    <a:pt x="490825" y="1903753"/>
                  </a:moveTo>
                  <a:lnTo>
                    <a:pt x="471673" y="1789366"/>
                  </a:lnTo>
                  <a:lnTo>
                    <a:pt x="482600" y="1872948"/>
                  </a:lnTo>
                  <a:close/>
                  <a:moveTo>
                    <a:pt x="471321" y="1783102"/>
                  </a:moveTo>
                  <a:lnTo>
                    <a:pt x="471673" y="1789366"/>
                  </a:lnTo>
                  <a:lnTo>
                    <a:pt x="490825" y="1903753"/>
                  </a:lnTo>
                  <a:close/>
                  <a:moveTo>
                    <a:pt x="380260" y="1795465"/>
                  </a:moveTo>
                  <a:lnTo>
                    <a:pt x="468385" y="1783102"/>
                  </a:lnTo>
                  <a:lnTo>
                    <a:pt x="386908" y="1751102"/>
                  </a:lnTo>
                  <a:close/>
                  <a:moveTo>
                    <a:pt x="1348355" y="2837872"/>
                  </a:moveTo>
                  <a:lnTo>
                    <a:pt x="1334165" y="2813461"/>
                  </a:lnTo>
                  <a:lnTo>
                    <a:pt x="1320713" y="2797979"/>
                  </a:lnTo>
                  <a:close/>
                  <a:moveTo>
                    <a:pt x="1165200" y="2582389"/>
                  </a:moveTo>
                  <a:lnTo>
                    <a:pt x="1212652" y="2609159"/>
                  </a:lnTo>
                  <a:lnTo>
                    <a:pt x="1229151" y="2649031"/>
                  </a:lnTo>
                  <a:close/>
                  <a:moveTo>
                    <a:pt x="638633" y="1909095"/>
                  </a:moveTo>
                  <a:lnTo>
                    <a:pt x="663742" y="1946960"/>
                  </a:lnTo>
                  <a:lnTo>
                    <a:pt x="730558" y="1984773"/>
                  </a:lnTo>
                  <a:close/>
                  <a:moveTo>
                    <a:pt x="1736502" y="3060107"/>
                  </a:moveTo>
                  <a:lnTo>
                    <a:pt x="1797420" y="3032511"/>
                  </a:lnTo>
                  <a:lnTo>
                    <a:pt x="1801277" y="2986237"/>
                  </a:lnTo>
                  <a:close/>
                  <a:moveTo>
                    <a:pt x="917276" y="2062209"/>
                  </a:moveTo>
                  <a:lnTo>
                    <a:pt x="987277" y="2155741"/>
                  </a:lnTo>
                  <a:lnTo>
                    <a:pt x="926541" y="2073525"/>
                  </a:lnTo>
                  <a:close/>
                  <a:moveTo>
                    <a:pt x="864646" y="2044405"/>
                  </a:moveTo>
                  <a:lnTo>
                    <a:pt x="964670" y="2123771"/>
                  </a:lnTo>
                  <a:lnTo>
                    <a:pt x="917276" y="2062209"/>
                  </a:lnTo>
                  <a:close/>
                  <a:moveTo>
                    <a:pt x="1638417" y="2740316"/>
                  </a:moveTo>
                  <a:lnTo>
                    <a:pt x="1723947" y="2831467"/>
                  </a:lnTo>
                  <a:lnTo>
                    <a:pt x="1662841" y="2775025"/>
                  </a:lnTo>
                  <a:close/>
                  <a:moveTo>
                    <a:pt x="915560" y="1763328"/>
                  </a:moveTo>
                  <a:lnTo>
                    <a:pt x="989119" y="1864211"/>
                  </a:lnTo>
                  <a:lnTo>
                    <a:pt x="1004509" y="1832223"/>
                  </a:lnTo>
                  <a:close/>
                  <a:moveTo>
                    <a:pt x="249132" y="1048508"/>
                  </a:moveTo>
                  <a:lnTo>
                    <a:pt x="295702" y="1010072"/>
                  </a:lnTo>
                  <a:lnTo>
                    <a:pt x="218067" y="966293"/>
                  </a:lnTo>
                  <a:close/>
                  <a:moveTo>
                    <a:pt x="1165691" y="2078868"/>
                  </a:moveTo>
                  <a:lnTo>
                    <a:pt x="1166557" y="2080825"/>
                  </a:lnTo>
                  <a:lnTo>
                    <a:pt x="1171169" y="2087109"/>
                  </a:lnTo>
                  <a:close/>
                  <a:moveTo>
                    <a:pt x="1004509" y="1832223"/>
                  </a:moveTo>
                  <a:lnTo>
                    <a:pt x="989119" y="1864211"/>
                  </a:lnTo>
                  <a:lnTo>
                    <a:pt x="1035380" y="1858074"/>
                  </a:lnTo>
                  <a:close/>
                  <a:moveTo>
                    <a:pt x="1854502" y="2754829"/>
                  </a:moveTo>
                  <a:lnTo>
                    <a:pt x="1811596" y="2698152"/>
                  </a:lnTo>
                  <a:lnTo>
                    <a:pt x="1723413" y="2758571"/>
                  </a:lnTo>
                  <a:close/>
                  <a:moveTo>
                    <a:pt x="1811596" y="2698152"/>
                  </a:moveTo>
                  <a:lnTo>
                    <a:pt x="1733025" y="2623902"/>
                  </a:lnTo>
                  <a:lnTo>
                    <a:pt x="1721241" y="2654374"/>
                  </a:lnTo>
                  <a:close/>
                  <a:moveTo>
                    <a:pt x="1684845" y="2614371"/>
                  </a:moveTo>
                  <a:lnTo>
                    <a:pt x="1721241" y="2654374"/>
                  </a:lnTo>
                  <a:lnTo>
                    <a:pt x="1733025" y="2623902"/>
                  </a:lnTo>
                  <a:close/>
                  <a:moveTo>
                    <a:pt x="520426" y="1241644"/>
                  </a:moveTo>
                  <a:lnTo>
                    <a:pt x="590012" y="1245664"/>
                  </a:lnTo>
                  <a:lnTo>
                    <a:pt x="563702" y="1166961"/>
                  </a:lnTo>
                  <a:close/>
                  <a:moveTo>
                    <a:pt x="569923" y="1061810"/>
                  </a:moveTo>
                  <a:lnTo>
                    <a:pt x="509205" y="1068881"/>
                  </a:lnTo>
                  <a:lnTo>
                    <a:pt x="502215" y="1156357"/>
                  </a:lnTo>
                  <a:close/>
                  <a:moveTo>
                    <a:pt x="569923" y="1061810"/>
                  </a:moveTo>
                  <a:lnTo>
                    <a:pt x="502215" y="1156357"/>
                  </a:lnTo>
                  <a:lnTo>
                    <a:pt x="563702" y="1166961"/>
                  </a:lnTo>
                  <a:close/>
                  <a:moveTo>
                    <a:pt x="255807" y="735037"/>
                  </a:moveTo>
                  <a:lnTo>
                    <a:pt x="170209" y="643943"/>
                  </a:lnTo>
                  <a:lnTo>
                    <a:pt x="180806" y="735419"/>
                  </a:lnTo>
                  <a:close/>
                  <a:moveTo>
                    <a:pt x="255807" y="735037"/>
                  </a:moveTo>
                  <a:lnTo>
                    <a:pt x="326831" y="737888"/>
                  </a:lnTo>
                  <a:lnTo>
                    <a:pt x="254600" y="674269"/>
                  </a:lnTo>
                  <a:close/>
                  <a:moveTo>
                    <a:pt x="326831" y="737888"/>
                  </a:moveTo>
                  <a:lnTo>
                    <a:pt x="336976" y="703603"/>
                  </a:lnTo>
                  <a:lnTo>
                    <a:pt x="254600" y="674269"/>
                  </a:lnTo>
                  <a:close/>
                  <a:moveTo>
                    <a:pt x="2193060" y="2824146"/>
                  </a:moveTo>
                  <a:lnTo>
                    <a:pt x="2147071" y="2797522"/>
                  </a:lnTo>
                  <a:lnTo>
                    <a:pt x="2087910" y="2791530"/>
                  </a:lnTo>
                  <a:close/>
                  <a:moveTo>
                    <a:pt x="539083" y="965391"/>
                  </a:moveTo>
                  <a:lnTo>
                    <a:pt x="535389" y="1053850"/>
                  </a:lnTo>
                  <a:lnTo>
                    <a:pt x="574898" y="1035837"/>
                  </a:lnTo>
                  <a:close/>
                  <a:moveTo>
                    <a:pt x="368886" y="724989"/>
                  </a:moveTo>
                  <a:lnTo>
                    <a:pt x="444516" y="686553"/>
                  </a:lnTo>
                  <a:lnTo>
                    <a:pt x="336976" y="703603"/>
                  </a:lnTo>
                  <a:close/>
                  <a:moveTo>
                    <a:pt x="444516" y="686553"/>
                  </a:moveTo>
                  <a:lnTo>
                    <a:pt x="378649" y="644210"/>
                  </a:lnTo>
                  <a:lnTo>
                    <a:pt x="336976" y="703603"/>
                  </a:lnTo>
                  <a:close/>
                  <a:moveTo>
                    <a:pt x="2234014" y="2719751"/>
                  </a:moveTo>
                  <a:lnTo>
                    <a:pt x="2193060" y="2824146"/>
                  </a:lnTo>
                  <a:lnTo>
                    <a:pt x="2252229" y="2805035"/>
                  </a:lnTo>
                  <a:close/>
                  <a:moveTo>
                    <a:pt x="1945608" y="2572260"/>
                  </a:moveTo>
                  <a:lnTo>
                    <a:pt x="1939063" y="2539065"/>
                  </a:lnTo>
                  <a:lnTo>
                    <a:pt x="1918873" y="2501642"/>
                  </a:lnTo>
                  <a:close/>
                  <a:moveTo>
                    <a:pt x="1871297" y="2572082"/>
                  </a:moveTo>
                  <a:lnTo>
                    <a:pt x="1892458" y="2577501"/>
                  </a:lnTo>
                  <a:lnTo>
                    <a:pt x="1918873" y="2501642"/>
                  </a:lnTo>
                  <a:close/>
                  <a:moveTo>
                    <a:pt x="1779034" y="2246721"/>
                  </a:moveTo>
                  <a:lnTo>
                    <a:pt x="1835009" y="2301306"/>
                  </a:lnTo>
                  <a:lnTo>
                    <a:pt x="1725952" y="2229283"/>
                  </a:lnTo>
                  <a:close/>
                  <a:moveTo>
                    <a:pt x="1772578" y="2233331"/>
                  </a:moveTo>
                  <a:lnTo>
                    <a:pt x="1779034" y="2246721"/>
                  </a:lnTo>
                  <a:lnTo>
                    <a:pt x="1730851" y="2127989"/>
                  </a:lnTo>
                  <a:close/>
                  <a:moveTo>
                    <a:pt x="1730851" y="2127989"/>
                  </a:moveTo>
                  <a:lnTo>
                    <a:pt x="1787427" y="2073643"/>
                  </a:lnTo>
                  <a:lnTo>
                    <a:pt x="1697392" y="2152410"/>
                  </a:lnTo>
                  <a:close/>
                  <a:moveTo>
                    <a:pt x="1701888" y="2048663"/>
                  </a:moveTo>
                  <a:lnTo>
                    <a:pt x="1701842" y="2045774"/>
                  </a:lnTo>
                  <a:lnTo>
                    <a:pt x="1724229" y="2127989"/>
                  </a:lnTo>
                  <a:close/>
                  <a:moveTo>
                    <a:pt x="1701842" y="2045774"/>
                  </a:moveTo>
                  <a:lnTo>
                    <a:pt x="1701888" y="2048663"/>
                  </a:lnTo>
                  <a:lnTo>
                    <a:pt x="1565432" y="1998915"/>
                  </a:lnTo>
                  <a:close/>
                  <a:moveTo>
                    <a:pt x="444516" y="686553"/>
                  </a:moveTo>
                  <a:lnTo>
                    <a:pt x="481695" y="648117"/>
                  </a:lnTo>
                  <a:lnTo>
                    <a:pt x="378649" y="644210"/>
                  </a:lnTo>
                  <a:close/>
                  <a:moveTo>
                    <a:pt x="557880" y="757010"/>
                  </a:moveTo>
                  <a:lnTo>
                    <a:pt x="521136" y="683088"/>
                  </a:lnTo>
                  <a:lnTo>
                    <a:pt x="467430" y="697492"/>
                  </a:lnTo>
                  <a:close/>
                  <a:moveTo>
                    <a:pt x="1637900" y="1842907"/>
                  </a:moveTo>
                  <a:lnTo>
                    <a:pt x="1609711" y="1881343"/>
                  </a:lnTo>
                  <a:lnTo>
                    <a:pt x="1699600" y="1925122"/>
                  </a:lnTo>
                  <a:close/>
                  <a:moveTo>
                    <a:pt x="1646770" y="1678477"/>
                  </a:moveTo>
                  <a:lnTo>
                    <a:pt x="1608722" y="1747608"/>
                  </a:lnTo>
                  <a:lnTo>
                    <a:pt x="1655909" y="1685674"/>
                  </a:lnTo>
                  <a:close/>
                  <a:moveTo>
                    <a:pt x="715756" y="853420"/>
                  </a:moveTo>
                  <a:lnTo>
                    <a:pt x="790901" y="894762"/>
                  </a:lnTo>
                  <a:lnTo>
                    <a:pt x="758862" y="799382"/>
                  </a:lnTo>
                  <a:close/>
                  <a:moveTo>
                    <a:pt x="758862" y="799382"/>
                  </a:moveTo>
                  <a:lnTo>
                    <a:pt x="790901" y="894762"/>
                  </a:lnTo>
                  <a:lnTo>
                    <a:pt x="810310" y="787380"/>
                  </a:lnTo>
                  <a:close/>
                  <a:moveTo>
                    <a:pt x="920659" y="858353"/>
                  </a:moveTo>
                  <a:lnTo>
                    <a:pt x="858037" y="828070"/>
                  </a:lnTo>
                  <a:lnTo>
                    <a:pt x="810310" y="787380"/>
                  </a:lnTo>
                  <a:close/>
                  <a:moveTo>
                    <a:pt x="2011913" y="2218079"/>
                  </a:moveTo>
                  <a:lnTo>
                    <a:pt x="2056323" y="2242566"/>
                  </a:lnTo>
                  <a:lnTo>
                    <a:pt x="2024740" y="2168150"/>
                  </a:lnTo>
                  <a:close/>
                  <a:moveTo>
                    <a:pt x="1965394" y="2155805"/>
                  </a:moveTo>
                  <a:lnTo>
                    <a:pt x="2024740" y="2168150"/>
                  </a:lnTo>
                  <a:lnTo>
                    <a:pt x="2018348" y="2164502"/>
                  </a:lnTo>
                  <a:close/>
                  <a:moveTo>
                    <a:pt x="1608722" y="1747608"/>
                  </a:moveTo>
                  <a:lnTo>
                    <a:pt x="1646770" y="1678477"/>
                  </a:lnTo>
                  <a:lnTo>
                    <a:pt x="1613530" y="1659535"/>
                  </a:lnTo>
                  <a:close/>
                  <a:moveTo>
                    <a:pt x="1754373" y="1367912"/>
                  </a:moveTo>
                  <a:lnTo>
                    <a:pt x="1808232" y="1398737"/>
                  </a:lnTo>
                  <a:lnTo>
                    <a:pt x="1716662" y="1336007"/>
                  </a:lnTo>
                  <a:close/>
                  <a:moveTo>
                    <a:pt x="1808232" y="1398737"/>
                  </a:moveTo>
                  <a:lnTo>
                    <a:pt x="1827625" y="1406480"/>
                  </a:lnTo>
                  <a:lnTo>
                    <a:pt x="1716662" y="1336007"/>
                  </a:lnTo>
                  <a:close/>
                  <a:moveTo>
                    <a:pt x="1716662" y="1336007"/>
                  </a:moveTo>
                  <a:lnTo>
                    <a:pt x="1827625" y="1406480"/>
                  </a:lnTo>
                  <a:lnTo>
                    <a:pt x="1762019" y="1354959"/>
                  </a:lnTo>
                  <a:close/>
                  <a:moveTo>
                    <a:pt x="1852010" y="1454299"/>
                  </a:moveTo>
                  <a:lnTo>
                    <a:pt x="1827625" y="1406480"/>
                  </a:lnTo>
                  <a:lnTo>
                    <a:pt x="1808232" y="1398737"/>
                  </a:lnTo>
                  <a:close/>
                  <a:moveTo>
                    <a:pt x="1658315" y="1322850"/>
                  </a:moveTo>
                  <a:lnTo>
                    <a:pt x="1716662" y="1336007"/>
                  </a:lnTo>
                  <a:lnTo>
                    <a:pt x="1603822" y="1267058"/>
                  </a:lnTo>
                  <a:close/>
                  <a:moveTo>
                    <a:pt x="1529168" y="1167068"/>
                  </a:moveTo>
                  <a:lnTo>
                    <a:pt x="1603822" y="1267058"/>
                  </a:lnTo>
                  <a:lnTo>
                    <a:pt x="1574383" y="1190528"/>
                  </a:lnTo>
                  <a:close/>
                  <a:moveTo>
                    <a:pt x="1467361" y="852135"/>
                  </a:moveTo>
                  <a:lnTo>
                    <a:pt x="1518159" y="905446"/>
                  </a:lnTo>
                  <a:lnTo>
                    <a:pt x="1551684" y="909077"/>
                  </a:lnTo>
                  <a:close/>
                  <a:moveTo>
                    <a:pt x="1376167" y="789834"/>
                  </a:moveTo>
                  <a:lnTo>
                    <a:pt x="1266431" y="861668"/>
                  </a:lnTo>
                  <a:lnTo>
                    <a:pt x="1378149" y="828882"/>
                  </a:lnTo>
                  <a:close/>
                  <a:moveTo>
                    <a:pt x="1323987" y="741016"/>
                  </a:moveTo>
                  <a:lnTo>
                    <a:pt x="1266431" y="861668"/>
                  </a:lnTo>
                  <a:lnTo>
                    <a:pt x="1376167" y="789834"/>
                  </a:lnTo>
                  <a:close/>
                  <a:moveTo>
                    <a:pt x="1261028" y="763415"/>
                  </a:moveTo>
                  <a:lnTo>
                    <a:pt x="1323987" y="741016"/>
                  </a:lnTo>
                  <a:lnTo>
                    <a:pt x="1286124" y="731835"/>
                  </a:lnTo>
                  <a:close/>
                  <a:moveTo>
                    <a:pt x="1259601" y="741016"/>
                  </a:moveTo>
                  <a:lnTo>
                    <a:pt x="1261028" y="763415"/>
                  </a:lnTo>
                  <a:lnTo>
                    <a:pt x="1286124" y="731835"/>
                  </a:lnTo>
                  <a:close/>
                  <a:moveTo>
                    <a:pt x="1387301" y="831463"/>
                  </a:moveTo>
                  <a:lnTo>
                    <a:pt x="1442407" y="822294"/>
                  </a:lnTo>
                  <a:lnTo>
                    <a:pt x="1467361" y="852135"/>
                  </a:lnTo>
                  <a:close/>
                  <a:moveTo>
                    <a:pt x="1375087" y="631187"/>
                  </a:moveTo>
                  <a:lnTo>
                    <a:pt x="1323987" y="741016"/>
                  </a:lnTo>
                  <a:lnTo>
                    <a:pt x="1368276" y="736817"/>
                  </a:lnTo>
                  <a:close/>
                  <a:moveTo>
                    <a:pt x="1375087" y="631187"/>
                  </a:moveTo>
                  <a:lnTo>
                    <a:pt x="1437220" y="620365"/>
                  </a:lnTo>
                  <a:lnTo>
                    <a:pt x="1381153" y="593274"/>
                  </a:lnTo>
                  <a:close/>
                  <a:moveTo>
                    <a:pt x="1221307" y="395340"/>
                  </a:moveTo>
                  <a:lnTo>
                    <a:pt x="1172341" y="291504"/>
                  </a:lnTo>
                  <a:lnTo>
                    <a:pt x="1146102" y="295795"/>
                  </a:lnTo>
                  <a:close/>
                  <a:moveTo>
                    <a:pt x="1146102" y="295795"/>
                  </a:moveTo>
                  <a:lnTo>
                    <a:pt x="1154331" y="302540"/>
                  </a:lnTo>
                  <a:lnTo>
                    <a:pt x="1221307" y="395340"/>
                  </a:lnTo>
                  <a:close/>
                  <a:moveTo>
                    <a:pt x="1154331" y="302540"/>
                  </a:moveTo>
                  <a:lnTo>
                    <a:pt x="1146102" y="295795"/>
                  </a:lnTo>
                  <a:lnTo>
                    <a:pt x="1145589" y="291504"/>
                  </a:lnTo>
                  <a:close/>
                  <a:moveTo>
                    <a:pt x="1381153" y="593274"/>
                  </a:moveTo>
                  <a:lnTo>
                    <a:pt x="1501820" y="550565"/>
                  </a:lnTo>
                  <a:lnTo>
                    <a:pt x="1421748" y="529850"/>
                  </a:lnTo>
                  <a:close/>
                  <a:moveTo>
                    <a:pt x="1196003" y="335283"/>
                  </a:moveTo>
                  <a:lnTo>
                    <a:pt x="1154331" y="302540"/>
                  </a:lnTo>
                  <a:lnTo>
                    <a:pt x="1145589" y="291504"/>
                  </a:lnTo>
                  <a:close/>
                  <a:moveTo>
                    <a:pt x="1535611" y="461704"/>
                  </a:moveTo>
                  <a:lnTo>
                    <a:pt x="1501820" y="550565"/>
                  </a:lnTo>
                  <a:lnTo>
                    <a:pt x="1589697" y="477804"/>
                  </a:lnTo>
                  <a:close/>
                  <a:moveTo>
                    <a:pt x="1589697" y="477804"/>
                  </a:moveTo>
                  <a:lnTo>
                    <a:pt x="1553583" y="465445"/>
                  </a:lnTo>
                  <a:lnTo>
                    <a:pt x="1536742" y="461277"/>
                  </a:lnTo>
                  <a:close/>
                  <a:moveTo>
                    <a:pt x="1240838" y="132113"/>
                  </a:moveTo>
                  <a:lnTo>
                    <a:pt x="1262911" y="88637"/>
                  </a:lnTo>
                  <a:lnTo>
                    <a:pt x="1260056" y="63560"/>
                  </a:lnTo>
                  <a:close/>
                  <a:moveTo>
                    <a:pt x="1240838" y="132113"/>
                  </a:moveTo>
                  <a:lnTo>
                    <a:pt x="1260056" y="63560"/>
                  </a:lnTo>
                  <a:lnTo>
                    <a:pt x="1162844" y="119164"/>
                  </a:lnTo>
                  <a:close/>
                  <a:moveTo>
                    <a:pt x="1162844" y="119164"/>
                  </a:moveTo>
                  <a:lnTo>
                    <a:pt x="1260056" y="63560"/>
                  </a:lnTo>
                  <a:lnTo>
                    <a:pt x="1192005" y="58292"/>
                  </a:lnTo>
                  <a:close/>
                  <a:moveTo>
                    <a:pt x="1192005" y="58292"/>
                  </a:moveTo>
                  <a:lnTo>
                    <a:pt x="1260056" y="63560"/>
                  </a:lnTo>
                  <a:lnTo>
                    <a:pt x="1215120" y="0"/>
                  </a:lnTo>
                  <a:close/>
                </a:path>
              </a:pathLst>
            </a:custGeom>
            <a:solidFill>
              <a:srgbClr val="DCE1E6"/>
            </a:solidFill>
            <a:ln w="1524">
              <a:solidFill>
                <a:srgbClr val="DCE1E6"/>
              </a:solidFill>
            </a:ln>
          </p:spPr>
        </p:sp>
        <p:sp>
          <p:nvSpPr>
            <p:cNvPr id="2077" name="Candidate_density__2076">
              <a:extLst>
                <a:ext uri="{FF2B5EF4-FFF2-40B4-BE49-F238E27FC236}">
                  <a16:creationId xmlns:a16="http://schemas.microsoft.com/office/drawing/2014/main" id="{CEF7CE9C-80F4-D81E-B147-423D4BBD613D}"/>
                </a:ext>
              </a:extLst>
            </p:cNvPr>
            <p:cNvSpPr>
              <a:spLocks noGrp="1"/>
            </p:cNvSpPr>
            <p:nvPr/>
          </p:nvSpPr>
          <p:spPr>
            <a:xfrm>
              <a:off x="4334757" y="1692601"/>
              <a:ext cx="2232521" cy="3544650"/>
            </a:xfrm>
            <a:custGeom>
              <a:avLst/>
              <a:gdLst/>
              <a:ahLst/>
              <a:cxnLst/>
              <a:rect l="0" t="0" r="0" b="0"/>
              <a:pathLst>
                <a:path w="2232521" h="3544650">
                  <a:moveTo>
                    <a:pt x="332121" y="3438049"/>
                  </a:moveTo>
                  <a:lnTo>
                    <a:pt x="293801" y="3476486"/>
                  </a:lnTo>
                  <a:lnTo>
                    <a:pt x="320266" y="3488692"/>
                  </a:lnTo>
                  <a:close/>
                  <a:moveTo>
                    <a:pt x="541853" y="3544650"/>
                  </a:moveTo>
                  <a:lnTo>
                    <a:pt x="474968" y="3508746"/>
                  </a:lnTo>
                  <a:lnTo>
                    <a:pt x="482813" y="3520264"/>
                  </a:lnTo>
                  <a:close/>
                  <a:moveTo>
                    <a:pt x="513082" y="3500537"/>
                  </a:moveTo>
                  <a:lnTo>
                    <a:pt x="474968" y="3508746"/>
                  </a:lnTo>
                  <a:lnTo>
                    <a:pt x="541853" y="3544650"/>
                  </a:lnTo>
                  <a:close/>
                  <a:moveTo>
                    <a:pt x="592176" y="3517600"/>
                  </a:moveTo>
                  <a:lnTo>
                    <a:pt x="513082" y="3500537"/>
                  </a:lnTo>
                  <a:lnTo>
                    <a:pt x="541853" y="3544650"/>
                  </a:lnTo>
                  <a:close/>
                  <a:moveTo>
                    <a:pt x="592176" y="3517600"/>
                  </a:moveTo>
                  <a:lnTo>
                    <a:pt x="541853" y="3544650"/>
                  </a:lnTo>
                  <a:lnTo>
                    <a:pt x="667323" y="3519901"/>
                  </a:lnTo>
                  <a:close/>
                  <a:moveTo>
                    <a:pt x="454114" y="3495267"/>
                  </a:moveTo>
                  <a:lnTo>
                    <a:pt x="474968" y="3508746"/>
                  </a:lnTo>
                  <a:lnTo>
                    <a:pt x="373397" y="3472136"/>
                  </a:lnTo>
                  <a:close/>
                  <a:moveTo>
                    <a:pt x="556945" y="3158309"/>
                  </a:moveTo>
                  <a:lnTo>
                    <a:pt x="574753" y="3237254"/>
                  </a:lnTo>
                  <a:lnTo>
                    <a:pt x="624506" y="3208070"/>
                  </a:lnTo>
                  <a:close/>
                  <a:moveTo>
                    <a:pt x="699192" y="3208650"/>
                  </a:moveTo>
                  <a:lnTo>
                    <a:pt x="665666" y="3146758"/>
                  </a:lnTo>
                  <a:lnTo>
                    <a:pt x="624506" y="3208070"/>
                  </a:lnTo>
                  <a:close/>
                  <a:moveTo>
                    <a:pt x="0" y="2051233"/>
                  </a:moveTo>
                  <a:lnTo>
                    <a:pt x="95806" y="2130779"/>
                  </a:lnTo>
                  <a:lnTo>
                    <a:pt x="60074" y="2102296"/>
                  </a:lnTo>
                  <a:close/>
                  <a:moveTo>
                    <a:pt x="151927" y="2125402"/>
                  </a:moveTo>
                  <a:lnTo>
                    <a:pt x="73633" y="2111331"/>
                  </a:lnTo>
                  <a:lnTo>
                    <a:pt x="60074" y="2102296"/>
                  </a:lnTo>
                  <a:close/>
                  <a:moveTo>
                    <a:pt x="745584" y="2809372"/>
                  </a:moveTo>
                  <a:lnTo>
                    <a:pt x="763098" y="2834791"/>
                  </a:lnTo>
                  <a:lnTo>
                    <a:pt x="768679" y="2751095"/>
                  </a:lnTo>
                  <a:close/>
                  <a:moveTo>
                    <a:pt x="168539" y="2074708"/>
                  </a:moveTo>
                  <a:lnTo>
                    <a:pt x="73633" y="2111331"/>
                  </a:lnTo>
                  <a:lnTo>
                    <a:pt x="151927" y="2125402"/>
                  </a:lnTo>
                  <a:close/>
                  <a:moveTo>
                    <a:pt x="168539" y="2074708"/>
                  </a:moveTo>
                  <a:lnTo>
                    <a:pt x="81303" y="2085037"/>
                  </a:lnTo>
                  <a:lnTo>
                    <a:pt x="73633" y="2111331"/>
                  </a:lnTo>
                  <a:close/>
                  <a:moveTo>
                    <a:pt x="184065" y="2030359"/>
                  </a:moveTo>
                  <a:lnTo>
                    <a:pt x="216733" y="1996027"/>
                  </a:lnTo>
                  <a:lnTo>
                    <a:pt x="223224" y="1974204"/>
                  </a:lnTo>
                  <a:close/>
                  <a:moveTo>
                    <a:pt x="184065" y="2030359"/>
                  </a:moveTo>
                  <a:lnTo>
                    <a:pt x="204254" y="2042385"/>
                  </a:lnTo>
                  <a:lnTo>
                    <a:pt x="216733" y="1996027"/>
                  </a:lnTo>
                  <a:close/>
                  <a:moveTo>
                    <a:pt x="168539" y="2074708"/>
                  </a:moveTo>
                  <a:lnTo>
                    <a:pt x="204254" y="2042385"/>
                  </a:lnTo>
                  <a:lnTo>
                    <a:pt x="184065" y="2030359"/>
                  </a:lnTo>
                  <a:close/>
                  <a:moveTo>
                    <a:pt x="181269" y="2094856"/>
                  </a:moveTo>
                  <a:lnTo>
                    <a:pt x="204254" y="2042385"/>
                  </a:lnTo>
                  <a:lnTo>
                    <a:pt x="168539" y="2074708"/>
                  </a:lnTo>
                  <a:close/>
                  <a:moveTo>
                    <a:pt x="14415" y="1889927"/>
                  </a:moveTo>
                  <a:lnTo>
                    <a:pt x="119514" y="1809774"/>
                  </a:lnTo>
                  <a:lnTo>
                    <a:pt x="127684" y="1819561"/>
                  </a:lnTo>
                  <a:close/>
                  <a:moveTo>
                    <a:pt x="127684" y="1819561"/>
                  </a:moveTo>
                  <a:lnTo>
                    <a:pt x="120067" y="1813838"/>
                  </a:lnTo>
                  <a:lnTo>
                    <a:pt x="14415" y="1889927"/>
                  </a:lnTo>
                  <a:close/>
                  <a:moveTo>
                    <a:pt x="127684" y="1819561"/>
                  </a:moveTo>
                  <a:lnTo>
                    <a:pt x="189513" y="1891989"/>
                  </a:lnTo>
                  <a:lnTo>
                    <a:pt x="120067" y="1813838"/>
                  </a:lnTo>
                  <a:close/>
                  <a:moveTo>
                    <a:pt x="119514" y="1809774"/>
                  </a:moveTo>
                  <a:lnTo>
                    <a:pt x="10347" y="1842447"/>
                  </a:lnTo>
                  <a:lnTo>
                    <a:pt x="124523" y="1807742"/>
                  </a:lnTo>
                  <a:close/>
                  <a:moveTo>
                    <a:pt x="170602" y="1872847"/>
                  </a:moveTo>
                  <a:lnTo>
                    <a:pt x="223224" y="1974204"/>
                  </a:lnTo>
                  <a:lnTo>
                    <a:pt x="189513" y="1891989"/>
                  </a:lnTo>
                  <a:close/>
                  <a:moveTo>
                    <a:pt x="170602" y="1872847"/>
                  </a:moveTo>
                  <a:lnTo>
                    <a:pt x="195135" y="1952994"/>
                  </a:lnTo>
                  <a:lnTo>
                    <a:pt x="223224" y="1974204"/>
                  </a:lnTo>
                  <a:close/>
                  <a:moveTo>
                    <a:pt x="93695" y="1774686"/>
                  </a:moveTo>
                  <a:lnTo>
                    <a:pt x="170602" y="1872847"/>
                  </a:lnTo>
                  <a:lnTo>
                    <a:pt x="119514" y="1809774"/>
                  </a:lnTo>
                  <a:close/>
                  <a:moveTo>
                    <a:pt x="93695" y="1774686"/>
                  </a:moveTo>
                  <a:lnTo>
                    <a:pt x="119514" y="1809774"/>
                  </a:lnTo>
                  <a:lnTo>
                    <a:pt x="95277" y="1761852"/>
                  </a:lnTo>
                  <a:close/>
                  <a:moveTo>
                    <a:pt x="95277" y="1761852"/>
                  </a:moveTo>
                  <a:lnTo>
                    <a:pt x="119514" y="1809774"/>
                  </a:lnTo>
                  <a:lnTo>
                    <a:pt x="124523" y="1807742"/>
                  </a:lnTo>
                  <a:close/>
                  <a:moveTo>
                    <a:pt x="95277" y="1761852"/>
                  </a:moveTo>
                  <a:lnTo>
                    <a:pt x="124523" y="1807742"/>
                  </a:lnTo>
                  <a:lnTo>
                    <a:pt x="156689" y="1712803"/>
                  </a:lnTo>
                  <a:close/>
                  <a:moveTo>
                    <a:pt x="710030" y="2237723"/>
                  </a:moveTo>
                  <a:lnTo>
                    <a:pt x="661562" y="2316626"/>
                  </a:lnTo>
                  <a:lnTo>
                    <a:pt x="718778" y="2330703"/>
                  </a:lnTo>
                  <a:close/>
                  <a:moveTo>
                    <a:pt x="718778" y="2330703"/>
                  </a:moveTo>
                  <a:lnTo>
                    <a:pt x="741945" y="2346843"/>
                  </a:lnTo>
                  <a:lnTo>
                    <a:pt x="710030" y="2237723"/>
                  </a:lnTo>
                  <a:close/>
                  <a:moveTo>
                    <a:pt x="277214" y="1746673"/>
                  </a:moveTo>
                  <a:lnTo>
                    <a:pt x="259107" y="1732901"/>
                  </a:lnTo>
                  <a:lnTo>
                    <a:pt x="232231" y="1716583"/>
                  </a:lnTo>
                  <a:close/>
                  <a:moveTo>
                    <a:pt x="784880" y="2105540"/>
                  </a:moveTo>
                  <a:lnTo>
                    <a:pt x="810255" y="2216833"/>
                  </a:lnTo>
                  <a:lnTo>
                    <a:pt x="828862" y="2123597"/>
                  </a:lnTo>
                  <a:close/>
                  <a:moveTo>
                    <a:pt x="828862" y="2123597"/>
                  </a:moveTo>
                  <a:lnTo>
                    <a:pt x="810255" y="2216833"/>
                  </a:lnTo>
                  <a:lnTo>
                    <a:pt x="903300" y="2123245"/>
                  </a:lnTo>
                  <a:close/>
                  <a:moveTo>
                    <a:pt x="494621" y="1791201"/>
                  </a:moveTo>
                  <a:lnTo>
                    <a:pt x="494500" y="1891392"/>
                  </a:lnTo>
                  <a:lnTo>
                    <a:pt x="571440" y="1789341"/>
                  </a:lnTo>
                  <a:close/>
                  <a:moveTo>
                    <a:pt x="571440" y="1789341"/>
                  </a:moveTo>
                  <a:lnTo>
                    <a:pt x="525043" y="1760183"/>
                  </a:lnTo>
                  <a:lnTo>
                    <a:pt x="481107" y="1702096"/>
                  </a:lnTo>
                  <a:close/>
                  <a:moveTo>
                    <a:pt x="1319219" y="2627126"/>
                  </a:moveTo>
                  <a:lnTo>
                    <a:pt x="1299239" y="2662220"/>
                  </a:lnTo>
                  <a:lnTo>
                    <a:pt x="1346862" y="2667020"/>
                  </a:lnTo>
                  <a:close/>
                  <a:moveTo>
                    <a:pt x="729064" y="1813920"/>
                  </a:moveTo>
                  <a:lnTo>
                    <a:pt x="662248" y="1776108"/>
                  </a:lnTo>
                  <a:lnTo>
                    <a:pt x="751805" y="1835489"/>
                  </a:lnTo>
                  <a:close/>
                  <a:moveTo>
                    <a:pt x="532097" y="1491598"/>
                  </a:moveTo>
                  <a:lnTo>
                    <a:pt x="528831" y="1523705"/>
                  </a:lnTo>
                  <a:lnTo>
                    <a:pt x="576897" y="1523653"/>
                  </a:lnTo>
                  <a:close/>
                  <a:moveTo>
                    <a:pt x="1673429" y="2836826"/>
                  </a:moveTo>
                  <a:lnTo>
                    <a:pt x="1735008" y="2889254"/>
                  </a:lnTo>
                  <a:lnTo>
                    <a:pt x="1799784" y="2815385"/>
                  </a:lnTo>
                  <a:close/>
                  <a:moveTo>
                    <a:pt x="915782" y="1891357"/>
                  </a:moveTo>
                  <a:lnTo>
                    <a:pt x="963177" y="1952918"/>
                  </a:lnTo>
                  <a:lnTo>
                    <a:pt x="985783" y="1984888"/>
                  </a:lnTo>
                  <a:close/>
                  <a:moveTo>
                    <a:pt x="1799784" y="2815385"/>
                  </a:moveTo>
                  <a:lnTo>
                    <a:pt x="1799302" y="2758822"/>
                  </a:lnTo>
                  <a:lnTo>
                    <a:pt x="1767534" y="2850818"/>
                  </a:lnTo>
                  <a:close/>
                  <a:moveTo>
                    <a:pt x="1799302" y="2758822"/>
                  </a:moveTo>
                  <a:lnTo>
                    <a:pt x="1799784" y="2815385"/>
                  </a:lnTo>
                  <a:lnTo>
                    <a:pt x="1822461" y="2768603"/>
                  </a:lnTo>
                  <a:close/>
                  <a:moveTo>
                    <a:pt x="1765019" y="2730166"/>
                  </a:moveTo>
                  <a:lnTo>
                    <a:pt x="1799302" y="2758822"/>
                  </a:lnTo>
                  <a:lnTo>
                    <a:pt x="1722454" y="2660614"/>
                  </a:lnTo>
                  <a:close/>
                  <a:moveTo>
                    <a:pt x="1722454" y="2660614"/>
                  </a:moveTo>
                  <a:lnTo>
                    <a:pt x="1799302" y="2758822"/>
                  </a:lnTo>
                  <a:lnTo>
                    <a:pt x="1744040" y="2686388"/>
                  </a:lnTo>
                  <a:close/>
                  <a:moveTo>
                    <a:pt x="1721919" y="2587718"/>
                  </a:moveTo>
                  <a:lnTo>
                    <a:pt x="1697832" y="2580539"/>
                  </a:lnTo>
                  <a:lnTo>
                    <a:pt x="1806607" y="2625694"/>
                  </a:lnTo>
                  <a:close/>
                  <a:moveTo>
                    <a:pt x="834815" y="1617591"/>
                  </a:moveTo>
                  <a:lnTo>
                    <a:pt x="937747" y="1606435"/>
                  </a:lnTo>
                  <a:lnTo>
                    <a:pt x="918452" y="1661370"/>
                  </a:lnTo>
                  <a:close/>
                  <a:moveTo>
                    <a:pt x="834815" y="1617591"/>
                  </a:moveTo>
                  <a:lnTo>
                    <a:pt x="918452" y="1661370"/>
                  </a:lnTo>
                  <a:lnTo>
                    <a:pt x="886867" y="1699807"/>
                  </a:lnTo>
                  <a:close/>
                  <a:moveTo>
                    <a:pt x="914067" y="1592476"/>
                  </a:moveTo>
                  <a:lnTo>
                    <a:pt x="1003016" y="1661370"/>
                  </a:lnTo>
                  <a:lnTo>
                    <a:pt x="937747" y="1606435"/>
                  </a:lnTo>
                  <a:close/>
                  <a:moveTo>
                    <a:pt x="1806607" y="2625694"/>
                  </a:moveTo>
                  <a:lnTo>
                    <a:pt x="1853008" y="2583977"/>
                  </a:lnTo>
                  <a:lnTo>
                    <a:pt x="1721919" y="2587718"/>
                  </a:lnTo>
                  <a:close/>
                  <a:moveTo>
                    <a:pt x="1602653" y="2397141"/>
                  </a:moveTo>
                  <a:lnTo>
                    <a:pt x="1731531" y="2453050"/>
                  </a:lnTo>
                  <a:lnTo>
                    <a:pt x="1713269" y="2445084"/>
                  </a:lnTo>
                  <a:close/>
                  <a:moveTo>
                    <a:pt x="1683351" y="2443518"/>
                  </a:moveTo>
                  <a:lnTo>
                    <a:pt x="1731531" y="2453050"/>
                  </a:lnTo>
                  <a:lnTo>
                    <a:pt x="1612781" y="2401306"/>
                  </a:lnTo>
                  <a:close/>
                  <a:moveTo>
                    <a:pt x="1003016" y="1661370"/>
                  </a:moveTo>
                  <a:lnTo>
                    <a:pt x="1033886" y="1687222"/>
                  </a:lnTo>
                  <a:lnTo>
                    <a:pt x="1038492" y="1652004"/>
                  </a:lnTo>
                  <a:close/>
                  <a:moveTo>
                    <a:pt x="1003016" y="1661370"/>
                  </a:moveTo>
                  <a:lnTo>
                    <a:pt x="1038492" y="1652004"/>
                  </a:lnTo>
                  <a:lnTo>
                    <a:pt x="937747" y="1606435"/>
                  </a:lnTo>
                  <a:close/>
                  <a:moveTo>
                    <a:pt x="1102864" y="1660263"/>
                  </a:moveTo>
                  <a:lnTo>
                    <a:pt x="1038492" y="1652004"/>
                  </a:lnTo>
                  <a:lnTo>
                    <a:pt x="1033886" y="1687222"/>
                  </a:lnTo>
                  <a:close/>
                  <a:moveTo>
                    <a:pt x="1120499" y="1545834"/>
                  </a:moveTo>
                  <a:lnTo>
                    <a:pt x="1038492" y="1652004"/>
                  </a:lnTo>
                  <a:lnTo>
                    <a:pt x="1102864" y="1660263"/>
                  </a:lnTo>
                  <a:close/>
                  <a:moveTo>
                    <a:pt x="533896" y="882997"/>
                  </a:moveTo>
                  <a:lnTo>
                    <a:pt x="507711" y="898029"/>
                  </a:lnTo>
                  <a:lnTo>
                    <a:pt x="568430" y="890957"/>
                  </a:lnTo>
                  <a:close/>
                  <a:moveTo>
                    <a:pt x="533896" y="882997"/>
                  </a:moveTo>
                  <a:lnTo>
                    <a:pt x="568430" y="890957"/>
                  </a:lnTo>
                  <a:lnTo>
                    <a:pt x="573404" y="864985"/>
                  </a:lnTo>
                  <a:close/>
                  <a:moveTo>
                    <a:pt x="254313" y="564184"/>
                  </a:moveTo>
                  <a:lnTo>
                    <a:pt x="258123" y="661179"/>
                  </a:lnTo>
                  <a:lnTo>
                    <a:pt x="325337" y="567036"/>
                  </a:lnTo>
                  <a:close/>
                  <a:moveTo>
                    <a:pt x="179312" y="564567"/>
                  </a:moveTo>
                  <a:lnTo>
                    <a:pt x="258123" y="661179"/>
                  </a:lnTo>
                  <a:lnTo>
                    <a:pt x="254313" y="564184"/>
                  </a:lnTo>
                  <a:close/>
                  <a:moveTo>
                    <a:pt x="2073567" y="2571078"/>
                  </a:moveTo>
                  <a:lnTo>
                    <a:pt x="2086416" y="2620677"/>
                  </a:lnTo>
                  <a:lnTo>
                    <a:pt x="2145578" y="2626669"/>
                  </a:lnTo>
                  <a:close/>
                  <a:moveTo>
                    <a:pt x="1906903" y="2506824"/>
                  </a:moveTo>
                  <a:lnTo>
                    <a:pt x="1932608" y="2410762"/>
                  </a:lnTo>
                  <a:lnTo>
                    <a:pt x="1877904" y="2527300"/>
                  </a:lnTo>
                  <a:close/>
                  <a:moveTo>
                    <a:pt x="1940874" y="2418634"/>
                  </a:moveTo>
                  <a:lnTo>
                    <a:pt x="1927543" y="2514972"/>
                  </a:lnTo>
                  <a:lnTo>
                    <a:pt x="1877904" y="2527300"/>
                  </a:lnTo>
                  <a:close/>
                  <a:moveTo>
                    <a:pt x="1927543" y="2514972"/>
                  </a:moveTo>
                  <a:lnTo>
                    <a:pt x="1940874" y="2418634"/>
                  </a:lnTo>
                  <a:lnTo>
                    <a:pt x="1978623" y="2527300"/>
                  </a:lnTo>
                  <a:close/>
                  <a:moveTo>
                    <a:pt x="1932608" y="2410762"/>
                  </a:moveTo>
                  <a:lnTo>
                    <a:pt x="1906903" y="2506824"/>
                  </a:lnTo>
                  <a:lnTo>
                    <a:pt x="1978623" y="2527300"/>
                  </a:lnTo>
                  <a:close/>
                  <a:moveTo>
                    <a:pt x="1561228" y="2050376"/>
                  </a:moveTo>
                  <a:lnTo>
                    <a:pt x="1485809" y="2031174"/>
                  </a:lnTo>
                  <a:lnTo>
                    <a:pt x="1495004" y="2034009"/>
                  </a:lnTo>
                  <a:close/>
                  <a:moveTo>
                    <a:pt x="1538162" y="2027590"/>
                  </a:moveTo>
                  <a:lnTo>
                    <a:pt x="1485809" y="2031174"/>
                  </a:lnTo>
                  <a:lnTo>
                    <a:pt x="1561228" y="2050376"/>
                  </a:lnTo>
                  <a:close/>
                  <a:moveTo>
                    <a:pt x="510544" y="877427"/>
                  </a:moveTo>
                  <a:lnTo>
                    <a:pt x="507711" y="898029"/>
                  </a:lnTo>
                  <a:lnTo>
                    <a:pt x="533896" y="882997"/>
                  </a:lnTo>
                  <a:close/>
                  <a:moveTo>
                    <a:pt x="510544" y="877427"/>
                  </a:moveTo>
                  <a:lnTo>
                    <a:pt x="533896" y="882997"/>
                  </a:lnTo>
                  <a:lnTo>
                    <a:pt x="537590" y="794539"/>
                  </a:lnTo>
                  <a:close/>
                  <a:moveTo>
                    <a:pt x="537590" y="794539"/>
                  </a:moveTo>
                  <a:lnTo>
                    <a:pt x="573404" y="864985"/>
                  </a:lnTo>
                  <a:lnTo>
                    <a:pt x="612374" y="795486"/>
                  </a:lnTo>
                  <a:close/>
                  <a:moveTo>
                    <a:pt x="612374" y="795486"/>
                  </a:moveTo>
                  <a:lnTo>
                    <a:pt x="660690" y="776453"/>
                  </a:lnTo>
                  <a:lnTo>
                    <a:pt x="645789" y="762346"/>
                  </a:lnTo>
                  <a:close/>
                  <a:moveTo>
                    <a:pt x="573404" y="864985"/>
                  </a:moveTo>
                  <a:lnTo>
                    <a:pt x="649252" y="869908"/>
                  </a:lnTo>
                  <a:lnTo>
                    <a:pt x="612374" y="795486"/>
                  </a:lnTo>
                  <a:close/>
                  <a:moveTo>
                    <a:pt x="645789" y="762346"/>
                  </a:moveTo>
                  <a:lnTo>
                    <a:pt x="660690" y="776453"/>
                  </a:lnTo>
                  <a:lnTo>
                    <a:pt x="666758" y="720160"/>
                  </a:lnTo>
                  <a:close/>
                  <a:moveTo>
                    <a:pt x="443023" y="515701"/>
                  </a:moveTo>
                  <a:lnTo>
                    <a:pt x="420564" y="572200"/>
                  </a:lnTo>
                  <a:lnTo>
                    <a:pt x="465937" y="526640"/>
                  </a:lnTo>
                  <a:close/>
                  <a:moveTo>
                    <a:pt x="2145578" y="2626669"/>
                  </a:moveTo>
                  <a:lnTo>
                    <a:pt x="2191566" y="2653293"/>
                  </a:lnTo>
                  <a:lnTo>
                    <a:pt x="2192281" y="2586084"/>
                  </a:lnTo>
                  <a:close/>
                  <a:moveTo>
                    <a:pt x="2192281" y="2586084"/>
                  </a:moveTo>
                  <a:lnTo>
                    <a:pt x="2191566" y="2653293"/>
                  </a:lnTo>
                  <a:lnTo>
                    <a:pt x="2232521" y="2548899"/>
                  </a:lnTo>
                  <a:close/>
                  <a:moveTo>
                    <a:pt x="2145578" y="2626669"/>
                  </a:moveTo>
                  <a:lnTo>
                    <a:pt x="2093664" y="2540603"/>
                  </a:lnTo>
                  <a:lnTo>
                    <a:pt x="2073567" y="2571078"/>
                  </a:lnTo>
                  <a:close/>
                  <a:moveTo>
                    <a:pt x="1682133" y="2008559"/>
                  </a:moveTo>
                  <a:lnTo>
                    <a:pt x="1771085" y="2062478"/>
                  </a:lnTo>
                  <a:lnTo>
                    <a:pt x="1729357" y="1957136"/>
                  </a:lnTo>
                  <a:close/>
                  <a:moveTo>
                    <a:pt x="1695898" y="1981558"/>
                  </a:moveTo>
                  <a:lnTo>
                    <a:pt x="1754542" y="1894381"/>
                  </a:lnTo>
                  <a:lnTo>
                    <a:pt x="1700394" y="1877810"/>
                  </a:lnTo>
                  <a:close/>
                  <a:moveTo>
                    <a:pt x="1695898" y="1981558"/>
                  </a:moveTo>
                  <a:lnTo>
                    <a:pt x="1700394" y="1877810"/>
                  </a:lnTo>
                  <a:lnTo>
                    <a:pt x="1722735" y="1957136"/>
                  </a:lnTo>
                  <a:close/>
                  <a:moveTo>
                    <a:pt x="1388966" y="1748429"/>
                  </a:moveTo>
                  <a:lnTo>
                    <a:pt x="1460399" y="1736845"/>
                  </a:lnTo>
                  <a:lnTo>
                    <a:pt x="1503401" y="1682423"/>
                  </a:lnTo>
                  <a:close/>
                  <a:moveTo>
                    <a:pt x="1426727" y="1674410"/>
                  </a:moveTo>
                  <a:lnTo>
                    <a:pt x="1388966" y="1748429"/>
                  </a:lnTo>
                  <a:lnTo>
                    <a:pt x="1503401" y="1682423"/>
                  </a:lnTo>
                  <a:close/>
                  <a:moveTo>
                    <a:pt x="1503401" y="1682423"/>
                  </a:moveTo>
                  <a:lnTo>
                    <a:pt x="1460399" y="1736845"/>
                  </a:lnTo>
                  <a:lnTo>
                    <a:pt x="1578968" y="1686299"/>
                  </a:lnTo>
                  <a:close/>
                  <a:moveTo>
                    <a:pt x="639490" y="681666"/>
                  </a:moveTo>
                  <a:lnTo>
                    <a:pt x="666758" y="720160"/>
                  </a:lnTo>
                  <a:lnTo>
                    <a:pt x="714262" y="682567"/>
                  </a:lnTo>
                  <a:close/>
                  <a:moveTo>
                    <a:pt x="465937" y="526640"/>
                  </a:moveTo>
                  <a:lnTo>
                    <a:pt x="480202" y="477264"/>
                  </a:lnTo>
                  <a:lnTo>
                    <a:pt x="443023" y="515701"/>
                  </a:lnTo>
                  <a:close/>
                  <a:moveTo>
                    <a:pt x="519643" y="512235"/>
                  </a:moveTo>
                  <a:lnTo>
                    <a:pt x="480202" y="477264"/>
                  </a:lnTo>
                  <a:lnTo>
                    <a:pt x="465937" y="526640"/>
                  </a:lnTo>
                  <a:close/>
                  <a:moveTo>
                    <a:pt x="1608217" y="1710491"/>
                  </a:moveTo>
                  <a:lnTo>
                    <a:pt x="1668463" y="1742246"/>
                  </a:lnTo>
                  <a:lnTo>
                    <a:pt x="1698107" y="1754269"/>
                  </a:lnTo>
                  <a:close/>
                  <a:moveTo>
                    <a:pt x="986262" y="393267"/>
                  </a:moveTo>
                  <a:lnTo>
                    <a:pt x="916442" y="389438"/>
                  </a:lnTo>
                  <a:lnTo>
                    <a:pt x="906928" y="415193"/>
                  </a:lnTo>
                  <a:close/>
                  <a:moveTo>
                    <a:pt x="1865138" y="1310100"/>
                  </a:moveTo>
                  <a:lnTo>
                    <a:pt x="1826131" y="1235627"/>
                  </a:lnTo>
                  <a:lnTo>
                    <a:pt x="1850516" y="1283447"/>
                  </a:lnTo>
                  <a:close/>
                  <a:moveTo>
                    <a:pt x="1839100" y="1266321"/>
                  </a:moveTo>
                  <a:lnTo>
                    <a:pt x="1826131" y="1235627"/>
                  </a:lnTo>
                  <a:lnTo>
                    <a:pt x="1865138" y="1310100"/>
                  </a:lnTo>
                  <a:close/>
                  <a:moveTo>
                    <a:pt x="1482882" y="744896"/>
                  </a:moveTo>
                  <a:lnTo>
                    <a:pt x="1550190" y="738225"/>
                  </a:lnTo>
                  <a:lnTo>
                    <a:pt x="1516665" y="734594"/>
                  </a:lnTo>
                  <a:close/>
                  <a:moveTo>
                    <a:pt x="1260019" y="690815"/>
                  </a:moveTo>
                  <a:lnTo>
                    <a:pt x="1259534" y="592563"/>
                  </a:lnTo>
                  <a:lnTo>
                    <a:pt x="1258107" y="570164"/>
                  </a:lnTo>
                  <a:close/>
                  <a:moveTo>
                    <a:pt x="1258107" y="570164"/>
                  </a:moveTo>
                  <a:lnTo>
                    <a:pt x="1292063" y="588772"/>
                  </a:lnTo>
                  <a:lnTo>
                    <a:pt x="1260019" y="690815"/>
                  </a:lnTo>
                  <a:close/>
                  <a:moveTo>
                    <a:pt x="1322494" y="570164"/>
                  </a:moveTo>
                  <a:lnTo>
                    <a:pt x="1259534" y="592563"/>
                  </a:lnTo>
                  <a:lnTo>
                    <a:pt x="1257130" y="673364"/>
                  </a:lnTo>
                  <a:close/>
                  <a:moveTo>
                    <a:pt x="1495646" y="721977"/>
                  </a:moveTo>
                  <a:lnTo>
                    <a:pt x="1482882" y="744896"/>
                  </a:lnTo>
                  <a:lnTo>
                    <a:pt x="1516665" y="734594"/>
                  </a:lnTo>
                  <a:close/>
                  <a:moveTo>
                    <a:pt x="1495646" y="721977"/>
                  </a:moveTo>
                  <a:lnTo>
                    <a:pt x="1516665" y="734594"/>
                  </a:lnTo>
                  <a:lnTo>
                    <a:pt x="1465867" y="681282"/>
                  </a:lnTo>
                  <a:close/>
                  <a:moveTo>
                    <a:pt x="1284630" y="560982"/>
                  </a:moveTo>
                  <a:lnTo>
                    <a:pt x="1322494" y="570164"/>
                  </a:lnTo>
                  <a:lnTo>
                    <a:pt x="1318040" y="470693"/>
                  </a:lnTo>
                  <a:close/>
                  <a:moveTo>
                    <a:pt x="1318040" y="470693"/>
                  </a:moveTo>
                  <a:lnTo>
                    <a:pt x="1322494" y="570164"/>
                  </a:lnTo>
                  <a:lnTo>
                    <a:pt x="1373593" y="460335"/>
                  </a:lnTo>
                  <a:close/>
                  <a:moveTo>
                    <a:pt x="1340848" y="449512"/>
                  </a:moveTo>
                  <a:lnTo>
                    <a:pt x="1373593" y="460335"/>
                  </a:lnTo>
                  <a:lnTo>
                    <a:pt x="1379660" y="422422"/>
                  </a:lnTo>
                  <a:close/>
                  <a:moveTo>
                    <a:pt x="1152838" y="131687"/>
                  </a:moveTo>
                  <a:lnTo>
                    <a:pt x="1204660" y="202867"/>
                  </a:lnTo>
                  <a:lnTo>
                    <a:pt x="1219813" y="224487"/>
                  </a:lnTo>
                  <a:close/>
                  <a:moveTo>
                    <a:pt x="1625746" y="493291"/>
                  </a:moveTo>
                  <a:lnTo>
                    <a:pt x="1615144" y="585326"/>
                  </a:lnTo>
                  <a:lnTo>
                    <a:pt x="1614743" y="528843"/>
                  </a:lnTo>
                  <a:close/>
                  <a:moveTo>
                    <a:pt x="1567325" y="566753"/>
                  </a:moveTo>
                  <a:lnTo>
                    <a:pt x="1645011" y="578553"/>
                  </a:lnTo>
                  <a:lnTo>
                    <a:pt x="1625746" y="493291"/>
                  </a:lnTo>
                  <a:close/>
                  <a:moveTo>
                    <a:pt x="1340848" y="449512"/>
                  </a:moveTo>
                  <a:lnTo>
                    <a:pt x="1379660" y="422422"/>
                  </a:lnTo>
                  <a:lnTo>
                    <a:pt x="1420254" y="358997"/>
                  </a:lnTo>
                  <a:close/>
                  <a:moveTo>
                    <a:pt x="1204660" y="202867"/>
                  </a:moveTo>
                  <a:lnTo>
                    <a:pt x="1152838" y="131687"/>
                  </a:lnTo>
                  <a:lnTo>
                    <a:pt x="1202914" y="177633"/>
                  </a:lnTo>
                  <a:close/>
                  <a:moveTo>
                    <a:pt x="1144095" y="120652"/>
                  </a:moveTo>
                  <a:lnTo>
                    <a:pt x="1135940" y="31898"/>
                  </a:lnTo>
                  <a:lnTo>
                    <a:pt x="1129082" y="0"/>
                  </a:lnTo>
                  <a:close/>
                </a:path>
              </a:pathLst>
            </a:custGeom>
            <a:solidFill>
              <a:srgbClr val="D8DEE3"/>
            </a:solidFill>
            <a:ln w="1524">
              <a:solidFill>
                <a:srgbClr val="D8DEE3"/>
              </a:solidFill>
            </a:ln>
          </p:spPr>
        </p:sp>
        <p:sp>
          <p:nvSpPr>
            <p:cNvPr id="2078" name="Candidate_density__2077">
              <a:extLst>
                <a:ext uri="{FF2B5EF4-FFF2-40B4-BE49-F238E27FC236}">
                  <a16:creationId xmlns:a16="http://schemas.microsoft.com/office/drawing/2014/main" id="{BEAD59CA-2616-A135-6CCF-990C332D612F}"/>
                </a:ext>
              </a:extLst>
            </p:cNvPr>
            <p:cNvSpPr>
              <a:spLocks noGrp="1"/>
            </p:cNvSpPr>
            <p:nvPr/>
          </p:nvSpPr>
          <p:spPr>
            <a:xfrm>
              <a:off x="4299074" y="1514104"/>
              <a:ext cx="2286419" cy="3687242"/>
            </a:xfrm>
            <a:custGeom>
              <a:avLst/>
              <a:gdLst/>
              <a:ahLst/>
              <a:cxnLst/>
              <a:rect l="0" t="0" r="0" b="0"/>
              <a:pathLst>
                <a:path w="2286419" h="3687242">
                  <a:moveTo>
                    <a:pt x="291705" y="3572767"/>
                  </a:moveTo>
                  <a:lnTo>
                    <a:pt x="329484" y="3654983"/>
                  </a:lnTo>
                  <a:lnTo>
                    <a:pt x="367804" y="3616546"/>
                  </a:lnTo>
                  <a:close/>
                  <a:moveTo>
                    <a:pt x="468431" y="3578110"/>
                  </a:moveTo>
                  <a:lnTo>
                    <a:pt x="510652" y="3687242"/>
                  </a:lnTo>
                  <a:lnTo>
                    <a:pt x="516911" y="3660325"/>
                  </a:lnTo>
                  <a:close/>
                  <a:moveTo>
                    <a:pt x="409080" y="3650633"/>
                  </a:moveTo>
                  <a:lnTo>
                    <a:pt x="510652" y="3687242"/>
                  </a:lnTo>
                  <a:lnTo>
                    <a:pt x="468431" y="3578110"/>
                  </a:lnTo>
                  <a:close/>
                  <a:moveTo>
                    <a:pt x="428153" y="3593628"/>
                  </a:moveTo>
                  <a:lnTo>
                    <a:pt x="468431" y="3578110"/>
                  </a:lnTo>
                  <a:lnTo>
                    <a:pt x="465365" y="3582418"/>
                  </a:lnTo>
                  <a:close/>
                  <a:moveTo>
                    <a:pt x="389574" y="3524900"/>
                  </a:moveTo>
                  <a:lnTo>
                    <a:pt x="428153" y="3593628"/>
                  </a:lnTo>
                  <a:lnTo>
                    <a:pt x="465365" y="3582418"/>
                  </a:lnTo>
                  <a:close/>
                  <a:moveTo>
                    <a:pt x="563372" y="3644382"/>
                  </a:moveTo>
                  <a:lnTo>
                    <a:pt x="653102" y="3632024"/>
                  </a:lnTo>
                  <a:lnTo>
                    <a:pt x="620500" y="3558437"/>
                  </a:lnTo>
                  <a:close/>
                  <a:moveTo>
                    <a:pt x="563372" y="3644382"/>
                  </a:moveTo>
                  <a:lnTo>
                    <a:pt x="620500" y="3558437"/>
                  </a:lnTo>
                  <a:lnTo>
                    <a:pt x="560169" y="3546894"/>
                  </a:lnTo>
                  <a:close/>
                  <a:moveTo>
                    <a:pt x="560169" y="3546894"/>
                  </a:moveTo>
                  <a:lnTo>
                    <a:pt x="620500" y="3558437"/>
                  </a:lnTo>
                  <a:lnTo>
                    <a:pt x="505296" y="3491412"/>
                  </a:lnTo>
                  <a:close/>
                  <a:moveTo>
                    <a:pt x="477259" y="3411683"/>
                  </a:moveTo>
                  <a:lnTo>
                    <a:pt x="522150" y="3364319"/>
                  </a:lnTo>
                  <a:lnTo>
                    <a:pt x="392086" y="3371893"/>
                  </a:lnTo>
                  <a:close/>
                  <a:moveTo>
                    <a:pt x="539358" y="2969510"/>
                  </a:moveTo>
                  <a:lnTo>
                    <a:pt x="583279" y="2988145"/>
                  </a:lnTo>
                  <a:lnTo>
                    <a:pt x="539670" y="3090161"/>
                  </a:lnTo>
                  <a:close/>
                  <a:moveTo>
                    <a:pt x="583279" y="2988145"/>
                  </a:moveTo>
                  <a:lnTo>
                    <a:pt x="539358" y="2969510"/>
                  </a:lnTo>
                  <a:lnTo>
                    <a:pt x="505684" y="2890544"/>
                  </a:lnTo>
                  <a:close/>
                  <a:moveTo>
                    <a:pt x="681403" y="2908371"/>
                  </a:moveTo>
                  <a:lnTo>
                    <a:pt x="750167" y="2913060"/>
                  </a:lnTo>
                  <a:lnTo>
                    <a:pt x="748610" y="2814233"/>
                  </a:lnTo>
                  <a:close/>
                  <a:moveTo>
                    <a:pt x="750167" y="2913060"/>
                  </a:moveTo>
                  <a:lnTo>
                    <a:pt x="825339" y="2812446"/>
                  </a:lnTo>
                  <a:lnTo>
                    <a:pt x="748610" y="2814233"/>
                  </a:lnTo>
                  <a:close/>
                  <a:moveTo>
                    <a:pt x="47863" y="1988271"/>
                  </a:moveTo>
                  <a:lnTo>
                    <a:pt x="46030" y="2020943"/>
                  </a:lnTo>
                  <a:lnTo>
                    <a:pt x="52780" y="2108923"/>
                  </a:lnTo>
                  <a:close/>
                  <a:moveTo>
                    <a:pt x="47863" y="1988271"/>
                  </a:moveTo>
                  <a:lnTo>
                    <a:pt x="34190" y="2008943"/>
                  </a:lnTo>
                  <a:lnTo>
                    <a:pt x="46030" y="2020943"/>
                  </a:lnTo>
                  <a:close/>
                  <a:moveTo>
                    <a:pt x="0" y="1944492"/>
                  </a:moveTo>
                  <a:lnTo>
                    <a:pt x="34190" y="2008943"/>
                  </a:lnTo>
                  <a:lnTo>
                    <a:pt x="47863" y="1988271"/>
                  </a:lnTo>
                  <a:close/>
                  <a:moveTo>
                    <a:pt x="364026" y="2044287"/>
                  </a:moveTo>
                  <a:lnTo>
                    <a:pt x="398980" y="2106455"/>
                  </a:lnTo>
                  <a:lnTo>
                    <a:pt x="370569" y="2032049"/>
                  </a:lnTo>
                  <a:close/>
                  <a:moveTo>
                    <a:pt x="398980" y="2106455"/>
                  </a:moveTo>
                  <a:lnTo>
                    <a:pt x="364026" y="2044287"/>
                  </a:lnTo>
                  <a:lnTo>
                    <a:pt x="402080" y="2114264"/>
                  </a:lnTo>
                  <a:close/>
                  <a:moveTo>
                    <a:pt x="1091430" y="2897979"/>
                  </a:moveTo>
                  <a:lnTo>
                    <a:pt x="1001339" y="2936415"/>
                  </a:lnTo>
                  <a:lnTo>
                    <a:pt x="1088949" y="3014190"/>
                  </a:lnTo>
                  <a:close/>
                  <a:moveTo>
                    <a:pt x="745713" y="2416220"/>
                  </a:moveTo>
                  <a:lnTo>
                    <a:pt x="839288" y="2422863"/>
                  </a:lnTo>
                  <a:lnTo>
                    <a:pt x="805872" y="2404688"/>
                  </a:lnTo>
                  <a:close/>
                  <a:moveTo>
                    <a:pt x="699812" y="2395241"/>
                  </a:moveTo>
                  <a:lnTo>
                    <a:pt x="734173" y="2404688"/>
                  </a:lnTo>
                  <a:lnTo>
                    <a:pt x="745713" y="2416220"/>
                  </a:lnTo>
                  <a:close/>
                  <a:moveTo>
                    <a:pt x="398980" y="2106455"/>
                  </a:moveTo>
                  <a:lnTo>
                    <a:pt x="402080" y="2114264"/>
                  </a:lnTo>
                  <a:lnTo>
                    <a:pt x="401812" y="2113660"/>
                  </a:lnTo>
                  <a:close/>
                  <a:moveTo>
                    <a:pt x="394364" y="2075828"/>
                  </a:moveTo>
                  <a:lnTo>
                    <a:pt x="398980" y="2106455"/>
                  </a:lnTo>
                  <a:lnTo>
                    <a:pt x="401812" y="2113660"/>
                  </a:lnTo>
                  <a:close/>
                  <a:moveTo>
                    <a:pt x="370569" y="2032049"/>
                  </a:moveTo>
                  <a:lnTo>
                    <a:pt x="398980" y="2106455"/>
                  </a:lnTo>
                  <a:lnTo>
                    <a:pt x="394364" y="2075828"/>
                  </a:lnTo>
                  <a:close/>
                  <a:moveTo>
                    <a:pt x="353886" y="1993613"/>
                  </a:moveTo>
                  <a:lnTo>
                    <a:pt x="349072" y="1949834"/>
                  </a:lnTo>
                  <a:lnTo>
                    <a:pt x="370569" y="2032049"/>
                  </a:lnTo>
                  <a:close/>
                  <a:moveTo>
                    <a:pt x="1107362" y="2804442"/>
                  </a:moveTo>
                  <a:lnTo>
                    <a:pt x="1163796" y="2800167"/>
                  </a:lnTo>
                  <a:lnTo>
                    <a:pt x="1076349" y="2751878"/>
                  </a:lnTo>
                  <a:close/>
                  <a:moveTo>
                    <a:pt x="1239198" y="2777327"/>
                  </a:moveTo>
                  <a:lnTo>
                    <a:pt x="1193321" y="2895244"/>
                  </a:lnTo>
                  <a:lnTo>
                    <a:pt x="1226510" y="2819443"/>
                  </a:lnTo>
                  <a:close/>
                  <a:moveTo>
                    <a:pt x="1263689" y="2798536"/>
                  </a:moveTo>
                  <a:lnTo>
                    <a:pt x="1239198" y="2777327"/>
                  </a:lnTo>
                  <a:lnTo>
                    <a:pt x="1258036" y="2703039"/>
                  </a:lnTo>
                  <a:close/>
                  <a:moveTo>
                    <a:pt x="820563" y="2284037"/>
                  </a:moveTo>
                  <a:lnTo>
                    <a:pt x="765439" y="2240258"/>
                  </a:lnTo>
                  <a:lnTo>
                    <a:pt x="800539" y="2322473"/>
                  </a:lnTo>
                  <a:close/>
                  <a:moveTo>
                    <a:pt x="434026" y="1887286"/>
                  </a:moveTo>
                  <a:lnTo>
                    <a:pt x="530305" y="1969698"/>
                  </a:lnTo>
                  <a:lnTo>
                    <a:pt x="516790" y="1880593"/>
                  </a:lnTo>
                  <a:close/>
                  <a:moveTo>
                    <a:pt x="505863" y="1797010"/>
                  </a:moveTo>
                  <a:lnTo>
                    <a:pt x="502575" y="1790746"/>
                  </a:lnTo>
                  <a:lnTo>
                    <a:pt x="516790" y="1880593"/>
                  </a:lnTo>
                  <a:close/>
                  <a:moveTo>
                    <a:pt x="516790" y="1880593"/>
                  </a:moveTo>
                  <a:lnTo>
                    <a:pt x="502575" y="1790746"/>
                  </a:lnTo>
                  <a:lnTo>
                    <a:pt x="414450" y="1803109"/>
                  </a:lnTo>
                  <a:close/>
                  <a:moveTo>
                    <a:pt x="516790" y="1880593"/>
                  </a:moveTo>
                  <a:lnTo>
                    <a:pt x="414450" y="1803109"/>
                  </a:lnTo>
                  <a:lnTo>
                    <a:pt x="434026" y="1887286"/>
                  </a:lnTo>
                  <a:close/>
                  <a:moveTo>
                    <a:pt x="421098" y="1758746"/>
                  </a:moveTo>
                  <a:lnTo>
                    <a:pt x="350666" y="1708531"/>
                  </a:lnTo>
                  <a:lnTo>
                    <a:pt x="414450" y="1803109"/>
                  </a:lnTo>
                  <a:close/>
                  <a:moveTo>
                    <a:pt x="337549" y="1725027"/>
                  </a:moveTo>
                  <a:lnTo>
                    <a:pt x="404156" y="1790746"/>
                  </a:lnTo>
                  <a:lnTo>
                    <a:pt x="414450" y="1803109"/>
                  </a:lnTo>
                  <a:close/>
                  <a:moveTo>
                    <a:pt x="1263340" y="2656676"/>
                  </a:moveTo>
                  <a:lnTo>
                    <a:pt x="1246842" y="2616803"/>
                  </a:lnTo>
                  <a:lnTo>
                    <a:pt x="1249737" y="2695112"/>
                  </a:lnTo>
                  <a:close/>
                  <a:moveTo>
                    <a:pt x="1174213" y="2510409"/>
                  </a:moveTo>
                  <a:lnTo>
                    <a:pt x="1245995" y="2612736"/>
                  </a:lnTo>
                  <a:lnTo>
                    <a:pt x="1199390" y="2590034"/>
                  </a:lnTo>
                  <a:close/>
                  <a:moveTo>
                    <a:pt x="502575" y="1790746"/>
                  </a:moveTo>
                  <a:lnTo>
                    <a:pt x="505863" y="1797010"/>
                  </a:lnTo>
                  <a:lnTo>
                    <a:pt x="504889" y="1790176"/>
                  </a:lnTo>
                  <a:close/>
                  <a:moveTo>
                    <a:pt x="504889" y="1790176"/>
                  </a:moveTo>
                  <a:lnTo>
                    <a:pt x="421098" y="1758746"/>
                  </a:lnTo>
                  <a:lnTo>
                    <a:pt x="502575" y="1790746"/>
                  </a:lnTo>
                  <a:close/>
                  <a:moveTo>
                    <a:pt x="426872" y="1692918"/>
                  </a:moveTo>
                  <a:lnTo>
                    <a:pt x="421098" y="1758746"/>
                  </a:lnTo>
                  <a:lnTo>
                    <a:pt x="504889" y="1790176"/>
                  </a:lnTo>
                  <a:close/>
                  <a:moveTo>
                    <a:pt x="504889" y="1790176"/>
                  </a:moveTo>
                  <a:lnTo>
                    <a:pt x="505863" y="1797010"/>
                  </a:lnTo>
                  <a:lnTo>
                    <a:pt x="505511" y="1790746"/>
                  </a:lnTo>
                  <a:close/>
                  <a:moveTo>
                    <a:pt x="505511" y="1790746"/>
                  </a:moveTo>
                  <a:lnTo>
                    <a:pt x="507004" y="1688365"/>
                  </a:lnTo>
                  <a:lnTo>
                    <a:pt x="504889" y="1790176"/>
                  </a:lnTo>
                  <a:close/>
                  <a:moveTo>
                    <a:pt x="1203286" y="2574461"/>
                  </a:moveTo>
                  <a:lnTo>
                    <a:pt x="1174213" y="2510409"/>
                  </a:lnTo>
                  <a:lnTo>
                    <a:pt x="1199390" y="2590034"/>
                  </a:lnTo>
                  <a:close/>
                  <a:moveTo>
                    <a:pt x="672822" y="1916740"/>
                  </a:moveTo>
                  <a:lnTo>
                    <a:pt x="691680" y="1859595"/>
                  </a:lnTo>
                  <a:lnTo>
                    <a:pt x="697932" y="1954605"/>
                  </a:lnTo>
                  <a:close/>
                  <a:moveTo>
                    <a:pt x="932413" y="2061974"/>
                  </a:moveTo>
                  <a:lnTo>
                    <a:pt x="898835" y="2052049"/>
                  </a:lnTo>
                  <a:lnTo>
                    <a:pt x="951466" y="2069854"/>
                  </a:lnTo>
                  <a:close/>
                  <a:moveTo>
                    <a:pt x="951466" y="2069854"/>
                  </a:moveTo>
                  <a:lnTo>
                    <a:pt x="960730" y="2081170"/>
                  </a:lnTo>
                  <a:lnTo>
                    <a:pt x="932413" y="2061974"/>
                  </a:lnTo>
                  <a:close/>
                  <a:moveTo>
                    <a:pt x="567780" y="1670094"/>
                  </a:moveTo>
                  <a:lnTo>
                    <a:pt x="612581" y="1702150"/>
                  </a:lnTo>
                  <a:lnTo>
                    <a:pt x="617707" y="1631658"/>
                  </a:lnTo>
                  <a:close/>
                  <a:moveTo>
                    <a:pt x="1733515" y="2759036"/>
                  </a:moveTo>
                  <a:lnTo>
                    <a:pt x="1757603" y="2766215"/>
                  </a:lnTo>
                  <a:lnTo>
                    <a:pt x="1722522" y="2744233"/>
                  </a:lnTo>
                  <a:close/>
                  <a:moveTo>
                    <a:pt x="1733515" y="2759036"/>
                  </a:moveTo>
                  <a:lnTo>
                    <a:pt x="1722522" y="2744233"/>
                  </a:lnTo>
                  <a:lnTo>
                    <a:pt x="1747832" y="2729683"/>
                  </a:lnTo>
                  <a:close/>
                  <a:moveTo>
                    <a:pt x="1755431" y="2662018"/>
                  </a:moveTo>
                  <a:lnTo>
                    <a:pt x="1733515" y="2759036"/>
                  </a:lnTo>
                  <a:lnTo>
                    <a:pt x="1747832" y="2729683"/>
                  </a:lnTo>
                  <a:close/>
                  <a:moveTo>
                    <a:pt x="1208543" y="2004297"/>
                  </a:moveTo>
                  <a:lnTo>
                    <a:pt x="1214287" y="2064683"/>
                  </a:lnTo>
                  <a:lnTo>
                    <a:pt x="1200747" y="2088469"/>
                  </a:lnTo>
                  <a:close/>
                  <a:moveTo>
                    <a:pt x="1208543" y="2004297"/>
                  </a:moveTo>
                  <a:lnTo>
                    <a:pt x="1200747" y="2088469"/>
                  </a:lnTo>
                  <a:lnTo>
                    <a:pt x="1199982" y="2074652"/>
                  </a:lnTo>
                  <a:close/>
                  <a:moveTo>
                    <a:pt x="642857" y="1600148"/>
                  </a:moveTo>
                  <a:lnTo>
                    <a:pt x="687839" y="1553124"/>
                  </a:lnTo>
                  <a:lnTo>
                    <a:pt x="712390" y="1581461"/>
                  </a:lnTo>
                  <a:close/>
                  <a:moveTo>
                    <a:pt x="416288" y="1182146"/>
                  </a:moveTo>
                  <a:lnTo>
                    <a:pt x="342479" y="1100382"/>
                  </a:lnTo>
                  <a:lnTo>
                    <a:pt x="331675" y="1138367"/>
                  </a:lnTo>
                  <a:close/>
                  <a:moveTo>
                    <a:pt x="416288" y="1182146"/>
                  </a:moveTo>
                  <a:lnTo>
                    <a:pt x="331675" y="1138367"/>
                  </a:lnTo>
                  <a:lnTo>
                    <a:pt x="339691" y="1220583"/>
                  </a:lnTo>
                  <a:close/>
                  <a:moveTo>
                    <a:pt x="342479" y="1100382"/>
                  </a:moveTo>
                  <a:lnTo>
                    <a:pt x="340876" y="1091859"/>
                  </a:lnTo>
                  <a:lnTo>
                    <a:pt x="331675" y="1138367"/>
                  </a:lnTo>
                  <a:close/>
                  <a:moveTo>
                    <a:pt x="1199982" y="2074652"/>
                  </a:moveTo>
                  <a:lnTo>
                    <a:pt x="1200747" y="2088469"/>
                  </a:lnTo>
                  <a:lnTo>
                    <a:pt x="1199881" y="2086513"/>
                  </a:lnTo>
                  <a:close/>
                  <a:moveTo>
                    <a:pt x="1755431" y="2662018"/>
                  </a:moveTo>
                  <a:lnTo>
                    <a:pt x="1747832" y="2729683"/>
                  </a:lnTo>
                  <a:lnTo>
                    <a:pt x="1845786" y="2705797"/>
                  </a:lnTo>
                  <a:close/>
                  <a:moveTo>
                    <a:pt x="1448462" y="2130291"/>
                  </a:moveTo>
                  <a:lnTo>
                    <a:pt x="1514298" y="2215519"/>
                  </a:lnTo>
                  <a:lnTo>
                    <a:pt x="1516247" y="2205939"/>
                  </a:lnTo>
                  <a:close/>
                  <a:moveTo>
                    <a:pt x="1430404" y="2250942"/>
                  </a:moveTo>
                  <a:lnTo>
                    <a:pt x="1514298" y="2215519"/>
                  </a:lnTo>
                  <a:lnTo>
                    <a:pt x="1448462" y="2130291"/>
                  </a:lnTo>
                  <a:close/>
                  <a:moveTo>
                    <a:pt x="1435983" y="2168727"/>
                  </a:moveTo>
                  <a:lnTo>
                    <a:pt x="1430404" y="2250942"/>
                  </a:lnTo>
                  <a:lnTo>
                    <a:pt x="1448462" y="2130291"/>
                  </a:lnTo>
                  <a:close/>
                  <a:moveTo>
                    <a:pt x="1486568" y="2094975"/>
                  </a:moveTo>
                  <a:lnTo>
                    <a:pt x="1435983" y="2168727"/>
                  </a:lnTo>
                  <a:lnTo>
                    <a:pt x="1448462" y="2130291"/>
                  </a:lnTo>
                  <a:close/>
                  <a:moveTo>
                    <a:pt x="1208543" y="2004297"/>
                  </a:moveTo>
                  <a:lnTo>
                    <a:pt x="1226556" y="1967394"/>
                  </a:lnTo>
                  <a:lnTo>
                    <a:pt x="1224805" y="1922082"/>
                  </a:lnTo>
                  <a:close/>
                  <a:moveTo>
                    <a:pt x="881155" y="1718585"/>
                  </a:moveTo>
                  <a:lnTo>
                    <a:pt x="919477" y="1734991"/>
                  </a:lnTo>
                  <a:lnTo>
                    <a:pt x="948864" y="1693080"/>
                  </a:lnTo>
                  <a:close/>
                  <a:moveTo>
                    <a:pt x="554615" y="1249288"/>
                  </a:moveTo>
                  <a:lnTo>
                    <a:pt x="597892" y="1174605"/>
                  </a:lnTo>
                  <a:lnTo>
                    <a:pt x="536404" y="1164001"/>
                  </a:lnTo>
                  <a:close/>
                  <a:moveTo>
                    <a:pt x="288789" y="681913"/>
                  </a:moveTo>
                  <a:lnTo>
                    <a:pt x="211027" y="650419"/>
                  </a:lnTo>
                  <a:lnTo>
                    <a:pt x="289997" y="742681"/>
                  </a:lnTo>
                  <a:close/>
                  <a:moveTo>
                    <a:pt x="1913587" y="2705797"/>
                  </a:moveTo>
                  <a:lnTo>
                    <a:pt x="1968291" y="2589259"/>
                  </a:lnTo>
                  <a:lnTo>
                    <a:pt x="1926647" y="2585145"/>
                  </a:lnTo>
                  <a:close/>
                  <a:moveTo>
                    <a:pt x="1926647" y="2585145"/>
                  </a:moveTo>
                  <a:lnTo>
                    <a:pt x="1976558" y="2597131"/>
                  </a:lnTo>
                  <a:lnTo>
                    <a:pt x="1913587" y="2705797"/>
                  </a:lnTo>
                  <a:close/>
                  <a:moveTo>
                    <a:pt x="2014307" y="2705797"/>
                  </a:moveTo>
                  <a:lnTo>
                    <a:pt x="1976558" y="2597131"/>
                  </a:lnTo>
                  <a:lnTo>
                    <a:pt x="1984769" y="2585145"/>
                  </a:lnTo>
                  <a:close/>
                  <a:moveTo>
                    <a:pt x="1984769" y="2585145"/>
                  </a:moveTo>
                  <a:lnTo>
                    <a:pt x="1968291" y="2589259"/>
                  </a:lnTo>
                  <a:lnTo>
                    <a:pt x="2014307" y="2705797"/>
                  </a:lnTo>
                  <a:close/>
                  <a:moveTo>
                    <a:pt x="1926647" y="2585145"/>
                  </a:moveTo>
                  <a:lnTo>
                    <a:pt x="1968291" y="2589259"/>
                  </a:lnTo>
                  <a:lnTo>
                    <a:pt x="1953062" y="2509287"/>
                  </a:lnTo>
                  <a:close/>
                  <a:moveTo>
                    <a:pt x="1521492" y="2209670"/>
                  </a:moveTo>
                  <a:lnTo>
                    <a:pt x="1549723" y="2115897"/>
                  </a:lnTo>
                  <a:lnTo>
                    <a:pt x="1530688" y="2212506"/>
                  </a:lnTo>
                  <a:close/>
                  <a:moveTo>
                    <a:pt x="1530688" y="2212506"/>
                  </a:moveTo>
                  <a:lnTo>
                    <a:pt x="1549723" y="2115897"/>
                  </a:lnTo>
                  <a:lnTo>
                    <a:pt x="1553899" y="2091854"/>
                  </a:lnTo>
                  <a:close/>
                  <a:moveTo>
                    <a:pt x="1528611" y="2103790"/>
                  </a:moveTo>
                  <a:lnTo>
                    <a:pt x="1516247" y="2205939"/>
                  </a:lnTo>
                  <a:lnTo>
                    <a:pt x="1530688" y="2212506"/>
                  </a:lnTo>
                  <a:close/>
                  <a:moveTo>
                    <a:pt x="1448462" y="2130291"/>
                  </a:moveTo>
                  <a:lnTo>
                    <a:pt x="1516247" y="2205939"/>
                  </a:lnTo>
                  <a:lnTo>
                    <a:pt x="1528611" y="2103790"/>
                  </a:lnTo>
                  <a:close/>
                  <a:moveTo>
                    <a:pt x="1549723" y="2115897"/>
                  </a:moveTo>
                  <a:lnTo>
                    <a:pt x="1521492" y="2209670"/>
                  </a:lnTo>
                  <a:lnTo>
                    <a:pt x="1535287" y="2174070"/>
                  </a:lnTo>
                  <a:close/>
                  <a:moveTo>
                    <a:pt x="1486568" y="2094975"/>
                  </a:moveTo>
                  <a:lnTo>
                    <a:pt x="1448462" y="2130291"/>
                  </a:lnTo>
                  <a:lnTo>
                    <a:pt x="1528611" y="2103790"/>
                  </a:lnTo>
                  <a:close/>
                  <a:moveTo>
                    <a:pt x="412839" y="651855"/>
                  </a:moveTo>
                  <a:lnTo>
                    <a:pt x="359652" y="611983"/>
                  </a:lnTo>
                  <a:lnTo>
                    <a:pt x="288789" y="681913"/>
                  </a:lnTo>
                  <a:close/>
                  <a:moveTo>
                    <a:pt x="371166" y="711247"/>
                  </a:moveTo>
                  <a:lnTo>
                    <a:pt x="412839" y="651855"/>
                  </a:lnTo>
                  <a:lnTo>
                    <a:pt x="288789" y="681913"/>
                  </a:lnTo>
                  <a:close/>
                  <a:moveTo>
                    <a:pt x="2227249" y="2831790"/>
                  </a:moveTo>
                  <a:lnTo>
                    <a:pt x="2277733" y="2887206"/>
                  </a:lnTo>
                  <a:lnTo>
                    <a:pt x="2286419" y="2812680"/>
                  </a:lnTo>
                  <a:close/>
                  <a:moveTo>
                    <a:pt x="1760142" y="2236928"/>
                  </a:moveTo>
                  <a:lnTo>
                    <a:pt x="1869199" y="2308950"/>
                  </a:lnTo>
                  <a:lnTo>
                    <a:pt x="1790547" y="2243783"/>
                  </a:lnTo>
                  <a:close/>
                  <a:moveTo>
                    <a:pt x="1813224" y="2254365"/>
                  </a:moveTo>
                  <a:lnTo>
                    <a:pt x="1760142" y="2236928"/>
                  </a:lnTo>
                  <a:lnTo>
                    <a:pt x="1765040" y="2135633"/>
                  </a:lnTo>
                  <a:close/>
                  <a:moveTo>
                    <a:pt x="1655401" y="2017153"/>
                  </a:moveTo>
                  <a:lnTo>
                    <a:pt x="1736031" y="2053418"/>
                  </a:lnTo>
                  <a:lnTo>
                    <a:pt x="1599622" y="2006559"/>
                  </a:lnTo>
                  <a:close/>
                  <a:moveTo>
                    <a:pt x="1599622" y="2006559"/>
                  </a:moveTo>
                  <a:lnTo>
                    <a:pt x="1736077" y="2056307"/>
                  </a:lnTo>
                  <a:lnTo>
                    <a:pt x="1608973" y="2009639"/>
                  </a:lnTo>
                  <a:close/>
                  <a:moveTo>
                    <a:pt x="780214" y="910781"/>
                  </a:moveTo>
                  <a:lnTo>
                    <a:pt x="825091" y="902407"/>
                  </a:lnTo>
                  <a:lnTo>
                    <a:pt x="749945" y="861064"/>
                  </a:lnTo>
                  <a:close/>
                  <a:moveTo>
                    <a:pt x="412839" y="651855"/>
                  </a:moveTo>
                  <a:lnTo>
                    <a:pt x="360431" y="585327"/>
                  </a:lnTo>
                  <a:lnTo>
                    <a:pt x="359652" y="611983"/>
                  </a:lnTo>
                  <a:close/>
                  <a:moveTo>
                    <a:pt x="808160" y="984622"/>
                  </a:moveTo>
                  <a:lnTo>
                    <a:pt x="818884" y="915941"/>
                  </a:lnTo>
                  <a:lnTo>
                    <a:pt x="813690" y="1020257"/>
                  </a:lnTo>
                  <a:close/>
                  <a:moveTo>
                    <a:pt x="1955859" y="2098905"/>
                  </a:moveTo>
                  <a:lnTo>
                    <a:pt x="1959884" y="2104388"/>
                  </a:lnTo>
                  <a:lnTo>
                    <a:pt x="2052538" y="2172147"/>
                  </a:lnTo>
                  <a:close/>
                  <a:moveTo>
                    <a:pt x="1665671" y="1768336"/>
                  </a:moveTo>
                  <a:lnTo>
                    <a:pt x="1614651" y="1864796"/>
                  </a:lnTo>
                  <a:lnTo>
                    <a:pt x="1643900" y="1888988"/>
                  </a:lnTo>
                  <a:close/>
                  <a:moveTo>
                    <a:pt x="1637043" y="1775951"/>
                  </a:moveTo>
                  <a:lnTo>
                    <a:pt x="1539084" y="1860920"/>
                  </a:lnTo>
                  <a:lnTo>
                    <a:pt x="1614651" y="1864796"/>
                  </a:lnTo>
                  <a:close/>
                  <a:moveTo>
                    <a:pt x="1637043" y="1775951"/>
                  </a:moveTo>
                  <a:lnTo>
                    <a:pt x="1548585" y="1787275"/>
                  </a:lnTo>
                  <a:lnTo>
                    <a:pt x="1539084" y="1860920"/>
                  </a:lnTo>
                  <a:close/>
                  <a:moveTo>
                    <a:pt x="1548585" y="1787275"/>
                  </a:moveTo>
                  <a:lnTo>
                    <a:pt x="1637043" y="1775951"/>
                  </a:lnTo>
                  <a:lnTo>
                    <a:pt x="1562337" y="1732654"/>
                  </a:lnTo>
                  <a:close/>
                  <a:moveTo>
                    <a:pt x="1690098" y="1693318"/>
                  </a:moveTo>
                  <a:lnTo>
                    <a:pt x="1642911" y="1755253"/>
                  </a:lnTo>
                  <a:lnTo>
                    <a:pt x="1637043" y="1775951"/>
                  </a:lnTo>
                  <a:close/>
                  <a:moveTo>
                    <a:pt x="1665671" y="1768336"/>
                  </a:moveTo>
                  <a:lnTo>
                    <a:pt x="1707076" y="1716496"/>
                  </a:lnTo>
                  <a:lnTo>
                    <a:pt x="1690098" y="1693318"/>
                  </a:lnTo>
                  <a:close/>
                  <a:moveTo>
                    <a:pt x="1637043" y="1775951"/>
                  </a:moveTo>
                  <a:lnTo>
                    <a:pt x="1665671" y="1768336"/>
                  </a:lnTo>
                  <a:lnTo>
                    <a:pt x="1690098" y="1693318"/>
                  </a:lnTo>
                  <a:close/>
                  <a:moveTo>
                    <a:pt x="844500" y="795025"/>
                  </a:moveTo>
                  <a:lnTo>
                    <a:pt x="825091" y="902407"/>
                  </a:lnTo>
                  <a:lnTo>
                    <a:pt x="852993" y="888212"/>
                  </a:lnTo>
                  <a:close/>
                  <a:moveTo>
                    <a:pt x="852993" y="888212"/>
                  </a:moveTo>
                  <a:lnTo>
                    <a:pt x="954848" y="865997"/>
                  </a:lnTo>
                  <a:lnTo>
                    <a:pt x="844500" y="795025"/>
                  </a:lnTo>
                  <a:close/>
                  <a:moveTo>
                    <a:pt x="954848" y="865997"/>
                  </a:moveTo>
                  <a:lnTo>
                    <a:pt x="958273" y="867447"/>
                  </a:lnTo>
                  <a:lnTo>
                    <a:pt x="1038034" y="887004"/>
                  </a:lnTo>
                  <a:close/>
                  <a:moveTo>
                    <a:pt x="492042" y="454126"/>
                  </a:moveTo>
                  <a:lnTo>
                    <a:pt x="544247" y="452894"/>
                  </a:lnTo>
                  <a:lnTo>
                    <a:pt x="548671" y="453383"/>
                  </a:lnTo>
                  <a:close/>
                  <a:moveTo>
                    <a:pt x="472798" y="445627"/>
                  </a:moveTo>
                  <a:lnTo>
                    <a:pt x="544247" y="452894"/>
                  </a:lnTo>
                  <a:lnTo>
                    <a:pt x="492042" y="454126"/>
                  </a:lnTo>
                  <a:close/>
                  <a:moveTo>
                    <a:pt x="1999584" y="2163450"/>
                  </a:moveTo>
                  <a:lnTo>
                    <a:pt x="2052538" y="2172147"/>
                  </a:lnTo>
                  <a:lnTo>
                    <a:pt x="1959884" y="2104388"/>
                  </a:lnTo>
                  <a:close/>
                  <a:moveTo>
                    <a:pt x="1803109" y="1762127"/>
                  </a:moveTo>
                  <a:lnTo>
                    <a:pt x="1736556" y="1755641"/>
                  </a:lnTo>
                  <a:lnTo>
                    <a:pt x="1853170" y="1768857"/>
                  </a:lnTo>
                  <a:close/>
                  <a:moveTo>
                    <a:pt x="1647719" y="1667179"/>
                  </a:moveTo>
                  <a:lnTo>
                    <a:pt x="1562337" y="1732654"/>
                  </a:lnTo>
                  <a:lnTo>
                    <a:pt x="1642911" y="1755253"/>
                  </a:lnTo>
                  <a:close/>
                  <a:moveTo>
                    <a:pt x="1563358" y="1174712"/>
                  </a:moveTo>
                  <a:lnTo>
                    <a:pt x="1608572" y="1198173"/>
                  </a:lnTo>
                  <a:lnTo>
                    <a:pt x="1523969" y="1158798"/>
                  </a:lnTo>
                  <a:close/>
                  <a:moveTo>
                    <a:pt x="1491698" y="832601"/>
                  </a:moveTo>
                  <a:lnTo>
                    <a:pt x="1501551" y="859779"/>
                  </a:lnTo>
                  <a:lnTo>
                    <a:pt x="1585873" y="916722"/>
                  </a:lnTo>
                  <a:close/>
                  <a:moveTo>
                    <a:pt x="1412338" y="836526"/>
                  </a:moveTo>
                  <a:lnTo>
                    <a:pt x="1491698" y="832601"/>
                  </a:lnTo>
                  <a:lnTo>
                    <a:pt x="1410357" y="797478"/>
                  </a:lnTo>
                  <a:close/>
                  <a:moveTo>
                    <a:pt x="1491698" y="832601"/>
                  </a:moveTo>
                  <a:lnTo>
                    <a:pt x="1412338" y="836526"/>
                  </a:lnTo>
                  <a:lnTo>
                    <a:pt x="1501551" y="859779"/>
                  </a:lnTo>
                  <a:close/>
                  <a:moveTo>
                    <a:pt x="1412338" y="836526"/>
                  </a:moveTo>
                  <a:lnTo>
                    <a:pt x="1421491" y="839108"/>
                  </a:lnTo>
                  <a:lnTo>
                    <a:pt x="1501551" y="859779"/>
                  </a:lnTo>
                  <a:close/>
                  <a:moveTo>
                    <a:pt x="1358177" y="748661"/>
                  </a:moveTo>
                  <a:lnTo>
                    <a:pt x="1410357" y="797478"/>
                  </a:lnTo>
                  <a:lnTo>
                    <a:pt x="1402465" y="744461"/>
                  </a:lnTo>
                  <a:close/>
                  <a:moveTo>
                    <a:pt x="1555675" y="710224"/>
                  </a:moveTo>
                  <a:lnTo>
                    <a:pt x="1516523" y="830875"/>
                  </a:lnTo>
                  <a:lnTo>
                    <a:pt x="1603008" y="745250"/>
                  </a:lnTo>
                  <a:close/>
                  <a:moveTo>
                    <a:pt x="1489031" y="734677"/>
                  </a:moveTo>
                  <a:lnTo>
                    <a:pt x="1402465" y="744461"/>
                  </a:lnTo>
                  <a:lnTo>
                    <a:pt x="1410357" y="797478"/>
                  </a:lnTo>
                  <a:close/>
                  <a:moveTo>
                    <a:pt x="1489031" y="734677"/>
                  </a:moveTo>
                  <a:lnTo>
                    <a:pt x="1471410" y="628009"/>
                  </a:lnTo>
                  <a:lnTo>
                    <a:pt x="1409276" y="638832"/>
                  </a:lnTo>
                  <a:close/>
                  <a:moveTo>
                    <a:pt x="1489031" y="734677"/>
                  </a:moveTo>
                  <a:lnTo>
                    <a:pt x="1409276" y="638832"/>
                  </a:lnTo>
                  <a:lnTo>
                    <a:pt x="1402465" y="744461"/>
                  </a:lnTo>
                  <a:close/>
                  <a:moveTo>
                    <a:pt x="1265319" y="318659"/>
                  </a:moveTo>
                  <a:lnTo>
                    <a:pt x="1206530" y="299149"/>
                  </a:lnTo>
                  <a:lnTo>
                    <a:pt x="1255497" y="402984"/>
                  </a:lnTo>
                  <a:close/>
                  <a:moveTo>
                    <a:pt x="1180292" y="303440"/>
                  </a:moveTo>
                  <a:lnTo>
                    <a:pt x="1206530" y="299149"/>
                  </a:lnTo>
                  <a:lnTo>
                    <a:pt x="1176721" y="266065"/>
                  </a:lnTo>
                  <a:close/>
                  <a:moveTo>
                    <a:pt x="1179779" y="299149"/>
                  </a:moveTo>
                  <a:lnTo>
                    <a:pt x="1180292" y="303440"/>
                  </a:lnTo>
                  <a:lnTo>
                    <a:pt x="1176721" y="266065"/>
                  </a:lnTo>
                  <a:close/>
                  <a:moveTo>
                    <a:pt x="1603008" y="745250"/>
                  </a:moveTo>
                  <a:lnTo>
                    <a:pt x="1628602" y="681801"/>
                  </a:lnTo>
                  <a:lnTo>
                    <a:pt x="1555675" y="710224"/>
                  </a:lnTo>
                  <a:close/>
                  <a:moveTo>
                    <a:pt x="1661429" y="671787"/>
                  </a:moveTo>
                  <a:lnTo>
                    <a:pt x="1628602" y="681801"/>
                  </a:lnTo>
                  <a:lnTo>
                    <a:pt x="1603008" y="745250"/>
                  </a:lnTo>
                  <a:close/>
                  <a:moveTo>
                    <a:pt x="1628602" y="681801"/>
                  </a:moveTo>
                  <a:lnTo>
                    <a:pt x="1661429" y="671787"/>
                  </a:lnTo>
                  <a:lnTo>
                    <a:pt x="1637935" y="660636"/>
                  </a:lnTo>
                  <a:close/>
                  <a:moveTo>
                    <a:pt x="1471410" y="628009"/>
                  </a:moveTo>
                  <a:lnTo>
                    <a:pt x="1518119" y="610938"/>
                  </a:lnTo>
                  <a:lnTo>
                    <a:pt x="1415343" y="600919"/>
                  </a:lnTo>
                  <a:close/>
                  <a:moveTo>
                    <a:pt x="1415343" y="600919"/>
                  </a:moveTo>
                  <a:lnTo>
                    <a:pt x="1518119" y="610938"/>
                  </a:lnTo>
                  <a:lnTo>
                    <a:pt x="1536009" y="558209"/>
                  </a:lnTo>
                  <a:close/>
                  <a:moveTo>
                    <a:pt x="1352252" y="425142"/>
                  </a:moveTo>
                  <a:lnTo>
                    <a:pt x="1340203" y="381364"/>
                  </a:lnTo>
                  <a:lnTo>
                    <a:pt x="1336125" y="463579"/>
                  </a:lnTo>
                  <a:close/>
                  <a:moveTo>
                    <a:pt x="1206530" y="299149"/>
                  </a:moveTo>
                  <a:lnTo>
                    <a:pt x="1265319" y="318659"/>
                  </a:lnTo>
                  <a:lnTo>
                    <a:pt x="1272236" y="289283"/>
                  </a:lnTo>
                  <a:close/>
                  <a:moveTo>
                    <a:pt x="1176721" y="266065"/>
                  </a:moveTo>
                  <a:lnTo>
                    <a:pt x="1171623" y="210395"/>
                  </a:lnTo>
                  <a:lnTo>
                    <a:pt x="1179779" y="299149"/>
                  </a:lnTo>
                  <a:close/>
                  <a:moveTo>
                    <a:pt x="1272236" y="289283"/>
                  </a:moveTo>
                  <a:lnTo>
                    <a:pt x="1176721" y="266065"/>
                  </a:lnTo>
                  <a:lnTo>
                    <a:pt x="1206530" y="299149"/>
                  </a:lnTo>
                  <a:close/>
                  <a:moveTo>
                    <a:pt x="1171623" y="210395"/>
                  </a:moveTo>
                  <a:lnTo>
                    <a:pt x="1176721" y="266065"/>
                  </a:lnTo>
                  <a:lnTo>
                    <a:pt x="1272236" y="289283"/>
                  </a:lnTo>
                  <a:close/>
                  <a:moveTo>
                    <a:pt x="1275476" y="186557"/>
                  </a:moveTo>
                  <a:lnTo>
                    <a:pt x="1171623" y="210395"/>
                  </a:lnTo>
                  <a:lnTo>
                    <a:pt x="1272236" y="289283"/>
                  </a:lnTo>
                  <a:close/>
                  <a:moveTo>
                    <a:pt x="1072231" y="154053"/>
                  </a:moveTo>
                  <a:lnTo>
                    <a:pt x="1120873" y="120717"/>
                  </a:lnTo>
                  <a:lnTo>
                    <a:pt x="1171623" y="210395"/>
                  </a:lnTo>
                  <a:close/>
                  <a:moveTo>
                    <a:pt x="1171623" y="210395"/>
                  </a:moveTo>
                  <a:lnTo>
                    <a:pt x="1197033" y="126808"/>
                  </a:lnTo>
                  <a:lnTo>
                    <a:pt x="1137175" y="96282"/>
                  </a:lnTo>
                  <a:close/>
                  <a:moveTo>
                    <a:pt x="1171623" y="210395"/>
                  </a:moveTo>
                  <a:lnTo>
                    <a:pt x="1275476" y="186557"/>
                  </a:lnTo>
                  <a:lnTo>
                    <a:pt x="1197033" y="126808"/>
                  </a:lnTo>
                  <a:close/>
                  <a:moveTo>
                    <a:pt x="1275476" y="186557"/>
                  </a:moveTo>
                  <a:lnTo>
                    <a:pt x="1275027" y="139757"/>
                  </a:lnTo>
                  <a:lnTo>
                    <a:pt x="1197033" y="126808"/>
                  </a:lnTo>
                  <a:close/>
                  <a:moveTo>
                    <a:pt x="1661429" y="671787"/>
                  </a:moveTo>
                  <a:lnTo>
                    <a:pt x="1650426" y="707340"/>
                  </a:lnTo>
                  <a:lnTo>
                    <a:pt x="1658461" y="657526"/>
                  </a:lnTo>
                  <a:close/>
                  <a:moveTo>
                    <a:pt x="1536009" y="558209"/>
                  </a:moveTo>
                  <a:lnTo>
                    <a:pt x="1561815" y="589573"/>
                  </a:lnTo>
                  <a:lnTo>
                    <a:pt x="1623887" y="485449"/>
                  </a:lnTo>
                  <a:close/>
                  <a:moveTo>
                    <a:pt x="1366720" y="222275"/>
                  </a:moveTo>
                  <a:lnTo>
                    <a:pt x="1329328" y="142776"/>
                  </a:lnTo>
                  <a:lnTo>
                    <a:pt x="1336329" y="178497"/>
                  </a:lnTo>
                  <a:close/>
                  <a:moveTo>
                    <a:pt x="1137175" y="96282"/>
                  </a:moveTo>
                  <a:lnTo>
                    <a:pt x="1197033" y="126808"/>
                  </a:lnTo>
                  <a:lnTo>
                    <a:pt x="1226195" y="65936"/>
                  </a:lnTo>
                  <a:close/>
                  <a:moveTo>
                    <a:pt x="1354332" y="157609"/>
                  </a:moveTo>
                  <a:lnTo>
                    <a:pt x="1336329" y="178497"/>
                  </a:lnTo>
                  <a:lnTo>
                    <a:pt x="1329328" y="142776"/>
                  </a:lnTo>
                  <a:close/>
                  <a:moveTo>
                    <a:pt x="1226195" y="65936"/>
                  </a:moveTo>
                  <a:lnTo>
                    <a:pt x="1249310" y="7644"/>
                  </a:lnTo>
                  <a:lnTo>
                    <a:pt x="1184182" y="0"/>
                  </a:lnTo>
                  <a:close/>
                  <a:moveTo>
                    <a:pt x="1721298" y="478458"/>
                  </a:moveTo>
                  <a:lnTo>
                    <a:pt x="1698479" y="430484"/>
                  </a:lnTo>
                  <a:lnTo>
                    <a:pt x="1733923" y="456584"/>
                  </a:lnTo>
                  <a:close/>
                </a:path>
              </a:pathLst>
            </a:custGeom>
            <a:solidFill>
              <a:srgbClr val="E0E5E9"/>
            </a:solidFill>
            <a:ln w="1524">
              <a:solidFill>
                <a:srgbClr val="E0E5E9"/>
              </a:solidFill>
            </a:ln>
          </p:spPr>
        </p:sp>
        <p:sp>
          <p:nvSpPr>
            <p:cNvPr id="2079" name="Candidate_density__2078">
              <a:extLst>
                <a:ext uri="{FF2B5EF4-FFF2-40B4-BE49-F238E27FC236}">
                  <a16:creationId xmlns:a16="http://schemas.microsoft.com/office/drawing/2014/main" id="{AD44634B-01E7-48D9-59A5-F25DE6873354}"/>
                </a:ext>
              </a:extLst>
            </p:cNvPr>
            <p:cNvSpPr>
              <a:spLocks noGrp="1"/>
            </p:cNvSpPr>
            <p:nvPr/>
          </p:nvSpPr>
          <p:spPr>
            <a:xfrm>
              <a:off x="4340409" y="1506782"/>
              <a:ext cx="1943434" cy="3623869"/>
            </a:xfrm>
            <a:custGeom>
              <a:avLst/>
              <a:gdLst/>
              <a:ahLst/>
              <a:cxnLst/>
              <a:rect l="0" t="0" r="0" b="0"/>
              <a:pathLst>
                <a:path w="1943434" h="3623869">
                  <a:moveTo>
                    <a:pt x="250370" y="3580089"/>
                  </a:moveTo>
                  <a:lnTo>
                    <a:pt x="326469" y="3623869"/>
                  </a:lnTo>
                  <a:lnTo>
                    <a:pt x="329108" y="3541653"/>
                  </a:lnTo>
                  <a:close/>
                  <a:moveTo>
                    <a:pt x="329108" y="3541653"/>
                  </a:moveTo>
                  <a:lnTo>
                    <a:pt x="386818" y="3600951"/>
                  </a:lnTo>
                  <a:lnTo>
                    <a:pt x="348239" y="3532223"/>
                  </a:lnTo>
                  <a:close/>
                  <a:moveTo>
                    <a:pt x="329108" y="3541653"/>
                  </a:moveTo>
                  <a:lnTo>
                    <a:pt x="326469" y="3623869"/>
                  </a:lnTo>
                  <a:lnTo>
                    <a:pt x="386818" y="3600951"/>
                  </a:lnTo>
                  <a:close/>
                  <a:moveTo>
                    <a:pt x="323815" y="3493707"/>
                  </a:moveTo>
                  <a:lnTo>
                    <a:pt x="329108" y="3541653"/>
                  </a:lnTo>
                  <a:lnTo>
                    <a:pt x="348239" y="3532223"/>
                  </a:lnTo>
                  <a:close/>
                  <a:moveTo>
                    <a:pt x="328358" y="3338787"/>
                  </a:moveTo>
                  <a:lnTo>
                    <a:pt x="350752" y="3379216"/>
                  </a:lnTo>
                  <a:lnTo>
                    <a:pt x="350508" y="3330194"/>
                  </a:lnTo>
                  <a:close/>
                  <a:moveTo>
                    <a:pt x="294644" y="3256572"/>
                  </a:moveTo>
                  <a:lnTo>
                    <a:pt x="350508" y="3330194"/>
                  </a:lnTo>
                  <a:lnTo>
                    <a:pt x="332919" y="3244401"/>
                  </a:lnTo>
                  <a:close/>
                  <a:moveTo>
                    <a:pt x="294644" y="3256572"/>
                  </a:moveTo>
                  <a:lnTo>
                    <a:pt x="328358" y="3338787"/>
                  </a:lnTo>
                  <a:lnTo>
                    <a:pt x="350508" y="3330194"/>
                  </a:lnTo>
                  <a:close/>
                  <a:moveTo>
                    <a:pt x="350752" y="3379216"/>
                  </a:moveTo>
                  <a:lnTo>
                    <a:pt x="442571" y="3300350"/>
                  </a:lnTo>
                  <a:lnTo>
                    <a:pt x="350508" y="3330194"/>
                  </a:lnTo>
                  <a:close/>
                  <a:moveTo>
                    <a:pt x="480815" y="3371641"/>
                  </a:moveTo>
                  <a:lnTo>
                    <a:pt x="442571" y="3300350"/>
                  </a:lnTo>
                  <a:lnTo>
                    <a:pt x="350752" y="3379216"/>
                  </a:lnTo>
                  <a:close/>
                  <a:moveTo>
                    <a:pt x="442571" y="3300350"/>
                  </a:moveTo>
                  <a:lnTo>
                    <a:pt x="441330" y="3224016"/>
                  </a:lnTo>
                  <a:lnTo>
                    <a:pt x="350508" y="3330194"/>
                  </a:lnTo>
                  <a:close/>
                  <a:moveTo>
                    <a:pt x="350508" y="3330194"/>
                  </a:moveTo>
                  <a:lnTo>
                    <a:pt x="441330" y="3224016"/>
                  </a:lnTo>
                  <a:lnTo>
                    <a:pt x="439136" y="3218640"/>
                  </a:lnTo>
                  <a:close/>
                  <a:moveTo>
                    <a:pt x="350508" y="3330194"/>
                  </a:moveTo>
                  <a:lnTo>
                    <a:pt x="439136" y="3218640"/>
                  </a:lnTo>
                  <a:lnTo>
                    <a:pt x="332919" y="3244401"/>
                  </a:lnTo>
                  <a:close/>
                  <a:moveTo>
                    <a:pt x="506503" y="3261914"/>
                  </a:moveTo>
                  <a:lnTo>
                    <a:pt x="480815" y="3371641"/>
                  </a:lnTo>
                  <a:lnTo>
                    <a:pt x="511756" y="3272125"/>
                  </a:lnTo>
                  <a:close/>
                  <a:moveTo>
                    <a:pt x="506503" y="3261914"/>
                  </a:moveTo>
                  <a:lnTo>
                    <a:pt x="442571" y="3300350"/>
                  </a:lnTo>
                  <a:lnTo>
                    <a:pt x="480815" y="3371641"/>
                  </a:lnTo>
                  <a:close/>
                  <a:moveTo>
                    <a:pt x="504397" y="3244610"/>
                  </a:moveTo>
                  <a:lnTo>
                    <a:pt x="442571" y="3300350"/>
                  </a:lnTo>
                  <a:lnTo>
                    <a:pt x="506503" y="3261914"/>
                  </a:lnTo>
                  <a:close/>
                  <a:moveTo>
                    <a:pt x="504397" y="3244610"/>
                  </a:moveTo>
                  <a:lnTo>
                    <a:pt x="441330" y="3224016"/>
                  </a:lnTo>
                  <a:lnTo>
                    <a:pt x="442571" y="3300350"/>
                  </a:lnTo>
                  <a:close/>
                  <a:moveTo>
                    <a:pt x="441330" y="3224016"/>
                  </a:moveTo>
                  <a:lnTo>
                    <a:pt x="504397" y="3244610"/>
                  </a:lnTo>
                  <a:lnTo>
                    <a:pt x="440503" y="3218135"/>
                  </a:lnTo>
                  <a:close/>
                  <a:moveTo>
                    <a:pt x="504397" y="3244610"/>
                  </a:moveTo>
                  <a:lnTo>
                    <a:pt x="490611" y="3179698"/>
                  </a:lnTo>
                  <a:lnTo>
                    <a:pt x="440503" y="3218135"/>
                  </a:lnTo>
                  <a:close/>
                  <a:moveTo>
                    <a:pt x="498335" y="3097484"/>
                  </a:moveTo>
                  <a:lnTo>
                    <a:pt x="440503" y="3218135"/>
                  </a:lnTo>
                  <a:lnTo>
                    <a:pt x="490611" y="3179698"/>
                  </a:lnTo>
                  <a:close/>
                  <a:moveTo>
                    <a:pt x="504397" y="3244610"/>
                  </a:moveTo>
                  <a:lnTo>
                    <a:pt x="506503" y="3261914"/>
                  </a:lnTo>
                  <a:lnTo>
                    <a:pt x="512176" y="3259352"/>
                  </a:lnTo>
                  <a:close/>
                  <a:moveTo>
                    <a:pt x="504397" y="3244610"/>
                  </a:moveTo>
                  <a:lnTo>
                    <a:pt x="512176" y="3259352"/>
                  </a:lnTo>
                  <a:lnTo>
                    <a:pt x="490611" y="3179698"/>
                  </a:lnTo>
                  <a:close/>
                  <a:moveTo>
                    <a:pt x="498335" y="3097484"/>
                  </a:moveTo>
                  <a:lnTo>
                    <a:pt x="490611" y="3179698"/>
                  </a:lnTo>
                  <a:lnTo>
                    <a:pt x="554494" y="3141262"/>
                  </a:lnTo>
                  <a:close/>
                  <a:moveTo>
                    <a:pt x="498335" y="3097484"/>
                  </a:moveTo>
                  <a:lnTo>
                    <a:pt x="554494" y="3141262"/>
                  </a:lnTo>
                  <a:lnTo>
                    <a:pt x="538287" y="3059047"/>
                  </a:lnTo>
                  <a:close/>
                  <a:moveTo>
                    <a:pt x="538287" y="3059047"/>
                  </a:moveTo>
                  <a:lnTo>
                    <a:pt x="498024" y="2976832"/>
                  </a:lnTo>
                  <a:lnTo>
                    <a:pt x="498335" y="3097484"/>
                  </a:lnTo>
                  <a:close/>
                  <a:moveTo>
                    <a:pt x="493559" y="2874119"/>
                  </a:moveTo>
                  <a:lnTo>
                    <a:pt x="479885" y="2937759"/>
                  </a:lnTo>
                  <a:lnTo>
                    <a:pt x="519465" y="2856181"/>
                  </a:lnTo>
                  <a:close/>
                  <a:moveTo>
                    <a:pt x="519465" y="2856181"/>
                  </a:moveTo>
                  <a:lnTo>
                    <a:pt x="479885" y="2937759"/>
                  </a:lnTo>
                  <a:lnTo>
                    <a:pt x="498024" y="2976832"/>
                  </a:lnTo>
                  <a:close/>
                  <a:moveTo>
                    <a:pt x="466195" y="2886575"/>
                  </a:moveTo>
                  <a:lnTo>
                    <a:pt x="493559" y="2874119"/>
                  </a:lnTo>
                  <a:lnTo>
                    <a:pt x="475510" y="2812402"/>
                  </a:lnTo>
                  <a:close/>
                  <a:moveTo>
                    <a:pt x="475510" y="2812402"/>
                  </a:moveTo>
                  <a:lnTo>
                    <a:pt x="493559" y="2874119"/>
                  </a:lnTo>
                  <a:lnTo>
                    <a:pt x="519465" y="2856181"/>
                  </a:lnTo>
                  <a:close/>
                  <a:moveTo>
                    <a:pt x="475510" y="2812402"/>
                  </a:moveTo>
                  <a:lnTo>
                    <a:pt x="519465" y="2856181"/>
                  </a:lnTo>
                  <a:lnTo>
                    <a:pt x="558768" y="2773965"/>
                  </a:lnTo>
                  <a:close/>
                  <a:moveTo>
                    <a:pt x="565931" y="2765611"/>
                  </a:moveTo>
                  <a:lnTo>
                    <a:pt x="475510" y="2812402"/>
                  </a:lnTo>
                  <a:lnTo>
                    <a:pt x="558768" y="2773965"/>
                  </a:lnTo>
                  <a:close/>
                  <a:moveTo>
                    <a:pt x="640069" y="2915693"/>
                  </a:moveTo>
                  <a:lnTo>
                    <a:pt x="707275" y="2821556"/>
                  </a:lnTo>
                  <a:lnTo>
                    <a:pt x="617877" y="2833642"/>
                  </a:lnTo>
                  <a:close/>
                  <a:moveTo>
                    <a:pt x="558768" y="2773965"/>
                  </a:moveTo>
                  <a:lnTo>
                    <a:pt x="617877" y="2833642"/>
                  </a:lnTo>
                  <a:lnTo>
                    <a:pt x="572779" y="2770214"/>
                  </a:lnTo>
                  <a:close/>
                  <a:moveTo>
                    <a:pt x="558768" y="2773965"/>
                  </a:moveTo>
                  <a:lnTo>
                    <a:pt x="519465" y="2856181"/>
                  </a:lnTo>
                  <a:lnTo>
                    <a:pt x="617877" y="2833642"/>
                  </a:lnTo>
                  <a:close/>
                  <a:moveTo>
                    <a:pt x="617877" y="2833642"/>
                  </a:moveTo>
                  <a:lnTo>
                    <a:pt x="670036" y="2751739"/>
                  </a:lnTo>
                  <a:lnTo>
                    <a:pt x="572779" y="2770214"/>
                  </a:lnTo>
                  <a:close/>
                  <a:moveTo>
                    <a:pt x="565931" y="2765611"/>
                  </a:moveTo>
                  <a:lnTo>
                    <a:pt x="558768" y="2773965"/>
                  </a:lnTo>
                  <a:lnTo>
                    <a:pt x="572779" y="2770214"/>
                  </a:lnTo>
                  <a:close/>
                  <a:moveTo>
                    <a:pt x="296629" y="2379506"/>
                  </a:moveTo>
                  <a:lnTo>
                    <a:pt x="242464" y="2392194"/>
                  </a:lnTo>
                  <a:lnTo>
                    <a:pt x="181460" y="2442772"/>
                  </a:lnTo>
                  <a:close/>
                  <a:moveTo>
                    <a:pt x="242464" y="2392194"/>
                  </a:moveTo>
                  <a:lnTo>
                    <a:pt x="296629" y="2379506"/>
                  </a:lnTo>
                  <a:lnTo>
                    <a:pt x="262750" y="2362890"/>
                  </a:lnTo>
                  <a:close/>
                  <a:moveTo>
                    <a:pt x="296629" y="2379506"/>
                  </a:moveTo>
                  <a:lnTo>
                    <a:pt x="318499" y="2324454"/>
                  </a:lnTo>
                  <a:lnTo>
                    <a:pt x="262750" y="2362890"/>
                  </a:lnTo>
                  <a:close/>
                  <a:moveTo>
                    <a:pt x="237894" y="2280675"/>
                  </a:moveTo>
                  <a:lnTo>
                    <a:pt x="262750" y="2362890"/>
                  </a:lnTo>
                  <a:lnTo>
                    <a:pt x="318499" y="2324454"/>
                  </a:lnTo>
                  <a:close/>
                  <a:moveTo>
                    <a:pt x="237894" y="2280675"/>
                  </a:moveTo>
                  <a:lnTo>
                    <a:pt x="318499" y="2324454"/>
                  </a:lnTo>
                  <a:lnTo>
                    <a:pt x="305302" y="2242238"/>
                  </a:lnTo>
                  <a:close/>
                  <a:moveTo>
                    <a:pt x="377637" y="2286017"/>
                  </a:moveTo>
                  <a:lnTo>
                    <a:pt x="382074" y="2205113"/>
                  </a:lnTo>
                  <a:lnTo>
                    <a:pt x="305302" y="2242238"/>
                  </a:lnTo>
                  <a:close/>
                  <a:moveTo>
                    <a:pt x="318499" y="2324454"/>
                  </a:moveTo>
                  <a:lnTo>
                    <a:pt x="377637" y="2286017"/>
                  </a:lnTo>
                  <a:lnTo>
                    <a:pt x="305302" y="2242238"/>
                  </a:lnTo>
                  <a:close/>
                  <a:moveTo>
                    <a:pt x="289981" y="2160023"/>
                  </a:moveTo>
                  <a:lnTo>
                    <a:pt x="305302" y="2242238"/>
                  </a:lnTo>
                  <a:lnTo>
                    <a:pt x="380840" y="2204519"/>
                  </a:lnTo>
                  <a:close/>
                  <a:moveTo>
                    <a:pt x="87496" y="1724504"/>
                  </a:moveTo>
                  <a:lnTo>
                    <a:pt x="29190" y="1721712"/>
                  </a:lnTo>
                  <a:lnTo>
                    <a:pt x="0" y="1792726"/>
                  </a:lnTo>
                  <a:close/>
                  <a:moveTo>
                    <a:pt x="150799" y="1682527"/>
                  </a:moveTo>
                  <a:lnTo>
                    <a:pt x="29190" y="1721712"/>
                  </a:lnTo>
                  <a:lnTo>
                    <a:pt x="87496" y="1724504"/>
                  </a:lnTo>
                  <a:close/>
                  <a:moveTo>
                    <a:pt x="1035014" y="2759201"/>
                  </a:moveTo>
                  <a:lnTo>
                    <a:pt x="1032173" y="2823086"/>
                  </a:lnTo>
                  <a:lnTo>
                    <a:pt x="1066028" y="2811764"/>
                  </a:lnTo>
                  <a:close/>
                  <a:moveTo>
                    <a:pt x="205659" y="1725294"/>
                  </a:moveTo>
                  <a:lnTo>
                    <a:pt x="286497" y="1720167"/>
                  </a:lnTo>
                  <a:lnTo>
                    <a:pt x="223879" y="1677103"/>
                  </a:lnTo>
                  <a:close/>
                  <a:moveTo>
                    <a:pt x="335955" y="1640458"/>
                  </a:moveTo>
                  <a:lnTo>
                    <a:pt x="238610" y="1672075"/>
                  </a:lnTo>
                  <a:lnTo>
                    <a:pt x="346774" y="1642728"/>
                  </a:lnTo>
                  <a:close/>
                  <a:moveTo>
                    <a:pt x="346774" y="1642728"/>
                  </a:moveTo>
                  <a:lnTo>
                    <a:pt x="223879" y="1677103"/>
                  </a:lnTo>
                  <a:lnTo>
                    <a:pt x="309332" y="1715854"/>
                  </a:lnTo>
                  <a:close/>
                  <a:moveTo>
                    <a:pt x="309332" y="1715854"/>
                  </a:moveTo>
                  <a:lnTo>
                    <a:pt x="223879" y="1677103"/>
                  </a:lnTo>
                  <a:lnTo>
                    <a:pt x="286497" y="1720167"/>
                  </a:lnTo>
                  <a:close/>
                  <a:moveTo>
                    <a:pt x="335955" y="1640458"/>
                  </a:moveTo>
                  <a:lnTo>
                    <a:pt x="346774" y="1642728"/>
                  </a:lnTo>
                  <a:lnTo>
                    <a:pt x="351030" y="1633638"/>
                  </a:lnTo>
                  <a:close/>
                  <a:moveTo>
                    <a:pt x="346774" y="1642728"/>
                  </a:moveTo>
                  <a:lnTo>
                    <a:pt x="309332" y="1715854"/>
                  </a:lnTo>
                  <a:lnTo>
                    <a:pt x="385537" y="1700241"/>
                  </a:lnTo>
                  <a:close/>
                  <a:moveTo>
                    <a:pt x="385537" y="1700241"/>
                  </a:moveTo>
                  <a:lnTo>
                    <a:pt x="351030" y="1633638"/>
                  </a:lnTo>
                  <a:lnTo>
                    <a:pt x="346774" y="1642728"/>
                  </a:lnTo>
                  <a:close/>
                  <a:moveTo>
                    <a:pt x="451734" y="1606923"/>
                  </a:moveTo>
                  <a:lnTo>
                    <a:pt x="351030" y="1633638"/>
                  </a:lnTo>
                  <a:lnTo>
                    <a:pt x="385537" y="1700241"/>
                  </a:lnTo>
                  <a:close/>
                  <a:moveTo>
                    <a:pt x="413872" y="1512987"/>
                  </a:moveTo>
                  <a:lnTo>
                    <a:pt x="451734" y="1606923"/>
                  </a:lnTo>
                  <a:lnTo>
                    <a:pt x="455066" y="1553754"/>
                  </a:lnTo>
                  <a:close/>
                  <a:moveTo>
                    <a:pt x="351030" y="1633638"/>
                  </a:moveTo>
                  <a:lnTo>
                    <a:pt x="451734" y="1606923"/>
                  </a:lnTo>
                  <a:lnTo>
                    <a:pt x="413872" y="1512987"/>
                  </a:lnTo>
                  <a:close/>
                  <a:moveTo>
                    <a:pt x="487898" y="1595201"/>
                  </a:moveTo>
                  <a:lnTo>
                    <a:pt x="601523" y="1607470"/>
                  </a:lnTo>
                  <a:lnTo>
                    <a:pt x="566397" y="1574296"/>
                  </a:lnTo>
                  <a:close/>
                  <a:moveTo>
                    <a:pt x="1681187" y="2751555"/>
                  </a:moveTo>
                  <a:lnTo>
                    <a:pt x="1716268" y="2773538"/>
                  </a:lnTo>
                  <a:lnTo>
                    <a:pt x="1718268" y="2745149"/>
                  </a:lnTo>
                  <a:close/>
                  <a:moveTo>
                    <a:pt x="1681187" y="2751555"/>
                  </a:moveTo>
                  <a:lnTo>
                    <a:pt x="1718268" y="2745149"/>
                  </a:lnTo>
                  <a:lnTo>
                    <a:pt x="1706497" y="2737006"/>
                  </a:lnTo>
                  <a:close/>
                  <a:moveTo>
                    <a:pt x="227370" y="614142"/>
                  </a:moveTo>
                  <a:lnTo>
                    <a:pt x="101038" y="635667"/>
                  </a:lnTo>
                  <a:lnTo>
                    <a:pt x="169692" y="657742"/>
                  </a:lnTo>
                  <a:close/>
                  <a:moveTo>
                    <a:pt x="947324" y="1633985"/>
                  </a:moveTo>
                  <a:lnTo>
                    <a:pt x="917595" y="1670739"/>
                  </a:lnTo>
                  <a:lnTo>
                    <a:pt x="940621" y="1644323"/>
                  </a:lnTo>
                  <a:close/>
                  <a:moveTo>
                    <a:pt x="947324" y="1633985"/>
                  </a:moveTo>
                  <a:lnTo>
                    <a:pt x="960914" y="1635521"/>
                  </a:lnTo>
                  <a:lnTo>
                    <a:pt x="1008659" y="1584650"/>
                  </a:lnTo>
                  <a:close/>
                  <a:moveTo>
                    <a:pt x="1008659" y="1584650"/>
                  </a:moveTo>
                  <a:lnTo>
                    <a:pt x="960914" y="1635521"/>
                  </a:lnTo>
                  <a:lnTo>
                    <a:pt x="1020581" y="1523671"/>
                  </a:lnTo>
                  <a:close/>
                  <a:moveTo>
                    <a:pt x="227370" y="614142"/>
                  </a:moveTo>
                  <a:lnTo>
                    <a:pt x="261645" y="639357"/>
                  </a:lnTo>
                  <a:lnTo>
                    <a:pt x="247954" y="575526"/>
                  </a:lnTo>
                  <a:close/>
                  <a:moveTo>
                    <a:pt x="1943434" y="2592468"/>
                  </a:moveTo>
                  <a:lnTo>
                    <a:pt x="1935223" y="2604453"/>
                  </a:lnTo>
                  <a:lnTo>
                    <a:pt x="1938463" y="2587227"/>
                  </a:lnTo>
                  <a:close/>
                  <a:moveTo>
                    <a:pt x="766826" y="991944"/>
                  </a:moveTo>
                  <a:lnTo>
                    <a:pt x="783756" y="909729"/>
                  </a:lnTo>
                  <a:lnTo>
                    <a:pt x="777550" y="923264"/>
                  </a:lnTo>
                  <a:close/>
                  <a:moveTo>
                    <a:pt x="1287275" y="1423424"/>
                  </a:moveTo>
                  <a:lnTo>
                    <a:pt x="1246973" y="1364583"/>
                  </a:lnTo>
                  <a:lnTo>
                    <a:pt x="1289757" y="1449863"/>
                  </a:lnTo>
                  <a:close/>
                  <a:moveTo>
                    <a:pt x="1289757" y="1449863"/>
                  </a:moveTo>
                  <a:lnTo>
                    <a:pt x="1246973" y="1364583"/>
                  </a:lnTo>
                  <a:lnTo>
                    <a:pt x="1161912" y="1393114"/>
                  </a:lnTo>
                  <a:close/>
                  <a:moveTo>
                    <a:pt x="1145768" y="1388216"/>
                  </a:moveTo>
                  <a:lnTo>
                    <a:pt x="1138434" y="1403019"/>
                  </a:lnTo>
                  <a:lnTo>
                    <a:pt x="1161912" y="1393114"/>
                  </a:lnTo>
                  <a:close/>
                  <a:moveTo>
                    <a:pt x="1246532" y="1284819"/>
                  </a:moveTo>
                  <a:lnTo>
                    <a:pt x="1161149" y="1320805"/>
                  </a:lnTo>
                  <a:lnTo>
                    <a:pt x="1254217" y="1299827"/>
                  </a:lnTo>
                  <a:close/>
                  <a:moveTo>
                    <a:pt x="1161149" y="1320805"/>
                  </a:moveTo>
                  <a:lnTo>
                    <a:pt x="1145768" y="1388216"/>
                  </a:lnTo>
                  <a:lnTo>
                    <a:pt x="1254217" y="1299827"/>
                  </a:lnTo>
                  <a:close/>
                  <a:moveTo>
                    <a:pt x="1254217" y="1299827"/>
                  </a:moveTo>
                  <a:lnTo>
                    <a:pt x="1145768" y="1388216"/>
                  </a:lnTo>
                  <a:lnTo>
                    <a:pt x="1246973" y="1364583"/>
                  </a:lnTo>
                  <a:close/>
                  <a:moveTo>
                    <a:pt x="1246973" y="1364583"/>
                  </a:moveTo>
                  <a:lnTo>
                    <a:pt x="1145768" y="1388216"/>
                  </a:lnTo>
                  <a:lnTo>
                    <a:pt x="1161912" y="1393114"/>
                  </a:lnTo>
                  <a:close/>
                  <a:moveTo>
                    <a:pt x="1262994" y="1282368"/>
                  </a:moveTo>
                  <a:lnTo>
                    <a:pt x="1183629" y="1251115"/>
                  </a:lnTo>
                  <a:lnTo>
                    <a:pt x="1246532" y="1284819"/>
                  </a:lnTo>
                  <a:close/>
                  <a:moveTo>
                    <a:pt x="1246532" y="1284819"/>
                  </a:moveTo>
                  <a:lnTo>
                    <a:pt x="1254217" y="1299827"/>
                  </a:lnTo>
                  <a:lnTo>
                    <a:pt x="1262994" y="1282368"/>
                  </a:lnTo>
                  <a:close/>
                  <a:moveTo>
                    <a:pt x="783756" y="909729"/>
                  </a:moveTo>
                  <a:lnTo>
                    <a:pt x="847964" y="895546"/>
                  </a:lnTo>
                  <a:lnTo>
                    <a:pt x="811659" y="895534"/>
                  </a:lnTo>
                  <a:close/>
                  <a:moveTo>
                    <a:pt x="811659" y="895534"/>
                  </a:moveTo>
                  <a:lnTo>
                    <a:pt x="847964" y="895546"/>
                  </a:lnTo>
                  <a:lnTo>
                    <a:pt x="916938" y="874769"/>
                  </a:lnTo>
                  <a:close/>
                  <a:moveTo>
                    <a:pt x="1254217" y="1299827"/>
                  </a:moveTo>
                  <a:lnTo>
                    <a:pt x="1246973" y="1364583"/>
                  </a:lnTo>
                  <a:lnTo>
                    <a:pt x="1304832" y="1337514"/>
                  </a:lnTo>
                  <a:close/>
                  <a:moveTo>
                    <a:pt x="1254217" y="1299827"/>
                  </a:moveTo>
                  <a:lnTo>
                    <a:pt x="1304832" y="1337514"/>
                  </a:lnTo>
                  <a:lnTo>
                    <a:pt x="1262994" y="1282368"/>
                  </a:lnTo>
                  <a:close/>
                  <a:moveTo>
                    <a:pt x="1262994" y="1282368"/>
                  </a:moveTo>
                  <a:lnTo>
                    <a:pt x="1325992" y="1326146"/>
                  </a:lnTo>
                  <a:lnTo>
                    <a:pt x="1333888" y="1243932"/>
                  </a:lnTo>
                  <a:close/>
                  <a:moveTo>
                    <a:pt x="1366334" y="1225156"/>
                  </a:moveTo>
                  <a:lnTo>
                    <a:pt x="1262994" y="1282368"/>
                  </a:lnTo>
                  <a:lnTo>
                    <a:pt x="1333888" y="1243932"/>
                  </a:lnTo>
                  <a:close/>
                  <a:moveTo>
                    <a:pt x="1366334" y="1225156"/>
                  </a:moveTo>
                  <a:lnTo>
                    <a:pt x="1316054" y="1252370"/>
                  </a:lnTo>
                  <a:lnTo>
                    <a:pt x="1262994" y="1282368"/>
                  </a:lnTo>
                  <a:close/>
                  <a:moveTo>
                    <a:pt x="1366334" y="1225156"/>
                  </a:moveTo>
                  <a:lnTo>
                    <a:pt x="1333888" y="1243932"/>
                  </a:lnTo>
                  <a:lnTo>
                    <a:pt x="1387313" y="1230959"/>
                  </a:lnTo>
                  <a:close/>
                  <a:moveTo>
                    <a:pt x="1482634" y="1166121"/>
                  </a:moveTo>
                  <a:lnTo>
                    <a:pt x="1387313" y="1230959"/>
                  </a:lnTo>
                  <a:lnTo>
                    <a:pt x="1443222" y="1205495"/>
                  </a:lnTo>
                  <a:close/>
                  <a:moveTo>
                    <a:pt x="1366334" y="1225156"/>
                  </a:moveTo>
                  <a:lnTo>
                    <a:pt x="1387313" y="1230959"/>
                  </a:lnTo>
                  <a:lnTo>
                    <a:pt x="1482634" y="1166121"/>
                  </a:lnTo>
                  <a:close/>
                  <a:moveTo>
                    <a:pt x="1427254" y="1174266"/>
                  </a:moveTo>
                  <a:lnTo>
                    <a:pt x="1366334" y="1225156"/>
                  </a:lnTo>
                  <a:lnTo>
                    <a:pt x="1482634" y="1166121"/>
                  </a:lnTo>
                  <a:close/>
                  <a:moveTo>
                    <a:pt x="1295916" y="268035"/>
                  </a:moveTo>
                  <a:lnTo>
                    <a:pt x="1294994" y="185819"/>
                  </a:lnTo>
                  <a:lnTo>
                    <a:pt x="1230901" y="296605"/>
                  </a:lnTo>
                  <a:close/>
                  <a:moveTo>
                    <a:pt x="1047760" y="59826"/>
                  </a:moveTo>
                  <a:lnTo>
                    <a:pt x="1028120" y="142041"/>
                  </a:lnTo>
                  <a:lnTo>
                    <a:pt x="1095841" y="103604"/>
                  </a:lnTo>
                  <a:close/>
                  <a:moveTo>
                    <a:pt x="1047760" y="59826"/>
                  </a:moveTo>
                  <a:lnTo>
                    <a:pt x="1095841" y="103604"/>
                  </a:lnTo>
                  <a:lnTo>
                    <a:pt x="1101970" y="21389"/>
                  </a:lnTo>
                  <a:close/>
                  <a:moveTo>
                    <a:pt x="1119824" y="0"/>
                  </a:moveTo>
                  <a:lnTo>
                    <a:pt x="1047760" y="59826"/>
                  </a:lnTo>
                  <a:lnTo>
                    <a:pt x="1101970" y="21389"/>
                  </a:lnTo>
                  <a:close/>
                  <a:moveTo>
                    <a:pt x="1582552" y="492771"/>
                  </a:moveTo>
                  <a:lnTo>
                    <a:pt x="1619490" y="558459"/>
                  </a:lnTo>
                  <a:lnTo>
                    <a:pt x="1620431" y="541856"/>
                  </a:lnTo>
                  <a:close/>
                  <a:moveTo>
                    <a:pt x="1286275" y="343678"/>
                  </a:moveTo>
                  <a:lnTo>
                    <a:pt x="1297702" y="342389"/>
                  </a:lnTo>
                  <a:lnTo>
                    <a:pt x="1295916" y="268035"/>
                  </a:lnTo>
                  <a:close/>
                  <a:moveTo>
                    <a:pt x="1119824" y="0"/>
                  </a:moveTo>
                  <a:lnTo>
                    <a:pt x="1101970" y="21389"/>
                  </a:lnTo>
                  <a:lnTo>
                    <a:pt x="1142847" y="7322"/>
                  </a:lnTo>
                  <a:close/>
                </a:path>
              </a:pathLst>
            </a:custGeom>
            <a:solidFill>
              <a:srgbClr val="E8ECEF"/>
            </a:solidFill>
            <a:ln w="1524">
              <a:solidFill>
                <a:srgbClr val="E8ECEF"/>
              </a:solidFill>
            </a:ln>
          </p:spPr>
        </p:sp>
        <p:sp>
          <p:nvSpPr>
            <p:cNvPr id="2080" name="Candidate_density__2079">
              <a:extLst>
                <a:ext uri="{FF2B5EF4-FFF2-40B4-BE49-F238E27FC236}">
                  <a16:creationId xmlns:a16="http://schemas.microsoft.com/office/drawing/2014/main" id="{D27D1E49-2511-B10E-A959-CBB5128F95EE}"/>
                </a:ext>
              </a:extLst>
            </p:cNvPr>
            <p:cNvSpPr>
              <a:spLocks noGrp="1"/>
            </p:cNvSpPr>
            <p:nvPr/>
          </p:nvSpPr>
          <p:spPr>
            <a:xfrm>
              <a:off x="4394831" y="1939246"/>
              <a:ext cx="2175664" cy="3248621"/>
            </a:xfrm>
            <a:custGeom>
              <a:avLst/>
              <a:gdLst/>
              <a:ahLst/>
              <a:cxnLst/>
              <a:rect l="0" t="0" r="0" b="0"/>
              <a:pathLst>
                <a:path w="2175664" h="3248621">
                  <a:moveTo>
                    <a:pt x="313322" y="3225491"/>
                  </a:moveTo>
                  <a:lnTo>
                    <a:pt x="260192" y="3242047"/>
                  </a:lnTo>
                  <a:lnTo>
                    <a:pt x="394040" y="3248621"/>
                  </a:lnTo>
                  <a:close/>
                  <a:moveTo>
                    <a:pt x="479993" y="2969492"/>
                  </a:moveTo>
                  <a:lnTo>
                    <a:pt x="514678" y="2990608"/>
                  </a:lnTo>
                  <a:lnTo>
                    <a:pt x="437182" y="2950101"/>
                  </a:lnTo>
                  <a:close/>
                  <a:moveTo>
                    <a:pt x="689023" y="2960239"/>
                  </a:moveTo>
                  <a:lnTo>
                    <a:pt x="688804" y="2955443"/>
                  </a:lnTo>
                  <a:lnTo>
                    <a:pt x="639118" y="2962004"/>
                  </a:lnTo>
                  <a:close/>
                  <a:moveTo>
                    <a:pt x="39251" y="1884332"/>
                  </a:moveTo>
                  <a:lnTo>
                    <a:pt x="121195" y="1848210"/>
                  </a:lnTo>
                  <a:lnTo>
                    <a:pt x="91852" y="1878757"/>
                  </a:lnTo>
                  <a:close/>
                  <a:moveTo>
                    <a:pt x="35732" y="1884133"/>
                  </a:moveTo>
                  <a:lnTo>
                    <a:pt x="39251" y="1884332"/>
                  </a:lnTo>
                  <a:lnTo>
                    <a:pt x="0" y="1855650"/>
                  </a:lnTo>
                  <a:close/>
                  <a:moveTo>
                    <a:pt x="91852" y="1878757"/>
                  </a:moveTo>
                  <a:lnTo>
                    <a:pt x="0" y="1855650"/>
                  </a:lnTo>
                  <a:lnTo>
                    <a:pt x="39251" y="1884332"/>
                  </a:lnTo>
                  <a:close/>
                  <a:moveTo>
                    <a:pt x="108465" y="1828062"/>
                  </a:moveTo>
                  <a:lnTo>
                    <a:pt x="91852" y="1878757"/>
                  </a:lnTo>
                  <a:lnTo>
                    <a:pt x="121195" y="1848210"/>
                  </a:lnTo>
                  <a:close/>
                  <a:moveTo>
                    <a:pt x="110528" y="1626201"/>
                  </a:moveTo>
                  <a:lnTo>
                    <a:pt x="129439" y="1645344"/>
                  </a:lnTo>
                  <a:lnTo>
                    <a:pt x="67610" y="1572916"/>
                  </a:lnTo>
                  <a:close/>
                  <a:moveTo>
                    <a:pt x="59439" y="1563128"/>
                  </a:moveTo>
                  <a:lnTo>
                    <a:pt x="110528" y="1626201"/>
                  </a:lnTo>
                  <a:lnTo>
                    <a:pt x="67610" y="1572916"/>
                  </a:lnTo>
                  <a:close/>
                  <a:moveTo>
                    <a:pt x="96615" y="1466157"/>
                  </a:moveTo>
                  <a:lnTo>
                    <a:pt x="64449" y="1561096"/>
                  </a:lnTo>
                  <a:lnTo>
                    <a:pt x="172157" y="1469938"/>
                  </a:lnTo>
                  <a:close/>
                  <a:moveTo>
                    <a:pt x="1019698" y="2511273"/>
                  </a:moveTo>
                  <a:lnTo>
                    <a:pt x="1039209" y="2545898"/>
                  </a:lnTo>
                  <a:lnTo>
                    <a:pt x="993192" y="2589048"/>
                  </a:lnTo>
                  <a:close/>
                  <a:moveTo>
                    <a:pt x="743530" y="1997720"/>
                  </a:moveTo>
                  <a:lnTo>
                    <a:pt x="681871" y="2100198"/>
                  </a:lnTo>
                  <a:lnTo>
                    <a:pt x="708688" y="2082652"/>
                  </a:lnTo>
                  <a:close/>
                  <a:moveTo>
                    <a:pt x="172157" y="1469938"/>
                  </a:moveTo>
                  <a:lnTo>
                    <a:pt x="218809" y="1442477"/>
                  </a:lnTo>
                  <a:lnTo>
                    <a:pt x="217139" y="1500027"/>
                  </a:lnTo>
                  <a:close/>
                  <a:moveTo>
                    <a:pt x="172157" y="1469938"/>
                  </a:moveTo>
                  <a:lnTo>
                    <a:pt x="199033" y="1486255"/>
                  </a:lnTo>
                  <a:lnTo>
                    <a:pt x="148999" y="1446812"/>
                  </a:lnTo>
                  <a:close/>
                  <a:moveTo>
                    <a:pt x="172157" y="1469938"/>
                  </a:moveTo>
                  <a:lnTo>
                    <a:pt x="148999" y="1446812"/>
                  </a:lnTo>
                  <a:lnTo>
                    <a:pt x="96615" y="1466157"/>
                  </a:lnTo>
                  <a:close/>
                  <a:moveTo>
                    <a:pt x="511366" y="1542695"/>
                  </a:moveTo>
                  <a:lnTo>
                    <a:pt x="433529" y="1650685"/>
                  </a:lnTo>
                  <a:lnTo>
                    <a:pt x="488659" y="1602112"/>
                  </a:lnTo>
                  <a:close/>
                  <a:moveTo>
                    <a:pt x="434426" y="1644746"/>
                  </a:moveTo>
                  <a:lnTo>
                    <a:pt x="433529" y="1650685"/>
                  </a:lnTo>
                  <a:lnTo>
                    <a:pt x="511366" y="1542695"/>
                  </a:lnTo>
                  <a:close/>
                  <a:moveTo>
                    <a:pt x="434426" y="1644746"/>
                  </a:moveTo>
                  <a:lnTo>
                    <a:pt x="434547" y="1544556"/>
                  </a:lnTo>
                  <a:lnTo>
                    <a:pt x="442828" y="1612249"/>
                  </a:lnTo>
                  <a:close/>
                  <a:moveTo>
                    <a:pt x="1301980" y="2425099"/>
                  </a:moveTo>
                  <a:lnTo>
                    <a:pt x="1272597" y="2395964"/>
                  </a:lnTo>
                  <a:lnTo>
                    <a:pt x="1286787" y="2420374"/>
                  </a:lnTo>
                  <a:close/>
                  <a:moveTo>
                    <a:pt x="768788" y="1876952"/>
                  </a:moveTo>
                  <a:lnTo>
                    <a:pt x="695528" y="1853935"/>
                  </a:lnTo>
                  <a:lnTo>
                    <a:pt x="724805" y="1858894"/>
                  </a:lnTo>
                  <a:close/>
                  <a:moveTo>
                    <a:pt x="882678" y="1808906"/>
                  </a:moveTo>
                  <a:lnTo>
                    <a:pt x="930229" y="1744811"/>
                  </a:lnTo>
                  <a:lnTo>
                    <a:pt x="925709" y="1738243"/>
                  </a:lnTo>
                  <a:close/>
                  <a:moveTo>
                    <a:pt x="1707460" y="2604173"/>
                  </a:moveTo>
                  <a:lnTo>
                    <a:pt x="1667609" y="2609902"/>
                  </a:lnTo>
                  <a:lnTo>
                    <a:pt x="1739709" y="2568739"/>
                  </a:lnTo>
                  <a:close/>
                  <a:moveTo>
                    <a:pt x="1739709" y="2568739"/>
                  </a:moveTo>
                  <a:lnTo>
                    <a:pt x="1667609" y="2609902"/>
                  </a:lnTo>
                  <a:lnTo>
                    <a:pt x="1613355" y="2590181"/>
                  </a:lnTo>
                  <a:close/>
                  <a:moveTo>
                    <a:pt x="882678" y="1808906"/>
                  </a:moveTo>
                  <a:lnTo>
                    <a:pt x="903103" y="1706273"/>
                  </a:lnTo>
                  <a:lnTo>
                    <a:pt x="872008" y="1820458"/>
                  </a:lnTo>
                  <a:close/>
                  <a:moveTo>
                    <a:pt x="903103" y="1706273"/>
                  </a:moveTo>
                  <a:lnTo>
                    <a:pt x="882678" y="1808906"/>
                  </a:lnTo>
                  <a:lnTo>
                    <a:pt x="925709" y="1738243"/>
                  </a:lnTo>
                  <a:close/>
                  <a:moveTo>
                    <a:pt x="747024" y="1572385"/>
                  </a:moveTo>
                  <a:lnTo>
                    <a:pt x="811951" y="1607925"/>
                  </a:lnTo>
                  <a:lnTo>
                    <a:pt x="683444" y="1563484"/>
                  </a:lnTo>
                  <a:close/>
                  <a:moveTo>
                    <a:pt x="46953" y="576872"/>
                  </a:moveTo>
                  <a:lnTo>
                    <a:pt x="155784" y="548795"/>
                  </a:lnTo>
                  <a:lnTo>
                    <a:pt x="95827" y="602402"/>
                  </a:lnTo>
                  <a:close/>
                  <a:moveTo>
                    <a:pt x="1707460" y="2604173"/>
                  </a:moveTo>
                  <a:lnTo>
                    <a:pt x="1739228" y="2512177"/>
                  </a:lnTo>
                  <a:lnTo>
                    <a:pt x="1704945" y="2483521"/>
                  </a:lnTo>
                  <a:close/>
                  <a:moveTo>
                    <a:pt x="1480103" y="1800918"/>
                  </a:moveTo>
                  <a:lnTo>
                    <a:pt x="1501154" y="1803731"/>
                  </a:lnTo>
                  <a:lnTo>
                    <a:pt x="1434930" y="1787364"/>
                  </a:lnTo>
                  <a:close/>
                  <a:moveTo>
                    <a:pt x="877673" y="1359789"/>
                  </a:moveTo>
                  <a:lnTo>
                    <a:pt x="978417" y="1405359"/>
                  </a:lnTo>
                  <a:lnTo>
                    <a:pt x="1003576" y="1336658"/>
                  </a:lnTo>
                  <a:close/>
                  <a:moveTo>
                    <a:pt x="1051539" y="1294073"/>
                  </a:moveTo>
                  <a:lnTo>
                    <a:pt x="1003576" y="1336658"/>
                  </a:lnTo>
                  <a:lnTo>
                    <a:pt x="1060424" y="1299189"/>
                  </a:lnTo>
                  <a:close/>
                  <a:moveTo>
                    <a:pt x="1060424" y="1299189"/>
                  </a:moveTo>
                  <a:lnTo>
                    <a:pt x="1003576" y="1336658"/>
                  </a:lnTo>
                  <a:lnTo>
                    <a:pt x="978417" y="1405359"/>
                  </a:lnTo>
                  <a:close/>
                  <a:moveTo>
                    <a:pt x="1051539" y="1294073"/>
                  </a:moveTo>
                  <a:lnTo>
                    <a:pt x="1060424" y="1299189"/>
                  </a:lnTo>
                  <a:lnTo>
                    <a:pt x="1059363" y="1266576"/>
                  </a:lnTo>
                  <a:close/>
                  <a:moveTo>
                    <a:pt x="502134" y="749463"/>
                  </a:moveTo>
                  <a:lnTo>
                    <a:pt x="528444" y="828166"/>
                  </a:lnTo>
                  <a:lnTo>
                    <a:pt x="526477" y="839219"/>
                  </a:lnTo>
                  <a:close/>
                  <a:moveTo>
                    <a:pt x="198048" y="414534"/>
                  </a:moveTo>
                  <a:lnTo>
                    <a:pt x="193041" y="472008"/>
                  </a:lnTo>
                  <a:lnTo>
                    <a:pt x="208205" y="428143"/>
                  </a:lnTo>
                  <a:close/>
                  <a:moveTo>
                    <a:pt x="198048" y="414534"/>
                  </a:moveTo>
                  <a:lnTo>
                    <a:pt x="208205" y="428143"/>
                  </a:lnTo>
                  <a:lnTo>
                    <a:pt x="265263" y="320390"/>
                  </a:lnTo>
                  <a:close/>
                  <a:moveTo>
                    <a:pt x="1989205" y="2298640"/>
                  </a:moveTo>
                  <a:lnTo>
                    <a:pt x="1918549" y="2280655"/>
                  </a:lnTo>
                  <a:lnTo>
                    <a:pt x="1927820" y="2284335"/>
                  </a:lnTo>
                  <a:close/>
                  <a:moveTo>
                    <a:pt x="1391079" y="1512425"/>
                  </a:moveTo>
                  <a:lnTo>
                    <a:pt x="1328645" y="1502590"/>
                  </a:lnTo>
                  <a:lnTo>
                    <a:pt x="1294087" y="1586858"/>
                  </a:lnTo>
                  <a:close/>
                  <a:moveTo>
                    <a:pt x="1328645" y="1502590"/>
                  </a:moveTo>
                  <a:lnTo>
                    <a:pt x="1391079" y="1512425"/>
                  </a:lnTo>
                  <a:lnTo>
                    <a:pt x="1285501" y="1458503"/>
                  </a:lnTo>
                  <a:close/>
                  <a:moveTo>
                    <a:pt x="1400324" y="1490200"/>
                  </a:moveTo>
                  <a:lnTo>
                    <a:pt x="1328892" y="1501784"/>
                  </a:lnTo>
                  <a:lnTo>
                    <a:pt x="1285501" y="1458503"/>
                  </a:lnTo>
                  <a:close/>
                  <a:moveTo>
                    <a:pt x="589177" y="623262"/>
                  </a:moveTo>
                  <a:lnTo>
                    <a:pt x="600615" y="529807"/>
                  </a:lnTo>
                  <a:lnTo>
                    <a:pt x="552300" y="548840"/>
                  </a:lnTo>
                  <a:close/>
                  <a:moveTo>
                    <a:pt x="2172447" y="2302253"/>
                  </a:moveTo>
                  <a:lnTo>
                    <a:pt x="2158644" y="2285997"/>
                  </a:lnTo>
                  <a:lnTo>
                    <a:pt x="2132206" y="2339438"/>
                  </a:lnTo>
                  <a:close/>
                  <a:moveTo>
                    <a:pt x="1989205" y="2298640"/>
                  </a:moveTo>
                  <a:lnTo>
                    <a:pt x="2013493" y="2324433"/>
                  </a:lnTo>
                  <a:lnTo>
                    <a:pt x="2033590" y="2293958"/>
                  </a:lnTo>
                  <a:close/>
                  <a:moveTo>
                    <a:pt x="1562836" y="1819148"/>
                  </a:moveTo>
                  <a:lnTo>
                    <a:pt x="1622059" y="1761914"/>
                  </a:lnTo>
                  <a:lnTo>
                    <a:pt x="1662661" y="1710491"/>
                  </a:lnTo>
                  <a:close/>
                  <a:moveTo>
                    <a:pt x="1328768" y="1502282"/>
                  </a:moveTo>
                  <a:lnTo>
                    <a:pt x="1328892" y="1501784"/>
                  </a:lnTo>
                  <a:lnTo>
                    <a:pt x="1366652" y="1427765"/>
                  </a:lnTo>
                  <a:close/>
                  <a:moveTo>
                    <a:pt x="570847" y="493416"/>
                  </a:moveTo>
                  <a:lnTo>
                    <a:pt x="552300" y="548840"/>
                  </a:lnTo>
                  <a:lnTo>
                    <a:pt x="585715" y="515701"/>
                  </a:lnTo>
                  <a:close/>
                  <a:moveTo>
                    <a:pt x="570847" y="493416"/>
                  </a:moveTo>
                  <a:lnTo>
                    <a:pt x="585715" y="515701"/>
                  </a:lnTo>
                  <a:lnTo>
                    <a:pt x="579416" y="435020"/>
                  </a:lnTo>
                  <a:close/>
                  <a:moveTo>
                    <a:pt x="579416" y="435020"/>
                  </a:moveTo>
                  <a:lnTo>
                    <a:pt x="585715" y="515701"/>
                  </a:lnTo>
                  <a:lnTo>
                    <a:pt x="606684" y="473515"/>
                  </a:lnTo>
                  <a:close/>
                  <a:moveTo>
                    <a:pt x="2158644" y="2285997"/>
                  </a:moveTo>
                  <a:lnTo>
                    <a:pt x="2175664" y="2223261"/>
                  </a:lnTo>
                  <a:lnTo>
                    <a:pt x="2152921" y="2257535"/>
                  </a:lnTo>
                  <a:close/>
                  <a:moveTo>
                    <a:pt x="748742" y="369883"/>
                  </a:moveTo>
                  <a:lnTo>
                    <a:pt x="731800" y="356613"/>
                  </a:lnTo>
                  <a:lnTo>
                    <a:pt x="697294" y="381884"/>
                  </a:lnTo>
                  <a:close/>
                  <a:moveTo>
                    <a:pt x="748742" y="369883"/>
                  </a:moveTo>
                  <a:lnTo>
                    <a:pt x="772771" y="395049"/>
                  </a:lnTo>
                  <a:lnTo>
                    <a:pt x="754167" y="315868"/>
                  </a:lnTo>
                  <a:close/>
                  <a:moveTo>
                    <a:pt x="731800" y="356613"/>
                  </a:moveTo>
                  <a:lnTo>
                    <a:pt x="748742" y="369883"/>
                  </a:lnTo>
                  <a:lnTo>
                    <a:pt x="754167" y="315868"/>
                  </a:lnTo>
                  <a:close/>
                  <a:moveTo>
                    <a:pt x="1566147" y="1185920"/>
                  </a:moveTo>
                  <a:lnTo>
                    <a:pt x="1551962" y="1242037"/>
                  </a:lnTo>
                  <a:lnTo>
                    <a:pt x="1634432" y="1162570"/>
                  </a:lnTo>
                  <a:close/>
                  <a:moveTo>
                    <a:pt x="729162" y="285834"/>
                  </a:moveTo>
                  <a:lnTo>
                    <a:pt x="754167" y="315868"/>
                  </a:lnTo>
                  <a:lnTo>
                    <a:pt x="766334" y="255488"/>
                  </a:lnTo>
                  <a:close/>
                  <a:moveTo>
                    <a:pt x="731800" y="356613"/>
                  </a:moveTo>
                  <a:lnTo>
                    <a:pt x="754167" y="315868"/>
                  </a:lnTo>
                  <a:lnTo>
                    <a:pt x="715660" y="336186"/>
                  </a:lnTo>
                  <a:close/>
                  <a:moveTo>
                    <a:pt x="825318" y="268128"/>
                  </a:moveTo>
                  <a:lnTo>
                    <a:pt x="754167" y="315868"/>
                  </a:lnTo>
                  <a:lnTo>
                    <a:pt x="819926" y="283071"/>
                  </a:lnTo>
                  <a:close/>
                  <a:moveTo>
                    <a:pt x="825318" y="268128"/>
                  </a:moveTo>
                  <a:lnTo>
                    <a:pt x="766334" y="255488"/>
                  </a:lnTo>
                  <a:lnTo>
                    <a:pt x="754167" y="315868"/>
                  </a:lnTo>
                  <a:close/>
                  <a:moveTo>
                    <a:pt x="766334" y="255488"/>
                  </a:moveTo>
                  <a:lnTo>
                    <a:pt x="825318" y="268128"/>
                  </a:lnTo>
                  <a:lnTo>
                    <a:pt x="776238" y="183186"/>
                  </a:lnTo>
                  <a:close/>
                  <a:moveTo>
                    <a:pt x="825318" y="268128"/>
                  </a:moveTo>
                  <a:lnTo>
                    <a:pt x="846854" y="168547"/>
                  </a:lnTo>
                  <a:lnTo>
                    <a:pt x="776238" y="183186"/>
                  </a:lnTo>
                  <a:close/>
                  <a:moveTo>
                    <a:pt x="761740" y="235961"/>
                  </a:moveTo>
                  <a:lnTo>
                    <a:pt x="766334" y="255488"/>
                  </a:lnTo>
                  <a:lnTo>
                    <a:pt x="776238" y="183186"/>
                  </a:lnTo>
                  <a:close/>
                  <a:moveTo>
                    <a:pt x="1634432" y="1162570"/>
                  </a:moveTo>
                  <a:lnTo>
                    <a:pt x="1690694" y="1189843"/>
                  </a:lnTo>
                  <a:lnTo>
                    <a:pt x="1566147" y="1185920"/>
                  </a:lnTo>
                  <a:close/>
                  <a:moveTo>
                    <a:pt x="1389625" y="589390"/>
                  </a:moveTo>
                  <a:lnTo>
                    <a:pt x="1309654" y="617200"/>
                  </a:lnTo>
                  <a:lnTo>
                    <a:pt x="1264979" y="617220"/>
                  </a:lnTo>
                  <a:close/>
                  <a:moveTo>
                    <a:pt x="846854" y="168547"/>
                  </a:moveTo>
                  <a:lnTo>
                    <a:pt x="856368" y="142793"/>
                  </a:lnTo>
                  <a:lnTo>
                    <a:pt x="819485" y="129680"/>
                  </a:lnTo>
                  <a:close/>
                  <a:moveTo>
                    <a:pt x="776238" y="183186"/>
                  </a:moveTo>
                  <a:lnTo>
                    <a:pt x="846854" y="168547"/>
                  </a:lnTo>
                  <a:lnTo>
                    <a:pt x="819485" y="129680"/>
                  </a:lnTo>
                  <a:close/>
                  <a:moveTo>
                    <a:pt x="856368" y="142793"/>
                  </a:moveTo>
                  <a:lnTo>
                    <a:pt x="926188" y="146622"/>
                  </a:lnTo>
                  <a:lnTo>
                    <a:pt x="881747" y="83806"/>
                  </a:lnTo>
                  <a:close/>
                  <a:moveTo>
                    <a:pt x="839685" y="115310"/>
                  </a:moveTo>
                  <a:lnTo>
                    <a:pt x="856368" y="142793"/>
                  </a:lnTo>
                  <a:lnTo>
                    <a:pt x="881747" y="83806"/>
                  </a:lnTo>
                  <a:close/>
                  <a:moveTo>
                    <a:pt x="1333687" y="608600"/>
                  </a:moveTo>
                  <a:lnTo>
                    <a:pt x="1389625" y="589390"/>
                  </a:lnTo>
                  <a:lnTo>
                    <a:pt x="1422807" y="498251"/>
                  </a:lnTo>
                  <a:close/>
                  <a:moveTo>
                    <a:pt x="1422807" y="498251"/>
                  </a:moveTo>
                  <a:lnTo>
                    <a:pt x="1435571" y="475332"/>
                  </a:lnTo>
                  <a:lnTo>
                    <a:pt x="1378932" y="570164"/>
                  </a:lnTo>
                  <a:close/>
                  <a:moveTo>
                    <a:pt x="1405793" y="434637"/>
                  </a:moveTo>
                  <a:lnTo>
                    <a:pt x="1449203" y="449512"/>
                  </a:lnTo>
                  <a:lnTo>
                    <a:pt x="1435571" y="475332"/>
                  </a:lnTo>
                  <a:close/>
                  <a:moveTo>
                    <a:pt x="1584937" y="331908"/>
                  </a:moveTo>
                  <a:lnTo>
                    <a:pt x="1637307" y="332416"/>
                  </a:lnTo>
                  <a:lnTo>
                    <a:pt x="1565671" y="246645"/>
                  </a:lnTo>
                  <a:close/>
                  <a:moveTo>
                    <a:pt x="1475174" y="43779"/>
                  </a:moveTo>
                  <a:lnTo>
                    <a:pt x="1492015" y="47947"/>
                  </a:lnTo>
                  <a:lnTo>
                    <a:pt x="1455088" y="0"/>
                  </a:lnTo>
                  <a:close/>
                </a:path>
              </a:pathLst>
            </a:custGeom>
            <a:solidFill>
              <a:srgbClr val="D4DBE0"/>
            </a:solidFill>
            <a:ln w="1524">
              <a:solidFill>
                <a:srgbClr val="D4DBE0"/>
              </a:solidFill>
            </a:ln>
          </p:spPr>
        </p:sp>
        <p:sp>
          <p:nvSpPr>
            <p:cNvPr id="2081" name="Candidate_density__2080">
              <a:extLst>
                <a:ext uri="{FF2B5EF4-FFF2-40B4-BE49-F238E27FC236}">
                  <a16:creationId xmlns:a16="http://schemas.microsoft.com/office/drawing/2014/main" id="{17F66D04-E231-3BB7-3055-B436E265C31B}"/>
                </a:ext>
              </a:extLst>
            </p:cNvPr>
            <p:cNvSpPr>
              <a:spLocks noGrp="1"/>
            </p:cNvSpPr>
            <p:nvPr/>
          </p:nvSpPr>
          <p:spPr>
            <a:xfrm>
              <a:off x="4299074" y="1506782"/>
              <a:ext cx="1959884" cy="3657956"/>
            </a:xfrm>
            <a:custGeom>
              <a:avLst/>
              <a:gdLst/>
              <a:ahLst/>
              <a:cxnLst/>
              <a:rect l="0" t="0" r="0" b="0"/>
              <a:pathLst>
                <a:path w="1959884" h="3657956">
                  <a:moveTo>
                    <a:pt x="367804" y="3623869"/>
                  </a:moveTo>
                  <a:lnTo>
                    <a:pt x="409080" y="3657956"/>
                  </a:lnTo>
                  <a:lnTo>
                    <a:pt x="428153" y="3600951"/>
                  </a:lnTo>
                  <a:close/>
                  <a:moveTo>
                    <a:pt x="468431" y="3585432"/>
                  </a:moveTo>
                  <a:lnTo>
                    <a:pt x="428153" y="3600951"/>
                  </a:lnTo>
                  <a:lnTo>
                    <a:pt x="409080" y="3657956"/>
                  </a:lnTo>
                  <a:close/>
                  <a:moveTo>
                    <a:pt x="369692" y="3338787"/>
                  </a:moveTo>
                  <a:lnTo>
                    <a:pt x="353398" y="3449771"/>
                  </a:lnTo>
                  <a:lnTo>
                    <a:pt x="392086" y="3379216"/>
                  </a:lnTo>
                  <a:close/>
                  <a:moveTo>
                    <a:pt x="492313" y="3503217"/>
                  </a:moveTo>
                  <a:lnTo>
                    <a:pt x="468431" y="3585432"/>
                  </a:lnTo>
                  <a:lnTo>
                    <a:pt x="560169" y="3554216"/>
                  </a:lnTo>
                  <a:close/>
                  <a:moveTo>
                    <a:pt x="532940" y="3382565"/>
                  </a:moveTo>
                  <a:lnTo>
                    <a:pt x="592628" y="3344129"/>
                  </a:lnTo>
                  <a:lnTo>
                    <a:pt x="522150" y="3371641"/>
                  </a:lnTo>
                  <a:close/>
                  <a:moveTo>
                    <a:pt x="592628" y="3344129"/>
                  </a:moveTo>
                  <a:lnTo>
                    <a:pt x="553091" y="3272125"/>
                  </a:lnTo>
                  <a:lnTo>
                    <a:pt x="522150" y="3371641"/>
                  </a:lnTo>
                  <a:close/>
                  <a:moveTo>
                    <a:pt x="505684" y="2897866"/>
                  </a:moveTo>
                  <a:lnTo>
                    <a:pt x="539358" y="2976832"/>
                  </a:lnTo>
                  <a:lnTo>
                    <a:pt x="521219" y="2937759"/>
                  </a:lnTo>
                  <a:close/>
                  <a:moveTo>
                    <a:pt x="506992" y="2894617"/>
                  </a:moveTo>
                  <a:lnTo>
                    <a:pt x="505684" y="2897866"/>
                  </a:lnTo>
                  <a:lnTo>
                    <a:pt x="521219" y="2937759"/>
                  </a:lnTo>
                  <a:close/>
                  <a:moveTo>
                    <a:pt x="507529" y="2886575"/>
                  </a:moveTo>
                  <a:lnTo>
                    <a:pt x="505684" y="2897866"/>
                  </a:lnTo>
                  <a:lnTo>
                    <a:pt x="506992" y="2894617"/>
                  </a:lnTo>
                  <a:close/>
                  <a:moveTo>
                    <a:pt x="539358" y="2976832"/>
                  </a:moveTo>
                  <a:lnTo>
                    <a:pt x="579622" y="3059047"/>
                  </a:lnTo>
                  <a:lnTo>
                    <a:pt x="646913" y="3020611"/>
                  </a:lnTo>
                  <a:close/>
                  <a:moveTo>
                    <a:pt x="506992" y="2894617"/>
                  </a:moveTo>
                  <a:lnTo>
                    <a:pt x="521219" y="2937759"/>
                  </a:lnTo>
                  <a:lnTo>
                    <a:pt x="534893" y="2874119"/>
                  </a:lnTo>
                  <a:close/>
                  <a:moveTo>
                    <a:pt x="507529" y="2886575"/>
                  </a:moveTo>
                  <a:lnTo>
                    <a:pt x="506992" y="2894617"/>
                  </a:lnTo>
                  <a:lnTo>
                    <a:pt x="534893" y="2874119"/>
                  </a:lnTo>
                  <a:close/>
                  <a:moveTo>
                    <a:pt x="283798" y="2392194"/>
                  </a:moveTo>
                  <a:lnTo>
                    <a:pt x="230636" y="2408632"/>
                  </a:lnTo>
                  <a:lnTo>
                    <a:pt x="222795" y="2442772"/>
                  </a:lnTo>
                  <a:close/>
                  <a:moveTo>
                    <a:pt x="659212" y="2833642"/>
                  </a:moveTo>
                  <a:lnTo>
                    <a:pt x="748610" y="2821556"/>
                  </a:lnTo>
                  <a:lnTo>
                    <a:pt x="711370" y="2751739"/>
                  </a:lnTo>
                  <a:close/>
                  <a:moveTo>
                    <a:pt x="748610" y="2821556"/>
                  </a:moveTo>
                  <a:lnTo>
                    <a:pt x="825339" y="2819768"/>
                  </a:lnTo>
                  <a:lnTo>
                    <a:pt x="711370" y="2751739"/>
                  </a:lnTo>
                  <a:close/>
                  <a:moveTo>
                    <a:pt x="33718" y="1913378"/>
                  </a:moveTo>
                  <a:lnTo>
                    <a:pt x="0" y="1951814"/>
                  </a:lnTo>
                  <a:lnTo>
                    <a:pt x="47863" y="1995593"/>
                  </a:lnTo>
                  <a:close/>
                  <a:moveTo>
                    <a:pt x="33718" y="1913378"/>
                  </a:moveTo>
                  <a:lnTo>
                    <a:pt x="27174" y="1831163"/>
                  </a:lnTo>
                  <a:lnTo>
                    <a:pt x="0" y="1951814"/>
                  </a:lnTo>
                  <a:close/>
                  <a:moveTo>
                    <a:pt x="346637" y="2242238"/>
                  </a:moveTo>
                  <a:lnTo>
                    <a:pt x="423409" y="2205113"/>
                  </a:lnTo>
                  <a:lnTo>
                    <a:pt x="422175" y="2204519"/>
                  </a:lnTo>
                  <a:close/>
                  <a:moveTo>
                    <a:pt x="331315" y="2160023"/>
                  </a:moveTo>
                  <a:lnTo>
                    <a:pt x="422175" y="2204519"/>
                  </a:lnTo>
                  <a:lnTo>
                    <a:pt x="397787" y="2124254"/>
                  </a:lnTo>
                  <a:close/>
                  <a:moveTo>
                    <a:pt x="424526" y="2203802"/>
                  </a:moveTo>
                  <a:lnTo>
                    <a:pt x="402080" y="2121587"/>
                  </a:lnTo>
                  <a:lnTo>
                    <a:pt x="422175" y="2204519"/>
                  </a:lnTo>
                  <a:close/>
                  <a:moveTo>
                    <a:pt x="402080" y="2121587"/>
                  </a:moveTo>
                  <a:lnTo>
                    <a:pt x="397787" y="2124254"/>
                  </a:lnTo>
                  <a:lnTo>
                    <a:pt x="422175" y="2204519"/>
                  </a:lnTo>
                  <a:close/>
                  <a:moveTo>
                    <a:pt x="422175" y="2204519"/>
                  </a:moveTo>
                  <a:lnTo>
                    <a:pt x="423409" y="2205113"/>
                  </a:lnTo>
                  <a:lnTo>
                    <a:pt x="424526" y="2203802"/>
                  </a:lnTo>
                  <a:close/>
                  <a:moveTo>
                    <a:pt x="345069" y="2127413"/>
                  </a:moveTo>
                  <a:lnTo>
                    <a:pt x="397787" y="2124254"/>
                  </a:lnTo>
                  <a:lnTo>
                    <a:pt x="402080" y="2121587"/>
                  </a:lnTo>
                  <a:close/>
                  <a:moveTo>
                    <a:pt x="33718" y="1913378"/>
                  </a:moveTo>
                  <a:lnTo>
                    <a:pt x="47863" y="1995593"/>
                  </a:lnTo>
                  <a:lnTo>
                    <a:pt x="83686" y="1874941"/>
                  </a:lnTo>
                  <a:close/>
                  <a:moveTo>
                    <a:pt x="27174" y="1831163"/>
                  </a:moveTo>
                  <a:lnTo>
                    <a:pt x="33718" y="1913378"/>
                  </a:lnTo>
                  <a:lnTo>
                    <a:pt x="83686" y="1874941"/>
                  </a:lnTo>
                  <a:close/>
                  <a:moveTo>
                    <a:pt x="27174" y="1831163"/>
                  </a:moveTo>
                  <a:lnTo>
                    <a:pt x="83686" y="1874941"/>
                  </a:lnTo>
                  <a:lnTo>
                    <a:pt x="41335" y="1792726"/>
                  </a:lnTo>
                  <a:close/>
                  <a:moveTo>
                    <a:pt x="70525" y="1721712"/>
                  </a:moveTo>
                  <a:lnTo>
                    <a:pt x="27174" y="1831163"/>
                  </a:lnTo>
                  <a:lnTo>
                    <a:pt x="41335" y="1792726"/>
                  </a:lnTo>
                  <a:close/>
                  <a:moveTo>
                    <a:pt x="1020064" y="2861522"/>
                  </a:moveTo>
                  <a:lnTo>
                    <a:pt x="1001339" y="2943738"/>
                  </a:lnTo>
                  <a:lnTo>
                    <a:pt x="1091430" y="2905301"/>
                  </a:lnTo>
                  <a:close/>
                  <a:moveTo>
                    <a:pt x="1020064" y="2861522"/>
                  </a:moveTo>
                  <a:lnTo>
                    <a:pt x="1091430" y="2905301"/>
                  </a:lnTo>
                  <a:lnTo>
                    <a:pt x="1073508" y="2823086"/>
                  </a:lnTo>
                  <a:close/>
                  <a:moveTo>
                    <a:pt x="1076349" y="2759201"/>
                  </a:moveTo>
                  <a:lnTo>
                    <a:pt x="1020064" y="2861522"/>
                  </a:lnTo>
                  <a:lnTo>
                    <a:pt x="1073508" y="2823086"/>
                  </a:lnTo>
                  <a:close/>
                  <a:moveTo>
                    <a:pt x="724150" y="2368232"/>
                  </a:moveTo>
                  <a:lnTo>
                    <a:pt x="745713" y="2423542"/>
                  </a:lnTo>
                  <a:lnTo>
                    <a:pt x="805872" y="2412011"/>
                  </a:lnTo>
                  <a:close/>
                  <a:moveTo>
                    <a:pt x="418972" y="2286017"/>
                  </a:moveTo>
                  <a:lnTo>
                    <a:pt x="423372" y="2203546"/>
                  </a:lnTo>
                  <a:lnTo>
                    <a:pt x="423409" y="2205113"/>
                  </a:lnTo>
                  <a:close/>
                  <a:moveTo>
                    <a:pt x="169363" y="1688315"/>
                  </a:moveTo>
                  <a:lnTo>
                    <a:pt x="98898" y="1710511"/>
                  </a:lnTo>
                  <a:lnTo>
                    <a:pt x="192134" y="1682527"/>
                  </a:lnTo>
                  <a:close/>
                  <a:moveTo>
                    <a:pt x="192134" y="1682527"/>
                  </a:moveTo>
                  <a:lnTo>
                    <a:pt x="98898" y="1710511"/>
                  </a:lnTo>
                  <a:lnTo>
                    <a:pt x="70525" y="1721712"/>
                  </a:lnTo>
                  <a:close/>
                  <a:moveTo>
                    <a:pt x="1258036" y="2710362"/>
                  </a:moveTo>
                  <a:lnTo>
                    <a:pt x="1239198" y="2784649"/>
                  </a:lnTo>
                  <a:lnTo>
                    <a:pt x="1249737" y="2702435"/>
                  </a:lnTo>
                  <a:close/>
                  <a:moveTo>
                    <a:pt x="414450" y="1810432"/>
                  </a:moveTo>
                  <a:lnTo>
                    <a:pt x="350666" y="1715854"/>
                  </a:lnTo>
                  <a:lnTo>
                    <a:pt x="327831" y="1720167"/>
                  </a:lnTo>
                  <a:close/>
                  <a:moveTo>
                    <a:pt x="327831" y="1720167"/>
                  </a:moveTo>
                  <a:lnTo>
                    <a:pt x="337549" y="1732349"/>
                  </a:lnTo>
                  <a:lnTo>
                    <a:pt x="414450" y="1810432"/>
                  </a:lnTo>
                  <a:close/>
                  <a:moveTo>
                    <a:pt x="246994" y="1725294"/>
                  </a:moveTo>
                  <a:lnTo>
                    <a:pt x="265214" y="1677103"/>
                  </a:lnTo>
                  <a:lnTo>
                    <a:pt x="192134" y="1682527"/>
                  </a:lnTo>
                  <a:close/>
                  <a:moveTo>
                    <a:pt x="279944" y="1672075"/>
                  </a:moveTo>
                  <a:lnTo>
                    <a:pt x="265214" y="1677103"/>
                  </a:lnTo>
                  <a:lnTo>
                    <a:pt x="388109" y="1642728"/>
                  </a:lnTo>
                  <a:close/>
                  <a:moveTo>
                    <a:pt x="1249737" y="2702435"/>
                  </a:moveTo>
                  <a:lnTo>
                    <a:pt x="1239198" y="2784649"/>
                  </a:lnTo>
                  <a:lnTo>
                    <a:pt x="1310949" y="2746213"/>
                  </a:lnTo>
                  <a:close/>
                  <a:moveTo>
                    <a:pt x="1249737" y="2702435"/>
                  </a:moveTo>
                  <a:lnTo>
                    <a:pt x="1310949" y="2746213"/>
                  </a:lnTo>
                  <a:lnTo>
                    <a:pt x="1263340" y="2663998"/>
                  </a:lnTo>
                  <a:close/>
                  <a:moveTo>
                    <a:pt x="350666" y="1715854"/>
                  </a:moveTo>
                  <a:lnTo>
                    <a:pt x="421098" y="1766069"/>
                  </a:lnTo>
                  <a:lnTo>
                    <a:pt x="426872" y="1700241"/>
                  </a:lnTo>
                  <a:close/>
                  <a:moveTo>
                    <a:pt x="507004" y="1695687"/>
                  </a:moveTo>
                  <a:lnTo>
                    <a:pt x="426872" y="1700241"/>
                  </a:lnTo>
                  <a:lnTo>
                    <a:pt x="504889" y="1797498"/>
                  </a:lnTo>
                  <a:close/>
                  <a:moveTo>
                    <a:pt x="507004" y="1695687"/>
                  </a:moveTo>
                  <a:lnTo>
                    <a:pt x="493069" y="1606923"/>
                  </a:lnTo>
                  <a:lnTo>
                    <a:pt x="426872" y="1700241"/>
                  </a:lnTo>
                  <a:close/>
                  <a:moveTo>
                    <a:pt x="1203286" y="2581783"/>
                  </a:moveTo>
                  <a:lnTo>
                    <a:pt x="1177003" y="2499568"/>
                  </a:lnTo>
                  <a:lnTo>
                    <a:pt x="1174213" y="2517732"/>
                  </a:lnTo>
                  <a:close/>
                  <a:moveTo>
                    <a:pt x="1189897" y="2474672"/>
                  </a:moveTo>
                  <a:lnTo>
                    <a:pt x="1174213" y="2517732"/>
                  </a:lnTo>
                  <a:lnTo>
                    <a:pt x="1177003" y="2499568"/>
                  </a:lnTo>
                  <a:close/>
                  <a:moveTo>
                    <a:pt x="672822" y="1924062"/>
                  </a:moveTo>
                  <a:lnTo>
                    <a:pt x="700670" y="1841847"/>
                  </a:lnTo>
                  <a:lnTo>
                    <a:pt x="691680" y="1866917"/>
                  </a:lnTo>
                  <a:close/>
                  <a:moveTo>
                    <a:pt x="707581" y="1786006"/>
                  </a:moveTo>
                  <a:lnTo>
                    <a:pt x="691680" y="1866917"/>
                  </a:lnTo>
                  <a:lnTo>
                    <a:pt x="700670" y="1841847"/>
                  </a:lnTo>
                  <a:close/>
                  <a:moveTo>
                    <a:pt x="1237139" y="2436104"/>
                  </a:moveTo>
                  <a:lnTo>
                    <a:pt x="1189897" y="2474672"/>
                  </a:lnTo>
                  <a:lnTo>
                    <a:pt x="1177003" y="2499568"/>
                  </a:lnTo>
                  <a:close/>
                  <a:moveTo>
                    <a:pt x="1303963" y="2407286"/>
                  </a:moveTo>
                  <a:lnTo>
                    <a:pt x="1189897" y="2474672"/>
                  </a:lnTo>
                  <a:lnTo>
                    <a:pt x="1237139" y="2436104"/>
                  </a:lnTo>
                  <a:close/>
                  <a:moveTo>
                    <a:pt x="672822" y="1924062"/>
                  </a:moveTo>
                  <a:lnTo>
                    <a:pt x="766858" y="1803410"/>
                  </a:lnTo>
                  <a:lnTo>
                    <a:pt x="700670" y="1841847"/>
                  </a:lnTo>
                  <a:close/>
                  <a:moveTo>
                    <a:pt x="766858" y="1803410"/>
                  </a:moveTo>
                  <a:lnTo>
                    <a:pt x="707581" y="1786006"/>
                  </a:lnTo>
                  <a:lnTo>
                    <a:pt x="700670" y="1841847"/>
                  </a:lnTo>
                  <a:close/>
                  <a:moveTo>
                    <a:pt x="617707" y="1638981"/>
                  </a:moveTo>
                  <a:lnTo>
                    <a:pt x="642857" y="1607470"/>
                  </a:lnTo>
                  <a:lnTo>
                    <a:pt x="529233" y="1595201"/>
                  </a:lnTo>
                  <a:close/>
                  <a:moveTo>
                    <a:pt x="567780" y="1677417"/>
                  </a:moveTo>
                  <a:lnTo>
                    <a:pt x="617707" y="1638981"/>
                  </a:lnTo>
                  <a:lnTo>
                    <a:pt x="529233" y="1595201"/>
                  </a:lnTo>
                  <a:close/>
                  <a:moveTo>
                    <a:pt x="607731" y="1574296"/>
                  </a:moveTo>
                  <a:lnTo>
                    <a:pt x="642857" y="1607470"/>
                  </a:lnTo>
                  <a:lnTo>
                    <a:pt x="712390" y="1588783"/>
                  </a:lnTo>
                  <a:close/>
                  <a:moveTo>
                    <a:pt x="455207" y="1512987"/>
                  </a:moveTo>
                  <a:lnTo>
                    <a:pt x="496401" y="1553754"/>
                  </a:lnTo>
                  <a:lnTo>
                    <a:pt x="507230" y="1495318"/>
                  </a:lnTo>
                  <a:close/>
                  <a:moveTo>
                    <a:pt x="477665" y="1483703"/>
                  </a:moveTo>
                  <a:lnTo>
                    <a:pt x="455207" y="1512987"/>
                  </a:lnTo>
                  <a:lnTo>
                    <a:pt x="507230" y="1495318"/>
                  </a:lnTo>
                  <a:close/>
                  <a:moveTo>
                    <a:pt x="1757603" y="2773538"/>
                  </a:moveTo>
                  <a:lnTo>
                    <a:pt x="1845786" y="2713119"/>
                  </a:lnTo>
                  <a:lnTo>
                    <a:pt x="1759602" y="2745149"/>
                  </a:lnTo>
                  <a:close/>
                  <a:moveTo>
                    <a:pt x="1747832" y="2737006"/>
                  </a:moveTo>
                  <a:lnTo>
                    <a:pt x="1759602" y="2745149"/>
                  </a:lnTo>
                  <a:lnTo>
                    <a:pt x="1845786" y="2713119"/>
                  </a:lnTo>
                  <a:close/>
                  <a:moveTo>
                    <a:pt x="1668486" y="2384258"/>
                  </a:moveTo>
                  <a:lnTo>
                    <a:pt x="1701631" y="2349069"/>
                  </a:lnTo>
                  <a:lnTo>
                    <a:pt x="1595200" y="2422695"/>
                  </a:lnTo>
                  <a:close/>
                  <a:moveTo>
                    <a:pt x="1430404" y="2258265"/>
                  </a:moveTo>
                  <a:lnTo>
                    <a:pt x="1485481" y="2313436"/>
                  </a:lnTo>
                  <a:lnTo>
                    <a:pt x="1514298" y="2222841"/>
                  </a:lnTo>
                  <a:close/>
                  <a:moveTo>
                    <a:pt x="948864" y="1700403"/>
                  </a:moveTo>
                  <a:lnTo>
                    <a:pt x="919477" y="1742313"/>
                  </a:lnTo>
                  <a:lnTo>
                    <a:pt x="981956" y="1644323"/>
                  </a:lnTo>
                  <a:close/>
                  <a:moveTo>
                    <a:pt x="948864" y="1700403"/>
                  </a:moveTo>
                  <a:lnTo>
                    <a:pt x="981956" y="1644323"/>
                  </a:lnTo>
                  <a:lnTo>
                    <a:pt x="958930" y="1670739"/>
                  </a:lnTo>
                  <a:close/>
                  <a:moveTo>
                    <a:pt x="947227" y="1682759"/>
                  </a:moveTo>
                  <a:lnTo>
                    <a:pt x="948864" y="1700403"/>
                  </a:lnTo>
                  <a:lnTo>
                    <a:pt x="958930" y="1670739"/>
                  </a:lnTo>
                  <a:close/>
                  <a:moveTo>
                    <a:pt x="988659" y="1633985"/>
                  </a:moveTo>
                  <a:lnTo>
                    <a:pt x="947227" y="1682759"/>
                  </a:lnTo>
                  <a:lnTo>
                    <a:pt x="958930" y="1670739"/>
                  </a:lnTo>
                  <a:close/>
                  <a:moveTo>
                    <a:pt x="1001015" y="1616728"/>
                  </a:moveTo>
                  <a:lnTo>
                    <a:pt x="947227" y="1682759"/>
                  </a:lnTo>
                  <a:lnTo>
                    <a:pt x="988659" y="1633985"/>
                  </a:lnTo>
                  <a:close/>
                  <a:moveTo>
                    <a:pt x="1049994" y="1584650"/>
                  </a:moveTo>
                  <a:lnTo>
                    <a:pt x="1001015" y="1616728"/>
                  </a:lnTo>
                  <a:lnTo>
                    <a:pt x="988659" y="1633985"/>
                  </a:lnTo>
                  <a:close/>
                  <a:moveTo>
                    <a:pt x="289997" y="750003"/>
                  </a:moveTo>
                  <a:lnTo>
                    <a:pt x="211027" y="657742"/>
                  </a:lnTo>
                  <a:lnTo>
                    <a:pt x="204398" y="658909"/>
                  </a:lnTo>
                  <a:close/>
                  <a:moveTo>
                    <a:pt x="142372" y="635667"/>
                  </a:moveTo>
                  <a:lnTo>
                    <a:pt x="89765" y="696178"/>
                  </a:lnTo>
                  <a:lnTo>
                    <a:pt x="204398" y="658909"/>
                  </a:lnTo>
                  <a:close/>
                  <a:moveTo>
                    <a:pt x="211027" y="657742"/>
                  </a:moveTo>
                  <a:lnTo>
                    <a:pt x="142372" y="635667"/>
                  </a:lnTo>
                  <a:lnTo>
                    <a:pt x="204398" y="658909"/>
                  </a:lnTo>
                  <a:close/>
                  <a:moveTo>
                    <a:pt x="1553899" y="2099177"/>
                  </a:moveTo>
                  <a:lnTo>
                    <a:pt x="1528611" y="2111112"/>
                  </a:lnTo>
                  <a:lnTo>
                    <a:pt x="1530688" y="2219829"/>
                  </a:lnTo>
                  <a:close/>
                  <a:moveTo>
                    <a:pt x="1591641" y="2016962"/>
                  </a:moveTo>
                  <a:lnTo>
                    <a:pt x="1528611" y="2111112"/>
                  </a:lnTo>
                  <a:lnTo>
                    <a:pt x="1553899" y="2099177"/>
                  </a:lnTo>
                  <a:close/>
                  <a:moveTo>
                    <a:pt x="1049994" y="1584650"/>
                  </a:moveTo>
                  <a:lnTo>
                    <a:pt x="1061916" y="1523671"/>
                  </a:lnTo>
                  <a:lnTo>
                    <a:pt x="1061742" y="1547655"/>
                  </a:lnTo>
                  <a:close/>
                  <a:moveTo>
                    <a:pt x="1064627" y="1562107"/>
                  </a:moveTo>
                  <a:lnTo>
                    <a:pt x="1049994" y="1584650"/>
                  </a:lnTo>
                  <a:lnTo>
                    <a:pt x="1061742" y="1547655"/>
                  </a:lnTo>
                  <a:close/>
                  <a:moveTo>
                    <a:pt x="1082210" y="1489896"/>
                  </a:moveTo>
                  <a:lnTo>
                    <a:pt x="1064627" y="1562107"/>
                  </a:lnTo>
                  <a:lnTo>
                    <a:pt x="1061742" y="1547655"/>
                  </a:lnTo>
                  <a:close/>
                  <a:moveTo>
                    <a:pt x="302980" y="639357"/>
                  </a:moveTo>
                  <a:lnTo>
                    <a:pt x="211027" y="657742"/>
                  </a:lnTo>
                  <a:lnTo>
                    <a:pt x="288789" y="689236"/>
                  </a:lnTo>
                  <a:close/>
                  <a:moveTo>
                    <a:pt x="268705" y="614142"/>
                  </a:moveTo>
                  <a:lnTo>
                    <a:pt x="211027" y="657742"/>
                  </a:lnTo>
                  <a:lnTo>
                    <a:pt x="302980" y="639357"/>
                  </a:lnTo>
                  <a:close/>
                  <a:moveTo>
                    <a:pt x="288789" y="689236"/>
                  </a:moveTo>
                  <a:lnTo>
                    <a:pt x="359652" y="619305"/>
                  </a:lnTo>
                  <a:lnTo>
                    <a:pt x="302980" y="639357"/>
                  </a:lnTo>
                  <a:close/>
                  <a:moveTo>
                    <a:pt x="289288" y="575526"/>
                  </a:moveTo>
                  <a:lnTo>
                    <a:pt x="302980" y="639357"/>
                  </a:lnTo>
                  <a:lnTo>
                    <a:pt x="359652" y="619305"/>
                  </a:lnTo>
                  <a:close/>
                  <a:moveTo>
                    <a:pt x="289288" y="575526"/>
                  </a:moveTo>
                  <a:lnTo>
                    <a:pt x="359652" y="619305"/>
                  </a:lnTo>
                  <a:lnTo>
                    <a:pt x="366244" y="537090"/>
                  </a:lnTo>
                  <a:close/>
                  <a:moveTo>
                    <a:pt x="1082210" y="1489896"/>
                  </a:moveTo>
                  <a:lnTo>
                    <a:pt x="1061742" y="1547655"/>
                  </a:lnTo>
                  <a:lnTo>
                    <a:pt x="1061916" y="1523671"/>
                  </a:lnTo>
                  <a:close/>
                  <a:moveTo>
                    <a:pt x="1553899" y="2099177"/>
                  </a:moveTo>
                  <a:lnTo>
                    <a:pt x="1549723" y="2123219"/>
                  </a:lnTo>
                  <a:lnTo>
                    <a:pt x="1551881" y="2092194"/>
                  </a:lnTo>
                  <a:close/>
                  <a:moveTo>
                    <a:pt x="1758418" y="2142956"/>
                  </a:moveTo>
                  <a:lnTo>
                    <a:pt x="1767097" y="2163431"/>
                  </a:lnTo>
                  <a:lnTo>
                    <a:pt x="1760142" y="2244250"/>
                  </a:lnTo>
                  <a:close/>
                  <a:moveTo>
                    <a:pt x="1765040" y="2142956"/>
                  </a:moveTo>
                  <a:lnTo>
                    <a:pt x="1760142" y="2244250"/>
                  </a:lnTo>
                  <a:lnTo>
                    <a:pt x="1767097" y="2163431"/>
                  </a:lnTo>
                  <a:close/>
                  <a:moveTo>
                    <a:pt x="1553899" y="2099177"/>
                  </a:moveTo>
                  <a:lnTo>
                    <a:pt x="1551881" y="2092194"/>
                  </a:lnTo>
                  <a:lnTo>
                    <a:pt x="1591641" y="2016962"/>
                  </a:lnTo>
                  <a:close/>
                  <a:moveTo>
                    <a:pt x="1591641" y="2016962"/>
                  </a:moveTo>
                  <a:lnTo>
                    <a:pt x="1551881" y="2092194"/>
                  </a:lnTo>
                  <a:lnTo>
                    <a:pt x="1655401" y="2024475"/>
                  </a:lnTo>
                  <a:close/>
                  <a:moveTo>
                    <a:pt x="1655401" y="2024475"/>
                  </a:moveTo>
                  <a:lnTo>
                    <a:pt x="1599622" y="2013881"/>
                  </a:lnTo>
                  <a:lnTo>
                    <a:pt x="1591641" y="2016962"/>
                  </a:lnTo>
                  <a:close/>
                  <a:moveTo>
                    <a:pt x="1082210" y="1489896"/>
                  </a:moveTo>
                  <a:lnTo>
                    <a:pt x="1133806" y="1489068"/>
                  </a:lnTo>
                  <a:lnTo>
                    <a:pt x="1146868" y="1452985"/>
                  </a:lnTo>
                  <a:close/>
                  <a:moveTo>
                    <a:pt x="1146868" y="1452985"/>
                  </a:moveTo>
                  <a:lnTo>
                    <a:pt x="1133806" y="1489068"/>
                  </a:lnTo>
                  <a:lnTo>
                    <a:pt x="1179769" y="1403019"/>
                  </a:lnTo>
                  <a:close/>
                  <a:moveTo>
                    <a:pt x="791922" y="1025329"/>
                  </a:moveTo>
                  <a:lnTo>
                    <a:pt x="747482" y="1074379"/>
                  </a:lnTo>
                  <a:lnTo>
                    <a:pt x="731595" y="1112595"/>
                  </a:lnTo>
                  <a:close/>
                  <a:moveTo>
                    <a:pt x="359652" y="619305"/>
                  </a:moveTo>
                  <a:lnTo>
                    <a:pt x="383691" y="498653"/>
                  </a:lnTo>
                  <a:lnTo>
                    <a:pt x="366244" y="537090"/>
                  </a:lnTo>
                  <a:close/>
                  <a:moveTo>
                    <a:pt x="417562" y="461635"/>
                  </a:moveTo>
                  <a:lnTo>
                    <a:pt x="366244" y="537090"/>
                  </a:lnTo>
                  <a:lnTo>
                    <a:pt x="383691" y="498653"/>
                  </a:lnTo>
                  <a:close/>
                  <a:moveTo>
                    <a:pt x="417562" y="461635"/>
                  </a:moveTo>
                  <a:lnTo>
                    <a:pt x="376476" y="523224"/>
                  </a:lnTo>
                  <a:lnTo>
                    <a:pt x="366244" y="537090"/>
                  </a:lnTo>
                  <a:close/>
                  <a:moveTo>
                    <a:pt x="1187103" y="1388216"/>
                  </a:moveTo>
                  <a:lnTo>
                    <a:pt x="1167382" y="1422272"/>
                  </a:lnTo>
                  <a:lnTo>
                    <a:pt x="1179769" y="1403019"/>
                  </a:lnTo>
                  <a:close/>
                  <a:moveTo>
                    <a:pt x="1876283" y="2110329"/>
                  </a:moveTo>
                  <a:lnTo>
                    <a:pt x="1765040" y="2142956"/>
                  </a:lnTo>
                  <a:lnTo>
                    <a:pt x="1888495" y="2123455"/>
                  </a:lnTo>
                  <a:close/>
                  <a:moveTo>
                    <a:pt x="1765040" y="2142956"/>
                  </a:moveTo>
                  <a:lnTo>
                    <a:pt x="1767097" y="2163431"/>
                  </a:lnTo>
                  <a:lnTo>
                    <a:pt x="1888495" y="2123455"/>
                  </a:lnTo>
                  <a:close/>
                  <a:moveTo>
                    <a:pt x="1821616" y="2088610"/>
                  </a:moveTo>
                  <a:lnTo>
                    <a:pt x="1765040" y="2142956"/>
                  </a:lnTo>
                  <a:lnTo>
                    <a:pt x="1876283" y="2110329"/>
                  </a:lnTo>
                  <a:close/>
                  <a:moveTo>
                    <a:pt x="1876283" y="2110329"/>
                  </a:moveTo>
                  <a:lnTo>
                    <a:pt x="1895882" y="2087621"/>
                  </a:lnTo>
                  <a:lnTo>
                    <a:pt x="1821616" y="2088610"/>
                  </a:lnTo>
                  <a:close/>
                  <a:moveTo>
                    <a:pt x="1876283" y="2110329"/>
                  </a:moveTo>
                  <a:lnTo>
                    <a:pt x="1955859" y="2106227"/>
                  </a:lnTo>
                  <a:lnTo>
                    <a:pt x="1895882" y="2087621"/>
                  </a:lnTo>
                  <a:close/>
                  <a:moveTo>
                    <a:pt x="1955859" y="2106227"/>
                  </a:moveTo>
                  <a:lnTo>
                    <a:pt x="1876283" y="2110329"/>
                  </a:lnTo>
                  <a:lnTo>
                    <a:pt x="1959884" y="2111711"/>
                  </a:lnTo>
                  <a:close/>
                  <a:moveTo>
                    <a:pt x="1876283" y="2110329"/>
                  </a:moveTo>
                  <a:lnTo>
                    <a:pt x="1888495" y="2123455"/>
                  </a:lnTo>
                  <a:lnTo>
                    <a:pt x="1959884" y="2111711"/>
                  </a:lnTo>
                  <a:close/>
                  <a:moveTo>
                    <a:pt x="1637043" y="1783274"/>
                  </a:moveTo>
                  <a:lnTo>
                    <a:pt x="1614651" y="1872118"/>
                  </a:lnTo>
                  <a:lnTo>
                    <a:pt x="1665671" y="1775658"/>
                  </a:lnTo>
                  <a:close/>
                  <a:moveTo>
                    <a:pt x="1665671" y="1775658"/>
                  </a:moveTo>
                  <a:lnTo>
                    <a:pt x="1643900" y="1896310"/>
                  </a:lnTo>
                  <a:lnTo>
                    <a:pt x="1672090" y="1857873"/>
                  </a:lnTo>
                  <a:close/>
                  <a:moveTo>
                    <a:pt x="1637043" y="1783274"/>
                  </a:moveTo>
                  <a:lnTo>
                    <a:pt x="1642911" y="1762575"/>
                  </a:lnTo>
                  <a:lnTo>
                    <a:pt x="1562337" y="1739976"/>
                  </a:lnTo>
                  <a:close/>
                  <a:moveTo>
                    <a:pt x="954848" y="873320"/>
                  </a:moveTo>
                  <a:lnTo>
                    <a:pt x="852993" y="895534"/>
                  </a:lnTo>
                  <a:lnTo>
                    <a:pt x="958273" y="874769"/>
                  </a:lnTo>
                  <a:close/>
                  <a:moveTo>
                    <a:pt x="548671" y="460706"/>
                  </a:moveTo>
                  <a:lnTo>
                    <a:pt x="549511" y="461108"/>
                  </a:lnTo>
                  <a:lnTo>
                    <a:pt x="624365" y="462317"/>
                  </a:lnTo>
                  <a:close/>
                  <a:moveTo>
                    <a:pt x="549511" y="461108"/>
                  </a:moveTo>
                  <a:lnTo>
                    <a:pt x="548671" y="460706"/>
                  </a:lnTo>
                  <a:lnTo>
                    <a:pt x="544247" y="460217"/>
                  </a:lnTo>
                  <a:close/>
                  <a:moveTo>
                    <a:pt x="1665671" y="1775658"/>
                  </a:moveTo>
                  <a:lnTo>
                    <a:pt x="1779337" y="1778787"/>
                  </a:lnTo>
                  <a:lnTo>
                    <a:pt x="1736556" y="1762964"/>
                  </a:lnTo>
                  <a:close/>
                  <a:moveTo>
                    <a:pt x="1736556" y="1762964"/>
                  </a:moveTo>
                  <a:lnTo>
                    <a:pt x="1707076" y="1723818"/>
                  </a:lnTo>
                  <a:lnTo>
                    <a:pt x="1665671" y="1775658"/>
                  </a:lnTo>
                  <a:close/>
                  <a:moveTo>
                    <a:pt x="1736556" y="1762964"/>
                  </a:moveTo>
                  <a:lnTo>
                    <a:pt x="1779337" y="1778787"/>
                  </a:lnTo>
                  <a:lnTo>
                    <a:pt x="1853170" y="1776180"/>
                  </a:lnTo>
                  <a:close/>
                  <a:moveTo>
                    <a:pt x="1007613" y="844043"/>
                  </a:moveTo>
                  <a:lnTo>
                    <a:pt x="958273" y="874769"/>
                  </a:lnTo>
                  <a:lnTo>
                    <a:pt x="889299" y="895546"/>
                  </a:lnTo>
                  <a:close/>
                  <a:moveTo>
                    <a:pt x="671150" y="422038"/>
                  </a:moveTo>
                  <a:lnTo>
                    <a:pt x="624365" y="462317"/>
                  </a:lnTo>
                  <a:lnTo>
                    <a:pt x="549511" y="461108"/>
                  </a:lnTo>
                  <a:close/>
                  <a:moveTo>
                    <a:pt x="1523969" y="1166121"/>
                  </a:moveTo>
                  <a:lnTo>
                    <a:pt x="1484557" y="1205495"/>
                  </a:lnTo>
                  <a:lnTo>
                    <a:pt x="1563358" y="1182034"/>
                  </a:lnTo>
                  <a:close/>
                  <a:moveTo>
                    <a:pt x="1491698" y="839923"/>
                  </a:moveTo>
                  <a:lnTo>
                    <a:pt x="1490390" y="825372"/>
                  </a:lnTo>
                  <a:lnTo>
                    <a:pt x="1410357" y="804801"/>
                  </a:lnTo>
                  <a:close/>
                  <a:moveTo>
                    <a:pt x="1490390" y="825372"/>
                  </a:moveTo>
                  <a:lnTo>
                    <a:pt x="1491698" y="839923"/>
                  </a:lnTo>
                  <a:lnTo>
                    <a:pt x="1516523" y="838198"/>
                  </a:lnTo>
                  <a:close/>
                  <a:moveTo>
                    <a:pt x="1489031" y="741999"/>
                  </a:moveTo>
                  <a:lnTo>
                    <a:pt x="1490390" y="825372"/>
                  </a:lnTo>
                  <a:lnTo>
                    <a:pt x="1555675" y="717547"/>
                  </a:lnTo>
                  <a:close/>
                  <a:moveTo>
                    <a:pt x="1490390" y="825372"/>
                  </a:moveTo>
                  <a:lnTo>
                    <a:pt x="1516523" y="838198"/>
                  </a:lnTo>
                  <a:lnTo>
                    <a:pt x="1555675" y="717547"/>
                  </a:lnTo>
                  <a:close/>
                  <a:moveTo>
                    <a:pt x="1489031" y="741999"/>
                  </a:moveTo>
                  <a:lnTo>
                    <a:pt x="1410357" y="804801"/>
                  </a:lnTo>
                  <a:lnTo>
                    <a:pt x="1490390" y="825372"/>
                  </a:lnTo>
                  <a:close/>
                  <a:moveTo>
                    <a:pt x="1505085" y="665111"/>
                  </a:moveTo>
                  <a:lnTo>
                    <a:pt x="1471410" y="635332"/>
                  </a:lnTo>
                  <a:lnTo>
                    <a:pt x="1489031" y="741999"/>
                  </a:lnTo>
                  <a:close/>
                  <a:moveTo>
                    <a:pt x="1489031" y="741999"/>
                  </a:moveTo>
                  <a:lnTo>
                    <a:pt x="1555675" y="717547"/>
                  </a:lnTo>
                  <a:lnTo>
                    <a:pt x="1505085" y="665111"/>
                  </a:lnTo>
                  <a:close/>
                  <a:moveTo>
                    <a:pt x="1072231" y="161375"/>
                  </a:moveTo>
                  <a:lnTo>
                    <a:pt x="1069455" y="142041"/>
                  </a:lnTo>
                  <a:lnTo>
                    <a:pt x="1035620" y="180477"/>
                  </a:lnTo>
                  <a:close/>
                  <a:moveTo>
                    <a:pt x="1518119" y="618260"/>
                  </a:moveTo>
                  <a:lnTo>
                    <a:pt x="1505085" y="665111"/>
                  </a:lnTo>
                  <a:lnTo>
                    <a:pt x="1561815" y="596895"/>
                  </a:lnTo>
                  <a:close/>
                  <a:moveTo>
                    <a:pt x="1505085" y="665111"/>
                  </a:moveTo>
                  <a:lnTo>
                    <a:pt x="1555675" y="717547"/>
                  </a:lnTo>
                  <a:lnTo>
                    <a:pt x="1561815" y="596895"/>
                  </a:lnTo>
                  <a:close/>
                  <a:moveTo>
                    <a:pt x="1561815" y="596895"/>
                  </a:moveTo>
                  <a:lnTo>
                    <a:pt x="1555675" y="717547"/>
                  </a:lnTo>
                  <a:lnTo>
                    <a:pt x="1637935" y="667958"/>
                  </a:lnTo>
                  <a:close/>
                  <a:moveTo>
                    <a:pt x="1637935" y="667958"/>
                  </a:moveTo>
                  <a:lnTo>
                    <a:pt x="1555675" y="717547"/>
                  </a:lnTo>
                  <a:lnTo>
                    <a:pt x="1628602" y="689123"/>
                  </a:lnTo>
                  <a:close/>
                  <a:moveTo>
                    <a:pt x="1471410" y="635332"/>
                  </a:moveTo>
                  <a:lnTo>
                    <a:pt x="1505085" y="665111"/>
                  </a:lnTo>
                  <a:lnTo>
                    <a:pt x="1518119" y="618260"/>
                  </a:lnTo>
                  <a:close/>
                  <a:moveTo>
                    <a:pt x="1518119" y="618260"/>
                  </a:moveTo>
                  <a:lnTo>
                    <a:pt x="1561815" y="596895"/>
                  </a:lnTo>
                  <a:lnTo>
                    <a:pt x="1536009" y="565531"/>
                  </a:lnTo>
                  <a:close/>
                  <a:moveTo>
                    <a:pt x="1352252" y="432465"/>
                  </a:moveTo>
                  <a:lnTo>
                    <a:pt x="1325936" y="353040"/>
                  </a:lnTo>
                  <a:lnTo>
                    <a:pt x="1340203" y="388686"/>
                  </a:lnTo>
                  <a:close/>
                  <a:moveTo>
                    <a:pt x="1325936" y="353040"/>
                  </a:moveTo>
                  <a:lnTo>
                    <a:pt x="1327610" y="343678"/>
                  </a:lnTo>
                  <a:lnTo>
                    <a:pt x="1340203" y="388686"/>
                  </a:lnTo>
                  <a:close/>
                  <a:moveTo>
                    <a:pt x="1340203" y="388686"/>
                  </a:moveTo>
                  <a:lnTo>
                    <a:pt x="1327610" y="343678"/>
                  </a:lnTo>
                  <a:lnTo>
                    <a:pt x="1337251" y="268035"/>
                  </a:lnTo>
                  <a:close/>
                  <a:moveTo>
                    <a:pt x="1337251" y="268035"/>
                  </a:moveTo>
                  <a:lnTo>
                    <a:pt x="1272236" y="296605"/>
                  </a:lnTo>
                  <a:lnTo>
                    <a:pt x="1340203" y="388686"/>
                  </a:lnTo>
                  <a:close/>
                  <a:moveTo>
                    <a:pt x="1336329" y="185819"/>
                  </a:moveTo>
                  <a:lnTo>
                    <a:pt x="1275476" y="193879"/>
                  </a:lnTo>
                  <a:lnTo>
                    <a:pt x="1272236" y="296605"/>
                  </a:lnTo>
                  <a:close/>
                  <a:moveTo>
                    <a:pt x="1069455" y="142041"/>
                  </a:moveTo>
                  <a:lnTo>
                    <a:pt x="1072231" y="161375"/>
                  </a:lnTo>
                  <a:lnTo>
                    <a:pt x="1171623" y="217718"/>
                  </a:lnTo>
                  <a:close/>
                  <a:moveTo>
                    <a:pt x="1137175" y="103604"/>
                  </a:moveTo>
                  <a:lnTo>
                    <a:pt x="1069455" y="142041"/>
                  </a:lnTo>
                  <a:lnTo>
                    <a:pt x="1171623" y="217718"/>
                  </a:lnTo>
                  <a:close/>
                  <a:moveTo>
                    <a:pt x="1637935" y="667958"/>
                  </a:moveTo>
                  <a:lnTo>
                    <a:pt x="1661429" y="679110"/>
                  </a:lnTo>
                  <a:lnTo>
                    <a:pt x="1658461" y="664848"/>
                  </a:lnTo>
                  <a:close/>
                  <a:moveTo>
                    <a:pt x="1561815" y="596895"/>
                  </a:moveTo>
                  <a:lnTo>
                    <a:pt x="1637935" y="667958"/>
                  </a:lnTo>
                  <a:lnTo>
                    <a:pt x="1668074" y="640674"/>
                  </a:lnTo>
                  <a:close/>
                  <a:moveTo>
                    <a:pt x="1561815" y="596895"/>
                  </a:moveTo>
                  <a:lnTo>
                    <a:pt x="1660825" y="558459"/>
                  </a:lnTo>
                  <a:lnTo>
                    <a:pt x="1623887" y="492771"/>
                  </a:lnTo>
                  <a:close/>
                  <a:moveTo>
                    <a:pt x="1623887" y="492771"/>
                  </a:moveTo>
                  <a:lnTo>
                    <a:pt x="1661766" y="541856"/>
                  </a:lnTo>
                  <a:lnTo>
                    <a:pt x="1721298" y="485780"/>
                  </a:lnTo>
                  <a:close/>
                  <a:moveTo>
                    <a:pt x="1366720" y="229598"/>
                  </a:moveTo>
                  <a:lnTo>
                    <a:pt x="1336329" y="185819"/>
                  </a:lnTo>
                  <a:lnTo>
                    <a:pt x="1337251" y="268035"/>
                  </a:lnTo>
                  <a:close/>
                  <a:moveTo>
                    <a:pt x="1143305" y="21389"/>
                  </a:moveTo>
                  <a:lnTo>
                    <a:pt x="1226195" y="73259"/>
                  </a:lnTo>
                  <a:lnTo>
                    <a:pt x="1184182" y="7322"/>
                  </a:lnTo>
                  <a:close/>
                  <a:moveTo>
                    <a:pt x="1137175" y="103604"/>
                  </a:moveTo>
                  <a:lnTo>
                    <a:pt x="1226195" y="73259"/>
                  </a:lnTo>
                  <a:lnTo>
                    <a:pt x="1143305" y="21389"/>
                  </a:lnTo>
                  <a:close/>
                  <a:moveTo>
                    <a:pt x="1184182" y="7322"/>
                  </a:moveTo>
                  <a:lnTo>
                    <a:pt x="1237542" y="6926"/>
                  </a:lnTo>
                  <a:lnTo>
                    <a:pt x="1161158" y="0"/>
                  </a:lnTo>
                  <a:close/>
                  <a:moveTo>
                    <a:pt x="1661766" y="541856"/>
                  </a:moveTo>
                  <a:lnTo>
                    <a:pt x="1687083" y="541487"/>
                  </a:lnTo>
                  <a:lnTo>
                    <a:pt x="1721298" y="485780"/>
                  </a:lnTo>
                  <a:close/>
                </a:path>
              </a:pathLst>
            </a:custGeom>
            <a:solidFill>
              <a:srgbClr val="E3E8EC"/>
            </a:solidFill>
            <a:ln w="1524">
              <a:solidFill>
                <a:srgbClr val="E3E8EC"/>
              </a:solidFill>
            </a:ln>
          </p:spPr>
        </p:sp>
        <p:sp>
          <p:nvSpPr>
            <p:cNvPr id="2082" name="Candidate_density__2081">
              <a:extLst>
                <a:ext uri="{FF2B5EF4-FFF2-40B4-BE49-F238E27FC236}">
                  <a16:creationId xmlns:a16="http://schemas.microsoft.com/office/drawing/2014/main" id="{50E9838E-20E1-A910-9530-0E70B355A0A5}"/>
                </a:ext>
              </a:extLst>
            </p:cNvPr>
            <p:cNvSpPr>
              <a:spLocks noGrp="1"/>
            </p:cNvSpPr>
            <p:nvPr/>
          </p:nvSpPr>
          <p:spPr>
            <a:xfrm>
              <a:off x="4550615" y="2000965"/>
              <a:ext cx="2023058" cy="2928890"/>
            </a:xfrm>
            <a:custGeom>
              <a:avLst/>
              <a:gdLst/>
              <a:ahLst/>
              <a:cxnLst/>
              <a:rect l="0" t="0" r="0" b="0"/>
              <a:pathLst>
                <a:path w="2023058" h="2928890">
                  <a:moveTo>
                    <a:pt x="408648" y="2899707"/>
                  </a:moveTo>
                  <a:lnTo>
                    <a:pt x="358894" y="2928890"/>
                  </a:lnTo>
                  <a:lnTo>
                    <a:pt x="483334" y="2900286"/>
                  </a:lnTo>
                  <a:close/>
                  <a:moveTo>
                    <a:pt x="533239" y="2898520"/>
                  </a:moveTo>
                  <a:lnTo>
                    <a:pt x="483334" y="2900286"/>
                  </a:lnTo>
                  <a:lnTo>
                    <a:pt x="551115" y="2893725"/>
                  </a:lnTo>
                  <a:close/>
                  <a:moveTo>
                    <a:pt x="502919" y="2022340"/>
                  </a:moveTo>
                  <a:lnTo>
                    <a:pt x="423015" y="2092613"/>
                  </a:lnTo>
                  <a:lnTo>
                    <a:pt x="490551" y="2066461"/>
                  </a:lnTo>
                  <a:close/>
                  <a:moveTo>
                    <a:pt x="502919" y="2022340"/>
                  </a:moveTo>
                  <a:lnTo>
                    <a:pt x="490551" y="2066461"/>
                  </a:lnTo>
                  <a:lnTo>
                    <a:pt x="526087" y="2038479"/>
                  </a:lnTo>
                  <a:close/>
                  <a:moveTo>
                    <a:pt x="278642" y="1583028"/>
                  </a:moveTo>
                  <a:lnTo>
                    <a:pt x="281083" y="1625411"/>
                  </a:lnTo>
                  <a:lnTo>
                    <a:pt x="277745" y="1588967"/>
                  </a:lnTo>
                  <a:close/>
                  <a:moveTo>
                    <a:pt x="1082607" y="2372682"/>
                  </a:moveTo>
                  <a:lnTo>
                    <a:pt x="1083381" y="2353856"/>
                  </a:lnTo>
                  <a:lnTo>
                    <a:pt x="1076882" y="2434963"/>
                  </a:lnTo>
                  <a:close/>
                  <a:moveTo>
                    <a:pt x="1083381" y="2353856"/>
                  </a:moveTo>
                  <a:lnTo>
                    <a:pt x="1082607" y="2372682"/>
                  </a:lnTo>
                  <a:lnTo>
                    <a:pt x="1131003" y="2358656"/>
                  </a:lnTo>
                  <a:close/>
                  <a:moveTo>
                    <a:pt x="668570" y="1807784"/>
                  </a:moveTo>
                  <a:lnTo>
                    <a:pt x="709980" y="1775002"/>
                  </a:lnTo>
                  <a:lnTo>
                    <a:pt x="716224" y="1758739"/>
                  </a:lnTo>
                  <a:close/>
                  <a:moveTo>
                    <a:pt x="687441" y="1814882"/>
                  </a:moveTo>
                  <a:lnTo>
                    <a:pt x="709980" y="1775002"/>
                  </a:lnTo>
                  <a:lnTo>
                    <a:pt x="668570" y="1807784"/>
                  </a:lnTo>
                  <a:close/>
                  <a:moveTo>
                    <a:pt x="613004" y="1815233"/>
                  </a:moveTo>
                  <a:lnTo>
                    <a:pt x="687441" y="1814882"/>
                  </a:lnTo>
                  <a:lnTo>
                    <a:pt x="668570" y="1807784"/>
                  </a:lnTo>
                  <a:close/>
                  <a:moveTo>
                    <a:pt x="709980" y="1775002"/>
                  </a:moveTo>
                  <a:lnTo>
                    <a:pt x="687441" y="1814882"/>
                  </a:lnTo>
                  <a:lnTo>
                    <a:pt x="719379" y="1797176"/>
                  </a:lnTo>
                  <a:close/>
                  <a:moveTo>
                    <a:pt x="709980" y="1775002"/>
                  </a:moveTo>
                  <a:lnTo>
                    <a:pt x="753079" y="1781634"/>
                  </a:lnTo>
                  <a:lnTo>
                    <a:pt x="726894" y="1747187"/>
                  </a:lnTo>
                  <a:close/>
                  <a:moveTo>
                    <a:pt x="716224" y="1758739"/>
                  </a:moveTo>
                  <a:lnTo>
                    <a:pt x="709980" y="1775002"/>
                  </a:lnTo>
                  <a:lnTo>
                    <a:pt x="726894" y="1747187"/>
                  </a:lnTo>
                  <a:close/>
                  <a:moveTo>
                    <a:pt x="19165" y="448640"/>
                  </a:moveTo>
                  <a:lnTo>
                    <a:pt x="0" y="487077"/>
                  </a:lnTo>
                  <a:lnTo>
                    <a:pt x="37257" y="410290"/>
                  </a:lnTo>
                  <a:close/>
                  <a:moveTo>
                    <a:pt x="1611792" y="2257372"/>
                  </a:moveTo>
                  <a:lnTo>
                    <a:pt x="1637150" y="2275613"/>
                  </a:lnTo>
                  <a:lnTo>
                    <a:pt x="1590748" y="2317330"/>
                  </a:lnTo>
                  <a:close/>
                  <a:moveTo>
                    <a:pt x="1611792" y="2257372"/>
                  </a:moveTo>
                  <a:lnTo>
                    <a:pt x="1662045" y="2218936"/>
                  </a:lnTo>
                  <a:lnTo>
                    <a:pt x="1637150" y="2275613"/>
                  </a:lnTo>
                  <a:close/>
                  <a:moveTo>
                    <a:pt x="1662045" y="2218936"/>
                  </a:moveTo>
                  <a:lnTo>
                    <a:pt x="1611792" y="2257372"/>
                  </a:lnTo>
                  <a:lnTo>
                    <a:pt x="1691045" y="2198461"/>
                  </a:lnTo>
                  <a:close/>
                  <a:moveTo>
                    <a:pt x="1757873" y="2269150"/>
                  </a:moveTo>
                  <a:lnTo>
                    <a:pt x="1762765" y="2218936"/>
                  </a:lnTo>
                  <a:lnTo>
                    <a:pt x="1833421" y="2236922"/>
                  </a:lnTo>
                  <a:close/>
                  <a:moveTo>
                    <a:pt x="1138303" y="1525140"/>
                  </a:moveTo>
                  <a:lnTo>
                    <a:pt x="1172861" y="1440872"/>
                  </a:lnTo>
                  <a:lnTo>
                    <a:pt x="1124903" y="1561215"/>
                  </a:lnTo>
                  <a:close/>
                  <a:moveTo>
                    <a:pt x="1124903" y="1561215"/>
                  </a:moveTo>
                  <a:lnTo>
                    <a:pt x="1172861" y="1440872"/>
                  </a:lnTo>
                  <a:lnTo>
                    <a:pt x="1172984" y="1440563"/>
                  </a:lnTo>
                  <a:close/>
                  <a:moveTo>
                    <a:pt x="1124903" y="1561215"/>
                  </a:moveTo>
                  <a:lnTo>
                    <a:pt x="1172984" y="1440563"/>
                  </a:lnTo>
                  <a:lnTo>
                    <a:pt x="1144961" y="1522779"/>
                  </a:lnTo>
                  <a:close/>
                  <a:moveTo>
                    <a:pt x="1172984" y="1440563"/>
                  </a:moveTo>
                  <a:lnTo>
                    <a:pt x="1172861" y="1440872"/>
                  </a:lnTo>
                  <a:lnTo>
                    <a:pt x="1173108" y="1440065"/>
                  </a:lnTo>
                  <a:close/>
                  <a:moveTo>
                    <a:pt x="902554" y="1278667"/>
                  </a:moveTo>
                  <a:lnTo>
                    <a:pt x="847792" y="1274939"/>
                  </a:lnTo>
                  <a:lnTo>
                    <a:pt x="895755" y="1232354"/>
                  </a:lnTo>
                  <a:close/>
                  <a:moveTo>
                    <a:pt x="895755" y="1232354"/>
                  </a:moveTo>
                  <a:lnTo>
                    <a:pt x="903579" y="1204858"/>
                  </a:lnTo>
                  <a:lnTo>
                    <a:pt x="945256" y="1145480"/>
                  </a:lnTo>
                  <a:close/>
                  <a:moveTo>
                    <a:pt x="945256" y="1145480"/>
                  </a:moveTo>
                  <a:lnTo>
                    <a:pt x="964297" y="1149471"/>
                  </a:lnTo>
                  <a:lnTo>
                    <a:pt x="953366" y="1111703"/>
                  </a:lnTo>
                  <a:close/>
                  <a:moveTo>
                    <a:pt x="1995026" y="2132075"/>
                  </a:moveTo>
                  <a:lnTo>
                    <a:pt x="2023058" y="2135243"/>
                  </a:lnTo>
                  <a:lnTo>
                    <a:pt x="1997433" y="2103627"/>
                  </a:lnTo>
                  <a:close/>
                  <a:moveTo>
                    <a:pt x="1177903" y="546882"/>
                  </a:moveTo>
                  <a:lnTo>
                    <a:pt x="1153870" y="555481"/>
                  </a:lnTo>
                  <a:lnTo>
                    <a:pt x="1233841" y="527672"/>
                  </a:lnTo>
                  <a:close/>
                  <a:moveTo>
                    <a:pt x="770404" y="84903"/>
                  </a:moveTo>
                  <a:lnTo>
                    <a:pt x="800538" y="22253"/>
                  </a:lnTo>
                  <a:lnTo>
                    <a:pt x="725963" y="22088"/>
                  </a:lnTo>
                  <a:close/>
                  <a:moveTo>
                    <a:pt x="1177903" y="546882"/>
                  </a:moveTo>
                  <a:lnTo>
                    <a:pt x="1166612" y="554974"/>
                  </a:lnTo>
                  <a:lnTo>
                    <a:pt x="1153870" y="555481"/>
                  </a:lnTo>
                  <a:close/>
                  <a:moveTo>
                    <a:pt x="1177903" y="546882"/>
                  </a:moveTo>
                  <a:lnTo>
                    <a:pt x="1214439" y="518586"/>
                  </a:lnTo>
                  <a:lnTo>
                    <a:pt x="1166612" y="554974"/>
                  </a:lnTo>
                  <a:close/>
                  <a:moveTo>
                    <a:pt x="1223148" y="508446"/>
                  </a:moveTo>
                  <a:lnTo>
                    <a:pt x="1177903" y="546882"/>
                  </a:lnTo>
                  <a:lnTo>
                    <a:pt x="1267023" y="436532"/>
                  </a:lnTo>
                  <a:close/>
                  <a:moveTo>
                    <a:pt x="725963" y="22088"/>
                  </a:moveTo>
                  <a:lnTo>
                    <a:pt x="800538" y="22253"/>
                  </a:lnTo>
                  <a:lnTo>
                    <a:pt x="852144" y="0"/>
                  </a:lnTo>
                  <a:close/>
                </a:path>
              </a:pathLst>
            </a:custGeom>
            <a:solidFill>
              <a:srgbClr val="D0D7DD"/>
            </a:solidFill>
            <a:ln w="1524">
              <a:solidFill>
                <a:srgbClr val="D0D7DD"/>
              </a:solidFill>
            </a:ln>
          </p:spPr>
        </p:sp>
        <p:sp>
          <p:nvSpPr>
            <p:cNvPr id="2083" name="Candidate_density__2082">
              <a:extLst>
                <a:ext uri="{FF2B5EF4-FFF2-40B4-BE49-F238E27FC236}">
                  <a16:creationId xmlns:a16="http://schemas.microsoft.com/office/drawing/2014/main" id="{9650394B-D246-57F7-6C89-4ED79FC9F736}"/>
                </a:ext>
              </a:extLst>
            </p:cNvPr>
            <p:cNvSpPr>
              <a:spLocks noGrp="1"/>
            </p:cNvSpPr>
            <p:nvPr/>
          </p:nvSpPr>
          <p:spPr>
            <a:xfrm>
              <a:off x="5003925" y="4039444"/>
              <a:ext cx="72778" cy="27981"/>
            </a:xfrm>
            <a:custGeom>
              <a:avLst/>
              <a:gdLst/>
              <a:ahLst/>
              <a:cxnLst/>
              <a:rect l="0" t="0" r="0" b="0"/>
              <a:pathLst>
                <a:path w="72778" h="27981">
                  <a:moveTo>
                    <a:pt x="72778" y="0"/>
                  </a:moveTo>
                  <a:lnTo>
                    <a:pt x="37242" y="27981"/>
                  </a:lnTo>
                  <a:lnTo>
                    <a:pt x="0" y="24193"/>
                  </a:lnTo>
                  <a:close/>
                </a:path>
              </a:pathLst>
            </a:custGeom>
            <a:solidFill>
              <a:srgbClr val="CDD4DA"/>
            </a:solidFill>
            <a:ln w="1524">
              <a:solidFill>
                <a:srgbClr val="CDD4DA"/>
              </a:solidFill>
            </a:ln>
          </p:spPr>
        </p:sp>
        <p:sp>
          <p:nvSpPr>
            <p:cNvPr id="2084" name="Candidate_density__2083">
              <a:extLst>
                <a:ext uri="{FF2B5EF4-FFF2-40B4-BE49-F238E27FC236}">
                  <a16:creationId xmlns:a16="http://schemas.microsoft.com/office/drawing/2014/main" id="{83091A2A-F5C6-8F38-5B71-FC30D665063D}"/>
                </a:ext>
              </a:extLst>
            </p:cNvPr>
            <p:cNvSpPr>
              <a:spLocks noGrp="1"/>
            </p:cNvSpPr>
            <p:nvPr/>
          </p:nvSpPr>
          <p:spPr>
            <a:xfrm>
              <a:off x="4346937" y="1918289"/>
              <a:ext cx="2104069" cy="3274849"/>
            </a:xfrm>
            <a:custGeom>
              <a:avLst/>
              <a:gdLst/>
              <a:ahLst/>
              <a:cxnLst/>
              <a:rect l="0" t="0" r="0" b="0"/>
              <a:pathLst>
                <a:path w="2104069" h="3274849">
                  <a:moveTo>
                    <a:pt x="469048" y="3256140"/>
                  </a:moveTo>
                  <a:lnTo>
                    <a:pt x="500902" y="3274849"/>
                  </a:lnTo>
                  <a:lnTo>
                    <a:pt x="515509" y="3240197"/>
                  </a:lnTo>
                  <a:close/>
                  <a:moveTo>
                    <a:pt x="605239" y="3227840"/>
                  </a:moveTo>
                  <a:lnTo>
                    <a:pt x="515509" y="3240197"/>
                  </a:lnTo>
                  <a:lnTo>
                    <a:pt x="500902" y="3274849"/>
                  </a:lnTo>
                  <a:close/>
                  <a:moveTo>
                    <a:pt x="627364" y="2894186"/>
                  </a:moveTo>
                  <a:lnTo>
                    <a:pt x="612326" y="2982383"/>
                  </a:lnTo>
                  <a:lnTo>
                    <a:pt x="653486" y="2921071"/>
                  </a:lnTo>
                  <a:close/>
                  <a:moveTo>
                    <a:pt x="627364" y="2894186"/>
                  </a:moveTo>
                  <a:lnTo>
                    <a:pt x="544765" y="2932622"/>
                  </a:lnTo>
                  <a:lnTo>
                    <a:pt x="612326" y="2982383"/>
                  </a:lnTo>
                  <a:close/>
                  <a:moveTo>
                    <a:pt x="710221" y="2855749"/>
                  </a:moveTo>
                  <a:lnTo>
                    <a:pt x="653486" y="2921071"/>
                  </a:lnTo>
                  <a:lnTo>
                    <a:pt x="736699" y="2976401"/>
                  </a:lnTo>
                  <a:close/>
                  <a:moveTo>
                    <a:pt x="648465" y="2592145"/>
                  </a:moveTo>
                  <a:lnTo>
                    <a:pt x="733404" y="2583684"/>
                  </a:lnTo>
                  <a:lnTo>
                    <a:pt x="702304" y="2508875"/>
                  </a:lnTo>
                  <a:close/>
                  <a:moveTo>
                    <a:pt x="648465" y="2592145"/>
                  </a:moveTo>
                  <a:lnTo>
                    <a:pt x="702304" y="2508875"/>
                  </a:lnTo>
                  <a:lnTo>
                    <a:pt x="633540" y="2504186"/>
                  </a:lnTo>
                  <a:close/>
                  <a:moveTo>
                    <a:pt x="0" y="1584086"/>
                  </a:moveTo>
                  <a:lnTo>
                    <a:pt x="81515" y="1548998"/>
                  </a:lnTo>
                  <a:lnTo>
                    <a:pt x="35823" y="1463434"/>
                  </a:lnTo>
                  <a:close/>
                  <a:moveTo>
                    <a:pt x="358007" y="1753858"/>
                  </a:moveTo>
                  <a:lnTo>
                    <a:pt x="375509" y="1792039"/>
                  </a:lnTo>
                  <a:lnTo>
                    <a:pt x="371109" y="1874510"/>
                  </a:lnTo>
                  <a:close/>
                  <a:moveTo>
                    <a:pt x="401053" y="1836074"/>
                  </a:moveTo>
                  <a:lnTo>
                    <a:pt x="358007" y="1753858"/>
                  </a:lnTo>
                  <a:lnTo>
                    <a:pt x="371109" y="1874510"/>
                  </a:lnTo>
                  <a:close/>
                  <a:moveTo>
                    <a:pt x="306023" y="1589428"/>
                  </a:moveTo>
                  <a:lnTo>
                    <a:pt x="322706" y="1627865"/>
                  </a:lnTo>
                  <a:lnTo>
                    <a:pt x="346501" y="1671643"/>
                  </a:lnTo>
                  <a:close/>
                  <a:moveTo>
                    <a:pt x="83098" y="1536164"/>
                  </a:moveTo>
                  <a:lnTo>
                    <a:pt x="81470" y="1424998"/>
                  </a:lnTo>
                  <a:lnTo>
                    <a:pt x="35823" y="1463434"/>
                  </a:lnTo>
                  <a:close/>
                  <a:moveTo>
                    <a:pt x="358007" y="1753858"/>
                  </a:moveTo>
                  <a:lnTo>
                    <a:pt x="353949" y="1709476"/>
                  </a:lnTo>
                  <a:lnTo>
                    <a:pt x="375509" y="1792039"/>
                  </a:lnTo>
                  <a:close/>
                  <a:moveTo>
                    <a:pt x="358007" y="1753858"/>
                  </a:moveTo>
                  <a:lnTo>
                    <a:pt x="346501" y="1671643"/>
                  </a:lnTo>
                  <a:lnTo>
                    <a:pt x="353949" y="1709476"/>
                  </a:lnTo>
                  <a:close/>
                  <a:moveTo>
                    <a:pt x="1145458" y="2491059"/>
                  </a:moveTo>
                  <a:lnTo>
                    <a:pt x="1119380" y="2455358"/>
                  </a:lnTo>
                  <a:lnTo>
                    <a:pt x="1178647" y="2415258"/>
                  </a:lnTo>
                  <a:close/>
                  <a:moveTo>
                    <a:pt x="1059499" y="2400257"/>
                  </a:moveTo>
                  <a:lnTo>
                    <a:pt x="1110840" y="2458611"/>
                  </a:lnTo>
                  <a:lnTo>
                    <a:pt x="1124822" y="2407744"/>
                  </a:lnTo>
                  <a:close/>
                  <a:moveTo>
                    <a:pt x="306023" y="1589428"/>
                  </a:moveTo>
                  <a:lnTo>
                    <a:pt x="346501" y="1671643"/>
                  </a:lnTo>
                  <a:lnTo>
                    <a:pt x="398616" y="1633207"/>
                  </a:lnTo>
                  <a:close/>
                  <a:moveTo>
                    <a:pt x="306023" y="1589428"/>
                  </a:moveTo>
                  <a:lnTo>
                    <a:pt x="398616" y="1633207"/>
                  </a:lnTo>
                  <a:lnTo>
                    <a:pt x="351660" y="1550992"/>
                  </a:lnTo>
                  <a:close/>
                  <a:moveTo>
                    <a:pt x="306023" y="1589428"/>
                  </a:moveTo>
                  <a:lnTo>
                    <a:pt x="351660" y="1550992"/>
                  </a:lnTo>
                  <a:lnTo>
                    <a:pt x="386163" y="1483101"/>
                  </a:lnTo>
                  <a:close/>
                  <a:moveTo>
                    <a:pt x="386163" y="1483101"/>
                  </a:moveTo>
                  <a:lnTo>
                    <a:pt x="351660" y="1550992"/>
                  </a:lnTo>
                  <a:lnTo>
                    <a:pt x="410158" y="1492609"/>
                  </a:lnTo>
                  <a:close/>
                  <a:moveTo>
                    <a:pt x="302435" y="1583712"/>
                  </a:moveTo>
                  <a:lnTo>
                    <a:pt x="306023" y="1589428"/>
                  </a:lnTo>
                  <a:lnTo>
                    <a:pt x="386163" y="1483101"/>
                  </a:lnTo>
                  <a:close/>
                  <a:moveTo>
                    <a:pt x="386163" y="1483101"/>
                  </a:moveTo>
                  <a:lnTo>
                    <a:pt x="365939" y="1468776"/>
                  </a:lnTo>
                  <a:lnTo>
                    <a:pt x="350934" y="1549838"/>
                  </a:lnTo>
                  <a:close/>
                  <a:moveTo>
                    <a:pt x="350934" y="1549838"/>
                  </a:moveTo>
                  <a:lnTo>
                    <a:pt x="302435" y="1583712"/>
                  </a:lnTo>
                  <a:lnTo>
                    <a:pt x="386163" y="1483101"/>
                  </a:lnTo>
                  <a:close/>
                  <a:moveTo>
                    <a:pt x="410158" y="1492609"/>
                  </a:moveTo>
                  <a:lnTo>
                    <a:pt x="472343" y="1550992"/>
                  </a:lnTo>
                  <a:lnTo>
                    <a:pt x="386163" y="1483101"/>
                  </a:lnTo>
                  <a:close/>
                  <a:moveTo>
                    <a:pt x="1287059" y="2436532"/>
                  </a:moveTo>
                  <a:lnTo>
                    <a:pt x="1307040" y="2401439"/>
                  </a:lnTo>
                  <a:lnTo>
                    <a:pt x="1211442" y="2437416"/>
                  </a:lnTo>
                  <a:close/>
                  <a:moveTo>
                    <a:pt x="1215477" y="2252491"/>
                  </a:moveTo>
                  <a:lnTo>
                    <a:pt x="1179196" y="2202108"/>
                  </a:lnTo>
                  <a:lnTo>
                    <a:pt x="1151527" y="2185849"/>
                  </a:lnTo>
                  <a:close/>
                  <a:moveTo>
                    <a:pt x="410158" y="1492609"/>
                  </a:moveTo>
                  <a:lnTo>
                    <a:pt x="351660" y="1550992"/>
                  </a:lnTo>
                  <a:lnTo>
                    <a:pt x="469837" y="1500538"/>
                  </a:lnTo>
                  <a:close/>
                  <a:moveTo>
                    <a:pt x="410158" y="1492609"/>
                  </a:moveTo>
                  <a:lnTo>
                    <a:pt x="485340" y="1512555"/>
                  </a:lnTo>
                  <a:lnTo>
                    <a:pt x="472343" y="1550992"/>
                  </a:lnTo>
                  <a:close/>
                  <a:moveTo>
                    <a:pt x="410158" y="1492609"/>
                  </a:moveTo>
                  <a:lnTo>
                    <a:pt x="469837" y="1500538"/>
                  </a:lnTo>
                  <a:lnTo>
                    <a:pt x="485340" y="1512555"/>
                  </a:lnTo>
                  <a:close/>
                  <a:moveTo>
                    <a:pt x="289686" y="1320842"/>
                  </a:moveTo>
                  <a:lnTo>
                    <a:pt x="223649" y="1352599"/>
                  </a:lnTo>
                  <a:lnTo>
                    <a:pt x="352720" y="1341316"/>
                  </a:lnTo>
                  <a:close/>
                  <a:moveTo>
                    <a:pt x="1155423" y="2170276"/>
                  </a:moveTo>
                  <a:lnTo>
                    <a:pt x="1151527" y="2185849"/>
                  </a:lnTo>
                  <a:lnTo>
                    <a:pt x="1179196" y="2202108"/>
                  </a:lnTo>
                  <a:close/>
                  <a:moveTo>
                    <a:pt x="1215477" y="2252491"/>
                  </a:moveTo>
                  <a:lnTo>
                    <a:pt x="1327511" y="2296270"/>
                  </a:lnTo>
                  <a:lnTo>
                    <a:pt x="1241326" y="2214055"/>
                  </a:lnTo>
                  <a:close/>
                  <a:moveTo>
                    <a:pt x="1215477" y="2252491"/>
                  </a:moveTo>
                  <a:lnTo>
                    <a:pt x="1241326" y="2214055"/>
                  </a:lnTo>
                  <a:lnTo>
                    <a:pt x="1179196" y="2202108"/>
                  </a:lnTo>
                  <a:close/>
                  <a:moveTo>
                    <a:pt x="1241326" y="2214055"/>
                  </a:moveTo>
                  <a:lnTo>
                    <a:pt x="1239063" y="2210738"/>
                  </a:lnTo>
                  <a:lnTo>
                    <a:pt x="1179196" y="2202108"/>
                  </a:lnTo>
                  <a:close/>
                  <a:moveTo>
                    <a:pt x="850972" y="1647864"/>
                  </a:moveTo>
                  <a:lnTo>
                    <a:pt x="759345" y="1676985"/>
                  </a:lnTo>
                  <a:lnTo>
                    <a:pt x="865098" y="1648521"/>
                  </a:lnTo>
                  <a:close/>
                  <a:moveTo>
                    <a:pt x="865098" y="1648521"/>
                  </a:moveTo>
                  <a:lnTo>
                    <a:pt x="759345" y="1676985"/>
                  </a:lnTo>
                  <a:lnTo>
                    <a:pt x="741976" y="1682046"/>
                  </a:lnTo>
                  <a:close/>
                  <a:moveTo>
                    <a:pt x="865098" y="1648521"/>
                  </a:moveTo>
                  <a:lnTo>
                    <a:pt x="741976" y="1682046"/>
                  </a:lnTo>
                  <a:lnTo>
                    <a:pt x="788989" y="1642616"/>
                  </a:lnTo>
                  <a:close/>
                  <a:moveTo>
                    <a:pt x="624959" y="1512555"/>
                  </a:moveTo>
                  <a:lnTo>
                    <a:pt x="716884" y="1588232"/>
                  </a:lnTo>
                  <a:lnTo>
                    <a:pt x="626519" y="1508972"/>
                  </a:lnTo>
                  <a:close/>
                  <a:moveTo>
                    <a:pt x="1647684" y="2425219"/>
                  </a:moveTo>
                  <a:lnTo>
                    <a:pt x="1710274" y="2434926"/>
                  </a:lnTo>
                  <a:lnTo>
                    <a:pt x="1624744" y="2343776"/>
                  </a:lnTo>
                  <a:close/>
                  <a:moveTo>
                    <a:pt x="1647684" y="2425219"/>
                  </a:moveTo>
                  <a:lnTo>
                    <a:pt x="1655668" y="2438522"/>
                  </a:lnTo>
                  <a:lnTo>
                    <a:pt x="1745218" y="2494678"/>
                  </a:lnTo>
                  <a:close/>
                  <a:moveTo>
                    <a:pt x="1624744" y="2343776"/>
                  </a:moveTo>
                  <a:lnTo>
                    <a:pt x="1587229" y="2274183"/>
                  </a:lnTo>
                  <a:lnTo>
                    <a:pt x="1575873" y="2340048"/>
                  </a:lnTo>
                  <a:close/>
                  <a:moveTo>
                    <a:pt x="1256100" y="1995779"/>
                  </a:moveTo>
                  <a:lnTo>
                    <a:pt x="1189276" y="2024597"/>
                  </a:lnTo>
                  <a:lnTo>
                    <a:pt x="1311127" y="1986315"/>
                  </a:lnTo>
                  <a:close/>
                  <a:moveTo>
                    <a:pt x="294616" y="696198"/>
                  </a:moveTo>
                  <a:lnTo>
                    <a:pt x="295342" y="696381"/>
                  </a:lnTo>
                  <a:lnTo>
                    <a:pt x="294078" y="695746"/>
                  </a:lnTo>
                  <a:close/>
                  <a:moveTo>
                    <a:pt x="293013" y="687674"/>
                  </a:moveTo>
                  <a:lnTo>
                    <a:pt x="294616" y="696198"/>
                  </a:lnTo>
                  <a:lnTo>
                    <a:pt x="294078" y="695746"/>
                  </a:lnTo>
                  <a:close/>
                  <a:moveTo>
                    <a:pt x="1535033" y="2340048"/>
                  </a:moveTo>
                  <a:lnTo>
                    <a:pt x="1569428" y="2394745"/>
                  </a:lnTo>
                  <a:lnTo>
                    <a:pt x="1559278" y="2336407"/>
                  </a:lnTo>
                  <a:close/>
                  <a:moveTo>
                    <a:pt x="1559278" y="2336407"/>
                  </a:moveTo>
                  <a:lnTo>
                    <a:pt x="1569428" y="2394745"/>
                  </a:lnTo>
                  <a:lnTo>
                    <a:pt x="1575873" y="2340048"/>
                  </a:lnTo>
                  <a:close/>
                  <a:moveTo>
                    <a:pt x="1552142" y="2242116"/>
                  </a:moveTo>
                  <a:lnTo>
                    <a:pt x="1559278" y="2336407"/>
                  </a:lnTo>
                  <a:lnTo>
                    <a:pt x="1575873" y="2340048"/>
                  </a:lnTo>
                  <a:close/>
                  <a:moveTo>
                    <a:pt x="1552142" y="2242116"/>
                  </a:moveTo>
                  <a:lnTo>
                    <a:pt x="1538004" y="2137181"/>
                  </a:lnTo>
                  <a:lnTo>
                    <a:pt x="1452382" y="2162535"/>
                  </a:lnTo>
                  <a:close/>
                  <a:moveTo>
                    <a:pt x="1426396" y="2138629"/>
                  </a:moveTo>
                  <a:lnTo>
                    <a:pt x="1452382" y="2162535"/>
                  </a:lnTo>
                  <a:lnTo>
                    <a:pt x="1538004" y="2137181"/>
                  </a:lnTo>
                  <a:close/>
                  <a:moveTo>
                    <a:pt x="1152018" y="1682328"/>
                  </a:moveTo>
                  <a:lnTo>
                    <a:pt x="1157495" y="1690568"/>
                  </a:lnTo>
                  <a:lnTo>
                    <a:pt x="1166041" y="1726106"/>
                  </a:lnTo>
                  <a:close/>
                  <a:moveTo>
                    <a:pt x="871614" y="1330806"/>
                  </a:moveTo>
                  <a:lnTo>
                    <a:pt x="979672" y="1367830"/>
                  </a:lnTo>
                  <a:lnTo>
                    <a:pt x="917641" y="1315030"/>
                  </a:lnTo>
                  <a:close/>
                  <a:moveTo>
                    <a:pt x="816277" y="1315203"/>
                  </a:moveTo>
                  <a:lnTo>
                    <a:pt x="896037" y="1411043"/>
                  </a:lnTo>
                  <a:lnTo>
                    <a:pt x="871614" y="1330806"/>
                  </a:lnTo>
                  <a:close/>
                  <a:moveTo>
                    <a:pt x="816277" y="1315203"/>
                  </a:moveTo>
                  <a:lnTo>
                    <a:pt x="871614" y="1330806"/>
                  </a:lnTo>
                  <a:lnTo>
                    <a:pt x="782948" y="1242206"/>
                  </a:lnTo>
                  <a:close/>
                  <a:moveTo>
                    <a:pt x="684230" y="1161779"/>
                  </a:moveTo>
                  <a:lnTo>
                    <a:pt x="718912" y="1189037"/>
                  </a:lnTo>
                  <a:lnTo>
                    <a:pt x="639976" y="1148939"/>
                  </a:lnTo>
                  <a:close/>
                  <a:moveTo>
                    <a:pt x="378718" y="828009"/>
                  </a:moveTo>
                  <a:lnTo>
                    <a:pt x="368425" y="777961"/>
                  </a:lnTo>
                  <a:lnTo>
                    <a:pt x="332227" y="834288"/>
                  </a:lnTo>
                  <a:close/>
                  <a:moveTo>
                    <a:pt x="399282" y="771791"/>
                  </a:moveTo>
                  <a:lnTo>
                    <a:pt x="368425" y="777961"/>
                  </a:lnTo>
                  <a:lnTo>
                    <a:pt x="378718" y="828009"/>
                  </a:lnTo>
                  <a:close/>
                  <a:moveTo>
                    <a:pt x="433027" y="844450"/>
                  </a:moveTo>
                  <a:lnTo>
                    <a:pt x="399282" y="771791"/>
                  </a:lnTo>
                  <a:lnTo>
                    <a:pt x="378718" y="828009"/>
                  </a:lnTo>
                  <a:close/>
                  <a:moveTo>
                    <a:pt x="433027" y="844450"/>
                  </a:moveTo>
                  <a:lnTo>
                    <a:pt x="506752" y="845103"/>
                  </a:lnTo>
                  <a:lnTo>
                    <a:pt x="488541" y="759816"/>
                  </a:lnTo>
                  <a:close/>
                  <a:moveTo>
                    <a:pt x="433027" y="844450"/>
                  </a:moveTo>
                  <a:lnTo>
                    <a:pt x="470852" y="858724"/>
                  </a:lnTo>
                  <a:lnTo>
                    <a:pt x="544921" y="856999"/>
                  </a:lnTo>
                  <a:close/>
                  <a:moveTo>
                    <a:pt x="294078" y="695746"/>
                  </a:moveTo>
                  <a:lnTo>
                    <a:pt x="295342" y="696381"/>
                  </a:lnTo>
                  <a:lnTo>
                    <a:pt x="295867" y="695181"/>
                  </a:lnTo>
                  <a:close/>
                  <a:moveTo>
                    <a:pt x="295867" y="695181"/>
                  </a:moveTo>
                  <a:lnTo>
                    <a:pt x="295342" y="696381"/>
                  </a:lnTo>
                  <a:lnTo>
                    <a:pt x="360022" y="657310"/>
                  </a:lnTo>
                  <a:close/>
                  <a:moveTo>
                    <a:pt x="295342" y="696381"/>
                  </a:moveTo>
                  <a:lnTo>
                    <a:pt x="368425" y="777961"/>
                  </a:lnTo>
                  <a:lnTo>
                    <a:pt x="360022" y="657310"/>
                  </a:lnTo>
                  <a:close/>
                  <a:moveTo>
                    <a:pt x="360022" y="657310"/>
                  </a:moveTo>
                  <a:lnTo>
                    <a:pt x="368425" y="777961"/>
                  </a:lnTo>
                  <a:lnTo>
                    <a:pt x="426124" y="691495"/>
                  </a:lnTo>
                  <a:close/>
                  <a:moveTo>
                    <a:pt x="399282" y="771791"/>
                  </a:moveTo>
                  <a:lnTo>
                    <a:pt x="488541" y="759816"/>
                  </a:lnTo>
                  <a:lnTo>
                    <a:pt x="426124" y="691495"/>
                  </a:lnTo>
                  <a:close/>
                  <a:moveTo>
                    <a:pt x="295867" y="695181"/>
                  </a:moveTo>
                  <a:lnTo>
                    <a:pt x="293013" y="687674"/>
                  </a:lnTo>
                  <a:lnTo>
                    <a:pt x="294078" y="695746"/>
                  </a:lnTo>
                  <a:close/>
                  <a:moveTo>
                    <a:pt x="293013" y="687674"/>
                  </a:moveTo>
                  <a:lnTo>
                    <a:pt x="295867" y="695181"/>
                  </a:lnTo>
                  <a:lnTo>
                    <a:pt x="360022" y="657310"/>
                  </a:lnTo>
                  <a:close/>
                  <a:moveTo>
                    <a:pt x="1837508" y="2263175"/>
                  </a:moveTo>
                  <a:lnTo>
                    <a:pt x="1797923" y="2301612"/>
                  </a:lnTo>
                  <a:lnTo>
                    <a:pt x="1845884" y="2345390"/>
                  </a:lnTo>
                  <a:close/>
                  <a:moveTo>
                    <a:pt x="1744266" y="2207107"/>
                  </a:moveTo>
                  <a:lnTo>
                    <a:pt x="1733450" y="2235476"/>
                  </a:lnTo>
                  <a:lnTo>
                    <a:pt x="1837894" y="2180961"/>
                  </a:lnTo>
                  <a:close/>
                  <a:moveTo>
                    <a:pt x="1837894" y="2180961"/>
                  </a:moveTo>
                  <a:lnTo>
                    <a:pt x="1733450" y="2235476"/>
                  </a:lnTo>
                  <a:lnTo>
                    <a:pt x="1797923" y="2301612"/>
                  </a:lnTo>
                  <a:close/>
                  <a:moveTo>
                    <a:pt x="1837894" y="2180961"/>
                  </a:moveTo>
                  <a:lnTo>
                    <a:pt x="1797923" y="2301612"/>
                  </a:lnTo>
                  <a:lnTo>
                    <a:pt x="1837508" y="2263175"/>
                  </a:lnTo>
                  <a:close/>
                  <a:moveTo>
                    <a:pt x="1744266" y="2207107"/>
                  </a:moveTo>
                  <a:lnTo>
                    <a:pt x="1837894" y="2180961"/>
                  </a:lnTo>
                  <a:lnTo>
                    <a:pt x="1771449" y="2162345"/>
                  </a:lnTo>
                  <a:close/>
                  <a:moveTo>
                    <a:pt x="1231821" y="1605455"/>
                  </a:moveTo>
                  <a:lnTo>
                    <a:pt x="1126276" y="1545231"/>
                  </a:lnTo>
                  <a:lnTo>
                    <a:pt x="1176899" y="1561675"/>
                  </a:lnTo>
                  <a:close/>
                  <a:moveTo>
                    <a:pt x="1231821" y="1605455"/>
                  </a:moveTo>
                  <a:lnTo>
                    <a:pt x="1176899" y="1561675"/>
                  </a:lnTo>
                  <a:lnTo>
                    <a:pt x="1174060" y="1643891"/>
                  </a:lnTo>
                  <a:close/>
                  <a:moveTo>
                    <a:pt x="917641" y="1315030"/>
                  </a:moveTo>
                  <a:lnTo>
                    <a:pt x="979672" y="1367830"/>
                  </a:lnTo>
                  <a:lnTo>
                    <a:pt x="1008834" y="1279841"/>
                  </a:lnTo>
                  <a:close/>
                  <a:moveTo>
                    <a:pt x="1016399" y="1276594"/>
                  </a:moveTo>
                  <a:lnTo>
                    <a:pt x="1008834" y="1279841"/>
                  </a:lnTo>
                  <a:lnTo>
                    <a:pt x="979672" y="1367830"/>
                  </a:lnTo>
                  <a:close/>
                  <a:moveTo>
                    <a:pt x="1771449" y="2162345"/>
                  </a:moveTo>
                  <a:lnTo>
                    <a:pt x="1837894" y="2180961"/>
                  </a:lnTo>
                  <a:lnTo>
                    <a:pt x="1808638" y="2060309"/>
                  </a:lnTo>
                  <a:close/>
                  <a:moveTo>
                    <a:pt x="1727095" y="1920790"/>
                  </a:moveTo>
                  <a:lnTo>
                    <a:pt x="1659399" y="1934315"/>
                  </a:lnTo>
                  <a:lnTo>
                    <a:pt x="1772591" y="1951416"/>
                  </a:lnTo>
                  <a:close/>
                  <a:moveTo>
                    <a:pt x="1659399" y="1934315"/>
                  </a:moveTo>
                  <a:lnTo>
                    <a:pt x="1636875" y="1937855"/>
                  </a:lnTo>
                  <a:lnTo>
                    <a:pt x="1772591" y="1951416"/>
                  </a:lnTo>
                  <a:close/>
                  <a:moveTo>
                    <a:pt x="1772591" y="1951416"/>
                  </a:moveTo>
                  <a:lnTo>
                    <a:pt x="1726748" y="1934315"/>
                  </a:lnTo>
                  <a:lnTo>
                    <a:pt x="1727095" y="1920790"/>
                  </a:lnTo>
                  <a:close/>
                  <a:moveTo>
                    <a:pt x="312568" y="181143"/>
                  </a:moveTo>
                  <a:lnTo>
                    <a:pt x="334733" y="198056"/>
                  </a:lnTo>
                  <a:lnTo>
                    <a:pt x="295896" y="169362"/>
                  </a:lnTo>
                  <a:close/>
                  <a:moveTo>
                    <a:pt x="334733" y="198056"/>
                  </a:moveTo>
                  <a:lnTo>
                    <a:pt x="312568" y="181143"/>
                  </a:lnTo>
                  <a:lnTo>
                    <a:pt x="364976" y="247670"/>
                  </a:lnTo>
                  <a:close/>
                  <a:moveTo>
                    <a:pt x="1746289" y="1805094"/>
                  </a:moveTo>
                  <a:lnTo>
                    <a:pt x="1667600" y="1837531"/>
                  </a:lnTo>
                  <a:lnTo>
                    <a:pt x="1742684" y="1839598"/>
                  </a:lnTo>
                  <a:close/>
                  <a:moveTo>
                    <a:pt x="1678240" y="1699732"/>
                  </a:moveTo>
                  <a:lnTo>
                    <a:pt x="1719234" y="1751924"/>
                  </a:lnTo>
                  <a:lnTo>
                    <a:pt x="1710555" y="1731449"/>
                  </a:lnTo>
                  <a:close/>
                  <a:moveTo>
                    <a:pt x="1746289" y="1805094"/>
                  </a:moveTo>
                  <a:lnTo>
                    <a:pt x="1719234" y="1751924"/>
                  </a:lnTo>
                  <a:lnTo>
                    <a:pt x="1678240" y="1699732"/>
                  </a:lnTo>
                  <a:close/>
                  <a:moveTo>
                    <a:pt x="1431496" y="1296889"/>
                  </a:moveTo>
                  <a:lnTo>
                    <a:pt x="1410250" y="1281936"/>
                  </a:lnTo>
                  <a:lnTo>
                    <a:pt x="1423048" y="1385645"/>
                  </a:lnTo>
                  <a:close/>
                  <a:moveTo>
                    <a:pt x="1423048" y="1385645"/>
                  </a:moveTo>
                  <a:lnTo>
                    <a:pt x="1331401" y="1299469"/>
                  </a:lnTo>
                  <a:lnTo>
                    <a:pt x="1370594" y="1367698"/>
                  </a:lnTo>
                  <a:close/>
                  <a:moveTo>
                    <a:pt x="1423048" y="1385645"/>
                  </a:moveTo>
                  <a:lnTo>
                    <a:pt x="1500722" y="1383090"/>
                  </a:lnTo>
                  <a:lnTo>
                    <a:pt x="1431496" y="1296889"/>
                  </a:lnTo>
                  <a:close/>
                  <a:moveTo>
                    <a:pt x="1500722" y="1383090"/>
                  </a:moveTo>
                  <a:lnTo>
                    <a:pt x="1514474" y="1328469"/>
                  </a:lnTo>
                  <a:lnTo>
                    <a:pt x="1431496" y="1296889"/>
                  </a:lnTo>
                  <a:close/>
                  <a:moveTo>
                    <a:pt x="1244996" y="1309123"/>
                  </a:moveTo>
                  <a:lnTo>
                    <a:pt x="1320767" y="1208021"/>
                  </a:lnTo>
                  <a:lnTo>
                    <a:pt x="1238223" y="1214536"/>
                  </a:lnTo>
                  <a:close/>
                  <a:moveTo>
                    <a:pt x="1998239" y="1821539"/>
                  </a:moveTo>
                  <a:lnTo>
                    <a:pt x="2011067" y="1771610"/>
                  </a:lnTo>
                  <a:lnTo>
                    <a:pt x="1951721" y="1759265"/>
                  </a:lnTo>
                  <a:close/>
                  <a:moveTo>
                    <a:pt x="1685927" y="1528582"/>
                  </a:moveTo>
                  <a:lnTo>
                    <a:pt x="1673533" y="1429306"/>
                  </a:lnTo>
                  <a:lnTo>
                    <a:pt x="1697192" y="1407930"/>
                  </a:lnTo>
                  <a:close/>
                  <a:moveTo>
                    <a:pt x="1685927" y="1528582"/>
                  </a:moveTo>
                  <a:lnTo>
                    <a:pt x="1697192" y="1407930"/>
                  </a:lnTo>
                  <a:lnTo>
                    <a:pt x="1624227" y="1446366"/>
                  </a:lnTo>
                  <a:close/>
                  <a:moveTo>
                    <a:pt x="1524347" y="1263791"/>
                  </a:moveTo>
                  <a:lnTo>
                    <a:pt x="1431496" y="1296889"/>
                  </a:lnTo>
                  <a:lnTo>
                    <a:pt x="1514474" y="1328469"/>
                  </a:lnTo>
                  <a:close/>
                  <a:moveTo>
                    <a:pt x="1524347" y="1263791"/>
                  </a:moveTo>
                  <a:lnTo>
                    <a:pt x="1599856" y="1262995"/>
                  </a:lnTo>
                  <a:lnTo>
                    <a:pt x="1533665" y="1185020"/>
                  </a:lnTo>
                  <a:close/>
                  <a:moveTo>
                    <a:pt x="2035316" y="1891488"/>
                  </a:moveTo>
                  <a:lnTo>
                    <a:pt x="2104069" y="1896185"/>
                  </a:lnTo>
                  <a:lnTo>
                    <a:pt x="2088582" y="1866476"/>
                  </a:lnTo>
                  <a:close/>
                  <a:moveTo>
                    <a:pt x="1861325" y="1358914"/>
                  </a:moveTo>
                  <a:lnTo>
                    <a:pt x="1805307" y="1364673"/>
                  </a:lnTo>
                  <a:lnTo>
                    <a:pt x="1731474" y="1367280"/>
                  </a:lnTo>
                  <a:close/>
                  <a:moveTo>
                    <a:pt x="1634522" y="1134720"/>
                  </a:moveTo>
                  <a:lnTo>
                    <a:pt x="1533665" y="1185020"/>
                  </a:lnTo>
                  <a:lnTo>
                    <a:pt x="1614041" y="1206878"/>
                  </a:lnTo>
                  <a:close/>
                  <a:moveTo>
                    <a:pt x="1634522" y="1134720"/>
                  </a:moveTo>
                  <a:lnTo>
                    <a:pt x="1641957" y="1096047"/>
                  </a:lnTo>
                  <a:lnTo>
                    <a:pt x="1561716" y="1074696"/>
                  </a:lnTo>
                  <a:close/>
                  <a:moveTo>
                    <a:pt x="1684753" y="1122848"/>
                  </a:moveTo>
                  <a:lnTo>
                    <a:pt x="1634522" y="1134720"/>
                  </a:lnTo>
                  <a:lnTo>
                    <a:pt x="1614041" y="1206878"/>
                  </a:lnTo>
                  <a:close/>
                  <a:moveTo>
                    <a:pt x="1634522" y="1134720"/>
                  </a:moveTo>
                  <a:lnTo>
                    <a:pt x="1684753" y="1122848"/>
                  </a:lnTo>
                  <a:lnTo>
                    <a:pt x="1641957" y="1096047"/>
                  </a:lnTo>
                  <a:close/>
                  <a:moveTo>
                    <a:pt x="1412925" y="1079070"/>
                  </a:moveTo>
                  <a:lnTo>
                    <a:pt x="1439926" y="1071648"/>
                  </a:lnTo>
                  <a:lnTo>
                    <a:pt x="1413915" y="958418"/>
                  </a:lnTo>
                  <a:close/>
                  <a:moveTo>
                    <a:pt x="1385167" y="996855"/>
                  </a:moveTo>
                  <a:lnTo>
                    <a:pt x="1412925" y="1079070"/>
                  </a:lnTo>
                  <a:lnTo>
                    <a:pt x="1413915" y="958418"/>
                  </a:lnTo>
                  <a:close/>
                  <a:moveTo>
                    <a:pt x="1439926" y="1071648"/>
                  </a:moveTo>
                  <a:lnTo>
                    <a:pt x="1522942" y="1040633"/>
                  </a:lnTo>
                  <a:lnTo>
                    <a:pt x="1461107" y="977197"/>
                  </a:lnTo>
                  <a:close/>
                  <a:moveTo>
                    <a:pt x="1319464" y="914639"/>
                  </a:moveTo>
                  <a:lnTo>
                    <a:pt x="1385167" y="996855"/>
                  </a:lnTo>
                  <a:lnTo>
                    <a:pt x="1413915" y="958418"/>
                  </a:lnTo>
                  <a:close/>
                  <a:moveTo>
                    <a:pt x="1319464" y="914639"/>
                  </a:moveTo>
                  <a:lnTo>
                    <a:pt x="1413915" y="958418"/>
                  </a:lnTo>
                  <a:lnTo>
                    <a:pt x="1380522" y="876203"/>
                  </a:lnTo>
                  <a:close/>
                  <a:moveTo>
                    <a:pt x="1725357" y="1205064"/>
                  </a:moveTo>
                  <a:lnTo>
                    <a:pt x="1710222" y="1084412"/>
                  </a:lnTo>
                  <a:lnTo>
                    <a:pt x="1684753" y="1122848"/>
                  </a:lnTo>
                  <a:close/>
                  <a:moveTo>
                    <a:pt x="1578414" y="1019651"/>
                  </a:moveTo>
                  <a:lnTo>
                    <a:pt x="1644642" y="926310"/>
                  </a:lnTo>
                  <a:lnTo>
                    <a:pt x="1574296" y="922907"/>
                  </a:lnTo>
                  <a:close/>
                  <a:moveTo>
                    <a:pt x="1702988" y="939466"/>
                  </a:moveTo>
                  <a:lnTo>
                    <a:pt x="1644642" y="926310"/>
                  </a:lnTo>
                  <a:lnTo>
                    <a:pt x="1740700" y="971372"/>
                  </a:lnTo>
                  <a:close/>
                  <a:moveTo>
                    <a:pt x="1644642" y="926310"/>
                  </a:moveTo>
                  <a:lnTo>
                    <a:pt x="1659487" y="946387"/>
                  </a:lnTo>
                  <a:lnTo>
                    <a:pt x="1740700" y="971372"/>
                  </a:lnTo>
                  <a:close/>
                  <a:moveTo>
                    <a:pt x="1547671" y="806981"/>
                  </a:moveTo>
                  <a:lnTo>
                    <a:pt x="1586631" y="837767"/>
                  </a:lnTo>
                  <a:lnTo>
                    <a:pt x="1515495" y="770527"/>
                  </a:lnTo>
                  <a:close/>
                  <a:moveTo>
                    <a:pt x="1759055" y="993977"/>
                  </a:moveTo>
                  <a:lnTo>
                    <a:pt x="1794559" y="1002197"/>
                  </a:lnTo>
                  <a:lnTo>
                    <a:pt x="1740700" y="971372"/>
                  </a:lnTo>
                  <a:close/>
                  <a:moveTo>
                    <a:pt x="1570424" y="825963"/>
                  </a:moveTo>
                  <a:lnTo>
                    <a:pt x="1586631" y="837767"/>
                  </a:lnTo>
                  <a:lnTo>
                    <a:pt x="1547671" y="806981"/>
                  </a:lnTo>
                  <a:close/>
                  <a:moveTo>
                    <a:pt x="1096796" y="180045"/>
                  </a:moveTo>
                  <a:lnTo>
                    <a:pt x="1094711" y="228070"/>
                  </a:lnTo>
                  <a:lnTo>
                    <a:pt x="1096643" y="168032"/>
                  </a:lnTo>
                  <a:close/>
                  <a:moveTo>
                    <a:pt x="1574946" y="263353"/>
                  </a:moveTo>
                  <a:lnTo>
                    <a:pt x="1610598" y="253341"/>
                  </a:lnTo>
                  <a:lnTo>
                    <a:pt x="1602563" y="303155"/>
                  </a:lnTo>
                  <a:close/>
                  <a:moveTo>
                    <a:pt x="1650616" y="26300"/>
                  </a:moveTo>
                  <a:lnTo>
                    <a:pt x="1786837" y="67857"/>
                  </a:lnTo>
                  <a:lnTo>
                    <a:pt x="1739804" y="8706"/>
                  </a:lnTo>
                  <a:close/>
                  <a:moveTo>
                    <a:pt x="1788258" y="70079"/>
                  </a:moveTo>
                  <a:lnTo>
                    <a:pt x="1739804" y="8706"/>
                  </a:lnTo>
                  <a:lnTo>
                    <a:pt x="1786837" y="67857"/>
                  </a:lnTo>
                  <a:close/>
                  <a:moveTo>
                    <a:pt x="1739804" y="8706"/>
                  </a:moveTo>
                  <a:lnTo>
                    <a:pt x="1711129" y="0"/>
                  </a:lnTo>
                  <a:lnTo>
                    <a:pt x="1650616" y="26300"/>
                  </a:lnTo>
                  <a:close/>
                  <a:moveTo>
                    <a:pt x="1786837" y="67857"/>
                  </a:moveTo>
                  <a:lnTo>
                    <a:pt x="1785656" y="70079"/>
                  </a:lnTo>
                  <a:lnTo>
                    <a:pt x="1788383" y="69305"/>
                  </a:lnTo>
                  <a:close/>
                  <a:moveTo>
                    <a:pt x="1788383" y="69305"/>
                  </a:moveTo>
                  <a:lnTo>
                    <a:pt x="1788258" y="70079"/>
                  </a:lnTo>
                  <a:lnTo>
                    <a:pt x="1786837" y="67857"/>
                  </a:lnTo>
                  <a:close/>
                </a:path>
              </a:pathLst>
            </a:custGeom>
            <a:solidFill>
              <a:srgbClr val="E0E5E9"/>
            </a:solidFill>
            <a:ln w="1524">
              <a:solidFill>
                <a:srgbClr val="E0E5E9"/>
              </a:solidFill>
            </a:ln>
          </p:spPr>
        </p:sp>
        <p:sp>
          <p:nvSpPr>
            <p:cNvPr id="2085" name="Candidate_density__2084">
              <a:extLst>
                <a:ext uri="{FF2B5EF4-FFF2-40B4-BE49-F238E27FC236}">
                  <a16:creationId xmlns:a16="http://schemas.microsoft.com/office/drawing/2014/main" id="{6663A53E-AE71-DFD2-C709-0CC117FB9A2D}"/>
                </a:ext>
              </a:extLst>
            </p:cNvPr>
            <p:cNvSpPr>
              <a:spLocks noGrp="1"/>
            </p:cNvSpPr>
            <p:nvPr/>
          </p:nvSpPr>
          <p:spPr>
            <a:xfrm>
              <a:off x="4340409" y="1736379"/>
              <a:ext cx="2095111" cy="3438049"/>
            </a:xfrm>
            <a:custGeom>
              <a:avLst/>
              <a:gdLst/>
              <a:ahLst/>
              <a:cxnLst/>
              <a:rect l="0" t="0" r="0" b="0"/>
              <a:pathLst>
                <a:path w="2095111" h="3438049">
                  <a:moveTo>
                    <a:pt x="427096" y="3355834"/>
                  </a:moveTo>
                  <a:lnTo>
                    <a:pt x="522037" y="3422107"/>
                  </a:lnTo>
                  <a:lnTo>
                    <a:pt x="518834" y="3324619"/>
                  </a:lnTo>
                  <a:close/>
                  <a:moveTo>
                    <a:pt x="427096" y="3355834"/>
                  </a:moveTo>
                  <a:lnTo>
                    <a:pt x="475577" y="3438049"/>
                  </a:lnTo>
                  <a:lnTo>
                    <a:pt x="522037" y="3422107"/>
                  </a:lnTo>
                  <a:close/>
                  <a:moveTo>
                    <a:pt x="577188" y="2993880"/>
                  </a:moveTo>
                  <a:lnTo>
                    <a:pt x="551293" y="3114531"/>
                  </a:lnTo>
                  <a:lnTo>
                    <a:pt x="633892" y="3076095"/>
                  </a:lnTo>
                  <a:close/>
                  <a:moveTo>
                    <a:pt x="678029" y="3055603"/>
                  </a:moveTo>
                  <a:lnTo>
                    <a:pt x="660014" y="3102980"/>
                  </a:lnTo>
                  <a:lnTo>
                    <a:pt x="716750" y="3037658"/>
                  </a:lnTo>
                  <a:close/>
                  <a:moveTo>
                    <a:pt x="633892" y="3076095"/>
                  </a:moveTo>
                  <a:lnTo>
                    <a:pt x="660014" y="3102980"/>
                  </a:lnTo>
                  <a:lnTo>
                    <a:pt x="678029" y="3055603"/>
                  </a:lnTo>
                  <a:close/>
                  <a:moveTo>
                    <a:pt x="577188" y="2993880"/>
                  </a:moveTo>
                  <a:lnTo>
                    <a:pt x="633892" y="3076095"/>
                  </a:lnTo>
                  <a:lnTo>
                    <a:pt x="678029" y="3055603"/>
                  </a:lnTo>
                  <a:close/>
                  <a:moveTo>
                    <a:pt x="716750" y="3037658"/>
                  </a:moveTo>
                  <a:lnTo>
                    <a:pt x="679882" y="2955443"/>
                  </a:lnTo>
                  <a:lnTo>
                    <a:pt x="678029" y="3055603"/>
                  </a:lnTo>
                  <a:close/>
                  <a:moveTo>
                    <a:pt x="498024" y="2747235"/>
                  </a:moveTo>
                  <a:lnTo>
                    <a:pt x="605578" y="2791013"/>
                  </a:lnTo>
                  <a:lnTo>
                    <a:pt x="553484" y="2708798"/>
                  </a:lnTo>
                  <a:close/>
                  <a:moveTo>
                    <a:pt x="775427" y="2836828"/>
                  </a:moveTo>
                  <a:lnTo>
                    <a:pt x="784005" y="2834792"/>
                  </a:lnTo>
                  <a:lnTo>
                    <a:pt x="832308" y="2759437"/>
                  </a:lnTo>
                  <a:close/>
                  <a:moveTo>
                    <a:pt x="896781" y="2898854"/>
                  </a:moveTo>
                  <a:lnTo>
                    <a:pt x="884187" y="2809000"/>
                  </a:lnTo>
                  <a:lnTo>
                    <a:pt x="801257" y="2915922"/>
                  </a:lnTo>
                  <a:close/>
                  <a:moveTo>
                    <a:pt x="832308" y="2759437"/>
                  </a:moveTo>
                  <a:lnTo>
                    <a:pt x="784005" y="2834792"/>
                  </a:lnTo>
                  <a:lnTo>
                    <a:pt x="884187" y="2809000"/>
                  </a:lnTo>
                  <a:close/>
                  <a:moveTo>
                    <a:pt x="296629" y="2149909"/>
                  </a:moveTo>
                  <a:lnTo>
                    <a:pt x="337423" y="2149812"/>
                  </a:lnTo>
                  <a:lnTo>
                    <a:pt x="318499" y="2094856"/>
                  </a:lnTo>
                  <a:close/>
                  <a:moveTo>
                    <a:pt x="318499" y="2094856"/>
                  </a:moveTo>
                  <a:lnTo>
                    <a:pt x="374223" y="2138634"/>
                  </a:lnTo>
                  <a:lnTo>
                    <a:pt x="377637" y="2056419"/>
                  </a:lnTo>
                  <a:close/>
                  <a:moveTo>
                    <a:pt x="374223" y="2138634"/>
                  </a:moveTo>
                  <a:lnTo>
                    <a:pt x="407581" y="2017983"/>
                  </a:lnTo>
                  <a:lnTo>
                    <a:pt x="377637" y="2056419"/>
                  </a:lnTo>
                  <a:close/>
                  <a:moveTo>
                    <a:pt x="0" y="1563129"/>
                  </a:moveTo>
                  <a:lnTo>
                    <a:pt x="42351" y="1645344"/>
                  </a:lnTo>
                  <a:lnTo>
                    <a:pt x="87999" y="1606907"/>
                  </a:lnTo>
                  <a:close/>
                  <a:moveTo>
                    <a:pt x="1350244" y="2681046"/>
                  </a:moveTo>
                  <a:lnTo>
                    <a:pt x="1351493" y="2725143"/>
                  </a:lnTo>
                  <a:lnTo>
                    <a:pt x="1362753" y="2662304"/>
                  </a:lnTo>
                  <a:close/>
                  <a:moveTo>
                    <a:pt x="1350244" y="2681046"/>
                  </a:moveTo>
                  <a:lnTo>
                    <a:pt x="1394776" y="2560394"/>
                  </a:lnTo>
                  <a:lnTo>
                    <a:pt x="1327020" y="2598831"/>
                  </a:lnTo>
                  <a:close/>
                  <a:moveTo>
                    <a:pt x="1327020" y="2598831"/>
                  </a:moveTo>
                  <a:lnTo>
                    <a:pt x="1394776" y="2560394"/>
                  </a:lnTo>
                  <a:lnTo>
                    <a:pt x="1313568" y="2583348"/>
                  </a:lnTo>
                  <a:close/>
                  <a:moveTo>
                    <a:pt x="1394776" y="2560394"/>
                  </a:moveTo>
                  <a:lnTo>
                    <a:pt x="1348980" y="2500543"/>
                  </a:lnTo>
                  <a:lnTo>
                    <a:pt x="1313568" y="2583348"/>
                  </a:lnTo>
                  <a:close/>
                  <a:moveTo>
                    <a:pt x="1334040" y="2478180"/>
                  </a:moveTo>
                  <a:lnTo>
                    <a:pt x="1313568" y="2583348"/>
                  </a:lnTo>
                  <a:lnTo>
                    <a:pt x="1348980" y="2500543"/>
                  </a:lnTo>
                  <a:close/>
                  <a:moveTo>
                    <a:pt x="1334040" y="2478180"/>
                  </a:moveTo>
                  <a:lnTo>
                    <a:pt x="1269614" y="2516616"/>
                  </a:lnTo>
                  <a:lnTo>
                    <a:pt x="1313568" y="2583348"/>
                  </a:lnTo>
                  <a:close/>
                  <a:moveTo>
                    <a:pt x="1222006" y="2434400"/>
                  </a:moveTo>
                  <a:lnTo>
                    <a:pt x="1269614" y="2516616"/>
                  </a:lnTo>
                  <a:lnTo>
                    <a:pt x="1334040" y="2478180"/>
                  </a:lnTo>
                  <a:close/>
                  <a:moveTo>
                    <a:pt x="1194281" y="2313749"/>
                  </a:moveTo>
                  <a:lnTo>
                    <a:pt x="1185724" y="2384017"/>
                  </a:lnTo>
                  <a:lnTo>
                    <a:pt x="1245591" y="2392647"/>
                  </a:lnTo>
                  <a:close/>
                  <a:moveTo>
                    <a:pt x="1194281" y="2313749"/>
                  </a:moveTo>
                  <a:lnTo>
                    <a:pt x="1161951" y="2352185"/>
                  </a:lnTo>
                  <a:lnTo>
                    <a:pt x="1185724" y="2384017"/>
                  </a:lnTo>
                  <a:close/>
                  <a:moveTo>
                    <a:pt x="1135669" y="2269970"/>
                  </a:moveTo>
                  <a:lnTo>
                    <a:pt x="1161951" y="2352185"/>
                  </a:lnTo>
                  <a:lnTo>
                    <a:pt x="1194281" y="2313749"/>
                  </a:lnTo>
                  <a:close/>
                  <a:moveTo>
                    <a:pt x="633048" y="1690882"/>
                  </a:moveTo>
                  <a:lnTo>
                    <a:pt x="664855" y="1614661"/>
                  </a:lnTo>
                  <a:lnTo>
                    <a:pt x="631488" y="1694465"/>
                  </a:lnTo>
                  <a:close/>
                  <a:moveTo>
                    <a:pt x="631488" y="1694465"/>
                  </a:moveTo>
                  <a:lnTo>
                    <a:pt x="664855" y="1614661"/>
                  </a:lnTo>
                  <a:lnTo>
                    <a:pt x="725523" y="1573813"/>
                  </a:lnTo>
                  <a:close/>
                  <a:moveTo>
                    <a:pt x="664855" y="1614661"/>
                  </a:moveTo>
                  <a:lnTo>
                    <a:pt x="633048" y="1690882"/>
                  </a:lnTo>
                  <a:lnTo>
                    <a:pt x="641329" y="1656028"/>
                  </a:lnTo>
                  <a:close/>
                  <a:moveTo>
                    <a:pt x="1582401" y="2521958"/>
                  </a:moveTo>
                  <a:lnTo>
                    <a:pt x="1575957" y="2576655"/>
                  </a:lnTo>
                  <a:lnTo>
                    <a:pt x="1631272" y="2525685"/>
                  </a:lnTo>
                  <a:close/>
                  <a:moveTo>
                    <a:pt x="1631272" y="2525685"/>
                  </a:moveTo>
                  <a:lnTo>
                    <a:pt x="1575957" y="2576655"/>
                  </a:lnTo>
                  <a:lnTo>
                    <a:pt x="1579965" y="2606898"/>
                  </a:lnTo>
                  <a:close/>
                  <a:moveTo>
                    <a:pt x="1631272" y="2525685"/>
                  </a:moveTo>
                  <a:lnTo>
                    <a:pt x="1579965" y="2606898"/>
                  </a:lnTo>
                  <a:lnTo>
                    <a:pt x="1654212" y="2607128"/>
                  </a:lnTo>
                  <a:close/>
                  <a:moveTo>
                    <a:pt x="1654212" y="2607128"/>
                  </a:moveTo>
                  <a:lnTo>
                    <a:pt x="1579965" y="2606898"/>
                  </a:lnTo>
                  <a:lnTo>
                    <a:pt x="1662196" y="2620432"/>
                  </a:lnTo>
                  <a:close/>
                  <a:moveTo>
                    <a:pt x="1334040" y="2478180"/>
                  </a:moveTo>
                  <a:lnTo>
                    <a:pt x="1348980" y="2500543"/>
                  </a:lnTo>
                  <a:lnTo>
                    <a:pt x="1352380" y="2470553"/>
                  </a:lnTo>
                  <a:close/>
                  <a:moveTo>
                    <a:pt x="1317655" y="2168224"/>
                  </a:moveTo>
                  <a:lnTo>
                    <a:pt x="1234105" y="2205838"/>
                  </a:lnTo>
                  <a:lnTo>
                    <a:pt x="1271241" y="2193098"/>
                  </a:lnTo>
                  <a:close/>
                  <a:moveTo>
                    <a:pt x="1195805" y="2206506"/>
                  </a:moveTo>
                  <a:lnTo>
                    <a:pt x="1234105" y="2205838"/>
                  </a:lnTo>
                  <a:lnTo>
                    <a:pt x="1317655" y="2168224"/>
                  </a:lnTo>
                  <a:close/>
                  <a:moveTo>
                    <a:pt x="601523" y="1377872"/>
                  </a:moveTo>
                  <a:lnTo>
                    <a:pt x="576372" y="1409383"/>
                  </a:lnTo>
                  <a:lnTo>
                    <a:pt x="578075" y="1353659"/>
                  </a:lnTo>
                  <a:close/>
                  <a:moveTo>
                    <a:pt x="283870" y="1026196"/>
                  </a:moveTo>
                  <a:lnTo>
                    <a:pt x="242206" y="1080522"/>
                  </a:lnTo>
                  <a:lnTo>
                    <a:pt x="338755" y="1016197"/>
                  </a:lnTo>
                  <a:close/>
                  <a:moveTo>
                    <a:pt x="283870" y="1026196"/>
                  </a:moveTo>
                  <a:lnTo>
                    <a:pt x="338755" y="1016197"/>
                  </a:lnTo>
                  <a:lnTo>
                    <a:pt x="298357" y="998307"/>
                  </a:lnTo>
                  <a:close/>
                  <a:moveTo>
                    <a:pt x="338755" y="1016197"/>
                  </a:moveTo>
                  <a:lnTo>
                    <a:pt x="374953" y="959871"/>
                  </a:lnTo>
                  <a:lnTo>
                    <a:pt x="298357" y="998307"/>
                  </a:lnTo>
                  <a:close/>
                  <a:moveTo>
                    <a:pt x="301870" y="878290"/>
                  </a:moveTo>
                  <a:lnTo>
                    <a:pt x="301145" y="878107"/>
                  </a:lnTo>
                  <a:lnTo>
                    <a:pt x="374953" y="959871"/>
                  </a:lnTo>
                  <a:close/>
                  <a:moveTo>
                    <a:pt x="1180588" y="1825800"/>
                  </a:moveTo>
                  <a:lnTo>
                    <a:pt x="1158546" y="1864237"/>
                  </a:lnTo>
                  <a:lnTo>
                    <a:pt x="1172570" y="1908016"/>
                  </a:lnTo>
                  <a:close/>
                  <a:moveTo>
                    <a:pt x="439555" y="1026359"/>
                  </a:moveTo>
                  <a:lnTo>
                    <a:pt x="495070" y="941726"/>
                  </a:lnTo>
                  <a:lnTo>
                    <a:pt x="405811" y="953700"/>
                  </a:lnTo>
                  <a:close/>
                  <a:moveTo>
                    <a:pt x="513281" y="1027013"/>
                  </a:moveTo>
                  <a:lnTo>
                    <a:pt x="439555" y="1026359"/>
                  </a:lnTo>
                  <a:lnTo>
                    <a:pt x="551449" y="1038908"/>
                  </a:lnTo>
                  <a:close/>
                  <a:moveTo>
                    <a:pt x="432652" y="873404"/>
                  </a:moveTo>
                  <a:lnTo>
                    <a:pt x="374953" y="959871"/>
                  </a:lnTo>
                  <a:lnTo>
                    <a:pt x="405811" y="953700"/>
                  </a:lnTo>
                  <a:close/>
                  <a:moveTo>
                    <a:pt x="620990" y="965213"/>
                  </a:moveTo>
                  <a:lnTo>
                    <a:pt x="627458" y="994781"/>
                  </a:lnTo>
                  <a:lnTo>
                    <a:pt x="605183" y="1024607"/>
                  </a:lnTo>
                  <a:close/>
                  <a:moveTo>
                    <a:pt x="605183" y="1024607"/>
                  </a:moveTo>
                  <a:lnTo>
                    <a:pt x="620756" y="1019378"/>
                  </a:lnTo>
                  <a:lnTo>
                    <a:pt x="551449" y="1038908"/>
                  </a:lnTo>
                  <a:close/>
                  <a:moveTo>
                    <a:pt x="1844423" y="2362870"/>
                  </a:moveTo>
                  <a:lnTo>
                    <a:pt x="1909987" y="2420280"/>
                  </a:lnTo>
                  <a:lnTo>
                    <a:pt x="1864152" y="2357451"/>
                  </a:lnTo>
                  <a:close/>
                  <a:moveTo>
                    <a:pt x="1935223" y="2374856"/>
                  </a:moveTo>
                  <a:lnTo>
                    <a:pt x="1931918" y="2324434"/>
                  </a:lnTo>
                  <a:lnTo>
                    <a:pt x="1938463" y="2357629"/>
                  </a:lnTo>
                  <a:close/>
                  <a:moveTo>
                    <a:pt x="1935223" y="2374856"/>
                  </a:moveTo>
                  <a:lnTo>
                    <a:pt x="1885313" y="2362870"/>
                  </a:lnTo>
                  <a:lnTo>
                    <a:pt x="1864152" y="2357451"/>
                  </a:lnTo>
                  <a:close/>
                  <a:moveTo>
                    <a:pt x="1815166" y="2242218"/>
                  </a:moveTo>
                  <a:lnTo>
                    <a:pt x="1844423" y="2362870"/>
                  </a:lnTo>
                  <a:lnTo>
                    <a:pt x="1895070" y="2288187"/>
                  </a:lnTo>
                  <a:close/>
                  <a:moveTo>
                    <a:pt x="1895070" y="2288187"/>
                  </a:moveTo>
                  <a:lnTo>
                    <a:pt x="1844423" y="2362870"/>
                  </a:lnTo>
                  <a:lnTo>
                    <a:pt x="1864152" y="2357451"/>
                  </a:lnTo>
                  <a:close/>
                  <a:moveTo>
                    <a:pt x="1779119" y="2133326"/>
                  </a:moveTo>
                  <a:lnTo>
                    <a:pt x="1643403" y="2119765"/>
                  </a:lnTo>
                  <a:lnTo>
                    <a:pt x="1766908" y="2160003"/>
                  </a:lnTo>
                  <a:close/>
                  <a:moveTo>
                    <a:pt x="1766908" y="2160003"/>
                  </a:moveTo>
                  <a:lnTo>
                    <a:pt x="1643403" y="2119765"/>
                  </a:lnTo>
                  <a:lnTo>
                    <a:pt x="1702359" y="2167617"/>
                  </a:lnTo>
                  <a:close/>
                  <a:moveTo>
                    <a:pt x="1499794" y="1831143"/>
                  </a:moveTo>
                  <a:lnTo>
                    <a:pt x="1510547" y="1862597"/>
                  </a:lnTo>
                  <a:lnTo>
                    <a:pt x="1482960" y="1862009"/>
                  </a:lnTo>
                  <a:close/>
                  <a:moveTo>
                    <a:pt x="1510547" y="1862597"/>
                  </a:moveTo>
                  <a:lnTo>
                    <a:pt x="1508388" y="1893621"/>
                  </a:lnTo>
                  <a:lnTo>
                    <a:pt x="1482960" y="1862009"/>
                  </a:lnTo>
                  <a:close/>
                  <a:moveTo>
                    <a:pt x="1614067" y="1794878"/>
                  </a:moveTo>
                  <a:lnTo>
                    <a:pt x="1510547" y="1862597"/>
                  </a:lnTo>
                  <a:lnTo>
                    <a:pt x="1537226" y="1786240"/>
                  </a:lnTo>
                  <a:close/>
                  <a:moveTo>
                    <a:pt x="653697" y="927336"/>
                  </a:moveTo>
                  <a:lnTo>
                    <a:pt x="709537" y="920912"/>
                  </a:lnTo>
                  <a:lnTo>
                    <a:pt x="690260" y="882998"/>
                  </a:lnTo>
                  <a:close/>
                  <a:moveTo>
                    <a:pt x="709537" y="920912"/>
                  </a:moveTo>
                  <a:lnTo>
                    <a:pt x="714127" y="844562"/>
                  </a:lnTo>
                  <a:lnTo>
                    <a:pt x="690260" y="882998"/>
                  </a:lnTo>
                  <a:close/>
                  <a:moveTo>
                    <a:pt x="328108" y="330785"/>
                  </a:moveTo>
                  <a:lnTo>
                    <a:pt x="319097" y="363052"/>
                  </a:lnTo>
                  <a:lnTo>
                    <a:pt x="302424" y="351271"/>
                  </a:lnTo>
                  <a:close/>
                  <a:moveTo>
                    <a:pt x="319097" y="363052"/>
                  </a:moveTo>
                  <a:lnTo>
                    <a:pt x="328108" y="330785"/>
                  </a:lnTo>
                  <a:lnTo>
                    <a:pt x="318318" y="389707"/>
                  </a:lnTo>
                  <a:close/>
                  <a:moveTo>
                    <a:pt x="318318" y="389707"/>
                  </a:moveTo>
                  <a:lnTo>
                    <a:pt x="328108" y="330785"/>
                  </a:lnTo>
                  <a:lnTo>
                    <a:pt x="342357" y="269056"/>
                  </a:lnTo>
                  <a:close/>
                  <a:moveTo>
                    <a:pt x="1537226" y="1786240"/>
                  </a:moveTo>
                  <a:lnTo>
                    <a:pt x="1510547" y="1862597"/>
                  </a:lnTo>
                  <a:lnTo>
                    <a:pt x="1499794" y="1831143"/>
                  </a:lnTo>
                  <a:close/>
                  <a:moveTo>
                    <a:pt x="1779119" y="2133326"/>
                  </a:moveTo>
                  <a:lnTo>
                    <a:pt x="1793956" y="2153743"/>
                  </a:lnTo>
                  <a:lnTo>
                    <a:pt x="1811324" y="2077788"/>
                  </a:lnTo>
                  <a:close/>
                  <a:moveTo>
                    <a:pt x="1811324" y="2077788"/>
                  </a:moveTo>
                  <a:lnTo>
                    <a:pt x="1793956" y="2153743"/>
                  </a:lnTo>
                  <a:lnTo>
                    <a:pt x="1894285" y="2121567"/>
                  </a:lnTo>
                  <a:close/>
                  <a:moveTo>
                    <a:pt x="1811324" y="2077788"/>
                  </a:moveTo>
                  <a:lnTo>
                    <a:pt x="1894285" y="2121567"/>
                  </a:lnTo>
                  <a:lnTo>
                    <a:pt x="1862715" y="2039351"/>
                  </a:lnTo>
                  <a:close/>
                  <a:moveTo>
                    <a:pt x="1823777" y="1957136"/>
                  </a:moveTo>
                  <a:lnTo>
                    <a:pt x="1749213" y="2021508"/>
                  </a:lnTo>
                  <a:lnTo>
                    <a:pt x="1811324" y="2077788"/>
                  </a:lnTo>
                  <a:close/>
                  <a:moveTo>
                    <a:pt x="1823777" y="1957136"/>
                  </a:moveTo>
                  <a:lnTo>
                    <a:pt x="1811324" y="2077788"/>
                  </a:lnTo>
                  <a:lnTo>
                    <a:pt x="1862715" y="2039351"/>
                  </a:lnTo>
                  <a:close/>
                  <a:moveTo>
                    <a:pt x="1429576" y="1567555"/>
                  </a:moveTo>
                  <a:lnTo>
                    <a:pt x="1416778" y="1463846"/>
                  </a:lnTo>
                  <a:lnTo>
                    <a:pt x="1337929" y="1481379"/>
                  </a:lnTo>
                  <a:close/>
                  <a:moveTo>
                    <a:pt x="1251524" y="1491032"/>
                  </a:moveTo>
                  <a:lnTo>
                    <a:pt x="1337929" y="1481379"/>
                  </a:lnTo>
                  <a:lnTo>
                    <a:pt x="1327295" y="1389931"/>
                  </a:lnTo>
                  <a:close/>
                  <a:moveTo>
                    <a:pt x="1416778" y="1463846"/>
                  </a:moveTo>
                  <a:lnTo>
                    <a:pt x="1365413" y="1381630"/>
                  </a:lnTo>
                  <a:lnTo>
                    <a:pt x="1337929" y="1481379"/>
                  </a:lnTo>
                  <a:close/>
                  <a:moveTo>
                    <a:pt x="1365413" y="1381630"/>
                  </a:moveTo>
                  <a:lnTo>
                    <a:pt x="1327295" y="1389931"/>
                  </a:lnTo>
                  <a:lnTo>
                    <a:pt x="1337929" y="1481379"/>
                  </a:lnTo>
                  <a:close/>
                  <a:moveTo>
                    <a:pt x="1328862" y="1349315"/>
                  </a:moveTo>
                  <a:lnTo>
                    <a:pt x="1273079" y="1299416"/>
                  </a:lnTo>
                  <a:lnTo>
                    <a:pt x="1327295" y="1389931"/>
                  </a:lnTo>
                  <a:close/>
                  <a:moveTo>
                    <a:pt x="1327295" y="1389931"/>
                  </a:moveTo>
                  <a:lnTo>
                    <a:pt x="1273079" y="1299416"/>
                  </a:lnTo>
                  <a:lnTo>
                    <a:pt x="1221963" y="1314880"/>
                  </a:lnTo>
                  <a:close/>
                  <a:moveTo>
                    <a:pt x="1327295" y="1389931"/>
                  </a:moveTo>
                  <a:lnTo>
                    <a:pt x="1221963" y="1314880"/>
                  </a:lnTo>
                  <a:lnTo>
                    <a:pt x="1244751" y="1396445"/>
                  </a:lnTo>
                  <a:close/>
                  <a:moveTo>
                    <a:pt x="1328862" y="1349315"/>
                  </a:moveTo>
                  <a:lnTo>
                    <a:pt x="1327295" y="1389931"/>
                  </a:lnTo>
                  <a:lnTo>
                    <a:pt x="1365413" y="1381630"/>
                  </a:lnTo>
                  <a:close/>
                  <a:moveTo>
                    <a:pt x="804683" y="723910"/>
                  </a:moveTo>
                  <a:lnTo>
                    <a:pt x="847964" y="665948"/>
                  </a:lnTo>
                  <a:lnTo>
                    <a:pt x="783756" y="680131"/>
                  </a:lnTo>
                  <a:close/>
                  <a:moveTo>
                    <a:pt x="766826" y="762346"/>
                  </a:moveTo>
                  <a:lnTo>
                    <a:pt x="804683" y="723910"/>
                  </a:lnTo>
                  <a:lnTo>
                    <a:pt x="783756" y="680131"/>
                  </a:lnTo>
                  <a:close/>
                  <a:moveTo>
                    <a:pt x="371631" y="278305"/>
                  </a:moveTo>
                  <a:lnTo>
                    <a:pt x="328108" y="330785"/>
                  </a:lnTo>
                  <a:lnTo>
                    <a:pt x="302424" y="351271"/>
                  </a:lnTo>
                  <a:close/>
                  <a:moveTo>
                    <a:pt x="328108" y="330785"/>
                  </a:moveTo>
                  <a:lnTo>
                    <a:pt x="371631" y="278305"/>
                  </a:lnTo>
                  <a:lnTo>
                    <a:pt x="342357" y="269056"/>
                  </a:lnTo>
                  <a:close/>
                  <a:moveTo>
                    <a:pt x="371631" y="278305"/>
                  </a:moveTo>
                  <a:lnTo>
                    <a:pt x="419868" y="230619"/>
                  </a:lnTo>
                  <a:lnTo>
                    <a:pt x="342357" y="269056"/>
                  </a:lnTo>
                  <a:close/>
                  <a:moveTo>
                    <a:pt x="431463" y="223352"/>
                  </a:moveTo>
                  <a:lnTo>
                    <a:pt x="342357" y="269056"/>
                  </a:lnTo>
                  <a:lnTo>
                    <a:pt x="419868" y="230619"/>
                  </a:lnTo>
                  <a:close/>
                  <a:moveTo>
                    <a:pt x="431463" y="223352"/>
                  </a:moveTo>
                  <a:lnTo>
                    <a:pt x="376228" y="232037"/>
                  </a:lnTo>
                  <a:lnTo>
                    <a:pt x="342357" y="269056"/>
                  </a:lnTo>
                  <a:close/>
                  <a:moveTo>
                    <a:pt x="1903963" y="2024809"/>
                  </a:moveTo>
                  <a:lnTo>
                    <a:pt x="2004768" y="2003448"/>
                  </a:lnTo>
                  <a:lnTo>
                    <a:pt x="1958249" y="1941174"/>
                  </a:lnTo>
                  <a:close/>
                  <a:moveTo>
                    <a:pt x="1903963" y="2024809"/>
                  </a:moveTo>
                  <a:lnTo>
                    <a:pt x="1958249" y="1941174"/>
                  </a:lnTo>
                  <a:lnTo>
                    <a:pt x="1883943" y="1940992"/>
                  </a:lnTo>
                  <a:close/>
                  <a:moveTo>
                    <a:pt x="2004768" y="2003448"/>
                  </a:moveTo>
                  <a:lnTo>
                    <a:pt x="2013184" y="2020733"/>
                  </a:lnTo>
                  <a:lnTo>
                    <a:pt x="2095111" y="2048385"/>
                  </a:lnTo>
                  <a:close/>
                  <a:moveTo>
                    <a:pt x="1883943" y="1940992"/>
                  </a:moveTo>
                  <a:lnTo>
                    <a:pt x="1918550" y="1882113"/>
                  </a:lnTo>
                  <a:lnTo>
                    <a:pt x="1847161" y="1893858"/>
                  </a:lnTo>
                  <a:close/>
                  <a:moveTo>
                    <a:pt x="1883943" y="1940992"/>
                  </a:moveTo>
                  <a:lnTo>
                    <a:pt x="1958249" y="1941174"/>
                  </a:lnTo>
                  <a:lnTo>
                    <a:pt x="1918550" y="1882113"/>
                  </a:lnTo>
                  <a:close/>
                  <a:moveTo>
                    <a:pt x="1416778" y="1463846"/>
                  </a:moveTo>
                  <a:lnTo>
                    <a:pt x="1438025" y="1478799"/>
                  </a:lnTo>
                  <a:lnTo>
                    <a:pt x="1438611" y="1460117"/>
                  </a:lnTo>
                  <a:close/>
                  <a:moveTo>
                    <a:pt x="1365413" y="1381630"/>
                  </a:moveTo>
                  <a:lnTo>
                    <a:pt x="1438611" y="1460117"/>
                  </a:lnTo>
                  <a:lnTo>
                    <a:pt x="1427888" y="1368742"/>
                  </a:lnTo>
                  <a:close/>
                  <a:moveTo>
                    <a:pt x="1365413" y="1381630"/>
                  </a:moveTo>
                  <a:lnTo>
                    <a:pt x="1416778" y="1463846"/>
                  </a:lnTo>
                  <a:lnTo>
                    <a:pt x="1438611" y="1460117"/>
                  </a:lnTo>
                  <a:close/>
                  <a:moveTo>
                    <a:pt x="1530875" y="1445701"/>
                  </a:moveTo>
                  <a:lnTo>
                    <a:pt x="1438611" y="1460117"/>
                  </a:lnTo>
                  <a:lnTo>
                    <a:pt x="1438025" y="1478799"/>
                  </a:lnTo>
                  <a:close/>
                  <a:moveTo>
                    <a:pt x="1540193" y="1366930"/>
                  </a:moveTo>
                  <a:lnTo>
                    <a:pt x="1514429" y="1343194"/>
                  </a:lnTo>
                  <a:lnTo>
                    <a:pt x="1530875" y="1445701"/>
                  </a:lnTo>
                  <a:close/>
                  <a:moveTo>
                    <a:pt x="1530875" y="1445701"/>
                  </a:moveTo>
                  <a:lnTo>
                    <a:pt x="1514429" y="1343194"/>
                  </a:lnTo>
                  <a:lnTo>
                    <a:pt x="1427888" y="1368742"/>
                  </a:lnTo>
                  <a:close/>
                  <a:moveTo>
                    <a:pt x="1530875" y="1445701"/>
                  </a:moveTo>
                  <a:lnTo>
                    <a:pt x="1427888" y="1368742"/>
                  </a:lnTo>
                  <a:lnTo>
                    <a:pt x="1438611" y="1460117"/>
                  </a:lnTo>
                  <a:close/>
                  <a:moveTo>
                    <a:pt x="1334351" y="1284103"/>
                  </a:moveTo>
                  <a:lnTo>
                    <a:pt x="1328862" y="1349315"/>
                  </a:lnTo>
                  <a:lnTo>
                    <a:pt x="1419453" y="1260979"/>
                  </a:lnTo>
                  <a:close/>
                  <a:moveTo>
                    <a:pt x="1328862" y="1349315"/>
                  </a:moveTo>
                  <a:lnTo>
                    <a:pt x="1365413" y="1381630"/>
                  </a:lnTo>
                  <a:lnTo>
                    <a:pt x="1419453" y="1260979"/>
                  </a:lnTo>
                  <a:close/>
                  <a:moveTo>
                    <a:pt x="1419453" y="1260979"/>
                  </a:moveTo>
                  <a:lnTo>
                    <a:pt x="1365413" y="1381630"/>
                  </a:lnTo>
                  <a:lnTo>
                    <a:pt x="1441320" y="1275919"/>
                  </a:lnTo>
                  <a:close/>
                  <a:moveTo>
                    <a:pt x="1441320" y="1275919"/>
                  </a:moveTo>
                  <a:lnTo>
                    <a:pt x="1365413" y="1381630"/>
                  </a:lnTo>
                  <a:lnTo>
                    <a:pt x="1427888" y="1368742"/>
                  </a:lnTo>
                  <a:close/>
                  <a:moveTo>
                    <a:pt x="1427888" y="1368742"/>
                  </a:moveTo>
                  <a:lnTo>
                    <a:pt x="1514429" y="1343194"/>
                  </a:lnTo>
                  <a:lnTo>
                    <a:pt x="1441320" y="1275919"/>
                  </a:lnTo>
                  <a:close/>
                  <a:moveTo>
                    <a:pt x="1300900" y="1217201"/>
                  </a:moveTo>
                  <a:lnTo>
                    <a:pt x="1419453" y="1260979"/>
                  </a:lnTo>
                  <a:lnTo>
                    <a:pt x="1391695" y="1178764"/>
                  </a:lnTo>
                  <a:close/>
                  <a:moveTo>
                    <a:pt x="445046" y="221157"/>
                  </a:moveTo>
                  <a:lnTo>
                    <a:pt x="419868" y="230619"/>
                  </a:lnTo>
                  <a:lnTo>
                    <a:pt x="485273" y="209335"/>
                  </a:lnTo>
                  <a:close/>
                  <a:moveTo>
                    <a:pt x="502912" y="230619"/>
                  </a:moveTo>
                  <a:lnTo>
                    <a:pt x="445046" y="221157"/>
                  </a:lnTo>
                  <a:lnTo>
                    <a:pt x="508176" y="231511"/>
                  </a:lnTo>
                  <a:close/>
                  <a:moveTo>
                    <a:pt x="508176" y="231511"/>
                  </a:moveTo>
                  <a:lnTo>
                    <a:pt x="445046" y="221157"/>
                  </a:lnTo>
                  <a:lnTo>
                    <a:pt x="485273" y="209335"/>
                  </a:lnTo>
                  <a:close/>
                  <a:moveTo>
                    <a:pt x="508176" y="231511"/>
                  </a:moveTo>
                  <a:lnTo>
                    <a:pt x="485273" y="209335"/>
                  </a:lnTo>
                  <a:lnTo>
                    <a:pt x="569311" y="244883"/>
                  </a:lnTo>
                  <a:close/>
                  <a:moveTo>
                    <a:pt x="629816" y="192440"/>
                  </a:moveTo>
                  <a:lnTo>
                    <a:pt x="508176" y="231511"/>
                  </a:lnTo>
                  <a:lnTo>
                    <a:pt x="569311" y="244883"/>
                  </a:lnTo>
                  <a:close/>
                  <a:moveTo>
                    <a:pt x="431463" y="223352"/>
                  </a:moveTo>
                  <a:lnTo>
                    <a:pt x="419868" y="230619"/>
                  </a:lnTo>
                  <a:lnTo>
                    <a:pt x="445046" y="221157"/>
                  </a:lnTo>
                  <a:close/>
                  <a:moveTo>
                    <a:pt x="445046" y="221157"/>
                  </a:moveTo>
                  <a:lnTo>
                    <a:pt x="502912" y="230619"/>
                  </a:lnTo>
                  <a:lnTo>
                    <a:pt x="431463" y="223352"/>
                  </a:lnTo>
                  <a:close/>
                  <a:moveTo>
                    <a:pt x="2041844" y="2073398"/>
                  </a:moveTo>
                  <a:lnTo>
                    <a:pt x="2095111" y="2048385"/>
                  </a:lnTo>
                  <a:lnTo>
                    <a:pt x="2013184" y="2020733"/>
                  </a:lnTo>
                  <a:close/>
                  <a:moveTo>
                    <a:pt x="1514429" y="1343194"/>
                  </a:moveTo>
                  <a:lnTo>
                    <a:pt x="1540193" y="1366930"/>
                  </a:lnTo>
                  <a:lnTo>
                    <a:pt x="1547501" y="1332092"/>
                  </a:lnTo>
                  <a:close/>
                  <a:moveTo>
                    <a:pt x="1446454" y="1253557"/>
                  </a:moveTo>
                  <a:lnTo>
                    <a:pt x="1441320" y="1275919"/>
                  </a:lnTo>
                  <a:lnTo>
                    <a:pt x="1529470" y="1222543"/>
                  </a:lnTo>
                  <a:close/>
                  <a:moveTo>
                    <a:pt x="1441320" y="1275919"/>
                  </a:moveTo>
                  <a:lnTo>
                    <a:pt x="1514429" y="1343194"/>
                  </a:lnTo>
                  <a:lnTo>
                    <a:pt x="1529470" y="1222543"/>
                  </a:lnTo>
                  <a:close/>
                  <a:moveTo>
                    <a:pt x="1529470" y="1222543"/>
                  </a:moveTo>
                  <a:lnTo>
                    <a:pt x="1514429" y="1343194"/>
                  </a:lnTo>
                  <a:lnTo>
                    <a:pt x="1568244" y="1256606"/>
                  </a:lnTo>
                  <a:close/>
                  <a:moveTo>
                    <a:pt x="1568244" y="1256606"/>
                  </a:moveTo>
                  <a:lnTo>
                    <a:pt x="1514429" y="1343194"/>
                  </a:lnTo>
                  <a:lnTo>
                    <a:pt x="1547501" y="1332092"/>
                  </a:lnTo>
                  <a:close/>
                  <a:moveTo>
                    <a:pt x="1641050" y="1316630"/>
                  </a:moveTo>
                  <a:lnTo>
                    <a:pt x="1547501" y="1332092"/>
                  </a:lnTo>
                  <a:lnTo>
                    <a:pt x="1540193" y="1366930"/>
                  </a:lnTo>
                  <a:close/>
                  <a:moveTo>
                    <a:pt x="1547501" y="1332092"/>
                  </a:moveTo>
                  <a:lnTo>
                    <a:pt x="1641050" y="1316630"/>
                  </a:lnTo>
                  <a:lnTo>
                    <a:pt x="1568244" y="1256606"/>
                  </a:lnTo>
                  <a:close/>
                  <a:moveTo>
                    <a:pt x="1419453" y="1260979"/>
                  </a:moveTo>
                  <a:lnTo>
                    <a:pt x="1441320" y="1275919"/>
                  </a:lnTo>
                  <a:lnTo>
                    <a:pt x="1446454" y="1253557"/>
                  </a:lnTo>
                  <a:close/>
                  <a:moveTo>
                    <a:pt x="684875" y="183097"/>
                  </a:moveTo>
                  <a:lnTo>
                    <a:pt x="629816" y="192440"/>
                  </a:lnTo>
                  <a:lnTo>
                    <a:pt x="569311" y="244883"/>
                  </a:lnTo>
                  <a:close/>
                  <a:moveTo>
                    <a:pt x="731603" y="169968"/>
                  </a:moveTo>
                  <a:lnTo>
                    <a:pt x="631143" y="192183"/>
                  </a:lnTo>
                  <a:lnTo>
                    <a:pt x="754903" y="166260"/>
                  </a:lnTo>
                  <a:close/>
                  <a:moveTo>
                    <a:pt x="754903" y="166260"/>
                  </a:moveTo>
                  <a:lnTo>
                    <a:pt x="631143" y="192183"/>
                  </a:lnTo>
                  <a:lnTo>
                    <a:pt x="629816" y="192440"/>
                  </a:lnTo>
                  <a:close/>
                  <a:moveTo>
                    <a:pt x="754903" y="166260"/>
                  </a:moveTo>
                  <a:lnTo>
                    <a:pt x="629816" y="192440"/>
                  </a:lnTo>
                  <a:lnTo>
                    <a:pt x="684875" y="183097"/>
                  </a:lnTo>
                  <a:close/>
                  <a:moveTo>
                    <a:pt x="1691281" y="1304758"/>
                  </a:moveTo>
                  <a:lnTo>
                    <a:pt x="1716750" y="1266321"/>
                  </a:lnTo>
                  <a:lnTo>
                    <a:pt x="1648485" y="1277956"/>
                  </a:lnTo>
                  <a:close/>
                  <a:moveTo>
                    <a:pt x="1716750" y="1266321"/>
                  </a:moveTo>
                  <a:lnTo>
                    <a:pt x="1696258" y="1241370"/>
                  </a:lnTo>
                  <a:lnTo>
                    <a:pt x="1648485" y="1277956"/>
                  </a:lnTo>
                  <a:close/>
                  <a:moveTo>
                    <a:pt x="1648485" y="1277956"/>
                  </a:moveTo>
                  <a:lnTo>
                    <a:pt x="1696258" y="1241370"/>
                  </a:lnTo>
                  <a:lnTo>
                    <a:pt x="1568244" y="1256606"/>
                  </a:lnTo>
                  <a:close/>
                  <a:moveTo>
                    <a:pt x="1584942" y="1201561"/>
                  </a:moveTo>
                  <a:lnTo>
                    <a:pt x="1666015" y="1128296"/>
                  </a:lnTo>
                  <a:lnTo>
                    <a:pt x="1651170" y="1108219"/>
                  </a:lnTo>
                  <a:close/>
                  <a:moveTo>
                    <a:pt x="1522023" y="952437"/>
                  </a:moveTo>
                  <a:lnTo>
                    <a:pt x="1443222" y="975897"/>
                  </a:lnTo>
                  <a:lnTo>
                    <a:pt x="1554199" y="988891"/>
                  </a:lnTo>
                  <a:close/>
                  <a:moveTo>
                    <a:pt x="1554199" y="988891"/>
                  </a:moveTo>
                  <a:lnTo>
                    <a:pt x="1443222" y="975897"/>
                  </a:lnTo>
                  <a:lnTo>
                    <a:pt x="1426350" y="1004745"/>
                  </a:lnTo>
                  <a:close/>
                  <a:moveTo>
                    <a:pt x="1554199" y="988891"/>
                  </a:moveTo>
                  <a:lnTo>
                    <a:pt x="1426350" y="1004745"/>
                  </a:lnTo>
                  <a:lnTo>
                    <a:pt x="1481724" y="996578"/>
                  </a:lnTo>
                  <a:close/>
                  <a:moveTo>
                    <a:pt x="999184" y="522272"/>
                  </a:moveTo>
                  <a:lnTo>
                    <a:pt x="1046757" y="535398"/>
                  </a:lnTo>
                  <a:lnTo>
                    <a:pt x="1027626" y="482607"/>
                  </a:lnTo>
                  <a:close/>
                  <a:moveTo>
                    <a:pt x="1027626" y="482607"/>
                  </a:moveTo>
                  <a:lnTo>
                    <a:pt x="1069062" y="526386"/>
                  </a:lnTo>
                  <a:lnTo>
                    <a:pt x="1094028" y="444170"/>
                  </a:lnTo>
                  <a:close/>
                  <a:moveTo>
                    <a:pt x="1101239" y="409980"/>
                  </a:moveTo>
                  <a:lnTo>
                    <a:pt x="1027626" y="482607"/>
                  </a:lnTo>
                  <a:lnTo>
                    <a:pt x="1094028" y="444170"/>
                  </a:lnTo>
                  <a:close/>
                  <a:moveTo>
                    <a:pt x="835427" y="115310"/>
                  </a:moveTo>
                  <a:lnTo>
                    <a:pt x="828340" y="151914"/>
                  </a:lnTo>
                  <a:lnTo>
                    <a:pt x="819053" y="190906"/>
                  </a:lnTo>
                  <a:close/>
                  <a:moveTo>
                    <a:pt x="819053" y="190906"/>
                  </a:moveTo>
                  <a:lnTo>
                    <a:pt x="828340" y="151914"/>
                  </a:lnTo>
                  <a:lnTo>
                    <a:pt x="827553" y="159230"/>
                  </a:lnTo>
                  <a:close/>
                  <a:moveTo>
                    <a:pt x="819053" y="190906"/>
                  </a:moveTo>
                  <a:lnTo>
                    <a:pt x="827553" y="159230"/>
                  </a:lnTo>
                  <a:lnTo>
                    <a:pt x="754903" y="166260"/>
                  </a:lnTo>
                  <a:close/>
                  <a:moveTo>
                    <a:pt x="863301" y="77684"/>
                  </a:moveTo>
                  <a:lnTo>
                    <a:pt x="828340" y="151914"/>
                  </a:lnTo>
                  <a:lnTo>
                    <a:pt x="835427" y="115310"/>
                  </a:lnTo>
                  <a:close/>
                  <a:moveTo>
                    <a:pt x="1765584" y="1175886"/>
                  </a:moveTo>
                  <a:lnTo>
                    <a:pt x="1696242" y="1171668"/>
                  </a:lnTo>
                  <a:lnTo>
                    <a:pt x="1806777" y="1242488"/>
                  </a:lnTo>
                  <a:close/>
                  <a:moveTo>
                    <a:pt x="1696242" y="1171668"/>
                  </a:moveTo>
                  <a:lnTo>
                    <a:pt x="1747228" y="1153281"/>
                  </a:lnTo>
                  <a:lnTo>
                    <a:pt x="1666015" y="1128296"/>
                  </a:lnTo>
                  <a:close/>
                  <a:moveTo>
                    <a:pt x="1696242" y="1171668"/>
                  </a:moveTo>
                  <a:lnTo>
                    <a:pt x="1765584" y="1175886"/>
                  </a:lnTo>
                  <a:lnTo>
                    <a:pt x="1747228" y="1153281"/>
                  </a:lnTo>
                  <a:close/>
                  <a:moveTo>
                    <a:pt x="908105" y="29998"/>
                  </a:moveTo>
                  <a:lnTo>
                    <a:pt x="863301" y="77684"/>
                  </a:lnTo>
                  <a:lnTo>
                    <a:pt x="835427" y="115310"/>
                  </a:lnTo>
                  <a:close/>
                  <a:moveTo>
                    <a:pt x="1303788" y="179557"/>
                  </a:moveTo>
                  <a:lnTo>
                    <a:pt x="1284601" y="123442"/>
                  </a:lnTo>
                  <a:lnTo>
                    <a:pt x="1310917" y="202867"/>
                  </a:lnTo>
                  <a:close/>
                  <a:moveTo>
                    <a:pt x="1276106" y="120653"/>
                  </a:moveTo>
                  <a:lnTo>
                    <a:pt x="1284601" y="123442"/>
                  </a:lnTo>
                  <a:lnTo>
                    <a:pt x="1303788" y="179557"/>
                  </a:lnTo>
                  <a:close/>
                  <a:moveTo>
                    <a:pt x="1284601" y="123442"/>
                  </a:moveTo>
                  <a:lnTo>
                    <a:pt x="1276106" y="120653"/>
                  </a:lnTo>
                  <a:lnTo>
                    <a:pt x="1286275" y="114080"/>
                  </a:lnTo>
                  <a:close/>
                  <a:moveTo>
                    <a:pt x="1626739" y="411076"/>
                  </a:moveTo>
                  <a:lnTo>
                    <a:pt x="1617126" y="435250"/>
                  </a:lnTo>
                  <a:lnTo>
                    <a:pt x="1581474" y="445262"/>
                  </a:lnTo>
                  <a:close/>
                  <a:moveTo>
                    <a:pt x="1626739" y="411076"/>
                  </a:moveTo>
                  <a:lnTo>
                    <a:pt x="1596600" y="438360"/>
                  </a:lnTo>
                  <a:lnTo>
                    <a:pt x="1617126" y="435250"/>
                  </a:lnTo>
                  <a:close/>
                  <a:moveTo>
                    <a:pt x="1619490" y="328861"/>
                  </a:moveTo>
                  <a:lnTo>
                    <a:pt x="1520480" y="367298"/>
                  </a:lnTo>
                  <a:lnTo>
                    <a:pt x="1626739" y="411076"/>
                  </a:lnTo>
                  <a:close/>
                  <a:moveTo>
                    <a:pt x="1310351" y="204093"/>
                  </a:moveTo>
                  <a:lnTo>
                    <a:pt x="1331726" y="164431"/>
                  </a:lnTo>
                  <a:lnTo>
                    <a:pt x="1312809" y="200602"/>
                  </a:lnTo>
                  <a:close/>
                  <a:moveTo>
                    <a:pt x="1310917" y="202867"/>
                  </a:moveTo>
                  <a:lnTo>
                    <a:pt x="1310351" y="204093"/>
                  </a:lnTo>
                  <a:lnTo>
                    <a:pt x="1312809" y="200602"/>
                  </a:lnTo>
                  <a:close/>
                  <a:moveTo>
                    <a:pt x="1312809" y="200602"/>
                  </a:moveTo>
                  <a:lnTo>
                    <a:pt x="1343688" y="113535"/>
                  </a:lnTo>
                  <a:lnTo>
                    <a:pt x="1310917" y="202867"/>
                  </a:lnTo>
                  <a:close/>
                  <a:moveTo>
                    <a:pt x="1297702" y="112791"/>
                  </a:moveTo>
                  <a:lnTo>
                    <a:pt x="1303788" y="179557"/>
                  </a:lnTo>
                  <a:lnTo>
                    <a:pt x="1310917" y="202867"/>
                  </a:lnTo>
                  <a:close/>
                  <a:moveTo>
                    <a:pt x="1342221" y="82215"/>
                  </a:moveTo>
                  <a:lnTo>
                    <a:pt x="1297702" y="112791"/>
                  </a:lnTo>
                  <a:lnTo>
                    <a:pt x="1310917" y="202867"/>
                  </a:lnTo>
                  <a:close/>
                  <a:moveTo>
                    <a:pt x="1276106" y="120653"/>
                  </a:moveTo>
                  <a:lnTo>
                    <a:pt x="1303788" y="179557"/>
                  </a:lnTo>
                  <a:lnTo>
                    <a:pt x="1297702" y="112791"/>
                  </a:lnTo>
                  <a:close/>
                  <a:moveTo>
                    <a:pt x="1343688" y="113535"/>
                  </a:moveTo>
                  <a:lnTo>
                    <a:pt x="1312809" y="200602"/>
                  </a:lnTo>
                  <a:lnTo>
                    <a:pt x="1331726" y="164431"/>
                  </a:lnTo>
                  <a:close/>
                  <a:moveTo>
                    <a:pt x="1286275" y="114080"/>
                  </a:moveTo>
                  <a:lnTo>
                    <a:pt x="1276106" y="120653"/>
                  </a:lnTo>
                  <a:lnTo>
                    <a:pt x="1297702" y="112791"/>
                  </a:lnTo>
                  <a:close/>
                  <a:moveTo>
                    <a:pt x="1295916" y="38437"/>
                  </a:moveTo>
                  <a:lnTo>
                    <a:pt x="1342221" y="82215"/>
                  </a:lnTo>
                  <a:lnTo>
                    <a:pt x="1325385" y="0"/>
                  </a:lnTo>
                  <a:close/>
                  <a:moveTo>
                    <a:pt x="1626739" y="411076"/>
                  </a:moveTo>
                  <a:lnTo>
                    <a:pt x="1645223" y="372639"/>
                  </a:lnTo>
                  <a:lnTo>
                    <a:pt x="1619490" y="328861"/>
                  </a:lnTo>
                  <a:close/>
                  <a:moveTo>
                    <a:pt x="1679964" y="256182"/>
                  </a:moveTo>
                  <a:lnTo>
                    <a:pt x="1645748" y="311889"/>
                  </a:lnTo>
                  <a:lnTo>
                    <a:pt x="1657144" y="208209"/>
                  </a:lnTo>
                  <a:close/>
                  <a:moveTo>
                    <a:pt x="1385347" y="43779"/>
                  </a:moveTo>
                  <a:lnTo>
                    <a:pt x="1325385" y="0"/>
                  </a:lnTo>
                  <a:lnTo>
                    <a:pt x="1342221" y="82215"/>
                  </a:lnTo>
                  <a:close/>
                  <a:moveTo>
                    <a:pt x="1792185" y="251988"/>
                  </a:moveTo>
                  <a:lnTo>
                    <a:pt x="1793365" y="249766"/>
                  </a:lnTo>
                  <a:lnTo>
                    <a:pt x="1657144" y="208209"/>
                  </a:lnTo>
                  <a:close/>
                  <a:moveTo>
                    <a:pt x="1677423" y="290424"/>
                  </a:moveTo>
                  <a:lnTo>
                    <a:pt x="1792185" y="251988"/>
                  </a:lnTo>
                  <a:lnTo>
                    <a:pt x="1657144" y="208209"/>
                  </a:lnTo>
                  <a:close/>
                </a:path>
              </a:pathLst>
            </a:custGeom>
            <a:solidFill>
              <a:srgbClr val="E3E8EC"/>
            </a:solidFill>
            <a:ln w="1524">
              <a:solidFill>
                <a:srgbClr val="E3E8EC"/>
              </a:solidFill>
            </a:ln>
          </p:spPr>
        </p:sp>
        <p:sp>
          <p:nvSpPr>
            <p:cNvPr id="2086" name="Candidate_density__2085">
              <a:extLst>
                <a:ext uri="{FF2B5EF4-FFF2-40B4-BE49-F238E27FC236}">
                  <a16:creationId xmlns:a16="http://schemas.microsoft.com/office/drawing/2014/main" id="{8AFEB768-FA2A-1F0D-7B06-0323B6077A2F}"/>
                </a:ext>
              </a:extLst>
            </p:cNvPr>
            <p:cNvSpPr>
              <a:spLocks noGrp="1"/>
            </p:cNvSpPr>
            <p:nvPr/>
          </p:nvSpPr>
          <p:spPr>
            <a:xfrm>
              <a:off x="4340409" y="1774817"/>
              <a:ext cx="2013184" cy="3076094"/>
            </a:xfrm>
            <a:custGeom>
              <a:avLst/>
              <a:gdLst/>
              <a:ahLst/>
              <a:cxnLst/>
              <a:rect l="0" t="0" r="0" b="0"/>
              <a:pathLst>
                <a:path w="2013184" h="3076094">
                  <a:moveTo>
                    <a:pt x="512176" y="2991317"/>
                  </a:moveTo>
                  <a:lnTo>
                    <a:pt x="511756" y="3004090"/>
                  </a:lnTo>
                  <a:lnTo>
                    <a:pt x="577188" y="2955443"/>
                  </a:lnTo>
                  <a:close/>
                  <a:moveTo>
                    <a:pt x="577188" y="2955443"/>
                  </a:moveTo>
                  <a:lnTo>
                    <a:pt x="511756" y="3004090"/>
                  </a:lnTo>
                  <a:lnTo>
                    <a:pt x="551293" y="3076094"/>
                  </a:lnTo>
                  <a:close/>
                  <a:moveTo>
                    <a:pt x="506503" y="2993879"/>
                  </a:moveTo>
                  <a:lnTo>
                    <a:pt x="511756" y="3004090"/>
                  </a:lnTo>
                  <a:lnTo>
                    <a:pt x="512176" y="2991317"/>
                  </a:lnTo>
                  <a:close/>
                  <a:moveTo>
                    <a:pt x="490611" y="2911664"/>
                  </a:moveTo>
                  <a:lnTo>
                    <a:pt x="512176" y="2991317"/>
                  </a:lnTo>
                  <a:lnTo>
                    <a:pt x="577188" y="2955443"/>
                  </a:lnTo>
                  <a:close/>
                  <a:moveTo>
                    <a:pt x="490611" y="2911664"/>
                  </a:moveTo>
                  <a:lnTo>
                    <a:pt x="577188" y="2955443"/>
                  </a:lnTo>
                  <a:lnTo>
                    <a:pt x="554494" y="2873228"/>
                  </a:lnTo>
                  <a:close/>
                  <a:moveTo>
                    <a:pt x="577188" y="2955443"/>
                  </a:moveTo>
                  <a:lnTo>
                    <a:pt x="678029" y="3017166"/>
                  </a:lnTo>
                  <a:lnTo>
                    <a:pt x="677297" y="2917669"/>
                  </a:lnTo>
                  <a:close/>
                  <a:moveTo>
                    <a:pt x="679882" y="2917006"/>
                  </a:moveTo>
                  <a:lnTo>
                    <a:pt x="677297" y="2917669"/>
                  </a:lnTo>
                  <a:lnTo>
                    <a:pt x="678029" y="3017166"/>
                  </a:lnTo>
                  <a:close/>
                  <a:moveTo>
                    <a:pt x="646184" y="2834791"/>
                  </a:moveTo>
                  <a:lnTo>
                    <a:pt x="677297" y="2917669"/>
                  </a:lnTo>
                  <a:lnTo>
                    <a:pt x="676458" y="2910820"/>
                  </a:lnTo>
                  <a:close/>
                  <a:moveTo>
                    <a:pt x="577188" y="2955443"/>
                  </a:moveTo>
                  <a:lnTo>
                    <a:pt x="677297" y="2917669"/>
                  </a:lnTo>
                  <a:lnTo>
                    <a:pt x="646184" y="2834791"/>
                  </a:lnTo>
                  <a:close/>
                  <a:moveTo>
                    <a:pt x="554494" y="2873228"/>
                  </a:moveTo>
                  <a:lnTo>
                    <a:pt x="577188" y="2955443"/>
                  </a:lnTo>
                  <a:lnTo>
                    <a:pt x="646184" y="2834791"/>
                  </a:lnTo>
                  <a:close/>
                  <a:moveTo>
                    <a:pt x="677297" y="2917669"/>
                  </a:moveTo>
                  <a:lnTo>
                    <a:pt x="679882" y="2917006"/>
                  </a:lnTo>
                  <a:lnTo>
                    <a:pt x="676458" y="2910820"/>
                  </a:lnTo>
                  <a:close/>
                  <a:moveTo>
                    <a:pt x="538287" y="2791013"/>
                  </a:moveTo>
                  <a:lnTo>
                    <a:pt x="554494" y="2873228"/>
                  </a:lnTo>
                  <a:lnTo>
                    <a:pt x="646184" y="2834791"/>
                  </a:lnTo>
                  <a:close/>
                  <a:moveTo>
                    <a:pt x="538287" y="2791013"/>
                  </a:moveTo>
                  <a:lnTo>
                    <a:pt x="646184" y="2834791"/>
                  </a:lnTo>
                  <a:lnTo>
                    <a:pt x="605578" y="2752576"/>
                  </a:lnTo>
                  <a:close/>
                  <a:moveTo>
                    <a:pt x="519465" y="2588146"/>
                  </a:moveTo>
                  <a:lnTo>
                    <a:pt x="498024" y="2708798"/>
                  </a:lnTo>
                  <a:lnTo>
                    <a:pt x="553484" y="2670361"/>
                  </a:lnTo>
                  <a:close/>
                  <a:moveTo>
                    <a:pt x="797780" y="2878570"/>
                  </a:moveTo>
                  <a:lnTo>
                    <a:pt x="793423" y="2854273"/>
                  </a:lnTo>
                  <a:lnTo>
                    <a:pt x="679882" y="2917006"/>
                  </a:lnTo>
                  <a:close/>
                  <a:moveTo>
                    <a:pt x="679882" y="2917006"/>
                  </a:moveTo>
                  <a:lnTo>
                    <a:pt x="793423" y="2854273"/>
                  </a:lnTo>
                  <a:lnTo>
                    <a:pt x="665108" y="2827487"/>
                  </a:lnTo>
                  <a:close/>
                  <a:moveTo>
                    <a:pt x="665108" y="2827487"/>
                  </a:moveTo>
                  <a:lnTo>
                    <a:pt x="793423" y="2854273"/>
                  </a:lnTo>
                  <a:lnTo>
                    <a:pt x="775427" y="2798391"/>
                  </a:lnTo>
                  <a:close/>
                  <a:moveTo>
                    <a:pt x="679882" y="2917006"/>
                  </a:moveTo>
                  <a:lnTo>
                    <a:pt x="665108" y="2827487"/>
                  </a:lnTo>
                  <a:lnTo>
                    <a:pt x="676458" y="2910820"/>
                  </a:lnTo>
                  <a:close/>
                  <a:moveTo>
                    <a:pt x="646184" y="2834791"/>
                  </a:moveTo>
                  <a:lnTo>
                    <a:pt x="676458" y="2910820"/>
                  </a:lnTo>
                  <a:lnTo>
                    <a:pt x="665108" y="2827487"/>
                  </a:lnTo>
                  <a:close/>
                  <a:moveTo>
                    <a:pt x="605578" y="2752576"/>
                  </a:moveTo>
                  <a:lnTo>
                    <a:pt x="665108" y="2827487"/>
                  </a:lnTo>
                  <a:lnTo>
                    <a:pt x="654993" y="2735617"/>
                  </a:lnTo>
                  <a:close/>
                  <a:moveTo>
                    <a:pt x="605578" y="2752576"/>
                  </a:moveTo>
                  <a:lnTo>
                    <a:pt x="646184" y="2834791"/>
                  </a:lnTo>
                  <a:lnTo>
                    <a:pt x="665108" y="2827487"/>
                  </a:lnTo>
                  <a:close/>
                  <a:moveTo>
                    <a:pt x="665108" y="2827487"/>
                  </a:moveTo>
                  <a:lnTo>
                    <a:pt x="775427" y="2798391"/>
                  </a:lnTo>
                  <a:lnTo>
                    <a:pt x="739933" y="2727156"/>
                  </a:lnTo>
                  <a:close/>
                  <a:moveTo>
                    <a:pt x="665108" y="2827487"/>
                  </a:moveTo>
                  <a:lnTo>
                    <a:pt x="739933" y="2727156"/>
                  </a:lnTo>
                  <a:lnTo>
                    <a:pt x="654993" y="2735617"/>
                  </a:lnTo>
                  <a:close/>
                  <a:moveTo>
                    <a:pt x="775427" y="2798391"/>
                  </a:moveTo>
                  <a:lnTo>
                    <a:pt x="793423" y="2854273"/>
                  </a:lnTo>
                  <a:lnTo>
                    <a:pt x="784005" y="2796355"/>
                  </a:lnTo>
                  <a:close/>
                  <a:moveTo>
                    <a:pt x="553484" y="2670361"/>
                  </a:moveTo>
                  <a:lnTo>
                    <a:pt x="654993" y="2735617"/>
                  </a:lnTo>
                  <a:lnTo>
                    <a:pt x="640069" y="2647658"/>
                  </a:lnTo>
                  <a:close/>
                  <a:moveTo>
                    <a:pt x="553484" y="2670361"/>
                  </a:moveTo>
                  <a:lnTo>
                    <a:pt x="605578" y="2752576"/>
                  </a:lnTo>
                  <a:lnTo>
                    <a:pt x="654993" y="2735617"/>
                  </a:lnTo>
                  <a:close/>
                  <a:moveTo>
                    <a:pt x="519465" y="2588146"/>
                  </a:moveTo>
                  <a:lnTo>
                    <a:pt x="640069" y="2647658"/>
                  </a:lnTo>
                  <a:lnTo>
                    <a:pt x="617877" y="2565608"/>
                  </a:lnTo>
                  <a:close/>
                  <a:moveTo>
                    <a:pt x="519465" y="2588146"/>
                  </a:moveTo>
                  <a:lnTo>
                    <a:pt x="553484" y="2670361"/>
                  </a:lnTo>
                  <a:lnTo>
                    <a:pt x="640069" y="2647658"/>
                  </a:lnTo>
                  <a:close/>
                  <a:moveTo>
                    <a:pt x="801257" y="2877484"/>
                  </a:moveTo>
                  <a:lnTo>
                    <a:pt x="784005" y="2796355"/>
                  </a:lnTo>
                  <a:lnTo>
                    <a:pt x="793423" y="2854273"/>
                  </a:lnTo>
                  <a:close/>
                  <a:moveTo>
                    <a:pt x="884187" y="2770563"/>
                  </a:moveTo>
                  <a:lnTo>
                    <a:pt x="784005" y="2796355"/>
                  </a:lnTo>
                  <a:lnTo>
                    <a:pt x="801257" y="2877484"/>
                  </a:lnTo>
                  <a:close/>
                  <a:moveTo>
                    <a:pt x="0" y="1524692"/>
                  </a:moveTo>
                  <a:lnTo>
                    <a:pt x="87999" y="1568470"/>
                  </a:lnTo>
                  <a:lnTo>
                    <a:pt x="75313" y="1486255"/>
                  </a:lnTo>
                  <a:close/>
                  <a:moveTo>
                    <a:pt x="87496" y="1456470"/>
                  </a:moveTo>
                  <a:lnTo>
                    <a:pt x="0" y="1524692"/>
                  </a:lnTo>
                  <a:lnTo>
                    <a:pt x="75313" y="1486255"/>
                  </a:lnTo>
                  <a:close/>
                  <a:moveTo>
                    <a:pt x="1050096" y="2637266"/>
                  </a:moveTo>
                  <a:lnTo>
                    <a:pt x="1093632" y="2710328"/>
                  </a:lnTo>
                  <a:lnTo>
                    <a:pt x="1117368" y="2602083"/>
                  </a:lnTo>
                  <a:close/>
                  <a:moveTo>
                    <a:pt x="1032173" y="2555051"/>
                  </a:moveTo>
                  <a:lnTo>
                    <a:pt x="1117368" y="2602083"/>
                  </a:lnTo>
                  <a:lnTo>
                    <a:pt x="1066028" y="2543730"/>
                  </a:lnTo>
                  <a:close/>
                  <a:moveTo>
                    <a:pt x="1032173" y="2555051"/>
                  </a:moveTo>
                  <a:lnTo>
                    <a:pt x="1050096" y="2637266"/>
                  </a:lnTo>
                  <a:lnTo>
                    <a:pt x="1117368" y="2602083"/>
                  </a:lnTo>
                  <a:close/>
                  <a:moveTo>
                    <a:pt x="75313" y="1486255"/>
                  </a:moveTo>
                  <a:lnTo>
                    <a:pt x="156500" y="1499262"/>
                  </a:lnTo>
                  <a:lnTo>
                    <a:pt x="110506" y="1474025"/>
                  </a:lnTo>
                  <a:close/>
                  <a:moveTo>
                    <a:pt x="87496" y="1456470"/>
                  </a:moveTo>
                  <a:lnTo>
                    <a:pt x="75313" y="1486255"/>
                  </a:lnTo>
                  <a:lnTo>
                    <a:pt x="110506" y="1474025"/>
                  </a:lnTo>
                  <a:close/>
                  <a:moveTo>
                    <a:pt x="110506" y="1474025"/>
                  </a:moveTo>
                  <a:lnTo>
                    <a:pt x="150799" y="1414493"/>
                  </a:lnTo>
                  <a:lnTo>
                    <a:pt x="87496" y="1456470"/>
                  </a:lnTo>
                  <a:close/>
                  <a:moveTo>
                    <a:pt x="110506" y="1474025"/>
                  </a:moveTo>
                  <a:lnTo>
                    <a:pt x="205659" y="1457259"/>
                  </a:lnTo>
                  <a:lnTo>
                    <a:pt x="150799" y="1414493"/>
                  </a:lnTo>
                  <a:close/>
                  <a:moveTo>
                    <a:pt x="205659" y="1457259"/>
                  </a:moveTo>
                  <a:lnTo>
                    <a:pt x="110506" y="1474025"/>
                  </a:lnTo>
                  <a:lnTo>
                    <a:pt x="230178" y="1496072"/>
                  </a:lnTo>
                  <a:close/>
                  <a:moveTo>
                    <a:pt x="110506" y="1474025"/>
                  </a:moveTo>
                  <a:lnTo>
                    <a:pt x="156500" y="1499262"/>
                  </a:lnTo>
                  <a:lnTo>
                    <a:pt x="230178" y="1496072"/>
                  </a:lnTo>
                  <a:close/>
                  <a:moveTo>
                    <a:pt x="286497" y="1452132"/>
                  </a:moveTo>
                  <a:lnTo>
                    <a:pt x="205659" y="1457259"/>
                  </a:lnTo>
                  <a:lnTo>
                    <a:pt x="296214" y="1464314"/>
                  </a:lnTo>
                  <a:close/>
                  <a:moveTo>
                    <a:pt x="205659" y="1457259"/>
                  </a:moveTo>
                  <a:lnTo>
                    <a:pt x="230178" y="1496072"/>
                  </a:lnTo>
                  <a:lnTo>
                    <a:pt x="296214" y="1464314"/>
                  </a:lnTo>
                  <a:close/>
                  <a:moveTo>
                    <a:pt x="1125909" y="2598830"/>
                  </a:moveTo>
                  <a:lnTo>
                    <a:pt x="1254319" y="2602046"/>
                  </a:lnTo>
                  <a:lnTo>
                    <a:pt x="1217970" y="2580888"/>
                  </a:lnTo>
                  <a:close/>
                  <a:moveTo>
                    <a:pt x="1217970" y="2580888"/>
                  </a:moveTo>
                  <a:lnTo>
                    <a:pt x="1254319" y="2602046"/>
                  </a:lnTo>
                  <a:lnTo>
                    <a:pt x="1311500" y="2642608"/>
                  </a:lnTo>
                  <a:close/>
                  <a:moveTo>
                    <a:pt x="1185175" y="2558731"/>
                  </a:moveTo>
                  <a:lnTo>
                    <a:pt x="1125909" y="2598830"/>
                  </a:lnTo>
                  <a:lnTo>
                    <a:pt x="1217970" y="2580888"/>
                  </a:lnTo>
                  <a:close/>
                  <a:moveTo>
                    <a:pt x="1217970" y="2580888"/>
                  </a:moveTo>
                  <a:lnTo>
                    <a:pt x="1313568" y="2544911"/>
                  </a:lnTo>
                  <a:lnTo>
                    <a:pt x="1197863" y="2516615"/>
                  </a:lnTo>
                  <a:close/>
                  <a:moveTo>
                    <a:pt x="1197863" y="2516615"/>
                  </a:moveTo>
                  <a:lnTo>
                    <a:pt x="1313568" y="2544911"/>
                  </a:lnTo>
                  <a:lnTo>
                    <a:pt x="1269614" y="2478179"/>
                  </a:lnTo>
                  <a:close/>
                  <a:moveTo>
                    <a:pt x="1197863" y="2516615"/>
                  </a:moveTo>
                  <a:lnTo>
                    <a:pt x="1185175" y="2558731"/>
                  </a:lnTo>
                  <a:lnTo>
                    <a:pt x="1217970" y="2580888"/>
                  </a:lnTo>
                  <a:close/>
                  <a:moveTo>
                    <a:pt x="1135669" y="2231533"/>
                  </a:moveTo>
                  <a:lnTo>
                    <a:pt x="1194281" y="2275312"/>
                  </a:lnTo>
                  <a:lnTo>
                    <a:pt x="1186618" y="2193097"/>
                  </a:lnTo>
                  <a:close/>
                  <a:moveTo>
                    <a:pt x="1195805" y="2168069"/>
                  </a:moveTo>
                  <a:lnTo>
                    <a:pt x="1135669" y="2231533"/>
                  </a:lnTo>
                  <a:lnTo>
                    <a:pt x="1186618" y="2193097"/>
                  </a:lnTo>
                  <a:close/>
                  <a:moveTo>
                    <a:pt x="1186618" y="2193097"/>
                  </a:moveTo>
                  <a:lnTo>
                    <a:pt x="1268701" y="2225413"/>
                  </a:lnTo>
                  <a:lnTo>
                    <a:pt x="1234105" y="2167401"/>
                  </a:lnTo>
                  <a:close/>
                  <a:moveTo>
                    <a:pt x="1195805" y="2168069"/>
                  </a:moveTo>
                  <a:lnTo>
                    <a:pt x="1186618" y="2193097"/>
                  </a:lnTo>
                  <a:lnTo>
                    <a:pt x="1234105" y="2167401"/>
                  </a:lnTo>
                  <a:close/>
                  <a:moveTo>
                    <a:pt x="940621" y="1376288"/>
                  </a:moveTo>
                  <a:lnTo>
                    <a:pt x="878143" y="1474279"/>
                  </a:lnTo>
                  <a:lnTo>
                    <a:pt x="924170" y="1458502"/>
                  </a:lnTo>
                  <a:close/>
                  <a:moveTo>
                    <a:pt x="940621" y="1376288"/>
                  </a:moveTo>
                  <a:lnTo>
                    <a:pt x="1015363" y="1423314"/>
                  </a:lnTo>
                  <a:lnTo>
                    <a:pt x="960914" y="1367486"/>
                  </a:lnTo>
                  <a:close/>
                  <a:moveTo>
                    <a:pt x="940621" y="1376288"/>
                  </a:moveTo>
                  <a:lnTo>
                    <a:pt x="924170" y="1458502"/>
                  </a:lnTo>
                  <a:lnTo>
                    <a:pt x="1015363" y="1423314"/>
                  </a:lnTo>
                  <a:close/>
                  <a:moveTo>
                    <a:pt x="1022928" y="1420066"/>
                  </a:moveTo>
                  <a:lnTo>
                    <a:pt x="1031908" y="1337851"/>
                  </a:lnTo>
                  <a:lnTo>
                    <a:pt x="1015363" y="1423314"/>
                  </a:lnTo>
                  <a:close/>
                  <a:moveTo>
                    <a:pt x="1031908" y="1337851"/>
                  </a:moveTo>
                  <a:lnTo>
                    <a:pt x="960914" y="1367486"/>
                  </a:lnTo>
                  <a:lnTo>
                    <a:pt x="1015363" y="1423314"/>
                  </a:lnTo>
                  <a:close/>
                  <a:moveTo>
                    <a:pt x="947324" y="1365950"/>
                  </a:moveTo>
                  <a:lnTo>
                    <a:pt x="940621" y="1376288"/>
                  </a:lnTo>
                  <a:lnTo>
                    <a:pt x="960914" y="1367486"/>
                  </a:lnTo>
                  <a:close/>
                  <a:moveTo>
                    <a:pt x="1020581" y="1255636"/>
                  </a:moveTo>
                  <a:lnTo>
                    <a:pt x="960914" y="1367486"/>
                  </a:lnTo>
                  <a:lnTo>
                    <a:pt x="1031908" y="1337851"/>
                  </a:lnTo>
                  <a:close/>
                  <a:moveTo>
                    <a:pt x="1844423" y="2324433"/>
                  </a:moveTo>
                  <a:lnTo>
                    <a:pt x="1844036" y="2406648"/>
                  </a:lnTo>
                  <a:lnTo>
                    <a:pt x="1909987" y="2381843"/>
                  </a:lnTo>
                  <a:close/>
                  <a:moveTo>
                    <a:pt x="1951620" y="2368212"/>
                  </a:moveTo>
                  <a:lnTo>
                    <a:pt x="1931918" y="2285997"/>
                  </a:lnTo>
                  <a:lnTo>
                    <a:pt x="1935223" y="2336419"/>
                  </a:lnTo>
                  <a:close/>
                  <a:moveTo>
                    <a:pt x="1909987" y="2381843"/>
                  </a:moveTo>
                  <a:lnTo>
                    <a:pt x="1951620" y="2368212"/>
                  </a:lnTo>
                  <a:lnTo>
                    <a:pt x="1935223" y="2336419"/>
                  </a:lnTo>
                  <a:close/>
                  <a:moveTo>
                    <a:pt x="1864152" y="2319014"/>
                  </a:moveTo>
                  <a:lnTo>
                    <a:pt x="1909987" y="2381843"/>
                  </a:lnTo>
                  <a:lnTo>
                    <a:pt x="1935223" y="2336419"/>
                  </a:lnTo>
                  <a:close/>
                  <a:moveTo>
                    <a:pt x="1020581" y="1255636"/>
                  </a:moveTo>
                  <a:lnTo>
                    <a:pt x="1099234" y="1224857"/>
                  </a:lnTo>
                  <a:lnTo>
                    <a:pt x="1092471" y="1221033"/>
                  </a:lnTo>
                  <a:close/>
                  <a:moveTo>
                    <a:pt x="1088570" y="1299415"/>
                  </a:moveTo>
                  <a:lnTo>
                    <a:pt x="1099234" y="1224857"/>
                  </a:lnTo>
                  <a:lnTo>
                    <a:pt x="1020581" y="1255636"/>
                  </a:lnTo>
                  <a:close/>
                  <a:moveTo>
                    <a:pt x="1031908" y="1337851"/>
                  </a:moveTo>
                  <a:lnTo>
                    <a:pt x="1088570" y="1299415"/>
                  </a:lnTo>
                  <a:lnTo>
                    <a:pt x="1020581" y="1255636"/>
                  </a:lnTo>
                  <a:close/>
                  <a:moveTo>
                    <a:pt x="1040875" y="1221862"/>
                  </a:moveTo>
                  <a:lnTo>
                    <a:pt x="1020581" y="1255636"/>
                  </a:lnTo>
                  <a:lnTo>
                    <a:pt x="1092471" y="1221033"/>
                  </a:lnTo>
                  <a:close/>
                  <a:moveTo>
                    <a:pt x="1138434" y="1134985"/>
                  </a:moveTo>
                  <a:lnTo>
                    <a:pt x="1092471" y="1221033"/>
                  </a:lnTo>
                  <a:lnTo>
                    <a:pt x="1100152" y="1217200"/>
                  </a:lnTo>
                  <a:close/>
                  <a:moveTo>
                    <a:pt x="1092471" y="1221033"/>
                  </a:moveTo>
                  <a:lnTo>
                    <a:pt x="1099234" y="1224857"/>
                  </a:lnTo>
                  <a:lnTo>
                    <a:pt x="1100152" y="1217200"/>
                  </a:lnTo>
                  <a:close/>
                  <a:moveTo>
                    <a:pt x="709537" y="882475"/>
                  </a:moveTo>
                  <a:lnTo>
                    <a:pt x="653697" y="888899"/>
                  </a:lnTo>
                  <a:lnTo>
                    <a:pt x="620990" y="926776"/>
                  </a:lnTo>
                  <a:close/>
                  <a:moveTo>
                    <a:pt x="1779119" y="2094889"/>
                  </a:moveTo>
                  <a:lnTo>
                    <a:pt x="1766908" y="2121566"/>
                  </a:lnTo>
                  <a:lnTo>
                    <a:pt x="1793956" y="2115306"/>
                  </a:lnTo>
                  <a:close/>
                  <a:moveTo>
                    <a:pt x="1752817" y="1948566"/>
                  </a:moveTo>
                  <a:lnTo>
                    <a:pt x="1749213" y="1983071"/>
                  </a:lnTo>
                  <a:lnTo>
                    <a:pt x="1823777" y="1918699"/>
                  </a:lnTo>
                  <a:close/>
                  <a:moveTo>
                    <a:pt x="1847161" y="1855421"/>
                  </a:moveTo>
                  <a:lnTo>
                    <a:pt x="1725762" y="1895396"/>
                  </a:lnTo>
                  <a:lnTo>
                    <a:pt x="1823777" y="1918699"/>
                  </a:lnTo>
                  <a:close/>
                  <a:moveTo>
                    <a:pt x="1823777" y="1918699"/>
                  </a:moveTo>
                  <a:lnTo>
                    <a:pt x="1725762" y="1895396"/>
                  </a:lnTo>
                  <a:lnTo>
                    <a:pt x="1752817" y="1948566"/>
                  </a:lnTo>
                  <a:close/>
                  <a:moveTo>
                    <a:pt x="1099234" y="1224857"/>
                  </a:moveTo>
                  <a:lnTo>
                    <a:pt x="1088570" y="1299415"/>
                  </a:lnTo>
                  <a:lnTo>
                    <a:pt x="1142417" y="1280520"/>
                  </a:lnTo>
                  <a:close/>
                  <a:moveTo>
                    <a:pt x="1142417" y="1280520"/>
                  </a:moveTo>
                  <a:lnTo>
                    <a:pt x="1100152" y="1217200"/>
                  </a:lnTo>
                  <a:lnTo>
                    <a:pt x="1099234" y="1224857"/>
                  </a:lnTo>
                  <a:close/>
                  <a:moveTo>
                    <a:pt x="1213129" y="1183533"/>
                  </a:moveTo>
                  <a:lnTo>
                    <a:pt x="1100152" y="1217200"/>
                  </a:lnTo>
                  <a:lnTo>
                    <a:pt x="1142417" y="1280520"/>
                  </a:lnTo>
                  <a:close/>
                  <a:moveTo>
                    <a:pt x="1221963" y="1276443"/>
                  </a:moveTo>
                  <a:lnTo>
                    <a:pt x="1213129" y="1183533"/>
                  </a:lnTo>
                  <a:lnTo>
                    <a:pt x="1142417" y="1280520"/>
                  </a:lnTo>
                  <a:close/>
                  <a:moveTo>
                    <a:pt x="1273079" y="1260978"/>
                  </a:moveTo>
                  <a:lnTo>
                    <a:pt x="1296762" y="1190859"/>
                  </a:lnTo>
                  <a:lnTo>
                    <a:pt x="1221963" y="1276443"/>
                  </a:lnTo>
                  <a:close/>
                  <a:moveTo>
                    <a:pt x="1221963" y="1276443"/>
                  </a:moveTo>
                  <a:lnTo>
                    <a:pt x="1296762" y="1190859"/>
                  </a:lnTo>
                  <a:lnTo>
                    <a:pt x="1289757" y="1181829"/>
                  </a:lnTo>
                  <a:close/>
                  <a:moveTo>
                    <a:pt x="1221963" y="1276443"/>
                  </a:moveTo>
                  <a:lnTo>
                    <a:pt x="1289757" y="1181829"/>
                  </a:lnTo>
                  <a:lnTo>
                    <a:pt x="1213129" y="1183533"/>
                  </a:lnTo>
                  <a:close/>
                  <a:moveTo>
                    <a:pt x="1300900" y="1178763"/>
                  </a:moveTo>
                  <a:lnTo>
                    <a:pt x="1289757" y="1181829"/>
                  </a:lnTo>
                  <a:lnTo>
                    <a:pt x="1296762" y="1190859"/>
                  </a:lnTo>
                  <a:close/>
                  <a:moveTo>
                    <a:pt x="1138434" y="1134985"/>
                  </a:moveTo>
                  <a:lnTo>
                    <a:pt x="1213129" y="1183533"/>
                  </a:lnTo>
                  <a:lnTo>
                    <a:pt x="1161912" y="1125079"/>
                  </a:lnTo>
                  <a:close/>
                  <a:moveTo>
                    <a:pt x="1138434" y="1134985"/>
                  </a:moveTo>
                  <a:lnTo>
                    <a:pt x="1100152" y="1217200"/>
                  </a:lnTo>
                  <a:lnTo>
                    <a:pt x="1213129" y="1183533"/>
                  </a:lnTo>
                  <a:close/>
                  <a:moveTo>
                    <a:pt x="1289757" y="1181829"/>
                  </a:moveTo>
                  <a:lnTo>
                    <a:pt x="1161912" y="1125079"/>
                  </a:lnTo>
                  <a:lnTo>
                    <a:pt x="1213129" y="1183533"/>
                  </a:lnTo>
                  <a:close/>
                  <a:moveTo>
                    <a:pt x="1289757" y="1181829"/>
                  </a:moveTo>
                  <a:lnTo>
                    <a:pt x="1300900" y="1178763"/>
                  </a:lnTo>
                  <a:lnTo>
                    <a:pt x="1287275" y="1155389"/>
                  </a:lnTo>
                  <a:close/>
                  <a:moveTo>
                    <a:pt x="1917859" y="2075167"/>
                  </a:moveTo>
                  <a:lnTo>
                    <a:pt x="2013184" y="1982296"/>
                  </a:lnTo>
                  <a:lnTo>
                    <a:pt x="2004768" y="1965011"/>
                  </a:lnTo>
                  <a:close/>
                  <a:moveTo>
                    <a:pt x="1917859" y="2075167"/>
                  </a:moveTo>
                  <a:lnTo>
                    <a:pt x="2004768" y="1965011"/>
                  </a:lnTo>
                  <a:lnTo>
                    <a:pt x="1903963" y="1986371"/>
                  </a:lnTo>
                  <a:close/>
                  <a:moveTo>
                    <a:pt x="1823777" y="1918699"/>
                  </a:moveTo>
                  <a:lnTo>
                    <a:pt x="1903963" y="1986371"/>
                  </a:lnTo>
                  <a:lnTo>
                    <a:pt x="1883943" y="1902555"/>
                  </a:lnTo>
                  <a:close/>
                  <a:moveTo>
                    <a:pt x="1823777" y="1918699"/>
                  </a:moveTo>
                  <a:lnTo>
                    <a:pt x="1862715" y="2000914"/>
                  </a:lnTo>
                  <a:lnTo>
                    <a:pt x="1903963" y="1986371"/>
                  </a:lnTo>
                  <a:close/>
                  <a:moveTo>
                    <a:pt x="1847161" y="1855421"/>
                  </a:moveTo>
                  <a:lnTo>
                    <a:pt x="1823777" y="1918699"/>
                  </a:lnTo>
                  <a:lnTo>
                    <a:pt x="1883943" y="1902555"/>
                  </a:lnTo>
                  <a:close/>
                  <a:moveTo>
                    <a:pt x="1703721" y="1551402"/>
                  </a:moveTo>
                  <a:lnTo>
                    <a:pt x="1738002" y="1510752"/>
                  </a:lnTo>
                  <a:lnTo>
                    <a:pt x="1624336" y="1507624"/>
                  </a:lnTo>
                  <a:close/>
                  <a:moveTo>
                    <a:pt x="1630755" y="1589839"/>
                  </a:moveTo>
                  <a:lnTo>
                    <a:pt x="1703721" y="1551402"/>
                  </a:lnTo>
                  <a:lnTo>
                    <a:pt x="1624336" y="1507624"/>
                  </a:lnTo>
                  <a:close/>
                  <a:moveTo>
                    <a:pt x="1273079" y="1260978"/>
                  </a:moveTo>
                  <a:lnTo>
                    <a:pt x="1328862" y="1310878"/>
                  </a:lnTo>
                  <a:lnTo>
                    <a:pt x="1334351" y="1245666"/>
                  </a:lnTo>
                  <a:close/>
                  <a:moveTo>
                    <a:pt x="1296762" y="1190859"/>
                  </a:moveTo>
                  <a:lnTo>
                    <a:pt x="1273079" y="1260978"/>
                  </a:lnTo>
                  <a:lnTo>
                    <a:pt x="1334351" y="1245666"/>
                  </a:lnTo>
                  <a:close/>
                  <a:moveTo>
                    <a:pt x="1296762" y="1190859"/>
                  </a:moveTo>
                  <a:lnTo>
                    <a:pt x="1334351" y="1245666"/>
                  </a:lnTo>
                  <a:lnTo>
                    <a:pt x="1300900" y="1178763"/>
                  </a:lnTo>
                  <a:close/>
                  <a:moveTo>
                    <a:pt x="1300900" y="1178763"/>
                  </a:moveTo>
                  <a:lnTo>
                    <a:pt x="1334351" y="1245666"/>
                  </a:lnTo>
                  <a:lnTo>
                    <a:pt x="1419453" y="1222542"/>
                  </a:lnTo>
                  <a:close/>
                  <a:moveTo>
                    <a:pt x="1304832" y="1069479"/>
                  </a:moveTo>
                  <a:lnTo>
                    <a:pt x="1287275" y="1155389"/>
                  </a:lnTo>
                  <a:lnTo>
                    <a:pt x="1325992" y="1058111"/>
                  </a:lnTo>
                  <a:close/>
                  <a:moveTo>
                    <a:pt x="1325992" y="1058111"/>
                  </a:moveTo>
                  <a:lnTo>
                    <a:pt x="1287275" y="1155389"/>
                  </a:lnTo>
                  <a:lnTo>
                    <a:pt x="1300900" y="1178763"/>
                  </a:lnTo>
                  <a:close/>
                  <a:moveTo>
                    <a:pt x="1325992" y="1058111"/>
                  </a:moveTo>
                  <a:lnTo>
                    <a:pt x="1300900" y="1178763"/>
                  </a:lnTo>
                  <a:lnTo>
                    <a:pt x="1391695" y="1140327"/>
                  </a:lnTo>
                  <a:close/>
                  <a:moveTo>
                    <a:pt x="1246973" y="1096548"/>
                  </a:moveTo>
                  <a:lnTo>
                    <a:pt x="1287275" y="1155389"/>
                  </a:lnTo>
                  <a:lnTo>
                    <a:pt x="1304832" y="1069479"/>
                  </a:lnTo>
                  <a:close/>
                  <a:moveTo>
                    <a:pt x="1262994" y="1014333"/>
                  </a:moveTo>
                  <a:lnTo>
                    <a:pt x="1304832" y="1069479"/>
                  </a:lnTo>
                  <a:lnTo>
                    <a:pt x="1325992" y="1058111"/>
                  </a:lnTo>
                  <a:close/>
                  <a:moveTo>
                    <a:pt x="1333888" y="975897"/>
                  </a:moveTo>
                  <a:lnTo>
                    <a:pt x="1426350" y="966308"/>
                  </a:lnTo>
                  <a:lnTo>
                    <a:pt x="1387313" y="962924"/>
                  </a:lnTo>
                  <a:close/>
                  <a:moveTo>
                    <a:pt x="1387050" y="1019675"/>
                  </a:moveTo>
                  <a:lnTo>
                    <a:pt x="1426350" y="966308"/>
                  </a:lnTo>
                  <a:lnTo>
                    <a:pt x="1333888" y="975897"/>
                  </a:lnTo>
                  <a:close/>
                  <a:moveTo>
                    <a:pt x="1325992" y="1058111"/>
                  </a:moveTo>
                  <a:lnTo>
                    <a:pt x="1387050" y="1019675"/>
                  </a:lnTo>
                  <a:lnTo>
                    <a:pt x="1333888" y="975897"/>
                  </a:lnTo>
                  <a:close/>
                  <a:moveTo>
                    <a:pt x="1387313" y="962924"/>
                  </a:moveTo>
                  <a:lnTo>
                    <a:pt x="1426350" y="966308"/>
                  </a:lnTo>
                  <a:lnTo>
                    <a:pt x="1443222" y="937460"/>
                  </a:lnTo>
                  <a:close/>
                  <a:moveTo>
                    <a:pt x="1481724" y="958141"/>
                  </a:moveTo>
                  <a:lnTo>
                    <a:pt x="1426350" y="966308"/>
                  </a:lnTo>
                  <a:lnTo>
                    <a:pt x="1387050" y="1019675"/>
                  </a:lnTo>
                  <a:close/>
                  <a:moveTo>
                    <a:pt x="754903" y="127823"/>
                  </a:moveTo>
                  <a:lnTo>
                    <a:pt x="684875" y="144660"/>
                  </a:lnTo>
                  <a:lnTo>
                    <a:pt x="819053" y="152469"/>
                  </a:lnTo>
                  <a:close/>
                  <a:moveTo>
                    <a:pt x="1310917" y="164430"/>
                  </a:moveTo>
                  <a:lnTo>
                    <a:pt x="1343688" y="75098"/>
                  </a:lnTo>
                  <a:lnTo>
                    <a:pt x="1342221" y="43778"/>
                  </a:lnTo>
                  <a:close/>
                  <a:moveTo>
                    <a:pt x="1295916" y="0"/>
                  </a:moveTo>
                  <a:lnTo>
                    <a:pt x="1297702" y="74354"/>
                  </a:lnTo>
                  <a:lnTo>
                    <a:pt x="1342221" y="43778"/>
                  </a:lnTo>
                  <a:close/>
                  <a:moveTo>
                    <a:pt x="1619490" y="290424"/>
                  </a:moveTo>
                  <a:lnTo>
                    <a:pt x="1674073" y="259176"/>
                  </a:lnTo>
                  <a:lnTo>
                    <a:pt x="1645748" y="273452"/>
                  </a:lnTo>
                  <a:close/>
                  <a:moveTo>
                    <a:pt x="1645223" y="334202"/>
                  </a:moveTo>
                  <a:lnTo>
                    <a:pt x="1674073" y="259176"/>
                  </a:lnTo>
                  <a:lnTo>
                    <a:pt x="1619490" y="290424"/>
                  </a:lnTo>
                  <a:close/>
                  <a:moveTo>
                    <a:pt x="1645748" y="273452"/>
                  </a:moveTo>
                  <a:lnTo>
                    <a:pt x="1620431" y="273822"/>
                  </a:lnTo>
                  <a:lnTo>
                    <a:pt x="1619490" y="290424"/>
                  </a:lnTo>
                  <a:close/>
                  <a:moveTo>
                    <a:pt x="1657144" y="169772"/>
                  </a:moveTo>
                  <a:lnTo>
                    <a:pt x="1645748" y="273452"/>
                  </a:lnTo>
                  <a:lnTo>
                    <a:pt x="1677423" y="251987"/>
                  </a:lnTo>
                  <a:close/>
                  <a:moveTo>
                    <a:pt x="1645748" y="273452"/>
                  </a:moveTo>
                  <a:lnTo>
                    <a:pt x="1674073" y="259176"/>
                  </a:lnTo>
                  <a:lnTo>
                    <a:pt x="1677423" y="251987"/>
                  </a:lnTo>
                  <a:close/>
                </a:path>
              </a:pathLst>
            </a:custGeom>
            <a:solidFill>
              <a:srgbClr val="E8ECEF"/>
            </a:solidFill>
            <a:ln w="1524">
              <a:solidFill>
                <a:srgbClr val="E8ECEF"/>
              </a:solidFill>
            </a:ln>
          </p:spPr>
        </p:sp>
        <p:sp>
          <p:nvSpPr>
            <p:cNvPr id="2087" name="Candidate_density__2086">
              <a:extLst>
                <a:ext uri="{FF2B5EF4-FFF2-40B4-BE49-F238E27FC236}">
                  <a16:creationId xmlns:a16="http://schemas.microsoft.com/office/drawing/2014/main" id="{CB1C80A5-6651-949F-5BC8-D20A3AC7D8CF}"/>
                </a:ext>
              </a:extLst>
            </p:cNvPr>
            <p:cNvSpPr>
              <a:spLocks noGrp="1"/>
            </p:cNvSpPr>
            <p:nvPr/>
          </p:nvSpPr>
          <p:spPr>
            <a:xfrm>
              <a:off x="4375322" y="1774817"/>
              <a:ext cx="2188355" cy="3126434"/>
            </a:xfrm>
            <a:custGeom>
              <a:avLst/>
              <a:gdLst/>
              <a:ahLst/>
              <a:cxnLst/>
              <a:rect l="0" t="0" r="0" b="0"/>
              <a:pathLst>
                <a:path w="2188355" h="3126434">
                  <a:moveTo>
                    <a:pt x="658627" y="3126434"/>
                  </a:moveTo>
                  <a:lnTo>
                    <a:pt x="708313" y="3119873"/>
                  </a:lnTo>
                  <a:lnTo>
                    <a:pt x="625101" y="3064543"/>
                  </a:lnTo>
                  <a:close/>
                  <a:moveTo>
                    <a:pt x="760748" y="3081437"/>
                  </a:moveTo>
                  <a:lnTo>
                    <a:pt x="716127" y="3126214"/>
                  </a:lnTo>
                  <a:lnTo>
                    <a:pt x="761962" y="3082382"/>
                  </a:lnTo>
                  <a:close/>
                  <a:moveTo>
                    <a:pt x="760748" y="3081437"/>
                  </a:moveTo>
                  <a:lnTo>
                    <a:pt x="708313" y="3119873"/>
                  </a:lnTo>
                  <a:lnTo>
                    <a:pt x="716127" y="3126214"/>
                  </a:lnTo>
                  <a:close/>
                  <a:moveTo>
                    <a:pt x="726409" y="3119873"/>
                  </a:moveTo>
                  <a:lnTo>
                    <a:pt x="761962" y="3082382"/>
                  </a:lnTo>
                  <a:lnTo>
                    <a:pt x="716127" y="3126214"/>
                  </a:lnTo>
                  <a:close/>
                  <a:moveTo>
                    <a:pt x="726409" y="3119873"/>
                  </a:moveTo>
                  <a:lnTo>
                    <a:pt x="771361" y="3081437"/>
                  </a:lnTo>
                  <a:lnTo>
                    <a:pt x="761962" y="3082382"/>
                  </a:lnTo>
                  <a:close/>
                  <a:moveTo>
                    <a:pt x="0" y="2012640"/>
                  </a:moveTo>
                  <a:lnTo>
                    <a:pt x="19509" y="2020080"/>
                  </a:lnTo>
                  <a:lnTo>
                    <a:pt x="33068" y="2029116"/>
                  </a:lnTo>
                  <a:close/>
                  <a:moveTo>
                    <a:pt x="790512" y="2973924"/>
                  </a:moveTo>
                  <a:lnTo>
                    <a:pt x="771361" y="3081437"/>
                  </a:lnTo>
                  <a:lnTo>
                    <a:pt x="833359" y="3070668"/>
                  </a:lnTo>
                  <a:close/>
                  <a:moveTo>
                    <a:pt x="40738" y="2002822"/>
                  </a:moveTo>
                  <a:lnTo>
                    <a:pt x="0" y="2012640"/>
                  </a:lnTo>
                  <a:lnTo>
                    <a:pt x="33068" y="2029116"/>
                  </a:lnTo>
                  <a:close/>
                  <a:moveTo>
                    <a:pt x="60948" y="1918152"/>
                  </a:moveTo>
                  <a:lnTo>
                    <a:pt x="0" y="2012640"/>
                  </a:lnTo>
                  <a:lnTo>
                    <a:pt x="40738" y="2002822"/>
                  </a:lnTo>
                  <a:close/>
                  <a:moveTo>
                    <a:pt x="40738" y="2002822"/>
                  </a:moveTo>
                  <a:lnTo>
                    <a:pt x="127974" y="1992492"/>
                  </a:lnTo>
                  <a:lnTo>
                    <a:pt x="60948" y="1918152"/>
                  </a:lnTo>
                  <a:close/>
                  <a:moveTo>
                    <a:pt x="127974" y="1992492"/>
                  </a:moveTo>
                  <a:lnTo>
                    <a:pt x="143500" y="1948143"/>
                  </a:lnTo>
                  <a:lnTo>
                    <a:pt x="60948" y="1918152"/>
                  </a:lnTo>
                  <a:close/>
                  <a:moveTo>
                    <a:pt x="875617" y="2949331"/>
                  </a:moveTo>
                  <a:lnTo>
                    <a:pt x="876266" y="3015888"/>
                  </a:lnTo>
                  <a:lnTo>
                    <a:pt x="928898" y="2960785"/>
                  </a:lnTo>
                  <a:close/>
                  <a:moveTo>
                    <a:pt x="154570" y="1870778"/>
                  </a:moveTo>
                  <a:lnTo>
                    <a:pt x="78163" y="1872304"/>
                  </a:lnTo>
                  <a:lnTo>
                    <a:pt x="60948" y="1918152"/>
                  </a:lnTo>
                  <a:close/>
                  <a:moveTo>
                    <a:pt x="657925" y="2143976"/>
                  </a:moveTo>
                  <a:lnTo>
                    <a:pt x="625192" y="2204074"/>
                  </a:lnTo>
                  <a:lnTo>
                    <a:pt x="669465" y="2155508"/>
                  </a:lnTo>
                  <a:close/>
                  <a:moveTo>
                    <a:pt x="669465" y="2155508"/>
                  </a:moveTo>
                  <a:lnTo>
                    <a:pt x="625192" y="2204074"/>
                  </a:lnTo>
                  <a:lnTo>
                    <a:pt x="620997" y="2234411"/>
                  </a:lnTo>
                  <a:close/>
                  <a:moveTo>
                    <a:pt x="54712" y="1679636"/>
                  </a:moveTo>
                  <a:lnTo>
                    <a:pt x="116124" y="1630587"/>
                  </a:lnTo>
                  <a:lnTo>
                    <a:pt x="168509" y="1611241"/>
                  </a:lnTo>
                  <a:close/>
                  <a:moveTo>
                    <a:pt x="454057" y="1708986"/>
                  </a:moveTo>
                  <a:lnTo>
                    <a:pt x="443958" y="1694464"/>
                  </a:lnTo>
                  <a:lnTo>
                    <a:pt x="462337" y="1776679"/>
                  </a:lnTo>
                  <a:close/>
                  <a:moveTo>
                    <a:pt x="1129171" y="2681045"/>
                  </a:moveTo>
                  <a:lnTo>
                    <a:pt x="1141936" y="2714410"/>
                  </a:lnTo>
                  <a:lnTo>
                    <a:pt x="1203437" y="2757542"/>
                  </a:lnTo>
                  <a:close/>
                  <a:moveTo>
                    <a:pt x="1183057" y="2580888"/>
                  </a:moveTo>
                  <a:lnTo>
                    <a:pt x="1252175" y="2661111"/>
                  </a:lnTo>
                  <a:lnTo>
                    <a:pt x="1258674" y="2580004"/>
                  </a:lnTo>
                  <a:close/>
                  <a:moveTo>
                    <a:pt x="322549" y="1693311"/>
                  </a:moveTo>
                  <a:lnTo>
                    <a:pt x="337553" y="1612249"/>
                  </a:lnTo>
                  <a:lnTo>
                    <a:pt x="321199" y="1595720"/>
                  </a:lnTo>
                  <a:close/>
                  <a:moveTo>
                    <a:pt x="702953" y="1727913"/>
                  </a:moveTo>
                  <a:lnTo>
                    <a:pt x="831460" y="1772355"/>
                  </a:lnTo>
                  <a:lnTo>
                    <a:pt x="755430" y="1766747"/>
                  </a:lnTo>
                  <a:close/>
                  <a:moveTo>
                    <a:pt x="598134" y="1652445"/>
                  </a:moveTo>
                  <a:lnTo>
                    <a:pt x="688499" y="1731705"/>
                  </a:lnTo>
                  <a:lnTo>
                    <a:pt x="702953" y="1727913"/>
                  </a:lnTo>
                  <a:close/>
                  <a:moveTo>
                    <a:pt x="1716833" y="2638150"/>
                  </a:moveTo>
                  <a:lnTo>
                    <a:pt x="1724454" y="2647951"/>
                  </a:lnTo>
                  <a:lnTo>
                    <a:pt x="1681889" y="2578399"/>
                  </a:lnTo>
                  <a:close/>
                  <a:moveTo>
                    <a:pt x="880790" y="1844111"/>
                  </a:moveTo>
                  <a:lnTo>
                    <a:pt x="906802" y="1946451"/>
                  </a:lnTo>
                  <a:lnTo>
                    <a:pt x="910591" y="1864236"/>
                  </a:lnTo>
                  <a:close/>
                  <a:moveTo>
                    <a:pt x="880790" y="1844111"/>
                  </a:moveTo>
                  <a:lnTo>
                    <a:pt x="910591" y="1864236"/>
                  </a:lnTo>
                  <a:lnTo>
                    <a:pt x="836713" y="1791994"/>
                  </a:lnTo>
                  <a:close/>
                  <a:moveTo>
                    <a:pt x="826988" y="1661369"/>
                  </a:moveTo>
                  <a:lnTo>
                    <a:pt x="771514" y="1772267"/>
                  </a:lnTo>
                  <a:lnTo>
                    <a:pt x="831460" y="1772355"/>
                  </a:lnTo>
                  <a:close/>
                  <a:moveTo>
                    <a:pt x="1444473" y="2240614"/>
                  </a:moveTo>
                  <a:lnTo>
                    <a:pt x="1403625" y="2222477"/>
                  </a:lnTo>
                  <a:lnTo>
                    <a:pt x="1509619" y="2280654"/>
                  </a:lnTo>
                  <a:close/>
                  <a:moveTo>
                    <a:pt x="1562088" y="2314926"/>
                  </a:moveTo>
                  <a:lnTo>
                    <a:pt x="1672704" y="2362869"/>
                  </a:lnTo>
                  <a:lnTo>
                    <a:pt x="1622664" y="2349524"/>
                  </a:lnTo>
                  <a:close/>
                  <a:moveTo>
                    <a:pt x="867652" y="1554515"/>
                  </a:moveTo>
                  <a:lnTo>
                    <a:pt x="877887" y="1579155"/>
                  </a:lnTo>
                  <a:lnTo>
                    <a:pt x="843229" y="1474279"/>
                  </a:lnTo>
                  <a:close/>
                  <a:moveTo>
                    <a:pt x="843229" y="1474279"/>
                  </a:moveTo>
                  <a:lnTo>
                    <a:pt x="877887" y="1579155"/>
                  </a:lnTo>
                  <a:lnTo>
                    <a:pt x="951287" y="1511302"/>
                  </a:lnTo>
                  <a:close/>
                  <a:moveTo>
                    <a:pt x="1769537" y="2445084"/>
                  </a:moveTo>
                  <a:lnTo>
                    <a:pt x="1812443" y="2501762"/>
                  </a:lnTo>
                  <a:lnTo>
                    <a:pt x="1817499" y="2488863"/>
                  </a:lnTo>
                  <a:close/>
                  <a:moveTo>
                    <a:pt x="1622664" y="2349524"/>
                  </a:moveTo>
                  <a:lnTo>
                    <a:pt x="1743063" y="2305818"/>
                  </a:lnTo>
                  <a:lnTo>
                    <a:pt x="1667548" y="2302137"/>
                  </a:lnTo>
                  <a:close/>
                  <a:moveTo>
                    <a:pt x="1077848" y="1504815"/>
                  </a:moveTo>
                  <a:lnTo>
                    <a:pt x="985112" y="1519615"/>
                  </a:lnTo>
                  <a:lnTo>
                    <a:pt x="988014" y="1420066"/>
                  </a:lnTo>
                  <a:close/>
                  <a:moveTo>
                    <a:pt x="1023085" y="1501088"/>
                  </a:moveTo>
                  <a:lnTo>
                    <a:pt x="1077848" y="1504815"/>
                  </a:lnTo>
                  <a:lnTo>
                    <a:pt x="988014" y="1420066"/>
                  </a:lnTo>
                  <a:close/>
                  <a:moveTo>
                    <a:pt x="951287" y="1511302"/>
                  </a:moveTo>
                  <a:lnTo>
                    <a:pt x="1023085" y="1501088"/>
                  </a:lnTo>
                  <a:lnTo>
                    <a:pt x="988014" y="1420066"/>
                  </a:lnTo>
                  <a:close/>
                  <a:moveTo>
                    <a:pt x="308982" y="781777"/>
                  </a:moveTo>
                  <a:lnTo>
                    <a:pt x="413867" y="780237"/>
                  </a:lnTo>
                  <a:lnTo>
                    <a:pt x="418340" y="696791"/>
                  </a:lnTo>
                  <a:close/>
                  <a:moveTo>
                    <a:pt x="469979" y="795211"/>
                  </a:moveTo>
                  <a:lnTo>
                    <a:pt x="397739" y="834967"/>
                  </a:lnTo>
                  <a:lnTo>
                    <a:pt x="467146" y="815813"/>
                  </a:lnTo>
                  <a:close/>
                  <a:moveTo>
                    <a:pt x="469979" y="795211"/>
                  </a:moveTo>
                  <a:lnTo>
                    <a:pt x="413867" y="780237"/>
                  </a:lnTo>
                  <a:lnTo>
                    <a:pt x="397739" y="834967"/>
                  </a:lnTo>
                  <a:close/>
                  <a:moveTo>
                    <a:pt x="413867" y="780237"/>
                  </a:moveTo>
                  <a:lnTo>
                    <a:pt x="469979" y="795211"/>
                  </a:lnTo>
                  <a:lnTo>
                    <a:pt x="418340" y="696791"/>
                  </a:lnTo>
                  <a:close/>
                  <a:moveTo>
                    <a:pt x="469979" y="795211"/>
                  </a:moveTo>
                  <a:lnTo>
                    <a:pt x="497025" y="712323"/>
                  </a:lnTo>
                  <a:lnTo>
                    <a:pt x="418340" y="696791"/>
                  </a:lnTo>
                  <a:close/>
                  <a:moveTo>
                    <a:pt x="1792951" y="2048238"/>
                  </a:moveTo>
                  <a:lnTo>
                    <a:pt x="1799369" y="2143113"/>
                  </a:lnTo>
                  <a:lnTo>
                    <a:pt x="1744206" y="2094889"/>
                  </a:lnTo>
                  <a:close/>
                  <a:moveTo>
                    <a:pt x="1624341" y="1964038"/>
                  </a:moveTo>
                  <a:lnTo>
                    <a:pt x="1714299" y="1983071"/>
                  </a:lnTo>
                  <a:lnTo>
                    <a:pt x="1639215" y="1981003"/>
                  </a:lnTo>
                  <a:close/>
                  <a:moveTo>
                    <a:pt x="1320254" y="1748927"/>
                  </a:moveTo>
                  <a:lnTo>
                    <a:pt x="1356441" y="1710491"/>
                  </a:lnTo>
                  <a:lnTo>
                    <a:pt x="1335801" y="1831142"/>
                  </a:lnTo>
                  <a:close/>
                  <a:moveTo>
                    <a:pt x="1336384" y="1628275"/>
                  </a:moveTo>
                  <a:lnTo>
                    <a:pt x="1356441" y="1710491"/>
                  </a:lnTo>
                  <a:lnTo>
                    <a:pt x="1348277" y="1666712"/>
                  </a:lnTo>
                  <a:close/>
                  <a:moveTo>
                    <a:pt x="1336384" y="1628275"/>
                  </a:moveTo>
                  <a:lnTo>
                    <a:pt x="1348277" y="1666712"/>
                  </a:lnTo>
                  <a:lnTo>
                    <a:pt x="1386162" y="1592195"/>
                  </a:lnTo>
                  <a:close/>
                  <a:moveTo>
                    <a:pt x="771515" y="971528"/>
                  </a:moveTo>
                  <a:lnTo>
                    <a:pt x="773391" y="1008991"/>
                  </a:lnTo>
                  <a:lnTo>
                    <a:pt x="771855" y="967348"/>
                  </a:lnTo>
                  <a:close/>
                  <a:moveTo>
                    <a:pt x="535740" y="641871"/>
                  </a:moveTo>
                  <a:lnTo>
                    <a:pt x="531737" y="641694"/>
                  </a:lnTo>
                  <a:lnTo>
                    <a:pt x="418340" y="696791"/>
                  </a:lnTo>
                  <a:close/>
                  <a:moveTo>
                    <a:pt x="497025" y="712323"/>
                  </a:moveTo>
                  <a:lnTo>
                    <a:pt x="535740" y="641871"/>
                  </a:lnTo>
                  <a:lnTo>
                    <a:pt x="418340" y="696791"/>
                  </a:lnTo>
                  <a:close/>
                  <a:moveTo>
                    <a:pt x="497025" y="712323"/>
                  </a:moveTo>
                  <a:lnTo>
                    <a:pt x="571809" y="713270"/>
                  </a:lnTo>
                  <a:lnTo>
                    <a:pt x="535740" y="641871"/>
                  </a:lnTo>
                  <a:close/>
                  <a:moveTo>
                    <a:pt x="439637" y="395049"/>
                  </a:moveTo>
                  <a:lnTo>
                    <a:pt x="391667" y="381861"/>
                  </a:lnTo>
                  <a:lnTo>
                    <a:pt x="336591" y="391142"/>
                  </a:lnTo>
                  <a:close/>
                  <a:moveTo>
                    <a:pt x="1717903" y="1948566"/>
                  </a:moveTo>
                  <a:lnTo>
                    <a:pt x="1645848" y="1946554"/>
                  </a:lnTo>
                  <a:lnTo>
                    <a:pt x="1639215" y="1981003"/>
                  </a:lnTo>
                  <a:close/>
                  <a:moveTo>
                    <a:pt x="1645848" y="1946554"/>
                  </a:moveTo>
                  <a:lnTo>
                    <a:pt x="1717903" y="1948566"/>
                  </a:lnTo>
                  <a:lnTo>
                    <a:pt x="1649855" y="1843204"/>
                  </a:lnTo>
                  <a:close/>
                  <a:moveTo>
                    <a:pt x="1627431" y="1761342"/>
                  </a:moveTo>
                  <a:lnTo>
                    <a:pt x="1649855" y="1843204"/>
                  </a:lnTo>
                  <a:lnTo>
                    <a:pt x="1682170" y="1874921"/>
                  </a:lnTo>
                  <a:close/>
                  <a:moveTo>
                    <a:pt x="1394663" y="1529117"/>
                  </a:moveTo>
                  <a:lnTo>
                    <a:pt x="1336384" y="1628275"/>
                  </a:lnTo>
                  <a:lnTo>
                    <a:pt x="1386162" y="1592195"/>
                  </a:lnTo>
                  <a:close/>
                  <a:moveTo>
                    <a:pt x="535740" y="641871"/>
                  </a:moveTo>
                  <a:lnTo>
                    <a:pt x="535927" y="641504"/>
                  </a:lnTo>
                  <a:lnTo>
                    <a:pt x="531737" y="641694"/>
                  </a:lnTo>
                  <a:close/>
                  <a:moveTo>
                    <a:pt x="535927" y="641504"/>
                  </a:moveTo>
                  <a:lnTo>
                    <a:pt x="535740" y="641871"/>
                  </a:lnTo>
                  <a:lnTo>
                    <a:pt x="536047" y="641694"/>
                  </a:lnTo>
                  <a:close/>
                  <a:moveTo>
                    <a:pt x="571797" y="561478"/>
                  </a:moveTo>
                  <a:lnTo>
                    <a:pt x="536047" y="641694"/>
                  </a:lnTo>
                  <a:lnTo>
                    <a:pt x="598925" y="599450"/>
                  </a:lnTo>
                  <a:close/>
                  <a:moveTo>
                    <a:pt x="2085287" y="2044693"/>
                  </a:moveTo>
                  <a:lnTo>
                    <a:pt x="2014264" y="1989498"/>
                  </a:lnTo>
                  <a:lnTo>
                    <a:pt x="2060197" y="2009948"/>
                  </a:lnTo>
                  <a:close/>
                  <a:moveTo>
                    <a:pt x="2101318" y="2118909"/>
                  </a:moveTo>
                  <a:lnTo>
                    <a:pt x="2187785" y="2208317"/>
                  </a:lnTo>
                  <a:lnTo>
                    <a:pt x="2111754" y="2126908"/>
                  </a:lnTo>
                  <a:close/>
                  <a:moveTo>
                    <a:pt x="2188229" y="2208937"/>
                  </a:moveTo>
                  <a:lnTo>
                    <a:pt x="2187785" y="2208317"/>
                  </a:lnTo>
                  <a:lnTo>
                    <a:pt x="2101318" y="2118909"/>
                  </a:lnTo>
                  <a:close/>
                  <a:moveTo>
                    <a:pt x="2188229" y="2208937"/>
                  </a:moveTo>
                  <a:lnTo>
                    <a:pt x="2188355" y="2209123"/>
                  </a:lnTo>
                  <a:lnTo>
                    <a:pt x="2187785" y="2208317"/>
                  </a:lnTo>
                  <a:close/>
                  <a:moveTo>
                    <a:pt x="1585656" y="1350350"/>
                  </a:moveTo>
                  <a:lnTo>
                    <a:pt x="1710203" y="1354273"/>
                  </a:lnTo>
                  <a:lnTo>
                    <a:pt x="1656368" y="1266320"/>
                  </a:lnTo>
                  <a:close/>
                  <a:moveTo>
                    <a:pt x="1839793" y="1509695"/>
                  </a:moveTo>
                  <a:lnTo>
                    <a:pt x="1882483" y="1595181"/>
                  </a:lnTo>
                  <a:lnTo>
                    <a:pt x="1842020" y="1512966"/>
                  </a:lnTo>
                  <a:close/>
                  <a:moveTo>
                    <a:pt x="1839793" y="1509695"/>
                  </a:moveTo>
                  <a:lnTo>
                    <a:pt x="1872094" y="1583528"/>
                  </a:lnTo>
                  <a:lnTo>
                    <a:pt x="1882483" y="1595181"/>
                  </a:lnTo>
                  <a:close/>
                  <a:moveTo>
                    <a:pt x="1558246" y="981239"/>
                  </a:moveTo>
                  <a:lnTo>
                    <a:pt x="1545363" y="1047953"/>
                  </a:lnTo>
                  <a:lnTo>
                    <a:pt x="1561764" y="1013990"/>
                  </a:lnTo>
                  <a:close/>
                  <a:moveTo>
                    <a:pt x="1561764" y="1013990"/>
                  </a:moveTo>
                  <a:lnTo>
                    <a:pt x="1545363" y="1047953"/>
                  </a:lnTo>
                  <a:lnTo>
                    <a:pt x="1545911" y="1066380"/>
                  </a:lnTo>
                  <a:close/>
                  <a:moveTo>
                    <a:pt x="1771864" y="1204051"/>
                  </a:moveTo>
                  <a:lnTo>
                    <a:pt x="1828338" y="1269977"/>
                  </a:lnTo>
                  <a:lnTo>
                    <a:pt x="1820460" y="1225136"/>
                  </a:lnTo>
                  <a:close/>
                  <a:moveTo>
                    <a:pt x="1820460" y="1225136"/>
                  </a:moveTo>
                  <a:lnTo>
                    <a:pt x="1828338" y="1269977"/>
                  </a:lnTo>
                  <a:lnTo>
                    <a:pt x="1824573" y="1227884"/>
                  </a:lnTo>
                  <a:close/>
                  <a:moveTo>
                    <a:pt x="1820460" y="1225136"/>
                  </a:moveTo>
                  <a:lnTo>
                    <a:pt x="1824573" y="1227884"/>
                  </a:lnTo>
                  <a:lnTo>
                    <a:pt x="1809951" y="1201231"/>
                  </a:lnTo>
                  <a:close/>
                  <a:moveTo>
                    <a:pt x="1198030" y="466779"/>
                  </a:moveTo>
                  <a:lnTo>
                    <a:pt x="1251499" y="506557"/>
                  </a:lnTo>
                  <a:lnTo>
                    <a:pt x="1217543" y="487948"/>
                  </a:lnTo>
                  <a:close/>
                  <a:moveTo>
                    <a:pt x="1288259" y="554108"/>
                  </a:moveTo>
                  <a:lnTo>
                    <a:pt x="1251499" y="506557"/>
                  </a:lnTo>
                  <a:lnTo>
                    <a:pt x="1198030" y="466779"/>
                  </a:lnTo>
                  <a:close/>
                  <a:moveTo>
                    <a:pt x="1216587" y="439483"/>
                  </a:moveTo>
                  <a:lnTo>
                    <a:pt x="1217543" y="487948"/>
                  </a:lnTo>
                  <a:lnTo>
                    <a:pt x="1244065" y="478767"/>
                  </a:lnTo>
                  <a:close/>
                  <a:moveTo>
                    <a:pt x="1153944" y="82215"/>
                  </a:moveTo>
                  <a:lnTo>
                    <a:pt x="1103530" y="38436"/>
                  </a:lnTo>
                  <a:lnTo>
                    <a:pt x="1109012" y="0"/>
                  </a:lnTo>
                  <a:close/>
                  <a:moveTo>
                    <a:pt x="1547639" y="224736"/>
                  </a:moveTo>
                  <a:lnTo>
                    <a:pt x="1494683" y="208209"/>
                  </a:lnTo>
                  <a:lnTo>
                    <a:pt x="1493553" y="208636"/>
                  </a:lnTo>
                  <a:close/>
                  <a:moveTo>
                    <a:pt x="1379689" y="276782"/>
                  </a:moveTo>
                  <a:lnTo>
                    <a:pt x="1459761" y="297497"/>
                  </a:lnTo>
                  <a:lnTo>
                    <a:pt x="1493553" y="208636"/>
                  </a:lnTo>
                  <a:close/>
                  <a:moveTo>
                    <a:pt x="1759873" y="213551"/>
                  </a:moveTo>
                  <a:lnTo>
                    <a:pt x="1812838" y="295766"/>
                  </a:lnTo>
                  <a:lnTo>
                    <a:pt x="1766239" y="251987"/>
                  </a:lnTo>
                  <a:close/>
                </a:path>
              </a:pathLst>
            </a:custGeom>
            <a:solidFill>
              <a:srgbClr val="D8DEE3"/>
            </a:solidFill>
            <a:ln w="1524">
              <a:solidFill>
                <a:srgbClr val="D8DEE3"/>
              </a:solidFill>
            </a:ln>
          </p:spPr>
        </p:sp>
        <p:sp>
          <p:nvSpPr>
            <p:cNvPr id="2088" name="Candidate_density__2087">
              <a:extLst>
                <a:ext uri="{FF2B5EF4-FFF2-40B4-BE49-F238E27FC236}">
                  <a16:creationId xmlns:a16="http://schemas.microsoft.com/office/drawing/2014/main" id="{18149FA2-E3BA-7065-623F-0347110143EB}"/>
                </a:ext>
              </a:extLst>
            </p:cNvPr>
            <p:cNvSpPr>
              <a:spLocks noGrp="1"/>
            </p:cNvSpPr>
            <p:nvPr/>
          </p:nvSpPr>
          <p:spPr>
            <a:xfrm>
              <a:off x="4453485" y="1913888"/>
              <a:ext cx="2117010" cy="2987143"/>
            </a:xfrm>
            <a:custGeom>
              <a:avLst/>
              <a:gdLst/>
              <a:ahLst/>
              <a:cxnLst/>
              <a:rect l="0" t="0" r="0" b="0"/>
              <a:pathLst>
                <a:path w="2117010" h="2987143">
                  <a:moveTo>
                    <a:pt x="630150" y="2980801"/>
                  </a:moveTo>
                  <a:lnTo>
                    <a:pt x="630369" y="2985597"/>
                  </a:lnTo>
                  <a:lnTo>
                    <a:pt x="637963" y="2987143"/>
                  </a:lnTo>
                  <a:close/>
                  <a:moveTo>
                    <a:pt x="648245" y="2980801"/>
                  </a:moveTo>
                  <a:lnTo>
                    <a:pt x="637963" y="2987143"/>
                  </a:lnTo>
                  <a:lnTo>
                    <a:pt x="630369" y="2985597"/>
                  </a:lnTo>
                  <a:close/>
                  <a:moveTo>
                    <a:pt x="693197" y="2942365"/>
                  </a:moveTo>
                  <a:lnTo>
                    <a:pt x="648245" y="2980801"/>
                  </a:lnTo>
                  <a:lnTo>
                    <a:pt x="755196" y="2931596"/>
                  </a:lnTo>
                  <a:close/>
                  <a:moveTo>
                    <a:pt x="777257" y="2860150"/>
                  </a:moveTo>
                  <a:lnTo>
                    <a:pt x="850735" y="2821714"/>
                  </a:lnTo>
                  <a:lnTo>
                    <a:pt x="798103" y="2876817"/>
                  </a:lnTo>
                  <a:close/>
                  <a:moveTo>
                    <a:pt x="797454" y="2810260"/>
                  </a:moveTo>
                  <a:lnTo>
                    <a:pt x="850735" y="2821714"/>
                  </a:lnTo>
                  <a:lnTo>
                    <a:pt x="839887" y="2736262"/>
                  </a:lnTo>
                  <a:close/>
                  <a:moveTo>
                    <a:pt x="783704" y="2721346"/>
                  </a:moveTo>
                  <a:lnTo>
                    <a:pt x="839887" y="2736262"/>
                  </a:lnTo>
                  <a:lnTo>
                    <a:pt x="830928" y="2643453"/>
                  </a:lnTo>
                  <a:close/>
                  <a:moveTo>
                    <a:pt x="51874" y="1651560"/>
                  </a:moveTo>
                  <a:lnTo>
                    <a:pt x="0" y="1733232"/>
                  </a:lnTo>
                  <a:lnTo>
                    <a:pt x="76407" y="1731707"/>
                  </a:lnTo>
                  <a:close/>
                  <a:moveTo>
                    <a:pt x="467516" y="2196071"/>
                  </a:moveTo>
                  <a:lnTo>
                    <a:pt x="458353" y="2227318"/>
                  </a:lnTo>
                  <a:lnTo>
                    <a:pt x="482477" y="2207771"/>
                  </a:lnTo>
                  <a:close/>
                  <a:moveTo>
                    <a:pt x="484095" y="2108362"/>
                  </a:moveTo>
                  <a:lnTo>
                    <a:pt x="542833" y="2095340"/>
                  </a:lnTo>
                  <a:lnTo>
                    <a:pt x="515422" y="2087120"/>
                  </a:lnTo>
                  <a:close/>
                  <a:moveTo>
                    <a:pt x="484095" y="2108362"/>
                  </a:moveTo>
                  <a:lnTo>
                    <a:pt x="520145" y="2179690"/>
                  </a:lnTo>
                  <a:lnTo>
                    <a:pt x="542833" y="2095340"/>
                  </a:lnTo>
                  <a:close/>
                  <a:moveTo>
                    <a:pt x="467516" y="2196071"/>
                  </a:moveTo>
                  <a:lnTo>
                    <a:pt x="520145" y="2179690"/>
                  </a:lnTo>
                  <a:lnTo>
                    <a:pt x="484095" y="2108362"/>
                  </a:lnTo>
                  <a:close/>
                  <a:moveTo>
                    <a:pt x="482477" y="2207771"/>
                  </a:moveTo>
                  <a:lnTo>
                    <a:pt x="520145" y="2179690"/>
                  </a:lnTo>
                  <a:lnTo>
                    <a:pt x="467516" y="2196071"/>
                  </a:lnTo>
                  <a:close/>
                  <a:moveTo>
                    <a:pt x="600049" y="2109416"/>
                  </a:moveTo>
                  <a:lnTo>
                    <a:pt x="542833" y="2095340"/>
                  </a:lnTo>
                  <a:lnTo>
                    <a:pt x="520145" y="2179690"/>
                  </a:lnTo>
                  <a:close/>
                  <a:moveTo>
                    <a:pt x="515422" y="2087120"/>
                  </a:moveTo>
                  <a:lnTo>
                    <a:pt x="542833" y="2095340"/>
                  </a:lnTo>
                  <a:lnTo>
                    <a:pt x="547029" y="2065003"/>
                  </a:lnTo>
                  <a:close/>
                  <a:moveTo>
                    <a:pt x="579762" y="2004904"/>
                  </a:moveTo>
                  <a:lnTo>
                    <a:pt x="590220" y="2011285"/>
                  </a:lnTo>
                  <a:lnTo>
                    <a:pt x="547029" y="2065003"/>
                  </a:lnTo>
                  <a:close/>
                  <a:moveTo>
                    <a:pt x="249744" y="1390962"/>
                  </a:moveTo>
                  <a:lnTo>
                    <a:pt x="252540" y="1352526"/>
                  </a:lnTo>
                  <a:lnTo>
                    <a:pt x="259390" y="1473177"/>
                  </a:lnTo>
                  <a:close/>
                  <a:moveTo>
                    <a:pt x="813354" y="1845816"/>
                  </a:moveTo>
                  <a:lnTo>
                    <a:pt x="844449" y="1731631"/>
                  </a:lnTo>
                  <a:lnTo>
                    <a:pt x="832427" y="1725165"/>
                  </a:lnTo>
                  <a:close/>
                  <a:moveTo>
                    <a:pt x="813354" y="1845816"/>
                  </a:moveTo>
                  <a:lnTo>
                    <a:pt x="832427" y="1725165"/>
                  </a:lnTo>
                  <a:lnTo>
                    <a:pt x="828638" y="1807380"/>
                  </a:lnTo>
                  <a:close/>
                  <a:moveTo>
                    <a:pt x="766976" y="1533838"/>
                  </a:moveTo>
                  <a:lnTo>
                    <a:pt x="748825" y="1522298"/>
                  </a:lnTo>
                  <a:lnTo>
                    <a:pt x="753297" y="1633283"/>
                  </a:lnTo>
                  <a:close/>
                  <a:moveTo>
                    <a:pt x="766976" y="1533838"/>
                  </a:moveTo>
                  <a:lnTo>
                    <a:pt x="753297" y="1633283"/>
                  </a:lnTo>
                  <a:lnTo>
                    <a:pt x="781710" y="1560735"/>
                  </a:lnTo>
                  <a:close/>
                  <a:moveTo>
                    <a:pt x="748825" y="1522298"/>
                  </a:moveTo>
                  <a:lnTo>
                    <a:pt x="766976" y="1533838"/>
                  </a:lnTo>
                  <a:lnTo>
                    <a:pt x="773270" y="1492756"/>
                  </a:lnTo>
                  <a:close/>
                  <a:moveTo>
                    <a:pt x="1423522" y="2180019"/>
                  </a:moveTo>
                  <a:lnTo>
                    <a:pt x="1445593" y="2246517"/>
                  </a:lnTo>
                  <a:lnTo>
                    <a:pt x="1456259" y="2262234"/>
                  </a:lnTo>
                  <a:close/>
                  <a:moveTo>
                    <a:pt x="1544500" y="2210453"/>
                  </a:moveTo>
                  <a:lnTo>
                    <a:pt x="1445593" y="2246517"/>
                  </a:lnTo>
                  <a:lnTo>
                    <a:pt x="1423522" y="2180019"/>
                  </a:lnTo>
                  <a:close/>
                  <a:moveTo>
                    <a:pt x="789489" y="1415444"/>
                  </a:moveTo>
                  <a:lnTo>
                    <a:pt x="773270" y="1492756"/>
                  </a:lnTo>
                  <a:lnTo>
                    <a:pt x="799724" y="1440083"/>
                  </a:lnTo>
                  <a:close/>
                  <a:moveTo>
                    <a:pt x="873124" y="1372230"/>
                  </a:moveTo>
                  <a:lnTo>
                    <a:pt x="799724" y="1440083"/>
                  </a:lnTo>
                  <a:lnTo>
                    <a:pt x="819019" y="1385148"/>
                  </a:lnTo>
                  <a:close/>
                  <a:moveTo>
                    <a:pt x="819019" y="1385148"/>
                  </a:moveTo>
                  <a:lnTo>
                    <a:pt x="944922" y="1362016"/>
                  </a:lnTo>
                  <a:lnTo>
                    <a:pt x="873124" y="1372230"/>
                  </a:lnTo>
                  <a:close/>
                  <a:moveTo>
                    <a:pt x="93303" y="616957"/>
                  </a:moveTo>
                  <a:lnTo>
                    <a:pt x="230818" y="642706"/>
                  </a:lnTo>
                  <a:lnTo>
                    <a:pt x="156737" y="644387"/>
                  </a:lnTo>
                  <a:close/>
                  <a:moveTo>
                    <a:pt x="1242091" y="1609855"/>
                  </a:moveTo>
                  <a:lnTo>
                    <a:pt x="1257638" y="1692070"/>
                  </a:lnTo>
                  <a:lnTo>
                    <a:pt x="1222033" y="1648292"/>
                  </a:lnTo>
                  <a:close/>
                  <a:moveTo>
                    <a:pt x="1987955" y="2323421"/>
                  </a:moveTo>
                  <a:lnTo>
                    <a:pt x="1888584" y="2349791"/>
                  </a:lnTo>
                  <a:lnTo>
                    <a:pt x="1974936" y="2319316"/>
                  </a:lnTo>
                  <a:close/>
                  <a:moveTo>
                    <a:pt x="1974936" y="2319316"/>
                  </a:moveTo>
                  <a:lnTo>
                    <a:pt x="1888584" y="2349791"/>
                  </a:lnTo>
                  <a:lnTo>
                    <a:pt x="1930551" y="2323998"/>
                  </a:lnTo>
                  <a:close/>
                  <a:moveTo>
                    <a:pt x="1987955" y="2323421"/>
                  </a:moveTo>
                  <a:lnTo>
                    <a:pt x="1974936" y="2319316"/>
                  </a:lnTo>
                  <a:lnTo>
                    <a:pt x="2026849" y="2405383"/>
                  </a:lnTo>
                  <a:close/>
                  <a:moveTo>
                    <a:pt x="2073552" y="2364797"/>
                  </a:moveTo>
                  <a:lnTo>
                    <a:pt x="1987955" y="2323421"/>
                  </a:lnTo>
                  <a:lnTo>
                    <a:pt x="2026849" y="2405383"/>
                  </a:lnTo>
                  <a:close/>
                  <a:moveTo>
                    <a:pt x="1546178" y="1824967"/>
                  </a:moveTo>
                  <a:lnTo>
                    <a:pt x="1504182" y="1844506"/>
                  </a:lnTo>
                  <a:lnTo>
                    <a:pt x="1604007" y="1735850"/>
                  </a:lnTo>
                  <a:close/>
                  <a:moveTo>
                    <a:pt x="1278277" y="1571419"/>
                  </a:moveTo>
                  <a:lnTo>
                    <a:pt x="1242091" y="1609855"/>
                  </a:lnTo>
                  <a:lnTo>
                    <a:pt x="1270114" y="1527640"/>
                  </a:lnTo>
                  <a:close/>
                  <a:moveTo>
                    <a:pt x="457577" y="502799"/>
                  </a:moveTo>
                  <a:lnTo>
                    <a:pt x="512193" y="518775"/>
                  </a:lnTo>
                  <a:lnTo>
                    <a:pt x="457883" y="502623"/>
                  </a:lnTo>
                  <a:close/>
                  <a:moveTo>
                    <a:pt x="493646" y="574199"/>
                  </a:moveTo>
                  <a:lnTo>
                    <a:pt x="512193" y="518775"/>
                  </a:lnTo>
                  <a:lnTo>
                    <a:pt x="457577" y="502799"/>
                  </a:lnTo>
                  <a:close/>
                  <a:moveTo>
                    <a:pt x="457883" y="502623"/>
                  </a:moveTo>
                  <a:lnTo>
                    <a:pt x="512193" y="518775"/>
                  </a:lnTo>
                  <a:lnTo>
                    <a:pt x="520762" y="460379"/>
                  </a:lnTo>
                  <a:close/>
                  <a:moveTo>
                    <a:pt x="2094267" y="2282894"/>
                  </a:moveTo>
                  <a:lnTo>
                    <a:pt x="1987955" y="2323421"/>
                  </a:lnTo>
                  <a:lnTo>
                    <a:pt x="2073552" y="2364797"/>
                  </a:lnTo>
                  <a:close/>
                  <a:moveTo>
                    <a:pt x="2094267" y="2282894"/>
                  </a:moveTo>
                  <a:lnTo>
                    <a:pt x="2007523" y="2292823"/>
                  </a:lnTo>
                  <a:lnTo>
                    <a:pt x="1987955" y="2323421"/>
                  </a:lnTo>
                  <a:close/>
                  <a:moveTo>
                    <a:pt x="2007523" y="2292823"/>
                  </a:moveTo>
                  <a:lnTo>
                    <a:pt x="2094267" y="2282894"/>
                  </a:lnTo>
                  <a:lnTo>
                    <a:pt x="2029793" y="2264642"/>
                  </a:lnTo>
                  <a:close/>
                  <a:moveTo>
                    <a:pt x="2094267" y="2282894"/>
                  </a:moveTo>
                  <a:lnTo>
                    <a:pt x="2092156" y="2219151"/>
                  </a:lnTo>
                  <a:lnTo>
                    <a:pt x="2029793" y="2264642"/>
                  </a:lnTo>
                  <a:close/>
                  <a:moveTo>
                    <a:pt x="2094267" y="2282894"/>
                  </a:moveTo>
                  <a:lnTo>
                    <a:pt x="2073552" y="2364797"/>
                  </a:lnTo>
                  <a:lnTo>
                    <a:pt x="2099990" y="2311355"/>
                  </a:lnTo>
                  <a:close/>
                  <a:moveTo>
                    <a:pt x="2094267" y="2282894"/>
                  </a:moveTo>
                  <a:lnTo>
                    <a:pt x="2117010" y="2248620"/>
                  </a:lnTo>
                  <a:lnTo>
                    <a:pt x="2092156" y="2219151"/>
                  </a:lnTo>
                  <a:close/>
                  <a:moveTo>
                    <a:pt x="757126" y="786791"/>
                  </a:moveTo>
                  <a:lnTo>
                    <a:pt x="802863" y="742591"/>
                  </a:lnTo>
                  <a:lnTo>
                    <a:pt x="693692" y="828277"/>
                  </a:lnTo>
                  <a:close/>
                  <a:moveTo>
                    <a:pt x="493634" y="422406"/>
                  </a:moveTo>
                  <a:lnTo>
                    <a:pt x="520762" y="460379"/>
                  </a:lnTo>
                  <a:lnTo>
                    <a:pt x="569138" y="426047"/>
                  </a:lnTo>
                  <a:close/>
                  <a:moveTo>
                    <a:pt x="520762" y="460379"/>
                  </a:moveTo>
                  <a:lnTo>
                    <a:pt x="595534" y="461280"/>
                  </a:lnTo>
                  <a:lnTo>
                    <a:pt x="638640" y="407242"/>
                  </a:lnTo>
                  <a:close/>
                  <a:moveTo>
                    <a:pt x="569138" y="426047"/>
                  </a:moveTo>
                  <a:lnTo>
                    <a:pt x="520762" y="460379"/>
                  </a:lnTo>
                  <a:lnTo>
                    <a:pt x="638640" y="407242"/>
                  </a:lnTo>
                  <a:close/>
                  <a:moveTo>
                    <a:pt x="313504" y="242789"/>
                  </a:moveTo>
                  <a:lnTo>
                    <a:pt x="361474" y="255977"/>
                  </a:lnTo>
                  <a:lnTo>
                    <a:pt x="332948" y="243037"/>
                  </a:lnTo>
                  <a:close/>
                  <a:moveTo>
                    <a:pt x="657006" y="361545"/>
                  </a:moveTo>
                  <a:lnTo>
                    <a:pt x="569138" y="426047"/>
                  </a:lnTo>
                  <a:lnTo>
                    <a:pt x="638640" y="407242"/>
                  </a:lnTo>
                  <a:close/>
                  <a:moveTo>
                    <a:pt x="657006" y="361545"/>
                  </a:moveTo>
                  <a:lnTo>
                    <a:pt x="670508" y="311193"/>
                  </a:lnTo>
                  <a:lnTo>
                    <a:pt x="602656" y="336165"/>
                  </a:lnTo>
                  <a:close/>
                  <a:moveTo>
                    <a:pt x="657006" y="361545"/>
                  </a:moveTo>
                  <a:lnTo>
                    <a:pt x="638640" y="407242"/>
                  </a:lnTo>
                  <a:lnTo>
                    <a:pt x="673146" y="381971"/>
                  </a:lnTo>
                  <a:close/>
                  <a:moveTo>
                    <a:pt x="670508" y="311193"/>
                  </a:moveTo>
                  <a:lnTo>
                    <a:pt x="707680" y="280846"/>
                  </a:lnTo>
                  <a:lnTo>
                    <a:pt x="703086" y="261320"/>
                  </a:lnTo>
                  <a:close/>
                  <a:moveTo>
                    <a:pt x="657006" y="361545"/>
                  </a:moveTo>
                  <a:lnTo>
                    <a:pt x="695513" y="341227"/>
                  </a:lnTo>
                  <a:lnTo>
                    <a:pt x="670508" y="311193"/>
                  </a:lnTo>
                  <a:close/>
                  <a:moveTo>
                    <a:pt x="703086" y="261320"/>
                  </a:moveTo>
                  <a:lnTo>
                    <a:pt x="707756" y="235254"/>
                  </a:lnTo>
                  <a:lnTo>
                    <a:pt x="670508" y="311193"/>
                  </a:lnTo>
                  <a:close/>
                  <a:moveTo>
                    <a:pt x="703086" y="261320"/>
                  </a:moveTo>
                  <a:lnTo>
                    <a:pt x="717481" y="222883"/>
                  </a:lnTo>
                  <a:lnTo>
                    <a:pt x="707756" y="235254"/>
                  </a:lnTo>
                  <a:close/>
                  <a:moveTo>
                    <a:pt x="1793930" y="1444457"/>
                  </a:moveTo>
                  <a:lnTo>
                    <a:pt x="1793698" y="1508834"/>
                  </a:lnTo>
                  <a:lnTo>
                    <a:pt x="1804319" y="1456110"/>
                  </a:lnTo>
                  <a:close/>
                  <a:moveTo>
                    <a:pt x="1756236" y="1171028"/>
                  </a:moveTo>
                  <a:lnTo>
                    <a:pt x="1750175" y="1130905"/>
                  </a:lnTo>
                  <a:lnTo>
                    <a:pt x="1733727" y="1132591"/>
                  </a:lnTo>
                  <a:close/>
                  <a:moveTo>
                    <a:pt x="1119866" y="327707"/>
                  </a:moveTo>
                  <a:lnTo>
                    <a:pt x="1139379" y="348877"/>
                  </a:lnTo>
                  <a:lnTo>
                    <a:pt x="1138423" y="300411"/>
                  </a:lnTo>
                  <a:close/>
                  <a:moveTo>
                    <a:pt x="1138423" y="300411"/>
                  </a:moveTo>
                  <a:lnTo>
                    <a:pt x="1165902" y="339695"/>
                  </a:lnTo>
                  <a:lnTo>
                    <a:pt x="1199312" y="249406"/>
                  </a:lnTo>
                  <a:close/>
                  <a:moveTo>
                    <a:pt x="1254865" y="239048"/>
                  </a:moveTo>
                  <a:lnTo>
                    <a:pt x="1222120" y="228225"/>
                  </a:lnTo>
                  <a:lnTo>
                    <a:pt x="1199312" y="249406"/>
                  </a:lnTo>
                  <a:close/>
                  <a:moveTo>
                    <a:pt x="890600" y="92636"/>
                  </a:moveTo>
                  <a:lnTo>
                    <a:pt x="892810" y="63795"/>
                  </a:lnTo>
                  <a:lnTo>
                    <a:pt x="876600" y="94016"/>
                  </a:lnTo>
                  <a:close/>
                  <a:moveTo>
                    <a:pt x="810482" y="97178"/>
                  </a:moveTo>
                  <a:lnTo>
                    <a:pt x="831156" y="102232"/>
                  </a:lnTo>
                  <a:lnTo>
                    <a:pt x="876600" y="94016"/>
                  </a:lnTo>
                  <a:close/>
                  <a:moveTo>
                    <a:pt x="1415390" y="69565"/>
                  </a:moveTo>
                  <a:lnTo>
                    <a:pt x="1416520" y="69137"/>
                  </a:lnTo>
                  <a:lnTo>
                    <a:pt x="1415733" y="68765"/>
                  </a:lnTo>
                  <a:close/>
                  <a:moveTo>
                    <a:pt x="1455119" y="2899"/>
                  </a:moveTo>
                  <a:lnTo>
                    <a:pt x="1415733" y="68765"/>
                  </a:lnTo>
                  <a:lnTo>
                    <a:pt x="1528873" y="0"/>
                  </a:lnTo>
                  <a:close/>
                </a:path>
              </a:pathLst>
            </a:custGeom>
            <a:solidFill>
              <a:srgbClr val="D4DBE0"/>
            </a:solidFill>
            <a:ln w="1524">
              <a:solidFill>
                <a:srgbClr val="D4DBE0"/>
              </a:solidFill>
            </a:ln>
          </p:spPr>
        </p:sp>
        <p:sp>
          <p:nvSpPr>
            <p:cNvPr id="2089" name="Candidate_density__2088">
              <a:extLst>
                <a:ext uri="{FF2B5EF4-FFF2-40B4-BE49-F238E27FC236}">
                  <a16:creationId xmlns:a16="http://schemas.microsoft.com/office/drawing/2014/main" id="{56562BED-A8CB-945C-B0E5-0EAF3EB97BDE}"/>
                </a:ext>
              </a:extLst>
            </p:cNvPr>
            <p:cNvSpPr>
              <a:spLocks noGrp="1"/>
            </p:cNvSpPr>
            <p:nvPr/>
          </p:nvSpPr>
          <p:spPr>
            <a:xfrm>
              <a:off x="4328954" y="1725669"/>
              <a:ext cx="2158122" cy="3169020"/>
            </a:xfrm>
            <a:custGeom>
              <a:avLst/>
              <a:gdLst/>
              <a:ahLst/>
              <a:cxnLst/>
              <a:rect l="0" t="0" r="0" b="0"/>
              <a:pathLst>
                <a:path w="2158122" h="3169020">
                  <a:moveTo>
                    <a:pt x="728204" y="3048368"/>
                  </a:moveTo>
                  <a:lnTo>
                    <a:pt x="754682" y="3169020"/>
                  </a:lnTo>
                  <a:lnTo>
                    <a:pt x="807116" y="3130584"/>
                  </a:lnTo>
                  <a:close/>
                  <a:moveTo>
                    <a:pt x="836880" y="3023071"/>
                  </a:moveTo>
                  <a:lnTo>
                    <a:pt x="879727" y="3119815"/>
                  </a:lnTo>
                  <a:lnTo>
                    <a:pt x="922634" y="3065035"/>
                  </a:lnTo>
                  <a:close/>
                  <a:moveTo>
                    <a:pt x="786882" y="2847538"/>
                  </a:moveTo>
                  <a:lnTo>
                    <a:pt x="768901" y="2801723"/>
                  </a:lnTo>
                  <a:lnTo>
                    <a:pt x="751387" y="2776303"/>
                  </a:lnTo>
                  <a:close/>
                  <a:moveTo>
                    <a:pt x="11456" y="1979572"/>
                  </a:moveTo>
                  <a:lnTo>
                    <a:pt x="46368" y="2061787"/>
                  </a:lnTo>
                  <a:lnTo>
                    <a:pt x="107316" y="1967299"/>
                  </a:lnTo>
                  <a:close/>
                  <a:moveTo>
                    <a:pt x="0" y="1962100"/>
                  </a:moveTo>
                  <a:lnTo>
                    <a:pt x="11456" y="1979572"/>
                  </a:lnTo>
                  <a:lnTo>
                    <a:pt x="107316" y="1967299"/>
                  </a:lnTo>
                  <a:close/>
                  <a:moveTo>
                    <a:pt x="908235" y="2909564"/>
                  </a:moveTo>
                  <a:lnTo>
                    <a:pt x="921985" y="2998478"/>
                  </a:lnTo>
                  <a:lnTo>
                    <a:pt x="964418" y="2924480"/>
                  </a:lnTo>
                  <a:close/>
                  <a:moveTo>
                    <a:pt x="908235" y="2909564"/>
                  </a:moveTo>
                  <a:lnTo>
                    <a:pt x="955459" y="2831671"/>
                  </a:lnTo>
                  <a:lnTo>
                    <a:pt x="895642" y="2819710"/>
                  </a:lnTo>
                  <a:close/>
                  <a:moveTo>
                    <a:pt x="200938" y="1919925"/>
                  </a:moveTo>
                  <a:lnTo>
                    <a:pt x="107316" y="1967299"/>
                  </a:lnTo>
                  <a:lnTo>
                    <a:pt x="189869" y="1997290"/>
                  </a:lnTo>
                  <a:close/>
                  <a:moveTo>
                    <a:pt x="53806" y="1656054"/>
                  </a:moveTo>
                  <a:lnTo>
                    <a:pt x="99498" y="1741617"/>
                  </a:lnTo>
                  <a:lnTo>
                    <a:pt x="101081" y="1728783"/>
                  </a:lnTo>
                  <a:close/>
                  <a:moveTo>
                    <a:pt x="1061550" y="2686413"/>
                  </a:moveTo>
                  <a:lnTo>
                    <a:pt x="1059069" y="2802625"/>
                  </a:lnTo>
                  <a:lnTo>
                    <a:pt x="1105087" y="2759475"/>
                  </a:lnTo>
                  <a:close/>
                  <a:moveTo>
                    <a:pt x="320418" y="1776331"/>
                  </a:moveTo>
                  <a:lnTo>
                    <a:pt x="283017" y="1713604"/>
                  </a:lnTo>
                  <a:lnTo>
                    <a:pt x="324006" y="1782048"/>
                  </a:lnTo>
                  <a:close/>
                  <a:moveTo>
                    <a:pt x="264910" y="1699832"/>
                  </a:moveTo>
                  <a:lnTo>
                    <a:pt x="283017" y="1713604"/>
                  </a:lnTo>
                  <a:lnTo>
                    <a:pt x="320418" y="1776331"/>
                  </a:lnTo>
                  <a:close/>
                  <a:moveTo>
                    <a:pt x="1137363" y="2647977"/>
                  </a:moveTo>
                  <a:lnTo>
                    <a:pt x="1163440" y="2683679"/>
                  </a:lnTo>
                  <a:lnTo>
                    <a:pt x="1175539" y="2730192"/>
                  </a:lnTo>
                  <a:close/>
                  <a:moveTo>
                    <a:pt x="1152739" y="2686413"/>
                  </a:moveTo>
                  <a:lnTo>
                    <a:pt x="1128823" y="2651230"/>
                  </a:lnTo>
                  <a:lnTo>
                    <a:pt x="1105087" y="2759475"/>
                  </a:lnTo>
                  <a:close/>
                  <a:moveTo>
                    <a:pt x="375990" y="1946478"/>
                  </a:moveTo>
                  <a:lnTo>
                    <a:pt x="416599" y="1825826"/>
                  </a:lnTo>
                  <a:lnTo>
                    <a:pt x="364484" y="1864262"/>
                  </a:lnTo>
                  <a:close/>
                  <a:moveTo>
                    <a:pt x="368917" y="1742458"/>
                  </a:moveTo>
                  <a:lnTo>
                    <a:pt x="285225" y="1708206"/>
                  </a:lnTo>
                  <a:lnTo>
                    <a:pt x="320418" y="1776331"/>
                  </a:lnTo>
                  <a:close/>
                  <a:moveTo>
                    <a:pt x="384570" y="1591544"/>
                  </a:moveTo>
                  <a:lnTo>
                    <a:pt x="374276" y="1579181"/>
                  </a:lnTo>
                  <a:lnTo>
                    <a:pt x="383921" y="1661396"/>
                  </a:lnTo>
                  <a:close/>
                  <a:moveTo>
                    <a:pt x="1322955" y="2691756"/>
                  </a:moveTo>
                  <a:lnTo>
                    <a:pt x="1298544" y="2710258"/>
                  </a:lnTo>
                  <a:lnTo>
                    <a:pt x="1229425" y="2630035"/>
                  </a:lnTo>
                  <a:close/>
                  <a:moveTo>
                    <a:pt x="1338474" y="2609541"/>
                  </a:moveTo>
                  <a:lnTo>
                    <a:pt x="1367858" y="2638676"/>
                  </a:lnTo>
                  <a:lnTo>
                    <a:pt x="1361699" y="2691756"/>
                  </a:lnTo>
                  <a:close/>
                  <a:moveTo>
                    <a:pt x="374276" y="1579181"/>
                  </a:moveTo>
                  <a:lnTo>
                    <a:pt x="307669" y="1513461"/>
                  </a:lnTo>
                  <a:lnTo>
                    <a:pt x="377072" y="1540744"/>
                  </a:lnTo>
                  <a:close/>
                  <a:moveTo>
                    <a:pt x="883081" y="1841141"/>
                  </a:moveTo>
                  <a:lnTo>
                    <a:pt x="956959" y="1913384"/>
                  </a:lnTo>
                  <a:lnTo>
                    <a:pt x="868955" y="1840484"/>
                  </a:lnTo>
                  <a:close/>
                  <a:moveTo>
                    <a:pt x="868955" y="1840484"/>
                  </a:moveTo>
                  <a:lnTo>
                    <a:pt x="956959" y="1913384"/>
                  </a:lnTo>
                  <a:lnTo>
                    <a:pt x="968980" y="1919850"/>
                  </a:lnTo>
                  <a:close/>
                  <a:moveTo>
                    <a:pt x="1728257" y="2627546"/>
                  </a:moveTo>
                  <a:lnTo>
                    <a:pt x="1665667" y="2617838"/>
                  </a:lnTo>
                  <a:lnTo>
                    <a:pt x="1763201" y="2687297"/>
                  </a:lnTo>
                  <a:close/>
                  <a:moveTo>
                    <a:pt x="1605212" y="2466802"/>
                  </a:moveTo>
                  <a:lnTo>
                    <a:pt x="1580790" y="2450453"/>
                  </a:lnTo>
                  <a:lnTo>
                    <a:pt x="1593856" y="2532668"/>
                  </a:lnTo>
                  <a:close/>
                  <a:moveTo>
                    <a:pt x="806972" y="1835236"/>
                  </a:moveTo>
                  <a:lnTo>
                    <a:pt x="927158" y="1893258"/>
                  </a:lnTo>
                  <a:lnTo>
                    <a:pt x="883081" y="1841141"/>
                  </a:lnTo>
                  <a:close/>
                  <a:moveTo>
                    <a:pt x="736978" y="1584523"/>
                  </a:moveTo>
                  <a:lnTo>
                    <a:pt x="676310" y="1625371"/>
                  </a:lnTo>
                  <a:lnTo>
                    <a:pt x="710357" y="1547961"/>
                  </a:lnTo>
                  <a:close/>
                  <a:moveTo>
                    <a:pt x="1570125" y="2434735"/>
                  </a:moveTo>
                  <a:lnTo>
                    <a:pt x="1593856" y="2532668"/>
                  </a:lnTo>
                  <a:lnTo>
                    <a:pt x="1580790" y="2450453"/>
                  </a:lnTo>
                  <a:close/>
                  <a:moveTo>
                    <a:pt x="1737334" y="2419982"/>
                  </a:moveTo>
                  <a:lnTo>
                    <a:pt x="1751433" y="2428095"/>
                  </a:lnTo>
                  <a:lnTo>
                    <a:pt x="1719072" y="2412016"/>
                  </a:lnTo>
                  <a:close/>
                  <a:moveTo>
                    <a:pt x="1751433" y="2428095"/>
                  </a:moveTo>
                  <a:lnTo>
                    <a:pt x="1737334" y="2419982"/>
                  </a:lnTo>
                  <a:lnTo>
                    <a:pt x="1815906" y="2494232"/>
                  </a:lnTo>
                  <a:close/>
                  <a:moveTo>
                    <a:pt x="1579991" y="2344417"/>
                  </a:moveTo>
                  <a:lnTo>
                    <a:pt x="1555987" y="2329801"/>
                  </a:lnTo>
                  <a:lnTo>
                    <a:pt x="1570125" y="2434735"/>
                  </a:lnTo>
                  <a:close/>
                  <a:moveTo>
                    <a:pt x="1579991" y="2344417"/>
                  </a:moveTo>
                  <a:lnTo>
                    <a:pt x="1570125" y="2434735"/>
                  </a:lnTo>
                  <a:lnTo>
                    <a:pt x="1669032" y="2398671"/>
                  </a:lnTo>
                  <a:close/>
                  <a:moveTo>
                    <a:pt x="1416027" y="2286022"/>
                  </a:moveTo>
                  <a:lnTo>
                    <a:pt x="1470365" y="2355154"/>
                  </a:lnTo>
                  <a:lnTo>
                    <a:pt x="1444379" y="2331249"/>
                  </a:lnTo>
                  <a:close/>
                  <a:moveTo>
                    <a:pt x="1464573" y="2286022"/>
                  </a:moveTo>
                  <a:lnTo>
                    <a:pt x="1444379" y="2331249"/>
                  </a:lnTo>
                  <a:lnTo>
                    <a:pt x="1555987" y="2329801"/>
                  </a:lnTo>
                  <a:close/>
                  <a:moveTo>
                    <a:pt x="889597" y="1523426"/>
                  </a:moveTo>
                  <a:lnTo>
                    <a:pt x="851275" y="1507019"/>
                  </a:lnTo>
                  <a:lnTo>
                    <a:pt x="800931" y="1434826"/>
                  </a:lnTo>
                  <a:close/>
                  <a:moveTo>
                    <a:pt x="702213" y="1354398"/>
                  </a:moveTo>
                  <a:lnTo>
                    <a:pt x="800931" y="1434826"/>
                  </a:lnTo>
                  <a:lnTo>
                    <a:pt x="736895" y="1381657"/>
                  </a:lnTo>
                  <a:close/>
                  <a:moveTo>
                    <a:pt x="736895" y="1381657"/>
                  </a:moveTo>
                  <a:lnTo>
                    <a:pt x="800931" y="1434826"/>
                  </a:lnTo>
                  <a:lnTo>
                    <a:pt x="745215" y="1389134"/>
                  </a:lnTo>
                  <a:close/>
                  <a:moveTo>
                    <a:pt x="524735" y="1037723"/>
                  </a:moveTo>
                  <a:lnTo>
                    <a:pt x="562904" y="1049618"/>
                  </a:lnTo>
                  <a:lnTo>
                    <a:pt x="585971" y="1135012"/>
                  </a:lnTo>
                  <a:close/>
                  <a:moveTo>
                    <a:pt x="506524" y="952436"/>
                  </a:moveTo>
                  <a:lnTo>
                    <a:pt x="513514" y="864961"/>
                  </a:lnTo>
                  <a:lnTo>
                    <a:pt x="444107" y="884114"/>
                  </a:lnTo>
                  <a:close/>
                  <a:moveTo>
                    <a:pt x="355350" y="830924"/>
                  </a:moveTo>
                  <a:lnTo>
                    <a:pt x="293036" y="804630"/>
                  </a:lnTo>
                  <a:lnTo>
                    <a:pt x="378005" y="849929"/>
                  </a:lnTo>
                  <a:close/>
                  <a:moveTo>
                    <a:pt x="300011" y="806151"/>
                  </a:moveTo>
                  <a:lnTo>
                    <a:pt x="310996" y="880294"/>
                  </a:lnTo>
                  <a:lnTo>
                    <a:pt x="378005" y="849929"/>
                  </a:lnTo>
                  <a:close/>
                  <a:moveTo>
                    <a:pt x="1719072" y="2412016"/>
                  </a:moveTo>
                  <a:lnTo>
                    <a:pt x="1751433" y="2428095"/>
                  </a:lnTo>
                  <a:lnTo>
                    <a:pt x="1762249" y="2399726"/>
                  </a:lnTo>
                  <a:close/>
                  <a:moveTo>
                    <a:pt x="1719072" y="2412016"/>
                  </a:moveTo>
                  <a:lnTo>
                    <a:pt x="1762249" y="2399726"/>
                  </a:lnTo>
                  <a:lnTo>
                    <a:pt x="1669032" y="2398671"/>
                  </a:lnTo>
                  <a:close/>
                  <a:moveTo>
                    <a:pt x="1669032" y="2398671"/>
                  </a:moveTo>
                  <a:lnTo>
                    <a:pt x="1762249" y="2399726"/>
                  </a:lnTo>
                  <a:lnTo>
                    <a:pt x="1789432" y="2354965"/>
                  </a:lnTo>
                  <a:close/>
                  <a:moveTo>
                    <a:pt x="1579991" y="2344417"/>
                  </a:moveTo>
                  <a:lnTo>
                    <a:pt x="1669032" y="2398671"/>
                  </a:lnTo>
                  <a:lnTo>
                    <a:pt x="1713916" y="2351284"/>
                  </a:lnTo>
                  <a:close/>
                  <a:moveTo>
                    <a:pt x="378005" y="849929"/>
                  </a:moveTo>
                  <a:lnTo>
                    <a:pt x="444107" y="884114"/>
                  </a:lnTo>
                  <a:lnTo>
                    <a:pt x="460235" y="829384"/>
                  </a:lnTo>
                  <a:close/>
                  <a:moveTo>
                    <a:pt x="378005" y="849929"/>
                  </a:moveTo>
                  <a:lnTo>
                    <a:pt x="460235" y="829384"/>
                  </a:lnTo>
                  <a:lnTo>
                    <a:pt x="355350" y="830924"/>
                  </a:lnTo>
                  <a:close/>
                  <a:moveTo>
                    <a:pt x="1505407" y="1962504"/>
                  </a:moveTo>
                  <a:lnTo>
                    <a:pt x="1491612" y="1998105"/>
                  </a:lnTo>
                  <a:lnTo>
                    <a:pt x="1543965" y="1994522"/>
                  </a:lnTo>
                  <a:close/>
                  <a:moveTo>
                    <a:pt x="1923182" y="2297722"/>
                  </a:moveTo>
                  <a:lnTo>
                    <a:pt x="1943372" y="2335144"/>
                  </a:lnTo>
                  <a:lnTo>
                    <a:pt x="1906525" y="2298897"/>
                  </a:lnTo>
                  <a:close/>
                  <a:moveTo>
                    <a:pt x="1906525" y="2298897"/>
                  </a:moveTo>
                  <a:lnTo>
                    <a:pt x="1875607" y="2368161"/>
                  </a:lnTo>
                  <a:lnTo>
                    <a:pt x="1923182" y="2297722"/>
                  </a:lnTo>
                  <a:close/>
                  <a:moveTo>
                    <a:pt x="1614388" y="2098475"/>
                  </a:moveTo>
                  <a:lnTo>
                    <a:pt x="1654858" y="2130474"/>
                  </a:lnTo>
                  <a:lnTo>
                    <a:pt x="1641903" y="2126935"/>
                  </a:lnTo>
                  <a:close/>
                  <a:moveTo>
                    <a:pt x="1804272" y="2209149"/>
                  </a:moveTo>
                  <a:lnTo>
                    <a:pt x="1744731" y="2126935"/>
                  </a:lnTo>
                  <a:lnTo>
                    <a:pt x="1790574" y="2144036"/>
                  </a:lnTo>
                  <a:close/>
                  <a:moveTo>
                    <a:pt x="1790574" y="2144036"/>
                  </a:moveTo>
                  <a:lnTo>
                    <a:pt x="1822779" y="2088498"/>
                  </a:lnTo>
                  <a:lnTo>
                    <a:pt x="1839319" y="2097385"/>
                  </a:lnTo>
                  <a:close/>
                  <a:moveTo>
                    <a:pt x="1730262" y="2025362"/>
                  </a:moveTo>
                  <a:lnTo>
                    <a:pt x="1760667" y="2032218"/>
                  </a:lnTo>
                  <a:lnTo>
                    <a:pt x="1670710" y="2013186"/>
                  </a:lnTo>
                  <a:close/>
                  <a:moveTo>
                    <a:pt x="1839319" y="2097385"/>
                  </a:moveTo>
                  <a:lnTo>
                    <a:pt x="1822779" y="2088498"/>
                  </a:lnTo>
                  <a:lnTo>
                    <a:pt x="1760667" y="2032218"/>
                  </a:lnTo>
                  <a:close/>
                  <a:moveTo>
                    <a:pt x="1730262" y="2025362"/>
                  </a:moveTo>
                  <a:lnTo>
                    <a:pt x="1670710" y="2013186"/>
                  </a:lnTo>
                  <a:lnTo>
                    <a:pt x="1728538" y="1924068"/>
                  </a:lnTo>
                  <a:close/>
                  <a:moveTo>
                    <a:pt x="438035" y="431008"/>
                  </a:moveTo>
                  <a:lnTo>
                    <a:pt x="352716" y="390675"/>
                  </a:lnTo>
                  <a:lnTo>
                    <a:pt x="382959" y="440289"/>
                  </a:lnTo>
                  <a:close/>
                  <a:moveTo>
                    <a:pt x="1673799" y="1810489"/>
                  </a:moveTo>
                  <a:lnTo>
                    <a:pt x="1728538" y="1924068"/>
                  </a:lnTo>
                  <a:lnTo>
                    <a:pt x="1706151" y="1841853"/>
                  </a:lnTo>
                  <a:close/>
                  <a:moveTo>
                    <a:pt x="1375092" y="1671373"/>
                  </a:moveTo>
                  <a:lnTo>
                    <a:pt x="1382752" y="1677422"/>
                  </a:lnTo>
                  <a:lnTo>
                    <a:pt x="1441031" y="1578264"/>
                  </a:lnTo>
                  <a:close/>
                  <a:moveTo>
                    <a:pt x="1518705" y="1575709"/>
                  </a:moveTo>
                  <a:lnTo>
                    <a:pt x="1432530" y="1641342"/>
                  </a:lnTo>
                  <a:lnTo>
                    <a:pt x="1509204" y="1649355"/>
                  </a:lnTo>
                  <a:close/>
                  <a:moveTo>
                    <a:pt x="1518705" y="1575709"/>
                  </a:moveTo>
                  <a:lnTo>
                    <a:pt x="1441031" y="1578264"/>
                  </a:lnTo>
                  <a:lnTo>
                    <a:pt x="1432530" y="1641342"/>
                  </a:lnTo>
                  <a:close/>
                  <a:moveTo>
                    <a:pt x="2060632" y="2038645"/>
                  </a:moveTo>
                  <a:lnTo>
                    <a:pt x="2016222" y="2014158"/>
                  </a:lnTo>
                  <a:lnTo>
                    <a:pt x="2106565" y="2059095"/>
                  </a:lnTo>
                  <a:close/>
                  <a:moveTo>
                    <a:pt x="1617839" y="1455614"/>
                  </a:moveTo>
                  <a:lnTo>
                    <a:pt x="1542330" y="1456410"/>
                  </a:lnTo>
                  <a:lnTo>
                    <a:pt x="1532457" y="1521089"/>
                  </a:lnTo>
                  <a:close/>
                  <a:moveTo>
                    <a:pt x="1617839" y="1455614"/>
                  </a:moveTo>
                  <a:lnTo>
                    <a:pt x="1632024" y="1399497"/>
                  </a:lnTo>
                  <a:lnTo>
                    <a:pt x="1551648" y="1377640"/>
                  </a:lnTo>
                  <a:close/>
                  <a:moveTo>
                    <a:pt x="2122052" y="2088805"/>
                  </a:moveTo>
                  <a:lnTo>
                    <a:pt x="2158122" y="2176055"/>
                  </a:lnTo>
                  <a:lnTo>
                    <a:pt x="2131655" y="2093840"/>
                  </a:lnTo>
                  <a:close/>
                  <a:moveTo>
                    <a:pt x="2122052" y="2088805"/>
                  </a:moveTo>
                  <a:lnTo>
                    <a:pt x="2147686" y="2168056"/>
                  </a:lnTo>
                  <a:lnTo>
                    <a:pt x="2158122" y="2176055"/>
                  </a:lnTo>
                  <a:close/>
                  <a:moveTo>
                    <a:pt x="2122052" y="2088805"/>
                  </a:moveTo>
                  <a:lnTo>
                    <a:pt x="2131655" y="2093840"/>
                  </a:lnTo>
                  <a:lnTo>
                    <a:pt x="2106565" y="2059095"/>
                  </a:lnTo>
                  <a:close/>
                  <a:moveTo>
                    <a:pt x="1823290" y="1557292"/>
                  </a:moveTo>
                  <a:lnTo>
                    <a:pt x="1879308" y="1551533"/>
                  </a:lnTo>
                  <a:lnTo>
                    <a:pt x="1888388" y="1562113"/>
                  </a:lnTo>
                  <a:close/>
                  <a:moveTo>
                    <a:pt x="1886162" y="1558842"/>
                  </a:moveTo>
                  <a:lnTo>
                    <a:pt x="1888388" y="1562113"/>
                  </a:lnTo>
                  <a:lnTo>
                    <a:pt x="1879308" y="1551533"/>
                  </a:lnTo>
                  <a:close/>
                  <a:moveTo>
                    <a:pt x="1608132" y="1063137"/>
                  </a:moveTo>
                  <a:lnTo>
                    <a:pt x="1592279" y="1115527"/>
                  </a:lnTo>
                  <a:lnTo>
                    <a:pt x="1662624" y="1118929"/>
                  </a:lnTo>
                  <a:close/>
                  <a:moveTo>
                    <a:pt x="1604614" y="1030386"/>
                  </a:moveTo>
                  <a:lnTo>
                    <a:pt x="1608132" y="1063137"/>
                  </a:lnTo>
                  <a:lnTo>
                    <a:pt x="1533478" y="963147"/>
                  </a:lnTo>
                  <a:close/>
                  <a:moveTo>
                    <a:pt x="1777038" y="1186596"/>
                  </a:moveTo>
                  <a:lnTo>
                    <a:pt x="1856319" y="1250378"/>
                  </a:lnTo>
                  <a:lnTo>
                    <a:pt x="1812542" y="1194816"/>
                  </a:lnTo>
                  <a:close/>
                  <a:moveTo>
                    <a:pt x="1866828" y="1274283"/>
                  </a:moveTo>
                  <a:lnTo>
                    <a:pt x="1856319" y="1250378"/>
                  </a:lnTo>
                  <a:lnTo>
                    <a:pt x="1777038" y="1186596"/>
                  </a:lnTo>
                  <a:close/>
                  <a:moveTo>
                    <a:pt x="1818232" y="1253198"/>
                  </a:moveTo>
                  <a:lnTo>
                    <a:pt x="1866828" y="1274283"/>
                  </a:lnTo>
                  <a:lnTo>
                    <a:pt x="1777038" y="1186596"/>
                  </a:lnTo>
                  <a:close/>
                  <a:moveTo>
                    <a:pt x="1588406" y="1018583"/>
                  </a:moveTo>
                  <a:lnTo>
                    <a:pt x="1591731" y="1097100"/>
                  </a:lnTo>
                  <a:lnTo>
                    <a:pt x="1604614" y="1030386"/>
                  </a:lnTo>
                  <a:close/>
                  <a:moveTo>
                    <a:pt x="1375912" y="619310"/>
                  </a:moveTo>
                  <a:lnTo>
                    <a:pt x="1334627" y="603255"/>
                  </a:lnTo>
                  <a:lnTo>
                    <a:pt x="1391611" y="627542"/>
                  </a:lnTo>
                  <a:close/>
                  <a:moveTo>
                    <a:pt x="1273822" y="592097"/>
                  </a:moveTo>
                  <a:lnTo>
                    <a:pt x="1334627" y="603255"/>
                  </a:lnTo>
                  <a:lnTo>
                    <a:pt x="1244398" y="515926"/>
                  </a:lnTo>
                  <a:close/>
                  <a:moveTo>
                    <a:pt x="1334627" y="603255"/>
                  </a:moveTo>
                  <a:lnTo>
                    <a:pt x="1375912" y="619310"/>
                  </a:lnTo>
                  <a:lnTo>
                    <a:pt x="1297867" y="555704"/>
                  </a:lnTo>
                  <a:close/>
                  <a:moveTo>
                    <a:pt x="1208717" y="144565"/>
                  </a:moveTo>
                  <a:lnTo>
                    <a:pt x="1158641" y="98619"/>
                  </a:lnTo>
                  <a:lnTo>
                    <a:pt x="1200313" y="131362"/>
                  </a:lnTo>
                  <a:close/>
                  <a:moveTo>
                    <a:pt x="1396801" y="54489"/>
                  </a:moveTo>
                  <a:lnTo>
                    <a:pt x="1337951" y="0"/>
                  </a:lnTo>
                  <a:lnTo>
                    <a:pt x="1336839" y="10710"/>
                  </a:lnTo>
                  <a:close/>
                </a:path>
              </a:pathLst>
            </a:custGeom>
            <a:solidFill>
              <a:srgbClr val="DCE1E6"/>
            </a:solidFill>
            <a:ln w="1524">
              <a:solidFill>
                <a:srgbClr val="DCE1E6"/>
              </a:solidFill>
            </a:ln>
          </p:spPr>
        </p:sp>
        <p:sp>
          <p:nvSpPr>
            <p:cNvPr id="2090" name="Candidate_density__2089">
              <a:extLst>
                <a:ext uri="{FF2B5EF4-FFF2-40B4-BE49-F238E27FC236}">
                  <a16:creationId xmlns:a16="http://schemas.microsoft.com/office/drawing/2014/main" id="{953F21B8-BC9F-3590-E359-A7E3F97B75EA}"/>
                </a:ext>
              </a:extLst>
            </p:cNvPr>
            <p:cNvSpPr>
              <a:spLocks noGrp="1"/>
            </p:cNvSpPr>
            <p:nvPr/>
          </p:nvSpPr>
          <p:spPr>
            <a:xfrm>
              <a:off x="4413189" y="1857217"/>
              <a:ext cx="2182698" cy="2988267"/>
            </a:xfrm>
            <a:custGeom>
              <a:avLst/>
              <a:gdLst/>
              <a:ahLst/>
              <a:cxnLst/>
              <a:rect l="0" t="0" r="0" b="0"/>
              <a:pathLst>
                <a:path w="2182698" h="2988267">
                  <a:moveTo>
                    <a:pt x="817554" y="2916820"/>
                  </a:moveTo>
                  <a:lnTo>
                    <a:pt x="838399" y="2933487"/>
                  </a:lnTo>
                  <a:lnTo>
                    <a:pt x="795492" y="2988267"/>
                  </a:lnTo>
                  <a:close/>
                  <a:moveTo>
                    <a:pt x="379482" y="2332300"/>
                  </a:moveTo>
                  <a:lnTo>
                    <a:pt x="446266" y="2303339"/>
                  </a:lnTo>
                  <a:lnTo>
                    <a:pt x="498649" y="2283988"/>
                  </a:lnTo>
                  <a:close/>
                  <a:moveTo>
                    <a:pt x="446646" y="2302878"/>
                  </a:moveTo>
                  <a:lnTo>
                    <a:pt x="498649" y="2283988"/>
                  </a:lnTo>
                  <a:lnTo>
                    <a:pt x="446266" y="2303339"/>
                  </a:lnTo>
                  <a:close/>
                  <a:moveTo>
                    <a:pt x="446646" y="2302878"/>
                  </a:moveTo>
                  <a:lnTo>
                    <a:pt x="522774" y="2264442"/>
                  </a:lnTo>
                  <a:lnTo>
                    <a:pt x="498649" y="2283988"/>
                  </a:lnTo>
                  <a:close/>
                  <a:moveTo>
                    <a:pt x="522774" y="2264442"/>
                  </a:moveTo>
                  <a:lnTo>
                    <a:pt x="446646" y="2302878"/>
                  </a:lnTo>
                  <a:lnTo>
                    <a:pt x="560441" y="2236360"/>
                  </a:lnTo>
                  <a:close/>
                  <a:moveTo>
                    <a:pt x="23081" y="1835751"/>
                  </a:moveTo>
                  <a:lnTo>
                    <a:pt x="40297" y="1789903"/>
                  </a:lnTo>
                  <a:lnTo>
                    <a:pt x="0" y="1891803"/>
                  </a:lnTo>
                  <a:close/>
                  <a:moveTo>
                    <a:pt x="555719" y="2143790"/>
                  </a:moveTo>
                  <a:lnTo>
                    <a:pt x="587325" y="2121673"/>
                  </a:lnTo>
                  <a:lnTo>
                    <a:pt x="630516" y="2067955"/>
                  </a:lnTo>
                  <a:close/>
                  <a:moveTo>
                    <a:pt x="1175314" y="2674181"/>
                  </a:moveTo>
                  <a:lnTo>
                    <a:pt x="1165570" y="2675142"/>
                  </a:lnTo>
                  <a:lnTo>
                    <a:pt x="1215097" y="2598644"/>
                  </a:lnTo>
                  <a:close/>
                  <a:moveTo>
                    <a:pt x="805997" y="1951531"/>
                  </a:moveTo>
                  <a:lnTo>
                    <a:pt x="737666" y="1974709"/>
                  </a:lnTo>
                  <a:lnTo>
                    <a:pt x="750431" y="1958981"/>
                  </a:lnTo>
                  <a:close/>
                  <a:moveTo>
                    <a:pt x="853650" y="1902487"/>
                  </a:moveTo>
                  <a:lnTo>
                    <a:pt x="850267" y="1901848"/>
                  </a:lnTo>
                  <a:lnTo>
                    <a:pt x="805997" y="1951531"/>
                  </a:lnTo>
                  <a:close/>
                  <a:moveTo>
                    <a:pt x="853650" y="1902487"/>
                  </a:moveTo>
                  <a:lnTo>
                    <a:pt x="868935" y="1864051"/>
                  </a:lnTo>
                  <a:lnTo>
                    <a:pt x="850267" y="1901848"/>
                  </a:lnTo>
                  <a:close/>
                  <a:moveTo>
                    <a:pt x="822007" y="1617405"/>
                  </a:moveTo>
                  <a:lnTo>
                    <a:pt x="813566" y="1549426"/>
                  </a:lnTo>
                  <a:lnTo>
                    <a:pt x="807273" y="1590509"/>
                  </a:lnTo>
                  <a:close/>
                  <a:moveTo>
                    <a:pt x="840020" y="1496754"/>
                  </a:moveTo>
                  <a:lnTo>
                    <a:pt x="813566" y="1549426"/>
                  </a:lnTo>
                  <a:lnTo>
                    <a:pt x="822007" y="1617405"/>
                  </a:lnTo>
                  <a:close/>
                  <a:moveTo>
                    <a:pt x="1774576" y="2419361"/>
                  </a:moveTo>
                  <a:lnTo>
                    <a:pt x="1799472" y="2362684"/>
                  </a:lnTo>
                  <a:lnTo>
                    <a:pt x="1806985" y="2424104"/>
                  </a:lnTo>
                  <a:close/>
                  <a:moveTo>
                    <a:pt x="733648" y="889128"/>
                  </a:moveTo>
                  <a:lnTo>
                    <a:pt x="704517" y="989961"/>
                  </a:lnTo>
                  <a:lnTo>
                    <a:pt x="735524" y="926590"/>
                  </a:lnTo>
                  <a:close/>
                  <a:moveTo>
                    <a:pt x="733988" y="884947"/>
                  </a:moveTo>
                  <a:lnTo>
                    <a:pt x="735524" y="926590"/>
                  </a:lnTo>
                  <a:lnTo>
                    <a:pt x="751411" y="886634"/>
                  </a:lnTo>
                  <a:close/>
                  <a:moveTo>
                    <a:pt x="733988" y="884947"/>
                  </a:moveTo>
                  <a:lnTo>
                    <a:pt x="751411" y="886634"/>
                  </a:lnTo>
                  <a:lnTo>
                    <a:pt x="797423" y="843461"/>
                  </a:lnTo>
                  <a:close/>
                  <a:moveTo>
                    <a:pt x="822014" y="805939"/>
                  </a:moveTo>
                  <a:lnTo>
                    <a:pt x="843160" y="799261"/>
                  </a:lnTo>
                  <a:lnTo>
                    <a:pt x="797423" y="843461"/>
                  </a:lnTo>
                  <a:close/>
                  <a:moveTo>
                    <a:pt x="822014" y="805939"/>
                  </a:moveTo>
                  <a:lnTo>
                    <a:pt x="862905" y="767502"/>
                  </a:lnTo>
                  <a:lnTo>
                    <a:pt x="843160" y="799261"/>
                  </a:lnTo>
                  <a:close/>
                  <a:moveTo>
                    <a:pt x="2182698" y="2248479"/>
                  </a:moveTo>
                  <a:lnTo>
                    <a:pt x="2070090" y="2321312"/>
                  </a:lnTo>
                  <a:lnTo>
                    <a:pt x="2132453" y="2275822"/>
                  </a:lnTo>
                  <a:close/>
                  <a:moveTo>
                    <a:pt x="2134860" y="2247374"/>
                  </a:moveTo>
                  <a:lnTo>
                    <a:pt x="2182698" y="2248479"/>
                  </a:lnTo>
                  <a:lnTo>
                    <a:pt x="2132453" y="2275822"/>
                  </a:lnTo>
                  <a:close/>
                  <a:moveTo>
                    <a:pt x="856286" y="685287"/>
                  </a:moveTo>
                  <a:lnTo>
                    <a:pt x="859135" y="747608"/>
                  </a:lnTo>
                  <a:lnTo>
                    <a:pt x="862905" y="767502"/>
                  </a:lnTo>
                  <a:close/>
                  <a:moveTo>
                    <a:pt x="948611" y="699668"/>
                  </a:moveTo>
                  <a:lnTo>
                    <a:pt x="859135" y="747608"/>
                  </a:lnTo>
                  <a:lnTo>
                    <a:pt x="856286" y="685287"/>
                  </a:lnTo>
                  <a:close/>
                  <a:moveTo>
                    <a:pt x="1815449" y="1551216"/>
                  </a:moveTo>
                  <a:lnTo>
                    <a:pt x="1844616" y="1512780"/>
                  </a:lnTo>
                  <a:lnTo>
                    <a:pt x="1833995" y="1565505"/>
                  </a:lnTo>
                  <a:close/>
                  <a:moveTo>
                    <a:pt x="757778" y="279553"/>
                  </a:moveTo>
                  <a:lnTo>
                    <a:pt x="743382" y="317990"/>
                  </a:lnTo>
                  <a:lnTo>
                    <a:pt x="801128" y="211709"/>
                  </a:lnTo>
                  <a:close/>
                  <a:moveTo>
                    <a:pt x="743382" y="317990"/>
                  </a:moveTo>
                  <a:lnTo>
                    <a:pt x="757880" y="265215"/>
                  </a:lnTo>
                  <a:lnTo>
                    <a:pt x="801128" y="211709"/>
                  </a:lnTo>
                  <a:close/>
                  <a:moveTo>
                    <a:pt x="801128" y="211709"/>
                  </a:moveTo>
                  <a:lnTo>
                    <a:pt x="838010" y="224822"/>
                  </a:lnTo>
                  <a:lnTo>
                    <a:pt x="821327" y="197339"/>
                  </a:lnTo>
                  <a:close/>
                  <a:moveTo>
                    <a:pt x="1286326" y="695948"/>
                  </a:moveTo>
                  <a:lnTo>
                    <a:pt x="1304039" y="698721"/>
                  </a:lnTo>
                  <a:lnTo>
                    <a:pt x="1351865" y="662333"/>
                  </a:lnTo>
                  <a:close/>
                  <a:moveTo>
                    <a:pt x="1315330" y="690629"/>
                  </a:moveTo>
                  <a:lnTo>
                    <a:pt x="1360575" y="652193"/>
                  </a:lnTo>
                  <a:lnTo>
                    <a:pt x="1351865" y="662333"/>
                  </a:lnTo>
                  <a:close/>
                  <a:moveTo>
                    <a:pt x="821327" y="197339"/>
                  </a:moveTo>
                  <a:lnTo>
                    <a:pt x="846512" y="166191"/>
                  </a:lnTo>
                  <a:lnTo>
                    <a:pt x="801128" y="211709"/>
                  </a:lnTo>
                  <a:close/>
                  <a:moveTo>
                    <a:pt x="821327" y="197339"/>
                  </a:moveTo>
                  <a:lnTo>
                    <a:pt x="871452" y="158902"/>
                  </a:lnTo>
                  <a:lnTo>
                    <a:pt x="846512" y="166191"/>
                  </a:lnTo>
                  <a:close/>
                  <a:moveTo>
                    <a:pt x="871452" y="158902"/>
                  </a:moveTo>
                  <a:lnTo>
                    <a:pt x="821327" y="197339"/>
                  </a:lnTo>
                  <a:lnTo>
                    <a:pt x="916896" y="150687"/>
                  </a:lnTo>
                  <a:close/>
                  <a:moveTo>
                    <a:pt x="821327" y="197339"/>
                  </a:moveTo>
                  <a:lnTo>
                    <a:pt x="863389" y="165835"/>
                  </a:lnTo>
                  <a:lnTo>
                    <a:pt x="916896" y="150687"/>
                  </a:lnTo>
                  <a:close/>
                  <a:moveTo>
                    <a:pt x="916896" y="150687"/>
                  </a:moveTo>
                  <a:lnTo>
                    <a:pt x="863389" y="165835"/>
                  </a:lnTo>
                  <a:lnTo>
                    <a:pt x="989571" y="143747"/>
                  </a:lnTo>
                  <a:close/>
                  <a:moveTo>
                    <a:pt x="916896" y="150687"/>
                  </a:moveTo>
                  <a:lnTo>
                    <a:pt x="989571" y="143747"/>
                  </a:lnTo>
                  <a:lnTo>
                    <a:pt x="930896" y="149307"/>
                  </a:lnTo>
                  <a:close/>
                  <a:moveTo>
                    <a:pt x="1178720" y="357082"/>
                  </a:moveTo>
                  <a:lnTo>
                    <a:pt x="1239608" y="306076"/>
                  </a:lnTo>
                  <a:lnTo>
                    <a:pt x="1289967" y="279158"/>
                  </a:lnTo>
                  <a:close/>
                  <a:moveTo>
                    <a:pt x="1262416" y="284896"/>
                  </a:moveTo>
                  <a:lnTo>
                    <a:pt x="1289967" y="279158"/>
                  </a:lnTo>
                  <a:lnTo>
                    <a:pt x="1239608" y="306076"/>
                  </a:lnTo>
                  <a:close/>
                  <a:moveTo>
                    <a:pt x="1262416" y="284896"/>
                  </a:moveTo>
                  <a:lnTo>
                    <a:pt x="1309159" y="246460"/>
                  </a:lnTo>
                  <a:lnTo>
                    <a:pt x="1289967" y="279158"/>
                  </a:lnTo>
                  <a:close/>
                  <a:moveTo>
                    <a:pt x="1309159" y="246460"/>
                  </a:moveTo>
                  <a:lnTo>
                    <a:pt x="1262416" y="284896"/>
                  </a:lnTo>
                  <a:lnTo>
                    <a:pt x="1341823" y="194381"/>
                  </a:lnTo>
                  <a:close/>
                  <a:moveTo>
                    <a:pt x="1309159" y="246460"/>
                  </a:moveTo>
                  <a:lnTo>
                    <a:pt x="1341823" y="194381"/>
                  </a:lnTo>
                  <a:lnTo>
                    <a:pt x="1392475" y="168559"/>
                  </a:lnTo>
                  <a:close/>
                  <a:moveTo>
                    <a:pt x="1392475" y="168559"/>
                  </a:moveTo>
                  <a:lnTo>
                    <a:pt x="1341823" y="194381"/>
                  </a:lnTo>
                  <a:lnTo>
                    <a:pt x="1455686" y="126235"/>
                  </a:lnTo>
                  <a:close/>
                  <a:moveTo>
                    <a:pt x="1455686" y="126235"/>
                  </a:moveTo>
                  <a:lnTo>
                    <a:pt x="1456030" y="125435"/>
                  </a:lnTo>
                  <a:lnTo>
                    <a:pt x="1445335" y="150990"/>
                  </a:lnTo>
                  <a:close/>
                  <a:moveTo>
                    <a:pt x="1486034" y="43593"/>
                  </a:moveTo>
                  <a:lnTo>
                    <a:pt x="1456030" y="125435"/>
                  </a:lnTo>
                  <a:lnTo>
                    <a:pt x="1456817" y="125808"/>
                  </a:lnTo>
                  <a:close/>
                  <a:moveTo>
                    <a:pt x="1569169" y="56671"/>
                  </a:moveTo>
                  <a:lnTo>
                    <a:pt x="1456030" y="125435"/>
                  </a:lnTo>
                  <a:lnTo>
                    <a:pt x="1486034" y="43593"/>
                  </a:lnTo>
                  <a:close/>
                  <a:moveTo>
                    <a:pt x="1464034" y="87371"/>
                  </a:moveTo>
                  <a:lnTo>
                    <a:pt x="1456030" y="125435"/>
                  </a:lnTo>
                  <a:lnTo>
                    <a:pt x="1495415" y="59570"/>
                  </a:lnTo>
                  <a:close/>
                  <a:moveTo>
                    <a:pt x="1569169" y="56671"/>
                  </a:moveTo>
                  <a:lnTo>
                    <a:pt x="1560993" y="601"/>
                  </a:lnTo>
                  <a:lnTo>
                    <a:pt x="1537041" y="0"/>
                  </a:lnTo>
                  <a:close/>
                  <a:moveTo>
                    <a:pt x="1495415" y="59570"/>
                  </a:moveTo>
                  <a:lnTo>
                    <a:pt x="1569169" y="56671"/>
                  </a:lnTo>
                  <a:lnTo>
                    <a:pt x="1537041" y="0"/>
                  </a:lnTo>
                  <a:close/>
                </a:path>
              </a:pathLst>
            </a:custGeom>
            <a:solidFill>
              <a:srgbClr val="D0D7DD"/>
            </a:solidFill>
            <a:ln w="1524">
              <a:solidFill>
                <a:srgbClr val="D0D7DD"/>
              </a:solidFill>
            </a:ln>
          </p:spPr>
        </p:sp>
        <p:sp>
          <p:nvSpPr>
            <p:cNvPr id="2091" name="Candidate_density__2090">
              <a:extLst>
                <a:ext uri="{FF2B5EF4-FFF2-40B4-BE49-F238E27FC236}">
                  <a16:creationId xmlns:a16="http://schemas.microsoft.com/office/drawing/2014/main" id="{CDBE5177-F576-3D7A-CE6E-247D3E247BC1}"/>
                </a:ext>
              </a:extLst>
            </p:cNvPr>
            <p:cNvSpPr>
              <a:spLocks noGrp="1"/>
            </p:cNvSpPr>
            <p:nvPr/>
          </p:nvSpPr>
          <p:spPr>
            <a:xfrm>
              <a:off x="4506300" y="1725669"/>
              <a:ext cx="2057252" cy="3131529"/>
            </a:xfrm>
            <a:custGeom>
              <a:avLst/>
              <a:gdLst/>
              <a:ahLst/>
              <a:cxnLst/>
              <a:rect l="0" t="0" r="0" b="0"/>
              <a:pathLst>
                <a:path w="2057252" h="3131529">
                  <a:moveTo>
                    <a:pt x="629770" y="3130584"/>
                  </a:moveTo>
                  <a:lnTo>
                    <a:pt x="630984" y="3131529"/>
                  </a:lnTo>
                  <a:lnTo>
                    <a:pt x="631651" y="3129836"/>
                  </a:lnTo>
                  <a:close/>
                  <a:moveTo>
                    <a:pt x="631651" y="3129836"/>
                  </a:moveTo>
                  <a:lnTo>
                    <a:pt x="630984" y="3131529"/>
                  </a:lnTo>
                  <a:lnTo>
                    <a:pt x="640383" y="3130584"/>
                  </a:lnTo>
                  <a:close/>
                  <a:moveTo>
                    <a:pt x="60441" y="2434426"/>
                  </a:moveTo>
                  <a:lnTo>
                    <a:pt x="0" y="2378975"/>
                  </a:lnTo>
                  <a:lnTo>
                    <a:pt x="45665" y="2390648"/>
                  </a:lnTo>
                  <a:close/>
                  <a:moveTo>
                    <a:pt x="60441" y="2434426"/>
                  </a:moveTo>
                  <a:lnTo>
                    <a:pt x="45665" y="2390648"/>
                  </a:lnTo>
                  <a:lnTo>
                    <a:pt x="14459" y="2472863"/>
                  </a:lnTo>
                  <a:close/>
                  <a:moveTo>
                    <a:pt x="335493" y="2388094"/>
                  </a:moveTo>
                  <a:lnTo>
                    <a:pt x="255968" y="2413631"/>
                  </a:lnTo>
                  <a:lnTo>
                    <a:pt x="329043" y="2408191"/>
                  </a:lnTo>
                  <a:close/>
                  <a:moveTo>
                    <a:pt x="335493" y="2388094"/>
                  </a:moveTo>
                  <a:lnTo>
                    <a:pt x="264067" y="2385569"/>
                  </a:lnTo>
                  <a:lnTo>
                    <a:pt x="255968" y="2413631"/>
                  </a:lnTo>
                  <a:close/>
                  <a:moveTo>
                    <a:pt x="358834" y="2304371"/>
                  </a:moveTo>
                  <a:lnTo>
                    <a:pt x="309236" y="2275338"/>
                  </a:lnTo>
                  <a:lnTo>
                    <a:pt x="335493" y="2388094"/>
                  </a:lnTo>
                  <a:close/>
                  <a:moveTo>
                    <a:pt x="210444" y="2128887"/>
                  </a:moveTo>
                  <a:lnTo>
                    <a:pt x="249512" y="2174293"/>
                  </a:lnTo>
                  <a:lnTo>
                    <a:pt x="177661" y="2149344"/>
                  </a:lnTo>
                  <a:close/>
                  <a:moveTo>
                    <a:pt x="249444" y="2197273"/>
                  </a:moveTo>
                  <a:lnTo>
                    <a:pt x="192246" y="2175384"/>
                  </a:lnTo>
                  <a:lnTo>
                    <a:pt x="177661" y="2149344"/>
                  </a:lnTo>
                  <a:close/>
                  <a:moveTo>
                    <a:pt x="235250" y="2193123"/>
                  </a:moveTo>
                  <a:lnTo>
                    <a:pt x="249444" y="2197273"/>
                  </a:lnTo>
                  <a:lnTo>
                    <a:pt x="177661" y="2149344"/>
                  </a:lnTo>
                  <a:close/>
                  <a:moveTo>
                    <a:pt x="260824" y="2193123"/>
                  </a:moveTo>
                  <a:lnTo>
                    <a:pt x="210444" y="2128887"/>
                  </a:lnTo>
                  <a:lnTo>
                    <a:pt x="208332" y="2149344"/>
                  </a:lnTo>
                  <a:close/>
                  <a:moveTo>
                    <a:pt x="208332" y="2149344"/>
                  </a:moveTo>
                  <a:lnTo>
                    <a:pt x="192246" y="2175384"/>
                  </a:lnTo>
                  <a:lnTo>
                    <a:pt x="260824" y="2193123"/>
                  </a:lnTo>
                  <a:close/>
                  <a:moveTo>
                    <a:pt x="244586" y="1940671"/>
                  </a:moveTo>
                  <a:lnTo>
                    <a:pt x="211770" y="1927625"/>
                  </a:lnTo>
                  <a:lnTo>
                    <a:pt x="321197" y="1990256"/>
                  </a:lnTo>
                  <a:close/>
                  <a:moveTo>
                    <a:pt x="321197" y="1990256"/>
                  </a:moveTo>
                  <a:lnTo>
                    <a:pt x="211770" y="1927625"/>
                  </a:lnTo>
                  <a:lnTo>
                    <a:pt x="198644" y="1946478"/>
                  </a:lnTo>
                  <a:close/>
                  <a:moveTo>
                    <a:pt x="1082203" y="2805729"/>
                  </a:moveTo>
                  <a:lnTo>
                    <a:pt x="1167387" y="2856186"/>
                  </a:lnTo>
                  <a:lnTo>
                    <a:pt x="1138162" y="2837138"/>
                  </a:lnTo>
                  <a:close/>
                  <a:moveTo>
                    <a:pt x="372511" y="1709901"/>
                  </a:moveTo>
                  <a:lnTo>
                    <a:pt x="325977" y="1705174"/>
                  </a:lnTo>
                  <a:lnTo>
                    <a:pt x="323925" y="1696853"/>
                  </a:lnTo>
                  <a:close/>
                  <a:moveTo>
                    <a:pt x="1422491" y="2810949"/>
                  </a:moveTo>
                  <a:lnTo>
                    <a:pt x="1401924" y="2779313"/>
                  </a:lnTo>
                  <a:lnTo>
                    <a:pt x="1405780" y="2786546"/>
                  </a:lnTo>
                  <a:close/>
                  <a:moveTo>
                    <a:pt x="432926" y="1568736"/>
                  </a:moveTo>
                  <a:lnTo>
                    <a:pt x="498964" y="1625371"/>
                  </a:lnTo>
                  <a:lnTo>
                    <a:pt x="504883" y="1628302"/>
                  </a:lnTo>
                  <a:close/>
                  <a:moveTo>
                    <a:pt x="504883" y="1628302"/>
                  </a:moveTo>
                  <a:lnTo>
                    <a:pt x="474395" y="1596969"/>
                  </a:lnTo>
                  <a:lnTo>
                    <a:pt x="432926" y="1568736"/>
                  </a:lnTo>
                  <a:close/>
                  <a:moveTo>
                    <a:pt x="1224844" y="2349988"/>
                  </a:moveTo>
                  <a:lnTo>
                    <a:pt x="1293019" y="2355154"/>
                  </a:lnTo>
                  <a:lnTo>
                    <a:pt x="1238681" y="2286022"/>
                  </a:lnTo>
                  <a:close/>
                  <a:moveTo>
                    <a:pt x="1231354" y="2261305"/>
                  </a:moveTo>
                  <a:lnTo>
                    <a:pt x="1224844" y="2349988"/>
                  </a:lnTo>
                  <a:lnTo>
                    <a:pt x="1238681" y="2286022"/>
                  </a:lnTo>
                  <a:close/>
                  <a:moveTo>
                    <a:pt x="1313496" y="2289761"/>
                  </a:moveTo>
                  <a:lnTo>
                    <a:pt x="1231354" y="2261305"/>
                  </a:lnTo>
                  <a:lnTo>
                    <a:pt x="1238681" y="2286022"/>
                  </a:lnTo>
                  <a:close/>
                  <a:moveTo>
                    <a:pt x="1087128" y="2101080"/>
                  </a:moveTo>
                  <a:lnTo>
                    <a:pt x="1151764" y="2178934"/>
                  </a:lnTo>
                  <a:lnTo>
                    <a:pt x="1152634" y="2165371"/>
                  </a:lnTo>
                  <a:close/>
                  <a:moveTo>
                    <a:pt x="1152634" y="2165371"/>
                  </a:moveTo>
                  <a:lnTo>
                    <a:pt x="1127553" y="2151868"/>
                  </a:lnTo>
                  <a:lnTo>
                    <a:pt x="1087128" y="2101080"/>
                  </a:lnTo>
                  <a:close/>
                  <a:moveTo>
                    <a:pt x="681452" y="1598599"/>
                  </a:moveTo>
                  <a:lnTo>
                    <a:pt x="736675" y="1603663"/>
                  </a:lnTo>
                  <a:lnTo>
                    <a:pt x="685436" y="1589865"/>
                  </a:lnTo>
                  <a:close/>
                  <a:moveTo>
                    <a:pt x="681452" y="1598599"/>
                  </a:moveTo>
                  <a:lnTo>
                    <a:pt x="671794" y="1589865"/>
                  </a:lnTo>
                  <a:lnTo>
                    <a:pt x="683434" y="1686446"/>
                  </a:lnTo>
                  <a:close/>
                  <a:moveTo>
                    <a:pt x="538261" y="1543693"/>
                  </a:moveTo>
                  <a:lnTo>
                    <a:pt x="487554" y="1524325"/>
                  </a:lnTo>
                  <a:lnTo>
                    <a:pt x="595834" y="1596980"/>
                  </a:lnTo>
                  <a:close/>
                  <a:moveTo>
                    <a:pt x="571151" y="1464861"/>
                  </a:moveTo>
                  <a:lnTo>
                    <a:pt x="499858" y="1425435"/>
                  </a:lnTo>
                  <a:lnTo>
                    <a:pt x="538261" y="1543693"/>
                  </a:lnTo>
                  <a:close/>
                  <a:moveTo>
                    <a:pt x="538261" y="1543693"/>
                  </a:moveTo>
                  <a:lnTo>
                    <a:pt x="499858" y="1425435"/>
                  </a:lnTo>
                  <a:lnTo>
                    <a:pt x="483485" y="1427540"/>
                  </a:lnTo>
                  <a:close/>
                  <a:moveTo>
                    <a:pt x="623585" y="1434826"/>
                  </a:moveTo>
                  <a:lnTo>
                    <a:pt x="571151" y="1464861"/>
                  </a:lnTo>
                  <a:lnTo>
                    <a:pt x="538261" y="1543693"/>
                  </a:lnTo>
                  <a:close/>
                  <a:moveTo>
                    <a:pt x="623585" y="1434826"/>
                  </a:moveTo>
                  <a:lnTo>
                    <a:pt x="538261" y="1543693"/>
                  </a:lnTo>
                  <a:lnTo>
                    <a:pt x="656914" y="1507822"/>
                  </a:lnTo>
                  <a:close/>
                  <a:moveTo>
                    <a:pt x="1088527" y="2083155"/>
                  </a:moveTo>
                  <a:lnTo>
                    <a:pt x="1024895" y="2000941"/>
                  </a:lnTo>
                  <a:lnTo>
                    <a:pt x="1050710" y="2030595"/>
                  </a:lnTo>
                  <a:close/>
                  <a:moveTo>
                    <a:pt x="1386532" y="2291365"/>
                  </a:moveTo>
                  <a:lnTo>
                    <a:pt x="1402645" y="2344417"/>
                  </a:lnTo>
                  <a:lnTo>
                    <a:pt x="1455520" y="2326904"/>
                  </a:lnTo>
                  <a:close/>
                  <a:moveTo>
                    <a:pt x="1386532" y="2291365"/>
                  </a:moveTo>
                  <a:lnTo>
                    <a:pt x="1378642" y="2329801"/>
                  </a:lnTo>
                  <a:lnTo>
                    <a:pt x="1402645" y="2344417"/>
                  </a:lnTo>
                  <a:close/>
                  <a:moveTo>
                    <a:pt x="1378642" y="2329801"/>
                  </a:moveTo>
                  <a:lnTo>
                    <a:pt x="1386532" y="2291365"/>
                  </a:lnTo>
                  <a:lnTo>
                    <a:pt x="1313496" y="2289761"/>
                  </a:lnTo>
                  <a:close/>
                  <a:moveTo>
                    <a:pt x="1386532" y="2291365"/>
                  </a:moveTo>
                  <a:lnTo>
                    <a:pt x="1369183" y="2282765"/>
                  </a:lnTo>
                  <a:lnTo>
                    <a:pt x="1313496" y="2289761"/>
                  </a:lnTo>
                  <a:close/>
                  <a:moveTo>
                    <a:pt x="1455520" y="2326904"/>
                  </a:moveTo>
                  <a:lnTo>
                    <a:pt x="1402645" y="2344417"/>
                  </a:lnTo>
                  <a:lnTo>
                    <a:pt x="1536570" y="2351284"/>
                  </a:lnTo>
                  <a:close/>
                  <a:moveTo>
                    <a:pt x="1231354" y="2261305"/>
                  </a:moveTo>
                  <a:lnTo>
                    <a:pt x="1313496" y="2289761"/>
                  </a:lnTo>
                  <a:lnTo>
                    <a:pt x="1369183" y="2282765"/>
                  </a:lnTo>
                  <a:close/>
                  <a:moveTo>
                    <a:pt x="1172095" y="2103199"/>
                  </a:moveTo>
                  <a:lnTo>
                    <a:pt x="1152634" y="2165371"/>
                  </a:lnTo>
                  <a:lnTo>
                    <a:pt x="1209687" y="2062033"/>
                  </a:lnTo>
                  <a:close/>
                  <a:moveTo>
                    <a:pt x="1209687" y="2062033"/>
                  </a:moveTo>
                  <a:lnTo>
                    <a:pt x="1152634" y="2165371"/>
                  </a:lnTo>
                  <a:lnTo>
                    <a:pt x="1233375" y="2142868"/>
                  </a:lnTo>
                  <a:close/>
                  <a:moveTo>
                    <a:pt x="1143755" y="2044719"/>
                  </a:moveTo>
                  <a:lnTo>
                    <a:pt x="1088527" y="2083155"/>
                  </a:lnTo>
                  <a:lnTo>
                    <a:pt x="1127553" y="2151868"/>
                  </a:lnTo>
                  <a:close/>
                  <a:moveTo>
                    <a:pt x="857156" y="1483010"/>
                  </a:moveTo>
                  <a:lnTo>
                    <a:pt x="854134" y="1568762"/>
                  </a:lnTo>
                  <a:lnTo>
                    <a:pt x="854945" y="1551429"/>
                  </a:lnTo>
                  <a:close/>
                  <a:moveTo>
                    <a:pt x="284131" y="1068059"/>
                  </a:moveTo>
                  <a:lnTo>
                    <a:pt x="311489" y="1051344"/>
                  </a:lnTo>
                  <a:lnTo>
                    <a:pt x="227853" y="1017298"/>
                  </a:lnTo>
                  <a:close/>
                  <a:moveTo>
                    <a:pt x="967725" y="1715859"/>
                  </a:moveTo>
                  <a:lnTo>
                    <a:pt x="966914" y="1737851"/>
                  </a:lnTo>
                  <a:lnTo>
                    <a:pt x="1001958" y="1745746"/>
                  </a:lnTo>
                  <a:close/>
                  <a:moveTo>
                    <a:pt x="985001" y="1682345"/>
                  </a:moveTo>
                  <a:lnTo>
                    <a:pt x="966914" y="1737851"/>
                  </a:lnTo>
                  <a:lnTo>
                    <a:pt x="967725" y="1715859"/>
                  </a:lnTo>
                  <a:close/>
                  <a:moveTo>
                    <a:pt x="1686521" y="2538010"/>
                  </a:moveTo>
                  <a:lnTo>
                    <a:pt x="1742363" y="2563393"/>
                  </a:lnTo>
                  <a:lnTo>
                    <a:pt x="1723997" y="2558182"/>
                  </a:lnTo>
                  <a:close/>
                  <a:moveTo>
                    <a:pt x="1640135" y="2254731"/>
                  </a:moveTo>
                  <a:lnTo>
                    <a:pt x="1536570" y="2351284"/>
                  </a:lnTo>
                  <a:lnTo>
                    <a:pt x="1612086" y="2354965"/>
                  </a:lnTo>
                  <a:close/>
                  <a:moveTo>
                    <a:pt x="1346538" y="2011368"/>
                  </a:moveTo>
                  <a:lnTo>
                    <a:pt x="1355294" y="2015636"/>
                  </a:lnTo>
                  <a:lnTo>
                    <a:pt x="1337790" y="2006283"/>
                  </a:lnTo>
                  <a:close/>
                  <a:moveTo>
                    <a:pt x="1225463" y="1759638"/>
                  </a:moveTo>
                  <a:lnTo>
                    <a:pt x="1232492" y="1835157"/>
                  </a:lnTo>
                  <a:lnTo>
                    <a:pt x="1204824" y="1880289"/>
                  </a:lnTo>
                  <a:close/>
                  <a:moveTo>
                    <a:pt x="1001958" y="1745746"/>
                  </a:moveTo>
                  <a:lnTo>
                    <a:pt x="1121629" y="1699315"/>
                  </a:lnTo>
                  <a:lnTo>
                    <a:pt x="1056688" y="1735173"/>
                  </a:lnTo>
                  <a:close/>
                  <a:moveTo>
                    <a:pt x="1001958" y="1745746"/>
                  </a:moveTo>
                  <a:lnTo>
                    <a:pt x="945352" y="1694788"/>
                  </a:lnTo>
                  <a:lnTo>
                    <a:pt x="967725" y="1715859"/>
                  </a:lnTo>
                  <a:close/>
                  <a:moveTo>
                    <a:pt x="578980" y="1110221"/>
                  </a:moveTo>
                  <a:lnTo>
                    <a:pt x="611406" y="1121509"/>
                  </a:lnTo>
                  <a:lnTo>
                    <a:pt x="571968" y="1037512"/>
                  </a:lnTo>
                  <a:close/>
                  <a:moveTo>
                    <a:pt x="626054" y="1019702"/>
                  </a:moveTo>
                  <a:lnTo>
                    <a:pt x="640538" y="1020676"/>
                  </a:lnTo>
                  <a:lnTo>
                    <a:pt x="640878" y="1016495"/>
                  </a:lnTo>
                  <a:close/>
                  <a:moveTo>
                    <a:pt x="243501" y="700722"/>
                  </a:moveTo>
                  <a:lnTo>
                    <a:pt x="321790" y="697666"/>
                  </a:lnTo>
                  <a:lnTo>
                    <a:pt x="248545" y="664263"/>
                  </a:lnTo>
                  <a:close/>
                  <a:moveTo>
                    <a:pt x="321790" y="697666"/>
                  </a:moveTo>
                  <a:lnTo>
                    <a:pt x="329518" y="688347"/>
                  </a:lnTo>
                  <a:lnTo>
                    <a:pt x="248545" y="664263"/>
                  </a:lnTo>
                  <a:close/>
                  <a:moveTo>
                    <a:pt x="1909823" y="2480435"/>
                  </a:moveTo>
                  <a:lnTo>
                    <a:pt x="1878505" y="2461137"/>
                  </a:lnTo>
                  <a:lnTo>
                    <a:pt x="1800233" y="2564556"/>
                  </a:lnTo>
                  <a:close/>
                  <a:moveTo>
                    <a:pt x="1355294" y="2015636"/>
                  </a:moveTo>
                  <a:lnTo>
                    <a:pt x="1447053" y="2080050"/>
                  </a:lnTo>
                  <a:lnTo>
                    <a:pt x="1490010" y="2025454"/>
                  </a:lnTo>
                  <a:close/>
                  <a:moveTo>
                    <a:pt x="1414084" y="1816862"/>
                  </a:moveTo>
                  <a:lnTo>
                    <a:pt x="1511661" y="1885631"/>
                  </a:lnTo>
                  <a:lnTo>
                    <a:pt x="1518877" y="1892351"/>
                  </a:lnTo>
                  <a:close/>
                  <a:moveTo>
                    <a:pt x="1223364" y="1750638"/>
                  </a:moveTo>
                  <a:lnTo>
                    <a:pt x="1121629" y="1699315"/>
                  </a:lnTo>
                  <a:lnTo>
                    <a:pt x="1193769" y="1759638"/>
                  </a:lnTo>
                  <a:close/>
                  <a:moveTo>
                    <a:pt x="1124758" y="1670118"/>
                  </a:moveTo>
                  <a:lnTo>
                    <a:pt x="1121629" y="1699315"/>
                  </a:lnTo>
                  <a:lnTo>
                    <a:pt x="1223364" y="1750638"/>
                  </a:lnTo>
                  <a:close/>
                  <a:moveTo>
                    <a:pt x="1197746" y="1671373"/>
                  </a:moveTo>
                  <a:lnTo>
                    <a:pt x="1124758" y="1670118"/>
                  </a:lnTo>
                  <a:lnTo>
                    <a:pt x="1223364" y="1750638"/>
                  </a:lnTo>
                  <a:close/>
                  <a:moveTo>
                    <a:pt x="1223364" y="1750638"/>
                  </a:moveTo>
                  <a:lnTo>
                    <a:pt x="1232492" y="1835157"/>
                  </a:lnTo>
                  <a:lnTo>
                    <a:pt x="1225463" y="1759638"/>
                  </a:lnTo>
                  <a:close/>
                  <a:moveTo>
                    <a:pt x="1197746" y="1671373"/>
                  </a:moveTo>
                  <a:lnTo>
                    <a:pt x="1225463" y="1759638"/>
                  </a:lnTo>
                  <a:lnTo>
                    <a:pt x="1205406" y="1677422"/>
                  </a:lnTo>
                  <a:close/>
                  <a:moveTo>
                    <a:pt x="1197746" y="1671373"/>
                  </a:moveTo>
                  <a:lnTo>
                    <a:pt x="1223364" y="1750638"/>
                  </a:lnTo>
                  <a:lnTo>
                    <a:pt x="1225463" y="1759638"/>
                  </a:lnTo>
                  <a:close/>
                  <a:moveTo>
                    <a:pt x="1124758" y="1670118"/>
                  </a:moveTo>
                  <a:lnTo>
                    <a:pt x="1197746" y="1671373"/>
                  </a:lnTo>
                  <a:lnTo>
                    <a:pt x="1211232" y="1560317"/>
                  </a:lnTo>
                  <a:close/>
                  <a:moveTo>
                    <a:pt x="1211232" y="1560317"/>
                  </a:moveTo>
                  <a:lnTo>
                    <a:pt x="1197746" y="1671373"/>
                  </a:lnTo>
                  <a:lnTo>
                    <a:pt x="1263685" y="1578264"/>
                  </a:lnTo>
                  <a:close/>
                  <a:moveTo>
                    <a:pt x="1038439" y="1579610"/>
                  </a:moveTo>
                  <a:lnTo>
                    <a:pt x="1085633" y="1501742"/>
                  </a:lnTo>
                  <a:lnTo>
                    <a:pt x="1021867" y="1492991"/>
                  </a:lnTo>
                  <a:close/>
                  <a:moveTo>
                    <a:pt x="571211" y="1016445"/>
                  </a:moveTo>
                  <a:lnTo>
                    <a:pt x="640878" y="1016495"/>
                  </a:lnTo>
                  <a:lnTo>
                    <a:pt x="594521" y="906632"/>
                  </a:lnTo>
                  <a:close/>
                  <a:moveTo>
                    <a:pt x="535727" y="845108"/>
                  </a:moveTo>
                  <a:lnTo>
                    <a:pt x="541090" y="937487"/>
                  </a:lnTo>
                  <a:lnTo>
                    <a:pt x="502259" y="911816"/>
                  </a:lnTo>
                  <a:close/>
                  <a:moveTo>
                    <a:pt x="1909823" y="2480435"/>
                  </a:moveTo>
                  <a:lnTo>
                    <a:pt x="1926971" y="2461137"/>
                  </a:lnTo>
                  <a:lnTo>
                    <a:pt x="1916863" y="2451216"/>
                  </a:lnTo>
                  <a:close/>
                  <a:moveTo>
                    <a:pt x="1976979" y="2452860"/>
                  </a:moveTo>
                  <a:lnTo>
                    <a:pt x="1916863" y="2451216"/>
                  </a:lnTo>
                  <a:lnTo>
                    <a:pt x="1926971" y="2461137"/>
                  </a:lnTo>
                  <a:close/>
                  <a:moveTo>
                    <a:pt x="2007449" y="2422700"/>
                  </a:moveTo>
                  <a:lnTo>
                    <a:pt x="1930453" y="2340486"/>
                  </a:lnTo>
                  <a:lnTo>
                    <a:pt x="1976979" y="2452860"/>
                  </a:lnTo>
                  <a:close/>
                  <a:moveTo>
                    <a:pt x="1445269" y="1791510"/>
                  </a:moveTo>
                  <a:lnTo>
                    <a:pt x="1437988" y="1830950"/>
                  </a:lnTo>
                  <a:lnTo>
                    <a:pt x="1496060" y="1847195"/>
                  </a:lnTo>
                  <a:close/>
                  <a:moveTo>
                    <a:pt x="2008375" y="2237228"/>
                  </a:moveTo>
                  <a:lnTo>
                    <a:pt x="2057252" y="2258084"/>
                  </a:lnTo>
                  <a:lnTo>
                    <a:pt x="1970341" y="2168056"/>
                  </a:lnTo>
                  <a:close/>
                  <a:moveTo>
                    <a:pt x="1254552" y="1151038"/>
                  </a:moveTo>
                  <a:lnTo>
                    <a:pt x="1280563" y="1264267"/>
                  </a:lnTo>
                  <a:lnTo>
                    <a:pt x="1301745" y="1169817"/>
                  </a:lnTo>
                  <a:close/>
                  <a:moveTo>
                    <a:pt x="1414933" y="1115527"/>
                  </a:moveTo>
                  <a:lnTo>
                    <a:pt x="1363579" y="1233253"/>
                  </a:lnTo>
                  <a:lnTo>
                    <a:pt x="1419051" y="1212271"/>
                  </a:lnTo>
                  <a:close/>
                  <a:moveTo>
                    <a:pt x="1680912" y="1320810"/>
                  </a:moveTo>
                  <a:lnTo>
                    <a:pt x="1697360" y="1319124"/>
                  </a:lnTo>
                  <a:lnTo>
                    <a:pt x="1640886" y="1253198"/>
                  </a:lnTo>
                  <a:close/>
                  <a:moveTo>
                    <a:pt x="1640886" y="1253198"/>
                  </a:moveTo>
                  <a:lnTo>
                    <a:pt x="1680785" y="1320606"/>
                  </a:lnTo>
                  <a:lnTo>
                    <a:pt x="1680912" y="1320810"/>
                  </a:lnTo>
                  <a:close/>
                  <a:moveTo>
                    <a:pt x="1433349" y="1074165"/>
                  </a:moveTo>
                  <a:lnTo>
                    <a:pt x="1414386" y="1097100"/>
                  </a:lnTo>
                  <a:lnTo>
                    <a:pt x="1338828" y="1016714"/>
                  </a:lnTo>
                  <a:close/>
                  <a:moveTo>
                    <a:pt x="1020331" y="593409"/>
                  </a:moveTo>
                  <a:lnTo>
                    <a:pt x="1096476" y="592097"/>
                  </a:lnTo>
                  <a:lnTo>
                    <a:pt x="1067052" y="515926"/>
                  </a:lnTo>
                  <a:close/>
                  <a:moveTo>
                    <a:pt x="1020331" y="593409"/>
                  </a:moveTo>
                  <a:lnTo>
                    <a:pt x="1067052" y="515926"/>
                  </a:lnTo>
                  <a:lnTo>
                    <a:pt x="998583" y="510998"/>
                  </a:lnTo>
                  <a:close/>
                  <a:moveTo>
                    <a:pt x="925295" y="446557"/>
                  </a:moveTo>
                  <a:lnTo>
                    <a:pt x="998583" y="510998"/>
                  </a:lnTo>
                  <a:lnTo>
                    <a:pt x="1004833" y="465281"/>
                  </a:lnTo>
                  <a:close/>
                  <a:moveTo>
                    <a:pt x="998583" y="510998"/>
                  </a:moveTo>
                  <a:lnTo>
                    <a:pt x="1067052" y="515926"/>
                  </a:lnTo>
                  <a:lnTo>
                    <a:pt x="1004833" y="465281"/>
                  </a:lnTo>
                  <a:close/>
                  <a:moveTo>
                    <a:pt x="757668" y="285397"/>
                  </a:moveTo>
                  <a:lnTo>
                    <a:pt x="689097" y="280551"/>
                  </a:lnTo>
                  <a:lnTo>
                    <a:pt x="689624" y="337940"/>
                  </a:lnTo>
                  <a:close/>
                  <a:moveTo>
                    <a:pt x="823785" y="282235"/>
                  </a:moveTo>
                  <a:lnTo>
                    <a:pt x="839996" y="252014"/>
                  </a:lnTo>
                  <a:lnTo>
                    <a:pt x="782077" y="189749"/>
                  </a:lnTo>
                  <a:close/>
                  <a:moveTo>
                    <a:pt x="882064" y="284925"/>
                  </a:moveTo>
                  <a:lnTo>
                    <a:pt x="927753" y="334229"/>
                  </a:lnTo>
                  <a:lnTo>
                    <a:pt x="919445" y="314559"/>
                  </a:lnTo>
                  <a:close/>
                  <a:moveTo>
                    <a:pt x="839996" y="252014"/>
                  </a:moveTo>
                  <a:lnTo>
                    <a:pt x="882064" y="284925"/>
                  </a:lnTo>
                  <a:lnTo>
                    <a:pt x="891836" y="295792"/>
                  </a:lnTo>
                  <a:close/>
                  <a:moveTo>
                    <a:pt x="1125943" y="257356"/>
                  </a:moveTo>
                  <a:lnTo>
                    <a:pt x="1068779" y="213577"/>
                  </a:lnTo>
                  <a:lnTo>
                    <a:pt x="1066254" y="175141"/>
                  </a:lnTo>
                  <a:close/>
                  <a:moveTo>
                    <a:pt x="1022967" y="131362"/>
                  </a:moveTo>
                  <a:lnTo>
                    <a:pt x="1005687" y="104853"/>
                  </a:lnTo>
                  <a:lnTo>
                    <a:pt x="1066254" y="175141"/>
                  </a:lnTo>
                  <a:close/>
                  <a:moveTo>
                    <a:pt x="1068779" y="213577"/>
                  </a:moveTo>
                  <a:lnTo>
                    <a:pt x="1022967" y="131362"/>
                  </a:lnTo>
                  <a:lnTo>
                    <a:pt x="1066254" y="175141"/>
                  </a:lnTo>
                  <a:close/>
                  <a:moveTo>
                    <a:pt x="1214962" y="47995"/>
                  </a:moveTo>
                  <a:lnTo>
                    <a:pt x="1160605" y="0"/>
                  </a:lnTo>
                  <a:lnTo>
                    <a:pt x="1219455" y="54489"/>
                  </a:lnTo>
                  <a:close/>
                  <a:moveTo>
                    <a:pt x="1214962" y="47995"/>
                  </a:moveTo>
                  <a:lnTo>
                    <a:pt x="1220196" y="51647"/>
                  </a:lnTo>
                  <a:lnTo>
                    <a:pt x="1166289" y="34880"/>
                  </a:lnTo>
                  <a:close/>
                  <a:moveTo>
                    <a:pt x="1629020" y="261924"/>
                  </a:moveTo>
                  <a:lnTo>
                    <a:pt x="1626294" y="262698"/>
                  </a:lnTo>
                  <a:lnTo>
                    <a:pt x="1687045" y="314843"/>
                  </a:lnTo>
                  <a:close/>
                  <a:moveTo>
                    <a:pt x="1629020" y="261924"/>
                  </a:moveTo>
                  <a:lnTo>
                    <a:pt x="1681861" y="344913"/>
                  </a:lnTo>
                  <a:lnTo>
                    <a:pt x="1628895" y="262698"/>
                  </a:lnTo>
                  <a:close/>
                </a:path>
              </a:pathLst>
            </a:custGeom>
            <a:solidFill>
              <a:srgbClr val="DCE1E6"/>
            </a:solidFill>
            <a:ln w="1524">
              <a:solidFill>
                <a:srgbClr val="DCE1E6"/>
              </a:solidFill>
            </a:ln>
          </p:spPr>
        </p:sp>
        <p:sp>
          <p:nvSpPr>
            <p:cNvPr id="2092" name="Candidate_density__2091">
              <a:extLst>
                <a:ext uri="{FF2B5EF4-FFF2-40B4-BE49-F238E27FC236}">
                  <a16:creationId xmlns:a16="http://schemas.microsoft.com/office/drawing/2014/main" id="{695C3306-A225-FD76-84A2-00595FD38581}"/>
                </a:ext>
              </a:extLst>
            </p:cNvPr>
            <p:cNvSpPr>
              <a:spLocks noGrp="1"/>
            </p:cNvSpPr>
            <p:nvPr/>
          </p:nvSpPr>
          <p:spPr>
            <a:xfrm>
              <a:off x="3962283" y="1496742"/>
              <a:ext cx="2580258" cy="3359511"/>
            </a:xfrm>
            <a:custGeom>
              <a:avLst/>
              <a:gdLst/>
              <a:ahLst/>
              <a:cxnLst/>
              <a:rect l="0" t="0" r="0" b="0"/>
              <a:pathLst>
                <a:path w="2580258" h="3359511">
                  <a:moveTo>
                    <a:pt x="1191235" y="3238860"/>
                  </a:moveTo>
                  <a:lnTo>
                    <a:pt x="1175667" y="3358763"/>
                  </a:lnTo>
                  <a:lnTo>
                    <a:pt x="1203551" y="3251998"/>
                  </a:lnTo>
                  <a:close/>
                  <a:moveTo>
                    <a:pt x="1094875" y="3277296"/>
                  </a:moveTo>
                  <a:lnTo>
                    <a:pt x="1173786" y="3359511"/>
                  </a:lnTo>
                  <a:lnTo>
                    <a:pt x="1191235" y="3238860"/>
                  </a:lnTo>
                  <a:close/>
                  <a:moveTo>
                    <a:pt x="1191235" y="3238860"/>
                  </a:moveTo>
                  <a:lnTo>
                    <a:pt x="1203551" y="3251998"/>
                  </a:lnTo>
                  <a:lnTo>
                    <a:pt x="1204081" y="3235572"/>
                  </a:lnTo>
                  <a:close/>
                  <a:moveTo>
                    <a:pt x="1288656" y="3227406"/>
                  </a:moveTo>
                  <a:lnTo>
                    <a:pt x="1204081" y="3235572"/>
                  </a:lnTo>
                  <a:lnTo>
                    <a:pt x="1203551" y="3251998"/>
                  </a:lnTo>
                  <a:close/>
                  <a:moveTo>
                    <a:pt x="1204081" y="3235572"/>
                  </a:moveTo>
                  <a:lnTo>
                    <a:pt x="1288656" y="3227406"/>
                  </a:lnTo>
                  <a:lnTo>
                    <a:pt x="1274906" y="3138492"/>
                  </a:lnTo>
                  <a:close/>
                  <a:moveTo>
                    <a:pt x="1204081" y="3235572"/>
                  </a:moveTo>
                  <a:lnTo>
                    <a:pt x="1274906" y="3138492"/>
                  </a:lnTo>
                  <a:lnTo>
                    <a:pt x="1179382" y="3155559"/>
                  </a:lnTo>
                  <a:close/>
                  <a:moveTo>
                    <a:pt x="772414" y="2324276"/>
                  </a:moveTo>
                  <a:lnTo>
                    <a:pt x="811885" y="2311130"/>
                  </a:lnTo>
                  <a:lnTo>
                    <a:pt x="785706" y="2257621"/>
                  </a:lnTo>
                  <a:close/>
                  <a:moveTo>
                    <a:pt x="785706" y="2257621"/>
                  </a:moveTo>
                  <a:lnTo>
                    <a:pt x="828323" y="2301399"/>
                  </a:lnTo>
                  <a:lnTo>
                    <a:pt x="865213" y="2219184"/>
                  </a:lnTo>
                  <a:close/>
                  <a:moveTo>
                    <a:pt x="511317" y="1808108"/>
                  </a:moveTo>
                  <a:lnTo>
                    <a:pt x="534625" y="1777336"/>
                  </a:lnTo>
                  <a:lnTo>
                    <a:pt x="453438" y="1764330"/>
                  </a:lnTo>
                  <a:close/>
                  <a:moveTo>
                    <a:pt x="0" y="1245834"/>
                  </a:moveTo>
                  <a:lnTo>
                    <a:pt x="58081" y="1232603"/>
                  </a:lnTo>
                  <a:lnTo>
                    <a:pt x="9986" y="1209085"/>
                  </a:lnTo>
                  <a:close/>
                  <a:moveTo>
                    <a:pt x="0" y="1245834"/>
                  </a:moveTo>
                  <a:lnTo>
                    <a:pt x="25214" y="1266020"/>
                  </a:lnTo>
                  <a:lnTo>
                    <a:pt x="58081" y="1232603"/>
                  </a:lnTo>
                  <a:close/>
                  <a:moveTo>
                    <a:pt x="854491" y="1922085"/>
                  </a:moveTo>
                  <a:lnTo>
                    <a:pt x="736313" y="1972539"/>
                  </a:lnTo>
                  <a:lnTo>
                    <a:pt x="834097" y="1934102"/>
                  </a:lnTo>
                  <a:close/>
                  <a:moveTo>
                    <a:pt x="1723064" y="2964462"/>
                  </a:moveTo>
                  <a:lnTo>
                    <a:pt x="1700474" y="2882247"/>
                  </a:lnTo>
                  <a:lnTo>
                    <a:pt x="1729618" y="2964781"/>
                  </a:lnTo>
                  <a:close/>
                  <a:moveTo>
                    <a:pt x="1729618" y="2964781"/>
                  </a:moveTo>
                  <a:lnTo>
                    <a:pt x="1700474" y="2882247"/>
                  </a:lnTo>
                  <a:lnTo>
                    <a:pt x="1740878" y="2901941"/>
                  </a:lnTo>
                  <a:close/>
                  <a:moveTo>
                    <a:pt x="1697998" y="2976302"/>
                  </a:moveTo>
                  <a:lnTo>
                    <a:pt x="1723064" y="2964462"/>
                  </a:lnTo>
                  <a:lnTo>
                    <a:pt x="1729618" y="2964781"/>
                  </a:lnTo>
                  <a:close/>
                  <a:moveTo>
                    <a:pt x="1729618" y="2964781"/>
                  </a:moveTo>
                  <a:lnTo>
                    <a:pt x="1689625" y="2920683"/>
                  </a:lnTo>
                  <a:lnTo>
                    <a:pt x="1686352" y="2885677"/>
                  </a:lnTo>
                  <a:close/>
                  <a:moveTo>
                    <a:pt x="1686352" y="2885677"/>
                  </a:moveTo>
                  <a:lnTo>
                    <a:pt x="1697998" y="2976302"/>
                  </a:lnTo>
                  <a:lnTo>
                    <a:pt x="1729618" y="2964781"/>
                  </a:lnTo>
                  <a:close/>
                  <a:moveTo>
                    <a:pt x="110430" y="875568"/>
                  </a:moveTo>
                  <a:lnTo>
                    <a:pt x="11633" y="947521"/>
                  </a:lnTo>
                  <a:lnTo>
                    <a:pt x="69371" y="909084"/>
                  </a:lnTo>
                  <a:close/>
                  <a:moveTo>
                    <a:pt x="110430" y="875568"/>
                  </a:moveTo>
                  <a:lnTo>
                    <a:pt x="60466" y="903963"/>
                  </a:lnTo>
                  <a:lnTo>
                    <a:pt x="11633" y="947521"/>
                  </a:lnTo>
                  <a:close/>
                  <a:moveTo>
                    <a:pt x="1949797" y="3015473"/>
                  </a:moveTo>
                  <a:lnTo>
                    <a:pt x="1945940" y="3008241"/>
                  </a:lnTo>
                  <a:lnTo>
                    <a:pt x="1919150" y="2964346"/>
                  </a:lnTo>
                  <a:close/>
                  <a:moveTo>
                    <a:pt x="1849129" y="2774434"/>
                  </a:moveTo>
                  <a:lnTo>
                    <a:pt x="1772901" y="2800032"/>
                  </a:lnTo>
                  <a:lnTo>
                    <a:pt x="1778616" y="2871260"/>
                  </a:lnTo>
                  <a:close/>
                  <a:moveTo>
                    <a:pt x="1854247" y="2870366"/>
                  </a:moveTo>
                  <a:lnTo>
                    <a:pt x="1849129" y="2774434"/>
                  </a:lnTo>
                  <a:lnTo>
                    <a:pt x="1778616" y="2871260"/>
                  </a:lnTo>
                  <a:close/>
                  <a:moveTo>
                    <a:pt x="1954082" y="2816292"/>
                  </a:moveTo>
                  <a:lnTo>
                    <a:pt x="1919686" y="2761595"/>
                  </a:lnTo>
                  <a:lnTo>
                    <a:pt x="1958090" y="2846535"/>
                  </a:lnTo>
                  <a:close/>
                  <a:moveTo>
                    <a:pt x="1958090" y="2846535"/>
                  </a:moveTo>
                  <a:lnTo>
                    <a:pt x="1919686" y="2761595"/>
                  </a:lnTo>
                  <a:lnTo>
                    <a:pt x="1849129" y="2774434"/>
                  </a:lnTo>
                  <a:close/>
                  <a:moveTo>
                    <a:pt x="1958090" y="2846535"/>
                  </a:moveTo>
                  <a:lnTo>
                    <a:pt x="1849129" y="2774434"/>
                  </a:lnTo>
                  <a:lnTo>
                    <a:pt x="1854247" y="2870366"/>
                  </a:lnTo>
                  <a:close/>
                  <a:moveTo>
                    <a:pt x="1958090" y="2846535"/>
                  </a:moveTo>
                  <a:lnTo>
                    <a:pt x="1854247" y="2870366"/>
                  </a:lnTo>
                  <a:lnTo>
                    <a:pt x="1968241" y="2869230"/>
                  </a:lnTo>
                  <a:close/>
                  <a:moveTo>
                    <a:pt x="1958090" y="2846535"/>
                  </a:moveTo>
                  <a:lnTo>
                    <a:pt x="1968241" y="2869230"/>
                  </a:lnTo>
                  <a:lnTo>
                    <a:pt x="2040321" y="2860069"/>
                  </a:lnTo>
                  <a:close/>
                  <a:moveTo>
                    <a:pt x="1730505" y="2710190"/>
                  </a:moveTo>
                  <a:lnTo>
                    <a:pt x="1727105" y="2740181"/>
                  </a:lnTo>
                  <a:lnTo>
                    <a:pt x="1798471" y="2679380"/>
                  </a:lnTo>
                  <a:close/>
                  <a:moveTo>
                    <a:pt x="1727105" y="2740181"/>
                  </a:moveTo>
                  <a:lnTo>
                    <a:pt x="1772901" y="2800032"/>
                  </a:lnTo>
                  <a:lnTo>
                    <a:pt x="1798471" y="2679380"/>
                  </a:lnTo>
                  <a:close/>
                  <a:moveTo>
                    <a:pt x="1798471" y="2679380"/>
                  </a:moveTo>
                  <a:lnTo>
                    <a:pt x="1772901" y="2800032"/>
                  </a:lnTo>
                  <a:lnTo>
                    <a:pt x="1859372" y="2740847"/>
                  </a:lnTo>
                  <a:close/>
                  <a:moveTo>
                    <a:pt x="1859372" y="2740847"/>
                  </a:moveTo>
                  <a:lnTo>
                    <a:pt x="1772901" y="2800032"/>
                  </a:lnTo>
                  <a:lnTo>
                    <a:pt x="1849129" y="2774434"/>
                  </a:lnTo>
                  <a:close/>
                  <a:moveTo>
                    <a:pt x="1849129" y="2774434"/>
                  </a:moveTo>
                  <a:lnTo>
                    <a:pt x="1919686" y="2761595"/>
                  </a:lnTo>
                  <a:lnTo>
                    <a:pt x="1859372" y="2740847"/>
                  </a:lnTo>
                  <a:close/>
                  <a:moveTo>
                    <a:pt x="1701391" y="2597165"/>
                  </a:moveTo>
                  <a:lnTo>
                    <a:pt x="1730505" y="2710190"/>
                  </a:lnTo>
                  <a:lnTo>
                    <a:pt x="1757456" y="2638455"/>
                  </a:lnTo>
                  <a:close/>
                  <a:moveTo>
                    <a:pt x="1712165" y="2717817"/>
                  </a:moveTo>
                  <a:lnTo>
                    <a:pt x="1730505" y="2710190"/>
                  </a:lnTo>
                  <a:lnTo>
                    <a:pt x="1701391" y="2597165"/>
                  </a:lnTo>
                  <a:close/>
                  <a:moveTo>
                    <a:pt x="1625980" y="2635602"/>
                  </a:moveTo>
                  <a:lnTo>
                    <a:pt x="1712165" y="2717817"/>
                  </a:lnTo>
                  <a:lnTo>
                    <a:pt x="1701391" y="2597165"/>
                  </a:lnTo>
                  <a:close/>
                  <a:moveTo>
                    <a:pt x="1730505" y="2710190"/>
                  </a:moveTo>
                  <a:lnTo>
                    <a:pt x="1798471" y="2679380"/>
                  </a:lnTo>
                  <a:lnTo>
                    <a:pt x="1757456" y="2638455"/>
                  </a:lnTo>
                  <a:close/>
                  <a:moveTo>
                    <a:pt x="1625980" y="2635602"/>
                  </a:moveTo>
                  <a:lnTo>
                    <a:pt x="1701391" y="2597165"/>
                  </a:lnTo>
                  <a:lnTo>
                    <a:pt x="1623716" y="2632285"/>
                  </a:lnTo>
                  <a:close/>
                  <a:moveTo>
                    <a:pt x="1701391" y="2597165"/>
                  </a:moveTo>
                  <a:lnTo>
                    <a:pt x="1651221" y="2519918"/>
                  </a:lnTo>
                  <a:lnTo>
                    <a:pt x="1623716" y="2632285"/>
                  </a:lnTo>
                  <a:close/>
                  <a:moveTo>
                    <a:pt x="1648329" y="2514950"/>
                  </a:moveTo>
                  <a:lnTo>
                    <a:pt x="1572406" y="2553386"/>
                  </a:lnTo>
                  <a:lnTo>
                    <a:pt x="1623716" y="2632285"/>
                  </a:lnTo>
                  <a:close/>
                  <a:moveTo>
                    <a:pt x="1048899" y="1857230"/>
                  </a:moveTo>
                  <a:lnTo>
                    <a:pt x="1042980" y="1854299"/>
                  </a:lnTo>
                  <a:lnTo>
                    <a:pt x="1019454" y="1895666"/>
                  </a:lnTo>
                  <a:close/>
                  <a:moveTo>
                    <a:pt x="2040321" y="2860069"/>
                  </a:moveTo>
                  <a:lnTo>
                    <a:pt x="1968241" y="2869230"/>
                  </a:lnTo>
                  <a:lnTo>
                    <a:pt x="2102156" y="2876060"/>
                  </a:lnTo>
                  <a:close/>
                  <a:moveTo>
                    <a:pt x="1873903" y="2654201"/>
                  </a:moveTo>
                  <a:lnTo>
                    <a:pt x="1859372" y="2740847"/>
                  </a:lnTo>
                  <a:lnTo>
                    <a:pt x="1943932" y="2757954"/>
                  </a:lnTo>
                  <a:close/>
                  <a:moveTo>
                    <a:pt x="1798471" y="2679380"/>
                  </a:moveTo>
                  <a:lnTo>
                    <a:pt x="1859372" y="2740847"/>
                  </a:lnTo>
                  <a:lnTo>
                    <a:pt x="1873903" y="2654201"/>
                  </a:lnTo>
                  <a:close/>
                  <a:moveTo>
                    <a:pt x="1873903" y="2654201"/>
                  </a:moveTo>
                  <a:lnTo>
                    <a:pt x="1757456" y="2638455"/>
                  </a:lnTo>
                  <a:lnTo>
                    <a:pt x="1798471" y="2679380"/>
                  </a:lnTo>
                  <a:close/>
                  <a:moveTo>
                    <a:pt x="1768860" y="2578915"/>
                  </a:moveTo>
                  <a:lnTo>
                    <a:pt x="1757456" y="2638455"/>
                  </a:lnTo>
                  <a:lnTo>
                    <a:pt x="1873903" y="2654201"/>
                  </a:lnTo>
                  <a:close/>
                  <a:moveTo>
                    <a:pt x="1837035" y="2584082"/>
                  </a:moveTo>
                  <a:lnTo>
                    <a:pt x="1768860" y="2578915"/>
                  </a:lnTo>
                  <a:lnTo>
                    <a:pt x="1873903" y="2654201"/>
                  </a:lnTo>
                  <a:close/>
                  <a:moveTo>
                    <a:pt x="1701391" y="2597165"/>
                  </a:moveTo>
                  <a:lnTo>
                    <a:pt x="1757456" y="2638455"/>
                  </a:lnTo>
                  <a:lnTo>
                    <a:pt x="1768860" y="2578915"/>
                  </a:lnTo>
                  <a:close/>
                  <a:moveTo>
                    <a:pt x="1652815" y="2512574"/>
                  </a:moveTo>
                  <a:lnTo>
                    <a:pt x="1651221" y="2519918"/>
                  </a:lnTo>
                  <a:lnTo>
                    <a:pt x="1752526" y="2476513"/>
                  </a:lnTo>
                  <a:close/>
                  <a:moveTo>
                    <a:pt x="1651221" y="2519918"/>
                  </a:moveTo>
                  <a:lnTo>
                    <a:pt x="1701391" y="2597165"/>
                  </a:lnTo>
                  <a:lnTo>
                    <a:pt x="1752526" y="2476513"/>
                  </a:lnTo>
                  <a:close/>
                  <a:moveTo>
                    <a:pt x="1752526" y="2476513"/>
                  </a:moveTo>
                  <a:lnTo>
                    <a:pt x="1701391" y="2597165"/>
                  </a:lnTo>
                  <a:lnTo>
                    <a:pt x="1775370" y="2490233"/>
                  </a:lnTo>
                  <a:close/>
                  <a:moveTo>
                    <a:pt x="1649366" y="2432735"/>
                  </a:moveTo>
                  <a:lnTo>
                    <a:pt x="1652815" y="2512574"/>
                  </a:lnTo>
                  <a:lnTo>
                    <a:pt x="1752526" y="2476513"/>
                  </a:lnTo>
                  <a:close/>
                  <a:moveTo>
                    <a:pt x="1649366" y="2432735"/>
                  </a:moveTo>
                  <a:lnTo>
                    <a:pt x="1752526" y="2476513"/>
                  </a:lnTo>
                  <a:lnTo>
                    <a:pt x="1696650" y="2394298"/>
                  </a:lnTo>
                  <a:close/>
                  <a:moveTo>
                    <a:pt x="1696650" y="2394298"/>
                  </a:moveTo>
                  <a:lnTo>
                    <a:pt x="1695780" y="2407862"/>
                  </a:lnTo>
                  <a:lnTo>
                    <a:pt x="1649366" y="2432735"/>
                  </a:lnTo>
                  <a:close/>
                  <a:moveTo>
                    <a:pt x="1215811" y="1818793"/>
                  </a:moveTo>
                  <a:lnTo>
                    <a:pt x="1203517" y="1745454"/>
                  </a:lnTo>
                  <a:lnTo>
                    <a:pt x="1139850" y="1825907"/>
                  </a:lnTo>
                  <a:close/>
                  <a:moveTo>
                    <a:pt x="1139850" y="1825907"/>
                  </a:moveTo>
                  <a:lnTo>
                    <a:pt x="1203517" y="1745454"/>
                  </a:lnTo>
                  <a:lnTo>
                    <a:pt x="1200930" y="1736750"/>
                  </a:lnTo>
                  <a:close/>
                  <a:moveTo>
                    <a:pt x="1203517" y="1745454"/>
                  </a:moveTo>
                  <a:lnTo>
                    <a:pt x="1229452" y="1818793"/>
                  </a:lnTo>
                  <a:lnTo>
                    <a:pt x="1200930" y="1736750"/>
                  </a:lnTo>
                  <a:close/>
                  <a:moveTo>
                    <a:pt x="902252" y="1597610"/>
                  </a:moveTo>
                  <a:lnTo>
                    <a:pt x="1027502" y="1656468"/>
                  </a:lnTo>
                  <a:lnTo>
                    <a:pt x="981017" y="1594167"/>
                  </a:lnTo>
                  <a:close/>
                  <a:moveTo>
                    <a:pt x="401303" y="832211"/>
                  </a:moveTo>
                  <a:lnTo>
                    <a:pt x="393174" y="868283"/>
                  </a:lnTo>
                  <a:lnTo>
                    <a:pt x="373921" y="872996"/>
                  </a:lnTo>
                  <a:close/>
                  <a:moveTo>
                    <a:pt x="401303" y="832211"/>
                  </a:moveTo>
                  <a:lnTo>
                    <a:pt x="395007" y="766700"/>
                  </a:lnTo>
                  <a:lnTo>
                    <a:pt x="393174" y="868283"/>
                  </a:lnTo>
                  <a:close/>
                  <a:moveTo>
                    <a:pt x="401303" y="832211"/>
                  </a:moveTo>
                  <a:lnTo>
                    <a:pt x="389714" y="749996"/>
                  </a:lnTo>
                  <a:lnTo>
                    <a:pt x="395007" y="766700"/>
                  </a:lnTo>
                  <a:close/>
                  <a:moveTo>
                    <a:pt x="404679" y="709340"/>
                  </a:moveTo>
                  <a:lnTo>
                    <a:pt x="395007" y="766700"/>
                  </a:lnTo>
                  <a:lnTo>
                    <a:pt x="389714" y="749996"/>
                  </a:lnTo>
                  <a:close/>
                  <a:moveTo>
                    <a:pt x="1550695" y="2147653"/>
                  </a:moveTo>
                  <a:lnTo>
                    <a:pt x="1568912" y="2229869"/>
                  </a:lnTo>
                  <a:lnTo>
                    <a:pt x="1626670" y="2191432"/>
                  </a:lnTo>
                  <a:close/>
                  <a:moveTo>
                    <a:pt x="1203517" y="1745454"/>
                  </a:moveTo>
                  <a:lnTo>
                    <a:pt x="1215811" y="1818793"/>
                  </a:lnTo>
                  <a:lnTo>
                    <a:pt x="1224569" y="1817624"/>
                  </a:lnTo>
                  <a:close/>
                  <a:moveTo>
                    <a:pt x="1224569" y="1817624"/>
                  </a:moveTo>
                  <a:lnTo>
                    <a:pt x="1229452" y="1818793"/>
                  </a:lnTo>
                  <a:lnTo>
                    <a:pt x="1203517" y="1745454"/>
                  </a:lnTo>
                  <a:close/>
                  <a:moveTo>
                    <a:pt x="855505" y="1280271"/>
                  </a:moveTo>
                  <a:lnTo>
                    <a:pt x="896546" y="1301973"/>
                  </a:lnTo>
                  <a:lnTo>
                    <a:pt x="983308" y="1264245"/>
                  </a:lnTo>
                  <a:close/>
                  <a:moveTo>
                    <a:pt x="929574" y="1278546"/>
                  </a:moveTo>
                  <a:lnTo>
                    <a:pt x="855505" y="1280271"/>
                  </a:lnTo>
                  <a:lnTo>
                    <a:pt x="983308" y="1264245"/>
                  </a:lnTo>
                  <a:close/>
                  <a:moveTo>
                    <a:pt x="452415" y="672612"/>
                  </a:moveTo>
                  <a:lnTo>
                    <a:pt x="404679" y="709340"/>
                  </a:lnTo>
                  <a:lnTo>
                    <a:pt x="389714" y="749996"/>
                  </a:lnTo>
                  <a:close/>
                  <a:moveTo>
                    <a:pt x="404679" y="709340"/>
                  </a:moveTo>
                  <a:lnTo>
                    <a:pt x="452415" y="672612"/>
                  </a:lnTo>
                  <a:lnTo>
                    <a:pt x="441137" y="667782"/>
                  </a:lnTo>
                  <a:close/>
                  <a:moveTo>
                    <a:pt x="452415" y="672612"/>
                  </a:moveTo>
                  <a:lnTo>
                    <a:pt x="481243" y="629345"/>
                  </a:lnTo>
                  <a:lnTo>
                    <a:pt x="441137" y="667782"/>
                  </a:lnTo>
                  <a:close/>
                  <a:moveTo>
                    <a:pt x="2012264" y="2502217"/>
                  </a:moveTo>
                  <a:lnTo>
                    <a:pt x="2100701" y="2490910"/>
                  </a:lnTo>
                  <a:lnTo>
                    <a:pt x="2080484" y="2407254"/>
                  </a:lnTo>
                  <a:close/>
                  <a:moveTo>
                    <a:pt x="2012264" y="2502217"/>
                  </a:moveTo>
                  <a:lnTo>
                    <a:pt x="2080484" y="2407254"/>
                  </a:lnTo>
                  <a:lnTo>
                    <a:pt x="2005435" y="2407676"/>
                  </a:lnTo>
                  <a:close/>
                  <a:moveTo>
                    <a:pt x="2180068" y="2458296"/>
                  </a:moveTo>
                  <a:lnTo>
                    <a:pt x="2145034" y="2399641"/>
                  </a:lnTo>
                  <a:lnTo>
                    <a:pt x="2184151" y="2483659"/>
                  </a:lnTo>
                  <a:close/>
                  <a:moveTo>
                    <a:pt x="2184151" y="2483659"/>
                  </a:moveTo>
                  <a:lnTo>
                    <a:pt x="2145034" y="2399641"/>
                  </a:lnTo>
                  <a:lnTo>
                    <a:pt x="2080484" y="2407254"/>
                  </a:lnTo>
                  <a:close/>
                  <a:moveTo>
                    <a:pt x="2184151" y="2483659"/>
                  </a:moveTo>
                  <a:lnTo>
                    <a:pt x="2080484" y="2407254"/>
                  </a:lnTo>
                  <a:lnTo>
                    <a:pt x="2100701" y="2490910"/>
                  </a:lnTo>
                  <a:close/>
                  <a:moveTo>
                    <a:pt x="2180068" y="2458296"/>
                  </a:moveTo>
                  <a:lnTo>
                    <a:pt x="2184151" y="2483659"/>
                  </a:lnTo>
                  <a:lnTo>
                    <a:pt x="2193292" y="2481856"/>
                  </a:lnTo>
                  <a:close/>
                  <a:moveTo>
                    <a:pt x="1926419" y="2411322"/>
                  </a:moveTo>
                  <a:lnTo>
                    <a:pt x="1981058" y="2327402"/>
                  </a:lnTo>
                  <a:lnTo>
                    <a:pt x="1899168" y="2333385"/>
                  </a:lnTo>
                  <a:close/>
                  <a:moveTo>
                    <a:pt x="1802486" y="2355862"/>
                  </a:moveTo>
                  <a:lnTo>
                    <a:pt x="1899168" y="2333385"/>
                  </a:lnTo>
                  <a:lnTo>
                    <a:pt x="1857757" y="2304406"/>
                  </a:lnTo>
                  <a:close/>
                  <a:moveTo>
                    <a:pt x="1774347" y="2073993"/>
                  </a:moveTo>
                  <a:lnTo>
                    <a:pt x="1644904" y="2018545"/>
                  </a:lnTo>
                  <a:lnTo>
                    <a:pt x="1687266" y="2084197"/>
                  </a:lnTo>
                  <a:close/>
                  <a:moveTo>
                    <a:pt x="1774347" y="2073993"/>
                  </a:moveTo>
                  <a:lnTo>
                    <a:pt x="1687266" y="2084197"/>
                  </a:lnTo>
                  <a:lnTo>
                    <a:pt x="1778553" y="2071727"/>
                  </a:lnTo>
                  <a:close/>
                  <a:moveTo>
                    <a:pt x="1616474" y="2027002"/>
                  </a:moveTo>
                  <a:lnTo>
                    <a:pt x="1644904" y="2018545"/>
                  </a:lnTo>
                  <a:lnTo>
                    <a:pt x="1545975" y="1974674"/>
                  </a:lnTo>
                  <a:close/>
                  <a:moveTo>
                    <a:pt x="1447113" y="1668501"/>
                  </a:moveTo>
                  <a:lnTo>
                    <a:pt x="1398962" y="1780356"/>
                  </a:lnTo>
                  <a:lnTo>
                    <a:pt x="1423314" y="1741920"/>
                  </a:lnTo>
                  <a:close/>
                  <a:moveTo>
                    <a:pt x="1447113" y="1668501"/>
                  </a:moveTo>
                  <a:lnTo>
                    <a:pt x="1401172" y="1711938"/>
                  </a:lnTo>
                  <a:lnTo>
                    <a:pt x="1398962" y="1780356"/>
                  </a:lnTo>
                  <a:close/>
                  <a:moveTo>
                    <a:pt x="1115984" y="1266440"/>
                  </a:moveTo>
                  <a:lnTo>
                    <a:pt x="1105224" y="1248630"/>
                  </a:lnTo>
                  <a:lnTo>
                    <a:pt x="1122996" y="1339148"/>
                  </a:lnTo>
                  <a:close/>
                  <a:moveTo>
                    <a:pt x="555545" y="596686"/>
                  </a:moveTo>
                  <a:lnTo>
                    <a:pt x="481243" y="629345"/>
                  </a:lnTo>
                  <a:lnTo>
                    <a:pt x="563555" y="594286"/>
                  </a:lnTo>
                  <a:close/>
                  <a:moveTo>
                    <a:pt x="481243" y="629345"/>
                  </a:moveTo>
                  <a:lnTo>
                    <a:pt x="452415" y="672612"/>
                  </a:lnTo>
                  <a:lnTo>
                    <a:pt x="563555" y="594286"/>
                  </a:lnTo>
                  <a:close/>
                  <a:moveTo>
                    <a:pt x="508948" y="605325"/>
                  </a:moveTo>
                  <a:lnTo>
                    <a:pt x="481243" y="629345"/>
                  </a:lnTo>
                  <a:lnTo>
                    <a:pt x="555545" y="596686"/>
                  </a:lnTo>
                  <a:close/>
                  <a:moveTo>
                    <a:pt x="2310043" y="2564071"/>
                  </a:moveTo>
                  <a:lnTo>
                    <a:pt x="2329745" y="2646286"/>
                  </a:lnTo>
                  <a:lnTo>
                    <a:pt x="2424640" y="2607850"/>
                  </a:lnTo>
                  <a:close/>
                  <a:moveTo>
                    <a:pt x="2310043" y="2564071"/>
                  </a:moveTo>
                  <a:lnTo>
                    <a:pt x="2424640" y="2607850"/>
                  </a:lnTo>
                  <a:lnTo>
                    <a:pt x="2350231" y="2525634"/>
                  </a:lnTo>
                  <a:close/>
                  <a:moveTo>
                    <a:pt x="2310043" y="2564071"/>
                  </a:moveTo>
                  <a:lnTo>
                    <a:pt x="2350231" y="2525634"/>
                  </a:lnTo>
                  <a:lnTo>
                    <a:pt x="2273195" y="2527825"/>
                  </a:lnTo>
                  <a:close/>
                  <a:moveTo>
                    <a:pt x="2350231" y="2525634"/>
                  </a:moveTo>
                  <a:lnTo>
                    <a:pt x="2320969" y="2491242"/>
                  </a:lnTo>
                  <a:lnTo>
                    <a:pt x="2273195" y="2527825"/>
                  </a:lnTo>
                  <a:close/>
                  <a:moveTo>
                    <a:pt x="2285493" y="2443419"/>
                  </a:moveTo>
                  <a:lnTo>
                    <a:pt x="2273195" y="2527825"/>
                  </a:lnTo>
                  <a:lnTo>
                    <a:pt x="2320969" y="2491242"/>
                  </a:lnTo>
                  <a:close/>
                  <a:moveTo>
                    <a:pt x="2285493" y="2443419"/>
                  </a:moveTo>
                  <a:lnTo>
                    <a:pt x="2193292" y="2481856"/>
                  </a:lnTo>
                  <a:lnTo>
                    <a:pt x="2273195" y="2527825"/>
                  </a:lnTo>
                  <a:close/>
                  <a:moveTo>
                    <a:pt x="1649794" y="1814384"/>
                  </a:moveTo>
                  <a:lnTo>
                    <a:pt x="1755248" y="1789245"/>
                  </a:lnTo>
                  <a:lnTo>
                    <a:pt x="1716054" y="1721016"/>
                  </a:lnTo>
                  <a:close/>
                  <a:moveTo>
                    <a:pt x="1649794" y="1814384"/>
                  </a:moveTo>
                  <a:lnTo>
                    <a:pt x="1716054" y="1721016"/>
                  </a:lnTo>
                  <a:lnTo>
                    <a:pt x="1629649" y="1730670"/>
                  </a:lnTo>
                  <a:close/>
                  <a:moveTo>
                    <a:pt x="1548557" y="1635912"/>
                  </a:moveTo>
                  <a:lnTo>
                    <a:pt x="1453083" y="1659705"/>
                  </a:lnTo>
                  <a:lnTo>
                    <a:pt x="1447113" y="1668501"/>
                  </a:lnTo>
                  <a:close/>
                  <a:moveTo>
                    <a:pt x="1466695" y="1577490"/>
                  </a:moveTo>
                  <a:lnTo>
                    <a:pt x="1548557" y="1635912"/>
                  </a:lnTo>
                  <a:lnTo>
                    <a:pt x="1520543" y="1558595"/>
                  </a:lnTo>
                  <a:close/>
                  <a:moveTo>
                    <a:pt x="1453083" y="1659705"/>
                  </a:moveTo>
                  <a:lnTo>
                    <a:pt x="1548557" y="1635912"/>
                  </a:lnTo>
                  <a:lnTo>
                    <a:pt x="1466695" y="1577490"/>
                  </a:lnTo>
                  <a:close/>
                  <a:moveTo>
                    <a:pt x="1548557" y="1635912"/>
                  </a:moveTo>
                  <a:lnTo>
                    <a:pt x="1600088" y="1554518"/>
                  </a:lnTo>
                  <a:lnTo>
                    <a:pt x="1520543" y="1558595"/>
                  </a:lnTo>
                  <a:close/>
                  <a:moveTo>
                    <a:pt x="1105224" y="1248630"/>
                  </a:moveTo>
                  <a:lnTo>
                    <a:pt x="1115984" y="1266440"/>
                  </a:lnTo>
                  <a:lnTo>
                    <a:pt x="1115228" y="1245372"/>
                  </a:lnTo>
                  <a:close/>
                  <a:moveTo>
                    <a:pt x="1115228" y="1245372"/>
                  </a:moveTo>
                  <a:lnTo>
                    <a:pt x="1115984" y="1266440"/>
                  </a:lnTo>
                  <a:lnTo>
                    <a:pt x="1170070" y="1248630"/>
                  </a:lnTo>
                  <a:close/>
                  <a:moveTo>
                    <a:pt x="1087662" y="1160550"/>
                  </a:moveTo>
                  <a:lnTo>
                    <a:pt x="1085107" y="1166414"/>
                  </a:lnTo>
                  <a:lnTo>
                    <a:pt x="1079743" y="1074036"/>
                  </a:lnTo>
                  <a:close/>
                  <a:moveTo>
                    <a:pt x="749756" y="517943"/>
                  </a:moveTo>
                  <a:lnTo>
                    <a:pt x="680549" y="590909"/>
                  </a:lnTo>
                  <a:lnTo>
                    <a:pt x="722253" y="552472"/>
                  </a:lnTo>
                  <a:close/>
                  <a:moveTo>
                    <a:pt x="2424640" y="2607850"/>
                  </a:moveTo>
                  <a:lnTo>
                    <a:pt x="2460880" y="2680144"/>
                  </a:lnTo>
                  <a:lnTo>
                    <a:pt x="2462965" y="2578357"/>
                  </a:lnTo>
                  <a:close/>
                  <a:moveTo>
                    <a:pt x="2424640" y="2607850"/>
                  </a:moveTo>
                  <a:lnTo>
                    <a:pt x="2422521" y="2690065"/>
                  </a:lnTo>
                  <a:lnTo>
                    <a:pt x="2460880" y="2680144"/>
                  </a:lnTo>
                  <a:close/>
                  <a:moveTo>
                    <a:pt x="2350231" y="2525634"/>
                  </a:moveTo>
                  <a:lnTo>
                    <a:pt x="2424640" y="2607850"/>
                  </a:lnTo>
                  <a:lnTo>
                    <a:pt x="2440514" y="2487198"/>
                  </a:lnTo>
                  <a:close/>
                  <a:moveTo>
                    <a:pt x="2401513" y="2404983"/>
                  </a:moveTo>
                  <a:lnTo>
                    <a:pt x="2320969" y="2491242"/>
                  </a:lnTo>
                  <a:lnTo>
                    <a:pt x="2350231" y="2525634"/>
                  </a:lnTo>
                  <a:close/>
                  <a:moveTo>
                    <a:pt x="2401513" y="2404983"/>
                  </a:moveTo>
                  <a:lnTo>
                    <a:pt x="2350231" y="2525634"/>
                  </a:lnTo>
                  <a:lnTo>
                    <a:pt x="2440514" y="2487198"/>
                  </a:lnTo>
                  <a:close/>
                  <a:moveTo>
                    <a:pt x="793155" y="465003"/>
                  </a:moveTo>
                  <a:lnTo>
                    <a:pt x="749756" y="517943"/>
                  </a:lnTo>
                  <a:lnTo>
                    <a:pt x="722253" y="552472"/>
                  </a:lnTo>
                  <a:close/>
                  <a:moveTo>
                    <a:pt x="863398" y="448972"/>
                  </a:moveTo>
                  <a:lnTo>
                    <a:pt x="797994" y="470257"/>
                  </a:lnTo>
                  <a:lnTo>
                    <a:pt x="749756" y="517943"/>
                  </a:lnTo>
                  <a:close/>
                  <a:moveTo>
                    <a:pt x="863398" y="448972"/>
                  </a:moveTo>
                  <a:lnTo>
                    <a:pt x="749756" y="517943"/>
                  </a:lnTo>
                  <a:lnTo>
                    <a:pt x="793155" y="465003"/>
                  </a:lnTo>
                  <a:close/>
                  <a:moveTo>
                    <a:pt x="2552391" y="2466156"/>
                  </a:moveTo>
                  <a:lnTo>
                    <a:pt x="2459871" y="2480781"/>
                  </a:lnTo>
                  <a:lnTo>
                    <a:pt x="2580258" y="2543592"/>
                  </a:lnTo>
                  <a:close/>
                  <a:moveTo>
                    <a:pt x="2459871" y="2480781"/>
                  </a:moveTo>
                  <a:lnTo>
                    <a:pt x="2514357" y="2396984"/>
                  </a:lnTo>
                  <a:lnTo>
                    <a:pt x="2448692" y="2389776"/>
                  </a:lnTo>
                  <a:close/>
                  <a:moveTo>
                    <a:pt x="2448692" y="2389776"/>
                  </a:moveTo>
                  <a:lnTo>
                    <a:pt x="2488723" y="2317732"/>
                  </a:lnTo>
                  <a:lnTo>
                    <a:pt x="2419969" y="2313035"/>
                  </a:lnTo>
                  <a:close/>
                  <a:moveTo>
                    <a:pt x="1492933" y="1194208"/>
                  </a:moveTo>
                  <a:lnTo>
                    <a:pt x="1531348" y="1133320"/>
                  </a:lnTo>
                  <a:lnTo>
                    <a:pt x="1485969" y="1171756"/>
                  </a:lnTo>
                  <a:close/>
                  <a:moveTo>
                    <a:pt x="1541573" y="1097409"/>
                  </a:moveTo>
                  <a:lnTo>
                    <a:pt x="1485969" y="1171756"/>
                  </a:lnTo>
                  <a:lnTo>
                    <a:pt x="1531348" y="1133320"/>
                  </a:lnTo>
                  <a:close/>
                  <a:moveTo>
                    <a:pt x="1541573" y="1097409"/>
                  </a:moveTo>
                  <a:lnTo>
                    <a:pt x="1498428" y="1151297"/>
                  </a:lnTo>
                  <a:lnTo>
                    <a:pt x="1485969" y="1171756"/>
                  </a:lnTo>
                  <a:close/>
                  <a:moveTo>
                    <a:pt x="1606930" y="1063109"/>
                  </a:moveTo>
                  <a:lnTo>
                    <a:pt x="1498428" y="1151297"/>
                  </a:lnTo>
                  <a:lnTo>
                    <a:pt x="1541573" y="1097409"/>
                  </a:lnTo>
                  <a:close/>
                  <a:moveTo>
                    <a:pt x="918576" y="440070"/>
                  </a:moveTo>
                  <a:lnTo>
                    <a:pt x="863398" y="448972"/>
                  </a:lnTo>
                  <a:lnTo>
                    <a:pt x="793155" y="465003"/>
                  </a:lnTo>
                  <a:close/>
                  <a:moveTo>
                    <a:pt x="1000635" y="468221"/>
                  </a:moveTo>
                  <a:lnTo>
                    <a:pt x="947436" y="484520"/>
                  </a:lnTo>
                  <a:lnTo>
                    <a:pt x="863398" y="448972"/>
                  </a:lnTo>
                  <a:close/>
                  <a:moveTo>
                    <a:pt x="1063000" y="422735"/>
                  </a:moveTo>
                  <a:lnTo>
                    <a:pt x="947436" y="484520"/>
                  </a:lnTo>
                  <a:lnTo>
                    <a:pt x="1000635" y="468221"/>
                  </a:lnTo>
                  <a:close/>
                  <a:moveTo>
                    <a:pt x="1946369" y="1496243"/>
                  </a:moveTo>
                  <a:lnTo>
                    <a:pt x="2030760" y="1423744"/>
                  </a:lnTo>
                  <a:lnTo>
                    <a:pt x="1963067" y="1441198"/>
                  </a:lnTo>
                  <a:close/>
                  <a:moveTo>
                    <a:pt x="2074383" y="1481008"/>
                  </a:moveTo>
                  <a:lnTo>
                    <a:pt x="2030760" y="1423744"/>
                  </a:lnTo>
                  <a:lnTo>
                    <a:pt x="1946369" y="1496243"/>
                  </a:lnTo>
                  <a:close/>
                  <a:moveTo>
                    <a:pt x="2030760" y="1423744"/>
                  </a:moveTo>
                  <a:lnTo>
                    <a:pt x="2044140" y="1367934"/>
                  </a:lnTo>
                  <a:lnTo>
                    <a:pt x="1963067" y="1441198"/>
                  </a:lnTo>
                  <a:close/>
                  <a:moveTo>
                    <a:pt x="1798568" y="1379965"/>
                  </a:moveTo>
                  <a:lnTo>
                    <a:pt x="1840496" y="1259314"/>
                  </a:lnTo>
                  <a:lnTo>
                    <a:pt x="1765175" y="1297750"/>
                  </a:lnTo>
                  <a:close/>
                  <a:moveTo>
                    <a:pt x="1541573" y="1097409"/>
                  </a:moveTo>
                  <a:lnTo>
                    <a:pt x="1580180" y="1109742"/>
                  </a:lnTo>
                  <a:lnTo>
                    <a:pt x="1656413" y="1032915"/>
                  </a:lnTo>
                  <a:close/>
                  <a:moveTo>
                    <a:pt x="1438536" y="775623"/>
                  </a:moveTo>
                  <a:lnTo>
                    <a:pt x="1336880" y="804459"/>
                  </a:lnTo>
                  <a:lnTo>
                    <a:pt x="1316658" y="813804"/>
                  </a:lnTo>
                  <a:close/>
                  <a:moveTo>
                    <a:pt x="1438536" y="775623"/>
                  </a:moveTo>
                  <a:lnTo>
                    <a:pt x="1316658" y="813804"/>
                  </a:lnTo>
                  <a:lnTo>
                    <a:pt x="1375312" y="817901"/>
                  </a:lnTo>
                  <a:close/>
                  <a:moveTo>
                    <a:pt x="1377309" y="761910"/>
                  </a:moveTo>
                  <a:lnTo>
                    <a:pt x="1336880" y="804459"/>
                  </a:lnTo>
                  <a:lnTo>
                    <a:pt x="1424883" y="775035"/>
                  </a:lnTo>
                  <a:close/>
                  <a:moveTo>
                    <a:pt x="1405751" y="722244"/>
                  </a:moveTo>
                  <a:lnTo>
                    <a:pt x="1424883" y="775035"/>
                  </a:lnTo>
                  <a:lnTo>
                    <a:pt x="1447187" y="766023"/>
                  </a:lnTo>
                  <a:close/>
                  <a:moveTo>
                    <a:pt x="1008847" y="470528"/>
                  </a:moveTo>
                  <a:lnTo>
                    <a:pt x="1063000" y="422735"/>
                  </a:lnTo>
                  <a:lnTo>
                    <a:pt x="1000635" y="468221"/>
                  </a:lnTo>
                  <a:close/>
                  <a:moveTo>
                    <a:pt x="1008847" y="470528"/>
                  </a:moveTo>
                  <a:lnTo>
                    <a:pt x="1109666" y="449156"/>
                  </a:lnTo>
                  <a:lnTo>
                    <a:pt x="1063000" y="422735"/>
                  </a:lnTo>
                  <a:close/>
                  <a:moveTo>
                    <a:pt x="1109666" y="449156"/>
                  </a:moveTo>
                  <a:lnTo>
                    <a:pt x="1008847" y="470528"/>
                  </a:lnTo>
                  <a:lnTo>
                    <a:pt x="1143200" y="507387"/>
                  </a:lnTo>
                  <a:close/>
                  <a:moveTo>
                    <a:pt x="2136631" y="1498540"/>
                  </a:moveTo>
                  <a:lnTo>
                    <a:pt x="2085593" y="1522920"/>
                  </a:lnTo>
                  <a:lnTo>
                    <a:pt x="2020066" y="1556578"/>
                  </a:lnTo>
                  <a:close/>
                  <a:moveTo>
                    <a:pt x="2224801" y="1549533"/>
                  </a:moveTo>
                  <a:lnTo>
                    <a:pt x="2094876" y="1505959"/>
                  </a:lnTo>
                  <a:lnTo>
                    <a:pt x="2085593" y="1522920"/>
                  </a:lnTo>
                  <a:close/>
                  <a:moveTo>
                    <a:pt x="2074367" y="1411305"/>
                  </a:moveTo>
                  <a:lnTo>
                    <a:pt x="2074383" y="1481008"/>
                  </a:lnTo>
                  <a:lnTo>
                    <a:pt x="2184902" y="1482126"/>
                  </a:lnTo>
                  <a:close/>
                  <a:moveTo>
                    <a:pt x="2044140" y="1367934"/>
                  </a:moveTo>
                  <a:lnTo>
                    <a:pt x="2030760" y="1423744"/>
                  </a:lnTo>
                  <a:lnTo>
                    <a:pt x="2074367" y="1411305"/>
                  </a:lnTo>
                  <a:close/>
                  <a:moveTo>
                    <a:pt x="1882844" y="1245642"/>
                  </a:moveTo>
                  <a:lnTo>
                    <a:pt x="1840496" y="1259314"/>
                  </a:lnTo>
                  <a:lnTo>
                    <a:pt x="1924471" y="1262622"/>
                  </a:lnTo>
                  <a:close/>
                  <a:moveTo>
                    <a:pt x="1882844" y="1245642"/>
                  </a:moveTo>
                  <a:lnTo>
                    <a:pt x="1932325" y="1228528"/>
                  </a:lnTo>
                  <a:lnTo>
                    <a:pt x="1859849" y="1236215"/>
                  </a:lnTo>
                  <a:close/>
                  <a:moveTo>
                    <a:pt x="1542599" y="739926"/>
                  </a:moveTo>
                  <a:lnTo>
                    <a:pt x="1447187" y="766023"/>
                  </a:lnTo>
                  <a:lnTo>
                    <a:pt x="1497401" y="816171"/>
                  </a:lnTo>
                  <a:close/>
                  <a:moveTo>
                    <a:pt x="1640492" y="821024"/>
                  </a:moveTo>
                  <a:lnTo>
                    <a:pt x="1564348" y="822337"/>
                  </a:lnTo>
                  <a:lnTo>
                    <a:pt x="1659308" y="828536"/>
                  </a:lnTo>
                  <a:close/>
                  <a:moveTo>
                    <a:pt x="1447187" y="766023"/>
                  </a:moveTo>
                  <a:lnTo>
                    <a:pt x="1542599" y="739926"/>
                  </a:lnTo>
                  <a:lnTo>
                    <a:pt x="1472153" y="683808"/>
                  </a:lnTo>
                  <a:close/>
                  <a:moveTo>
                    <a:pt x="1449703" y="654764"/>
                  </a:moveTo>
                  <a:lnTo>
                    <a:pt x="1479364" y="649617"/>
                  </a:lnTo>
                  <a:lnTo>
                    <a:pt x="1472153" y="683808"/>
                  </a:lnTo>
                  <a:close/>
                  <a:moveTo>
                    <a:pt x="1233114" y="509479"/>
                  </a:moveTo>
                  <a:lnTo>
                    <a:pt x="1203412" y="433535"/>
                  </a:lnTo>
                  <a:lnTo>
                    <a:pt x="1149481" y="516879"/>
                  </a:lnTo>
                  <a:close/>
                  <a:moveTo>
                    <a:pt x="1335565" y="386688"/>
                  </a:moveTo>
                  <a:lnTo>
                    <a:pt x="1326093" y="418676"/>
                  </a:lnTo>
                  <a:lnTo>
                    <a:pt x="1390156" y="360290"/>
                  </a:lnTo>
                  <a:close/>
                  <a:moveTo>
                    <a:pt x="1302321" y="398726"/>
                  </a:moveTo>
                  <a:lnTo>
                    <a:pt x="1326093" y="418676"/>
                  </a:lnTo>
                  <a:lnTo>
                    <a:pt x="1335565" y="386688"/>
                  </a:lnTo>
                  <a:close/>
                  <a:moveTo>
                    <a:pt x="1302321" y="398726"/>
                  </a:moveTo>
                  <a:lnTo>
                    <a:pt x="1335565" y="386688"/>
                  </a:lnTo>
                  <a:lnTo>
                    <a:pt x="1310936" y="278075"/>
                  </a:lnTo>
                  <a:close/>
                  <a:moveTo>
                    <a:pt x="1286230" y="269636"/>
                  </a:moveTo>
                  <a:lnTo>
                    <a:pt x="1327920" y="210304"/>
                  </a:lnTo>
                  <a:lnTo>
                    <a:pt x="1333748" y="234296"/>
                  </a:lnTo>
                  <a:close/>
                  <a:moveTo>
                    <a:pt x="1327920" y="210304"/>
                  </a:moveTo>
                  <a:lnTo>
                    <a:pt x="1331328" y="195859"/>
                  </a:lnTo>
                  <a:lnTo>
                    <a:pt x="1333748" y="234296"/>
                  </a:lnTo>
                  <a:close/>
                  <a:moveTo>
                    <a:pt x="1688476" y="443731"/>
                  </a:moveTo>
                  <a:lnTo>
                    <a:pt x="1675624" y="492187"/>
                  </a:lnTo>
                  <a:lnTo>
                    <a:pt x="1709851" y="404068"/>
                  </a:lnTo>
                  <a:close/>
                  <a:moveTo>
                    <a:pt x="1709851" y="404068"/>
                  </a:moveTo>
                  <a:lnTo>
                    <a:pt x="1675624" y="492187"/>
                  </a:lnTo>
                  <a:lnTo>
                    <a:pt x="1690645" y="486283"/>
                  </a:lnTo>
                  <a:close/>
                  <a:moveTo>
                    <a:pt x="1675624" y="492187"/>
                  </a:moveTo>
                  <a:lnTo>
                    <a:pt x="1684783" y="493381"/>
                  </a:lnTo>
                  <a:lnTo>
                    <a:pt x="1690645" y="486283"/>
                  </a:lnTo>
                  <a:close/>
                  <a:moveTo>
                    <a:pt x="1425307" y="80555"/>
                  </a:moveTo>
                  <a:lnTo>
                    <a:pt x="1331328" y="195859"/>
                  </a:lnTo>
                  <a:lnTo>
                    <a:pt x="1372919" y="157423"/>
                  </a:lnTo>
                  <a:close/>
                  <a:moveTo>
                    <a:pt x="1959600" y="684900"/>
                  </a:moveTo>
                  <a:lnTo>
                    <a:pt x="1892117" y="711253"/>
                  </a:lnTo>
                  <a:lnTo>
                    <a:pt x="2004687" y="638271"/>
                  </a:lnTo>
                  <a:close/>
                  <a:moveTo>
                    <a:pt x="1959600" y="684900"/>
                  </a:moveTo>
                  <a:lnTo>
                    <a:pt x="2004687" y="638271"/>
                  </a:lnTo>
                  <a:lnTo>
                    <a:pt x="2004864" y="650714"/>
                  </a:lnTo>
                  <a:close/>
                  <a:moveTo>
                    <a:pt x="2004687" y="638271"/>
                  </a:moveTo>
                  <a:lnTo>
                    <a:pt x="2023348" y="612277"/>
                  </a:lnTo>
                  <a:lnTo>
                    <a:pt x="2004864" y="650714"/>
                  </a:lnTo>
                  <a:close/>
                  <a:moveTo>
                    <a:pt x="1709851" y="404068"/>
                  </a:moveTo>
                  <a:lnTo>
                    <a:pt x="1690645" y="486283"/>
                  </a:lnTo>
                  <a:lnTo>
                    <a:pt x="1736516" y="447847"/>
                  </a:lnTo>
                  <a:close/>
                  <a:moveTo>
                    <a:pt x="1762476" y="289998"/>
                  </a:moveTo>
                  <a:lnTo>
                    <a:pt x="1709851" y="404068"/>
                  </a:lnTo>
                  <a:lnTo>
                    <a:pt x="1757911" y="365632"/>
                  </a:lnTo>
                  <a:close/>
                  <a:moveTo>
                    <a:pt x="1762476" y="289998"/>
                  </a:moveTo>
                  <a:lnTo>
                    <a:pt x="1721814" y="353173"/>
                  </a:lnTo>
                  <a:lnTo>
                    <a:pt x="1709851" y="404068"/>
                  </a:lnTo>
                  <a:close/>
                  <a:moveTo>
                    <a:pt x="1721814" y="353173"/>
                  </a:moveTo>
                  <a:lnTo>
                    <a:pt x="1762476" y="289998"/>
                  </a:lnTo>
                  <a:lnTo>
                    <a:pt x="1720346" y="321853"/>
                  </a:lnTo>
                  <a:close/>
                  <a:moveTo>
                    <a:pt x="1762476" y="289998"/>
                  </a:moveTo>
                  <a:lnTo>
                    <a:pt x="1763472" y="283417"/>
                  </a:lnTo>
                  <a:lnTo>
                    <a:pt x="1720346" y="321853"/>
                  </a:lnTo>
                  <a:close/>
                  <a:moveTo>
                    <a:pt x="1425307" y="80555"/>
                  </a:moveTo>
                  <a:lnTo>
                    <a:pt x="1478618" y="64676"/>
                  </a:lnTo>
                  <a:lnTo>
                    <a:pt x="1460528" y="75208"/>
                  </a:lnTo>
                  <a:close/>
                  <a:moveTo>
                    <a:pt x="1478618" y="64676"/>
                  </a:moveTo>
                  <a:lnTo>
                    <a:pt x="1523809" y="36771"/>
                  </a:lnTo>
                  <a:lnTo>
                    <a:pt x="1460528" y="75208"/>
                  </a:lnTo>
                  <a:close/>
                  <a:moveTo>
                    <a:pt x="2107878" y="530224"/>
                  </a:moveTo>
                  <a:lnTo>
                    <a:pt x="2023348" y="612277"/>
                  </a:lnTo>
                  <a:lnTo>
                    <a:pt x="2079100" y="573840"/>
                  </a:lnTo>
                  <a:close/>
                  <a:moveTo>
                    <a:pt x="2107878" y="530224"/>
                  </a:moveTo>
                  <a:lnTo>
                    <a:pt x="2170310" y="491626"/>
                  </a:lnTo>
                  <a:lnTo>
                    <a:pt x="2055548" y="530062"/>
                  </a:lnTo>
                  <a:close/>
                  <a:moveTo>
                    <a:pt x="1840236" y="327195"/>
                  </a:moveTo>
                  <a:lnTo>
                    <a:pt x="1764212" y="280575"/>
                  </a:lnTo>
                  <a:lnTo>
                    <a:pt x="1763472" y="283417"/>
                  </a:lnTo>
                  <a:close/>
                  <a:moveTo>
                    <a:pt x="1763472" y="283417"/>
                  </a:moveTo>
                  <a:lnTo>
                    <a:pt x="1762476" y="289998"/>
                  </a:lnTo>
                  <a:lnTo>
                    <a:pt x="1840236" y="327195"/>
                  </a:lnTo>
                  <a:close/>
                  <a:moveTo>
                    <a:pt x="1542055" y="23198"/>
                  </a:moveTo>
                  <a:lnTo>
                    <a:pt x="1523809" y="36771"/>
                  </a:lnTo>
                  <a:lnTo>
                    <a:pt x="1559514" y="25528"/>
                  </a:lnTo>
                  <a:close/>
                  <a:moveTo>
                    <a:pt x="1660725" y="3838"/>
                  </a:moveTo>
                  <a:lnTo>
                    <a:pt x="1559514" y="25528"/>
                  </a:lnTo>
                  <a:lnTo>
                    <a:pt x="1667940" y="0"/>
                  </a:lnTo>
                  <a:close/>
                </a:path>
              </a:pathLst>
            </a:custGeom>
            <a:solidFill>
              <a:srgbClr val="E3E8EC"/>
            </a:solidFill>
            <a:ln w="1524">
              <a:solidFill>
                <a:srgbClr val="E3E8EC"/>
              </a:solidFill>
            </a:ln>
          </p:spPr>
        </p:sp>
        <p:sp>
          <p:nvSpPr>
            <p:cNvPr id="2093" name="Candidate_density__2092">
              <a:extLst>
                <a:ext uri="{FF2B5EF4-FFF2-40B4-BE49-F238E27FC236}">
                  <a16:creationId xmlns:a16="http://schemas.microsoft.com/office/drawing/2014/main" id="{2FF1F64A-BF29-19BD-32AD-CC1849D2377F}"/>
                </a:ext>
              </a:extLst>
            </p:cNvPr>
            <p:cNvSpPr>
              <a:spLocks noGrp="1"/>
            </p:cNvSpPr>
            <p:nvPr/>
          </p:nvSpPr>
          <p:spPr>
            <a:xfrm>
              <a:off x="4475464" y="1773664"/>
              <a:ext cx="2088088" cy="3082589"/>
            </a:xfrm>
            <a:custGeom>
              <a:avLst/>
              <a:gdLst/>
              <a:ahLst/>
              <a:cxnLst/>
              <a:rect l="0" t="0" r="0" b="0"/>
              <a:pathLst>
                <a:path w="2088088" h="3082589">
                  <a:moveTo>
                    <a:pt x="660606" y="3082589"/>
                  </a:moveTo>
                  <a:lnTo>
                    <a:pt x="662487" y="3081841"/>
                  </a:lnTo>
                  <a:lnTo>
                    <a:pt x="678055" y="2961938"/>
                  </a:lnTo>
                  <a:close/>
                  <a:moveTo>
                    <a:pt x="662487" y="3081841"/>
                  </a:moveTo>
                  <a:lnTo>
                    <a:pt x="671219" y="3082589"/>
                  </a:lnTo>
                  <a:lnTo>
                    <a:pt x="690371" y="2975076"/>
                  </a:lnTo>
                  <a:close/>
                  <a:moveTo>
                    <a:pt x="24099" y="2304217"/>
                  </a:moveTo>
                  <a:lnTo>
                    <a:pt x="5986" y="2251091"/>
                  </a:lnTo>
                  <a:lnTo>
                    <a:pt x="30836" y="2330980"/>
                  </a:lnTo>
                  <a:close/>
                  <a:moveTo>
                    <a:pt x="24099" y="2304217"/>
                  </a:moveTo>
                  <a:lnTo>
                    <a:pt x="0" y="2222002"/>
                  </a:lnTo>
                  <a:lnTo>
                    <a:pt x="5986" y="2251091"/>
                  </a:lnTo>
                  <a:close/>
                  <a:moveTo>
                    <a:pt x="775475" y="2950484"/>
                  </a:moveTo>
                  <a:lnTo>
                    <a:pt x="690371" y="2975076"/>
                  </a:lnTo>
                  <a:lnTo>
                    <a:pt x="776125" y="3017041"/>
                  </a:lnTo>
                  <a:close/>
                  <a:moveTo>
                    <a:pt x="366329" y="2340099"/>
                  </a:moveTo>
                  <a:lnTo>
                    <a:pt x="340072" y="2227344"/>
                  </a:lnTo>
                  <a:lnTo>
                    <a:pt x="282569" y="2247510"/>
                  </a:lnTo>
                  <a:close/>
                  <a:moveTo>
                    <a:pt x="366329" y="2340099"/>
                  </a:moveTo>
                  <a:lnTo>
                    <a:pt x="282569" y="2247510"/>
                  </a:lnTo>
                  <a:lnTo>
                    <a:pt x="294903" y="2337575"/>
                  </a:lnTo>
                  <a:close/>
                  <a:moveTo>
                    <a:pt x="208497" y="2101350"/>
                  </a:moveTo>
                  <a:lnTo>
                    <a:pt x="280348" y="2126299"/>
                  </a:lnTo>
                  <a:lnTo>
                    <a:pt x="266086" y="2145128"/>
                  </a:lnTo>
                  <a:close/>
                  <a:moveTo>
                    <a:pt x="280348" y="2126299"/>
                  </a:moveTo>
                  <a:lnTo>
                    <a:pt x="241280" y="2080893"/>
                  </a:lnTo>
                  <a:lnTo>
                    <a:pt x="291660" y="2145128"/>
                  </a:lnTo>
                  <a:close/>
                  <a:moveTo>
                    <a:pt x="223082" y="2127389"/>
                  </a:moveTo>
                  <a:lnTo>
                    <a:pt x="280280" y="2149278"/>
                  </a:lnTo>
                  <a:lnTo>
                    <a:pt x="291660" y="2145128"/>
                  </a:lnTo>
                  <a:close/>
                  <a:moveTo>
                    <a:pt x="239168" y="2101350"/>
                  </a:moveTo>
                  <a:lnTo>
                    <a:pt x="259234" y="2047354"/>
                  </a:lnTo>
                  <a:lnTo>
                    <a:pt x="272526" y="1980699"/>
                  </a:lnTo>
                  <a:close/>
                  <a:moveTo>
                    <a:pt x="272526" y="1980699"/>
                  </a:moveTo>
                  <a:lnTo>
                    <a:pt x="298705" y="2034208"/>
                  </a:lnTo>
                  <a:lnTo>
                    <a:pt x="315142" y="2024477"/>
                  </a:lnTo>
                  <a:close/>
                  <a:moveTo>
                    <a:pt x="352033" y="1942262"/>
                  </a:moveTo>
                  <a:lnTo>
                    <a:pt x="229480" y="1898483"/>
                  </a:lnTo>
                  <a:lnTo>
                    <a:pt x="272526" y="1980699"/>
                  </a:lnTo>
                  <a:close/>
                  <a:moveTo>
                    <a:pt x="1029030" y="2682198"/>
                  </a:moveTo>
                  <a:lnTo>
                    <a:pt x="1103295" y="2758695"/>
                  </a:lnTo>
                  <a:lnTo>
                    <a:pt x="1131833" y="2725976"/>
                  </a:lnTo>
                  <a:close/>
                  <a:moveTo>
                    <a:pt x="270089" y="1777832"/>
                  </a:moveTo>
                  <a:lnTo>
                    <a:pt x="320917" y="1657180"/>
                  </a:lnTo>
                  <a:lnTo>
                    <a:pt x="223133" y="1695617"/>
                  </a:lnTo>
                  <a:close/>
                  <a:moveTo>
                    <a:pt x="1131833" y="2725976"/>
                  </a:moveTo>
                  <a:lnTo>
                    <a:pt x="1113039" y="2757735"/>
                  </a:lnTo>
                  <a:lnTo>
                    <a:pt x="1168998" y="2789144"/>
                  </a:lnTo>
                  <a:close/>
                  <a:moveTo>
                    <a:pt x="354761" y="1648858"/>
                  </a:moveTo>
                  <a:lnTo>
                    <a:pt x="320917" y="1657180"/>
                  </a:lnTo>
                  <a:lnTo>
                    <a:pt x="403347" y="1661906"/>
                  </a:lnTo>
                  <a:close/>
                  <a:moveTo>
                    <a:pt x="341311" y="1645163"/>
                  </a:moveTo>
                  <a:lnTo>
                    <a:pt x="320917" y="1657180"/>
                  </a:lnTo>
                  <a:lnTo>
                    <a:pt x="354761" y="1648858"/>
                  </a:lnTo>
                  <a:close/>
                  <a:moveTo>
                    <a:pt x="354761" y="1648858"/>
                  </a:moveTo>
                  <a:lnTo>
                    <a:pt x="356813" y="1657180"/>
                  </a:lnTo>
                  <a:lnTo>
                    <a:pt x="341311" y="1645163"/>
                  </a:lnTo>
                  <a:close/>
                  <a:moveTo>
                    <a:pt x="194929" y="1169231"/>
                  </a:moveTo>
                  <a:lnTo>
                    <a:pt x="181745" y="1087017"/>
                  </a:lnTo>
                  <a:lnTo>
                    <a:pt x="172727" y="1175204"/>
                  </a:lnTo>
                  <a:close/>
                  <a:moveTo>
                    <a:pt x="1657368" y="2576186"/>
                  </a:moveTo>
                  <a:lnTo>
                    <a:pt x="1527141" y="2583147"/>
                  </a:lnTo>
                  <a:lnTo>
                    <a:pt x="1588976" y="2599138"/>
                  </a:lnTo>
                  <a:close/>
                  <a:moveTo>
                    <a:pt x="1430752" y="2481032"/>
                  </a:moveTo>
                  <a:lnTo>
                    <a:pt x="1346192" y="2463925"/>
                  </a:lnTo>
                  <a:lnTo>
                    <a:pt x="1406506" y="2484673"/>
                  </a:lnTo>
                  <a:close/>
                  <a:moveTo>
                    <a:pt x="1423615" y="2386741"/>
                  </a:moveTo>
                  <a:lnTo>
                    <a:pt x="1360723" y="2377279"/>
                  </a:lnTo>
                  <a:lnTo>
                    <a:pt x="1430752" y="2481032"/>
                  </a:lnTo>
                  <a:close/>
                  <a:moveTo>
                    <a:pt x="1423615" y="2386741"/>
                  </a:moveTo>
                  <a:lnTo>
                    <a:pt x="1323855" y="2307160"/>
                  </a:lnTo>
                  <a:lnTo>
                    <a:pt x="1360723" y="2377279"/>
                  </a:lnTo>
                  <a:close/>
                  <a:moveTo>
                    <a:pt x="1262190" y="2213311"/>
                  </a:moveTo>
                  <a:lnTo>
                    <a:pt x="1188211" y="2320243"/>
                  </a:lnTo>
                  <a:lnTo>
                    <a:pt x="1255680" y="2301993"/>
                  </a:lnTo>
                  <a:close/>
                  <a:moveTo>
                    <a:pt x="714270" y="1638452"/>
                  </a:moveTo>
                  <a:lnTo>
                    <a:pt x="702630" y="1541870"/>
                  </a:lnTo>
                  <a:lnTo>
                    <a:pt x="626670" y="1548985"/>
                  </a:lnTo>
                  <a:close/>
                  <a:moveTo>
                    <a:pt x="626670" y="1548985"/>
                  </a:moveTo>
                  <a:lnTo>
                    <a:pt x="687750" y="1459828"/>
                  </a:lnTo>
                  <a:lnTo>
                    <a:pt x="569097" y="1495698"/>
                  </a:lnTo>
                  <a:close/>
                  <a:moveTo>
                    <a:pt x="687750" y="1459828"/>
                  </a:moveTo>
                  <a:lnTo>
                    <a:pt x="716272" y="1541870"/>
                  </a:lnTo>
                  <a:lnTo>
                    <a:pt x="767511" y="1555668"/>
                  </a:lnTo>
                  <a:close/>
                  <a:moveTo>
                    <a:pt x="636381" y="1377441"/>
                  </a:moveTo>
                  <a:lnTo>
                    <a:pt x="601987" y="1416867"/>
                  </a:lnTo>
                  <a:lnTo>
                    <a:pt x="654421" y="1386831"/>
                  </a:lnTo>
                  <a:close/>
                  <a:moveTo>
                    <a:pt x="530694" y="1377441"/>
                  </a:moveTo>
                  <a:lnTo>
                    <a:pt x="579880" y="1334214"/>
                  </a:lnTo>
                  <a:lnTo>
                    <a:pt x="514321" y="1379545"/>
                  </a:lnTo>
                  <a:close/>
                  <a:moveTo>
                    <a:pt x="514321" y="1379545"/>
                  </a:moveTo>
                  <a:lnTo>
                    <a:pt x="579880" y="1334214"/>
                  </a:lnTo>
                  <a:lnTo>
                    <a:pt x="555703" y="1306403"/>
                  </a:lnTo>
                  <a:close/>
                  <a:moveTo>
                    <a:pt x="514321" y="1379545"/>
                  </a:moveTo>
                  <a:lnTo>
                    <a:pt x="555703" y="1306403"/>
                  </a:lnTo>
                  <a:lnTo>
                    <a:pt x="467837" y="1317245"/>
                  </a:lnTo>
                  <a:close/>
                  <a:moveTo>
                    <a:pt x="579880" y="1334214"/>
                  </a:moveTo>
                  <a:lnTo>
                    <a:pt x="636381" y="1377441"/>
                  </a:lnTo>
                  <a:lnTo>
                    <a:pt x="555703" y="1306403"/>
                  </a:lnTo>
                  <a:close/>
                  <a:moveTo>
                    <a:pt x="636381" y="1377441"/>
                  </a:moveTo>
                  <a:lnTo>
                    <a:pt x="654421" y="1386831"/>
                  </a:lnTo>
                  <a:lnTo>
                    <a:pt x="555703" y="1306403"/>
                  </a:lnTo>
                  <a:close/>
                  <a:moveTo>
                    <a:pt x="1055732" y="1952946"/>
                  </a:moveTo>
                  <a:lnTo>
                    <a:pt x="1037515" y="1870731"/>
                  </a:lnTo>
                  <a:lnTo>
                    <a:pt x="1060391" y="1899707"/>
                  </a:lnTo>
                  <a:close/>
                  <a:moveTo>
                    <a:pt x="1703098" y="2531960"/>
                  </a:moveTo>
                  <a:lnTo>
                    <a:pt x="1588976" y="2599138"/>
                  </a:lnTo>
                  <a:lnTo>
                    <a:pt x="1632153" y="2545368"/>
                  </a:lnTo>
                  <a:close/>
                  <a:moveTo>
                    <a:pt x="1055732" y="1952946"/>
                  </a:moveTo>
                  <a:lnTo>
                    <a:pt x="1119363" y="2035161"/>
                  </a:lnTo>
                  <a:lnTo>
                    <a:pt x="1174591" y="1996725"/>
                  </a:lnTo>
                  <a:close/>
                  <a:moveTo>
                    <a:pt x="1032795" y="1697752"/>
                  </a:moveTo>
                  <a:lnTo>
                    <a:pt x="997750" y="1689856"/>
                  </a:lnTo>
                  <a:lnTo>
                    <a:pt x="1103294" y="1750079"/>
                  </a:lnTo>
                  <a:close/>
                  <a:moveTo>
                    <a:pt x="702630" y="1541870"/>
                  </a:moveTo>
                  <a:lnTo>
                    <a:pt x="712288" y="1550605"/>
                  </a:lnTo>
                  <a:lnTo>
                    <a:pt x="711389" y="1540702"/>
                  </a:lnTo>
                  <a:close/>
                  <a:moveTo>
                    <a:pt x="711389" y="1540702"/>
                  </a:moveTo>
                  <a:lnTo>
                    <a:pt x="712288" y="1550605"/>
                  </a:lnTo>
                  <a:lnTo>
                    <a:pt x="716272" y="1541870"/>
                  </a:lnTo>
                  <a:close/>
                  <a:moveTo>
                    <a:pt x="887873" y="1421219"/>
                  </a:moveTo>
                  <a:lnTo>
                    <a:pt x="884970" y="1520768"/>
                  </a:lnTo>
                  <a:lnTo>
                    <a:pt x="887992" y="1435016"/>
                  </a:lnTo>
                  <a:close/>
                  <a:moveTo>
                    <a:pt x="530694" y="1377441"/>
                  </a:moveTo>
                  <a:lnTo>
                    <a:pt x="601987" y="1416867"/>
                  </a:lnTo>
                  <a:lnTo>
                    <a:pt x="604866" y="1366527"/>
                  </a:lnTo>
                  <a:close/>
                  <a:moveTo>
                    <a:pt x="579880" y="1334214"/>
                  </a:moveTo>
                  <a:lnTo>
                    <a:pt x="530694" y="1377441"/>
                  </a:lnTo>
                  <a:lnTo>
                    <a:pt x="604866" y="1366527"/>
                  </a:lnTo>
                  <a:close/>
                  <a:moveTo>
                    <a:pt x="604866" y="1366527"/>
                  </a:moveTo>
                  <a:lnTo>
                    <a:pt x="601987" y="1416867"/>
                  </a:lnTo>
                  <a:lnTo>
                    <a:pt x="636381" y="1377441"/>
                  </a:lnTo>
                  <a:close/>
                  <a:moveTo>
                    <a:pt x="604866" y="1366527"/>
                  </a:moveTo>
                  <a:lnTo>
                    <a:pt x="636381" y="1377441"/>
                  </a:lnTo>
                  <a:lnTo>
                    <a:pt x="579880" y="1334214"/>
                  </a:lnTo>
                  <a:close/>
                  <a:moveTo>
                    <a:pt x="314967" y="1020065"/>
                  </a:moveTo>
                  <a:lnTo>
                    <a:pt x="383365" y="1025050"/>
                  </a:lnTo>
                  <a:lnTo>
                    <a:pt x="342325" y="1003349"/>
                  </a:lnTo>
                  <a:close/>
                  <a:moveTo>
                    <a:pt x="1717357" y="2490015"/>
                  </a:moveTo>
                  <a:lnTo>
                    <a:pt x="1754833" y="2510188"/>
                  </a:lnTo>
                  <a:lnTo>
                    <a:pt x="1708357" y="2476620"/>
                  </a:lnTo>
                  <a:close/>
                  <a:moveTo>
                    <a:pt x="1717357" y="2490015"/>
                  </a:moveTo>
                  <a:lnTo>
                    <a:pt x="1708357" y="2476620"/>
                  </a:lnTo>
                  <a:lnTo>
                    <a:pt x="1708981" y="2407800"/>
                  </a:lnTo>
                  <a:close/>
                  <a:moveTo>
                    <a:pt x="1670971" y="2206737"/>
                  </a:moveTo>
                  <a:lnTo>
                    <a:pt x="1642922" y="2306970"/>
                  </a:lnTo>
                  <a:lnTo>
                    <a:pt x="1680111" y="2204934"/>
                  </a:lnTo>
                  <a:close/>
                  <a:moveTo>
                    <a:pt x="1417368" y="2243370"/>
                  </a:moveTo>
                  <a:lnTo>
                    <a:pt x="1486356" y="2278910"/>
                  </a:lnTo>
                  <a:lnTo>
                    <a:pt x="1499084" y="2225295"/>
                  </a:lnTo>
                  <a:close/>
                  <a:moveTo>
                    <a:pt x="1587521" y="2213988"/>
                  </a:moveTo>
                  <a:lnTo>
                    <a:pt x="1486356" y="2278910"/>
                  </a:lnTo>
                  <a:lnTo>
                    <a:pt x="1567406" y="2303289"/>
                  </a:lnTo>
                  <a:close/>
                  <a:moveTo>
                    <a:pt x="1587521" y="2213988"/>
                  </a:moveTo>
                  <a:lnTo>
                    <a:pt x="1499084" y="2225295"/>
                  </a:lnTo>
                  <a:lnTo>
                    <a:pt x="1486356" y="2278910"/>
                  </a:lnTo>
                  <a:close/>
                  <a:moveTo>
                    <a:pt x="1670971" y="2206737"/>
                  </a:moveTo>
                  <a:lnTo>
                    <a:pt x="1587521" y="2213988"/>
                  </a:lnTo>
                  <a:lnTo>
                    <a:pt x="1567406" y="2303289"/>
                  </a:lnTo>
                  <a:close/>
                  <a:moveTo>
                    <a:pt x="1413239" y="2134400"/>
                  </a:moveTo>
                  <a:lnTo>
                    <a:pt x="1492255" y="2130754"/>
                  </a:lnTo>
                  <a:lnTo>
                    <a:pt x="1467878" y="2050480"/>
                  </a:lnTo>
                  <a:close/>
                  <a:moveTo>
                    <a:pt x="1567304" y="2130332"/>
                  </a:moveTo>
                  <a:lnTo>
                    <a:pt x="1508348" y="2082480"/>
                  </a:lnTo>
                  <a:lnTo>
                    <a:pt x="1467878" y="2050480"/>
                  </a:lnTo>
                  <a:close/>
                  <a:moveTo>
                    <a:pt x="1492255" y="2130754"/>
                  </a:moveTo>
                  <a:lnTo>
                    <a:pt x="1567304" y="2130332"/>
                  </a:lnTo>
                  <a:lnTo>
                    <a:pt x="1467878" y="2050480"/>
                  </a:lnTo>
                  <a:close/>
                  <a:moveTo>
                    <a:pt x="1385987" y="2056463"/>
                  </a:moveTo>
                  <a:lnTo>
                    <a:pt x="1467878" y="2050480"/>
                  </a:lnTo>
                  <a:lnTo>
                    <a:pt x="1424630" y="2048129"/>
                  </a:lnTo>
                  <a:close/>
                  <a:moveTo>
                    <a:pt x="1265372" y="1794805"/>
                  </a:moveTo>
                  <a:lnTo>
                    <a:pt x="1235660" y="1832294"/>
                  </a:lnTo>
                  <a:lnTo>
                    <a:pt x="1261167" y="1797071"/>
                  </a:lnTo>
                  <a:close/>
                  <a:moveTo>
                    <a:pt x="1263328" y="1787162"/>
                  </a:moveTo>
                  <a:lnTo>
                    <a:pt x="1224605" y="1711643"/>
                  </a:lnTo>
                  <a:lnTo>
                    <a:pt x="1261167" y="1797071"/>
                  </a:lnTo>
                  <a:close/>
                  <a:moveTo>
                    <a:pt x="1261167" y="1797071"/>
                  </a:moveTo>
                  <a:lnTo>
                    <a:pt x="1224605" y="1711643"/>
                  </a:lnTo>
                  <a:lnTo>
                    <a:pt x="1131724" y="1741623"/>
                  </a:lnTo>
                  <a:close/>
                  <a:moveTo>
                    <a:pt x="1235660" y="1832294"/>
                  </a:moveTo>
                  <a:lnTo>
                    <a:pt x="1263328" y="1787162"/>
                  </a:lnTo>
                  <a:lnTo>
                    <a:pt x="1261167" y="1797071"/>
                  </a:lnTo>
                  <a:close/>
                  <a:moveTo>
                    <a:pt x="1032795" y="1697752"/>
                  </a:moveTo>
                  <a:lnTo>
                    <a:pt x="1131724" y="1741623"/>
                  </a:lnTo>
                  <a:lnTo>
                    <a:pt x="1152465" y="1651321"/>
                  </a:lnTo>
                  <a:close/>
                  <a:moveTo>
                    <a:pt x="1131724" y="1741623"/>
                  </a:moveTo>
                  <a:lnTo>
                    <a:pt x="1224605" y="1711643"/>
                  </a:lnTo>
                  <a:lnTo>
                    <a:pt x="1152465" y="1651321"/>
                  </a:lnTo>
                  <a:close/>
                  <a:moveTo>
                    <a:pt x="602804" y="989518"/>
                  </a:moveTo>
                  <a:lnTo>
                    <a:pt x="671374" y="972681"/>
                  </a:lnTo>
                  <a:lnTo>
                    <a:pt x="656890" y="971707"/>
                  </a:lnTo>
                  <a:close/>
                  <a:moveTo>
                    <a:pt x="1468824" y="1782956"/>
                  </a:moveTo>
                  <a:lnTo>
                    <a:pt x="1542497" y="1837637"/>
                  </a:lnTo>
                  <a:lnTo>
                    <a:pt x="1444920" y="1768868"/>
                  </a:lnTo>
                  <a:close/>
                  <a:moveTo>
                    <a:pt x="1224605" y="1711643"/>
                  </a:moveTo>
                  <a:lnTo>
                    <a:pt x="1263328" y="1787162"/>
                  </a:lnTo>
                  <a:lnTo>
                    <a:pt x="1254201" y="1702643"/>
                  </a:lnTo>
                  <a:close/>
                  <a:moveTo>
                    <a:pt x="1155594" y="1622124"/>
                  </a:moveTo>
                  <a:lnTo>
                    <a:pt x="1242068" y="1512323"/>
                  </a:lnTo>
                  <a:lnTo>
                    <a:pt x="1136613" y="1537462"/>
                  </a:lnTo>
                  <a:close/>
                  <a:moveTo>
                    <a:pt x="1069275" y="1531615"/>
                  </a:moveTo>
                  <a:lnTo>
                    <a:pt x="1136613" y="1537462"/>
                  </a:lnTo>
                  <a:lnTo>
                    <a:pt x="1116469" y="1453748"/>
                  </a:lnTo>
                  <a:close/>
                  <a:moveTo>
                    <a:pt x="1052703" y="1444996"/>
                  </a:moveTo>
                  <a:lnTo>
                    <a:pt x="1116469" y="1453748"/>
                  </a:lnTo>
                  <a:lnTo>
                    <a:pt x="1109696" y="1359161"/>
                  </a:lnTo>
                  <a:close/>
                  <a:moveTo>
                    <a:pt x="1052703" y="1444996"/>
                  </a:moveTo>
                  <a:lnTo>
                    <a:pt x="1109696" y="1359161"/>
                  </a:lnTo>
                  <a:lnTo>
                    <a:pt x="1035377" y="1358990"/>
                  </a:lnTo>
                  <a:close/>
                  <a:moveTo>
                    <a:pt x="1035377" y="1358990"/>
                  </a:moveTo>
                  <a:lnTo>
                    <a:pt x="1109696" y="1359161"/>
                  </a:lnTo>
                  <a:lnTo>
                    <a:pt x="1086908" y="1277596"/>
                  </a:lnTo>
                  <a:close/>
                  <a:moveTo>
                    <a:pt x="656890" y="971707"/>
                  </a:moveTo>
                  <a:lnTo>
                    <a:pt x="671714" y="968501"/>
                  </a:lnTo>
                  <a:lnTo>
                    <a:pt x="602047" y="968450"/>
                  </a:lnTo>
                  <a:close/>
                  <a:moveTo>
                    <a:pt x="1949785" y="2301435"/>
                  </a:moveTo>
                  <a:lnTo>
                    <a:pt x="1947699" y="2403222"/>
                  </a:lnTo>
                  <a:lnTo>
                    <a:pt x="2007815" y="2404866"/>
                  </a:lnTo>
                  <a:close/>
                  <a:moveTo>
                    <a:pt x="1961289" y="2292491"/>
                  </a:moveTo>
                  <a:lnTo>
                    <a:pt x="1949785" y="2301435"/>
                  </a:lnTo>
                  <a:lnTo>
                    <a:pt x="2007815" y="2404866"/>
                  </a:lnTo>
                  <a:close/>
                  <a:moveTo>
                    <a:pt x="2067078" y="2266670"/>
                  </a:moveTo>
                  <a:lnTo>
                    <a:pt x="2088088" y="2210089"/>
                  </a:lnTo>
                  <a:lnTo>
                    <a:pt x="2039211" y="2189233"/>
                  </a:lnTo>
                  <a:close/>
                  <a:moveTo>
                    <a:pt x="1946691" y="2203859"/>
                  </a:moveTo>
                  <a:lnTo>
                    <a:pt x="2039211" y="2189233"/>
                  </a:lnTo>
                  <a:lnTo>
                    <a:pt x="2001177" y="2120062"/>
                  </a:lnTo>
                  <a:close/>
                  <a:moveTo>
                    <a:pt x="1935512" y="2112854"/>
                  </a:moveTo>
                  <a:lnTo>
                    <a:pt x="2001177" y="2120062"/>
                  </a:lnTo>
                  <a:lnTo>
                    <a:pt x="1975542" y="2040810"/>
                  </a:lnTo>
                  <a:close/>
                  <a:moveTo>
                    <a:pt x="487455" y="191299"/>
                  </a:moveTo>
                  <a:lnTo>
                    <a:pt x="350218" y="172050"/>
                  </a:lnTo>
                  <a:lnTo>
                    <a:pt x="405395" y="163148"/>
                  </a:lnTo>
                  <a:close/>
                  <a:moveTo>
                    <a:pt x="1596830" y="1349688"/>
                  </a:moveTo>
                  <a:lnTo>
                    <a:pt x="1572413" y="1245998"/>
                  </a:lnTo>
                  <a:lnTo>
                    <a:pt x="1581695" y="1229037"/>
                  </a:lnTo>
                  <a:close/>
                  <a:moveTo>
                    <a:pt x="1394415" y="1185258"/>
                  </a:moveTo>
                  <a:lnTo>
                    <a:pt x="1433189" y="1219321"/>
                  </a:lnTo>
                  <a:lnTo>
                    <a:pt x="1449887" y="1164276"/>
                  </a:lnTo>
                  <a:close/>
                  <a:moveTo>
                    <a:pt x="1285388" y="1103043"/>
                  </a:moveTo>
                  <a:lnTo>
                    <a:pt x="1290724" y="1028779"/>
                  </a:lnTo>
                  <a:lnTo>
                    <a:pt x="1327315" y="982392"/>
                  </a:lnTo>
                  <a:close/>
                  <a:moveTo>
                    <a:pt x="1093750" y="786187"/>
                  </a:moveTo>
                  <a:lnTo>
                    <a:pt x="1028393" y="820487"/>
                  </a:lnTo>
                  <a:lnTo>
                    <a:pt x="1143233" y="755992"/>
                  </a:lnTo>
                  <a:close/>
                  <a:moveTo>
                    <a:pt x="1671722" y="1205204"/>
                  </a:moveTo>
                  <a:lnTo>
                    <a:pt x="1581695" y="1229037"/>
                  </a:lnTo>
                  <a:lnTo>
                    <a:pt x="1711621" y="1272611"/>
                  </a:lnTo>
                  <a:close/>
                  <a:moveTo>
                    <a:pt x="1711621" y="1272611"/>
                  </a:moveTo>
                  <a:lnTo>
                    <a:pt x="1572413" y="1245998"/>
                  </a:lnTo>
                  <a:lnTo>
                    <a:pt x="1623451" y="1221618"/>
                  </a:lnTo>
                  <a:close/>
                  <a:moveTo>
                    <a:pt x="1369664" y="968719"/>
                  </a:moveTo>
                  <a:lnTo>
                    <a:pt x="1445222" y="1049106"/>
                  </a:lnTo>
                  <a:lnTo>
                    <a:pt x="1441897" y="970588"/>
                  </a:lnTo>
                  <a:close/>
                  <a:moveTo>
                    <a:pt x="1369664" y="968719"/>
                  </a:moveTo>
                  <a:lnTo>
                    <a:pt x="1441897" y="970588"/>
                  </a:lnTo>
                  <a:lnTo>
                    <a:pt x="1419144" y="951606"/>
                  </a:lnTo>
                  <a:close/>
                  <a:moveTo>
                    <a:pt x="1051167" y="545415"/>
                  </a:moveTo>
                  <a:lnTo>
                    <a:pt x="1074425" y="562190"/>
                  </a:lnTo>
                  <a:lnTo>
                    <a:pt x="1146128" y="551614"/>
                  </a:lnTo>
                  <a:close/>
                  <a:moveTo>
                    <a:pt x="1188117" y="555261"/>
                  </a:moveTo>
                  <a:lnTo>
                    <a:pt x="1127312" y="544102"/>
                  </a:lnTo>
                  <a:lnTo>
                    <a:pt x="1224989" y="567808"/>
                  </a:lnTo>
                  <a:close/>
                  <a:moveTo>
                    <a:pt x="1127312" y="544102"/>
                  </a:moveTo>
                  <a:lnTo>
                    <a:pt x="1146128" y="551614"/>
                  </a:lnTo>
                  <a:lnTo>
                    <a:pt x="1224989" y="567808"/>
                  </a:lnTo>
                  <a:close/>
                  <a:moveTo>
                    <a:pt x="958973" y="406886"/>
                  </a:moveTo>
                  <a:lnTo>
                    <a:pt x="1029419" y="463004"/>
                  </a:lnTo>
                  <a:lnTo>
                    <a:pt x="956131" y="398563"/>
                  </a:lnTo>
                  <a:close/>
                  <a:moveTo>
                    <a:pt x="936523" y="377842"/>
                  </a:moveTo>
                  <a:lnTo>
                    <a:pt x="958973" y="406886"/>
                  </a:lnTo>
                  <a:lnTo>
                    <a:pt x="956131" y="398563"/>
                  </a:lnTo>
                  <a:close/>
                  <a:moveTo>
                    <a:pt x="968116" y="312657"/>
                  </a:moveTo>
                  <a:lnTo>
                    <a:pt x="966184" y="372695"/>
                  </a:lnTo>
                  <a:lnTo>
                    <a:pt x="940930" y="341732"/>
                  </a:lnTo>
                  <a:close/>
                  <a:moveTo>
                    <a:pt x="940930" y="341732"/>
                  </a:moveTo>
                  <a:lnTo>
                    <a:pt x="966184" y="372695"/>
                  </a:lnTo>
                  <a:lnTo>
                    <a:pt x="936523" y="377842"/>
                  </a:lnTo>
                  <a:close/>
                  <a:moveTo>
                    <a:pt x="812913" y="141754"/>
                  </a:moveTo>
                  <a:lnTo>
                    <a:pt x="789141" y="121804"/>
                  </a:lnTo>
                  <a:lnTo>
                    <a:pt x="788504" y="237402"/>
                  </a:lnTo>
                  <a:close/>
                  <a:moveTo>
                    <a:pt x="788504" y="237402"/>
                  </a:moveTo>
                  <a:lnTo>
                    <a:pt x="789141" y="121804"/>
                  </a:lnTo>
                  <a:lnTo>
                    <a:pt x="690231" y="156613"/>
                  </a:lnTo>
                  <a:close/>
                  <a:moveTo>
                    <a:pt x="788504" y="237402"/>
                  </a:moveTo>
                  <a:lnTo>
                    <a:pt x="690231" y="156613"/>
                  </a:lnTo>
                  <a:lnTo>
                    <a:pt x="719933" y="232557"/>
                  </a:lnTo>
                  <a:close/>
                  <a:moveTo>
                    <a:pt x="1267845" y="512834"/>
                  </a:moveTo>
                  <a:lnTo>
                    <a:pt x="1224989" y="567808"/>
                  </a:lnTo>
                  <a:lnTo>
                    <a:pt x="1146128" y="551614"/>
                  </a:lnTo>
                  <a:close/>
                  <a:moveTo>
                    <a:pt x="876976" y="83368"/>
                  </a:moveTo>
                  <a:lnTo>
                    <a:pt x="812913" y="141754"/>
                  </a:lnTo>
                  <a:lnTo>
                    <a:pt x="870832" y="204019"/>
                  </a:lnTo>
                  <a:close/>
                  <a:moveTo>
                    <a:pt x="1245798" y="0"/>
                  </a:moveTo>
                  <a:lnTo>
                    <a:pt x="1250292" y="6495"/>
                  </a:lnTo>
                  <a:lnTo>
                    <a:pt x="1251032" y="3652"/>
                  </a:lnTo>
                  <a:close/>
                </a:path>
              </a:pathLst>
            </a:custGeom>
            <a:solidFill>
              <a:srgbClr val="E0E5E9"/>
            </a:solidFill>
            <a:ln w="1524">
              <a:solidFill>
                <a:srgbClr val="E0E5E9"/>
              </a:solidFill>
            </a:ln>
          </p:spPr>
        </p:sp>
        <p:sp>
          <p:nvSpPr>
            <p:cNvPr id="2094" name="Candidate_density__2093">
              <a:extLst>
                <a:ext uri="{FF2B5EF4-FFF2-40B4-BE49-F238E27FC236}">
                  <a16:creationId xmlns:a16="http://schemas.microsoft.com/office/drawing/2014/main" id="{A279CCD0-E6F2-E8DA-C0F7-6CF9EB0FE864}"/>
                </a:ext>
              </a:extLst>
            </p:cNvPr>
            <p:cNvSpPr>
              <a:spLocks noGrp="1"/>
            </p:cNvSpPr>
            <p:nvPr/>
          </p:nvSpPr>
          <p:spPr>
            <a:xfrm>
              <a:off x="4351997" y="1665904"/>
              <a:ext cx="2073252" cy="3108134"/>
            </a:xfrm>
            <a:custGeom>
              <a:avLst/>
              <a:gdLst/>
              <a:ahLst/>
              <a:cxnLst/>
              <a:rect l="0" t="0" r="0" b="0"/>
              <a:pathLst>
                <a:path w="2073252" h="3108134">
                  <a:moveTo>
                    <a:pt x="668293" y="3025919"/>
                  </a:moveTo>
                  <a:lnTo>
                    <a:pt x="705161" y="3108134"/>
                  </a:lnTo>
                  <a:lnTo>
                    <a:pt x="801522" y="3069698"/>
                  </a:lnTo>
                  <a:close/>
                  <a:moveTo>
                    <a:pt x="668293" y="3025919"/>
                  </a:moveTo>
                  <a:lnTo>
                    <a:pt x="801522" y="3069698"/>
                  </a:lnTo>
                  <a:lnTo>
                    <a:pt x="786191" y="2987482"/>
                  </a:lnTo>
                  <a:close/>
                  <a:moveTo>
                    <a:pt x="786191" y="2987482"/>
                  </a:moveTo>
                  <a:lnTo>
                    <a:pt x="814367" y="3066410"/>
                  </a:lnTo>
                  <a:lnTo>
                    <a:pt x="789669" y="2986397"/>
                  </a:lnTo>
                  <a:close/>
                  <a:moveTo>
                    <a:pt x="786191" y="2987482"/>
                  </a:moveTo>
                  <a:lnTo>
                    <a:pt x="801522" y="3069698"/>
                  </a:lnTo>
                  <a:lnTo>
                    <a:pt x="814367" y="3066410"/>
                  </a:lnTo>
                  <a:close/>
                  <a:moveTo>
                    <a:pt x="781835" y="2963186"/>
                  </a:moveTo>
                  <a:lnTo>
                    <a:pt x="786191" y="2987482"/>
                  </a:lnTo>
                  <a:lnTo>
                    <a:pt x="789669" y="2986397"/>
                  </a:lnTo>
                  <a:close/>
                  <a:moveTo>
                    <a:pt x="76410" y="1677383"/>
                  </a:moveTo>
                  <a:lnTo>
                    <a:pt x="121603" y="1638946"/>
                  </a:lnTo>
                  <a:lnTo>
                    <a:pt x="63724" y="1595168"/>
                  </a:lnTo>
                  <a:close/>
                  <a:moveTo>
                    <a:pt x="1222200" y="2751521"/>
                  </a:moveTo>
                  <a:lnTo>
                    <a:pt x="1152496" y="2789958"/>
                  </a:lnTo>
                  <a:lnTo>
                    <a:pt x="1255299" y="2833737"/>
                  </a:lnTo>
                  <a:close/>
                  <a:moveTo>
                    <a:pt x="1222200" y="2751521"/>
                  </a:moveTo>
                  <a:lnTo>
                    <a:pt x="1242731" y="2710959"/>
                  </a:lnTo>
                  <a:lnTo>
                    <a:pt x="1114320" y="2707743"/>
                  </a:lnTo>
                  <a:close/>
                  <a:moveTo>
                    <a:pt x="1152496" y="2789958"/>
                  </a:moveTo>
                  <a:lnTo>
                    <a:pt x="1222200" y="2751521"/>
                  </a:lnTo>
                  <a:lnTo>
                    <a:pt x="1114320" y="2707743"/>
                  </a:lnTo>
                  <a:close/>
                  <a:moveTo>
                    <a:pt x="1222200" y="2751521"/>
                  </a:moveTo>
                  <a:lnTo>
                    <a:pt x="1308285" y="2807140"/>
                  </a:lnTo>
                  <a:lnTo>
                    <a:pt x="1296639" y="2716515"/>
                  </a:lnTo>
                  <a:close/>
                  <a:moveTo>
                    <a:pt x="1222200" y="2751521"/>
                  </a:moveTo>
                  <a:lnTo>
                    <a:pt x="1255299" y="2833737"/>
                  </a:lnTo>
                  <a:lnTo>
                    <a:pt x="1308285" y="2807140"/>
                  </a:lnTo>
                  <a:close/>
                  <a:moveTo>
                    <a:pt x="1242731" y="2710959"/>
                  </a:moveTo>
                  <a:lnTo>
                    <a:pt x="1222200" y="2751521"/>
                  </a:lnTo>
                  <a:lnTo>
                    <a:pt x="1296639" y="2716515"/>
                  </a:lnTo>
                  <a:close/>
                  <a:moveTo>
                    <a:pt x="1369171" y="2689838"/>
                  </a:moveTo>
                  <a:lnTo>
                    <a:pt x="1351164" y="2732779"/>
                  </a:lnTo>
                  <a:lnTo>
                    <a:pt x="1310760" y="2713085"/>
                  </a:lnTo>
                  <a:close/>
                  <a:moveTo>
                    <a:pt x="1296639" y="2716515"/>
                  </a:moveTo>
                  <a:lnTo>
                    <a:pt x="1299912" y="2751521"/>
                  </a:lnTo>
                  <a:lnTo>
                    <a:pt x="1242731" y="2710959"/>
                  </a:lnTo>
                  <a:close/>
                  <a:moveTo>
                    <a:pt x="1351164" y="2732779"/>
                  </a:moveTo>
                  <a:lnTo>
                    <a:pt x="1369171" y="2689838"/>
                  </a:lnTo>
                  <a:lnTo>
                    <a:pt x="1338656" y="2751521"/>
                  </a:lnTo>
                  <a:close/>
                  <a:moveTo>
                    <a:pt x="1338656" y="2751521"/>
                  </a:moveTo>
                  <a:lnTo>
                    <a:pt x="1369171" y="2689838"/>
                  </a:lnTo>
                  <a:lnTo>
                    <a:pt x="1383187" y="2630870"/>
                  </a:lnTo>
                  <a:close/>
                  <a:moveTo>
                    <a:pt x="1431495" y="2767564"/>
                  </a:moveTo>
                  <a:lnTo>
                    <a:pt x="1514949" y="2741018"/>
                  </a:lnTo>
                  <a:lnTo>
                    <a:pt x="1464533" y="2701204"/>
                  </a:lnTo>
                  <a:close/>
                  <a:moveTo>
                    <a:pt x="1431495" y="2767564"/>
                  </a:moveTo>
                  <a:lnTo>
                    <a:pt x="1464533" y="2701204"/>
                  </a:lnTo>
                  <a:lnTo>
                    <a:pt x="1388903" y="2702098"/>
                  </a:lnTo>
                  <a:close/>
                  <a:moveTo>
                    <a:pt x="1369171" y="2689838"/>
                  </a:moveTo>
                  <a:lnTo>
                    <a:pt x="1310760" y="2713085"/>
                  </a:lnTo>
                  <a:lnTo>
                    <a:pt x="1388903" y="2702098"/>
                  </a:lnTo>
                  <a:close/>
                  <a:moveTo>
                    <a:pt x="1388903" y="2702098"/>
                  </a:moveTo>
                  <a:lnTo>
                    <a:pt x="1383187" y="2630870"/>
                  </a:lnTo>
                  <a:lnTo>
                    <a:pt x="1369171" y="2689838"/>
                  </a:lnTo>
                  <a:close/>
                  <a:moveTo>
                    <a:pt x="1464533" y="2701204"/>
                  </a:moveTo>
                  <a:lnTo>
                    <a:pt x="1514949" y="2741018"/>
                  </a:lnTo>
                  <a:lnTo>
                    <a:pt x="1578527" y="2700068"/>
                  </a:lnTo>
                  <a:close/>
                  <a:moveTo>
                    <a:pt x="1258616" y="2345788"/>
                  </a:moveTo>
                  <a:lnTo>
                    <a:pt x="1234002" y="2463123"/>
                  </a:lnTo>
                  <a:lnTo>
                    <a:pt x="1261507" y="2350756"/>
                  </a:lnTo>
                  <a:close/>
                  <a:moveTo>
                    <a:pt x="1258616" y="2345788"/>
                  </a:moveTo>
                  <a:lnTo>
                    <a:pt x="1257113" y="2334326"/>
                  </a:lnTo>
                  <a:lnTo>
                    <a:pt x="1175029" y="2302010"/>
                  </a:lnTo>
                  <a:close/>
                  <a:moveTo>
                    <a:pt x="1182693" y="2384224"/>
                  </a:moveTo>
                  <a:lnTo>
                    <a:pt x="1258616" y="2345788"/>
                  </a:lnTo>
                  <a:lnTo>
                    <a:pt x="1175029" y="2302010"/>
                  </a:lnTo>
                  <a:close/>
                  <a:moveTo>
                    <a:pt x="1222517" y="2276314"/>
                  </a:moveTo>
                  <a:lnTo>
                    <a:pt x="1257113" y="2334326"/>
                  </a:lnTo>
                  <a:lnTo>
                    <a:pt x="1259652" y="2263573"/>
                  </a:lnTo>
                  <a:close/>
                  <a:moveTo>
                    <a:pt x="645060" y="1717910"/>
                  </a:moveTo>
                  <a:lnTo>
                    <a:pt x="659186" y="1688068"/>
                  </a:lnTo>
                  <a:lnTo>
                    <a:pt x="629740" y="1726504"/>
                  </a:lnTo>
                  <a:close/>
                  <a:moveTo>
                    <a:pt x="1523773" y="2753135"/>
                  </a:moveTo>
                  <a:lnTo>
                    <a:pt x="1578527" y="2700068"/>
                  </a:lnTo>
                  <a:lnTo>
                    <a:pt x="1514949" y="2741018"/>
                  </a:lnTo>
                  <a:close/>
                  <a:moveTo>
                    <a:pt x="1523773" y="2753135"/>
                  </a:moveTo>
                  <a:lnTo>
                    <a:pt x="1632483" y="2725348"/>
                  </a:lnTo>
                  <a:lnTo>
                    <a:pt x="1578527" y="2700068"/>
                  </a:lnTo>
                  <a:close/>
                  <a:moveTo>
                    <a:pt x="1712443" y="2706898"/>
                  </a:moveTo>
                  <a:lnTo>
                    <a:pt x="1632483" y="2725348"/>
                  </a:lnTo>
                  <a:lnTo>
                    <a:pt x="1663302" y="2718427"/>
                  </a:lnTo>
                  <a:close/>
                  <a:moveTo>
                    <a:pt x="1578527" y="2700068"/>
                  </a:moveTo>
                  <a:lnTo>
                    <a:pt x="1632483" y="2725348"/>
                  </a:lnTo>
                  <a:lnTo>
                    <a:pt x="1712443" y="2706898"/>
                  </a:lnTo>
                  <a:close/>
                  <a:moveTo>
                    <a:pt x="1258616" y="2345788"/>
                  </a:moveTo>
                  <a:lnTo>
                    <a:pt x="1261507" y="2350756"/>
                  </a:lnTo>
                  <a:lnTo>
                    <a:pt x="1263101" y="2343412"/>
                  </a:lnTo>
                  <a:close/>
                  <a:moveTo>
                    <a:pt x="1257113" y="2334326"/>
                  </a:moveTo>
                  <a:lnTo>
                    <a:pt x="1258616" y="2345788"/>
                  </a:lnTo>
                  <a:lnTo>
                    <a:pt x="1263101" y="2343412"/>
                  </a:lnTo>
                  <a:close/>
                  <a:moveTo>
                    <a:pt x="1257113" y="2334326"/>
                  </a:moveTo>
                  <a:lnTo>
                    <a:pt x="1263101" y="2343412"/>
                  </a:lnTo>
                  <a:lnTo>
                    <a:pt x="1259652" y="2263573"/>
                  </a:lnTo>
                  <a:close/>
                  <a:moveTo>
                    <a:pt x="1409961" y="2196738"/>
                  </a:moveTo>
                  <a:lnTo>
                    <a:pt x="1387678" y="2202633"/>
                  </a:lnTo>
                  <a:lnTo>
                    <a:pt x="1306937" y="2225137"/>
                  </a:lnTo>
                  <a:close/>
                  <a:moveTo>
                    <a:pt x="1387678" y="2202633"/>
                  </a:moveTo>
                  <a:lnTo>
                    <a:pt x="1412772" y="2186700"/>
                  </a:lnTo>
                  <a:lnTo>
                    <a:pt x="1468044" y="2135244"/>
                  </a:lnTo>
                  <a:close/>
                  <a:moveTo>
                    <a:pt x="1387678" y="2202633"/>
                  </a:moveTo>
                  <a:lnTo>
                    <a:pt x="1409961" y="2196738"/>
                  </a:lnTo>
                  <a:lnTo>
                    <a:pt x="1412772" y="2186700"/>
                  </a:lnTo>
                  <a:close/>
                  <a:moveTo>
                    <a:pt x="1160981" y="1978491"/>
                  </a:moveTo>
                  <a:lnTo>
                    <a:pt x="1236957" y="2022270"/>
                  </a:lnTo>
                  <a:lnTo>
                    <a:pt x="1218588" y="1940055"/>
                  </a:lnTo>
                  <a:close/>
                  <a:moveTo>
                    <a:pt x="1169000" y="1896276"/>
                  </a:moveTo>
                  <a:lnTo>
                    <a:pt x="1160981" y="1978491"/>
                  </a:lnTo>
                  <a:lnTo>
                    <a:pt x="1218588" y="1940055"/>
                  </a:lnTo>
                  <a:close/>
                  <a:moveTo>
                    <a:pt x="1169000" y="1896276"/>
                  </a:moveTo>
                  <a:lnTo>
                    <a:pt x="1218588" y="1940055"/>
                  </a:lnTo>
                  <a:lnTo>
                    <a:pt x="1226761" y="1857840"/>
                  </a:lnTo>
                  <a:close/>
                  <a:moveTo>
                    <a:pt x="568188" y="1117904"/>
                  </a:moveTo>
                  <a:lnTo>
                    <a:pt x="506832" y="1132811"/>
                  </a:lnTo>
                  <a:lnTo>
                    <a:pt x="522486" y="1220175"/>
                  </a:lnTo>
                  <a:close/>
                  <a:moveTo>
                    <a:pt x="593594" y="1095083"/>
                  </a:moveTo>
                  <a:lnTo>
                    <a:pt x="506832" y="1132811"/>
                  </a:lnTo>
                  <a:lnTo>
                    <a:pt x="568188" y="1117904"/>
                  </a:lnTo>
                  <a:close/>
                  <a:moveTo>
                    <a:pt x="0" y="580834"/>
                  </a:moveTo>
                  <a:lnTo>
                    <a:pt x="11589" y="663050"/>
                  </a:lnTo>
                  <a:lnTo>
                    <a:pt x="50312" y="542398"/>
                  </a:lnTo>
                  <a:close/>
                  <a:moveTo>
                    <a:pt x="62701" y="503450"/>
                  </a:moveTo>
                  <a:lnTo>
                    <a:pt x="0" y="580834"/>
                  </a:lnTo>
                  <a:lnTo>
                    <a:pt x="50312" y="542398"/>
                  </a:lnTo>
                  <a:close/>
                  <a:moveTo>
                    <a:pt x="1832448" y="2515561"/>
                  </a:moveTo>
                  <a:lnTo>
                    <a:pt x="1831824" y="2584380"/>
                  </a:lnTo>
                  <a:lnTo>
                    <a:pt x="1928105" y="2525502"/>
                  </a:lnTo>
                  <a:close/>
                  <a:moveTo>
                    <a:pt x="1928105" y="2525502"/>
                  </a:moveTo>
                  <a:lnTo>
                    <a:pt x="1831824" y="2584380"/>
                  </a:lnTo>
                  <a:lnTo>
                    <a:pt x="1854331" y="2528331"/>
                  </a:lnTo>
                  <a:close/>
                  <a:moveTo>
                    <a:pt x="1928105" y="2525502"/>
                  </a:moveTo>
                  <a:lnTo>
                    <a:pt x="1898399" y="2490755"/>
                  </a:lnTo>
                  <a:lnTo>
                    <a:pt x="1832448" y="2515561"/>
                  </a:lnTo>
                  <a:close/>
                  <a:moveTo>
                    <a:pt x="1898399" y="2490755"/>
                  </a:moveTo>
                  <a:lnTo>
                    <a:pt x="1928105" y="2525502"/>
                  </a:lnTo>
                  <a:lnTo>
                    <a:pt x="1940032" y="2477124"/>
                  </a:lnTo>
                  <a:close/>
                  <a:moveTo>
                    <a:pt x="1226761" y="1857840"/>
                  </a:moveTo>
                  <a:lnTo>
                    <a:pt x="1297552" y="1915035"/>
                  </a:lnTo>
                  <a:lnTo>
                    <a:pt x="1255190" y="1849383"/>
                  </a:lnTo>
                  <a:close/>
                  <a:moveTo>
                    <a:pt x="1226761" y="1857840"/>
                  </a:moveTo>
                  <a:lnTo>
                    <a:pt x="1218588" y="1940055"/>
                  </a:lnTo>
                  <a:lnTo>
                    <a:pt x="1297552" y="1915035"/>
                  </a:lnTo>
                  <a:close/>
                  <a:moveTo>
                    <a:pt x="1011458" y="1542776"/>
                  </a:moveTo>
                  <a:lnTo>
                    <a:pt x="1057399" y="1499339"/>
                  </a:lnTo>
                  <a:lnTo>
                    <a:pt x="1011339" y="1528979"/>
                  </a:lnTo>
                  <a:close/>
                  <a:moveTo>
                    <a:pt x="1057399" y="1499339"/>
                  </a:moveTo>
                  <a:lnTo>
                    <a:pt x="1063369" y="1490543"/>
                  </a:lnTo>
                  <a:lnTo>
                    <a:pt x="1011339" y="1528979"/>
                  </a:lnTo>
                  <a:close/>
                  <a:moveTo>
                    <a:pt x="1020320" y="1446764"/>
                  </a:moveTo>
                  <a:lnTo>
                    <a:pt x="1011339" y="1528979"/>
                  </a:lnTo>
                  <a:lnTo>
                    <a:pt x="1063369" y="1490543"/>
                  </a:lnTo>
                  <a:close/>
                  <a:moveTo>
                    <a:pt x="1020320" y="1446764"/>
                  </a:moveTo>
                  <a:lnTo>
                    <a:pt x="1063369" y="1490543"/>
                  </a:lnTo>
                  <a:lnTo>
                    <a:pt x="1076982" y="1408328"/>
                  </a:lnTo>
                  <a:close/>
                  <a:moveTo>
                    <a:pt x="568188" y="1117904"/>
                  </a:moveTo>
                  <a:lnTo>
                    <a:pt x="649274" y="1177692"/>
                  </a:lnTo>
                  <a:lnTo>
                    <a:pt x="609480" y="1109951"/>
                  </a:lnTo>
                  <a:close/>
                  <a:moveTo>
                    <a:pt x="733282" y="1169986"/>
                  </a:moveTo>
                  <a:lnTo>
                    <a:pt x="715511" y="1079468"/>
                  </a:lnTo>
                  <a:lnTo>
                    <a:pt x="609480" y="1109951"/>
                  </a:lnTo>
                  <a:close/>
                  <a:moveTo>
                    <a:pt x="593594" y="1095083"/>
                  </a:moveTo>
                  <a:lnTo>
                    <a:pt x="568188" y="1117904"/>
                  </a:lnTo>
                  <a:lnTo>
                    <a:pt x="609480" y="1109951"/>
                  </a:lnTo>
                  <a:close/>
                  <a:moveTo>
                    <a:pt x="593594" y="1095083"/>
                  </a:moveTo>
                  <a:lnTo>
                    <a:pt x="609480" y="1109951"/>
                  </a:lnTo>
                  <a:lnTo>
                    <a:pt x="609402" y="1035688"/>
                  </a:lnTo>
                  <a:close/>
                  <a:moveTo>
                    <a:pt x="609402" y="1035688"/>
                  </a:moveTo>
                  <a:lnTo>
                    <a:pt x="609480" y="1109951"/>
                  </a:lnTo>
                  <a:lnTo>
                    <a:pt x="715511" y="1079468"/>
                  </a:lnTo>
                  <a:close/>
                  <a:moveTo>
                    <a:pt x="609402" y="1035688"/>
                  </a:moveTo>
                  <a:lnTo>
                    <a:pt x="715511" y="1079468"/>
                  </a:lnTo>
                  <a:lnTo>
                    <a:pt x="695393" y="997252"/>
                  </a:lnTo>
                  <a:close/>
                  <a:moveTo>
                    <a:pt x="697949" y="991388"/>
                  </a:moveTo>
                  <a:lnTo>
                    <a:pt x="609402" y="1035688"/>
                  </a:lnTo>
                  <a:lnTo>
                    <a:pt x="695393" y="997252"/>
                  </a:lnTo>
                  <a:close/>
                  <a:moveTo>
                    <a:pt x="1928105" y="2525502"/>
                  </a:moveTo>
                  <a:lnTo>
                    <a:pt x="1971290" y="2531588"/>
                  </a:lnTo>
                  <a:lnTo>
                    <a:pt x="1940032" y="2477124"/>
                  </a:lnTo>
                  <a:close/>
                  <a:moveTo>
                    <a:pt x="1940032" y="2477124"/>
                  </a:moveTo>
                  <a:lnTo>
                    <a:pt x="1971290" y="2531588"/>
                  </a:lnTo>
                  <a:lnTo>
                    <a:pt x="2032807" y="2520903"/>
                  </a:lnTo>
                  <a:close/>
                  <a:moveTo>
                    <a:pt x="1940032" y="2477124"/>
                  </a:moveTo>
                  <a:lnTo>
                    <a:pt x="2032807" y="2520903"/>
                  </a:lnTo>
                  <a:lnTo>
                    <a:pt x="2034926" y="2438688"/>
                  </a:lnTo>
                  <a:close/>
                  <a:moveTo>
                    <a:pt x="1782367" y="2224218"/>
                  </a:moveTo>
                  <a:lnTo>
                    <a:pt x="1790354" y="2289134"/>
                  </a:lnTo>
                  <a:lnTo>
                    <a:pt x="1882696" y="2192042"/>
                  </a:lnTo>
                  <a:close/>
                  <a:moveTo>
                    <a:pt x="1882696" y="2192042"/>
                  </a:moveTo>
                  <a:lnTo>
                    <a:pt x="1790354" y="2289134"/>
                  </a:lnTo>
                  <a:lnTo>
                    <a:pt x="1803578" y="2312694"/>
                  </a:lnTo>
                  <a:close/>
                  <a:moveTo>
                    <a:pt x="1882696" y="2192042"/>
                  </a:moveTo>
                  <a:lnTo>
                    <a:pt x="1803578" y="2312694"/>
                  </a:lnTo>
                  <a:lnTo>
                    <a:pt x="1895779" y="2274257"/>
                  </a:lnTo>
                  <a:close/>
                  <a:moveTo>
                    <a:pt x="1755320" y="2230479"/>
                  </a:moveTo>
                  <a:lnTo>
                    <a:pt x="1790354" y="2289134"/>
                  </a:lnTo>
                  <a:lnTo>
                    <a:pt x="1782367" y="2224218"/>
                  </a:lnTo>
                  <a:close/>
                  <a:moveTo>
                    <a:pt x="715511" y="1079468"/>
                  </a:moveTo>
                  <a:lnTo>
                    <a:pt x="725514" y="1076210"/>
                  </a:lnTo>
                  <a:lnTo>
                    <a:pt x="695393" y="997252"/>
                  </a:lnTo>
                  <a:close/>
                  <a:moveTo>
                    <a:pt x="2034926" y="2438688"/>
                  </a:moveTo>
                  <a:lnTo>
                    <a:pt x="2073252" y="2409195"/>
                  </a:lnTo>
                  <a:lnTo>
                    <a:pt x="2050800" y="2318036"/>
                  </a:lnTo>
                  <a:close/>
                  <a:moveTo>
                    <a:pt x="1936542" y="2259560"/>
                  </a:moveTo>
                  <a:lnTo>
                    <a:pt x="1931256" y="2322080"/>
                  </a:lnTo>
                  <a:lnTo>
                    <a:pt x="2011799" y="2235821"/>
                  </a:lnTo>
                  <a:close/>
                  <a:moveTo>
                    <a:pt x="1895779" y="2274257"/>
                  </a:moveTo>
                  <a:lnTo>
                    <a:pt x="1931256" y="2322080"/>
                  </a:lnTo>
                  <a:lnTo>
                    <a:pt x="1936542" y="2259560"/>
                  </a:lnTo>
                  <a:close/>
                  <a:moveTo>
                    <a:pt x="1882696" y="2192042"/>
                  </a:moveTo>
                  <a:lnTo>
                    <a:pt x="1936542" y="2259560"/>
                  </a:lnTo>
                  <a:lnTo>
                    <a:pt x="1906270" y="2184080"/>
                  </a:lnTo>
                  <a:close/>
                  <a:moveTo>
                    <a:pt x="1882696" y="2192042"/>
                  </a:moveTo>
                  <a:lnTo>
                    <a:pt x="1895779" y="2274257"/>
                  </a:lnTo>
                  <a:lnTo>
                    <a:pt x="1936542" y="2259560"/>
                  </a:lnTo>
                  <a:close/>
                  <a:moveTo>
                    <a:pt x="2011799" y="2235821"/>
                  </a:moveTo>
                  <a:lnTo>
                    <a:pt x="1998885" y="2153606"/>
                  </a:lnTo>
                  <a:lnTo>
                    <a:pt x="1936542" y="2259560"/>
                  </a:lnTo>
                  <a:close/>
                  <a:moveTo>
                    <a:pt x="1998885" y="2153606"/>
                  </a:moveTo>
                  <a:lnTo>
                    <a:pt x="1906270" y="2184080"/>
                  </a:lnTo>
                  <a:lnTo>
                    <a:pt x="1936542" y="2259560"/>
                  </a:lnTo>
                  <a:close/>
                  <a:moveTo>
                    <a:pt x="1851127" y="2109827"/>
                  </a:moveTo>
                  <a:lnTo>
                    <a:pt x="1906270" y="2184080"/>
                  </a:lnTo>
                  <a:lnTo>
                    <a:pt x="1892375" y="2095284"/>
                  </a:lnTo>
                  <a:close/>
                  <a:moveTo>
                    <a:pt x="1851127" y="2109827"/>
                  </a:moveTo>
                  <a:lnTo>
                    <a:pt x="1882696" y="2192042"/>
                  </a:lnTo>
                  <a:lnTo>
                    <a:pt x="1906270" y="2184080"/>
                  </a:lnTo>
                  <a:close/>
                  <a:moveTo>
                    <a:pt x="1998885" y="2153606"/>
                  </a:moveTo>
                  <a:lnTo>
                    <a:pt x="2001595" y="2091209"/>
                  </a:lnTo>
                  <a:lnTo>
                    <a:pt x="1906270" y="2184080"/>
                  </a:lnTo>
                  <a:close/>
                  <a:moveTo>
                    <a:pt x="2011799" y="2235821"/>
                  </a:moveTo>
                  <a:lnTo>
                    <a:pt x="2070157" y="2311619"/>
                  </a:lnTo>
                  <a:lnTo>
                    <a:pt x="2058979" y="2220614"/>
                  </a:lnTo>
                  <a:close/>
                  <a:moveTo>
                    <a:pt x="2011799" y="2235821"/>
                  </a:moveTo>
                  <a:lnTo>
                    <a:pt x="2050800" y="2318036"/>
                  </a:lnTo>
                  <a:lnTo>
                    <a:pt x="2070157" y="2311619"/>
                  </a:lnTo>
                  <a:close/>
                  <a:moveTo>
                    <a:pt x="1998885" y="2153606"/>
                  </a:moveTo>
                  <a:lnTo>
                    <a:pt x="2058979" y="2220614"/>
                  </a:lnTo>
                  <a:lnTo>
                    <a:pt x="2030256" y="2143873"/>
                  </a:lnTo>
                  <a:close/>
                  <a:moveTo>
                    <a:pt x="1998885" y="2153606"/>
                  </a:moveTo>
                  <a:lnTo>
                    <a:pt x="2011799" y="2235821"/>
                  </a:lnTo>
                  <a:lnTo>
                    <a:pt x="2058979" y="2220614"/>
                  </a:lnTo>
                  <a:close/>
                  <a:moveTo>
                    <a:pt x="2001595" y="2091209"/>
                  </a:moveTo>
                  <a:lnTo>
                    <a:pt x="1998885" y="2153606"/>
                  </a:lnTo>
                  <a:lnTo>
                    <a:pt x="2030256" y="2143873"/>
                  </a:lnTo>
                  <a:close/>
                  <a:moveTo>
                    <a:pt x="1470136" y="1067053"/>
                  </a:moveTo>
                  <a:lnTo>
                    <a:pt x="1375462" y="1128588"/>
                  </a:lnTo>
                  <a:lnTo>
                    <a:pt x="1450782" y="1090152"/>
                  </a:lnTo>
                  <a:close/>
                  <a:moveTo>
                    <a:pt x="1151859" y="928247"/>
                  </a:moveTo>
                  <a:lnTo>
                    <a:pt x="1141634" y="964158"/>
                  </a:lnTo>
                  <a:lnTo>
                    <a:pt x="1190466" y="940580"/>
                  </a:lnTo>
                  <a:close/>
                  <a:moveTo>
                    <a:pt x="1035169" y="605873"/>
                  </a:moveTo>
                  <a:lnTo>
                    <a:pt x="947166" y="635297"/>
                  </a:lnTo>
                  <a:lnTo>
                    <a:pt x="1048822" y="606461"/>
                  </a:lnTo>
                  <a:close/>
                  <a:moveTo>
                    <a:pt x="1035169" y="605873"/>
                  </a:moveTo>
                  <a:lnTo>
                    <a:pt x="1048822" y="606461"/>
                  </a:lnTo>
                  <a:lnTo>
                    <a:pt x="1057473" y="596861"/>
                  </a:lnTo>
                  <a:close/>
                  <a:moveTo>
                    <a:pt x="807464" y="261381"/>
                  </a:moveTo>
                  <a:lnTo>
                    <a:pt x="719952" y="279994"/>
                  </a:lnTo>
                  <a:lnTo>
                    <a:pt x="801030" y="268001"/>
                  </a:lnTo>
                  <a:close/>
                  <a:moveTo>
                    <a:pt x="673287" y="253573"/>
                  </a:moveTo>
                  <a:lnTo>
                    <a:pt x="719952" y="279994"/>
                  </a:lnTo>
                  <a:lnTo>
                    <a:pt x="807464" y="261381"/>
                  </a:lnTo>
                  <a:close/>
                  <a:moveTo>
                    <a:pt x="719952" y="279994"/>
                  </a:moveTo>
                  <a:lnTo>
                    <a:pt x="753487" y="338225"/>
                  </a:lnTo>
                  <a:lnTo>
                    <a:pt x="801030" y="268001"/>
                  </a:lnTo>
                  <a:close/>
                  <a:moveTo>
                    <a:pt x="1795189" y="1312964"/>
                  </a:moveTo>
                  <a:lnTo>
                    <a:pt x="1684670" y="1311846"/>
                  </a:lnTo>
                  <a:lnTo>
                    <a:pt x="1705162" y="1336797"/>
                  </a:lnTo>
                  <a:close/>
                  <a:moveTo>
                    <a:pt x="1641046" y="1254582"/>
                  </a:moveTo>
                  <a:lnTo>
                    <a:pt x="1684670" y="1311846"/>
                  </a:lnTo>
                  <a:lnTo>
                    <a:pt x="1684653" y="1242143"/>
                  </a:lnTo>
                  <a:close/>
                  <a:moveTo>
                    <a:pt x="1470136" y="1067053"/>
                  </a:moveTo>
                  <a:lnTo>
                    <a:pt x="1450782" y="1090152"/>
                  </a:lnTo>
                  <a:lnTo>
                    <a:pt x="1493131" y="1076480"/>
                  </a:lnTo>
                  <a:close/>
                  <a:moveTo>
                    <a:pt x="1107687" y="647009"/>
                  </a:moveTo>
                  <a:lnTo>
                    <a:pt x="1057473" y="596861"/>
                  </a:lnTo>
                  <a:lnTo>
                    <a:pt x="1048822" y="606461"/>
                  </a:lnTo>
                  <a:close/>
                  <a:moveTo>
                    <a:pt x="813698" y="264373"/>
                  </a:moveTo>
                  <a:lnTo>
                    <a:pt x="801030" y="268001"/>
                  </a:lnTo>
                  <a:lnTo>
                    <a:pt x="759767" y="347717"/>
                  </a:lnTo>
                  <a:close/>
                  <a:moveTo>
                    <a:pt x="807464" y="261381"/>
                  </a:moveTo>
                  <a:lnTo>
                    <a:pt x="801030" y="268001"/>
                  </a:lnTo>
                  <a:lnTo>
                    <a:pt x="813698" y="264373"/>
                  </a:lnTo>
                  <a:close/>
                  <a:moveTo>
                    <a:pt x="807464" y="261381"/>
                  </a:moveTo>
                  <a:lnTo>
                    <a:pt x="813698" y="264373"/>
                  </a:lnTo>
                  <a:lnTo>
                    <a:pt x="823839" y="185785"/>
                  </a:lnTo>
                  <a:close/>
                  <a:moveTo>
                    <a:pt x="823839" y="185785"/>
                  </a:moveTo>
                  <a:lnTo>
                    <a:pt x="813698" y="264373"/>
                  </a:lnTo>
                  <a:lnTo>
                    <a:pt x="912607" y="229564"/>
                  </a:lnTo>
                  <a:close/>
                  <a:moveTo>
                    <a:pt x="823839" y="185785"/>
                  </a:moveTo>
                  <a:lnTo>
                    <a:pt x="912607" y="229564"/>
                  </a:lnTo>
                  <a:lnTo>
                    <a:pt x="871569" y="147349"/>
                  </a:lnTo>
                  <a:close/>
                  <a:moveTo>
                    <a:pt x="896517" y="100474"/>
                  </a:moveTo>
                  <a:lnTo>
                    <a:pt x="823839" y="185785"/>
                  </a:lnTo>
                  <a:lnTo>
                    <a:pt x="871569" y="147349"/>
                  </a:lnTo>
                  <a:close/>
                  <a:moveTo>
                    <a:pt x="871569" y="147349"/>
                  </a:moveTo>
                  <a:lnTo>
                    <a:pt x="912607" y="229564"/>
                  </a:lnTo>
                  <a:lnTo>
                    <a:pt x="921223" y="108913"/>
                  </a:lnTo>
                  <a:close/>
                  <a:moveTo>
                    <a:pt x="938206" y="41142"/>
                  </a:moveTo>
                  <a:lnTo>
                    <a:pt x="871569" y="147349"/>
                  </a:lnTo>
                  <a:lnTo>
                    <a:pt x="921223" y="108913"/>
                  </a:lnTo>
                  <a:close/>
                  <a:moveTo>
                    <a:pt x="938206" y="41142"/>
                  </a:moveTo>
                  <a:lnTo>
                    <a:pt x="896517" y="100474"/>
                  </a:lnTo>
                  <a:lnTo>
                    <a:pt x="871569" y="147349"/>
                  </a:lnTo>
                  <a:close/>
                  <a:moveTo>
                    <a:pt x="1502403" y="542091"/>
                  </a:moveTo>
                  <a:lnTo>
                    <a:pt x="1410987" y="602203"/>
                  </a:lnTo>
                  <a:lnTo>
                    <a:pt x="1485307" y="563767"/>
                  </a:lnTo>
                  <a:close/>
                  <a:moveTo>
                    <a:pt x="938206" y="41142"/>
                  </a:moveTo>
                  <a:lnTo>
                    <a:pt x="984761" y="0"/>
                  </a:lnTo>
                  <a:lnTo>
                    <a:pt x="941615" y="26697"/>
                  </a:lnTo>
                  <a:close/>
                  <a:moveTo>
                    <a:pt x="1502403" y="542091"/>
                  </a:moveTo>
                  <a:lnTo>
                    <a:pt x="1521735" y="552764"/>
                  </a:lnTo>
                  <a:lnTo>
                    <a:pt x="1614974" y="469109"/>
                  </a:lnTo>
                  <a:close/>
                  <a:moveTo>
                    <a:pt x="1718164" y="361062"/>
                  </a:moveTo>
                  <a:lnTo>
                    <a:pt x="1662485" y="368089"/>
                  </a:lnTo>
                  <a:lnTo>
                    <a:pt x="1633634" y="443115"/>
                  </a:lnTo>
                  <a:close/>
                  <a:moveTo>
                    <a:pt x="1662485" y="368089"/>
                  </a:moveTo>
                  <a:lnTo>
                    <a:pt x="1718164" y="361062"/>
                  </a:lnTo>
                  <a:lnTo>
                    <a:pt x="1665834" y="360900"/>
                  </a:lnTo>
                  <a:close/>
                </a:path>
              </a:pathLst>
            </a:custGeom>
            <a:solidFill>
              <a:srgbClr val="E8ECEF"/>
            </a:solidFill>
            <a:ln w="1524">
              <a:solidFill>
                <a:srgbClr val="E8ECEF"/>
              </a:solidFill>
            </a:ln>
          </p:spPr>
        </p:sp>
        <p:sp>
          <p:nvSpPr>
            <p:cNvPr id="2095" name="Candidate_density__2094">
              <a:extLst>
                <a:ext uri="{FF2B5EF4-FFF2-40B4-BE49-F238E27FC236}">
                  <a16:creationId xmlns:a16="http://schemas.microsoft.com/office/drawing/2014/main" id="{48DA60EE-987A-10D8-52E8-F162AB4D572F}"/>
                </a:ext>
              </a:extLst>
            </p:cNvPr>
            <p:cNvSpPr>
              <a:spLocks noGrp="1"/>
            </p:cNvSpPr>
            <p:nvPr/>
          </p:nvSpPr>
          <p:spPr>
            <a:xfrm>
              <a:off x="4520758" y="1615938"/>
              <a:ext cx="2073370" cy="2980049"/>
            </a:xfrm>
            <a:custGeom>
              <a:avLst/>
              <a:gdLst/>
              <a:ahLst/>
              <a:cxnLst/>
              <a:rect l="0" t="0" r="0" b="0"/>
              <a:pathLst>
                <a:path w="2073370" h="2980049">
                  <a:moveTo>
                    <a:pt x="45982" y="2544157"/>
                  </a:moveTo>
                  <a:lnTo>
                    <a:pt x="77070" y="2617616"/>
                  </a:lnTo>
                  <a:lnTo>
                    <a:pt x="129579" y="2598736"/>
                  </a:lnTo>
                  <a:close/>
                  <a:moveTo>
                    <a:pt x="45982" y="2544157"/>
                  </a:moveTo>
                  <a:lnTo>
                    <a:pt x="0" y="2582594"/>
                  </a:lnTo>
                  <a:lnTo>
                    <a:pt x="77070" y="2617616"/>
                  </a:lnTo>
                  <a:close/>
                  <a:moveTo>
                    <a:pt x="201435" y="2588734"/>
                  </a:moveTo>
                  <a:lnTo>
                    <a:pt x="241509" y="2523362"/>
                  </a:lnTo>
                  <a:lnTo>
                    <a:pt x="129579" y="2598736"/>
                  </a:lnTo>
                  <a:close/>
                  <a:moveTo>
                    <a:pt x="241509" y="2523362"/>
                  </a:moveTo>
                  <a:lnTo>
                    <a:pt x="201435" y="2588734"/>
                  </a:lnTo>
                  <a:lnTo>
                    <a:pt x="314585" y="2517922"/>
                  </a:lnTo>
                  <a:close/>
                  <a:moveTo>
                    <a:pt x="400243" y="2494021"/>
                  </a:moveTo>
                  <a:lnTo>
                    <a:pt x="314585" y="2517922"/>
                  </a:lnTo>
                  <a:lnTo>
                    <a:pt x="391080" y="2525267"/>
                  </a:lnTo>
                  <a:close/>
                  <a:moveTo>
                    <a:pt x="400243" y="2494021"/>
                  </a:moveTo>
                  <a:lnTo>
                    <a:pt x="321034" y="2497825"/>
                  </a:lnTo>
                  <a:lnTo>
                    <a:pt x="314585" y="2517922"/>
                  </a:lnTo>
                  <a:close/>
                  <a:moveTo>
                    <a:pt x="321034" y="2497825"/>
                  </a:moveTo>
                  <a:lnTo>
                    <a:pt x="400243" y="2494021"/>
                  </a:lnTo>
                  <a:lnTo>
                    <a:pt x="344375" y="2414103"/>
                  </a:lnTo>
                  <a:close/>
                  <a:moveTo>
                    <a:pt x="1086538" y="2883702"/>
                  </a:moveTo>
                  <a:lnTo>
                    <a:pt x="1058000" y="2916421"/>
                  </a:lnTo>
                  <a:lnTo>
                    <a:pt x="1067744" y="2915461"/>
                  </a:lnTo>
                  <a:close/>
                  <a:moveTo>
                    <a:pt x="1391322" y="2896277"/>
                  </a:moveTo>
                  <a:lnTo>
                    <a:pt x="1414768" y="2927481"/>
                  </a:lnTo>
                  <a:lnTo>
                    <a:pt x="1408033" y="2920680"/>
                  </a:lnTo>
                  <a:close/>
                  <a:moveTo>
                    <a:pt x="1391322" y="2896277"/>
                  </a:moveTo>
                  <a:lnTo>
                    <a:pt x="1360675" y="2845149"/>
                  </a:lnTo>
                  <a:lnTo>
                    <a:pt x="1323661" y="2921963"/>
                  </a:lnTo>
                  <a:close/>
                  <a:moveTo>
                    <a:pt x="709495" y="1984679"/>
                  </a:moveTo>
                  <a:lnTo>
                    <a:pt x="695001" y="2028250"/>
                  </a:lnTo>
                  <a:lnTo>
                    <a:pt x="735354" y="2002990"/>
                  </a:lnTo>
                  <a:close/>
                  <a:moveTo>
                    <a:pt x="735354" y="2002990"/>
                  </a:moveTo>
                  <a:lnTo>
                    <a:pt x="695001" y="2028250"/>
                  </a:lnTo>
                  <a:lnTo>
                    <a:pt x="697767" y="2073047"/>
                  </a:lnTo>
                  <a:close/>
                  <a:moveTo>
                    <a:pt x="735354" y="2002990"/>
                  </a:moveTo>
                  <a:lnTo>
                    <a:pt x="697767" y="2073047"/>
                  </a:lnTo>
                  <a:lnTo>
                    <a:pt x="750607" y="2090682"/>
                  </a:lnTo>
                  <a:close/>
                  <a:moveTo>
                    <a:pt x="709495" y="1984679"/>
                  </a:moveTo>
                  <a:lnTo>
                    <a:pt x="735354" y="2002990"/>
                  </a:lnTo>
                  <a:lnTo>
                    <a:pt x="692396" y="1902463"/>
                  </a:lnTo>
                  <a:close/>
                  <a:moveTo>
                    <a:pt x="1434340" y="2971260"/>
                  </a:moveTo>
                  <a:lnTo>
                    <a:pt x="1408033" y="2920680"/>
                  </a:lnTo>
                  <a:lnTo>
                    <a:pt x="1458124" y="2980049"/>
                  </a:lnTo>
                  <a:close/>
                  <a:moveTo>
                    <a:pt x="666993" y="1708330"/>
                  </a:moveTo>
                  <a:lnTo>
                    <a:pt x="705997" y="1790705"/>
                  </a:lnTo>
                  <a:lnTo>
                    <a:pt x="722216" y="1713394"/>
                  </a:lnTo>
                  <a:close/>
                  <a:moveTo>
                    <a:pt x="668975" y="1796178"/>
                  </a:moveTo>
                  <a:lnTo>
                    <a:pt x="705997" y="1790705"/>
                  </a:lnTo>
                  <a:lnTo>
                    <a:pt x="666993" y="1708330"/>
                  </a:lnTo>
                  <a:close/>
                  <a:moveTo>
                    <a:pt x="523802" y="1653424"/>
                  </a:moveTo>
                  <a:lnTo>
                    <a:pt x="469027" y="1537271"/>
                  </a:lnTo>
                  <a:lnTo>
                    <a:pt x="473095" y="1634056"/>
                  </a:lnTo>
                  <a:close/>
                  <a:moveTo>
                    <a:pt x="264540" y="1318256"/>
                  </a:moveTo>
                  <a:lnTo>
                    <a:pt x="294679" y="1367489"/>
                  </a:lnTo>
                  <a:lnTo>
                    <a:pt x="352038" y="1366739"/>
                  </a:lnTo>
                  <a:close/>
                  <a:moveTo>
                    <a:pt x="1074068" y="2192887"/>
                  </a:moveTo>
                  <a:lnTo>
                    <a:pt x="1072669" y="2210811"/>
                  </a:lnTo>
                  <a:lnTo>
                    <a:pt x="1113094" y="2261599"/>
                  </a:lnTo>
                  <a:close/>
                  <a:moveTo>
                    <a:pt x="1074068" y="2192887"/>
                  </a:moveTo>
                  <a:lnTo>
                    <a:pt x="1036251" y="2140326"/>
                  </a:lnTo>
                  <a:lnTo>
                    <a:pt x="1072669" y="2210811"/>
                  </a:lnTo>
                  <a:close/>
                  <a:moveTo>
                    <a:pt x="1600517" y="2754162"/>
                  </a:moveTo>
                  <a:lnTo>
                    <a:pt x="1592714" y="2850608"/>
                  </a:lnTo>
                  <a:lnTo>
                    <a:pt x="1629589" y="2799399"/>
                  </a:lnTo>
                  <a:close/>
                  <a:moveTo>
                    <a:pt x="1600517" y="2754162"/>
                  </a:moveTo>
                  <a:lnTo>
                    <a:pt x="1629589" y="2799399"/>
                  </a:lnTo>
                  <a:lnTo>
                    <a:pt x="1673049" y="2746687"/>
                  </a:lnTo>
                  <a:close/>
                  <a:moveTo>
                    <a:pt x="163545" y="940655"/>
                  </a:moveTo>
                  <a:lnTo>
                    <a:pt x="272904" y="855669"/>
                  </a:lnTo>
                  <a:lnTo>
                    <a:pt x="208272" y="892680"/>
                  </a:lnTo>
                  <a:close/>
                  <a:moveTo>
                    <a:pt x="1709538" y="2667913"/>
                  </a:moveTo>
                  <a:lnTo>
                    <a:pt x="1727904" y="2673124"/>
                  </a:lnTo>
                  <a:lnTo>
                    <a:pt x="1785774" y="2674288"/>
                  </a:lnTo>
                  <a:close/>
                  <a:moveTo>
                    <a:pt x="1340835" y="2125367"/>
                  </a:moveTo>
                  <a:lnTo>
                    <a:pt x="1382265" y="2140891"/>
                  </a:lnTo>
                  <a:lnTo>
                    <a:pt x="1432595" y="2189781"/>
                  </a:lnTo>
                  <a:close/>
                  <a:moveTo>
                    <a:pt x="1332079" y="2121099"/>
                  </a:moveTo>
                  <a:lnTo>
                    <a:pt x="1382265" y="2140891"/>
                  </a:lnTo>
                  <a:lnTo>
                    <a:pt x="1340835" y="2125367"/>
                  </a:lnTo>
                  <a:close/>
                  <a:moveTo>
                    <a:pt x="557509" y="1147244"/>
                  </a:moveTo>
                  <a:lnTo>
                    <a:pt x="596948" y="1231240"/>
                  </a:lnTo>
                  <a:lnTo>
                    <a:pt x="626079" y="1130407"/>
                  </a:lnTo>
                  <a:close/>
                  <a:moveTo>
                    <a:pt x="229043" y="810453"/>
                  </a:moveTo>
                  <a:lnTo>
                    <a:pt x="208272" y="892680"/>
                  </a:lnTo>
                  <a:lnTo>
                    <a:pt x="307331" y="807398"/>
                  </a:lnTo>
                  <a:close/>
                  <a:moveTo>
                    <a:pt x="272904" y="855669"/>
                  </a:moveTo>
                  <a:lnTo>
                    <a:pt x="386300" y="800573"/>
                  </a:lnTo>
                  <a:lnTo>
                    <a:pt x="307331" y="807398"/>
                  </a:lnTo>
                  <a:close/>
                  <a:moveTo>
                    <a:pt x="307331" y="807398"/>
                  </a:moveTo>
                  <a:lnTo>
                    <a:pt x="386300" y="800573"/>
                  </a:lnTo>
                  <a:lnTo>
                    <a:pt x="315059" y="798079"/>
                  </a:lnTo>
                  <a:close/>
                  <a:moveTo>
                    <a:pt x="1895364" y="2590166"/>
                  </a:moveTo>
                  <a:lnTo>
                    <a:pt x="1940250" y="2590772"/>
                  </a:lnTo>
                  <a:lnTo>
                    <a:pt x="1912512" y="2570868"/>
                  </a:lnTo>
                  <a:close/>
                  <a:moveTo>
                    <a:pt x="1920682" y="2621370"/>
                  </a:moveTo>
                  <a:lnTo>
                    <a:pt x="1940250" y="2590772"/>
                  </a:lnTo>
                  <a:lnTo>
                    <a:pt x="1895364" y="2590166"/>
                  </a:lnTo>
                  <a:close/>
                  <a:moveTo>
                    <a:pt x="580062" y="1016363"/>
                  </a:moveTo>
                  <a:lnTo>
                    <a:pt x="626419" y="1126227"/>
                  </a:lnTo>
                  <a:lnTo>
                    <a:pt x="649704" y="1011108"/>
                  </a:lnTo>
                  <a:close/>
                  <a:moveTo>
                    <a:pt x="631826" y="1008781"/>
                  </a:moveTo>
                  <a:lnTo>
                    <a:pt x="649704" y="1011108"/>
                  </a:lnTo>
                  <a:lnTo>
                    <a:pt x="651789" y="1005878"/>
                  </a:lnTo>
                  <a:close/>
                  <a:moveTo>
                    <a:pt x="626419" y="1126227"/>
                  </a:moveTo>
                  <a:lnTo>
                    <a:pt x="658831" y="1008781"/>
                  </a:lnTo>
                  <a:lnTo>
                    <a:pt x="649704" y="1011108"/>
                  </a:lnTo>
                  <a:close/>
                  <a:moveTo>
                    <a:pt x="735590" y="1040541"/>
                  </a:moveTo>
                  <a:lnTo>
                    <a:pt x="658831" y="1008781"/>
                  </a:lnTo>
                  <a:lnTo>
                    <a:pt x="626419" y="1126227"/>
                  </a:lnTo>
                  <a:close/>
                  <a:moveTo>
                    <a:pt x="649704" y="1011108"/>
                  </a:moveTo>
                  <a:lnTo>
                    <a:pt x="658831" y="1008781"/>
                  </a:lnTo>
                  <a:lnTo>
                    <a:pt x="651789" y="1005878"/>
                  </a:lnTo>
                  <a:close/>
                  <a:moveTo>
                    <a:pt x="386300" y="800573"/>
                  </a:moveTo>
                  <a:lnTo>
                    <a:pt x="390491" y="800382"/>
                  </a:lnTo>
                  <a:lnTo>
                    <a:pt x="315059" y="798079"/>
                  </a:lnTo>
                  <a:close/>
                  <a:moveTo>
                    <a:pt x="315059" y="798079"/>
                  </a:moveTo>
                  <a:lnTo>
                    <a:pt x="390491" y="800382"/>
                  </a:lnTo>
                  <a:lnTo>
                    <a:pt x="426361" y="720356"/>
                  </a:lnTo>
                  <a:close/>
                  <a:moveTo>
                    <a:pt x="390491" y="800382"/>
                  </a:moveTo>
                  <a:lnTo>
                    <a:pt x="390610" y="800573"/>
                  </a:lnTo>
                  <a:lnTo>
                    <a:pt x="426361" y="720356"/>
                  </a:lnTo>
                  <a:close/>
                  <a:moveTo>
                    <a:pt x="234087" y="773994"/>
                  </a:moveTo>
                  <a:lnTo>
                    <a:pt x="315059" y="798079"/>
                  </a:lnTo>
                  <a:lnTo>
                    <a:pt x="356017" y="736008"/>
                  </a:lnTo>
                  <a:close/>
                  <a:moveTo>
                    <a:pt x="735590" y="1040541"/>
                  </a:moveTo>
                  <a:lnTo>
                    <a:pt x="751565" y="988888"/>
                  </a:lnTo>
                  <a:lnTo>
                    <a:pt x="658831" y="1008781"/>
                  </a:lnTo>
                  <a:close/>
                  <a:moveTo>
                    <a:pt x="651789" y="1005878"/>
                  </a:moveTo>
                  <a:lnTo>
                    <a:pt x="658831" y="1008781"/>
                  </a:lnTo>
                  <a:lnTo>
                    <a:pt x="770160" y="954590"/>
                  </a:lnTo>
                  <a:close/>
                  <a:moveTo>
                    <a:pt x="2021783" y="2424395"/>
                  </a:moveTo>
                  <a:lnTo>
                    <a:pt x="2016520" y="2528767"/>
                  </a:lnTo>
                  <a:lnTo>
                    <a:pt x="2073370" y="2443049"/>
                  </a:lnTo>
                  <a:close/>
                  <a:moveTo>
                    <a:pt x="2021783" y="2424395"/>
                  </a:moveTo>
                  <a:lnTo>
                    <a:pt x="2073370" y="2443049"/>
                  </a:lnTo>
                  <a:lnTo>
                    <a:pt x="2042793" y="2367815"/>
                  </a:lnTo>
                  <a:close/>
                  <a:moveTo>
                    <a:pt x="1673905" y="1724701"/>
                  </a:moveTo>
                  <a:lnTo>
                    <a:pt x="1667901" y="1829673"/>
                  </a:lnTo>
                  <a:lnTo>
                    <a:pt x="1726657" y="1742406"/>
                  </a:lnTo>
                  <a:close/>
                  <a:moveTo>
                    <a:pt x="1694357" y="1668573"/>
                  </a:moveTo>
                  <a:lnTo>
                    <a:pt x="1665487" y="1642403"/>
                  </a:lnTo>
                  <a:lnTo>
                    <a:pt x="1673905" y="1724701"/>
                  </a:lnTo>
                  <a:close/>
                  <a:moveTo>
                    <a:pt x="1694357" y="1668573"/>
                  </a:moveTo>
                  <a:lnTo>
                    <a:pt x="1673905" y="1724701"/>
                  </a:lnTo>
                  <a:lnTo>
                    <a:pt x="1726657" y="1742406"/>
                  </a:lnTo>
                  <a:close/>
                  <a:moveTo>
                    <a:pt x="1287286" y="1279548"/>
                  </a:moveTo>
                  <a:lnTo>
                    <a:pt x="1349120" y="1342984"/>
                  </a:lnTo>
                  <a:lnTo>
                    <a:pt x="1343564" y="1274760"/>
                  </a:lnTo>
                  <a:close/>
                  <a:moveTo>
                    <a:pt x="1343564" y="1274760"/>
                  </a:moveTo>
                  <a:lnTo>
                    <a:pt x="1349120" y="1342984"/>
                  </a:lnTo>
                  <a:lnTo>
                    <a:pt x="1400474" y="1225258"/>
                  </a:lnTo>
                  <a:close/>
                  <a:moveTo>
                    <a:pt x="1398801" y="1222333"/>
                  </a:moveTo>
                  <a:lnTo>
                    <a:pt x="1400474" y="1225258"/>
                  </a:lnTo>
                  <a:lnTo>
                    <a:pt x="1399927" y="1206832"/>
                  </a:lnTo>
                  <a:close/>
                  <a:moveTo>
                    <a:pt x="1398801" y="1222333"/>
                  </a:moveTo>
                  <a:lnTo>
                    <a:pt x="1399927" y="1206832"/>
                  </a:lnTo>
                  <a:lnTo>
                    <a:pt x="1418890" y="1183896"/>
                  </a:lnTo>
                  <a:close/>
                  <a:moveTo>
                    <a:pt x="743209" y="395128"/>
                  </a:moveTo>
                  <a:lnTo>
                    <a:pt x="675165" y="447671"/>
                  </a:lnTo>
                  <a:lnTo>
                    <a:pt x="738943" y="407471"/>
                  </a:lnTo>
                  <a:close/>
                  <a:moveTo>
                    <a:pt x="825537" y="361745"/>
                  </a:moveTo>
                  <a:lnTo>
                    <a:pt x="823327" y="390586"/>
                  </a:lnTo>
                  <a:lnTo>
                    <a:pt x="867605" y="394656"/>
                  </a:lnTo>
                  <a:close/>
                  <a:moveTo>
                    <a:pt x="767618" y="299480"/>
                  </a:moveTo>
                  <a:lnTo>
                    <a:pt x="743209" y="395128"/>
                  </a:lnTo>
                  <a:lnTo>
                    <a:pt x="809327" y="391966"/>
                  </a:lnTo>
                  <a:close/>
                  <a:moveTo>
                    <a:pt x="823327" y="390586"/>
                  </a:moveTo>
                  <a:lnTo>
                    <a:pt x="913294" y="443960"/>
                  </a:lnTo>
                  <a:lnTo>
                    <a:pt x="867605" y="394656"/>
                  </a:lnTo>
                  <a:close/>
                  <a:moveTo>
                    <a:pt x="1666421" y="1430508"/>
                  </a:moveTo>
                  <a:lnTo>
                    <a:pt x="1680518" y="1512756"/>
                  </a:lnTo>
                  <a:lnTo>
                    <a:pt x="1666553" y="1431186"/>
                  </a:lnTo>
                  <a:close/>
                  <a:moveTo>
                    <a:pt x="1666421" y="1430508"/>
                  </a:moveTo>
                  <a:lnTo>
                    <a:pt x="1666553" y="1431186"/>
                  </a:lnTo>
                  <a:lnTo>
                    <a:pt x="1666454" y="1430541"/>
                  </a:lnTo>
                  <a:close/>
                  <a:moveTo>
                    <a:pt x="1666421" y="1430508"/>
                  </a:moveTo>
                  <a:lnTo>
                    <a:pt x="1666454" y="1430541"/>
                  </a:lnTo>
                  <a:lnTo>
                    <a:pt x="1666326" y="1430337"/>
                  </a:lnTo>
                  <a:close/>
                  <a:moveTo>
                    <a:pt x="1051795" y="284872"/>
                  </a:moveTo>
                  <a:lnTo>
                    <a:pt x="991228" y="214585"/>
                  </a:lnTo>
                  <a:lnTo>
                    <a:pt x="1015919" y="240113"/>
                  </a:lnTo>
                  <a:close/>
                  <a:moveTo>
                    <a:pt x="1125160" y="154687"/>
                  </a:moveTo>
                  <a:lnTo>
                    <a:pt x="1200504" y="157726"/>
                  </a:lnTo>
                  <a:lnTo>
                    <a:pt x="1151830" y="144611"/>
                  </a:lnTo>
                  <a:close/>
                  <a:moveTo>
                    <a:pt x="1614561" y="371655"/>
                  </a:moveTo>
                  <a:lnTo>
                    <a:pt x="1672586" y="424574"/>
                  </a:lnTo>
                  <a:lnTo>
                    <a:pt x="1667402" y="454644"/>
                  </a:lnTo>
                  <a:close/>
                  <a:moveTo>
                    <a:pt x="1426324" y="3136"/>
                  </a:moveTo>
                  <a:lnTo>
                    <a:pt x="1460595" y="87348"/>
                  </a:lnTo>
                  <a:lnTo>
                    <a:pt x="1426875" y="5133"/>
                  </a:lnTo>
                  <a:close/>
                  <a:moveTo>
                    <a:pt x="1426324" y="3136"/>
                  </a:moveTo>
                  <a:lnTo>
                    <a:pt x="1469600" y="68046"/>
                  </a:lnTo>
                  <a:lnTo>
                    <a:pt x="1460595" y="87348"/>
                  </a:lnTo>
                  <a:close/>
                  <a:moveTo>
                    <a:pt x="1426324" y="3136"/>
                  </a:moveTo>
                  <a:lnTo>
                    <a:pt x="1426875" y="5133"/>
                  </a:lnTo>
                  <a:lnTo>
                    <a:pt x="1422496" y="0"/>
                  </a:lnTo>
                  <a:close/>
                </a:path>
              </a:pathLst>
            </a:custGeom>
            <a:solidFill>
              <a:srgbClr val="D8DEE3"/>
            </a:solidFill>
            <a:ln w="1524">
              <a:solidFill>
                <a:srgbClr val="D8DEE3"/>
              </a:solidFill>
            </a:ln>
          </p:spPr>
        </p:sp>
        <p:sp>
          <p:nvSpPr>
            <p:cNvPr id="2096" name="Candidate_density__2095">
              <a:extLst>
                <a:ext uri="{FF2B5EF4-FFF2-40B4-BE49-F238E27FC236}">
                  <a16:creationId xmlns:a16="http://schemas.microsoft.com/office/drawing/2014/main" id="{68B4A79D-AD15-92A2-BB15-FA437FD72498}"/>
                </a:ext>
              </a:extLst>
            </p:cNvPr>
            <p:cNvSpPr>
              <a:spLocks noGrp="1"/>
            </p:cNvSpPr>
            <p:nvPr/>
          </p:nvSpPr>
          <p:spPr>
            <a:xfrm>
              <a:off x="4597829" y="1804354"/>
              <a:ext cx="1998058" cy="2825655"/>
            </a:xfrm>
            <a:custGeom>
              <a:avLst/>
              <a:gdLst/>
              <a:ahLst/>
              <a:cxnLst/>
              <a:rect l="0" t="0" r="0" b="0"/>
              <a:pathLst>
                <a:path w="1998058" h="2825655">
                  <a:moveTo>
                    <a:pt x="52509" y="2410320"/>
                  </a:moveTo>
                  <a:lnTo>
                    <a:pt x="0" y="2429199"/>
                  </a:lnTo>
                  <a:lnTo>
                    <a:pt x="124364" y="2400318"/>
                  </a:lnTo>
                  <a:close/>
                  <a:moveTo>
                    <a:pt x="124364" y="2400318"/>
                  </a:moveTo>
                  <a:lnTo>
                    <a:pt x="194842" y="2385163"/>
                  </a:lnTo>
                  <a:lnTo>
                    <a:pt x="237514" y="2329506"/>
                  </a:lnTo>
                  <a:close/>
                  <a:moveTo>
                    <a:pt x="237514" y="2329506"/>
                  </a:moveTo>
                  <a:lnTo>
                    <a:pt x="194842" y="2385163"/>
                  </a:lnTo>
                  <a:lnTo>
                    <a:pt x="314009" y="2336851"/>
                  </a:lnTo>
                  <a:close/>
                  <a:moveTo>
                    <a:pt x="323173" y="2305605"/>
                  </a:moveTo>
                  <a:lnTo>
                    <a:pt x="339751" y="2217896"/>
                  </a:lnTo>
                  <a:lnTo>
                    <a:pt x="267305" y="2225686"/>
                  </a:lnTo>
                  <a:close/>
                  <a:moveTo>
                    <a:pt x="267305" y="2225686"/>
                  </a:moveTo>
                  <a:lnTo>
                    <a:pt x="339751" y="2217896"/>
                  </a:lnTo>
                  <a:lnTo>
                    <a:pt x="394291" y="2206606"/>
                  </a:lnTo>
                  <a:close/>
                  <a:moveTo>
                    <a:pt x="371079" y="2196654"/>
                  </a:moveTo>
                  <a:lnTo>
                    <a:pt x="394291" y="2206606"/>
                  </a:lnTo>
                  <a:lnTo>
                    <a:pt x="339751" y="2217896"/>
                  </a:lnTo>
                  <a:close/>
                  <a:moveTo>
                    <a:pt x="100042" y="1663773"/>
                  </a:moveTo>
                  <a:lnTo>
                    <a:pt x="98692" y="1566182"/>
                  </a:lnTo>
                  <a:lnTo>
                    <a:pt x="59710" y="1576436"/>
                  </a:lnTo>
                  <a:close/>
                  <a:moveTo>
                    <a:pt x="16350" y="1629522"/>
                  </a:moveTo>
                  <a:lnTo>
                    <a:pt x="100042" y="1663773"/>
                  </a:lnTo>
                  <a:lnTo>
                    <a:pt x="59710" y="1576436"/>
                  </a:lnTo>
                  <a:close/>
                  <a:moveTo>
                    <a:pt x="1112198" y="2788932"/>
                  </a:moveTo>
                  <a:lnTo>
                    <a:pt x="1075858" y="2777501"/>
                  </a:lnTo>
                  <a:lnTo>
                    <a:pt x="990674" y="2727045"/>
                  </a:lnTo>
                  <a:close/>
                  <a:moveTo>
                    <a:pt x="1149053" y="2777501"/>
                  </a:moveTo>
                  <a:lnTo>
                    <a:pt x="1190144" y="2825655"/>
                  </a:lnTo>
                  <a:lnTo>
                    <a:pt x="1134899" y="2809810"/>
                  </a:lnTo>
                  <a:close/>
                  <a:moveTo>
                    <a:pt x="1283604" y="2656733"/>
                  </a:moveTo>
                  <a:lnTo>
                    <a:pt x="1243885" y="2739065"/>
                  </a:lnTo>
                  <a:lnTo>
                    <a:pt x="1246590" y="2733547"/>
                  </a:lnTo>
                  <a:close/>
                  <a:moveTo>
                    <a:pt x="673536" y="1902266"/>
                  </a:moveTo>
                  <a:lnTo>
                    <a:pt x="600144" y="1988534"/>
                  </a:lnTo>
                  <a:lnTo>
                    <a:pt x="665627" y="1954711"/>
                  </a:lnTo>
                  <a:close/>
                  <a:moveTo>
                    <a:pt x="673536" y="1902266"/>
                  </a:moveTo>
                  <a:lnTo>
                    <a:pt x="620697" y="1884631"/>
                  </a:lnTo>
                  <a:lnTo>
                    <a:pt x="600144" y="1988534"/>
                  </a:lnTo>
                  <a:close/>
                  <a:moveTo>
                    <a:pt x="673536" y="1902266"/>
                  </a:moveTo>
                  <a:lnTo>
                    <a:pt x="665627" y="1954711"/>
                  </a:lnTo>
                  <a:lnTo>
                    <a:pt x="684295" y="1916914"/>
                  </a:lnTo>
                  <a:close/>
                  <a:moveTo>
                    <a:pt x="658283" y="1814574"/>
                  </a:moveTo>
                  <a:lnTo>
                    <a:pt x="673536" y="1902266"/>
                  </a:lnTo>
                  <a:lnTo>
                    <a:pt x="684295" y="1916914"/>
                  </a:lnTo>
                  <a:close/>
                  <a:moveTo>
                    <a:pt x="146926" y="1326785"/>
                  </a:moveTo>
                  <a:lnTo>
                    <a:pt x="169000" y="1220757"/>
                  </a:lnTo>
                  <a:lnTo>
                    <a:pt x="159257" y="1239561"/>
                  </a:lnTo>
                  <a:close/>
                  <a:moveTo>
                    <a:pt x="382866" y="1518284"/>
                  </a:moveTo>
                  <a:lnTo>
                    <a:pt x="249126" y="1504474"/>
                  </a:lnTo>
                  <a:lnTo>
                    <a:pt x="341397" y="1490051"/>
                  </a:lnTo>
                  <a:close/>
                  <a:moveTo>
                    <a:pt x="1483367" y="2782844"/>
                  </a:moveTo>
                  <a:lnTo>
                    <a:pt x="1515644" y="2662192"/>
                  </a:lnTo>
                  <a:lnTo>
                    <a:pt x="1533471" y="2744406"/>
                  </a:lnTo>
                  <a:close/>
                  <a:moveTo>
                    <a:pt x="1515644" y="2662192"/>
                  </a:moveTo>
                  <a:lnTo>
                    <a:pt x="1544626" y="2679744"/>
                  </a:lnTo>
                  <a:lnTo>
                    <a:pt x="1552519" y="2610983"/>
                  </a:lnTo>
                  <a:close/>
                  <a:moveTo>
                    <a:pt x="601165" y="1700325"/>
                  </a:moveTo>
                  <a:lnTo>
                    <a:pt x="632425" y="1796263"/>
                  </a:lnTo>
                  <a:lnTo>
                    <a:pt x="615325" y="1714047"/>
                  </a:lnTo>
                  <a:close/>
                  <a:moveTo>
                    <a:pt x="604482" y="1631832"/>
                  </a:moveTo>
                  <a:lnTo>
                    <a:pt x="628926" y="1602289"/>
                  </a:lnTo>
                  <a:lnTo>
                    <a:pt x="591905" y="1607762"/>
                  </a:lnTo>
                  <a:close/>
                  <a:moveTo>
                    <a:pt x="159257" y="1239561"/>
                  </a:moveTo>
                  <a:lnTo>
                    <a:pt x="169000" y="1220757"/>
                  </a:lnTo>
                  <a:lnTo>
                    <a:pt x="160661" y="1215526"/>
                  </a:lnTo>
                  <a:close/>
                  <a:moveTo>
                    <a:pt x="187469" y="1129840"/>
                  </a:moveTo>
                  <a:lnTo>
                    <a:pt x="169000" y="1220757"/>
                  </a:lnTo>
                  <a:lnTo>
                    <a:pt x="217609" y="1179073"/>
                  </a:lnTo>
                  <a:close/>
                  <a:moveTo>
                    <a:pt x="131202" y="704264"/>
                  </a:moveTo>
                  <a:lnTo>
                    <a:pt x="12394" y="753921"/>
                  </a:lnTo>
                  <a:lnTo>
                    <a:pt x="86475" y="752239"/>
                  </a:lnTo>
                  <a:close/>
                  <a:moveTo>
                    <a:pt x="1618001" y="2519999"/>
                  </a:moveTo>
                  <a:lnTo>
                    <a:pt x="1595978" y="2558271"/>
                  </a:lnTo>
                  <a:lnTo>
                    <a:pt x="1605079" y="2541540"/>
                  </a:lnTo>
                  <a:close/>
                  <a:moveTo>
                    <a:pt x="1618001" y="2519999"/>
                  </a:moveTo>
                  <a:lnTo>
                    <a:pt x="1605079" y="2541540"/>
                  </a:lnTo>
                  <a:lnTo>
                    <a:pt x="1580733" y="2501270"/>
                  </a:lnTo>
                  <a:close/>
                  <a:moveTo>
                    <a:pt x="1355524" y="2001365"/>
                  </a:moveTo>
                  <a:lnTo>
                    <a:pt x="1305195" y="1952475"/>
                  </a:lnTo>
                  <a:lnTo>
                    <a:pt x="1416708" y="1951465"/>
                  </a:lnTo>
                  <a:close/>
                  <a:moveTo>
                    <a:pt x="1182398" y="1911389"/>
                  </a:moveTo>
                  <a:lnTo>
                    <a:pt x="1158658" y="1883820"/>
                  </a:lnTo>
                  <a:lnTo>
                    <a:pt x="1255009" y="1932683"/>
                  </a:lnTo>
                  <a:close/>
                  <a:moveTo>
                    <a:pt x="429584" y="1143883"/>
                  </a:moveTo>
                  <a:lnTo>
                    <a:pt x="465472" y="1118069"/>
                  </a:lnTo>
                  <a:lnTo>
                    <a:pt x="487451" y="1031536"/>
                  </a:lnTo>
                  <a:close/>
                  <a:moveTo>
                    <a:pt x="487451" y="1031536"/>
                  </a:moveTo>
                  <a:lnTo>
                    <a:pt x="465472" y="1118069"/>
                  </a:lnTo>
                  <a:lnTo>
                    <a:pt x="510866" y="1061668"/>
                  </a:lnTo>
                  <a:close/>
                  <a:moveTo>
                    <a:pt x="510866" y="1061668"/>
                  </a:moveTo>
                  <a:lnTo>
                    <a:pt x="519877" y="1042824"/>
                  </a:lnTo>
                  <a:lnTo>
                    <a:pt x="487451" y="1031536"/>
                  </a:lnTo>
                  <a:close/>
                  <a:moveTo>
                    <a:pt x="90995" y="732808"/>
                  </a:moveTo>
                  <a:lnTo>
                    <a:pt x="131202" y="704264"/>
                  </a:lnTo>
                  <a:lnTo>
                    <a:pt x="151972" y="622037"/>
                  </a:lnTo>
                  <a:close/>
                  <a:moveTo>
                    <a:pt x="230261" y="618982"/>
                  </a:moveTo>
                  <a:lnTo>
                    <a:pt x="131202" y="704264"/>
                  </a:lnTo>
                  <a:lnTo>
                    <a:pt x="195833" y="667253"/>
                  </a:lnTo>
                  <a:close/>
                  <a:moveTo>
                    <a:pt x="1781108" y="2477925"/>
                  </a:moveTo>
                  <a:lnTo>
                    <a:pt x="1818294" y="2401750"/>
                  </a:lnTo>
                  <a:lnTo>
                    <a:pt x="1708704" y="2485871"/>
                  </a:lnTo>
                  <a:close/>
                  <a:moveTo>
                    <a:pt x="1781108" y="2477925"/>
                  </a:moveTo>
                  <a:lnTo>
                    <a:pt x="1843612" y="2432954"/>
                  </a:lnTo>
                  <a:lnTo>
                    <a:pt x="1818294" y="2401750"/>
                  </a:lnTo>
                  <a:close/>
                  <a:moveTo>
                    <a:pt x="1835442" y="2382452"/>
                  </a:moveTo>
                  <a:lnTo>
                    <a:pt x="1863180" y="2402356"/>
                  </a:lnTo>
                  <a:lnTo>
                    <a:pt x="1885450" y="2374176"/>
                  </a:lnTo>
                  <a:close/>
                  <a:moveTo>
                    <a:pt x="1398481" y="1946769"/>
                  </a:moveTo>
                  <a:lnTo>
                    <a:pt x="1423341" y="1917016"/>
                  </a:lnTo>
                  <a:lnTo>
                    <a:pt x="1449554" y="1889162"/>
                  </a:lnTo>
                  <a:close/>
                  <a:moveTo>
                    <a:pt x="1355524" y="2001365"/>
                  </a:moveTo>
                  <a:lnTo>
                    <a:pt x="1416708" y="1951465"/>
                  </a:lnTo>
                  <a:lnTo>
                    <a:pt x="1398481" y="1946769"/>
                  </a:lnTo>
                  <a:close/>
                  <a:moveTo>
                    <a:pt x="1423341" y="1917016"/>
                  </a:moveTo>
                  <a:lnTo>
                    <a:pt x="1427348" y="1813666"/>
                  </a:lnTo>
                  <a:lnTo>
                    <a:pt x="1449554" y="1889162"/>
                  </a:lnTo>
                  <a:close/>
                  <a:moveTo>
                    <a:pt x="1427348" y="1813666"/>
                  </a:moveTo>
                  <a:lnTo>
                    <a:pt x="1420132" y="1806947"/>
                  </a:lnTo>
                  <a:lnTo>
                    <a:pt x="1449554" y="1889162"/>
                  </a:lnTo>
                  <a:close/>
                  <a:moveTo>
                    <a:pt x="502992" y="827947"/>
                  </a:moveTo>
                  <a:lnTo>
                    <a:pt x="572633" y="822692"/>
                  </a:lnTo>
                  <a:lnTo>
                    <a:pt x="554756" y="820365"/>
                  </a:lnTo>
                  <a:close/>
                  <a:moveTo>
                    <a:pt x="237989" y="609663"/>
                  </a:moveTo>
                  <a:lnTo>
                    <a:pt x="349290" y="531940"/>
                  </a:lnTo>
                  <a:lnTo>
                    <a:pt x="278946" y="547592"/>
                  </a:lnTo>
                  <a:close/>
                  <a:moveTo>
                    <a:pt x="1885450" y="2374176"/>
                  </a:moveTo>
                  <a:lnTo>
                    <a:pt x="1920938" y="2355400"/>
                  </a:lnTo>
                  <a:lnTo>
                    <a:pt x="1915920" y="2344015"/>
                  </a:lnTo>
                  <a:close/>
                  <a:moveTo>
                    <a:pt x="1952962" y="2344015"/>
                  </a:moveTo>
                  <a:lnTo>
                    <a:pt x="1920938" y="2355400"/>
                  </a:lnTo>
                  <a:lnTo>
                    <a:pt x="1998058" y="2301342"/>
                  </a:lnTo>
                  <a:close/>
                  <a:moveTo>
                    <a:pt x="1998058" y="2301342"/>
                  </a:moveTo>
                  <a:lnTo>
                    <a:pt x="1920938" y="2355400"/>
                  </a:lnTo>
                  <a:lnTo>
                    <a:pt x="1885450" y="2374176"/>
                  </a:lnTo>
                  <a:close/>
                  <a:moveTo>
                    <a:pt x="1420132" y="1806947"/>
                  </a:moveTo>
                  <a:lnTo>
                    <a:pt x="1411117" y="1768510"/>
                  </a:lnTo>
                  <a:lnTo>
                    <a:pt x="1449554" y="1889162"/>
                  </a:lnTo>
                  <a:close/>
                  <a:moveTo>
                    <a:pt x="1420132" y="1806947"/>
                  </a:moveTo>
                  <a:lnTo>
                    <a:pt x="1475124" y="1739466"/>
                  </a:lnTo>
                  <a:lnTo>
                    <a:pt x="1411117" y="1768510"/>
                  </a:lnTo>
                  <a:close/>
                  <a:moveTo>
                    <a:pt x="597826" y="802211"/>
                  </a:moveTo>
                  <a:lnTo>
                    <a:pt x="554756" y="820365"/>
                  </a:lnTo>
                  <a:lnTo>
                    <a:pt x="574719" y="817462"/>
                  </a:lnTo>
                  <a:close/>
                  <a:moveTo>
                    <a:pt x="630159" y="781928"/>
                  </a:moveTo>
                  <a:lnTo>
                    <a:pt x="597826" y="802211"/>
                  </a:lnTo>
                  <a:lnTo>
                    <a:pt x="693090" y="766174"/>
                  </a:lnTo>
                  <a:close/>
                  <a:moveTo>
                    <a:pt x="693090" y="766174"/>
                  </a:moveTo>
                  <a:lnTo>
                    <a:pt x="597826" y="802211"/>
                  </a:lnTo>
                  <a:lnTo>
                    <a:pt x="574719" y="817462"/>
                  </a:lnTo>
                  <a:close/>
                  <a:moveTo>
                    <a:pt x="581761" y="820365"/>
                  </a:moveTo>
                  <a:lnTo>
                    <a:pt x="674495" y="800472"/>
                  </a:lnTo>
                  <a:lnTo>
                    <a:pt x="693090" y="766174"/>
                  </a:lnTo>
                  <a:close/>
                  <a:moveTo>
                    <a:pt x="674495" y="800472"/>
                  </a:moveTo>
                  <a:lnTo>
                    <a:pt x="658520" y="852124"/>
                  </a:lnTo>
                  <a:lnTo>
                    <a:pt x="678265" y="820365"/>
                  </a:lnTo>
                  <a:close/>
                  <a:moveTo>
                    <a:pt x="512662" y="471078"/>
                  </a:moveTo>
                  <a:lnTo>
                    <a:pt x="456587" y="456074"/>
                  </a:lnTo>
                  <a:lnTo>
                    <a:pt x="424795" y="535580"/>
                  </a:lnTo>
                  <a:close/>
                  <a:moveTo>
                    <a:pt x="456587" y="456074"/>
                  </a:moveTo>
                  <a:lnTo>
                    <a:pt x="512662" y="471078"/>
                  </a:lnTo>
                  <a:lnTo>
                    <a:pt x="458313" y="445698"/>
                  </a:lnTo>
                  <a:close/>
                  <a:moveTo>
                    <a:pt x="451798" y="453069"/>
                  </a:moveTo>
                  <a:lnTo>
                    <a:pt x="456587" y="456074"/>
                  </a:lnTo>
                  <a:lnTo>
                    <a:pt x="458313" y="445698"/>
                  </a:lnTo>
                  <a:close/>
                  <a:moveTo>
                    <a:pt x="1952962" y="2344015"/>
                  </a:moveTo>
                  <a:lnTo>
                    <a:pt x="1937700" y="2354329"/>
                  </a:lnTo>
                  <a:lnTo>
                    <a:pt x="1920938" y="2355400"/>
                  </a:lnTo>
                  <a:close/>
                  <a:moveTo>
                    <a:pt x="1996299" y="2254633"/>
                  </a:moveTo>
                  <a:lnTo>
                    <a:pt x="1952962" y="2344015"/>
                  </a:lnTo>
                  <a:lnTo>
                    <a:pt x="1998058" y="2301342"/>
                  </a:lnTo>
                  <a:close/>
                  <a:moveTo>
                    <a:pt x="1939450" y="2340351"/>
                  </a:moveTo>
                  <a:lnTo>
                    <a:pt x="1952962" y="2344015"/>
                  </a:lnTo>
                  <a:lnTo>
                    <a:pt x="1996299" y="2254633"/>
                  </a:lnTo>
                  <a:close/>
                  <a:moveTo>
                    <a:pt x="738127" y="719358"/>
                  </a:moveTo>
                  <a:lnTo>
                    <a:pt x="693090" y="766174"/>
                  </a:lnTo>
                  <a:lnTo>
                    <a:pt x="813751" y="723448"/>
                  </a:lnTo>
                  <a:close/>
                  <a:moveTo>
                    <a:pt x="458313" y="445698"/>
                  </a:moveTo>
                  <a:lnTo>
                    <a:pt x="526165" y="420727"/>
                  </a:lnTo>
                  <a:lnTo>
                    <a:pt x="563413" y="344788"/>
                  </a:lnTo>
                  <a:close/>
                  <a:moveTo>
                    <a:pt x="1590831" y="1641257"/>
                  </a:moveTo>
                  <a:lnTo>
                    <a:pt x="1586089" y="1660485"/>
                  </a:lnTo>
                  <a:lnTo>
                    <a:pt x="1610494" y="1647858"/>
                  </a:lnTo>
                  <a:close/>
                  <a:moveTo>
                    <a:pt x="1649587" y="1553990"/>
                  </a:moveTo>
                  <a:lnTo>
                    <a:pt x="1610494" y="1647858"/>
                  </a:lnTo>
                  <a:lnTo>
                    <a:pt x="1649355" y="1618368"/>
                  </a:lnTo>
                  <a:close/>
                  <a:moveTo>
                    <a:pt x="1590831" y="1641257"/>
                  </a:moveTo>
                  <a:lnTo>
                    <a:pt x="1610494" y="1647858"/>
                  </a:lnTo>
                  <a:lnTo>
                    <a:pt x="1649587" y="1553990"/>
                  </a:lnTo>
                  <a:close/>
                  <a:moveTo>
                    <a:pt x="1589105" y="1444992"/>
                  </a:moveTo>
                  <a:lnTo>
                    <a:pt x="1588417" y="1453987"/>
                  </a:lnTo>
                  <a:lnTo>
                    <a:pt x="1617287" y="1480157"/>
                  </a:lnTo>
                  <a:close/>
                  <a:moveTo>
                    <a:pt x="1323404" y="1036842"/>
                  </a:moveTo>
                  <a:lnTo>
                    <a:pt x="1321731" y="1033917"/>
                  </a:lnTo>
                  <a:lnTo>
                    <a:pt x="1266494" y="1086344"/>
                  </a:lnTo>
                  <a:close/>
                  <a:moveTo>
                    <a:pt x="1266494" y="1086344"/>
                  </a:moveTo>
                  <a:lnTo>
                    <a:pt x="1163023" y="1072353"/>
                  </a:lnTo>
                  <a:lnTo>
                    <a:pt x="1210216" y="1091132"/>
                  </a:lnTo>
                  <a:close/>
                  <a:moveTo>
                    <a:pt x="579961" y="316274"/>
                  </a:moveTo>
                  <a:lnTo>
                    <a:pt x="588895" y="293980"/>
                  </a:lnTo>
                  <a:lnTo>
                    <a:pt x="563413" y="344788"/>
                  </a:lnTo>
                  <a:close/>
                  <a:moveTo>
                    <a:pt x="579961" y="316274"/>
                  </a:moveTo>
                  <a:lnTo>
                    <a:pt x="563413" y="344788"/>
                  </a:lnTo>
                  <a:lnTo>
                    <a:pt x="573138" y="332417"/>
                  </a:lnTo>
                  <a:close/>
                  <a:moveTo>
                    <a:pt x="579961" y="316274"/>
                  </a:moveTo>
                  <a:lnTo>
                    <a:pt x="573138" y="332417"/>
                  </a:lnTo>
                  <a:lnTo>
                    <a:pt x="598095" y="259255"/>
                  </a:lnTo>
                  <a:close/>
                  <a:moveTo>
                    <a:pt x="598095" y="259255"/>
                  </a:moveTo>
                  <a:lnTo>
                    <a:pt x="573138" y="332417"/>
                  </a:lnTo>
                  <a:lnTo>
                    <a:pt x="616488" y="264572"/>
                  </a:lnTo>
                  <a:close/>
                  <a:moveTo>
                    <a:pt x="598095" y="259255"/>
                  </a:moveTo>
                  <a:lnTo>
                    <a:pt x="616488" y="264572"/>
                  </a:lnTo>
                  <a:lnTo>
                    <a:pt x="661873" y="219055"/>
                  </a:lnTo>
                  <a:close/>
                  <a:moveTo>
                    <a:pt x="588895" y="293980"/>
                  </a:moveTo>
                  <a:lnTo>
                    <a:pt x="579961" y="316274"/>
                  </a:lnTo>
                  <a:lnTo>
                    <a:pt x="598095" y="259255"/>
                  </a:lnTo>
                  <a:close/>
                  <a:moveTo>
                    <a:pt x="1601666" y="1362776"/>
                  </a:moveTo>
                  <a:lnTo>
                    <a:pt x="1589483" y="1242770"/>
                  </a:lnTo>
                  <a:lnTo>
                    <a:pt x="1603166" y="1330953"/>
                  </a:lnTo>
                  <a:close/>
                  <a:moveTo>
                    <a:pt x="1589383" y="1242125"/>
                  </a:moveTo>
                  <a:lnTo>
                    <a:pt x="1589483" y="1242770"/>
                  </a:lnTo>
                  <a:lnTo>
                    <a:pt x="1601666" y="1362776"/>
                  </a:lnTo>
                  <a:close/>
                  <a:moveTo>
                    <a:pt x="1611893" y="1280562"/>
                  </a:moveTo>
                  <a:lnTo>
                    <a:pt x="1589383" y="1242125"/>
                  </a:lnTo>
                  <a:lnTo>
                    <a:pt x="1601666" y="1362776"/>
                  </a:lnTo>
                  <a:close/>
                  <a:moveTo>
                    <a:pt x="975523" y="437241"/>
                  </a:moveTo>
                  <a:lnTo>
                    <a:pt x="994080" y="409945"/>
                  </a:lnTo>
                  <a:lnTo>
                    <a:pt x="913304" y="386597"/>
                  </a:lnTo>
                  <a:close/>
                  <a:moveTo>
                    <a:pt x="661873" y="219055"/>
                  </a:moveTo>
                  <a:lnTo>
                    <a:pt x="686812" y="211766"/>
                  </a:lnTo>
                  <a:lnTo>
                    <a:pt x="666139" y="206712"/>
                  </a:lnTo>
                  <a:close/>
                  <a:moveTo>
                    <a:pt x="913304" y="386597"/>
                  </a:moveTo>
                  <a:lnTo>
                    <a:pt x="994080" y="409945"/>
                  </a:lnTo>
                  <a:lnTo>
                    <a:pt x="1040016" y="366490"/>
                  </a:lnTo>
                  <a:close/>
                  <a:moveTo>
                    <a:pt x="931438" y="52678"/>
                  </a:moveTo>
                  <a:lnTo>
                    <a:pt x="925021" y="0"/>
                  </a:lnTo>
                  <a:lnTo>
                    <a:pt x="914157" y="26169"/>
                  </a:lnTo>
                  <a:close/>
                  <a:moveTo>
                    <a:pt x="938848" y="51697"/>
                  </a:moveTo>
                  <a:lnTo>
                    <a:pt x="914157" y="26169"/>
                  </a:lnTo>
                  <a:lnTo>
                    <a:pt x="888075" y="14241"/>
                  </a:lnTo>
                  <a:close/>
                </a:path>
              </a:pathLst>
            </a:custGeom>
            <a:solidFill>
              <a:srgbClr val="D4DBE0"/>
            </a:solidFill>
            <a:ln w="1524">
              <a:solidFill>
                <a:srgbClr val="D4DBE0"/>
              </a:solidFill>
            </a:ln>
          </p:spPr>
        </p:sp>
        <p:sp>
          <p:nvSpPr>
            <p:cNvPr id="2097" name="Candidate_density__2096">
              <a:extLst>
                <a:ext uri="{FF2B5EF4-FFF2-40B4-BE49-F238E27FC236}">
                  <a16:creationId xmlns:a16="http://schemas.microsoft.com/office/drawing/2014/main" id="{FD46F1B3-4C44-79FF-880D-255518ED8F45}"/>
                </a:ext>
              </a:extLst>
            </p:cNvPr>
            <p:cNvSpPr>
              <a:spLocks noGrp="1"/>
            </p:cNvSpPr>
            <p:nvPr/>
          </p:nvSpPr>
          <p:spPr>
            <a:xfrm>
              <a:off x="3839425" y="1804354"/>
              <a:ext cx="2407758" cy="2818255"/>
            </a:xfrm>
            <a:custGeom>
              <a:avLst/>
              <a:gdLst/>
              <a:ahLst/>
              <a:cxnLst/>
              <a:rect l="0" t="0" r="0" b="0"/>
              <a:pathLst>
                <a:path w="2407758" h="2818255">
                  <a:moveTo>
                    <a:pt x="119896" y="1283466"/>
                  </a:moveTo>
                  <a:lnTo>
                    <a:pt x="41733" y="1269888"/>
                  </a:lnTo>
                  <a:lnTo>
                    <a:pt x="0" y="1277788"/>
                  </a:lnTo>
                  <a:close/>
                  <a:moveTo>
                    <a:pt x="1129483" y="2196654"/>
                  </a:moveTo>
                  <a:lnTo>
                    <a:pt x="1197436" y="2158217"/>
                  </a:lnTo>
                  <a:lnTo>
                    <a:pt x="1152695" y="2206606"/>
                  </a:lnTo>
                  <a:close/>
                  <a:moveTo>
                    <a:pt x="1197436" y="2158217"/>
                  </a:moveTo>
                  <a:lnTo>
                    <a:pt x="1129483" y="2196654"/>
                  </a:lnTo>
                  <a:lnTo>
                    <a:pt x="1204280" y="2120818"/>
                  </a:lnTo>
                  <a:close/>
                  <a:moveTo>
                    <a:pt x="314325" y="1292287"/>
                  </a:moveTo>
                  <a:lnTo>
                    <a:pt x="335232" y="1187027"/>
                  </a:lnTo>
                  <a:lnTo>
                    <a:pt x="334968" y="1171636"/>
                  </a:lnTo>
                  <a:close/>
                  <a:moveTo>
                    <a:pt x="334968" y="1171636"/>
                  </a:moveTo>
                  <a:lnTo>
                    <a:pt x="335232" y="1187027"/>
                  </a:lnTo>
                  <a:lnTo>
                    <a:pt x="352772" y="1166431"/>
                  </a:lnTo>
                  <a:close/>
                  <a:moveTo>
                    <a:pt x="399655" y="1089420"/>
                  </a:moveTo>
                  <a:lnTo>
                    <a:pt x="390935" y="1093915"/>
                  </a:lnTo>
                  <a:lnTo>
                    <a:pt x="352772" y="1166431"/>
                  </a:lnTo>
                  <a:close/>
                  <a:moveTo>
                    <a:pt x="399655" y="1089420"/>
                  </a:moveTo>
                  <a:lnTo>
                    <a:pt x="420540" y="1050984"/>
                  </a:lnTo>
                  <a:lnTo>
                    <a:pt x="390935" y="1093915"/>
                  </a:lnTo>
                  <a:close/>
                  <a:moveTo>
                    <a:pt x="1337337" y="1999129"/>
                  </a:moveTo>
                  <a:lnTo>
                    <a:pt x="1301925" y="2037565"/>
                  </a:lnTo>
                  <a:lnTo>
                    <a:pt x="1358547" y="1988534"/>
                  </a:lnTo>
                  <a:close/>
                  <a:moveTo>
                    <a:pt x="1301925" y="2037565"/>
                  </a:moveTo>
                  <a:lnTo>
                    <a:pt x="1311430" y="2027572"/>
                  </a:lnTo>
                  <a:lnTo>
                    <a:pt x="1358547" y="1988534"/>
                  </a:lnTo>
                  <a:close/>
                  <a:moveTo>
                    <a:pt x="1311430" y="2027572"/>
                  </a:moveTo>
                  <a:lnTo>
                    <a:pt x="1379760" y="2004394"/>
                  </a:lnTo>
                  <a:lnTo>
                    <a:pt x="1424031" y="1954711"/>
                  </a:lnTo>
                  <a:close/>
                  <a:moveTo>
                    <a:pt x="1358547" y="1988534"/>
                  </a:moveTo>
                  <a:lnTo>
                    <a:pt x="1311430" y="2027572"/>
                  </a:lnTo>
                  <a:lnTo>
                    <a:pt x="1424031" y="1954711"/>
                  </a:lnTo>
                  <a:close/>
                  <a:moveTo>
                    <a:pt x="2241771" y="2782844"/>
                  </a:moveTo>
                  <a:lnTo>
                    <a:pt x="2286148" y="2797016"/>
                  </a:lnTo>
                  <a:lnTo>
                    <a:pt x="2234270" y="2818255"/>
                  </a:lnTo>
                  <a:close/>
                  <a:moveTo>
                    <a:pt x="2241771" y="2782844"/>
                  </a:moveTo>
                  <a:lnTo>
                    <a:pt x="2303030" y="2679744"/>
                  </a:lnTo>
                  <a:lnTo>
                    <a:pt x="2274047" y="2662192"/>
                  </a:lnTo>
                  <a:close/>
                  <a:moveTo>
                    <a:pt x="1350309" y="1607762"/>
                  </a:moveTo>
                  <a:lnTo>
                    <a:pt x="1373729" y="1714047"/>
                  </a:lnTo>
                  <a:lnTo>
                    <a:pt x="1362885" y="1631832"/>
                  </a:lnTo>
                  <a:close/>
                  <a:moveTo>
                    <a:pt x="1850479" y="1966034"/>
                  </a:moveTo>
                  <a:lnTo>
                    <a:pt x="1876562" y="1983348"/>
                  </a:lnTo>
                  <a:lnTo>
                    <a:pt x="1893256" y="1948824"/>
                  </a:lnTo>
                  <a:close/>
                  <a:moveTo>
                    <a:pt x="2175112" y="1951465"/>
                  </a:moveTo>
                  <a:lnTo>
                    <a:pt x="2181744" y="1917016"/>
                  </a:lnTo>
                  <a:lnTo>
                    <a:pt x="2156885" y="1946769"/>
                  </a:lnTo>
                  <a:close/>
                  <a:moveTo>
                    <a:pt x="1451493" y="766174"/>
                  </a:moveTo>
                  <a:lnTo>
                    <a:pt x="1432899" y="800472"/>
                  </a:lnTo>
                  <a:lnTo>
                    <a:pt x="1522375" y="752531"/>
                  </a:lnTo>
                  <a:close/>
                  <a:moveTo>
                    <a:pt x="1155531" y="495592"/>
                  </a:moveTo>
                  <a:lnTo>
                    <a:pt x="1037350" y="547592"/>
                  </a:lnTo>
                  <a:lnTo>
                    <a:pt x="1107694" y="531940"/>
                  </a:lnTo>
                  <a:close/>
                  <a:moveTo>
                    <a:pt x="1155531" y="495592"/>
                  </a:moveTo>
                  <a:lnTo>
                    <a:pt x="1214991" y="456074"/>
                  </a:lnTo>
                  <a:lnTo>
                    <a:pt x="1210202" y="453069"/>
                  </a:lnTo>
                  <a:close/>
                  <a:moveTo>
                    <a:pt x="1183198" y="535580"/>
                  </a:moveTo>
                  <a:lnTo>
                    <a:pt x="1214991" y="456074"/>
                  </a:lnTo>
                  <a:lnTo>
                    <a:pt x="1155531" y="495592"/>
                  </a:lnTo>
                  <a:close/>
                  <a:moveTo>
                    <a:pt x="1107694" y="531940"/>
                  </a:moveTo>
                  <a:lnTo>
                    <a:pt x="1183198" y="535580"/>
                  </a:lnTo>
                  <a:lnTo>
                    <a:pt x="1155531" y="495592"/>
                  </a:lnTo>
                  <a:close/>
                  <a:moveTo>
                    <a:pt x="2233527" y="1739466"/>
                  </a:moveTo>
                  <a:lnTo>
                    <a:pt x="2294185" y="1687599"/>
                  </a:lnTo>
                  <a:lnTo>
                    <a:pt x="2344493" y="1660485"/>
                  </a:lnTo>
                  <a:close/>
                  <a:moveTo>
                    <a:pt x="2296397" y="1686295"/>
                  </a:moveTo>
                  <a:lnTo>
                    <a:pt x="2344493" y="1660485"/>
                  </a:lnTo>
                  <a:lnTo>
                    <a:pt x="2294185" y="1687599"/>
                  </a:lnTo>
                  <a:close/>
                  <a:moveTo>
                    <a:pt x="2296397" y="1686295"/>
                  </a:moveTo>
                  <a:lnTo>
                    <a:pt x="2368897" y="1647858"/>
                  </a:lnTo>
                  <a:lnTo>
                    <a:pt x="2344493" y="1660485"/>
                  </a:lnTo>
                  <a:close/>
                  <a:moveTo>
                    <a:pt x="2368897" y="1647858"/>
                  </a:moveTo>
                  <a:lnTo>
                    <a:pt x="2296397" y="1686295"/>
                  </a:lnTo>
                  <a:lnTo>
                    <a:pt x="2407758" y="1618368"/>
                  </a:lnTo>
                  <a:close/>
                  <a:moveTo>
                    <a:pt x="1451493" y="766174"/>
                  </a:moveTo>
                  <a:lnTo>
                    <a:pt x="1522375" y="752531"/>
                  </a:lnTo>
                  <a:lnTo>
                    <a:pt x="1572155" y="723448"/>
                  </a:lnTo>
                  <a:close/>
                  <a:moveTo>
                    <a:pt x="1572155" y="723448"/>
                  </a:moveTo>
                  <a:lnTo>
                    <a:pt x="1522375" y="752531"/>
                  </a:lnTo>
                  <a:lnTo>
                    <a:pt x="1645364" y="718506"/>
                  </a:lnTo>
                  <a:close/>
                  <a:moveTo>
                    <a:pt x="2347376" y="1442584"/>
                  </a:moveTo>
                  <a:lnTo>
                    <a:pt x="2346821" y="1453987"/>
                  </a:lnTo>
                  <a:lnTo>
                    <a:pt x="2347509" y="1444992"/>
                  </a:lnTo>
                  <a:close/>
                  <a:moveTo>
                    <a:pt x="2361569" y="1330953"/>
                  </a:moveTo>
                  <a:lnTo>
                    <a:pt x="2347376" y="1442584"/>
                  </a:lnTo>
                  <a:lnTo>
                    <a:pt x="2347509" y="1444992"/>
                  </a:lnTo>
                  <a:close/>
                  <a:moveTo>
                    <a:pt x="1846457" y="787271"/>
                  </a:moveTo>
                  <a:lnTo>
                    <a:pt x="1856407" y="748835"/>
                  </a:lnTo>
                  <a:lnTo>
                    <a:pt x="1851357" y="869486"/>
                  </a:lnTo>
                  <a:close/>
                  <a:moveTo>
                    <a:pt x="1798420" y="366490"/>
                  </a:moveTo>
                  <a:lnTo>
                    <a:pt x="1752483" y="409945"/>
                  </a:lnTo>
                  <a:lnTo>
                    <a:pt x="1863731" y="332021"/>
                  </a:lnTo>
                  <a:close/>
                  <a:moveTo>
                    <a:pt x="1646478" y="14241"/>
                  </a:moveTo>
                  <a:lnTo>
                    <a:pt x="1672561" y="26169"/>
                  </a:lnTo>
                  <a:lnTo>
                    <a:pt x="1683425" y="0"/>
                  </a:lnTo>
                  <a:close/>
                  <a:moveTo>
                    <a:pt x="2019099" y="203853"/>
                  </a:moveTo>
                  <a:lnTo>
                    <a:pt x="2029794" y="178299"/>
                  </a:lnTo>
                  <a:lnTo>
                    <a:pt x="2037797" y="140234"/>
                  </a:lnTo>
                  <a:close/>
                  <a:moveTo>
                    <a:pt x="2037797" y="140234"/>
                  </a:moveTo>
                  <a:lnTo>
                    <a:pt x="2069179" y="112433"/>
                  </a:lnTo>
                  <a:lnTo>
                    <a:pt x="2110804" y="52863"/>
                  </a:lnTo>
                  <a:close/>
                </a:path>
              </a:pathLst>
            </a:custGeom>
            <a:solidFill>
              <a:srgbClr val="D0D7DD"/>
            </a:solidFill>
            <a:ln w="1524">
              <a:solidFill>
                <a:srgbClr val="D0D7DD"/>
              </a:solidFill>
            </a:ln>
          </p:spPr>
        </p:sp>
        <p:sp>
          <p:nvSpPr>
            <p:cNvPr id="2098" name="Candidate_density__2097">
              <a:extLst>
                <a:ext uri="{FF2B5EF4-FFF2-40B4-BE49-F238E27FC236}">
                  <a16:creationId xmlns:a16="http://schemas.microsoft.com/office/drawing/2014/main" id="{6172D336-2B93-ABD5-B50E-CE54D456F85E}"/>
                </a:ext>
              </a:extLst>
            </p:cNvPr>
            <p:cNvSpPr>
              <a:spLocks noGrp="1"/>
            </p:cNvSpPr>
            <p:nvPr/>
          </p:nvSpPr>
          <p:spPr>
            <a:xfrm>
              <a:off x="3837811" y="1508053"/>
              <a:ext cx="2704731" cy="3121956"/>
            </a:xfrm>
            <a:custGeom>
              <a:avLst/>
              <a:gdLst/>
              <a:ahLst/>
              <a:cxnLst/>
              <a:rect l="0" t="0" r="0" b="0"/>
              <a:pathLst>
                <a:path w="2704731" h="3121956">
                  <a:moveTo>
                    <a:pt x="721563" y="2645183"/>
                  </a:moveTo>
                  <a:lnTo>
                    <a:pt x="668489" y="2596591"/>
                  </a:lnTo>
                  <a:lnTo>
                    <a:pt x="728929" y="2652043"/>
                  </a:lnTo>
                  <a:close/>
                  <a:moveTo>
                    <a:pt x="661751" y="2569828"/>
                  </a:moveTo>
                  <a:lnTo>
                    <a:pt x="668489" y="2596591"/>
                  </a:lnTo>
                  <a:lnTo>
                    <a:pt x="721563" y="2645183"/>
                  </a:lnTo>
                  <a:close/>
                  <a:moveTo>
                    <a:pt x="728929" y="2652043"/>
                  </a:moveTo>
                  <a:lnTo>
                    <a:pt x="841839" y="2616345"/>
                  </a:lnTo>
                  <a:lnTo>
                    <a:pt x="721563" y="2645183"/>
                  </a:lnTo>
                  <a:close/>
                  <a:moveTo>
                    <a:pt x="721563" y="2645183"/>
                  </a:moveTo>
                  <a:lnTo>
                    <a:pt x="841839" y="2616345"/>
                  </a:lnTo>
                  <a:lnTo>
                    <a:pt x="842328" y="2602839"/>
                  </a:lnTo>
                  <a:close/>
                  <a:moveTo>
                    <a:pt x="721563" y="2645183"/>
                  </a:moveTo>
                  <a:lnTo>
                    <a:pt x="842328" y="2602839"/>
                  </a:lnTo>
                  <a:lnTo>
                    <a:pt x="760770" y="2576568"/>
                  </a:lnTo>
                  <a:close/>
                  <a:moveTo>
                    <a:pt x="841839" y="2616345"/>
                  </a:moveTo>
                  <a:lnTo>
                    <a:pt x="858608" y="2613606"/>
                  </a:lnTo>
                  <a:lnTo>
                    <a:pt x="842328" y="2602839"/>
                  </a:lnTo>
                  <a:close/>
                  <a:moveTo>
                    <a:pt x="703019" y="2531391"/>
                  </a:moveTo>
                  <a:lnTo>
                    <a:pt x="721563" y="2645183"/>
                  </a:lnTo>
                  <a:lnTo>
                    <a:pt x="760770" y="2576568"/>
                  </a:lnTo>
                  <a:close/>
                  <a:moveTo>
                    <a:pt x="703019" y="2531391"/>
                  </a:moveTo>
                  <a:lnTo>
                    <a:pt x="661751" y="2569828"/>
                  </a:lnTo>
                  <a:lnTo>
                    <a:pt x="721563" y="2645183"/>
                  </a:lnTo>
                  <a:close/>
                  <a:moveTo>
                    <a:pt x="703019" y="2531391"/>
                  </a:moveTo>
                  <a:lnTo>
                    <a:pt x="637653" y="2487613"/>
                  </a:lnTo>
                  <a:lnTo>
                    <a:pt x="661751" y="2569828"/>
                  </a:lnTo>
                  <a:close/>
                  <a:moveTo>
                    <a:pt x="858608" y="2613606"/>
                  </a:moveTo>
                  <a:lnTo>
                    <a:pt x="924456" y="2631248"/>
                  </a:lnTo>
                  <a:lnTo>
                    <a:pt x="932555" y="2603186"/>
                  </a:lnTo>
                  <a:close/>
                  <a:moveTo>
                    <a:pt x="932555" y="2603186"/>
                  </a:moveTo>
                  <a:lnTo>
                    <a:pt x="842328" y="2602839"/>
                  </a:lnTo>
                  <a:lnTo>
                    <a:pt x="858608" y="2613606"/>
                  </a:lnTo>
                  <a:close/>
                  <a:moveTo>
                    <a:pt x="843342" y="2515030"/>
                  </a:moveTo>
                  <a:lnTo>
                    <a:pt x="842328" y="2602839"/>
                  </a:lnTo>
                  <a:lnTo>
                    <a:pt x="932555" y="2603186"/>
                  </a:lnTo>
                  <a:close/>
                  <a:moveTo>
                    <a:pt x="920221" y="2513122"/>
                  </a:moveTo>
                  <a:lnTo>
                    <a:pt x="843342" y="2515030"/>
                  </a:lnTo>
                  <a:lnTo>
                    <a:pt x="932555" y="2603186"/>
                  </a:lnTo>
                  <a:close/>
                  <a:moveTo>
                    <a:pt x="843342" y="2515030"/>
                  </a:moveTo>
                  <a:lnTo>
                    <a:pt x="760770" y="2576568"/>
                  </a:lnTo>
                  <a:lnTo>
                    <a:pt x="842328" y="2602839"/>
                  </a:lnTo>
                  <a:close/>
                  <a:moveTo>
                    <a:pt x="903738" y="2410740"/>
                  </a:moveTo>
                  <a:lnTo>
                    <a:pt x="852976" y="2427448"/>
                  </a:lnTo>
                  <a:lnTo>
                    <a:pt x="917933" y="2414890"/>
                  </a:lnTo>
                  <a:close/>
                  <a:moveTo>
                    <a:pt x="917933" y="2414890"/>
                  </a:moveTo>
                  <a:lnTo>
                    <a:pt x="852976" y="2427448"/>
                  </a:lnTo>
                  <a:lnTo>
                    <a:pt x="843342" y="2515030"/>
                  </a:lnTo>
                  <a:close/>
                  <a:moveTo>
                    <a:pt x="917933" y="2414890"/>
                  </a:moveTo>
                  <a:lnTo>
                    <a:pt x="843342" y="2515030"/>
                  </a:lnTo>
                  <a:lnTo>
                    <a:pt x="920221" y="2513122"/>
                  </a:lnTo>
                  <a:close/>
                  <a:moveTo>
                    <a:pt x="80134" y="1510255"/>
                  </a:moveTo>
                  <a:lnTo>
                    <a:pt x="84214" y="1503780"/>
                  </a:lnTo>
                  <a:lnTo>
                    <a:pt x="0" y="1467576"/>
                  </a:lnTo>
                  <a:close/>
                  <a:moveTo>
                    <a:pt x="80134" y="1510255"/>
                  </a:moveTo>
                  <a:lnTo>
                    <a:pt x="86741" y="1506374"/>
                  </a:lnTo>
                  <a:lnTo>
                    <a:pt x="84214" y="1503780"/>
                  </a:lnTo>
                  <a:close/>
                  <a:moveTo>
                    <a:pt x="929313" y="2410740"/>
                  </a:moveTo>
                  <a:lnTo>
                    <a:pt x="977725" y="2492955"/>
                  </a:lnTo>
                  <a:lnTo>
                    <a:pt x="1020152" y="2454519"/>
                  </a:lnTo>
                  <a:close/>
                  <a:moveTo>
                    <a:pt x="880183" y="2313971"/>
                  </a:moveTo>
                  <a:lnTo>
                    <a:pt x="918001" y="2391910"/>
                  </a:lnTo>
                  <a:lnTo>
                    <a:pt x="936357" y="2299819"/>
                  </a:lnTo>
                  <a:close/>
                  <a:moveTo>
                    <a:pt x="903738" y="2410740"/>
                  </a:moveTo>
                  <a:lnTo>
                    <a:pt x="918001" y="2391910"/>
                  </a:lnTo>
                  <a:lnTo>
                    <a:pt x="860658" y="2400862"/>
                  </a:lnTo>
                  <a:close/>
                  <a:moveTo>
                    <a:pt x="936357" y="2299819"/>
                  </a:moveTo>
                  <a:lnTo>
                    <a:pt x="918001" y="2391910"/>
                  </a:lnTo>
                  <a:lnTo>
                    <a:pt x="952795" y="2290088"/>
                  </a:lnTo>
                  <a:close/>
                  <a:moveTo>
                    <a:pt x="952795" y="2290088"/>
                  </a:moveTo>
                  <a:lnTo>
                    <a:pt x="929313" y="2410740"/>
                  </a:lnTo>
                  <a:lnTo>
                    <a:pt x="1035184" y="2372304"/>
                  </a:lnTo>
                  <a:close/>
                  <a:moveTo>
                    <a:pt x="41204" y="1342975"/>
                  </a:moveTo>
                  <a:lnTo>
                    <a:pt x="95900" y="1397345"/>
                  </a:lnTo>
                  <a:lnTo>
                    <a:pt x="141084" y="1385722"/>
                  </a:lnTo>
                  <a:close/>
                  <a:moveTo>
                    <a:pt x="42452" y="1341943"/>
                  </a:moveTo>
                  <a:lnTo>
                    <a:pt x="41204" y="1342975"/>
                  </a:lnTo>
                  <a:lnTo>
                    <a:pt x="141084" y="1385722"/>
                  </a:lnTo>
                  <a:close/>
                  <a:moveTo>
                    <a:pt x="606679" y="1848700"/>
                  </a:moveTo>
                  <a:lnTo>
                    <a:pt x="543649" y="1876254"/>
                  </a:lnTo>
                  <a:lnTo>
                    <a:pt x="623569" y="1758361"/>
                  </a:lnTo>
                  <a:close/>
                  <a:moveTo>
                    <a:pt x="305647" y="1448101"/>
                  </a:moveTo>
                  <a:lnTo>
                    <a:pt x="336583" y="1467938"/>
                  </a:lnTo>
                  <a:lnTo>
                    <a:pt x="319506" y="1395777"/>
                  </a:lnTo>
                  <a:close/>
                  <a:moveTo>
                    <a:pt x="184213" y="1286048"/>
                  </a:moveTo>
                  <a:lnTo>
                    <a:pt x="89650" y="1302334"/>
                  </a:lnTo>
                  <a:lnTo>
                    <a:pt x="206349" y="1368143"/>
                  </a:lnTo>
                  <a:close/>
                  <a:moveTo>
                    <a:pt x="149686" y="1254709"/>
                  </a:moveTo>
                  <a:lnTo>
                    <a:pt x="89650" y="1302334"/>
                  </a:lnTo>
                  <a:lnTo>
                    <a:pt x="184213" y="1286048"/>
                  </a:lnTo>
                  <a:close/>
                  <a:moveTo>
                    <a:pt x="1899877" y="3035367"/>
                  </a:moveTo>
                  <a:lnTo>
                    <a:pt x="1835876" y="3073803"/>
                  </a:lnTo>
                  <a:lnTo>
                    <a:pt x="1953936" y="3117582"/>
                  </a:lnTo>
                  <a:close/>
                  <a:moveTo>
                    <a:pt x="1847536" y="2953152"/>
                  </a:moveTo>
                  <a:lnTo>
                    <a:pt x="1806651" y="3054755"/>
                  </a:lnTo>
                  <a:lnTo>
                    <a:pt x="1835876" y="3073803"/>
                  </a:lnTo>
                  <a:close/>
                  <a:moveTo>
                    <a:pt x="255485" y="1062204"/>
                  </a:moveTo>
                  <a:lnTo>
                    <a:pt x="198229" y="979989"/>
                  </a:lnTo>
                  <a:lnTo>
                    <a:pt x="179968" y="1089315"/>
                  </a:lnTo>
                  <a:close/>
                  <a:moveTo>
                    <a:pt x="198229" y="979989"/>
                  </a:moveTo>
                  <a:lnTo>
                    <a:pt x="181150" y="988262"/>
                  </a:lnTo>
                  <a:lnTo>
                    <a:pt x="179968" y="1089315"/>
                  </a:lnTo>
                  <a:close/>
                  <a:moveTo>
                    <a:pt x="136106" y="936210"/>
                  </a:moveTo>
                  <a:lnTo>
                    <a:pt x="181150" y="988262"/>
                  </a:lnTo>
                  <a:lnTo>
                    <a:pt x="198229" y="979989"/>
                  </a:lnTo>
                  <a:close/>
                  <a:moveTo>
                    <a:pt x="1953936" y="3117582"/>
                  </a:moveTo>
                  <a:lnTo>
                    <a:pt x="1950162" y="3121956"/>
                  </a:lnTo>
                  <a:lnTo>
                    <a:pt x="1956163" y="3119898"/>
                  </a:lnTo>
                  <a:close/>
                  <a:moveTo>
                    <a:pt x="1953936" y="3117582"/>
                  </a:moveTo>
                  <a:lnTo>
                    <a:pt x="1956163" y="3119898"/>
                  </a:lnTo>
                  <a:lnTo>
                    <a:pt x="1957773" y="3115769"/>
                  </a:lnTo>
                  <a:close/>
                  <a:moveTo>
                    <a:pt x="1899877" y="3035367"/>
                  </a:moveTo>
                  <a:lnTo>
                    <a:pt x="1953936" y="3117582"/>
                  </a:lnTo>
                  <a:lnTo>
                    <a:pt x="1957773" y="3115769"/>
                  </a:lnTo>
                  <a:close/>
                  <a:moveTo>
                    <a:pt x="1966174" y="3008846"/>
                  </a:moveTo>
                  <a:lnTo>
                    <a:pt x="1957773" y="3115769"/>
                  </a:lnTo>
                  <a:lnTo>
                    <a:pt x="1992864" y="3117582"/>
                  </a:lnTo>
                  <a:close/>
                  <a:moveTo>
                    <a:pt x="1945681" y="2925415"/>
                  </a:moveTo>
                  <a:lnTo>
                    <a:pt x="2003902" y="3035367"/>
                  </a:lnTo>
                  <a:lnTo>
                    <a:pt x="2043622" y="2953035"/>
                  </a:lnTo>
                  <a:close/>
                  <a:moveTo>
                    <a:pt x="906944" y="1623086"/>
                  </a:moveTo>
                  <a:lnTo>
                    <a:pt x="850135" y="1608679"/>
                  </a:lnTo>
                  <a:lnTo>
                    <a:pt x="944827" y="1631400"/>
                  </a:lnTo>
                  <a:close/>
                  <a:moveTo>
                    <a:pt x="850135" y="1608679"/>
                  </a:moveTo>
                  <a:lnTo>
                    <a:pt x="867593" y="1621293"/>
                  </a:lnTo>
                  <a:lnTo>
                    <a:pt x="944827" y="1631400"/>
                  </a:lnTo>
                  <a:close/>
                  <a:moveTo>
                    <a:pt x="642911" y="1473280"/>
                  </a:moveTo>
                  <a:lnTo>
                    <a:pt x="726585" y="1448346"/>
                  </a:lnTo>
                  <a:lnTo>
                    <a:pt x="635337" y="1391065"/>
                  </a:lnTo>
                  <a:close/>
                  <a:moveTo>
                    <a:pt x="787342" y="1359452"/>
                  </a:moveTo>
                  <a:lnTo>
                    <a:pt x="726585" y="1448346"/>
                  </a:lnTo>
                  <a:lnTo>
                    <a:pt x="810379" y="1440815"/>
                  </a:lnTo>
                  <a:close/>
                  <a:moveTo>
                    <a:pt x="2117287" y="3079145"/>
                  </a:moveTo>
                  <a:lnTo>
                    <a:pt x="2070413" y="2996930"/>
                  </a:lnTo>
                  <a:lnTo>
                    <a:pt x="2090980" y="3028566"/>
                  </a:lnTo>
                  <a:close/>
                  <a:moveTo>
                    <a:pt x="2185451" y="3040708"/>
                  </a:moveTo>
                  <a:lnTo>
                    <a:pt x="2163194" y="3121436"/>
                  </a:lnTo>
                  <a:lnTo>
                    <a:pt x="2205945" y="3066072"/>
                  </a:lnTo>
                  <a:close/>
                  <a:moveTo>
                    <a:pt x="2185451" y="3040708"/>
                  </a:moveTo>
                  <a:lnTo>
                    <a:pt x="2117287" y="3079145"/>
                  </a:lnTo>
                  <a:lnTo>
                    <a:pt x="2163194" y="3121436"/>
                  </a:lnTo>
                  <a:close/>
                  <a:moveTo>
                    <a:pt x="1264322" y="1814597"/>
                  </a:moveTo>
                  <a:lnTo>
                    <a:pt x="1278083" y="1826211"/>
                  </a:lnTo>
                  <a:lnTo>
                    <a:pt x="1351923" y="1904063"/>
                  </a:lnTo>
                  <a:close/>
                  <a:moveTo>
                    <a:pt x="1156042" y="1741942"/>
                  </a:moveTo>
                  <a:lnTo>
                    <a:pt x="1142884" y="1814586"/>
                  </a:lnTo>
                  <a:lnTo>
                    <a:pt x="1264322" y="1814597"/>
                  </a:lnTo>
                  <a:close/>
                  <a:moveTo>
                    <a:pt x="1141972" y="1643052"/>
                  </a:moveTo>
                  <a:lnTo>
                    <a:pt x="1092993" y="1691505"/>
                  </a:lnTo>
                  <a:lnTo>
                    <a:pt x="1151974" y="1645157"/>
                  </a:lnTo>
                  <a:close/>
                  <a:moveTo>
                    <a:pt x="920679" y="1511827"/>
                  </a:moveTo>
                  <a:lnTo>
                    <a:pt x="862647" y="1498415"/>
                  </a:lnTo>
                  <a:lnTo>
                    <a:pt x="855460" y="1575926"/>
                  </a:lnTo>
                  <a:close/>
                  <a:moveTo>
                    <a:pt x="832582" y="1434843"/>
                  </a:moveTo>
                  <a:lnTo>
                    <a:pt x="947487" y="1426142"/>
                  </a:lnTo>
                  <a:lnTo>
                    <a:pt x="881504" y="1396407"/>
                  </a:lnTo>
                  <a:close/>
                  <a:moveTo>
                    <a:pt x="370958" y="855043"/>
                  </a:moveTo>
                  <a:lnTo>
                    <a:pt x="377485" y="859337"/>
                  </a:lnTo>
                  <a:lnTo>
                    <a:pt x="364446" y="854738"/>
                  </a:lnTo>
                  <a:close/>
                  <a:moveTo>
                    <a:pt x="2286465" y="3030324"/>
                  </a:moveTo>
                  <a:lnTo>
                    <a:pt x="2205163" y="3035829"/>
                  </a:lnTo>
                  <a:lnTo>
                    <a:pt x="2205945" y="3066072"/>
                  </a:lnTo>
                  <a:close/>
                  <a:moveTo>
                    <a:pt x="2205163" y="3035829"/>
                  </a:moveTo>
                  <a:lnTo>
                    <a:pt x="2286465" y="3030324"/>
                  </a:lnTo>
                  <a:lnTo>
                    <a:pt x="2274604" y="2939875"/>
                  </a:lnTo>
                  <a:close/>
                  <a:moveTo>
                    <a:pt x="1899843" y="2478922"/>
                  </a:moveTo>
                  <a:lnTo>
                    <a:pt x="1842678" y="2448101"/>
                  </a:lnTo>
                  <a:lnTo>
                    <a:pt x="1876999" y="2465203"/>
                  </a:lnTo>
                  <a:close/>
                  <a:moveTo>
                    <a:pt x="1953451" y="2464150"/>
                  </a:moveTo>
                  <a:lnTo>
                    <a:pt x="1876660" y="2455702"/>
                  </a:lnTo>
                  <a:lnTo>
                    <a:pt x="1899843" y="2478922"/>
                  </a:lnTo>
                  <a:close/>
                  <a:moveTo>
                    <a:pt x="1876999" y="2465203"/>
                  </a:moveTo>
                  <a:lnTo>
                    <a:pt x="1842678" y="2448101"/>
                  </a:lnTo>
                  <a:lnTo>
                    <a:pt x="1821123" y="2382988"/>
                  </a:lnTo>
                  <a:close/>
                  <a:moveTo>
                    <a:pt x="1953451" y="2464150"/>
                  </a:moveTo>
                  <a:lnTo>
                    <a:pt x="1899843" y="2478922"/>
                  </a:lnTo>
                  <a:lnTo>
                    <a:pt x="2037672" y="2500382"/>
                  </a:lnTo>
                  <a:close/>
                  <a:moveTo>
                    <a:pt x="1796042" y="2369485"/>
                  </a:moveTo>
                  <a:lnTo>
                    <a:pt x="1821123" y="2382988"/>
                  </a:lnTo>
                  <a:lnTo>
                    <a:pt x="1840584" y="2320816"/>
                  </a:lnTo>
                  <a:close/>
                  <a:moveTo>
                    <a:pt x="1812244" y="2262336"/>
                  </a:moveTo>
                  <a:lnTo>
                    <a:pt x="1796042" y="2369485"/>
                  </a:lnTo>
                  <a:lnTo>
                    <a:pt x="1840584" y="2320816"/>
                  </a:lnTo>
                  <a:close/>
                  <a:moveTo>
                    <a:pt x="1325159" y="1865229"/>
                  </a:moveTo>
                  <a:lnTo>
                    <a:pt x="1353731" y="1889697"/>
                  </a:lnTo>
                  <a:lnTo>
                    <a:pt x="1278083" y="1826211"/>
                  </a:lnTo>
                  <a:close/>
                  <a:moveTo>
                    <a:pt x="1094925" y="1630945"/>
                  </a:moveTo>
                  <a:lnTo>
                    <a:pt x="1092993" y="1691505"/>
                  </a:lnTo>
                  <a:lnTo>
                    <a:pt x="1141972" y="1643052"/>
                  </a:lnTo>
                  <a:close/>
                  <a:moveTo>
                    <a:pt x="1036672" y="1378027"/>
                  </a:moveTo>
                  <a:lnTo>
                    <a:pt x="947487" y="1426142"/>
                  </a:lnTo>
                  <a:lnTo>
                    <a:pt x="1034986" y="1474625"/>
                  </a:lnTo>
                  <a:close/>
                  <a:moveTo>
                    <a:pt x="1036672" y="1378027"/>
                  </a:moveTo>
                  <a:lnTo>
                    <a:pt x="958157" y="1381266"/>
                  </a:lnTo>
                  <a:lnTo>
                    <a:pt x="947487" y="1426142"/>
                  </a:lnTo>
                  <a:close/>
                  <a:moveTo>
                    <a:pt x="958157" y="1381266"/>
                  </a:moveTo>
                  <a:lnTo>
                    <a:pt x="1021018" y="1290662"/>
                  </a:lnTo>
                  <a:lnTo>
                    <a:pt x="952620" y="1285676"/>
                  </a:lnTo>
                  <a:close/>
                  <a:moveTo>
                    <a:pt x="893793" y="1275755"/>
                  </a:moveTo>
                  <a:lnTo>
                    <a:pt x="952620" y="1285676"/>
                  </a:lnTo>
                  <a:lnTo>
                    <a:pt x="863672" y="1197305"/>
                  </a:lnTo>
                  <a:close/>
                  <a:moveTo>
                    <a:pt x="1849440" y="2353929"/>
                  </a:moveTo>
                  <a:lnTo>
                    <a:pt x="1842678" y="2448101"/>
                  </a:lnTo>
                  <a:lnTo>
                    <a:pt x="1828234" y="2426766"/>
                  </a:lnTo>
                  <a:close/>
                  <a:moveTo>
                    <a:pt x="2378019" y="2816300"/>
                  </a:moveTo>
                  <a:lnTo>
                    <a:pt x="2285062" y="2831280"/>
                  </a:lnTo>
                  <a:lnTo>
                    <a:pt x="2283465" y="2862048"/>
                  </a:lnTo>
                  <a:close/>
                  <a:moveTo>
                    <a:pt x="2136736" y="2490906"/>
                  </a:moveTo>
                  <a:lnTo>
                    <a:pt x="2037672" y="2500382"/>
                  </a:lnTo>
                  <a:lnTo>
                    <a:pt x="2055021" y="2508981"/>
                  </a:lnTo>
                  <a:close/>
                  <a:moveTo>
                    <a:pt x="2050892" y="2400011"/>
                  </a:moveTo>
                  <a:lnTo>
                    <a:pt x="2037672" y="2500382"/>
                  </a:lnTo>
                  <a:lnTo>
                    <a:pt x="2136736" y="2490906"/>
                  </a:lnTo>
                  <a:close/>
                  <a:moveTo>
                    <a:pt x="1964802" y="2409409"/>
                  </a:moveTo>
                  <a:lnTo>
                    <a:pt x="1876660" y="2455702"/>
                  </a:lnTo>
                  <a:lnTo>
                    <a:pt x="1953451" y="2464150"/>
                  </a:lnTo>
                  <a:close/>
                  <a:moveTo>
                    <a:pt x="2050892" y="2400011"/>
                  </a:moveTo>
                  <a:lnTo>
                    <a:pt x="1953451" y="2464150"/>
                  </a:lnTo>
                  <a:lnTo>
                    <a:pt x="2037672" y="2500382"/>
                  </a:lnTo>
                  <a:close/>
                  <a:moveTo>
                    <a:pt x="2050892" y="2400011"/>
                  </a:moveTo>
                  <a:lnTo>
                    <a:pt x="1964802" y="2409409"/>
                  </a:lnTo>
                  <a:lnTo>
                    <a:pt x="1953451" y="2464150"/>
                  </a:lnTo>
                  <a:close/>
                  <a:moveTo>
                    <a:pt x="1812244" y="2262336"/>
                  </a:moveTo>
                  <a:lnTo>
                    <a:pt x="1840584" y="2320816"/>
                  </a:lnTo>
                  <a:lnTo>
                    <a:pt x="1836850" y="2252656"/>
                  </a:lnTo>
                  <a:close/>
                  <a:moveTo>
                    <a:pt x="1812244" y="2262336"/>
                  </a:moveTo>
                  <a:lnTo>
                    <a:pt x="1836850" y="2252656"/>
                  </a:lnTo>
                  <a:lnTo>
                    <a:pt x="1843391" y="2141685"/>
                  </a:lnTo>
                  <a:close/>
                  <a:moveTo>
                    <a:pt x="1836850" y="2252656"/>
                  </a:moveTo>
                  <a:lnTo>
                    <a:pt x="1840584" y="2320816"/>
                  </a:lnTo>
                  <a:lnTo>
                    <a:pt x="1852093" y="2262336"/>
                  </a:lnTo>
                  <a:close/>
                  <a:moveTo>
                    <a:pt x="1836850" y="2252656"/>
                  </a:moveTo>
                  <a:lnTo>
                    <a:pt x="1852093" y="2262336"/>
                  </a:lnTo>
                  <a:lnTo>
                    <a:pt x="1855033" y="2159639"/>
                  </a:lnTo>
                  <a:close/>
                  <a:moveTo>
                    <a:pt x="1163460" y="1335543"/>
                  </a:moveTo>
                  <a:lnTo>
                    <a:pt x="1194459" y="1361808"/>
                  </a:lnTo>
                  <a:lnTo>
                    <a:pt x="1189601" y="1440185"/>
                  </a:lnTo>
                  <a:close/>
                  <a:moveTo>
                    <a:pt x="2485476" y="2689439"/>
                  </a:moveTo>
                  <a:lnTo>
                    <a:pt x="2392486" y="2775799"/>
                  </a:lnTo>
                  <a:lnTo>
                    <a:pt x="2468722" y="2782173"/>
                  </a:lnTo>
                  <a:close/>
                  <a:moveTo>
                    <a:pt x="2468722" y="2782173"/>
                  </a:moveTo>
                  <a:lnTo>
                    <a:pt x="2546993" y="2678754"/>
                  </a:lnTo>
                  <a:lnTo>
                    <a:pt x="2485476" y="2689439"/>
                  </a:lnTo>
                  <a:close/>
                  <a:moveTo>
                    <a:pt x="2028647" y="2185463"/>
                  </a:moveTo>
                  <a:lnTo>
                    <a:pt x="2023783" y="2233252"/>
                  </a:lnTo>
                  <a:lnTo>
                    <a:pt x="2075295" y="2210645"/>
                  </a:lnTo>
                  <a:close/>
                  <a:moveTo>
                    <a:pt x="2028647" y="2185463"/>
                  </a:moveTo>
                  <a:lnTo>
                    <a:pt x="1982868" y="2143734"/>
                  </a:lnTo>
                  <a:lnTo>
                    <a:pt x="1942416" y="2207691"/>
                  </a:lnTo>
                  <a:close/>
                  <a:moveTo>
                    <a:pt x="1690356" y="1710608"/>
                  </a:moveTo>
                  <a:lnTo>
                    <a:pt x="1673029" y="1624601"/>
                  </a:lnTo>
                  <a:lnTo>
                    <a:pt x="1623200" y="1704612"/>
                  </a:lnTo>
                  <a:close/>
                  <a:moveTo>
                    <a:pt x="1209579" y="1155104"/>
                  </a:moveTo>
                  <a:lnTo>
                    <a:pt x="1239700" y="1234061"/>
                  </a:lnTo>
                  <a:lnTo>
                    <a:pt x="1190617" y="1132243"/>
                  </a:lnTo>
                  <a:close/>
                  <a:moveTo>
                    <a:pt x="2546993" y="2678754"/>
                  </a:moveTo>
                  <a:lnTo>
                    <a:pt x="2578312" y="2698052"/>
                  </a:lnTo>
                  <a:lnTo>
                    <a:pt x="2585352" y="2668833"/>
                  </a:lnTo>
                  <a:close/>
                  <a:moveTo>
                    <a:pt x="2028647" y="2185463"/>
                  </a:moveTo>
                  <a:lnTo>
                    <a:pt x="2075295" y="2210645"/>
                  </a:lnTo>
                  <a:lnTo>
                    <a:pt x="2089087" y="2168775"/>
                  </a:lnTo>
                  <a:close/>
                  <a:moveTo>
                    <a:pt x="2174692" y="2159772"/>
                  </a:moveTo>
                  <a:lnTo>
                    <a:pt x="2089087" y="2168775"/>
                  </a:lnTo>
                  <a:lnTo>
                    <a:pt x="2075295" y="2210645"/>
                  </a:lnTo>
                  <a:close/>
                  <a:moveTo>
                    <a:pt x="2174692" y="2159772"/>
                  </a:moveTo>
                  <a:lnTo>
                    <a:pt x="2081280" y="2075030"/>
                  </a:lnTo>
                  <a:lnTo>
                    <a:pt x="2089087" y="2168775"/>
                  </a:lnTo>
                  <a:close/>
                  <a:moveTo>
                    <a:pt x="2000758" y="2079901"/>
                  </a:moveTo>
                  <a:lnTo>
                    <a:pt x="2081280" y="2075030"/>
                  </a:lnTo>
                  <a:lnTo>
                    <a:pt x="2036045" y="2063898"/>
                  </a:lnTo>
                  <a:close/>
                  <a:moveTo>
                    <a:pt x="2598942" y="2558103"/>
                  </a:moveTo>
                  <a:lnTo>
                    <a:pt x="2699468" y="2636653"/>
                  </a:lnTo>
                  <a:lnTo>
                    <a:pt x="2704731" y="2532281"/>
                  </a:lnTo>
                  <a:close/>
                  <a:moveTo>
                    <a:pt x="1385862" y="1075734"/>
                  </a:moveTo>
                  <a:lnTo>
                    <a:pt x="1340381" y="957579"/>
                  </a:lnTo>
                  <a:lnTo>
                    <a:pt x="1331090" y="959578"/>
                  </a:lnTo>
                  <a:close/>
                  <a:moveTo>
                    <a:pt x="1513549" y="932426"/>
                  </a:moveTo>
                  <a:lnTo>
                    <a:pt x="1421716" y="1008562"/>
                  </a:lnTo>
                  <a:lnTo>
                    <a:pt x="1498145" y="1015660"/>
                  </a:lnTo>
                  <a:close/>
                  <a:moveTo>
                    <a:pt x="1513549" y="932426"/>
                  </a:moveTo>
                  <a:lnTo>
                    <a:pt x="1444447" y="928013"/>
                  </a:lnTo>
                  <a:lnTo>
                    <a:pt x="1421716" y="1008562"/>
                  </a:lnTo>
                  <a:close/>
                  <a:moveTo>
                    <a:pt x="1578179" y="919142"/>
                  </a:moveTo>
                  <a:lnTo>
                    <a:pt x="1513549" y="932426"/>
                  </a:lnTo>
                  <a:lnTo>
                    <a:pt x="1498145" y="1015660"/>
                  </a:lnTo>
                  <a:close/>
                  <a:moveTo>
                    <a:pt x="1133319" y="459217"/>
                  </a:moveTo>
                  <a:lnTo>
                    <a:pt x="1081201" y="440996"/>
                  </a:lnTo>
                  <a:lnTo>
                    <a:pt x="1192209" y="492589"/>
                  </a:lnTo>
                  <a:close/>
                  <a:moveTo>
                    <a:pt x="2007317" y="1234331"/>
                  </a:moveTo>
                  <a:lnTo>
                    <a:pt x="2048943" y="1251312"/>
                  </a:lnTo>
                  <a:lnTo>
                    <a:pt x="2101838" y="1291782"/>
                  </a:lnTo>
                  <a:close/>
                  <a:moveTo>
                    <a:pt x="1737186" y="1083573"/>
                  </a:moveTo>
                  <a:lnTo>
                    <a:pt x="1786323" y="1105391"/>
                  </a:lnTo>
                  <a:lnTo>
                    <a:pt x="1743678" y="1066704"/>
                  </a:lnTo>
                  <a:close/>
                  <a:moveTo>
                    <a:pt x="1786849" y="1131699"/>
                  </a:moveTo>
                  <a:lnTo>
                    <a:pt x="1851882" y="1139421"/>
                  </a:lnTo>
                  <a:lnTo>
                    <a:pt x="1737186" y="1083573"/>
                  </a:lnTo>
                  <a:close/>
                  <a:moveTo>
                    <a:pt x="1621873" y="804860"/>
                  </a:moveTo>
                  <a:lnTo>
                    <a:pt x="1534550" y="815260"/>
                  </a:lnTo>
                  <a:lnTo>
                    <a:pt x="1578179" y="919142"/>
                  </a:lnTo>
                  <a:close/>
                  <a:moveTo>
                    <a:pt x="1578179" y="919142"/>
                  </a:moveTo>
                  <a:lnTo>
                    <a:pt x="1534550" y="815260"/>
                  </a:lnTo>
                  <a:lnTo>
                    <a:pt x="1512137" y="852775"/>
                  </a:lnTo>
                  <a:close/>
                  <a:moveTo>
                    <a:pt x="1561122" y="820716"/>
                  </a:moveTo>
                  <a:lnTo>
                    <a:pt x="1633512" y="812715"/>
                  </a:lnTo>
                  <a:lnTo>
                    <a:pt x="1578179" y="919142"/>
                  </a:lnTo>
                  <a:close/>
                  <a:moveTo>
                    <a:pt x="1534550" y="815260"/>
                  </a:moveTo>
                  <a:lnTo>
                    <a:pt x="1563008" y="764312"/>
                  </a:lnTo>
                  <a:lnTo>
                    <a:pt x="1499785" y="806590"/>
                  </a:lnTo>
                  <a:close/>
                  <a:moveTo>
                    <a:pt x="1534550" y="815260"/>
                  </a:moveTo>
                  <a:lnTo>
                    <a:pt x="1621873" y="804860"/>
                  </a:lnTo>
                  <a:lnTo>
                    <a:pt x="1563008" y="764312"/>
                  </a:lnTo>
                  <a:close/>
                  <a:moveTo>
                    <a:pt x="1688820" y="811026"/>
                  </a:moveTo>
                  <a:lnTo>
                    <a:pt x="1621873" y="804860"/>
                  </a:lnTo>
                  <a:lnTo>
                    <a:pt x="1712078" y="827801"/>
                  </a:lnTo>
                  <a:close/>
                  <a:moveTo>
                    <a:pt x="1621873" y="804860"/>
                  </a:moveTo>
                  <a:lnTo>
                    <a:pt x="1633512" y="812715"/>
                  </a:lnTo>
                  <a:lnTo>
                    <a:pt x="1712078" y="827801"/>
                  </a:lnTo>
                  <a:close/>
                  <a:moveTo>
                    <a:pt x="1273953" y="505568"/>
                  </a:moveTo>
                  <a:lnTo>
                    <a:pt x="1321283" y="567182"/>
                  </a:lnTo>
                  <a:lnTo>
                    <a:pt x="1357586" y="498168"/>
                  </a:lnTo>
                  <a:close/>
                  <a:moveTo>
                    <a:pt x="1203065" y="502607"/>
                  </a:moveTo>
                  <a:lnTo>
                    <a:pt x="1321283" y="567182"/>
                  </a:lnTo>
                  <a:lnTo>
                    <a:pt x="1273953" y="505568"/>
                  </a:lnTo>
                  <a:close/>
                  <a:moveTo>
                    <a:pt x="1203065" y="502607"/>
                  </a:moveTo>
                  <a:lnTo>
                    <a:pt x="1267673" y="496076"/>
                  </a:lnTo>
                  <a:lnTo>
                    <a:pt x="1192209" y="492589"/>
                  </a:lnTo>
                  <a:close/>
                  <a:moveTo>
                    <a:pt x="2227982" y="1515895"/>
                  </a:moveTo>
                  <a:lnTo>
                    <a:pt x="2297466" y="1519997"/>
                  </a:lnTo>
                  <a:lnTo>
                    <a:pt x="2261104" y="1487229"/>
                  </a:lnTo>
                  <a:close/>
                  <a:moveTo>
                    <a:pt x="2297466" y="1519997"/>
                  </a:moveTo>
                  <a:lnTo>
                    <a:pt x="2349274" y="1538223"/>
                  </a:lnTo>
                  <a:lnTo>
                    <a:pt x="2261104" y="1487229"/>
                  </a:lnTo>
                  <a:close/>
                  <a:moveTo>
                    <a:pt x="1560709" y="431194"/>
                  </a:moveTo>
                  <a:lnTo>
                    <a:pt x="1508484" y="469631"/>
                  </a:lnTo>
                  <a:lnTo>
                    <a:pt x="1560325" y="513409"/>
                  </a:lnTo>
                  <a:close/>
                  <a:moveTo>
                    <a:pt x="1514629" y="348979"/>
                  </a:moveTo>
                  <a:lnTo>
                    <a:pt x="1508484" y="469631"/>
                  </a:lnTo>
                  <a:lnTo>
                    <a:pt x="1560709" y="431194"/>
                  </a:lnTo>
                  <a:close/>
                  <a:moveTo>
                    <a:pt x="1832308" y="783461"/>
                  </a:moveTo>
                  <a:lnTo>
                    <a:pt x="1774611" y="760055"/>
                  </a:lnTo>
                  <a:lnTo>
                    <a:pt x="1884770" y="764405"/>
                  </a:lnTo>
                  <a:close/>
                  <a:moveTo>
                    <a:pt x="1560709" y="431194"/>
                  </a:moveTo>
                  <a:lnTo>
                    <a:pt x="1559468" y="384130"/>
                  </a:lnTo>
                  <a:lnTo>
                    <a:pt x="1586374" y="310542"/>
                  </a:lnTo>
                  <a:close/>
                  <a:moveTo>
                    <a:pt x="1560709" y="431194"/>
                  </a:moveTo>
                  <a:lnTo>
                    <a:pt x="1586374" y="310542"/>
                  </a:lnTo>
                  <a:lnTo>
                    <a:pt x="1514629" y="348979"/>
                  </a:lnTo>
                  <a:close/>
                  <a:moveTo>
                    <a:pt x="1514629" y="348979"/>
                  </a:moveTo>
                  <a:lnTo>
                    <a:pt x="1586374" y="310542"/>
                  </a:lnTo>
                  <a:lnTo>
                    <a:pt x="1485853" y="324097"/>
                  </a:lnTo>
                  <a:close/>
                  <a:moveTo>
                    <a:pt x="2175109" y="847612"/>
                  </a:moveTo>
                  <a:lnTo>
                    <a:pt x="2110452" y="765397"/>
                  </a:lnTo>
                  <a:lnTo>
                    <a:pt x="2091625" y="865513"/>
                  </a:lnTo>
                  <a:close/>
                  <a:moveTo>
                    <a:pt x="1794432" y="474973"/>
                  </a:moveTo>
                  <a:lnTo>
                    <a:pt x="1761929" y="451313"/>
                  </a:lnTo>
                  <a:lnTo>
                    <a:pt x="1809256" y="482070"/>
                  </a:lnTo>
                  <a:close/>
                  <a:moveTo>
                    <a:pt x="1809256" y="482070"/>
                  </a:moveTo>
                  <a:lnTo>
                    <a:pt x="1761929" y="451313"/>
                  </a:lnTo>
                  <a:lnTo>
                    <a:pt x="1792470" y="482766"/>
                  </a:lnTo>
                  <a:close/>
                  <a:moveTo>
                    <a:pt x="1722659" y="383147"/>
                  </a:moveTo>
                  <a:lnTo>
                    <a:pt x="1794432" y="474973"/>
                  </a:lnTo>
                  <a:lnTo>
                    <a:pt x="1734742" y="392758"/>
                  </a:lnTo>
                  <a:close/>
                  <a:moveTo>
                    <a:pt x="1660750" y="268945"/>
                  </a:moveTo>
                  <a:lnTo>
                    <a:pt x="1655616" y="276967"/>
                  </a:lnTo>
                  <a:lnTo>
                    <a:pt x="1685039" y="296302"/>
                  </a:lnTo>
                  <a:close/>
                  <a:moveTo>
                    <a:pt x="1888684" y="269264"/>
                  </a:moveTo>
                  <a:lnTo>
                    <a:pt x="1949992" y="299197"/>
                  </a:lnTo>
                  <a:lnTo>
                    <a:pt x="1834778" y="252497"/>
                  </a:lnTo>
                  <a:close/>
                  <a:moveTo>
                    <a:pt x="2051121" y="277448"/>
                  </a:moveTo>
                  <a:lnTo>
                    <a:pt x="1985214" y="215685"/>
                  </a:lnTo>
                  <a:lnTo>
                    <a:pt x="1949992" y="299197"/>
                  </a:lnTo>
                  <a:close/>
                  <a:moveTo>
                    <a:pt x="1949992" y="299197"/>
                  </a:moveTo>
                  <a:lnTo>
                    <a:pt x="1985214" y="215685"/>
                  </a:lnTo>
                  <a:lnTo>
                    <a:pt x="1860277" y="242422"/>
                  </a:lnTo>
                  <a:close/>
                  <a:moveTo>
                    <a:pt x="1973655" y="0"/>
                  </a:moveTo>
                  <a:lnTo>
                    <a:pt x="2059593" y="74581"/>
                  </a:lnTo>
                  <a:lnTo>
                    <a:pt x="2073717" y="79334"/>
                  </a:lnTo>
                  <a:close/>
                </a:path>
              </a:pathLst>
            </a:custGeom>
            <a:solidFill>
              <a:srgbClr val="E0E5E9"/>
            </a:solidFill>
            <a:ln w="1524">
              <a:solidFill>
                <a:srgbClr val="E0E5E9"/>
              </a:solidFill>
            </a:ln>
          </p:spPr>
        </p:sp>
        <p:sp>
          <p:nvSpPr>
            <p:cNvPr id="2099" name="Candidate_density__2098">
              <a:extLst>
                <a:ext uri="{FF2B5EF4-FFF2-40B4-BE49-F238E27FC236}">
                  <a16:creationId xmlns:a16="http://schemas.microsoft.com/office/drawing/2014/main" id="{C9002E6A-65CB-A4F6-83B2-C32C8EDEFFC4}"/>
                </a:ext>
              </a:extLst>
            </p:cNvPr>
            <p:cNvSpPr>
              <a:spLocks noGrp="1"/>
            </p:cNvSpPr>
            <p:nvPr/>
          </p:nvSpPr>
          <p:spPr>
            <a:xfrm>
              <a:off x="3880262" y="1508053"/>
              <a:ext cx="2657016" cy="3121956"/>
            </a:xfrm>
            <a:custGeom>
              <a:avLst/>
              <a:gdLst/>
              <a:ahLst/>
              <a:cxnLst/>
              <a:rect l="0" t="0" r="0" b="0"/>
              <a:pathLst>
                <a:path w="2657016" h="3121956">
                  <a:moveTo>
                    <a:pt x="686478" y="2652043"/>
                  </a:moveTo>
                  <a:lnTo>
                    <a:pt x="770075" y="2706622"/>
                  </a:lnTo>
                  <a:lnTo>
                    <a:pt x="799387" y="2616345"/>
                  </a:lnTo>
                  <a:close/>
                  <a:moveTo>
                    <a:pt x="770075" y="2706622"/>
                  </a:moveTo>
                  <a:lnTo>
                    <a:pt x="816157" y="2613606"/>
                  </a:lnTo>
                  <a:lnTo>
                    <a:pt x="799387" y="2616345"/>
                  </a:lnTo>
                  <a:close/>
                  <a:moveTo>
                    <a:pt x="882005" y="2631248"/>
                  </a:moveTo>
                  <a:lnTo>
                    <a:pt x="816157" y="2613606"/>
                  </a:lnTo>
                  <a:lnTo>
                    <a:pt x="770075" y="2706622"/>
                  </a:lnTo>
                  <a:close/>
                  <a:moveTo>
                    <a:pt x="660567" y="2531391"/>
                  </a:moveTo>
                  <a:lnTo>
                    <a:pt x="589504" y="2465608"/>
                  </a:lnTo>
                  <a:lnTo>
                    <a:pt x="595201" y="2487613"/>
                  </a:lnTo>
                  <a:close/>
                  <a:moveTo>
                    <a:pt x="545218" y="2423235"/>
                  </a:moveTo>
                  <a:lnTo>
                    <a:pt x="595201" y="2487613"/>
                  </a:lnTo>
                  <a:lnTo>
                    <a:pt x="589504" y="2465608"/>
                  </a:lnTo>
                  <a:close/>
                  <a:moveTo>
                    <a:pt x="800891" y="2515030"/>
                  </a:moveTo>
                  <a:lnTo>
                    <a:pt x="728834" y="2513020"/>
                  </a:lnTo>
                  <a:lnTo>
                    <a:pt x="718318" y="2576568"/>
                  </a:lnTo>
                  <a:close/>
                  <a:moveTo>
                    <a:pt x="800891" y="2515030"/>
                  </a:moveTo>
                  <a:lnTo>
                    <a:pt x="810524" y="2427448"/>
                  </a:lnTo>
                  <a:lnTo>
                    <a:pt x="739144" y="2439229"/>
                  </a:lnTo>
                  <a:close/>
                  <a:moveTo>
                    <a:pt x="492895" y="2075858"/>
                  </a:moveTo>
                  <a:lnTo>
                    <a:pt x="425709" y="2037718"/>
                  </a:lnTo>
                  <a:lnTo>
                    <a:pt x="546748" y="2081879"/>
                  </a:lnTo>
                  <a:close/>
                  <a:moveTo>
                    <a:pt x="425916" y="2040640"/>
                  </a:moveTo>
                  <a:lnTo>
                    <a:pt x="485050" y="2089566"/>
                  </a:lnTo>
                  <a:lnTo>
                    <a:pt x="546748" y="2081879"/>
                  </a:lnTo>
                  <a:close/>
                  <a:moveTo>
                    <a:pt x="896" y="1566189"/>
                  </a:moveTo>
                  <a:lnTo>
                    <a:pt x="44290" y="1506374"/>
                  </a:lnTo>
                  <a:lnTo>
                    <a:pt x="37683" y="1510255"/>
                  </a:lnTo>
                  <a:close/>
                  <a:moveTo>
                    <a:pt x="977700" y="2454519"/>
                  </a:moveTo>
                  <a:lnTo>
                    <a:pt x="935273" y="2492955"/>
                  </a:lnTo>
                  <a:lnTo>
                    <a:pt x="984871" y="2521988"/>
                  </a:lnTo>
                  <a:close/>
                  <a:moveTo>
                    <a:pt x="886861" y="2410740"/>
                  </a:moveTo>
                  <a:lnTo>
                    <a:pt x="977700" y="2454519"/>
                  </a:lnTo>
                  <a:lnTo>
                    <a:pt x="992733" y="2372304"/>
                  </a:lnTo>
                  <a:close/>
                  <a:moveTo>
                    <a:pt x="818206" y="2400862"/>
                  </a:moveTo>
                  <a:lnTo>
                    <a:pt x="810524" y="2427448"/>
                  </a:lnTo>
                  <a:lnTo>
                    <a:pt x="861287" y="2410740"/>
                  </a:lnTo>
                  <a:close/>
                  <a:moveTo>
                    <a:pt x="837732" y="2313971"/>
                  </a:moveTo>
                  <a:lnTo>
                    <a:pt x="893906" y="2299819"/>
                  </a:lnTo>
                  <a:lnTo>
                    <a:pt x="887095" y="2290088"/>
                  </a:lnTo>
                  <a:close/>
                  <a:moveTo>
                    <a:pt x="818206" y="2400862"/>
                  </a:moveTo>
                  <a:lnTo>
                    <a:pt x="875550" y="2391910"/>
                  </a:lnTo>
                  <a:lnTo>
                    <a:pt x="837732" y="2313971"/>
                  </a:lnTo>
                  <a:close/>
                  <a:moveTo>
                    <a:pt x="98633" y="1385722"/>
                  </a:moveTo>
                  <a:lnTo>
                    <a:pt x="22179" y="1322675"/>
                  </a:lnTo>
                  <a:lnTo>
                    <a:pt x="0" y="1341943"/>
                  </a:lnTo>
                  <a:close/>
                  <a:moveTo>
                    <a:pt x="27654" y="1235828"/>
                  </a:moveTo>
                  <a:lnTo>
                    <a:pt x="107235" y="1254709"/>
                  </a:lnTo>
                  <a:lnTo>
                    <a:pt x="0" y="1341943"/>
                  </a:lnTo>
                  <a:close/>
                  <a:moveTo>
                    <a:pt x="82021" y="1234524"/>
                  </a:moveTo>
                  <a:lnTo>
                    <a:pt x="92007" y="1197774"/>
                  </a:lnTo>
                  <a:lnTo>
                    <a:pt x="23711" y="1221085"/>
                  </a:lnTo>
                  <a:close/>
                  <a:moveTo>
                    <a:pt x="910344" y="2290088"/>
                  </a:moveTo>
                  <a:lnTo>
                    <a:pt x="992733" y="2372304"/>
                  </a:lnTo>
                  <a:lnTo>
                    <a:pt x="909648" y="2287021"/>
                  </a:lnTo>
                  <a:close/>
                  <a:moveTo>
                    <a:pt x="947234" y="2207873"/>
                  </a:moveTo>
                  <a:lnTo>
                    <a:pt x="910344" y="2290088"/>
                  </a:lnTo>
                  <a:lnTo>
                    <a:pt x="897183" y="2197063"/>
                  </a:lnTo>
                  <a:close/>
                  <a:moveTo>
                    <a:pt x="291376" y="1449323"/>
                  </a:moveTo>
                  <a:lnTo>
                    <a:pt x="294131" y="1467938"/>
                  </a:lnTo>
                  <a:lnTo>
                    <a:pt x="263196" y="1448101"/>
                  </a:lnTo>
                  <a:close/>
                  <a:moveTo>
                    <a:pt x="130234" y="1125497"/>
                  </a:moveTo>
                  <a:lnTo>
                    <a:pt x="23711" y="1221085"/>
                  </a:lnTo>
                  <a:lnTo>
                    <a:pt x="92007" y="1197774"/>
                  </a:lnTo>
                  <a:close/>
                  <a:moveTo>
                    <a:pt x="1911485" y="3117582"/>
                  </a:moveTo>
                  <a:lnTo>
                    <a:pt x="1852465" y="3106112"/>
                  </a:lnTo>
                  <a:lnTo>
                    <a:pt x="1907710" y="3121956"/>
                  </a:lnTo>
                  <a:close/>
                  <a:moveTo>
                    <a:pt x="130234" y="1125497"/>
                  </a:moveTo>
                  <a:lnTo>
                    <a:pt x="137516" y="1089315"/>
                  </a:lnTo>
                  <a:lnTo>
                    <a:pt x="90284" y="1182855"/>
                  </a:lnTo>
                  <a:close/>
                  <a:moveTo>
                    <a:pt x="87007" y="963877"/>
                  </a:moveTo>
                  <a:lnTo>
                    <a:pt x="141027" y="979989"/>
                  </a:lnTo>
                  <a:lnTo>
                    <a:pt x="138698" y="988262"/>
                  </a:lnTo>
                  <a:close/>
                  <a:moveTo>
                    <a:pt x="1950412" y="3117582"/>
                  </a:moveTo>
                  <a:lnTo>
                    <a:pt x="1913711" y="3119898"/>
                  </a:lnTo>
                  <a:lnTo>
                    <a:pt x="1907710" y="3121956"/>
                  </a:lnTo>
                  <a:close/>
                  <a:moveTo>
                    <a:pt x="1915321" y="3115769"/>
                  </a:moveTo>
                  <a:lnTo>
                    <a:pt x="1913711" y="3119898"/>
                  </a:lnTo>
                  <a:lnTo>
                    <a:pt x="1950412" y="3117582"/>
                  </a:lnTo>
                  <a:close/>
                  <a:moveTo>
                    <a:pt x="1923723" y="3008846"/>
                  </a:moveTo>
                  <a:lnTo>
                    <a:pt x="1961451" y="3035367"/>
                  </a:lnTo>
                  <a:lnTo>
                    <a:pt x="1903229" y="2925415"/>
                  </a:lnTo>
                  <a:close/>
                  <a:moveTo>
                    <a:pt x="1279275" y="2204591"/>
                  </a:moveTo>
                  <a:lnTo>
                    <a:pt x="1338263" y="2180932"/>
                  </a:lnTo>
                  <a:lnTo>
                    <a:pt x="1315279" y="2174779"/>
                  </a:lnTo>
                  <a:close/>
                  <a:moveTo>
                    <a:pt x="1315279" y="2174779"/>
                  </a:moveTo>
                  <a:lnTo>
                    <a:pt x="1338263" y="2180932"/>
                  </a:lnTo>
                  <a:lnTo>
                    <a:pt x="1335497" y="2136136"/>
                  </a:lnTo>
                  <a:close/>
                  <a:moveTo>
                    <a:pt x="807684" y="1608679"/>
                  </a:moveTo>
                  <a:lnTo>
                    <a:pt x="864493" y="1623086"/>
                  </a:lnTo>
                  <a:lnTo>
                    <a:pt x="813008" y="1575926"/>
                  </a:lnTo>
                  <a:close/>
                  <a:moveTo>
                    <a:pt x="864493" y="1623086"/>
                  </a:moveTo>
                  <a:lnTo>
                    <a:pt x="876823" y="1535863"/>
                  </a:lnTo>
                  <a:lnTo>
                    <a:pt x="813008" y="1575926"/>
                  </a:lnTo>
                  <a:close/>
                  <a:moveTo>
                    <a:pt x="423577" y="1234539"/>
                  </a:moveTo>
                  <a:lnTo>
                    <a:pt x="432489" y="1226634"/>
                  </a:lnTo>
                  <a:lnTo>
                    <a:pt x="390674" y="1204871"/>
                  </a:lnTo>
                  <a:close/>
                  <a:moveTo>
                    <a:pt x="155778" y="979989"/>
                  </a:moveTo>
                  <a:lnTo>
                    <a:pt x="213033" y="1062204"/>
                  </a:lnTo>
                  <a:lnTo>
                    <a:pt x="154427" y="975475"/>
                  </a:lnTo>
                  <a:close/>
                  <a:moveTo>
                    <a:pt x="2163494" y="3066072"/>
                  </a:moveTo>
                  <a:lnTo>
                    <a:pt x="2120743" y="3121436"/>
                  </a:lnTo>
                  <a:lnTo>
                    <a:pt x="2245311" y="3093318"/>
                  </a:lnTo>
                  <a:close/>
                  <a:moveTo>
                    <a:pt x="1337069" y="2081811"/>
                  </a:moveTo>
                  <a:lnTo>
                    <a:pt x="1315279" y="2174779"/>
                  </a:lnTo>
                  <a:lnTo>
                    <a:pt x="1335497" y="2136136"/>
                  </a:lnTo>
                  <a:close/>
                  <a:moveTo>
                    <a:pt x="1285576" y="2163174"/>
                  </a:moveTo>
                  <a:lnTo>
                    <a:pt x="1315279" y="2174779"/>
                  </a:lnTo>
                  <a:lnTo>
                    <a:pt x="1337069" y="2081811"/>
                  </a:lnTo>
                  <a:close/>
                  <a:moveTo>
                    <a:pt x="1277137" y="2069943"/>
                  </a:moveTo>
                  <a:lnTo>
                    <a:pt x="1285576" y="2163174"/>
                  </a:lnTo>
                  <a:lnTo>
                    <a:pt x="1337069" y="2081811"/>
                  </a:lnTo>
                  <a:close/>
                  <a:moveTo>
                    <a:pt x="1337069" y="2081811"/>
                  </a:moveTo>
                  <a:lnTo>
                    <a:pt x="1335497" y="2136136"/>
                  </a:lnTo>
                  <a:lnTo>
                    <a:pt x="1349991" y="2092564"/>
                  </a:lnTo>
                  <a:close/>
                  <a:moveTo>
                    <a:pt x="1235631" y="1826211"/>
                  </a:moveTo>
                  <a:lnTo>
                    <a:pt x="1311279" y="1889697"/>
                  </a:lnTo>
                  <a:lnTo>
                    <a:pt x="1309471" y="1904063"/>
                  </a:lnTo>
                  <a:close/>
                  <a:moveTo>
                    <a:pt x="1109523" y="1645157"/>
                  </a:moveTo>
                  <a:lnTo>
                    <a:pt x="1050541" y="1691505"/>
                  </a:lnTo>
                  <a:lnTo>
                    <a:pt x="1042869" y="1738845"/>
                  </a:lnTo>
                  <a:close/>
                  <a:moveTo>
                    <a:pt x="1109523" y="1645157"/>
                  </a:moveTo>
                  <a:lnTo>
                    <a:pt x="1042869" y="1738845"/>
                  </a:lnTo>
                  <a:lnTo>
                    <a:pt x="1113591" y="1741942"/>
                  </a:lnTo>
                  <a:close/>
                  <a:moveTo>
                    <a:pt x="878228" y="1511827"/>
                  </a:moveTo>
                  <a:lnTo>
                    <a:pt x="905036" y="1426142"/>
                  </a:lnTo>
                  <a:lnTo>
                    <a:pt x="820195" y="1498415"/>
                  </a:lnTo>
                  <a:close/>
                  <a:moveTo>
                    <a:pt x="839052" y="1396407"/>
                  </a:moveTo>
                  <a:lnTo>
                    <a:pt x="776946" y="1352628"/>
                  </a:lnTo>
                  <a:lnTo>
                    <a:pt x="790130" y="1434843"/>
                  </a:lnTo>
                  <a:close/>
                  <a:moveTo>
                    <a:pt x="2244014" y="3030324"/>
                  </a:moveTo>
                  <a:lnTo>
                    <a:pt x="2163494" y="3066072"/>
                  </a:lnTo>
                  <a:lnTo>
                    <a:pt x="2245311" y="3093318"/>
                  </a:lnTo>
                  <a:close/>
                  <a:moveTo>
                    <a:pt x="2232152" y="2939875"/>
                  </a:moveTo>
                  <a:lnTo>
                    <a:pt x="2233210" y="2958494"/>
                  </a:lnTo>
                  <a:lnTo>
                    <a:pt x="2241013" y="2862048"/>
                  </a:lnTo>
                  <a:close/>
                  <a:moveTo>
                    <a:pt x="1834209" y="2455702"/>
                  </a:moveTo>
                  <a:lnTo>
                    <a:pt x="1800227" y="2448101"/>
                  </a:lnTo>
                  <a:lnTo>
                    <a:pt x="1857391" y="2478922"/>
                  </a:lnTo>
                  <a:close/>
                  <a:moveTo>
                    <a:pt x="905036" y="1426142"/>
                  </a:moveTo>
                  <a:lnTo>
                    <a:pt x="915705" y="1381266"/>
                  </a:lnTo>
                  <a:lnTo>
                    <a:pt x="839052" y="1396407"/>
                  </a:lnTo>
                  <a:close/>
                  <a:moveTo>
                    <a:pt x="910168" y="1285676"/>
                  </a:moveTo>
                  <a:lnTo>
                    <a:pt x="851341" y="1275755"/>
                  </a:lnTo>
                  <a:lnTo>
                    <a:pt x="820476" y="1388647"/>
                  </a:lnTo>
                  <a:close/>
                  <a:moveTo>
                    <a:pt x="915705" y="1381266"/>
                  </a:moveTo>
                  <a:lnTo>
                    <a:pt x="910168" y="1285676"/>
                  </a:lnTo>
                  <a:lnTo>
                    <a:pt x="820476" y="1388647"/>
                  </a:lnTo>
                  <a:close/>
                  <a:moveTo>
                    <a:pt x="1049697" y="1357970"/>
                  </a:moveTo>
                  <a:lnTo>
                    <a:pt x="1075044" y="1473003"/>
                  </a:lnTo>
                  <a:lnTo>
                    <a:pt x="1078975" y="1440185"/>
                  </a:lnTo>
                  <a:close/>
                  <a:moveTo>
                    <a:pt x="992534" y="1474625"/>
                  </a:moveTo>
                  <a:lnTo>
                    <a:pt x="1075044" y="1473003"/>
                  </a:lnTo>
                  <a:lnTo>
                    <a:pt x="1049697" y="1357970"/>
                  </a:lnTo>
                  <a:close/>
                  <a:moveTo>
                    <a:pt x="821220" y="1197305"/>
                  </a:moveTo>
                  <a:lnTo>
                    <a:pt x="910168" y="1285676"/>
                  </a:lnTo>
                  <a:lnTo>
                    <a:pt x="850321" y="1231976"/>
                  </a:lnTo>
                  <a:close/>
                  <a:moveTo>
                    <a:pt x="2335567" y="2816300"/>
                  </a:moveTo>
                  <a:lnTo>
                    <a:pt x="2241013" y="2862048"/>
                  </a:lnTo>
                  <a:lnTo>
                    <a:pt x="2313545" y="2854573"/>
                  </a:lnTo>
                  <a:close/>
                  <a:moveTo>
                    <a:pt x="2335567" y="2816300"/>
                  </a:moveTo>
                  <a:lnTo>
                    <a:pt x="2298299" y="2797572"/>
                  </a:lnTo>
                  <a:lnTo>
                    <a:pt x="2242611" y="2831280"/>
                  </a:lnTo>
                  <a:close/>
                  <a:moveTo>
                    <a:pt x="1812581" y="2159639"/>
                  </a:moveTo>
                  <a:lnTo>
                    <a:pt x="1809641" y="2262336"/>
                  </a:lnTo>
                  <a:lnTo>
                    <a:pt x="1852418" y="2245126"/>
                  </a:lnTo>
                  <a:close/>
                  <a:moveTo>
                    <a:pt x="1812581" y="2159639"/>
                  </a:moveTo>
                  <a:lnTo>
                    <a:pt x="1852418" y="2245126"/>
                  </a:lnTo>
                  <a:lnTo>
                    <a:pt x="1899964" y="2207691"/>
                  </a:lnTo>
                  <a:close/>
                  <a:moveTo>
                    <a:pt x="1599555" y="1920485"/>
                  </a:moveTo>
                  <a:lnTo>
                    <a:pt x="1571389" y="1912405"/>
                  </a:lnTo>
                  <a:lnTo>
                    <a:pt x="1627996" y="1963363"/>
                  </a:lnTo>
                  <a:close/>
                  <a:moveTo>
                    <a:pt x="1152007" y="1361808"/>
                  </a:moveTo>
                  <a:lnTo>
                    <a:pt x="1222288" y="1345917"/>
                  </a:lnTo>
                  <a:lnTo>
                    <a:pt x="1147150" y="1440185"/>
                  </a:lnTo>
                  <a:close/>
                  <a:moveTo>
                    <a:pt x="1205017" y="1327838"/>
                  </a:moveTo>
                  <a:lnTo>
                    <a:pt x="1121008" y="1335543"/>
                  </a:lnTo>
                  <a:lnTo>
                    <a:pt x="1147150" y="1440185"/>
                  </a:lnTo>
                  <a:close/>
                  <a:moveTo>
                    <a:pt x="1986195" y="2185463"/>
                  </a:moveTo>
                  <a:lnTo>
                    <a:pt x="1963827" y="2223900"/>
                  </a:lnTo>
                  <a:lnTo>
                    <a:pt x="1981331" y="2233252"/>
                  </a:lnTo>
                  <a:close/>
                  <a:moveTo>
                    <a:pt x="1963827" y="2223900"/>
                  </a:moveTo>
                  <a:lnTo>
                    <a:pt x="1986195" y="2185463"/>
                  </a:lnTo>
                  <a:lnTo>
                    <a:pt x="1899964" y="2207691"/>
                  </a:lnTo>
                  <a:close/>
                  <a:moveTo>
                    <a:pt x="2032844" y="2210645"/>
                  </a:moveTo>
                  <a:lnTo>
                    <a:pt x="1981331" y="2233252"/>
                  </a:lnTo>
                  <a:lnTo>
                    <a:pt x="2116048" y="2243071"/>
                  </a:lnTo>
                  <a:close/>
                  <a:moveTo>
                    <a:pt x="1708291" y="1861698"/>
                  </a:moveTo>
                  <a:lnTo>
                    <a:pt x="1750795" y="1887735"/>
                  </a:lnTo>
                  <a:lnTo>
                    <a:pt x="1731815" y="1803074"/>
                  </a:lnTo>
                  <a:close/>
                  <a:moveTo>
                    <a:pt x="1603986" y="1721850"/>
                  </a:moveTo>
                  <a:lnTo>
                    <a:pt x="1650462" y="1774388"/>
                  </a:lnTo>
                  <a:lnTo>
                    <a:pt x="1580748" y="1704612"/>
                  </a:lnTo>
                  <a:close/>
                  <a:moveTo>
                    <a:pt x="1580748" y="1704612"/>
                  </a:moveTo>
                  <a:lnTo>
                    <a:pt x="1650462" y="1774388"/>
                  </a:lnTo>
                  <a:lnTo>
                    <a:pt x="1664476" y="1797227"/>
                  </a:lnTo>
                  <a:close/>
                  <a:moveTo>
                    <a:pt x="1580748" y="1704612"/>
                  </a:moveTo>
                  <a:lnTo>
                    <a:pt x="1664476" y="1797227"/>
                  </a:lnTo>
                  <a:lnTo>
                    <a:pt x="1647904" y="1710608"/>
                  </a:lnTo>
                  <a:close/>
                  <a:moveTo>
                    <a:pt x="1128296" y="1129433"/>
                  </a:moveTo>
                  <a:lnTo>
                    <a:pt x="1167128" y="1155104"/>
                  </a:lnTo>
                  <a:lnTo>
                    <a:pt x="1148166" y="1132243"/>
                  </a:lnTo>
                  <a:close/>
                  <a:moveTo>
                    <a:pt x="2132241" y="2159772"/>
                  </a:moveTo>
                  <a:lnTo>
                    <a:pt x="2032844" y="2210645"/>
                  </a:lnTo>
                  <a:lnTo>
                    <a:pt x="2116048" y="2243071"/>
                  </a:lnTo>
                  <a:close/>
                  <a:moveTo>
                    <a:pt x="2132241" y="2159772"/>
                  </a:moveTo>
                  <a:lnTo>
                    <a:pt x="2122097" y="2064812"/>
                  </a:lnTo>
                  <a:lnTo>
                    <a:pt x="2038828" y="2075030"/>
                  </a:lnTo>
                  <a:close/>
                  <a:moveTo>
                    <a:pt x="2064025" y="2048567"/>
                  </a:moveTo>
                  <a:lnTo>
                    <a:pt x="1993594" y="2063898"/>
                  </a:lnTo>
                  <a:lnTo>
                    <a:pt x="2122097" y="2064812"/>
                  </a:lnTo>
                  <a:close/>
                  <a:moveTo>
                    <a:pt x="2122097" y="2064812"/>
                  </a:moveTo>
                  <a:lnTo>
                    <a:pt x="1993594" y="2063898"/>
                  </a:lnTo>
                  <a:lnTo>
                    <a:pt x="2038828" y="2075030"/>
                  </a:lnTo>
                  <a:close/>
                  <a:moveTo>
                    <a:pt x="2556491" y="2558103"/>
                  </a:moveTo>
                  <a:lnTo>
                    <a:pt x="2633486" y="2640317"/>
                  </a:lnTo>
                  <a:lnTo>
                    <a:pt x="2657016" y="2636653"/>
                  </a:lnTo>
                  <a:close/>
                  <a:moveTo>
                    <a:pt x="1379264" y="1008562"/>
                  </a:moveTo>
                  <a:lnTo>
                    <a:pt x="1297930" y="957579"/>
                  </a:lnTo>
                  <a:lnTo>
                    <a:pt x="1343411" y="1075734"/>
                  </a:lnTo>
                  <a:close/>
                  <a:moveTo>
                    <a:pt x="2253797" y="1833832"/>
                  </a:moveTo>
                  <a:lnTo>
                    <a:pt x="2223146" y="1823509"/>
                  </a:lnTo>
                  <a:lnTo>
                    <a:pt x="2245880" y="1927792"/>
                  </a:lnTo>
                  <a:close/>
                  <a:moveTo>
                    <a:pt x="2245880" y="1927792"/>
                  </a:moveTo>
                  <a:lnTo>
                    <a:pt x="2223146" y="1823509"/>
                  </a:lnTo>
                  <a:lnTo>
                    <a:pt x="2169929" y="1828856"/>
                  </a:lnTo>
                  <a:close/>
                  <a:moveTo>
                    <a:pt x="2267457" y="1823509"/>
                  </a:moveTo>
                  <a:lnTo>
                    <a:pt x="2253797" y="1833832"/>
                  </a:lnTo>
                  <a:lnTo>
                    <a:pt x="2314401" y="1832586"/>
                  </a:lnTo>
                  <a:close/>
                  <a:moveTo>
                    <a:pt x="2155255" y="1779730"/>
                  </a:moveTo>
                  <a:lnTo>
                    <a:pt x="2169929" y="1828856"/>
                  </a:lnTo>
                  <a:lnTo>
                    <a:pt x="2223146" y="1823509"/>
                  </a:lnTo>
                  <a:close/>
                  <a:moveTo>
                    <a:pt x="2155255" y="1779730"/>
                  </a:moveTo>
                  <a:lnTo>
                    <a:pt x="2223146" y="1823509"/>
                  </a:lnTo>
                  <a:lnTo>
                    <a:pt x="2157641" y="1741294"/>
                  </a:lnTo>
                  <a:close/>
                  <a:moveTo>
                    <a:pt x="1471098" y="932426"/>
                  </a:moveTo>
                  <a:lnTo>
                    <a:pt x="1469686" y="852775"/>
                  </a:lnTo>
                  <a:lnTo>
                    <a:pt x="1407250" y="897995"/>
                  </a:lnTo>
                  <a:close/>
                  <a:moveTo>
                    <a:pt x="1455693" y="1015660"/>
                  </a:moveTo>
                  <a:lnTo>
                    <a:pt x="1559797" y="1020999"/>
                  </a:lnTo>
                  <a:lnTo>
                    <a:pt x="1535727" y="919142"/>
                  </a:lnTo>
                  <a:close/>
                  <a:moveTo>
                    <a:pt x="2223146" y="1823509"/>
                  </a:moveTo>
                  <a:lnTo>
                    <a:pt x="2253797" y="1833832"/>
                  </a:lnTo>
                  <a:lnTo>
                    <a:pt x="2255837" y="1819606"/>
                  </a:lnTo>
                  <a:close/>
                  <a:moveTo>
                    <a:pt x="2223146" y="1823509"/>
                  </a:moveTo>
                  <a:lnTo>
                    <a:pt x="2255837" y="1819606"/>
                  </a:lnTo>
                  <a:lnTo>
                    <a:pt x="2157641" y="1741294"/>
                  </a:lnTo>
                  <a:close/>
                  <a:moveTo>
                    <a:pt x="2255837" y="1819606"/>
                  </a:moveTo>
                  <a:lnTo>
                    <a:pt x="2253797" y="1833832"/>
                  </a:lnTo>
                  <a:lnTo>
                    <a:pt x="2267457" y="1823509"/>
                  </a:lnTo>
                  <a:close/>
                  <a:moveTo>
                    <a:pt x="1806746" y="1061810"/>
                  </a:moveTo>
                  <a:lnTo>
                    <a:pt x="1743872" y="1105391"/>
                  </a:lnTo>
                  <a:lnTo>
                    <a:pt x="1694734" y="1083573"/>
                  </a:lnTo>
                  <a:close/>
                  <a:moveTo>
                    <a:pt x="1809430" y="1139421"/>
                  </a:moveTo>
                  <a:lnTo>
                    <a:pt x="1806746" y="1061810"/>
                  </a:lnTo>
                  <a:lnTo>
                    <a:pt x="1694734" y="1083573"/>
                  </a:lnTo>
                  <a:close/>
                  <a:moveTo>
                    <a:pt x="1742333" y="993785"/>
                  </a:moveTo>
                  <a:lnTo>
                    <a:pt x="1694734" y="1083573"/>
                  </a:lnTo>
                  <a:lnTo>
                    <a:pt x="1701227" y="1066704"/>
                  </a:lnTo>
                  <a:close/>
                  <a:moveTo>
                    <a:pt x="1535727" y="919142"/>
                  </a:moveTo>
                  <a:lnTo>
                    <a:pt x="1545456" y="1001358"/>
                  </a:lnTo>
                  <a:lnTo>
                    <a:pt x="1518980" y="893499"/>
                  </a:lnTo>
                  <a:close/>
                  <a:moveTo>
                    <a:pt x="1315134" y="498168"/>
                  </a:moveTo>
                  <a:lnTo>
                    <a:pt x="1306462" y="590282"/>
                  </a:lnTo>
                  <a:lnTo>
                    <a:pt x="1315661" y="555557"/>
                  </a:lnTo>
                  <a:close/>
                  <a:moveTo>
                    <a:pt x="1278831" y="567182"/>
                  </a:moveTo>
                  <a:lnTo>
                    <a:pt x="1306462" y="590282"/>
                  </a:lnTo>
                  <a:lnTo>
                    <a:pt x="1315134" y="498168"/>
                  </a:lnTo>
                  <a:close/>
                  <a:moveTo>
                    <a:pt x="2255015" y="1519997"/>
                  </a:moveTo>
                  <a:lnTo>
                    <a:pt x="2283558" y="1596885"/>
                  </a:lnTo>
                  <a:lnTo>
                    <a:pt x="2306917" y="1538394"/>
                  </a:lnTo>
                  <a:close/>
                  <a:moveTo>
                    <a:pt x="2255015" y="1519997"/>
                  </a:moveTo>
                  <a:lnTo>
                    <a:pt x="2306917" y="1538394"/>
                  </a:lnTo>
                  <a:lnTo>
                    <a:pt x="2306822" y="1538223"/>
                  </a:lnTo>
                  <a:close/>
                  <a:moveTo>
                    <a:pt x="2040207" y="1273172"/>
                  </a:moveTo>
                  <a:lnTo>
                    <a:pt x="2059386" y="1291782"/>
                  </a:lnTo>
                  <a:lnTo>
                    <a:pt x="2006492" y="1251312"/>
                  </a:lnTo>
                  <a:close/>
                  <a:moveTo>
                    <a:pt x="2049174" y="865513"/>
                  </a:moveTo>
                  <a:lnTo>
                    <a:pt x="2149208" y="860635"/>
                  </a:lnTo>
                  <a:lnTo>
                    <a:pt x="2132658" y="847612"/>
                  </a:lnTo>
                  <a:close/>
                  <a:moveTo>
                    <a:pt x="1680208" y="383147"/>
                  </a:moveTo>
                  <a:lnTo>
                    <a:pt x="1719478" y="451313"/>
                  </a:lnTo>
                  <a:lnTo>
                    <a:pt x="1751980" y="474973"/>
                  </a:lnTo>
                  <a:close/>
                  <a:moveTo>
                    <a:pt x="1719478" y="451313"/>
                  </a:moveTo>
                  <a:lnTo>
                    <a:pt x="1680208" y="383147"/>
                  </a:lnTo>
                  <a:lnTo>
                    <a:pt x="1721903" y="436536"/>
                  </a:lnTo>
                  <a:close/>
                  <a:moveTo>
                    <a:pt x="1692291" y="392758"/>
                  </a:moveTo>
                  <a:lnTo>
                    <a:pt x="1656415" y="347998"/>
                  </a:lnTo>
                  <a:lnTo>
                    <a:pt x="1680208" y="383147"/>
                  </a:lnTo>
                  <a:close/>
                  <a:moveTo>
                    <a:pt x="1613164" y="276967"/>
                  </a:moveTo>
                  <a:lnTo>
                    <a:pt x="1680208" y="383147"/>
                  </a:lnTo>
                  <a:lnTo>
                    <a:pt x="1605641" y="310542"/>
                  </a:lnTo>
                  <a:close/>
                  <a:moveTo>
                    <a:pt x="1676130" y="354321"/>
                  </a:moveTo>
                  <a:lnTo>
                    <a:pt x="1680208" y="383147"/>
                  </a:lnTo>
                  <a:lnTo>
                    <a:pt x="1613164" y="276967"/>
                  </a:lnTo>
                  <a:close/>
                  <a:moveTo>
                    <a:pt x="1792326" y="252497"/>
                  </a:moveTo>
                  <a:lnTo>
                    <a:pt x="1907541" y="299197"/>
                  </a:lnTo>
                  <a:lnTo>
                    <a:pt x="1817825" y="242422"/>
                  </a:lnTo>
                  <a:close/>
                  <a:moveTo>
                    <a:pt x="2048719" y="117978"/>
                  </a:moveTo>
                  <a:lnTo>
                    <a:pt x="2098984" y="156797"/>
                  </a:lnTo>
                  <a:lnTo>
                    <a:pt x="2031265" y="79334"/>
                  </a:lnTo>
                  <a:close/>
                  <a:moveTo>
                    <a:pt x="2031265" y="79334"/>
                  </a:moveTo>
                  <a:lnTo>
                    <a:pt x="2098984" y="156797"/>
                  </a:lnTo>
                  <a:lnTo>
                    <a:pt x="2110095" y="175932"/>
                  </a:lnTo>
                  <a:close/>
                  <a:moveTo>
                    <a:pt x="2031265" y="79334"/>
                  </a:moveTo>
                  <a:lnTo>
                    <a:pt x="2110095" y="175932"/>
                  </a:lnTo>
                  <a:lnTo>
                    <a:pt x="2066820" y="111021"/>
                  </a:lnTo>
                  <a:close/>
                  <a:moveTo>
                    <a:pt x="1931203" y="0"/>
                  </a:moveTo>
                  <a:lnTo>
                    <a:pt x="2031265" y="79334"/>
                  </a:lnTo>
                  <a:lnTo>
                    <a:pt x="1981858" y="19410"/>
                  </a:lnTo>
                  <a:close/>
                  <a:moveTo>
                    <a:pt x="2048719" y="117978"/>
                  </a:moveTo>
                  <a:lnTo>
                    <a:pt x="2031265" y="79334"/>
                  </a:lnTo>
                  <a:lnTo>
                    <a:pt x="2017142" y="74581"/>
                  </a:lnTo>
                  <a:close/>
                </a:path>
              </a:pathLst>
            </a:custGeom>
            <a:solidFill>
              <a:srgbClr val="DCE1E6"/>
            </a:solidFill>
            <a:ln w="1524">
              <a:solidFill>
                <a:srgbClr val="DCE1E6"/>
              </a:solidFill>
            </a:ln>
          </p:spPr>
        </p:sp>
        <p:sp>
          <p:nvSpPr>
            <p:cNvPr id="2100" name="Candidate_density__2099">
              <a:extLst>
                <a:ext uri="{FF2B5EF4-FFF2-40B4-BE49-F238E27FC236}">
                  <a16:creationId xmlns:a16="http://schemas.microsoft.com/office/drawing/2014/main" id="{F3305260-D97B-2204-33A8-48E6D3D3962C}"/>
                </a:ext>
              </a:extLst>
            </p:cNvPr>
            <p:cNvSpPr>
              <a:spLocks noGrp="1"/>
            </p:cNvSpPr>
            <p:nvPr/>
          </p:nvSpPr>
          <p:spPr>
            <a:xfrm>
              <a:off x="3880262" y="1527463"/>
              <a:ext cx="2670529" cy="3102546"/>
            </a:xfrm>
            <a:custGeom>
              <a:avLst/>
              <a:gdLst/>
              <a:ahLst/>
              <a:cxnLst/>
              <a:rect l="0" t="0" r="0" b="0"/>
              <a:pathLst>
                <a:path w="2670529" h="3102546">
                  <a:moveTo>
                    <a:pt x="522660" y="2385988"/>
                  </a:moveTo>
                  <a:lnTo>
                    <a:pt x="589504" y="2446198"/>
                  </a:lnTo>
                  <a:lnTo>
                    <a:pt x="506349" y="2353117"/>
                  </a:lnTo>
                  <a:close/>
                  <a:moveTo>
                    <a:pt x="506349" y="2353117"/>
                  </a:moveTo>
                  <a:lnTo>
                    <a:pt x="500623" y="2347551"/>
                  </a:lnTo>
                  <a:lnTo>
                    <a:pt x="450104" y="2326867"/>
                  </a:lnTo>
                  <a:close/>
                  <a:moveTo>
                    <a:pt x="135313" y="1555482"/>
                  </a:moveTo>
                  <a:lnTo>
                    <a:pt x="44290" y="1486964"/>
                  </a:lnTo>
                  <a:lnTo>
                    <a:pt x="896" y="1546779"/>
                  </a:lnTo>
                  <a:close/>
                  <a:moveTo>
                    <a:pt x="977700" y="2435109"/>
                  </a:moveTo>
                  <a:lnTo>
                    <a:pt x="984871" y="2502578"/>
                  </a:lnTo>
                  <a:lnTo>
                    <a:pt x="1036225" y="2479378"/>
                  </a:lnTo>
                  <a:close/>
                  <a:moveTo>
                    <a:pt x="818206" y="2381452"/>
                  </a:moveTo>
                  <a:lnTo>
                    <a:pt x="739144" y="2419819"/>
                  </a:lnTo>
                  <a:lnTo>
                    <a:pt x="810524" y="2408038"/>
                  </a:lnTo>
                  <a:close/>
                  <a:moveTo>
                    <a:pt x="546748" y="2062469"/>
                  </a:moveTo>
                  <a:lnTo>
                    <a:pt x="496638" y="2070445"/>
                  </a:lnTo>
                  <a:lnTo>
                    <a:pt x="510376" y="2049567"/>
                  </a:lnTo>
                  <a:close/>
                  <a:moveTo>
                    <a:pt x="492895" y="2056448"/>
                  </a:moveTo>
                  <a:lnTo>
                    <a:pt x="546748" y="2062469"/>
                  </a:lnTo>
                  <a:lnTo>
                    <a:pt x="510376" y="2049567"/>
                  </a:lnTo>
                  <a:close/>
                  <a:moveTo>
                    <a:pt x="164769" y="1569179"/>
                  </a:moveTo>
                  <a:lnTo>
                    <a:pt x="223912" y="1608081"/>
                  </a:lnTo>
                  <a:lnTo>
                    <a:pt x="161732" y="1550679"/>
                  </a:lnTo>
                  <a:close/>
                  <a:moveTo>
                    <a:pt x="135313" y="1555482"/>
                  </a:moveTo>
                  <a:lnTo>
                    <a:pt x="164769" y="1569179"/>
                  </a:lnTo>
                  <a:lnTo>
                    <a:pt x="161732" y="1550679"/>
                  </a:lnTo>
                  <a:close/>
                  <a:moveTo>
                    <a:pt x="46378" y="1286424"/>
                  </a:moveTo>
                  <a:lnTo>
                    <a:pt x="22179" y="1303265"/>
                  </a:lnTo>
                  <a:lnTo>
                    <a:pt x="98633" y="1366312"/>
                  </a:lnTo>
                  <a:close/>
                  <a:moveTo>
                    <a:pt x="82021" y="1215114"/>
                  </a:moveTo>
                  <a:lnTo>
                    <a:pt x="21642" y="1203608"/>
                  </a:lnTo>
                  <a:lnTo>
                    <a:pt x="0" y="1322533"/>
                  </a:lnTo>
                  <a:close/>
                  <a:moveTo>
                    <a:pt x="277055" y="1376367"/>
                  </a:moveTo>
                  <a:lnTo>
                    <a:pt x="294131" y="1448528"/>
                  </a:lnTo>
                  <a:lnTo>
                    <a:pt x="311934" y="1443323"/>
                  </a:lnTo>
                  <a:close/>
                  <a:moveTo>
                    <a:pt x="277055" y="1376367"/>
                  </a:moveTo>
                  <a:lnTo>
                    <a:pt x="311934" y="1443323"/>
                  </a:lnTo>
                  <a:lnTo>
                    <a:pt x="350098" y="1370807"/>
                  </a:lnTo>
                  <a:close/>
                  <a:moveTo>
                    <a:pt x="47198" y="1282924"/>
                  </a:moveTo>
                  <a:lnTo>
                    <a:pt x="46378" y="1286424"/>
                  </a:lnTo>
                  <a:lnTo>
                    <a:pt x="163898" y="1348733"/>
                  </a:lnTo>
                  <a:close/>
                  <a:moveTo>
                    <a:pt x="27654" y="1216418"/>
                  </a:moveTo>
                  <a:lnTo>
                    <a:pt x="47198" y="1282924"/>
                  </a:lnTo>
                  <a:lnTo>
                    <a:pt x="107235" y="1235299"/>
                  </a:lnTo>
                  <a:close/>
                  <a:moveTo>
                    <a:pt x="1793424" y="3054393"/>
                  </a:moveTo>
                  <a:lnTo>
                    <a:pt x="1852465" y="3086702"/>
                  </a:lnTo>
                  <a:lnTo>
                    <a:pt x="1911485" y="3098171"/>
                  </a:lnTo>
                  <a:close/>
                  <a:moveTo>
                    <a:pt x="1950412" y="3098171"/>
                  </a:moveTo>
                  <a:lnTo>
                    <a:pt x="1907710" y="3102546"/>
                  </a:lnTo>
                  <a:lnTo>
                    <a:pt x="1866619" y="3054393"/>
                  </a:lnTo>
                  <a:close/>
                  <a:moveTo>
                    <a:pt x="137516" y="1069905"/>
                  </a:moveTo>
                  <a:lnTo>
                    <a:pt x="138698" y="968852"/>
                  </a:lnTo>
                  <a:lnTo>
                    <a:pt x="145388" y="1042794"/>
                  </a:lnTo>
                  <a:close/>
                  <a:moveTo>
                    <a:pt x="1923723" y="2989436"/>
                  </a:moveTo>
                  <a:lnTo>
                    <a:pt x="1950412" y="3098171"/>
                  </a:lnTo>
                  <a:lnTo>
                    <a:pt x="1961451" y="3015957"/>
                  </a:lnTo>
                  <a:close/>
                  <a:moveTo>
                    <a:pt x="1279275" y="2185180"/>
                  </a:moveTo>
                  <a:lnTo>
                    <a:pt x="1317710" y="2265426"/>
                  </a:lnTo>
                  <a:lnTo>
                    <a:pt x="1338263" y="2161522"/>
                  </a:lnTo>
                  <a:close/>
                  <a:moveTo>
                    <a:pt x="1264533" y="2260964"/>
                  </a:moveTo>
                  <a:lnTo>
                    <a:pt x="1317710" y="2265426"/>
                  </a:lnTo>
                  <a:lnTo>
                    <a:pt x="1279275" y="2185180"/>
                  </a:lnTo>
                  <a:close/>
                  <a:moveTo>
                    <a:pt x="592886" y="1371655"/>
                  </a:moveTo>
                  <a:lnTo>
                    <a:pt x="684134" y="1428936"/>
                  </a:lnTo>
                  <a:lnTo>
                    <a:pt x="622664" y="1402167"/>
                  </a:lnTo>
                  <a:close/>
                  <a:moveTo>
                    <a:pt x="744890" y="1340042"/>
                  </a:moveTo>
                  <a:lnTo>
                    <a:pt x="690962" y="1378866"/>
                  </a:lnTo>
                  <a:lnTo>
                    <a:pt x="684134" y="1428936"/>
                  </a:lnTo>
                  <a:close/>
                  <a:moveTo>
                    <a:pt x="390674" y="1185461"/>
                  </a:moveTo>
                  <a:lnTo>
                    <a:pt x="432489" y="1207224"/>
                  </a:lnTo>
                  <a:lnTo>
                    <a:pt x="390224" y="1090429"/>
                  </a:lnTo>
                  <a:close/>
                  <a:moveTo>
                    <a:pt x="390224" y="1090429"/>
                  </a:moveTo>
                  <a:lnTo>
                    <a:pt x="436917" y="1201549"/>
                  </a:lnTo>
                  <a:lnTo>
                    <a:pt x="483068" y="1158898"/>
                  </a:lnTo>
                  <a:close/>
                  <a:moveTo>
                    <a:pt x="2074836" y="3059735"/>
                  </a:moveTo>
                  <a:lnTo>
                    <a:pt x="2098620" y="3068525"/>
                  </a:lnTo>
                  <a:lnTo>
                    <a:pt x="2120743" y="3102026"/>
                  </a:lnTo>
                  <a:close/>
                  <a:moveTo>
                    <a:pt x="1318731" y="1977217"/>
                  </a:moveTo>
                  <a:lnTo>
                    <a:pt x="1277137" y="2050533"/>
                  </a:lnTo>
                  <a:lnTo>
                    <a:pt x="1337069" y="2062401"/>
                  </a:lnTo>
                  <a:close/>
                  <a:moveTo>
                    <a:pt x="1318731" y="1977217"/>
                  </a:moveTo>
                  <a:lnTo>
                    <a:pt x="1337069" y="2062401"/>
                  </a:lnTo>
                  <a:lnTo>
                    <a:pt x="1349991" y="2073154"/>
                  </a:lnTo>
                  <a:close/>
                  <a:moveTo>
                    <a:pt x="1113591" y="1722532"/>
                  </a:moveTo>
                  <a:lnTo>
                    <a:pt x="1022131" y="1781076"/>
                  </a:lnTo>
                  <a:lnTo>
                    <a:pt x="1100433" y="1795175"/>
                  </a:lnTo>
                  <a:close/>
                  <a:moveTo>
                    <a:pt x="878228" y="1492417"/>
                  </a:moveTo>
                  <a:lnTo>
                    <a:pt x="813008" y="1556516"/>
                  </a:lnTo>
                  <a:lnTo>
                    <a:pt x="876823" y="1516453"/>
                  </a:lnTo>
                  <a:close/>
                  <a:moveTo>
                    <a:pt x="878228" y="1492417"/>
                  </a:moveTo>
                  <a:lnTo>
                    <a:pt x="886567" y="1497648"/>
                  </a:lnTo>
                  <a:lnTo>
                    <a:pt x="905036" y="1406732"/>
                  </a:lnTo>
                  <a:close/>
                  <a:moveTo>
                    <a:pt x="740101" y="1347386"/>
                  </a:moveTo>
                  <a:lnTo>
                    <a:pt x="690962" y="1378866"/>
                  </a:lnTo>
                  <a:lnTo>
                    <a:pt x="820476" y="1369237"/>
                  </a:lnTo>
                  <a:close/>
                  <a:moveTo>
                    <a:pt x="2244014" y="3010914"/>
                  </a:moveTo>
                  <a:lnTo>
                    <a:pt x="2245311" y="3073908"/>
                  </a:lnTo>
                  <a:lnTo>
                    <a:pt x="2251037" y="3021298"/>
                  </a:lnTo>
                  <a:close/>
                  <a:moveTo>
                    <a:pt x="2232152" y="2920465"/>
                  </a:moveTo>
                  <a:lnTo>
                    <a:pt x="2251037" y="3021298"/>
                  </a:lnTo>
                  <a:lnTo>
                    <a:pt x="2233210" y="2939084"/>
                  </a:lnTo>
                  <a:close/>
                  <a:moveTo>
                    <a:pt x="2232152" y="2920465"/>
                  </a:moveTo>
                  <a:lnTo>
                    <a:pt x="2244014" y="3010914"/>
                  </a:lnTo>
                  <a:lnTo>
                    <a:pt x="2251037" y="3021298"/>
                  </a:lnTo>
                  <a:close/>
                  <a:moveTo>
                    <a:pt x="1835724" y="2260240"/>
                  </a:moveTo>
                  <a:lnTo>
                    <a:pt x="1809641" y="2242926"/>
                  </a:lnTo>
                  <a:lnTo>
                    <a:pt x="1798132" y="2301406"/>
                  </a:lnTo>
                  <a:close/>
                  <a:moveTo>
                    <a:pt x="1282707" y="1845819"/>
                  </a:moveTo>
                  <a:lnTo>
                    <a:pt x="1318096" y="1952502"/>
                  </a:lnTo>
                  <a:lnTo>
                    <a:pt x="1311279" y="1870287"/>
                  </a:lnTo>
                  <a:close/>
                  <a:moveTo>
                    <a:pt x="820476" y="1369237"/>
                  </a:moveTo>
                  <a:lnTo>
                    <a:pt x="839052" y="1376997"/>
                  </a:lnTo>
                  <a:lnTo>
                    <a:pt x="915705" y="1361856"/>
                  </a:lnTo>
                  <a:close/>
                  <a:moveTo>
                    <a:pt x="850321" y="1212566"/>
                  </a:moveTo>
                  <a:lnTo>
                    <a:pt x="823366" y="1164838"/>
                  </a:lnTo>
                  <a:lnTo>
                    <a:pt x="821220" y="1177895"/>
                  </a:lnTo>
                  <a:close/>
                  <a:moveTo>
                    <a:pt x="809323" y="1174130"/>
                  </a:moveTo>
                  <a:lnTo>
                    <a:pt x="821220" y="1177895"/>
                  </a:lnTo>
                  <a:lnTo>
                    <a:pt x="823366" y="1164838"/>
                  </a:lnTo>
                  <a:close/>
                  <a:moveTo>
                    <a:pt x="1963827" y="2204490"/>
                  </a:moveTo>
                  <a:lnTo>
                    <a:pt x="1899964" y="2188281"/>
                  </a:lnTo>
                  <a:lnTo>
                    <a:pt x="1972575" y="2209575"/>
                  </a:lnTo>
                  <a:close/>
                  <a:moveTo>
                    <a:pt x="1682726" y="1933380"/>
                  </a:moveTo>
                  <a:lnTo>
                    <a:pt x="1599555" y="1901075"/>
                  </a:lnTo>
                  <a:lnTo>
                    <a:pt x="1627996" y="1943953"/>
                  </a:lnTo>
                  <a:close/>
                  <a:moveTo>
                    <a:pt x="799753" y="895070"/>
                  </a:moveTo>
                  <a:lnTo>
                    <a:pt x="869538" y="898929"/>
                  </a:lnTo>
                  <a:lnTo>
                    <a:pt x="805939" y="884479"/>
                  </a:lnTo>
                  <a:close/>
                  <a:moveTo>
                    <a:pt x="869538" y="898929"/>
                  </a:moveTo>
                  <a:lnTo>
                    <a:pt x="874582" y="862470"/>
                  </a:lnTo>
                  <a:lnTo>
                    <a:pt x="805939" y="884479"/>
                  </a:lnTo>
                  <a:close/>
                  <a:moveTo>
                    <a:pt x="1558639" y="1875629"/>
                  </a:moveTo>
                  <a:lnTo>
                    <a:pt x="1571389" y="1892995"/>
                  </a:lnTo>
                  <a:lnTo>
                    <a:pt x="1599555" y="1901075"/>
                  </a:lnTo>
                  <a:close/>
                  <a:moveTo>
                    <a:pt x="1558639" y="1875629"/>
                  </a:moveTo>
                  <a:lnTo>
                    <a:pt x="1529130" y="1827258"/>
                  </a:lnTo>
                  <a:lnTo>
                    <a:pt x="1571389" y="1892995"/>
                  </a:lnTo>
                  <a:close/>
                  <a:moveTo>
                    <a:pt x="1558639" y="1875629"/>
                  </a:moveTo>
                  <a:lnTo>
                    <a:pt x="1518106" y="1793414"/>
                  </a:lnTo>
                  <a:lnTo>
                    <a:pt x="1529130" y="1827258"/>
                  </a:lnTo>
                  <a:close/>
                  <a:moveTo>
                    <a:pt x="1750795" y="1868325"/>
                  </a:moveTo>
                  <a:lnTo>
                    <a:pt x="1682726" y="1933380"/>
                  </a:lnTo>
                  <a:lnTo>
                    <a:pt x="1747666" y="1897522"/>
                  </a:lnTo>
                  <a:close/>
                  <a:moveTo>
                    <a:pt x="1708291" y="1842288"/>
                  </a:moveTo>
                  <a:lnTo>
                    <a:pt x="1731815" y="1783664"/>
                  </a:lnTo>
                  <a:lnTo>
                    <a:pt x="1664476" y="1777817"/>
                  </a:lnTo>
                  <a:close/>
                  <a:moveTo>
                    <a:pt x="1148166" y="1112833"/>
                  </a:moveTo>
                  <a:lnTo>
                    <a:pt x="1197248" y="1214651"/>
                  </a:lnTo>
                  <a:lnTo>
                    <a:pt x="1220558" y="1104839"/>
                  </a:lnTo>
                  <a:close/>
                  <a:moveTo>
                    <a:pt x="2633486" y="2620907"/>
                  </a:moveTo>
                  <a:lnTo>
                    <a:pt x="2638505" y="2632292"/>
                  </a:lnTo>
                  <a:lnTo>
                    <a:pt x="2655266" y="2631221"/>
                  </a:lnTo>
                  <a:close/>
                  <a:moveTo>
                    <a:pt x="2126431" y="2047281"/>
                  </a:moveTo>
                  <a:lnTo>
                    <a:pt x="2122097" y="2045402"/>
                  </a:lnTo>
                  <a:lnTo>
                    <a:pt x="2132241" y="2140362"/>
                  </a:lnTo>
                  <a:close/>
                  <a:moveTo>
                    <a:pt x="2132241" y="2140362"/>
                  </a:moveTo>
                  <a:lnTo>
                    <a:pt x="2116048" y="2223661"/>
                  </a:lnTo>
                  <a:lnTo>
                    <a:pt x="2167120" y="2166053"/>
                  </a:lnTo>
                  <a:close/>
                  <a:moveTo>
                    <a:pt x="2167120" y="2166053"/>
                  </a:moveTo>
                  <a:lnTo>
                    <a:pt x="2126431" y="2047281"/>
                  </a:lnTo>
                  <a:lnTo>
                    <a:pt x="2132241" y="2140362"/>
                  </a:lnTo>
                  <a:close/>
                  <a:moveTo>
                    <a:pt x="1971875" y="2026738"/>
                  </a:moveTo>
                  <a:lnTo>
                    <a:pt x="2008458" y="1980218"/>
                  </a:lnTo>
                  <a:lnTo>
                    <a:pt x="2044918" y="2021176"/>
                  </a:lnTo>
                  <a:close/>
                  <a:moveTo>
                    <a:pt x="2633486" y="2620907"/>
                  </a:moveTo>
                  <a:lnTo>
                    <a:pt x="2655266" y="2631221"/>
                  </a:lnTo>
                  <a:lnTo>
                    <a:pt x="2657016" y="2617243"/>
                  </a:lnTo>
                  <a:close/>
                  <a:moveTo>
                    <a:pt x="2657016" y="2617243"/>
                  </a:moveTo>
                  <a:lnTo>
                    <a:pt x="2655266" y="2631221"/>
                  </a:lnTo>
                  <a:lnTo>
                    <a:pt x="2670529" y="2620907"/>
                  </a:lnTo>
                  <a:close/>
                  <a:moveTo>
                    <a:pt x="2145738" y="2006965"/>
                  </a:moveTo>
                  <a:lnTo>
                    <a:pt x="2122097" y="2045402"/>
                  </a:lnTo>
                  <a:lnTo>
                    <a:pt x="2126431" y="2047281"/>
                  </a:lnTo>
                  <a:close/>
                  <a:moveTo>
                    <a:pt x="2122097" y="2045402"/>
                  </a:moveTo>
                  <a:lnTo>
                    <a:pt x="2145738" y="2006965"/>
                  </a:lnTo>
                  <a:lnTo>
                    <a:pt x="2044918" y="2021176"/>
                  </a:lnTo>
                  <a:close/>
                  <a:moveTo>
                    <a:pt x="2128683" y="2045402"/>
                  </a:moveTo>
                  <a:lnTo>
                    <a:pt x="2178803" y="2027890"/>
                  </a:lnTo>
                  <a:lnTo>
                    <a:pt x="2126431" y="2047281"/>
                  </a:lnTo>
                  <a:close/>
                  <a:moveTo>
                    <a:pt x="2128683" y="2045402"/>
                  </a:moveTo>
                  <a:lnTo>
                    <a:pt x="2225451" y="2006965"/>
                  </a:lnTo>
                  <a:lnTo>
                    <a:pt x="2178803" y="2027890"/>
                  </a:lnTo>
                  <a:close/>
                  <a:moveTo>
                    <a:pt x="1343411" y="1056324"/>
                  </a:moveTo>
                  <a:lnTo>
                    <a:pt x="1332412" y="1104765"/>
                  </a:lnTo>
                  <a:lnTo>
                    <a:pt x="1341811" y="1064322"/>
                  </a:lnTo>
                  <a:close/>
                  <a:moveTo>
                    <a:pt x="1343411" y="1056324"/>
                  </a:moveTo>
                  <a:lnTo>
                    <a:pt x="1347726" y="1058820"/>
                  </a:lnTo>
                  <a:lnTo>
                    <a:pt x="1379264" y="989152"/>
                  </a:lnTo>
                  <a:close/>
                  <a:moveTo>
                    <a:pt x="1379264" y="989152"/>
                  </a:moveTo>
                  <a:lnTo>
                    <a:pt x="1347726" y="1058820"/>
                  </a:lnTo>
                  <a:lnTo>
                    <a:pt x="1410656" y="1043065"/>
                  </a:lnTo>
                  <a:close/>
                  <a:moveTo>
                    <a:pt x="1379264" y="989152"/>
                  </a:moveTo>
                  <a:lnTo>
                    <a:pt x="1410656" y="1043065"/>
                  </a:lnTo>
                  <a:lnTo>
                    <a:pt x="1455693" y="996250"/>
                  </a:lnTo>
                  <a:close/>
                  <a:moveTo>
                    <a:pt x="2189089" y="1994053"/>
                  </a:moveTo>
                  <a:lnTo>
                    <a:pt x="2225451" y="2006965"/>
                  </a:lnTo>
                  <a:lnTo>
                    <a:pt x="2245880" y="1908382"/>
                  </a:lnTo>
                  <a:close/>
                  <a:moveTo>
                    <a:pt x="2314401" y="1813176"/>
                  </a:moveTo>
                  <a:lnTo>
                    <a:pt x="2253797" y="1814422"/>
                  </a:lnTo>
                  <a:lnTo>
                    <a:pt x="2245880" y="1908382"/>
                  </a:lnTo>
                  <a:close/>
                  <a:moveTo>
                    <a:pt x="2314401" y="1813176"/>
                  </a:moveTo>
                  <a:lnTo>
                    <a:pt x="2245880" y="1908382"/>
                  </a:lnTo>
                  <a:lnTo>
                    <a:pt x="2308397" y="1918149"/>
                  </a:lnTo>
                  <a:close/>
                  <a:moveTo>
                    <a:pt x="2267457" y="1804099"/>
                  </a:moveTo>
                  <a:lnTo>
                    <a:pt x="2314401" y="1813176"/>
                  </a:lnTo>
                  <a:lnTo>
                    <a:pt x="2305983" y="1730879"/>
                  </a:lnTo>
                  <a:close/>
                  <a:moveTo>
                    <a:pt x="2153841" y="1719357"/>
                  </a:moveTo>
                  <a:lnTo>
                    <a:pt x="2090087" y="1674170"/>
                  </a:lnTo>
                  <a:lnTo>
                    <a:pt x="2157641" y="1721884"/>
                  </a:lnTo>
                  <a:close/>
                  <a:moveTo>
                    <a:pt x="1535727" y="899732"/>
                  </a:moveTo>
                  <a:lnTo>
                    <a:pt x="1559797" y="1001589"/>
                  </a:lnTo>
                  <a:lnTo>
                    <a:pt x="1545456" y="981948"/>
                  </a:lnTo>
                  <a:close/>
                  <a:moveTo>
                    <a:pt x="2255837" y="1800195"/>
                  </a:moveTo>
                  <a:lnTo>
                    <a:pt x="2305983" y="1730879"/>
                  </a:lnTo>
                  <a:lnTo>
                    <a:pt x="2278164" y="1690323"/>
                  </a:lnTo>
                  <a:close/>
                  <a:moveTo>
                    <a:pt x="2267457" y="1804099"/>
                  </a:moveTo>
                  <a:lnTo>
                    <a:pt x="2305983" y="1730879"/>
                  </a:lnTo>
                  <a:lnTo>
                    <a:pt x="2255837" y="1800195"/>
                  </a:lnTo>
                  <a:close/>
                  <a:moveTo>
                    <a:pt x="2153841" y="1719357"/>
                  </a:moveTo>
                  <a:lnTo>
                    <a:pt x="2157641" y="1721884"/>
                  </a:lnTo>
                  <a:lnTo>
                    <a:pt x="2160858" y="1716728"/>
                  </a:lnTo>
                  <a:close/>
                  <a:moveTo>
                    <a:pt x="1503874" y="779081"/>
                  </a:moveTo>
                  <a:lnTo>
                    <a:pt x="1469686" y="833365"/>
                  </a:lnTo>
                  <a:lnTo>
                    <a:pt x="1492099" y="795850"/>
                  </a:lnTo>
                  <a:close/>
                  <a:moveTo>
                    <a:pt x="1492099" y="795850"/>
                  </a:moveTo>
                  <a:lnTo>
                    <a:pt x="1457333" y="787180"/>
                  </a:lnTo>
                  <a:lnTo>
                    <a:pt x="1503874" y="779081"/>
                  </a:lnTo>
                  <a:close/>
                  <a:moveTo>
                    <a:pt x="2283558" y="1577475"/>
                  </a:moveTo>
                  <a:lnTo>
                    <a:pt x="2284554" y="1683447"/>
                  </a:lnTo>
                  <a:lnTo>
                    <a:pt x="2321014" y="1601232"/>
                  </a:lnTo>
                  <a:close/>
                  <a:moveTo>
                    <a:pt x="2283558" y="1577475"/>
                  </a:moveTo>
                  <a:lnTo>
                    <a:pt x="2321014" y="1601232"/>
                  </a:lnTo>
                  <a:lnTo>
                    <a:pt x="2306917" y="1518984"/>
                  </a:lnTo>
                  <a:close/>
                  <a:moveTo>
                    <a:pt x="2040207" y="1253762"/>
                  </a:moveTo>
                  <a:lnTo>
                    <a:pt x="2070095" y="1354587"/>
                  </a:lnTo>
                  <a:lnTo>
                    <a:pt x="2059386" y="1272372"/>
                  </a:lnTo>
                  <a:close/>
                  <a:moveTo>
                    <a:pt x="1551332" y="644764"/>
                  </a:moveTo>
                  <a:lnTo>
                    <a:pt x="1630870" y="663488"/>
                  </a:lnTo>
                  <a:lnTo>
                    <a:pt x="1684804" y="649936"/>
                  </a:lnTo>
                  <a:close/>
                  <a:moveTo>
                    <a:pt x="2049174" y="846103"/>
                  </a:moveTo>
                  <a:lnTo>
                    <a:pt x="2047930" y="948854"/>
                  </a:lnTo>
                  <a:lnTo>
                    <a:pt x="2149208" y="841225"/>
                  </a:lnTo>
                  <a:close/>
                  <a:moveTo>
                    <a:pt x="1605641" y="291132"/>
                  </a:moveTo>
                  <a:lnTo>
                    <a:pt x="1680208" y="363737"/>
                  </a:lnTo>
                  <a:lnTo>
                    <a:pt x="1656415" y="328588"/>
                  </a:lnTo>
                  <a:close/>
                  <a:moveTo>
                    <a:pt x="1642588" y="276892"/>
                  </a:moveTo>
                  <a:lnTo>
                    <a:pt x="1671156" y="252696"/>
                  </a:lnTo>
                  <a:lnTo>
                    <a:pt x="1618299" y="249535"/>
                  </a:lnTo>
                  <a:close/>
                  <a:moveTo>
                    <a:pt x="1613164" y="257557"/>
                  </a:moveTo>
                  <a:lnTo>
                    <a:pt x="1605641" y="291132"/>
                  </a:lnTo>
                  <a:lnTo>
                    <a:pt x="1642588" y="276892"/>
                  </a:lnTo>
                  <a:close/>
                  <a:moveTo>
                    <a:pt x="2225151" y="846509"/>
                  </a:moveTo>
                  <a:lnTo>
                    <a:pt x="2196012" y="801016"/>
                  </a:lnTo>
                  <a:lnTo>
                    <a:pt x="2149208" y="841225"/>
                  </a:lnTo>
                  <a:close/>
                  <a:moveTo>
                    <a:pt x="1784850" y="214260"/>
                  </a:moveTo>
                  <a:lnTo>
                    <a:pt x="1792326" y="233087"/>
                  </a:lnTo>
                  <a:lnTo>
                    <a:pt x="1817825" y="223012"/>
                  </a:lnTo>
                  <a:close/>
                  <a:moveTo>
                    <a:pt x="2031265" y="59924"/>
                  </a:moveTo>
                  <a:lnTo>
                    <a:pt x="2066820" y="91611"/>
                  </a:lnTo>
                  <a:lnTo>
                    <a:pt x="1981858" y="0"/>
                  </a:lnTo>
                  <a:close/>
                </a:path>
              </a:pathLst>
            </a:custGeom>
            <a:solidFill>
              <a:srgbClr val="D8DEE3"/>
            </a:solidFill>
            <a:ln w="1524">
              <a:solidFill>
                <a:srgbClr val="D8DEE3"/>
              </a:solidFill>
            </a:ln>
          </p:spPr>
        </p:sp>
        <p:sp>
          <p:nvSpPr>
            <p:cNvPr id="2101" name="Candidate_density__2100">
              <a:extLst>
                <a:ext uri="{FF2B5EF4-FFF2-40B4-BE49-F238E27FC236}">
                  <a16:creationId xmlns:a16="http://schemas.microsoft.com/office/drawing/2014/main" id="{7D0450B3-990A-587B-9EBA-0F6F1C54417F}"/>
                </a:ext>
              </a:extLst>
            </p:cNvPr>
            <p:cNvSpPr>
              <a:spLocks noGrp="1"/>
            </p:cNvSpPr>
            <p:nvPr/>
          </p:nvSpPr>
          <p:spPr>
            <a:xfrm>
              <a:off x="3880262" y="1495425"/>
              <a:ext cx="2662279" cy="3128396"/>
            </a:xfrm>
            <a:custGeom>
              <a:avLst/>
              <a:gdLst/>
              <a:ahLst/>
              <a:cxnLst/>
              <a:rect l="0" t="0" r="0" b="0"/>
              <a:pathLst>
                <a:path w="2662279" h="3128396">
                  <a:moveTo>
                    <a:pt x="935273" y="2505583"/>
                  </a:moveTo>
                  <a:lnTo>
                    <a:pt x="886861" y="2423367"/>
                  </a:lnTo>
                  <a:lnTo>
                    <a:pt x="877770" y="2525749"/>
                  </a:lnTo>
                  <a:close/>
                  <a:moveTo>
                    <a:pt x="886861" y="2423367"/>
                  </a:moveTo>
                  <a:lnTo>
                    <a:pt x="875481" y="2427517"/>
                  </a:lnTo>
                  <a:lnTo>
                    <a:pt x="877770" y="2525749"/>
                  </a:lnTo>
                  <a:close/>
                  <a:moveTo>
                    <a:pt x="546748" y="2094507"/>
                  </a:moveTo>
                  <a:lnTo>
                    <a:pt x="425709" y="2050346"/>
                  </a:lnTo>
                  <a:lnTo>
                    <a:pt x="425825" y="2050728"/>
                  </a:lnTo>
                  <a:close/>
                  <a:moveTo>
                    <a:pt x="425825" y="2050728"/>
                  </a:moveTo>
                  <a:lnTo>
                    <a:pt x="425916" y="2053267"/>
                  </a:lnTo>
                  <a:lnTo>
                    <a:pt x="546748" y="2094507"/>
                  </a:lnTo>
                  <a:close/>
                  <a:moveTo>
                    <a:pt x="910344" y="2302716"/>
                  </a:moveTo>
                  <a:lnTo>
                    <a:pt x="875550" y="2404538"/>
                  </a:lnTo>
                  <a:lnTo>
                    <a:pt x="886861" y="2423367"/>
                  </a:lnTo>
                  <a:close/>
                  <a:moveTo>
                    <a:pt x="496935" y="1888391"/>
                  </a:moveTo>
                  <a:lnTo>
                    <a:pt x="413525" y="1930077"/>
                  </a:lnTo>
                  <a:lnTo>
                    <a:pt x="491963" y="1891640"/>
                  </a:lnTo>
                  <a:close/>
                  <a:moveTo>
                    <a:pt x="564228" y="1861327"/>
                  </a:moveTo>
                  <a:lnTo>
                    <a:pt x="444069" y="1905936"/>
                  </a:lnTo>
                  <a:lnTo>
                    <a:pt x="496935" y="1888391"/>
                  </a:lnTo>
                  <a:close/>
                  <a:moveTo>
                    <a:pt x="53448" y="1409973"/>
                  </a:moveTo>
                  <a:lnTo>
                    <a:pt x="41762" y="1516408"/>
                  </a:lnTo>
                  <a:lnTo>
                    <a:pt x="98633" y="1398350"/>
                  </a:lnTo>
                  <a:close/>
                  <a:moveTo>
                    <a:pt x="98633" y="1398350"/>
                  </a:moveTo>
                  <a:lnTo>
                    <a:pt x="41762" y="1516408"/>
                  </a:lnTo>
                  <a:lnTo>
                    <a:pt x="44290" y="1519002"/>
                  </a:lnTo>
                  <a:close/>
                  <a:moveTo>
                    <a:pt x="107235" y="1267337"/>
                  </a:moveTo>
                  <a:lnTo>
                    <a:pt x="82021" y="1247151"/>
                  </a:lnTo>
                  <a:lnTo>
                    <a:pt x="0" y="1354571"/>
                  </a:lnTo>
                  <a:close/>
                  <a:moveTo>
                    <a:pt x="496935" y="1888391"/>
                  </a:moveTo>
                  <a:lnTo>
                    <a:pt x="501198" y="1888882"/>
                  </a:lnTo>
                  <a:lnTo>
                    <a:pt x="564228" y="1861327"/>
                  </a:lnTo>
                  <a:close/>
                  <a:moveTo>
                    <a:pt x="140102" y="1233919"/>
                  </a:moveTo>
                  <a:lnTo>
                    <a:pt x="189020" y="1277698"/>
                  </a:lnTo>
                  <a:lnTo>
                    <a:pt x="171540" y="1195483"/>
                  </a:lnTo>
                  <a:close/>
                  <a:moveTo>
                    <a:pt x="140102" y="1233919"/>
                  </a:moveTo>
                  <a:lnTo>
                    <a:pt x="171540" y="1195483"/>
                  </a:lnTo>
                  <a:lnTo>
                    <a:pt x="92007" y="1210402"/>
                  </a:lnTo>
                  <a:close/>
                  <a:moveTo>
                    <a:pt x="171540" y="1195483"/>
                  </a:moveTo>
                  <a:lnTo>
                    <a:pt x="130234" y="1138125"/>
                  </a:lnTo>
                  <a:lnTo>
                    <a:pt x="92007" y="1210402"/>
                  </a:lnTo>
                  <a:close/>
                  <a:moveTo>
                    <a:pt x="1780019" y="2977619"/>
                  </a:moveTo>
                  <a:lnTo>
                    <a:pt x="1764199" y="3067383"/>
                  </a:lnTo>
                  <a:lnTo>
                    <a:pt x="1805084" y="2965779"/>
                  </a:lnTo>
                  <a:close/>
                  <a:moveTo>
                    <a:pt x="1805084" y="2965779"/>
                  </a:moveTo>
                  <a:lnTo>
                    <a:pt x="1793424" y="3086430"/>
                  </a:lnTo>
                  <a:lnTo>
                    <a:pt x="1857426" y="3047994"/>
                  </a:lnTo>
                  <a:close/>
                  <a:moveTo>
                    <a:pt x="1727034" y="3004215"/>
                  </a:moveTo>
                  <a:lnTo>
                    <a:pt x="1764199" y="3067383"/>
                  </a:lnTo>
                  <a:lnTo>
                    <a:pt x="1780019" y="2977619"/>
                  </a:lnTo>
                  <a:close/>
                  <a:moveTo>
                    <a:pt x="589564" y="1525651"/>
                  </a:moveTo>
                  <a:lnTo>
                    <a:pt x="600459" y="1485907"/>
                  </a:lnTo>
                  <a:lnTo>
                    <a:pt x="543769" y="1524343"/>
                  </a:lnTo>
                  <a:close/>
                  <a:moveTo>
                    <a:pt x="171540" y="1195483"/>
                  </a:moveTo>
                  <a:lnTo>
                    <a:pt x="189020" y="1277698"/>
                  </a:lnTo>
                  <a:lnTo>
                    <a:pt x="271139" y="1239262"/>
                  </a:lnTo>
                  <a:close/>
                  <a:moveTo>
                    <a:pt x="137516" y="1101942"/>
                  </a:moveTo>
                  <a:lnTo>
                    <a:pt x="130234" y="1138125"/>
                  </a:lnTo>
                  <a:lnTo>
                    <a:pt x="213033" y="1074832"/>
                  </a:lnTo>
                  <a:close/>
                  <a:moveTo>
                    <a:pt x="213033" y="1074832"/>
                  </a:moveTo>
                  <a:lnTo>
                    <a:pt x="130234" y="1138125"/>
                  </a:lnTo>
                  <a:lnTo>
                    <a:pt x="171540" y="1195483"/>
                  </a:lnTo>
                  <a:close/>
                  <a:moveTo>
                    <a:pt x="213033" y="1074832"/>
                  </a:moveTo>
                  <a:lnTo>
                    <a:pt x="171540" y="1195483"/>
                  </a:lnTo>
                  <a:lnTo>
                    <a:pt x="223275" y="1157046"/>
                  </a:lnTo>
                  <a:close/>
                  <a:moveTo>
                    <a:pt x="87007" y="976504"/>
                  </a:moveTo>
                  <a:lnTo>
                    <a:pt x="138698" y="1000890"/>
                  </a:lnTo>
                  <a:lnTo>
                    <a:pt x="93654" y="948837"/>
                  </a:lnTo>
                  <a:close/>
                  <a:moveTo>
                    <a:pt x="93654" y="948837"/>
                  </a:moveTo>
                  <a:lnTo>
                    <a:pt x="155778" y="992617"/>
                  </a:lnTo>
                  <a:lnTo>
                    <a:pt x="151392" y="910401"/>
                  </a:lnTo>
                  <a:close/>
                  <a:moveTo>
                    <a:pt x="1857426" y="3047994"/>
                  </a:moveTo>
                  <a:lnTo>
                    <a:pt x="1915321" y="3128396"/>
                  </a:lnTo>
                  <a:lnTo>
                    <a:pt x="1923723" y="3021474"/>
                  </a:lnTo>
                  <a:close/>
                  <a:moveTo>
                    <a:pt x="813008" y="1588554"/>
                  </a:moveTo>
                  <a:lnTo>
                    <a:pt x="760743" y="1529686"/>
                  </a:lnTo>
                  <a:lnTo>
                    <a:pt x="807684" y="1621306"/>
                  </a:lnTo>
                  <a:close/>
                  <a:moveTo>
                    <a:pt x="807684" y="1621306"/>
                  </a:moveTo>
                  <a:lnTo>
                    <a:pt x="760743" y="1529686"/>
                  </a:lnTo>
                  <a:lnTo>
                    <a:pt x="691629" y="1554972"/>
                  </a:lnTo>
                  <a:close/>
                  <a:moveTo>
                    <a:pt x="807684" y="1621306"/>
                  </a:moveTo>
                  <a:lnTo>
                    <a:pt x="691629" y="1554972"/>
                  </a:lnTo>
                  <a:lnTo>
                    <a:pt x="738810" y="1616707"/>
                  </a:lnTo>
                  <a:close/>
                  <a:moveTo>
                    <a:pt x="623980" y="1549377"/>
                  </a:moveTo>
                  <a:lnTo>
                    <a:pt x="600459" y="1485907"/>
                  </a:lnTo>
                  <a:lnTo>
                    <a:pt x="589564" y="1525651"/>
                  </a:lnTo>
                  <a:close/>
                  <a:moveTo>
                    <a:pt x="684134" y="1460974"/>
                  </a:moveTo>
                  <a:lnTo>
                    <a:pt x="600459" y="1485907"/>
                  </a:lnTo>
                  <a:lnTo>
                    <a:pt x="623980" y="1549377"/>
                  </a:lnTo>
                  <a:close/>
                  <a:moveTo>
                    <a:pt x="691629" y="1554972"/>
                  </a:moveTo>
                  <a:lnTo>
                    <a:pt x="684134" y="1460974"/>
                  </a:lnTo>
                  <a:lnTo>
                    <a:pt x="623980" y="1549377"/>
                  </a:lnTo>
                  <a:close/>
                  <a:moveTo>
                    <a:pt x="254129" y="892286"/>
                  </a:moveTo>
                  <a:lnTo>
                    <a:pt x="237080" y="881407"/>
                  </a:lnTo>
                  <a:lnTo>
                    <a:pt x="151392" y="910401"/>
                  </a:lnTo>
                  <a:close/>
                  <a:moveTo>
                    <a:pt x="192451" y="876885"/>
                  </a:moveTo>
                  <a:lnTo>
                    <a:pt x="151392" y="910401"/>
                  </a:lnTo>
                  <a:lnTo>
                    <a:pt x="237080" y="881407"/>
                  </a:lnTo>
                  <a:close/>
                  <a:moveTo>
                    <a:pt x="321994" y="867365"/>
                  </a:moveTo>
                  <a:lnTo>
                    <a:pt x="237080" y="881407"/>
                  </a:lnTo>
                  <a:lnTo>
                    <a:pt x="306109" y="871965"/>
                  </a:lnTo>
                  <a:close/>
                  <a:moveTo>
                    <a:pt x="192451" y="876885"/>
                  </a:moveTo>
                  <a:lnTo>
                    <a:pt x="237080" y="881407"/>
                  </a:lnTo>
                  <a:lnTo>
                    <a:pt x="321994" y="867365"/>
                  </a:lnTo>
                  <a:close/>
                  <a:moveTo>
                    <a:pt x="237080" y="881407"/>
                  </a:moveTo>
                  <a:lnTo>
                    <a:pt x="254129" y="892286"/>
                  </a:lnTo>
                  <a:lnTo>
                    <a:pt x="306109" y="871965"/>
                  </a:lnTo>
                  <a:close/>
                  <a:moveTo>
                    <a:pt x="2027961" y="3009557"/>
                  </a:moveTo>
                  <a:lnTo>
                    <a:pt x="2074836" y="3091773"/>
                  </a:lnTo>
                  <a:lnTo>
                    <a:pt x="2143000" y="3053336"/>
                  </a:lnTo>
                  <a:close/>
                  <a:moveTo>
                    <a:pt x="1169559" y="1870461"/>
                  </a:moveTo>
                  <a:lnTo>
                    <a:pt x="1116795" y="1888389"/>
                  </a:lnTo>
                  <a:lnTo>
                    <a:pt x="1043227" y="1891989"/>
                  </a:lnTo>
                  <a:close/>
                  <a:moveTo>
                    <a:pt x="1235631" y="1838838"/>
                  </a:moveTo>
                  <a:lnTo>
                    <a:pt x="1116795" y="1888389"/>
                  </a:lnTo>
                  <a:lnTo>
                    <a:pt x="1169559" y="1870461"/>
                  </a:lnTo>
                  <a:close/>
                  <a:moveTo>
                    <a:pt x="1221871" y="1827224"/>
                  </a:moveTo>
                  <a:lnTo>
                    <a:pt x="1100433" y="1827213"/>
                  </a:lnTo>
                  <a:lnTo>
                    <a:pt x="1130920" y="1858547"/>
                  </a:lnTo>
                  <a:close/>
                  <a:moveTo>
                    <a:pt x="984273" y="1598927"/>
                  </a:moveTo>
                  <a:lnTo>
                    <a:pt x="947726" y="1611901"/>
                  </a:lnTo>
                  <a:lnTo>
                    <a:pt x="1025526" y="1610604"/>
                  </a:lnTo>
                  <a:close/>
                  <a:moveTo>
                    <a:pt x="1025526" y="1610604"/>
                  </a:moveTo>
                  <a:lnTo>
                    <a:pt x="1099521" y="1655680"/>
                  </a:lnTo>
                  <a:lnTo>
                    <a:pt x="984273" y="1598927"/>
                  </a:lnTo>
                  <a:close/>
                  <a:moveTo>
                    <a:pt x="984273" y="1598927"/>
                  </a:moveTo>
                  <a:lnTo>
                    <a:pt x="1099521" y="1655680"/>
                  </a:lnTo>
                  <a:lnTo>
                    <a:pt x="1109523" y="1657784"/>
                  </a:lnTo>
                  <a:close/>
                  <a:moveTo>
                    <a:pt x="760743" y="1529686"/>
                  </a:moveTo>
                  <a:lnTo>
                    <a:pt x="813008" y="1588554"/>
                  </a:lnTo>
                  <a:lnTo>
                    <a:pt x="820195" y="1511042"/>
                  </a:lnTo>
                  <a:close/>
                  <a:moveTo>
                    <a:pt x="820195" y="1511042"/>
                  </a:moveTo>
                  <a:lnTo>
                    <a:pt x="905036" y="1438769"/>
                  </a:lnTo>
                  <a:lnTo>
                    <a:pt x="790130" y="1447470"/>
                  </a:lnTo>
                  <a:close/>
                  <a:moveTo>
                    <a:pt x="328506" y="867671"/>
                  </a:moveTo>
                  <a:lnTo>
                    <a:pt x="306109" y="871965"/>
                  </a:lnTo>
                  <a:lnTo>
                    <a:pt x="377344" y="859107"/>
                  </a:lnTo>
                  <a:close/>
                  <a:moveTo>
                    <a:pt x="377344" y="859107"/>
                  </a:moveTo>
                  <a:lnTo>
                    <a:pt x="306109" y="871965"/>
                  </a:lnTo>
                  <a:lnTo>
                    <a:pt x="254129" y="892286"/>
                  </a:lnTo>
                  <a:close/>
                  <a:moveTo>
                    <a:pt x="321994" y="867365"/>
                  </a:moveTo>
                  <a:lnTo>
                    <a:pt x="306109" y="871965"/>
                  </a:lnTo>
                  <a:lnTo>
                    <a:pt x="328506" y="867671"/>
                  </a:lnTo>
                  <a:close/>
                  <a:moveTo>
                    <a:pt x="2162711" y="3048457"/>
                  </a:moveTo>
                  <a:lnTo>
                    <a:pt x="2232152" y="2952502"/>
                  </a:lnTo>
                  <a:lnTo>
                    <a:pt x="2142347" y="2964921"/>
                  </a:lnTo>
                  <a:close/>
                  <a:moveTo>
                    <a:pt x="2232152" y="2952502"/>
                  </a:moveTo>
                  <a:lnTo>
                    <a:pt x="2241013" y="2874675"/>
                  </a:lnTo>
                  <a:lnTo>
                    <a:pt x="2142347" y="2964921"/>
                  </a:lnTo>
                  <a:close/>
                  <a:moveTo>
                    <a:pt x="1778671" y="2395615"/>
                  </a:moveTo>
                  <a:lnTo>
                    <a:pt x="1800227" y="2460729"/>
                  </a:lnTo>
                  <a:lnTo>
                    <a:pt x="1881696" y="2367216"/>
                  </a:lnTo>
                  <a:close/>
                  <a:moveTo>
                    <a:pt x="1881696" y="2367216"/>
                  </a:moveTo>
                  <a:lnTo>
                    <a:pt x="1800227" y="2460729"/>
                  </a:lnTo>
                  <a:lnTo>
                    <a:pt x="1806988" y="2366557"/>
                  </a:lnTo>
                  <a:close/>
                  <a:moveTo>
                    <a:pt x="1650933" y="2231185"/>
                  </a:moveTo>
                  <a:lnTo>
                    <a:pt x="1769792" y="2274964"/>
                  </a:lnTo>
                  <a:lnTo>
                    <a:pt x="1708691" y="2192749"/>
                  </a:lnTo>
                  <a:close/>
                  <a:moveTo>
                    <a:pt x="1025526" y="1610604"/>
                  </a:moveTo>
                  <a:lnTo>
                    <a:pt x="995811" y="1655680"/>
                  </a:lnTo>
                  <a:lnTo>
                    <a:pt x="1052473" y="1643573"/>
                  </a:lnTo>
                  <a:close/>
                  <a:moveTo>
                    <a:pt x="1052473" y="1643573"/>
                  </a:moveTo>
                  <a:lnTo>
                    <a:pt x="1099521" y="1655680"/>
                  </a:lnTo>
                  <a:lnTo>
                    <a:pt x="1025526" y="1610604"/>
                  </a:lnTo>
                  <a:close/>
                  <a:moveTo>
                    <a:pt x="915705" y="1393894"/>
                  </a:moveTo>
                  <a:lnTo>
                    <a:pt x="994221" y="1390654"/>
                  </a:lnTo>
                  <a:lnTo>
                    <a:pt x="978567" y="1303289"/>
                  </a:lnTo>
                  <a:close/>
                  <a:moveTo>
                    <a:pt x="1049697" y="1370598"/>
                  </a:moveTo>
                  <a:lnTo>
                    <a:pt x="994221" y="1390654"/>
                  </a:lnTo>
                  <a:lnTo>
                    <a:pt x="992534" y="1487252"/>
                  </a:lnTo>
                  <a:close/>
                  <a:moveTo>
                    <a:pt x="495377" y="892692"/>
                  </a:moveTo>
                  <a:lnTo>
                    <a:pt x="483324" y="833528"/>
                  </a:lnTo>
                  <a:lnTo>
                    <a:pt x="455942" y="874313"/>
                  </a:lnTo>
                  <a:close/>
                  <a:moveTo>
                    <a:pt x="565019" y="796574"/>
                  </a:moveTo>
                  <a:lnTo>
                    <a:pt x="483324" y="833528"/>
                  </a:lnTo>
                  <a:lnTo>
                    <a:pt x="495377" y="892692"/>
                  </a:lnTo>
                  <a:close/>
                  <a:moveTo>
                    <a:pt x="576708" y="887163"/>
                  </a:moveTo>
                  <a:lnTo>
                    <a:pt x="565019" y="796574"/>
                  </a:lnTo>
                  <a:lnTo>
                    <a:pt x="495377" y="892692"/>
                  </a:lnTo>
                  <a:close/>
                  <a:moveTo>
                    <a:pt x="2242611" y="2843908"/>
                  </a:moveTo>
                  <a:lnTo>
                    <a:pt x="2298299" y="2810199"/>
                  </a:lnTo>
                  <a:lnTo>
                    <a:pt x="2227354" y="2823607"/>
                  </a:lnTo>
                  <a:close/>
                  <a:moveTo>
                    <a:pt x="2303558" y="2754858"/>
                  </a:moveTo>
                  <a:lnTo>
                    <a:pt x="2350034" y="2788426"/>
                  </a:lnTo>
                  <a:lnTo>
                    <a:pt x="2315264" y="2729818"/>
                  </a:lnTo>
                  <a:close/>
                  <a:moveTo>
                    <a:pt x="2087456" y="2408993"/>
                  </a:moveTo>
                  <a:lnTo>
                    <a:pt x="2008440" y="2412639"/>
                  </a:lnTo>
                  <a:lnTo>
                    <a:pt x="2094285" y="2503534"/>
                  </a:lnTo>
                  <a:close/>
                  <a:moveTo>
                    <a:pt x="1863671" y="2409150"/>
                  </a:moveTo>
                  <a:lnTo>
                    <a:pt x="1881696" y="2367216"/>
                  </a:lnTo>
                  <a:lnTo>
                    <a:pt x="1806988" y="2366557"/>
                  </a:lnTo>
                  <a:close/>
                  <a:moveTo>
                    <a:pt x="1863671" y="2409150"/>
                  </a:moveTo>
                  <a:lnTo>
                    <a:pt x="1922351" y="2422037"/>
                  </a:lnTo>
                  <a:lnTo>
                    <a:pt x="1881696" y="2367216"/>
                  </a:lnTo>
                  <a:close/>
                  <a:moveTo>
                    <a:pt x="2008440" y="2412639"/>
                  </a:moveTo>
                  <a:lnTo>
                    <a:pt x="1981189" y="2334702"/>
                  </a:lnTo>
                  <a:lnTo>
                    <a:pt x="1922351" y="2422037"/>
                  </a:lnTo>
                  <a:close/>
                  <a:moveTo>
                    <a:pt x="1800939" y="2154313"/>
                  </a:moveTo>
                  <a:lnTo>
                    <a:pt x="1794398" y="2265284"/>
                  </a:lnTo>
                  <a:lnTo>
                    <a:pt x="1812581" y="2172267"/>
                  </a:lnTo>
                  <a:close/>
                  <a:moveTo>
                    <a:pt x="1708691" y="2192749"/>
                  </a:moveTo>
                  <a:lnTo>
                    <a:pt x="1769792" y="2274964"/>
                  </a:lnTo>
                  <a:lnTo>
                    <a:pt x="1800939" y="2154313"/>
                  </a:lnTo>
                  <a:close/>
                  <a:moveTo>
                    <a:pt x="1505335" y="1743237"/>
                  </a:moveTo>
                  <a:lnTo>
                    <a:pt x="1480983" y="1781673"/>
                  </a:lnTo>
                  <a:lnTo>
                    <a:pt x="1518106" y="1825452"/>
                  </a:lnTo>
                  <a:close/>
                  <a:moveTo>
                    <a:pt x="1098581" y="1414376"/>
                  </a:moveTo>
                  <a:lnTo>
                    <a:pt x="1152007" y="1374435"/>
                  </a:lnTo>
                  <a:lnTo>
                    <a:pt x="1049697" y="1370598"/>
                  </a:lnTo>
                  <a:close/>
                  <a:moveTo>
                    <a:pt x="1078975" y="1452813"/>
                  </a:moveTo>
                  <a:lnTo>
                    <a:pt x="1098581" y="1414376"/>
                  </a:lnTo>
                  <a:lnTo>
                    <a:pt x="1049697" y="1370598"/>
                  </a:lnTo>
                  <a:close/>
                  <a:moveTo>
                    <a:pt x="1899964" y="2220319"/>
                  </a:moveTo>
                  <a:lnTo>
                    <a:pt x="1940417" y="2156361"/>
                  </a:lnTo>
                  <a:lnTo>
                    <a:pt x="1812581" y="2172267"/>
                  </a:lnTo>
                  <a:close/>
                  <a:moveTo>
                    <a:pt x="1993594" y="2076525"/>
                  </a:moveTo>
                  <a:lnTo>
                    <a:pt x="1860573" y="2073044"/>
                  </a:lnTo>
                  <a:lnTo>
                    <a:pt x="1917969" y="2072431"/>
                  </a:lnTo>
                  <a:close/>
                  <a:moveTo>
                    <a:pt x="1518106" y="1825452"/>
                  </a:moveTo>
                  <a:lnTo>
                    <a:pt x="1518525" y="1807326"/>
                  </a:lnTo>
                  <a:lnTo>
                    <a:pt x="1505335" y="1743237"/>
                  </a:lnTo>
                  <a:close/>
                  <a:moveTo>
                    <a:pt x="1505335" y="1743237"/>
                  </a:moveTo>
                  <a:lnTo>
                    <a:pt x="1518525" y="1807326"/>
                  </a:lnTo>
                  <a:lnTo>
                    <a:pt x="1603986" y="1734478"/>
                  </a:lnTo>
                  <a:close/>
                  <a:moveTo>
                    <a:pt x="1603986" y="1734478"/>
                  </a:moveTo>
                  <a:lnTo>
                    <a:pt x="1580748" y="1717239"/>
                  </a:lnTo>
                  <a:lnTo>
                    <a:pt x="1505335" y="1743237"/>
                  </a:lnTo>
                  <a:close/>
                  <a:moveTo>
                    <a:pt x="1580748" y="1717239"/>
                  </a:moveTo>
                  <a:lnTo>
                    <a:pt x="1630578" y="1637229"/>
                  </a:lnTo>
                  <a:lnTo>
                    <a:pt x="1529134" y="1669818"/>
                  </a:lnTo>
                  <a:close/>
                  <a:moveTo>
                    <a:pt x="1271328" y="1326696"/>
                  </a:moveTo>
                  <a:lnTo>
                    <a:pt x="1222288" y="1358545"/>
                  </a:lnTo>
                  <a:lnTo>
                    <a:pt x="1152007" y="1374435"/>
                  </a:lnTo>
                  <a:close/>
                  <a:moveTo>
                    <a:pt x="771255" y="571636"/>
                  </a:moveTo>
                  <a:lnTo>
                    <a:pt x="645576" y="595603"/>
                  </a:lnTo>
                  <a:lnTo>
                    <a:pt x="702833" y="594478"/>
                  </a:lnTo>
                  <a:close/>
                  <a:moveTo>
                    <a:pt x="2046636" y="2181403"/>
                  </a:moveTo>
                  <a:lnTo>
                    <a:pt x="1940417" y="2156361"/>
                  </a:lnTo>
                  <a:lnTo>
                    <a:pt x="1986195" y="2198091"/>
                  </a:lnTo>
                  <a:close/>
                  <a:moveTo>
                    <a:pt x="1917969" y="2072431"/>
                  </a:moveTo>
                  <a:lnTo>
                    <a:pt x="1958307" y="2092528"/>
                  </a:lnTo>
                  <a:lnTo>
                    <a:pt x="1993594" y="2076525"/>
                  </a:lnTo>
                  <a:close/>
                  <a:moveTo>
                    <a:pt x="771255" y="571636"/>
                  </a:moveTo>
                  <a:lnTo>
                    <a:pt x="822875" y="549432"/>
                  </a:lnTo>
                  <a:lnTo>
                    <a:pt x="804273" y="553789"/>
                  </a:lnTo>
                  <a:close/>
                  <a:moveTo>
                    <a:pt x="875176" y="466320"/>
                  </a:moveTo>
                  <a:lnTo>
                    <a:pt x="804273" y="553789"/>
                  </a:lnTo>
                  <a:lnTo>
                    <a:pt x="835039" y="515353"/>
                  </a:lnTo>
                  <a:close/>
                  <a:moveTo>
                    <a:pt x="2662279" y="2544909"/>
                  </a:moveTo>
                  <a:lnTo>
                    <a:pt x="2555225" y="2567880"/>
                  </a:lnTo>
                  <a:lnTo>
                    <a:pt x="2556491" y="2570730"/>
                  </a:lnTo>
                  <a:close/>
                  <a:moveTo>
                    <a:pt x="2541892" y="2482098"/>
                  </a:moveTo>
                  <a:lnTo>
                    <a:pt x="2555225" y="2567880"/>
                  </a:lnTo>
                  <a:lnTo>
                    <a:pt x="2662279" y="2544909"/>
                  </a:lnTo>
                  <a:close/>
                  <a:moveTo>
                    <a:pt x="1000596" y="441387"/>
                  </a:moveTo>
                  <a:lnTo>
                    <a:pt x="875176" y="466320"/>
                  </a:lnTo>
                  <a:lnTo>
                    <a:pt x="926965" y="444750"/>
                  </a:lnTo>
                  <a:close/>
                  <a:moveTo>
                    <a:pt x="1738434" y="1034231"/>
                  </a:moveTo>
                  <a:lnTo>
                    <a:pt x="1662201" y="1111059"/>
                  </a:lnTo>
                  <a:lnTo>
                    <a:pt x="1694734" y="1096201"/>
                  </a:lnTo>
                  <a:close/>
                  <a:moveTo>
                    <a:pt x="1471098" y="945053"/>
                  </a:moveTo>
                  <a:lnTo>
                    <a:pt x="1535727" y="931770"/>
                  </a:lnTo>
                  <a:lnTo>
                    <a:pt x="1469686" y="865403"/>
                  </a:lnTo>
                  <a:close/>
                  <a:moveTo>
                    <a:pt x="958419" y="458339"/>
                  </a:moveTo>
                  <a:lnTo>
                    <a:pt x="1000596" y="441387"/>
                  </a:lnTo>
                  <a:lnTo>
                    <a:pt x="926965" y="444750"/>
                  </a:lnTo>
                  <a:close/>
                  <a:moveTo>
                    <a:pt x="958419" y="458339"/>
                  </a:moveTo>
                  <a:lnTo>
                    <a:pt x="1038750" y="453623"/>
                  </a:lnTo>
                  <a:lnTo>
                    <a:pt x="1000596" y="441387"/>
                  </a:lnTo>
                  <a:close/>
                  <a:moveTo>
                    <a:pt x="1038750" y="453623"/>
                  </a:moveTo>
                  <a:lnTo>
                    <a:pt x="1082656" y="469538"/>
                  </a:lnTo>
                  <a:lnTo>
                    <a:pt x="1000596" y="441387"/>
                  </a:lnTo>
                  <a:close/>
                  <a:moveTo>
                    <a:pt x="1038750" y="453623"/>
                  </a:moveTo>
                  <a:lnTo>
                    <a:pt x="1090868" y="471845"/>
                  </a:lnTo>
                  <a:lnTo>
                    <a:pt x="1082656" y="469538"/>
                  </a:lnTo>
                  <a:close/>
                  <a:moveTo>
                    <a:pt x="1038750" y="453623"/>
                  </a:moveTo>
                  <a:lnTo>
                    <a:pt x="1066763" y="473569"/>
                  </a:lnTo>
                  <a:lnTo>
                    <a:pt x="1149758" y="505217"/>
                  </a:lnTo>
                  <a:close/>
                  <a:moveTo>
                    <a:pt x="1090868" y="471845"/>
                  </a:moveTo>
                  <a:lnTo>
                    <a:pt x="1149758" y="505217"/>
                  </a:lnTo>
                  <a:lnTo>
                    <a:pt x="1225221" y="508704"/>
                  </a:lnTo>
                  <a:close/>
                  <a:moveTo>
                    <a:pt x="2006492" y="1263939"/>
                  </a:moveTo>
                  <a:lnTo>
                    <a:pt x="1922516" y="1260631"/>
                  </a:lnTo>
                  <a:lnTo>
                    <a:pt x="1885925" y="1307018"/>
                  </a:lnTo>
                  <a:close/>
                  <a:moveTo>
                    <a:pt x="2006492" y="1263939"/>
                  </a:moveTo>
                  <a:lnTo>
                    <a:pt x="1885925" y="1307018"/>
                  </a:lnTo>
                  <a:lnTo>
                    <a:pt x="1935247" y="1276224"/>
                  </a:lnTo>
                  <a:close/>
                  <a:moveTo>
                    <a:pt x="1694734" y="1096201"/>
                  </a:moveTo>
                  <a:lnTo>
                    <a:pt x="1685202" y="1113866"/>
                  </a:lnTo>
                  <a:lnTo>
                    <a:pt x="1744398" y="1144326"/>
                  </a:lnTo>
                  <a:close/>
                  <a:moveTo>
                    <a:pt x="1591061" y="825342"/>
                  </a:moveTo>
                  <a:lnTo>
                    <a:pt x="1579422" y="817488"/>
                  </a:lnTo>
                  <a:lnTo>
                    <a:pt x="1535727" y="931770"/>
                  </a:lnTo>
                  <a:close/>
                  <a:moveTo>
                    <a:pt x="1646369" y="823653"/>
                  </a:moveTo>
                  <a:lnTo>
                    <a:pt x="1624620" y="741242"/>
                  </a:lnTo>
                  <a:lnTo>
                    <a:pt x="1579422" y="817488"/>
                  </a:lnTo>
                  <a:close/>
                  <a:moveTo>
                    <a:pt x="1160613" y="515235"/>
                  </a:moveTo>
                  <a:lnTo>
                    <a:pt x="1231502" y="518196"/>
                  </a:lnTo>
                  <a:lnTo>
                    <a:pt x="1225221" y="508704"/>
                  </a:lnTo>
                  <a:close/>
                  <a:moveTo>
                    <a:pt x="1231502" y="518196"/>
                  </a:moveTo>
                  <a:lnTo>
                    <a:pt x="1272765" y="438479"/>
                  </a:lnTo>
                  <a:lnTo>
                    <a:pt x="1225221" y="508704"/>
                  </a:lnTo>
                  <a:close/>
                  <a:moveTo>
                    <a:pt x="2185531" y="1528523"/>
                  </a:moveTo>
                  <a:lnTo>
                    <a:pt x="2218652" y="1499857"/>
                  </a:lnTo>
                  <a:lnTo>
                    <a:pt x="2148626" y="1516694"/>
                  </a:lnTo>
                  <a:close/>
                  <a:moveTo>
                    <a:pt x="1962315" y="1288532"/>
                  </a:moveTo>
                  <a:lnTo>
                    <a:pt x="2006492" y="1263939"/>
                  </a:lnTo>
                  <a:lnTo>
                    <a:pt x="1935247" y="1276224"/>
                  </a:lnTo>
                  <a:close/>
                  <a:moveTo>
                    <a:pt x="1962315" y="1288532"/>
                  </a:moveTo>
                  <a:lnTo>
                    <a:pt x="2040207" y="1285799"/>
                  </a:lnTo>
                  <a:lnTo>
                    <a:pt x="2006492" y="1263939"/>
                  </a:lnTo>
                  <a:close/>
                  <a:moveTo>
                    <a:pt x="1392957" y="279392"/>
                  </a:moveTo>
                  <a:lnTo>
                    <a:pt x="1417586" y="388004"/>
                  </a:lnTo>
                  <a:lnTo>
                    <a:pt x="1443401" y="336725"/>
                  </a:lnTo>
                  <a:close/>
                  <a:moveTo>
                    <a:pt x="1417586" y="388004"/>
                  </a:moveTo>
                  <a:lnTo>
                    <a:pt x="1472177" y="361607"/>
                  </a:lnTo>
                  <a:lnTo>
                    <a:pt x="1443401" y="336725"/>
                  </a:lnTo>
                  <a:close/>
                  <a:moveTo>
                    <a:pt x="1918673" y="783851"/>
                  </a:moveTo>
                  <a:lnTo>
                    <a:pt x="1863046" y="791073"/>
                  </a:lnTo>
                  <a:lnTo>
                    <a:pt x="1789856" y="796089"/>
                  </a:lnTo>
                  <a:close/>
                  <a:moveTo>
                    <a:pt x="1918673" y="783851"/>
                  </a:moveTo>
                  <a:lnTo>
                    <a:pt x="1789856" y="796089"/>
                  </a:lnTo>
                  <a:lnTo>
                    <a:pt x="1842319" y="777033"/>
                  </a:lnTo>
                  <a:close/>
                  <a:moveTo>
                    <a:pt x="1863046" y="791073"/>
                  </a:moveTo>
                  <a:lnTo>
                    <a:pt x="1918673" y="783851"/>
                  </a:lnTo>
                  <a:lnTo>
                    <a:pt x="1882721" y="772682"/>
                  </a:lnTo>
                  <a:close/>
                  <a:moveTo>
                    <a:pt x="1766804" y="494697"/>
                  </a:moveTo>
                  <a:lnTo>
                    <a:pt x="1757645" y="493504"/>
                  </a:lnTo>
                  <a:lnTo>
                    <a:pt x="1751980" y="487600"/>
                  </a:lnTo>
                  <a:close/>
                  <a:moveTo>
                    <a:pt x="1543922" y="323170"/>
                  </a:moveTo>
                  <a:lnTo>
                    <a:pt x="1483457" y="271283"/>
                  </a:lnTo>
                  <a:lnTo>
                    <a:pt x="1443401" y="336725"/>
                  </a:lnTo>
                  <a:close/>
                  <a:moveTo>
                    <a:pt x="2068000" y="778024"/>
                  </a:moveTo>
                  <a:lnTo>
                    <a:pt x="2041390" y="784376"/>
                  </a:lnTo>
                  <a:lnTo>
                    <a:pt x="2049174" y="878141"/>
                  </a:lnTo>
                  <a:close/>
                  <a:moveTo>
                    <a:pt x="1766804" y="494697"/>
                  </a:moveTo>
                  <a:lnTo>
                    <a:pt x="1750019" y="495394"/>
                  </a:lnTo>
                  <a:lnTo>
                    <a:pt x="1813639" y="454599"/>
                  </a:lnTo>
                  <a:close/>
                  <a:moveTo>
                    <a:pt x="1766804" y="494697"/>
                  </a:moveTo>
                  <a:lnTo>
                    <a:pt x="1813639" y="454599"/>
                  </a:lnTo>
                  <a:lnTo>
                    <a:pt x="1772666" y="487600"/>
                  </a:lnTo>
                  <a:close/>
                  <a:moveTo>
                    <a:pt x="1813639" y="454599"/>
                  </a:moveTo>
                  <a:lnTo>
                    <a:pt x="1818537" y="449163"/>
                  </a:lnTo>
                  <a:lnTo>
                    <a:pt x="1772666" y="487600"/>
                  </a:lnTo>
                  <a:close/>
                  <a:moveTo>
                    <a:pt x="1483457" y="271283"/>
                  </a:moveTo>
                  <a:lnTo>
                    <a:pt x="1543922" y="323170"/>
                  </a:lnTo>
                  <a:lnTo>
                    <a:pt x="1552594" y="202518"/>
                  </a:lnTo>
                  <a:close/>
                  <a:moveTo>
                    <a:pt x="2141375" y="628775"/>
                  </a:moveTo>
                  <a:lnTo>
                    <a:pt x="2161121" y="575157"/>
                  </a:lnTo>
                  <a:lnTo>
                    <a:pt x="2105369" y="613594"/>
                  </a:lnTo>
                  <a:close/>
                  <a:moveTo>
                    <a:pt x="1907541" y="311824"/>
                  </a:moveTo>
                  <a:lnTo>
                    <a:pt x="1846233" y="281891"/>
                  </a:lnTo>
                  <a:lnTo>
                    <a:pt x="1922257" y="328512"/>
                  </a:lnTo>
                  <a:close/>
                  <a:moveTo>
                    <a:pt x="1641535" y="26845"/>
                  </a:moveTo>
                  <a:lnTo>
                    <a:pt x="1605830" y="38087"/>
                  </a:lnTo>
                  <a:lnTo>
                    <a:pt x="1681442" y="23794"/>
                  </a:lnTo>
                  <a:close/>
                  <a:moveTo>
                    <a:pt x="1641535" y="26845"/>
                  </a:moveTo>
                  <a:lnTo>
                    <a:pt x="1681442" y="23794"/>
                  </a:lnTo>
                  <a:lnTo>
                    <a:pt x="1749961" y="1317"/>
                  </a:lnTo>
                  <a:close/>
                  <a:moveTo>
                    <a:pt x="1749961" y="1317"/>
                  </a:moveTo>
                  <a:lnTo>
                    <a:pt x="1681442" y="23794"/>
                  </a:lnTo>
                  <a:lnTo>
                    <a:pt x="1810194" y="11317"/>
                  </a:lnTo>
                  <a:close/>
                  <a:moveTo>
                    <a:pt x="1881698" y="0"/>
                  </a:moveTo>
                  <a:lnTo>
                    <a:pt x="1749961" y="1317"/>
                  </a:lnTo>
                  <a:lnTo>
                    <a:pt x="1810194" y="11317"/>
                  </a:lnTo>
                  <a:close/>
                  <a:moveTo>
                    <a:pt x="1841014" y="25357"/>
                  </a:moveTo>
                  <a:lnTo>
                    <a:pt x="1881698" y="0"/>
                  </a:lnTo>
                  <a:lnTo>
                    <a:pt x="1810194" y="11317"/>
                  </a:lnTo>
                  <a:close/>
                  <a:moveTo>
                    <a:pt x="1841014" y="25357"/>
                  </a:moveTo>
                  <a:lnTo>
                    <a:pt x="1931203" y="12628"/>
                  </a:lnTo>
                  <a:lnTo>
                    <a:pt x="1881698" y="0"/>
                  </a:lnTo>
                  <a:close/>
                </a:path>
              </a:pathLst>
            </a:custGeom>
            <a:solidFill>
              <a:srgbClr val="E3E8EC"/>
            </a:solidFill>
            <a:ln w="1524">
              <a:solidFill>
                <a:srgbClr val="E3E8EC"/>
              </a:solidFill>
            </a:ln>
          </p:spPr>
        </p:sp>
        <p:sp>
          <p:nvSpPr>
            <p:cNvPr id="2102" name="Candidate_density__2101">
              <a:extLst>
                <a:ext uri="{FF2B5EF4-FFF2-40B4-BE49-F238E27FC236}">
                  <a16:creationId xmlns:a16="http://schemas.microsoft.com/office/drawing/2014/main" id="{98119E17-12D5-C19F-7F1A-4184517DC02B}"/>
                </a:ext>
              </a:extLst>
            </p:cNvPr>
            <p:cNvSpPr>
              <a:spLocks noGrp="1"/>
            </p:cNvSpPr>
            <p:nvPr/>
          </p:nvSpPr>
          <p:spPr>
            <a:xfrm>
              <a:off x="3850911" y="1725972"/>
              <a:ext cx="2350365" cy="2903516"/>
            </a:xfrm>
            <a:custGeom>
              <a:avLst/>
              <a:gdLst/>
              <a:ahLst/>
              <a:cxnLst/>
              <a:rect l="0" t="0" r="0" b="0"/>
              <a:pathLst>
                <a:path w="2350365" h="2903516">
                  <a:moveTo>
                    <a:pt x="67034" y="1292335"/>
                  </a:moveTo>
                  <a:lnTo>
                    <a:pt x="0" y="1409106"/>
                  </a:lnTo>
                  <a:lnTo>
                    <a:pt x="30248" y="1348270"/>
                  </a:lnTo>
                  <a:close/>
                  <a:moveTo>
                    <a:pt x="108410" y="1361848"/>
                  </a:moveTo>
                  <a:lnTo>
                    <a:pt x="164664" y="1356972"/>
                  </a:lnTo>
                  <a:lnTo>
                    <a:pt x="30248" y="1348270"/>
                  </a:lnTo>
                  <a:close/>
                  <a:moveTo>
                    <a:pt x="179713" y="1349781"/>
                  </a:moveTo>
                  <a:lnTo>
                    <a:pt x="194120" y="1370669"/>
                  </a:lnTo>
                  <a:lnTo>
                    <a:pt x="164664" y="1356972"/>
                  </a:lnTo>
                  <a:close/>
                  <a:moveTo>
                    <a:pt x="1065577" y="2280869"/>
                  </a:moveTo>
                  <a:lnTo>
                    <a:pt x="1014223" y="2304069"/>
                  </a:lnTo>
                  <a:lnTo>
                    <a:pt x="1141209" y="2284988"/>
                  </a:lnTo>
                  <a:close/>
                  <a:moveTo>
                    <a:pt x="50994" y="1005099"/>
                  </a:moveTo>
                  <a:lnTo>
                    <a:pt x="111372" y="1016604"/>
                  </a:lnTo>
                  <a:lnTo>
                    <a:pt x="53062" y="1003165"/>
                  </a:lnTo>
                  <a:close/>
                  <a:moveTo>
                    <a:pt x="1065577" y="2280869"/>
                  </a:moveTo>
                  <a:lnTo>
                    <a:pt x="1141209" y="2284988"/>
                  </a:lnTo>
                  <a:lnTo>
                    <a:pt x="1180954" y="2218385"/>
                  </a:lnTo>
                  <a:close/>
                  <a:moveTo>
                    <a:pt x="119636" y="964936"/>
                  </a:moveTo>
                  <a:lnTo>
                    <a:pt x="53903" y="1002734"/>
                  </a:lnTo>
                  <a:lnTo>
                    <a:pt x="159585" y="907577"/>
                  </a:lnTo>
                  <a:close/>
                  <a:moveTo>
                    <a:pt x="159585" y="907577"/>
                  </a:moveTo>
                  <a:lnTo>
                    <a:pt x="53903" y="1002734"/>
                  </a:lnTo>
                  <a:lnTo>
                    <a:pt x="53062" y="1003165"/>
                  </a:lnTo>
                  <a:close/>
                  <a:moveTo>
                    <a:pt x="1199199" y="2178932"/>
                  </a:moveTo>
                  <a:lnTo>
                    <a:pt x="1180954" y="2218385"/>
                  </a:lnTo>
                  <a:lnTo>
                    <a:pt x="1206109" y="2198162"/>
                  </a:lnTo>
                  <a:close/>
                  <a:moveTo>
                    <a:pt x="1217554" y="2140026"/>
                  </a:moveTo>
                  <a:lnTo>
                    <a:pt x="1242116" y="2168404"/>
                  </a:lnTo>
                  <a:lnTo>
                    <a:pt x="1281811" y="2101614"/>
                  </a:lnTo>
                  <a:close/>
                  <a:moveTo>
                    <a:pt x="1293885" y="2062454"/>
                  </a:moveTo>
                  <a:lnTo>
                    <a:pt x="1281811" y="2101614"/>
                  </a:lnTo>
                  <a:lnTo>
                    <a:pt x="1325851" y="2077511"/>
                  </a:lnTo>
                  <a:close/>
                  <a:moveTo>
                    <a:pt x="1325851" y="2077511"/>
                  </a:moveTo>
                  <a:lnTo>
                    <a:pt x="1347061" y="2066917"/>
                  </a:lnTo>
                  <a:lnTo>
                    <a:pt x="1293885" y="2062454"/>
                  </a:lnTo>
                  <a:close/>
                  <a:moveTo>
                    <a:pt x="652015" y="1203657"/>
                  </a:moveTo>
                  <a:lnTo>
                    <a:pt x="713485" y="1230427"/>
                  </a:lnTo>
                  <a:lnTo>
                    <a:pt x="720314" y="1180357"/>
                  </a:lnTo>
                  <a:close/>
                  <a:moveTo>
                    <a:pt x="1129784" y="1596666"/>
                  </a:moveTo>
                  <a:lnTo>
                    <a:pt x="1051482" y="1582567"/>
                  </a:lnTo>
                  <a:lnTo>
                    <a:pt x="996044" y="1582856"/>
                  </a:lnTo>
                  <a:close/>
                  <a:moveTo>
                    <a:pt x="2150094" y="2903516"/>
                  </a:moveTo>
                  <a:lnTo>
                    <a:pt x="2222785" y="2896637"/>
                  </a:lnTo>
                  <a:lnTo>
                    <a:pt x="2274663" y="2875398"/>
                  </a:lnTo>
                  <a:close/>
                  <a:moveTo>
                    <a:pt x="2230285" y="2861226"/>
                  </a:moveTo>
                  <a:lnTo>
                    <a:pt x="2280389" y="2822789"/>
                  </a:lnTo>
                  <a:lnTo>
                    <a:pt x="2274663" y="2875398"/>
                  </a:lnTo>
                  <a:close/>
                  <a:moveTo>
                    <a:pt x="1347447" y="1753992"/>
                  </a:moveTo>
                  <a:lnTo>
                    <a:pt x="1317536" y="1804778"/>
                  </a:lnTo>
                  <a:lnTo>
                    <a:pt x="1348083" y="1778707"/>
                  </a:lnTo>
                  <a:close/>
                  <a:moveTo>
                    <a:pt x="1348083" y="1778707"/>
                  </a:moveTo>
                  <a:lnTo>
                    <a:pt x="1317536" y="1804778"/>
                  </a:lnTo>
                  <a:lnTo>
                    <a:pt x="1306488" y="1852023"/>
                  </a:lnTo>
                  <a:close/>
                  <a:moveTo>
                    <a:pt x="1348083" y="1778707"/>
                  </a:moveTo>
                  <a:lnTo>
                    <a:pt x="1338823" y="1686144"/>
                  </a:lnTo>
                  <a:lnTo>
                    <a:pt x="1347447" y="1753992"/>
                  </a:lnTo>
                  <a:close/>
                  <a:moveTo>
                    <a:pt x="1338823" y="1686144"/>
                  </a:moveTo>
                  <a:lnTo>
                    <a:pt x="1340631" y="1671778"/>
                  </a:lnTo>
                  <a:lnTo>
                    <a:pt x="1347447" y="1753992"/>
                  </a:lnTo>
                  <a:close/>
                  <a:moveTo>
                    <a:pt x="1142942" y="1524022"/>
                  </a:moveTo>
                  <a:lnTo>
                    <a:pt x="1072220" y="1520926"/>
                  </a:lnTo>
                  <a:lnTo>
                    <a:pt x="1051482" y="1582567"/>
                  </a:lnTo>
                  <a:close/>
                  <a:moveTo>
                    <a:pt x="849828" y="1170727"/>
                  </a:moveTo>
                  <a:lnTo>
                    <a:pt x="787997" y="1130350"/>
                  </a:lnTo>
                  <a:lnTo>
                    <a:pt x="868404" y="1178487"/>
                  </a:lnTo>
                  <a:close/>
                  <a:moveTo>
                    <a:pt x="894174" y="906126"/>
                  </a:moveTo>
                  <a:lnTo>
                    <a:pt x="885142" y="893405"/>
                  </a:lnTo>
                  <a:lnTo>
                    <a:pt x="968648" y="943983"/>
                  </a:lnTo>
                  <a:close/>
                  <a:moveTo>
                    <a:pt x="852717" y="966328"/>
                  </a:moveTo>
                  <a:lnTo>
                    <a:pt x="885142" y="893405"/>
                  </a:lnTo>
                  <a:lnTo>
                    <a:pt x="894174" y="906126"/>
                  </a:lnTo>
                  <a:close/>
                  <a:moveTo>
                    <a:pt x="898890" y="700419"/>
                  </a:moveTo>
                  <a:lnTo>
                    <a:pt x="829105" y="696561"/>
                  </a:lnTo>
                  <a:lnTo>
                    <a:pt x="837913" y="811190"/>
                  </a:lnTo>
                  <a:close/>
                  <a:moveTo>
                    <a:pt x="821404" y="690539"/>
                  </a:moveTo>
                  <a:lnTo>
                    <a:pt x="829105" y="696561"/>
                  </a:lnTo>
                  <a:lnTo>
                    <a:pt x="835290" y="685969"/>
                  </a:lnTo>
                  <a:close/>
                  <a:moveTo>
                    <a:pt x="837629" y="694715"/>
                  </a:moveTo>
                  <a:lnTo>
                    <a:pt x="829105" y="696561"/>
                  </a:lnTo>
                  <a:lnTo>
                    <a:pt x="821404" y="690539"/>
                  </a:lnTo>
                  <a:close/>
                  <a:moveTo>
                    <a:pt x="1780147" y="1669816"/>
                  </a:moveTo>
                  <a:lnTo>
                    <a:pt x="1737642" y="1643779"/>
                  </a:lnTo>
                  <a:lnTo>
                    <a:pt x="1712077" y="1734870"/>
                  </a:lnTo>
                  <a:close/>
                  <a:moveTo>
                    <a:pt x="835290" y="685969"/>
                  </a:moveTo>
                  <a:lnTo>
                    <a:pt x="903934" y="663960"/>
                  </a:lnTo>
                  <a:lnTo>
                    <a:pt x="952945" y="632001"/>
                  </a:lnTo>
                  <a:close/>
                  <a:moveTo>
                    <a:pt x="952945" y="632001"/>
                  </a:moveTo>
                  <a:lnTo>
                    <a:pt x="903934" y="663960"/>
                  </a:lnTo>
                  <a:lnTo>
                    <a:pt x="1025864" y="625974"/>
                  </a:lnTo>
                  <a:close/>
                  <a:moveTo>
                    <a:pt x="1177517" y="914323"/>
                  </a:moveTo>
                  <a:lnTo>
                    <a:pt x="1086506" y="908759"/>
                  </a:lnTo>
                  <a:lnTo>
                    <a:pt x="1157648" y="911514"/>
                  </a:lnTo>
                  <a:close/>
                  <a:moveTo>
                    <a:pt x="2158035" y="1846893"/>
                  </a:moveTo>
                  <a:lnTo>
                    <a:pt x="2155782" y="1848771"/>
                  </a:lnTo>
                  <a:lnTo>
                    <a:pt x="2196472" y="1967544"/>
                  </a:lnTo>
                  <a:close/>
                  <a:moveTo>
                    <a:pt x="2151449" y="1846893"/>
                  </a:moveTo>
                  <a:lnTo>
                    <a:pt x="2074269" y="1822666"/>
                  </a:lnTo>
                  <a:lnTo>
                    <a:pt x="2037810" y="1781709"/>
                  </a:lnTo>
                  <a:close/>
                  <a:moveTo>
                    <a:pt x="1249910" y="906329"/>
                  </a:moveTo>
                  <a:lnTo>
                    <a:pt x="1307098" y="950698"/>
                  </a:lnTo>
                  <a:lnTo>
                    <a:pt x="1177517" y="914323"/>
                  </a:lnTo>
                  <a:close/>
                  <a:moveTo>
                    <a:pt x="1371163" y="865812"/>
                  </a:moveTo>
                  <a:lnTo>
                    <a:pt x="1301674" y="898747"/>
                  </a:lnTo>
                  <a:lnTo>
                    <a:pt x="1344743" y="880593"/>
                  </a:lnTo>
                  <a:close/>
                  <a:moveTo>
                    <a:pt x="2254802" y="1808456"/>
                  </a:moveTo>
                  <a:lnTo>
                    <a:pt x="2158035" y="1846893"/>
                  </a:lnTo>
                  <a:lnTo>
                    <a:pt x="2271697" y="1788299"/>
                  </a:lnTo>
                  <a:close/>
                  <a:moveTo>
                    <a:pt x="2275232" y="1709872"/>
                  </a:moveTo>
                  <a:lnTo>
                    <a:pt x="2254802" y="1808456"/>
                  </a:lnTo>
                  <a:lnTo>
                    <a:pt x="2271697" y="1788299"/>
                  </a:lnTo>
                  <a:close/>
                  <a:moveTo>
                    <a:pt x="2337749" y="1719639"/>
                  </a:moveTo>
                  <a:lnTo>
                    <a:pt x="2271697" y="1788299"/>
                  </a:lnTo>
                  <a:lnTo>
                    <a:pt x="2333007" y="1738868"/>
                  </a:lnTo>
                  <a:close/>
                  <a:moveTo>
                    <a:pt x="2337749" y="1719639"/>
                  </a:moveTo>
                  <a:lnTo>
                    <a:pt x="2275232" y="1709872"/>
                  </a:lnTo>
                  <a:lnTo>
                    <a:pt x="2271697" y="1788299"/>
                  </a:lnTo>
                  <a:close/>
                  <a:moveTo>
                    <a:pt x="1560669" y="801830"/>
                  </a:moveTo>
                  <a:lnTo>
                    <a:pt x="1589149" y="803080"/>
                  </a:lnTo>
                  <a:lnTo>
                    <a:pt x="1485045" y="797741"/>
                  </a:lnTo>
                  <a:close/>
                  <a:moveTo>
                    <a:pt x="2307515" y="1491813"/>
                  </a:moveTo>
                  <a:lnTo>
                    <a:pt x="2335890" y="1520966"/>
                  </a:lnTo>
                  <a:lnTo>
                    <a:pt x="2313906" y="1484937"/>
                  </a:lnTo>
                  <a:close/>
                  <a:moveTo>
                    <a:pt x="2307515" y="1491813"/>
                  </a:moveTo>
                  <a:lnTo>
                    <a:pt x="2335335" y="1532369"/>
                  </a:lnTo>
                  <a:lnTo>
                    <a:pt x="2335890" y="1520966"/>
                  </a:lnTo>
                  <a:close/>
                  <a:moveTo>
                    <a:pt x="2335890" y="1520966"/>
                  </a:moveTo>
                  <a:lnTo>
                    <a:pt x="2350083" y="1409335"/>
                  </a:lnTo>
                  <a:lnTo>
                    <a:pt x="2313906" y="1484937"/>
                  </a:lnTo>
                  <a:close/>
                  <a:moveTo>
                    <a:pt x="2350083" y="1409335"/>
                  </a:moveTo>
                  <a:lnTo>
                    <a:pt x="2350365" y="1402722"/>
                  </a:lnTo>
                  <a:lnTo>
                    <a:pt x="2313906" y="1484937"/>
                  </a:lnTo>
                  <a:close/>
                  <a:moveTo>
                    <a:pt x="2350365" y="1402722"/>
                  </a:moveTo>
                  <a:lnTo>
                    <a:pt x="2350083" y="1409335"/>
                  </a:lnTo>
                  <a:lnTo>
                    <a:pt x="2336401" y="1321152"/>
                  </a:lnTo>
                  <a:close/>
                  <a:moveTo>
                    <a:pt x="2088738" y="1073862"/>
                  </a:moveTo>
                  <a:lnTo>
                    <a:pt x="2099447" y="1156077"/>
                  </a:lnTo>
                  <a:lnTo>
                    <a:pt x="2068648" y="1112299"/>
                  </a:lnTo>
                  <a:close/>
                  <a:moveTo>
                    <a:pt x="1839871" y="947868"/>
                  </a:moveTo>
                  <a:lnTo>
                    <a:pt x="1836098" y="843890"/>
                  </a:lnTo>
                  <a:lnTo>
                    <a:pt x="1838782" y="921501"/>
                  </a:lnTo>
                  <a:close/>
                  <a:moveTo>
                    <a:pt x="2069558" y="1055252"/>
                  </a:moveTo>
                  <a:lnTo>
                    <a:pt x="2093457" y="1135915"/>
                  </a:lnTo>
                  <a:lnTo>
                    <a:pt x="2099447" y="1156077"/>
                  </a:lnTo>
                  <a:close/>
                  <a:moveTo>
                    <a:pt x="1714156" y="451426"/>
                  </a:moveTo>
                  <a:lnTo>
                    <a:pt x="1660222" y="464979"/>
                  </a:lnTo>
                  <a:lnTo>
                    <a:pt x="1786934" y="444872"/>
                  </a:lnTo>
                  <a:close/>
                  <a:moveTo>
                    <a:pt x="2077325" y="748662"/>
                  </a:moveTo>
                  <a:lnTo>
                    <a:pt x="2077281" y="750344"/>
                  </a:lnTo>
                  <a:lnTo>
                    <a:pt x="2078525" y="647594"/>
                  </a:lnTo>
                  <a:close/>
                  <a:moveTo>
                    <a:pt x="1723341" y="55361"/>
                  </a:moveTo>
                  <a:lnTo>
                    <a:pt x="1720691" y="56085"/>
                  </a:lnTo>
                  <a:lnTo>
                    <a:pt x="1727777" y="54186"/>
                  </a:lnTo>
                  <a:close/>
                  <a:moveTo>
                    <a:pt x="1720691" y="56085"/>
                  </a:moveTo>
                  <a:lnTo>
                    <a:pt x="1723341" y="55361"/>
                  </a:lnTo>
                  <a:lnTo>
                    <a:pt x="1700507" y="54186"/>
                  </a:lnTo>
                  <a:close/>
                  <a:moveTo>
                    <a:pt x="1700507" y="54186"/>
                  </a:moveTo>
                  <a:lnTo>
                    <a:pt x="1723341" y="55361"/>
                  </a:lnTo>
                  <a:lnTo>
                    <a:pt x="1725256" y="52374"/>
                  </a:lnTo>
                  <a:close/>
                  <a:moveTo>
                    <a:pt x="1766092" y="0"/>
                  </a:moveTo>
                  <a:lnTo>
                    <a:pt x="1700507" y="54186"/>
                  </a:lnTo>
                  <a:lnTo>
                    <a:pt x="1725256" y="52374"/>
                  </a:lnTo>
                  <a:close/>
                  <a:moveTo>
                    <a:pt x="1723341" y="55361"/>
                  </a:moveTo>
                  <a:lnTo>
                    <a:pt x="1727777" y="54186"/>
                  </a:lnTo>
                  <a:lnTo>
                    <a:pt x="1725256" y="52374"/>
                  </a:lnTo>
                  <a:close/>
                  <a:moveTo>
                    <a:pt x="1821678" y="34577"/>
                  </a:moveTo>
                  <a:lnTo>
                    <a:pt x="1814202" y="15750"/>
                  </a:lnTo>
                  <a:lnTo>
                    <a:pt x="1795008" y="44653"/>
                  </a:lnTo>
                  <a:close/>
                  <a:moveTo>
                    <a:pt x="1795008" y="44653"/>
                  </a:moveTo>
                  <a:lnTo>
                    <a:pt x="1814202" y="15750"/>
                  </a:lnTo>
                  <a:lnTo>
                    <a:pt x="1766092" y="0"/>
                  </a:lnTo>
                  <a:close/>
                  <a:moveTo>
                    <a:pt x="1725256" y="52374"/>
                  </a:moveTo>
                  <a:lnTo>
                    <a:pt x="1727777" y="54186"/>
                  </a:lnTo>
                  <a:lnTo>
                    <a:pt x="1795008" y="44653"/>
                  </a:lnTo>
                  <a:close/>
                  <a:moveTo>
                    <a:pt x="1766092" y="0"/>
                  </a:moveTo>
                  <a:lnTo>
                    <a:pt x="1725256" y="52374"/>
                  </a:lnTo>
                  <a:lnTo>
                    <a:pt x="1795008" y="44653"/>
                  </a:lnTo>
                  <a:close/>
                </a:path>
              </a:pathLst>
            </a:custGeom>
            <a:solidFill>
              <a:srgbClr val="D4DBE0"/>
            </a:solidFill>
            <a:ln w="1524">
              <a:solidFill>
                <a:srgbClr val="D4DBE0"/>
              </a:solidFill>
            </a:ln>
          </p:spPr>
        </p:sp>
        <p:sp>
          <p:nvSpPr>
            <p:cNvPr id="2103" name="Candidate_density__2102">
              <a:extLst>
                <a:ext uri="{FF2B5EF4-FFF2-40B4-BE49-F238E27FC236}">
                  <a16:creationId xmlns:a16="http://schemas.microsoft.com/office/drawing/2014/main" id="{C42AEDAA-028A-0F77-9C9E-A90A1613B6C0}"/>
                </a:ext>
              </a:extLst>
            </p:cNvPr>
            <p:cNvSpPr>
              <a:spLocks noGrp="1"/>
            </p:cNvSpPr>
            <p:nvPr/>
          </p:nvSpPr>
          <p:spPr>
            <a:xfrm>
              <a:off x="4045031" y="1770625"/>
              <a:ext cx="2138886" cy="2240335"/>
            </a:xfrm>
            <a:custGeom>
              <a:avLst/>
              <a:gdLst/>
              <a:ahLst/>
              <a:cxnLst/>
              <a:rect l="0" t="0" r="0" b="0"/>
              <a:pathLst>
                <a:path w="2138886" h="2240335">
                  <a:moveTo>
                    <a:pt x="0" y="1326016"/>
                  </a:moveTo>
                  <a:lnTo>
                    <a:pt x="30858" y="1340553"/>
                  </a:lnTo>
                  <a:lnTo>
                    <a:pt x="59143" y="1364918"/>
                  </a:lnTo>
                  <a:close/>
                  <a:moveTo>
                    <a:pt x="991830" y="2191946"/>
                  </a:moveTo>
                  <a:lnTo>
                    <a:pt x="986834" y="2173732"/>
                  </a:lnTo>
                  <a:lnTo>
                    <a:pt x="947088" y="2240335"/>
                  </a:lnTo>
                  <a:close/>
                  <a:moveTo>
                    <a:pt x="991830" y="2191946"/>
                  </a:moveTo>
                  <a:lnTo>
                    <a:pt x="1011989" y="2153509"/>
                  </a:lnTo>
                  <a:lnTo>
                    <a:pt x="986834" y="2173732"/>
                  </a:lnTo>
                  <a:close/>
                  <a:moveTo>
                    <a:pt x="1011989" y="2153509"/>
                  </a:moveTo>
                  <a:lnTo>
                    <a:pt x="991830" y="2191946"/>
                  </a:lnTo>
                  <a:lnTo>
                    <a:pt x="1047996" y="2123751"/>
                  </a:lnTo>
                  <a:close/>
                  <a:moveTo>
                    <a:pt x="1023434" y="2095373"/>
                  </a:moveTo>
                  <a:lnTo>
                    <a:pt x="1011989" y="2153509"/>
                  </a:lnTo>
                  <a:lnTo>
                    <a:pt x="1047996" y="2123751"/>
                  </a:lnTo>
                  <a:close/>
                  <a:moveTo>
                    <a:pt x="1096319" y="2071294"/>
                  </a:moveTo>
                  <a:lnTo>
                    <a:pt x="1087690" y="2056961"/>
                  </a:lnTo>
                  <a:lnTo>
                    <a:pt x="1047996" y="2123751"/>
                  </a:lnTo>
                  <a:close/>
                  <a:moveTo>
                    <a:pt x="1096319" y="2071294"/>
                  </a:moveTo>
                  <a:lnTo>
                    <a:pt x="1131731" y="2032858"/>
                  </a:lnTo>
                  <a:lnTo>
                    <a:pt x="1087690" y="2056961"/>
                  </a:lnTo>
                  <a:close/>
                  <a:moveTo>
                    <a:pt x="225455" y="847266"/>
                  </a:moveTo>
                  <a:lnTo>
                    <a:pt x="267720" y="964062"/>
                  </a:lnTo>
                  <a:lnTo>
                    <a:pt x="272148" y="958386"/>
                  </a:lnTo>
                  <a:close/>
                  <a:moveTo>
                    <a:pt x="857362" y="1537913"/>
                  </a:moveTo>
                  <a:lnTo>
                    <a:pt x="878100" y="1476273"/>
                  </a:lnTo>
                  <a:lnTo>
                    <a:pt x="805036" y="1583346"/>
                  </a:lnTo>
                  <a:close/>
                  <a:moveTo>
                    <a:pt x="526193" y="1135704"/>
                  </a:moveTo>
                  <a:lnTo>
                    <a:pt x="570961" y="1090056"/>
                  </a:lnTo>
                  <a:lnTo>
                    <a:pt x="655708" y="1126074"/>
                  </a:lnTo>
                  <a:close/>
                  <a:moveTo>
                    <a:pt x="774528" y="899330"/>
                  </a:moveTo>
                  <a:lnTo>
                    <a:pt x="847784" y="856498"/>
                  </a:lnTo>
                  <a:lnTo>
                    <a:pt x="791190" y="892531"/>
                  </a:lnTo>
                  <a:close/>
                  <a:moveTo>
                    <a:pt x="797436" y="880706"/>
                  </a:moveTo>
                  <a:lnTo>
                    <a:pt x="791190" y="892531"/>
                  </a:lnTo>
                  <a:lnTo>
                    <a:pt x="847784" y="856498"/>
                  </a:lnTo>
                  <a:close/>
                  <a:moveTo>
                    <a:pt x="1177042" y="821159"/>
                  </a:moveTo>
                  <a:lnTo>
                    <a:pt x="1055789" y="861676"/>
                  </a:lnTo>
                  <a:lnTo>
                    <a:pt x="1107554" y="854094"/>
                  </a:lnTo>
                  <a:close/>
                  <a:moveTo>
                    <a:pt x="1150623" y="835940"/>
                  </a:moveTo>
                  <a:lnTo>
                    <a:pt x="1182957" y="815657"/>
                  </a:lnTo>
                  <a:lnTo>
                    <a:pt x="1177042" y="821159"/>
                  </a:lnTo>
                  <a:close/>
                  <a:moveTo>
                    <a:pt x="1963915" y="1802239"/>
                  </a:moveTo>
                  <a:lnTo>
                    <a:pt x="2027921" y="1773195"/>
                  </a:lnTo>
                  <a:lnTo>
                    <a:pt x="2077577" y="1743646"/>
                  </a:lnTo>
                  <a:close/>
                  <a:moveTo>
                    <a:pt x="2077577" y="1743646"/>
                  </a:moveTo>
                  <a:lnTo>
                    <a:pt x="2027921" y="1773195"/>
                  </a:lnTo>
                  <a:lnTo>
                    <a:pt x="2138886" y="1694214"/>
                  </a:lnTo>
                  <a:close/>
                  <a:moveTo>
                    <a:pt x="1178642" y="813161"/>
                  </a:moveTo>
                  <a:lnTo>
                    <a:pt x="1177042" y="821159"/>
                  </a:lnTo>
                  <a:lnTo>
                    <a:pt x="1182957" y="815657"/>
                  </a:lnTo>
                  <a:close/>
                  <a:moveTo>
                    <a:pt x="1644662" y="876848"/>
                  </a:moveTo>
                  <a:lnTo>
                    <a:pt x="1627555" y="960517"/>
                  </a:lnTo>
                  <a:lnTo>
                    <a:pt x="1645751" y="903215"/>
                  </a:lnTo>
                  <a:close/>
                  <a:moveTo>
                    <a:pt x="1650801" y="782564"/>
                  </a:moveTo>
                  <a:lnTo>
                    <a:pt x="1641978" y="799237"/>
                  </a:lnTo>
                  <a:lnTo>
                    <a:pt x="1645751" y="903215"/>
                  </a:lnTo>
                  <a:close/>
                  <a:moveTo>
                    <a:pt x="1762786" y="757059"/>
                  </a:moveTo>
                  <a:lnTo>
                    <a:pt x="1650801" y="782564"/>
                  </a:lnTo>
                  <a:lnTo>
                    <a:pt x="1747544" y="753707"/>
                  </a:lnTo>
                  <a:close/>
                  <a:moveTo>
                    <a:pt x="1641978" y="799237"/>
                  </a:moveTo>
                  <a:lnTo>
                    <a:pt x="1650801" y="782564"/>
                  </a:lnTo>
                  <a:lnTo>
                    <a:pt x="1762786" y="757059"/>
                  </a:lnTo>
                  <a:close/>
                  <a:moveTo>
                    <a:pt x="1747544" y="753707"/>
                  </a:moveTo>
                  <a:lnTo>
                    <a:pt x="1650801" y="782564"/>
                  </a:lnTo>
                  <a:lnTo>
                    <a:pt x="1706732" y="762688"/>
                  </a:lnTo>
                  <a:close/>
                  <a:moveTo>
                    <a:pt x="1984439" y="598062"/>
                  </a:moveTo>
                  <a:lnTo>
                    <a:pt x="1883161" y="705691"/>
                  </a:lnTo>
                  <a:lnTo>
                    <a:pt x="1939590" y="645582"/>
                  </a:lnTo>
                  <a:close/>
                  <a:moveTo>
                    <a:pt x="1984439" y="598062"/>
                  </a:moveTo>
                  <a:lnTo>
                    <a:pt x="1939590" y="645582"/>
                  </a:lnTo>
                  <a:lnTo>
                    <a:pt x="2060383" y="603346"/>
                  </a:lnTo>
                  <a:close/>
                  <a:moveTo>
                    <a:pt x="1526571" y="11432"/>
                  </a:moveTo>
                  <a:lnTo>
                    <a:pt x="1506387" y="9533"/>
                  </a:lnTo>
                  <a:lnTo>
                    <a:pt x="1477819" y="33729"/>
                  </a:lnTo>
                  <a:close/>
                  <a:moveTo>
                    <a:pt x="1533656" y="9533"/>
                  </a:moveTo>
                  <a:lnTo>
                    <a:pt x="1477819" y="33729"/>
                  </a:lnTo>
                  <a:lnTo>
                    <a:pt x="1600887" y="0"/>
                  </a:lnTo>
                  <a:close/>
                  <a:moveTo>
                    <a:pt x="1526571" y="11432"/>
                  </a:moveTo>
                  <a:lnTo>
                    <a:pt x="1477819" y="33729"/>
                  </a:lnTo>
                  <a:lnTo>
                    <a:pt x="1533656" y="9533"/>
                  </a:lnTo>
                  <a:close/>
                </a:path>
              </a:pathLst>
            </a:custGeom>
            <a:solidFill>
              <a:srgbClr val="D0D7DD"/>
            </a:solidFill>
            <a:ln w="1524">
              <a:solidFill>
                <a:srgbClr val="D0D7DD"/>
              </a:solidFill>
            </a:ln>
          </p:spPr>
        </p:sp>
        <p:sp>
          <p:nvSpPr>
            <p:cNvPr id="2104" name="Candidate_density__2103">
              <a:extLst>
                <a:ext uri="{FF2B5EF4-FFF2-40B4-BE49-F238E27FC236}">
                  <a16:creationId xmlns:a16="http://schemas.microsoft.com/office/drawing/2014/main" id="{C2686708-4126-CF49-8E0F-B1AF5CFAE26B}"/>
                </a:ext>
              </a:extLst>
            </p:cNvPr>
            <p:cNvSpPr>
              <a:spLocks noGrp="1"/>
            </p:cNvSpPr>
            <p:nvPr/>
          </p:nvSpPr>
          <p:spPr>
            <a:xfrm>
              <a:off x="3987497" y="1506742"/>
              <a:ext cx="2449256" cy="3042019"/>
            </a:xfrm>
            <a:custGeom>
              <a:avLst/>
              <a:gdLst/>
              <a:ahLst/>
              <a:cxnLst/>
              <a:rect l="0" t="0" r="0" b="0"/>
              <a:pathLst>
                <a:path w="2449256" h="3042019">
                  <a:moveTo>
                    <a:pt x="81785" y="1266381"/>
                  </a:moveTo>
                  <a:lnTo>
                    <a:pt x="34527" y="1287358"/>
                  </a:lnTo>
                  <a:lnTo>
                    <a:pt x="56663" y="1369454"/>
                  </a:lnTo>
                  <a:close/>
                  <a:moveTo>
                    <a:pt x="0" y="1256020"/>
                  </a:moveTo>
                  <a:lnTo>
                    <a:pt x="34527" y="1287358"/>
                  </a:lnTo>
                  <a:lnTo>
                    <a:pt x="32868" y="1222602"/>
                  </a:lnTo>
                  <a:close/>
                  <a:moveTo>
                    <a:pt x="32868" y="1222602"/>
                  </a:moveTo>
                  <a:lnTo>
                    <a:pt x="34527" y="1287358"/>
                  </a:lnTo>
                  <a:lnTo>
                    <a:pt x="81785" y="1266381"/>
                  </a:lnTo>
                  <a:close/>
                  <a:moveTo>
                    <a:pt x="1697850" y="2954462"/>
                  </a:moveTo>
                  <a:lnTo>
                    <a:pt x="1816488" y="3010157"/>
                  </a:lnTo>
                  <a:lnTo>
                    <a:pt x="1795994" y="2926726"/>
                  </a:lnTo>
                  <a:close/>
                  <a:moveTo>
                    <a:pt x="1697850" y="2954462"/>
                  </a:moveTo>
                  <a:lnTo>
                    <a:pt x="1750191" y="3036677"/>
                  </a:lnTo>
                  <a:lnTo>
                    <a:pt x="1816488" y="3010157"/>
                  </a:lnTo>
                  <a:close/>
                  <a:moveTo>
                    <a:pt x="1795994" y="2926726"/>
                  </a:moveTo>
                  <a:lnTo>
                    <a:pt x="1893936" y="2954345"/>
                  </a:lnTo>
                  <a:lnTo>
                    <a:pt x="1865132" y="2916025"/>
                  </a:lnTo>
                  <a:close/>
                  <a:moveTo>
                    <a:pt x="1675260" y="2872247"/>
                  </a:moveTo>
                  <a:lnTo>
                    <a:pt x="1795994" y="2926726"/>
                  </a:lnTo>
                  <a:lnTo>
                    <a:pt x="1753402" y="2861260"/>
                  </a:lnTo>
                  <a:close/>
                  <a:moveTo>
                    <a:pt x="1675260" y="2872247"/>
                  </a:moveTo>
                  <a:lnTo>
                    <a:pt x="1697850" y="2954462"/>
                  </a:lnTo>
                  <a:lnTo>
                    <a:pt x="1795994" y="2926726"/>
                  </a:lnTo>
                  <a:close/>
                  <a:moveTo>
                    <a:pt x="1865132" y="2916025"/>
                  </a:moveTo>
                  <a:lnTo>
                    <a:pt x="1879449" y="2900180"/>
                  </a:lnTo>
                  <a:lnTo>
                    <a:pt x="1795994" y="2926726"/>
                  </a:lnTo>
                  <a:close/>
                  <a:moveTo>
                    <a:pt x="653509" y="1518369"/>
                  </a:moveTo>
                  <a:lnTo>
                    <a:pt x="673338" y="1455965"/>
                  </a:lnTo>
                  <a:lnTo>
                    <a:pt x="584394" y="1543655"/>
                  </a:lnTo>
                  <a:close/>
                  <a:moveTo>
                    <a:pt x="584394" y="1543655"/>
                  </a:moveTo>
                  <a:lnTo>
                    <a:pt x="673338" y="1455965"/>
                  </a:lnTo>
                  <a:lnTo>
                    <a:pt x="660693" y="1442126"/>
                  </a:lnTo>
                  <a:close/>
                  <a:moveTo>
                    <a:pt x="584394" y="1543655"/>
                  </a:moveTo>
                  <a:lnTo>
                    <a:pt x="660693" y="1442126"/>
                  </a:lnTo>
                  <a:lnTo>
                    <a:pt x="576899" y="1449657"/>
                  </a:lnTo>
                  <a:close/>
                  <a:moveTo>
                    <a:pt x="660693" y="1442126"/>
                  </a:moveTo>
                  <a:lnTo>
                    <a:pt x="673338" y="1455965"/>
                  </a:lnTo>
                  <a:lnTo>
                    <a:pt x="682896" y="1436153"/>
                  </a:lnTo>
                  <a:close/>
                  <a:moveTo>
                    <a:pt x="1920727" y="2998240"/>
                  </a:moveTo>
                  <a:lnTo>
                    <a:pt x="2035765" y="3042019"/>
                  </a:lnTo>
                  <a:lnTo>
                    <a:pt x="2015069" y="2959804"/>
                  </a:lnTo>
                  <a:close/>
                  <a:moveTo>
                    <a:pt x="2015069" y="2959804"/>
                  </a:moveTo>
                  <a:lnTo>
                    <a:pt x="2012251" y="2902844"/>
                  </a:lnTo>
                  <a:lnTo>
                    <a:pt x="1920727" y="2998240"/>
                  </a:lnTo>
                  <a:close/>
                  <a:moveTo>
                    <a:pt x="1920727" y="2998240"/>
                  </a:moveTo>
                  <a:lnTo>
                    <a:pt x="2012251" y="2902844"/>
                  </a:lnTo>
                  <a:lnTo>
                    <a:pt x="1888273" y="2912297"/>
                  </a:lnTo>
                  <a:close/>
                  <a:moveTo>
                    <a:pt x="1888273" y="2912297"/>
                  </a:moveTo>
                  <a:lnTo>
                    <a:pt x="2012251" y="2902844"/>
                  </a:lnTo>
                  <a:lnTo>
                    <a:pt x="1996983" y="2884510"/>
                  </a:lnTo>
                  <a:close/>
                  <a:moveTo>
                    <a:pt x="1920727" y="2998240"/>
                  </a:moveTo>
                  <a:lnTo>
                    <a:pt x="1888273" y="2912297"/>
                  </a:lnTo>
                  <a:lnTo>
                    <a:pt x="1893936" y="2954345"/>
                  </a:lnTo>
                  <a:close/>
                  <a:moveTo>
                    <a:pt x="1865132" y="2916025"/>
                  </a:moveTo>
                  <a:lnTo>
                    <a:pt x="1893936" y="2954345"/>
                  </a:lnTo>
                  <a:lnTo>
                    <a:pt x="1888273" y="2912297"/>
                  </a:lnTo>
                  <a:close/>
                  <a:moveTo>
                    <a:pt x="1879449" y="2900180"/>
                  </a:moveTo>
                  <a:lnTo>
                    <a:pt x="1865132" y="2916025"/>
                  </a:lnTo>
                  <a:lnTo>
                    <a:pt x="1888273" y="2912297"/>
                  </a:lnTo>
                  <a:close/>
                  <a:moveTo>
                    <a:pt x="1996983" y="2884510"/>
                  </a:moveTo>
                  <a:lnTo>
                    <a:pt x="2012251" y="2902844"/>
                  </a:lnTo>
                  <a:lnTo>
                    <a:pt x="2027802" y="2877589"/>
                  </a:lnTo>
                  <a:close/>
                  <a:moveTo>
                    <a:pt x="1114636" y="1815907"/>
                  </a:moveTo>
                  <a:lnTo>
                    <a:pt x="1023686" y="1847229"/>
                  </a:lnTo>
                  <a:lnTo>
                    <a:pt x="1128396" y="1827521"/>
                  </a:lnTo>
                  <a:close/>
                  <a:moveTo>
                    <a:pt x="1128396" y="1827521"/>
                  </a:moveTo>
                  <a:lnTo>
                    <a:pt x="1023686" y="1847229"/>
                  </a:lnTo>
                  <a:lnTo>
                    <a:pt x="1009560" y="1877072"/>
                  </a:lnTo>
                  <a:close/>
                  <a:moveTo>
                    <a:pt x="840492" y="1600584"/>
                  </a:moveTo>
                  <a:lnTo>
                    <a:pt x="795141" y="1632710"/>
                  </a:lnTo>
                  <a:lnTo>
                    <a:pt x="918291" y="1599287"/>
                  </a:lnTo>
                  <a:close/>
                  <a:moveTo>
                    <a:pt x="918291" y="1599287"/>
                  </a:moveTo>
                  <a:lnTo>
                    <a:pt x="795141" y="1632710"/>
                  </a:lnTo>
                  <a:lnTo>
                    <a:pt x="888576" y="1644362"/>
                  </a:lnTo>
                  <a:close/>
                  <a:moveTo>
                    <a:pt x="888576" y="1644362"/>
                  </a:moveTo>
                  <a:lnTo>
                    <a:pt x="795141" y="1632710"/>
                  </a:lnTo>
                  <a:lnTo>
                    <a:pt x="840981" y="1656423"/>
                  </a:lnTo>
                  <a:close/>
                  <a:moveTo>
                    <a:pt x="673338" y="1455965"/>
                  </a:moveTo>
                  <a:lnTo>
                    <a:pt x="653509" y="1518369"/>
                  </a:lnTo>
                  <a:lnTo>
                    <a:pt x="712961" y="1499725"/>
                  </a:lnTo>
                  <a:close/>
                  <a:moveTo>
                    <a:pt x="682896" y="1436153"/>
                  </a:moveTo>
                  <a:lnTo>
                    <a:pt x="673338" y="1455965"/>
                  </a:lnTo>
                  <a:lnTo>
                    <a:pt x="712961" y="1499725"/>
                  </a:lnTo>
                  <a:close/>
                  <a:moveTo>
                    <a:pt x="2015069" y="2959804"/>
                  </a:moveTo>
                  <a:lnTo>
                    <a:pt x="2055477" y="3037140"/>
                  </a:lnTo>
                  <a:lnTo>
                    <a:pt x="2035112" y="2953603"/>
                  </a:lnTo>
                  <a:close/>
                  <a:moveTo>
                    <a:pt x="2015069" y="2959804"/>
                  </a:moveTo>
                  <a:lnTo>
                    <a:pt x="2035765" y="3042019"/>
                  </a:lnTo>
                  <a:lnTo>
                    <a:pt x="2055477" y="3037140"/>
                  </a:lnTo>
                  <a:close/>
                  <a:moveTo>
                    <a:pt x="2012251" y="2902844"/>
                  </a:moveTo>
                  <a:lnTo>
                    <a:pt x="2015069" y="2959804"/>
                  </a:lnTo>
                  <a:lnTo>
                    <a:pt x="2035112" y="2953603"/>
                  </a:lnTo>
                  <a:close/>
                  <a:moveTo>
                    <a:pt x="2035112" y="2953603"/>
                  </a:moveTo>
                  <a:lnTo>
                    <a:pt x="2133779" y="2863358"/>
                  </a:lnTo>
                  <a:lnTo>
                    <a:pt x="2027802" y="2877589"/>
                  </a:lnTo>
                  <a:close/>
                  <a:moveTo>
                    <a:pt x="2027802" y="2877589"/>
                  </a:moveTo>
                  <a:lnTo>
                    <a:pt x="2133779" y="2863358"/>
                  </a:lnTo>
                  <a:lnTo>
                    <a:pt x="2103505" y="2839152"/>
                  </a:lnTo>
                  <a:close/>
                  <a:moveTo>
                    <a:pt x="2027802" y="2877589"/>
                  </a:moveTo>
                  <a:lnTo>
                    <a:pt x="2012251" y="2902844"/>
                  </a:lnTo>
                  <a:lnTo>
                    <a:pt x="2035112" y="2953603"/>
                  </a:lnTo>
                  <a:close/>
                  <a:moveTo>
                    <a:pt x="2120120" y="2812289"/>
                  </a:moveTo>
                  <a:lnTo>
                    <a:pt x="2027802" y="2877589"/>
                  </a:lnTo>
                  <a:lnTo>
                    <a:pt x="2103505" y="2839152"/>
                  </a:lnTo>
                  <a:close/>
                  <a:moveTo>
                    <a:pt x="2120120" y="2812289"/>
                  </a:moveTo>
                  <a:lnTo>
                    <a:pt x="2076943" y="2866060"/>
                  </a:lnTo>
                  <a:lnTo>
                    <a:pt x="2027802" y="2877589"/>
                  </a:lnTo>
                  <a:close/>
                  <a:moveTo>
                    <a:pt x="942462" y="1359280"/>
                  </a:moveTo>
                  <a:lnTo>
                    <a:pt x="932688" y="1277065"/>
                  </a:lnTo>
                  <a:lnTo>
                    <a:pt x="886986" y="1379337"/>
                  </a:lnTo>
                  <a:close/>
                  <a:moveTo>
                    <a:pt x="469474" y="875846"/>
                  </a:moveTo>
                  <a:lnTo>
                    <a:pt x="388142" y="881375"/>
                  </a:lnTo>
                  <a:lnTo>
                    <a:pt x="485332" y="879953"/>
                  </a:lnTo>
                  <a:close/>
                  <a:moveTo>
                    <a:pt x="494484" y="865990"/>
                  </a:moveTo>
                  <a:lnTo>
                    <a:pt x="460246" y="783774"/>
                  </a:lnTo>
                  <a:lnTo>
                    <a:pt x="469474" y="875846"/>
                  </a:lnTo>
                  <a:close/>
                  <a:moveTo>
                    <a:pt x="460246" y="783774"/>
                  </a:moveTo>
                  <a:lnTo>
                    <a:pt x="457785" y="785257"/>
                  </a:lnTo>
                  <a:lnTo>
                    <a:pt x="469474" y="875846"/>
                  </a:lnTo>
                  <a:close/>
                  <a:moveTo>
                    <a:pt x="469474" y="875846"/>
                  </a:moveTo>
                  <a:lnTo>
                    <a:pt x="485332" y="879953"/>
                  </a:lnTo>
                  <a:lnTo>
                    <a:pt x="494484" y="865990"/>
                  </a:lnTo>
                  <a:close/>
                  <a:moveTo>
                    <a:pt x="414812" y="701560"/>
                  </a:moveTo>
                  <a:lnTo>
                    <a:pt x="457785" y="785257"/>
                  </a:lnTo>
                  <a:lnTo>
                    <a:pt x="458776" y="780667"/>
                  </a:lnTo>
                  <a:close/>
                  <a:moveTo>
                    <a:pt x="376089" y="822211"/>
                  </a:moveTo>
                  <a:lnTo>
                    <a:pt x="457785" y="785257"/>
                  </a:lnTo>
                  <a:lnTo>
                    <a:pt x="414812" y="701560"/>
                  </a:lnTo>
                  <a:close/>
                  <a:moveTo>
                    <a:pt x="457785" y="785257"/>
                  </a:moveTo>
                  <a:lnTo>
                    <a:pt x="460246" y="783774"/>
                  </a:lnTo>
                  <a:lnTo>
                    <a:pt x="458776" y="780667"/>
                  </a:lnTo>
                  <a:close/>
                  <a:moveTo>
                    <a:pt x="2103505" y="2839152"/>
                  </a:moveTo>
                  <a:lnTo>
                    <a:pt x="2133779" y="2863358"/>
                  </a:lnTo>
                  <a:lnTo>
                    <a:pt x="2135376" y="2832590"/>
                  </a:lnTo>
                  <a:close/>
                  <a:moveTo>
                    <a:pt x="2120120" y="2812289"/>
                  </a:moveTo>
                  <a:lnTo>
                    <a:pt x="2103505" y="2839152"/>
                  </a:lnTo>
                  <a:lnTo>
                    <a:pt x="2135376" y="2832590"/>
                  </a:lnTo>
                  <a:close/>
                  <a:moveTo>
                    <a:pt x="1815116" y="2410720"/>
                  </a:moveTo>
                  <a:lnTo>
                    <a:pt x="1777272" y="2345862"/>
                  </a:lnTo>
                  <a:lnTo>
                    <a:pt x="1774461" y="2355899"/>
                  </a:lnTo>
                  <a:close/>
                  <a:moveTo>
                    <a:pt x="1873954" y="2323385"/>
                  </a:moveTo>
                  <a:lnTo>
                    <a:pt x="1777272" y="2345862"/>
                  </a:lnTo>
                  <a:lnTo>
                    <a:pt x="1815116" y="2410720"/>
                  </a:lnTo>
                  <a:close/>
                  <a:moveTo>
                    <a:pt x="1583087" y="2099216"/>
                  </a:moveTo>
                  <a:lnTo>
                    <a:pt x="1696304" y="2127140"/>
                  </a:lnTo>
                  <a:lnTo>
                    <a:pt x="1662052" y="2074197"/>
                  </a:lnTo>
                  <a:close/>
                  <a:moveTo>
                    <a:pt x="1693705" y="2142995"/>
                  </a:moveTo>
                  <a:lnTo>
                    <a:pt x="1696304" y="2127140"/>
                  </a:lnTo>
                  <a:lnTo>
                    <a:pt x="1583087" y="2099216"/>
                  </a:lnTo>
                  <a:close/>
                  <a:moveTo>
                    <a:pt x="1601457" y="2181432"/>
                  </a:moveTo>
                  <a:lnTo>
                    <a:pt x="1693705" y="2142995"/>
                  </a:lnTo>
                  <a:lnTo>
                    <a:pt x="1583087" y="2099216"/>
                  </a:lnTo>
                  <a:close/>
                  <a:moveTo>
                    <a:pt x="1662052" y="2074197"/>
                  </a:moveTo>
                  <a:lnTo>
                    <a:pt x="1696304" y="2127140"/>
                  </a:lnTo>
                  <a:lnTo>
                    <a:pt x="1753339" y="2061727"/>
                  </a:lnTo>
                  <a:close/>
                  <a:moveTo>
                    <a:pt x="942462" y="1359280"/>
                  </a:moveTo>
                  <a:lnTo>
                    <a:pt x="1044772" y="1363118"/>
                  </a:lnTo>
                  <a:lnTo>
                    <a:pt x="1013773" y="1336853"/>
                  </a:lnTo>
                  <a:close/>
                  <a:moveTo>
                    <a:pt x="932688" y="1277065"/>
                  </a:moveTo>
                  <a:lnTo>
                    <a:pt x="942462" y="1359280"/>
                  </a:lnTo>
                  <a:lnTo>
                    <a:pt x="1013773" y="1336853"/>
                  </a:lnTo>
                  <a:close/>
                  <a:moveTo>
                    <a:pt x="1097782" y="1329148"/>
                  </a:moveTo>
                  <a:lnTo>
                    <a:pt x="973980" y="1269113"/>
                  </a:lnTo>
                  <a:lnTo>
                    <a:pt x="1013773" y="1336853"/>
                  </a:lnTo>
                  <a:close/>
                  <a:moveTo>
                    <a:pt x="460246" y="783774"/>
                  </a:moveTo>
                  <a:lnTo>
                    <a:pt x="494484" y="865990"/>
                  </a:lnTo>
                  <a:lnTo>
                    <a:pt x="566013" y="827554"/>
                  </a:lnTo>
                  <a:close/>
                  <a:moveTo>
                    <a:pt x="460246" y="783774"/>
                  </a:moveTo>
                  <a:lnTo>
                    <a:pt x="566013" y="827554"/>
                  </a:lnTo>
                  <a:lnTo>
                    <a:pt x="513623" y="745338"/>
                  </a:lnTo>
                  <a:close/>
                  <a:moveTo>
                    <a:pt x="472326" y="673342"/>
                  </a:moveTo>
                  <a:lnTo>
                    <a:pt x="458776" y="780667"/>
                  </a:lnTo>
                  <a:lnTo>
                    <a:pt x="491266" y="663123"/>
                  </a:lnTo>
                  <a:close/>
                  <a:moveTo>
                    <a:pt x="491266" y="663123"/>
                  </a:moveTo>
                  <a:lnTo>
                    <a:pt x="458776" y="780667"/>
                  </a:lnTo>
                  <a:lnTo>
                    <a:pt x="460246" y="783774"/>
                  </a:lnTo>
                  <a:close/>
                  <a:moveTo>
                    <a:pt x="491266" y="663123"/>
                  </a:moveTo>
                  <a:lnTo>
                    <a:pt x="460246" y="783774"/>
                  </a:lnTo>
                  <a:lnTo>
                    <a:pt x="513623" y="745338"/>
                  </a:lnTo>
                  <a:close/>
                  <a:moveTo>
                    <a:pt x="414812" y="701560"/>
                  </a:moveTo>
                  <a:lnTo>
                    <a:pt x="458776" y="780667"/>
                  </a:lnTo>
                  <a:lnTo>
                    <a:pt x="472326" y="673342"/>
                  </a:lnTo>
                  <a:close/>
                  <a:moveTo>
                    <a:pt x="427201" y="662611"/>
                  </a:moveTo>
                  <a:lnTo>
                    <a:pt x="414812" y="701560"/>
                  </a:lnTo>
                  <a:lnTo>
                    <a:pt x="472326" y="673342"/>
                  </a:lnTo>
                  <a:close/>
                  <a:moveTo>
                    <a:pt x="538341" y="584285"/>
                  </a:moveTo>
                  <a:lnTo>
                    <a:pt x="427201" y="662611"/>
                  </a:lnTo>
                  <a:lnTo>
                    <a:pt x="491266" y="663123"/>
                  </a:lnTo>
                  <a:close/>
                  <a:moveTo>
                    <a:pt x="491266" y="663123"/>
                  </a:moveTo>
                  <a:lnTo>
                    <a:pt x="427201" y="662611"/>
                  </a:lnTo>
                  <a:lnTo>
                    <a:pt x="472326" y="673342"/>
                  </a:lnTo>
                  <a:close/>
                  <a:moveTo>
                    <a:pt x="2218831" y="2687492"/>
                  </a:moveTo>
                  <a:lnTo>
                    <a:pt x="2196324" y="2743541"/>
                  </a:lnTo>
                  <a:lnTo>
                    <a:pt x="2208030" y="2718501"/>
                  </a:lnTo>
                  <a:close/>
                  <a:moveTo>
                    <a:pt x="2208030" y="2718501"/>
                  </a:moveTo>
                  <a:lnTo>
                    <a:pt x="2242800" y="2777109"/>
                  </a:lnTo>
                  <a:lnTo>
                    <a:pt x="2243111" y="2705504"/>
                  </a:lnTo>
                  <a:close/>
                  <a:moveTo>
                    <a:pt x="2218831" y="2687492"/>
                  </a:moveTo>
                  <a:lnTo>
                    <a:pt x="2208030" y="2718501"/>
                  </a:lnTo>
                  <a:lnTo>
                    <a:pt x="2243111" y="2705504"/>
                  </a:lnTo>
                  <a:close/>
                  <a:moveTo>
                    <a:pt x="2335790" y="2690750"/>
                  </a:moveTo>
                  <a:lnTo>
                    <a:pt x="2243111" y="2705504"/>
                  </a:lnTo>
                  <a:lnTo>
                    <a:pt x="2242800" y="2777109"/>
                  </a:lnTo>
                  <a:close/>
                  <a:moveTo>
                    <a:pt x="2243111" y="2705504"/>
                  </a:moveTo>
                  <a:lnTo>
                    <a:pt x="2292605" y="2684664"/>
                  </a:lnTo>
                  <a:lnTo>
                    <a:pt x="2218831" y="2687492"/>
                  </a:lnTo>
                  <a:close/>
                  <a:moveTo>
                    <a:pt x="2243111" y="2705504"/>
                  </a:moveTo>
                  <a:lnTo>
                    <a:pt x="2335790" y="2690750"/>
                  </a:lnTo>
                  <a:lnTo>
                    <a:pt x="2292605" y="2684664"/>
                  </a:lnTo>
                  <a:close/>
                  <a:moveTo>
                    <a:pt x="1693705" y="2142995"/>
                  </a:moveTo>
                  <a:lnTo>
                    <a:pt x="1705347" y="2160950"/>
                  </a:lnTo>
                  <a:lnTo>
                    <a:pt x="1706584" y="2138086"/>
                  </a:lnTo>
                  <a:close/>
                  <a:moveTo>
                    <a:pt x="1696304" y="2127140"/>
                  </a:moveTo>
                  <a:lnTo>
                    <a:pt x="1693705" y="2142995"/>
                  </a:lnTo>
                  <a:lnTo>
                    <a:pt x="1706584" y="2138086"/>
                  </a:lnTo>
                  <a:close/>
                  <a:moveTo>
                    <a:pt x="1705347" y="2160950"/>
                  </a:moveTo>
                  <a:lnTo>
                    <a:pt x="1795567" y="2104559"/>
                  </a:lnTo>
                  <a:lnTo>
                    <a:pt x="1706584" y="2138086"/>
                  </a:lnTo>
                  <a:close/>
                  <a:moveTo>
                    <a:pt x="1833182" y="2145044"/>
                  </a:moveTo>
                  <a:lnTo>
                    <a:pt x="1795567" y="2104559"/>
                  </a:lnTo>
                  <a:lnTo>
                    <a:pt x="1705347" y="2160950"/>
                  </a:lnTo>
                  <a:close/>
                  <a:moveTo>
                    <a:pt x="1810734" y="2061114"/>
                  </a:moveTo>
                  <a:lnTo>
                    <a:pt x="1706584" y="2138086"/>
                  </a:lnTo>
                  <a:lnTo>
                    <a:pt x="1795567" y="2104559"/>
                  </a:lnTo>
                  <a:close/>
                  <a:moveTo>
                    <a:pt x="1696304" y="2127140"/>
                  </a:moveTo>
                  <a:lnTo>
                    <a:pt x="1706584" y="2138086"/>
                  </a:lnTo>
                  <a:lnTo>
                    <a:pt x="1810734" y="2061114"/>
                  </a:lnTo>
                  <a:close/>
                  <a:moveTo>
                    <a:pt x="1753339" y="2061727"/>
                  </a:moveTo>
                  <a:lnTo>
                    <a:pt x="1696304" y="2127140"/>
                  </a:lnTo>
                  <a:lnTo>
                    <a:pt x="1810734" y="2061114"/>
                  </a:lnTo>
                  <a:close/>
                  <a:moveTo>
                    <a:pt x="1398101" y="1731920"/>
                  </a:moveTo>
                  <a:lnTo>
                    <a:pt x="1473514" y="1705922"/>
                  </a:lnTo>
                  <a:lnTo>
                    <a:pt x="1421899" y="1658501"/>
                  </a:lnTo>
                  <a:close/>
                  <a:moveTo>
                    <a:pt x="595599" y="583161"/>
                  </a:moveTo>
                  <a:lnTo>
                    <a:pt x="491266" y="663123"/>
                  </a:lnTo>
                  <a:lnTo>
                    <a:pt x="571142" y="624687"/>
                  </a:lnTo>
                  <a:close/>
                  <a:moveTo>
                    <a:pt x="595599" y="583161"/>
                  </a:moveTo>
                  <a:lnTo>
                    <a:pt x="538341" y="584285"/>
                  </a:lnTo>
                  <a:lnTo>
                    <a:pt x="491266" y="663123"/>
                  </a:lnTo>
                  <a:close/>
                  <a:moveTo>
                    <a:pt x="2415300" y="2477198"/>
                  </a:moveTo>
                  <a:lnTo>
                    <a:pt x="2437751" y="2568357"/>
                  </a:lnTo>
                  <a:lnTo>
                    <a:pt x="2447990" y="2556563"/>
                  </a:lnTo>
                  <a:close/>
                  <a:moveTo>
                    <a:pt x="2437751" y="2568357"/>
                  </a:moveTo>
                  <a:lnTo>
                    <a:pt x="2449256" y="2559413"/>
                  </a:lnTo>
                  <a:lnTo>
                    <a:pt x="2447990" y="2556563"/>
                  </a:lnTo>
                  <a:close/>
                  <a:moveTo>
                    <a:pt x="664020" y="560319"/>
                  </a:moveTo>
                  <a:lnTo>
                    <a:pt x="595599" y="583161"/>
                  </a:lnTo>
                  <a:lnTo>
                    <a:pt x="715640" y="538115"/>
                  </a:lnTo>
                  <a:close/>
                  <a:moveTo>
                    <a:pt x="715640" y="538115"/>
                  </a:moveTo>
                  <a:lnTo>
                    <a:pt x="727804" y="504036"/>
                  </a:lnTo>
                  <a:lnTo>
                    <a:pt x="697039" y="542472"/>
                  </a:lnTo>
                  <a:close/>
                  <a:moveTo>
                    <a:pt x="2415300" y="2477198"/>
                  </a:moveTo>
                  <a:lnTo>
                    <a:pt x="2447990" y="2556563"/>
                  </a:lnTo>
                  <a:lnTo>
                    <a:pt x="2434657" y="2470781"/>
                  </a:lnTo>
                  <a:close/>
                  <a:moveTo>
                    <a:pt x="819731" y="433433"/>
                  </a:moveTo>
                  <a:lnTo>
                    <a:pt x="727804" y="504036"/>
                  </a:lnTo>
                  <a:lnTo>
                    <a:pt x="794963" y="465599"/>
                  </a:lnTo>
                  <a:close/>
                  <a:moveTo>
                    <a:pt x="819731" y="433433"/>
                  </a:moveTo>
                  <a:lnTo>
                    <a:pt x="767941" y="455003"/>
                  </a:lnTo>
                  <a:lnTo>
                    <a:pt x="727804" y="504036"/>
                  </a:lnTo>
                  <a:close/>
                  <a:moveTo>
                    <a:pt x="1554966" y="1099741"/>
                  </a:moveTo>
                  <a:lnTo>
                    <a:pt x="1506134" y="1123320"/>
                  </a:lnTo>
                  <a:lnTo>
                    <a:pt x="1577968" y="1102549"/>
                  </a:lnTo>
                  <a:close/>
                  <a:moveTo>
                    <a:pt x="1577968" y="1102549"/>
                  </a:moveTo>
                  <a:lnTo>
                    <a:pt x="1506134" y="1123320"/>
                  </a:lnTo>
                  <a:lnTo>
                    <a:pt x="1467719" y="1184208"/>
                  </a:lnTo>
                  <a:close/>
                  <a:moveTo>
                    <a:pt x="1577968" y="1102549"/>
                  </a:moveTo>
                  <a:lnTo>
                    <a:pt x="1467719" y="1184208"/>
                  </a:lnTo>
                  <a:lnTo>
                    <a:pt x="1513679" y="1140840"/>
                  </a:lnTo>
                  <a:close/>
                  <a:moveTo>
                    <a:pt x="1554966" y="1099741"/>
                  </a:moveTo>
                  <a:lnTo>
                    <a:pt x="1577968" y="1102549"/>
                  </a:lnTo>
                  <a:lnTo>
                    <a:pt x="1587500" y="1084884"/>
                  </a:lnTo>
                  <a:close/>
                  <a:moveTo>
                    <a:pt x="1811438" y="772533"/>
                  </a:moveTo>
                  <a:lnTo>
                    <a:pt x="1849807" y="722928"/>
                  </a:lnTo>
                  <a:lnTo>
                    <a:pt x="1775487" y="761365"/>
                  </a:lnTo>
                  <a:close/>
                  <a:moveTo>
                    <a:pt x="1354138" y="229637"/>
                  </a:moveTo>
                  <a:lnTo>
                    <a:pt x="1336167" y="325408"/>
                  </a:lnTo>
                  <a:lnTo>
                    <a:pt x="1376222" y="259966"/>
                  </a:lnTo>
                  <a:close/>
                  <a:moveTo>
                    <a:pt x="1354138" y="229637"/>
                  </a:moveTo>
                  <a:lnTo>
                    <a:pt x="1285723" y="268074"/>
                  </a:lnTo>
                  <a:lnTo>
                    <a:pt x="1336167" y="325408"/>
                  </a:lnTo>
                  <a:close/>
                  <a:moveTo>
                    <a:pt x="1349261" y="159162"/>
                  </a:moveTo>
                  <a:lnTo>
                    <a:pt x="1285723" y="268074"/>
                  </a:lnTo>
                  <a:lnTo>
                    <a:pt x="1354138" y="229637"/>
                  </a:lnTo>
                  <a:close/>
                  <a:moveTo>
                    <a:pt x="1349261" y="159162"/>
                  </a:moveTo>
                  <a:lnTo>
                    <a:pt x="1302706" y="200303"/>
                  </a:lnTo>
                  <a:lnTo>
                    <a:pt x="1285723" y="268074"/>
                  </a:lnTo>
                  <a:close/>
                  <a:moveTo>
                    <a:pt x="1349261" y="159162"/>
                  </a:moveTo>
                  <a:lnTo>
                    <a:pt x="1347705" y="147423"/>
                  </a:lnTo>
                  <a:lnTo>
                    <a:pt x="1306115" y="185859"/>
                  </a:lnTo>
                  <a:close/>
                  <a:moveTo>
                    <a:pt x="1833811" y="794045"/>
                  </a:moveTo>
                  <a:lnTo>
                    <a:pt x="1849807" y="722928"/>
                  </a:lnTo>
                  <a:lnTo>
                    <a:pt x="1811438" y="772533"/>
                  </a:lnTo>
                  <a:close/>
                  <a:moveTo>
                    <a:pt x="1886234" y="711926"/>
                  </a:moveTo>
                  <a:lnTo>
                    <a:pt x="1849807" y="722928"/>
                  </a:lnTo>
                  <a:lnTo>
                    <a:pt x="1833811" y="794045"/>
                  </a:lnTo>
                  <a:close/>
                  <a:moveTo>
                    <a:pt x="1934156" y="773059"/>
                  </a:moveTo>
                  <a:lnTo>
                    <a:pt x="1886234" y="711926"/>
                  </a:lnTo>
                  <a:lnTo>
                    <a:pt x="1833811" y="794045"/>
                  </a:lnTo>
                  <a:close/>
                  <a:moveTo>
                    <a:pt x="1960766" y="766707"/>
                  </a:moveTo>
                  <a:lnTo>
                    <a:pt x="1956394" y="684492"/>
                  </a:lnTo>
                  <a:lnTo>
                    <a:pt x="1934156" y="773059"/>
                  </a:lnTo>
                  <a:close/>
                  <a:moveTo>
                    <a:pt x="1956394" y="684492"/>
                  </a:moveTo>
                  <a:lnTo>
                    <a:pt x="1886234" y="711926"/>
                  </a:lnTo>
                  <a:lnTo>
                    <a:pt x="1934156" y="773059"/>
                  </a:lnTo>
                  <a:close/>
                  <a:moveTo>
                    <a:pt x="1866903" y="701252"/>
                  </a:moveTo>
                  <a:lnTo>
                    <a:pt x="1849807" y="722928"/>
                  </a:lnTo>
                  <a:lnTo>
                    <a:pt x="1886234" y="711926"/>
                  </a:lnTo>
                  <a:close/>
                  <a:moveTo>
                    <a:pt x="1979474" y="628270"/>
                  </a:moveTo>
                  <a:lnTo>
                    <a:pt x="1886234" y="711926"/>
                  </a:lnTo>
                  <a:lnTo>
                    <a:pt x="1956394" y="684492"/>
                  </a:lnTo>
                  <a:close/>
                  <a:moveTo>
                    <a:pt x="1684637" y="394068"/>
                  </a:moveTo>
                  <a:lnTo>
                    <a:pt x="1711302" y="437846"/>
                  </a:lnTo>
                  <a:lnTo>
                    <a:pt x="1732697" y="355632"/>
                  </a:lnTo>
                  <a:close/>
                  <a:moveTo>
                    <a:pt x="1354138" y="229637"/>
                  </a:moveTo>
                  <a:lnTo>
                    <a:pt x="1376222" y="259966"/>
                  </a:lnTo>
                  <a:lnTo>
                    <a:pt x="1381623" y="218652"/>
                  </a:lnTo>
                  <a:close/>
                  <a:moveTo>
                    <a:pt x="1349261" y="159162"/>
                  </a:moveTo>
                  <a:lnTo>
                    <a:pt x="1354138" y="229637"/>
                  </a:lnTo>
                  <a:lnTo>
                    <a:pt x="1381623" y="218652"/>
                  </a:lnTo>
                  <a:close/>
                  <a:moveTo>
                    <a:pt x="1349261" y="159162"/>
                  </a:moveTo>
                  <a:lnTo>
                    <a:pt x="1381623" y="218652"/>
                  </a:lnTo>
                  <a:lnTo>
                    <a:pt x="1347705" y="147423"/>
                  </a:lnTo>
                  <a:close/>
                  <a:moveTo>
                    <a:pt x="1347705" y="147423"/>
                  </a:moveTo>
                  <a:lnTo>
                    <a:pt x="1381623" y="218652"/>
                  </a:lnTo>
                  <a:lnTo>
                    <a:pt x="1445360" y="191201"/>
                  </a:lnTo>
                  <a:close/>
                  <a:moveTo>
                    <a:pt x="1347705" y="147423"/>
                  </a:moveTo>
                  <a:lnTo>
                    <a:pt x="1445360" y="191201"/>
                  </a:lnTo>
                  <a:lnTo>
                    <a:pt x="1425047" y="108986"/>
                  </a:lnTo>
                  <a:close/>
                  <a:moveTo>
                    <a:pt x="1453404" y="54676"/>
                  </a:moveTo>
                  <a:lnTo>
                    <a:pt x="1347705" y="147423"/>
                  </a:lnTo>
                  <a:lnTo>
                    <a:pt x="1425047" y="108986"/>
                  </a:lnTo>
                  <a:close/>
                  <a:moveTo>
                    <a:pt x="1453404" y="54676"/>
                  </a:moveTo>
                  <a:lnTo>
                    <a:pt x="1400093" y="70555"/>
                  </a:lnTo>
                  <a:lnTo>
                    <a:pt x="1347705" y="147423"/>
                  </a:lnTo>
                  <a:close/>
                  <a:moveTo>
                    <a:pt x="1956394" y="684492"/>
                  </a:moveTo>
                  <a:lnTo>
                    <a:pt x="1960766" y="766707"/>
                  </a:lnTo>
                  <a:lnTo>
                    <a:pt x="2033287" y="728271"/>
                  </a:lnTo>
                  <a:close/>
                  <a:moveTo>
                    <a:pt x="1956394" y="684492"/>
                  </a:moveTo>
                  <a:lnTo>
                    <a:pt x="2033287" y="728271"/>
                  </a:lnTo>
                  <a:lnTo>
                    <a:pt x="2027725" y="646055"/>
                  </a:lnTo>
                  <a:close/>
                  <a:moveTo>
                    <a:pt x="2034140" y="617458"/>
                  </a:moveTo>
                  <a:lnTo>
                    <a:pt x="1956394" y="684492"/>
                  </a:lnTo>
                  <a:lnTo>
                    <a:pt x="2027725" y="646055"/>
                  </a:lnTo>
                  <a:close/>
                  <a:moveTo>
                    <a:pt x="2034140" y="617458"/>
                  </a:moveTo>
                  <a:lnTo>
                    <a:pt x="1979474" y="628270"/>
                  </a:lnTo>
                  <a:lnTo>
                    <a:pt x="1956394" y="684492"/>
                  </a:lnTo>
                  <a:close/>
                  <a:moveTo>
                    <a:pt x="1979474" y="628270"/>
                  </a:moveTo>
                  <a:lnTo>
                    <a:pt x="2034140" y="617458"/>
                  </a:lnTo>
                  <a:lnTo>
                    <a:pt x="1998134" y="602277"/>
                  </a:lnTo>
                  <a:close/>
                  <a:moveTo>
                    <a:pt x="1732697" y="355632"/>
                  </a:moveTo>
                  <a:lnTo>
                    <a:pt x="1808557" y="331359"/>
                  </a:lnTo>
                  <a:lnTo>
                    <a:pt x="1794499" y="325544"/>
                  </a:lnTo>
                  <a:close/>
                  <a:moveTo>
                    <a:pt x="1783749" y="399410"/>
                  </a:moveTo>
                  <a:lnTo>
                    <a:pt x="1808557" y="331359"/>
                  </a:lnTo>
                  <a:lnTo>
                    <a:pt x="1732697" y="355632"/>
                  </a:lnTo>
                  <a:close/>
                  <a:moveTo>
                    <a:pt x="1711302" y="437846"/>
                  </a:moveTo>
                  <a:lnTo>
                    <a:pt x="1783749" y="399410"/>
                  </a:lnTo>
                  <a:lnTo>
                    <a:pt x="1732697" y="355632"/>
                  </a:lnTo>
                  <a:close/>
                  <a:moveTo>
                    <a:pt x="1794499" y="325544"/>
                  </a:moveTo>
                  <a:lnTo>
                    <a:pt x="1737262" y="279998"/>
                  </a:lnTo>
                  <a:lnTo>
                    <a:pt x="1732697" y="355632"/>
                  </a:lnTo>
                  <a:close/>
                  <a:moveTo>
                    <a:pt x="1737262" y="279998"/>
                  </a:moveTo>
                  <a:lnTo>
                    <a:pt x="1794499" y="325544"/>
                  </a:lnTo>
                  <a:lnTo>
                    <a:pt x="1815022" y="317195"/>
                  </a:lnTo>
                  <a:close/>
                  <a:moveTo>
                    <a:pt x="1794499" y="325544"/>
                  </a:moveTo>
                  <a:lnTo>
                    <a:pt x="1808557" y="331359"/>
                  </a:lnTo>
                  <a:lnTo>
                    <a:pt x="1815022" y="317195"/>
                  </a:lnTo>
                  <a:close/>
                  <a:moveTo>
                    <a:pt x="1453404" y="54676"/>
                  </a:moveTo>
                  <a:lnTo>
                    <a:pt x="1425047" y="108986"/>
                  </a:lnTo>
                  <a:lnTo>
                    <a:pt x="1497351" y="85068"/>
                  </a:lnTo>
                  <a:close/>
                  <a:moveTo>
                    <a:pt x="1498596" y="26770"/>
                  </a:moveTo>
                  <a:lnTo>
                    <a:pt x="1453404" y="54676"/>
                  </a:lnTo>
                  <a:lnTo>
                    <a:pt x="1574207" y="12477"/>
                  </a:lnTo>
                  <a:close/>
                  <a:moveTo>
                    <a:pt x="1574207" y="12477"/>
                  </a:moveTo>
                  <a:lnTo>
                    <a:pt x="1453404" y="54676"/>
                  </a:lnTo>
                  <a:lnTo>
                    <a:pt x="1539676" y="70549"/>
                  </a:lnTo>
                  <a:close/>
                  <a:moveTo>
                    <a:pt x="1539676" y="70549"/>
                  </a:moveTo>
                  <a:lnTo>
                    <a:pt x="1453404" y="54676"/>
                  </a:lnTo>
                  <a:lnTo>
                    <a:pt x="1497351" y="85068"/>
                  </a:lnTo>
                  <a:close/>
                  <a:moveTo>
                    <a:pt x="1808557" y="331359"/>
                  </a:moveTo>
                  <a:lnTo>
                    <a:pt x="1867909" y="338060"/>
                  </a:lnTo>
                  <a:lnTo>
                    <a:pt x="1815022" y="317195"/>
                  </a:lnTo>
                  <a:close/>
                  <a:moveTo>
                    <a:pt x="1815022" y="317195"/>
                  </a:moveTo>
                  <a:lnTo>
                    <a:pt x="1901435" y="278758"/>
                  </a:lnTo>
                  <a:lnTo>
                    <a:pt x="1800306" y="300507"/>
                  </a:lnTo>
                  <a:close/>
                  <a:moveTo>
                    <a:pt x="1574207" y="12477"/>
                  </a:moveTo>
                  <a:lnTo>
                    <a:pt x="1539676" y="70549"/>
                  </a:lnTo>
                  <a:lnTo>
                    <a:pt x="1625891" y="41159"/>
                  </a:lnTo>
                  <a:close/>
                  <a:moveTo>
                    <a:pt x="1574207" y="12477"/>
                  </a:moveTo>
                  <a:lnTo>
                    <a:pt x="1625891" y="41159"/>
                  </a:lnTo>
                  <a:lnTo>
                    <a:pt x="1702959" y="0"/>
                  </a:lnTo>
                  <a:close/>
                </a:path>
              </a:pathLst>
            </a:custGeom>
            <a:solidFill>
              <a:srgbClr val="E8ECEF"/>
            </a:solidFill>
            <a:ln w="1524">
              <a:solidFill>
                <a:srgbClr val="E8ECEF"/>
              </a:solidFill>
            </a:ln>
          </p:spPr>
        </p:sp>
        <p:sp>
          <p:nvSpPr>
            <p:cNvPr id="2105" name="Candidate_density__2104">
              <a:extLst>
                <a:ext uri="{FF2B5EF4-FFF2-40B4-BE49-F238E27FC236}">
                  <a16:creationId xmlns:a16="http://schemas.microsoft.com/office/drawing/2014/main" id="{F07D7213-DE7D-0141-7E56-51E934CE759A}"/>
                </a:ext>
              </a:extLst>
            </p:cNvPr>
            <p:cNvSpPr>
              <a:spLocks noGrp="1"/>
            </p:cNvSpPr>
            <p:nvPr/>
          </p:nvSpPr>
          <p:spPr>
            <a:xfrm>
              <a:off x="3816695" y="1621071"/>
              <a:ext cx="2347125" cy="2418373"/>
            </a:xfrm>
            <a:custGeom>
              <a:avLst/>
              <a:gdLst/>
              <a:ahLst/>
              <a:cxnLst/>
              <a:rect l="0" t="0" r="0" b="0"/>
              <a:pathLst>
                <a:path w="2347125" h="2418373">
                  <a:moveTo>
                    <a:pt x="684496" y="2378081"/>
                  </a:moveTo>
                  <a:lnTo>
                    <a:pt x="653071" y="2352590"/>
                  </a:lnTo>
                  <a:lnTo>
                    <a:pt x="724135" y="2418373"/>
                  </a:lnTo>
                  <a:close/>
                  <a:moveTo>
                    <a:pt x="569916" y="2259509"/>
                  </a:moveTo>
                  <a:lnTo>
                    <a:pt x="647993" y="2336158"/>
                  </a:lnTo>
                  <a:lnTo>
                    <a:pt x="578815" y="2261616"/>
                  </a:lnTo>
                  <a:close/>
                  <a:moveTo>
                    <a:pt x="569916" y="2259509"/>
                  </a:moveTo>
                  <a:lnTo>
                    <a:pt x="653071" y="2352590"/>
                  </a:lnTo>
                  <a:lnTo>
                    <a:pt x="647993" y="2336158"/>
                  </a:lnTo>
                  <a:close/>
                  <a:moveTo>
                    <a:pt x="647993" y="2336158"/>
                  </a:moveTo>
                  <a:lnTo>
                    <a:pt x="653071" y="2352590"/>
                  </a:lnTo>
                  <a:lnTo>
                    <a:pt x="684496" y="2378081"/>
                  </a:lnTo>
                  <a:close/>
                  <a:moveTo>
                    <a:pt x="564190" y="2253943"/>
                  </a:moveTo>
                  <a:lnTo>
                    <a:pt x="569916" y="2259509"/>
                  </a:lnTo>
                  <a:lnTo>
                    <a:pt x="578815" y="2261616"/>
                  </a:lnTo>
                  <a:close/>
                  <a:moveTo>
                    <a:pt x="684496" y="2378081"/>
                  </a:moveTo>
                  <a:lnTo>
                    <a:pt x="792401" y="2400001"/>
                  </a:lnTo>
                  <a:lnTo>
                    <a:pt x="802711" y="2326211"/>
                  </a:lnTo>
                  <a:close/>
                  <a:moveTo>
                    <a:pt x="792401" y="2400001"/>
                  </a:moveTo>
                  <a:lnTo>
                    <a:pt x="864458" y="2402012"/>
                  </a:lnTo>
                  <a:lnTo>
                    <a:pt x="802711" y="2326211"/>
                  </a:lnTo>
                  <a:close/>
                  <a:moveTo>
                    <a:pt x="665867" y="2297722"/>
                  </a:moveTo>
                  <a:lnTo>
                    <a:pt x="684496" y="2378081"/>
                  </a:lnTo>
                  <a:lnTo>
                    <a:pt x="734592" y="2350179"/>
                  </a:lnTo>
                  <a:close/>
                  <a:moveTo>
                    <a:pt x="665867" y="2297722"/>
                  </a:moveTo>
                  <a:lnTo>
                    <a:pt x="647993" y="2336158"/>
                  </a:lnTo>
                  <a:lnTo>
                    <a:pt x="684496" y="2378081"/>
                  </a:lnTo>
                  <a:close/>
                  <a:moveTo>
                    <a:pt x="595718" y="2238533"/>
                  </a:moveTo>
                  <a:lnTo>
                    <a:pt x="578815" y="2261616"/>
                  </a:lnTo>
                  <a:lnTo>
                    <a:pt x="635333" y="2215506"/>
                  </a:lnTo>
                  <a:close/>
                  <a:moveTo>
                    <a:pt x="635333" y="2215506"/>
                  </a:moveTo>
                  <a:lnTo>
                    <a:pt x="578815" y="2261616"/>
                  </a:lnTo>
                  <a:lnTo>
                    <a:pt x="647993" y="2336158"/>
                  </a:lnTo>
                  <a:close/>
                  <a:moveTo>
                    <a:pt x="635333" y="2215506"/>
                  </a:moveTo>
                  <a:lnTo>
                    <a:pt x="647993" y="2336158"/>
                  </a:lnTo>
                  <a:lnTo>
                    <a:pt x="665867" y="2297722"/>
                  </a:lnTo>
                  <a:close/>
                  <a:moveTo>
                    <a:pt x="564190" y="2253943"/>
                  </a:moveTo>
                  <a:lnTo>
                    <a:pt x="578815" y="2261616"/>
                  </a:lnTo>
                  <a:lnTo>
                    <a:pt x="595718" y="2238533"/>
                  </a:lnTo>
                  <a:close/>
                  <a:moveTo>
                    <a:pt x="495629" y="2229253"/>
                  </a:moveTo>
                  <a:lnTo>
                    <a:pt x="595718" y="2238533"/>
                  </a:lnTo>
                  <a:lnTo>
                    <a:pt x="620340" y="2201670"/>
                  </a:lnTo>
                  <a:close/>
                  <a:moveTo>
                    <a:pt x="0" y="1418959"/>
                  </a:moveTo>
                  <a:lnTo>
                    <a:pt x="31817" y="1493185"/>
                  </a:lnTo>
                  <a:lnTo>
                    <a:pt x="101250" y="1397237"/>
                  </a:lnTo>
                  <a:close/>
                  <a:moveTo>
                    <a:pt x="0" y="1418959"/>
                  </a:moveTo>
                  <a:lnTo>
                    <a:pt x="101250" y="1397237"/>
                  </a:lnTo>
                  <a:lnTo>
                    <a:pt x="21116" y="1354558"/>
                  </a:lnTo>
                  <a:close/>
                  <a:moveTo>
                    <a:pt x="105330" y="1390762"/>
                  </a:moveTo>
                  <a:lnTo>
                    <a:pt x="117016" y="1284327"/>
                  </a:lnTo>
                  <a:lnTo>
                    <a:pt x="57917" y="1276950"/>
                  </a:lnTo>
                  <a:close/>
                  <a:moveTo>
                    <a:pt x="680115" y="1930235"/>
                  </a:moveTo>
                  <a:lnTo>
                    <a:pt x="619749" y="1818627"/>
                  </a:lnTo>
                  <a:lnTo>
                    <a:pt x="618941" y="1919376"/>
                  </a:lnTo>
                  <a:close/>
                  <a:moveTo>
                    <a:pt x="684883" y="1809773"/>
                  </a:moveTo>
                  <a:lnTo>
                    <a:pt x="711737" y="1834324"/>
                  </a:lnTo>
                  <a:lnTo>
                    <a:pt x="652642" y="1791885"/>
                  </a:lnTo>
                  <a:close/>
                  <a:moveTo>
                    <a:pt x="636739" y="1504538"/>
                  </a:moveTo>
                  <a:lnTo>
                    <a:pt x="687547" y="1423732"/>
                  </a:lnTo>
                  <a:lnTo>
                    <a:pt x="624572" y="1414338"/>
                  </a:lnTo>
                  <a:close/>
                  <a:moveTo>
                    <a:pt x="687547" y="1423732"/>
                  </a:moveTo>
                  <a:lnTo>
                    <a:pt x="653131" y="1400005"/>
                  </a:lnTo>
                  <a:lnTo>
                    <a:pt x="624572" y="1414338"/>
                  </a:lnTo>
                  <a:close/>
                  <a:moveTo>
                    <a:pt x="391281" y="1082446"/>
                  </a:moveTo>
                  <a:lnTo>
                    <a:pt x="334706" y="1113616"/>
                  </a:lnTo>
                  <a:lnTo>
                    <a:pt x="422175" y="1157422"/>
                  </a:lnTo>
                  <a:close/>
                  <a:moveTo>
                    <a:pt x="422175" y="1157422"/>
                  </a:moveTo>
                  <a:lnTo>
                    <a:pt x="487144" y="1121521"/>
                  </a:lnTo>
                  <a:lnTo>
                    <a:pt x="454241" y="1091853"/>
                  </a:lnTo>
                  <a:close/>
                  <a:moveTo>
                    <a:pt x="453791" y="996820"/>
                  </a:moveTo>
                  <a:lnTo>
                    <a:pt x="431117" y="992964"/>
                  </a:lnTo>
                  <a:lnTo>
                    <a:pt x="454241" y="1091853"/>
                  </a:lnTo>
                  <a:close/>
                  <a:moveTo>
                    <a:pt x="454241" y="1091853"/>
                  </a:moveTo>
                  <a:lnTo>
                    <a:pt x="374276" y="996178"/>
                  </a:lnTo>
                  <a:lnTo>
                    <a:pt x="391281" y="1082446"/>
                  </a:lnTo>
                  <a:close/>
                  <a:moveTo>
                    <a:pt x="288489" y="936098"/>
                  </a:moveTo>
                  <a:lnTo>
                    <a:pt x="374276" y="996178"/>
                  </a:lnTo>
                  <a:lnTo>
                    <a:pt x="375637" y="983272"/>
                  </a:lnTo>
                  <a:close/>
                  <a:moveTo>
                    <a:pt x="276601" y="949186"/>
                  </a:moveTo>
                  <a:lnTo>
                    <a:pt x="374276" y="996178"/>
                  </a:lnTo>
                  <a:lnTo>
                    <a:pt x="288489" y="936098"/>
                  </a:lnTo>
                  <a:close/>
                  <a:moveTo>
                    <a:pt x="1340704" y="1956925"/>
                  </a:moveTo>
                  <a:lnTo>
                    <a:pt x="1279280" y="2046361"/>
                  </a:lnTo>
                  <a:lnTo>
                    <a:pt x="1349144" y="2050155"/>
                  </a:lnTo>
                  <a:close/>
                  <a:moveTo>
                    <a:pt x="1349144" y="2050155"/>
                  </a:moveTo>
                  <a:lnTo>
                    <a:pt x="1342842" y="2091572"/>
                  </a:lnTo>
                  <a:lnTo>
                    <a:pt x="1378847" y="2061760"/>
                  </a:lnTo>
                  <a:close/>
                  <a:moveTo>
                    <a:pt x="1114109" y="1578487"/>
                  </a:moveTo>
                  <a:lnTo>
                    <a:pt x="1059378" y="1530034"/>
                  </a:lnTo>
                  <a:lnTo>
                    <a:pt x="1106436" y="1625827"/>
                  </a:lnTo>
                  <a:close/>
                  <a:moveTo>
                    <a:pt x="1046709" y="1605148"/>
                  </a:moveTo>
                  <a:lnTo>
                    <a:pt x="1055776" y="1612248"/>
                  </a:lnTo>
                  <a:lnTo>
                    <a:pt x="1106436" y="1625827"/>
                  </a:lnTo>
                  <a:close/>
                  <a:moveTo>
                    <a:pt x="1011783" y="1542094"/>
                  </a:moveTo>
                  <a:lnTo>
                    <a:pt x="1046709" y="1605148"/>
                  </a:lnTo>
                  <a:lnTo>
                    <a:pt x="1106436" y="1625827"/>
                  </a:lnTo>
                  <a:close/>
                  <a:moveTo>
                    <a:pt x="1297344" y="1831491"/>
                  </a:moveTo>
                  <a:lnTo>
                    <a:pt x="1359153" y="1841833"/>
                  </a:lnTo>
                  <a:lnTo>
                    <a:pt x="1346275" y="1752211"/>
                  </a:lnTo>
                  <a:close/>
                  <a:moveTo>
                    <a:pt x="1297344" y="1831491"/>
                  </a:moveTo>
                  <a:lnTo>
                    <a:pt x="1346275" y="1752211"/>
                  </a:lnTo>
                  <a:lnTo>
                    <a:pt x="1274028" y="1750354"/>
                  </a:lnTo>
                  <a:close/>
                  <a:moveTo>
                    <a:pt x="955604" y="1527175"/>
                  </a:moveTo>
                  <a:lnTo>
                    <a:pt x="1046709" y="1605148"/>
                  </a:lnTo>
                  <a:lnTo>
                    <a:pt x="955821" y="1530034"/>
                  </a:lnTo>
                  <a:close/>
                  <a:moveTo>
                    <a:pt x="1052057" y="1609445"/>
                  </a:moveTo>
                  <a:lnTo>
                    <a:pt x="1046709" y="1605148"/>
                  </a:lnTo>
                  <a:lnTo>
                    <a:pt x="955604" y="1527175"/>
                  </a:lnTo>
                  <a:close/>
                  <a:moveTo>
                    <a:pt x="1052057" y="1609445"/>
                  </a:moveTo>
                  <a:lnTo>
                    <a:pt x="1055776" y="1612248"/>
                  </a:lnTo>
                  <a:lnTo>
                    <a:pt x="1046709" y="1605148"/>
                  </a:lnTo>
                  <a:close/>
                  <a:moveTo>
                    <a:pt x="803669" y="1253778"/>
                  </a:moveTo>
                  <a:lnTo>
                    <a:pt x="904924" y="1268101"/>
                  </a:lnTo>
                  <a:lnTo>
                    <a:pt x="907421" y="1162737"/>
                  </a:lnTo>
                  <a:close/>
                  <a:moveTo>
                    <a:pt x="1849350" y="2313748"/>
                  </a:moveTo>
                  <a:lnTo>
                    <a:pt x="1863794" y="2335083"/>
                  </a:lnTo>
                  <a:lnTo>
                    <a:pt x="1897776" y="2342684"/>
                  </a:lnTo>
                  <a:close/>
                  <a:moveTo>
                    <a:pt x="1849350" y="2313748"/>
                  </a:moveTo>
                  <a:lnTo>
                    <a:pt x="1897776" y="2342684"/>
                  </a:lnTo>
                  <a:lnTo>
                    <a:pt x="1927239" y="2283504"/>
                  </a:lnTo>
                  <a:close/>
                  <a:moveTo>
                    <a:pt x="967364" y="1156745"/>
                  </a:moveTo>
                  <a:lnTo>
                    <a:pt x="913176" y="1161300"/>
                  </a:lnTo>
                  <a:lnTo>
                    <a:pt x="907421" y="1162737"/>
                  </a:lnTo>
                  <a:close/>
                  <a:moveTo>
                    <a:pt x="914908" y="1162737"/>
                  </a:moveTo>
                  <a:lnTo>
                    <a:pt x="913176" y="1161300"/>
                  </a:lnTo>
                  <a:lnTo>
                    <a:pt x="1019280" y="1206516"/>
                  </a:lnTo>
                  <a:close/>
                  <a:moveTo>
                    <a:pt x="837925" y="961701"/>
                  </a:moveTo>
                  <a:lnTo>
                    <a:pt x="872891" y="1080521"/>
                  </a:lnTo>
                  <a:lnTo>
                    <a:pt x="928390" y="1011027"/>
                  </a:lnTo>
                  <a:close/>
                  <a:moveTo>
                    <a:pt x="1622207" y="1782021"/>
                  </a:moveTo>
                  <a:lnTo>
                    <a:pt x="1602742" y="1764984"/>
                  </a:lnTo>
                  <a:lnTo>
                    <a:pt x="1582092" y="1681680"/>
                  </a:lnTo>
                  <a:close/>
                  <a:moveTo>
                    <a:pt x="808103" y="685669"/>
                  </a:moveTo>
                  <a:lnTo>
                    <a:pt x="855620" y="795440"/>
                  </a:lnTo>
                  <a:lnTo>
                    <a:pt x="917893" y="756578"/>
                  </a:lnTo>
                  <a:close/>
                  <a:moveTo>
                    <a:pt x="1599858" y="1743584"/>
                  </a:moveTo>
                  <a:lnTo>
                    <a:pt x="1582092" y="1681680"/>
                  </a:lnTo>
                  <a:lnTo>
                    <a:pt x="1602742" y="1764984"/>
                  </a:lnTo>
                  <a:close/>
                  <a:moveTo>
                    <a:pt x="1667554" y="1608832"/>
                  </a:moveTo>
                  <a:lnTo>
                    <a:pt x="1695262" y="1622933"/>
                  </a:lnTo>
                  <a:lnTo>
                    <a:pt x="1719124" y="1630867"/>
                  </a:lnTo>
                  <a:close/>
                  <a:moveTo>
                    <a:pt x="1236814" y="979871"/>
                  </a:moveTo>
                  <a:lnTo>
                    <a:pt x="1251186" y="951529"/>
                  </a:lnTo>
                  <a:lnTo>
                    <a:pt x="1174237" y="942489"/>
                  </a:lnTo>
                  <a:close/>
                  <a:moveTo>
                    <a:pt x="1236814" y="979871"/>
                  </a:moveTo>
                  <a:lnTo>
                    <a:pt x="1269170" y="965212"/>
                  </a:lnTo>
                  <a:lnTo>
                    <a:pt x="1251186" y="951529"/>
                  </a:lnTo>
                  <a:close/>
                  <a:moveTo>
                    <a:pt x="981079" y="777618"/>
                  </a:moveTo>
                  <a:lnTo>
                    <a:pt x="1025523" y="730186"/>
                  </a:lnTo>
                  <a:lnTo>
                    <a:pt x="999554" y="783237"/>
                  </a:lnTo>
                  <a:close/>
                  <a:moveTo>
                    <a:pt x="2209306" y="1913357"/>
                  </a:moveTo>
                  <a:lnTo>
                    <a:pt x="2152232" y="1875928"/>
                  </a:lnTo>
                  <a:lnTo>
                    <a:pt x="2108485" y="1927568"/>
                  </a:lnTo>
                  <a:close/>
                  <a:moveTo>
                    <a:pt x="2035442" y="1933129"/>
                  </a:moveTo>
                  <a:lnTo>
                    <a:pt x="1973375" y="1845627"/>
                  </a:lnTo>
                  <a:lnTo>
                    <a:pt x="1952478" y="1869579"/>
                  </a:lnTo>
                  <a:close/>
                  <a:moveTo>
                    <a:pt x="2035442" y="1933129"/>
                  </a:moveTo>
                  <a:lnTo>
                    <a:pt x="2108485" y="1927568"/>
                  </a:lnTo>
                  <a:lnTo>
                    <a:pt x="2152232" y="1875928"/>
                  </a:lnTo>
                  <a:close/>
                  <a:moveTo>
                    <a:pt x="2075885" y="1869135"/>
                  </a:moveTo>
                  <a:lnTo>
                    <a:pt x="2035442" y="1933129"/>
                  </a:lnTo>
                  <a:lnTo>
                    <a:pt x="2152232" y="1875928"/>
                  </a:lnTo>
                  <a:close/>
                  <a:moveTo>
                    <a:pt x="1269170" y="965212"/>
                  </a:moveTo>
                  <a:lnTo>
                    <a:pt x="1335260" y="1047427"/>
                  </a:lnTo>
                  <a:lnTo>
                    <a:pt x="1395979" y="1011157"/>
                  </a:lnTo>
                  <a:close/>
                  <a:moveTo>
                    <a:pt x="1359844" y="940442"/>
                  </a:moveTo>
                  <a:lnTo>
                    <a:pt x="1395979" y="1011157"/>
                  </a:lnTo>
                  <a:lnTo>
                    <a:pt x="1406978" y="962716"/>
                  </a:lnTo>
                  <a:close/>
                  <a:moveTo>
                    <a:pt x="1406978" y="962716"/>
                  </a:moveTo>
                  <a:lnTo>
                    <a:pt x="1352206" y="846560"/>
                  </a:lnTo>
                  <a:lnTo>
                    <a:pt x="1359844" y="940442"/>
                  </a:lnTo>
                  <a:close/>
                  <a:moveTo>
                    <a:pt x="1274323" y="849285"/>
                  </a:moveTo>
                  <a:lnTo>
                    <a:pt x="1174237" y="942489"/>
                  </a:lnTo>
                  <a:lnTo>
                    <a:pt x="1251186" y="951529"/>
                  </a:lnTo>
                  <a:close/>
                  <a:moveTo>
                    <a:pt x="1228118" y="762345"/>
                  </a:moveTo>
                  <a:lnTo>
                    <a:pt x="1211501" y="803155"/>
                  </a:lnTo>
                  <a:lnTo>
                    <a:pt x="1208026" y="800782"/>
                  </a:lnTo>
                  <a:close/>
                  <a:moveTo>
                    <a:pt x="1197811" y="850896"/>
                  </a:moveTo>
                  <a:lnTo>
                    <a:pt x="1211501" y="803155"/>
                  </a:lnTo>
                  <a:lnTo>
                    <a:pt x="1228118" y="762345"/>
                  </a:lnTo>
                  <a:close/>
                  <a:moveTo>
                    <a:pt x="1274323" y="849285"/>
                  </a:moveTo>
                  <a:lnTo>
                    <a:pt x="1211501" y="803155"/>
                  </a:lnTo>
                  <a:lnTo>
                    <a:pt x="1197811" y="850896"/>
                  </a:lnTo>
                  <a:close/>
                  <a:moveTo>
                    <a:pt x="1219076" y="800782"/>
                  </a:moveTo>
                  <a:lnTo>
                    <a:pt x="1349586" y="825572"/>
                  </a:lnTo>
                  <a:lnTo>
                    <a:pt x="1277500" y="762345"/>
                  </a:lnTo>
                  <a:close/>
                  <a:moveTo>
                    <a:pt x="1219076" y="800782"/>
                  </a:moveTo>
                  <a:lnTo>
                    <a:pt x="1211501" y="803155"/>
                  </a:lnTo>
                  <a:lnTo>
                    <a:pt x="1274323" y="849285"/>
                  </a:lnTo>
                  <a:close/>
                  <a:moveTo>
                    <a:pt x="2252657" y="1900445"/>
                  </a:moveTo>
                  <a:lnTo>
                    <a:pt x="2152232" y="1875928"/>
                  </a:lnTo>
                  <a:lnTo>
                    <a:pt x="2209306" y="1913357"/>
                  </a:lnTo>
                  <a:close/>
                  <a:moveTo>
                    <a:pt x="2168939" y="1807821"/>
                  </a:moveTo>
                  <a:lnTo>
                    <a:pt x="2152232" y="1875928"/>
                  </a:lnTo>
                  <a:lnTo>
                    <a:pt x="2252657" y="1900445"/>
                  </a:lnTo>
                  <a:close/>
                  <a:moveTo>
                    <a:pt x="2251352" y="1801413"/>
                  </a:moveTo>
                  <a:lnTo>
                    <a:pt x="2168939" y="1807821"/>
                  </a:lnTo>
                  <a:lnTo>
                    <a:pt x="2252657" y="1900445"/>
                  </a:lnTo>
                  <a:close/>
                  <a:moveTo>
                    <a:pt x="2251352" y="1801413"/>
                  </a:moveTo>
                  <a:lnTo>
                    <a:pt x="2252657" y="1900445"/>
                  </a:lnTo>
                  <a:lnTo>
                    <a:pt x="2309447" y="1814774"/>
                  </a:lnTo>
                  <a:close/>
                  <a:moveTo>
                    <a:pt x="2168939" y="1807821"/>
                  </a:moveTo>
                  <a:lnTo>
                    <a:pt x="2075885" y="1869135"/>
                  </a:lnTo>
                  <a:lnTo>
                    <a:pt x="2152232" y="1875928"/>
                  </a:lnTo>
                  <a:close/>
                  <a:moveTo>
                    <a:pt x="2161411" y="1713849"/>
                  </a:moveTo>
                  <a:lnTo>
                    <a:pt x="2097331" y="1670664"/>
                  </a:lnTo>
                  <a:lnTo>
                    <a:pt x="2060129" y="1635505"/>
                  </a:lnTo>
                  <a:close/>
                  <a:moveTo>
                    <a:pt x="1990402" y="1631600"/>
                  </a:moveTo>
                  <a:lnTo>
                    <a:pt x="2060129" y="1635505"/>
                  </a:lnTo>
                  <a:lnTo>
                    <a:pt x="2010608" y="1625077"/>
                  </a:lnTo>
                  <a:close/>
                  <a:moveTo>
                    <a:pt x="1361497" y="844561"/>
                  </a:moveTo>
                  <a:lnTo>
                    <a:pt x="1465563" y="814995"/>
                  </a:lnTo>
                  <a:lnTo>
                    <a:pt x="1470818" y="784976"/>
                  </a:lnTo>
                  <a:close/>
                  <a:moveTo>
                    <a:pt x="1178419" y="666477"/>
                  </a:moveTo>
                  <a:lnTo>
                    <a:pt x="1201209" y="748042"/>
                  </a:lnTo>
                  <a:lnTo>
                    <a:pt x="1251514" y="737556"/>
                  </a:lnTo>
                  <a:close/>
                  <a:moveTo>
                    <a:pt x="1277500" y="762345"/>
                  </a:moveTo>
                  <a:lnTo>
                    <a:pt x="1349586" y="825572"/>
                  </a:lnTo>
                  <a:lnTo>
                    <a:pt x="1267381" y="754837"/>
                  </a:lnTo>
                  <a:close/>
                  <a:moveTo>
                    <a:pt x="1928902" y="1181137"/>
                  </a:moveTo>
                  <a:lnTo>
                    <a:pt x="1868853" y="1158534"/>
                  </a:lnTo>
                  <a:lnTo>
                    <a:pt x="1817719" y="1110843"/>
                  </a:lnTo>
                  <a:close/>
                  <a:moveTo>
                    <a:pt x="1807965" y="1018680"/>
                  </a:moveTo>
                  <a:lnTo>
                    <a:pt x="1817719" y="1110843"/>
                  </a:lnTo>
                  <a:lnTo>
                    <a:pt x="1872998" y="1026402"/>
                  </a:lnTo>
                  <a:close/>
                  <a:moveTo>
                    <a:pt x="2277776" y="1579746"/>
                  </a:moveTo>
                  <a:lnTo>
                    <a:pt x="2347125" y="1483866"/>
                  </a:lnTo>
                  <a:lnTo>
                    <a:pt x="2282265" y="1476005"/>
                  </a:lnTo>
                  <a:close/>
                  <a:moveTo>
                    <a:pt x="2282265" y="1476005"/>
                  </a:moveTo>
                  <a:lnTo>
                    <a:pt x="2347125" y="1483866"/>
                  </a:lnTo>
                  <a:lnTo>
                    <a:pt x="2318582" y="1406979"/>
                  </a:lnTo>
                  <a:close/>
                  <a:moveTo>
                    <a:pt x="2072425" y="1225140"/>
                  </a:moveTo>
                  <a:lnTo>
                    <a:pt x="2127673" y="1240816"/>
                  </a:lnTo>
                  <a:lnTo>
                    <a:pt x="2103774" y="1160154"/>
                  </a:lnTo>
                  <a:close/>
                  <a:moveTo>
                    <a:pt x="1984433" y="855245"/>
                  </a:moveTo>
                  <a:lnTo>
                    <a:pt x="1936834" y="874413"/>
                  </a:lnTo>
                  <a:lnTo>
                    <a:pt x="1922536" y="928844"/>
                  </a:lnTo>
                  <a:close/>
                  <a:moveTo>
                    <a:pt x="2038455" y="752296"/>
                  </a:moveTo>
                  <a:lnTo>
                    <a:pt x="2111540" y="853563"/>
                  </a:lnTo>
                  <a:lnTo>
                    <a:pt x="2112741" y="752495"/>
                  </a:lnTo>
                  <a:close/>
                  <a:moveTo>
                    <a:pt x="1813586" y="369748"/>
                  </a:moveTo>
                  <a:lnTo>
                    <a:pt x="1783045" y="338294"/>
                  </a:lnTo>
                  <a:lnTo>
                    <a:pt x="1785470" y="323518"/>
                  </a:lnTo>
                  <a:close/>
                  <a:moveTo>
                    <a:pt x="2252176" y="696157"/>
                  </a:moveTo>
                  <a:lnTo>
                    <a:pt x="2212775" y="747617"/>
                  </a:lnTo>
                  <a:lnTo>
                    <a:pt x="2259579" y="707408"/>
                  </a:lnTo>
                  <a:close/>
                  <a:moveTo>
                    <a:pt x="2252176" y="696157"/>
                  </a:moveTo>
                  <a:lnTo>
                    <a:pt x="2196225" y="734593"/>
                  </a:lnTo>
                  <a:lnTo>
                    <a:pt x="2212775" y="747617"/>
                  </a:lnTo>
                  <a:close/>
                  <a:moveTo>
                    <a:pt x="1728018" y="38436"/>
                  </a:moveTo>
                  <a:lnTo>
                    <a:pt x="1734723" y="159088"/>
                  </a:lnTo>
                  <a:lnTo>
                    <a:pt x="1800308" y="104901"/>
                  </a:lnTo>
                  <a:close/>
                  <a:moveTo>
                    <a:pt x="2252176" y="696157"/>
                  </a:moveTo>
                  <a:lnTo>
                    <a:pt x="2259579" y="707408"/>
                  </a:lnTo>
                  <a:lnTo>
                    <a:pt x="2247815" y="657720"/>
                  </a:lnTo>
                  <a:close/>
                  <a:moveTo>
                    <a:pt x="2131709" y="436798"/>
                  </a:moveTo>
                  <a:lnTo>
                    <a:pt x="2204942" y="503129"/>
                  </a:lnTo>
                  <a:lnTo>
                    <a:pt x="2249168" y="493290"/>
                  </a:lnTo>
                  <a:close/>
                  <a:moveTo>
                    <a:pt x="1817428" y="0"/>
                  </a:moveTo>
                  <a:lnTo>
                    <a:pt x="1800308" y="104901"/>
                  </a:lnTo>
                  <a:lnTo>
                    <a:pt x="1731490" y="119432"/>
                  </a:lnTo>
                  <a:close/>
                  <a:moveTo>
                    <a:pt x="2006330" y="102666"/>
                  </a:moveTo>
                  <a:lnTo>
                    <a:pt x="2072237" y="164430"/>
                  </a:lnTo>
                  <a:lnTo>
                    <a:pt x="2047964" y="144013"/>
                  </a:lnTo>
                  <a:close/>
                </a:path>
              </a:pathLst>
            </a:custGeom>
            <a:solidFill>
              <a:srgbClr val="DCE1E6"/>
            </a:solidFill>
            <a:ln w="1524">
              <a:solidFill>
                <a:srgbClr val="DCE1E6"/>
              </a:solidFill>
            </a:ln>
          </p:spPr>
        </p:sp>
        <p:sp>
          <p:nvSpPr>
            <p:cNvPr id="2106" name="Candidate_density__2105">
              <a:extLst>
                <a:ext uri="{FF2B5EF4-FFF2-40B4-BE49-F238E27FC236}">
                  <a16:creationId xmlns:a16="http://schemas.microsoft.com/office/drawing/2014/main" id="{A1BA320E-8F00-BF3C-6B24-AF61E906186E}"/>
                </a:ext>
              </a:extLst>
            </p:cNvPr>
            <p:cNvSpPr>
              <a:spLocks noGrp="1"/>
            </p:cNvSpPr>
            <p:nvPr/>
          </p:nvSpPr>
          <p:spPr>
            <a:xfrm>
              <a:off x="3806938" y="1682941"/>
              <a:ext cx="2227165" cy="2323899"/>
            </a:xfrm>
            <a:custGeom>
              <a:avLst/>
              <a:gdLst/>
              <a:ahLst/>
              <a:cxnLst/>
              <a:rect l="0" t="0" r="0" b="0"/>
              <a:pathLst>
                <a:path w="2227165" h="2323899">
                  <a:moveTo>
                    <a:pt x="505386" y="2167383"/>
                  </a:moveTo>
                  <a:lnTo>
                    <a:pt x="427230" y="2153827"/>
                  </a:lnTo>
                  <a:lnTo>
                    <a:pt x="444024" y="2153165"/>
                  </a:lnTo>
                  <a:close/>
                  <a:moveTo>
                    <a:pt x="891531" y="2225973"/>
                  </a:moveTo>
                  <a:lnTo>
                    <a:pt x="843324" y="2204572"/>
                  </a:lnTo>
                  <a:lnTo>
                    <a:pt x="812469" y="2264340"/>
                  </a:lnTo>
                  <a:close/>
                  <a:moveTo>
                    <a:pt x="891531" y="2225973"/>
                  </a:moveTo>
                  <a:lnTo>
                    <a:pt x="911056" y="2139082"/>
                  </a:lnTo>
                  <a:lnTo>
                    <a:pt x="846092" y="2174850"/>
                  </a:lnTo>
                  <a:close/>
                  <a:moveTo>
                    <a:pt x="846092" y="2174850"/>
                  </a:moveTo>
                  <a:lnTo>
                    <a:pt x="799279" y="2115199"/>
                  </a:lnTo>
                  <a:lnTo>
                    <a:pt x="843324" y="2204572"/>
                  </a:lnTo>
                  <a:close/>
                  <a:moveTo>
                    <a:pt x="0" y="1331485"/>
                  </a:moveTo>
                  <a:lnTo>
                    <a:pt x="30873" y="1292687"/>
                  </a:lnTo>
                  <a:lnTo>
                    <a:pt x="67674" y="1215080"/>
                  </a:lnTo>
                  <a:close/>
                  <a:moveTo>
                    <a:pt x="1159827" y="2296674"/>
                  </a:moveTo>
                  <a:lnTo>
                    <a:pt x="1091858" y="2321211"/>
                  </a:lnTo>
                  <a:lnTo>
                    <a:pt x="1109550" y="2323899"/>
                  </a:lnTo>
                  <a:close/>
                  <a:moveTo>
                    <a:pt x="1159827" y="2296674"/>
                  </a:moveTo>
                  <a:lnTo>
                    <a:pt x="1109550" y="2323899"/>
                  </a:lnTo>
                  <a:lnTo>
                    <a:pt x="1224927" y="2261416"/>
                  </a:lnTo>
                  <a:close/>
                  <a:moveTo>
                    <a:pt x="799279" y="2115199"/>
                  </a:moveTo>
                  <a:lnTo>
                    <a:pt x="846092" y="2174850"/>
                  </a:lnTo>
                  <a:lnTo>
                    <a:pt x="859884" y="2191108"/>
                  </a:lnTo>
                  <a:close/>
                  <a:moveTo>
                    <a:pt x="1197532" y="2222446"/>
                  </a:moveTo>
                  <a:lnTo>
                    <a:pt x="1243172" y="2221963"/>
                  </a:lnTo>
                  <a:lnTo>
                    <a:pt x="1226876" y="2202757"/>
                  </a:lnTo>
                  <a:close/>
                  <a:moveTo>
                    <a:pt x="1224927" y="2261416"/>
                  </a:moveTo>
                  <a:lnTo>
                    <a:pt x="1243172" y="2221963"/>
                  </a:lnTo>
                  <a:lnTo>
                    <a:pt x="1197532" y="2222446"/>
                  </a:lnTo>
                  <a:close/>
                  <a:moveTo>
                    <a:pt x="1159827" y="2296674"/>
                  </a:moveTo>
                  <a:lnTo>
                    <a:pt x="1224927" y="2261416"/>
                  </a:lnTo>
                  <a:lnTo>
                    <a:pt x="1197532" y="2222446"/>
                  </a:lnTo>
                  <a:close/>
                  <a:moveTo>
                    <a:pt x="1243172" y="2221963"/>
                  </a:moveTo>
                  <a:lnTo>
                    <a:pt x="1250082" y="2241193"/>
                  </a:lnTo>
                  <a:lnTo>
                    <a:pt x="1261527" y="2183057"/>
                  </a:lnTo>
                  <a:close/>
                  <a:moveTo>
                    <a:pt x="1226876" y="2202757"/>
                  </a:moveTo>
                  <a:lnTo>
                    <a:pt x="1243172" y="2221963"/>
                  </a:lnTo>
                  <a:lnTo>
                    <a:pt x="1261527" y="2183057"/>
                  </a:lnTo>
                  <a:close/>
                  <a:moveTo>
                    <a:pt x="1226876" y="2202757"/>
                  </a:moveTo>
                  <a:lnTo>
                    <a:pt x="1261527" y="2183057"/>
                  </a:lnTo>
                  <a:lnTo>
                    <a:pt x="1204636" y="2192700"/>
                  </a:lnTo>
                  <a:close/>
                  <a:moveTo>
                    <a:pt x="1337858" y="2105485"/>
                  </a:moveTo>
                  <a:lnTo>
                    <a:pt x="1261527" y="2183057"/>
                  </a:lnTo>
                  <a:lnTo>
                    <a:pt x="1325784" y="2144645"/>
                  </a:lnTo>
                  <a:close/>
                  <a:moveTo>
                    <a:pt x="1337858" y="2105485"/>
                  </a:moveTo>
                  <a:lnTo>
                    <a:pt x="1286284" y="2086821"/>
                  </a:lnTo>
                  <a:lnTo>
                    <a:pt x="1261527" y="2183057"/>
                  </a:lnTo>
                  <a:close/>
                  <a:moveTo>
                    <a:pt x="634329" y="1352467"/>
                  </a:moveTo>
                  <a:lnTo>
                    <a:pt x="662888" y="1338135"/>
                  </a:lnTo>
                  <a:lnTo>
                    <a:pt x="693686" y="1259954"/>
                  </a:lnTo>
                  <a:close/>
                  <a:moveTo>
                    <a:pt x="271509" y="865104"/>
                  </a:moveTo>
                  <a:lnTo>
                    <a:pt x="286358" y="887315"/>
                  </a:lnTo>
                  <a:lnTo>
                    <a:pt x="298247" y="874227"/>
                  </a:lnTo>
                  <a:close/>
                  <a:moveTo>
                    <a:pt x="286358" y="887315"/>
                  </a:moveTo>
                  <a:lnTo>
                    <a:pt x="271509" y="865104"/>
                  </a:lnTo>
                  <a:lnTo>
                    <a:pt x="227752" y="800586"/>
                  </a:lnTo>
                  <a:close/>
                  <a:moveTo>
                    <a:pt x="1043130" y="1671030"/>
                  </a:moveTo>
                  <a:lnTo>
                    <a:pt x="1116193" y="1563957"/>
                  </a:lnTo>
                  <a:lnTo>
                    <a:pt x="1065533" y="1550378"/>
                  </a:lnTo>
                  <a:close/>
                  <a:moveTo>
                    <a:pt x="695988" y="1246688"/>
                  </a:moveTo>
                  <a:lnTo>
                    <a:pt x="764287" y="1223387"/>
                  </a:lnTo>
                  <a:lnTo>
                    <a:pt x="813426" y="1191907"/>
                  </a:lnTo>
                  <a:close/>
                  <a:moveTo>
                    <a:pt x="737106" y="1185217"/>
                  </a:moveTo>
                  <a:lnTo>
                    <a:pt x="695988" y="1246688"/>
                  </a:lnTo>
                  <a:lnTo>
                    <a:pt x="813426" y="1191907"/>
                  </a:lnTo>
                  <a:close/>
                  <a:moveTo>
                    <a:pt x="1368910" y="1779963"/>
                  </a:moveTo>
                  <a:lnTo>
                    <a:pt x="1361509" y="1847809"/>
                  </a:lnTo>
                  <a:lnTo>
                    <a:pt x="1391420" y="1797023"/>
                  </a:lnTo>
                  <a:close/>
                  <a:moveTo>
                    <a:pt x="893801" y="1213758"/>
                  </a:moveTo>
                  <a:lnTo>
                    <a:pt x="959450" y="1183081"/>
                  </a:lnTo>
                  <a:lnTo>
                    <a:pt x="914681" y="1206230"/>
                  </a:lnTo>
                  <a:close/>
                  <a:moveTo>
                    <a:pt x="836643" y="1063508"/>
                  </a:moveTo>
                  <a:lnTo>
                    <a:pt x="882648" y="1018651"/>
                  </a:lnTo>
                  <a:lnTo>
                    <a:pt x="845357" y="1001812"/>
                  </a:lnTo>
                  <a:close/>
                  <a:moveTo>
                    <a:pt x="1012621" y="987014"/>
                  </a:moveTo>
                  <a:lnTo>
                    <a:pt x="1022589" y="986212"/>
                  </a:lnTo>
                  <a:lnTo>
                    <a:pt x="1013538" y="980215"/>
                  </a:lnTo>
                  <a:close/>
                  <a:moveTo>
                    <a:pt x="1029284" y="980215"/>
                  </a:moveTo>
                  <a:lnTo>
                    <a:pt x="1022589" y="986212"/>
                  </a:lnTo>
                  <a:lnTo>
                    <a:pt x="1012621" y="987014"/>
                  </a:lnTo>
                  <a:close/>
                  <a:moveTo>
                    <a:pt x="1672880" y="1745596"/>
                  </a:moveTo>
                  <a:lnTo>
                    <a:pt x="1756050" y="1777901"/>
                  </a:lnTo>
                  <a:lnTo>
                    <a:pt x="1730703" y="1746586"/>
                  </a:lnTo>
                  <a:close/>
                  <a:moveTo>
                    <a:pt x="1013538" y="980215"/>
                  </a:moveTo>
                  <a:lnTo>
                    <a:pt x="1022589" y="986212"/>
                  </a:lnTo>
                  <a:lnTo>
                    <a:pt x="1035529" y="968390"/>
                  </a:lnTo>
                  <a:close/>
                  <a:moveTo>
                    <a:pt x="1035529" y="968390"/>
                  </a:moveTo>
                  <a:lnTo>
                    <a:pt x="1022589" y="986212"/>
                  </a:lnTo>
                  <a:lnTo>
                    <a:pt x="1029284" y="980215"/>
                  </a:lnTo>
                  <a:close/>
                  <a:moveTo>
                    <a:pt x="1101403" y="941778"/>
                  </a:moveTo>
                  <a:lnTo>
                    <a:pt x="1130479" y="951790"/>
                  </a:lnTo>
                  <a:lnTo>
                    <a:pt x="1146010" y="953803"/>
                  </a:lnTo>
                  <a:close/>
                  <a:moveTo>
                    <a:pt x="1085878" y="944181"/>
                  </a:moveTo>
                  <a:lnTo>
                    <a:pt x="1101403" y="941778"/>
                  </a:lnTo>
                  <a:lnTo>
                    <a:pt x="1065958" y="933161"/>
                  </a:lnTo>
                  <a:close/>
                  <a:moveTo>
                    <a:pt x="1065958" y="933161"/>
                  </a:moveTo>
                  <a:lnTo>
                    <a:pt x="1035529" y="968390"/>
                  </a:lnTo>
                  <a:lnTo>
                    <a:pt x="1085878" y="944181"/>
                  </a:lnTo>
                  <a:close/>
                  <a:moveTo>
                    <a:pt x="1221490" y="957354"/>
                  </a:moveTo>
                  <a:lnTo>
                    <a:pt x="1146010" y="953803"/>
                  </a:lnTo>
                  <a:lnTo>
                    <a:pt x="1130479" y="951790"/>
                  </a:lnTo>
                  <a:close/>
                  <a:moveTo>
                    <a:pt x="1101403" y="941778"/>
                  </a:moveTo>
                  <a:lnTo>
                    <a:pt x="1146010" y="953803"/>
                  </a:lnTo>
                  <a:lnTo>
                    <a:pt x="1162505" y="925752"/>
                  </a:lnTo>
                  <a:close/>
                  <a:moveTo>
                    <a:pt x="1246571" y="918001"/>
                  </a:moveTo>
                  <a:lnTo>
                    <a:pt x="1146010" y="953803"/>
                  </a:lnTo>
                  <a:lnTo>
                    <a:pt x="1221490" y="957354"/>
                  </a:lnTo>
                  <a:close/>
                  <a:moveTo>
                    <a:pt x="1952060" y="1801683"/>
                  </a:moveTo>
                  <a:lnTo>
                    <a:pt x="1872260" y="1781984"/>
                  </a:lnTo>
                  <a:lnTo>
                    <a:pt x="1810285" y="1763595"/>
                  </a:lnTo>
                  <a:close/>
                  <a:moveTo>
                    <a:pt x="1277138" y="692966"/>
                  </a:moveTo>
                  <a:lnTo>
                    <a:pt x="1395991" y="757025"/>
                  </a:lnTo>
                  <a:lnTo>
                    <a:pt x="1304116" y="771125"/>
                  </a:lnTo>
                  <a:close/>
                  <a:moveTo>
                    <a:pt x="2151710" y="1560426"/>
                  </a:moveTo>
                  <a:lnTo>
                    <a:pt x="2159262" y="1561566"/>
                  </a:lnTo>
                  <a:lnTo>
                    <a:pt x="2117529" y="1534901"/>
                  </a:lnTo>
                  <a:close/>
                  <a:moveTo>
                    <a:pt x="2151710" y="1560426"/>
                  </a:moveTo>
                  <a:lnTo>
                    <a:pt x="2227165" y="1563878"/>
                  </a:lnTo>
                  <a:lnTo>
                    <a:pt x="2159262" y="1561566"/>
                  </a:lnTo>
                  <a:close/>
                  <a:moveTo>
                    <a:pt x="1975324" y="1243061"/>
                  </a:moveTo>
                  <a:lnTo>
                    <a:pt x="1962505" y="1319759"/>
                  </a:lnTo>
                  <a:lnTo>
                    <a:pt x="2002236" y="1280222"/>
                  </a:lnTo>
                  <a:close/>
                  <a:moveTo>
                    <a:pt x="1827476" y="1048972"/>
                  </a:moveTo>
                  <a:lnTo>
                    <a:pt x="1854891" y="1073114"/>
                  </a:lnTo>
                  <a:lnTo>
                    <a:pt x="1882755" y="964532"/>
                  </a:lnTo>
                  <a:close/>
                  <a:moveTo>
                    <a:pt x="1692827" y="897663"/>
                  </a:moveTo>
                  <a:lnTo>
                    <a:pt x="1774551" y="891815"/>
                  </a:lnTo>
                  <a:lnTo>
                    <a:pt x="1739816" y="919849"/>
                  </a:lnTo>
                  <a:close/>
                  <a:moveTo>
                    <a:pt x="1739816" y="919849"/>
                  </a:moveTo>
                  <a:lnTo>
                    <a:pt x="1817196" y="930502"/>
                  </a:lnTo>
                  <a:lnTo>
                    <a:pt x="1851293" y="842783"/>
                  </a:lnTo>
                  <a:close/>
                  <a:moveTo>
                    <a:pt x="1817196" y="930502"/>
                  </a:moveTo>
                  <a:lnTo>
                    <a:pt x="1880071" y="886921"/>
                  </a:lnTo>
                  <a:lnTo>
                    <a:pt x="1932294" y="866973"/>
                  </a:lnTo>
                  <a:close/>
                  <a:moveTo>
                    <a:pt x="1851293" y="842783"/>
                  </a:moveTo>
                  <a:lnTo>
                    <a:pt x="1817196" y="930502"/>
                  </a:lnTo>
                  <a:lnTo>
                    <a:pt x="1932294" y="866973"/>
                  </a:lnTo>
                  <a:close/>
                  <a:moveTo>
                    <a:pt x="1932294" y="866973"/>
                  </a:moveTo>
                  <a:lnTo>
                    <a:pt x="1946591" y="812542"/>
                  </a:lnTo>
                  <a:lnTo>
                    <a:pt x="1851293" y="842783"/>
                  </a:lnTo>
                  <a:close/>
                  <a:moveTo>
                    <a:pt x="1931291" y="2415"/>
                  </a:moveTo>
                  <a:lnTo>
                    <a:pt x="1833736" y="42961"/>
                  </a:lnTo>
                  <a:lnTo>
                    <a:pt x="1810065" y="43031"/>
                  </a:lnTo>
                  <a:close/>
                  <a:moveTo>
                    <a:pt x="1978045" y="20345"/>
                  </a:moveTo>
                  <a:lnTo>
                    <a:pt x="2016087" y="40796"/>
                  </a:lnTo>
                  <a:lnTo>
                    <a:pt x="1961111" y="0"/>
                  </a:lnTo>
                  <a:close/>
                  <a:moveTo>
                    <a:pt x="1931291" y="2415"/>
                  </a:moveTo>
                  <a:lnTo>
                    <a:pt x="1978045" y="20345"/>
                  </a:lnTo>
                  <a:lnTo>
                    <a:pt x="1961111" y="0"/>
                  </a:lnTo>
                  <a:close/>
                </a:path>
              </a:pathLst>
            </a:custGeom>
            <a:solidFill>
              <a:srgbClr val="D4DBE0"/>
            </a:solidFill>
            <a:ln w="1524">
              <a:solidFill>
                <a:srgbClr val="D4DBE0"/>
              </a:solidFill>
            </a:ln>
          </p:spPr>
        </p:sp>
        <p:sp>
          <p:nvSpPr>
            <p:cNvPr id="2107" name="Candidate_density__2106">
              <a:extLst>
                <a:ext uri="{FF2B5EF4-FFF2-40B4-BE49-F238E27FC236}">
                  <a16:creationId xmlns:a16="http://schemas.microsoft.com/office/drawing/2014/main" id="{C290249D-FF23-D71D-8FBE-F49F282F1770}"/>
                </a:ext>
              </a:extLst>
            </p:cNvPr>
            <p:cNvSpPr>
              <a:spLocks noGrp="1"/>
            </p:cNvSpPr>
            <p:nvPr/>
          </p:nvSpPr>
          <p:spPr>
            <a:xfrm>
              <a:off x="3806938" y="1685356"/>
              <a:ext cx="2357879" cy="2321484"/>
            </a:xfrm>
            <a:custGeom>
              <a:avLst/>
              <a:gdLst/>
              <a:ahLst/>
              <a:cxnLst/>
              <a:rect l="0" t="0" r="0" b="0"/>
              <a:pathLst>
                <a:path w="2357879" h="2321484">
                  <a:moveTo>
                    <a:pt x="523429" y="2168973"/>
                  </a:moveTo>
                  <a:lnTo>
                    <a:pt x="573947" y="2189657"/>
                  </a:lnTo>
                  <a:lnTo>
                    <a:pt x="505386" y="2164968"/>
                  </a:lnTo>
                  <a:close/>
                  <a:moveTo>
                    <a:pt x="694253" y="2313796"/>
                  </a:moveTo>
                  <a:lnTo>
                    <a:pt x="812469" y="2261926"/>
                  </a:lnTo>
                  <a:lnTo>
                    <a:pt x="744349" y="2285893"/>
                  </a:lnTo>
                  <a:close/>
                  <a:moveTo>
                    <a:pt x="573947" y="2189657"/>
                  </a:moveTo>
                  <a:lnTo>
                    <a:pt x="605475" y="2174247"/>
                  </a:lnTo>
                  <a:lnTo>
                    <a:pt x="505386" y="2164968"/>
                  </a:lnTo>
                  <a:close/>
                  <a:moveTo>
                    <a:pt x="41574" y="1428899"/>
                  </a:moveTo>
                  <a:lnTo>
                    <a:pt x="43973" y="1449722"/>
                  </a:lnTo>
                  <a:lnTo>
                    <a:pt x="111007" y="1332951"/>
                  </a:lnTo>
                  <a:close/>
                  <a:moveTo>
                    <a:pt x="41574" y="1428899"/>
                  </a:moveTo>
                  <a:lnTo>
                    <a:pt x="9757" y="1354673"/>
                  </a:lnTo>
                  <a:lnTo>
                    <a:pt x="29726" y="1411285"/>
                  </a:lnTo>
                  <a:close/>
                  <a:moveTo>
                    <a:pt x="9757" y="1354673"/>
                  </a:moveTo>
                  <a:lnTo>
                    <a:pt x="0" y="1329070"/>
                  </a:lnTo>
                  <a:lnTo>
                    <a:pt x="29726" y="1411285"/>
                  </a:lnTo>
                  <a:close/>
                  <a:moveTo>
                    <a:pt x="0" y="1329070"/>
                  </a:moveTo>
                  <a:lnTo>
                    <a:pt x="9757" y="1354673"/>
                  </a:lnTo>
                  <a:lnTo>
                    <a:pt x="30873" y="1290273"/>
                  </a:lnTo>
                  <a:close/>
                  <a:moveTo>
                    <a:pt x="67674" y="1212665"/>
                  </a:moveTo>
                  <a:lnTo>
                    <a:pt x="126773" y="1220041"/>
                  </a:lnTo>
                  <a:lnTo>
                    <a:pt x="76201" y="1208418"/>
                  </a:lnTo>
                  <a:close/>
                  <a:moveTo>
                    <a:pt x="30873" y="1290273"/>
                  </a:moveTo>
                  <a:lnTo>
                    <a:pt x="115087" y="1326476"/>
                  </a:lnTo>
                  <a:lnTo>
                    <a:pt x="67674" y="1212665"/>
                  </a:lnTo>
                  <a:close/>
                  <a:moveTo>
                    <a:pt x="76201" y="1208418"/>
                  </a:moveTo>
                  <a:lnTo>
                    <a:pt x="126773" y="1220041"/>
                  </a:lnTo>
                  <a:lnTo>
                    <a:pt x="70783" y="1164640"/>
                  </a:lnTo>
                  <a:close/>
                  <a:moveTo>
                    <a:pt x="1109550" y="2321484"/>
                  </a:moveTo>
                  <a:lnTo>
                    <a:pt x="1033737" y="2268631"/>
                  </a:lnTo>
                  <a:lnTo>
                    <a:pt x="1051025" y="2277215"/>
                  </a:lnTo>
                  <a:close/>
                  <a:moveTo>
                    <a:pt x="1091858" y="2318796"/>
                  </a:moveTo>
                  <a:lnTo>
                    <a:pt x="1033737" y="2268631"/>
                  </a:lnTo>
                  <a:lnTo>
                    <a:pt x="1109550" y="2321484"/>
                  </a:lnTo>
                  <a:close/>
                  <a:moveTo>
                    <a:pt x="911056" y="2136667"/>
                  </a:moveTo>
                  <a:lnTo>
                    <a:pt x="960419" y="2112785"/>
                  </a:lnTo>
                  <a:lnTo>
                    <a:pt x="962257" y="2166058"/>
                  </a:lnTo>
                  <a:close/>
                  <a:moveTo>
                    <a:pt x="659906" y="1929812"/>
                  </a:moveTo>
                  <a:lnTo>
                    <a:pt x="689872" y="1865949"/>
                  </a:lnTo>
                  <a:lnTo>
                    <a:pt x="628698" y="1855091"/>
                  </a:lnTo>
                  <a:close/>
                  <a:moveTo>
                    <a:pt x="1091858" y="2318796"/>
                  </a:moveTo>
                  <a:lnTo>
                    <a:pt x="976197" y="2254818"/>
                  </a:lnTo>
                  <a:lnTo>
                    <a:pt x="1033737" y="2268631"/>
                  </a:lnTo>
                  <a:close/>
                  <a:moveTo>
                    <a:pt x="706004" y="1624836"/>
                  </a:moveTo>
                  <a:lnTo>
                    <a:pt x="636661" y="1548341"/>
                  </a:lnTo>
                  <a:lnTo>
                    <a:pt x="654442" y="1581057"/>
                  </a:lnTo>
                  <a:close/>
                  <a:moveTo>
                    <a:pt x="1228454" y="2120442"/>
                  </a:moveTo>
                  <a:lnTo>
                    <a:pt x="1261527" y="2180642"/>
                  </a:lnTo>
                  <a:lnTo>
                    <a:pt x="1286284" y="2084406"/>
                  </a:lnTo>
                  <a:close/>
                  <a:moveTo>
                    <a:pt x="1286284" y="2084406"/>
                  </a:moveTo>
                  <a:lnTo>
                    <a:pt x="1337858" y="2103070"/>
                  </a:lnTo>
                  <a:lnTo>
                    <a:pt x="1286617" y="2059245"/>
                  </a:lnTo>
                  <a:close/>
                  <a:moveTo>
                    <a:pt x="1337858" y="2103070"/>
                  </a:moveTo>
                  <a:lnTo>
                    <a:pt x="1352599" y="2027287"/>
                  </a:lnTo>
                  <a:lnTo>
                    <a:pt x="1286617" y="2059245"/>
                  </a:lnTo>
                  <a:close/>
                  <a:moveTo>
                    <a:pt x="1280475" y="2079690"/>
                  </a:moveTo>
                  <a:lnTo>
                    <a:pt x="1286284" y="2084406"/>
                  </a:lnTo>
                  <a:lnTo>
                    <a:pt x="1286617" y="2059245"/>
                  </a:lnTo>
                  <a:close/>
                  <a:moveTo>
                    <a:pt x="1289037" y="1982076"/>
                  </a:moveTo>
                  <a:lnTo>
                    <a:pt x="1280475" y="2079690"/>
                  </a:lnTo>
                  <a:lnTo>
                    <a:pt x="1286617" y="2059245"/>
                  </a:lnTo>
                  <a:close/>
                  <a:moveTo>
                    <a:pt x="1358901" y="1985870"/>
                  </a:moveTo>
                  <a:lnTo>
                    <a:pt x="1286617" y="2059245"/>
                  </a:lnTo>
                  <a:lnTo>
                    <a:pt x="1352599" y="2027287"/>
                  </a:lnTo>
                  <a:close/>
                  <a:moveTo>
                    <a:pt x="1358901" y="1985870"/>
                  </a:moveTo>
                  <a:lnTo>
                    <a:pt x="1289037" y="1982076"/>
                  </a:lnTo>
                  <a:lnTo>
                    <a:pt x="1286617" y="2059245"/>
                  </a:lnTo>
                  <a:close/>
                  <a:moveTo>
                    <a:pt x="1311701" y="1876823"/>
                  </a:moveTo>
                  <a:lnTo>
                    <a:pt x="1298330" y="1887835"/>
                  </a:lnTo>
                  <a:lnTo>
                    <a:pt x="1350461" y="1892639"/>
                  </a:lnTo>
                  <a:close/>
                  <a:moveTo>
                    <a:pt x="1350461" y="1892639"/>
                  </a:moveTo>
                  <a:lnTo>
                    <a:pt x="1298330" y="1887835"/>
                  </a:lnTo>
                  <a:lnTo>
                    <a:pt x="1289037" y="1982076"/>
                  </a:lnTo>
                  <a:close/>
                  <a:moveTo>
                    <a:pt x="1311701" y="1876823"/>
                  </a:moveTo>
                  <a:lnTo>
                    <a:pt x="1350461" y="1892639"/>
                  </a:lnTo>
                  <a:lnTo>
                    <a:pt x="1361509" y="1845394"/>
                  </a:lnTo>
                  <a:close/>
                  <a:moveTo>
                    <a:pt x="397870" y="920644"/>
                  </a:moveTo>
                  <a:lnTo>
                    <a:pt x="463549" y="932535"/>
                  </a:lnTo>
                  <a:lnTo>
                    <a:pt x="530510" y="973494"/>
                  </a:lnTo>
                  <a:close/>
                  <a:moveTo>
                    <a:pt x="1299720" y="1873299"/>
                  </a:moveTo>
                  <a:lnTo>
                    <a:pt x="1298330" y="1887835"/>
                  </a:lnTo>
                  <a:lnTo>
                    <a:pt x="1311701" y="1876823"/>
                  </a:lnTo>
                  <a:close/>
                  <a:moveTo>
                    <a:pt x="1368910" y="1777548"/>
                  </a:moveTo>
                  <a:lnTo>
                    <a:pt x="1311701" y="1876823"/>
                  </a:lnTo>
                  <a:lnTo>
                    <a:pt x="1361509" y="1845394"/>
                  </a:lnTo>
                  <a:close/>
                  <a:moveTo>
                    <a:pt x="1299720" y="1873299"/>
                  </a:moveTo>
                  <a:lnTo>
                    <a:pt x="1311701" y="1876823"/>
                  </a:lnTo>
                  <a:lnTo>
                    <a:pt x="1368910" y="1777548"/>
                  </a:lnTo>
                  <a:close/>
                  <a:moveTo>
                    <a:pt x="1307101" y="1767206"/>
                  </a:moveTo>
                  <a:lnTo>
                    <a:pt x="1299720" y="1873299"/>
                  </a:lnTo>
                  <a:lnTo>
                    <a:pt x="1368910" y="1777548"/>
                  </a:lnTo>
                  <a:close/>
                  <a:moveTo>
                    <a:pt x="1356032" y="1687926"/>
                  </a:moveTo>
                  <a:lnTo>
                    <a:pt x="1368910" y="1777548"/>
                  </a:lnTo>
                  <a:lnTo>
                    <a:pt x="1391420" y="1794608"/>
                  </a:lnTo>
                  <a:close/>
                  <a:moveTo>
                    <a:pt x="924666" y="1098451"/>
                  </a:moveTo>
                  <a:lnTo>
                    <a:pt x="959450" y="1180666"/>
                  </a:lnTo>
                  <a:lnTo>
                    <a:pt x="893801" y="1211343"/>
                  </a:lnTo>
                  <a:close/>
                  <a:moveTo>
                    <a:pt x="820866" y="1119401"/>
                  </a:moveTo>
                  <a:lnTo>
                    <a:pt x="737106" y="1182802"/>
                  </a:lnTo>
                  <a:lnTo>
                    <a:pt x="813426" y="1189492"/>
                  </a:lnTo>
                  <a:close/>
                  <a:moveTo>
                    <a:pt x="761960" y="1106698"/>
                  </a:moveTo>
                  <a:lnTo>
                    <a:pt x="737106" y="1182802"/>
                  </a:lnTo>
                  <a:lnTo>
                    <a:pt x="820866" y="1119401"/>
                  </a:lnTo>
                  <a:close/>
                  <a:moveTo>
                    <a:pt x="820866" y="1119401"/>
                  </a:moveTo>
                  <a:lnTo>
                    <a:pt x="836643" y="1061093"/>
                  </a:lnTo>
                  <a:lnTo>
                    <a:pt x="770038" y="1090729"/>
                  </a:lnTo>
                  <a:close/>
                  <a:moveTo>
                    <a:pt x="917178" y="1098451"/>
                  </a:moveTo>
                  <a:lnTo>
                    <a:pt x="914681" y="1203815"/>
                  </a:lnTo>
                  <a:lnTo>
                    <a:pt x="922881" y="1180666"/>
                  </a:lnTo>
                  <a:close/>
                  <a:moveTo>
                    <a:pt x="893801" y="1211343"/>
                  </a:moveTo>
                  <a:lnTo>
                    <a:pt x="914681" y="1203815"/>
                  </a:lnTo>
                  <a:lnTo>
                    <a:pt x="813426" y="1189492"/>
                  </a:lnTo>
                  <a:close/>
                  <a:moveTo>
                    <a:pt x="882648" y="1016236"/>
                  </a:moveTo>
                  <a:lnTo>
                    <a:pt x="836643" y="1061093"/>
                  </a:lnTo>
                  <a:lnTo>
                    <a:pt x="894545" y="1020001"/>
                  </a:lnTo>
                  <a:close/>
                  <a:moveTo>
                    <a:pt x="894545" y="1020001"/>
                  </a:moveTo>
                  <a:lnTo>
                    <a:pt x="836643" y="1061093"/>
                  </a:lnTo>
                  <a:lnTo>
                    <a:pt x="820866" y="1119401"/>
                  </a:lnTo>
                  <a:close/>
                  <a:moveTo>
                    <a:pt x="845357" y="999397"/>
                  </a:moveTo>
                  <a:lnTo>
                    <a:pt x="882648" y="1016236"/>
                  </a:lnTo>
                  <a:lnTo>
                    <a:pt x="847682" y="897415"/>
                  </a:lnTo>
                  <a:close/>
                  <a:moveTo>
                    <a:pt x="938147" y="946742"/>
                  </a:moveTo>
                  <a:lnTo>
                    <a:pt x="882648" y="1016236"/>
                  </a:lnTo>
                  <a:lnTo>
                    <a:pt x="896690" y="1006944"/>
                  </a:lnTo>
                  <a:close/>
                  <a:moveTo>
                    <a:pt x="1013538" y="977800"/>
                  </a:moveTo>
                  <a:lnTo>
                    <a:pt x="938147" y="946742"/>
                  </a:lnTo>
                  <a:lnTo>
                    <a:pt x="1012621" y="984599"/>
                  </a:lnTo>
                  <a:close/>
                  <a:moveTo>
                    <a:pt x="1672880" y="1743181"/>
                  </a:moveTo>
                  <a:lnTo>
                    <a:pt x="1612499" y="1700699"/>
                  </a:lnTo>
                  <a:lnTo>
                    <a:pt x="1631964" y="1717736"/>
                  </a:lnTo>
                  <a:close/>
                  <a:moveTo>
                    <a:pt x="1648427" y="1715210"/>
                  </a:moveTo>
                  <a:lnTo>
                    <a:pt x="1612499" y="1700699"/>
                  </a:lnTo>
                  <a:lnTo>
                    <a:pt x="1672880" y="1743181"/>
                  </a:lnTo>
                  <a:close/>
                  <a:moveTo>
                    <a:pt x="1730703" y="1744171"/>
                  </a:moveTo>
                  <a:lnTo>
                    <a:pt x="1648427" y="1715210"/>
                  </a:lnTo>
                  <a:lnTo>
                    <a:pt x="1672880" y="1743181"/>
                  </a:lnTo>
                  <a:close/>
                  <a:moveTo>
                    <a:pt x="1013538" y="977800"/>
                  </a:moveTo>
                  <a:lnTo>
                    <a:pt x="1035529" y="965975"/>
                  </a:lnTo>
                  <a:lnTo>
                    <a:pt x="938147" y="946742"/>
                  </a:lnTo>
                  <a:close/>
                  <a:moveTo>
                    <a:pt x="938147" y="946742"/>
                  </a:moveTo>
                  <a:lnTo>
                    <a:pt x="1035529" y="965975"/>
                  </a:lnTo>
                  <a:lnTo>
                    <a:pt x="1065958" y="930746"/>
                  </a:lnTo>
                  <a:close/>
                  <a:moveTo>
                    <a:pt x="938147" y="946742"/>
                  </a:moveTo>
                  <a:lnTo>
                    <a:pt x="1065958" y="930746"/>
                  </a:lnTo>
                  <a:lnTo>
                    <a:pt x="990472" y="927172"/>
                  </a:lnTo>
                  <a:close/>
                  <a:moveTo>
                    <a:pt x="1994564" y="1832640"/>
                  </a:moveTo>
                  <a:lnTo>
                    <a:pt x="2045199" y="1868844"/>
                  </a:lnTo>
                  <a:lnTo>
                    <a:pt x="1962235" y="1805293"/>
                  </a:lnTo>
                  <a:close/>
                  <a:moveTo>
                    <a:pt x="1101403" y="939363"/>
                  </a:moveTo>
                  <a:lnTo>
                    <a:pt x="1162505" y="923337"/>
                  </a:lnTo>
                  <a:lnTo>
                    <a:pt x="1065958" y="930746"/>
                  </a:lnTo>
                  <a:close/>
                  <a:moveTo>
                    <a:pt x="1065958" y="930746"/>
                  </a:moveTo>
                  <a:lnTo>
                    <a:pt x="1162505" y="923337"/>
                  </a:lnTo>
                  <a:lnTo>
                    <a:pt x="1183995" y="878204"/>
                  </a:lnTo>
                  <a:close/>
                  <a:moveTo>
                    <a:pt x="1246571" y="915586"/>
                  </a:moveTo>
                  <a:lnTo>
                    <a:pt x="1162505" y="923337"/>
                  </a:lnTo>
                  <a:lnTo>
                    <a:pt x="1146010" y="951388"/>
                  </a:lnTo>
                  <a:close/>
                  <a:moveTo>
                    <a:pt x="1162505" y="923337"/>
                  </a:moveTo>
                  <a:lnTo>
                    <a:pt x="1246571" y="915586"/>
                  </a:lnTo>
                  <a:lnTo>
                    <a:pt x="1183995" y="878204"/>
                  </a:lnTo>
                  <a:close/>
                  <a:moveTo>
                    <a:pt x="1278927" y="900926"/>
                  </a:moveTo>
                  <a:lnTo>
                    <a:pt x="1351071" y="991314"/>
                  </a:lnTo>
                  <a:lnTo>
                    <a:pt x="1345017" y="983142"/>
                  </a:lnTo>
                  <a:close/>
                  <a:moveTo>
                    <a:pt x="1221490" y="954939"/>
                  </a:moveTo>
                  <a:lnTo>
                    <a:pt x="1351071" y="991314"/>
                  </a:lnTo>
                  <a:lnTo>
                    <a:pt x="1278927" y="900926"/>
                  </a:lnTo>
                  <a:close/>
                  <a:moveTo>
                    <a:pt x="1278927" y="900926"/>
                  </a:moveTo>
                  <a:lnTo>
                    <a:pt x="1246571" y="915586"/>
                  </a:lnTo>
                  <a:lnTo>
                    <a:pt x="1221490" y="954939"/>
                  </a:lnTo>
                  <a:close/>
                  <a:moveTo>
                    <a:pt x="1035280" y="665901"/>
                  </a:moveTo>
                  <a:lnTo>
                    <a:pt x="1030161" y="654281"/>
                  </a:lnTo>
                  <a:lnTo>
                    <a:pt x="996918" y="672617"/>
                  </a:lnTo>
                  <a:close/>
                  <a:moveTo>
                    <a:pt x="996918" y="672617"/>
                  </a:moveTo>
                  <a:lnTo>
                    <a:pt x="1030161" y="654281"/>
                  </a:lnTo>
                  <a:lnTo>
                    <a:pt x="967359" y="625555"/>
                  </a:lnTo>
                  <a:close/>
                  <a:moveTo>
                    <a:pt x="996918" y="672617"/>
                  </a:moveTo>
                  <a:lnTo>
                    <a:pt x="967359" y="625555"/>
                  </a:lnTo>
                  <a:lnTo>
                    <a:pt x="927650" y="692292"/>
                  </a:lnTo>
                  <a:close/>
                  <a:moveTo>
                    <a:pt x="2219063" y="1849072"/>
                  </a:moveTo>
                  <a:lnTo>
                    <a:pt x="2199755" y="1889387"/>
                  </a:lnTo>
                  <a:lnTo>
                    <a:pt x="2252128" y="1869996"/>
                  </a:lnTo>
                  <a:close/>
                  <a:moveTo>
                    <a:pt x="1952060" y="1799268"/>
                  </a:moveTo>
                  <a:lnTo>
                    <a:pt x="1962235" y="1805293"/>
                  </a:lnTo>
                  <a:lnTo>
                    <a:pt x="1983132" y="1781341"/>
                  </a:lnTo>
                  <a:close/>
                  <a:moveTo>
                    <a:pt x="2219063" y="1849072"/>
                  </a:moveTo>
                  <a:lnTo>
                    <a:pt x="2252128" y="1869996"/>
                  </a:lnTo>
                  <a:lnTo>
                    <a:pt x="2262414" y="1836160"/>
                  </a:lnTo>
                  <a:close/>
                  <a:moveTo>
                    <a:pt x="2262414" y="1836160"/>
                  </a:moveTo>
                  <a:lnTo>
                    <a:pt x="2252128" y="1869996"/>
                  </a:lnTo>
                  <a:lnTo>
                    <a:pt x="2298775" y="1849072"/>
                  </a:lnTo>
                  <a:close/>
                  <a:moveTo>
                    <a:pt x="1765648" y="1165762"/>
                  </a:moveTo>
                  <a:lnTo>
                    <a:pt x="1807965" y="1152915"/>
                  </a:lnTo>
                  <a:lnTo>
                    <a:pt x="1740816" y="1136375"/>
                  </a:lnTo>
                  <a:close/>
                  <a:moveTo>
                    <a:pt x="1480575" y="720691"/>
                  </a:moveTo>
                  <a:lnTo>
                    <a:pt x="1395991" y="754611"/>
                  </a:lnTo>
                  <a:lnTo>
                    <a:pt x="1359343" y="761287"/>
                  </a:lnTo>
                  <a:close/>
                  <a:moveTo>
                    <a:pt x="1475320" y="750709"/>
                  </a:moveTo>
                  <a:lnTo>
                    <a:pt x="1544422" y="755122"/>
                  </a:lnTo>
                  <a:lnTo>
                    <a:pt x="1480575" y="720691"/>
                  </a:lnTo>
                  <a:close/>
                  <a:moveTo>
                    <a:pt x="1261271" y="673270"/>
                  </a:moveTo>
                  <a:lnTo>
                    <a:pt x="1210966" y="683756"/>
                  </a:lnTo>
                  <a:lnTo>
                    <a:pt x="1237876" y="698060"/>
                  </a:lnTo>
                  <a:close/>
                  <a:moveTo>
                    <a:pt x="1261271" y="673270"/>
                  </a:moveTo>
                  <a:lnTo>
                    <a:pt x="1277138" y="690551"/>
                  </a:lnTo>
                  <a:lnTo>
                    <a:pt x="1268806" y="659623"/>
                  </a:lnTo>
                  <a:close/>
                  <a:moveTo>
                    <a:pt x="1277138" y="690551"/>
                  </a:moveTo>
                  <a:lnTo>
                    <a:pt x="1359343" y="761287"/>
                  </a:lnTo>
                  <a:lnTo>
                    <a:pt x="1395991" y="754611"/>
                  </a:lnTo>
                  <a:close/>
                  <a:moveTo>
                    <a:pt x="2280975" y="1547448"/>
                  </a:moveTo>
                  <a:lnTo>
                    <a:pt x="2329161" y="1642302"/>
                  </a:lnTo>
                  <a:lnTo>
                    <a:pt x="2351488" y="1532429"/>
                  </a:lnTo>
                  <a:close/>
                  <a:moveTo>
                    <a:pt x="2230965" y="1563990"/>
                  </a:moveTo>
                  <a:lnTo>
                    <a:pt x="2329161" y="1642302"/>
                  </a:lnTo>
                  <a:lnTo>
                    <a:pt x="2280975" y="1547448"/>
                  </a:lnTo>
                  <a:close/>
                  <a:moveTo>
                    <a:pt x="2234182" y="1558834"/>
                  </a:moveTo>
                  <a:lnTo>
                    <a:pt x="2230965" y="1563990"/>
                  </a:lnTo>
                  <a:lnTo>
                    <a:pt x="2280975" y="1547448"/>
                  </a:lnTo>
                  <a:close/>
                  <a:moveTo>
                    <a:pt x="2227165" y="1561463"/>
                  </a:moveTo>
                  <a:lnTo>
                    <a:pt x="2234182" y="1558834"/>
                  </a:lnTo>
                  <a:lnTo>
                    <a:pt x="2159262" y="1559151"/>
                  </a:lnTo>
                  <a:close/>
                  <a:moveTo>
                    <a:pt x="1954907" y="1303827"/>
                  </a:moveTo>
                  <a:lnTo>
                    <a:pt x="1962505" y="1317345"/>
                  </a:lnTo>
                  <a:lnTo>
                    <a:pt x="1975324" y="1240646"/>
                  </a:lnTo>
                  <a:close/>
                  <a:moveTo>
                    <a:pt x="1975324" y="1240646"/>
                  </a:moveTo>
                  <a:lnTo>
                    <a:pt x="2002236" y="1277807"/>
                  </a:lnTo>
                  <a:lnTo>
                    <a:pt x="2052817" y="1251719"/>
                  </a:lnTo>
                  <a:close/>
                  <a:moveTo>
                    <a:pt x="1739816" y="917434"/>
                  </a:moveTo>
                  <a:lnTo>
                    <a:pt x="1774551" y="889400"/>
                  </a:lnTo>
                  <a:lnTo>
                    <a:pt x="1817196" y="928087"/>
                  </a:lnTo>
                  <a:close/>
                  <a:moveTo>
                    <a:pt x="1480575" y="720691"/>
                  </a:moveTo>
                  <a:lnTo>
                    <a:pt x="1543010" y="675471"/>
                  </a:lnTo>
                  <a:lnTo>
                    <a:pt x="1577199" y="621187"/>
                  </a:lnTo>
                  <a:close/>
                  <a:moveTo>
                    <a:pt x="2280975" y="1547448"/>
                  </a:moveTo>
                  <a:lnTo>
                    <a:pt x="2159262" y="1559151"/>
                  </a:lnTo>
                  <a:lnTo>
                    <a:pt x="2234182" y="1558834"/>
                  </a:lnTo>
                  <a:close/>
                  <a:moveTo>
                    <a:pt x="2280975" y="1547448"/>
                  </a:moveTo>
                  <a:lnTo>
                    <a:pt x="2206511" y="1547698"/>
                  </a:lnTo>
                  <a:lnTo>
                    <a:pt x="2159262" y="1559151"/>
                  </a:lnTo>
                  <a:close/>
                  <a:moveTo>
                    <a:pt x="2287533" y="1515461"/>
                  </a:moveTo>
                  <a:lnTo>
                    <a:pt x="2206511" y="1547698"/>
                  </a:lnTo>
                  <a:lnTo>
                    <a:pt x="2280975" y="1547448"/>
                  </a:lnTo>
                  <a:close/>
                  <a:moveTo>
                    <a:pt x="2352760" y="1523024"/>
                  </a:moveTo>
                  <a:lnTo>
                    <a:pt x="2280975" y="1547448"/>
                  </a:lnTo>
                  <a:lnTo>
                    <a:pt x="2351488" y="1532429"/>
                  </a:lnTo>
                  <a:close/>
                  <a:moveTo>
                    <a:pt x="2352760" y="1523024"/>
                  </a:moveTo>
                  <a:lnTo>
                    <a:pt x="2287533" y="1515461"/>
                  </a:lnTo>
                  <a:lnTo>
                    <a:pt x="2280975" y="1547448"/>
                  </a:lnTo>
                  <a:close/>
                  <a:moveTo>
                    <a:pt x="2287533" y="1515461"/>
                  </a:moveTo>
                  <a:lnTo>
                    <a:pt x="2352760" y="1523024"/>
                  </a:lnTo>
                  <a:lnTo>
                    <a:pt x="2356882" y="1419581"/>
                  </a:lnTo>
                  <a:close/>
                  <a:moveTo>
                    <a:pt x="2352760" y="1523024"/>
                  </a:moveTo>
                  <a:lnTo>
                    <a:pt x="2351488" y="1532429"/>
                  </a:lnTo>
                  <a:lnTo>
                    <a:pt x="2357879" y="1525553"/>
                  </a:lnTo>
                  <a:close/>
                  <a:moveTo>
                    <a:pt x="2356882" y="1419581"/>
                  </a:moveTo>
                  <a:lnTo>
                    <a:pt x="2352760" y="1523024"/>
                  </a:lnTo>
                  <a:lnTo>
                    <a:pt x="2357879" y="1525553"/>
                  </a:lnTo>
                  <a:close/>
                  <a:moveTo>
                    <a:pt x="2137430" y="1176531"/>
                  </a:moveTo>
                  <a:lnTo>
                    <a:pt x="2082182" y="1160854"/>
                  </a:lnTo>
                  <a:lnTo>
                    <a:pt x="2052817" y="1251719"/>
                  </a:lnTo>
                  <a:close/>
                  <a:moveTo>
                    <a:pt x="1872376" y="809871"/>
                  </a:moveTo>
                  <a:lnTo>
                    <a:pt x="1946591" y="810127"/>
                  </a:lnTo>
                  <a:lnTo>
                    <a:pt x="1943409" y="712622"/>
                  </a:lnTo>
                  <a:close/>
                  <a:moveTo>
                    <a:pt x="1932294" y="864558"/>
                  </a:moveTo>
                  <a:lnTo>
                    <a:pt x="2000879" y="842328"/>
                  </a:lnTo>
                  <a:lnTo>
                    <a:pt x="1994190" y="790960"/>
                  </a:lnTo>
                  <a:close/>
                  <a:moveTo>
                    <a:pt x="1805942" y="220796"/>
                  </a:moveTo>
                  <a:lnTo>
                    <a:pt x="1823343" y="305462"/>
                  </a:lnTo>
                  <a:lnTo>
                    <a:pt x="1795227" y="259232"/>
                  </a:lnTo>
                  <a:close/>
                  <a:moveTo>
                    <a:pt x="1906926" y="41636"/>
                  </a:moveTo>
                  <a:lnTo>
                    <a:pt x="1858175" y="56366"/>
                  </a:lnTo>
                  <a:lnTo>
                    <a:pt x="1891150" y="65118"/>
                  </a:lnTo>
                  <a:close/>
                  <a:moveTo>
                    <a:pt x="1858175" y="56366"/>
                  </a:moveTo>
                  <a:lnTo>
                    <a:pt x="1906926" y="41636"/>
                  </a:lnTo>
                  <a:lnTo>
                    <a:pt x="1931291" y="0"/>
                  </a:lnTo>
                  <a:close/>
                  <a:moveTo>
                    <a:pt x="1810065" y="40616"/>
                  </a:moveTo>
                  <a:lnTo>
                    <a:pt x="1858175" y="56366"/>
                  </a:lnTo>
                  <a:lnTo>
                    <a:pt x="1931291" y="0"/>
                  </a:lnTo>
                  <a:close/>
                  <a:moveTo>
                    <a:pt x="1891150" y="65118"/>
                  </a:moveTo>
                  <a:lnTo>
                    <a:pt x="1978045" y="17930"/>
                  </a:lnTo>
                  <a:lnTo>
                    <a:pt x="1906926" y="41636"/>
                  </a:lnTo>
                  <a:close/>
                  <a:moveTo>
                    <a:pt x="2016087" y="38381"/>
                  </a:moveTo>
                  <a:lnTo>
                    <a:pt x="1978045" y="17930"/>
                  </a:lnTo>
                  <a:lnTo>
                    <a:pt x="1891150" y="65118"/>
                  </a:lnTo>
                  <a:close/>
                  <a:moveTo>
                    <a:pt x="1906926" y="41636"/>
                  </a:moveTo>
                  <a:lnTo>
                    <a:pt x="1978045" y="17930"/>
                  </a:lnTo>
                  <a:lnTo>
                    <a:pt x="1931291" y="0"/>
                  </a:lnTo>
                  <a:close/>
                  <a:moveTo>
                    <a:pt x="2279613" y="20517"/>
                  </a:moveTo>
                  <a:lnTo>
                    <a:pt x="2315844" y="91154"/>
                  </a:lnTo>
                  <a:lnTo>
                    <a:pt x="2336328" y="105486"/>
                  </a:lnTo>
                  <a:close/>
                </a:path>
              </a:pathLst>
            </a:custGeom>
            <a:solidFill>
              <a:srgbClr val="D8DEE3"/>
            </a:solidFill>
            <a:ln w="1524">
              <a:solidFill>
                <a:srgbClr val="D8DEE3"/>
              </a:solidFill>
            </a:ln>
          </p:spPr>
        </p:sp>
        <p:sp>
          <p:nvSpPr>
            <p:cNvPr id="2108" name="Candidate_density__2107">
              <a:extLst>
                <a:ext uri="{FF2B5EF4-FFF2-40B4-BE49-F238E27FC236}">
                  <a16:creationId xmlns:a16="http://schemas.microsoft.com/office/drawing/2014/main" id="{5CE5C02A-83D9-0B0D-F38D-31115143B40D}"/>
                </a:ext>
              </a:extLst>
            </p:cNvPr>
            <p:cNvSpPr>
              <a:spLocks noGrp="1"/>
            </p:cNvSpPr>
            <p:nvPr/>
          </p:nvSpPr>
          <p:spPr>
            <a:xfrm>
              <a:off x="3924552" y="1508053"/>
              <a:ext cx="2210725" cy="2576568"/>
            </a:xfrm>
            <a:custGeom>
              <a:avLst/>
              <a:gdLst/>
              <a:ahLst/>
              <a:cxnLst/>
              <a:rect l="0" t="0" r="0" b="0"/>
              <a:pathLst>
                <a:path w="2210725" h="2576568">
                  <a:moveTo>
                    <a:pt x="616277" y="2531391"/>
                  </a:moveTo>
                  <a:lnTo>
                    <a:pt x="674028" y="2576568"/>
                  </a:lnTo>
                  <a:lnTo>
                    <a:pt x="684544" y="2513020"/>
                  </a:lnTo>
                  <a:close/>
                  <a:moveTo>
                    <a:pt x="616277" y="2531391"/>
                  </a:moveTo>
                  <a:lnTo>
                    <a:pt x="684544" y="2513020"/>
                  </a:lnTo>
                  <a:lnTo>
                    <a:pt x="576639" y="2491100"/>
                  </a:lnTo>
                  <a:close/>
                  <a:moveTo>
                    <a:pt x="487861" y="2351551"/>
                  </a:moveTo>
                  <a:lnTo>
                    <a:pt x="527476" y="2328524"/>
                  </a:lnTo>
                  <a:lnTo>
                    <a:pt x="512483" y="2314688"/>
                  </a:lnTo>
                  <a:close/>
                  <a:moveTo>
                    <a:pt x="725710" y="2379461"/>
                  </a:moveTo>
                  <a:lnTo>
                    <a:pt x="681665" y="2290088"/>
                  </a:lnTo>
                  <a:lnTo>
                    <a:pt x="623332" y="2302007"/>
                  </a:lnTo>
                  <a:close/>
                  <a:moveTo>
                    <a:pt x="610478" y="2212366"/>
                  </a:moveTo>
                  <a:lnTo>
                    <a:pt x="610070" y="2185689"/>
                  </a:lnTo>
                  <a:lnTo>
                    <a:pt x="531090" y="2169054"/>
                  </a:lnTo>
                  <a:close/>
                  <a:moveTo>
                    <a:pt x="126340" y="1550152"/>
                  </a:moveTo>
                  <a:lnTo>
                    <a:pt x="91023" y="1574892"/>
                  </a:lnTo>
                  <a:lnTo>
                    <a:pt x="117442" y="1570089"/>
                  </a:lnTo>
                  <a:close/>
                  <a:moveTo>
                    <a:pt x="0" y="1506374"/>
                  </a:moveTo>
                  <a:lnTo>
                    <a:pt x="91023" y="1574892"/>
                  </a:lnTo>
                  <a:lnTo>
                    <a:pt x="126340" y="1550152"/>
                  </a:lnTo>
                  <a:close/>
                  <a:moveTo>
                    <a:pt x="117442" y="1570089"/>
                  </a:moveTo>
                  <a:lnTo>
                    <a:pt x="79321" y="1594595"/>
                  </a:lnTo>
                  <a:lnTo>
                    <a:pt x="126340" y="1550152"/>
                  </a:lnTo>
                  <a:close/>
                  <a:moveTo>
                    <a:pt x="542291" y="2107115"/>
                  </a:moveTo>
                  <a:lnTo>
                    <a:pt x="632599" y="2054720"/>
                  </a:lnTo>
                  <a:lnTo>
                    <a:pt x="572258" y="2043253"/>
                  </a:lnTo>
                  <a:close/>
                  <a:moveTo>
                    <a:pt x="603880" y="1947342"/>
                  </a:moveTo>
                  <a:lnTo>
                    <a:pt x="577025" y="1922791"/>
                  </a:lnTo>
                  <a:lnTo>
                    <a:pt x="572258" y="2043253"/>
                  </a:lnTo>
                  <a:close/>
                  <a:moveTo>
                    <a:pt x="572258" y="2043253"/>
                  </a:moveTo>
                  <a:lnTo>
                    <a:pt x="653423" y="2005006"/>
                  </a:lnTo>
                  <a:lnTo>
                    <a:pt x="603880" y="1947342"/>
                  </a:lnTo>
                  <a:close/>
                  <a:moveTo>
                    <a:pt x="572258" y="2043253"/>
                  </a:moveTo>
                  <a:lnTo>
                    <a:pt x="632599" y="2054720"/>
                  </a:lnTo>
                  <a:lnTo>
                    <a:pt x="653423" y="2005006"/>
                  </a:lnTo>
                  <a:close/>
                  <a:moveTo>
                    <a:pt x="577025" y="1922791"/>
                  </a:moveTo>
                  <a:lnTo>
                    <a:pt x="534484" y="1840576"/>
                  </a:lnTo>
                  <a:lnTo>
                    <a:pt x="511892" y="1931646"/>
                  </a:lnTo>
                  <a:close/>
                  <a:moveTo>
                    <a:pt x="119608" y="1368143"/>
                  </a:moveTo>
                  <a:lnTo>
                    <a:pt x="2088" y="1305835"/>
                  </a:lnTo>
                  <a:lnTo>
                    <a:pt x="54343" y="1385722"/>
                  </a:lnTo>
                  <a:close/>
                  <a:moveTo>
                    <a:pt x="577025" y="1922791"/>
                  </a:moveTo>
                  <a:lnTo>
                    <a:pt x="588390" y="1802140"/>
                  </a:lnTo>
                  <a:lnTo>
                    <a:pt x="534484" y="1840576"/>
                  </a:lnTo>
                  <a:close/>
                  <a:moveTo>
                    <a:pt x="588390" y="1802140"/>
                  </a:moveTo>
                  <a:lnTo>
                    <a:pt x="536827" y="1758361"/>
                  </a:lnTo>
                  <a:lnTo>
                    <a:pt x="534484" y="1840576"/>
                  </a:lnTo>
                  <a:close/>
                  <a:moveTo>
                    <a:pt x="176858" y="1321600"/>
                  </a:moveTo>
                  <a:lnTo>
                    <a:pt x="185990" y="1284353"/>
                  </a:lnTo>
                  <a:lnTo>
                    <a:pt x="189926" y="1347285"/>
                  </a:lnTo>
                  <a:close/>
                  <a:moveTo>
                    <a:pt x="232765" y="1395777"/>
                  </a:moveTo>
                  <a:lnTo>
                    <a:pt x="305808" y="1390217"/>
                  </a:lnTo>
                  <a:lnTo>
                    <a:pt x="269515" y="1406956"/>
                  </a:lnTo>
                  <a:close/>
                  <a:moveTo>
                    <a:pt x="763394" y="1608679"/>
                  </a:moveTo>
                  <a:lnTo>
                    <a:pt x="694520" y="1604080"/>
                  </a:lnTo>
                  <a:lnTo>
                    <a:pt x="780852" y="1621293"/>
                  </a:lnTo>
                  <a:close/>
                  <a:moveTo>
                    <a:pt x="178985" y="1144419"/>
                  </a:moveTo>
                  <a:lnTo>
                    <a:pt x="283424" y="1195464"/>
                  </a:lnTo>
                  <a:lnTo>
                    <a:pt x="266419" y="1109196"/>
                  </a:lnTo>
                  <a:close/>
                  <a:moveTo>
                    <a:pt x="178985" y="1144419"/>
                  </a:moveTo>
                  <a:lnTo>
                    <a:pt x="226849" y="1226634"/>
                  </a:lnTo>
                  <a:lnTo>
                    <a:pt x="283424" y="1195464"/>
                  </a:lnTo>
                  <a:close/>
                  <a:moveTo>
                    <a:pt x="346384" y="1204871"/>
                  </a:moveTo>
                  <a:lnTo>
                    <a:pt x="323260" y="1105982"/>
                  </a:lnTo>
                  <a:lnTo>
                    <a:pt x="266419" y="1109196"/>
                  </a:lnTo>
                  <a:close/>
                  <a:moveTo>
                    <a:pt x="266419" y="1109196"/>
                  </a:moveTo>
                  <a:lnTo>
                    <a:pt x="323260" y="1105982"/>
                  </a:lnTo>
                  <a:lnTo>
                    <a:pt x="267780" y="1096290"/>
                  </a:lnTo>
                  <a:close/>
                  <a:moveTo>
                    <a:pt x="998579" y="1738845"/>
                  </a:moveTo>
                  <a:lnTo>
                    <a:pt x="951521" y="1643052"/>
                  </a:lnTo>
                  <a:lnTo>
                    <a:pt x="903926" y="1655112"/>
                  </a:lnTo>
                  <a:close/>
                  <a:moveTo>
                    <a:pt x="843703" y="1641080"/>
                  </a:moveTo>
                  <a:lnTo>
                    <a:pt x="780852" y="1621293"/>
                  </a:lnTo>
                  <a:lnTo>
                    <a:pt x="705560" y="1618448"/>
                  </a:lnTo>
                  <a:close/>
                  <a:moveTo>
                    <a:pt x="843703" y="1641080"/>
                  </a:moveTo>
                  <a:lnTo>
                    <a:pt x="705560" y="1618448"/>
                  </a:lnTo>
                  <a:lnTo>
                    <a:pt x="758732" y="1602045"/>
                  </a:lnTo>
                  <a:close/>
                  <a:moveTo>
                    <a:pt x="843703" y="1641080"/>
                  </a:moveTo>
                  <a:lnTo>
                    <a:pt x="847964" y="1643052"/>
                  </a:lnTo>
                  <a:lnTo>
                    <a:pt x="858086" y="1631400"/>
                  </a:lnTo>
                  <a:close/>
                  <a:moveTo>
                    <a:pt x="780852" y="1621293"/>
                  </a:moveTo>
                  <a:lnTo>
                    <a:pt x="843703" y="1641080"/>
                  </a:lnTo>
                  <a:lnTo>
                    <a:pt x="858086" y="1631400"/>
                  </a:lnTo>
                  <a:close/>
                  <a:moveTo>
                    <a:pt x="938851" y="1718166"/>
                  </a:moveTo>
                  <a:lnTo>
                    <a:pt x="903926" y="1655112"/>
                  </a:lnTo>
                  <a:lnTo>
                    <a:pt x="847964" y="1643052"/>
                  </a:lnTo>
                  <a:close/>
                  <a:moveTo>
                    <a:pt x="323260" y="1105982"/>
                  </a:moveTo>
                  <a:lnTo>
                    <a:pt x="345934" y="1109839"/>
                  </a:lnTo>
                  <a:lnTo>
                    <a:pt x="280255" y="1097948"/>
                  </a:lnTo>
                  <a:close/>
                  <a:moveTo>
                    <a:pt x="267780" y="1096290"/>
                  </a:moveTo>
                  <a:lnTo>
                    <a:pt x="323260" y="1105982"/>
                  </a:lnTo>
                  <a:lnTo>
                    <a:pt x="280255" y="1097948"/>
                  </a:lnTo>
                  <a:close/>
                  <a:moveTo>
                    <a:pt x="333054" y="846480"/>
                  </a:moveTo>
                  <a:lnTo>
                    <a:pt x="209839" y="879659"/>
                  </a:lnTo>
                  <a:lnTo>
                    <a:pt x="261787" y="858680"/>
                  </a:lnTo>
                  <a:close/>
                  <a:moveTo>
                    <a:pt x="1166171" y="1863373"/>
                  </a:moveTo>
                  <a:lnTo>
                    <a:pt x="1191341" y="1826211"/>
                  </a:lnTo>
                  <a:lnTo>
                    <a:pt x="1125269" y="1857833"/>
                  </a:lnTo>
                  <a:close/>
                  <a:moveTo>
                    <a:pt x="1166171" y="1863373"/>
                  </a:moveTo>
                  <a:lnTo>
                    <a:pt x="1238417" y="1865229"/>
                  </a:lnTo>
                  <a:lnTo>
                    <a:pt x="1191341" y="1826211"/>
                  </a:lnTo>
                  <a:close/>
                  <a:moveTo>
                    <a:pt x="799564" y="1275755"/>
                  </a:moveTo>
                  <a:lnTo>
                    <a:pt x="703251" y="1296705"/>
                  </a:lnTo>
                  <a:lnTo>
                    <a:pt x="695811" y="1366796"/>
                  </a:lnTo>
                  <a:close/>
                  <a:moveTo>
                    <a:pt x="799564" y="1275755"/>
                  </a:moveTo>
                  <a:lnTo>
                    <a:pt x="800433" y="1264098"/>
                  </a:lnTo>
                  <a:lnTo>
                    <a:pt x="776930" y="1197305"/>
                  </a:lnTo>
                  <a:close/>
                  <a:moveTo>
                    <a:pt x="703251" y="1296705"/>
                  </a:moveTo>
                  <a:lnTo>
                    <a:pt x="799564" y="1275755"/>
                  </a:lnTo>
                  <a:lnTo>
                    <a:pt x="776930" y="1197305"/>
                  </a:lnTo>
                  <a:close/>
                  <a:moveTo>
                    <a:pt x="800433" y="1264098"/>
                  </a:moveTo>
                  <a:lnTo>
                    <a:pt x="807051" y="1275755"/>
                  </a:lnTo>
                  <a:lnTo>
                    <a:pt x="776930" y="1197305"/>
                  </a:lnTo>
                  <a:close/>
                  <a:moveTo>
                    <a:pt x="333054" y="846480"/>
                  </a:moveTo>
                  <a:lnTo>
                    <a:pt x="261787" y="858680"/>
                  </a:lnTo>
                  <a:lnTo>
                    <a:pt x="392826" y="854755"/>
                  </a:lnTo>
                  <a:close/>
                  <a:moveTo>
                    <a:pt x="411652" y="861686"/>
                  </a:moveTo>
                  <a:lnTo>
                    <a:pt x="416631" y="864680"/>
                  </a:lnTo>
                  <a:lnTo>
                    <a:pt x="451087" y="880065"/>
                  </a:lnTo>
                  <a:close/>
                  <a:moveTo>
                    <a:pt x="475907" y="886722"/>
                  </a:moveTo>
                  <a:lnTo>
                    <a:pt x="451087" y="880065"/>
                  </a:lnTo>
                  <a:lnTo>
                    <a:pt x="416631" y="864680"/>
                  </a:lnTo>
                  <a:close/>
                  <a:moveTo>
                    <a:pt x="1878061" y="2409409"/>
                  </a:moveTo>
                  <a:lnTo>
                    <a:pt x="1819381" y="2396522"/>
                  </a:lnTo>
                  <a:lnTo>
                    <a:pt x="1789919" y="2455702"/>
                  </a:lnTo>
                  <a:close/>
                  <a:moveTo>
                    <a:pt x="730068" y="1074719"/>
                  </a:moveTo>
                  <a:lnTo>
                    <a:pt x="820533" y="1124046"/>
                  </a:lnTo>
                  <a:lnTo>
                    <a:pt x="736097" y="1072889"/>
                  </a:lnTo>
                  <a:close/>
                  <a:moveTo>
                    <a:pt x="589477" y="1032686"/>
                  </a:moveTo>
                  <a:lnTo>
                    <a:pt x="639742" y="1005414"/>
                  </a:lnTo>
                  <a:lnTo>
                    <a:pt x="730068" y="1074719"/>
                  </a:lnTo>
                  <a:close/>
                  <a:moveTo>
                    <a:pt x="594606" y="1029109"/>
                  </a:moveTo>
                  <a:lnTo>
                    <a:pt x="589477" y="1032686"/>
                  </a:lnTo>
                  <a:lnTo>
                    <a:pt x="730068" y="1074719"/>
                  </a:lnTo>
                  <a:close/>
                  <a:moveTo>
                    <a:pt x="620145" y="990673"/>
                  </a:moveTo>
                  <a:lnTo>
                    <a:pt x="586600" y="1021929"/>
                  </a:lnTo>
                  <a:lnTo>
                    <a:pt x="527193" y="918284"/>
                  </a:lnTo>
                  <a:close/>
                  <a:moveTo>
                    <a:pt x="635960" y="908458"/>
                  </a:moveTo>
                  <a:lnTo>
                    <a:pt x="586600" y="1021929"/>
                  </a:lnTo>
                  <a:lnTo>
                    <a:pt x="594606" y="1029109"/>
                  </a:lnTo>
                  <a:close/>
                  <a:moveTo>
                    <a:pt x="1473816" y="1812824"/>
                  </a:moveTo>
                  <a:lnTo>
                    <a:pt x="1514349" y="1895039"/>
                  </a:lnTo>
                  <a:lnTo>
                    <a:pt x="1474235" y="1794698"/>
                  </a:lnTo>
                  <a:close/>
                  <a:moveTo>
                    <a:pt x="1559696" y="1721850"/>
                  </a:moveTo>
                  <a:lnTo>
                    <a:pt x="1474235" y="1794698"/>
                  </a:lnTo>
                  <a:lnTo>
                    <a:pt x="1489192" y="1736903"/>
                  </a:lnTo>
                  <a:close/>
                  <a:moveTo>
                    <a:pt x="810204" y="870226"/>
                  </a:moveTo>
                  <a:lnTo>
                    <a:pt x="747762" y="908458"/>
                  </a:lnTo>
                  <a:lnTo>
                    <a:pt x="736964" y="969020"/>
                  </a:lnTo>
                  <a:close/>
                  <a:moveTo>
                    <a:pt x="736964" y="969020"/>
                  </a:moveTo>
                  <a:lnTo>
                    <a:pt x="747762" y="908458"/>
                  </a:lnTo>
                  <a:lnTo>
                    <a:pt x="714266" y="887381"/>
                  </a:lnTo>
                  <a:close/>
                  <a:moveTo>
                    <a:pt x="714266" y="887381"/>
                  </a:moveTo>
                  <a:lnTo>
                    <a:pt x="747762" y="908458"/>
                  </a:lnTo>
                  <a:lnTo>
                    <a:pt x="700246" y="798687"/>
                  </a:lnTo>
                  <a:close/>
                  <a:moveTo>
                    <a:pt x="700246" y="798687"/>
                  </a:moveTo>
                  <a:lnTo>
                    <a:pt x="810036" y="869596"/>
                  </a:lnTo>
                  <a:lnTo>
                    <a:pt x="729975" y="787807"/>
                  </a:lnTo>
                  <a:close/>
                  <a:moveTo>
                    <a:pt x="700246" y="798687"/>
                  </a:moveTo>
                  <a:lnTo>
                    <a:pt x="729975" y="787807"/>
                  </a:lnTo>
                  <a:lnTo>
                    <a:pt x="710657" y="776696"/>
                  </a:lnTo>
                  <a:close/>
                  <a:moveTo>
                    <a:pt x="1492000" y="1856603"/>
                  </a:moveTo>
                  <a:lnTo>
                    <a:pt x="1481770" y="1774388"/>
                  </a:lnTo>
                  <a:lnTo>
                    <a:pt x="1474235" y="1794698"/>
                  </a:lnTo>
                  <a:close/>
                  <a:moveTo>
                    <a:pt x="1994538" y="2075030"/>
                  </a:moveTo>
                  <a:lnTo>
                    <a:pt x="1914017" y="2079901"/>
                  </a:lnTo>
                  <a:lnTo>
                    <a:pt x="2002346" y="2168775"/>
                  </a:lnTo>
                  <a:close/>
                  <a:moveTo>
                    <a:pt x="1535859" y="1696182"/>
                  </a:moveTo>
                  <a:lnTo>
                    <a:pt x="1587405" y="1735951"/>
                  </a:lnTo>
                  <a:lnTo>
                    <a:pt x="1559696" y="1721850"/>
                  </a:lnTo>
                  <a:close/>
                  <a:moveTo>
                    <a:pt x="1489192" y="1736903"/>
                  </a:moveTo>
                  <a:lnTo>
                    <a:pt x="1535859" y="1696182"/>
                  </a:lnTo>
                  <a:lnTo>
                    <a:pt x="1559696" y="1721850"/>
                  </a:lnTo>
                  <a:close/>
                  <a:moveTo>
                    <a:pt x="1227038" y="1314068"/>
                  </a:moveTo>
                  <a:lnTo>
                    <a:pt x="1212134" y="1325544"/>
                  </a:lnTo>
                  <a:lnTo>
                    <a:pt x="1263382" y="1242661"/>
                  </a:lnTo>
                  <a:close/>
                  <a:moveTo>
                    <a:pt x="912547" y="831585"/>
                  </a:moveTo>
                  <a:lnTo>
                    <a:pt x="917666" y="843205"/>
                  </a:lnTo>
                  <a:lnTo>
                    <a:pt x="873222" y="890636"/>
                  </a:lnTo>
                  <a:close/>
                  <a:moveTo>
                    <a:pt x="775217" y="749370"/>
                  </a:moveTo>
                  <a:lnTo>
                    <a:pt x="810036" y="869596"/>
                  </a:lnTo>
                  <a:lnTo>
                    <a:pt x="849745" y="802859"/>
                  </a:lnTo>
                  <a:close/>
                  <a:moveTo>
                    <a:pt x="775217" y="749370"/>
                  </a:moveTo>
                  <a:lnTo>
                    <a:pt x="729975" y="787807"/>
                  </a:lnTo>
                  <a:lnTo>
                    <a:pt x="810036" y="869596"/>
                  </a:lnTo>
                  <a:close/>
                  <a:moveTo>
                    <a:pt x="729975" y="787807"/>
                  </a:moveTo>
                  <a:lnTo>
                    <a:pt x="775217" y="749370"/>
                  </a:lnTo>
                  <a:lnTo>
                    <a:pt x="710657" y="776696"/>
                  </a:lnTo>
                  <a:close/>
                  <a:moveTo>
                    <a:pt x="1470968" y="1571521"/>
                  </a:moveTo>
                  <a:lnTo>
                    <a:pt x="1464426" y="1602488"/>
                  </a:lnTo>
                  <a:lnTo>
                    <a:pt x="1519956" y="1636723"/>
                  </a:lnTo>
                  <a:close/>
                  <a:moveTo>
                    <a:pt x="1161313" y="1078230"/>
                  </a:moveTo>
                  <a:lnTo>
                    <a:pt x="1288122" y="1124175"/>
                  </a:lnTo>
                  <a:lnTo>
                    <a:pt x="1251987" y="1053461"/>
                  </a:lnTo>
                  <a:close/>
                  <a:moveTo>
                    <a:pt x="1251987" y="1053461"/>
                  </a:moveTo>
                  <a:lnTo>
                    <a:pt x="1143328" y="1064547"/>
                  </a:lnTo>
                  <a:lnTo>
                    <a:pt x="1161313" y="1078230"/>
                  </a:lnTo>
                  <a:close/>
                  <a:moveTo>
                    <a:pt x="1166465" y="962304"/>
                  </a:moveTo>
                  <a:lnTo>
                    <a:pt x="1143328" y="1064547"/>
                  </a:lnTo>
                  <a:lnTo>
                    <a:pt x="1251987" y="1053461"/>
                  </a:lnTo>
                  <a:close/>
                  <a:moveTo>
                    <a:pt x="1244349" y="959578"/>
                  </a:moveTo>
                  <a:lnTo>
                    <a:pt x="1166465" y="962304"/>
                  </a:lnTo>
                  <a:lnTo>
                    <a:pt x="1251987" y="1053461"/>
                  </a:lnTo>
                  <a:close/>
                  <a:moveTo>
                    <a:pt x="1166465" y="962304"/>
                  </a:moveTo>
                  <a:lnTo>
                    <a:pt x="1241728" y="938591"/>
                  </a:lnTo>
                  <a:lnTo>
                    <a:pt x="1111218" y="913800"/>
                  </a:lnTo>
                  <a:close/>
                  <a:moveTo>
                    <a:pt x="912547" y="831585"/>
                  </a:moveTo>
                  <a:lnTo>
                    <a:pt x="958953" y="809639"/>
                  </a:lnTo>
                  <a:lnTo>
                    <a:pt x="849745" y="802859"/>
                  </a:lnTo>
                  <a:close/>
                  <a:moveTo>
                    <a:pt x="2061082" y="1920839"/>
                  </a:moveTo>
                  <a:lnTo>
                    <a:pt x="2143495" y="1914431"/>
                  </a:lnTo>
                  <a:lnTo>
                    <a:pt x="2125639" y="1828856"/>
                  </a:lnTo>
                  <a:close/>
                  <a:moveTo>
                    <a:pt x="2061082" y="1920839"/>
                  </a:moveTo>
                  <a:lnTo>
                    <a:pt x="2125639" y="1828856"/>
                  </a:lnTo>
                  <a:lnTo>
                    <a:pt x="2053554" y="1826867"/>
                  </a:lnTo>
                  <a:close/>
                  <a:moveTo>
                    <a:pt x="2201590" y="1927792"/>
                  </a:moveTo>
                  <a:lnTo>
                    <a:pt x="2125639" y="1828856"/>
                  </a:lnTo>
                  <a:lnTo>
                    <a:pt x="2143495" y="1914431"/>
                  </a:lnTo>
                  <a:close/>
                  <a:moveTo>
                    <a:pt x="1972903" y="1831843"/>
                  </a:moveTo>
                  <a:lnTo>
                    <a:pt x="2053554" y="1826867"/>
                  </a:lnTo>
                  <a:lnTo>
                    <a:pt x="1952271" y="1748524"/>
                  </a:lnTo>
                  <a:close/>
                  <a:moveTo>
                    <a:pt x="2053554" y="1826867"/>
                  </a:moveTo>
                  <a:lnTo>
                    <a:pt x="2125639" y="1828856"/>
                  </a:lnTo>
                  <a:lnTo>
                    <a:pt x="2069213" y="1803156"/>
                  </a:lnTo>
                  <a:close/>
                  <a:moveTo>
                    <a:pt x="1644693" y="1394031"/>
                  </a:moveTo>
                  <a:lnTo>
                    <a:pt x="1658060" y="1380555"/>
                  </a:lnTo>
                  <a:lnTo>
                    <a:pt x="1593243" y="1416869"/>
                  </a:lnTo>
                  <a:close/>
                  <a:moveTo>
                    <a:pt x="1694079" y="1336784"/>
                  </a:moveTo>
                  <a:lnTo>
                    <a:pt x="1690350" y="1330218"/>
                  </a:lnTo>
                  <a:lnTo>
                    <a:pt x="1648034" y="1343066"/>
                  </a:lnTo>
                  <a:close/>
                  <a:moveTo>
                    <a:pt x="1357706" y="928013"/>
                  </a:moveTo>
                  <a:lnTo>
                    <a:pt x="1253640" y="957579"/>
                  </a:lnTo>
                  <a:lnTo>
                    <a:pt x="1334974" y="1008562"/>
                  </a:lnTo>
                  <a:close/>
                  <a:moveTo>
                    <a:pt x="1241728" y="938591"/>
                  </a:moveTo>
                  <a:lnTo>
                    <a:pt x="1253640" y="957579"/>
                  </a:lnTo>
                  <a:lnTo>
                    <a:pt x="1362961" y="897995"/>
                  </a:lnTo>
                  <a:close/>
                  <a:moveTo>
                    <a:pt x="1122724" y="754712"/>
                  </a:moveTo>
                  <a:lnTo>
                    <a:pt x="1070561" y="779496"/>
                  </a:lnTo>
                  <a:lnTo>
                    <a:pt x="1143657" y="850574"/>
                  </a:lnTo>
                  <a:close/>
                  <a:moveTo>
                    <a:pt x="1706237" y="1326901"/>
                  </a:moveTo>
                  <a:lnTo>
                    <a:pt x="1623202" y="1313679"/>
                  </a:lnTo>
                  <a:lnTo>
                    <a:pt x="1690350" y="1330218"/>
                  </a:lnTo>
                  <a:close/>
                  <a:moveTo>
                    <a:pt x="1639434" y="1220525"/>
                  </a:moveTo>
                  <a:lnTo>
                    <a:pt x="1623202" y="1313679"/>
                  </a:lnTo>
                  <a:lnTo>
                    <a:pt x="1706237" y="1326901"/>
                  </a:lnTo>
                  <a:close/>
                  <a:moveTo>
                    <a:pt x="1709862" y="1223861"/>
                  </a:moveTo>
                  <a:lnTo>
                    <a:pt x="1639434" y="1220525"/>
                  </a:lnTo>
                  <a:lnTo>
                    <a:pt x="1706237" y="1326901"/>
                  </a:lnTo>
                  <a:close/>
                  <a:moveTo>
                    <a:pt x="1760996" y="1271552"/>
                  </a:moveTo>
                  <a:lnTo>
                    <a:pt x="1821045" y="1294156"/>
                  </a:lnTo>
                  <a:lnTo>
                    <a:pt x="1890957" y="1263596"/>
                  </a:lnTo>
                  <a:close/>
                  <a:moveTo>
                    <a:pt x="1639434" y="1220525"/>
                  </a:moveTo>
                  <a:lnTo>
                    <a:pt x="1709862" y="1223861"/>
                  </a:lnTo>
                  <a:lnTo>
                    <a:pt x="1700108" y="1131699"/>
                  </a:lnTo>
                  <a:close/>
                  <a:moveTo>
                    <a:pt x="1491437" y="919142"/>
                  </a:moveTo>
                  <a:lnTo>
                    <a:pt x="1474690" y="893499"/>
                  </a:lnTo>
                  <a:lnTo>
                    <a:pt x="1474381" y="820716"/>
                  </a:lnTo>
                  <a:close/>
                  <a:moveTo>
                    <a:pt x="1175795" y="540328"/>
                  </a:moveTo>
                  <a:lnTo>
                    <a:pt x="1198527" y="551845"/>
                  </a:lnTo>
                  <a:lnTo>
                    <a:pt x="1116323" y="502607"/>
                  </a:lnTo>
                  <a:close/>
                  <a:moveTo>
                    <a:pt x="1116323" y="502607"/>
                  </a:moveTo>
                  <a:lnTo>
                    <a:pt x="1198527" y="551845"/>
                  </a:lnTo>
                  <a:lnTo>
                    <a:pt x="1234541" y="567182"/>
                  </a:lnTo>
                  <a:close/>
                  <a:moveTo>
                    <a:pt x="2174407" y="1589023"/>
                  </a:moveTo>
                  <a:lnTo>
                    <a:pt x="2210725" y="1519997"/>
                  </a:lnTo>
                  <a:lnTo>
                    <a:pt x="2141241" y="1515895"/>
                  </a:lnTo>
                  <a:close/>
                  <a:moveTo>
                    <a:pt x="2075033" y="1509129"/>
                  </a:moveTo>
                  <a:lnTo>
                    <a:pt x="2174407" y="1589023"/>
                  </a:lnTo>
                  <a:lnTo>
                    <a:pt x="2141241" y="1515895"/>
                  </a:lnTo>
                  <a:close/>
                  <a:moveTo>
                    <a:pt x="2075033" y="1509129"/>
                  </a:moveTo>
                  <a:lnTo>
                    <a:pt x="2141241" y="1515895"/>
                  </a:lnTo>
                  <a:lnTo>
                    <a:pt x="2104336" y="1504067"/>
                  </a:lnTo>
                  <a:close/>
                  <a:moveTo>
                    <a:pt x="1964568" y="1338158"/>
                  </a:moveTo>
                  <a:lnTo>
                    <a:pt x="1857710" y="1417949"/>
                  </a:lnTo>
                  <a:lnTo>
                    <a:pt x="1935203" y="1429022"/>
                  </a:lnTo>
                  <a:close/>
                  <a:moveTo>
                    <a:pt x="1198527" y="551845"/>
                  </a:moveTo>
                  <a:lnTo>
                    <a:pt x="1191596" y="541504"/>
                  </a:lnTo>
                  <a:lnTo>
                    <a:pt x="1258928" y="572490"/>
                  </a:lnTo>
                  <a:close/>
                  <a:moveTo>
                    <a:pt x="1876576" y="968264"/>
                  </a:moveTo>
                  <a:lnTo>
                    <a:pt x="1846404" y="886048"/>
                  </a:lnTo>
                  <a:lnTo>
                    <a:pt x="1828977" y="987431"/>
                  </a:lnTo>
                  <a:close/>
                  <a:moveTo>
                    <a:pt x="1846404" y="886048"/>
                  </a:moveTo>
                  <a:lnTo>
                    <a:pt x="1825794" y="889925"/>
                  </a:lnTo>
                  <a:lnTo>
                    <a:pt x="1828977" y="987431"/>
                  </a:lnTo>
                  <a:close/>
                  <a:moveTo>
                    <a:pt x="1599964" y="752153"/>
                  </a:moveTo>
                  <a:lnTo>
                    <a:pt x="1664600" y="803833"/>
                  </a:lnTo>
                  <a:lnTo>
                    <a:pt x="1721174" y="814295"/>
                  </a:lnTo>
                  <a:close/>
                  <a:moveTo>
                    <a:pt x="1599964" y="752153"/>
                  </a:moveTo>
                  <a:lnTo>
                    <a:pt x="1721174" y="814295"/>
                  </a:lnTo>
                  <a:lnTo>
                    <a:pt x="1686059" y="742751"/>
                  </a:lnTo>
                  <a:close/>
                  <a:moveTo>
                    <a:pt x="1471166" y="395903"/>
                  </a:moveTo>
                  <a:lnTo>
                    <a:pt x="1472727" y="384130"/>
                  </a:lnTo>
                  <a:lnTo>
                    <a:pt x="1473968" y="431194"/>
                  </a:lnTo>
                  <a:close/>
                  <a:moveTo>
                    <a:pt x="1876576" y="968264"/>
                  </a:moveTo>
                  <a:lnTo>
                    <a:pt x="1871449" y="952902"/>
                  </a:lnTo>
                  <a:lnTo>
                    <a:pt x="1846404" y="886048"/>
                  </a:lnTo>
                  <a:close/>
                  <a:moveTo>
                    <a:pt x="1568874" y="276967"/>
                  </a:moveTo>
                  <a:lnTo>
                    <a:pt x="1575656" y="275102"/>
                  </a:lnTo>
                  <a:lnTo>
                    <a:pt x="1631841" y="354321"/>
                  </a:lnTo>
                  <a:close/>
                  <a:moveTo>
                    <a:pt x="2023710" y="765397"/>
                  </a:moveTo>
                  <a:lnTo>
                    <a:pt x="2088368" y="847612"/>
                  </a:lnTo>
                  <a:lnTo>
                    <a:pt x="2144319" y="809175"/>
                  </a:lnTo>
                  <a:close/>
                  <a:moveTo>
                    <a:pt x="2096232" y="726960"/>
                  </a:moveTo>
                  <a:lnTo>
                    <a:pt x="2144319" y="809175"/>
                  </a:lnTo>
                  <a:lnTo>
                    <a:pt x="2139958" y="770739"/>
                  </a:lnTo>
                  <a:close/>
                  <a:moveTo>
                    <a:pt x="2090669" y="644745"/>
                  </a:moveTo>
                  <a:lnTo>
                    <a:pt x="2144272" y="688524"/>
                  </a:lnTo>
                  <a:lnTo>
                    <a:pt x="2141310" y="606308"/>
                  </a:lnTo>
                  <a:close/>
                  <a:moveTo>
                    <a:pt x="1964379" y="277448"/>
                  </a:moveTo>
                  <a:lnTo>
                    <a:pt x="1930853" y="336750"/>
                  </a:lnTo>
                  <a:lnTo>
                    <a:pt x="1940106" y="257031"/>
                  </a:lnTo>
                  <a:close/>
                  <a:moveTo>
                    <a:pt x="1903007" y="17436"/>
                  </a:moveTo>
                  <a:lnTo>
                    <a:pt x="1972852" y="74581"/>
                  </a:lnTo>
                  <a:lnTo>
                    <a:pt x="1886913" y="0"/>
                  </a:lnTo>
                  <a:close/>
                  <a:moveTo>
                    <a:pt x="2035619" y="118360"/>
                  </a:moveTo>
                  <a:lnTo>
                    <a:pt x="2047341" y="130350"/>
                  </a:lnTo>
                  <a:lnTo>
                    <a:pt x="1938629" y="58047"/>
                  </a:lnTo>
                  <a:close/>
                  <a:moveTo>
                    <a:pt x="1938629" y="58047"/>
                  </a:moveTo>
                  <a:lnTo>
                    <a:pt x="2047341" y="130350"/>
                  </a:lnTo>
                  <a:lnTo>
                    <a:pt x="1972852" y="74581"/>
                  </a:lnTo>
                  <a:close/>
                  <a:moveTo>
                    <a:pt x="1972852" y="74581"/>
                  </a:moveTo>
                  <a:lnTo>
                    <a:pt x="2047341" y="130350"/>
                  </a:lnTo>
                  <a:lnTo>
                    <a:pt x="2004429" y="117978"/>
                  </a:lnTo>
                  <a:close/>
                  <a:moveTo>
                    <a:pt x="1938629" y="58047"/>
                  </a:moveTo>
                  <a:lnTo>
                    <a:pt x="1972852" y="74581"/>
                  </a:lnTo>
                  <a:lnTo>
                    <a:pt x="1903007" y="17436"/>
                  </a:lnTo>
                  <a:close/>
                </a:path>
              </a:pathLst>
            </a:custGeom>
            <a:solidFill>
              <a:srgbClr val="E0E5E9"/>
            </a:solidFill>
            <a:ln w="1524">
              <a:solidFill>
                <a:srgbClr val="E0E5E9"/>
              </a:solidFill>
            </a:ln>
          </p:spPr>
        </p:sp>
        <p:sp>
          <p:nvSpPr>
            <p:cNvPr id="2109" name="Candidate_density__2108">
              <a:extLst>
                <a:ext uri="{FF2B5EF4-FFF2-40B4-BE49-F238E27FC236}">
                  <a16:creationId xmlns:a16="http://schemas.microsoft.com/office/drawing/2014/main" id="{B4ED03DA-476E-ADAC-66EC-64805E3579B6}"/>
                </a:ext>
              </a:extLst>
            </p:cNvPr>
            <p:cNvSpPr>
              <a:spLocks noGrp="1"/>
            </p:cNvSpPr>
            <p:nvPr/>
          </p:nvSpPr>
          <p:spPr>
            <a:xfrm>
              <a:off x="3883139" y="1685356"/>
              <a:ext cx="2387556" cy="2223558"/>
            </a:xfrm>
            <a:custGeom>
              <a:avLst/>
              <a:gdLst/>
              <a:ahLst/>
              <a:cxnLst/>
              <a:rect l="0" t="0" r="0" b="0"/>
              <a:pathLst>
                <a:path w="2387556" h="2223558">
                  <a:moveTo>
                    <a:pt x="767123" y="2202157"/>
                  </a:moveTo>
                  <a:lnTo>
                    <a:pt x="815330" y="2223558"/>
                  </a:lnTo>
                  <a:lnTo>
                    <a:pt x="769891" y="2172435"/>
                  </a:lnTo>
                  <a:close/>
                  <a:moveTo>
                    <a:pt x="769891" y="2172435"/>
                  </a:moveTo>
                  <a:lnTo>
                    <a:pt x="834855" y="2136667"/>
                  </a:lnTo>
                  <a:lnTo>
                    <a:pt x="783683" y="2188694"/>
                  </a:lnTo>
                  <a:close/>
                  <a:moveTo>
                    <a:pt x="0" y="1208418"/>
                  </a:moveTo>
                  <a:lnTo>
                    <a:pt x="44322" y="1125031"/>
                  </a:lnTo>
                  <a:lnTo>
                    <a:pt x="58699" y="1087767"/>
                  </a:lnTo>
                  <a:close/>
                  <a:moveTo>
                    <a:pt x="87408" y="1005551"/>
                  </a:moveTo>
                  <a:lnTo>
                    <a:pt x="134640" y="912011"/>
                  </a:lnTo>
                  <a:lnTo>
                    <a:pt x="142511" y="884900"/>
                  </a:lnTo>
                  <a:close/>
                  <a:moveTo>
                    <a:pt x="593882" y="1210869"/>
                  </a:moveTo>
                  <a:lnTo>
                    <a:pt x="617485" y="1257539"/>
                  </a:lnTo>
                  <a:lnTo>
                    <a:pt x="619788" y="1244273"/>
                  </a:lnTo>
                  <a:close/>
                  <a:moveTo>
                    <a:pt x="593882" y="1210869"/>
                  </a:moveTo>
                  <a:lnTo>
                    <a:pt x="619788" y="1244273"/>
                  </a:lnTo>
                  <a:lnTo>
                    <a:pt x="660905" y="1182802"/>
                  </a:lnTo>
                  <a:close/>
                  <a:moveTo>
                    <a:pt x="1054278" y="949375"/>
                  </a:moveTo>
                  <a:lnTo>
                    <a:pt x="1025202" y="939363"/>
                  </a:lnTo>
                  <a:lnTo>
                    <a:pt x="1009677" y="941766"/>
                  </a:lnTo>
                  <a:close/>
                  <a:moveTo>
                    <a:pt x="1870807" y="1349975"/>
                  </a:moveTo>
                  <a:lnTo>
                    <a:pt x="1886304" y="1317345"/>
                  </a:lnTo>
                  <a:lnTo>
                    <a:pt x="1878706" y="1303827"/>
                  </a:lnTo>
                  <a:close/>
                  <a:moveTo>
                    <a:pt x="1593743" y="934848"/>
                  </a:moveTo>
                  <a:lnTo>
                    <a:pt x="1616626" y="895248"/>
                  </a:lnTo>
                  <a:lnTo>
                    <a:pt x="1663616" y="917434"/>
                  </a:lnTo>
                  <a:close/>
                  <a:moveTo>
                    <a:pt x="2061229" y="1176531"/>
                  </a:moveTo>
                  <a:lnTo>
                    <a:pt x="1976616" y="1251719"/>
                  </a:lnTo>
                  <a:lnTo>
                    <a:pt x="2047392" y="1237680"/>
                  </a:lnTo>
                  <a:close/>
                  <a:moveTo>
                    <a:pt x="1856093" y="864558"/>
                  </a:moveTo>
                  <a:lnTo>
                    <a:pt x="1803870" y="884506"/>
                  </a:lnTo>
                  <a:lnTo>
                    <a:pt x="1924678" y="842328"/>
                  </a:lnTo>
                  <a:close/>
                  <a:moveTo>
                    <a:pt x="2326877" y="714086"/>
                  </a:moveTo>
                  <a:lnTo>
                    <a:pt x="2374214" y="675650"/>
                  </a:lnTo>
                  <a:lnTo>
                    <a:pt x="2343296" y="710689"/>
                  </a:lnTo>
                  <a:close/>
                  <a:moveTo>
                    <a:pt x="1827094" y="17930"/>
                  </a:moveTo>
                  <a:lnTo>
                    <a:pt x="1757536" y="40546"/>
                  </a:lnTo>
                  <a:lnTo>
                    <a:pt x="1855091" y="0"/>
                  </a:lnTo>
                  <a:close/>
                  <a:moveTo>
                    <a:pt x="2374214" y="675650"/>
                  </a:moveTo>
                  <a:lnTo>
                    <a:pt x="2387556" y="597512"/>
                  </a:lnTo>
                  <a:lnTo>
                    <a:pt x="2371095" y="645431"/>
                  </a:lnTo>
                  <a:close/>
                </a:path>
              </a:pathLst>
            </a:custGeom>
            <a:solidFill>
              <a:srgbClr val="D0D7DD"/>
            </a:solidFill>
            <a:ln w="1524">
              <a:solidFill>
                <a:srgbClr val="D0D7DD"/>
              </a:solidFill>
            </a:ln>
          </p:spPr>
        </p:sp>
        <p:sp>
          <p:nvSpPr>
            <p:cNvPr id="2110" name="Candidate_density__2109">
              <a:extLst>
                <a:ext uri="{FF2B5EF4-FFF2-40B4-BE49-F238E27FC236}">
                  <a16:creationId xmlns:a16="http://schemas.microsoft.com/office/drawing/2014/main" id="{40626F27-438F-0932-EA98-39DA7A8E0FBE}"/>
                </a:ext>
              </a:extLst>
            </p:cNvPr>
            <p:cNvSpPr>
              <a:spLocks noGrp="1"/>
            </p:cNvSpPr>
            <p:nvPr/>
          </p:nvSpPr>
          <p:spPr>
            <a:xfrm>
              <a:off x="3978895" y="1506742"/>
              <a:ext cx="1942757" cy="2303317"/>
            </a:xfrm>
            <a:custGeom>
              <a:avLst/>
              <a:gdLst/>
              <a:ahLst/>
              <a:cxnLst/>
              <a:rect l="0" t="0" r="0" b="0"/>
              <a:pathLst>
                <a:path w="1942757" h="2303317">
                  <a:moveTo>
                    <a:pt x="627322" y="2291399"/>
                  </a:moveTo>
                  <a:lnTo>
                    <a:pt x="573903" y="2209184"/>
                  </a:lnTo>
                  <a:lnTo>
                    <a:pt x="568989" y="2303317"/>
                  </a:lnTo>
                  <a:close/>
                  <a:moveTo>
                    <a:pt x="0" y="1387033"/>
                  </a:moveTo>
                  <a:lnTo>
                    <a:pt x="67953" y="1467361"/>
                  </a:lnTo>
                  <a:lnTo>
                    <a:pt x="65265" y="1369454"/>
                  </a:lnTo>
                  <a:close/>
                  <a:moveTo>
                    <a:pt x="0" y="1387033"/>
                  </a:moveTo>
                  <a:lnTo>
                    <a:pt x="60702" y="1469248"/>
                  </a:lnTo>
                  <a:lnTo>
                    <a:pt x="67953" y="1467361"/>
                  </a:lnTo>
                  <a:close/>
                  <a:moveTo>
                    <a:pt x="135583" y="1348596"/>
                  </a:moveTo>
                  <a:lnTo>
                    <a:pt x="90387" y="1266381"/>
                  </a:lnTo>
                  <a:lnTo>
                    <a:pt x="65265" y="1369454"/>
                  </a:lnTo>
                  <a:close/>
                  <a:moveTo>
                    <a:pt x="135583" y="1348596"/>
                  </a:moveTo>
                  <a:lnTo>
                    <a:pt x="172506" y="1227945"/>
                  </a:lnTo>
                  <a:lnTo>
                    <a:pt x="90387" y="1266381"/>
                  </a:lnTo>
                  <a:close/>
                  <a:moveTo>
                    <a:pt x="610897" y="1682799"/>
                  </a:moveTo>
                  <a:lnTo>
                    <a:pt x="651217" y="1619759"/>
                  </a:lnTo>
                  <a:lnTo>
                    <a:pt x="578090" y="1695366"/>
                  </a:lnTo>
                  <a:close/>
                  <a:moveTo>
                    <a:pt x="472850" y="919595"/>
                  </a:moveTo>
                  <a:lnTo>
                    <a:pt x="550630" y="916953"/>
                  </a:lnTo>
                  <a:lnTo>
                    <a:pt x="493934" y="879953"/>
                  </a:lnTo>
                  <a:close/>
                  <a:moveTo>
                    <a:pt x="493934" y="879953"/>
                  </a:moveTo>
                  <a:lnTo>
                    <a:pt x="550630" y="916953"/>
                  </a:lnTo>
                  <a:lnTo>
                    <a:pt x="503086" y="865990"/>
                  </a:lnTo>
                  <a:close/>
                  <a:moveTo>
                    <a:pt x="503086" y="865990"/>
                  </a:moveTo>
                  <a:lnTo>
                    <a:pt x="550630" y="916953"/>
                  </a:lnTo>
                  <a:lnTo>
                    <a:pt x="581618" y="909769"/>
                  </a:lnTo>
                  <a:close/>
                  <a:moveTo>
                    <a:pt x="503086" y="865990"/>
                  </a:moveTo>
                  <a:lnTo>
                    <a:pt x="581618" y="909769"/>
                  </a:lnTo>
                  <a:lnTo>
                    <a:pt x="574615" y="827554"/>
                  </a:lnTo>
                  <a:close/>
                  <a:moveTo>
                    <a:pt x="606758" y="991984"/>
                  </a:moveTo>
                  <a:lnTo>
                    <a:pt x="672600" y="1054097"/>
                  </a:lnTo>
                  <a:lnTo>
                    <a:pt x="682621" y="970330"/>
                  </a:lnTo>
                  <a:close/>
                  <a:moveTo>
                    <a:pt x="581618" y="909769"/>
                  </a:moveTo>
                  <a:lnTo>
                    <a:pt x="682621" y="970330"/>
                  </a:lnTo>
                  <a:lnTo>
                    <a:pt x="659923" y="888692"/>
                  </a:lnTo>
                  <a:close/>
                  <a:moveTo>
                    <a:pt x="581618" y="909769"/>
                  </a:moveTo>
                  <a:lnTo>
                    <a:pt x="606758" y="991984"/>
                  </a:lnTo>
                  <a:lnTo>
                    <a:pt x="682621" y="970330"/>
                  </a:lnTo>
                  <a:close/>
                  <a:moveTo>
                    <a:pt x="682621" y="970330"/>
                  </a:moveTo>
                  <a:lnTo>
                    <a:pt x="713629" y="953547"/>
                  </a:lnTo>
                  <a:lnTo>
                    <a:pt x="755861" y="871537"/>
                  </a:lnTo>
                  <a:close/>
                  <a:moveTo>
                    <a:pt x="574615" y="827554"/>
                  </a:moveTo>
                  <a:lnTo>
                    <a:pt x="581618" y="909769"/>
                  </a:lnTo>
                  <a:lnTo>
                    <a:pt x="659923" y="888692"/>
                  </a:lnTo>
                  <a:close/>
                  <a:moveTo>
                    <a:pt x="522225" y="745338"/>
                  </a:moveTo>
                  <a:lnTo>
                    <a:pt x="574615" y="827554"/>
                  </a:lnTo>
                  <a:lnTo>
                    <a:pt x="588226" y="706902"/>
                  </a:lnTo>
                  <a:close/>
                  <a:moveTo>
                    <a:pt x="499868" y="663123"/>
                  </a:moveTo>
                  <a:lnTo>
                    <a:pt x="522225" y="745338"/>
                  </a:lnTo>
                  <a:lnTo>
                    <a:pt x="588226" y="706902"/>
                  </a:lnTo>
                  <a:close/>
                  <a:moveTo>
                    <a:pt x="499868" y="663123"/>
                  </a:moveTo>
                  <a:lnTo>
                    <a:pt x="588226" y="706902"/>
                  </a:lnTo>
                  <a:lnTo>
                    <a:pt x="579744" y="624687"/>
                  </a:lnTo>
                  <a:close/>
                  <a:moveTo>
                    <a:pt x="1804169" y="2104559"/>
                  </a:moveTo>
                  <a:lnTo>
                    <a:pt x="1859674" y="2081211"/>
                  </a:lnTo>
                  <a:lnTo>
                    <a:pt x="1819336" y="2061114"/>
                  </a:lnTo>
                  <a:close/>
                  <a:moveTo>
                    <a:pt x="665571" y="668465"/>
                  </a:moveTo>
                  <a:lnTo>
                    <a:pt x="588226" y="706902"/>
                  </a:lnTo>
                  <a:lnTo>
                    <a:pt x="656315" y="778006"/>
                  </a:lnTo>
                  <a:close/>
                  <a:moveTo>
                    <a:pt x="579744" y="624687"/>
                  </a:moveTo>
                  <a:lnTo>
                    <a:pt x="669702" y="612858"/>
                  </a:lnTo>
                  <a:lnTo>
                    <a:pt x="652942" y="594091"/>
                  </a:lnTo>
                  <a:close/>
                  <a:moveTo>
                    <a:pt x="665571" y="668465"/>
                  </a:moveTo>
                  <a:lnTo>
                    <a:pt x="669702" y="612858"/>
                  </a:lnTo>
                  <a:lnTo>
                    <a:pt x="579744" y="624687"/>
                  </a:lnTo>
                  <a:close/>
                  <a:moveTo>
                    <a:pt x="588226" y="706902"/>
                  </a:moveTo>
                  <a:lnTo>
                    <a:pt x="665571" y="668465"/>
                  </a:lnTo>
                  <a:lnTo>
                    <a:pt x="579744" y="624687"/>
                  </a:lnTo>
                  <a:close/>
                  <a:moveTo>
                    <a:pt x="604201" y="583161"/>
                  </a:moveTo>
                  <a:lnTo>
                    <a:pt x="579744" y="624687"/>
                  </a:lnTo>
                  <a:lnTo>
                    <a:pt x="652942" y="594091"/>
                  </a:lnTo>
                  <a:close/>
                  <a:moveTo>
                    <a:pt x="724242" y="538115"/>
                  </a:moveTo>
                  <a:lnTo>
                    <a:pt x="652942" y="594091"/>
                  </a:lnTo>
                  <a:lnTo>
                    <a:pt x="685747" y="586250"/>
                  </a:lnTo>
                  <a:close/>
                  <a:moveTo>
                    <a:pt x="604201" y="583161"/>
                  </a:moveTo>
                  <a:lnTo>
                    <a:pt x="652942" y="594091"/>
                  </a:lnTo>
                  <a:lnTo>
                    <a:pt x="724242" y="538115"/>
                  </a:lnTo>
                  <a:close/>
                  <a:moveTo>
                    <a:pt x="652942" y="594091"/>
                  </a:moveTo>
                  <a:lnTo>
                    <a:pt x="669702" y="612858"/>
                  </a:lnTo>
                  <a:lnTo>
                    <a:pt x="685747" y="586250"/>
                  </a:lnTo>
                  <a:close/>
                  <a:moveTo>
                    <a:pt x="781267" y="550357"/>
                  </a:moveTo>
                  <a:lnTo>
                    <a:pt x="685747" y="586250"/>
                  </a:lnTo>
                  <a:lnTo>
                    <a:pt x="785096" y="550436"/>
                  </a:lnTo>
                  <a:close/>
                  <a:moveTo>
                    <a:pt x="685747" y="586250"/>
                  </a:moveTo>
                  <a:lnTo>
                    <a:pt x="669702" y="612858"/>
                  </a:lnTo>
                  <a:lnTo>
                    <a:pt x="785096" y="550436"/>
                  </a:lnTo>
                  <a:close/>
                  <a:moveTo>
                    <a:pt x="724242" y="538115"/>
                  </a:moveTo>
                  <a:lnTo>
                    <a:pt x="685747" y="586250"/>
                  </a:lnTo>
                  <a:lnTo>
                    <a:pt x="781267" y="550357"/>
                  </a:lnTo>
                  <a:close/>
                  <a:moveTo>
                    <a:pt x="724242" y="538115"/>
                  </a:moveTo>
                  <a:lnTo>
                    <a:pt x="781267" y="550357"/>
                  </a:lnTo>
                  <a:lnTo>
                    <a:pt x="736406" y="504036"/>
                  </a:lnTo>
                  <a:close/>
                  <a:moveTo>
                    <a:pt x="736406" y="504036"/>
                  </a:moveTo>
                  <a:lnTo>
                    <a:pt x="781267" y="550357"/>
                  </a:lnTo>
                  <a:lnTo>
                    <a:pt x="786228" y="547814"/>
                  </a:lnTo>
                  <a:close/>
                  <a:moveTo>
                    <a:pt x="736406" y="504036"/>
                  </a:moveTo>
                  <a:lnTo>
                    <a:pt x="786228" y="547814"/>
                  </a:lnTo>
                  <a:lnTo>
                    <a:pt x="803565" y="465599"/>
                  </a:lnTo>
                  <a:close/>
                  <a:moveTo>
                    <a:pt x="781267" y="550357"/>
                  </a:moveTo>
                  <a:lnTo>
                    <a:pt x="785096" y="550436"/>
                  </a:lnTo>
                  <a:lnTo>
                    <a:pt x="786228" y="547814"/>
                  </a:lnTo>
                  <a:close/>
                  <a:moveTo>
                    <a:pt x="1636007" y="1331529"/>
                  </a:moveTo>
                  <a:lnTo>
                    <a:pt x="1639736" y="1338094"/>
                  </a:lnTo>
                  <a:lnTo>
                    <a:pt x="1590350" y="1395341"/>
                  </a:lnTo>
                  <a:close/>
                  <a:moveTo>
                    <a:pt x="803565" y="465599"/>
                  </a:moveTo>
                  <a:lnTo>
                    <a:pt x="905664" y="507362"/>
                  </a:lnTo>
                  <a:lnTo>
                    <a:pt x="859786" y="447022"/>
                  </a:lnTo>
                  <a:close/>
                  <a:moveTo>
                    <a:pt x="904902" y="509378"/>
                  </a:moveTo>
                  <a:lnTo>
                    <a:pt x="905664" y="507362"/>
                  </a:lnTo>
                  <a:lnTo>
                    <a:pt x="803565" y="465599"/>
                  </a:lnTo>
                  <a:close/>
                  <a:moveTo>
                    <a:pt x="786228" y="547814"/>
                  </a:moveTo>
                  <a:lnTo>
                    <a:pt x="904902" y="509378"/>
                  </a:lnTo>
                  <a:lnTo>
                    <a:pt x="803565" y="465599"/>
                  </a:lnTo>
                  <a:close/>
                  <a:moveTo>
                    <a:pt x="828333" y="433433"/>
                  </a:moveTo>
                  <a:lnTo>
                    <a:pt x="803565" y="465599"/>
                  </a:lnTo>
                  <a:lnTo>
                    <a:pt x="859786" y="447022"/>
                  </a:lnTo>
                  <a:close/>
                  <a:moveTo>
                    <a:pt x="859786" y="447022"/>
                  </a:moveTo>
                  <a:lnTo>
                    <a:pt x="905664" y="507362"/>
                  </a:lnTo>
                  <a:lnTo>
                    <a:pt x="968130" y="462251"/>
                  </a:lnTo>
                  <a:close/>
                  <a:moveTo>
                    <a:pt x="1651894" y="1328211"/>
                  </a:moveTo>
                  <a:lnTo>
                    <a:pt x="1636007" y="1331529"/>
                  </a:lnTo>
                  <a:lnTo>
                    <a:pt x="1600411" y="1409566"/>
                  </a:lnTo>
                  <a:close/>
                  <a:moveTo>
                    <a:pt x="1703366" y="1386457"/>
                  </a:moveTo>
                  <a:lnTo>
                    <a:pt x="1771060" y="1298469"/>
                  </a:lnTo>
                  <a:lnTo>
                    <a:pt x="1766702" y="1295466"/>
                  </a:lnTo>
                  <a:close/>
                  <a:moveTo>
                    <a:pt x="1703366" y="1386457"/>
                  </a:moveTo>
                  <a:lnTo>
                    <a:pt x="1766702" y="1295466"/>
                  </a:lnTo>
                  <a:lnTo>
                    <a:pt x="1651894" y="1328211"/>
                  </a:lnTo>
                  <a:close/>
                  <a:moveTo>
                    <a:pt x="1836614" y="1264907"/>
                  </a:moveTo>
                  <a:lnTo>
                    <a:pt x="1766702" y="1295466"/>
                  </a:lnTo>
                  <a:lnTo>
                    <a:pt x="1779028" y="1293092"/>
                  </a:lnTo>
                  <a:close/>
                  <a:moveTo>
                    <a:pt x="1766702" y="1295466"/>
                  </a:moveTo>
                  <a:lnTo>
                    <a:pt x="1771060" y="1298469"/>
                  </a:lnTo>
                  <a:lnTo>
                    <a:pt x="1779028" y="1293092"/>
                  </a:lnTo>
                  <a:close/>
                  <a:moveTo>
                    <a:pt x="1522280" y="1140840"/>
                  </a:moveTo>
                  <a:lnTo>
                    <a:pt x="1539843" y="1158530"/>
                  </a:lnTo>
                  <a:lnTo>
                    <a:pt x="1586570" y="1102549"/>
                  </a:lnTo>
                  <a:close/>
                  <a:moveTo>
                    <a:pt x="906820" y="508877"/>
                  </a:moveTo>
                  <a:lnTo>
                    <a:pt x="968130" y="462251"/>
                  </a:lnTo>
                  <a:lnTo>
                    <a:pt x="905664" y="507362"/>
                  </a:lnTo>
                  <a:close/>
                  <a:moveTo>
                    <a:pt x="1818551" y="1353406"/>
                  </a:moveTo>
                  <a:lnTo>
                    <a:pt x="1779028" y="1293092"/>
                  </a:lnTo>
                  <a:lnTo>
                    <a:pt x="1771060" y="1298469"/>
                  </a:lnTo>
                  <a:close/>
                  <a:moveTo>
                    <a:pt x="1863682" y="1277215"/>
                  </a:moveTo>
                  <a:lnTo>
                    <a:pt x="1779028" y="1293092"/>
                  </a:lnTo>
                  <a:lnTo>
                    <a:pt x="1818551" y="1353406"/>
                  </a:lnTo>
                  <a:close/>
                  <a:moveTo>
                    <a:pt x="1836614" y="1264907"/>
                  </a:moveTo>
                  <a:lnTo>
                    <a:pt x="1779028" y="1293092"/>
                  </a:lnTo>
                  <a:lnTo>
                    <a:pt x="1863682" y="1277215"/>
                  </a:lnTo>
                  <a:close/>
                  <a:moveTo>
                    <a:pt x="1666831" y="815606"/>
                  </a:moveTo>
                  <a:lnTo>
                    <a:pt x="1728528" y="805144"/>
                  </a:lnTo>
                  <a:lnTo>
                    <a:pt x="1743686" y="765715"/>
                  </a:lnTo>
                  <a:close/>
                  <a:moveTo>
                    <a:pt x="1842413" y="794045"/>
                  </a:moveTo>
                  <a:lnTo>
                    <a:pt x="1767881" y="794047"/>
                  </a:lnTo>
                  <a:lnTo>
                    <a:pt x="1876255" y="866624"/>
                  </a:lnTo>
                  <a:close/>
                  <a:moveTo>
                    <a:pt x="1876255" y="866624"/>
                  </a:moveTo>
                  <a:lnTo>
                    <a:pt x="1942757" y="773059"/>
                  </a:lnTo>
                  <a:lnTo>
                    <a:pt x="1842413" y="794045"/>
                  </a:lnTo>
                  <a:close/>
                  <a:moveTo>
                    <a:pt x="1728528" y="805144"/>
                  </a:moveTo>
                  <a:lnTo>
                    <a:pt x="1767881" y="794047"/>
                  </a:lnTo>
                  <a:lnTo>
                    <a:pt x="1743686" y="765715"/>
                  </a:lnTo>
                  <a:close/>
                  <a:moveTo>
                    <a:pt x="1820040" y="772533"/>
                  </a:moveTo>
                  <a:lnTo>
                    <a:pt x="1767881" y="794047"/>
                  </a:lnTo>
                  <a:lnTo>
                    <a:pt x="1842413" y="794045"/>
                  </a:lnTo>
                  <a:close/>
                  <a:moveTo>
                    <a:pt x="1743686" y="765715"/>
                  </a:moveTo>
                  <a:lnTo>
                    <a:pt x="1767881" y="794047"/>
                  </a:lnTo>
                  <a:lnTo>
                    <a:pt x="1820040" y="772533"/>
                  </a:lnTo>
                  <a:close/>
                  <a:moveTo>
                    <a:pt x="1390224" y="218652"/>
                  </a:moveTo>
                  <a:lnTo>
                    <a:pt x="1384824" y="259966"/>
                  </a:lnTo>
                  <a:lnTo>
                    <a:pt x="1453961" y="191201"/>
                  </a:lnTo>
                  <a:close/>
                  <a:moveTo>
                    <a:pt x="1715006" y="443282"/>
                  </a:moveTo>
                  <a:lnTo>
                    <a:pt x="1775161" y="452992"/>
                  </a:lnTo>
                  <a:lnTo>
                    <a:pt x="1719904" y="437846"/>
                  </a:lnTo>
                  <a:close/>
                  <a:moveTo>
                    <a:pt x="1775161" y="452992"/>
                  </a:moveTo>
                  <a:lnTo>
                    <a:pt x="1792351" y="399410"/>
                  </a:lnTo>
                  <a:lnTo>
                    <a:pt x="1719904" y="437846"/>
                  </a:lnTo>
                  <a:close/>
                  <a:moveTo>
                    <a:pt x="1529179" y="166277"/>
                  </a:moveTo>
                  <a:lnTo>
                    <a:pt x="1519666" y="270255"/>
                  </a:lnTo>
                  <a:lnTo>
                    <a:pt x="1565817" y="152765"/>
                  </a:lnTo>
                  <a:close/>
                  <a:moveTo>
                    <a:pt x="1453961" y="191201"/>
                  </a:moveTo>
                  <a:lnTo>
                    <a:pt x="1519666" y="270255"/>
                  </a:lnTo>
                  <a:lnTo>
                    <a:pt x="1529179" y="166277"/>
                  </a:lnTo>
                  <a:close/>
                  <a:moveTo>
                    <a:pt x="1433649" y="108986"/>
                  </a:moveTo>
                  <a:lnTo>
                    <a:pt x="1529179" y="166277"/>
                  </a:lnTo>
                  <a:lnTo>
                    <a:pt x="1505953" y="85068"/>
                  </a:lnTo>
                  <a:close/>
                  <a:moveTo>
                    <a:pt x="1433649" y="108986"/>
                  </a:moveTo>
                  <a:lnTo>
                    <a:pt x="1453961" y="191201"/>
                  </a:lnTo>
                  <a:lnTo>
                    <a:pt x="1529179" y="166277"/>
                  </a:lnTo>
                  <a:close/>
                  <a:moveTo>
                    <a:pt x="1565817" y="152765"/>
                  </a:moveTo>
                  <a:lnTo>
                    <a:pt x="1548278" y="70549"/>
                  </a:lnTo>
                  <a:lnTo>
                    <a:pt x="1529179" y="166277"/>
                  </a:lnTo>
                  <a:close/>
                  <a:moveTo>
                    <a:pt x="1548278" y="70549"/>
                  </a:moveTo>
                  <a:lnTo>
                    <a:pt x="1505953" y="85068"/>
                  </a:lnTo>
                  <a:lnTo>
                    <a:pt x="1529179" y="166277"/>
                  </a:lnTo>
                  <a:close/>
                  <a:moveTo>
                    <a:pt x="1775161" y="452992"/>
                  </a:moveTo>
                  <a:lnTo>
                    <a:pt x="1810949" y="458757"/>
                  </a:lnTo>
                  <a:lnTo>
                    <a:pt x="1792351" y="399410"/>
                  </a:lnTo>
                  <a:close/>
                  <a:moveTo>
                    <a:pt x="1792351" y="399410"/>
                  </a:moveTo>
                  <a:lnTo>
                    <a:pt x="1852403" y="443189"/>
                  </a:lnTo>
                  <a:lnTo>
                    <a:pt x="1864162" y="360973"/>
                  </a:lnTo>
                  <a:close/>
                  <a:moveTo>
                    <a:pt x="1876511" y="338060"/>
                  </a:moveTo>
                  <a:lnTo>
                    <a:pt x="1792351" y="399410"/>
                  </a:lnTo>
                  <a:lnTo>
                    <a:pt x="1864162" y="360973"/>
                  </a:lnTo>
                  <a:close/>
                  <a:moveTo>
                    <a:pt x="1876511" y="338060"/>
                  </a:moveTo>
                  <a:lnTo>
                    <a:pt x="1817159" y="331359"/>
                  </a:lnTo>
                  <a:lnTo>
                    <a:pt x="1792351" y="399410"/>
                  </a:lnTo>
                  <a:close/>
                  <a:moveTo>
                    <a:pt x="1876511" y="338060"/>
                  </a:moveTo>
                  <a:lnTo>
                    <a:pt x="1910037" y="278758"/>
                  </a:lnTo>
                  <a:lnTo>
                    <a:pt x="1823624" y="317195"/>
                  </a:lnTo>
                  <a:close/>
                  <a:moveTo>
                    <a:pt x="1548278" y="70549"/>
                  </a:moveTo>
                  <a:lnTo>
                    <a:pt x="1662713" y="96023"/>
                  </a:lnTo>
                  <a:lnTo>
                    <a:pt x="1634493" y="41159"/>
                  </a:lnTo>
                  <a:close/>
                  <a:moveTo>
                    <a:pt x="1655227" y="114329"/>
                  </a:moveTo>
                  <a:lnTo>
                    <a:pt x="1662713" y="96023"/>
                  </a:lnTo>
                  <a:lnTo>
                    <a:pt x="1548278" y="70549"/>
                  </a:lnTo>
                  <a:close/>
                  <a:moveTo>
                    <a:pt x="1565817" y="152765"/>
                  </a:moveTo>
                  <a:lnTo>
                    <a:pt x="1655227" y="114329"/>
                  </a:lnTo>
                  <a:lnTo>
                    <a:pt x="1548278" y="70549"/>
                  </a:lnTo>
                  <a:close/>
                  <a:moveTo>
                    <a:pt x="1711561" y="0"/>
                  </a:moveTo>
                  <a:lnTo>
                    <a:pt x="1634493" y="41159"/>
                  </a:lnTo>
                  <a:lnTo>
                    <a:pt x="1672543" y="32113"/>
                  </a:lnTo>
                  <a:close/>
                  <a:moveTo>
                    <a:pt x="1634493" y="41159"/>
                  </a:moveTo>
                  <a:lnTo>
                    <a:pt x="1662713" y="96023"/>
                  </a:lnTo>
                  <a:lnTo>
                    <a:pt x="1672543" y="32113"/>
                  </a:lnTo>
                  <a:close/>
                  <a:moveTo>
                    <a:pt x="1662713" y="96023"/>
                  </a:moveTo>
                  <a:lnTo>
                    <a:pt x="1655227" y="114329"/>
                  </a:lnTo>
                  <a:lnTo>
                    <a:pt x="1686718" y="98792"/>
                  </a:lnTo>
                  <a:close/>
                  <a:moveTo>
                    <a:pt x="1742381" y="14040"/>
                  </a:moveTo>
                  <a:lnTo>
                    <a:pt x="1672543" y="32113"/>
                  </a:lnTo>
                  <a:lnTo>
                    <a:pt x="1785952" y="62934"/>
                  </a:lnTo>
                  <a:close/>
                  <a:moveTo>
                    <a:pt x="1672543" y="32113"/>
                  </a:moveTo>
                  <a:lnTo>
                    <a:pt x="1662713" y="96023"/>
                  </a:lnTo>
                  <a:lnTo>
                    <a:pt x="1785952" y="62934"/>
                  </a:lnTo>
                  <a:close/>
                  <a:moveTo>
                    <a:pt x="1785952" y="62934"/>
                  </a:moveTo>
                  <a:lnTo>
                    <a:pt x="1662713" y="96023"/>
                  </a:lnTo>
                  <a:lnTo>
                    <a:pt x="1754470" y="75891"/>
                  </a:lnTo>
                  <a:close/>
                  <a:moveTo>
                    <a:pt x="1711561" y="0"/>
                  </a:moveTo>
                  <a:lnTo>
                    <a:pt x="1672543" y="32113"/>
                  </a:lnTo>
                  <a:lnTo>
                    <a:pt x="1742381" y="14040"/>
                  </a:lnTo>
                  <a:close/>
                  <a:moveTo>
                    <a:pt x="1742381" y="14040"/>
                  </a:moveTo>
                  <a:lnTo>
                    <a:pt x="1785952" y="62934"/>
                  </a:lnTo>
                  <a:lnTo>
                    <a:pt x="1848664" y="18747"/>
                  </a:lnTo>
                  <a:close/>
                </a:path>
              </a:pathLst>
            </a:custGeom>
            <a:solidFill>
              <a:srgbClr val="E8ECEF"/>
            </a:solidFill>
            <a:ln w="1524">
              <a:solidFill>
                <a:srgbClr val="E8ECEF"/>
              </a:solidFill>
            </a:ln>
          </p:spPr>
        </p:sp>
        <p:sp>
          <p:nvSpPr>
            <p:cNvPr id="2111" name="Candidate_density__2110">
              <a:extLst>
                <a:ext uri="{FF2B5EF4-FFF2-40B4-BE49-F238E27FC236}">
                  <a16:creationId xmlns:a16="http://schemas.microsoft.com/office/drawing/2014/main" id="{1B9D8D1B-8670-0787-C069-A51FF5E6302C}"/>
                </a:ext>
              </a:extLst>
            </p:cNvPr>
            <p:cNvSpPr>
              <a:spLocks noGrp="1"/>
            </p:cNvSpPr>
            <p:nvPr/>
          </p:nvSpPr>
          <p:spPr>
            <a:xfrm>
              <a:off x="3737049" y="1508053"/>
              <a:ext cx="2331823" cy="3066072"/>
            </a:xfrm>
            <a:custGeom>
              <a:avLst/>
              <a:gdLst/>
              <a:ahLst/>
              <a:cxnLst/>
              <a:rect l="0" t="0" r="0" b="0"/>
              <a:pathLst>
                <a:path w="2331823" h="3066072">
                  <a:moveTo>
                    <a:pt x="815750" y="2207873"/>
                  </a:moveTo>
                  <a:lnTo>
                    <a:pt x="797981" y="2212366"/>
                  </a:lnTo>
                  <a:lnTo>
                    <a:pt x="810836" y="2302007"/>
                  </a:lnTo>
                  <a:close/>
                  <a:moveTo>
                    <a:pt x="797981" y="2212366"/>
                  </a:moveTo>
                  <a:lnTo>
                    <a:pt x="815750" y="2207873"/>
                  </a:lnTo>
                  <a:lnTo>
                    <a:pt x="797573" y="2185689"/>
                  </a:lnTo>
                  <a:close/>
                  <a:moveTo>
                    <a:pt x="302549" y="1467938"/>
                  </a:moveTo>
                  <a:lnTo>
                    <a:pt x="187504" y="1506374"/>
                  </a:lnTo>
                  <a:lnTo>
                    <a:pt x="313844" y="1550152"/>
                  </a:lnTo>
                  <a:close/>
                  <a:moveTo>
                    <a:pt x="241847" y="1385722"/>
                  </a:moveTo>
                  <a:lnTo>
                    <a:pt x="187504" y="1506374"/>
                  </a:lnTo>
                  <a:lnTo>
                    <a:pt x="302549" y="1467938"/>
                  </a:lnTo>
                  <a:close/>
                  <a:moveTo>
                    <a:pt x="759761" y="2043253"/>
                  </a:moveTo>
                  <a:lnTo>
                    <a:pt x="764529" y="1922791"/>
                  </a:lnTo>
                  <a:lnTo>
                    <a:pt x="699395" y="1931646"/>
                  </a:lnTo>
                  <a:close/>
                  <a:moveTo>
                    <a:pt x="644412" y="1876254"/>
                  </a:moveTo>
                  <a:lnTo>
                    <a:pt x="635177" y="1879013"/>
                  </a:lnTo>
                  <a:lnTo>
                    <a:pt x="699395" y="1931646"/>
                  </a:lnTo>
                  <a:close/>
                  <a:moveTo>
                    <a:pt x="721988" y="1840576"/>
                  </a:moveTo>
                  <a:lnTo>
                    <a:pt x="644412" y="1876254"/>
                  </a:lnTo>
                  <a:lnTo>
                    <a:pt x="699395" y="1931646"/>
                  </a:lnTo>
                  <a:close/>
                  <a:moveTo>
                    <a:pt x="640149" y="1875763"/>
                  </a:moveTo>
                  <a:lnTo>
                    <a:pt x="635177" y="1879013"/>
                  </a:lnTo>
                  <a:lnTo>
                    <a:pt x="644412" y="1876254"/>
                  </a:lnTo>
                  <a:close/>
                  <a:moveTo>
                    <a:pt x="724331" y="1758361"/>
                  </a:moveTo>
                  <a:lnTo>
                    <a:pt x="644412" y="1876254"/>
                  </a:lnTo>
                  <a:lnTo>
                    <a:pt x="721988" y="1840576"/>
                  </a:lnTo>
                  <a:close/>
                  <a:moveTo>
                    <a:pt x="302549" y="1467938"/>
                  </a:moveTo>
                  <a:lnTo>
                    <a:pt x="371204" y="1490991"/>
                  </a:lnTo>
                  <a:lnTo>
                    <a:pt x="309799" y="1466051"/>
                  </a:lnTo>
                  <a:close/>
                  <a:moveTo>
                    <a:pt x="359051" y="1511716"/>
                  </a:moveTo>
                  <a:lnTo>
                    <a:pt x="371204" y="1490991"/>
                  </a:lnTo>
                  <a:lnTo>
                    <a:pt x="302549" y="1467938"/>
                  </a:lnTo>
                  <a:close/>
                  <a:moveTo>
                    <a:pt x="313844" y="1550152"/>
                  </a:moveTo>
                  <a:lnTo>
                    <a:pt x="359051" y="1511716"/>
                  </a:lnTo>
                  <a:lnTo>
                    <a:pt x="302549" y="1467938"/>
                  </a:lnTo>
                  <a:close/>
                  <a:moveTo>
                    <a:pt x="420268" y="1395777"/>
                  </a:moveTo>
                  <a:lnTo>
                    <a:pt x="377429" y="1347285"/>
                  </a:lnTo>
                  <a:lnTo>
                    <a:pt x="406409" y="1448101"/>
                  </a:lnTo>
                  <a:close/>
                  <a:moveTo>
                    <a:pt x="406409" y="1448101"/>
                  </a:moveTo>
                  <a:lnTo>
                    <a:pt x="377429" y="1347285"/>
                  </a:lnTo>
                  <a:lnTo>
                    <a:pt x="307112" y="1368143"/>
                  </a:lnTo>
                  <a:close/>
                  <a:moveTo>
                    <a:pt x="406409" y="1448101"/>
                  </a:moveTo>
                  <a:lnTo>
                    <a:pt x="307112" y="1368143"/>
                  </a:lnTo>
                  <a:lnTo>
                    <a:pt x="309799" y="1466051"/>
                  </a:lnTo>
                  <a:close/>
                  <a:moveTo>
                    <a:pt x="406409" y="1448101"/>
                  </a:moveTo>
                  <a:lnTo>
                    <a:pt x="309799" y="1466051"/>
                  </a:lnTo>
                  <a:lnTo>
                    <a:pt x="434590" y="1449323"/>
                  </a:lnTo>
                  <a:close/>
                  <a:moveTo>
                    <a:pt x="309799" y="1466051"/>
                  </a:moveTo>
                  <a:lnTo>
                    <a:pt x="371204" y="1490991"/>
                  </a:lnTo>
                  <a:lnTo>
                    <a:pt x="434590" y="1449323"/>
                  </a:lnTo>
                  <a:close/>
                  <a:moveTo>
                    <a:pt x="883" y="1139077"/>
                  </a:moveTo>
                  <a:lnTo>
                    <a:pt x="0" y="1154298"/>
                  </a:lnTo>
                  <a:lnTo>
                    <a:pt x="9105" y="1128366"/>
                  </a:lnTo>
                  <a:close/>
                  <a:moveTo>
                    <a:pt x="413022" y="1432143"/>
                  </a:moveTo>
                  <a:lnTo>
                    <a:pt x="457019" y="1406956"/>
                  </a:lnTo>
                  <a:lnTo>
                    <a:pt x="434590" y="1449323"/>
                  </a:lnTo>
                  <a:close/>
                  <a:moveTo>
                    <a:pt x="364361" y="1321600"/>
                  </a:moveTo>
                  <a:lnTo>
                    <a:pt x="457019" y="1406956"/>
                  </a:lnTo>
                  <a:lnTo>
                    <a:pt x="461064" y="1391065"/>
                  </a:lnTo>
                  <a:close/>
                  <a:moveTo>
                    <a:pt x="377429" y="1347285"/>
                  </a:moveTo>
                  <a:lnTo>
                    <a:pt x="457019" y="1406956"/>
                  </a:lnTo>
                  <a:lnTo>
                    <a:pt x="364361" y="1321600"/>
                  </a:lnTo>
                  <a:close/>
                  <a:moveTo>
                    <a:pt x="420268" y="1395777"/>
                  </a:moveTo>
                  <a:lnTo>
                    <a:pt x="457019" y="1406956"/>
                  </a:lnTo>
                  <a:lnTo>
                    <a:pt x="377429" y="1347285"/>
                  </a:lnTo>
                  <a:close/>
                  <a:moveTo>
                    <a:pt x="377429" y="1347285"/>
                  </a:moveTo>
                  <a:lnTo>
                    <a:pt x="373494" y="1284353"/>
                  </a:lnTo>
                  <a:lnTo>
                    <a:pt x="414352" y="1226634"/>
                  </a:lnTo>
                  <a:close/>
                  <a:moveTo>
                    <a:pt x="314754" y="1182855"/>
                  </a:moveTo>
                  <a:lnTo>
                    <a:pt x="414352" y="1226634"/>
                  </a:lnTo>
                  <a:lnTo>
                    <a:pt x="366489" y="1144419"/>
                  </a:lnTo>
                  <a:close/>
                  <a:moveTo>
                    <a:pt x="819936" y="1694056"/>
                  </a:moveTo>
                  <a:lnTo>
                    <a:pt x="893064" y="1618448"/>
                  </a:lnTo>
                  <a:lnTo>
                    <a:pt x="882023" y="1604080"/>
                  </a:lnTo>
                  <a:close/>
                  <a:moveTo>
                    <a:pt x="819936" y="1694056"/>
                  </a:moveTo>
                  <a:lnTo>
                    <a:pt x="882023" y="1604080"/>
                  </a:lnTo>
                  <a:lnTo>
                    <a:pt x="808541" y="1603228"/>
                  </a:lnTo>
                  <a:close/>
                  <a:moveTo>
                    <a:pt x="716385" y="1617556"/>
                  </a:moveTo>
                  <a:lnTo>
                    <a:pt x="808541" y="1603228"/>
                  </a:lnTo>
                  <a:lnTo>
                    <a:pt x="767194" y="1536750"/>
                  </a:lnTo>
                  <a:close/>
                  <a:moveTo>
                    <a:pt x="808541" y="1603228"/>
                  </a:moveTo>
                  <a:lnTo>
                    <a:pt x="882023" y="1604080"/>
                  </a:lnTo>
                  <a:lnTo>
                    <a:pt x="834843" y="1542345"/>
                  </a:lnTo>
                  <a:close/>
                  <a:moveTo>
                    <a:pt x="808541" y="1603228"/>
                  </a:moveTo>
                  <a:lnTo>
                    <a:pt x="834843" y="1542345"/>
                  </a:lnTo>
                  <a:lnTo>
                    <a:pt x="767194" y="1536750"/>
                  </a:lnTo>
                  <a:close/>
                  <a:moveTo>
                    <a:pt x="882023" y="1604080"/>
                  </a:moveTo>
                  <a:lnTo>
                    <a:pt x="893064" y="1618448"/>
                  </a:lnTo>
                  <a:lnTo>
                    <a:pt x="968356" y="1621293"/>
                  </a:lnTo>
                  <a:close/>
                  <a:moveTo>
                    <a:pt x="366489" y="1144419"/>
                  </a:moveTo>
                  <a:lnTo>
                    <a:pt x="453923" y="1109196"/>
                  </a:lnTo>
                  <a:lnTo>
                    <a:pt x="356247" y="1062204"/>
                  </a:lnTo>
                  <a:close/>
                  <a:moveTo>
                    <a:pt x="1045589" y="1631400"/>
                  </a:moveTo>
                  <a:lnTo>
                    <a:pt x="1035468" y="1643052"/>
                  </a:lnTo>
                  <a:lnTo>
                    <a:pt x="1091430" y="1655112"/>
                  </a:lnTo>
                  <a:close/>
                  <a:moveTo>
                    <a:pt x="2286213" y="3040708"/>
                  </a:moveTo>
                  <a:lnTo>
                    <a:pt x="2306708" y="3066072"/>
                  </a:lnTo>
                  <a:lnTo>
                    <a:pt x="2305925" y="3035829"/>
                  </a:lnTo>
                  <a:close/>
                  <a:moveTo>
                    <a:pt x="1139025" y="1643052"/>
                  </a:moveTo>
                  <a:lnTo>
                    <a:pt x="1193755" y="1691505"/>
                  </a:lnTo>
                  <a:lnTo>
                    <a:pt x="1195687" y="1630945"/>
                  </a:lnTo>
                  <a:close/>
                  <a:moveTo>
                    <a:pt x="449290" y="858680"/>
                  </a:moveTo>
                  <a:lnTo>
                    <a:pt x="499062" y="872315"/>
                  </a:lnTo>
                  <a:lnTo>
                    <a:pt x="580330" y="854755"/>
                  </a:lnTo>
                  <a:close/>
                  <a:moveTo>
                    <a:pt x="580330" y="854755"/>
                  </a:moveTo>
                  <a:lnTo>
                    <a:pt x="604135" y="864680"/>
                  </a:lnTo>
                  <a:lnTo>
                    <a:pt x="599156" y="861686"/>
                  </a:lnTo>
                  <a:close/>
                  <a:moveTo>
                    <a:pt x="520558" y="846480"/>
                  </a:moveTo>
                  <a:lnTo>
                    <a:pt x="580330" y="854755"/>
                  </a:lnTo>
                  <a:lnTo>
                    <a:pt x="599156" y="861686"/>
                  </a:lnTo>
                  <a:close/>
                  <a:moveTo>
                    <a:pt x="638591" y="880065"/>
                  </a:moveTo>
                  <a:lnTo>
                    <a:pt x="663410" y="886722"/>
                  </a:lnTo>
                  <a:lnTo>
                    <a:pt x="735780" y="878643"/>
                  </a:lnTo>
                  <a:close/>
                  <a:moveTo>
                    <a:pt x="1950202" y="2353929"/>
                  </a:moveTo>
                  <a:lnTo>
                    <a:pt x="1928996" y="2426766"/>
                  </a:lnTo>
                  <a:lnTo>
                    <a:pt x="2006885" y="2396522"/>
                  </a:lnTo>
                  <a:close/>
                  <a:moveTo>
                    <a:pt x="992822" y="1274318"/>
                  </a:moveTo>
                  <a:lnTo>
                    <a:pt x="987936" y="1264098"/>
                  </a:lnTo>
                  <a:lnTo>
                    <a:pt x="987067" y="1275755"/>
                  </a:lnTo>
                  <a:close/>
                  <a:moveTo>
                    <a:pt x="992822" y="1274318"/>
                  </a:moveTo>
                  <a:lnTo>
                    <a:pt x="994555" y="1275755"/>
                  </a:lnTo>
                  <a:lnTo>
                    <a:pt x="987936" y="1264098"/>
                  </a:lnTo>
                  <a:close/>
                  <a:moveTo>
                    <a:pt x="917572" y="1074719"/>
                  </a:moveTo>
                  <a:lnTo>
                    <a:pt x="914446" y="1052786"/>
                  </a:lnTo>
                  <a:lnTo>
                    <a:pt x="848605" y="990673"/>
                  </a:lnTo>
                  <a:close/>
                  <a:moveTo>
                    <a:pt x="848605" y="990673"/>
                  </a:moveTo>
                  <a:lnTo>
                    <a:pt x="782110" y="1029109"/>
                  </a:lnTo>
                  <a:lnTo>
                    <a:pt x="917572" y="1074719"/>
                  </a:lnTo>
                  <a:close/>
                  <a:moveTo>
                    <a:pt x="917572" y="1074719"/>
                  </a:moveTo>
                  <a:lnTo>
                    <a:pt x="923601" y="1072889"/>
                  </a:lnTo>
                  <a:lnTo>
                    <a:pt x="914446" y="1052786"/>
                  </a:lnTo>
                  <a:close/>
                  <a:moveTo>
                    <a:pt x="714696" y="918284"/>
                  </a:moveTo>
                  <a:lnTo>
                    <a:pt x="774104" y="1021929"/>
                  </a:lnTo>
                  <a:lnTo>
                    <a:pt x="792476" y="915643"/>
                  </a:lnTo>
                  <a:close/>
                  <a:moveTo>
                    <a:pt x="792476" y="915643"/>
                  </a:moveTo>
                  <a:lnTo>
                    <a:pt x="774104" y="1021929"/>
                  </a:lnTo>
                  <a:lnTo>
                    <a:pt x="823464" y="908458"/>
                  </a:lnTo>
                  <a:close/>
                  <a:moveTo>
                    <a:pt x="823464" y="908458"/>
                  </a:moveTo>
                  <a:lnTo>
                    <a:pt x="782110" y="1029109"/>
                  </a:lnTo>
                  <a:lnTo>
                    <a:pt x="848605" y="990673"/>
                  </a:lnTo>
                  <a:close/>
                  <a:moveTo>
                    <a:pt x="588535" y="860168"/>
                  </a:moveTo>
                  <a:lnTo>
                    <a:pt x="663410" y="886722"/>
                  </a:lnTo>
                  <a:lnTo>
                    <a:pt x="604135" y="864680"/>
                  </a:lnTo>
                  <a:close/>
                  <a:moveTo>
                    <a:pt x="714696" y="918284"/>
                  </a:moveTo>
                  <a:lnTo>
                    <a:pt x="663410" y="886722"/>
                  </a:lnTo>
                  <a:lnTo>
                    <a:pt x="588535" y="860168"/>
                  </a:lnTo>
                  <a:close/>
                  <a:moveTo>
                    <a:pt x="714696" y="918284"/>
                  </a:moveTo>
                  <a:lnTo>
                    <a:pt x="735780" y="878643"/>
                  </a:lnTo>
                  <a:lnTo>
                    <a:pt x="663410" y="886722"/>
                  </a:lnTo>
                  <a:close/>
                  <a:moveTo>
                    <a:pt x="580330" y="854755"/>
                  </a:moveTo>
                  <a:lnTo>
                    <a:pt x="553059" y="864680"/>
                  </a:lnTo>
                  <a:lnTo>
                    <a:pt x="588535" y="860168"/>
                  </a:lnTo>
                  <a:close/>
                  <a:moveTo>
                    <a:pt x="588535" y="860168"/>
                  </a:moveTo>
                  <a:lnTo>
                    <a:pt x="604135" y="864680"/>
                  </a:lnTo>
                  <a:lnTo>
                    <a:pt x="580330" y="854755"/>
                  </a:lnTo>
                  <a:close/>
                  <a:moveTo>
                    <a:pt x="1339110" y="1310699"/>
                  </a:moveTo>
                  <a:lnTo>
                    <a:pt x="1241794" y="1401749"/>
                  </a:lnTo>
                  <a:lnTo>
                    <a:pt x="1294202" y="1363312"/>
                  </a:lnTo>
                  <a:close/>
                  <a:moveTo>
                    <a:pt x="1339110" y="1310699"/>
                  </a:moveTo>
                  <a:lnTo>
                    <a:pt x="1295221" y="1361808"/>
                  </a:lnTo>
                  <a:lnTo>
                    <a:pt x="1241794" y="1401749"/>
                  </a:lnTo>
                  <a:close/>
                  <a:moveTo>
                    <a:pt x="816461" y="826243"/>
                  </a:moveTo>
                  <a:lnTo>
                    <a:pt x="901770" y="887381"/>
                  </a:lnTo>
                  <a:lnTo>
                    <a:pt x="887749" y="798687"/>
                  </a:lnTo>
                  <a:close/>
                  <a:moveTo>
                    <a:pt x="830073" y="705591"/>
                  </a:moveTo>
                  <a:lnTo>
                    <a:pt x="887749" y="798687"/>
                  </a:lnTo>
                  <a:lnTo>
                    <a:pt x="898161" y="776696"/>
                  </a:lnTo>
                  <a:close/>
                  <a:moveTo>
                    <a:pt x="816461" y="826243"/>
                  </a:moveTo>
                  <a:lnTo>
                    <a:pt x="887749" y="798687"/>
                  </a:lnTo>
                  <a:lnTo>
                    <a:pt x="830073" y="705591"/>
                  </a:lnTo>
                  <a:close/>
                  <a:moveTo>
                    <a:pt x="1676695" y="1736903"/>
                  </a:moveTo>
                  <a:lnTo>
                    <a:pt x="1661738" y="1794698"/>
                  </a:lnTo>
                  <a:lnTo>
                    <a:pt x="1669274" y="1774388"/>
                  </a:lnTo>
                  <a:close/>
                  <a:moveTo>
                    <a:pt x="2101520" y="2079901"/>
                  </a:moveTo>
                  <a:lnTo>
                    <a:pt x="2083630" y="2143734"/>
                  </a:lnTo>
                  <a:lnTo>
                    <a:pt x="2189850" y="2168775"/>
                  </a:lnTo>
                  <a:close/>
                  <a:moveTo>
                    <a:pt x="2046015" y="2103248"/>
                  </a:moveTo>
                  <a:lnTo>
                    <a:pt x="2083630" y="2143734"/>
                  </a:lnTo>
                  <a:lnTo>
                    <a:pt x="2101520" y="2079901"/>
                  </a:lnTo>
                  <a:close/>
                  <a:moveTo>
                    <a:pt x="1723363" y="1696182"/>
                  </a:moveTo>
                  <a:lnTo>
                    <a:pt x="1676695" y="1736903"/>
                  </a:lnTo>
                  <a:lnTo>
                    <a:pt x="1669274" y="1774388"/>
                  </a:lnTo>
                  <a:close/>
                  <a:moveTo>
                    <a:pt x="1339110" y="1310699"/>
                  </a:moveTo>
                  <a:lnTo>
                    <a:pt x="1399638" y="1325544"/>
                  </a:lnTo>
                  <a:lnTo>
                    <a:pt x="1414542" y="1314068"/>
                  </a:lnTo>
                  <a:close/>
                  <a:moveTo>
                    <a:pt x="1431852" y="959578"/>
                  </a:moveTo>
                  <a:lnTo>
                    <a:pt x="1429232" y="938591"/>
                  </a:lnTo>
                  <a:lnTo>
                    <a:pt x="1353969" y="962304"/>
                  </a:lnTo>
                  <a:close/>
                  <a:moveTo>
                    <a:pt x="1431852" y="959578"/>
                  </a:moveTo>
                  <a:lnTo>
                    <a:pt x="1441144" y="957579"/>
                  </a:lnTo>
                  <a:lnTo>
                    <a:pt x="1429232" y="938591"/>
                  </a:lnTo>
                  <a:close/>
                  <a:moveTo>
                    <a:pt x="1832196" y="1394031"/>
                  </a:moveTo>
                  <a:lnTo>
                    <a:pt x="1881583" y="1336784"/>
                  </a:lnTo>
                  <a:lnTo>
                    <a:pt x="1845564" y="1380555"/>
                  </a:lnTo>
                  <a:close/>
                  <a:moveTo>
                    <a:pt x="1181964" y="440996"/>
                  </a:moveTo>
                  <a:lnTo>
                    <a:pt x="1101633" y="445711"/>
                  </a:lnTo>
                  <a:lnTo>
                    <a:pt x="1209976" y="460941"/>
                  </a:lnTo>
                  <a:close/>
                  <a:moveTo>
                    <a:pt x="1893740" y="1326901"/>
                  </a:moveTo>
                  <a:lnTo>
                    <a:pt x="2008548" y="1294156"/>
                  </a:lnTo>
                  <a:lnTo>
                    <a:pt x="1897365" y="1223861"/>
                  </a:lnTo>
                  <a:close/>
                  <a:moveTo>
                    <a:pt x="1826938" y="1220525"/>
                  </a:moveTo>
                  <a:lnTo>
                    <a:pt x="1887612" y="1131699"/>
                  </a:lnTo>
                  <a:lnTo>
                    <a:pt x="1781690" y="1157219"/>
                  </a:lnTo>
                  <a:close/>
                  <a:moveTo>
                    <a:pt x="1698396" y="1164343"/>
                  </a:moveTo>
                  <a:lnTo>
                    <a:pt x="1781690" y="1157219"/>
                  </a:lnTo>
                  <a:lnTo>
                    <a:pt x="1764127" y="1139530"/>
                  </a:lnTo>
                  <a:close/>
                  <a:moveTo>
                    <a:pt x="1781690" y="1157219"/>
                  </a:moveTo>
                  <a:lnTo>
                    <a:pt x="1887612" y="1131699"/>
                  </a:lnTo>
                  <a:lnTo>
                    <a:pt x="1828416" y="1101238"/>
                  </a:lnTo>
                  <a:close/>
                  <a:moveTo>
                    <a:pt x="1282560" y="559397"/>
                  </a:moveTo>
                  <a:lnTo>
                    <a:pt x="1363298" y="540328"/>
                  </a:lnTo>
                  <a:lnTo>
                    <a:pt x="1303827" y="502607"/>
                  </a:lnTo>
                  <a:close/>
                  <a:moveTo>
                    <a:pt x="1282560" y="559397"/>
                  </a:moveTo>
                  <a:lnTo>
                    <a:pt x="1303827" y="502607"/>
                  </a:lnTo>
                  <a:lnTo>
                    <a:pt x="1242826" y="491608"/>
                  </a:lnTo>
                  <a:close/>
                  <a:moveTo>
                    <a:pt x="1148666" y="507566"/>
                  </a:moveTo>
                  <a:lnTo>
                    <a:pt x="1242826" y="491608"/>
                  </a:lnTo>
                  <a:lnTo>
                    <a:pt x="1209976" y="460941"/>
                  </a:lnTo>
                  <a:close/>
                  <a:moveTo>
                    <a:pt x="1242826" y="491608"/>
                  </a:moveTo>
                  <a:lnTo>
                    <a:pt x="1292971" y="492589"/>
                  </a:lnTo>
                  <a:lnTo>
                    <a:pt x="1209976" y="460941"/>
                  </a:lnTo>
                  <a:close/>
                  <a:moveTo>
                    <a:pt x="1242826" y="491608"/>
                  </a:moveTo>
                  <a:lnTo>
                    <a:pt x="1303827" y="502607"/>
                  </a:lnTo>
                  <a:lnTo>
                    <a:pt x="1292971" y="492589"/>
                  </a:lnTo>
                  <a:close/>
                  <a:moveTo>
                    <a:pt x="2152071" y="1338158"/>
                  </a:moveTo>
                  <a:lnTo>
                    <a:pt x="2105529" y="1275905"/>
                  </a:lnTo>
                  <a:lnTo>
                    <a:pt x="2060398" y="1352096"/>
                  </a:lnTo>
                  <a:close/>
                  <a:moveTo>
                    <a:pt x="2152071" y="1338158"/>
                  </a:moveTo>
                  <a:lnTo>
                    <a:pt x="2183420" y="1273172"/>
                  </a:lnTo>
                  <a:lnTo>
                    <a:pt x="2105529" y="1275905"/>
                  </a:lnTo>
                  <a:close/>
                  <a:moveTo>
                    <a:pt x="1379099" y="541504"/>
                  </a:moveTo>
                  <a:lnTo>
                    <a:pt x="1386031" y="551845"/>
                  </a:lnTo>
                  <a:lnTo>
                    <a:pt x="1363298" y="540328"/>
                  </a:lnTo>
                  <a:close/>
                  <a:moveTo>
                    <a:pt x="2007932" y="848153"/>
                  </a:moveTo>
                  <a:lnTo>
                    <a:pt x="1970375" y="803833"/>
                  </a:lnTo>
                  <a:lnTo>
                    <a:pt x="2013298" y="889925"/>
                  </a:lnTo>
                  <a:close/>
                  <a:moveTo>
                    <a:pt x="2013298" y="889925"/>
                  </a:moveTo>
                  <a:lnTo>
                    <a:pt x="1970375" y="803833"/>
                  </a:lnTo>
                  <a:lnTo>
                    <a:pt x="1908678" y="814295"/>
                  </a:lnTo>
                  <a:close/>
                  <a:moveTo>
                    <a:pt x="2013298" y="889925"/>
                  </a:moveTo>
                  <a:lnTo>
                    <a:pt x="1908678" y="814295"/>
                  </a:lnTo>
                  <a:lnTo>
                    <a:pt x="1942185" y="887147"/>
                  </a:lnTo>
                  <a:close/>
                  <a:moveTo>
                    <a:pt x="2013298" y="889925"/>
                  </a:moveTo>
                  <a:lnTo>
                    <a:pt x="2033908" y="886048"/>
                  </a:lnTo>
                  <a:lnTo>
                    <a:pt x="2007932" y="848153"/>
                  </a:lnTo>
                  <a:close/>
                  <a:moveTo>
                    <a:pt x="1985532" y="764405"/>
                  </a:moveTo>
                  <a:lnTo>
                    <a:pt x="1875373" y="760055"/>
                  </a:lnTo>
                  <a:lnTo>
                    <a:pt x="1908678" y="814295"/>
                  </a:lnTo>
                  <a:close/>
                  <a:moveTo>
                    <a:pt x="2154478" y="902204"/>
                  </a:moveTo>
                  <a:lnTo>
                    <a:pt x="2118101" y="865314"/>
                  </a:lnTo>
                  <a:lnTo>
                    <a:pt x="2033908" y="886048"/>
                  </a:lnTo>
                  <a:close/>
                  <a:moveTo>
                    <a:pt x="2118101" y="865314"/>
                  </a:moveTo>
                  <a:lnTo>
                    <a:pt x="2007932" y="848153"/>
                  </a:lnTo>
                  <a:lnTo>
                    <a:pt x="2033908" y="886048"/>
                  </a:lnTo>
                  <a:close/>
                  <a:moveTo>
                    <a:pt x="2009728" y="792736"/>
                  </a:moveTo>
                  <a:lnTo>
                    <a:pt x="2007932" y="848153"/>
                  </a:lnTo>
                  <a:lnTo>
                    <a:pt x="2118101" y="865314"/>
                  </a:lnTo>
                  <a:close/>
                  <a:moveTo>
                    <a:pt x="2118101" y="865314"/>
                  </a:moveTo>
                  <a:lnTo>
                    <a:pt x="2192387" y="865513"/>
                  </a:lnTo>
                  <a:lnTo>
                    <a:pt x="2184604" y="771749"/>
                  </a:lnTo>
                  <a:close/>
                  <a:moveTo>
                    <a:pt x="1970375" y="803833"/>
                  </a:moveTo>
                  <a:lnTo>
                    <a:pt x="2007932" y="848153"/>
                  </a:lnTo>
                  <a:lnTo>
                    <a:pt x="2009728" y="792736"/>
                  </a:lnTo>
                  <a:close/>
                  <a:moveTo>
                    <a:pt x="1756378" y="276967"/>
                  </a:moveTo>
                  <a:lnTo>
                    <a:pt x="1687136" y="310542"/>
                  </a:lnTo>
                  <a:lnTo>
                    <a:pt x="1763159" y="275102"/>
                  </a:lnTo>
                  <a:close/>
                  <a:moveTo>
                    <a:pt x="1763159" y="275102"/>
                  </a:moveTo>
                  <a:lnTo>
                    <a:pt x="1687136" y="310542"/>
                  </a:lnTo>
                  <a:lnTo>
                    <a:pt x="1660230" y="384130"/>
                  </a:lnTo>
                  <a:close/>
                  <a:moveTo>
                    <a:pt x="1763159" y="275102"/>
                  </a:moveTo>
                  <a:lnTo>
                    <a:pt x="1660230" y="384130"/>
                  </a:lnTo>
                  <a:lnTo>
                    <a:pt x="1698103" y="310526"/>
                  </a:lnTo>
                  <a:close/>
                  <a:moveTo>
                    <a:pt x="1695808" y="189891"/>
                  </a:moveTo>
                  <a:lnTo>
                    <a:pt x="1687136" y="310542"/>
                  </a:lnTo>
                  <a:lnTo>
                    <a:pt x="1761513" y="268945"/>
                  </a:lnTo>
                  <a:close/>
                  <a:moveTo>
                    <a:pt x="1761513" y="268945"/>
                  </a:moveTo>
                  <a:lnTo>
                    <a:pt x="1687136" y="310542"/>
                  </a:lnTo>
                  <a:lnTo>
                    <a:pt x="1756378" y="276967"/>
                  </a:lnTo>
                  <a:close/>
                  <a:moveTo>
                    <a:pt x="2211214" y="765397"/>
                  </a:moveTo>
                  <a:lnTo>
                    <a:pt x="2331823" y="809175"/>
                  </a:lnTo>
                  <a:lnTo>
                    <a:pt x="2283736" y="726960"/>
                  </a:lnTo>
                  <a:close/>
                  <a:moveTo>
                    <a:pt x="1893232" y="482766"/>
                  </a:moveTo>
                  <a:lnTo>
                    <a:pt x="1936363" y="491512"/>
                  </a:lnTo>
                  <a:lnTo>
                    <a:pt x="2017008" y="451682"/>
                  </a:lnTo>
                  <a:close/>
                  <a:moveTo>
                    <a:pt x="1956852" y="441972"/>
                  </a:moveTo>
                  <a:lnTo>
                    <a:pt x="1893232" y="482766"/>
                  </a:lnTo>
                  <a:lnTo>
                    <a:pt x="2017008" y="451682"/>
                  </a:lnTo>
                  <a:close/>
                  <a:moveTo>
                    <a:pt x="1761513" y="268945"/>
                  </a:moveTo>
                  <a:lnTo>
                    <a:pt x="1814369" y="272106"/>
                  </a:lnTo>
                  <a:lnTo>
                    <a:pt x="1807664" y="151454"/>
                  </a:lnTo>
                  <a:close/>
                  <a:moveTo>
                    <a:pt x="2278173" y="644745"/>
                  </a:moveTo>
                  <a:lnTo>
                    <a:pt x="2283736" y="726960"/>
                  </a:lnTo>
                  <a:lnTo>
                    <a:pt x="2331775" y="688524"/>
                  </a:lnTo>
                  <a:close/>
                  <a:moveTo>
                    <a:pt x="2328814" y="606308"/>
                  </a:moveTo>
                  <a:lnTo>
                    <a:pt x="2284588" y="616148"/>
                  </a:lnTo>
                  <a:lnTo>
                    <a:pt x="2278173" y="644745"/>
                  </a:lnTo>
                  <a:close/>
                  <a:moveTo>
                    <a:pt x="1807664" y="151454"/>
                  </a:moveTo>
                  <a:lnTo>
                    <a:pt x="1879954" y="217920"/>
                  </a:lnTo>
                  <a:lnTo>
                    <a:pt x="1897074" y="113018"/>
                  </a:lnTo>
                  <a:close/>
                  <a:moveTo>
                    <a:pt x="2118357" y="336750"/>
                  </a:moveTo>
                  <a:lnTo>
                    <a:pt x="2106008" y="359663"/>
                  </a:lnTo>
                  <a:lnTo>
                    <a:pt x="2127610" y="257031"/>
                  </a:lnTo>
                  <a:close/>
                  <a:moveTo>
                    <a:pt x="2074417" y="0"/>
                  </a:moveTo>
                  <a:lnTo>
                    <a:pt x="1984228" y="12730"/>
                  </a:lnTo>
                  <a:lnTo>
                    <a:pt x="2090511" y="17436"/>
                  </a:lnTo>
                  <a:close/>
                  <a:moveTo>
                    <a:pt x="2038867" y="68401"/>
                  </a:moveTo>
                  <a:lnTo>
                    <a:pt x="2090511" y="17436"/>
                  </a:lnTo>
                  <a:lnTo>
                    <a:pt x="2027799" y="61623"/>
                  </a:lnTo>
                  <a:close/>
                  <a:moveTo>
                    <a:pt x="2038867" y="68401"/>
                  </a:moveTo>
                  <a:lnTo>
                    <a:pt x="2126132" y="58047"/>
                  </a:lnTo>
                  <a:lnTo>
                    <a:pt x="2090511" y="17436"/>
                  </a:lnTo>
                  <a:close/>
                </a:path>
              </a:pathLst>
            </a:custGeom>
            <a:solidFill>
              <a:srgbClr val="E3E8EC"/>
            </a:solidFill>
            <a:ln w="1524">
              <a:solidFill>
                <a:srgbClr val="E3E8EC"/>
              </a:solidFill>
            </a:ln>
          </p:spPr>
        </p:sp>
        <p:sp>
          <p:nvSpPr>
            <p:cNvPr id="2112" name="Candidate_density__2111">
              <a:extLst>
                <a:ext uri="{FF2B5EF4-FFF2-40B4-BE49-F238E27FC236}">
                  <a16:creationId xmlns:a16="http://schemas.microsoft.com/office/drawing/2014/main" id="{70C72CBE-FBBB-5ECA-8885-B423FAE7FBF2}"/>
                </a:ext>
              </a:extLst>
            </p:cNvPr>
            <p:cNvSpPr>
              <a:spLocks noGrp="1"/>
            </p:cNvSpPr>
            <p:nvPr/>
          </p:nvSpPr>
          <p:spPr>
            <a:xfrm>
              <a:off x="3514350" y="1906152"/>
              <a:ext cx="2584609" cy="2098000"/>
            </a:xfrm>
            <a:custGeom>
              <a:avLst/>
              <a:gdLst/>
              <a:ahLst/>
              <a:cxnLst/>
              <a:rect l="0" t="0" r="0" b="0"/>
              <a:pathLst>
                <a:path w="2584609" h="2098000">
                  <a:moveTo>
                    <a:pt x="83157" y="1222197"/>
                  </a:moveTo>
                  <a:lnTo>
                    <a:pt x="0" y="1189942"/>
                  </a:lnTo>
                  <a:lnTo>
                    <a:pt x="19630" y="1199883"/>
                  </a:lnTo>
                  <a:close/>
                  <a:moveTo>
                    <a:pt x="619998" y="1886646"/>
                  </a:moveTo>
                  <a:lnTo>
                    <a:pt x="623406" y="1894875"/>
                  </a:lnTo>
                  <a:lnTo>
                    <a:pt x="637859" y="1902846"/>
                  </a:lnTo>
                  <a:close/>
                  <a:moveTo>
                    <a:pt x="719817" y="1930616"/>
                  </a:moveTo>
                  <a:lnTo>
                    <a:pt x="623406" y="1894875"/>
                  </a:lnTo>
                  <a:lnTo>
                    <a:pt x="668987" y="1918410"/>
                  </a:lnTo>
                  <a:close/>
                  <a:moveTo>
                    <a:pt x="719817" y="1930616"/>
                  </a:moveTo>
                  <a:lnTo>
                    <a:pt x="637859" y="1902846"/>
                  </a:lnTo>
                  <a:lnTo>
                    <a:pt x="623406" y="1894875"/>
                  </a:lnTo>
                  <a:close/>
                  <a:moveTo>
                    <a:pt x="179015" y="1311141"/>
                  </a:moveTo>
                  <a:lnTo>
                    <a:pt x="180087" y="1312271"/>
                  </a:lnTo>
                  <a:lnTo>
                    <a:pt x="182408" y="1314622"/>
                  </a:lnTo>
                  <a:close/>
                  <a:moveTo>
                    <a:pt x="179015" y="1311141"/>
                  </a:moveTo>
                  <a:lnTo>
                    <a:pt x="91248" y="1228926"/>
                  </a:lnTo>
                  <a:lnTo>
                    <a:pt x="129501" y="1253304"/>
                  </a:lnTo>
                  <a:close/>
                  <a:moveTo>
                    <a:pt x="797974" y="1944172"/>
                  </a:moveTo>
                  <a:lnTo>
                    <a:pt x="922685" y="1916588"/>
                  </a:lnTo>
                  <a:lnTo>
                    <a:pt x="842398" y="1895066"/>
                  </a:lnTo>
                  <a:close/>
                  <a:moveTo>
                    <a:pt x="637859" y="1902846"/>
                  </a:moveTo>
                  <a:lnTo>
                    <a:pt x="719817" y="1930616"/>
                  </a:lnTo>
                  <a:lnTo>
                    <a:pt x="771885" y="1910089"/>
                  </a:lnTo>
                  <a:close/>
                  <a:moveTo>
                    <a:pt x="91248" y="1228926"/>
                  </a:moveTo>
                  <a:lnTo>
                    <a:pt x="179015" y="1311141"/>
                  </a:lnTo>
                  <a:lnTo>
                    <a:pt x="92799" y="1222550"/>
                  </a:lnTo>
                  <a:close/>
                  <a:moveTo>
                    <a:pt x="83157" y="1222197"/>
                  </a:moveTo>
                  <a:lnTo>
                    <a:pt x="91248" y="1228926"/>
                  </a:lnTo>
                  <a:lnTo>
                    <a:pt x="92799" y="1222550"/>
                  </a:lnTo>
                  <a:close/>
                  <a:moveTo>
                    <a:pt x="1084402" y="2027362"/>
                  </a:moveTo>
                  <a:lnTo>
                    <a:pt x="1001178" y="1994858"/>
                  </a:lnTo>
                  <a:lnTo>
                    <a:pt x="1036937" y="2065097"/>
                  </a:lnTo>
                  <a:close/>
                  <a:moveTo>
                    <a:pt x="1036937" y="2065097"/>
                  </a:moveTo>
                  <a:lnTo>
                    <a:pt x="1105056" y="2041130"/>
                  </a:lnTo>
                  <a:lnTo>
                    <a:pt x="1084402" y="2027362"/>
                  </a:lnTo>
                  <a:close/>
                  <a:moveTo>
                    <a:pt x="922685" y="1916588"/>
                  </a:moveTo>
                  <a:lnTo>
                    <a:pt x="939502" y="1819669"/>
                  </a:lnTo>
                  <a:lnTo>
                    <a:pt x="939968" y="1809774"/>
                  </a:lnTo>
                  <a:close/>
                  <a:moveTo>
                    <a:pt x="893723" y="1871759"/>
                  </a:moveTo>
                  <a:lnTo>
                    <a:pt x="922685" y="1916588"/>
                  </a:lnTo>
                  <a:lnTo>
                    <a:pt x="939968" y="1809774"/>
                  </a:lnTo>
                  <a:close/>
                  <a:moveTo>
                    <a:pt x="842398" y="1895066"/>
                  </a:moveTo>
                  <a:lnTo>
                    <a:pt x="922685" y="1916588"/>
                  </a:lnTo>
                  <a:lnTo>
                    <a:pt x="893723" y="1871759"/>
                  </a:lnTo>
                  <a:close/>
                  <a:moveTo>
                    <a:pt x="322314" y="1190489"/>
                  </a:moveTo>
                  <a:lnTo>
                    <a:pt x="304200" y="1171869"/>
                  </a:lnTo>
                  <a:lnTo>
                    <a:pt x="362654" y="1216013"/>
                  </a:lnTo>
                  <a:close/>
                  <a:moveTo>
                    <a:pt x="322314" y="1190489"/>
                  </a:moveTo>
                  <a:lnTo>
                    <a:pt x="307427" y="1072983"/>
                  </a:lnTo>
                  <a:lnTo>
                    <a:pt x="304200" y="1171869"/>
                  </a:lnTo>
                  <a:close/>
                  <a:moveTo>
                    <a:pt x="1072067" y="1872581"/>
                  </a:moveTo>
                  <a:lnTo>
                    <a:pt x="1091867" y="1891989"/>
                  </a:lnTo>
                  <a:lnTo>
                    <a:pt x="1152472" y="1967898"/>
                  </a:lnTo>
                  <a:close/>
                  <a:moveTo>
                    <a:pt x="939968" y="1809774"/>
                  </a:moveTo>
                  <a:lnTo>
                    <a:pt x="952494" y="1709016"/>
                  </a:lnTo>
                  <a:lnTo>
                    <a:pt x="932960" y="1689122"/>
                  </a:lnTo>
                  <a:close/>
                  <a:moveTo>
                    <a:pt x="952494" y="1709016"/>
                  </a:moveTo>
                  <a:lnTo>
                    <a:pt x="921286" y="1634295"/>
                  </a:lnTo>
                  <a:lnTo>
                    <a:pt x="932960" y="1689122"/>
                  </a:lnTo>
                  <a:close/>
                  <a:moveTo>
                    <a:pt x="1268784" y="2034022"/>
                  </a:moveTo>
                  <a:lnTo>
                    <a:pt x="1258831" y="2017982"/>
                  </a:lnTo>
                  <a:lnTo>
                    <a:pt x="1152472" y="1967898"/>
                  </a:lnTo>
                  <a:close/>
                  <a:moveTo>
                    <a:pt x="1258831" y="2017982"/>
                  </a:moveTo>
                  <a:lnTo>
                    <a:pt x="1318809" y="1979546"/>
                  </a:lnTo>
                  <a:lnTo>
                    <a:pt x="1200580" y="1967870"/>
                  </a:lnTo>
                  <a:close/>
                  <a:moveTo>
                    <a:pt x="1419277" y="2013025"/>
                  </a:moveTo>
                  <a:lnTo>
                    <a:pt x="1384446" y="2098000"/>
                  </a:lnTo>
                  <a:lnTo>
                    <a:pt x="1490119" y="1999235"/>
                  </a:lnTo>
                  <a:close/>
                  <a:moveTo>
                    <a:pt x="987227" y="1524692"/>
                  </a:moveTo>
                  <a:lnTo>
                    <a:pt x="966498" y="1434791"/>
                  </a:lnTo>
                  <a:lnTo>
                    <a:pt x="998592" y="1404040"/>
                  </a:lnTo>
                  <a:close/>
                  <a:moveTo>
                    <a:pt x="1497223" y="1969489"/>
                  </a:moveTo>
                  <a:lnTo>
                    <a:pt x="1419277" y="2013025"/>
                  </a:lnTo>
                  <a:lnTo>
                    <a:pt x="1490119" y="1999235"/>
                  </a:lnTo>
                  <a:close/>
                  <a:moveTo>
                    <a:pt x="1497223" y="1969489"/>
                  </a:moveTo>
                  <a:lnTo>
                    <a:pt x="1430410" y="1963215"/>
                  </a:lnTo>
                  <a:lnTo>
                    <a:pt x="1419277" y="2013025"/>
                  </a:lnTo>
                  <a:close/>
                  <a:moveTo>
                    <a:pt x="1497223" y="1969489"/>
                  </a:moveTo>
                  <a:lnTo>
                    <a:pt x="1490119" y="1999235"/>
                  </a:lnTo>
                  <a:lnTo>
                    <a:pt x="1519464" y="1979546"/>
                  </a:lnTo>
                  <a:close/>
                  <a:moveTo>
                    <a:pt x="1521042" y="1899646"/>
                  </a:moveTo>
                  <a:lnTo>
                    <a:pt x="1578872" y="1863610"/>
                  </a:lnTo>
                  <a:lnTo>
                    <a:pt x="1573062" y="1858894"/>
                  </a:lnTo>
                  <a:close/>
                  <a:moveTo>
                    <a:pt x="1497223" y="1969489"/>
                  </a:moveTo>
                  <a:lnTo>
                    <a:pt x="1554115" y="1959846"/>
                  </a:lnTo>
                  <a:lnTo>
                    <a:pt x="1521042" y="1899646"/>
                  </a:lnTo>
                  <a:close/>
                  <a:moveTo>
                    <a:pt x="941946" y="1317222"/>
                  </a:moveTo>
                  <a:lnTo>
                    <a:pt x="942905" y="1346581"/>
                  </a:lnTo>
                  <a:lnTo>
                    <a:pt x="1060666" y="1381389"/>
                  </a:lnTo>
                  <a:close/>
                  <a:moveTo>
                    <a:pt x="724520" y="872340"/>
                  </a:moveTo>
                  <a:lnTo>
                    <a:pt x="724527" y="872313"/>
                  </a:lnTo>
                  <a:lnTo>
                    <a:pt x="657866" y="901635"/>
                  </a:lnTo>
                  <a:close/>
                  <a:moveTo>
                    <a:pt x="947079" y="998307"/>
                  </a:moveTo>
                  <a:lnTo>
                    <a:pt x="959373" y="1002777"/>
                  </a:lnTo>
                  <a:lnTo>
                    <a:pt x="962670" y="990073"/>
                  </a:lnTo>
                  <a:close/>
                  <a:moveTo>
                    <a:pt x="704796" y="788283"/>
                  </a:moveTo>
                  <a:lnTo>
                    <a:pt x="710658" y="833876"/>
                  </a:lnTo>
                  <a:lnTo>
                    <a:pt x="676161" y="751662"/>
                  </a:lnTo>
                  <a:close/>
                  <a:moveTo>
                    <a:pt x="1433071" y="1560683"/>
                  </a:moveTo>
                  <a:lnTo>
                    <a:pt x="1410441" y="1549584"/>
                  </a:lnTo>
                  <a:lnTo>
                    <a:pt x="1366414" y="1491598"/>
                  </a:lnTo>
                  <a:close/>
                  <a:moveTo>
                    <a:pt x="1528618" y="1543597"/>
                  </a:moveTo>
                  <a:lnTo>
                    <a:pt x="1534294" y="1518789"/>
                  </a:lnTo>
                  <a:lnTo>
                    <a:pt x="1425881" y="1491598"/>
                  </a:lnTo>
                  <a:close/>
                  <a:moveTo>
                    <a:pt x="1576373" y="1465273"/>
                  </a:moveTo>
                  <a:lnTo>
                    <a:pt x="1534294" y="1518789"/>
                  </a:lnTo>
                  <a:lnTo>
                    <a:pt x="1528618" y="1543597"/>
                  </a:lnTo>
                  <a:close/>
                  <a:moveTo>
                    <a:pt x="1576373" y="1465273"/>
                  </a:moveTo>
                  <a:lnTo>
                    <a:pt x="1528618" y="1543597"/>
                  </a:lnTo>
                  <a:lnTo>
                    <a:pt x="1599689" y="1546410"/>
                  </a:lnTo>
                  <a:close/>
                  <a:moveTo>
                    <a:pt x="1242686" y="1294002"/>
                  </a:moveTo>
                  <a:lnTo>
                    <a:pt x="1303462" y="1305184"/>
                  </a:lnTo>
                  <a:lnTo>
                    <a:pt x="1257948" y="1242094"/>
                  </a:lnTo>
                  <a:close/>
                  <a:moveTo>
                    <a:pt x="1303462" y="1305184"/>
                  </a:moveTo>
                  <a:lnTo>
                    <a:pt x="1354402" y="1324363"/>
                  </a:lnTo>
                  <a:lnTo>
                    <a:pt x="1257948" y="1242094"/>
                  </a:lnTo>
                  <a:close/>
                  <a:moveTo>
                    <a:pt x="962670" y="990073"/>
                  </a:moveTo>
                  <a:lnTo>
                    <a:pt x="987549" y="879779"/>
                  </a:lnTo>
                  <a:lnTo>
                    <a:pt x="947079" y="998307"/>
                  </a:lnTo>
                  <a:close/>
                  <a:moveTo>
                    <a:pt x="962670" y="990073"/>
                  </a:moveTo>
                  <a:lnTo>
                    <a:pt x="1054548" y="885902"/>
                  </a:lnTo>
                  <a:lnTo>
                    <a:pt x="987549" y="879779"/>
                  </a:lnTo>
                  <a:close/>
                  <a:moveTo>
                    <a:pt x="1054548" y="885902"/>
                  </a:moveTo>
                  <a:lnTo>
                    <a:pt x="1062626" y="869933"/>
                  </a:lnTo>
                  <a:lnTo>
                    <a:pt x="987530" y="867819"/>
                  </a:lnTo>
                  <a:close/>
                  <a:moveTo>
                    <a:pt x="1054548" y="885902"/>
                  </a:moveTo>
                  <a:lnTo>
                    <a:pt x="1113453" y="898605"/>
                  </a:lnTo>
                  <a:lnTo>
                    <a:pt x="1062626" y="869933"/>
                  </a:lnTo>
                  <a:close/>
                  <a:moveTo>
                    <a:pt x="1137945" y="778601"/>
                  </a:moveTo>
                  <a:lnTo>
                    <a:pt x="1140270" y="676619"/>
                  </a:lnTo>
                  <a:lnTo>
                    <a:pt x="1136729" y="757004"/>
                  </a:lnTo>
                  <a:close/>
                  <a:moveTo>
                    <a:pt x="1136729" y="757004"/>
                  </a:moveTo>
                  <a:lnTo>
                    <a:pt x="1133509" y="674789"/>
                  </a:lnTo>
                  <a:lnTo>
                    <a:pt x="1177118" y="718567"/>
                  </a:lnTo>
                  <a:close/>
                  <a:moveTo>
                    <a:pt x="1941014" y="1494414"/>
                  </a:moveTo>
                  <a:lnTo>
                    <a:pt x="2023291" y="1523375"/>
                  </a:lnTo>
                  <a:lnTo>
                    <a:pt x="1997011" y="1505262"/>
                  </a:lnTo>
                  <a:close/>
                  <a:moveTo>
                    <a:pt x="1556583" y="1171718"/>
                  </a:moveTo>
                  <a:lnTo>
                    <a:pt x="1621754" y="1136727"/>
                  </a:lnTo>
                  <a:lnTo>
                    <a:pt x="1666198" y="1091207"/>
                  </a:lnTo>
                  <a:close/>
                  <a:moveTo>
                    <a:pt x="2085844" y="1542048"/>
                  </a:moveTo>
                  <a:lnTo>
                    <a:pt x="1997011" y="1505262"/>
                  </a:lnTo>
                  <a:lnTo>
                    <a:pt x="2036331" y="1533888"/>
                  </a:lnTo>
                  <a:close/>
                  <a:moveTo>
                    <a:pt x="2085844" y="1542048"/>
                  </a:moveTo>
                  <a:lnTo>
                    <a:pt x="2164848" y="1558773"/>
                  </a:lnTo>
                  <a:lnTo>
                    <a:pt x="2212600" y="1522110"/>
                  </a:lnTo>
                  <a:close/>
                  <a:moveTo>
                    <a:pt x="2244648" y="1578472"/>
                  </a:moveTo>
                  <a:lnTo>
                    <a:pt x="2212600" y="1522110"/>
                  </a:lnTo>
                  <a:lnTo>
                    <a:pt x="2164848" y="1558773"/>
                  </a:lnTo>
                  <a:close/>
                  <a:moveTo>
                    <a:pt x="1969170" y="1227620"/>
                  </a:moveTo>
                  <a:lnTo>
                    <a:pt x="2067950" y="1259944"/>
                  </a:lnTo>
                  <a:lnTo>
                    <a:pt x="1997607" y="1337852"/>
                  </a:lnTo>
                  <a:close/>
                  <a:moveTo>
                    <a:pt x="1906615" y="1134985"/>
                  </a:moveTo>
                  <a:lnTo>
                    <a:pt x="1866041" y="1062353"/>
                  </a:lnTo>
                  <a:lnTo>
                    <a:pt x="1861331" y="1054515"/>
                  </a:lnTo>
                  <a:close/>
                  <a:moveTo>
                    <a:pt x="1930158" y="1238623"/>
                  </a:moveTo>
                  <a:lnTo>
                    <a:pt x="2003726" y="1235024"/>
                  </a:lnTo>
                  <a:lnTo>
                    <a:pt x="1969170" y="1227620"/>
                  </a:lnTo>
                  <a:close/>
                  <a:moveTo>
                    <a:pt x="1593071" y="521043"/>
                  </a:moveTo>
                  <a:lnTo>
                    <a:pt x="1569725" y="469755"/>
                  </a:lnTo>
                  <a:lnTo>
                    <a:pt x="1596704" y="547914"/>
                  </a:lnTo>
                  <a:close/>
                  <a:moveTo>
                    <a:pt x="2217867" y="1326600"/>
                  </a:moveTo>
                  <a:lnTo>
                    <a:pt x="2287864" y="1309647"/>
                  </a:lnTo>
                  <a:lnTo>
                    <a:pt x="2339924" y="1289089"/>
                  </a:lnTo>
                  <a:close/>
                  <a:moveTo>
                    <a:pt x="2410117" y="1311691"/>
                  </a:moveTo>
                  <a:lnTo>
                    <a:pt x="2412030" y="1304757"/>
                  </a:lnTo>
                  <a:lnTo>
                    <a:pt x="2365624" y="1321721"/>
                  </a:lnTo>
                  <a:close/>
                  <a:moveTo>
                    <a:pt x="2181428" y="1076149"/>
                  </a:moveTo>
                  <a:lnTo>
                    <a:pt x="2216109" y="1104823"/>
                  </a:lnTo>
                  <a:lnTo>
                    <a:pt x="2197535" y="1178764"/>
                  </a:lnTo>
                  <a:close/>
                  <a:moveTo>
                    <a:pt x="2412030" y="1304757"/>
                  </a:moveTo>
                  <a:lnTo>
                    <a:pt x="2410117" y="1311691"/>
                  </a:lnTo>
                  <a:lnTo>
                    <a:pt x="2419110" y="1306494"/>
                  </a:lnTo>
                  <a:close/>
                  <a:moveTo>
                    <a:pt x="2499099" y="1326902"/>
                  </a:moveTo>
                  <a:lnTo>
                    <a:pt x="2410117" y="1311691"/>
                  </a:lnTo>
                  <a:lnTo>
                    <a:pt x="2451849" y="1338355"/>
                  </a:lnTo>
                  <a:close/>
                  <a:moveTo>
                    <a:pt x="2499099" y="1326902"/>
                  </a:moveTo>
                  <a:lnTo>
                    <a:pt x="2419110" y="1306494"/>
                  </a:lnTo>
                  <a:lnTo>
                    <a:pt x="2410117" y="1311691"/>
                  </a:lnTo>
                  <a:close/>
                  <a:moveTo>
                    <a:pt x="2412030" y="1304757"/>
                  </a:moveTo>
                  <a:lnTo>
                    <a:pt x="2419110" y="1306494"/>
                  </a:lnTo>
                  <a:lnTo>
                    <a:pt x="2421964" y="1302059"/>
                  </a:lnTo>
                  <a:close/>
                  <a:moveTo>
                    <a:pt x="2512532" y="1289021"/>
                  </a:moveTo>
                  <a:lnTo>
                    <a:pt x="2419110" y="1306494"/>
                  </a:lnTo>
                  <a:lnTo>
                    <a:pt x="2499099" y="1326902"/>
                  </a:lnTo>
                  <a:close/>
                  <a:moveTo>
                    <a:pt x="2512532" y="1289021"/>
                  </a:moveTo>
                  <a:lnTo>
                    <a:pt x="2421964" y="1302059"/>
                  </a:lnTo>
                  <a:lnTo>
                    <a:pt x="2419110" y="1306494"/>
                  </a:lnTo>
                  <a:close/>
                  <a:moveTo>
                    <a:pt x="2421964" y="1302059"/>
                  </a:moveTo>
                  <a:lnTo>
                    <a:pt x="2512532" y="1289021"/>
                  </a:lnTo>
                  <a:lnTo>
                    <a:pt x="2459241" y="1241338"/>
                  </a:lnTo>
                  <a:close/>
                  <a:moveTo>
                    <a:pt x="2512532" y="1289021"/>
                  </a:moveTo>
                  <a:lnTo>
                    <a:pt x="2524291" y="1205889"/>
                  </a:lnTo>
                  <a:lnTo>
                    <a:pt x="2459241" y="1241338"/>
                  </a:lnTo>
                  <a:close/>
                  <a:moveTo>
                    <a:pt x="2580121" y="1294665"/>
                  </a:moveTo>
                  <a:lnTo>
                    <a:pt x="2512532" y="1289021"/>
                  </a:lnTo>
                  <a:lnTo>
                    <a:pt x="2499099" y="1326902"/>
                  </a:lnTo>
                  <a:close/>
                  <a:moveTo>
                    <a:pt x="2584609" y="1190923"/>
                  </a:moveTo>
                  <a:lnTo>
                    <a:pt x="2512532" y="1289021"/>
                  </a:lnTo>
                  <a:lnTo>
                    <a:pt x="2580121" y="1294665"/>
                  </a:lnTo>
                  <a:close/>
                  <a:moveTo>
                    <a:pt x="2100294" y="520063"/>
                  </a:moveTo>
                  <a:lnTo>
                    <a:pt x="2167678" y="570164"/>
                  </a:lnTo>
                  <a:lnTo>
                    <a:pt x="2088203" y="490795"/>
                  </a:lnTo>
                  <a:close/>
                  <a:moveTo>
                    <a:pt x="2074802" y="405734"/>
                  </a:moveTo>
                  <a:lnTo>
                    <a:pt x="2074816" y="424806"/>
                  </a:lnTo>
                  <a:lnTo>
                    <a:pt x="2131377" y="416196"/>
                  </a:lnTo>
                  <a:close/>
                  <a:moveTo>
                    <a:pt x="2087327" y="41177"/>
                  </a:moveTo>
                  <a:lnTo>
                    <a:pt x="2077634" y="99019"/>
                  </a:lnTo>
                  <a:lnTo>
                    <a:pt x="2098530" y="0"/>
                  </a:lnTo>
                  <a:close/>
                </a:path>
              </a:pathLst>
            </a:custGeom>
            <a:solidFill>
              <a:srgbClr val="D8DEE3"/>
            </a:solidFill>
            <a:ln w="1524">
              <a:solidFill>
                <a:srgbClr val="D8DEE3"/>
              </a:solidFill>
            </a:ln>
          </p:spPr>
        </p:sp>
        <p:sp>
          <p:nvSpPr>
            <p:cNvPr id="2113" name="Candidate_density__2112">
              <a:extLst>
                <a:ext uri="{FF2B5EF4-FFF2-40B4-BE49-F238E27FC236}">
                  <a16:creationId xmlns:a16="http://schemas.microsoft.com/office/drawing/2014/main" id="{E3989F66-136B-1F28-C783-BA7CF362CBFC}"/>
                </a:ext>
              </a:extLst>
            </p:cNvPr>
            <p:cNvSpPr>
              <a:spLocks noGrp="1"/>
            </p:cNvSpPr>
            <p:nvPr/>
          </p:nvSpPr>
          <p:spPr>
            <a:xfrm>
              <a:off x="3597507" y="1906152"/>
              <a:ext cx="2361141" cy="2098000"/>
            </a:xfrm>
            <a:custGeom>
              <a:avLst/>
              <a:gdLst/>
              <a:ahLst/>
              <a:cxnLst/>
              <a:rect l="0" t="0" r="0" b="0"/>
              <a:pathLst>
                <a:path w="2361141" h="2098000">
                  <a:moveTo>
                    <a:pt x="7210" y="1185697"/>
                  </a:moveTo>
                  <a:lnTo>
                    <a:pt x="8091" y="1228926"/>
                  </a:lnTo>
                  <a:lnTo>
                    <a:pt x="0" y="1222197"/>
                  </a:lnTo>
                  <a:close/>
                  <a:moveTo>
                    <a:pt x="186329" y="1361533"/>
                  </a:moveTo>
                  <a:lnTo>
                    <a:pt x="99251" y="1314622"/>
                  </a:lnTo>
                  <a:lnTo>
                    <a:pt x="96930" y="1312271"/>
                  </a:lnTo>
                  <a:close/>
                  <a:moveTo>
                    <a:pt x="636660" y="1930616"/>
                  </a:moveTo>
                  <a:lnTo>
                    <a:pt x="714816" y="1944172"/>
                  </a:lnTo>
                  <a:lnTo>
                    <a:pt x="759241" y="1895066"/>
                  </a:lnTo>
                  <a:close/>
                  <a:moveTo>
                    <a:pt x="688728" y="1910089"/>
                  </a:moveTo>
                  <a:lnTo>
                    <a:pt x="636660" y="1930616"/>
                  </a:lnTo>
                  <a:lnTo>
                    <a:pt x="759241" y="1895066"/>
                  </a:lnTo>
                  <a:close/>
                  <a:moveTo>
                    <a:pt x="1021899" y="2041130"/>
                  </a:moveTo>
                  <a:lnTo>
                    <a:pt x="1052755" y="1981361"/>
                  </a:lnTo>
                  <a:lnTo>
                    <a:pt x="1001245" y="2027362"/>
                  </a:lnTo>
                  <a:close/>
                  <a:moveTo>
                    <a:pt x="688728" y="1910089"/>
                  </a:moveTo>
                  <a:lnTo>
                    <a:pt x="759241" y="1895066"/>
                  </a:lnTo>
                  <a:lnTo>
                    <a:pt x="810566" y="1871759"/>
                  </a:lnTo>
                  <a:close/>
                  <a:moveTo>
                    <a:pt x="856810" y="1809774"/>
                  </a:moveTo>
                  <a:lnTo>
                    <a:pt x="856345" y="1819669"/>
                  </a:lnTo>
                  <a:lnTo>
                    <a:pt x="858135" y="1770954"/>
                  </a:lnTo>
                  <a:close/>
                  <a:moveTo>
                    <a:pt x="224773" y="1069838"/>
                  </a:moveTo>
                  <a:lnTo>
                    <a:pt x="224270" y="1072983"/>
                  </a:lnTo>
                  <a:lnTo>
                    <a:pt x="239157" y="1190489"/>
                  </a:lnTo>
                  <a:close/>
                  <a:moveTo>
                    <a:pt x="209431" y="1108274"/>
                  </a:moveTo>
                  <a:lnTo>
                    <a:pt x="224773" y="1069838"/>
                  </a:lnTo>
                  <a:lnTo>
                    <a:pt x="239157" y="1190489"/>
                  </a:lnTo>
                  <a:close/>
                  <a:moveTo>
                    <a:pt x="858135" y="1770954"/>
                  </a:moveTo>
                  <a:lnTo>
                    <a:pt x="869336" y="1709016"/>
                  </a:lnTo>
                  <a:lnTo>
                    <a:pt x="856810" y="1809774"/>
                  </a:lnTo>
                  <a:close/>
                  <a:moveTo>
                    <a:pt x="838129" y="1634295"/>
                  </a:moveTo>
                  <a:lnTo>
                    <a:pt x="826991" y="1606907"/>
                  </a:lnTo>
                  <a:lnTo>
                    <a:pt x="849803" y="1689122"/>
                  </a:lnTo>
                  <a:close/>
                  <a:moveTo>
                    <a:pt x="838129" y="1634295"/>
                  </a:moveTo>
                  <a:lnTo>
                    <a:pt x="838937" y="1533546"/>
                  </a:lnTo>
                  <a:lnTo>
                    <a:pt x="826991" y="1606907"/>
                  </a:lnTo>
                  <a:close/>
                  <a:moveTo>
                    <a:pt x="1069315" y="1967898"/>
                  </a:moveTo>
                  <a:lnTo>
                    <a:pt x="1175674" y="2017982"/>
                  </a:lnTo>
                  <a:lnTo>
                    <a:pt x="1117423" y="1967870"/>
                  </a:lnTo>
                  <a:close/>
                  <a:moveTo>
                    <a:pt x="1301289" y="2098000"/>
                  </a:moveTo>
                  <a:lnTo>
                    <a:pt x="1369257" y="2073463"/>
                  </a:lnTo>
                  <a:lnTo>
                    <a:pt x="1406962" y="1999235"/>
                  </a:lnTo>
                  <a:close/>
                  <a:moveTo>
                    <a:pt x="858789" y="1317222"/>
                  </a:moveTo>
                  <a:lnTo>
                    <a:pt x="855927" y="1219456"/>
                  </a:lnTo>
                  <a:lnTo>
                    <a:pt x="850871" y="1283388"/>
                  </a:lnTo>
                  <a:close/>
                  <a:moveTo>
                    <a:pt x="855927" y="1219456"/>
                  </a:moveTo>
                  <a:lnTo>
                    <a:pt x="843759" y="1129256"/>
                  </a:lnTo>
                  <a:lnTo>
                    <a:pt x="825400" y="1201174"/>
                  </a:lnTo>
                  <a:close/>
                  <a:moveTo>
                    <a:pt x="574708" y="901635"/>
                  </a:moveTo>
                  <a:lnTo>
                    <a:pt x="522725" y="872313"/>
                  </a:lnTo>
                  <a:lnTo>
                    <a:pt x="525844" y="934142"/>
                  </a:lnTo>
                  <a:close/>
                  <a:moveTo>
                    <a:pt x="844784" y="1118959"/>
                  </a:moveTo>
                  <a:lnTo>
                    <a:pt x="876216" y="1002777"/>
                  </a:lnTo>
                  <a:lnTo>
                    <a:pt x="863922" y="998307"/>
                  </a:lnTo>
                  <a:close/>
                  <a:moveTo>
                    <a:pt x="863922" y="998307"/>
                  </a:moveTo>
                  <a:lnTo>
                    <a:pt x="887698" y="1020675"/>
                  </a:lnTo>
                  <a:lnTo>
                    <a:pt x="844784" y="1118959"/>
                  </a:lnTo>
                  <a:close/>
                  <a:moveTo>
                    <a:pt x="876216" y="1002777"/>
                  </a:moveTo>
                  <a:lnTo>
                    <a:pt x="903116" y="1036743"/>
                  </a:lnTo>
                  <a:lnTo>
                    <a:pt x="879513" y="990073"/>
                  </a:lnTo>
                  <a:close/>
                  <a:moveTo>
                    <a:pt x="507677" y="651016"/>
                  </a:moveTo>
                  <a:lnTo>
                    <a:pt x="594825" y="698190"/>
                  </a:lnTo>
                  <a:lnTo>
                    <a:pt x="561659" y="676362"/>
                  </a:lnTo>
                  <a:close/>
                  <a:moveTo>
                    <a:pt x="1496609" y="1453161"/>
                  </a:moveTo>
                  <a:lnTo>
                    <a:pt x="1451137" y="1518789"/>
                  </a:lnTo>
                  <a:lnTo>
                    <a:pt x="1493216" y="1465273"/>
                  </a:lnTo>
                  <a:close/>
                  <a:moveTo>
                    <a:pt x="946536" y="962006"/>
                  </a:moveTo>
                  <a:lnTo>
                    <a:pt x="971391" y="885902"/>
                  </a:lnTo>
                  <a:lnTo>
                    <a:pt x="879513" y="990073"/>
                  </a:lnTo>
                  <a:close/>
                  <a:moveTo>
                    <a:pt x="904392" y="879779"/>
                  </a:moveTo>
                  <a:lnTo>
                    <a:pt x="971391" y="885902"/>
                  </a:lnTo>
                  <a:lnTo>
                    <a:pt x="904373" y="867819"/>
                  </a:lnTo>
                  <a:close/>
                  <a:moveTo>
                    <a:pt x="1021900" y="813373"/>
                  </a:moveTo>
                  <a:lnTo>
                    <a:pt x="904373" y="867819"/>
                  </a:lnTo>
                  <a:lnTo>
                    <a:pt x="979469" y="869933"/>
                  </a:lnTo>
                  <a:close/>
                  <a:moveTo>
                    <a:pt x="979469" y="869933"/>
                  </a:moveTo>
                  <a:lnTo>
                    <a:pt x="1046073" y="840297"/>
                  </a:lnTo>
                  <a:lnTo>
                    <a:pt x="1021900" y="813373"/>
                  </a:lnTo>
                  <a:close/>
                  <a:moveTo>
                    <a:pt x="1940134" y="1523375"/>
                  </a:moveTo>
                  <a:lnTo>
                    <a:pt x="1953174" y="1533888"/>
                  </a:lnTo>
                  <a:lnTo>
                    <a:pt x="1913854" y="1505262"/>
                  </a:lnTo>
                  <a:close/>
                  <a:moveTo>
                    <a:pt x="1275389" y="709951"/>
                  </a:moveTo>
                  <a:lnTo>
                    <a:pt x="1393425" y="657408"/>
                  </a:lnTo>
                  <a:lnTo>
                    <a:pt x="1321095" y="665636"/>
                  </a:lnTo>
                  <a:close/>
                  <a:moveTo>
                    <a:pt x="2081691" y="1558773"/>
                  </a:moveTo>
                  <a:lnTo>
                    <a:pt x="2002687" y="1542048"/>
                  </a:lnTo>
                  <a:lnTo>
                    <a:pt x="1953174" y="1533888"/>
                  </a:lnTo>
                  <a:close/>
                  <a:moveTo>
                    <a:pt x="1947548" y="1238185"/>
                  </a:moveTo>
                  <a:lnTo>
                    <a:pt x="1984793" y="1259944"/>
                  </a:lnTo>
                  <a:lnTo>
                    <a:pt x="1886013" y="1227620"/>
                  </a:lnTo>
                  <a:close/>
                  <a:moveTo>
                    <a:pt x="1920569" y="1235024"/>
                  </a:moveTo>
                  <a:lnTo>
                    <a:pt x="1947548" y="1238185"/>
                  </a:lnTo>
                  <a:lnTo>
                    <a:pt x="1886013" y="1227620"/>
                  </a:lnTo>
                  <a:close/>
                  <a:moveTo>
                    <a:pt x="1321095" y="665636"/>
                  </a:moveTo>
                  <a:lnTo>
                    <a:pt x="1393425" y="657408"/>
                  </a:lnTo>
                  <a:lnTo>
                    <a:pt x="1407143" y="559479"/>
                  </a:lnTo>
                  <a:close/>
                  <a:moveTo>
                    <a:pt x="1789459" y="1045340"/>
                  </a:moveTo>
                  <a:lnTo>
                    <a:pt x="1782884" y="1062353"/>
                  </a:lnTo>
                  <a:lnTo>
                    <a:pt x="1900853" y="1014333"/>
                  </a:lnTo>
                  <a:close/>
                  <a:moveTo>
                    <a:pt x="2282467" y="1321721"/>
                  </a:moveTo>
                  <a:lnTo>
                    <a:pt x="2328873" y="1304757"/>
                  </a:lnTo>
                  <a:lnTo>
                    <a:pt x="2256767" y="1289089"/>
                  </a:lnTo>
                  <a:close/>
                  <a:moveTo>
                    <a:pt x="2282467" y="1321721"/>
                  </a:moveTo>
                  <a:lnTo>
                    <a:pt x="2256767" y="1289089"/>
                  </a:lnTo>
                  <a:lnTo>
                    <a:pt x="2204707" y="1309647"/>
                  </a:lnTo>
                  <a:close/>
                  <a:moveTo>
                    <a:pt x="2282467" y="1321721"/>
                  </a:moveTo>
                  <a:lnTo>
                    <a:pt x="2361141" y="1337215"/>
                  </a:lnTo>
                  <a:lnTo>
                    <a:pt x="2326960" y="1311691"/>
                  </a:lnTo>
                  <a:close/>
                  <a:moveTo>
                    <a:pt x="2164337" y="1083031"/>
                  </a:moveTo>
                  <a:lnTo>
                    <a:pt x="2098271" y="1076149"/>
                  </a:lnTo>
                  <a:lnTo>
                    <a:pt x="2114378" y="1178764"/>
                  </a:lnTo>
                  <a:close/>
                  <a:moveTo>
                    <a:pt x="1939427" y="932119"/>
                  </a:moveTo>
                  <a:lnTo>
                    <a:pt x="1950247" y="915579"/>
                  </a:lnTo>
                  <a:lnTo>
                    <a:pt x="1927972" y="893682"/>
                  </a:lnTo>
                  <a:close/>
                  <a:moveTo>
                    <a:pt x="1837938" y="766243"/>
                  </a:moveTo>
                  <a:lnTo>
                    <a:pt x="1855929" y="729252"/>
                  </a:lnTo>
                  <a:lnTo>
                    <a:pt x="1822727" y="780916"/>
                  </a:lnTo>
                  <a:close/>
                  <a:moveTo>
                    <a:pt x="1918704" y="645902"/>
                  </a:moveTo>
                  <a:lnTo>
                    <a:pt x="1879374" y="714052"/>
                  </a:lnTo>
                  <a:lnTo>
                    <a:pt x="1998642" y="666118"/>
                  </a:lnTo>
                  <a:close/>
                  <a:moveTo>
                    <a:pt x="1998642" y="666118"/>
                  </a:moveTo>
                  <a:lnTo>
                    <a:pt x="1949247" y="696638"/>
                  </a:lnTo>
                  <a:lnTo>
                    <a:pt x="2060724" y="619572"/>
                  </a:lnTo>
                  <a:close/>
                  <a:moveTo>
                    <a:pt x="2060724" y="619572"/>
                  </a:moveTo>
                  <a:lnTo>
                    <a:pt x="2156022" y="589331"/>
                  </a:lnTo>
                  <a:lnTo>
                    <a:pt x="2081806" y="589075"/>
                  </a:lnTo>
                  <a:close/>
                  <a:moveTo>
                    <a:pt x="2090146" y="282018"/>
                  </a:moveTo>
                  <a:lnTo>
                    <a:pt x="2081464" y="285081"/>
                  </a:lnTo>
                  <a:lnTo>
                    <a:pt x="2086062" y="283903"/>
                  </a:lnTo>
                  <a:close/>
                  <a:moveTo>
                    <a:pt x="2171091" y="323153"/>
                  </a:moveTo>
                  <a:lnTo>
                    <a:pt x="2090146" y="282018"/>
                  </a:lnTo>
                  <a:lnTo>
                    <a:pt x="2088536" y="285081"/>
                  </a:lnTo>
                  <a:close/>
                  <a:moveTo>
                    <a:pt x="2086062" y="283903"/>
                  </a:moveTo>
                  <a:lnTo>
                    <a:pt x="2088536" y="285081"/>
                  </a:lnTo>
                  <a:lnTo>
                    <a:pt x="2090146" y="282018"/>
                  </a:lnTo>
                  <a:close/>
                  <a:moveTo>
                    <a:pt x="2015373" y="0"/>
                  </a:moveTo>
                  <a:lnTo>
                    <a:pt x="2051053" y="1262"/>
                  </a:lnTo>
                  <a:lnTo>
                    <a:pt x="2004170" y="41177"/>
                  </a:lnTo>
                  <a:close/>
                </a:path>
              </a:pathLst>
            </a:custGeom>
            <a:solidFill>
              <a:srgbClr val="D4DBE0"/>
            </a:solidFill>
            <a:ln w="1524">
              <a:solidFill>
                <a:srgbClr val="D4DBE0"/>
              </a:solidFill>
            </a:ln>
          </p:spPr>
        </p:sp>
        <p:sp>
          <p:nvSpPr>
            <p:cNvPr id="2114" name="Candidate_density__2113">
              <a:extLst>
                <a:ext uri="{FF2B5EF4-FFF2-40B4-BE49-F238E27FC236}">
                  <a16:creationId xmlns:a16="http://schemas.microsoft.com/office/drawing/2014/main" id="{882DA8D1-94BF-14B5-A422-C61ABA2C6D6B}"/>
                </a:ext>
              </a:extLst>
            </p:cNvPr>
            <p:cNvSpPr>
              <a:spLocks noGrp="1"/>
            </p:cNvSpPr>
            <p:nvPr/>
          </p:nvSpPr>
          <p:spPr>
            <a:xfrm>
              <a:off x="3818550" y="1631657"/>
              <a:ext cx="2500497" cy="2372495"/>
            </a:xfrm>
            <a:custGeom>
              <a:avLst/>
              <a:gdLst/>
              <a:ahLst/>
              <a:cxnLst/>
              <a:rect l="0" t="0" r="0" b="0"/>
              <a:pathLst>
                <a:path w="2500497" h="2372495">
                  <a:moveTo>
                    <a:pt x="315798" y="2161142"/>
                  </a:moveTo>
                  <a:lnTo>
                    <a:pt x="279547" y="2101520"/>
                  </a:lnTo>
                  <a:lnTo>
                    <a:pt x="319206" y="2169370"/>
                  </a:lnTo>
                  <a:close/>
                  <a:moveTo>
                    <a:pt x="732737" y="2339592"/>
                  </a:moveTo>
                  <a:lnTo>
                    <a:pt x="666458" y="2269020"/>
                  </a:lnTo>
                  <a:lnTo>
                    <a:pt x="664012" y="2287135"/>
                  </a:lnTo>
                  <a:close/>
                  <a:moveTo>
                    <a:pt x="696979" y="2269354"/>
                  </a:moveTo>
                  <a:lnTo>
                    <a:pt x="666458" y="2269020"/>
                  </a:lnTo>
                  <a:lnTo>
                    <a:pt x="732737" y="2339592"/>
                  </a:lnTo>
                  <a:close/>
                  <a:moveTo>
                    <a:pt x="729335" y="2178403"/>
                  </a:moveTo>
                  <a:lnTo>
                    <a:pt x="748916" y="2184882"/>
                  </a:lnTo>
                  <a:lnTo>
                    <a:pt x="831712" y="2255856"/>
                  </a:lnTo>
                  <a:close/>
                  <a:moveTo>
                    <a:pt x="635303" y="2094164"/>
                  </a:moveTo>
                  <a:lnTo>
                    <a:pt x="716480" y="2088761"/>
                  </a:lnTo>
                  <a:lnTo>
                    <a:pt x="637092" y="2045449"/>
                  </a:lnTo>
                  <a:close/>
                  <a:moveTo>
                    <a:pt x="58454" y="1490509"/>
                  </a:moveTo>
                  <a:lnTo>
                    <a:pt x="0" y="1446364"/>
                  </a:lnTo>
                  <a:lnTo>
                    <a:pt x="32594" y="1457275"/>
                  </a:lnTo>
                  <a:close/>
                  <a:moveTo>
                    <a:pt x="637092" y="2045449"/>
                  </a:moveTo>
                  <a:lnTo>
                    <a:pt x="760795" y="2052734"/>
                  </a:lnTo>
                  <a:lnTo>
                    <a:pt x="710666" y="1963617"/>
                  </a:lnTo>
                  <a:close/>
                  <a:moveTo>
                    <a:pt x="716072" y="2062084"/>
                  </a:moveTo>
                  <a:lnTo>
                    <a:pt x="760795" y="2052734"/>
                  </a:lnTo>
                  <a:lnTo>
                    <a:pt x="637092" y="2045449"/>
                  </a:lnTo>
                  <a:close/>
                  <a:moveTo>
                    <a:pt x="710666" y="1963617"/>
                  </a:moveTo>
                  <a:lnTo>
                    <a:pt x="648294" y="1983511"/>
                  </a:lnTo>
                  <a:lnTo>
                    <a:pt x="637092" y="2045449"/>
                  </a:lnTo>
                  <a:close/>
                  <a:moveTo>
                    <a:pt x="954631" y="2292477"/>
                  </a:moveTo>
                  <a:lnTo>
                    <a:pt x="964585" y="2308517"/>
                  </a:lnTo>
                  <a:lnTo>
                    <a:pt x="992824" y="2324294"/>
                  </a:lnTo>
                  <a:close/>
                  <a:moveTo>
                    <a:pt x="1080246" y="2372495"/>
                  </a:moveTo>
                  <a:lnTo>
                    <a:pt x="992824" y="2324294"/>
                  </a:lnTo>
                  <a:lnTo>
                    <a:pt x="964585" y="2308517"/>
                  </a:lnTo>
                  <a:close/>
                  <a:moveTo>
                    <a:pt x="1014609" y="2254041"/>
                  </a:moveTo>
                  <a:lnTo>
                    <a:pt x="954631" y="2292477"/>
                  </a:lnTo>
                  <a:lnTo>
                    <a:pt x="992824" y="2324294"/>
                  </a:lnTo>
                  <a:close/>
                  <a:moveTo>
                    <a:pt x="992824" y="2324294"/>
                  </a:moveTo>
                  <a:lnTo>
                    <a:pt x="1080246" y="2372495"/>
                  </a:lnTo>
                  <a:lnTo>
                    <a:pt x="1115077" y="2287520"/>
                  </a:lnTo>
                  <a:close/>
                  <a:moveTo>
                    <a:pt x="1034469" y="2264798"/>
                  </a:moveTo>
                  <a:lnTo>
                    <a:pt x="992824" y="2324294"/>
                  </a:lnTo>
                  <a:lnTo>
                    <a:pt x="1115077" y="2287520"/>
                  </a:lnTo>
                  <a:close/>
                  <a:moveTo>
                    <a:pt x="1126211" y="2237710"/>
                  </a:moveTo>
                  <a:lnTo>
                    <a:pt x="1193024" y="2243985"/>
                  </a:lnTo>
                  <a:lnTo>
                    <a:pt x="1137805" y="2157293"/>
                  </a:lnTo>
                  <a:close/>
                  <a:moveTo>
                    <a:pt x="1193024" y="2243985"/>
                  </a:moveTo>
                  <a:lnTo>
                    <a:pt x="1216842" y="2174141"/>
                  </a:lnTo>
                  <a:lnTo>
                    <a:pt x="1137805" y="2157293"/>
                  </a:lnTo>
                  <a:close/>
                  <a:moveTo>
                    <a:pt x="1008158" y="1972817"/>
                  </a:moveTo>
                  <a:lnTo>
                    <a:pt x="1046299" y="1968960"/>
                  </a:lnTo>
                  <a:lnTo>
                    <a:pt x="1010676" y="1960635"/>
                  </a:lnTo>
                  <a:close/>
                  <a:moveTo>
                    <a:pt x="996161" y="1968960"/>
                  </a:moveTo>
                  <a:lnTo>
                    <a:pt x="1008158" y="1972817"/>
                  </a:lnTo>
                  <a:lnTo>
                    <a:pt x="1010676" y="1960635"/>
                  </a:lnTo>
                  <a:close/>
                  <a:moveTo>
                    <a:pt x="756466" y="1655884"/>
                  </a:moveTo>
                  <a:lnTo>
                    <a:pt x="638706" y="1621076"/>
                  </a:lnTo>
                  <a:lnTo>
                    <a:pt x="694392" y="1678535"/>
                  </a:lnTo>
                  <a:close/>
                  <a:moveTo>
                    <a:pt x="637747" y="1591717"/>
                  </a:moveTo>
                  <a:lnTo>
                    <a:pt x="738435" y="1570451"/>
                  </a:lnTo>
                  <a:lnTo>
                    <a:pt x="727040" y="1479623"/>
                  </a:lnTo>
                  <a:close/>
                  <a:moveTo>
                    <a:pt x="637747" y="1591717"/>
                  </a:moveTo>
                  <a:lnTo>
                    <a:pt x="727040" y="1479623"/>
                  </a:lnTo>
                  <a:lnTo>
                    <a:pt x="634884" y="1493952"/>
                  </a:lnTo>
                  <a:close/>
                  <a:moveTo>
                    <a:pt x="304801" y="1208637"/>
                  </a:moveTo>
                  <a:lnTo>
                    <a:pt x="379563" y="1267460"/>
                  </a:lnTo>
                  <a:lnTo>
                    <a:pt x="353666" y="1176130"/>
                  </a:lnTo>
                  <a:close/>
                  <a:moveTo>
                    <a:pt x="353666" y="1176130"/>
                  </a:moveTo>
                  <a:lnTo>
                    <a:pt x="379563" y="1267460"/>
                  </a:lnTo>
                  <a:lnTo>
                    <a:pt x="420320" y="1146835"/>
                  </a:lnTo>
                  <a:close/>
                  <a:moveTo>
                    <a:pt x="420320" y="1146835"/>
                  </a:moveTo>
                  <a:lnTo>
                    <a:pt x="332851" y="1103030"/>
                  </a:lnTo>
                  <a:lnTo>
                    <a:pt x="336780" y="1112997"/>
                  </a:lnTo>
                  <a:close/>
                  <a:moveTo>
                    <a:pt x="1228121" y="2115359"/>
                  </a:moveTo>
                  <a:lnTo>
                    <a:pt x="1216842" y="2174141"/>
                  </a:lnTo>
                  <a:lnTo>
                    <a:pt x="1268863" y="2133390"/>
                  </a:lnTo>
                  <a:close/>
                  <a:moveTo>
                    <a:pt x="1228121" y="2115359"/>
                  </a:moveTo>
                  <a:lnTo>
                    <a:pt x="1268863" y="2133390"/>
                  </a:lnTo>
                  <a:lnTo>
                    <a:pt x="1277425" y="2035775"/>
                  </a:lnTo>
                  <a:close/>
                  <a:moveTo>
                    <a:pt x="1214933" y="2025988"/>
                  </a:moveTo>
                  <a:lnTo>
                    <a:pt x="1228121" y="2115359"/>
                  </a:lnTo>
                  <a:lnTo>
                    <a:pt x="1277425" y="2035775"/>
                  </a:lnTo>
                  <a:close/>
                  <a:moveTo>
                    <a:pt x="1214933" y="2025988"/>
                  </a:moveTo>
                  <a:lnTo>
                    <a:pt x="1277425" y="2035775"/>
                  </a:lnTo>
                  <a:lnTo>
                    <a:pt x="1215875" y="1955324"/>
                  </a:lnTo>
                  <a:close/>
                  <a:moveTo>
                    <a:pt x="1277425" y="2035775"/>
                  </a:moveTo>
                  <a:lnTo>
                    <a:pt x="1286718" y="1941534"/>
                  </a:lnTo>
                  <a:lnTo>
                    <a:pt x="1215875" y="1955324"/>
                  </a:lnTo>
                  <a:close/>
                  <a:moveTo>
                    <a:pt x="1106241" y="1824079"/>
                  </a:moveTo>
                  <a:lnTo>
                    <a:pt x="1059252" y="1791685"/>
                  </a:lnTo>
                  <a:lnTo>
                    <a:pt x="1062214" y="1766093"/>
                  </a:lnTo>
                  <a:close/>
                  <a:moveTo>
                    <a:pt x="527405" y="1190587"/>
                  </a:moveTo>
                  <a:lnTo>
                    <a:pt x="420364" y="1146800"/>
                  </a:lnTo>
                  <a:lnTo>
                    <a:pt x="420370" y="1146809"/>
                  </a:lnTo>
                  <a:close/>
                  <a:moveTo>
                    <a:pt x="353666" y="1176130"/>
                  </a:moveTo>
                  <a:lnTo>
                    <a:pt x="420328" y="1146809"/>
                  </a:lnTo>
                  <a:lnTo>
                    <a:pt x="380420" y="1118682"/>
                  </a:lnTo>
                  <a:close/>
                  <a:moveTo>
                    <a:pt x="380420" y="1118682"/>
                  </a:moveTo>
                  <a:lnTo>
                    <a:pt x="420328" y="1146809"/>
                  </a:lnTo>
                  <a:lnTo>
                    <a:pt x="336780" y="1112997"/>
                  </a:lnTo>
                  <a:close/>
                  <a:moveTo>
                    <a:pt x="373782" y="972686"/>
                  </a:moveTo>
                  <a:lnTo>
                    <a:pt x="386258" y="974343"/>
                  </a:lnTo>
                  <a:lnTo>
                    <a:pt x="340616" y="950857"/>
                  </a:lnTo>
                  <a:close/>
                  <a:moveTo>
                    <a:pt x="1224418" y="1818092"/>
                  </a:moveTo>
                  <a:lnTo>
                    <a:pt x="1128871" y="1835178"/>
                  </a:lnTo>
                  <a:lnTo>
                    <a:pt x="1219315" y="1922334"/>
                  </a:lnTo>
                  <a:close/>
                  <a:moveTo>
                    <a:pt x="1288108" y="1926998"/>
                  </a:moveTo>
                  <a:lnTo>
                    <a:pt x="1215875" y="1955324"/>
                  </a:lnTo>
                  <a:lnTo>
                    <a:pt x="1286718" y="1941534"/>
                  </a:lnTo>
                  <a:close/>
                  <a:moveTo>
                    <a:pt x="1288108" y="1926998"/>
                  </a:moveTo>
                  <a:lnTo>
                    <a:pt x="1219315" y="1922334"/>
                  </a:lnTo>
                  <a:lnTo>
                    <a:pt x="1215875" y="1955324"/>
                  </a:lnTo>
                  <a:close/>
                  <a:moveTo>
                    <a:pt x="1219315" y="1922334"/>
                  </a:moveTo>
                  <a:lnTo>
                    <a:pt x="1288108" y="1926998"/>
                  </a:lnTo>
                  <a:lnTo>
                    <a:pt x="1295489" y="1820905"/>
                  </a:lnTo>
                  <a:close/>
                  <a:moveTo>
                    <a:pt x="1219315" y="1922334"/>
                  </a:moveTo>
                  <a:lnTo>
                    <a:pt x="1295489" y="1820905"/>
                  </a:lnTo>
                  <a:lnTo>
                    <a:pt x="1224418" y="1818092"/>
                  </a:lnTo>
                  <a:close/>
                  <a:moveTo>
                    <a:pt x="1128871" y="1835178"/>
                  </a:moveTo>
                  <a:lnTo>
                    <a:pt x="1224418" y="1818092"/>
                  </a:lnTo>
                  <a:lnTo>
                    <a:pt x="1121682" y="1766093"/>
                  </a:lnTo>
                  <a:close/>
                  <a:moveTo>
                    <a:pt x="1095689" y="1661971"/>
                  </a:moveTo>
                  <a:lnTo>
                    <a:pt x="1062963" y="1728076"/>
                  </a:lnTo>
                  <a:lnTo>
                    <a:pt x="1081879" y="1732990"/>
                  </a:lnTo>
                  <a:close/>
                  <a:moveTo>
                    <a:pt x="1012960" y="1668636"/>
                  </a:moveTo>
                  <a:lnTo>
                    <a:pt x="1050202" y="1598858"/>
                  </a:lnTo>
                  <a:lnTo>
                    <a:pt x="999262" y="1579679"/>
                  </a:lnTo>
                  <a:close/>
                  <a:moveTo>
                    <a:pt x="1095689" y="1661971"/>
                  </a:moveTo>
                  <a:lnTo>
                    <a:pt x="1103469" y="1683877"/>
                  </a:lnTo>
                  <a:lnTo>
                    <a:pt x="1050202" y="1598858"/>
                  </a:lnTo>
                  <a:close/>
                  <a:moveTo>
                    <a:pt x="938486" y="1568497"/>
                  </a:moveTo>
                  <a:lnTo>
                    <a:pt x="953749" y="1516589"/>
                  </a:lnTo>
                  <a:lnTo>
                    <a:pt x="909341" y="1492100"/>
                  </a:lnTo>
                  <a:close/>
                  <a:moveTo>
                    <a:pt x="836070" y="951114"/>
                  </a:moveTo>
                  <a:lnTo>
                    <a:pt x="829309" y="949284"/>
                  </a:lnTo>
                  <a:lnTo>
                    <a:pt x="832530" y="1031499"/>
                  </a:lnTo>
                  <a:close/>
                  <a:moveTo>
                    <a:pt x="829309" y="949284"/>
                  </a:moveTo>
                  <a:lnTo>
                    <a:pt x="809080" y="912465"/>
                  </a:lnTo>
                  <a:lnTo>
                    <a:pt x="872918" y="993062"/>
                  </a:lnTo>
                  <a:close/>
                  <a:moveTo>
                    <a:pt x="888223" y="910847"/>
                  </a:moveTo>
                  <a:lnTo>
                    <a:pt x="926535" y="1000441"/>
                  </a:lnTo>
                  <a:lnTo>
                    <a:pt x="978860" y="980871"/>
                  </a:lnTo>
                  <a:close/>
                  <a:moveTo>
                    <a:pt x="1598003" y="1732998"/>
                  </a:moveTo>
                  <a:lnTo>
                    <a:pt x="1600887" y="1754398"/>
                  </a:lnTo>
                  <a:lnTo>
                    <a:pt x="1636815" y="1768909"/>
                  </a:lnTo>
                  <a:close/>
                  <a:moveTo>
                    <a:pt x="1692955" y="1776777"/>
                  </a:moveTo>
                  <a:lnTo>
                    <a:pt x="1636815" y="1768909"/>
                  </a:lnTo>
                  <a:lnTo>
                    <a:pt x="1692811" y="1779757"/>
                  </a:lnTo>
                  <a:close/>
                  <a:moveTo>
                    <a:pt x="1598003" y="1732998"/>
                  </a:moveTo>
                  <a:lnTo>
                    <a:pt x="1636815" y="1768909"/>
                  </a:lnTo>
                  <a:lnTo>
                    <a:pt x="1692955" y="1776777"/>
                  </a:lnTo>
                  <a:close/>
                  <a:moveTo>
                    <a:pt x="1990434" y="1824655"/>
                  </a:moveTo>
                  <a:lnTo>
                    <a:pt x="1971520" y="1835041"/>
                  </a:lnTo>
                  <a:lnTo>
                    <a:pt x="2033587" y="1922543"/>
                  </a:lnTo>
                  <a:close/>
                  <a:moveTo>
                    <a:pt x="2074030" y="1858548"/>
                  </a:moveTo>
                  <a:lnTo>
                    <a:pt x="1990434" y="1824655"/>
                  </a:lnTo>
                  <a:lnTo>
                    <a:pt x="2033587" y="1922543"/>
                  </a:lnTo>
                  <a:close/>
                  <a:moveTo>
                    <a:pt x="1971520" y="1835041"/>
                  </a:moveTo>
                  <a:lnTo>
                    <a:pt x="1981010" y="1820556"/>
                  </a:lnTo>
                  <a:lnTo>
                    <a:pt x="1940448" y="1852967"/>
                  </a:lnTo>
                  <a:close/>
                  <a:moveTo>
                    <a:pt x="1940448" y="1852967"/>
                  </a:moveTo>
                  <a:lnTo>
                    <a:pt x="1981010" y="1820556"/>
                  </a:lnTo>
                  <a:lnTo>
                    <a:pt x="1908401" y="1796605"/>
                  </a:lnTo>
                  <a:close/>
                  <a:moveTo>
                    <a:pt x="1557131" y="1329010"/>
                  </a:moveTo>
                  <a:lnTo>
                    <a:pt x="1597815" y="1407896"/>
                  </a:lnTo>
                  <a:lnTo>
                    <a:pt x="1602416" y="1409480"/>
                  </a:lnTo>
                  <a:close/>
                  <a:moveTo>
                    <a:pt x="1186100" y="833974"/>
                  </a:moveTo>
                  <a:lnTo>
                    <a:pt x="1172383" y="931903"/>
                  </a:lnTo>
                  <a:lnTo>
                    <a:pt x="1195956" y="840309"/>
                  </a:lnTo>
                  <a:close/>
                  <a:moveTo>
                    <a:pt x="1195956" y="840309"/>
                  </a:moveTo>
                  <a:lnTo>
                    <a:pt x="1172383" y="931903"/>
                  </a:lnTo>
                  <a:lnTo>
                    <a:pt x="1272468" y="838699"/>
                  </a:lnTo>
                  <a:close/>
                  <a:moveTo>
                    <a:pt x="1192768" y="792918"/>
                  </a:moveTo>
                  <a:lnTo>
                    <a:pt x="1195956" y="840309"/>
                  </a:lnTo>
                  <a:lnTo>
                    <a:pt x="1226264" y="751759"/>
                  </a:lnTo>
                  <a:close/>
                  <a:moveTo>
                    <a:pt x="1186100" y="833974"/>
                  </a:moveTo>
                  <a:lnTo>
                    <a:pt x="1195956" y="840309"/>
                  </a:lnTo>
                  <a:lnTo>
                    <a:pt x="1192768" y="792918"/>
                  </a:lnTo>
                  <a:close/>
                  <a:moveTo>
                    <a:pt x="1981010" y="1820556"/>
                  </a:moveTo>
                  <a:lnTo>
                    <a:pt x="1971520" y="1835041"/>
                  </a:lnTo>
                  <a:lnTo>
                    <a:pt x="1990434" y="1824655"/>
                  </a:lnTo>
                  <a:close/>
                  <a:moveTo>
                    <a:pt x="1981010" y="1820556"/>
                  </a:moveTo>
                  <a:lnTo>
                    <a:pt x="1990434" y="1824655"/>
                  </a:lnTo>
                  <a:lnTo>
                    <a:pt x="1992631" y="1817878"/>
                  </a:lnTo>
                  <a:close/>
                  <a:moveTo>
                    <a:pt x="1992631" y="1817878"/>
                  </a:moveTo>
                  <a:lnTo>
                    <a:pt x="1908401" y="1796605"/>
                  </a:lnTo>
                  <a:lnTo>
                    <a:pt x="1981010" y="1820556"/>
                  </a:lnTo>
                  <a:close/>
                  <a:moveTo>
                    <a:pt x="2091557" y="1798044"/>
                  </a:moveTo>
                  <a:lnTo>
                    <a:pt x="1990434" y="1824655"/>
                  </a:lnTo>
                  <a:lnTo>
                    <a:pt x="2074030" y="1858548"/>
                  </a:lnTo>
                  <a:close/>
                  <a:moveTo>
                    <a:pt x="2091557" y="1798044"/>
                  </a:moveTo>
                  <a:lnTo>
                    <a:pt x="1992631" y="1817878"/>
                  </a:lnTo>
                  <a:lnTo>
                    <a:pt x="1990434" y="1824655"/>
                  </a:lnTo>
                  <a:close/>
                  <a:moveTo>
                    <a:pt x="1783244" y="1607325"/>
                  </a:moveTo>
                  <a:lnTo>
                    <a:pt x="1822368" y="1634930"/>
                  </a:lnTo>
                  <a:lnTo>
                    <a:pt x="1856702" y="1603313"/>
                  </a:lnTo>
                  <a:close/>
                  <a:moveTo>
                    <a:pt x="1679810" y="1288828"/>
                  </a:moveTo>
                  <a:lnTo>
                    <a:pt x="1561841" y="1336848"/>
                  </a:lnTo>
                  <a:lnTo>
                    <a:pt x="1602416" y="1409480"/>
                  </a:lnTo>
                  <a:close/>
                  <a:moveTo>
                    <a:pt x="1750695" y="1270426"/>
                  </a:moveTo>
                  <a:lnTo>
                    <a:pt x="1699245" y="1293265"/>
                  </a:lnTo>
                  <a:lnTo>
                    <a:pt x="1718384" y="1206614"/>
                  </a:lnTo>
                  <a:close/>
                  <a:moveTo>
                    <a:pt x="1257194" y="713322"/>
                  </a:moveTo>
                  <a:lnTo>
                    <a:pt x="1265526" y="744250"/>
                  </a:lnTo>
                  <a:lnTo>
                    <a:pt x="1288871" y="795538"/>
                  </a:lnTo>
                  <a:close/>
                  <a:moveTo>
                    <a:pt x="1226264" y="751759"/>
                  </a:moveTo>
                  <a:lnTo>
                    <a:pt x="1199354" y="737455"/>
                  </a:lnTo>
                  <a:lnTo>
                    <a:pt x="1192768" y="792918"/>
                  </a:lnTo>
                  <a:close/>
                  <a:moveTo>
                    <a:pt x="1706929" y="1168177"/>
                  </a:moveTo>
                  <a:lnTo>
                    <a:pt x="1750695" y="1270426"/>
                  </a:lnTo>
                  <a:lnTo>
                    <a:pt x="1718384" y="1206614"/>
                  </a:lnTo>
                  <a:close/>
                  <a:moveTo>
                    <a:pt x="1669904" y="1097735"/>
                  </a:moveTo>
                  <a:lnTo>
                    <a:pt x="1729204" y="1190075"/>
                  </a:lnTo>
                  <a:lnTo>
                    <a:pt x="1745437" y="1096921"/>
                  </a:lnTo>
                  <a:close/>
                  <a:moveTo>
                    <a:pt x="1706929" y="1168177"/>
                  </a:moveTo>
                  <a:lnTo>
                    <a:pt x="1729204" y="1190075"/>
                  </a:lnTo>
                  <a:lnTo>
                    <a:pt x="1669904" y="1097735"/>
                  </a:lnTo>
                  <a:close/>
                  <a:moveTo>
                    <a:pt x="1601685" y="1055411"/>
                  </a:moveTo>
                  <a:lnTo>
                    <a:pt x="1578127" y="1124398"/>
                  </a:lnTo>
                  <a:lnTo>
                    <a:pt x="1616895" y="1040738"/>
                  </a:lnTo>
                  <a:close/>
                  <a:moveTo>
                    <a:pt x="2242922" y="1458601"/>
                  </a:moveTo>
                  <a:lnTo>
                    <a:pt x="2220091" y="1480385"/>
                  </a:lnTo>
                  <a:lnTo>
                    <a:pt x="2280410" y="1465418"/>
                  </a:lnTo>
                  <a:close/>
                  <a:moveTo>
                    <a:pt x="2280410" y="1465418"/>
                  </a:moveTo>
                  <a:lnTo>
                    <a:pt x="2220091" y="1480385"/>
                  </a:lnTo>
                  <a:lnTo>
                    <a:pt x="2208332" y="1563516"/>
                  </a:lnTo>
                  <a:close/>
                  <a:moveTo>
                    <a:pt x="2221570" y="1452662"/>
                  </a:moveTo>
                  <a:lnTo>
                    <a:pt x="2155042" y="1515833"/>
                  </a:lnTo>
                  <a:lnTo>
                    <a:pt x="2220091" y="1480385"/>
                  </a:lnTo>
                  <a:close/>
                  <a:moveTo>
                    <a:pt x="2124431" y="1370950"/>
                  </a:moveTo>
                  <a:lnTo>
                    <a:pt x="2201932" y="1412490"/>
                  </a:lnTo>
                  <a:lnTo>
                    <a:pt x="2151863" y="1376386"/>
                  </a:lnTo>
                  <a:close/>
                  <a:moveTo>
                    <a:pt x="2221570" y="1452662"/>
                  </a:moveTo>
                  <a:lnTo>
                    <a:pt x="2201932" y="1412490"/>
                  </a:lnTo>
                  <a:lnTo>
                    <a:pt x="2124431" y="1370950"/>
                  </a:lnTo>
                  <a:close/>
                  <a:moveTo>
                    <a:pt x="2221570" y="1452662"/>
                  </a:moveTo>
                  <a:lnTo>
                    <a:pt x="2220091" y="1480385"/>
                  </a:lnTo>
                  <a:lnTo>
                    <a:pt x="2242922" y="1458601"/>
                  </a:lnTo>
                  <a:close/>
                  <a:moveTo>
                    <a:pt x="2221570" y="1452662"/>
                  </a:moveTo>
                  <a:lnTo>
                    <a:pt x="2242922" y="1458601"/>
                  </a:lnTo>
                  <a:lnTo>
                    <a:pt x="2201932" y="1412490"/>
                  </a:lnTo>
                  <a:close/>
                  <a:moveTo>
                    <a:pt x="2124431" y="1370950"/>
                  </a:moveTo>
                  <a:lnTo>
                    <a:pt x="2151863" y="1376386"/>
                  </a:lnTo>
                  <a:lnTo>
                    <a:pt x="2112164" y="1355520"/>
                  </a:lnTo>
                  <a:close/>
                  <a:moveTo>
                    <a:pt x="1860764" y="863570"/>
                  </a:moveTo>
                  <a:lnTo>
                    <a:pt x="1931797" y="766321"/>
                  </a:lnTo>
                  <a:lnTo>
                    <a:pt x="1860683" y="763543"/>
                  </a:lnTo>
                  <a:close/>
                  <a:moveTo>
                    <a:pt x="1784003" y="765290"/>
                  </a:moveTo>
                  <a:lnTo>
                    <a:pt x="1860764" y="863570"/>
                  </a:lnTo>
                  <a:lnTo>
                    <a:pt x="1860683" y="763543"/>
                  </a:lnTo>
                  <a:close/>
                  <a:moveTo>
                    <a:pt x="1827177" y="690691"/>
                  </a:moveTo>
                  <a:lnTo>
                    <a:pt x="1770616" y="699301"/>
                  </a:lnTo>
                  <a:lnTo>
                    <a:pt x="1784003" y="765290"/>
                  </a:lnTo>
                  <a:close/>
                  <a:moveTo>
                    <a:pt x="1746508" y="762444"/>
                  </a:moveTo>
                  <a:lnTo>
                    <a:pt x="1784003" y="765290"/>
                  </a:lnTo>
                  <a:lnTo>
                    <a:pt x="1770616" y="699301"/>
                  </a:lnTo>
                  <a:close/>
                  <a:moveTo>
                    <a:pt x="1539324" y="391851"/>
                  </a:moveTo>
                  <a:lnTo>
                    <a:pt x="1585936" y="350922"/>
                  </a:lnTo>
                  <a:lnTo>
                    <a:pt x="1671508" y="395786"/>
                  </a:lnTo>
                  <a:close/>
                  <a:moveTo>
                    <a:pt x="1773434" y="373514"/>
                  </a:moveTo>
                  <a:lnTo>
                    <a:pt x="1811731" y="359162"/>
                  </a:lnTo>
                  <a:lnTo>
                    <a:pt x="1794330" y="274495"/>
                  </a:lnTo>
                  <a:close/>
                  <a:moveTo>
                    <a:pt x="2019102" y="210221"/>
                  </a:moveTo>
                  <a:lnTo>
                    <a:pt x="2010752" y="201670"/>
                  </a:lnTo>
                  <a:lnTo>
                    <a:pt x="2110718" y="279837"/>
                  </a:lnTo>
                  <a:close/>
                  <a:moveTo>
                    <a:pt x="2046109" y="133427"/>
                  </a:moveTo>
                  <a:lnTo>
                    <a:pt x="2024507" y="236058"/>
                  </a:lnTo>
                  <a:lnTo>
                    <a:pt x="2010752" y="201670"/>
                  </a:lnTo>
                  <a:close/>
                  <a:moveTo>
                    <a:pt x="2500497" y="367395"/>
                  </a:moveTo>
                  <a:lnTo>
                    <a:pt x="2441067" y="294384"/>
                  </a:lnTo>
                  <a:lnTo>
                    <a:pt x="2459027" y="309992"/>
                  </a:lnTo>
                  <a:close/>
                  <a:moveTo>
                    <a:pt x="2365757" y="295019"/>
                  </a:moveTo>
                  <a:lnTo>
                    <a:pt x="2441067" y="294384"/>
                  </a:lnTo>
                  <a:lnTo>
                    <a:pt x="2388270" y="237215"/>
                  </a:lnTo>
                  <a:close/>
                  <a:moveTo>
                    <a:pt x="2365757" y="295019"/>
                  </a:moveTo>
                  <a:lnTo>
                    <a:pt x="2388270" y="237215"/>
                  </a:lnTo>
                  <a:lnTo>
                    <a:pt x="2339932" y="215922"/>
                  </a:lnTo>
                  <a:close/>
                  <a:moveTo>
                    <a:pt x="2277393" y="206172"/>
                  </a:moveTo>
                  <a:lnTo>
                    <a:pt x="2339932" y="215922"/>
                  </a:lnTo>
                  <a:lnTo>
                    <a:pt x="2304232" y="144854"/>
                  </a:lnTo>
                  <a:close/>
                  <a:moveTo>
                    <a:pt x="2339932" y="215922"/>
                  </a:moveTo>
                  <a:lnTo>
                    <a:pt x="2388270" y="237215"/>
                  </a:lnTo>
                  <a:lnTo>
                    <a:pt x="2304232" y="144854"/>
                  </a:lnTo>
                  <a:close/>
                  <a:moveTo>
                    <a:pt x="2253137" y="125801"/>
                  </a:moveTo>
                  <a:lnTo>
                    <a:pt x="2304232" y="144854"/>
                  </a:lnTo>
                  <a:lnTo>
                    <a:pt x="2268001" y="74217"/>
                  </a:lnTo>
                  <a:close/>
                  <a:moveTo>
                    <a:pt x="2253137" y="125801"/>
                  </a:moveTo>
                  <a:lnTo>
                    <a:pt x="2268001" y="74217"/>
                  </a:lnTo>
                  <a:lnTo>
                    <a:pt x="2225913" y="47839"/>
                  </a:lnTo>
                  <a:close/>
                  <a:moveTo>
                    <a:pt x="2225913" y="47839"/>
                  </a:moveTo>
                  <a:lnTo>
                    <a:pt x="2262479" y="68992"/>
                  </a:lnTo>
                  <a:lnTo>
                    <a:pt x="2169496" y="0"/>
                  </a:lnTo>
                  <a:close/>
                  <a:moveTo>
                    <a:pt x="2225913" y="47839"/>
                  </a:moveTo>
                  <a:lnTo>
                    <a:pt x="2268001" y="74217"/>
                  </a:lnTo>
                  <a:lnTo>
                    <a:pt x="2262479" y="68992"/>
                  </a:lnTo>
                  <a:close/>
                </a:path>
              </a:pathLst>
            </a:custGeom>
            <a:solidFill>
              <a:srgbClr val="DCE1E6"/>
            </a:solidFill>
            <a:ln w="1524">
              <a:solidFill>
                <a:srgbClr val="DCE1E6"/>
              </a:solidFill>
            </a:ln>
          </p:spPr>
        </p:sp>
        <p:sp>
          <p:nvSpPr>
            <p:cNvPr id="2115" name="Candidate_density__2114">
              <a:extLst>
                <a:ext uri="{FF2B5EF4-FFF2-40B4-BE49-F238E27FC236}">
                  <a16:creationId xmlns:a16="http://schemas.microsoft.com/office/drawing/2014/main" id="{172497F2-39BE-B789-EDE4-60399C047214}"/>
                </a:ext>
              </a:extLst>
            </p:cNvPr>
            <p:cNvSpPr>
              <a:spLocks noGrp="1"/>
            </p:cNvSpPr>
            <p:nvPr/>
          </p:nvSpPr>
          <p:spPr>
            <a:xfrm>
              <a:off x="3470234" y="1566100"/>
              <a:ext cx="2807342" cy="2352692"/>
            </a:xfrm>
            <a:custGeom>
              <a:avLst/>
              <a:gdLst/>
              <a:ahLst/>
              <a:cxnLst/>
              <a:rect l="0" t="0" r="0" b="0"/>
              <a:pathLst>
                <a:path w="2807342" h="2352692">
                  <a:moveTo>
                    <a:pt x="664114" y="2226699"/>
                  </a:moveTo>
                  <a:lnTo>
                    <a:pt x="621890" y="2144483"/>
                  </a:lnTo>
                  <a:lnTo>
                    <a:pt x="627862" y="2167077"/>
                  </a:lnTo>
                  <a:close/>
                  <a:moveTo>
                    <a:pt x="636933" y="2074495"/>
                  </a:moveTo>
                  <a:lnTo>
                    <a:pt x="627862" y="2167077"/>
                  </a:lnTo>
                  <a:lnTo>
                    <a:pt x="621890" y="2144483"/>
                  </a:lnTo>
                  <a:close/>
                  <a:moveTo>
                    <a:pt x="3408" y="1486763"/>
                  </a:moveTo>
                  <a:lnTo>
                    <a:pt x="2490" y="1411111"/>
                  </a:lnTo>
                  <a:lnTo>
                    <a:pt x="12247" y="1503271"/>
                  </a:lnTo>
                  <a:close/>
                  <a:moveTo>
                    <a:pt x="3408" y="1486763"/>
                  </a:moveTo>
                  <a:lnTo>
                    <a:pt x="0" y="1404548"/>
                  </a:lnTo>
                  <a:lnTo>
                    <a:pt x="2490" y="1411111"/>
                  </a:lnTo>
                  <a:close/>
                  <a:moveTo>
                    <a:pt x="5224" y="1384586"/>
                  </a:moveTo>
                  <a:lnTo>
                    <a:pt x="2490" y="1411111"/>
                  </a:lnTo>
                  <a:lnTo>
                    <a:pt x="0" y="1404548"/>
                  </a:lnTo>
                  <a:close/>
                  <a:moveTo>
                    <a:pt x="1012327" y="2352692"/>
                  </a:moveTo>
                  <a:lnTo>
                    <a:pt x="1014774" y="2334578"/>
                  </a:lnTo>
                  <a:lnTo>
                    <a:pt x="1097232" y="2250439"/>
                  </a:lnTo>
                  <a:close/>
                  <a:moveTo>
                    <a:pt x="981794" y="2270477"/>
                  </a:moveTo>
                  <a:lnTo>
                    <a:pt x="1012327" y="2352692"/>
                  </a:lnTo>
                  <a:lnTo>
                    <a:pt x="1097232" y="2250439"/>
                  </a:lnTo>
                  <a:close/>
                  <a:moveTo>
                    <a:pt x="981794" y="2270477"/>
                  </a:moveTo>
                  <a:lnTo>
                    <a:pt x="1077650" y="2243960"/>
                  </a:lnTo>
                  <a:lnTo>
                    <a:pt x="983618" y="2159722"/>
                  </a:lnTo>
                  <a:close/>
                  <a:moveTo>
                    <a:pt x="981794" y="2270477"/>
                  </a:moveTo>
                  <a:lnTo>
                    <a:pt x="983618" y="2159722"/>
                  </a:lnTo>
                  <a:lnTo>
                    <a:pt x="966801" y="2256641"/>
                  </a:lnTo>
                  <a:close/>
                  <a:moveTo>
                    <a:pt x="1024420" y="2314256"/>
                  </a:moveTo>
                  <a:lnTo>
                    <a:pt x="1015539" y="2233862"/>
                  </a:lnTo>
                  <a:lnTo>
                    <a:pt x="1014774" y="2334578"/>
                  </a:lnTo>
                  <a:close/>
                  <a:moveTo>
                    <a:pt x="1135983" y="2232041"/>
                  </a:moveTo>
                  <a:lnTo>
                    <a:pt x="1116183" y="2212633"/>
                  </a:lnTo>
                  <a:lnTo>
                    <a:pt x="1109111" y="2118291"/>
                  </a:lnTo>
                  <a:close/>
                  <a:moveTo>
                    <a:pt x="1058982" y="2029174"/>
                  </a:moveTo>
                  <a:lnTo>
                    <a:pt x="1109111" y="2118291"/>
                  </a:lnTo>
                  <a:lnTo>
                    <a:pt x="1105453" y="2111389"/>
                  </a:lnTo>
                  <a:close/>
                  <a:moveTo>
                    <a:pt x="1058982" y="2029174"/>
                  </a:moveTo>
                  <a:lnTo>
                    <a:pt x="1086917" y="1996673"/>
                  </a:lnTo>
                  <a:lnTo>
                    <a:pt x="996609" y="2049068"/>
                  </a:lnTo>
                  <a:close/>
                  <a:moveTo>
                    <a:pt x="1105453" y="2111389"/>
                  </a:moveTo>
                  <a:lnTo>
                    <a:pt x="1081507" y="1990738"/>
                  </a:lnTo>
                  <a:lnTo>
                    <a:pt x="1058982" y="2029174"/>
                  </a:lnTo>
                  <a:close/>
                  <a:moveTo>
                    <a:pt x="631176" y="1263553"/>
                  </a:moveTo>
                  <a:lnTo>
                    <a:pt x="727878" y="1333017"/>
                  </a:lnTo>
                  <a:lnTo>
                    <a:pt x="653117" y="1274194"/>
                  </a:lnTo>
                  <a:close/>
                  <a:moveTo>
                    <a:pt x="1394614" y="2034517"/>
                  </a:moveTo>
                  <a:lnTo>
                    <a:pt x="1356473" y="2038374"/>
                  </a:lnTo>
                  <a:lnTo>
                    <a:pt x="1371802" y="2126004"/>
                  </a:lnTo>
                  <a:close/>
                  <a:moveTo>
                    <a:pt x="1086751" y="1636008"/>
                  </a:moveTo>
                  <a:lnTo>
                    <a:pt x="986062" y="1657274"/>
                  </a:lnTo>
                  <a:lnTo>
                    <a:pt x="1104781" y="1721441"/>
                  </a:lnTo>
                  <a:close/>
                  <a:moveTo>
                    <a:pt x="768636" y="1212392"/>
                  </a:moveTo>
                  <a:lnTo>
                    <a:pt x="727878" y="1333017"/>
                  </a:lnTo>
                  <a:lnTo>
                    <a:pt x="786289" y="1298134"/>
                  </a:lnTo>
                  <a:close/>
                  <a:moveTo>
                    <a:pt x="685096" y="1178554"/>
                  </a:moveTo>
                  <a:lnTo>
                    <a:pt x="681167" y="1168587"/>
                  </a:lnTo>
                  <a:lnTo>
                    <a:pt x="640308" y="1226306"/>
                  </a:lnTo>
                  <a:close/>
                  <a:moveTo>
                    <a:pt x="1576437" y="2180916"/>
                  </a:moveTo>
                  <a:lnTo>
                    <a:pt x="1486120" y="2222850"/>
                  </a:lnTo>
                  <a:lnTo>
                    <a:pt x="1565157" y="2239698"/>
                  </a:lnTo>
                  <a:close/>
                  <a:moveTo>
                    <a:pt x="1489899" y="2190677"/>
                  </a:moveTo>
                  <a:lnTo>
                    <a:pt x="1576437" y="2180916"/>
                  </a:lnTo>
                  <a:lnTo>
                    <a:pt x="1563248" y="2091545"/>
                  </a:lnTo>
                  <a:close/>
                  <a:moveTo>
                    <a:pt x="1564191" y="2020881"/>
                  </a:moveTo>
                  <a:lnTo>
                    <a:pt x="1518922" y="1996080"/>
                  </a:lnTo>
                  <a:lnTo>
                    <a:pt x="1563248" y="2091545"/>
                  </a:lnTo>
                  <a:close/>
                  <a:moveTo>
                    <a:pt x="1563248" y="2091545"/>
                  </a:moveTo>
                  <a:lnTo>
                    <a:pt x="1518922" y="1996080"/>
                  </a:lnTo>
                  <a:lnTo>
                    <a:pt x="1456501" y="2017644"/>
                  </a:lnTo>
                  <a:close/>
                  <a:moveTo>
                    <a:pt x="1394614" y="2034517"/>
                  </a:moveTo>
                  <a:lnTo>
                    <a:pt x="1456501" y="2017644"/>
                  </a:lnTo>
                  <a:lnTo>
                    <a:pt x="1358991" y="2026192"/>
                  </a:lnTo>
                  <a:close/>
                  <a:moveTo>
                    <a:pt x="1358991" y="2026192"/>
                  </a:moveTo>
                  <a:lnTo>
                    <a:pt x="1456501" y="2017644"/>
                  </a:lnTo>
                  <a:lnTo>
                    <a:pt x="1467769" y="1939036"/>
                  </a:lnTo>
                  <a:close/>
                  <a:moveTo>
                    <a:pt x="826967" y="1215128"/>
                  </a:moveTo>
                  <a:lnTo>
                    <a:pt x="768679" y="1212357"/>
                  </a:lnTo>
                  <a:lnTo>
                    <a:pt x="875721" y="1256144"/>
                  </a:lnTo>
                  <a:close/>
                  <a:moveTo>
                    <a:pt x="1518922" y="1996080"/>
                  </a:moveTo>
                  <a:lnTo>
                    <a:pt x="1564191" y="2020881"/>
                  </a:lnTo>
                  <a:lnTo>
                    <a:pt x="1567630" y="1987891"/>
                  </a:lnTo>
                  <a:close/>
                  <a:moveTo>
                    <a:pt x="1567630" y="1987891"/>
                  </a:moveTo>
                  <a:lnTo>
                    <a:pt x="1467769" y="1939036"/>
                  </a:lnTo>
                  <a:lnTo>
                    <a:pt x="1518922" y="1996080"/>
                  </a:lnTo>
                  <a:close/>
                  <a:moveTo>
                    <a:pt x="1477186" y="1900735"/>
                  </a:moveTo>
                  <a:lnTo>
                    <a:pt x="1467769" y="1939036"/>
                  </a:lnTo>
                  <a:lnTo>
                    <a:pt x="1567630" y="1987891"/>
                  </a:lnTo>
                  <a:close/>
                  <a:moveTo>
                    <a:pt x="1469997" y="1831650"/>
                  </a:moveTo>
                  <a:lnTo>
                    <a:pt x="1454557" y="1889636"/>
                  </a:lnTo>
                  <a:lnTo>
                    <a:pt x="1477186" y="1900735"/>
                  </a:lnTo>
                  <a:close/>
                  <a:moveTo>
                    <a:pt x="1361275" y="1734193"/>
                  </a:moveTo>
                  <a:lnTo>
                    <a:pt x="1444004" y="1727528"/>
                  </a:lnTo>
                  <a:lnTo>
                    <a:pt x="1398517" y="1664416"/>
                  </a:lnTo>
                  <a:close/>
                  <a:moveTo>
                    <a:pt x="694922" y="811360"/>
                  </a:moveTo>
                  <a:lnTo>
                    <a:pt x="633968" y="772194"/>
                  </a:lnTo>
                  <a:lnTo>
                    <a:pt x="572500" y="750202"/>
                  </a:lnTo>
                  <a:close/>
                  <a:moveTo>
                    <a:pt x="694922" y="811360"/>
                  </a:moveTo>
                  <a:lnTo>
                    <a:pt x="716105" y="800633"/>
                  </a:lnTo>
                  <a:lnTo>
                    <a:pt x="633968" y="772194"/>
                  </a:lnTo>
                  <a:close/>
                  <a:moveTo>
                    <a:pt x="572500" y="750202"/>
                  </a:moveTo>
                  <a:lnTo>
                    <a:pt x="608499" y="762853"/>
                  </a:lnTo>
                  <a:lnTo>
                    <a:pt x="549662" y="735647"/>
                  </a:lnTo>
                  <a:close/>
                  <a:moveTo>
                    <a:pt x="1184386" y="1016672"/>
                  </a:moveTo>
                  <a:lnTo>
                    <a:pt x="1094060" y="947366"/>
                  </a:lnTo>
                  <a:lnTo>
                    <a:pt x="1177625" y="1014841"/>
                  </a:lnTo>
                  <a:close/>
                  <a:moveTo>
                    <a:pt x="981511" y="860237"/>
                  </a:moveTo>
                  <a:lnTo>
                    <a:pt x="1000778" y="877263"/>
                  </a:lnTo>
                  <a:lnTo>
                    <a:pt x="1074463" y="932626"/>
                  </a:lnTo>
                  <a:close/>
                  <a:moveTo>
                    <a:pt x="1157395" y="978022"/>
                  </a:moveTo>
                  <a:lnTo>
                    <a:pt x="1177625" y="1014841"/>
                  </a:lnTo>
                  <a:lnTo>
                    <a:pt x="1094060" y="947366"/>
                  </a:lnTo>
                  <a:close/>
                  <a:moveTo>
                    <a:pt x="1050141" y="904534"/>
                  </a:moveTo>
                  <a:lnTo>
                    <a:pt x="1157395" y="978022"/>
                  </a:lnTo>
                  <a:lnTo>
                    <a:pt x="1074463" y="932626"/>
                  </a:lnTo>
                  <a:close/>
                  <a:moveTo>
                    <a:pt x="1074463" y="932626"/>
                  </a:moveTo>
                  <a:lnTo>
                    <a:pt x="1157395" y="978022"/>
                  </a:lnTo>
                  <a:lnTo>
                    <a:pt x="1094060" y="947366"/>
                  </a:lnTo>
                  <a:close/>
                  <a:moveTo>
                    <a:pt x="1236538" y="976404"/>
                  </a:moveTo>
                  <a:lnTo>
                    <a:pt x="1190415" y="1014841"/>
                  </a:lnTo>
                  <a:lnTo>
                    <a:pt x="1274851" y="1065998"/>
                  </a:lnTo>
                  <a:close/>
                  <a:moveTo>
                    <a:pt x="1050141" y="904534"/>
                  </a:moveTo>
                  <a:lnTo>
                    <a:pt x="1074463" y="932626"/>
                  </a:lnTo>
                  <a:lnTo>
                    <a:pt x="1000778" y="877263"/>
                  </a:lnTo>
                  <a:close/>
                  <a:moveTo>
                    <a:pt x="1972396" y="1760119"/>
                  </a:moveTo>
                  <a:lnTo>
                    <a:pt x="1946318" y="1798555"/>
                  </a:lnTo>
                  <a:lnTo>
                    <a:pt x="2041270" y="1842334"/>
                  </a:lnTo>
                  <a:close/>
                  <a:moveTo>
                    <a:pt x="1936088" y="1716340"/>
                  </a:moveTo>
                  <a:lnTo>
                    <a:pt x="1946318" y="1798555"/>
                  </a:lnTo>
                  <a:lnTo>
                    <a:pt x="1972396" y="1760119"/>
                  </a:lnTo>
                  <a:close/>
                  <a:moveTo>
                    <a:pt x="1236538" y="976404"/>
                  </a:moveTo>
                  <a:lnTo>
                    <a:pt x="1327175" y="1046428"/>
                  </a:lnTo>
                  <a:lnTo>
                    <a:pt x="1289360" y="937968"/>
                  </a:lnTo>
                  <a:close/>
                  <a:moveTo>
                    <a:pt x="2020718" y="1557252"/>
                  </a:moveTo>
                  <a:lnTo>
                    <a:pt x="1974274" y="1578675"/>
                  </a:lnTo>
                  <a:lnTo>
                    <a:pt x="2013285" y="1567673"/>
                  </a:lnTo>
                  <a:close/>
                  <a:moveTo>
                    <a:pt x="1925285" y="1513473"/>
                  </a:moveTo>
                  <a:lnTo>
                    <a:pt x="1974274" y="1578675"/>
                  </a:lnTo>
                  <a:lnTo>
                    <a:pt x="2020718" y="1557252"/>
                  </a:lnTo>
                  <a:close/>
                  <a:moveTo>
                    <a:pt x="1950731" y="1475037"/>
                  </a:moveTo>
                  <a:lnTo>
                    <a:pt x="1925285" y="1513473"/>
                  </a:lnTo>
                  <a:lnTo>
                    <a:pt x="2020718" y="1557252"/>
                  </a:lnTo>
                  <a:close/>
                  <a:moveTo>
                    <a:pt x="1950731" y="1475037"/>
                  </a:moveTo>
                  <a:lnTo>
                    <a:pt x="1946131" y="1473454"/>
                  </a:lnTo>
                  <a:lnTo>
                    <a:pt x="1925285" y="1513473"/>
                  </a:lnTo>
                  <a:close/>
                  <a:moveTo>
                    <a:pt x="1717700" y="1184614"/>
                  </a:moveTo>
                  <a:lnTo>
                    <a:pt x="1770100" y="1228392"/>
                  </a:lnTo>
                  <a:lnTo>
                    <a:pt x="1710149" y="1146177"/>
                  </a:lnTo>
                  <a:close/>
                  <a:moveTo>
                    <a:pt x="1332875" y="652886"/>
                  </a:moveTo>
                  <a:lnTo>
                    <a:pt x="1304063" y="744812"/>
                  </a:lnTo>
                  <a:lnTo>
                    <a:pt x="1338321" y="657698"/>
                  </a:lnTo>
                  <a:close/>
                  <a:moveTo>
                    <a:pt x="1332875" y="652886"/>
                  </a:moveTo>
                  <a:lnTo>
                    <a:pt x="1229534" y="691323"/>
                  </a:lnTo>
                  <a:lnTo>
                    <a:pt x="1304063" y="744812"/>
                  </a:lnTo>
                  <a:close/>
                  <a:moveTo>
                    <a:pt x="2352232" y="1774168"/>
                  </a:moveTo>
                  <a:lnTo>
                    <a:pt x="2276454" y="1775182"/>
                  </a:lnTo>
                  <a:lnTo>
                    <a:pt x="2340946" y="1883435"/>
                  </a:lnTo>
                  <a:close/>
                  <a:moveTo>
                    <a:pt x="2340946" y="1883435"/>
                  </a:moveTo>
                  <a:lnTo>
                    <a:pt x="2439873" y="1863602"/>
                  </a:lnTo>
                  <a:lnTo>
                    <a:pt x="2427221" y="1773795"/>
                  </a:lnTo>
                  <a:close/>
                  <a:moveTo>
                    <a:pt x="2340946" y="1883435"/>
                  </a:moveTo>
                  <a:lnTo>
                    <a:pt x="2427221" y="1773795"/>
                  </a:lnTo>
                  <a:lnTo>
                    <a:pt x="2352232" y="1774168"/>
                  </a:lnTo>
                  <a:close/>
                  <a:moveTo>
                    <a:pt x="2515400" y="1862791"/>
                  </a:moveTo>
                  <a:lnTo>
                    <a:pt x="2439873" y="1863602"/>
                  </a:lnTo>
                  <a:lnTo>
                    <a:pt x="2422345" y="1924105"/>
                  </a:lnTo>
                  <a:close/>
                  <a:moveTo>
                    <a:pt x="2439873" y="1863602"/>
                  </a:moveTo>
                  <a:lnTo>
                    <a:pt x="2515400" y="1862791"/>
                  </a:lnTo>
                  <a:lnTo>
                    <a:pt x="2507872" y="1768820"/>
                  </a:lnTo>
                  <a:close/>
                  <a:moveTo>
                    <a:pt x="2439873" y="1863602"/>
                  </a:moveTo>
                  <a:lnTo>
                    <a:pt x="2507872" y="1768820"/>
                  </a:lnTo>
                  <a:lnTo>
                    <a:pt x="2427221" y="1773795"/>
                  </a:lnTo>
                  <a:close/>
                  <a:moveTo>
                    <a:pt x="2276454" y="1775182"/>
                  </a:moveTo>
                  <a:lnTo>
                    <a:pt x="2352232" y="1774168"/>
                  </a:lnTo>
                  <a:lnTo>
                    <a:pt x="2336863" y="1686570"/>
                  </a:lnTo>
                  <a:close/>
                  <a:moveTo>
                    <a:pt x="2352232" y="1774168"/>
                  </a:moveTo>
                  <a:lnTo>
                    <a:pt x="2427221" y="1773795"/>
                  </a:lnTo>
                  <a:lnTo>
                    <a:pt x="2406589" y="1690476"/>
                  </a:lnTo>
                  <a:close/>
                  <a:moveTo>
                    <a:pt x="2352232" y="1774168"/>
                  </a:moveTo>
                  <a:lnTo>
                    <a:pt x="2406589" y="1690476"/>
                  </a:lnTo>
                  <a:lnTo>
                    <a:pt x="2336863" y="1686570"/>
                  </a:lnTo>
                  <a:close/>
                  <a:moveTo>
                    <a:pt x="2170683" y="1700488"/>
                  </a:moveTo>
                  <a:lnTo>
                    <a:pt x="2261678" y="1687102"/>
                  </a:lnTo>
                  <a:lnTo>
                    <a:pt x="2205018" y="1668870"/>
                  </a:lnTo>
                  <a:close/>
                  <a:moveTo>
                    <a:pt x="2261678" y="1687102"/>
                  </a:moveTo>
                  <a:lnTo>
                    <a:pt x="2336863" y="1686570"/>
                  </a:lnTo>
                  <a:lnTo>
                    <a:pt x="2285018" y="1689320"/>
                  </a:lnTo>
                  <a:close/>
                  <a:moveTo>
                    <a:pt x="1748041" y="1107740"/>
                  </a:moveTo>
                  <a:lnTo>
                    <a:pt x="1745373" y="1064968"/>
                  </a:lnTo>
                  <a:lnTo>
                    <a:pt x="1710149" y="1146177"/>
                  </a:lnTo>
                  <a:close/>
                  <a:moveTo>
                    <a:pt x="1534856" y="861095"/>
                  </a:moveTo>
                  <a:lnTo>
                    <a:pt x="1541083" y="858475"/>
                  </a:lnTo>
                  <a:lnTo>
                    <a:pt x="1457320" y="815872"/>
                  </a:lnTo>
                  <a:close/>
                  <a:moveTo>
                    <a:pt x="1534415" y="899532"/>
                  </a:moveTo>
                  <a:lnTo>
                    <a:pt x="1541083" y="858475"/>
                  </a:lnTo>
                  <a:lnTo>
                    <a:pt x="1534856" y="861095"/>
                  </a:lnTo>
                  <a:close/>
                  <a:moveTo>
                    <a:pt x="1605509" y="778880"/>
                  </a:moveTo>
                  <a:lnTo>
                    <a:pt x="1577042" y="696665"/>
                  </a:lnTo>
                  <a:lnTo>
                    <a:pt x="1597975" y="792527"/>
                  </a:lnTo>
                  <a:close/>
                  <a:moveTo>
                    <a:pt x="2312028" y="1359902"/>
                  </a:moveTo>
                  <a:lnTo>
                    <a:pt x="2255807" y="1315949"/>
                  </a:lnTo>
                  <a:lnTo>
                    <a:pt x="2291610" y="1423083"/>
                  </a:lnTo>
                  <a:close/>
                  <a:moveTo>
                    <a:pt x="2291610" y="1423083"/>
                  </a:moveTo>
                  <a:lnTo>
                    <a:pt x="2255807" y="1315949"/>
                  </a:lnTo>
                  <a:lnTo>
                    <a:pt x="2212027" y="1327099"/>
                  </a:lnTo>
                  <a:close/>
                  <a:moveTo>
                    <a:pt x="2291610" y="1423083"/>
                  </a:moveTo>
                  <a:lnTo>
                    <a:pt x="2212027" y="1327099"/>
                  </a:lnTo>
                  <a:lnTo>
                    <a:pt x="2225544" y="1416202"/>
                  </a:lnTo>
                  <a:close/>
                  <a:moveTo>
                    <a:pt x="2029873" y="1354003"/>
                  </a:moveTo>
                  <a:lnTo>
                    <a:pt x="2099011" y="1335983"/>
                  </a:lnTo>
                  <a:lnTo>
                    <a:pt x="2055245" y="1233734"/>
                  </a:lnTo>
                  <a:close/>
                  <a:moveTo>
                    <a:pt x="1904282" y="1165241"/>
                  </a:moveTo>
                  <a:lnTo>
                    <a:pt x="1926442" y="1189956"/>
                  </a:lnTo>
                  <a:lnTo>
                    <a:pt x="1950000" y="1120968"/>
                  </a:lnTo>
                  <a:close/>
                  <a:moveTo>
                    <a:pt x="2550247" y="1478047"/>
                  </a:moveTo>
                  <a:lnTo>
                    <a:pt x="2591238" y="1524158"/>
                  </a:lnTo>
                  <a:lnTo>
                    <a:pt x="2529351" y="1451081"/>
                  </a:lnTo>
                  <a:close/>
                  <a:moveTo>
                    <a:pt x="2529351" y="1451081"/>
                  </a:moveTo>
                  <a:lnTo>
                    <a:pt x="2591238" y="1524158"/>
                  </a:lnTo>
                  <a:lnTo>
                    <a:pt x="2628725" y="1530975"/>
                  </a:lnTo>
                  <a:close/>
                  <a:moveTo>
                    <a:pt x="2550247" y="1478047"/>
                  </a:moveTo>
                  <a:lnTo>
                    <a:pt x="2529351" y="1451081"/>
                  </a:lnTo>
                  <a:lnTo>
                    <a:pt x="2500179" y="1441943"/>
                  </a:lnTo>
                  <a:close/>
                  <a:moveTo>
                    <a:pt x="1607035" y="493798"/>
                  </a:moveTo>
                  <a:lnTo>
                    <a:pt x="1687916" y="483193"/>
                  </a:lnTo>
                  <a:lnTo>
                    <a:pt x="1645914" y="483456"/>
                  </a:lnTo>
                  <a:close/>
                  <a:moveTo>
                    <a:pt x="2300722" y="828001"/>
                  </a:moveTo>
                  <a:lnTo>
                    <a:pt x="2325766" y="894854"/>
                  </a:lnTo>
                  <a:lnTo>
                    <a:pt x="2421292" y="844157"/>
                  </a:lnTo>
                  <a:close/>
                  <a:moveTo>
                    <a:pt x="2019823" y="461343"/>
                  </a:moveTo>
                  <a:lnTo>
                    <a:pt x="2020032" y="458545"/>
                  </a:lnTo>
                  <a:lnTo>
                    <a:pt x="1932467" y="378489"/>
                  </a:lnTo>
                  <a:close/>
                  <a:moveTo>
                    <a:pt x="1932467" y="378489"/>
                  </a:moveTo>
                  <a:lnTo>
                    <a:pt x="1879526" y="416925"/>
                  </a:lnTo>
                  <a:lnTo>
                    <a:pt x="2019823" y="461343"/>
                  </a:lnTo>
                  <a:close/>
                  <a:moveTo>
                    <a:pt x="2020032" y="458545"/>
                  </a:moveTo>
                  <a:lnTo>
                    <a:pt x="2121750" y="439071"/>
                  </a:lnTo>
                  <a:lnTo>
                    <a:pt x="2131443" y="381229"/>
                  </a:lnTo>
                  <a:close/>
                  <a:moveTo>
                    <a:pt x="2550550" y="668913"/>
                  </a:moveTo>
                  <a:lnTo>
                    <a:pt x="2594276" y="712691"/>
                  </a:lnTo>
                  <a:lnTo>
                    <a:pt x="2598590" y="630476"/>
                  </a:lnTo>
                  <a:close/>
                  <a:moveTo>
                    <a:pt x="2459034" y="345394"/>
                  </a:moveTo>
                  <a:lnTo>
                    <a:pt x="2359068" y="267227"/>
                  </a:lnTo>
                  <a:lnTo>
                    <a:pt x="2372823" y="301615"/>
                  </a:lnTo>
                  <a:close/>
                  <a:moveTo>
                    <a:pt x="2438160" y="46415"/>
                  </a:moveTo>
                  <a:lnTo>
                    <a:pt x="2489937" y="60313"/>
                  </a:lnTo>
                  <a:lnTo>
                    <a:pt x="2392947" y="0"/>
                  </a:lnTo>
                  <a:close/>
                  <a:moveTo>
                    <a:pt x="2789383" y="359941"/>
                  </a:moveTo>
                  <a:lnTo>
                    <a:pt x="2714073" y="360576"/>
                  </a:lnTo>
                  <a:lnTo>
                    <a:pt x="2807342" y="375549"/>
                  </a:lnTo>
                  <a:close/>
                  <a:moveTo>
                    <a:pt x="2448602" y="54845"/>
                  </a:moveTo>
                  <a:lnTo>
                    <a:pt x="2517811" y="65557"/>
                  </a:lnTo>
                  <a:lnTo>
                    <a:pt x="2489937" y="60313"/>
                  </a:lnTo>
                  <a:close/>
                  <a:moveTo>
                    <a:pt x="2574229" y="113397"/>
                  </a:moveTo>
                  <a:lnTo>
                    <a:pt x="2517811" y="65557"/>
                  </a:lnTo>
                  <a:lnTo>
                    <a:pt x="2448602" y="54845"/>
                  </a:lnTo>
                  <a:close/>
                  <a:moveTo>
                    <a:pt x="2498429" y="114429"/>
                  </a:moveTo>
                  <a:lnTo>
                    <a:pt x="2574229" y="113397"/>
                  </a:lnTo>
                  <a:lnTo>
                    <a:pt x="2448602" y="54845"/>
                  </a:lnTo>
                  <a:close/>
                  <a:moveTo>
                    <a:pt x="2378350" y="51368"/>
                  </a:moveTo>
                  <a:lnTo>
                    <a:pt x="2438160" y="46415"/>
                  </a:lnTo>
                  <a:lnTo>
                    <a:pt x="2361042" y="36739"/>
                  </a:lnTo>
                  <a:close/>
                  <a:moveTo>
                    <a:pt x="2378350" y="51368"/>
                  </a:moveTo>
                  <a:lnTo>
                    <a:pt x="2448602" y="54845"/>
                  </a:lnTo>
                  <a:lnTo>
                    <a:pt x="2438160" y="46415"/>
                  </a:lnTo>
                  <a:close/>
                  <a:moveTo>
                    <a:pt x="2448602" y="54845"/>
                  </a:moveTo>
                  <a:lnTo>
                    <a:pt x="2489937" y="60313"/>
                  </a:lnTo>
                  <a:lnTo>
                    <a:pt x="2438160" y="46415"/>
                  </a:lnTo>
                  <a:close/>
                </a:path>
              </a:pathLst>
            </a:custGeom>
            <a:solidFill>
              <a:srgbClr val="E0E5E9"/>
            </a:solidFill>
            <a:ln w="1524">
              <a:solidFill>
                <a:srgbClr val="E0E5E9"/>
              </a:solidFill>
            </a:ln>
          </p:spPr>
        </p:sp>
        <p:sp>
          <p:nvSpPr>
            <p:cNvPr id="2116" name="Candidate_density__2115">
              <a:extLst>
                <a:ext uri="{FF2B5EF4-FFF2-40B4-BE49-F238E27FC236}">
                  <a16:creationId xmlns:a16="http://schemas.microsoft.com/office/drawing/2014/main" id="{A9C081CA-D674-AC4E-48B0-6E676C76AB56}"/>
                </a:ext>
              </a:extLst>
            </p:cNvPr>
            <p:cNvSpPr>
              <a:spLocks noGrp="1"/>
            </p:cNvSpPr>
            <p:nvPr/>
          </p:nvSpPr>
          <p:spPr>
            <a:xfrm>
              <a:off x="3470234" y="1566100"/>
              <a:ext cx="2438160" cy="2270477"/>
            </a:xfrm>
            <a:custGeom>
              <a:avLst/>
              <a:gdLst/>
              <a:ahLst/>
              <a:cxnLst/>
              <a:rect l="0" t="0" r="0" b="0"/>
              <a:pathLst>
                <a:path w="2438160" h="2270477">
                  <a:moveTo>
                    <a:pt x="621890" y="2144483"/>
                  </a:moveTo>
                  <a:lnTo>
                    <a:pt x="663815" y="2037756"/>
                  </a:lnTo>
                  <a:lnTo>
                    <a:pt x="636933" y="2074495"/>
                  </a:lnTo>
                  <a:close/>
                  <a:moveTo>
                    <a:pt x="676398" y="2023832"/>
                  </a:moveTo>
                  <a:lnTo>
                    <a:pt x="663815" y="2037756"/>
                  </a:lnTo>
                  <a:lnTo>
                    <a:pt x="621890" y="2144483"/>
                  </a:lnTo>
                  <a:close/>
                  <a:moveTo>
                    <a:pt x="678922" y="2016281"/>
                  </a:moveTo>
                  <a:lnTo>
                    <a:pt x="658967" y="2062268"/>
                  </a:lnTo>
                  <a:lnTo>
                    <a:pt x="663815" y="2037756"/>
                  </a:lnTo>
                  <a:close/>
                  <a:moveTo>
                    <a:pt x="46258" y="1322802"/>
                  </a:moveTo>
                  <a:lnTo>
                    <a:pt x="5224" y="1384586"/>
                  </a:lnTo>
                  <a:lnTo>
                    <a:pt x="0" y="1404548"/>
                  </a:lnTo>
                  <a:close/>
                  <a:moveTo>
                    <a:pt x="5224" y="1384586"/>
                  </a:moveTo>
                  <a:lnTo>
                    <a:pt x="46258" y="1322802"/>
                  </a:lnTo>
                  <a:lnTo>
                    <a:pt x="39931" y="1322333"/>
                  </a:lnTo>
                  <a:close/>
                  <a:moveTo>
                    <a:pt x="46258" y="1322802"/>
                  </a:moveTo>
                  <a:lnTo>
                    <a:pt x="106195" y="1283896"/>
                  </a:lnTo>
                  <a:lnTo>
                    <a:pt x="39931" y="1322333"/>
                  </a:lnTo>
                  <a:close/>
                  <a:moveTo>
                    <a:pt x="109626" y="1281068"/>
                  </a:moveTo>
                  <a:lnTo>
                    <a:pt x="39931" y="1322333"/>
                  </a:lnTo>
                  <a:lnTo>
                    <a:pt x="106195" y="1283896"/>
                  </a:lnTo>
                  <a:close/>
                  <a:moveTo>
                    <a:pt x="109626" y="1281068"/>
                  </a:moveTo>
                  <a:lnTo>
                    <a:pt x="58412" y="1304788"/>
                  </a:lnTo>
                  <a:lnTo>
                    <a:pt x="39931" y="1322333"/>
                  </a:lnTo>
                  <a:close/>
                  <a:moveTo>
                    <a:pt x="1097232" y="2250439"/>
                  </a:moveTo>
                  <a:lnTo>
                    <a:pt x="1077650" y="2243960"/>
                  </a:lnTo>
                  <a:lnTo>
                    <a:pt x="981794" y="2270477"/>
                  </a:lnTo>
                  <a:close/>
                  <a:moveTo>
                    <a:pt x="983618" y="2159722"/>
                  </a:moveTo>
                  <a:lnTo>
                    <a:pt x="1077650" y="2243960"/>
                  </a:lnTo>
                  <a:lnTo>
                    <a:pt x="1064795" y="2154318"/>
                  </a:lnTo>
                  <a:close/>
                  <a:moveTo>
                    <a:pt x="678922" y="2016281"/>
                  </a:moveTo>
                  <a:lnTo>
                    <a:pt x="695672" y="2011856"/>
                  </a:lnTo>
                  <a:lnTo>
                    <a:pt x="734092" y="1943898"/>
                  </a:lnTo>
                  <a:close/>
                  <a:moveTo>
                    <a:pt x="109626" y="1281068"/>
                  </a:moveTo>
                  <a:lnTo>
                    <a:pt x="106195" y="1283896"/>
                  </a:lnTo>
                  <a:lnTo>
                    <a:pt x="150733" y="1251093"/>
                  </a:lnTo>
                  <a:close/>
                  <a:moveTo>
                    <a:pt x="109626" y="1281068"/>
                  </a:moveTo>
                  <a:lnTo>
                    <a:pt x="150733" y="1251093"/>
                  </a:lnTo>
                  <a:lnTo>
                    <a:pt x="216234" y="1185796"/>
                  </a:lnTo>
                  <a:close/>
                  <a:moveTo>
                    <a:pt x="163556" y="1204046"/>
                  </a:moveTo>
                  <a:lnTo>
                    <a:pt x="109626" y="1281068"/>
                  </a:lnTo>
                  <a:lnTo>
                    <a:pt x="216234" y="1185796"/>
                  </a:lnTo>
                  <a:close/>
                  <a:moveTo>
                    <a:pt x="216234" y="1185796"/>
                  </a:moveTo>
                  <a:lnTo>
                    <a:pt x="234603" y="1163244"/>
                  </a:lnTo>
                  <a:lnTo>
                    <a:pt x="167837" y="1201681"/>
                  </a:lnTo>
                  <a:close/>
                  <a:moveTo>
                    <a:pt x="1082564" y="2149826"/>
                  </a:moveTo>
                  <a:lnTo>
                    <a:pt x="1135983" y="2232041"/>
                  </a:lnTo>
                  <a:lnTo>
                    <a:pt x="1109111" y="2118291"/>
                  </a:lnTo>
                  <a:close/>
                  <a:moveTo>
                    <a:pt x="1064388" y="2127641"/>
                  </a:moveTo>
                  <a:lnTo>
                    <a:pt x="1082564" y="2149826"/>
                  </a:lnTo>
                  <a:lnTo>
                    <a:pt x="1109111" y="2118291"/>
                  </a:lnTo>
                  <a:close/>
                  <a:moveTo>
                    <a:pt x="580092" y="1495025"/>
                  </a:moveTo>
                  <a:lnTo>
                    <a:pt x="625865" y="1453668"/>
                  </a:lnTo>
                  <a:lnTo>
                    <a:pt x="580658" y="1492105"/>
                  </a:lnTo>
                  <a:close/>
                  <a:moveTo>
                    <a:pt x="1081507" y="1990738"/>
                  </a:moveTo>
                  <a:lnTo>
                    <a:pt x="1086917" y="1996673"/>
                  </a:lnTo>
                  <a:lnTo>
                    <a:pt x="1058982" y="2029174"/>
                  </a:lnTo>
                  <a:close/>
                  <a:moveTo>
                    <a:pt x="679837" y="1374095"/>
                  </a:moveTo>
                  <a:lnTo>
                    <a:pt x="625865" y="1453668"/>
                  </a:lnTo>
                  <a:lnTo>
                    <a:pt x="639807" y="1415232"/>
                  </a:lnTo>
                  <a:close/>
                  <a:moveTo>
                    <a:pt x="679837" y="1374095"/>
                  </a:moveTo>
                  <a:lnTo>
                    <a:pt x="638018" y="1432944"/>
                  </a:lnTo>
                  <a:lnTo>
                    <a:pt x="625865" y="1453668"/>
                  </a:lnTo>
                  <a:close/>
                  <a:moveTo>
                    <a:pt x="727878" y="1333017"/>
                  </a:moveTo>
                  <a:lnTo>
                    <a:pt x="723833" y="1348909"/>
                  </a:lnTo>
                  <a:lnTo>
                    <a:pt x="679837" y="1374095"/>
                  </a:lnTo>
                  <a:close/>
                  <a:moveTo>
                    <a:pt x="679837" y="1374095"/>
                  </a:moveTo>
                  <a:lnTo>
                    <a:pt x="701404" y="1391276"/>
                  </a:lnTo>
                  <a:lnTo>
                    <a:pt x="638018" y="1432944"/>
                  </a:lnTo>
                  <a:close/>
                  <a:moveTo>
                    <a:pt x="1413941" y="2116731"/>
                  </a:moveTo>
                  <a:lnTo>
                    <a:pt x="1394614" y="2034517"/>
                  </a:lnTo>
                  <a:lnTo>
                    <a:pt x="1371802" y="2126004"/>
                  </a:lnTo>
                  <a:close/>
                  <a:moveTo>
                    <a:pt x="1104781" y="1721441"/>
                  </a:moveTo>
                  <a:lnTo>
                    <a:pt x="1042707" y="1744092"/>
                  </a:lnTo>
                  <a:lnTo>
                    <a:pt x="1126670" y="1714897"/>
                  </a:lnTo>
                  <a:close/>
                  <a:moveTo>
                    <a:pt x="791595" y="1294581"/>
                  </a:moveTo>
                  <a:lnTo>
                    <a:pt x="768685" y="1212366"/>
                  </a:lnTo>
                  <a:lnTo>
                    <a:pt x="786289" y="1298134"/>
                  </a:lnTo>
                  <a:close/>
                  <a:moveTo>
                    <a:pt x="1489899" y="2190677"/>
                  </a:moveTo>
                  <a:lnTo>
                    <a:pt x="1563248" y="2091545"/>
                  </a:lnTo>
                  <a:lnTo>
                    <a:pt x="1474271" y="2103290"/>
                  </a:lnTo>
                  <a:close/>
                  <a:moveTo>
                    <a:pt x="1394614" y="2034517"/>
                  </a:moveTo>
                  <a:lnTo>
                    <a:pt x="1474271" y="2103290"/>
                  </a:lnTo>
                  <a:lnTo>
                    <a:pt x="1456501" y="2017644"/>
                  </a:lnTo>
                  <a:close/>
                  <a:moveTo>
                    <a:pt x="1394614" y="2034517"/>
                  </a:moveTo>
                  <a:lnTo>
                    <a:pt x="1413941" y="2116731"/>
                  </a:lnTo>
                  <a:lnTo>
                    <a:pt x="1474271" y="2103290"/>
                  </a:lnTo>
                  <a:close/>
                  <a:moveTo>
                    <a:pt x="1563248" y="2091545"/>
                  </a:moveTo>
                  <a:lnTo>
                    <a:pt x="1456501" y="2017644"/>
                  </a:lnTo>
                  <a:lnTo>
                    <a:pt x="1474271" y="2103290"/>
                  </a:lnTo>
                  <a:close/>
                  <a:moveTo>
                    <a:pt x="1456501" y="2017644"/>
                  </a:moveTo>
                  <a:lnTo>
                    <a:pt x="1518922" y="1996080"/>
                  </a:lnTo>
                  <a:lnTo>
                    <a:pt x="1467769" y="1939036"/>
                  </a:lnTo>
                  <a:close/>
                  <a:moveTo>
                    <a:pt x="1407568" y="1857243"/>
                  </a:moveTo>
                  <a:lnTo>
                    <a:pt x="1454557" y="1889636"/>
                  </a:lnTo>
                  <a:lnTo>
                    <a:pt x="1469997" y="1831650"/>
                  </a:lnTo>
                  <a:close/>
                  <a:moveTo>
                    <a:pt x="1213050" y="1543997"/>
                  </a:moveTo>
                  <a:lnTo>
                    <a:pt x="1119558" y="1623441"/>
                  </a:lnTo>
                  <a:lnTo>
                    <a:pt x="1152692" y="1585005"/>
                  </a:lnTo>
                  <a:close/>
                  <a:moveTo>
                    <a:pt x="1213050" y="1543997"/>
                  </a:moveTo>
                  <a:lnTo>
                    <a:pt x="1159878" y="1560401"/>
                  </a:lnTo>
                  <a:lnTo>
                    <a:pt x="1119558" y="1623441"/>
                  </a:lnTo>
                  <a:close/>
                  <a:moveTo>
                    <a:pt x="875721" y="1256144"/>
                  </a:moveTo>
                  <a:lnTo>
                    <a:pt x="768685" y="1212366"/>
                  </a:lnTo>
                  <a:lnTo>
                    <a:pt x="791595" y="1294581"/>
                  </a:lnTo>
                  <a:close/>
                  <a:moveTo>
                    <a:pt x="549662" y="735647"/>
                  </a:moveTo>
                  <a:lnTo>
                    <a:pt x="430905" y="785494"/>
                  </a:lnTo>
                  <a:lnTo>
                    <a:pt x="481757" y="760420"/>
                  </a:lnTo>
                  <a:close/>
                  <a:moveTo>
                    <a:pt x="694922" y="811360"/>
                  </a:moveTo>
                  <a:lnTo>
                    <a:pt x="765876" y="814268"/>
                  </a:lnTo>
                  <a:lnTo>
                    <a:pt x="716105" y="800633"/>
                  </a:lnTo>
                  <a:close/>
                  <a:moveTo>
                    <a:pt x="765876" y="814268"/>
                  </a:moveTo>
                  <a:lnTo>
                    <a:pt x="694922" y="811360"/>
                  </a:lnTo>
                  <a:lnTo>
                    <a:pt x="785984" y="846699"/>
                  </a:lnTo>
                  <a:close/>
                  <a:moveTo>
                    <a:pt x="694922" y="811360"/>
                  </a:moveTo>
                  <a:lnTo>
                    <a:pt x="711603" y="847256"/>
                  </a:lnTo>
                  <a:lnTo>
                    <a:pt x="785984" y="846699"/>
                  </a:lnTo>
                  <a:close/>
                  <a:moveTo>
                    <a:pt x="847144" y="796708"/>
                  </a:moveTo>
                  <a:lnTo>
                    <a:pt x="765876" y="814268"/>
                  </a:lnTo>
                  <a:lnTo>
                    <a:pt x="819873" y="806632"/>
                  </a:lnTo>
                  <a:close/>
                  <a:moveTo>
                    <a:pt x="765876" y="814268"/>
                  </a:moveTo>
                  <a:lnTo>
                    <a:pt x="785984" y="846699"/>
                  </a:lnTo>
                  <a:lnTo>
                    <a:pt x="819873" y="806632"/>
                  </a:lnTo>
                  <a:close/>
                  <a:moveTo>
                    <a:pt x="484058" y="761512"/>
                  </a:moveTo>
                  <a:lnTo>
                    <a:pt x="549662" y="735647"/>
                  </a:lnTo>
                  <a:lnTo>
                    <a:pt x="481757" y="760420"/>
                  </a:lnTo>
                  <a:close/>
                  <a:moveTo>
                    <a:pt x="484058" y="761512"/>
                  </a:moveTo>
                  <a:lnTo>
                    <a:pt x="572500" y="750202"/>
                  </a:lnTo>
                  <a:lnTo>
                    <a:pt x="549662" y="735647"/>
                  </a:lnTo>
                  <a:close/>
                  <a:moveTo>
                    <a:pt x="1571082" y="1616242"/>
                  </a:moveTo>
                  <a:lnTo>
                    <a:pt x="1488054" y="1710998"/>
                  </a:lnTo>
                  <a:lnTo>
                    <a:pt x="1530226" y="1672562"/>
                  </a:lnTo>
                  <a:close/>
                  <a:moveTo>
                    <a:pt x="855349" y="802120"/>
                  </a:moveTo>
                  <a:lnTo>
                    <a:pt x="819873" y="806632"/>
                  </a:lnTo>
                  <a:lnTo>
                    <a:pt x="813580" y="875577"/>
                  </a:lnTo>
                  <a:close/>
                  <a:moveTo>
                    <a:pt x="909727" y="858004"/>
                  </a:moveTo>
                  <a:lnTo>
                    <a:pt x="855349" y="802120"/>
                  </a:lnTo>
                  <a:lnTo>
                    <a:pt x="813580" y="875577"/>
                  </a:lnTo>
                  <a:close/>
                  <a:moveTo>
                    <a:pt x="909727" y="858004"/>
                  </a:moveTo>
                  <a:lnTo>
                    <a:pt x="813580" y="875577"/>
                  </a:lnTo>
                  <a:lnTo>
                    <a:pt x="924407" y="870380"/>
                  </a:lnTo>
                  <a:close/>
                  <a:moveTo>
                    <a:pt x="909727" y="858004"/>
                  </a:moveTo>
                  <a:lnTo>
                    <a:pt x="981511" y="860237"/>
                  </a:lnTo>
                  <a:lnTo>
                    <a:pt x="855349" y="802120"/>
                  </a:lnTo>
                  <a:close/>
                  <a:moveTo>
                    <a:pt x="981511" y="860237"/>
                  </a:moveTo>
                  <a:lnTo>
                    <a:pt x="909727" y="858004"/>
                  </a:lnTo>
                  <a:lnTo>
                    <a:pt x="1000778" y="877263"/>
                  </a:lnTo>
                  <a:close/>
                  <a:moveTo>
                    <a:pt x="909727" y="858004"/>
                  </a:moveTo>
                  <a:lnTo>
                    <a:pt x="924407" y="870380"/>
                  </a:lnTo>
                  <a:lnTo>
                    <a:pt x="1000778" y="877263"/>
                  </a:lnTo>
                  <a:close/>
                  <a:moveTo>
                    <a:pt x="1548148" y="1315295"/>
                  </a:moveTo>
                  <a:lnTo>
                    <a:pt x="1561017" y="1305265"/>
                  </a:lnTo>
                  <a:lnTo>
                    <a:pt x="1508609" y="1343701"/>
                  </a:lnTo>
                  <a:close/>
                  <a:moveTo>
                    <a:pt x="1222290" y="894189"/>
                  </a:moveTo>
                  <a:lnTo>
                    <a:pt x="1181260" y="994739"/>
                  </a:lnTo>
                  <a:lnTo>
                    <a:pt x="1190415" y="1014841"/>
                  </a:lnTo>
                  <a:close/>
                  <a:moveTo>
                    <a:pt x="1936088" y="1716340"/>
                  </a:moveTo>
                  <a:lnTo>
                    <a:pt x="1972396" y="1760119"/>
                  </a:lnTo>
                  <a:lnTo>
                    <a:pt x="1988427" y="1677904"/>
                  </a:lnTo>
                  <a:close/>
                  <a:moveTo>
                    <a:pt x="1990177" y="1638134"/>
                  </a:moveTo>
                  <a:lnTo>
                    <a:pt x="1936088" y="1716340"/>
                  </a:lnTo>
                  <a:lnTo>
                    <a:pt x="1988427" y="1677904"/>
                  </a:lnTo>
                  <a:close/>
                  <a:moveTo>
                    <a:pt x="1504048" y="1378437"/>
                  </a:moveTo>
                  <a:lnTo>
                    <a:pt x="1548148" y="1315295"/>
                  </a:lnTo>
                  <a:lnTo>
                    <a:pt x="1477870" y="1331193"/>
                  </a:lnTo>
                  <a:close/>
                  <a:moveTo>
                    <a:pt x="1717700" y="1184614"/>
                  </a:moveTo>
                  <a:lnTo>
                    <a:pt x="1666452" y="1267497"/>
                  </a:lnTo>
                  <a:lnTo>
                    <a:pt x="1668861" y="1266828"/>
                  </a:lnTo>
                  <a:close/>
                  <a:moveTo>
                    <a:pt x="1229534" y="691323"/>
                  </a:moveTo>
                  <a:lnTo>
                    <a:pt x="1206590" y="659035"/>
                  </a:lnTo>
                  <a:lnTo>
                    <a:pt x="1164975" y="718648"/>
                  </a:lnTo>
                  <a:close/>
                  <a:moveTo>
                    <a:pt x="1174231" y="609108"/>
                  </a:moveTo>
                  <a:lnTo>
                    <a:pt x="1164975" y="718648"/>
                  </a:lnTo>
                  <a:lnTo>
                    <a:pt x="1206590" y="659035"/>
                  </a:lnTo>
                  <a:close/>
                  <a:moveTo>
                    <a:pt x="1988427" y="1677904"/>
                  </a:moveTo>
                  <a:lnTo>
                    <a:pt x="2013285" y="1567673"/>
                  </a:lnTo>
                  <a:lnTo>
                    <a:pt x="1990177" y="1638134"/>
                  </a:lnTo>
                  <a:close/>
                  <a:moveTo>
                    <a:pt x="2020718" y="1557252"/>
                  </a:moveTo>
                  <a:lnTo>
                    <a:pt x="2013285" y="1567673"/>
                  </a:lnTo>
                  <a:lnTo>
                    <a:pt x="1988427" y="1677904"/>
                  </a:lnTo>
                  <a:close/>
                  <a:moveTo>
                    <a:pt x="2032852" y="1639467"/>
                  </a:moveTo>
                  <a:lnTo>
                    <a:pt x="2020718" y="1557252"/>
                  </a:lnTo>
                  <a:lnTo>
                    <a:pt x="1988427" y="1677904"/>
                  </a:lnTo>
                  <a:close/>
                  <a:moveTo>
                    <a:pt x="1990177" y="1638134"/>
                  </a:moveTo>
                  <a:lnTo>
                    <a:pt x="2013285" y="1567673"/>
                  </a:lnTo>
                  <a:lnTo>
                    <a:pt x="2041723" y="1677904"/>
                  </a:lnTo>
                  <a:close/>
                  <a:moveTo>
                    <a:pt x="1717700" y="1184614"/>
                  </a:moveTo>
                  <a:lnTo>
                    <a:pt x="1668861" y="1266828"/>
                  </a:lnTo>
                  <a:lnTo>
                    <a:pt x="1770100" y="1228392"/>
                  </a:lnTo>
                  <a:close/>
                  <a:moveTo>
                    <a:pt x="1413271" y="751592"/>
                  </a:moveTo>
                  <a:lnTo>
                    <a:pt x="1366865" y="773537"/>
                  </a:lnTo>
                  <a:lnTo>
                    <a:pt x="1452175" y="804721"/>
                  </a:lnTo>
                  <a:close/>
                  <a:moveTo>
                    <a:pt x="1366865" y="773537"/>
                  </a:moveTo>
                  <a:lnTo>
                    <a:pt x="1327540" y="832589"/>
                  </a:lnTo>
                  <a:lnTo>
                    <a:pt x="1452175" y="804721"/>
                  </a:lnTo>
                  <a:close/>
                  <a:moveTo>
                    <a:pt x="1304063" y="744812"/>
                  </a:moveTo>
                  <a:lnTo>
                    <a:pt x="1413271" y="751592"/>
                  </a:lnTo>
                  <a:lnTo>
                    <a:pt x="1428267" y="715333"/>
                  </a:lnTo>
                  <a:close/>
                  <a:moveTo>
                    <a:pt x="1304063" y="744812"/>
                  </a:moveTo>
                  <a:lnTo>
                    <a:pt x="1428267" y="715333"/>
                  </a:lnTo>
                  <a:lnTo>
                    <a:pt x="1338321" y="657698"/>
                  </a:lnTo>
                  <a:close/>
                  <a:moveTo>
                    <a:pt x="1413271" y="751592"/>
                  </a:moveTo>
                  <a:lnTo>
                    <a:pt x="1461298" y="735101"/>
                  </a:lnTo>
                  <a:lnTo>
                    <a:pt x="1428267" y="715333"/>
                  </a:lnTo>
                  <a:close/>
                  <a:moveTo>
                    <a:pt x="1413271" y="751592"/>
                  </a:moveTo>
                  <a:lnTo>
                    <a:pt x="1452175" y="804721"/>
                  </a:lnTo>
                  <a:lnTo>
                    <a:pt x="1461298" y="735101"/>
                  </a:lnTo>
                  <a:close/>
                  <a:moveTo>
                    <a:pt x="1268199" y="570671"/>
                  </a:moveTo>
                  <a:lnTo>
                    <a:pt x="1229534" y="691323"/>
                  </a:lnTo>
                  <a:lnTo>
                    <a:pt x="1332875" y="652886"/>
                  </a:lnTo>
                  <a:close/>
                  <a:moveTo>
                    <a:pt x="1817647" y="1205170"/>
                  </a:moveTo>
                  <a:lnTo>
                    <a:pt x="1875542" y="1218695"/>
                  </a:lnTo>
                  <a:lnTo>
                    <a:pt x="1833960" y="1180976"/>
                  </a:lnTo>
                  <a:close/>
                  <a:moveTo>
                    <a:pt x="1457320" y="815872"/>
                  </a:moveTo>
                  <a:lnTo>
                    <a:pt x="1541083" y="858475"/>
                  </a:lnTo>
                  <a:lnTo>
                    <a:pt x="1547669" y="803012"/>
                  </a:lnTo>
                  <a:close/>
                  <a:moveTo>
                    <a:pt x="1524879" y="721448"/>
                  </a:moveTo>
                  <a:lnTo>
                    <a:pt x="1461298" y="735101"/>
                  </a:lnTo>
                  <a:lnTo>
                    <a:pt x="1457320" y="815872"/>
                  </a:lnTo>
                  <a:close/>
                  <a:moveTo>
                    <a:pt x="1547669" y="803012"/>
                  </a:moveTo>
                  <a:lnTo>
                    <a:pt x="1524879" y="721448"/>
                  </a:lnTo>
                  <a:lnTo>
                    <a:pt x="1457320" y="815872"/>
                  </a:lnTo>
                  <a:close/>
                  <a:moveTo>
                    <a:pt x="1435406" y="633504"/>
                  </a:moveTo>
                  <a:lnTo>
                    <a:pt x="1428267" y="715333"/>
                  </a:lnTo>
                  <a:lnTo>
                    <a:pt x="1511254" y="614450"/>
                  </a:lnTo>
                  <a:close/>
                  <a:moveTo>
                    <a:pt x="1428267" y="715333"/>
                  </a:moveTo>
                  <a:lnTo>
                    <a:pt x="1461298" y="735101"/>
                  </a:lnTo>
                  <a:lnTo>
                    <a:pt x="1511254" y="614450"/>
                  </a:lnTo>
                  <a:close/>
                  <a:moveTo>
                    <a:pt x="1511254" y="614450"/>
                  </a:moveTo>
                  <a:lnTo>
                    <a:pt x="1461298" y="735101"/>
                  </a:lnTo>
                  <a:lnTo>
                    <a:pt x="1539966" y="639097"/>
                  </a:lnTo>
                  <a:close/>
                  <a:moveTo>
                    <a:pt x="1539966" y="639097"/>
                  </a:moveTo>
                  <a:lnTo>
                    <a:pt x="1461298" y="735101"/>
                  </a:lnTo>
                  <a:lnTo>
                    <a:pt x="1524879" y="721448"/>
                  </a:lnTo>
                  <a:close/>
                  <a:moveTo>
                    <a:pt x="1524879" y="721448"/>
                  </a:moveTo>
                  <a:lnTo>
                    <a:pt x="1577042" y="696665"/>
                  </a:lnTo>
                  <a:lnTo>
                    <a:pt x="1539966" y="639097"/>
                  </a:lnTo>
                  <a:close/>
                  <a:moveTo>
                    <a:pt x="1332875" y="652886"/>
                  </a:moveTo>
                  <a:lnTo>
                    <a:pt x="1338321" y="657698"/>
                  </a:lnTo>
                  <a:lnTo>
                    <a:pt x="1339254" y="651082"/>
                  </a:lnTo>
                  <a:close/>
                  <a:moveTo>
                    <a:pt x="1268199" y="570671"/>
                  </a:moveTo>
                  <a:lnTo>
                    <a:pt x="1332875" y="652886"/>
                  </a:lnTo>
                  <a:lnTo>
                    <a:pt x="1339254" y="651082"/>
                  </a:lnTo>
                  <a:close/>
                  <a:moveTo>
                    <a:pt x="1435406" y="633504"/>
                  </a:moveTo>
                  <a:lnTo>
                    <a:pt x="1338321" y="657698"/>
                  </a:lnTo>
                  <a:lnTo>
                    <a:pt x="1428267" y="715333"/>
                  </a:lnTo>
                  <a:close/>
                  <a:moveTo>
                    <a:pt x="1435406" y="633504"/>
                  </a:moveTo>
                  <a:lnTo>
                    <a:pt x="1339254" y="651082"/>
                  </a:lnTo>
                  <a:lnTo>
                    <a:pt x="1338321" y="657698"/>
                  </a:lnTo>
                  <a:close/>
                  <a:moveTo>
                    <a:pt x="1441497" y="549596"/>
                  </a:moveTo>
                  <a:lnTo>
                    <a:pt x="1424521" y="532234"/>
                  </a:lnTo>
                  <a:lnTo>
                    <a:pt x="1435406" y="633504"/>
                  </a:lnTo>
                  <a:close/>
                  <a:moveTo>
                    <a:pt x="1435406" y="633504"/>
                  </a:moveTo>
                  <a:lnTo>
                    <a:pt x="1424521" y="532234"/>
                  </a:lnTo>
                  <a:lnTo>
                    <a:pt x="1342683" y="548201"/>
                  </a:lnTo>
                  <a:close/>
                  <a:moveTo>
                    <a:pt x="1435406" y="633504"/>
                  </a:moveTo>
                  <a:lnTo>
                    <a:pt x="1342683" y="548201"/>
                  </a:lnTo>
                  <a:lnTo>
                    <a:pt x="1339254" y="651082"/>
                  </a:lnTo>
                  <a:close/>
                  <a:moveTo>
                    <a:pt x="1435406" y="633504"/>
                  </a:moveTo>
                  <a:lnTo>
                    <a:pt x="1511254" y="614450"/>
                  </a:lnTo>
                  <a:lnTo>
                    <a:pt x="1441497" y="549596"/>
                  </a:lnTo>
                  <a:close/>
                  <a:moveTo>
                    <a:pt x="2225544" y="1416202"/>
                  </a:moveTo>
                  <a:lnTo>
                    <a:pt x="2140534" y="1436601"/>
                  </a:lnTo>
                  <a:lnTo>
                    <a:pt x="2260225" y="1444876"/>
                  </a:lnTo>
                  <a:close/>
                  <a:moveTo>
                    <a:pt x="2260225" y="1444876"/>
                  </a:moveTo>
                  <a:lnTo>
                    <a:pt x="2140534" y="1436601"/>
                  </a:lnTo>
                  <a:lnTo>
                    <a:pt x="2136648" y="1476705"/>
                  </a:lnTo>
                  <a:close/>
                  <a:moveTo>
                    <a:pt x="2029873" y="1354003"/>
                  </a:moveTo>
                  <a:lnTo>
                    <a:pt x="2059464" y="1430038"/>
                  </a:lnTo>
                  <a:lnTo>
                    <a:pt x="2109071" y="1350208"/>
                  </a:lnTo>
                  <a:close/>
                  <a:moveTo>
                    <a:pt x="2225544" y="1416202"/>
                  </a:moveTo>
                  <a:lnTo>
                    <a:pt x="2112604" y="1386807"/>
                  </a:lnTo>
                  <a:lnTo>
                    <a:pt x="2140534" y="1436601"/>
                  </a:lnTo>
                  <a:close/>
                  <a:moveTo>
                    <a:pt x="2109071" y="1350208"/>
                  </a:moveTo>
                  <a:lnTo>
                    <a:pt x="2099011" y="1335983"/>
                  </a:lnTo>
                  <a:lnTo>
                    <a:pt x="2029873" y="1354003"/>
                  </a:lnTo>
                  <a:close/>
                  <a:moveTo>
                    <a:pt x="2018219" y="1163292"/>
                  </a:moveTo>
                  <a:lnTo>
                    <a:pt x="1926442" y="1189956"/>
                  </a:lnTo>
                  <a:lnTo>
                    <a:pt x="2054394" y="1232624"/>
                  </a:lnTo>
                  <a:close/>
                  <a:moveTo>
                    <a:pt x="1965211" y="1106295"/>
                  </a:moveTo>
                  <a:lnTo>
                    <a:pt x="1926442" y="1189956"/>
                  </a:lnTo>
                  <a:lnTo>
                    <a:pt x="2018219" y="1163292"/>
                  </a:lnTo>
                  <a:close/>
                  <a:moveTo>
                    <a:pt x="2018219" y="1163292"/>
                  </a:moveTo>
                  <a:lnTo>
                    <a:pt x="2093752" y="1162478"/>
                  </a:lnTo>
                  <a:lnTo>
                    <a:pt x="2048504" y="1099172"/>
                  </a:lnTo>
                  <a:close/>
                  <a:moveTo>
                    <a:pt x="2018219" y="1163292"/>
                  </a:moveTo>
                  <a:lnTo>
                    <a:pt x="2048504" y="1099172"/>
                  </a:lnTo>
                  <a:lnTo>
                    <a:pt x="1965211" y="1106295"/>
                  </a:lnTo>
                  <a:close/>
                  <a:moveTo>
                    <a:pt x="1577042" y="696665"/>
                  </a:moveTo>
                  <a:lnTo>
                    <a:pt x="1605509" y="778880"/>
                  </a:lnTo>
                  <a:lnTo>
                    <a:pt x="1643409" y="740443"/>
                  </a:lnTo>
                  <a:close/>
                  <a:moveTo>
                    <a:pt x="1511254" y="614450"/>
                  </a:moveTo>
                  <a:lnTo>
                    <a:pt x="1539966" y="639097"/>
                  </a:lnTo>
                  <a:lnTo>
                    <a:pt x="1555865" y="596165"/>
                  </a:lnTo>
                  <a:close/>
                  <a:moveTo>
                    <a:pt x="1555865" y="596165"/>
                  </a:moveTo>
                  <a:lnTo>
                    <a:pt x="1441497" y="549596"/>
                  </a:lnTo>
                  <a:lnTo>
                    <a:pt x="1511254" y="614450"/>
                  </a:lnTo>
                  <a:close/>
                  <a:moveTo>
                    <a:pt x="1607035" y="493798"/>
                  </a:moveTo>
                  <a:lnTo>
                    <a:pt x="1630113" y="482280"/>
                  </a:lnTo>
                  <a:lnTo>
                    <a:pt x="1549374" y="501349"/>
                  </a:lnTo>
                  <a:close/>
                  <a:moveTo>
                    <a:pt x="2418886" y="1280111"/>
                  </a:moveTo>
                  <a:lnTo>
                    <a:pt x="2327212" y="1294048"/>
                  </a:lnTo>
                  <a:lnTo>
                    <a:pt x="2312028" y="1359902"/>
                  </a:lnTo>
                  <a:close/>
                  <a:moveTo>
                    <a:pt x="1658260" y="537577"/>
                  </a:moveTo>
                  <a:lnTo>
                    <a:pt x="1687916" y="483193"/>
                  </a:lnTo>
                  <a:lnTo>
                    <a:pt x="1607035" y="493798"/>
                  </a:lnTo>
                  <a:close/>
                  <a:moveTo>
                    <a:pt x="1630113" y="482280"/>
                  </a:moveTo>
                  <a:lnTo>
                    <a:pt x="1607035" y="493798"/>
                  </a:lnTo>
                  <a:lnTo>
                    <a:pt x="1645914" y="483456"/>
                  </a:lnTo>
                  <a:close/>
                  <a:moveTo>
                    <a:pt x="2175492" y="756248"/>
                  </a:moveTo>
                  <a:lnTo>
                    <a:pt x="2132319" y="830847"/>
                  </a:lnTo>
                  <a:lnTo>
                    <a:pt x="2208999" y="829100"/>
                  </a:lnTo>
                  <a:close/>
                  <a:moveTo>
                    <a:pt x="1879526" y="416925"/>
                  </a:moveTo>
                  <a:lnTo>
                    <a:pt x="1887640" y="457408"/>
                  </a:lnTo>
                  <a:lnTo>
                    <a:pt x="2019823" y="461343"/>
                  </a:lnTo>
                  <a:close/>
                  <a:moveTo>
                    <a:pt x="2019823" y="461343"/>
                  </a:moveTo>
                  <a:lnTo>
                    <a:pt x="2022854" y="460704"/>
                  </a:lnTo>
                  <a:lnTo>
                    <a:pt x="2020032" y="458545"/>
                  </a:lnTo>
                  <a:close/>
                  <a:moveTo>
                    <a:pt x="2019823" y="461343"/>
                  </a:moveTo>
                  <a:lnTo>
                    <a:pt x="2027475" y="486370"/>
                  </a:lnTo>
                  <a:lnTo>
                    <a:pt x="2022854" y="460704"/>
                  </a:lnTo>
                  <a:close/>
                  <a:moveTo>
                    <a:pt x="2027475" y="486370"/>
                  </a:moveTo>
                  <a:lnTo>
                    <a:pt x="2019823" y="461343"/>
                  </a:lnTo>
                  <a:lnTo>
                    <a:pt x="2009083" y="460704"/>
                  </a:lnTo>
                  <a:close/>
                  <a:moveTo>
                    <a:pt x="2121750" y="439071"/>
                  </a:moveTo>
                  <a:lnTo>
                    <a:pt x="2022854" y="460704"/>
                  </a:lnTo>
                  <a:lnTo>
                    <a:pt x="2158347" y="481817"/>
                  </a:lnTo>
                  <a:close/>
                  <a:moveTo>
                    <a:pt x="2022854" y="460704"/>
                  </a:moveTo>
                  <a:lnTo>
                    <a:pt x="2121750" y="439071"/>
                  </a:lnTo>
                  <a:lnTo>
                    <a:pt x="2020032" y="458545"/>
                  </a:lnTo>
                  <a:close/>
                  <a:moveTo>
                    <a:pt x="2203177" y="433465"/>
                  </a:moveTo>
                  <a:lnTo>
                    <a:pt x="2160047" y="424719"/>
                  </a:lnTo>
                  <a:lnTo>
                    <a:pt x="2121750" y="439071"/>
                  </a:lnTo>
                  <a:close/>
                  <a:moveTo>
                    <a:pt x="2203177" y="433465"/>
                  </a:moveTo>
                  <a:lnTo>
                    <a:pt x="2121750" y="439071"/>
                  </a:lnTo>
                  <a:lnTo>
                    <a:pt x="2219677" y="432464"/>
                  </a:lnTo>
                  <a:close/>
                  <a:moveTo>
                    <a:pt x="2121750" y="439071"/>
                  </a:moveTo>
                  <a:lnTo>
                    <a:pt x="2158347" y="481817"/>
                  </a:lnTo>
                  <a:lnTo>
                    <a:pt x="2219677" y="432464"/>
                  </a:lnTo>
                  <a:close/>
                  <a:moveTo>
                    <a:pt x="2203177" y="433465"/>
                  </a:moveTo>
                  <a:lnTo>
                    <a:pt x="2219677" y="432464"/>
                  </a:lnTo>
                  <a:lnTo>
                    <a:pt x="2234998" y="422268"/>
                  </a:lnTo>
                  <a:close/>
                  <a:moveTo>
                    <a:pt x="1944868" y="240971"/>
                  </a:moveTo>
                  <a:lnTo>
                    <a:pt x="1964917" y="252478"/>
                  </a:lnTo>
                  <a:lnTo>
                    <a:pt x="1937464" y="267523"/>
                  </a:lnTo>
                  <a:close/>
                  <a:moveTo>
                    <a:pt x="2225691" y="24546"/>
                  </a:moveTo>
                  <a:lnTo>
                    <a:pt x="2163888" y="54971"/>
                  </a:lnTo>
                  <a:lnTo>
                    <a:pt x="2108822" y="81451"/>
                  </a:lnTo>
                  <a:close/>
                  <a:moveTo>
                    <a:pt x="2263131" y="16534"/>
                  </a:moveTo>
                  <a:lnTo>
                    <a:pt x="2195379" y="39435"/>
                  </a:lnTo>
                  <a:lnTo>
                    <a:pt x="2225691" y="24546"/>
                  </a:lnTo>
                  <a:close/>
                  <a:moveTo>
                    <a:pt x="2305681" y="10354"/>
                  </a:moveTo>
                  <a:lnTo>
                    <a:pt x="2263131" y="16534"/>
                  </a:lnTo>
                  <a:lnTo>
                    <a:pt x="2361042" y="36739"/>
                  </a:lnTo>
                  <a:close/>
                  <a:moveTo>
                    <a:pt x="2361042" y="36739"/>
                  </a:moveTo>
                  <a:lnTo>
                    <a:pt x="2263131" y="16534"/>
                  </a:lnTo>
                  <a:lnTo>
                    <a:pt x="2225691" y="24546"/>
                  </a:lnTo>
                  <a:close/>
                  <a:moveTo>
                    <a:pt x="2392947" y="0"/>
                  </a:moveTo>
                  <a:lnTo>
                    <a:pt x="2305681" y="10354"/>
                  </a:lnTo>
                  <a:lnTo>
                    <a:pt x="2438160" y="46415"/>
                  </a:lnTo>
                  <a:close/>
                  <a:moveTo>
                    <a:pt x="2305681" y="10354"/>
                  </a:moveTo>
                  <a:lnTo>
                    <a:pt x="2361042" y="36739"/>
                  </a:lnTo>
                  <a:lnTo>
                    <a:pt x="2438160" y="46415"/>
                  </a:lnTo>
                  <a:close/>
                </a:path>
              </a:pathLst>
            </a:custGeom>
            <a:solidFill>
              <a:srgbClr val="E3E8EC"/>
            </a:solidFill>
            <a:ln w="1524">
              <a:solidFill>
                <a:srgbClr val="E3E8EC"/>
              </a:solidFill>
            </a:ln>
          </p:spPr>
        </p:sp>
        <p:sp>
          <p:nvSpPr>
            <p:cNvPr id="2117" name="Candidate_density__2116">
              <a:extLst>
                <a:ext uri="{FF2B5EF4-FFF2-40B4-BE49-F238E27FC236}">
                  <a16:creationId xmlns:a16="http://schemas.microsoft.com/office/drawing/2014/main" id="{C245C8AE-BDA1-D877-A013-EBFB948BFF87}"/>
                </a:ext>
              </a:extLst>
            </p:cNvPr>
            <p:cNvSpPr>
              <a:spLocks noGrp="1"/>
            </p:cNvSpPr>
            <p:nvPr/>
          </p:nvSpPr>
          <p:spPr>
            <a:xfrm>
              <a:off x="4050326" y="1569676"/>
              <a:ext cx="1878942" cy="2140908"/>
            </a:xfrm>
            <a:custGeom>
              <a:avLst/>
              <a:gdLst/>
              <a:ahLst/>
              <a:cxnLst/>
              <a:rect l="0" t="0" r="0" b="0"/>
              <a:pathLst>
                <a:path w="1878942" h="2140908">
                  <a:moveTo>
                    <a:pt x="92962" y="2102471"/>
                  </a:moveTo>
                  <a:lnTo>
                    <a:pt x="96306" y="2020256"/>
                  </a:lnTo>
                  <a:lnTo>
                    <a:pt x="41799" y="2140908"/>
                  </a:lnTo>
                  <a:close/>
                  <a:moveTo>
                    <a:pt x="98830" y="2012705"/>
                  </a:moveTo>
                  <a:lnTo>
                    <a:pt x="83723" y="2034180"/>
                  </a:lnTo>
                  <a:lnTo>
                    <a:pt x="96306" y="2020256"/>
                  </a:lnTo>
                  <a:close/>
                  <a:moveTo>
                    <a:pt x="98830" y="2012705"/>
                  </a:moveTo>
                  <a:lnTo>
                    <a:pt x="96306" y="2020256"/>
                  </a:lnTo>
                  <a:lnTo>
                    <a:pt x="115581" y="2008280"/>
                  </a:lnTo>
                  <a:close/>
                  <a:moveTo>
                    <a:pt x="0" y="1491449"/>
                  </a:moveTo>
                  <a:lnTo>
                    <a:pt x="46494" y="1503393"/>
                  </a:lnTo>
                  <a:lnTo>
                    <a:pt x="45774" y="1450093"/>
                  </a:lnTo>
                  <a:close/>
                  <a:moveTo>
                    <a:pt x="557813" y="1702080"/>
                  </a:moveTo>
                  <a:lnTo>
                    <a:pt x="539466" y="1619865"/>
                  </a:lnTo>
                  <a:lnTo>
                    <a:pt x="524690" y="1717865"/>
                  </a:lnTo>
                  <a:close/>
                  <a:moveTo>
                    <a:pt x="539466" y="1619865"/>
                  </a:moveTo>
                  <a:lnTo>
                    <a:pt x="506659" y="1632432"/>
                  </a:lnTo>
                  <a:lnTo>
                    <a:pt x="524690" y="1717865"/>
                  </a:lnTo>
                  <a:close/>
                  <a:moveTo>
                    <a:pt x="524690" y="1717865"/>
                  </a:moveTo>
                  <a:lnTo>
                    <a:pt x="546578" y="1711321"/>
                  </a:lnTo>
                  <a:lnTo>
                    <a:pt x="557813" y="1702080"/>
                  </a:lnTo>
                  <a:close/>
                  <a:moveTo>
                    <a:pt x="206197" y="1294558"/>
                  </a:moveTo>
                  <a:lnTo>
                    <a:pt x="147787" y="1329441"/>
                  </a:lnTo>
                  <a:lnTo>
                    <a:pt x="210903" y="1292260"/>
                  </a:lnTo>
                  <a:close/>
                  <a:moveTo>
                    <a:pt x="147787" y="1329441"/>
                  </a:moveTo>
                  <a:lnTo>
                    <a:pt x="99745" y="1370520"/>
                  </a:lnTo>
                  <a:lnTo>
                    <a:pt x="210903" y="1292260"/>
                  </a:lnTo>
                  <a:close/>
                  <a:moveTo>
                    <a:pt x="206197" y="1294558"/>
                  </a:moveTo>
                  <a:lnTo>
                    <a:pt x="210903" y="1292260"/>
                  </a:lnTo>
                  <a:lnTo>
                    <a:pt x="211503" y="1291005"/>
                  </a:lnTo>
                  <a:close/>
                  <a:moveTo>
                    <a:pt x="546578" y="1711321"/>
                  </a:moveTo>
                  <a:lnTo>
                    <a:pt x="596307" y="1682046"/>
                  </a:lnTo>
                  <a:lnTo>
                    <a:pt x="557813" y="1702080"/>
                  </a:lnTo>
                  <a:close/>
                  <a:moveTo>
                    <a:pt x="539466" y="1619865"/>
                  </a:moveTo>
                  <a:lnTo>
                    <a:pt x="557813" y="1702080"/>
                  </a:lnTo>
                  <a:lnTo>
                    <a:pt x="597261" y="1663643"/>
                  </a:lnTo>
                  <a:close/>
                  <a:moveTo>
                    <a:pt x="539466" y="1619865"/>
                  </a:moveTo>
                  <a:lnTo>
                    <a:pt x="597261" y="1663643"/>
                  </a:lnTo>
                  <a:lnTo>
                    <a:pt x="572601" y="1581429"/>
                  </a:lnTo>
                  <a:close/>
                  <a:moveTo>
                    <a:pt x="233488" y="872001"/>
                  </a:moveTo>
                  <a:lnTo>
                    <a:pt x="239781" y="803056"/>
                  </a:lnTo>
                  <a:lnTo>
                    <a:pt x="205893" y="843123"/>
                  </a:lnTo>
                  <a:close/>
                  <a:moveTo>
                    <a:pt x="611190" y="907397"/>
                  </a:moveTo>
                  <a:lnTo>
                    <a:pt x="601169" y="991163"/>
                  </a:lnTo>
                  <a:lnTo>
                    <a:pt x="642198" y="890613"/>
                  </a:lnTo>
                  <a:close/>
                  <a:moveTo>
                    <a:pt x="642198" y="890613"/>
                  </a:moveTo>
                  <a:lnTo>
                    <a:pt x="610324" y="1011265"/>
                  </a:lnTo>
                  <a:lnTo>
                    <a:pt x="656447" y="972829"/>
                  </a:lnTo>
                  <a:close/>
                  <a:moveTo>
                    <a:pt x="1141532" y="1345468"/>
                  </a:moveTo>
                  <a:lnTo>
                    <a:pt x="1101489" y="1351714"/>
                  </a:lnTo>
                  <a:lnTo>
                    <a:pt x="1130397" y="1424824"/>
                  </a:lnTo>
                  <a:close/>
                  <a:moveTo>
                    <a:pt x="1017599" y="1359323"/>
                  </a:moveTo>
                  <a:lnTo>
                    <a:pt x="980925" y="1301689"/>
                  </a:lnTo>
                  <a:lnTo>
                    <a:pt x="968057" y="1311719"/>
                  </a:lnTo>
                  <a:close/>
                  <a:moveTo>
                    <a:pt x="1086361" y="1263921"/>
                  </a:moveTo>
                  <a:lnTo>
                    <a:pt x="980925" y="1301689"/>
                  </a:lnTo>
                  <a:lnTo>
                    <a:pt x="1017599" y="1359323"/>
                  </a:lnTo>
                  <a:close/>
                  <a:moveTo>
                    <a:pt x="1101489" y="1351714"/>
                  </a:moveTo>
                  <a:lnTo>
                    <a:pt x="1086361" y="1263921"/>
                  </a:lnTo>
                  <a:lnTo>
                    <a:pt x="1017599" y="1359323"/>
                  </a:lnTo>
                  <a:close/>
                  <a:moveTo>
                    <a:pt x="1141532" y="1345468"/>
                  </a:moveTo>
                  <a:lnTo>
                    <a:pt x="1088770" y="1263252"/>
                  </a:lnTo>
                  <a:lnTo>
                    <a:pt x="1101489" y="1351714"/>
                  </a:lnTo>
                  <a:close/>
                  <a:moveTo>
                    <a:pt x="1088770" y="1263252"/>
                  </a:moveTo>
                  <a:lnTo>
                    <a:pt x="1086361" y="1263921"/>
                  </a:lnTo>
                  <a:lnTo>
                    <a:pt x="1101489" y="1351714"/>
                  </a:lnTo>
                  <a:close/>
                  <a:moveTo>
                    <a:pt x="1025833" y="1249076"/>
                  </a:moveTo>
                  <a:lnTo>
                    <a:pt x="980925" y="1301689"/>
                  </a:lnTo>
                  <a:lnTo>
                    <a:pt x="1086361" y="1263921"/>
                  </a:lnTo>
                  <a:close/>
                  <a:moveTo>
                    <a:pt x="642198" y="890613"/>
                  </a:moveTo>
                  <a:lnTo>
                    <a:pt x="656447" y="972829"/>
                  </a:lnTo>
                  <a:lnTo>
                    <a:pt x="709268" y="934392"/>
                  </a:lnTo>
                  <a:close/>
                  <a:moveTo>
                    <a:pt x="642198" y="890613"/>
                  </a:moveTo>
                  <a:lnTo>
                    <a:pt x="709268" y="934392"/>
                  </a:lnTo>
                  <a:lnTo>
                    <a:pt x="733746" y="852177"/>
                  </a:lnTo>
                  <a:close/>
                  <a:moveTo>
                    <a:pt x="747448" y="829013"/>
                  </a:moveTo>
                  <a:lnTo>
                    <a:pt x="642198" y="890613"/>
                  </a:lnTo>
                  <a:lnTo>
                    <a:pt x="733746" y="852177"/>
                  </a:lnTo>
                  <a:close/>
                  <a:moveTo>
                    <a:pt x="747448" y="829013"/>
                  </a:moveTo>
                  <a:lnTo>
                    <a:pt x="684430" y="808603"/>
                  </a:lnTo>
                  <a:lnTo>
                    <a:pt x="642198" y="890613"/>
                  </a:lnTo>
                  <a:close/>
                  <a:moveTo>
                    <a:pt x="1088770" y="1263252"/>
                  </a:moveTo>
                  <a:lnTo>
                    <a:pt x="1141532" y="1345468"/>
                  </a:lnTo>
                  <a:lnTo>
                    <a:pt x="1211087" y="1307031"/>
                  </a:lnTo>
                  <a:close/>
                  <a:moveTo>
                    <a:pt x="1088770" y="1263252"/>
                  </a:moveTo>
                  <a:lnTo>
                    <a:pt x="1211087" y="1307031"/>
                  </a:lnTo>
                  <a:lnTo>
                    <a:pt x="1190008" y="1224816"/>
                  </a:lnTo>
                  <a:close/>
                  <a:moveTo>
                    <a:pt x="733746" y="852177"/>
                  </a:moveTo>
                  <a:lnTo>
                    <a:pt x="810228" y="848536"/>
                  </a:lnTo>
                  <a:lnTo>
                    <a:pt x="771822" y="837399"/>
                  </a:lnTo>
                  <a:close/>
                  <a:moveTo>
                    <a:pt x="747448" y="829013"/>
                  </a:moveTo>
                  <a:lnTo>
                    <a:pt x="733746" y="852177"/>
                  </a:lnTo>
                  <a:lnTo>
                    <a:pt x="771822" y="837399"/>
                  </a:lnTo>
                  <a:close/>
                  <a:moveTo>
                    <a:pt x="872083" y="801145"/>
                  </a:moveTo>
                  <a:lnTo>
                    <a:pt x="747448" y="829013"/>
                  </a:lnTo>
                  <a:lnTo>
                    <a:pt x="870172" y="813740"/>
                  </a:lnTo>
                  <a:close/>
                  <a:moveTo>
                    <a:pt x="870172" y="813740"/>
                  </a:moveTo>
                  <a:lnTo>
                    <a:pt x="747448" y="829013"/>
                  </a:lnTo>
                  <a:lnTo>
                    <a:pt x="771822" y="837399"/>
                  </a:lnTo>
                  <a:close/>
                  <a:moveTo>
                    <a:pt x="771822" y="837399"/>
                  </a:moveTo>
                  <a:lnTo>
                    <a:pt x="810228" y="848536"/>
                  </a:lnTo>
                  <a:lnTo>
                    <a:pt x="870172" y="813740"/>
                  </a:lnTo>
                  <a:close/>
                  <a:moveTo>
                    <a:pt x="633275" y="589165"/>
                  </a:moveTo>
                  <a:lnTo>
                    <a:pt x="626498" y="655460"/>
                  </a:lnTo>
                  <a:lnTo>
                    <a:pt x="688107" y="567095"/>
                  </a:lnTo>
                  <a:close/>
                  <a:moveTo>
                    <a:pt x="688107" y="567095"/>
                  </a:moveTo>
                  <a:lnTo>
                    <a:pt x="626498" y="655460"/>
                  </a:lnTo>
                  <a:lnTo>
                    <a:pt x="649443" y="687747"/>
                  </a:lnTo>
                  <a:close/>
                  <a:moveTo>
                    <a:pt x="594140" y="605532"/>
                  </a:moveTo>
                  <a:lnTo>
                    <a:pt x="626498" y="655460"/>
                  </a:lnTo>
                  <a:lnTo>
                    <a:pt x="633275" y="589165"/>
                  </a:lnTo>
                  <a:close/>
                  <a:moveTo>
                    <a:pt x="598271" y="549924"/>
                  </a:moveTo>
                  <a:lnTo>
                    <a:pt x="594140" y="605532"/>
                  </a:lnTo>
                  <a:lnTo>
                    <a:pt x="633275" y="589165"/>
                  </a:lnTo>
                  <a:close/>
                  <a:moveTo>
                    <a:pt x="713665" y="487503"/>
                  </a:moveTo>
                  <a:lnTo>
                    <a:pt x="598271" y="549924"/>
                  </a:lnTo>
                  <a:lnTo>
                    <a:pt x="688107" y="567095"/>
                  </a:lnTo>
                  <a:close/>
                  <a:moveTo>
                    <a:pt x="688107" y="567095"/>
                  </a:moveTo>
                  <a:lnTo>
                    <a:pt x="598271" y="549924"/>
                  </a:lnTo>
                  <a:lnTo>
                    <a:pt x="633275" y="589165"/>
                  </a:lnTo>
                  <a:close/>
                  <a:moveTo>
                    <a:pt x="1533340" y="1515240"/>
                  </a:moveTo>
                  <a:lnTo>
                    <a:pt x="1556556" y="1473129"/>
                  </a:lnTo>
                  <a:lnTo>
                    <a:pt x="1539527" y="1438150"/>
                  </a:lnTo>
                  <a:close/>
                  <a:moveTo>
                    <a:pt x="1539527" y="1438150"/>
                  </a:moveTo>
                  <a:lnTo>
                    <a:pt x="1560442" y="1433025"/>
                  </a:lnTo>
                  <a:lnTo>
                    <a:pt x="1532512" y="1383231"/>
                  </a:lnTo>
                  <a:close/>
                  <a:moveTo>
                    <a:pt x="1507000" y="1433025"/>
                  </a:moveTo>
                  <a:lnTo>
                    <a:pt x="1539527" y="1438150"/>
                  </a:lnTo>
                  <a:lnTo>
                    <a:pt x="1532512" y="1383231"/>
                  </a:lnTo>
                  <a:close/>
                  <a:moveTo>
                    <a:pt x="1539527" y="1438150"/>
                  </a:moveTo>
                  <a:lnTo>
                    <a:pt x="1556556" y="1473129"/>
                  </a:lnTo>
                  <a:lnTo>
                    <a:pt x="1560442" y="1433025"/>
                  </a:lnTo>
                  <a:close/>
                  <a:moveTo>
                    <a:pt x="1295451" y="1215119"/>
                  </a:moveTo>
                  <a:lnTo>
                    <a:pt x="1324190" y="1161666"/>
                  </a:lnTo>
                  <a:lnTo>
                    <a:pt x="1253868" y="1177400"/>
                  </a:lnTo>
                  <a:close/>
                  <a:moveTo>
                    <a:pt x="1295451" y="1215119"/>
                  </a:moveTo>
                  <a:lnTo>
                    <a:pt x="1237555" y="1201594"/>
                  </a:lnTo>
                  <a:lnTo>
                    <a:pt x="1335014" y="1202130"/>
                  </a:lnTo>
                  <a:close/>
                  <a:moveTo>
                    <a:pt x="1324190" y="1161666"/>
                  </a:moveTo>
                  <a:lnTo>
                    <a:pt x="1295451" y="1215119"/>
                  </a:lnTo>
                  <a:lnTo>
                    <a:pt x="1346350" y="1186380"/>
                  </a:lnTo>
                  <a:close/>
                  <a:moveTo>
                    <a:pt x="1295451" y="1215119"/>
                  </a:moveTo>
                  <a:lnTo>
                    <a:pt x="1335014" y="1202130"/>
                  </a:lnTo>
                  <a:lnTo>
                    <a:pt x="1346350" y="1186380"/>
                  </a:lnTo>
                  <a:close/>
                  <a:moveTo>
                    <a:pt x="872083" y="801145"/>
                  </a:moveTo>
                  <a:lnTo>
                    <a:pt x="870172" y="813740"/>
                  </a:lnTo>
                  <a:lnTo>
                    <a:pt x="877228" y="812297"/>
                  </a:lnTo>
                  <a:close/>
                  <a:moveTo>
                    <a:pt x="877228" y="812297"/>
                  </a:moveTo>
                  <a:lnTo>
                    <a:pt x="881206" y="731525"/>
                  </a:lnTo>
                  <a:lnTo>
                    <a:pt x="872083" y="801145"/>
                  </a:lnTo>
                  <a:close/>
                  <a:moveTo>
                    <a:pt x="688107" y="567095"/>
                  </a:moveTo>
                  <a:lnTo>
                    <a:pt x="759162" y="647506"/>
                  </a:lnTo>
                  <a:lnTo>
                    <a:pt x="762592" y="544626"/>
                  </a:lnTo>
                  <a:close/>
                  <a:moveTo>
                    <a:pt x="713665" y="487503"/>
                  </a:moveTo>
                  <a:lnTo>
                    <a:pt x="688107" y="567095"/>
                  </a:lnTo>
                  <a:lnTo>
                    <a:pt x="762592" y="544626"/>
                  </a:lnTo>
                  <a:close/>
                  <a:moveTo>
                    <a:pt x="713665" y="487503"/>
                  </a:moveTo>
                  <a:lnTo>
                    <a:pt x="762592" y="544626"/>
                  </a:lnTo>
                  <a:lnTo>
                    <a:pt x="714797" y="484880"/>
                  </a:lnTo>
                  <a:close/>
                  <a:moveTo>
                    <a:pt x="714797" y="484880"/>
                  </a:moveTo>
                  <a:lnTo>
                    <a:pt x="762592" y="544626"/>
                  </a:lnTo>
                  <a:lnTo>
                    <a:pt x="844430" y="528658"/>
                  </a:lnTo>
                  <a:close/>
                  <a:moveTo>
                    <a:pt x="714797" y="484880"/>
                  </a:moveTo>
                  <a:lnTo>
                    <a:pt x="844430" y="528658"/>
                  </a:lnTo>
                  <a:lnTo>
                    <a:pt x="833471" y="446444"/>
                  </a:lnTo>
                  <a:close/>
                  <a:moveTo>
                    <a:pt x="1528980" y="1346632"/>
                  </a:moveTo>
                  <a:lnTo>
                    <a:pt x="1507000" y="1433025"/>
                  </a:lnTo>
                  <a:lnTo>
                    <a:pt x="1532512" y="1383231"/>
                  </a:lnTo>
                  <a:close/>
                  <a:moveTo>
                    <a:pt x="1479373" y="1426462"/>
                  </a:moveTo>
                  <a:lnTo>
                    <a:pt x="1507000" y="1433025"/>
                  </a:lnTo>
                  <a:lnTo>
                    <a:pt x="1528980" y="1346632"/>
                  </a:lnTo>
                  <a:close/>
                  <a:moveTo>
                    <a:pt x="1528980" y="1346632"/>
                  </a:moveTo>
                  <a:lnTo>
                    <a:pt x="1532512" y="1383231"/>
                  </a:lnTo>
                  <a:lnTo>
                    <a:pt x="1645452" y="1412626"/>
                  </a:lnTo>
                  <a:close/>
                  <a:moveTo>
                    <a:pt x="1631935" y="1323524"/>
                  </a:moveTo>
                  <a:lnTo>
                    <a:pt x="1528980" y="1346632"/>
                  </a:lnTo>
                  <a:lnTo>
                    <a:pt x="1645452" y="1412626"/>
                  </a:lnTo>
                  <a:close/>
                  <a:moveTo>
                    <a:pt x="1528980" y="1346632"/>
                  </a:moveTo>
                  <a:lnTo>
                    <a:pt x="1564576" y="1268595"/>
                  </a:lnTo>
                  <a:lnTo>
                    <a:pt x="1518919" y="1332407"/>
                  </a:lnTo>
                  <a:close/>
                  <a:moveTo>
                    <a:pt x="1631935" y="1323524"/>
                  </a:moveTo>
                  <a:lnTo>
                    <a:pt x="1580463" y="1265277"/>
                  </a:lnTo>
                  <a:lnTo>
                    <a:pt x="1528980" y="1346632"/>
                  </a:lnTo>
                  <a:close/>
                  <a:moveTo>
                    <a:pt x="1675715" y="1312373"/>
                  </a:moveTo>
                  <a:lnTo>
                    <a:pt x="1699629" y="1235535"/>
                  </a:lnTo>
                  <a:lnTo>
                    <a:pt x="1631935" y="1323524"/>
                  </a:lnTo>
                  <a:close/>
                  <a:moveTo>
                    <a:pt x="996950" y="693089"/>
                  </a:moveTo>
                  <a:lnTo>
                    <a:pt x="1063318" y="736868"/>
                  </a:lnTo>
                  <a:lnTo>
                    <a:pt x="1050875" y="654653"/>
                  </a:lnTo>
                  <a:close/>
                  <a:moveTo>
                    <a:pt x="975774" y="592589"/>
                  </a:moveTo>
                  <a:lnTo>
                    <a:pt x="959875" y="635522"/>
                  </a:lnTo>
                  <a:lnTo>
                    <a:pt x="1014089" y="572438"/>
                  </a:lnTo>
                  <a:close/>
                  <a:moveTo>
                    <a:pt x="1014089" y="572438"/>
                  </a:moveTo>
                  <a:lnTo>
                    <a:pt x="959875" y="635522"/>
                  </a:lnTo>
                  <a:lnTo>
                    <a:pt x="996950" y="693089"/>
                  </a:lnTo>
                  <a:close/>
                  <a:moveTo>
                    <a:pt x="1014089" y="572438"/>
                  </a:moveTo>
                  <a:lnTo>
                    <a:pt x="996950" y="693089"/>
                  </a:lnTo>
                  <a:lnTo>
                    <a:pt x="1050875" y="654653"/>
                  </a:lnTo>
                  <a:close/>
                  <a:moveTo>
                    <a:pt x="863361" y="523294"/>
                  </a:moveTo>
                  <a:lnTo>
                    <a:pt x="861406" y="546020"/>
                  </a:lnTo>
                  <a:lnTo>
                    <a:pt x="975774" y="592589"/>
                  </a:lnTo>
                  <a:close/>
                  <a:moveTo>
                    <a:pt x="969283" y="497773"/>
                  </a:moveTo>
                  <a:lnTo>
                    <a:pt x="863361" y="523294"/>
                  </a:lnTo>
                  <a:lnTo>
                    <a:pt x="975774" y="592589"/>
                  </a:lnTo>
                  <a:close/>
                  <a:moveTo>
                    <a:pt x="1014089" y="572438"/>
                  </a:moveTo>
                  <a:lnTo>
                    <a:pt x="1026943" y="490222"/>
                  </a:lnTo>
                  <a:lnTo>
                    <a:pt x="975774" y="592589"/>
                  </a:lnTo>
                  <a:close/>
                  <a:moveTo>
                    <a:pt x="1026943" y="490222"/>
                  </a:moveTo>
                  <a:lnTo>
                    <a:pt x="969283" y="497773"/>
                  </a:lnTo>
                  <a:lnTo>
                    <a:pt x="975774" y="592589"/>
                  </a:lnTo>
                  <a:close/>
                  <a:moveTo>
                    <a:pt x="844430" y="528658"/>
                  </a:moveTo>
                  <a:lnTo>
                    <a:pt x="861406" y="546020"/>
                  </a:lnTo>
                  <a:lnTo>
                    <a:pt x="863361" y="523294"/>
                  </a:lnTo>
                  <a:close/>
                  <a:moveTo>
                    <a:pt x="833471" y="446444"/>
                  </a:moveTo>
                  <a:lnTo>
                    <a:pt x="863361" y="523294"/>
                  </a:lnTo>
                  <a:lnTo>
                    <a:pt x="835389" y="445943"/>
                  </a:lnTo>
                  <a:close/>
                  <a:moveTo>
                    <a:pt x="833471" y="446444"/>
                  </a:moveTo>
                  <a:lnTo>
                    <a:pt x="844430" y="528658"/>
                  </a:lnTo>
                  <a:lnTo>
                    <a:pt x="863361" y="523294"/>
                  </a:lnTo>
                  <a:close/>
                  <a:moveTo>
                    <a:pt x="863361" y="523294"/>
                  </a:moveTo>
                  <a:lnTo>
                    <a:pt x="969283" y="497773"/>
                  </a:lnTo>
                  <a:lnTo>
                    <a:pt x="929548" y="429985"/>
                  </a:lnTo>
                  <a:close/>
                  <a:moveTo>
                    <a:pt x="863361" y="523294"/>
                  </a:moveTo>
                  <a:lnTo>
                    <a:pt x="929548" y="429985"/>
                  </a:lnTo>
                  <a:lnTo>
                    <a:pt x="835389" y="445943"/>
                  </a:lnTo>
                  <a:close/>
                  <a:moveTo>
                    <a:pt x="834234" y="444429"/>
                  </a:moveTo>
                  <a:lnTo>
                    <a:pt x="833471" y="446444"/>
                  </a:lnTo>
                  <a:lnTo>
                    <a:pt x="835389" y="445943"/>
                  </a:lnTo>
                  <a:close/>
                  <a:moveTo>
                    <a:pt x="1675715" y="1312373"/>
                  </a:moveTo>
                  <a:lnTo>
                    <a:pt x="1731936" y="1356326"/>
                  </a:lnTo>
                  <a:lnTo>
                    <a:pt x="1747120" y="1290472"/>
                  </a:lnTo>
                  <a:close/>
                  <a:moveTo>
                    <a:pt x="1699629" y="1235535"/>
                  </a:moveTo>
                  <a:lnTo>
                    <a:pt x="1675715" y="1312373"/>
                  </a:lnTo>
                  <a:lnTo>
                    <a:pt x="1747120" y="1290472"/>
                  </a:lnTo>
                  <a:close/>
                  <a:moveTo>
                    <a:pt x="1014089" y="572438"/>
                  </a:moveTo>
                  <a:lnTo>
                    <a:pt x="1078168" y="534001"/>
                  </a:lnTo>
                  <a:lnTo>
                    <a:pt x="1026943" y="490222"/>
                  </a:lnTo>
                  <a:close/>
                  <a:moveTo>
                    <a:pt x="1703731" y="390059"/>
                  </a:moveTo>
                  <a:lnTo>
                    <a:pt x="1623085" y="429889"/>
                  </a:lnTo>
                  <a:lnTo>
                    <a:pt x="1654906" y="418692"/>
                  </a:lnTo>
                  <a:close/>
                  <a:moveTo>
                    <a:pt x="1739518" y="395823"/>
                  </a:moveTo>
                  <a:lnTo>
                    <a:pt x="1654906" y="418692"/>
                  </a:lnTo>
                  <a:lnTo>
                    <a:pt x="1764036" y="400332"/>
                  </a:lnTo>
                  <a:close/>
                  <a:moveTo>
                    <a:pt x="1764036" y="400332"/>
                  </a:moveTo>
                  <a:lnTo>
                    <a:pt x="1654906" y="418692"/>
                  </a:lnTo>
                  <a:lnTo>
                    <a:pt x="1639585" y="428888"/>
                  </a:lnTo>
                  <a:close/>
                  <a:moveTo>
                    <a:pt x="1764036" y="400332"/>
                  </a:moveTo>
                  <a:lnTo>
                    <a:pt x="1639585" y="428888"/>
                  </a:lnTo>
                  <a:lnTo>
                    <a:pt x="1704260" y="455495"/>
                  </a:lnTo>
                  <a:close/>
                  <a:moveTo>
                    <a:pt x="1703731" y="390059"/>
                  </a:moveTo>
                  <a:lnTo>
                    <a:pt x="1654906" y="418692"/>
                  </a:lnTo>
                  <a:lnTo>
                    <a:pt x="1739518" y="395823"/>
                  </a:lnTo>
                  <a:close/>
                  <a:moveTo>
                    <a:pt x="1720920" y="336476"/>
                  </a:moveTo>
                  <a:lnTo>
                    <a:pt x="1739518" y="395823"/>
                  </a:lnTo>
                  <a:lnTo>
                    <a:pt x="1780973" y="380255"/>
                  </a:lnTo>
                  <a:close/>
                  <a:moveTo>
                    <a:pt x="1739518" y="395823"/>
                  </a:moveTo>
                  <a:lnTo>
                    <a:pt x="1764036" y="400332"/>
                  </a:lnTo>
                  <a:lnTo>
                    <a:pt x="1780973" y="380255"/>
                  </a:lnTo>
                  <a:close/>
                  <a:moveTo>
                    <a:pt x="1764036" y="400332"/>
                  </a:moveTo>
                  <a:lnTo>
                    <a:pt x="1823517" y="407517"/>
                  </a:lnTo>
                  <a:lnTo>
                    <a:pt x="1780973" y="380255"/>
                  </a:lnTo>
                  <a:close/>
                  <a:moveTo>
                    <a:pt x="1823517" y="407517"/>
                  </a:moveTo>
                  <a:lnTo>
                    <a:pt x="1878942" y="341819"/>
                  </a:lnTo>
                  <a:lnTo>
                    <a:pt x="1780973" y="380255"/>
                  </a:lnTo>
                  <a:close/>
                  <a:moveTo>
                    <a:pt x="1878942" y="341819"/>
                  </a:moveTo>
                  <a:lnTo>
                    <a:pt x="1792731" y="298039"/>
                  </a:lnTo>
                  <a:lnTo>
                    <a:pt x="1780973" y="380255"/>
                  </a:lnTo>
                  <a:close/>
                  <a:moveTo>
                    <a:pt x="1615287" y="35859"/>
                  </a:moveTo>
                  <a:lnTo>
                    <a:pt x="1583796" y="51395"/>
                  </a:lnTo>
                  <a:lnTo>
                    <a:pt x="1645600" y="20970"/>
                  </a:lnTo>
                  <a:close/>
                  <a:moveTo>
                    <a:pt x="1683039" y="12958"/>
                  </a:moveTo>
                  <a:lnTo>
                    <a:pt x="1591282" y="33090"/>
                  </a:lnTo>
                  <a:lnTo>
                    <a:pt x="1615287" y="35859"/>
                  </a:lnTo>
                  <a:close/>
                  <a:moveTo>
                    <a:pt x="1714521" y="0"/>
                  </a:moveTo>
                  <a:lnTo>
                    <a:pt x="1683039" y="12958"/>
                  </a:lnTo>
                  <a:lnTo>
                    <a:pt x="1725589" y="6778"/>
                  </a:lnTo>
                  <a:close/>
                </a:path>
              </a:pathLst>
            </a:custGeom>
            <a:solidFill>
              <a:srgbClr val="E8ECEF"/>
            </a:solidFill>
            <a:ln w="1524">
              <a:solidFill>
                <a:srgbClr val="E8ECEF"/>
              </a:solidFill>
            </a:ln>
          </p:spPr>
        </p:sp>
        <p:sp>
          <p:nvSpPr>
            <p:cNvPr id="2118" name="Candidate_density__2117">
              <a:extLst>
                <a:ext uri="{FF2B5EF4-FFF2-40B4-BE49-F238E27FC236}">
                  <a16:creationId xmlns:a16="http://schemas.microsoft.com/office/drawing/2014/main" id="{594FE9A9-907E-7892-AAE3-B78439210DB0}"/>
                </a:ext>
              </a:extLst>
            </p:cNvPr>
            <p:cNvSpPr>
              <a:spLocks noGrp="1"/>
            </p:cNvSpPr>
            <p:nvPr/>
          </p:nvSpPr>
          <p:spPr>
            <a:xfrm>
              <a:off x="3806938" y="2180215"/>
              <a:ext cx="2495472" cy="1753300"/>
            </a:xfrm>
            <a:custGeom>
              <a:avLst/>
              <a:gdLst/>
              <a:ahLst/>
              <a:cxnLst/>
              <a:rect l="0" t="0" r="0" b="0"/>
              <a:pathLst>
                <a:path w="2495472" h="1753300">
                  <a:moveTo>
                    <a:pt x="791815" y="1753300"/>
                  </a:moveTo>
                  <a:lnTo>
                    <a:pt x="843324" y="1707299"/>
                  </a:lnTo>
                  <a:lnTo>
                    <a:pt x="846795" y="1700142"/>
                  </a:lnTo>
                  <a:close/>
                  <a:moveTo>
                    <a:pt x="15343" y="795775"/>
                  </a:moveTo>
                  <a:lnTo>
                    <a:pt x="0" y="834212"/>
                  </a:lnTo>
                  <a:lnTo>
                    <a:pt x="67674" y="717806"/>
                  </a:lnTo>
                  <a:close/>
                  <a:moveTo>
                    <a:pt x="791815" y="1753300"/>
                  </a:moveTo>
                  <a:lnTo>
                    <a:pt x="846795" y="1700142"/>
                  </a:lnTo>
                  <a:lnTo>
                    <a:pt x="907992" y="1693807"/>
                  </a:lnTo>
                  <a:close/>
                  <a:moveTo>
                    <a:pt x="22131" y="789163"/>
                  </a:moveTo>
                  <a:lnTo>
                    <a:pt x="14839" y="798921"/>
                  </a:lnTo>
                  <a:lnTo>
                    <a:pt x="15343" y="795775"/>
                  </a:lnTo>
                  <a:close/>
                  <a:moveTo>
                    <a:pt x="635353" y="844896"/>
                  </a:moveTo>
                  <a:lnTo>
                    <a:pt x="634329" y="855194"/>
                  </a:lnTo>
                  <a:lnTo>
                    <a:pt x="645485" y="839250"/>
                  </a:lnTo>
                  <a:close/>
                  <a:moveTo>
                    <a:pt x="645485" y="839250"/>
                  </a:moveTo>
                  <a:lnTo>
                    <a:pt x="666785" y="728715"/>
                  </a:lnTo>
                  <a:lnTo>
                    <a:pt x="635353" y="844896"/>
                  </a:lnTo>
                  <a:close/>
                  <a:moveTo>
                    <a:pt x="678267" y="746612"/>
                  </a:moveTo>
                  <a:lnTo>
                    <a:pt x="655181" y="838241"/>
                  </a:lnTo>
                  <a:lnTo>
                    <a:pt x="635353" y="844896"/>
                  </a:lnTo>
                  <a:close/>
                  <a:moveTo>
                    <a:pt x="666785" y="728715"/>
                  </a:moveTo>
                  <a:lnTo>
                    <a:pt x="645485" y="839250"/>
                  </a:lnTo>
                  <a:lnTo>
                    <a:pt x="693686" y="762681"/>
                  </a:lnTo>
                  <a:close/>
                  <a:moveTo>
                    <a:pt x="1287179" y="1179098"/>
                  </a:moveTo>
                  <a:lnTo>
                    <a:pt x="1263028" y="1247586"/>
                  </a:lnTo>
                  <a:lnTo>
                    <a:pt x="1241706" y="1244727"/>
                  </a:lnTo>
                  <a:close/>
                  <a:moveTo>
                    <a:pt x="836643" y="566235"/>
                  </a:moveTo>
                  <a:lnTo>
                    <a:pt x="845357" y="504539"/>
                  </a:lnTo>
                  <a:lnTo>
                    <a:pt x="812469" y="539310"/>
                  </a:lnTo>
                  <a:close/>
                  <a:moveTo>
                    <a:pt x="1669943" y="439989"/>
                  </a:moveTo>
                  <a:lnTo>
                    <a:pt x="1739816" y="422575"/>
                  </a:lnTo>
                  <a:lnTo>
                    <a:pt x="1789212" y="392055"/>
                  </a:lnTo>
                  <a:close/>
                  <a:moveTo>
                    <a:pt x="1872033" y="11019"/>
                  </a:moveTo>
                  <a:lnTo>
                    <a:pt x="1774813" y="33461"/>
                  </a:lnTo>
                  <a:lnTo>
                    <a:pt x="1876632" y="9840"/>
                  </a:lnTo>
                  <a:close/>
                  <a:moveTo>
                    <a:pt x="1876632" y="9840"/>
                  </a:moveTo>
                  <a:lnTo>
                    <a:pt x="1774813" y="33461"/>
                  </a:lnTo>
                  <a:lnTo>
                    <a:pt x="1752227" y="38574"/>
                  </a:lnTo>
                  <a:close/>
                  <a:moveTo>
                    <a:pt x="1872033" y="11019"/>
                  </a:moveTo>
                  <a:lnTo>
                    <a:pt x="1880715" y="7955"/>
                  </a:lnTo>
                  <a:lnTo>
                    <a:pt x="1931558" y="0"/>
                  </a:lnTo>
                  <a:close/>
                  <a:moveTo>
                    <a:pt x="1931558" y="0"/>
                  </a:moveTo>
                  <a:lnTo>
                    <a:pt x="1880715" y="7955"/>
                  </a:lnTo>
                  <a:lnTo>
                    <a:pt x="1961661" y="49091"/>
                  </a:lnTo>
                  <a:close/>
                  <a:moveTo>
                    <a:pt x="2393002" y="180225"/>
                  </a:moveTo>
                  <a:lnTo>
                    <a:pt x="2419497" y="215831"/>
                  </a:lnTo>
                  <a:lnTo>
                    <a:pt x="2447296" y="150573"/>
                  </a:lnTo>
                  <a:close/>
                  <a:moveTo>
                    <a:pt x="2365831" y="256302"/>
                  </a:moveTo>
                  <a:lnTo>
                    <a:pt x="2419497" y="215831"/>
                  </a:lnTo>
                  <a:lnTo>
                    <a:pt x="2393002" y="180225"/>
                  </a:lnTo>
                  <a:close/>
                  <a:moveTo>
                    <a:pt x="2447296" y="150573"/>
                  </a:moveTo>
                  <a:lnTo>
                    <a:pt x="2419497" y="215831"/>
                  </a:lnTo>
                  <a:lnTo>
                    <a:pt x="2450415" y="180792"/>
                  </a:lnTo>
                  <a:close/>
                  <a:moveTo>
                    <a:pt x="2447296" y="150573"/>
                  </a:moveTo>
                  <a:lnTo>
                    <a:pt x="2463756" y="102653"/>
                  </a:lnTo>
                  <a:lnTo>
                    <a:pt x="2453168" y="126521"/>
                  </a:lnTo>
                  <a:close/>
                  <a:moveTo>
                    <a:pt x="2437023" y="142356"/>
                  </a:moveTo>
                  <a:lnTo>
                    <a:pt x="2447296" y="150573"/>
                  </a:lnTo>
                  <a:lnTo>
                    <a:pt x="2453168" y="126521"/>
                  </a:lnTo>
                  <a:close/>
                  <a:moveTo>
                    <a:pt x="2478735" y="60140"/>
                  </a:moveTo>
                  <a:lnTo>
                    <a:pt x="2495472" y="69485"/>
                  </a:lnTo>
                  <a:lnTo>
                    <a:pt x="2453168" y="126521"/>
                  </a:lnTo>
                  <a:close/>
                </a:path>
              </a:pathLst>
            </a:custGeom>
            <a:solidFill>
              <a:srgbClr val="D0D7DD"/>
            </a:solidFill>
            <a:ln w="1524">
              <a:solidFill>
                <a:srgbClr val="D0D7DD"/>
              </a:solidFill>
            </a:ln>
          </p:spPr>
        </p:sp>
        <p:sp>
          <p:nvSpPr>
            <p:cNvPr id="2119" name="Candidate_density__2118">
              <a:extLst>
                <a:ext uri="{FF2B5EF4-FFF2-40B4-BE49-F238E27FC236}">
                  <a16:creationId xmlns:a16="http://schemas.microsoft.com/office/drawing/2014/main" id="{CBC1FE1D-27A4-776E-3A69-91230DDA8C91}"/>
                </a:ext>
              </a:extLst>
            </p:cNvPr>
            <p:cNvSpPr>
              <a:spLocks noGrp="1"/>
            </p:cNvSpPr>
            <p:nvPr/>
          </p:nvSpPr>
          <p:spPr>
            <a:xfrm>
              <a:off x="5102928" y="3035795"/>
              <a:ext cx="39239" cy="38437"/>
            </a:xfrm>
            <a:custGeom>
              <a:avLst/>
              <a:gdLst/>
              <a:ahLst/>
              <a:cxnLst/>
              <a:rect l="0" t="0" r="0" b="0"/>
              <a:pathLst>
                <a:path w="39239" h="38437">
                  <a:moveTo>
                    <a:pt x="0" y="38437"/>
                  </a:moveTo>
                  <a:lnTo>
                    <a:pt x="39239" y="0"/>
                  </a:lnTo>
                  <a:lnTo>
                    <a:pt x="33177" y="7084"/>
                  </a:lnTo>
                  <a:close/>
                </a:path>
              </a:pathLst>
            </a:custGeom>
            <a:solidFill>
              <a:srgbClr val="CDD4DA"/>
            </a:solidFill>
            <a:ln w="1524">
              <a:solidFill>
                <a:srgbClr val="CDD4DA"/>
              </a:solidFill>
            </a:ln>
          </p:spPr>
        </p:sp>
        <p:sp>
          <p:nvSpPr>
            <p:cNvPr id="2120" name="Candidate_density__2119">
              <a:extLst>
                <a:ext uri="{FF2B5EF4-FFF2-40B4-BE49-F238E27FC236}">
                  <a16:creationId xmlns:a16="http://schemas.microsoft.com/office/drawing/2014/main" id="{965A6C2A-2778-8E62-F10B-DD630AF9A706}"/>
                </a:ext>
              </a:extLst>
            </p:cNvPr>
            <p:cNvSpPr>
              <a:spLocks noGrp="1"/>
            </p:cNvSpPr>
            <p:nvPr/>
          </p:nvSpPr>
          <p:spPr>
            <a:xfrm>
              <a:off x="3473643" y="1757458"/>
              <a:ext cx="2879382" cy="2198494"/>
            </a:xfrm>
            <a:custGeom>
              <a:avLst/>
              <a:gdLst/>
              <a:ahLst/>
              <a:cxnLst/>
              <a:rect l="0" t="0" r="0" b="0"/>
              <a:pathLst>
                <a:path w="2879382" h="2198494">
                  <a:moveTo>
                    <a:pt x="0" y="1295405"/>
                  </a:moveTo>
                  <a:lnTo>
                    <a:pt x="8839" y="1311913"/>
                  </a:lnTo>
                  <a:lnTo>
                    <a:pt x="40708" y="1338637"/>
                  </a:lnTo>
                  <a:close/>
                  <a:moveTo>
                    <a:pt x="696339" y="1996905"/>
                  </a:moveTo>
                  <a:lnTo>
                    <a:pt x="660706" y="2035341"/>
                  </a:lnTo>
                  <a:lnTo>
                    <a:pt x="678567" y="2051541"/>
                  </a:lnTo>
                  <a:close/>
                  <a:moveTo>
                    <a:pt x="0" y="1295405"/>
                  </a:moveTo>
                  <a:lnTo>
                    <a:pt x="40708" y="1338637"/>
                  </a:lnTo>
                  <a:lnTo>
                    <a:pt x="66859" y="1339183"/>
                  </a:lnTo>
                  <a:close/>
                  <a:moveTo>
                    <a:pt x="11082" y="1256969"/>
                  </a:moveTo>
                  <a:lnTo>
                    <a:pt x="0" y="1295405"/>
                  </a:lnTo>
                  <a:lnTo>
                    <a:pt x="66859" y="1339183"/>
                  </a:lnTo>
                  <a:close/>
                  <a:moveTo>
                    <a:pt x="1041886" y="2143553"/>
                  </a:moveTo>
                  <a:lnTo>
                    <a:pt x="1125110" y="2176056"/>
                  </a:lnTo>
                  <a:lnTo>
                    <a:pt x="1167663" y="2119953"/>
                  </a:lnTo>
                  <a:close/>
                  <a:moveTo>
                    <a:pt x="750955" y="1755601"/>
                  </a:moveTo>
                  <a:lnTo>
                    <a:pt x="709190" y="1706645"/>
                  </a:lnTo>
                  <a:lnTo>
                    <a:pt x="749276" y="1774148"/>
                  </a:lnTo>
                  <a:close/>
                  <a:moveTo>
                    <a:pt x="1359516" y="2128240"/>
                  </a:moveTo>
                  <a:lnTo>
                    <a:pt x="1337731" y="2198494"/>
                  </a:lnTo>
                  <a:lnTo>
                    <a:pt x="1379377" y="2138997"/>
                  </a:lnTo>
                  <a:close/>
                  <a:moveTo>
                    <a:pt x="1167663" y="2119953"/>
                  </a:moveTo>
                  <a:lnTo>
                    <a:pt x="1212046" y="2070692"/>
                  </a:lnTo>
                  <a:lnTo>
                    <a:pt x="1086229" y="2094143"/>
                  </a:lnTo>
                  <a:close/>
                  <a:moveTo>
                    <a:pt x="1212046" y="2070692"/>
                  </a:moveTo>
                  <a:lnTo>
                    <a:pt x="1167663" y="2119953"/>
                  </a:lnTo>
                  <a:lnTo>
                    <a:pt x="1292925" y="2094428"/>
                  </a:lnTo>
                  <a:close/>
                  <a:moveTo>
                    <a:pt x="981829" y="1906456"/>
                  </a:moveTo>
                  <a:lnTo>
                    <a:pt x="974744" y="1955977"/>
                  </a:lnTo>
                  <a:lnTo>
                    <a:pt x="1016313" y="1920031"/>
                  </a:lnTo>
                  <a:close/>
                  <a:moveTo>
                    <a:pt x="952083" y="1830546"/>
                  </a:moveTo>
                  <a:lnTo>
                    <a:pt x="1016313" y="1920031"/>
                  </a:lnTo>
                  <a:lnTo>
                    <a:pt x="973667" y="1837816"/>
                  </a:lnTo>
                  <a:close/>
                  <a:moveTo>
                    <a:pt x="981829" y="1906456"/>
                  </a:moveTo>
                  <a:lnTo>
                    <a:pt x="1016313" y="1920031"/>
                  </a:lnTo>
                  <a:lnTo>
                    <a:pt x="952083" y="1830546"/>
                  </a:lnTo>
                  <a:close/>
                  <a:moveTo>
                    <a:pt x="950856" y="1755601"/>
                  </a:moveTo>
                  <a:lnTo>
                    <a:pt x="952083" y="1830546"/>
                  </a:lnTo>
                  <a:lnTo>
                    <a:pt x="973667" y="1837816"/>
                  </a:lnTo>
                  <a:close/>
                  <a:moveTo>
                    <a:pt x="1059088" y="1777466"/>
                  </a:moveTo>
                  <a:lnTo>
                    <a:pt x="952083" y="1830546"/>
                  </a:lnTo>
                  <a:lnTo>
                    <a:pt x="950856" y="1755601"/>
                  </a:lnTo>
                  <a:close/>
                  <a:moveTo>
                    <a:pt x="979689" y="1759264"/>
                  </a:moveTo>
                  <a:lnTo>
                    <a:pt x="952083" y="1830546"/>
                  </a:lnTo>
                  <a:lnTo>
                    <a:pt x="1059088" y="1777466"/>
                  </a:lnTo>
                  <a:close/>
                  <a:moveTo>
                    <a:pt x="785725" y="1591171"/>
                  </a:moveTo>
                  <a:lnTo>
                    <a:pt x="756028" y="1470520"/>
                  </a:lnTo>
                  <a:lnTo>
                    <a:pt x="728073" y="1508956"/>
                  </a:lnTo>
                  <a:close/>
                  <a:moveTo>
                    <a:pt x="629590" y="1501476"/>
                  </a:moveTo>
                  <a:lnTo>
                    <a:pt x="705734" y="1507508"/>
                  </a:lnTo>
                  <a:lnTo>
                    <a:pt x="750452" y="1459500"/>
                  </a:lnTo>
                  <a:close/>
                  <a:moveTo>
                    <a:pt x="1359516" y="2128240"/>
                  </a:moveTo>
                  <a:lnTo>
                    <a:pt x="1379377" y="2138997"/>
                  </a:lnTo>
                  <a:lnTo>
                    <a:pt x="1382676" y="2123219"/>
                  </a:lnTo>
                  <a:close/>
                  <a:moveTo>
                    <a:pt x="1382676" y="2123219"/>
                  </a:moveTo>
                  <a:lnTo>
                    <a:pt x="1292925" y="2094428"/>
                  </a:lnTo>
                  <a:lnTo>
                    <a:pt x="1359516" y="2128240"/>
                  </a:lnTo>
                  <a:close/>
                  <a:moveTo>
                    <a:pt x="1471118" y="2111909"/>
                  </a:moveTo>
                  <a:lnTo>
                    <a:pt x="1379377" y="2138997"/>
                  </a:lnTo>
                  <a:lnTo>
                    <a:pt x="1459984" y="2161719"/>
                  </a:lnTo>
                  <a:close/>
                  <a:moveTo>
                    <a:pt x="1471118" y="2111909"/>
                  </a:moveTo>
                  <a:lnTo>
                    <a:pt x="1382676" y="2123219"/>
                  </a:lnTo>
                  <a:lnTo>
                    <a:pt x="1379377" y="2138997"/>
                  </a:lnTo>
                  <a:close/>
                  <a:moveTo>
                    <a:pt x="1293660" y="1934811"/>
                  </a:moveTo>
                  <a:lnTo>
                    <a:pt x="1295949" y="1890530"/>
                  </a:lnTo>
                  <a:lnTo>
                    <a:pt x="1230020" y="1922690"/>
                  </a:lnTo>
                  <a:close/>
                  <a:moveTo>
                    <a:pt x="1341069" y="1843159"/>
                  </a:moveTo>
                  <a:lnTo>
                    <a:pt x="1295949" y="1890530"/>
                  </a:lnTo>
                  <a:lnTo>
                    <a:pt x="1353065" y="1847016"/>
                  </a:lnTo>
                  <a:close/>
                  <a:moveTo>
                    <a:pt x="1353065" y="1847016"/>
                  </a:moveTo>
                  <a:lnTo>
                    <a:pt x="1295949" y="1890530"/>
                  </a:lnTo>
                  <a:lnTo>
                    <a:pt x="1293660" y="1934811"/>
                  </a:lnTo>
                  <a:close/>
                  <a:moveTo>
                    <a:pt x="1060173" y="1566320"/>
                  </a:moveTo>
                  <a:lnTo>
                    <a:pt x="1007205" y="1583485"/>
                  </a:lnTo>
                  <a:lnTo>
                    <a:pt x="994596" y="1514298"/>
                  </a:lnTo>
                  <a:close/>
                  <a:moveTo>
                    <a:pt x="1322918" y="1776161"/>
                  </a:moveTo>
                  <a:lnTo>
                    <a:pt x="1341069" y="1843159"/>
                  </a:lnTo>
                  <a:lnTo>
                    <a:pt x="1355583" y="1834834"/>
                  </a:lnTo>
                  <a:close/>
                  <a:moveTo>
                    <a:pt x="1322918" y="1776161"/>
                  </a:moveTo>
                  <a:lnTo>
                    <a:pt x="1355583" y="1834834"/>
                  </a:lnTo>
                  <a:lnTo>
                    <a:pt x="1397004" y="1774497"/>
                  </a:lnTo>
                  <a:close/>
                  <a:moveTo>
                    <a:pt x="1355583" y="1834834"/>
                  </a:moveTo>
                  <a:lnTo>
                    <a:pt x="1464361" y="1747678"/>
                  </a:lnTo>
                  <a:lnTo>
                    <a:pt x="1397004" y="1774497"/>
                  </a:lnTo>
                  <a:close/>
                  <a:moveTo>
                    <a:pt x="751366" y="982571"/>
                  </a:moveTo>
                  <a:lnTo>
                    <a:pt x="765271" y="1020999"/>
                  </a:lnTo>
                  <a:lnTo>
                    <a:pt x="823559" y="1023770"/>
                  </a:lnTo>
                  <a:close/>
                  <a:moveTo>
                    <a:pt x="1407871" y="1602275"/>
                  </a:moveTo>
                  <a:lnTo>
                    <a:pt x="1473778" y="1709377"/>
                  </a:lnTo>
                  <a:lnTo>
                    <a:pt x="1407121" y="1640292"/>
                  </a:lnTo>
                  <a:close/>
                  <a:moveTo>
                    <a:pt x="1422163" y="1690748"/>
                  </a:moveTo>
                  <a:lnTo>
                    <a:pt x="1473778" y="1709377"/>
                  </a:lnTo>
                  <a:lnTo>
                    <a:pt x="1407871" y="1602275"/>
                  </a:lnTo>
                  <a:close/>
                  <a:moveTo>
                    <a:pt x="1296158" y="1532411"/>
                  </a:moveTo>
                  <a:lnTo>
                    <a:pt x="1357867" y="1542835"/>
                  </a:lnTo>
                  <a:lnTo>
                    <a:pt x="1344170" y="1453878"/>
                  </a:lnTo>
                  <a:close/>
                  <a:moveTo>
                    <a:pt x="1296158" y="1532411"/>
                  </a:moveTo>
                  <a:lnTo>
                    <a:pt x="1344170" y="1453878"/>
                  </a:lnTo>
                  <a:lnTo>
                    <a:pt x="1283394" y="1442696"/>
                  </a:lnTo>
                  <a:close/>
                  <a:moveTo>
                    <a:pt x="823559" y="1023770"/>
                  </a:moveTo>
                  <a:lnTo>
                    <a:pt x="872313" y="1064786"/>
                  </a:lnTo>
                  <a:lnTo>
                    <a:pt x="873337" y="1033237"/>
                  </a:lnTo>
                  <a:close/>
                  <a:moveTo>
                    <a:pt x="780887" y="944134"/>
                  </a:moveTo>
                  <a:lnTo>
                    <a:pt x="716758" y="982571"/>
                  </a:lnTo>
                  <a:lnTo>
                    <a:pt x="714521" y="900356"/>
                  </a:lnTo>
                  <a:close/>
                  <a:moveTo>
                    <a:pt x="1009816" y="1108565"/>
                  </a:moveTo>
                  <a:lnTo>
                    <a:pt x="1000685" y="1026350"/>
                  </a:lnTo>
                  <a:lnTo>
                    <a:pt x="1023782" y="1063310"/>
                  </a:lnTo>
                  <a:close/>
                  <a:moveTo>
                    <a:pt x="1068013" y="734822"/>
                  </a:moveTo>
                  <a:lnTo>
                    <a:pt x="1046732" y="713176"/>
                  </a:lnTo>
                  <a:lnTo>
                    <a:pt x="1017066" y="702831"/>
                  </a:lnTo>
                  <a:close/>
                  <a:moveTo>
                    <a:pt x="1017066" y="702831"/>
                  </a:moveTo>
                  <a:lnTo>
                    <a:pt x="1097407" y="772071"/>
                  </a:lnTo>
                  <a:lnTo>
                    <a:pt x="1068013" y="734822"/>
                  </a:lnTo>
                  <a:close/>
                  <a:moveTo>
                    <a:pt x="2037862" y="1650976"/>
                  </a:moveTo>
                  <a:lnTo>
                    <a:pt x="2037718" y="1653957"/>
                  </a:lnTo>
                  <a:lnTo>
                    <a:pt x="2042364" y="1654639"/>
                  </a:lnTo>
                  <a:close/>
                  <a:moveTo>
                    <a:pt x="2126552" y="1690742"/>
                  </a:moveTo>
                  <a:lnTo>
                    <a:pt x="2042364" y="1654639"/>
                  </a:lnTo>
                  <a:lnTo>
                    <a:pt x="2037718" y="1653957"/>
                  </a:lnTo>
                  <a:close/>
                  <a:moveTo>
                    <a:pt x="2085757" y="1612540"/>
                  </a:moveTo>
                  <a:lnTo>
                    <a:pt x="2037862" y="1650976"/>
                  </a:lnTo>
                  <a:lnTo>
                    <a:pt x="2042364" y="1654639"/>
                  </a:lnTo>
                  <a:close/>
                  <a:moveTo>
                    <a:pt x="2042364" y="1654639"/>
                  </a:moveTo>
                  <a:lnTo>
                    <a:pt x="2126552" y="1690742"/>
                  </a:lnTo>
                  <a:lnTo>
                    <a:pt x="2168281" y="1631563"/>
                  </a:lnTo>
                  <a:close/>
                  <a:moveTo>
                    <a:pt x="2168281" y="1631563"/>
                  </a:moveTo>
                  <a:lnTo>
                    <a:pt x="2126552" y="1690742"/>
                  </a:lnTo>
                  <a:lnTo>
                    <a:pt x="2253308" y="1670805"/>
                  </a:lnTo>
                  <a:close/>
                  <a:moveTo>
                    <a:pt x="2153307" y="1420393"/>
                  </a:moveTo>
                  <a:lnTo>
                    <a:pt x="2171894" y="1429865"/>
                  </a:lnTo>
                  <a:lnTo>
                    <a:pt x="2134223" y="1409673"/>
                  </a:lnTo>
                  <a:close/>
                  <a:moveTo>
                    <a:pt x="2035176" y="1355748"/>
                  </a:moveTo>
                  <a:lnTo>
                    <a:pt x="2070647" y="1427003"/>
                  </a:lnTo>
                  <a:lnTo>
                    <a:pt x="2108658" y="1408638"/>
                  </a:lnTo>
                  <a:close/>
                  <a:moveTo>
                    <a:pt x="2108658" y="1408638"/>
                  </a:moveTo>
                  <a:lnTo>
                    <a:pt x="2070647" y="1427003"/>
                  </a:lnTo>
                  <a:lnTo>
                    <a:pt x="2073121" y="1448109"/>
                  </a:lnTo>
                  <a:close/>
                  <a:moveTo>
                    <a:pt x="2110024" y="1327458"/>
                  </a:moveTo>
                  <a:lnTo>
                    <a:pt x="2035176" y="1355748"/>
                  </a:lnTo>
                  <a:lnTo>
                    <a:pt x="2108658" y="1408638"/>
                  </a:lnTo>
                  <a:close/>
                  <a:moveTo>
                    <a:pt x="2134223" y="1409673"/>
                  </a:moveTo>
                  <a:lnTo>
                    <a:pt x="2110024" y="1327458"/>
                  </a:lnTo>
                  <a:lnTo>
                    <a:pt x="2108658" y="1408638"/>
                  </a:lnTo>
                  <a:close/>
                  <a:moveTo>
                    <a:pt x="2171894" y="1429865"/>
                  </a:moveTo>
                  <a:lnTo>
                    <a:pt x="2258575" y="1475295"/>
                  </a:lnTo>
                  <a:lnTo>
                    <a:pt x="2305267" y="1434666"/>
                  </a:lnTo>
                  <a:close/>
                  <a:moveTo>
                    <a:pt x="2218386" y="1388491"/>
                  </a:moveTo>
                  <a:lnTo>
                    <a:pt x="2171894" y="1429865"/>
                  </a:lnTo>
                  <a:lnTo>
                    <a:pt x="2305267" y="1434666"/>
                  </a:lnTo>
                  <a:close/>
                  <a:moveTo>
                    <a:pt x="2024718" y="1163028"/>
                  </a:moveTo>
                  <a:lnTo>
                    <a:pt x="2026465" y="1162645"/>
                  </a:lnTo>
                  <a:lnTo>
                    <a:pt x="1947700" y="1148958"/>
                  </a:lnTo>
                  <a:close/>
                  <a:moveTo>
                    <a:pt x="1947700" y="1148958"/>
                  </a:moveTo>
                  <a:lnTo>
                    <a:pt x="2026465" y="1162645"/>
                  </a:lnTo>
                  <a:lnTo>
                    <a:pt x="2051612" y="1043606"/>
                  </a:lnTo>
                  <a:close/>
                  <a:moveTo>
                    <a:pt x="1947700" y="1148958"/>
                  </a:moveTo>
                  <a:lnTo>
                    <a:pt x="2051612" y="1043606"/>
                  </a:lnTo>
                  <a:lnTo>
                    <a:pt x="1986012" y="1076996"/>
                  </a:lnTo>
                  <a:close/>
                  <a:moveTo>
                    <a:pt x="2051612" y="1043606"/>
                  </a:moveTo>
                  <a:lnTo>
                    <a:pt x="2026465" y="1162645"/>
                  </a:lnTo>
                  <a:lnTo>
                    <a:pt x="2051837" y="1042376"/>
                  </a:lnTo>
                  <a:close/>
                  <a:moveTo>
                    <a:pt x="1893499" y="1009763"/>
                  </a:moveTo>
                  <a:lnTo>
                    <a:pt x="1845773" y="988176"/>
                  </a:lnTo>
                  <a:lnTo>
                    <a:pt x="1927984" y="960161"/>
                  </a:lnTo>
                  <a:close/>
                  <a:moveTo>
                    <a:pt x="1744633" y="916382"/>
                  </a:moveTo>
                  <a:lnTo>
                    <a:pt x="1845773" y="988176"/>
                  </a:lnTo>
                  <a:lnTo>
                    <a:pt x="1758630" y="898337"/>
                  </a:lnTo>
                  <a:close/>
                  <a:moveTo>
                    <a:pt x="1946592" y="929611"/>
                  </a:moveTo>
                  <a:lnTo>
                    <a:pt x="1845773" y="988176"/>
                  </a:lnTo>
                  <a:lnTo>
                    <a:pt x="1830552" y="989618"/>
                  </a:lnTo>
                  <a:close/>
                  <a:moveTo>
                    <a:pt x="2051619" y="1042103"/>
                  </a:moveTo>
                  <a:lnTo>
                    <a:pt x="2051612" y="1043606"/>
                  </a:lnTo>
                  <a:lnTo>
                    <a:pt x="2051837" y="1042376"/>
                  </a:lnTo>
                  <a:close/>
                  <a:moveTo>
                    <a:pt x="2051619" y="1042103"/>
                  </a:moveTo>
                  <a:lnTo>
                    <a:pt x="2051837" y="1042376"/>
                  </a:lnTo>
                  <a:lnTo>
                    <a:pt x="2050986" y="1041266"/>
                  </a:lnTo>
                  <a:close/>
                  <a:moveTo>
                    <a:pt x="2443049" y="1306022"/>
                  </a:moveTo>
                  <a:lnTo>
                    <a:pt x="2510453" y="1311816"/>
                  </a:lnTo>
                  <a:lnTo>
                    <a:pt x="2469338" y="1245149"/>
                  </a:lnTo>
                  <a:close/>
                  <a:moveTo>
                    <a:pt x="2443049" y="1306022"/>
                  </a:moveTo>
                  <a:lnTo>
                    <a:pt x="2469338" y="1245149"/>
                  </a:lnTo>
                  <a:lnTo>
                    <a:pt x="2425374" y="1220299"/>
                  </a:lnTo>
                  <a:close/>
                  <a:moveTo>
                    <a:pt x="2566477" y="1326861"/>
                  </a:moveTo>
                  <a:lnTo>
                    <a:pt x="2510453" y="1311816"/>
                  </a:lnTo>
                  <a:lnTo>
                    <a:pt x="2499949" y="1390032"/>
                  </a:lnTo>
                  <a:close/>
                  <a:moveTo>
                    <a:pt x="2510453" y="1311816"/>
                  </a:moveTo>
                  <a:lnTo>
                    <a:pt x="2566477" y="1326861"/>
                  </a:lnTo>
                  <a:lnTo>
                    <a:pt x="2469338" y="1245149"/>
                  </a:lnTo>
                  <a:close/>
                  <a:moveTo>
                    <a:pt x="2425374" y="1220299"/>
                  </a:moveTo>
                  <a:lnTo>
                    <a:pt x="2469338" y="1245149"/>
                  </a:lnTo>
                  <a:lnTo>
                    <a:pt x="2457072" y="1229719"/>
                  </a:lnTo>
                  <a:close/>
                  <a:moveTo>
                    <a:pt x="2040279" y="636643"/>
                  </a:moveTo>
                  <a:lnTo>
                    <a:pt x="1973243" y="644860"/>
                  </a:lnTo>
                  <a:lnTo>
                    <a:pt x="2003910" y="720021"/>
                  </a:lnTo>
                  <a:close/>
                  <a:moveTo>
                    <a:pt x="1973243" y="644860"/>
                  </a:moveTo>
                  <a:lnTo>
                    <a:pt x="2040279" y="636643"/>
                  </a:lnTo>
                  <a:lnTo>
                    <a:pt x="1977487" y="614719"/>
                  </a:lnTo>
                  <a:close/>
                  <a:moveTo>
                    <a:pt x="2237162" y="598206"/>
                  </a:moveTo>
                  <a:lnTo>
                    <a:pt x="2141002" y="668757"/>
                  </a:lnTo>
                  <a:lnTo>
                    <a:pt x="2143903" y="627300"/>
                  </a:lnTo>
                  <a:close/>
                  <a:moveTo>
                    <a:pt x="2077667" y="620558"/>
                  </a:moveTo>
                  <a:lnTo>
                    <a:pt x="2091415" y="636643"/>
                  </a:lnTo>
                  <a:lnTo>
                    <a:pt x="2115524" y="573500"/>
                  </a:lnTo>
                  <a:close/>
                  <a:moveTo>
                    <a:pt x="2016415" y="269985"/>
                  </a:moveTo>
                  <a:lnTo>
                    <a:pt x="1930843" y="225121"/>
                  </a:lnTo>
                  <a:lnTo>
                    <a:pt x="2005674" y="269346"/>
                  </a:lnTo>
                  <a:close/>
                  <a:moveTo>
                    <a:pt x="2024067" y="295012"/>
                  </a:moveTo>
                  <a:lnTo>
                    <a:pt x="2005674" y="269346"/>
                  </a:lnTo>
                  <a:lnTo>
                    <a:pt x="2016870" y="230910"/>
                  </a:lnTo>
                  <a:close/>
                  <a:moveTo>
                    <a:pt x="2016624" y="267187"/>
                  </a:moveTo>
                  <a:lnTo>
                    <a:pt x="2128035" y="189871"/>
                  </a:lnTo>
                  <a:lnTo>
                    <a:pt x="2050120" y="177221"/>
                  </a:lnTo>
                  <a:close/>
                  <a:moveTo>
                    <a:pt x="2622301" y="80372"/>
                  </a:moveTo>
                  <a:lnTo>
                    <a:pt x="2649139" y="19053"/>
                  </a:lnTo>
                  <a:lnTo>
                    <a:pt x="2598044" y="0"/>
                  </a:lnTo>
                  <a:close/>
                  <a:moveTo>
                    <a:pt x="2833955" y="229668"/>
                  </a:moveTo>
                  <a:lnTo>
                    <a:pt x="2862898" y="306231"/>
                  </a:lnTo>
                  <a:lnTo>
                    <a:pt x="2879382" y="323809"/>
                  </a:lnTo>
                  <a:close/>
                  <a:moveTo>
                    <a:pt x="2833955" y="229668"/>
                  </a:moveTo>
                  <a:lnTo>
                    <a:pt x="2845404" y="241594"/>
                  </a:lnTo>
                  <a:lnTo>
                    <a:pt x="2803934" y="184191"/>
                  </a:lnTo>
                  <a:close/>
                </a:path>
              </a:pathLst>
            </a:custGeom>
            <a:solidFill>
              <a:srgbClr val="DCE1E6"/>
            </a:solidFill>
            <a:ln w="1524">
              <a:solidFill>
                <a:srgbClr val="DCE1E6"/>
              </a:solidFill>
            </a:ln>
          </p:spPr>
        </p:sp>
        <p:sp>
          <p:nvSpPr>
            <p:cNvPr id="2121" name="Candidate_density__2120">
              <a:extLst>
                <a:ext uri="{FF2B5EF4-FFF2-40B4-BE49-F238E27FC236}">
                  <a16:creationId xmlns:a16="http://schemas.microsoft.com/office/drawing/2014/main" id="{466802E4-EB4A-07EF-F1A5-976B0426E29A}"/>
                </a:ext>
              </a:extLst>
            </p:cNvPr>
            <p:cNvSpPr>
              <a:spLocks noGrp="1"/>
            </p:cNvSpPr>
            <p:nvPr/>
          </p:nvSpPr>
          <p:spPr>
            <a:xfrm>
              <a:off x="3470234" y="1679497"/>
              <a:ext cx="2837363" cy="2221514"/>
            </a:xfrm>
            <a:custGeom>
              <a:avLst/>
              <a:gdLst/>
              <a:ahLst/>
              <a:cxnLst/>
              <a:rect l="0" t="0" r="0" b="0"/>
              <a:pathLst>
                <a:path w="2837363" h="2221514">
                  <a:moveTo>
                    <a:pt x="699747" y="2074866"/>
                  </a:moveTo>
                  <a:lnTo>
                    <a:pt x="681975" y="2129502"/>
                  </a:lnTo>
                  <a:lnTo>
                    <a:pt x="733428" y="2106677"/>
                  </a:lnTo>
                  <a:close/>
                  <a:moveTo>
                    <a:pt x="621890" y="2031087"/>
                  </a:moveTo>
                  <a:lnTo>
                    <a:pt x="664114" y="2113302"/>
                  </a:lnTo>
                  <a:lnTo>
                    <a:pt x="699747" y="2074866"/>
                  </a:lnTo>
                  <a:close/>
                  <a:moveTo>
                    <a:pt x="0" y="1291151"/>
                  </a:moveTo>
                  <a:lnTo>
                    <a:pt x="3408" y="1373366"/>
                  </a:lnTo>
                  <a:lnTo>
                    <a:pt x="14490" y="1334930"/>
                  </a:lnTo>
                  <a:close/>
                  <a:moveTo>
                    <a:pt x="865450" y="2106422"/>
                  </a:moveTo>
                  <a:lnTo>
                    <a:pt x="779037" y="2036429"/>
                  </a:lnTo>
                  <a:lnTo>
                    <a:pt x="733428" y="2106677"/>
                  </a:lnTo>
                  <a:close/>
                  <a:moveTo>
                    <a:pt x="1024420" y="2200860"/>
                  </a:moveTo>
                  <a:lnTo>
                    <a:pt x="1014774" y="2221181"/>
                  </a:lnTo>
                  <a:lnTo>
                    <a:pt x="1045294" y="2221514"/>
                  </a:lnTo>
                  <a:close/>
                  <a:moveTo>
                    <a:pt x="1077666" y="2162423"/>
                  </a:moveTo>
                  <a:lnTo>
                    <a:pt x="1045294" y="2221514"/>
                  </a:lnTo>
                  <a:lnTo>
                    <a:pt x="1089638" y="2172104"/>
                  </a:lnTo>
                  <a:close/>
                  <a:moveTo>
                    <a:pt x="1077666" y="2162423"/>
                  </a:moveTo>
                  <a:lnTo>
                    <a:pt x="1024420" y="2200860"/>
                  </a:lnTo>
                  <a:lnTo>
                    <a:pt x="1045294" y="2221514"/>
                  </a:lnTo>
                  <a:close/>
                  <a:moveTo>
                    <a:pt x="1016565" y="2118644"/>
                  </a:moveTo>
                  <a:lnTo>
                    <a:pt x="1024420" y="2200860"/>
                  </a:lnTo>
                  <a:lnTo>
                    <a:pt x="1077666" y="2162423"/>
                  </a:lnTo>
                  <a:close/>
                  <a:moveTo>
                    <a:pt x="1016565" y="2118644"/>
                  </a:moveTo>
                  <a:lnTo>
                    <a:pt x="1077666" y="2162423"/>
                  </a:lnTo>
                  <a:lnTo>
                    <a:pt x="1040634" y="2080208"/>
                  </a:lnTo>
                  <a:close/>
                  <a:moveTo>
                    <a:pt x="1089638" y="2172104"/>
                  </a:moveTo>
                  <a:lnTo>
                    <a:pt x="1045294" y="2221514"/>
                  </a:lnTo>
                  <a:lnTo>
                    <a:pt x="1171071" y="2197914"/>
                  </a:lnTo>
                  <a:close/>
                  <a:moveTo>
                    <a:pt x="719943" y="1789784"/>
                  </a:moveTo>
                  <a:lnTo>
                    <a:pt x="736470" y="1871999"/>
                  </a:lnTo>
                  <a:lnTo>
                    <a:pt x="712598" y="1784607"/>
                  </a:lnTo>
                  <a:close/>
                  <a:moveTo>
                    <a:pt x="736470" y="1871999"/>
                  </a:moveTo>
                  <a:lnTo>
                    <a:pt x="752684" y="1852110"/>
                  </a:lnTo>
                  <a:lnTo>
                    <a:pt x="712598" y="1784607"/>
                  </a:lnTo>
                  <a:close/>
                  <a:moveTo>
                    <a:pt x="428903" y="1433101"/>
                  </a:moveTo>
                  <a:lnTo>
                    <a:pt x="380909" y="1409435"/>
                  </a:lnTo>
                  <a:lnTo>
                    <a:pt x="351643" y="1435320"/>
                  </a:lnTo>
                  <a:close/>
                  <a:moveTo>
                    <a:pt x="428903" y="1433101"/>
                  </a:moveTo>
                  <a:lnTo>
                    <a:pt x="459822" y="1425823"/>
                  </a:lnTo>
                  <a:lnTo>
                    <a:pt x="380909" y="1409435"/>
                  </a:lnTo>
                  <a:close/>
                  <a:moveTo>
                    <a:pt x="1077666" y="2162423"/>
                  </a:moveTo>
                  <a:lnTo>
                    <a:pt x="1089638" y="2172104"/>
                  </a:lnTo>
                  <a:lnTo>
                    <a:pt x="1099779" y="2152073"/>
                  </a:lnTo>
                  <a:close/>
                  <a:moveTo>
                    <a:pt x="1052326" y="2032602"/>
                  </a:moveTo>
                  <a:lnTo>
                    <a:pt x="1040634" y="2080208"/>
                  </a:lnTo>
                  <a:lnTo>
                    <a:pt x="1059609" y="1959556"/>
                  </a:lnTo>
                  <a:close/>
                  <a:moveTo>
                    <a:pt x="1055452" y="1987925"/>
                  </a:moveTo>
                  <a:lnTo>
                    <a:pt x="1059609" y="1959556"/>
                  </a:lnTo>
                  <a:lnTo>
                    <a:pt x="1072820" y="1894025"/>
                  </a:lnTo>
                  <a:close/>
                  <a:moveTo>
                    <a:pt x="1105453" y="1997993"/>
                  </a:moveTo>
                  <a:lnTo>
                    <a:pt x="1072820" y="1894025"/>
                  </a:lnTo>
                  <a:lnTo>
                    <a:pt x="1081507" y="1877341"/>
                  </a:lnTo>
                  <a:close/>
                  <a:moveTo>
                    <a:pt x="764875" y="1642014"/>
                  </a:moveTo>
                  <a:lnTo>
                    <a:pt x="761540" y="1566172"/>
                  </a:lnTo>
                  <a:lnTo>
                    <a:pt x="789133" y="1669132"/>
                  </a:lnTo>
                  <a:close/>
                  <a:moveTo>
                    <a:pt x="759437" y="1548481"/>
                  </a:moveTo>
                  <a:lnTo>
                    <a:pt x="753861" y="1537461"/>
                  </a:lnTo>
                  <a:lnTo>
                    <a:pt x="709142" y="1585469"/>
                  </a:lnTo>
                  <a:close/>
                  <a:moveTo>
                    <a:pt x="665182" y="1484566"/>
                  </a:moveTo>
                  <a:lnTo>
                    <a:pt x="632999" y="1579438"/>
                  </a:lnTo>
                  <a:lnTo>
                    <a:pt x="753861" y="1537461"/>
                  </a:lnTo>
                  <a:close/>
                  <a:moveTo>
                    <a:pt x="1304298" y="2106987"/>
                  </a:moveTo>
                  <a:lnTo>
                    <a:pt x="1296333" y="2172389"/>
                  </a:lnTo>
                  <a:lnTo>
                    <a:pt x="1386085" y="2201180"/>
                  </a:lnTo>
                  <a:close/>
                  <a:moveTo>
                    <a:pt x="1393897" y="2094737"/>
                  </a:moveTo>
                  <a:lnTo>
                    <a:pt x="1304298" y="2106987"/>
                  </a:lnTo>
                  <a:lnTo>
                    <a:pt x="1386085" y="2201180"/>
                  </a:lnTo>
                  <a:close/>
                  <a:moveTo>
                    <a:pt x="1486120" y="2109453"/>
                  </a:moveTo>
                  <a:lnTo>
                    <a:pt x="1449282" y="2085550"/>
                  </a:lnTo>
                  <a:lnTo>
                    <a:pt x="1474526" y="2189871"/>
                  </a:lnTo>
                  <a:close/>
                  <a:moveTo>
                    <a:pt x="1474526" y="2189871"/>
                  </a:moveTo>
                  <a:lnTo>
                    <a:pt x="1449282" y="2085550"/>
                  </a:lnTo>
                  <a:lnTo>
                    <a:pt x="1393897" y="2094737"/>
                  </a:lnTo>
                  <a:close/>
                  <a:moveTo>
                    <a:pt x="1474526" y="2189871"/>
                  </a:moveTo>
                  <a:lnTo>
                    <a:pt x="1393897" y="2094737"/>
                  </a:lnTo>
                  <a:lnTo>
                    <a:pt x="1386085" y="2201180"/>
                  </a:lnTo>
                  <a:close/>
                  <a:moveTo>
                    <a:pt x="1304298" y="2106987"/>
                  </a:moveTo>
                  <a:lnTo>
                    <a:pt x="1215454" y="2148653"/>
                  </a:lnTo>
                  <a:lnTo>
                    <a:pt x="1296333" y="2172389"/>
                  </a:lnTo>
                  <a:close/>
                  <a:moveTo>
                    <a:pt x="1220013" y="2114917"/>
                  </a:moveTo>
                  <a:lnTo>
                    <a:pt x="1304298" y="2106987"/>
                  </a:lnTo>
                  <a:lnTo>
                    <a:pt x="1297068" y="2012772"/>
                  </a:lnTo>
                  <a:close/>
                  <a:moveTo>
                    <a:pt x="1304298" y="2106987"/>
                  </a:moveTo>
                  <a:lnTo>
                    <a:pt x="1371802" y="2012607"/>
                  </a:lnTo>
                  <a:lnTo>
                    <a:pt x="1297068" y="2012772"/>
                  </a:lnTo>
                  <a:close/>
                  <a:moveTo>
                    <a:pt x="1356473" y="1924977"/>
                  </a:moveTo>
                  <a:lnTo>
                    <a:pt x="1297068" y="2012772"/>
                  </a:lnTo>
                  <a:lnTo>
                    <a:pt x="1371802" y="2012607"/>
                  </a:lnTo>
                  <a:close/>
                  <a:moveTo>
                    <a:pt x="1081507" y="1877341"/>
                  </a:moveTo>
                  <a:lnTo>
                    <a:pt x="1072820" y="1894025"/>
                  </a:lnTo>
                  <a:lnTo>
                    <a:pt x="1078943" y="1868735"/>
                  </a:lnTo>
                  <a:close/>
                  <a:moveTo>
                    <a:pt x="1062496" y="1855427"/>
                  </a:moveTo>
                  <a:lnTo>
                    <a:pt x="1081507" y="1877341"/>
                  </a:lnTo>
                  <a:lnTo>
                    <a:pt x="1078943" y="1868735"/>
                  </a:lnTo>
                  <a:close/>
                  <a:moveTo>
                    <a:pt x="1576437" y="2067520"/>
                  </a:moveTo>
                  <a:lnTo>
                    <a:pt x="1489899" y="2077280"/>
                  </a:lnTo>
                  <a:lnTo>
                    <a:pt x="1486120" y="2109453"/>
                  </a:lnTo>
                  <a:close/>
                  <a:moveTo>
                    <a:pt x="988848" y="1581112"/>
                  </a:moveTo>
                  <a:lnTo>
                    <a:pt x="1063581" y="1644281"/>
                  </a:lnTo>
                  <a:lnTo>
                    <a:pt x="998005" y="1592260"/>
                  </a:lnTo>
                  <a:close/>
                  <a:moveTo>
                    <a:pt x="1477186" y="1787339"/>
                  </a:moveTo>
                  <a:lnTo>
                    <a:pt x="1400412" y="1852458"/>
                  </a:lnTo>
                  <a:lnTo>
                    <a:pt x="1467769" y="1825640"/>
                  </a:lnTo>
                  <a:close/>
                  <a:moveTo>
                    <a:pt x="1334988" y="1681667"/>
                  </a:moveTo>
                  <a:lnTo>
                    <a:pt x="1361275" y="1620797"/>
                  </a:lnTo>
                  <a:lnTo>
                    <a:pt x="1299566" y="1610373"/>
                  </a:lnTo>
                  <a:close/>
                  <a:moveTo>
                    <a:pt x="1453520" y="1706487"/>
                  </a:moveTo>
                  <a:lnTo>
                    <a:pt x="1412376" y="1679817"/>
                  </a:lnTo>
                  <a:lnTo>
                    <a:pt x="1471606" y="1624782"/>
                  </a:lnTo>
                  <a:close/>
                  <a:moveTo>
                    <a:pt x="1299566" y="1610373"/>
                  </a:moveTo>
                  <a:lnTo>
                    <a:pt x="1286802" y="1520657"/>
                  </a:lnTo>
                  <a:lnTo>
                    <a:pt x="1212864" y="1620268"/>
                  </a:lnTo>
                  <a:close/>
                  <a:moveTo>
                    <a:pt x="1257656" y="1444260"/>
                  </a:moveTo>
                  <a:lnTo>
                    <a:pt x="1152692" y="1471608"/>
                  </a:lnTo>
                  <a:lnTo>
                    <a:pt x="1286802" y="1520657"/>
                  </a:lnTo>
                  <a:close/>
                  <a:moveTo>
                    <a:pt x="953738" y="1186526"/>
                  </a:moveTo>
                  <a:lnTo>
                    <a:pt x="876745" y="1111198"/>
                  </a:lnTo>
                  <a:lnTo>
                    <a:pt x="875721" y="1142747"/>
                  </a:lnTo>
                  <a:close/>
                  <a:moveTo>
                    <a:pt x="754774" y="1060532"/>
                  </a:moveTo>
                  <a:lnTo>
                    <a:pt x="826967" y="1101731"/>
                  </a:lnTo>
                  <a:lnTo>
                    <a:pt x="791972" y="1022096"/>
                  </a:lnTo>
                  <a:close/>
                  <a:moveTo>
                    <a:pt x="720277" y="978317"/>
                  </a:moveTo>
                  <a:lnTo>
                    <a:pt x="754774" y="1060532"/>
                  </a:lnTo>
                  <a:lnTo>
                    <a:pt x="791972" y="1022096"/>
                  </a:lnTo>
                  <a:close/>
                  <a:moveTo>
                    <a:pt x="720277" y="978317"/>
                  </a:moveTo>
                  <a:lnTo>
                    <a:pt x="791972" y="1022096"/>
                  </a:lnTo>
                  <a:lnTo>
                    <a:pt x="779657" y="939881"/>
                  </a:lnTo>
                  <a:close/>
                  <a:moveTo>
                    <a:pt x="720277" y="978317"/>
                  </a:moveTo>
                  <a:lnTo>
                    <a:pt x="779657" y="939881"/>
                  </a:lnTo>
                  <a:lnTo>
                    <a:pt x="717673" y="971757"/>
                  </a:lnTo>
                  <a:close/>
                  <a:moveTo>
                    <a:pt x="1412376" y="1679817"/>
                  </a:moveTo>
                  <a:lnTo>
                    <a:pt x="1502550" y="1740479"/>
                  </a:lnTo>
                  <a:lnTo>
                    <a:pt x="1412345" y="1679369"/>
                  </a:lnTo>
                  <a:close/>
                  <a:moveTo>
                    <a:pt x="1060230" y="1201348"/>
                  </a:moveTo>
                  <a:lnTo>
                    <a:pt x="1013224" y="1186526"/>
                  </a:lnTo>
                  <a:lnTo>
                    <a:pt x="1019050" y="1156190"/>
                  </a:lnTo>
                  <a:close/>
                  <a:moveTo>
                    <a:pt x="711603" y="733860"/>
                  </a:moveTo>
                  <a:lnTo>
                    <a:pt x="738263" y="737014"/>
                  </a:lnTo>
                  <a:lnTo>
                    <a:pt x="746137" y="756419"/>
                  </a:lnTo>
                  <a:close/>
                  <a:moveTo>
                    <a:pt x="631923" y="714608"/>
                  </a:moveTo>
                  <a:lnTo>
                    <a:pt x="689823" y="715885"/>
                  </a:lnTo>
                  <a:lnTo>
                    <a:pt x="711603" y="733860"/>
                  </a:lnTo>
                  <a:close/>
                  <a:moveTo>
                    <a:pt x="1071421" y="812783"/>
                  </a:moveTo>
                  <a:lnTo>
                    <a:pt x="1153075" y="863008"/>
                  </a:lnTo>
                  <a:lnTo>
                    <a:pt x="1050141" y="791137"/>
                  </a:lnTo>
                  <a:close/>
                  <a:moveTo>
                    <a:pt x="1153075" y="863008"/>
                  </a:moveTo>
                  <a:lnTo>
                    <a:pt x="1157395" y="864626"/>
                  </a:lnTo>
                  <a:lnTo>
                    <a:pt x="1050141" y="791137"/>
                  </a:lnTo>
                  <a:close/>
                  <a:moveTo>
                    <a:pt x="1160437" y="866942"/>
                  </a:moveTo>
                  <a:lnTo>
                    <a:pt x="1157395" y="864626"/>
                  </a:lnTo>
                  <a:lnTo>
                    <a:pt x="1153075" y="863008"/>
                  </a:lnTo>
                  <a:close/>
                  <a:moveTo>
                    <a:pt x="984815" y="767633"/>
                  </a:moveTo>
                  <a:lnTo>
                    <a:pt x="924407" y="756983"/>
                  </a:lnTo>
                  <a:lnTo>
                    <a:pt x="853423" y="770242"/>
                  </a:lnTo>
                  <a:close/>
                  <a:moveTo>
                    <a:pt x="1000778" y="763866"/>
                  </a:moveTo>
                  <a:lnTo>
                    <a:pt x="1020474" y="780792"/>
                  </a:lnTo>
                  <a:lnTo>
                    <a:pt x="1050141" y="791137"/>
                  </a:lnTo>
                  <a:close/>
                  <a:moveTo>
                    <a:pt x="984815" y="767633"/>
                  </a:moveTo>
                  <a:lnTo>
                    <a:pt x="1020474" y="780792"/>
                  </a:lnTo>
                  <a:lnTo>
                    <a:pt x="1000778" y="763866"/>
                  </a:lnTo>
                  <a:close/>
                  <a:moveTo>
                    <a:pt x="924407" y="756983"/>
                  </a:moveTo>
                  <a:lnTo>
                    <a:pt x="984815" y="767633"/>
                  </a:lnTo>
                  <a:lnTo>
                    <a:pt x="1000778" y="763866"/>
                  </a:lnTo>
                  <a:close/>
                  <a:moveTo>
                    <a:pt x="1537711" y="1337765"/>
                  </a:moveTo>
                  <a:lnTo>
                    <a:pt x="1608048" y="1341175"/>
                  </a:lnTo>
                  <a:lnTo>
                    <a:pt x="1597690" y="1249503"/>
                  </a:lnTo>
                  <a:close/>
                  <a:moveTo>
                    <a:pt x="1710313" y="1317862"/>
                  </a:moveTo>
                  <a:lnTo>
                    <a:pt x="1710489" y="1315003"/>
                  </a:lnTo>
                  <a:lnTo>
                    <a:pt x="1608048" y="1341175"/>
                  </a:lnTo>
                  <a:close/>
                  <a:moveTo>
                    <a:pt x="1608048" y="1341175"/>
                  </a:moveTo>
                  <a:lnTo>
                    <a:pt x="1710489" y="1315003"/>
                  </a:lnTo>
                  <a:lnTo>
                    <a:pt x="1681581" y="1241893"/>
                  </a:lnTo>
                  <a:close/>
                  <a:moveTo>
                    <a:pt x="1504048" y="1265041"/>
                  </a:moveTo>
                  <a:lnTo>
                    <a:pt x="1477870" y="1217797"/>
                  </a:lnTo>
                  <a:lnTo>
                    <a:pt x="1443414" y="1153650"/>
                  </a:lnTo>
                  <a:close/>
                  <a:moveTo>
                    <a:pt x="1100815" y="850032"/>
                  </a:moveTo>
                  <a:lnTo>
                    <a:pt x="1215377" y="917579"/>
                  </a:lnTo>
                  <a:lnTo>
                    <a:pt x="1153075" y="863008"/>
                  </a:lnTo>
                  <a:close/>
                  <a:moveTo>
                    <a:pt x="1153075" y="863008"/>
                  </a:moveTo>
                  <a:lnTo>
                    <a:pt x="1215377" y="917579"/>
                  </a:lnTo>
                  <a:lnTo>
                    <a:pt x="1160437" y="866942"/>
                  </a:lnTo>
                  <a:close/>
                  <a:moveTo>
                    <a:pt x="1100815" y="850032"/>
                  </a:moveTo>
                  <a:lnTo>
                    <a:pt x="1153075" y="863008"/>
                  </a:lnTo>
                  <a:lnTo>
                    <a:pt x="1071421" y="812783"/>
                  </a:lnTo>
                  <a:close/>
                  <a:moveTo>
                    <a:pt x="1289360" y="824572"/>
                  </a:moveTo>
                  <a:lnTo>
                    <a:pt x="1282712" y="923430"/>
                  </a:lnTo>
                  <a:lnTo>
                    <a:pt x="1287198" y="847020"/>
                  </a:lnTo>
                  <a:close/>
                  <a:moveTo>
                    <a:pt x="2089165" y="1690501"/>
                  </a:moveTo>
                  <a:lnTo>
                    <a:pt x="2045772" y="1732600"/>
                  </a:lnTo>
                  <a:lnTo>
                    <a:pt x="2092842" y="1693386"/>
                  </a:lnTo>
                  <a:close/>
                  <a:moveTo>
                    <a:pt x="1972396" y="1646722"/>
                  </a:moveTo>
                  <a:lnTo>
                    <a:pt x="2041270" y="1728937"/>
                  </a:lnTo>
                  <a:lnTo>
                    <a:pt x="2089165" y="1690501"/>
                  </a:lnTo>
                  <a:close/>
                  <a:moveTo>
                    <a:pt x="2092842" y="1693386"/>
                  </a:moveTo>
                  <a:lnTo>
                    <a:pt x="2045772" y="1732600"/>
                  </a:lnTo>
                  <a:lnTo>
                    <a:pt x="2171689" y="1709524"/>
                  </a:lnTo>
                  <a:close/>
                  <a:moveTo>
                    <a:pt x="1752323" y="1256214"/>
                  </a:moveTo>
                  <a:lnTo>
                    <a:pt x="1791179" y="1197211"/>
                  </a:lnTo>
                  <a:lnTo>
                    <a:pt x="1721624" y="1235647"/>
                  </a:lnTo>
                  <a:close/>
                  <a:moveTo>
                    <a:pt x="2276454" y="1661786"/>
                  </a:moveTo>
                  <a:lnTo>
                    <a:pt x="2256716" y="1748766"/>
                  </a:lnTo>
                  <a:lnTo>
                    <a:pt x="2340946" y="1770039"/>
                  </a:lnTo>
                  <a:close/>
                  <a:moveTo>
                    <a:pt x="2089165" y="1690501"/>
                  </a:moveTo>
                  <a:lnTo>
                    <a:pt x="2092842" y="1693386"/>
                  </a:lnTo>
                  <a:lnTo>
                    <a:pt x="2094173" y="1688793"/>
                  </a:lnTo>
                  <a:close/>
                  <a:moveTo>
                    <a:pt x="2179026" y="1680400"/>
                  </a:moveTo>
                  <a:lnTo>
                    <a:pt x="2092842" y="1693386"/>
                  </a:lnTo>
                  <a:lnTo>
                    <a:pt x="2171689" y="1709524"/>
                  </a:lnTo>
                  <a:close/>
                  <a:moveTo>
                    <a:pt x="2179026" y="1680400"/>
                  </a:moveTo>
                  <a:lnTo>
                    <a:pt x="2094173" y="1688793"/>
                  </a:lnTo>
                  <a:lnTo>
                    <a:pt x="2092842" y="1693386"/>
                  </a:lnTo>
                  <a:close/>
                  <a:moveTo>
                    <a:pt x="2094173" y="1688793"/>
                  </a:moveTo>
                  <a:lnTo>
                    <a:pt x="2179026" y="1680400"/>
                  </a:lnTo>
                  <a:lnTo>
                    <a:pt x="2170683" y="1587091"/>
                  </a:lnTo>
                  <a:close/>
                  <a:moveTo>
                    <a:pt x="2276454" y="1661786"/>
                  </a:moveTo>
                  <a:lnTo>
                    <a:pt x="2171689" y="1709524"/>
                  </a:lnTo>
                  <a:lnTo>
                    <a:pt x="2256716" y="1748766"/>
                  </a:lnTo>
                  <a:close/>
                  <a:moveTo>
                    <a:pt x="2276454" y="1661786"/>
                  </a:moveTo>
                  <a:lnTo>
                    <a:pt x="2179026" y="1680400"/>
                  </a:lnTo>
                  <a:lnTo>
                    <a:pt x="2171689" y="1709524"/>
                  </a:lnTo>
                  <a:close/>
                  <a:moveTo>
                    <a:pt x="2179026" y="1680400"/>
                  </a:moveTo>
                  <a:lnTo>
                    <a:pt x="2276454" y="1661786"/>
                  </a:lnTo>
                  <a:lnTo>
                    <a:pt x="2261678" y="1573705"/>
                  </a:lnTo>
                  <a:close/>
                  <a:moveTo>
                    <a:pt x="2276454" y="1661786"/>
                  </a:moveTo>
                  <a:lnTo>
                    <a:pt x="2336863" y="1573174"/>
                  </a:lnTo>
                  <a:lnTo>
                    <a:pt x="2261678" y="1573705"/>
                  </a:lnTo>
                  <a:close/>
                  <a:moveTo>
                    <a:pt x="2170683" y="1587091"/>
                  </a:moveTo>
                  <a:lnTo>
                    <a:pt x="2131560" y="1559485"/>
                  </a:lnTo>
                  <a:lnTo>
                    <a:pt x="2076529" y="1526071"/>
                  </a:lnTo>
                  <a:close/>
                  <a:moveTo>
                    <a:pt x="2028126" y="1240989"/>
                  </a:moveTo>
                  <a:lnTo>
                    <a:pt x="1950731" y="1361640"/>
                  </a:lnTo>
                  <a:lnTo>
                    <a:pt x="2035773" y="1323204"/>
                  </a:lnTo>
                  <a:close/>
                  <a:moveTo>
                    <a:pt x="1800190" y="1158774"/>
                  </a:moveTo>
                  <a:lnTo>
                    <a:pt x="1840031" y="1090279"/>
                  </a:lnTo>
                  <a:lnTo>
                    <a:pt x="1770100" y="1114995"/>
                  </a:lnTo>
                  <a:close/>
                  <a:moveTo>
                    <a:pt x="1748041" y="994344"/>
                  </a:moveTo>
                  <a:lnTo>
                    <a:pt x="1817647" y="1091773"/>
                  </a:lnTo>
                  <a:lnTo>
                    <a:pt x="1833960" y="1067579"/>
                  </a:lnTo>
                  <a:close/>
                  <a:moveTo>
                    <a:pt x="1770100" y="1114995"/>
                  </a:moveTo>
                  <a:lnTo>
                    <a:pt x="1817647" y="1091773"/>
                  </a:lnTo>
                  <a:lnTo>
                    <a:pt x="1748041" y="994344"/>
                  </a:lnTo>
                  <a:close/>
                  <a:moveTo>
                    <a:pt x="1710149" y="1032780"/>
                  </a:moveTo>
                  <a:lnTo>
                    <a:pt x="1770100" y="1114995"/>
                  </a:lnTo>
                  <a:lnTo>
                    <a:pt x="1748041" y="994344"/>
                  </a:lnTo>
                  <a:close/>
                  <a:moveTo>
                    <a:pt x="2197406" y="1449198"/>
                  </a:moveTo>
                  <a:lnTo>
                    <a:pt x="2137631" y="1487634"/>
                  </a:lnTo>
                  <a:lnTo>
                    <a:pt x="2175302" y="1507827"/>
                  </a:lnTo>
                  <a:close/>
                  <a:moveTo>
                    <a:pt x="2028126" y="1240989"/>
                  </a:moveTo>
                  <a:lnTo>
                    <a:pt x="2059464" y="1316641"/>
                  </a:lnTo>
                  <a:lnTo>
                    <a:pt x="2029873" y="1240606"/>
                  </a:lnTo>
                  <a:close/>
                  <a:moveTo>
                    <a:pt x="2028126" y="1240989"/>
                  </a:moveTo>
                  <a:lnTo>
                    <a:pt x="2035773" y="1323204"/>
                  </a:lnTo>
                  <a:lnTo>
                    <a:pt x="2059464" y="1316641"/>
                  </a:lnTo>
                  <a:close/>
                  <a:moveTo>
                    <a:pt x="2018219" y="1049896"/>
                  </a:moveTo>
                  <a:lnTo>
                    <a:pt x="2054394" y="1119228"/>
                  </a:lnTo>
                  <a:lnTo>
                    <a:pt x="2055245" y="1120338"/>
                  </a:lnTo>
                  <a:close/>
                  <a:moveTo>
                    <a:pt x="1833960" y="1067579"/>
                  </a:moveTo>
                  <a:lnTo>
                    <a:pt x="1849181" y="1066137"/>
                  </a:lnTo>
                  <a:lnTo>
                    <a:pt x="1748041" y="994344"/>
                  </a:lnTo>
                  <a:close/>
                  <a:moveTo>
                    <a:pt x="1950000" y="1007572"/>
                  </a:moveTo>
                  <a:lnTo>
                    <a:pt x="1833960" y="1067579"/>
                  </a:lnTo>
                  <a:lnTo>
                    <a:pt x="1904282" y="1051845"/>
                  </a:lnTo>
                  <a:close/>
                  <a:moveTo>
                    <a:pt x="1528294" y="744868"/>
                  </a:moveTo>
                  <a:lnTo>
                    <a:pt x="1611718" y="793969"/>
                  </a:lnTo>
                  <a:lnTo>
                    <a:pt x="1534856" y="747698"/>
                  </a:lnTo>
                  <a:close/>
                  <a:moveTo>
                    <a:pt x="1663261" y="709262"/>
                  </a:moveTo>
                  <a:lnTo>
                    <a:pt x="1637186" y="747698"/>
                  </a:lnTo>
                  <a:lnTo>
                    <a:pt x="1673109" y="791477"/>
                  </a:lnTo>
                  <a:close/>
                  <a:moveTo>
                    <a:pt x="1605509" y="665483"/>
                  </a:moveTo>
                  <a:lnTo>
                    <a:pt x="1637186" y="747698"/>
                  </a:lnTo>
                  <a:lnTo>
                    <a:pt x="1663261" y="709262"/>
                  </a:lnTo>
                  <a:close/>
                  <a:moveTo>
                    <a:pt x="2055027" y="1120064"/>
                  </a:moveTo>
                  <a:lnTo>
                    <a:pt x="1989420" y="1154958"/>
                  </a:lnTo>
                  <a:lnTo>
                    <a:pt x="2055020" y="1121568"/>
                  </a:lnTo>
                  <a:close/>
                  <a:moveTo>
                    <a:pt x="2055027" y="1120064"/>
                  </a:moveTo>
                  <a:lnTo>
                    <a:pt x="1987952" y="1114003"/>
                  </a:lnTo>
                  <a:lnTo>
                    <a:pt x="1989420" y="1154958"/>
                  </a:lnTo>
                  <a:close/>
                  <a:moveTo>
                    <a:pt x="1987952" y="1114003"/>
                  </a:moveTo>
                  <a:lnTo>
                    <a:pt x="2054394" y="1119228"/>
                  </a:lnTo>
                  <a:lnTo>
                    <a:pt x="1973776" y="1096466"/>
                  </a:lnTo>
                  <a:close/>
                  <a:moveTo>
                    <a:pt x="1987952" y="1114003"/>
                  </a:moveTo>
                  <a:lnTo>
                    <a:pt x="2055027" y="1120064"/>
                  </a:lnTo>
                  <a:lnTo>
                    <a:pt x="2054394" y="1119228"/>
                  </a:lnTo>
                  <a:close/>
                  <a:moveTo>
                    <a:pt x="2359278" y="1294175"/>
                  </a:moveTo>
                  <a:lnTo>
                    <a:pt x="2428783" y="1298261"/>
                  </a:lnTo>
                  <a:lnTo>
                    <a:pt x="2380033" y="1285562"/>
                  </a:lnTo>
                  <a:close/>
                  <a:moveTo>
                    <a:pt x="2428783" y="1298261"/>
                  </a:moveTo>
                  <a:lnTo>
                    <a:pt x="2460480" y="1307680"/>
                  </a:lnTo>
                  <a:lnTo>
                    <a:pt x="2380033" y="1285562"/>
                  </a:lnTo>
                  <a:close/>
                  <a:moveTo>
                    <a:pt x="2144410" y="746719"/>
                  </a:moveTo>
                  <a:lnTo>
                    <a:pt x="2132319" y="717451"/>
                  </a:lnTo>
                  <a:lnTo>
                    <a:pt x="2094823" y="714604"/>
                  </a:lnTo>
                  <a:close/>
                  <a:moveTo>
                    <a:pt x="2043687" y="714604"/>
                  </a:moveTo>
                  <a:lnTo>
                    <a:pt x="2081075" y="698519"/>
                  </a:lnTo>
                  <a:lnTo>
                    <a:pt x="1980895" y="692680"/>
                  </a:lnTo>
                  <a:close/>
                  <a:moveTo>
                    <a:pt x="2147312" y="705262"/>
                  </a:moveTo>
                  <a:lnTo>
                    <a:pt x="2128496" y="676168"/>
                  </a:lnTo>
                  <a:lnTo>
                    <a:pt x="2118932" y="651462"/>
                  </a:lnTo>
                  <a:close/>
                  <a:moveTo>
                    <a:pt x="2118932" y="651462"/>
                  </a:moveTo>
                  <a:lnTo>
                    <a:pt x="2128496" y="676168"/>
                  </a:lnTo>
                  <a:lnTo>
                    <a:pt x="2103626" y="657690"/>
                  </a:lnTo>
                  <a:close/>
                  <a:moveTo>
                    <a:pt x="2103626" y="657690"/>
                  </a:moveTo>
                  <a:lnTo>
                    <a:pt x="2081075" y="698519"/>
                  </a:lnTo>
                  <a:lnTo>
                    <a:pt x="2118932" y="651462"/>
                  </a:lnTo>
                  <a:close/>
                  <a:moveTo>
                    <a:pt x="2158347" y="368421"/>
                  </a:moveTo>
                  <a:lnTo>
                    <a:pt x="2027475" y="372973"/>
                  </a:lnTo>
                  <a:lnTo>
                    <a:pt x="2078904" y="350058"/>
                  </a:lnTo>
                  <a:close/>
                  <a:moveTo>
                    <a:pt x="2664479" y="326998"/>
                  </a:moveTo>
                  <a:lnTo>
                    <a:pt x="2714073" y="247180"/>
                  </a:lnTo>
                  <a:lnTo>
                    <a:pt x="2646900" y="241197"/>
                  </a:lnTo>
                  <a:close/>
                  <a:moveTo>
                    <a:pt x="2646900" y="241197"/>
                  </a:moveTo>
                  <a:lnTo>
                    <a:pt x="2714073" y="247180"/>
                  </a:lnTo>
                  <a:lnTo>
                    <a:pt x="2688248" y="168082"/>
                  </a:lnTo>
                  <a:close/>
                  <a:moveTo>
                    <a:pt x="2646900" y="241197"/>
                  </a:moveTo>
                  <a:lnTo>
                    <a:pt x="2688248" y="168082"/>
                  </a:lnTo>
                  <a:lnTo>
                    <a:pt x="2625709" y="158333"/>
                  </a:lnTo>
                  <a:close/>
                  <a:moveTo>
                    <a:pt x="2646900" y="241197"/>
                  </a:moveTo>
                  <a:lnTo>
                    <a:pt x="2625709" y="158333"/>
                  </a:lnTo>
                  <a:lnTo>
                    <a:pt x="2626187" y="237340"/>
                  </a:lnTo>
                  <a:close/>
                  <a:moveTo>
                    <a:pt x="2625709" y="158333"/>
                  </a:moveTo>
                  <a:lnTo>
                    <a:pt x="2610844" y="155125"/>
                  </a:lnTo>
                  <a:lnTo>
                    <a:pt x="2626187" y="237340"/>
                  </a:lnTo>
                  <a:close/>
                  <a:moveTo>
                    <a:pt x="2714073" y="247180"/>
                  </a:moveTo>
                  <a:lnTo>
                    <a:pt x="2738254" y="282503"/>
                  </a:lnTo>
                  <a:lnTo>
                    <a:pt x="2807342" y="262153"/>
                  </a:lnTo>
                  <a:close/>
                  <a:moveTo>
                    <a:pt x="2541104" y="102706"/>
                  </a:moveTo>
                  <a:lnTo>
                    <a:pt x="2610844" y="155125"/>
                  </a:lnTo>
                  <a:lnTo>
                    <a:pt x="2524914" y="79593"/>
                  </a:lnTo>
                  <a:close/>
                  <a:moveTo>
                    <a:pt x="2524914" y="79593"/>
                  </a:moveTo>
                  <a:lnTo>
                    <a:pt x="2610844" y="155125"/>
                  </a:lnTo>
                  <a:lnTo>
                    <a:pt x="2625709" y="158333"/>
                  </a:lnTo>
                  <a:close/>
                  <a:moveTo>
                    <a:pt x="2524914" y="79593"/>
                  </a:moveTo>
                  <a:lnTo>
                    <a:pt x="2625709" y="158333"/>
                  </a:lnTo>
                  <a:lnTo>
                    <a:pt x="2601452" y="77961"/>
                  </a:lnTo>
                  <a:close/>
                  <a:moveTo>
                    <a:pt x="2524914" y="79593"/>
                  </a:moveTo>
                  <a:lnTo>
                    <a:pt x="2601452" y="77961"/>
                  </a:lnTo>
                  <a:lnTo>
                    <a:pt x="2574229" y="0"/>
                  </a:lnTo>
                  <a:close/>
                  <a:moveTo>
                    <a:pt x="2759549" y="310300"/>
                  </a:moveTo>
                  <a:lnTo>
                    <a:pt x="2837363" y="307629"/>
                  </a:lnTo>
                  <a:lnTo>
                    <a:pt x="2807342" y="262153"/>
                  </a:lnTo>
                  <a:close/>
                </a:path>
              </a:pathLst>
            </a:custGeom>
            <a:solidFill>
              <a:srgbClr val="E0E5E9"/>
            </a:solidFill>
            <a:ln w="1524">
              <a:solidFill>
                <a:srgbClr val="E0E5E9"/>
              </a:solidFill>
            </a:ln>
          </p:spPr>
        </p:sp>
        <p:sp>
          <p:nvSpPr>
            <p:cNvPr id="2122" name="Candidate_density__2121">
              <a:extLst>
                <a:ext uri="{FF2B5EF4-FFF2-40B4-BE49-F238E27FC236}">
                  <a16:creationId xmlns:a16="http://schemas.microsoft.com/office/drawing/2014/main" id="{2AC103CA-4D1E-C37A-91DE-0B8FF4260A0D}"/>
                </a:ext>
              </a:extLst>
            </p:cNvPr>
            <p:cNvSpPr>
              <a:spLocks noGrp="1"/>
            </p:cNvSpPr>
            <p:nvPr/>
          </p:nvSpPr>
          <p:spPr>
            <a:xfrm>
              <a:off x="3470234" y="1590635"/>
              <a:ext cx="2807342" cy="2198315"/>
            </a:xfrm>
            <a:custGeom>
              <a:avLst/>
              <a:gdLst/>
              <a:ahLst/>
              <a:cxnLst/>
              <a:rect l="0" t="0" r="0" b="0"/>
              <a:pathLst>
                <a:path w="2807342" h="2198315">
                  <a:moveTo>
                    <a:pt x="621890" y="2119948"/>
                  </a:moveTo>
                  <a:lnTo>
                    <a:pt x="699747" y="2163727"/>
                  </a:lnTo>
                  <a:lnTo>
                    <a:pt x="673054" y="2081512"/>
                  </a:lnTo>
                  <a:close/>
                  <a:moveTo>
                    <a:pt x="0" y="1380012"/>
                  </a:moveTo>
                  <a:lnTo>
                    <a:pt x="14490" y="1423792"/>
                  </a:lnTo>
                  <a:lnTo>
                    <a:pt x="18869" y="1341576"/>
                  </a:lnTo>
                  <a:close/>
                  <a:moveTo>
                    <a:pt x="46258" y="1298267"/>
                  </a:moveTo>
                  <a:lnTo>
                    <a:pt x="0" y="1380012"/>
                  </a:lnTo>
                  <a:lnTo>
                    <a:pt x="18869" y="1341576"/>
                  </a:lnTo>
                  <a:close/>
                  <a:moveTo>
                    <a:pt x="699747" y="2163727"/>
                  </a:moveTo>
                  <a:lnTo>
                    <a:pt x="733428" y="2195538"/>
                  </a:lnTo>
                  <a:lnTo>
                    <a:pt x="760927" y="2134454"/>
                  </a:lnTo>
                  <a:close/>
                  <a:moveTo>
                    <a:pt x="733428" y="2195538"/>
                  </a:moveTo>
                  <a:lnTo>
                    <a:pt x="779037" y="2125291"/>
                  </a:lnTo>
                  <a:lnTo>
                    <a:pt x="760927" y="2134454"/>
                  </a:lnTo>
                  <a:close/>
                  <a:moveTo>
                    <a:pt x="719943" y="1878645"/>
                  </a:moveTo>
                  <a:lnTo>
                    <a:pt x="695672" y="1987321"/>
                  </a:lnTo>
                  <a:lnTo>
                    <a:pt x="736470" y="1960860"/>
                  </a:lnTo>
                  <a:close/>
                  <a:moveTo>
                    <a:pt x="91688" y="1252918"/>
                  </a:moveTo>
                  <a:lnTo>
                    <a:pt x="46258" y="1298267"/>
                  </a:lnTo>
                  <a:lnTo>
                    <a:pt x="18869" y="1341576"/>
                  </a:lnTo>
                  <a:close/>
                  <a:moveTo>
                    <a:pt x="157791" y="1221411"/>
                  </a:moveTo>
                  <a:lnTo>
                    <a:pt x="106195" y="1259361"/>
                  </a:lnTo>
                  <a:lnTo>
                    <a:pt x="46258" y="1298267"/>
                  </a:lnTo>
                  <a:close/>
                  <a:moveTo>
                    <a:pt x="869901" y="2004639"/>
                  </a:moveTo>
                  <a:lnTo>
                    <a:pt x="752684" y="1940971"/>
                  </a:lnTo>
                  <a:lnTo>
                    <a:pt x="736470" y="1960860"/>
                  </a:lnTo>
                  <a:close/>
                  <a:moveTo>
                    <a:pt x="428903" y="1521962"/>
                  </a:moveTo>
                  <a:lnTo>
                    <a:pt x="503394" y="1521995"/>
                  </a:lnTo>
                  <a:lnTo>
                    <a:pt x="459822" y="1514684"/>
                  </a:lnTo>
                  <a:close/>
                  <a:moveTo>
                    <a:pt x="459822" y="1514684"/>
                  </a:moveTo>
                  <a:lnTo>
                    <a:pt x="503394" y="1521995"/>
                  </a:lnTo>
                  <a:lnTo>
                    <a:pt x="580092" y="1470490"/>
                  </a:lnTo>
                  <a:close/>
                  <a:moveTo>
                    <a:pt x="789133" y="1757993"/>
                  </a:moveTo>
                  <a:lnTo>
                    <a:pt x="761540" y="1655033"/>
                  </a:lnTo>
                  <a:lnTo>
                    <a:pt x="759437" y="1637342"/>
                  </a:lnTo>
                  <a:close/>
                  <a:moveTo>
                    <a:pt x="1304298" y="2195848"/>
                  </a:moveTo>
                  <a:lnTo>
                    <a:pt x="1393897" y="2183598"/>
                  </a:lnTo>
                  <a:lnTo>
                    <a:pt x="1371802" y="2101468"/>
                  </a:lnTo>
                  <a:close/>
                  <a:moveTo>
                    <a:pt x="1449282" y="2174411"/>
                  </a:moveTo>
                  <a:lnTo>
                    <a:pt x="1413941" y="2092196"/>
                  </a:lnTo>
                  <a:lnTo>
                    <a:pt x="1393897" y="2183598"/>
                  </a:lnTo>
                  <a:close/>
                  <a:moveTo>
                    <a:pt x="1059609" y="2048418"/>
                  </a:moveTo>
                  <a:lnTo>
                    <a:pt x="1078943" y="1957596"/>
                  </a:lnTo>
                  <a:lnTo>
                    <a:pt x="1072820" y="1982886"/>
                  </a:lnTo>
                  <a:close/>
                  <a:moveTo>
                    <a:pt x="1078943" y="1957596"/>
                  </a:moveTo>
                  <a:lnTo>
                    <a:pt x="1083041" y="1927766"/>
                  </a:lnTo>
                  <a:lnTo>
                    <a:pt x="1062496" y="1944288"/>
                  </a:lnTo>
                  <a:close/>
                  <a:moveTo>
                    <a:pt x="748118" y="1544315"/>
                  </a:moveTo>
                  <a:lnTo>
                    <a:pt x="665182" y="1573428"/>
                  </a:lnTo>
                  <a:lnTo>
                    <a:pt x="753861" y="1626323"/>
                  </a:lnTo>
                  <a:close/>
                  <a:moveTo>
                    <a:pt x="748118" y="1544315"/>
                  </a:moveTo>
                  <a:lnTo>
                    <a:pt x="743449" y="1448019"/>
                  </a:lnTo>
                  <a:lnTo>
                    <a:pt x="673159" y="1544663"/>
                  </a:lnTo>
                  <a:close/>
                  <a:moveTo>
                    <a:pt x="828181" y="1516691"/>
                  </a:moveTo>
                  <a:lnTo>
                    <a:pt x="800892" y="1434476"/>
                  </a:lnTo>
                  <a:lnTo>
                    <a:pt x="748118" y="1544315"/>
                  </a:lnTo>
                  <a:close/>
                  <a:moveTo>
                    <a:pt x="800892" y="1434476"/>
                  </a:moveTo>
                  <a:lnTo>
                    <a:pt x="743449" y="1448019"/>
                  </a:lnTo>
                  <a:lnTo>
                    <a:pt x="748118" y="1544315"/>
                  </a:lnTo>
                  <a:close/>
                  <a:moveTo>
                    <a:pt x="1449282" y="2174411"/>
                  </a:moveTo>
                  <a:lnTo>
                    <a:pt x="1486120" y="2198315"/>
                  </a:lnTo>
                  <a:lnTo>
                    <a:pt x="1489899" y="2166142"/>
                  </a:lnTo>
                  <a:close/>
                  <a:moveTo>
                    <a:pt x="1413941" y="2092196"/>
                  </a:moveTo>
                  <a:lnTo>
                    <a:pt x="1489899" y="2166142"/>
                  </a:lnTo>
                  <a:lnTo>
                    <a:pt x="1474271" y="2078755"/>
                  </a:lnTo>
                  <a:close/>
                  <a:moveTo>
                    <a:pt x="1413941" y="2092196"/>
                  </a:moveTo>
                  <a:lnTo>
                    <a:pt x="1449282" y="2174411"/>
                  </a:lnTo>
                  <a:lnTo>
                    <a:pt x="1489899" y="2166142"/>
                  </a:lnTo>
                  <a:close/>
                  <a:moveTo>
                    <a:pt x="1091759" y="1746994"/>
                  </a:moveTo>
                  <a:lnTo>
                    <a:pt x="1063581" y="1733143"/>
                  </a:lnTo>
                  <a:lnTo>
                    <a:pt x="988848" y="1669974"/>
                  </a:lnTo>
                  <a:close/>
                  <a:moveTo>
                    <a:pt x="743889" y="1352260"/>
                  </a:moveTo>
                  <a:lnTo>
                    <a:pt x="860063" y="1413806"/>
                  </a:lnTo>
                  <a:lnTo>
                    <a:pt x="786634" y="1318452"/>
                  </a:lnTo>
                  <a:close/>
                  <a:moveTo>
                    <a:pt x="790995" y="1271301"/>
                  </a:moveTo>
                  <a:lnTo>
                    <a:pt x="743889" y="1352260"/>
                  </a:lnTo>
                  <a:lnTo>
                    <a:pt x="782533" y="1303121"/>
                  </a:lnTo>
                  <a:close/>
                  <a:moveTo>
                    <a:pt x="849453" y="1274665"/>
                  </a:moveTo>
                  <a:lnTo>
                    <a:pt x="790995" y="1271301"/>
                  </a:lnTo>
                  <a:lnTo>
                    <a:pt x="782533" y="1303121"/>
                  </a:lnTo>
                  <a:close/>
                  <a:moveTo>
                    <a:pt x="382779" y="758722"/>
                  </a:moveTo>
                  <a:lnTo>
                    <a:pt x="338380" y="776754"/>
                  </a:lnTo>
                  <a:lnTo>
                    <a:pt x="412007" y="753759"/>
                  </a:lnTo>
                  <a:close/>
                  <a:moveTo>
                    <a:pt x="412007" y="753759"/>
                  </a:moveTo>
                  <a:lnTo>
                    <a:pt x="338380" y="776754"/>
                  </a:lnTo>
                  <a:lnTo>
                    <a:pt x="293760" y="805513"/>
                  </a:lnTo>
                  <a:close/>
                  <a:moveTo>
                    <a:pt x="412007" y="753759"/>
                  </a:moveTo>
                  <a:lnTo>
                    <a:pt x="293760" y="805513"/>
                  </a:lnTo>
                  <a:lnTo>
                    <a:pt x="345149" y="782444"/>
                  </a:lnTo>
                  <a:close/>
                  <a:moveTo>
                    <a:pt x="481757" y="735885"/>
                  </a:moveTo>
                  <a:lnTo>
                    <a:pt x="382779" y="758722"/>
                  </a:lnTo>
                  <a:lnTo>
                    <a:pt x="474321" y="738318"/>
                  </a:lnTo>
                  <a:close/>
                  <a:moveTo>
                    <a:pt x="357226" y="764142"/>
                  </a:moveTo>
                  <a:lnTo>
                    <a:pt x="382779" y="758722"/>
                  </a:lnTo>
                  <a:lnTo>
                    <a:pt x="481757" y="735885"/>
                  </a:lnTo>
                  <a:close/>
                  <a:moveTo>
                    <a:pt x="382779" y="758722"/>
                  </a:moveTo>
                  <a:lnTo>
                    <a:pt x="412007" y="753759"/>
                  </a:lnTo>
                  <a:lnTo>
                    <a:pt x="474321" y="738318"/>
                  </a:lnTo>
                  <a:close/>
                  <a:moveTo>
                    <a:pt x="1334988" y="1770529"/>
                  </a:moveTo>
                  <a:lnTo>
                    <a:pt x="1411279" y="1769098"/>
                  </a:lnTo>
                  <a:lnTo>
                    <a:pt x="1361275" y="1709658"/>
                  </a:lnTo>
                  <a:close/>
                  <a:moveTo>
                    <a:pt x="1361275" y="1709658"/>
                  </a:moveTo>
                  <a:lnTo>
                    <a:pt x="1411279" y="1769098"/>
                  </a:lnTo>
                  <a:lnTo>
                    <a:pt x="1444004" y="1702993"/>
                  </a:lnTo>
                  <a:close/>
                  <a:moveTo>
                    <a:pt x="1286802" y="1609519"/>
                  </a:moveTo>
                  <a:lnTo>
                    <a:pt x="1177353" y="1642684"/>
                  </a:lnTo>
                  <a:lnTo>
                    <a:pt x="1212864" y="1709129"/>
                  </a:lnTo>
                  <a:close/>
                  <a:moveTo>
                    <a:pt x="1286802" y="1609519"/>
                  </a:moveTo>
                  <a:lnTo>
                    <a:pt x="1152692" y="1560469"/>
                  </a:lnTo>
                  <a:lnTo>
                    <a:pt x="1177353" y="1642684"/>
                  </a:lnTo>
                  <a:close/>
                  <a:moveTo>
                    <a:pt x="471821" y="786426"/>
                  </a:moveTo>
                  <a:lnTo>
                    <a:pt x="474321" y="738318"/>
                  </a:lnTo>
                  <a:lnTo>
                    <a:pt x="412007" y="753759"/>
                  </a:lnTo>
                  <a:close/>
                  <a:moveTo>
                    <a:pt x="484058" y="736976"/>
                  </a:moveTo>
                  <a:lnTo>
                    <a:pt x="474321" y="738318"/>
                  </a:lnTo>
                  <a:lnTo>
                    <a:pt x="471821" y="786426"/>
                  </a:lnTo>
                  <a:close/>
                  <a:moveTo>
                    <a:pt x="532558" y="797639"/>
                  </a:moveTo>
                  <a:lnTo>
                    <a:pt x="484058" y="736976"/>
                  </a:lnTo>
                  <a:lnTo>
                    <a:pt x="471821" y="786426"/>
                  </a:lnTo>
                  <a:close/>
                  <a:moveTo>
                    <a:pt x="532558" y="797639"/>
                  </a:moveTo>
                  <a:lnTo>
                    <a:pt x="617478" y="789193"/>
                  </a:lnTo>
                  <a:lnTo>
                    <a:pt x="572500" y="725667"/>
                  </a:lnTo>
                  <a:close/>
                  <a:moveTo>
                    <a:pt x="532558" y="797639"/>
                  </a:moveTo>
                  <a:lnTo>
                    <a:pt x="572500" y="725667"/>
                  </a:lnTo>
                  <a:lnTo>
                    <a:pt x="484058" y="736976"/>
                  </a:lnTo>
                  <a:close/>
                  <a:moveTo>
                    <a:pt x="617478" y="789193"/>
                  </a:moveTo>
                  <a:lnTo>
                    <a:pt x="532558" y="797639"/>
                  </a:lnTo>
                  <a:lnTo>
                    <a:pt x="631923" y="803469"/>
                  </a:lnTo>
                  <a:close/>
                  <a:moveTo>
                    <a:pt x="532558" y="797639"/>
                  </a:moveTo>
                  <a:lnTo>
                    <a:pt x="561093" y="817307"/>
                  </a:lnTo>
                  <a:lnTo>
                    <a:pt x="631923" y="803469"/>
                  </a:lnTo>
                  <a:close/>
                  <a:moveTo>
                    <a:pt x="617478" y="789193"/>
                  </a:moveTo>
                  <a:lnTo>
                    <a:pt x="694922" y="786825"/>
                  </a:lnTo>
                  <a:lnTo>
                    <a:pt x="572500" y="725667"/>
                  </a:lnTo>
                  <a:close/>
                  <a:moveTo>
                    <a:pt x="694922" y="786825"/>
                  </a:moveTo>
                  <a:lnTo>
                    <a:pt x="617478" y="789193"/>
                  </a:lnTo>
                  <a:lnTo>
                    <a:pt x="711603" y="822721"/>
                  </a:lnTo>
                  <a:close/>
                  <a:moveTo>
                    <a:pt x="617478" y="789193"/>
                  </a:moveTo>
                  <a:lnTo>
                    <a:pt x="631923" y="803469"/>
                  </a:lnTo>
                  <a:lnTo>
                    <a:pt x="711603" y="822721"/>
                  </a:lnTo>
                  <a:close/>
                  <a:moveTo>
                    <a:pt x="746137" y="845280"/>
                  </a:moveTo>
                  <a:lnTo>
                    <a:pt x="785984" y="822164"/>
                  </a:lnTo>
                  <a:lnTo>
                    <a:pt x="711603" y="822721"/>
                  </a:lnTo>
                  <a:close/>
                  <a:moveTo>
                    <a:pt x="746137" y="845280"/>
                  </a:moveTo>
                  <a:lnTo>
                    <a:pt x="813580" y="851042"/>
                  </a:lnTo>
                  <a:lnTo>
                    <a:pt x="785984" y="822164"/>
                  </a:lnTo>
                  <a:close/>
                  <a:moveTo>
                    <a:pt x="813580" y="851042"/>
                  </a:moveTo>
                  <a:lnTo>
                    <a:pt x="746137" y="845280"/>
                  </a:lnTo>
                  <a:lnTo>
                    <a:pt x="853423" y="859103"/>
                  </a:lnTo>
                  <a:close/>
                  <a:moveTo>
                    <a:pt x="813580" y="851042"/>
                  </a:moveTo>
                  <a:lnTo>
                    <a:pt x="853423" y="859103"/>
                  </a:lnTo>
                  <a:lnTo>
                    <a:pt x="924407" y="845845"/>
                  </a:lnTo>
                  <a:close/>
                  <a:moveTo>
                    <a:pt x="1602246" y="1609590"/>
                  </a:moveTo>
                  <a:lnTo>
                    <a:pt x="1621248" y="1564066"/>
                  </a:lnTo>
                  <a:lnTo>
                    <a:pt x="1530226" y="1648027"/>
                  </a:lnTo>
                  <a:close/>
                  <a:moveTo>
                    <a:pt x="1621248" y="1564066"/>
                  </a:moveTo>
                  <a:lnTo>
                    <a:pt x="1602246" y="1609590"/>
                  </a:lnTo>
                  <a:lnTo>
                    <a:pt x="1653967" y="1488938"/>
                  </a:lnTo>
                  <a:close/>
                  <a:moveTo>
                    <a:pt x="1537711" y="1426626"/>
                  </a:moveTo>
                  <a:lnTo>
                    <a:pt x="1597690" y="1338364"/>
                  </a:lnTo>
                  <a:lnTo>
                    <a:pt x="1504048" y="1353902"/>
                  </a:lnTo>
                  <a:close/>
                  <a:moveTo>
                    <a:pt x="1608048" y="1430036"/>
                  </a:moveTo>
                  <a:lnTo>
                    <a:pt x="1681581" y="1330755"/>
                  </a:lnTo>
                  <a:lnTo>
                    <a:pt x="1597690" y="1338364"/>
                  </a:lnTo>
                  <a:close/>
                  <a:moveTo>
                    <a:pt x="1430765" y="1352887"/>
                  </a:moveTo>
                  <a:lnTo>
                    <a:pt x="1504048" y="1353902"/>
                  </a:lnTo>
                  <a:lnTo>
                    <a:pt x="1443414" y="1242511"/>
                  </a:lnTo>
                  <a:close/>
                  <a:moveTo>
                    <a:pt x="1972396" y="1735583"/>
                  </a:moveTo>
                  <a:lnTo>
                    <a:pt x="2089165" y="1779362"/>
                  </a:lnTo>
                  <a:lnTo>
                    <a:pt x="2033836" y="1697147"/>
                  </a:lnTo>
                  <a:close/>
                  <a:moveTo>
                    <a:pt x="1988427" y="1653369"/>
                  </a:moveTo>
                  <a:lnTo>
                    <a:pt x="1972396" y="1735583"/>
                  </a:lnTo>
                  <a:lnTo>
                    <a:pt x="2033836" y="1697147"/>
                  </a:lnTo>
                  <a:close/>
                  <a:moveTo>
                    <a:pt x="1710489" y="1403865"/>
                  </a:moveTo>
                  <a:lnTo>
                    <a:pt x="1752323" y="1345075"/>
                  </a:lnTo>
                  <a:lnTo>
                    <a:pt x="1721624" y="1324508"/>
                  </a:lnTo>
                  <a:close/>
                  <a:moveTo>
                    <a:pt x="2033836" y="1697147"/>
                  </a:moveTo>
                  <a:lnTo>
                    <a:pt x="2094173" y="1777654"/>
                  </a:lnTo>
                  <a:lnTo>
                    <a:pt x="2096832" y="1675399"/>
                  </a:lnTo>
                  <a:close/>
                  <a:moveTo>
                    <a:pt x="2033836" y="1697147"/>
                  </a:moveTo>
                  <a:lnTo>
                    <a:pt x="2089165" y="1779362"/>
                  </a:lnTo>
                  <a:lnTo>
                    <a:pt x="2094173" y="1777654"/>
                  </a:lnTo>
                  <a:close/>
                  <a:moveTo>
                    <a:pt x="2094173" y="1777654"/>
                  </a:moveTo>
                  <a:lnTo>
                    <a:pt x="2170683" y="1675952"/>
                  </a:lnTo>
                  <a:lnTo>
                    <a:pt x="2096832" y="1675399"/>
                  </a:lnTo>
                  <a:close/>
                  <a:moveTo>
                    <a:pt x="2179026" y="1769262"/>
                  </a:moveTo>
                  <a:lnTo>
                    <a:pt x="2261678" y="1662566"/>
                  </a:lnTo>
                  <a:lnTo>
                    <a:pt x="2170683" y="1675952"/>
                  </a:lnTo>
                  <a:close/>
                  <a:moveTo>
                    <a:pt x="2074055" y="1593826"/>
                  </a:moveTo>
                  <a:lnTo>
                    <a:pt x="2170683" y="1675952"/>
                  </a:lnTo>
                  <a:lnTo>
                    <a:pt x="2076529" y="1614932"/>
                  </a:lnTo>
                  <a:close/>
                  <a:moveTo>
                    <a:pt x="2020718" y="1532717"/>
                  </a:moveTo>
                  <a:lnTo>
                    <a:pt x="2074055" y="1593826"/>
                  </a:lnTo>
                  <a:lnTo>
                    <a:pt x="2038584" y="1522570"/>
                  </a:lnTo>
                  <a:close/>
                  <a:moveTo>
                    <a:pt x="2035773" y="1412066"/>
                  </a:moveTo>
                  <a:lnTo>
                    <a:pt x="2038584" y="1522570"/>
                  </a:lnTo>
                  <a:lnTo>
                    <a:pt x="2060843" y="1447401"/>
                  </a:lnTo>
                  <a:close/>
                  <a:moveTo>
                    <a:pt x="2020718" y="1532717"/>
                  </a:moveTo>
                  <a:lnTo>
                    <a:pt x="2038584" y="1522570"/>
                  </a:lnTo>
                  <a:lnTo>
                    <a:pt x="2035773" y="1412066"/>
                  </a:lnTo>
                  <a:close/>
                  <a:moveTo>
                    <a:pt x="1950731" y="1450502"/>
                  </a:moveTo>
                  <a:lnTo>
                    <a:pt x="2020718" y="1532717"/>
                  </a:lnTo>
                  <a:lnTo>
                    <a:pt x="2035773" y="1412066"/>
                  </a:lnTo>
                  <a:close/>
                  <a:moveTo>
                    <a:pt x="2087091" y="1412066"/>
                  </a:moveTo>
                  <a:lnTo>
                    <a:pt x="2060843" y="1447401"/>
                  </a:lnTo>
                  <a:lnTo>
                    <a:pt x="2119618" y="1417190"/>
                  </a:lnTo>
                  <a:close/>
                  <a:moveTo>
                    <a:pt x="2119618" y="1417190"/>
                  </a:moveTo>
                  <a:lnTo>
                    <a:pt x="2060843" y="1447401"/>
                  </a:lnTo>
                  <a:lnTo>
                    <a:pt x="2038584" y="1522570"/>
                  </a:lnTo>
                  <a:close/>
                  <a:moveTo>
                    <a:pt x="1770100" y="1203857"/>
                  </a:moveTo>
                  <a:lnTo>
                    <a:pt x="1840031" y="1179140"/>
                  </a:lnTo>
                  <a:lnTo>
                    <a:pt x="1817647" y="1180634"/>
                  </a:lnTo>
                  <a:close/>
                  <a:moveTo>
                    <a:pt x="1791179" y="1286072"/>
                  </a:moveTo>
                  <a:lnTo>
                    <a:pt x="1800190" y="1247636"/>
                  </a:lnTo>
                  <a:lnTo>
                    <a:pt x="1770100" y="1203857"/>
                  </a:lnTo>
                  <a:close/>
                  <a:moveTo>
                    <a:pt x="1817647" y="1180634"/>
                  </a:moveTo>
                  <a:lnTo>
                    <a:pt x="1840031" y="1179140"/>
                  </a:lnTo>
                  <a:lnTo>
                    <a:pt x="1915106" y="1181171"/>
                  </a:lnTo>
                  <a:close/>
                  <a:moveTo>
                    <a:pt x="1457320" y="791337"/>
                  </a:moveTo>
                  <a:lnTo>
                    <a:pt x="1450264" y="792781"/>
                  </a:lnTo>
                  <a:lnTo>
                    <a:pt x="1522726" y="828764"/>
                  </a:lnTo>
                  <a:close/>
                  <a:moveTo>
                    <a:pt x="1522726" y="828764"/>
                  </a:moveTo>
                  <a:lnTo>
                    <a:pt x="1390320" y="827576"/>
                  </a:lnTo>
                  <a:lnTo>
                    <a:pt x="1506272" y="836560"/>
                  </a:lnTo>
                  <a:close/>
                  <a:moveTo>
                    <a:pt x="1457320" y="791337"/>
                  </a:moveTo>
                  <a:lnTo>
                    <a:pt x="1522726" y="828764"/>
                  </a:lnTo>
                  <a:lnTo>
                    <a:pt x="1534856" y="836560"/>
                  </a:lnTo>
                  <a:close/>
                  <a:moveTo>
                    <a:pt x="2113432" y="1494281"/>
                  </a:moveTo>
                  <a:lnTo>
                    <a:pt x="2137631" y="1576495"/>
                  </a:lnTo>
                  <a:lnTo>
                    <a:pt x="2197406" y="1538059"/>
                  </a:lnTo>
                  <a:close/>
                  <a:moveTo>
                    <a:pt x="2113432" y="1494281"/>
                  </a:moveTo>
                  <a:lnTo>
                    <a:pt x="2197406" y="1538059"/>
                  </a:lnTo>
                  <a:lnTo>
                    <a:pt x="2168517" y="1455844"/>
                  </a:lnTo>
                  <a:close/>
                  <a:moveTo>
                    <a:pt x="2060843" y="1447401"/>
                  </a:moveTo>
                  <a:lnTo>
                    <a:pt x="2087091" y="1412066"/>
                  </a:lnTo>
                  <a:lnTo>
                    <a:pt x="2059464" y="1405503"/>
                  </a:lnTo>
                  <a:close/>
                  <a:moveTo>
                    <a:pt x="2260225" y="1420340"/>
                  </a:moveTo>
                  <a:lnTo>
                    <a:pt x="2136648" y="1452169"/>
                  </a:lnTo>
                  <a:lnTo>
                    <a:pt x="2184853" y="1417197"/>
                  </a:lnTo>
                  <a:close/>
                  <a:moveTo>
                    <a:pt x="2035773" y="1412066"/>
                  </a:moveTo>
                  <a:lnTo>
                    <a:pt x="2060843" y="1447401"/>
                  </a:lnTo>
                  <a:lnTo>
                    <a:pt x="2059464" y="1405503"/>
                  </a:lnTo>
                  <a:close/>
                  <a:moveTo>
                    <a:pt x="1840031" y="1179140"/>
                  </a:moveTo>
                  <a:lnTo>
                    <a:pt x="1893268" y="1219249"/>
                  </a:lnTo>
                  <a:lnTo>
                    <a:pt x="1960880" y="1209199"/>
                  </a:lnTo>
                  <a:close/>
                  <a:moveTo>
                    <a:pt x="1973776" y="1185327"/>
                  </a:moveTo>
                  <a:lnTo>
                    <a:pt x="1840031" y="1179140"/>
                  </a:lnTo>
                  <a:lnTo>
                    <a:pt x="1960880" y="1209199"/>
                  </a:lnTo>
                  <a:close/>
                  <a:moveTo>
                    <a:pt x="1915106" y="1181171"/>
                  </a:moveTo>
                  <a:lnTo>
                    <a:pt x="1840031" y="1179140"/>
                  </a:lnTo>
                  <a:lnTo>
                    <a:pt x="1973776" y="1185327"/>
                  </a:lnTo>
                  <a:close/>
                  <a:moveTo>
                    <a:pt x="2054394" y="1208089"/>
                  </a:moveTo>
                  <a:lnTo>
                    <a:pt x="1926442" y="1165420"/>
                  </a:lnTo>
                  <a:lnTo>
                    <a:pt x="1915106" y="1181171"/>
                  </a:lnTo>
                  <a:close/>
                  <a:moveTo>
                    <a:pt x="2054394" y="1208089"/>
                  </a:moveTo>
                  <a:lnTo>
                    <a:pt x="1915106" y="1181171"/>
                  </a:lnTo>
                  <a:lnTo>
                    <a:pt x="1973776" y="1185327"/>
                  </a:lnTo>
                  <a:close/>
                  <a:moveTo>
                    <a:pt x="1522726" y="828764"/>
                  </a:moveTo>
                  <a:lnTo>
                    <a:pt x="1506272" y="836560"/>
                  </a:lnTo>
                  <a:lnTo>
                    <a:pt x="1528294" y="833729"/>
                  </a:lnTo>
                  <a:close/>
                  <a:moveTo>
                    <a:pt x="1528294" y="833729"/>
                  </a:moveTo>
                  <a:lnTo>
                    <a:pt x="1534856" y="836560"/>
                  </a:lnTo>
                  <a:lnTo>
                    <a:pt x="1522726" y="828764"/>
                  </a:lnTo>
                  <a:close/>
                  <a:moveTo>
                    <a:pt x="1605509" y="754344"/>
                  </a:moveTo>
                  <a:lnTo>
                    <a:pt x="1663261" y="798123"/>
                  </a:lnTo>
                  <a:lnTo>
                    <a:pt x="1643409" y="715908"/>
                  </a:lnTo>
                  <a:close/>
                  <a:moveTo>
                    <a:pt x="2306750" y="1379091"/>
                  </a:moveTo>
                  <a:lnTo>
                    <a:pt x="2184853" y="1417197"/>
                  </a:lnTo>
                  <a:lnTo>
                    <a:pt x="2230245" y="1371706"/>
                  </a:lnTo>
                  <a:close/>
                  <a:moveTo>
                    <a:pt x="2359278" y="1383036"/>
                  </a:moveTo>
                  <a:lnTo>
                    <a:pt x="2380033" y="1374423"/>
                  </a:lnTo>
                  <a:lnTo>
                    <a:pt x="2306750" y="1379091"/>
                  </a:lnTo>
                  <a:close/>
                  <a:moveTo>
                    <a:pt x="1658260" y="513042"/>
                  </a:moveTo>
                  <a:lnTo>
                    <a:pt x="1677668" y="595256"/>
                  </a:lnTo>
                  <a:lnTo>
                    <a:pt x="1718157" y="556820"/>
                  </a:lnTo>
                  <a:close/>
                  <a:moveTo>
                    <a:pt x="1676075" y="392390"/>
                  </a:moveTo>
                  <a:lnTo>
                    <a:pt x="1690439" y="422724"/>
                  </a:lnTo>
                  <a:lnTo>
                    <a:pt x="1658260" y="513042"/>
                  </a:lnTo>
                  <a:close/>
                  <a:moveTo>
                    <a:pt x="2111176" y="774780"/>
                  </a:moveTo>
                  <a:lnTo>
                    <a:pt x="2081075" y="787380"/>
                  </a:lnTo>
                  <a:lnTo>
                    <a:pt x="2043687" y="803466"/>
                  </a:lnTo>
                  <a:close/>
                  <a:moveTo>
                    <a:pt x="2094823" y="803466"/>
                  </a:moveTo>
                  <a:lnTo>
                    <a:pt x="2081075" y="787380"/>
                  </a:lnTo>
                  <a:lnTo>
                    <a:pt x="2144410" y="835580"/>
                  </a:lnTo>
                  <a:close/>
                  <a:moveTo>
                    <a:pt x="2144410" y="835580"/>
                  </a:moveTo>
                  <a:lnTo>
                    <a:pt x="2081075" y="787380"/>
                  </a:lnTo>
                  <a:lnTo>
                    <a:pt x="2111176" y="774780"/>
                  </a:lnTo>
                  <a:close/>
                  <a:moveTo>
                    <a:pt x="2128496" y="765029"/>
                  </a:moveTo>
                  <a:lnTo>
                    <a:pt x="2147312" y="794123"/>
                  </a:lnTo>
                  <a:lnTo>
                    <a:pt x="2144410" y="835580"/>
                  </a:lnTo>
                  <a:close/>
                  <a:moveTo>
                    <a:pt x="2111176" y="774780"/>
                  </a:moveTo>
                  <a:lnTo>
                    <a:pt x="2128496" y="765029"/>
                  </a:lnTo>
                  <a:lnTo>
                    <a:pt x="2144410" y="835580"/>
                  </a:lnTo>
                  <a:close/>
                  <a:moveTo>
                    <a:pt x="1980895" y="781542"/>
                  </a:moveTo>
                  <a:lnTo>
                    <a:pt x="2081075" y="787380"/>
                  </a:lnTo>
                  <a:lnTo>
                    <a:pt x="2103626" y="746552"/>
                  </a:lnTo>
                  <a:close/>
                  <a:moveTo>
                    <a:pt x="1763432" y="310594"/>
                  </a:moveTo>
                  <a:lnTo>
                    <a:pt x="1713549" y="339295"/>
                  </a:lnTo>
                  <a:lnTo>
                    <a:pt x="1676075" y="392390"/>
                  </a:lnTo>
                  <a:close/>
                  <a:moveTo>
                    <a:pt x="2158347" y="457282"/>
                  </a:moveTo>
                  <a:lnTo>
                    <a:pt x="2022854" y="436169"/>
                  </a:lnTo>
                  <a:lnTo>
                    <a:pt x="2027475" y="461835"/>
                  </a:lnTo>
                  <a:close/>
                  <a:moveTo>
                    <a:pt x="1834457" y="297488"/>
                  </a:moveTo>
                  <a:lnTo>
                    <a:pt x="1763432" y="310594"/>
                  </a:lnTo>
                  <a:lnTo>
                    <a:pt x="1885522" y="273211"/>
                  </a:lnTo>
                  <a:close/>
                  <a:moveTo>
                    <a:pt x="1885522" y="273211"/>
                  </a:moveTo>
                  <a:lnTo>
                    <a:pt x="1934139" y="233302"/>
                  </a:lnTo>
                  <a:lnTo>
                    <a:pt x="1937464" y="242988"/>
                  </a:lnTo>
                  <a:close/>
                  <a:moveTo>
                    <a:pt x="1944868" y="216436"/>
                  </a:moveTo>
                  <a:lnTo>
                    <a:pt x="1937464" y="242988"/>
                  </a:lnTo>
                  <a:lnTo>
                    <a:pt x="1934139" y="233302"/>
                  </a:lnTo>
                  <a:close/>
                  <a:moveTo>
                    <a:pt x="2284352" y="434536"/>
                  </a:moveTo>
                  <a:lnTo>
                    <a:pt x="2219677" y="407928"/>
                  </a:lnTo>
                  <a:lnTo>
                    <a:pt x="2158347" y="457282"/>
                  </a:lnTo>
                  <a:close/>
                  <a:moveTo>
                    <a:pt x="1944868" y="216436"/>
                  </a:moveTo>
                  <a:lnTo>
                    <a:pt x="1986785" y="202891"/>
                  </a:lnTo>
                  <a:lnTo>
                    <a:pt x="1981489" y="151087"/>
                  </a:lnTo>
                  <a:close/>
                  <a:moveTo>
                    <a:pt x="1981489" y="151087"/>
                  </a:moveTo>
                  <a:lnTo>
                    <a:pt x="1986785" y="202891"/>
                  </a:lnTo>
                  <a:lnTo>
                    <a:pt x="1998347" y="194865"/>
                  </a:lnTo>
                  <a:close/>
                  <a:moveTo>
                    <a:pt x="1981489" y="151087"/>
                  </a:moveTo>
                  <a:lnTo>
                    <a:pt x="1998347" y="194865"/>
                  </a:lnTo>
                  <a:lnTo>
                    <a:pt x="1993394" y="112651"/>
                  </a:lnTo>
                  <a:close/>
                  <a:moveTo>
                    <a:pt x="2403609" y="386557"/>
                  </a:moveTo>
                  <a:lnTo>
                    <a:pt x="2344128" y="379372"/>
                  </a:lnTo>
                  <a:lnTo>
                    <a:pt x="2284352" y="434536"/>
                  </a:lnTo>
                  <a:close/>
                  <a:moveTo>
                    <a:pt x="2152456" y="4852"/>
                  </a:moveTo>
                  <a:lnTo>
                    <a:pt x="2033247" y="53013"/>
                  </a:lnTo>
                  <a:lnTo>
                    <a:pt x="2088229" y="43379"/>
                  </a:lnTo>
                  <a:close/>
                  <a:moveTo>
                    <a:pt x="2283247" y="0"/>
                  </a:moveTo>
                  <a:lnTo>
                    <a:pt x="2225691" y="11"/>
                  </a:lnTo>
                  <a:lnTo>
                    <a:pt x="2152456" y="4852"/>
                  </a:lnTo>
                  <a:close/>
                  <a:moveTo>
                    <a:pt x="2283247" y="0"/>
                  </a:moveTo>
                  <a:lnTo>
                    <a:pt x="2152456" y="4852"/>
                  </a:lnTo>
                  <a:lnTo>
                    <a:pt x="2215755" y="26314"/>
                  </a:lnTo>
                  <a:close/>
                  <a:moveTo>
                    <a:pt x="2361042" y="12204"/>
                  </a:moveTo>
                  <a:lnTo>
                    <a:pt x="2225691" y="11"/>
                  </a:lnTo>
                  <a:lnTo>
                    <a:pt x="2283247" y="0"/>
                  </a:lnTo>
                  <a:close/>
                  <a:moveTo>
                    <a:pt x="2713343" y="408417"/>
                  </a:moveTo>
                  <a:lnTo>
                    <a:pt x="2738254" y="371365"/>
                  </a:lnTo>
                  <a:lnTo>
                    <a:pt x="2664479" y="415859"/>
                  </a:lnTo>
                  <a:close/>
                  <a:moveTo>
                    <a:pt x="2664479" y="415859"/>
                  </a:moveTo>
                  <a:lnTo>
                    <a:pt x="2738254" y="371365"/>
                  </a:lnTo>
                  <a:lnTo>
                    <a:pt x="2714073" y="336041"/>
                  </a:lnTo>
                  <a:close/>
                  <a:moveTo>
                    <a:pt x="2438876" y="177809"/>
                  </a:moveTo>
                  <a:lnTo>
                    <a:pt x="2524914" y="168454"/>
                  </a:lnTo>
                  <a:lnTo>
                    <a:pt x="2498429" y="89894"/>
                  </a:lnTo>
                  <a:close/>
                  <a:moveTo>
                    <a:pt x="2438876" y="177809"/>
                  </a:moveTo>
                  <a:lnTo>
                    <a:pt x="2498429" y="89894"/>
                  </a:lnTo>
                  <a:lnTo>
                    <a:pt x="2422050" y="91397"/>
                  </a:lnTo>
                  <a:close/>
                  <a:moveTo>
                    <a:pt x="2524914" y="168454"/>
                  </a:moveTo>
                  <a:lnTo>
                    <a:pt x="2574229" y="88861"/>
                  </a:lnTo>
                  <a:lnTo>
                    <a:pt x="2498429" y="89894"/>
                  </a:lnTo>
                  <a:close/>
                  <a:moveTo>
                    <a:pt x="2343704" y="94499"/>
                  </a:moveTo>
                  <a:lnTo>
                    <a:pt x="2422050" y="91397"/>
                  </a:lnTo>
                  <a:lnTo>
                    <a:pt x="2378350" y="26833"/>
                  </a:lnTo>
                  <a:close/>
                  <a:moveTo>
                    <a:pt x="2343704" y="94499"/>
                  </a:moveTo>
                  <a:lnTo>
                    <a:pt x="2378350" y="26833"/>
                  </a:lnTo>
                  <a:lnTo>
                    <a:pt x="2310488" y="21411"/>
                  </a:lnTo>
                  <a:close/>
                  <a:moveTo>
                    <a:pt x="2422050" y="91397"/>
                  </a:moveTo>
                  <a:lnTo>
                    <a:pt x="2498429" y="89894"/>
                  </a:lnTo>
                  <a:lnTo>
                    <a:pt x="2448602" y="30310"/>
                  </a:lnTo>
                  <a:close/>
                  <a:moveTo>
                    <a:pt x="2422050" y="91397"/>
                  </a:moveTo>
                  <a:lnTo>
                    <a:pt x="2448602" y="30310"/>
                  </a:lnTo>
                  <a:lnTo>
                    <a:pt x="2378350" y="26833"/>
                  </a:lnTo>
                  <a:close/>
                  <a:moveTo>
                    <a:pt x="2222098" y="32678"/>
                  </a:moveTo>
                  <a:lnTo>
                    <a:pt x="2310488" y="21411"/>
                  </a:lnTo>
                  <a:lnTo>
                    <a:pt x="2283247" y="0"/>
                  </a:lnTo>
                  <a:close/>
                  <a:moveTo>
                    <a:pt x="2310488" y="21411"/>
                  </a:moveTo>
                  <a:lnTo>
                    <a:pt x="2361042" y="12204"/>
                  </a:lnTo>
                  <a:lnTo>
                    <a:pt x="2283247" y="0"/>
                  </a:lnTo>
                  <a:close/>
                  <a:moveTo>
                    <a:pt x="2310488" y="21411"/>
                  </a:moveTo>
                  <a:lnTo>
                    <a:pt x="2378350" y="26833"/>
                  </a:lnTo>
                  <a:lnTo>
                    <a:pt x="2361042" y="12204"/>
                  </a:lnTo>
                  <a:close/>
                  <a:moveTo>
                    <a:pt x="2759549" y="399161"/>
                  </a:moveTo>
                  <a:lnTo>
                    <a:pt x="2807342" y="351014"/>
                  </a:lnTo>
                  <a:lnTo>
                    <a:pt x="2738254" y="371365"/>
                  </a:lnTo>
                  <a:close/>
                </a:path>
              </a:pathLst>
            </a:custGeom>
            <a:solidFill>
              <a:srgbClr val="E3E8EC"/>
            </a:solidFill>
            <a:ln w="1524">
              <a:solidFill>
                <a:srgbClr val="E3E8EC"/>
              </a:solidFill>
            </a:ln>
          </p:spPr>
        </p:sp>
        <p:sp>
          <p:nvSpPr>
            <p:cNvPr id="2123" name="Candidate_density__2122">
              <a:extLst>
                <a:ext uri="{FF2B5EF4-FFF2-40B4-BE49-F238E27FC236}">
                  <a16:creationId xmlns:a16="http://schemas.microsoft.com/office/drawing/2014/main" id="{1DDB60BA-4288-6A11-D6A6-B9490F627A59}"/>
                </a:ext>
              </a:extLst>
            </p:cNvPr>
            <p:cNvSpPr>
              <a:spLocks noGrp="1"/>
            </p:cNvSpPr>
            <p:nvPr/>
          </p:nvSpPr>
          <p:spPr>
            <a:xfrm>
              <a:off x="3514350" y="1799509"/>
              <a:ext cx="2838924" cy="2086190"/>
            </a:xfrm>
            <a:custGeom>
              <a:avLst/>
              <a:gdLst/>
              <a:ahLst/>
              <a:cxnLst/>
              <a:rect l="0" t="0" r="0" b="0"/>
              <a:pathLst>
                <a:path w="2838924" h="2086190">
                  <a:moveTo>
                    <a:pt x="689313" y="1986664"/>
                  </a:moveTo>
                  <a:lnTo>
                    <a:pt x="637859" y="2009490"/>
                  </a:lnTo>
                  <a:lnTo>
                    <a:pt x="771885" y="2016733"/>
                  </a:lnTo>
                  <a:close/>
                  <a:moveTo>
                    <a:pt x="137769" y="1392726"/>
                  </a:moveTo>
                  <a:lnTo>
                    <a:pt x="193372" y="1461563"/>
                  </a:lnTo>
                  <a:lnTo>
                    <a:pt x="170800" y="1441318"/>
                  </a:lnTo>
                  <a:close/>
                  <a:moveTo>
                    <a:pt x="179015" y="1417784"/>
                  </a:moveTo>
                  <a:lnTo>
                    <a:pt x="137769" y="1392726"/>
                  </a:lnTo>
                  <a:lnTo>
                    <a:pt x="92799" y="1329194"/>
                  </a:lnTo>
                  <a:close/>
                  <a:moveTo>
                    <a:pt x="26151" y="1297133"/>
                  </a:moveTo>
                  <a:lnTo>
                    <a:pt x="0" y="1296586"/>
                  </a:lnTo>
                  <a:lnTo>
                    <a:pt x="39402" y="1312012"/>
                  </a:lnTo>
                  <a:close/>
                  <a:moveTo>
                    <a:pt x="0" y="1296586"/>
                  </a:moveTo>
                  <a:lnTo>
                    <a:pt x="83157" y="1328840"/>
                  </a:lnTo>
                  <a:lnTo>
                    <a:pt x="39402" y="1312012"/>
                  </a:lnTo>
                  <a:close/>
                  <a:moveTo>
                    <a:pt x="83157" y="1328840"/>
                  </a:moveTo>
                  <a:lnTo>
                    <a:pt x="92799" y="1329194"/>
                  </a:lnTo>
                  <a:lnTo>
                    <a:pt x="39402" y="1312012"/>
                  </a:lnTo>
                  <a:close/>
                  <a:moveTo>
                    <a:pt x="116942" y="1379348"/>
                  </a:moveTo>
                  <a:lnTo>
                    <a:pt x="137769" y="1392726"/>
                  </a:lnTo>
                  <a:lnTo>
                    <a:pt x="170800" y="1441318"/>
                  </a:lnTo>
                  <a:close/>
                  <a:moveTo>
                    <a:pt x="137769" y="1392726"/>
                  </a:moveTo>
                  <a:lnTo>
                    <a:pt x="116942" y="1379348"/>
                  </a:lnTo>
                  <a:lnTo>
                    <a:pt x="39402" y="1312012"/>
                  </a:lnTo>
                  <a:close/>
                  <a:moveTo>
                    <a:pt x="92799" y="1329194"/>
                  </a:moveTo>
                  <a:lnTo>
                    <a:pt x="137769" y="1392726"/>
                  </a:lnTo>
                  <a:lnTo>
                    <a:pt x="39402" y="1312012"/>
                  </a:lnTo>
                  <a:close/>
                  <a:moveTo>
                    <a:pt x="771885" y="2016733"/>
                  </a:moveTo>
                  <a:lnTo>
                    <a:pt x="821334" y="1986410"/>
                  </a:lnTo>
                  <a:lnTo>
                    <a:pt x="689313" y="1986664"/>
                  </a:lnTo>
                  <a:close/>
                  <a:moveTo>
                    <a:pt x="336793" y="1289423"/>
                  </a:moveTo>
                  <a:lnTo>
                    <a:pt x="304200" y="1278513"/>
                  </a:lnTo>
                  <a:lnTo>
                    <a:pt x="279386" y="1258696"/>
                  </a:lnTo>
                  <a:close/>
                  <a:moveTo>
                    <a:pt x="821334" y="1986410"/>
                  </a:moveTo>
                  <a:lnTo>
                    <a:pt x="893723" y="1978402"/>
                  </a:lnTo>
                  <a:lnTo>
                    <a:pt x="934037" y="1913927"/>
                  </a:lnTo>
                  <a:close/>
                  <a:moveTo>
                    <a:pt x="1318809" y="2086190"/>
                  </a:moveTo>
                  <a:lnTo>
                    <a:pt x="1252217" y="2052377"/>
                  </a:lnTo>
                  <a:lnTo>
                    <a:pt x="1200580" y="2074513"/>
                  </a:lnTo>
                  <a:close/>
                  <a:moveTo>
                    <a:pt x="1126955" y="2077902"/>
                  </a:moveTo>
                  <a:lnTo>
                    <a:pt x="1200580" y="2074513"/>
                  </a:lnTo>
                  <a:lnTo>
                    <a:pt x="1252217" y="2052377"/>
                  </a:lnTo>
                  <a:close/>
                  <a:moveTo>
                    <a:pt x="687366" y="1466905"/>
                  </a:moveTo>
                  <a:lnTo>
                    <a:pt x="715321" y="1428469"/>
                  </a:lnTo>
                  <a:lnTo>
                    <a:pt x="665027" y="1465457"/>
                  </a:lnTo>
                  <a:close/>
                  <a:moveTo>
                    <a:pt x="1269037" y="1779591"/>
                  </a:moveTo>
                  <a:lnTo>
                    <a:pt x="1255241" y="1848479"/>
                  </a:lnTo>
                  <a:lnTo>
                    <a:pt x="1300361" y="1801108"/>
                  </a:lnTo>
                  <a:close/>
                  <a:moveTo>
                    <a:pt x="1269037" y="1779591"/>
                  </a:moveTo>
                  <a:lnTo>
                    <a:pt x="1300361" y="1801108"/>
                  </a:lnTo>
                  <a:lnTo>
                    <a:pt x="1282211" y="1734111"/>
                  </a:lnTo>
                  <a:close/>
                  <a:moveTo>
                    <a:pt x="934028" y="1390032"/>
                  </a:moveTo>
                  <a:lnTo>
                    <a:pt x="944732" y="1461100"/>
                  </a:lnTo>
                  <a:lnTo>
                    <a:pt x="953889" y="1472247"/>
                  </a:lnTo>
                  <a:close/>
                  <a:moveTo>
                    <a:pt x="605882" y="978957"/>
                  </a:moveTo>
                  <a:lnTo>
                    <a:pt x="657866" y="1008279"/>
                  </a:lnTo>
                  <a:lnTo>
                    <a:pt x="684620" y="950830"/>
                  </a:lnTo>
                  <a:close/>
                  <a:moveTo>
                    <a:pt x="684620" y="950830"/>
                  </a:moveTo>
                  <a:lnTo>
                    <a:pt x="640980" y="945146"/>
                  </a:lnTo>
                  <a:lnTo>
                    <a:pt x="605882" y="978957"/>
                  </a:lnTo>
                  <a:close/>
                  <a:moveTo>
                    <a:pt x="676051" y="940520"/>
                  </a:moveTo>
                  <a:lnTo>
                    <a:pt x="596090" y="896742"/>
                  </a:lnTo>
                  <a:lnTo>
                    <a:pt x="673813" y="858305"/>
                  </a:lnTo>
                  <a:close/>
                  <a:moveTo>
                    <a:pt x="644816" y="783005"/>
                  </a:moveTo>
                  <a:lnTo>
                    <a:pt x="676161" y="858305"/>
                  </a:lnTo>
                  <a:lnTo>
                    <a:pt x="673557" y="851745"/>
                  </a:lnTo>
                  <a:close/>
                  <a:moveTo>
                    <a:pt x="1381455" y="1648697"/>
                  </a:moveTo>
                  <a:lnTo>
                    <a:pt x="1282211" y="1734111"/>
                  </a:lnTo>
                  <a:lnTo>
                    <a:pt x="1356296" y="1732446"/>
                  </a:lnTo>
                  <a:close/>
                  <a:moveTo>
                    <a:pt x="1433071" y="1667327"/>
                  </a:moveTo>
                  <a:lnTo>
                    <a:pt x="1381455" y="1648697"/>
                  </a:lnTo>
                  <a:lnTo>
                    <a:pt x="1356296" y="1732446"/>
                  </a:lnTo>
                  <a:close/>
                  <a:moveTo>
                    <a:pt x="970855" y="1127318"/>
                  </a:moveTo>
                  <a:lnTo>
                    <a:pt x="947079" y="1104951"/>
                  </a:lnTo>
                  <a:lnTo>
                    <a:pt x="969108" y="1066514"/>
                  </a:lnTo>
                  <a:close/>
                  <a:moveTo>
                    <a:pt x="947079" y="1104951"/>
                  </a:moveTo>
                  <a:lnTo>
                    <a:pt x="959978" y="984299"/>
                  </a:lnTo>
                  <a:lnTo>
                    <a:pt x="969108" y="1066514"/>
                  </a:lnTo>
                  <a:close/>
                  <a:moveTo>
                    <a:pt x="678210" y="819869"/>
                  </a:moveTo>
                  <a:lnTo>
                    <a:pt x="673813" y="858305"/>
                  </a:lnTo>
                  <a:lnTo>
                    <a:pt x="711341" y="777811"/>
                  </a:lnTo>
                  <a:close/>
                  <a:moveTo>
                    <a:pt x="673813" y="858305"/>
                  </a:moveTo>
                  <a:lnTo>
                    <a:pt x="673557" y="851745"/>
                  </a:lnTo>
                  <a:lnTo>
                    <a:pt x="711341" y="777811"/>
                  </a:lnTo>
                  <a:close/>
                  <a:moveTo>
                    <a:pt x="735541" y="819869"/>
                  </a:moveTo>
                  <a:lnTo>
                    <a:pt x="711341" y="777811"/>
                  </a:lnTo>
                  <a:lnTo>
                    <a:pt x="673557" y="851745"/>
                  </a:lnTo>
                  <a:close/>
                  <a:moveTo>
                    <a:pt x="1368230" y="1559357"/>
                  </a:moveTo>
                  <a:lnTo>
                    <a:pt x="1472095" y="1635601"/>
                  </a:lnTo>
                  <a:lnTo>
                    <a:pt x="1395815" y="1637022"/>
                  </a:lnTo>
                  <a:close/>
                  <a:moveTo>
                    <a:pt x="993662" y="981452"/>
                  </a:moveTo>
                  <a:lnTo>
                    <a:pt x="1037285" y="1046080"/>
                  </a:lnTo>
                  <a:lnTo>
                    <a:pt x="983074" y="1021259"/>
                  </a:lnTo>
                  <a:close/>
                  <a:moveTo>
                    <a:pt x="1493595" y="1217753"/>
                  </a:moveTo>
                  <a:lnTo>
                    <a:pt x="1495257" y="1316494"/>
                  </a:lnTo>
                  <a:lnTo>
                    <a:pt x="1563932" y="1221163"/>
                  </a:lnTo>
                  <a:close/>
                  <a:moveTo>
                    <a:pt x="1666198" y="1197850"/>
                  </a:moveTo>
                  <a:lnTo>
                    <a:pt x="1563932" y="1221163"/>
                  </a:lnTo>
                  <a:lnTo>
                    <a:pt x="1556583" y="1278362"/>
                  </a:lnTo>
                  <a:close/>
                  <a:moveTo>
                    <a:pt x="1399298" y="1033638"/>
                  </a:moveTo>
                  <a:lnTo>
                    <a:pt x="1433755" y="1097785"/>
                  </a:lnTo>
                  <a:lnTo>
                    <a:pt x="1408939" y="1071856"/>
                  </a:lnTo>
                  <a:close/>
                  <a:moveTo>
                    <a:pt x="1399298" y="1033638"/>
                  </a:moveTo>
                  <a:lnTo>
                    <a:pt x="1408939" y="1071856"/>
                  </a:lnTo>
                  <a:lnTo>
                    <a:pt x="1399509" y="1033204"/>
                  </a:lnTo>
                  <a:close/>
                  <a:moveTo>
                    <a:pt x="2131186" y="1387815"/>
                  </a:moveTo>
                  <a:lnTo>
                    <a:pt x="2179421" y="1384610"/>
                  </a:lnTo>
                  <a:lnTo>
                    <a:pt x="2217867" y="1433244"/>
                  </a:lnTo>
                  <a:close/>
                  <a:moveTo>
                    <a:pt x="1872616" y="1151984"/>
                  </a:moveTo>
                  <a:lnTo>
                    <a:pt x="1984010" y="1120977"/>
                  </a:lnTo>
                  <a:lnTo>
                    <a:pt x="1906993" y="1106907"/>
                  </a:lnTo>
                  <a:close/>
                  <a:moveTo>
                    <a:pt x="2264560" y="1392615"/>
                  </a:moveTo>
                  <a:lnTo>
                    <a:pt x="2217867" y="1433244"/>
                  </a:lnTo>
                  <a:lnTo>
                    <a:pt x="2339924" y="1395733"/>
                  </a:lnTo>
                  <a:close/>
                  <a:moveTo>
                    <a:pt x="1945304" y="1034946"/>
                  </a:moveTo>
                  <a:lnTo>
                    <a:pt x="1850558" y="1120977"/>
                  </a:lnTo>
                  <a:lnTo>
                    <a:pt x="1906993" y="1106907"/>
                  </a:lnTo>
                  <a:close/>
                  <a:moveTo>
                    <a:pt x="1686981" y="841636"/>
                  </a:moveTo>
                  <a:lnTo>
                    <a:pt x="1703925" y="874331"/>
                  </a:lnTo>
                  <a:lnTo>
                    <a:pt x="1717922" y="856286"/>
                  </a:lnTo>
                  <a:close/>
                  <a:moveTo>
                    <a:pt x="1887276" y="918110"/>
                  </a:moveTo>
                  <a:lnTo>
                    <a:pt x="1805065" y="946125"/>
                  </a:lnTo>
                  <a:lnTo>
                    <a:pt x="1905884" y="887560"/>
                  </a:lnTo>
                  <a:close/>
                  <a:moveTo>
                    <a:pt x="2412030" y="1411401"/>
                  </a:moveTo>
                  <a:lnTo>
                    <a:pt x="2421964" y="1408703"/>
                  </a:lnTo>
                  <a:lnTo>
                    <a:pt x="2339924" y="1395733"/>
                  </a:lnTo>
                  <a:close/>
                  <a:moveTo>
                    <a:pt x="2339924" y="1395733"/>
                  </a:moveTo>
                  <a:lnTo>
                    <a:pt x="2421964" y="1408703"/>
                  </a:lnTo>
                  <a:lnTo>
                    <a:pt x="2459241" y="1347981"/>
                  </a:lnTo>
                  <a:close/>
                  <a:moveTo>
                    <a:pt x="2339924" y="1395733"/>
                  </a:moveTo>
                  <a:lnTo>
                    <a:pt x="2459241" y="1347981"/>
                  </a:lnTo>
                  <a:lnTo>
                    <a:pt x="2389767" y="1366885"/>
                  </a:lnTo>
                  <a:close/>
                  <a:moveTo>
                    <a:pt x="2264560" y="1392615"/>
                  </a:moveTo>
                  <a:lnTo>
                    <a:pt x="2339924" y="1395733"/>
                  </a:lnTo>
                  <a:lnTo>
                    <a:pt x="2389767" y="1366885"/>
                  </a:lnTo>
                  <a:close/>
                  <a:moveTo>
                    <a:pt x="2469746" y="1269765"/>
                  </a:moveTo>
                  <a:lnTo>
                    <a:pt x="2389767" y="1366885"/>
                  </a:lnTo>
                  <a:lnTo>
                    <a:pt x="2459241" y="1347981"/>
                  </a:lnTo>
                  <a:close/>
                  <a:moveTo>
                    <a:pt x="2152874" y="444770"/>
                  </a:moveTo>
                  <a:lnTo>
                    <a:pt x="2163489" y="536232"/>
                  </a:lnTo>
                  <a:lnTo>
                    <a:pt x="2196455" y="556155"/>
                  </a:lnTo>
                  <a:close/>
                  <a:moveTo>
                    <a:pt x="1975917" y="225136"/>
                  </a:moveTo>
                  <a:lnTo>
                    <a:pt x="2009413" y="135170"/>
                  </a:lnTo>
                  <a:lnTo>
                    <a:pt x="1903559" y="125906"/>
                  </a:lnTo>
                  <a:close/>
                  <a:moveTo>
                    <a:pt x="2293414" y="29770"/>
                  </a:moveTo>
                  <a:lnTo>
                    <a:pt x="2323301" y="42369"/>
                  </a:lnTo>
                  <a:lnTo>
                    <a:pt x="2282019" y="0"/>
                  </a:lnTo>
                  <a:close/>
                  <a:moveTo>
                    <a:pt x="2822190" y="264180"/>
                  </a:moveTo>
                  <a:lnTo>
                    <a:pt x="2838924" y="363973"/>
                  </a:lnTo>
                  <a:lnTo>
                    <a:pt x="2838674" y="281758"/>
                  </a:lnTo>
                  <a:close/>
                  <a:moveTo>
                    <a:pt x="2822190" y="264180"/>
                  </a:moveTo>
                  <a:lnTo>
                    <a:pt x="2832518" y="355876"/>
                  </a:lnTo>
                  <a:lnTo>
                    <a:pt x="2838924" y="363973"/>
                  </a:lnTo>
                  <a:close/>
                  <a:moveTo>
                    <a:pt x="2793248" y="187617"/>
                  </a:moveTo>
                  <a:lnTo>
                    <a:pt x="2838674" y="281758"/>
                  </a:lnTo>
                  <a:lnTo>
                    <a:pt x="2804697" y="199543"/>
                  </a:lnTo>
                  <a:close/>
                </a:path>
              </a:pathLst>
            </a:custGeom>
            <a:solidFill>
              <a:srgbClr val="D8DEE3"/>
            </a:solidFill>
            <a:ln w="1524">
              <a:solidFill>
                <a:srgbClr val="D8DEE3"/>
              </a:solidFill>
            </a:ln>
          </p:spPr>
        </p:sp>
        <p:sp>
          <p:nvSpPr>
            <p:cNvPr id="2124" name="Candidate_density__2123">
              <a:extLst>
                <a:ext uri="{FF2B5EF4-FFF2-40B4-BE49-F238E27FC236}">
                  <a16:creationId xmlns:a16="http://schemas.microsoft.com/office/drawing/2014/main" id="{76F2E2B2-8A33-635D-EDF6-E9F95638CE3F}"/>
                </a:ext>
              </a:extLst>
            </p:cNvPr>
            <p:cNvSpPr>
              <a:spLocks noGrp="1"/>
            </p:cNvSpPr>
            <p:nvPr/>
          </p:nvSpPr>
          <p:spPr>
            <a:xfrm>
              <a:off x="3899137" y="1590635"/>
              <a:ext cx="2330646" cy="2183598"/>
            </a:xfrm>
            <a:custGeom>
              <a:avLst/>
              <a:gdLst/>
              <a:ahLst/>
              <a:cxnLst/>
              <a:rect l="0" t="0" r="0" b="0"/>
              <a:pathLst>
                <a:path w="2330646" h="2183598">
                  <a:moveTo>
                    <a:pt x="244151" y="2081512"/>
                  </a:moveTo>
                  <a:lnTo>
                    <a:pt x="332024" y="2134454"/>
                  </a:lnTo>
                  <a:lnTo>
                    <a:pt x="309594" y="2052598"/>
                  </a:lnTo>
                  <a:close/>
                  <a:moveTo>
                    <a:pt x="244151" y="2081512"/>
                  </a:moveTo>
                  <a:lnTo>
                    <a:pt x="270844" y="2163727"/>
                  </a:lnTo>
                  <a:lnTo>
                    <a:pt x="332024" y="2134454"/>
                  </a:lnTo>
                  <a:close/>
                  <a:moveTo>
                    <a:pt x="350135" y="2125291"/>
                  </a:moveTo>
                  <a:lnTo>
                    <a:pt x="330565" y="2043075"/>
                  </a:lnTo>
                  <a:lnTo>
                    <a:pt x="332024" y="2134454"/>
                  </a:lnTo>
                  <a:close/>
                  <a:moveTo>
                    <a:pt x="330565" y="2043075"/>
                  </a:moveTo>
                  <a:lnTo>
                    <a:pt x="309594" y="2052598"/>
                  </a:lnTo>
                  <a:lnTo>
                    <a:pt x="332024" y="2134454"/>
                  </a:lnTo>
                  <a:close/>
                  <a:moveTo>
                    <a:pt x="247495" y="1999297"/>
                  </a:moveTo>
                  <a:lnTo>
                    <a:pt x="309594" y="2052598"/>
                  </a:lnTo>
                  <a:lnTo>
                    <a:pt x="266770" y="1987321"/>
                  </a:lnTo>
                  <a:close/>
                  <a:moveTo>
                    <a:pt x="247495" y="1999297"/>
                  </a:moveTo>
                  <a:lnTo>
                    <a:pt x="244151" y="2081512"/>
                  </a:lnTo>
                  <a:lnTo>
                    <a:pt x="309594" y="2052598"/>
                  </a:lnTo>
                  <a:close/>
                  <a:moveTo>
                    <a:pt x="330565" y="2043075"/>
                  </a:moveTo>
                  <a:lnTo>
                    <a:pt x="307567" y="1960860"/>
                  </a:lnTo>
                  <a:lnTo>
                    <a:pt x="309594" y="2052598"/>
                  </a:lnTo>
                  <a:close/>
                  <a:moveTo>
                    <a:pt x="307567" y="1960860"/>
                  </a:moveTo>
                  <a:lnTo>
                    <a:pt x="266770" y="1987321"/>
                  </a:lnTo>
                  <a:lnTo>
                    <a:pt x="309594" y="2052598"/>
                  </a:lnTo>
                  <a:close/>
                  <a:moveTo>
                    <a:pt x="440999" y="2004639"/>
                  </a:moveTo>
                  <a:lnTo>
                    <a:pt x="307567" y="1960860"/>
                  </a:lnTo>
                  <a:lnTo>
                    <a:pt x="330565" y="2043075"/>
                  </a:lnTo>
                  <a:close/>
                  <a:moveTo>
                    <a:pt x="74491" y="1521995"/>
                  </a:moveTo>
                  <a:lnTo>
                    <a:pt x="0" y="1521962"/>
                  </a:lnTo>
                  <a:lnTo>
                    <a:pt x="92220" y="1528672"/>
                  </a:lnTo>
                  <a:close/>
                  <a:moveTo>
                    <a:pt x="151189" y="1470490"/>
                  </a:moveTo>
                  <a:lnTo>
                    <a:pt x="74491" y="1521995"/>
                  </a:lnTo>
                  <a:lnTo>
                    <a:pt x="99867" y="1511348"/>
                  </a:lnTo>
                  <a:close/>
                  <a:moveTo>
                    <a:pt x="74491" y="1521995"/>
                  </a:moveTo>
                  <a:lnTo>
                    <a:pt x="92220" y="1528672"/>
                  </a:lnTo>
                  <a:lnTo>
                    <a:pt x="99867" y="1511348"/>
                  </a:lnTo>
                  <a:close/>
                  <a:moveTo>
                    <a:pt x="197683" y="1482434"/>
                  </a:moveTo>
                  <a:lnTo>
                    <a:pt x="99867" y="1511348"/>
                  </a:lnTo>
                  <a:lnTo>
                    <a:pt x="220825" y="1515644"/>
                  </a:lnTo>
                  <a:close/>
                  <a:moveTo>
                    <a:pt x="99867" y="1511348"/>
                  </a:moveTo>
                  <a:lnTo>
                    <a:pt x="92220" y="1528672"/>
                  </a:lnTo>
                  <a:lnTo>
                    <a:pt x="220825" y="1515644"/>
                  </a:lnTo>
                  <a:close/>
                  <a:moveTo>
                    <a:pt x="151189" y="1470490"/>
                  </a:moveTo>
                  <a:lnTo>
                    <a:pt x="99867" y="1511348"/>
                  </a:lnTo>
                  <a:lnTo>
                    <a:pt x="197683" y="1482434"/>
                  </a:lnTo>
                  <a:close/>
                  <a:moveTo>
                    <a:pt x="196963" y="1429133"/>
                  </a:moveTo>
                  <a:lnTo>
                    <a:pt x="197683" y="1482434"/>
                  </a:lnTo>
                  <a:lnTo>
                    <a:pt x="224853" y="1472912"/>
                  </a:lnTo>
                  <a:close/>
                  <a:moveTo>
                    <a:pt x="196963" y="1429133"/>
                  </a:moveTo>
                  <a:lnTo>
                    <a:pt x="224853" y="1472912"/>
                  </a:lnTo>
                  <a:lnTo>
                    <a:pt x="210904" y="1390697"/>
                  </a:lnTo>
                  <a:close/>
                  <a:moveTo>
                    <a:pt x="197683" y="1482434"/>
                  </a:moveTo>
                  <a:lnTo>
                    <a:pt x="220825" y="1515644"/>
                  </a:lnTo>
                  <a:lnTo>
                    <a:pt x="224853" y="1472912"/>
                  </a:lnTo>
                  <a:close/>
                  <a:moveTo>
                    <a:pt x="985038" y="2092196"/>
                  </a:moveTo>
                  <a:lnTo>
                    <a:pt x="942899" y="2101468"/>
                  </a:lnTo>
                  <a:lnTo>
                    <a:pt x="964994" y="2183598"/>
                  </a:lnTo>
                  <a:close/>
                  <a:moveTo>
                    <a:pt x="319215" y="1544315"/>
                  </a:moveTo>
                  <a:lnTo>
                    <a:pt x="324958" y="1626323"/>
                  </a:lnTo>
                  <a:lnTo>
                    <a:pt x="399278" y="1516691"/>
                  </a:lnTo>
                  <a:close/>
                  <a:moveTo>
                    <a:pt x="399278" y="1516691"/>
                  </a:moveTo>
                  <a:lnTo>
                    <a:pt x="324958" y="1626323"/>
                  </a:lnTo>
                  <a:lnTo>
                    <a:pt x="330534" y="1637342"/>
                  </a:lnTo>
                  <a:close/>
                  <a:moveTo>
                    <a:pt x="314546" y="1448019"/>
                  </a:moveTo>
                  <a:lnTo>
                    <a:pt x="224853" y="1472912"/>
                  </a:lnTo>
                  <a:lnTo>
                    <a:pt x="244257" y="1544663"/>
                  </a:lnTo>
                  <a:close/>
                  <a:moveTo>
                    <a:pt x="210904" y="1390697"/>
                  </a:moveTo>
                  <a:lnTo>
                    <a:pt x="314546" y="1448019"/>
                  </a:lnTo>
                  <a:lnTo>
                    <a:pt x="303243" y="1357116"/>
                  </a:lnTo>
                  <a:close/>
                  <a:moveTo>
                    <a:pt x="210904" y="1390697"/>
                  </a:moveTo>
                  <a:lnTo>
                    <a:pt x="224853" y="1472912"/>
                  </a:lnTo>
                  <a:lnTo>
                    <a:pt x="314546" y="1448019"/>
                  </a:lnTo>
                  <a:close/>
                  <a:moveTo>
                    <a:pt x="371989" y="1434476"/>
                  </a:moveTo>
                  <a:lnTo>
                    <a:pt x="314986" y="1352260"/>
                  </a:lnTo>
                  <a:lnTo>
                    <a:pt x="314546" y="1448019"/>
                  </a:lnTo>
                  <a:close/>
                  <a:moveTo>
                    <a:pt x="314986" y="1352260"/>
                  </a:moveTo>
                  <a:lnTo>
                    <a:pt x="303243" y="1357116"/>
                  </a:lnTo>
                  <a:lnTo>
                    <a:pt x="314546" y="1448019"/>
                  </a:lnTo>
                  <a:close/>
                  <a:moveTo>
                    <a:pt x="250934" y="1349560"/>
                  </a:moveTo>
                  <a:lnTo>
                    <a:pt x="210904" y="1390697"/>
                  </a:lnTo>
                  <a:lnTo>
                    <a:pt x="303243" y="1357116"/>
                  </a:lnTo>
                  <a:close/>
                  <a:moveTo>
                    <a:pt x="362092" y="1271301"/>
                  </a:moveTo>
                  <a:lnTo>
                    <a:pt x="250934" y="1349560"/>
                  </a:lnTo>
                  <a:lnTo>
                    <a:pt x="314986" y="1352260"/>
                  </a:lnTo>
                  <a:close/>
                  <a:moveTo>
                    <a:pt x="314986" y="1352260"/>
                  </a:moveTo>
                  <a:lnTo>
                    <a:pt x="250934" y="1349560"/>
                  </a:lnTo>
                  <a:lnTo>
                    <a:pt x="303243" y="1357116"/>
                  </a:lnTo>
                  <a:close/>
                  <a:moveTo>
                    <a:pt x="747496" y="1661086"/>
                  </a:moveTo>
                  <a:lnTo>
                    <a:pt x="662856" y="1746994"/>
                  </a:lnTo>
                  <a:lnTo>
                    <a:pt x="721656" y="1724899"/>
                  </a:lnTo>
                  <a:close/>
                  <a:moveTo>
                    <a:pt x="634678" y="1733143"/>
                  </a:moveTo>
                  <a:lnTo>
                    <a:pt x="662856" y="1746994"/>
                  </a:lnTo>
                  <a:lnTo>
                    <a:pt x="747496" y="1661086"/>
                  </a:lnTo>
                  <a:close/>
                  <a:moveTo>
                    <a:pt x="697767" y="1690362"/>
                  </a:moveTo>
                  <a:lnTo>
                    <a:pt x="634678" y="1733143"/>
                  </a:lnTo>
                  <a:lnTo>
                    <a:pt x="747496" y="1661086"/>
                  </a:lnTo>
                  <a:close/>
                  <a:moveTo>
                    <a:pt x="747496" y="1661086"/>
                  </a:moveTo>
                  <a:lnTo>
                    <a:pt x="748450" y="1642684"/>
                  </a:lnTo>
                  <a:lnTo>
                    <a:pt x="709002" y="1681121"/>
                  </a:lnTo>
                  <a:close/>
                  <a:moveTo>
                    <a:pt x="371989" y="1434476"/>
                  </a:moveTo>
                  <a:lnTo>
                    <a:pt x="461018" y="1425967"/>
                  </a:lnTo>
                  <a:lnTo>
                    <a:pt x="431160" y="1413806"/>
                  </a:lnTo>
                  <a:close/>
                  <a:moveTo>
                    <a:pt x="371989" y="1434476"/>
                  </a:moveTo>
                  <a:lnTo>
                    <a:pt x="431160" y="1413806"/>
                  </a:lnTo>
                  <a:lnTo>
                    <a:pt x="314986" y="1352260"/>
                  </a:lnTo>
                  <a:close/>
                  <a:moveTo>
                    <a:pt x="431160" y="1413806"/>
                  </a:moveTo>
                  <a:lnTo>
                    <a:pt x="522115" y="1396039"/>
                  </a:lnTo>
                  <a:lnTo>
                    <a:pt x="440979" y="1351045"/>
                  </a:lnTo>
                  <a:close/>
                  <a:moveTo>
                    <a:pt x="431160" y="1413806"/>
                  </a:moveTo>
                  <a:lnTo>
                    <a:pt x="461018" y="1425967"/>
                  </a:lnTo>
                  <a:lnTo>
                    <a:pt x="522115" y="1396039"/>
                  </a:lnTo>
                  <a:close/>
                  <a:moveTo>
                    <a:pt x="362092" y="1271301"/>
                  </a:moveTo>
                  <a:lnTo>
                    <a:pt x="420550" y="1274665"/>
                  </a:lnTo>
                  <a:lnTo>
                    <a:pt x="362692" y="1270046"/>
                  </a:lnTo>
                  <a:close/>
                  <a:moveTo>
                    <a:pt x="420550" y="1274665"/>
                  </a:moveTo>
                  <a:lnTo>
                    <a:pt x="446818" y="1231609"/>
                  </a:lnTo>
                  <a:lnTo>
                    <a:pt x="362692" y="1270046"/>
                  </a:lnTo>
                  <a:close/>
                  <a:moveTo>
                    <a:pt x="747496" y="1661086"/>
                  </a:moveTo>
                  <a:lnTo>
                    <a:pt x="721656" y="1724899"/>
                  </a:lnTo>
                  <a:lnTo>
                    <a:pt x="783961" y="1709129"/>
                  </a:lnTo>
                  <a:close/>
                  <a:moveTo>
                    <a:pt x="783961" y="1709129"/>
                  </a:moveTo>
                  <a:lnTo>
                    <a:pt x="748450" y="1642684"/>
                  </a:lnTo>
                  <a:lnTo>
                    <a:pt x="747496" y="1661086"/>
                  </a:lnTo>
                  <a:close/>
                  <a:moveTo>
                    <a:pt x="524835" y="1275387"/>
                  </a:moveTo>
                  <a:lnTo>
                    <a:pt x="440979" y="1351045"/>
                  </a:lnTo>
                  <a:lnTo>
                    <a:pt x="522115" y="1396039"/>
                  </a:lnTo>
                  <a:close/>
                  <a:moveTo>
                    <a:pt x="420550" y="1274665"/>
                  </a:moveTo>
                  <a:lnTo>
                    <a:pt x="453335" y="1295685"/>
                  </a:lnTo>
                  <a:lnTo>
                    <a:pt x="524835" y="1275387"/>
                  </a:lnTo>
                  <a:close/>
                  <a:moveTo>
                    <a:pt x="446818" y="1231609"/>
                  </a:moveTo>
                  <a:lnTo>
                    <a:pt x="420550" y="1274665"/>
                  </a:lnTo>
                  <a:lnTo>
                    <a:pt x="524835" y="1275387"/>
                  </a:lnTo>
                  <a:close/>
                  <a:moveTo>
                    <a:pt x="52854" y="735885"/>
                  </a:moveTo>
                  <a:lnTo>
                    <a:pt x="45418" y="738318"/>
                  </a:lnTo>
                  <a:lnTo>
                    <a:pt x="55155" y="736976"/>
                  </a:lnTo>
                  <a:close/>
                  <a:moveTo>
                    <a:pt x="1023602" y="1705684"/>
                  </a:moveTo>
                  <a:lnTo>
                    <a:pt x="983474" y="1768678"/>
                  </a:lnTo>
                  <a:lnTo>
                    <a:pt x="983443" y="1768231"/>
                  </a:lnTo>
                  <a:close/>
                  <a:moveTo>
                    <a:pt x="1042703" y="1713643"/>
                  </a:moveTo>
                  <a:lnTo>
                    <a:pt x="983474" y="1768678"/>
                  </a:lnTo>
                  <a:lnTo>
                    <a:pt x="1023602" y="1705684"/>
                  </a:lnTo>
                  <a:close/>
                  <a:moveTo>
                    <a:pt x="1086559" y="1662412"/>
                  </a:moveTo>
                  <a:lnTo>
                    <a:pt x="1042703" y="1713643"/>
                  </a:lnTo>
                  <a:lnTo>
                    <a:pt x="1023602" y="1705684"/>
                  </a:lnTo>
                  <a:close/>
                  <a:moveTo>
                    <a:pt x="1042703" y="1713643"/>
                  </a:moveTo>
                  <a:lnTo>
                    <a:pt x="1086559" y="1662412"/>
                  </a:lnTo>
                  <a:lnTo>
                    <a:pt x="1059151" y="1686463"/>
                  </a:lnTo>
                  <a:close/>
                  <a:moveTo>
                    <a:pt x="1086559" y="1662412"/>
                  </a:moveTo>
                  <a:lnTo>
                    <a:pt x="1101323" y="1648027"/>
                  </a:lnTo>
                  <a:lnTo>
                    <a:pt x="1059151" y="1686463"/>
                  </a:lnTo>
                  <a:close/>
                  <a:moveTo>
                    <a:pt x="1086559" y="1662412"/>
                  </a:moveTo>
                  <a:lnTo>
                    <a:pt x="1146778" y="1672357"/>
                  </a:lnTo>
                  <a:lnTo>
                    <a:pt x="1101323" y="1648027"/>
                  </a:lnTo>
                  <a:close/>
                  <a:moveTo>
                    <a:pt x="1146778" y="1672357"/>
                  </a:moveTo>
                  <a:lnTo>
                    <a:pt x="1173343" y="1609590"/>
                  </a:lnTo>
                  <a:lnTo>
                    <a:pt x="1101323" y="1648027"/>
                  </a:lnTo>
                  <a:close/>
                  <a:moveTo>
                    <a:pt x="1075145" y="1353902"/>
                  </a:moveTo>
                  <a:lnTo>
                    <a:pt x="1168788" y="1338364"/>
                  </a:lnTo>
                  <a:lnTo>
                    <a:pt x="1119246" y="1290760"/>
                  </a:lnTo>
                  <a:close/>
                  <a:moveTo>
                    <a:pt x="1559524" y="1653369"/>
                  </a:moveTo>
                  <a:lnTo>
                    <a:pt x="1604933" y="1697147"/>
                  </a:lnTo>
                  <a:lnTo>
                    <a:pt x="1603950" y="1614932"/>
                  </a:lnTo>
                  <a:close/>
                  <a:moveTo>
                    <a:pt x="858295" y="935882"/>
                  </a:moveTo>
                  <a:lnTo>
                    <a:pt x="915322" y="933895"/>
                  </a:lnTo>
                  <a:lnTo>
                    <a:pt x="860457" y="913433"/>
                  </a:lnTo>
                  <a:close/>
                  <a:moveTo>
                    <a:pt x="915322" y="933895"/>
                  </a:moveTo>
                  <a:lnTo>
                    <a:pt x="938099" y="874996"/>
                  </a:lnTo>
                  <a:lnTo>
                    <a:pt x="860457" y="913433"/>
                  </a:lnTo>
                  <a:close/>
                  <a:moveTo>
                    <a:pt x="938099" y="874996"/>
                  </a:moveTo>
                  <a:lnTo>
                    <a:pt x="961417" y="827576"/>
                  </a:lnTo>
                  <a:lnTo>
                    <a:pt x="884935" y="831218"/>
                  </a:lnTo>
                  <a:close/>
                  <a:moveTo>
                    <a:pt x="860457" y="913433"/>
                  </a:moveTo>
                  <a:lnTo>
                    <a:pt x="938099" y="874996"/>
                  </a:lnTo>
                  <a:lnTo>
                    <a:pt x="884935" y="831218"/>
                  </a:lnTo>
                  <a:close/>
                  <a:moveTo>
                    <a:pt x="1603950" y="1614932"/>
                  </a:moveTo>
                  <a:lnTo>
                    <a:pt x="1667930" y="1675399"/>
                  </a:lnTo>
                  <a:lnTo>
                    <a:pt x="1645152" y="1593826"/>
                  </a:lnTo>
                  <a:close/>
                  <a:moveTo>
                    <a:pt x="1603950" y="1614932"/>
                  </a:moveTo>
                  <a:lnTo>
                    <a:pt x="1604933" y="1697147"/>
                  </a:lnTo>
                  <a:lnTo>
                    <a:pt x="1667930" y="1675399"/>
                  </a:lnTo>
                  <a:close/>
                  <a:moveTo>
                    <a:pt x="1667930" y="1675399"/>
                  </a:moveTo>
                  <a:lnTo>
                    <a:pt x="1741780" y="1675952"/>
                  </a:lnTo>
                  <a:lnTo>
                    <a:pt x="1645152" y="1593826"/>
                  </a:lnTo>
                  <a:close/>
                  <a:moveTo>
                    <a:pt x="1591815" y="1532717"/>
                  </a:moveTo>
                  <a:lnTo>
                    <a:pt x="1603950" y="1614932"/>
                  </a:lnTo>
                  <a:lnTo>
                    <a:pt x="1645152" y="1593826"/>
                  </a:lnTo>
                  <a:close/>
                  <a:moveTo>
                    <a:pt x="1609681" y="1522570"/>
                  </a:moveTo>
                  <a:lnTo>
                    <a:pt x="1684529" y="1494281"/>
                  </a:lnTo>
                  <a:lnTo>
                    <a:pt x="1690716" y="1417190"/>
                  </a:lnTo>
                  <a:close/>
                  <a:moveTo>
                    <a:pt x="961417" y="827576"/>
                  </a:moveTo>
                  <a:lnTo>
                    <a:pt x="938099" y="874996"/>
                  </a:lnTo>
                  <a:lnTo>
                    <a:pt x="1006624" y="848555"/>
                  </a:lnTo>
                  <a:close/>
                  <a:moveTo>
                    <a:pt x="1021361" y="792781"/>
                  </a:moveTo>
                  <a:lnTo>
                    <a:pt x="961417" y="827576"/>
                  </a:lnTo>
                  <a:lnTo>
                    <a:pt x="1093824" y="828764"/>
                  </a:lnTo>
                  <a:close/>
                  <a:moveTo>
                    <a:pt x="1077369" y="836560"/>
                  </a:moveTo>
                  <a:lnTo>
                    <a:pt x="961417" y="827576"/>
                  </a:lnTo>
                  <a:lnTo>
                    <a:pt x="1006624" y="848555"/>
                  </a:lnTo>
                  <a:close/>
                  <a:moveTo>
                    <a:pt x="1755950" y="1417197"/>
                  </a:moveTo>
                  <a:lnTo>
                    <a:pt x="1684529" y="1494281"/>
                  </a:lnTo>
                  <a:lnTo>
                    <a:pt x="1739614" y="1455844"/>
                  </a:lnTo>
                  <a:close/>
                  <a:moveTo>
                    <a:pt x="1707745" y="1452169"/>
                  </a:moveTo>
                  <a:lnTo>
                    <a:pt x="1684529" y="1494281"/>
                  </a:lnTo>
                  <a:lnTo>
                    <a:pt x="1755950" y="1417197"/>
                  </a:lnTo>
                  <a:close/>
                  <a:moveTo>
                    <a:pt x="1214507" y="715908"/>
                  </a:moveTo>
                  <a:lnTo>
                    <a:pt x="1234359" y="798123"/>
                  </a:lnTo>
                  <a:lnTo>
                    <a:pt x="1286616" y="759687"/>
                  </a:lnTo>
                  <a:close/>
                  <a:moveTo>
                    <a:pt x="1202064" y="633693"/>
                  </a:moveTo>
                  <a:lnTo>
                    <a:pt x="1214507" y="715908"/>
                  </a:lnTo>
                  <a:lnTo>
                    <a:pt x="1266365" y="677472"/>
                  </a:lnTo>
                  <a:close/>
                  <a:moveTo>
                    <a:pt x="1202064" y="633693"/>
                  </a:moveTo>
                  <a:lnTo>
                    <a:pt x="1266365" y="677472"/>
                  </a:lnTo>
                  <a:lnTo>
                    <a:pt x="1248765" y="595256"/>
                  </a:lnTo>
                  <a:close/>
                  <a:moveTo>
                    <a:pt x="1165278" y="551478"/>
                  </a:moveTo>
                  <a:lnTo>
                    <a:pt x="1202064" y="633693"/>
                  </a:lnTo>
                  <a:lnTo>
                    <a:pt x="1248765" y="595256"/>
                  </a:lnTo>
                  <a:close/>
                  <a:moveTo>
                    <a:pt x="1165278" y="551478"/>
                  </a:moveTo>
                  <a:lnTo>
                    <a:pt x="1248765" y="595256"/>
                  </a:lnTo>
                  <a:lnTo>
                    <a:pt x="1229357" y="513042"/>
                  </a:lnTo>
                  <a:close/>
                  <a:moveTo>
                    <a:pt x="1254195" y="474605"/>
                  </a:moveTo>
                  <a:lnTo>
                    <a:pt x="1247172" y="392390"/>
                  </a:lnTo>
                  <a:lnTo>
                    <a:pt x="1229357" y="513042"/>
                  </a:lnTo>
                  <a:close/>
                  <a:moveTo>
                    <a:pt x="1557882" y="202891"/>
                  </a:moveTo>
                  <a:lnTo>
                    <a:pt x="1505236" y="233302"/>
                  </a:lnTo>
                  <a:lnTo>
                    <a:pt x="1575509" y="223857"/>
                  </a:lnTo>
                  <a:close/>
                  <a:moveTo>
                    <a:pt x="1515965" y="216436"/>
                  </a:moveTo>
                  <a:lnTo>
                    <a:pt x="1505236" y="233302"/>
                  </a:lnTo>
                  <a:lnTo>
                    <a:pt x="1557882" y="202891"/>
                  </a:lnTo>
                  <a:close/>
                  <a:moveTo>
                    <a:pt x="1659326" y="43379"/>
                  </a:moveTo>
                  <a:lnTo>
                    <a:pt x="1564491" y="112651"/>
                  </a:lnTo>
                  <a:lnTo>
                    <a:pt x="1640769" y="74214"/>
                  </a:lnTo>
                  <a:close/>
                  <a:moveTo>
                    <a:pt x="1659326" y="43379"/>
                  </a:moveTo>
                  <a:lnTo>
                    <a:pt x="1604344" y="53013"/>
                  </a:lnTo>
                  <a:lnTo>
                    <a:pt x="1564491" y="112651"/>
                  </a:lnTo>
                  <a:close/>
                  <a:moveTo>
                    <a:pt x="1723553" y="4852"/>
                  </a:moveTo>
                  <a:lnTo>
                    <a:pt x="1659326" y="43379"/>
                  </a:lnTo>
                  <a:lnTo>
                    <a:pt x="1786852" y="26314"/>
                  </a:lnTo>
                  <a:close/>
                  <a:moveTo>
                    <a:pt x="1793195" y="32678"/>
                  </a:moveTo>
                  <a:lnTo>
                    <a:pt x="1854344" y="0"/>
                  </a:lnTo>
                  <a:lnTo>
                    <a:pt x="1786852" y="26314"/>
                  </a:lnTo>
                  <a:close/>
                  <a:moveTo>
                    <a:pt x="2309352" y="371365"/>
                  </a:moveTo>
                  <a:lnTo>
                    <a:pt x="2284440" y="408417"/>
                  </a:lnTo>
                  <a:lnTo>
                    <a:pt x="2330646" y="399161"/>
                  </a:lnTo>
                  <a:close/>
                </a:path>
              </a:pathLst>
            </a:custGeom>
            <a:solidFill>
              <a:srgbClr val="E8ECEF"/>
            </a:solidFill>
            <a:ln w="1524">
              <a:solidFill>
                <a:srgbClr val="E8ECEF"/>
              </a:solidFill>
            </a:ln>
          </p:spPr>
        </p:sp>
        <p:sp>
          <p:nvSpPr>
            <p:cNvPr id="2125" name="Candidate_density__2124">
              <a:extLst>
                <a:ext uri="{FF2B5EF4-FFF2-40B4-BE49-F238E27FC236}">
                  <a16:creationId xmlns:a16="http://schemas.microsoft.com/office/drawing/2014/main" id="{5744584A-C40F-D005-6B85-B7756A21B0CD}"/>
                </a:ext>
              </a:extLst>
            </p:cNvPr>
            <p:cNvSpPr>
              <a:spLocks noGrp="1"/>
            </p:cNvSpPr>
            <p:nvPr/>
          </p:nvSpPr>
          <p:spPr>
            <a:xfrm>
              <a:off x="3793736" y="1799509"/>
              <a:ext cx="2559538" cy="2134006"/>
            </a:xfrm>
            <a:custGeom>
              <a:avLst/>
              <a:gdLst/>
              <a:ahLst/>
              <a:cxnLst/>
              <a:rect l="0" t="0" r="0" b="0"/>
              <a:pathLst>
                <a:path w="2559538" h="2134006">
                  <a:moveTo>
                    <a:pt x="541948" y="1986410"/>
                  </a:moveTo>
                  <a:lnTo>
                    <a:pt x="492500" y="2016733"/>
                  </a:lnTo>
                  <a:lnTo>
                    <a:pt x="614337" y="1978402"/>
                  </a:lnTo>
                  <a:close/>
                  <a:moveTo>
                    <a:pt x="0" y="1258696"/>
                  </a:moveTo>
                  <a:lnTo>
                    <a:pt x="24814" y="1278513"/>
                  </a:lnTo>
                  <a:lnTo>
                    <a:pt x="28041" y="1179627"/>
                  </a:lnTo>
                  <a:close/>
                  <a:moveTo>
                    <a:pt x="847569" y="2077902"/>
                  </a:moveTo>
                  <a:lnTo>
                    <a:pt x="805017" y="2134006"/>
                  </a:lnTo>
                  <a:lnTo>
                    <a:pt x="921194" y="2074513"/>
                  </a:lnTo>
                  <a:close/>
                  <a:moveTo>
                    <a:pt x="654651" y="1913927"/>
                  </a:moveTo>
                  <a:lnTo>
                    <a:pt x="614337" y="1978402"/>
                  </a:lnTo>
                  <a:lnTo>
                    <a:pt x="696220" y="1877981"/>
                  </a:lnTo>
                  <a:close/>
                  <a:moveTo>
                    <a:pt x="660582" y="1916417"/>
                  </a:moveTo>
                  <a:lnTo>
                    <a:pt x="653574" y="1795765"/>
                  </a:lnTo>
                  <a:lnTo>
                    <a:pt x="696220" y="1877981"/>
                  </a:lnTo>
                  <a:close/>
                  <a:moveTo>
                    <a:pt x="252363" y="1505342"/>
                  </a:moveTo>
                  <a:lnTo>
                    <a:pt x="273980" y="1466905"/>
                  </a:lnTo>
                  <a:lnTo>
                    <a:pt x="242574" y="1487870"/>
                  </a:lnTo>
                  <a:close/>
                  <a:moveTo>
                    <a:pt x="273980" y="1466905"/>
                  </a:moveTo>
                  <a:lnTo>
                    <a:pt x="252363" y="1505342"/>
                  </a:lnTo>
                  <a:lnTo>
                    <a:pt x="309497" y="1459426"/>
                  </a:lnTo>
                  <a:close/>
                  <a:moveTo>
                    <a:pt x="309497" y="1459426"/>
                  </a:moveTo>
                  <a:lnTo>
                    <a:pt x="261374" y="1494705"/>
                  </a:lnTo>
                  <a:lnTo>
                    <a:pt x="385641" y="1465457"/>
                  </a:lnTo>
                  <a:close/>
                  <a:moveTo>
                    <a:pt x="667693" y="1104951"/>
                  </a:moveTo>
                  <a:lnTo>
                    <a:pt x="708163" y="986422"/>
                  </a:lnTo>
                  <a:lnTo>
                    <a:pt x="680592" y="984299"/>
                  </a:lnTo>
                  <a:close/>
                  <a:moveTo>
                    <a:pt x="680592" y="984299"/>
                  </a:moveTo>
                  <a:lnTo>
                    <a:pt x="708163" y="986422"/>
                  </a:lnTo>
                  <a:lnTo>
                    <a:pt x="708144" y="974462"/>
                  </a:lnTo>
                  <a:close/>
                  <a:moveTo>
                    <a:pt x="680592" y="984299"/>
                  </a:moveTo>
                  <a:lnTo>
                    <a:pt x="714276" y="981452"/>
                  </a:lnTo>
                  <a:lnTo>
                    <a:pt x="703688" y="1021259"/>
                  </a:lnTo>
                  <a:close/>
                  <a:moveTo>
                    <a:pt x="714276" y="981452"/>
                  </a:moveTo>
                  <a:lnTo>
                    <a:pt x="680592" y="984299"/>
                  </a:lnTo>
                  <a:lnTo>
                    <a:pt x="708144" y="974462"/>
                  </a:lnTo>
                  <a:close/>
                  <a:moveTo>
                    <a:pt x="1220535" y="1318501"/>
                  </a:moveTo>
                  <a:lnTo>
                    <a:pt x="1214673" y="1323254"/>
                  </a:lnTo>
                  <a:lnTo>
                    <a:pt x="1207171" y="1323567"/>
                  </a:lnTo>
                  <a:close/>
                  <a:moveTo>
                    <a:pt x="1161513" y="1339700"/>
                  </a:moveTo>
                  <a:lnTo>
                    <a:pt x="1192634" y="1318501"/>
                  </a:lnTo>
                  <a:lnTo>
                    <a:pt x="1136851" y="1310948"/>
                  </a:lnTo>
                  <a:close/>
                  <a:moveTo>
                    <a:pt x="1220535" y="1318501"/>
                  </a:moveTo>
                  <a:lnTo>
                    <a:pt x="1207171" y="1323567"/>
                  </a:lnTo>
                  <a:lnTo>
                    <a:pt x="1277197" y="1278362"/>
                  </a:lnTo>
                  <a:close/>
                  <a:moveTo>
                    <a:pt x="1215871" y="1316494"/>
                  </a:moveTo>
                  <a:lnTo>
                    <a:pt x="1214673" y="1323254"/>
                  </a:lnTo>
                  <a:lnTo>
                    <a:pt x="1220535" y="1318501"/>
                  </a:lnTo>
                  <a:close/>
                  <a:moveTo>
                    <a:pt x="1215871" y="1316494"/>
                  </a:moveTo>
                  <a:lnTo>
                    <a:pt x="1220535" y="1318501"/>
                  </a:lnTo>
                  <a:lnTo>
                    <a:pt x="1277197" y="1278362"/>
                  </a:lnTo>
                  <a:close/>
                  <a:moveTo>
                    <a:pt x="1284546" y="1221163"/>
                  </a:moveTo>
                  <a:lnTo>
                    <a:pt x="1215871" y="1316494"/>
                  </a:lnTo>
                  <a:lnTo>
                    <a:pt x="1277197" y="1278362"/>
                  </a:lnTo>
                  <a:close/>
                  <a:moveTo>
                    <a:pt x="1788564" y="1366588"/>
                  </a:moveTo>
                  <a:lnTo>
                    <a:pt x="1833214" y="1378342"/>
                  </a:lnTo>
                  <a:lnTo>
                    <a:pt x="1814129" y="1367622"/>
                  </a:lnTo>
                  <a:close/>
                  <a:moveTo>
                    <a:pt x="1571173" y="1120977"/>
                  </a:moveTo>
                  <a:lnTo>
                    <a:pt x="1593231" y="1151984"/>
                  </a:lnTo>
                  <a:lnTo>
                    <a:pt x="1627607" y="1106907"/>
                  </a:lnTo>
                  <a:close/>
                  <a:moveTo>
                    <a:pt x="1261616" y="853160"/>
                  </a:moveTo>
                  <a:lnTo>
                    <a:pt x="1292187" y="912768"/>
                  </a:lnTo>
                  <a:lnTo>
                    <a:pt x="1294009" y="910816"/>
                  </a:lnTo>
                  <a:close/>
                  <a:moveTo>
                    <a:pt x="1337616" y="858653"/>
                  </a:moveTo>
                  <a:lnTo>
                    <a:pt x="1294009" y="910816"/>
                  </a:lnTo>
                  <a:lnTo>
                    <a:pt x="1407595" y="841636"/>
                  </a:lnTo>
                  <a:close/>
                  <a:moveTo>
                    <a:pt x="1636907" y="816199"/>
                  </a:moveTo>
                  <a:lnTo>
                    <a:pt x="1607891" y="918110"/>
                  </a:lnTo>
                  <a:lnTo>
                    <a:pt x="1626499" y="887560"/>
                  </a:lnTo>
                  <a:close/>
                  <a:moveTo>
                    <a:pt x="1636907" y="816199"/>
                  </a:moveTo>
                  <a:lnTo>
                    <a:pt x="1626499" y="887560"/>
                  </a:lnTo>
                  <a:lnTo>
                    <a:pt x="1659701" y="835895"/>
                  </a:lnTo>
                  <a:close/>
                  <a:moveTo>
                    <a:pt x="1636907" y="816199"/>
                  </a:moveTo>
                  <a:lnTo>
                    <a:pt x="1659701" y="835895"/>
                  </a:lnTo>
                  <a:lnTo>
                    <a:pt x="1655290" y="780004"/>
                  </a:lnTo>
                  <a:close/>
                  <a:moveTo>
                    <a:pt x="1655290" y="780004"/>
                  </a:moveTo>
                  <a:lnTo>
                    <a:pt x="1659701" y="835895"/>
                  </a:lnTo>
                  <a:lnTo>
                    <a:pt x="1683145" y="820695"/>
                  </a:lnTo>
                  <a:close/>
                  <a:moveTo>
                    <a:pt x="1655290" y="780004"/>
                  </a:moveTo>
                  <a:lnTo>
                    <a:pt x="1683145" y="820695"/>
                  </a:lnTo>
                  <a:lnTo>
                    <a:pt x="1722476" y="752546"/>
                  </a:lnTo>
                  <a:close/>
                  <a:moveTo>
                    <a:pt x="1722476" y="752546"/>
                  </a:moveTo>
                  <a:lnTo>
                    <a:pt x="1774497" y="731842"/>
                  </a:lnTo>
                  <a:lnTo>
                    <a:pt x="1655290" y="780004"/>
                  </a:lnTo>
                  <a:close/>
                  <a:moveTo>
                    <a:pt x="1802414" y="772761"/>
                  </a:moveTo>
                  <a:lnTo>
                    <a:pt x="1774497" y="731842"/>
                  </a:lnTo>
                  <a:lnTo>
                    <a:pt x="1722476" y="752546"/>
                  </a:lnTo>
                  <a:close/>
                  <a:moveTo>
                    <a:pt x="1934471" y="772641"/>
                  </a:moveTo>
                  <a:lnTo>
                    <a:pt x="1974862" y="823316"/>
                  </a:lnTo>
                  <a:lnTo>
                    <a:pt x="1924644" y="803550"/>
                  </a:lnTo>
                  <a:close/>
                  <a:moveTo>
                    <a:pt x="2079767" y="822017"/>
                  </a:moveTo>
                  <a:lnTo>
                    <a:pt x="1974862" y="823316"/>
                  </a:lnTo>
                  <a:lnTo>
                    <a:pt x="2049787" y="822996"/>
                  </a:lnTo>
                  <a:close/>
                  <a:moveTo>
                    <a:pt x="2079767" y="822017"/>
                  </a:moveTo>
                  <a:lnTo>
                    <a:pt x="2006416" y="826427"/>
                  </a:lnTo>
                  <a:lnTo>
                    <a:pt x="1974862" y="823316"/>
                  </a:lnTo>
                  <a:close/>
                  <a:moveTo>
                    <a:pt x="2127435" y="785037"/>
                  </a:moveTo>
                  <a:lnTo>
                    <a:pt x="2079767" y="822017"/>
                  </a:lnTo>
                  <a:lnTo>
                    <a:pt x="2206482" y="801925"/>
                  </a:lnTo>
                  <a:close/>
                  <a:moveTo>
                    <a:pt x="1885235" y="391725"/>
                  </a:moveTo>
                  <a:lnTo>
                    <a:pt x="1873488" y="444770"/>
                  </a:lnTo>
                  <a:lnTo>
                    <a:pt x="1885803" y="473940"/>
                  </a:lnTo>
                  <a:close/>
                  <a:moveTo>
                    <a:pt x="1944760" y="380706"/>
                  </a:moveTo>
                  <a:lnTo>
                    <a:pt x="1873488" y="444770"/>
                  </a:lnTo>
                  <a:lnTo>
                    <a:pt x="1885235" y="391725"/>
                  </a:lnTo>
                  <a:close/>
                  <a:moveTo>
                    <a:pt x="1879777" y="416401"/>
                  </a:moveTo>
                  <a:lnTo>
                    <a:pt x="1873488" y="444770"/>
                  </a:lnTo>
                  <a:lnTo>
                    <a:pt x="1944760" y="380706"/>
                  </a:lnTo>
                  <a:close/>
                  <a:moveTo>
                    <a:pt x="2268270" y="764364"/>
                  </a:moveTo>
                  <a:lnTo>
                    <a:pt x="2248379" y="743366"/>
                  </a:lnTo>
                  <a:lnTo>
                    <a:pt x="2206482" y="801925"/>
                  </a:lnTo>
                  <a:close/>
                  <a:moveTo>
                    <a:pt x="2268270" y="764364"/>
                  </a:moveTo>
                  <a:lnTo>
                    <a:pt x="2315529" y="725928"/>
                  </a:lnTo>
                  <a:lnTo>
                    <a:pt x="2248379" y="743366"/>
                  </a:lnTo>
                  <a:close/>
                  <a:moveTo>
                    <a:pt x="1730027" y="135170"/>
                  </a:moveTo>
                  <a:lnTo>
                    <a:pt x="1807941" y="147821"/>
                  </a:lnTo>
                  <a:lnTo>
                    <a:pt x="1854824" y="107906"/>
                  </a:lnTo>
                  <a:close/>
                  <a:moveTo>
                    <a:pt x="2344684" y="609577"/>
                  </a:moveTo>
                  <a:lnTo>
                    <a:pt x="2379033" y="637008"/>
                  </a:lnTo>
                  <a:lnTo>
                    <a:pt x="2349779" y="605276"/>
                  </a:lnTo>
                  <a:close/>
                  <a:moveTo>
                    <a:pt x="2318065" y="725256"/>
                  </a:moveTo>
                  <a:lnTo>
                    <a:pt x="2373066" y="652236"/>
                  </a:lnTo>
                  <a:lnTo>
                    <a:pt x="2344684" y="609577"/>
                  </a:lnTo>
                  <a:close/>
                  <a:moveTo>
                    <a:pt x="2349779" y="605276"/>
                  </a:moveTo>
                  <a:lnTo>
                    <a:pt x="2379033" y="637008"/>
                  </a:lnTo>
                  <a:lnTo>
                    <a:pt x="2406204" y="560931"/>
                  </a:lnTo>
                  <a:close/>
                  <a:moveTo>
                    <a:pt x="1863991" y="68206"/>
                  </a:moveTo>
                  <a:lnTo>
                    <a:pt x="1918941" y="29770"/>
                  </a:lnTo>
                  <a:lnTo>
                    <a:pt x="1896293" y="47750"/>
                  </a:lnTo>
                  <a:close/>
                  <a:moveTo>
                    <a:pt x="2014028" y="29770"/>
                  </a:moveTo>
                  <a:lnTo>
                    <a:pt x="1963805" y="21505"/>
                  </a:lnTo>
                  <a:lnTo>
                    <a:pt x="2035566" y="33819"/>
                  </a:lnTo>
                  <a:close/>
                  <a:moveTo>
                    <a:pt x="2014028" y="29770"/>
                  </a:moveTo>
                  <a:lnTo>
                    <a:pt x="2035566" y="33819"/>
                  </a:lnTo>
                  <a:lnTo>
                    <a:pt x="2043916" y="42369"/>
                  </a:lnTo>
                  <a:close/>
                  <a:moveTo>
                    <a:pt x="2436674" y="490055"/>
                  </a:moveTo>
                  <a:lnTo>
                    <a:pt x="2349779" y="605276"/>
                  </a:lnTo>
                  <a:lnTo>
                    <a:pt x="2406204" y="560931"/>
                  </a:lnTo>
                  <a:close/>
                  <a:moveTo>
                    <a:pt x="2436674" y="490055"/>
                  </a:moveTo>
                  <a:lnTo>
                    <a:pt x="2406204" y="560931"/>
                  </a:lnTo>
                  <a:lnTo>
                    <a:pt x="2450225" y="523062"/>
                  </a:lnTo>
                  <a:close/>
                  <a:moveTo>
                    <a:pt x="2436674" y="490055"/>
                  </a:moveTo>
                  <a:lnTo>
                    <a:pt x="2450225" y="523062"/>
                  </a:lnTo>
                  <a:lnTo>
                    <a:pt x="2442109" y="479973"/>
                  </a:lnTo>
                  <a:close/>
                  <a:moveTo>
                    <a:pt x="2442109" y="479973"/>
                  </a:moveTo>
                  <a:lnTo>
                    <a:pt x="2450225" y="523062"/>
                  </a:lnTo>
                  <a:lnTo>
                    <a:pt x="2466370" y="507227"/>
                  </a:lnTo>
                  <a:close/>
                  <a:moveTo>
                    <a:pt x="2442109" y="479973"/>
                  </a:moveTo>
                  <a:lnTo>
                    <a:pt x="2466370" y="507227"/>
                  </a:lnTo>
                  <a:lnTo>
                    <a:pt x="2508674" y="450191"/>
                  </a:lnTo>
                  <a:close/>
                  <a:moveTo>
                    <a:pt x="1899437" y="23305"/>
                  </a:moveTo>
                  <a:lnTo>
                    <a:pt x="1918941" y="29770"/>
                  </a:lnTo>
                  <a:lnTo>
                    <a:pt x="1963805" y="21505"/>
                  </a:lnTo>
                  <a:close/>
                  <a:moveTo>
                    <a:pt x="1963805" y="21505"/>
                  </a:moveTo>
                  <a:lnTo>
                    <a:pt x="2014028" y="29770"/>
                  </a:lnTo>
                  <a:lnTo>
                    <a:pt x="2002634" y="0"/>
                  </a:lnTo>
                  <a:close/>
                  <a:moveTo>
                    <a:pt x="2442109" y="479973"/>
                  </a:moveTo>
                  <a:lnTo>
                    <a:pt x="2508674" y="450191"/>
                  </a:lnTo>
                  <a:lnTo>
                    <a:pt x="2548779" y="384936"/>
                  </a:lnTo>
                  <a:close/>
                  <a:moveTo>
                    <a:pt x="2559289" y="281758"/>
                  </a:moveTo>
                  <a:lnTo>
                    <a:pt x="2559538" y="363973"/>
                  </a:lnTo>
                  <a:lnTo>
                    <a:pt x="2537692" y="320195"/>
                  </a:lnTo>
                  <a:close/>
                  <a:moveTo>
                    <a:pt x="2553132" y="355876"/>
                  </a:moveTo>
                  <a:lnTo>
                    <a:pt x="2548779" y="384936"/>
                  </a:lnTo>
                  <a:lnTo>
                    <a:pt x="2559538" y="363973"/>
                  </a:lnTo>
                  <a:close/>
                </a:path>
              </a:pathLst>
            </a:custGeom>
            <a:solidFill>
              <a:srgbClr val="D4DBE0"/>
            </a:solidFill>
            <a:ln w="1524">
              <a:solidFill>
                <a:srgbClr val="D4DBE0"/>
              </a:solidFill>
            </a:ln>
          </p:spPr>
        </p:sp>
        <p:sp>
          <p:nvSpPr>
            <p:cNvPr id="2126" name="Candidate_density__2125">
              <a:extLst>
                <a:ext uri="{FF2B5EF4-FFF2-40B4-BE49-F238E27FC236}">
                  <a16:creationId xmlns:a16="http://schemas.microsoft.com/office/drawing/2014/main" id="{E604F1A1-69DF-602C-19E7-6301268D0975}"/>
                </a:ext>
              </a:extLst>
            </p:cNvPr>
            <p:cNvSpPr>
              <a:spLocks noGrp="1"/>
            </p:cNvSpPr>
            <p:nvPr/>
          </p:nvSpPr>
          <p:spPr>
            <a:xfrm>
              <a:off x="3793736" y="1821013"/>
              <a:ext cx="2559538" cy="1637825"/>
            </a:xfrm>
            <a:custGeom>
              <a:avLst/>
              <a:gdLst/>
              <a:ahLst/>
              <a:cxnLst/>
              <a:rect l="0" t="0" r="0" b="0"/>
              <a:pathLst>
                <a:path w="2559538" h="1637825">
                  <a:moveTo>
                    <a:pt x="252363" y="1483837"/>
                  </a:moveTo>
                  <a:lnTo>
                    <a:pt x="242574" y="1466365"/>
                  </a:lnTo>
                  <a:lnTo>
                    <a:pt x="203505" y="1535494"/>
                  </a:lnTo>
                  <a:close/>
                  <a:moveTo>
                    <a:pt x="252363" y="1483837"/>
                  </a:moveTo>
                  <a:lnTo>
                    <a:pt x="261374" y="1473200"/>
                  </a:lnTo>
                  <a:lnTo>
                    <a:pt x="309497" y="1437921"/>
                  </a:lnTo>
                  <a:close/>
                  <a:moveTo>
                    <a:pt x="28041" y="1158122"/>
                  </a:moveTo>
                  <a:lnTo>
                    <a:pt x="35333" y="1148364"/>
                  </a:lnTo>
                  <a:lnTo>
                    <a:pt x="0" y="1237192"/>
                  </a:lnTo>
                  <a:close/>
                  <a:moveTo>
                    <a:pt x="1179049" y="1598962"/>
                  </a:moveTo>
                  <a:lnTo>
                    <a:pt x="1254908" y="1603928"/>
                  </a:lnTo>
                  <a:lnTo>
                    <a:pt x="1192709" y="1614096"/>
                  </a:lnTo>
                  <a:close/>
                  <a:moveTo>
                    <a:pt x="1254908" y="1603928"/>
                  </a:moveTo>
                  <a:lnTo>
                    <a:pt x="1276230" y="1606787"/>
                  </a:lnTo>
                  <a:lnTo>
                    <a:pt x="1192709" y="1614096"/>
                  </a:lnTo>
                  <a:close/>
                  <a:moveTo>
                    <a:pt x="825671" y="898511"/>
                  </a:moveTo>
                  <a:lnTo>
                    <a:pt x="714276" y="959947"/>
                  </a:lnTo>
                  <a:lnTo>
                    <a:pt x="708144" y="952958"/>
                  </a:lnTo>
                  <a:close/>
                  <a:moveTo>
                    <a:pt x="1313618" y="1608233"/>
                  </a:moveTo>
                  <a:lnTo>
                    <a:pt x="1192709" y="1614096"/>
                  </a:lnTo>
                  <a:lnTo>
                    <a:pt x="1276230" y="1606787"/>
                  </a:lnTo>
                  <a:close/>
                  <a:moveTo>
                    <a:pt x="1313618" y="1608233"/>
                  </a:moveTo>
                  <a:lnTo>
                    <a:pt x="1247002" y="1637825"/>
                  </a:lnTo>
                  <a:lnTo>
                    <a:pt x="1192709" y="1614096"/>
                  </a:lnTo>
                  <a:close/>
                  <a:moveTo>
                    <a:pt x="1338161" y="1582078"/>
                  </a:moveTo>
                  <a:lnTo>
                    <a:pt x="1313618" y="1608233"/>
                  </a:lnTo>
                  <a:lnTo>
                    <a:pt x="1276230" y="1606787"/>
                  </a:lnTo>
                  <a:close/>
                  <a:moveTo>
                    <a:pt x="1096488" y="1353736"/>
                  </a:moveTo>
                  <a:lnTo>
                    <a:pt x="980906" y="1364828"/>
                  </a:lnTo>
                  <a:lnTo>
                    <a:pt x="1075017" y="1348909"/>
                  </a:lnTo>
                  <a:close/>
                  <a:moveTo>
                    <a:pt x="1123121" y="1335433"/>
                  </a:moveTo>
                  <a:lnTo>
                    <a:pt x="1096488" y="1353736"/>
                  </a:lnTo>
                  <a:lnTo>
                    <a:pt x="1075017" y="1348909"/>
                  </a:lnTo>
                  <a:close/>
                  <a:moveTo>
                    <a:pt x="1096488" y="1353736"/>
                  </a:moveTo>
                  <a:lnTo>
                    <a:pt x="1123121" y="1335433"/>
                  </a:lnTo>
                  <a:lnTo>
                    <a:pt x="1122373" y="1310409"/>
                  </a:lnTo>
                  <a:close/>
                  <a:moveTo>
                    <a:pt x="1207171" y="1302062"/>
                  </a:moveTo>
                  <a:lnTo>
                    <a:pt x="1192634" y="1296996"/>
                  </a:lnTo>
                  <a:lnTo>
                    <a:pt x="1161513" y="1318195"/>
                  </a:lnTo>
                  <a:close/>
                  <a:moveTo>
                    <a:pt x="1122373" y="1310409"/>
                  </a:moveTo>
                  <a:lnTo>
                    <a:pt x="1123121" y="1335433"/>
                  </a:lnTo>
                  <a:lnTo>
                    <a:pt x="1161513" y="1318195"/>
                  </a:lnTo>
                  <a:close/>
                  <a:moveTo>
                    <a:pt x="1136851" y="1289443"/>
                  </a:moveTo>
                  <a:lnTo>
                    <a:pt x="1122373" y="1310409"/>
                  </a:lnTo>
                  <a:lnTo>
                    <a:pt x="1161513" y="1318195"/>
                  </a:lnTo>
                  <a:close/>
                  <a:moveTo>
                    <a:pt x="1277197" y="1256857"/>
                  </a:moveTo>
                  <a:lnTo>
                    <a:pt x="1207171" y="1302062"/>
                  </a:lnTo>
                  <a:lnTo>
                    <a:pt x="1161513" y="1318195"/>
                  </a:lnTo>
                  <a:close/>
                  <a:moveTo>
                    <a:pt x="1120123" y="1011700"/>
                  </a:moveTo>
                  <a:lnTo>
                    <a:pt x="1131233" y="989782"/>
                  </a:lnTo>
                  <a:lnTo>
                    <a:pt x="1187436" y="984711"/>
                  </a:lnTo>
                  <a:close/>
                  <a:moveTo>
                    <a:pt x="1219255" y="929700"/>
                  </a:moveTo>
                  <a:lnTo>
                    <a:pt x="1229328" y="926136"/>
                  </a:lnTo>
                  <a:lnTo>
                    <a:pt x="1187436" y="984711"/>
                  </a:lnTo>
                  <a:close/>
                  <a:moveTo>
                    <a:pt x="1219255" y="929700"/>
                  </a:moveTo>
                  <a:lnTo>
                    <a:pt x="1292187" y="891263"/>
                  </a:lnTo>
                  <a:lnTo>
                    <a:pt x="1229328" y="926136"/>
                  </a:lnTo>
                  <a:close/>
                  <a:moveTo>
                    <a:pt x="1558991" y="1107517"/>
                  </a:moveTo>
                  <a:lnTo>
                    <a:pt x="1593231" y="1130479"/>
                  </a:lnTo>
                  <a:lnTo>
                    <a:pt x="1571173" y="1099472"/>
                  </a:lnTo>
                  <a:close/>
                  <a:moveTo>
                    <a:pt x="1586655" y="1147491"/>
                  </a:moveTo>
                  <a:lnTo>
                    <a:pt x="1593231" y="1130479"/>
                  </a:lnTo>
                  <a:lnTo>
                    <a:pt x="1558991" y="1107517"/>
                  </a:lnTo>
                  <a:close/>
                  <a:moveTo>
                    <a:pt x="1514291" y="1155594"/>
                  </a:moveTo>
                  <a:lnTo>
                    <a:pt x="1586655" y="1147491"/>
                  </a:lnTo>
                  <a:lnTo>
                    <a:pt x="1558991" y="1107517"/>
                  </a:lnTo>
                  <a:close/>
                  <a:moveTo>
                    <a:pt x="2154632" y="801764"/>
                  </a:moveTo>
                  <a:lnTo>
                    <a:pt x="2079767" y="800512"/>
                  </a:lnTo>
                  <a:lnTo>
                    <a:pt x="2049787" y="801491"/>
                  </a:lnTo>
                  <a:close/>
                  <a:moveTo>
                    <a:pt x="2079767" y="800512"/>
                  </a:moveTo>
                  <a:lnTo>
                    <a:pt x="2154632" y="801764"/>
                  </a:lnTo>
                  <a:lnTo>
                    <a:pt x="2206482" y="780421"/>
                  </a:lnTo>
                  <a:close/>
                  <a:moveTo>
                    <a:pt x="2171111" y="781296"/>
                  </a:moveTo>
                  <a:lnTo>
                    <a:pt x="2206482" y="780421"/>
                  </a:lnTo>
                  <a:lnTo>
                    <a:pt x="2154632" y="801764"/>
                  </a:lnTo>
                  <a:close/>
                  <a:moveTo>
                    <a:pt x="2315529" y="704423"/>
                  </a:moveTo>
                  <a:lnTo>
                    <a:pt x="2268270" y="742859"/>
                  </a:lnTo>
                  <a:lnTo>
                    <a:pt x="2318065" y="703751"/>
                  </a:lnTo>
                  <a:close/>
                  <a:moveTo>
                    <a:pt x="2003939" y="365258"/>
                  </a:moveTo>
                  <a:lnTo>
                    <a:pt x="1879777" y="394896"/>
                  </a:lnTo>
                  <a:lnTo>
                    <a:pt x="1944760" y="359201"/>
                  </a:lnTo>
                  <a:close/>
                  <a:moveTo>
                    <a:pt x="1819144" y="85139"/>
                  </a:moveTo>
                  <a:lnTo>
                    <a:pt x="1863991" y="46702"/>
                  </a:lnTo>
                  <a:lnTo>
                    <a:pt x="1854824" y="86401"/>
                  </a:lnTo>
                  <a:close/>
                  <a:moveTo>
                    <a:pt x="2373066" y="630731"/>
                  </a:moveTo>
                  <a:lnTo>
                    <a:pt x="2379033" y="615504"/>
                  </a:lnTo>
                  <a:lnTo>
                    <a:pt x="2344684" y="588073"/>
                  </a:lnTo>
                  <a:close/>
                  <a:moveTo>
                    <a:pt x="2406204" y="539427"/>
                  </a:moveTo>
                  <a:lnTo>
                    <a:pt x="2460498" y="509774"/>
                  </a:lnTo>
                  <a:lnTo>
                    <a:pt x="2450225" y="501557"/>
                  </a:lnTo>
                  <a:close/>
                  <a:moveTo>
                    <a:pt x="1863991" y="46702"/>
                  </a:moveTo>
                  <a:lnTo>
                    <a:pt x="1896293" y="26245"/>
                  </a:lnTo>
                  <a:lnTo>
                    <a:pt x="1854824" y="86401"/>
                  </a:lnTo>
                  <a:close/>
                  <a:moveTo>
                    <a:pt x="1918941" y="8265"/>
                  </a:moveTo>
                  <a:lnTo>
                    <a:pt x="1863991" y="46702"/>
                  </a:lnTo>
                  <a:lnTo>
                    <a:pt x="1963805" y="0"/>
                  </a:lnTo>
                  <a:close/>
                  <a:moveTo>
                    <a:pt x="2535363" y="380905"/>
                  </a:moveTo>
                  <a:lnTo>
                    <a:pt x="2548779" y="363431"/>
                  </a:lnTo>
                  <a:lnTo>
                    <a:pt x="2508674" y="428686"/>
                  </a:lnTo>
                  <a:close/>
                  <a:moveTo>
                    <a:pt x="2535363" y="380905"/>
                  </a:moveTo>
                  <a:lnTo>
                    <a:pt x="2559538" y="342468"/>
                  </a:lnTo>
                  <a:lnTo>
                    <a:pt x="2548779" y="363431"/>
                  </a:lnTo>
                  <a:close/>
                </a:path>
              </a:pathLst>
            </a:custGeom>
            <a:solidFill>
              <a:srgbClr val="D0D7DD"/>
            </a:solidFill>
            <a:ln w="1524">
              <a:solidFill>
                <a:srgbClr val="D0D7DD"/>
              </a:solidFill>
            </a:ln>
          </p:spPr>
        </p:sp>
        <p:sp>
          <p:nvSpPr>
            <p:cNvPr id="2127" name="Candidate_density__2126">
              <a:extLst>
                <a:ext uri="{FF2B5EF4-FFF2-40B4-BE49-F238E27FC236}">
                  <a16:creationId xmlns:a16="http://schemas.microsoft.com/office/drawing/2014/main" id="{6DDD5702-E941-E0BF-629B-7118900B7132}"/>
                </a:ext>
              </a:extLst>
            </p:cNvPr>
            <p:cNvSpPr>
              <a:spLocks noGrp="1"/>
            </p:cNvSpPr>
            <p:nvPr/>
          </p:nvSpPr>
          <p:spPr>
            <a:xfrm>
              <a:off x="5107354" y="3368550"/>
              <a:ext cx="35493" cy="60697"/>
            </a:xfrm>
            <a:custGeom>
              <a:avLst/>
              <a:gdLst/>
              <a:ahLst/>
              <a:cxnLst/>
              <a:rect l="0" t="0" r="0" b="0"/>
              <a:pathLst>
                <a:path w="35493" h="60697">
                  <a:moveTo>
                    <a:pt x="35493" y="0"/>
                  </a:moveTo>
                  <a:lnTo>
                    <a:pt x="0" y="60697"/>
                  </a:lnTo>
                  <a:lnTo>
                    <a:pt x="24543" y="34542"/>
                  </a:lnTo>
                  <a:close/>
                </a:path>
              </a:pathLst>
            </a:custGeom>
            <a:solidFill>
              <a:srgbClr val="CDD4DA"/>
            </a:solidFill>
            <a:ln w="1524">
              <a:solidFill>
                <a:srgbClr val="CDD4DA"/>
              </a:solidFill>
            </a:ln>
          </p:spPr>
        </p:sp>
        <p:sp>
          <p:nvSpPr>
            <p:cNvPr id="2128" name="Candidate_density__2127">
              <a:extLst>
                <a:ext uri="{FF2B5EF4-FFF2-40B4-BE49-F238E27FC236}">
                  <a16:creationId xmlns:a16="http://schemas.microsoft.com/office/drawing/2014/main" id="{BBE54698-ED51-F8DA-6A53-F9668A12BB5D}"/>
                </a:ext>
              </a:extLst>
            </p:cNvPr>
            <p:cNvSpPr>
              <a:spLocks noGrp="1"/>
            </p:cNvSpPr>
            <p:nvPr/>
          </p:nvSpPr>
          <p:spPr>
            <a:xfrm>
              <a:off x="3540502" y="1822814"/>
              <a:ext cx="2806366" cy="1857334"/>
            </a:xfrm>
            <a:custGeom>
              <a:avLst/>
              <a:gdLst/>
              <a:ahLst/>
              <a:cxnLst/>
              <a:rect l="0" t="0" r="0" b="0"/>
              <a:pathLst>
                <a:path w="2806366" h="1857334">
                  <a:moveTo>
                    <a:pt x="13251" y="1288707"/>
                  </a:moveTo>
                  <a:lnTo>
                    <a:pt x="90790" y="1356043"/>
                  </a:lnTo>
                  <a:lnTo>
                    <a:pt x="38319" y="1299124"/>
                  </a:lnTo>
                  <a:close/>
                  <a:moveTo>
                    <a:pt x="0" y="1273827"/>
                  </a:moveTo>
                  <a:lnTo>
                    <a:pt x="13251" y="1288707"/>
                  </a:lnTo>
                  <a:lnTo>
                    <a:pt x="38319" y="1299124"/>
                  </a:lnTo>
                  <a:close/>
                  <a:moveTo>
                    <a:pt x="160274" y="1429956"/>
                  </a:moveTo>
                  <a:lnTo>
                    <a:pt x="260631" y="1509052"/>
                  </a:lnTo>
                  <a:lnTo>
                    <a:pt x="209906" y="1489698"/>
                  </a:lnTo>
                  <a:close/>
                  <a:moveTo>
                    <a:pt x="144648" y="1418013"/>
                  </a:moveTo>
                  <a:lnTo>
                    <a:pt x="167221" y="1438258"/>
                  </a:lnTo>
                  <a:lnTo>
                    <a:pt x="160274" y="1429956"/>
                  </a:lnTo>
                  <a:close/>
                  <a:moveTo>
                    <a:pt x="281376" y="1292002"/>
                  </a:moveTo>
                  <a:lnTo>
                    <a:pt x="279208" y="1212046"/>
                  </a:lnTo>
                  <a:lnTo>
                    <a:pt x="215865" y="1253873"/>
                  </a:lnTo>
                  <a:close/>
                  <a:moveTo>
                    <a:pt x="281376" y="1292002"/>
                  </a:moveTo>
                  <a:lnTo>
                    <a:pt x="310642" y="1266118"/>
                  </a:lnTo>
                  <a:lnTo>
                    <a:pt x="283109" y="1196955"/>
                  </a:lnTo>
                  <a:close/>
                  <a:moveTo>
                    <a:pt x="710049" y="1708258"/>
                  </a:moveTo>
                  <a:lnTo>
                    <a:pt x="845992" y="1722666"/>
                  </a:lnTo>
                  <a:lnTo>
                    <a:pt x="764708" y="1697420"/>
                  </a:lnTo>
                  <a:close/>
                  <a:moveTo>
                    <a:pt x="885224" y="1765190"/>
                  </a:moveTo>
                  <a:lnTo>
                    <a:pt x="912830" y="1693908"/>
                  </a:lnTo>
                  <a:lnTo>
                    <a:pt x="845992" y="1722666"/>
                  </a:lnTo>
                  <a:close/>
                  <a:moveTo>
                    <a:pt x="695325" y="1651809"/>
                  </a:moveTo>
                  <a:lnTo>
                    <a:pt x="684096" y="1690245"/>
                  </a:lnTo>
                  <a:lnTo>
                    <a:pt x="710049" y="1708258"/>
                  </a:lnTo>
                  <a:close/>
                  <a:moveTo>
                    <a:pt x="695325" y="1651809"/>
                  </a:moveTo>
                  <a:lnTo>
                    <a:pt x="629236" y="1608030"/>
                  </a:lnTo>
                  <a:lnTo>
                    <a:pt x="684096" y="1690245"/>
                  </a:lnTo>
                  <a:close/>
                  <a:moveTo>
                    <a:pt x="495546" y="1439255"/>
                  </a:moveTo>
                  <a:lnTo>
                    <a:pt x="495809" y="1464565"/>
                  </a:lnTo>
                  <a:lnTo>
                    <a:pt x="527215" y="1443600"/>
                  </a:lnTo>
                  <a:close/>
                  <a:moveTo>
                    <a:pt x="992229" y="1712110"/>
                  </a:moveTo>
                  <a:lnTo>
                    <a:pt x="952590" y="1627360"/>
                  </a:lnTo>
                  <a:lnTo>
                    <a:pt x="912830" y="1693908"/>
                  </a:lnTo>
                  <a:close/>
                  <a:moveTo>
                    <a:pt x="1242886" y="1756286"/>
                  </a:moveTo>
                  <a:lnTo>
                    <a:pt x="1163161" y="1857334"/>
                  </a:lnTo>
                  <a:lnTo>
                    <a:pt x="1229090" y="1825174"/>
                  </a:lnTo>
                  <a:close/>
                  <a:moveTo>
                    <a:pt x="965499" y="1599836"/>
                  </a:moveTo>
                  <a:lnTo>
                    <a:pt x="928293" y="1529992"/>
                  </a:lnTo>
                  <a:lnTo>
                    <a:pt x="975399" y="1574936"/>
                  </a:lnTo>
                  <a:close/>
                  <a:moveTo>
                    <a:pt x="928293" y="1529992"/>
                  </a:moveTo>
                  <a:lnTo>
                    <a:pt x="918581" y="1437795"/>
                  </a:lnTo>
                  <a:lnTo>
                    <a:pt x="969058" y="1492721"/>
                  </a:lnTo>
                  <a:close/>
                  <a:moveTo>
                    <a:pt x="638213" y="1083584"/>
                  </a:moveTo>
                  <a:lnTo>
                    <a:pt x="712266" y="1070942"/>
                  </a:lnTo>
                  <a:lnTo>
                    <a:pt x="701653" y="1092601"/>
                  </a:lnTo>
                  <a:close/>
                  <a:moveTo>
                    <a:pt x="701653" y="1092601"/>
                  </a:moveTo>
                  <a:lnTo>
                    <a:pt x="716367" y="1086273"/>
                  </a:lnTo>
                  <a:lnTo>
                    <a:pt x="649720" y="1174322"/>
                  </a:lnTo>
                  <a:close/>
                  <a:moveTo>
                    <a:pt x="1355304" y="1625392"/>
                  </a:moveTo>
                  <a:lnTo>
                    <a:pt x="1275022" y="1630068"/>
                  </a:lnTo>
                  <a:lnTo>
                    <a:pt x="1256059" y="1710805"/>
                  </a:lnTo>
                  <a:close/>
                  <a:moveTo>
                    <a:pt x="1062234" y="1328237"/>
                  </a:moveTo>
                  <a:lnTo>
                    <a:pt x="1151805" y="1369373"/>
                  </a:lnTo>
                  <a:lnTo>
                    <a:pt x="1106572" y="1251418"/>
                  </a:lnTo>
                  <a:close/>
                  <a:moveTo>
                    <a:pt x="818832" y="975513"/>
                  </a:moveTo>
                  <a:lnTo>
                    <a:pt x="948783" y="1012872"/>
                  </a:lnTo>
                  <a:lnTo>
                    <a:pt x="956923" y="997954"/>
                  </a:lnTo>
                  <a:close/>
                  <a:moveTo>
                    <a:pt x="715622" y="780968"/>
                  </a:moveTo>
                  <a:lnTo>
                    <a:pt x="652058" y="796563"/>
                  </a:lnTo>
                  <a:lnTo>
                    <a:pt x="685190" y="754506"/>
                  </a:lnTo>
                  <a:close/>
                  <a:moveTo>
                    <a:pt x="685190" y="754506"/>
                  </a:moveTo>
                  <a:lnTo>
                    <a:pt x="709390" y="796563"/>
                  </a:lnTo>
                  <a:lnTo>
                    <a:pt x="715622" y="780968"/>
                  </a:lnTo>
                  <a:close/>
                  <a:moveTo>
                    <a:pt x="1317216" y="1595765"/>
                  </a:moveTo>
                  <a:lnTo>
                    <a:pt x="1369664" y="1613717"/>
                  </a:lnTo>
                  <a:lnTo>
                    <a:pt x="1351208" y="1668223"/>
                  </a:lnTo>
                  <a:close/>
                  <a:moveTo>
                    <a:pt x="1400476" y="1188299"/>
                  </a:moveTo>
                  <a:lnTo>
                    <a:pt x="1377485" y="1295196"/>
                  </a:lnTo>
                  <a:lnTo>
                    <a:pt x="1390086" y="1287643"/>
                  </a:lnTo>
                  <a:close/>
                  <a:moveTo>
                    <a:pt x="1346696" y="1271521"/>
                  </a:moveTo>
                  <a:lnTo>
                    <a:pt x="1377485" y="1295196"/>
                  </a:lnTo>
                  <a:lnTo>
                    <a:pt x="1400476" y="1188299"/>
                  </a:lnTo>
                  <a:close/>
                  <a:moveTo>
                    <a:pt x="1400476" y="1188299"/>
                  </a:moveTo>
                  <a:lnTo>
                    <a:pt x="1390086" y="1287643"/>
                  </a:lnTo>
                  <a:lnTo>
                    <a:pt x="1469106" y="1293189"/>
                  </a:lnTo>
                  <a:close/>
                  <a:moveTo>
                    <a:pt x="1169669" y="954480"/>
                  </a:moveTo>
                  <a:lnTo>
                    <a:pt x="1182486" y="853578"/>
                  </a:lnTo>
                  <a:lnTo>
                    <a:pt x="1126374" y="922442"/>
                  </a:lnTo>
                  <a:close/>
                  <a:moveTo>
                    <a:pt x="1505047" y="863600"/>
                  </a:moveTo>
                  <a:lnTo>
                    <a:pt x="1545421" y="889463"/>
                  </a:lnTo>
                  <a:lnTo>
                    <a:pt x="1514850" y="829855"/>
                  </a:lnTo>
                  <a:close/>
                  <a:moveTo>
                    <a:pt x="1813639" y="1094773"/>
                  </a:moveTo>
                  <a:lnTo>
                    <a:pt x="1823001" y="987070"/>
                  </a:lnTo>
                  <a:lnTo>
                    <a:pt x="1717397" y="1029825"/>
                  </a:lnTo>
                  <a:close/>
                  <a:moveTo>
                    <a:pt x="1691771" y="832981"/>
                  </a:moveTo>
                  <a:lnTo>
                    <a:pt x="1774883" y="894805"/>
                  </a:lnTo>
                  <a:lnTo>
                    <a:pt x="1723705" y="838208"/>
                  </a:lnTo>
                  <a:close/>
                  <a:moveTo>
                    <a:pt x="1691771" y="832981"/>
                  </a:moveTo>
                  <a:lnTo>
                    <a:pt x="1680763" y="812590"/>
                  </a:lnTo>
                  <a:lnTo>
                    <a:pt x="1660830" y="818331"/>
                  </a:lnTo>
                  <a:close/>
                  <a:moveTo>
                    <a:pt x="1691771" y="832981"/>
                  </a:moveTo>
                  <a:lnTo>
                    <a:pt x="1723705" y="838208"/>
                  </a:lnTo>
                  <a:lnTo>
                    <a:pt x="1680763" y="812590"/>
                  </a:lnTo>
                  <a:close/>
                  <a:moveTo>
                    <a:pt x="2286447" y="1333717"/>
                  </a:moveTo>
                  <a:lnTo>
                    <a:pt x="2238408" y="1369310"/>
                  </a:lnTo>
                  <a:lnTo>
                    <a:pt x="2363615" y="1343580"/>
                  </a:lnTo>
                  <a:close/>
                  <a:moveTo>
                    <a:pt x="1774883" y="894805"/>
                  </a:moveTo>
                  <a:lnTo>
                    <a:pt x="1826640" y="944407"/>
                  </a:lnTo>
                  <a:lnTo>
                    <a:pt x="1838537" y="874347"/>
                  </a:lnTo>
                  <a:close/>
                  <a:moveTo>
                    <a:pt x="1826640" y="944407"/>
                  </a:moveTo>
                  <a:lnTo>
                    <a:pt x="1861125" y="894805"/>
                  </a:lnTo>
                  <a:lnTo>
                    <a:pt x="1838537" y="874347"/>
                  </a:lnTo>
                  <a:close/>
                  <a:moveTo>
                    <a:pt x="1680763" y="812590"/>
                  </a:moveTo>
                  <a:lnTo>
                    <a:pt x="1723705" y="838208"/>
                  </a:lnTo>
                  <a:lnTo>
                    <a:pt x="1732808" y="799619"/>
                  </a:lnTo>
                  <a:close/>
                  <a:moveTo>
                    <a:pt x="1838537" y="874347"/>
                  </a:moveTo>
                  <a:lnTo>
                    <a:pt x="1723705" y="838208"/>
                  </a:lnTo>
                  <a:lnTo>
                    <a:pt x="1774883" y="894805"/>
                  </a:lnTo>
                  <a:close/>
                  <a:moveTo>
                    <a:pt x="1732808" y="799619"/>
                  </a:moveTo>
                  <a:lnTo>
                    <a:pt x="1723705" y="838208"/>
                  </a:lnTo>
                  <a:lnTo>
                    <a:pt x="1838537" y="874347"/>
                  </a:lnTo>
                  <a:close/>
                  <a:moveTo>
                    <a:pt x="1822722" y="787112"/>
                  </a:moveTo>
                  <a:lnTo>
                    <a:pt x="1838537" y="874347"/>
                  </a:lnTo>
                  <a:lnTo>
                    <a:pt x="1890141" y="792894"/>
                  </a:lnTo>
                  <a:close/>
                  <a:moveTo>
                    <a:pt x="1639011" y="800209"/>
                  </a:moveTo>
                  <a:lnTo>
                    <a:pt x="1680763" y="812590"/>
                  </a:lnTo>
                  <a:lnTo>
                    <a:pt x="1749502" y="719458"/>
                  </a:lnTo>
                  <a:close/>
                  <a:moveTo>
                    <a:pt x="1822722" y="787112"/>
                  </a:moveTo>
                  <a:lnTo>
                    <a:pt x="1890141" y="792894"/>
                  </a:lnTo>
                  <a:lnTo>
                    <a:pt x="1832232" y="750115"/>
                  </a:lnTo>
                  <a:close/>
                  <a:moveTo>
                    <a:pt x="1890141" y="792894"/>
                  </a:moveTo>
                  <a:lnTo>
                    <a:pt x="1908524" y="756699"/>
                  </a:lnTo>
                  <a:lnTo>
                    <a:pt x="1832232" y="750115"/>
                  </a:lnTo>
                  <a:close/>
                  <a:moveTo>
                    <a:pt x="1749502" y="719458"/>
                  </a:moveTo>
                  <a:lnTo>
                    <a:pt x="1832232" y="750115"/>
                  </a:lnTo>
                  <a:lnTo>
                    <a:pt x="1883442" y="726377"/>
                  </a:lnTo>
                  <a:close/>
                  <a:moveTo>
                    <a:pt x="1908524" y="756699"/>
                  </a:moveTo>
                  <a:lnTo>
                    <a:pt x="1946456" y="653502"/>
                  </a:lnTo>
                  <a:lnTo>
                    <a:pt x="1937051" y="654665"/>
                  </a:lnTo>
                  <a:close/>
                  <a:moveTo>
                    <a:pt x="2027731" y="708536"/>
                  </a:moveTo>
                  <a:lnTo>
                    <a:pt x="1946456" y="653502"/>
                  </a:lnTo>
                  <a:lnTo>
                    <a:pt x="1908524" y="756699"/>
                  </a:lnTo>
                  <a:close/>
                  <a:moveTo>
                    <a:pt x="1906384" y="579504"/>
                  </a:moveTo>
                  <a:lnTo>
                    <a:pt x="1894849" y="571287"/>
                  </a:lnTo>
                  <a:lnTo>
                    <a:pt x="1935148" y="653502"/>
                  </a:lnTo>
                  <a:close/>
                  <a:moveTo>
                    <a:pt x="1894849" y="571287"/>
                  </a:moveTo>
                  <a:lnTo>
                    <a:pt x="1906384" y="579504"/>
                  </a:lnTo>
                  <a:lnTo>
                    <a:pt x="1910628" y="549363"/>
                  </a:lnTo>
                  <a:close/>
                  <a:moveTo>
                    <a:pt x="1946456" y="653502"/>
                  </a:moveTo>
                  <a:lnTo>
                    <a:pt x="2027731" y="708536"/>
                  </a:lnTo>
                  <a:lnTo>
                    <a:pt x="1941839" y="650773"/>
                  </a:lnTo>
                  <a:close/>
                  <a:moveTo>
                    <a:pt x="1910628" y="549363"/>
                  </a:moveTo>
                  <a:lnTo>
                    <a:pt x="2033359" y="514373"/>
                  </a:lnTo>
                  <a:lnTo>
                    <a:pt x="1948162" y="474494"/>
                  </a:lnTo>
                  <a:close/>
                  <a:moveTo>
                    <a:pt x="2177382" y="779496"/>
                  </a:moveTo>
                  <a:lnTo>
                    <a:pt x="2177878" y="780245"/>
                  </a:lnTo>
                  <a:lnTo>
                    <a:pt x="2178968" y="780121"/>
                  </a:lnTo>
                  <a:close/>
                  <a:moveTo>
                    <a:pt x="2259650" y="803122"/>
                  </a:moveTo>
                  <a:lnTo>
                    <a:pt x="2178968" y="780121"/>
                  </a:lnTo>
                  <a:lnTo>
                    <a:pt x="2177878" y="780245"/>
                  </a:lnTo>
                  <a:close/>
                  <a:moveTo>
                    <a:pt x="2177382" y="779496"/>
                  </a:moveTo>
                  <a:lnTo>
                    <a:pt x="2178968" y="780121"/>
                  </a:lnTo>
                  <a:lnTo>
                    <a:pt x="2180455" y="778150"/>
                  </a:lnTo>
                  <a:close/>
                  <a:moveTo>
                    <a:pt x="2288075" y="751249"/>
                  </a:moveTo>
                  <a:lnTo>
                    <a:pt x="2178968" y="780121"/>
                  </a:lnTo>
                  <a:lnTo>
                    <a:pt x="2259650" y="803122"/>
                  </a:lnTo>
                  <a:close/>
                  <a:moveTo>
                    <a:pt x="2288075" y="751249"/>
                  </a:moveTo>
                  <a:lnTo>
                    <a:pt x="2180455" y="778150"/>
                  </a:lnTo>
                  <a:lnTo>
                    <a:pt x="2178968" y="780121"/>
                  </a:lnTo>
                  <a:close/>
                  <a:moveTo>
                    <a:pt x="2288075" y="751249"/>
                  </a:moveTo>
                  <a:lnTo>
                    <a:pt x="2298560" y="733400"/>
                  </a:lnTo>
                  <a:lnTo>
                    <a:pt x="2222626" y="728152"/>
                  </a:lnTo>
                  <a:close/>
                  <a:moveTo>
                    <a:pt x="2259650" y="803122"/>
                  </a:moveTo>
                  <a:lnTo>
                    <a:pt x="2322354" y="741059"/>
                  </a:lnTo>
                  <a:lnTo>
                    <a:pt x="2288075" y="751249"/>
                  </a:lnTo>
                  <a:close/>
                  <a:moveTo>
                    <a:pt x="2380669" y="761732"/>
                  </a:moveTo>
                  <a:lnTo>
                    <a:pt x="2322354" y="741059"/>
                  </a:lnTo>
                  <a:lnTo>
                    <a:pt x="2259650" y="803122"/>
                  </a:lnTo>
                  <a:close/>
                  <a:moveTo>
                    <a:pt x="2288075" y="751249"/>
                  </a:moveTo>
                  <a:lnTo>
                    <a:pt x="2322354" y="741059"/>
                  </a:lnTo>
                  <a:lnTo>
                    <a:pt x="2298560" y="733400"/>
                  </a:lnTo>
                  <a:close/>
                  <a:moveTo>
                    <a:pt x="2041438" y="430207"/>
                  </a:moveTo>
                  <a:lnTo>
                    <a:pt x="2126723" y="421465"/>
                  </a:lnTo>
                  <a:lnTo>
                    <a:pt x="2051277" y="366165"/>
                  </a:lnTo>
                  <a:close/>
                  <a:moveTo>
                    <a:pt x="2380669" y="761732"/>
                  </a:moveTo>
                  <a:lnTo>
                    <a:pt x="2403855" y="717714"/>
                  </a:lnTo>
                  <a:lnTo>
                    <a:pt x="2322354" y="741059"/>
                  </a:lnTo>
                  <a:close/>
                  <a:moveTo>
                    <a:pt x="2380669" y="761732"/>
                  </a:moveTo>
                  <a:lnTo>
                    <a:pt x="2457627" y="702623"/>
                  </a:lnTo>
                  <a:lnTo>
                    <a:pt x="2403855" y="717714"/>
                  </a:lnTo>
                  <a:close/>
                  <a:moveTo>
                    <a:pt x="2501613" y="720061"/>
                  </a:moveTo>
                  <a:lnTo>
                    <a:pt x="2457627" y="702623"/>
                  </a:lnTo>
                  <a:lnTo>
                    <a:pt x="2380669" y="761732"/>
                  </a:lnTo>
                  <a:close/>
                  <a:moveTo>
                    <a:pt x="2459717" y="778620"/>
                  </a:moveTo>
                  <a:lnTo>
                    <a:pt x="2501613" y="720061"/>
                  </a:lnTo>
                  <a:lnTo>
                    <a:pt x="2380669" y="761732"/>
                  </a:lnTo>
                  <a:close/>
                  <a:moveTo>
                    <a:pt x="2457627" y="702623"/>
                  </a:moveTo>
                  <a:lnTo>
                    <a:pt x="2501613" y="720061"/>
                  </a:lnTo>
                  <a:lnTo>
                    <a:pt x="2509781" y="692190"/>
                  </a:lnTo>
                  <a:close/>
                  <a:moveTo>
                    <a:pt x="2509781" y="692190"/>
                  </a:moveTo>
                  <a:lnTo>
                    <a:pt x="2501613" y="720061"/>
                  </a:lnTo>
                  <a:lnTo>
                    <a:pt x="2568763" y="702623"/>
                  </a:lnTo>
                  <a:close/>
                  <a:moveTo>
                    <a:pt x="2509781" y="692190"/>
                  </a:moveTo>
                  <a:lnTo>
                    <a:pt x="2568763" y="702623"/>
                  </a:lnTo>
                  <a:lnTo>
                    <a:pt x="2525502" y="594175"/>
                  </a:lnTo>
                  <a:close/>
                  <a:moveTo>
                    <a:pt x="2525502" y="594175"/>
                  </a:moveTo>
                  <a:lnTo>
                    <a:pt x="2568763" y="702623"/>
                  </a:lnTo>
                  <a:lnTo>
                    <a:pt x="2571299" y="701951"/>
                  </a:lnTo>
                  <a:close/>
                  <a:moveTo>
                    <a:pt x="2525502" y="594175"/>
                  </a:moveTo>
                  <a:lnTo>
                    <a:pt x="2571299" y="701951"/>
                  </a:lnTo>
                  <a:lnTo>
                    <a:pt x="2597919" y="586272"/>
                  </a:lnTo>
                  <a:close/>
                  <a:moveTo>
                    <a:pt x="1957905" y="37158"/>
                  </a:moveTo>
                  <a:lnTo>
                    <a:pt x="2037933" y="101071"/>
                  </a:lnTo>
                  <a:lnTo>
                    <a:pt x="2056202" y="17836"/>
                  </a:lnTo>
                  <a:close/>
                  <a:moveTo>
                    <a:pt x="2599145" y="580039"/>
                  </a:moveTo>
                  <a:lnTo>
                    <a:pt x="2597919" y="586272"/>
                  </a:lnTo>
                  <a:lnTo>
                    <a:pt x="2603014" y="581971"/>
                  </a:lnTo>
                  <a:close/>
                  <a:moveTo>
                    <a:pt x="2599145" y="580039"/>
                  </a:moveTo>
                  <a:lnTo>
                    <a:pt x="2603014" y="581971"/>
                  </a:lnTo>
                  <a:lnTo>
                    <a:pt x="2689908" y="466750"/>
                  </a:lnTo>
                  <a:close/>
                  <a:moveTo>
                    <a:pt x="2620479" y="462603"/>
                  </a:moveTo>
                  <a:lnTo>
                    <a:pt x="2599145" y="580039"/>
                  </a:lnTo>
                  <a:lnTo>
                    <a:pt x="2689908" y="466750"/>
                  </a:lnTo>
                  <a:close/>
                  <a:moveTo>
                    <a:pt x="2620479" y="462603"/>
                  </a:moveTo>
                  <a:lnTo>
                    <a:pt x="2689908" y="466750"/>
                  </a:lnTo>
                  <a:lnTo>
                    <a:pt x="2621258" y="458334"/>
                  </a:lnTo>
                  <a:close/>
                  <a:moveTo>
                    <a:pt x="2689908" y="466750"/>
                  </a:moveTo>
                  <a:lnTo>
                    <a:pt x="2695344" y="456668"/>
                  </a:lnTo>
                  <a:lnTo>
                    <a:pt x="2621258" y="458334"/>
                  </a:lnTo>
                  <a:close/>
                  <a:moveTo>
                    <a:pt x="2149528" y="24445"/>
                  </a:moveTo>
                  <a:lnTo>
                    <a:pt x="2152672" y="0"/>
                  </a:lnTo>
                  <a:lnTo>
                    <a:pt x="2116543" y="6465"/>
                  </a:lnTo>
                  <a:close/>
                  <a:moveTo>
                    <a:pt x="2149528" y="24445"/>
                  </a:moveTo>
                  <a:lnTo>
                    <a:pt x="2172176" y="6465"/>
                  </a:lnTo>
                  <a:lnTo>
                    <a:pt x="2152672" y="0"/>
                  </a:lnTo>
                  <a:close/>
                  <a:moveTo>
                    <a:pt x="2732750" y="381322"/>
                  </a:moveTo>
                  <a:lnTo>
                    <a:pt x="2695344" y="456668"/>
                  </a:lnTo>
                  <a:lnTo>
                    <a:pt x="2802013" y="361631"/>
                  </a:lnTo>
                  <a:close/>
                  <a:moveTo>
                    <a:pt x="2806366" y="332571"/>
                  </a:moveTo>
                  <a:lnTo>
                    <a:pt x="2732750" y="381322"/>
                  </a:lnTo>
                  <a:lnTo>
                    <a:pt x="2802013" y="361631"/>
                  </a:lnTo>
                  <a:close/>
                </a:path>
              </a:pathLst>
            </a:custGeom>
            <a:solidFill>
              <a:srgbClr val="D8DEE3"/>
            </a:solidFill>
            <a:ln w="1524">
              <a:solidFill>
                <a:srgbClr val="D8DEE3"/>
              </a:solidFill>
            </a:ln>
          </p:spPr>
        </p:sp>
        <p:sp>
          <p:nvSpPr>
            <p:cNvPr id="2129" name="Candidate_density__2128">
              <a:extLst>
                <a:ext uri="{FF2B5EF4-FFF2-40B4-BE49-F238E27FC236}">
                  <a16:creationId xmlns:a16="http://schemas.microsoft.com/office/drawing/2014/main" id="{6F51080B-B5E8-1AA0-7AB4-DF53BD37B0CF}"/>
                </a:ext>
              </a:extLst>
            </p:cNvPr>
            <p:cNvSpPr>
              <a:spLocks noGrp="1"/>
            </p:cNvSpPr>
            <p:nvPr/>
          </p:nvSpPr>
          <p:spPr>
            <a:xfrm>
              <a:off x="3540502" y="1712555"/>
              <a:ext cx="2806366" cy="2081859"/>
            </a:xfrm>
            <a:custGeom>
              <a:avLst/>
              <a:gdLst/>
              <a:ahLst/>
              <a:cxnLst/>
              <a:rect l="0" t="0" r="0" b="0"/>
              <a:pathLst>
                <a:path w="2806366" h="2081859">
                  <a:moveTo>
                    <a:pt x="159762" y="1510081"/>
                  </a:moveTo>
                  <a:lnTo>
                    <a:pt x="144648" y="1528272"/>
                  </a:lnTo>
                  <a:lnTo>
                    <a:pt x="160274" y="1540215"/>
                  </a:lnTo>
                  <a:close/>
                  <a:moveTo>
                    <a:pt x="90790" y="1466302"/>
                  </a:moveTo>
                  <a:lnTo>
                    <a:pt x="144648" y="1528272"/>
                  </a:lnTo>
                  <a:lnTo>
                    <a:pt x="159762" y="1510081"/>
                  </a:lnTo>
                  <a:close/>
                  <a:moveTo>
                    <a:pt x="90790" y="1466302"/>
                  </a:moveTo>
                  <a:lnTo>
                    <a:pt x="127782" y="1427865"/>
                  </a:lnTo>
                  <a:lnTo>
                    <a:pt x="38319" y="1409383"/>
                  </a:lnTo>
                  <a:close/>
                  <a:moveTo>
                    <a:pt x="127782" y="1427865"/>
                  </a:moveTo>
                  <a:lnTo>
                    <a:pt x="91726" y="1393859"/>
                  </a:lnTo>
                  <a:lnTo>
                    <a:pt x="38319" y="1409383"/>
                  </a:lnTo>
                  <a:close/>
                  <a:moveTo>
                    <a:pt x="17222" y="1345650"/>
                  </a:moveTo>
                  <a:lnTo>
                    <a:pt x="38319" y="1409383"/>
                  </a:lnTo>
                  <a:lnTo>
                    <a:pt x="91726" y="1393859"/>
                  </a:lnTo>
                  <a:close/>
                  <a:moveTo>
                    <a:pt x="17222" y="1345650"/>
                  </a:moveTo>
                  <a:lnTo>
                    <a:pt x="0" y="1384087"/>
                  </a:lnTo>
                  <a:lnTo>
                    <a:pt x="38319" y="1409383"/>
                  </a:lnTo>
                  <a:close/>
                  <a:moveTo>
                    <a:pt x="204942" y="1592296"/>
                  </a:moveTo>
                  <a:lnTo>
                    <a:pt x="160274" y="1540215"/>
                  </a:lnTo>
                  <a:lnTo>
                    <a:pt x="209906" y="1599958"/>
                  </a:lnTo>
                  <a:close/>
                  <a:moveTo>
                    <a:pt x="207239" y="1401942"/>
                  </a:moveTo>
                  <a:lnTo>
                    <a:pt x="281376" y="1402261"/>
                  </a:lnTo>
                  <a:lnTo>
                    <a:pt x="215865" y="1364132"/>
                  </a:lnTo>
                  <a:close/>
                  <a:moveTo>
                    <a:pt x="684096" y="1800504"/>
                  </a:moveTo>
                  <a:lnTo>
                    <a:pt x="682417" y="1819051"/>
                  </a:lnTo>
                  <a:lnTo>
                    <a:pt x="710049" y="1818517"/>
                  </a:lnTo>
                  <a:close/>
                  <a:moveTo>
                    <a:pt x="710049" y="1818517"/>
                  </a:moveTo>
                  <a:lnTo>
                    <a:pt x="804673" y="1880344"/>
                  </a:lnTo>
                  <a:lnTo>
                    <a:pt x="845992" y="1832925"/>
                  </a:lnTo>
                  <a:close/>
                  <a:moveTo>
                    <a:pt x="695325" y="1762068"/>
                  </a:moveTo>
                  <a:lnTo>
                    <a:pt x="710049" y="1818517"/>
                  </a:lnTo>
                  <a:lnTo>
                    <a:pt x="764708" y="1807679"/>
                  </a:lnTo>
                  <a:close/>
                  <a:moveTo>
                    <a:pt x="594915" y="1451508"/>
                  </a:moveTo>
                  <a:lnTo>
                    <a:pt x="527215" y="1553859"/>
                  </a:lnTo>
                  <a:lnTo>
                    <a:pt x="562731" y="1546380"/>
                  </a:lnTo>
                  <a:close/>
                  <a:moveTo>
                    <a:pt x="1149746" y="2081859"/>
                  </a:moveTo>
                  <a:lnTo>
                    <a:pt x="1226801" y="1979714"/>
                  </a:lnTo>
                  <a:lnTo>
                    <a:pt x="1162182" y="1971655"/>
                  </a:lnTo>
                  <a:close/>
                  <a:moveTo>
                    <a:pt x="1162182" y="1971655"/>
                  </a:moveTo>
                  <a:lnTo>
                    <a:pt x="1226801" y="1979714"/>
                  </a:lnTo>
                  <a:lnTo>
                    <a:pt x="1163161" y="1967593"/>
                  </a:lnTo>
                  <a:close/>
                  <a:moveTo>
                    <a:pt x="1242886" y="1866545"/>
                  </a:moveTo>
                  <a:lnTo>
                    <a:pt x="1177098" y="1859437"/>
                  </a:lnTo>
                  <a:lnTo>
                    <a:pt x="1163161" y="1967593"/>
                  </a:lnTo>
                  <a:close/>
                  <a:moveTo>
                    <a:pt x="1242886" y="1866545"/>
                  </a:moveTo>
                  <a:lnTo>
                    <a:pt x="1256059" y="1821064"/>
                  </a:lnTo>
                  <a:lnTo>
                    <a:pt x="1172281" y="1786489"/>
                  </a:lnTo>
                  <a:close/>
                  <a:moveTo>
                    <a:pt x="965499" y="1710095"/>
                  </a:moveTo>
                  <a:lnTo>
                    <a:pt x="952590" y="1737619"/>
                  </a:lnTo>
                  <a:lnTo>
                    <a:pt x="1071814" y="1784346"/>
                  </a:lnTo>
                  <a:close/>
                  <a:moveTo>
                    <a:pt x="307971" y="999443"/>
                  </a:moveTo>
                  <a:lnTo>
                    <a:pt x="360182" y="983695"/>
                  </a:lnTo>
                  <a:lnTo>
                    <a:pt x="312168" y="976859"/>
                  </a:lnTo>
                  <a:close/>
                  <a:moveTo>
                    <a:pt x="312168" y="976859"/>
                  </a:moveTo>
                  <a:lnTo>
                    <a:pt x="360182" y="983695"/>
                  </a:lnTo>
                  <a:lnTo>
                    <a:pt x="396155" y="869079"/>
                  </a:lnTo>
                  <a:close/>
                  <a:moveTo>
                    <a:pt x="317442" y="872479"/>
                  </a:moveTo>
                  <a:lnTo>
                    <a:pt x="312168" y="976859"/>
                  </a:lnTo>
                  <a:lnTo>
                    <a:pt x="396155" y="869079"/>
                  </a:lnTo>
                  <a:close/>
                  <a:moveTo>
                    <a:pt x="1275022" y="1740327"/>
                  </a:moveTo>
                  <a:lnTo>
                    <a:pt x="1355304" y="1735651"/>
                  </a:lnTo>
                  <a:lnTo>
                    <a:pt x="1341012" y="1647178"/>
                  </a:lnTo>
                  <a:close/>
                  <a:moveTo>
                    <a:pt x="725557" y="1183427"/>
                  </a:moveTo>
                  <a:lnTo>
                    <a:pt x="716367" y="1196532"/>
                  </a:lnTo>
                  <a:lnTo>
                    <a:pt x="811971" y="1173766"/>
                  </a:lnTo>
                  <a:close/>
                  <a:moveTo>
                    <a:pt x="712266" y="1181201"/>
                  </a:moveTo>
                  <a:lnTo>
                    <a:pt x="725557" y="1183427"/>
                  </a:lnTo>
                  <a:lnTo>
                    <a:pt x="779186" y="1152746"/>
                  </a:lnTo>
                  <a:close/>
                  <a:moveTo>
                    <a:pt x="1106572" y="1361677"/>
                  </a:moveTo>
                  <a:lnTo>
                    <a:pt x="1151805" y="1479632"/>
                  </a:lnTo>
                  <a:lnTo>
                    <a:pt x="1123342" y="1443892"/>
                  </a:lnTo>
                  <a:close/>
                  <a:moveTo>
                    <a:pt x="1106572" y="1361677"/>
                  </a:moveTo>
                  <a:lnTo>
                    <a:pt x="1088698" y="1370252"/>
                  </a:lnTo>
                  <a:lnTo>
                    <a:pt x="1062234" y="1438496"/>
                  </a:lnTo>
                  <a:close/>
                  <a:moveTo>
                    <a:pt x="883471" y="1153468"/>
                  </a:moveTo>
                  <a:lnTo>
                    <a:pt x="948783" y="1123131"/>
                  </a:lnTo>
                  <a:lnTo>
                    <a:pt x="818832" y="1085772"/>
                  </a:lnTo>
                  <a:close/>
                  <a:moveTo>
                    <a:pt x="956923" y="1108213"/>
                  </a:moveTo>
                  <a:lnTo>
                    <a:pt x="1011134" y="1133034"/>
                  </a:lnTo>
                  <a:lnTo>
                    <a:pt x="972273" y="1115032"/>
                  </a:lnTo>
                  <a:close/>
                  <a:moveTo>
                    <a:pt x="956923" y="1108213"/>
                  </a:moveTo>
                  <a:lnTo>
                    <a:pt x="972273" y="1115032"/>
                  </a:lnTo>
                  <a:lnTo>
                    <a:pt x="980367" y="1097454"/>
                  </a:lnTo>
                  <a:close/>
                  <a:moveTo>
                    <a:pt x="956923" y="1108213"/>
                  </a:moveTo>
                  <a:lnTo>
                    <a:pt x="980367" y="1097454"/>
                  </a:lnTo>
                  <a:lnTo>
                    <a:pt x="874530" y="1078816"/>
                  </a:lnTo>
                  <a:close/>
                  <a:moveTo>
                    <a:pt x="1467444" y="1304707"/>
                  </a:moveTo>
                  <a:lnTo>
                    <a:pt x="1400476" y="1298558"/>
                  </a:lnTo>
                  <a:lnTo>
                    <a:pt x="1469106" y="1403448"/>
                  </a:lnTo>
                  <a:close/>
                  <a:moveTo>
                    <a:pt x="1373358" y="1120158"/>
                  </a:moveTo>
                  <a:lnTo>
                    <a:pt x="1281879" y="1038159"/>
                  </a:lnTo>
                  <a:lnTo>
                    <a:pt x="1373147" y="1120592"/>
                  </a:lnTo>
                  <a:close/>
                  <a:moveTo>
                    <a:pt x="1274092" y="1040438"/>
                  </a:moveTo>
                  <a:lnTo>
                    <a:pt x="1269400" y="1010133"/>
                  </a:lnTo>
                  <a:lnTo>
                    <a:pt x="1182486" y="963837"/>
                  </a:lnTo>
                  <a:close/>
                  <a:moveTo>
                    <a:pt x="1077219" y="848916"/>
                  </a:moveTo>
                  <a:lnTo>
                    <a:pt x="1124199" y="873728"/>
                  </a:lnTo>
                  <a:lnTo>
                    <a:pt x="1030548" y="816974"/>
                  </a:lnTo>
                  <a:close/>
                  <a:moveTo>
                    <a:pt x="995416" y="791514"/>
                  </a:moveTo>
                  <a:lnTo>
                    <a:pt x="1030548" y="816974"/>
                  </a:lnTo>
                  <a:lnTo>
                    <a:pt x="929710" y="738269"/>
                  </a:lnTo>
                  <a:close/>
                  <a:moveTo>
                    <a:pt x="929710" y="738269"/>
                  </a:moveTo>
                  <a:lnTo>
                    <a:pt x="1030548" y="816974"/>
                  </a:lnTo>
                  <a:lnTo>
                    <a:pt x="950207" y="747734"/>
                  </a:lnTo>
                  <a:close/>
                  <a:moveTo>
                    <a:pt x="1077219" y="848916"/>
                  </a:moveTo>
                  <a:lnTo>
                    <a:pt x="1030548" y="816974"/>
                  </a:lnTo>
                  <a:lnTo>
                    <a:pt x="995416" y="791514"/>
                  </a:lnTo>
                  <a:close/>
                  <a:moveTo>
                    <a:pt x="1482562" y="1034595"/>
                  </a:moveTo>
                  <a:lnTo>
                    <a:pt x="1414971" y="999722"/>
                  </a:lnTo>
                  <a:lnTo>
                    <a:pt x="1373358" y="1120158"/>
                  </a:lnTo>
                  <a:close/>
                  <a:moveTo>
                    <a:pt x="1182486" y="963837"/>
                  </a:moveTo>
                  <a:lnTo>
                    <a:pt x="1269400" y="1010133"/>
                  </a:lnTo>
                  <a:lnTo>
                    <a:pt x="1305958" y="931618"/>
                  </a:lnTo>
                  <a:close/>
                  <a:moveTo>
                    <a:pt x="1414971" y="999722"/>
                  </a:moveTo>
                  <a:lnTo>
                    <a:pt x="1482562" y="1034595"/>
                  </a:lnTo>
                  <a:lnTo>
                    <a:pt x="1505047" y="973859"/>
                  </a:lnTo>
                  <a:close/>
                  <a:moveTo>
                    <a:pt x="1394242" y="983038"/>
                  </a:moveTo>
                  <a:lnTo>
                    <a:pt x="1505047" y="973859"/>
                  </a:lnTo>
                  <a:lnTo>
                    <a:pt x="1514850" y="940114"/>
                  </a:lnTo>
                  <a:close/>
                  <a:moveTo>
                    <a:pt x="1823001" y="1097329"/>
                  </a:moveTo>
                  <a:lnTo>
                    <a:pt x="1824407" y="1207931"/>
                  </a:lnTo>
                  <a:lnTo>
                    <a:pt x="1919153" y="1121900"/>
                  </a:lnTo>
                  <a:close/>
                  <a:moveTo>
                    <a:pt x="1778914" y="1033079"/>
                  </a:moveTo>
                  <a:lnTo>
                    <a:pt x="1826640" y="1054666"/>
                  </a:lnTo>
                  <a:lnTo>
                    <a:pt x="1774883" y="1005064"/>
                  </a:lnTo>
                  <a:close/>
                  <a:moveTo>
                    <a:pt x="1691771" y="943240"/>
                  </a:moveTo>
                  <a:lnTo>
                    <a:pt x="1778914" y="1033079"/>
                  </a:lnTo>
                  <a:lnTo>
                    <a:pt x="1774883" y="1005064"/>
                  </a:lnTo>
                  <a:close/>
                  <a:moveTo>
                    <a:pt x="2151527" y="1433394"/>
                  </a:moveTo>
                  <a:lnTo>
                    <a:pt x="2238408" y="1479569"/>
                  </a:lnTo>
                  <a:lnTo>
                    <a:pt x="2286447" y="1443976"/>
                  </a:lnTo>
                  <a:close/>
                  <a:moveTo>
                    <a:pt x="1822722" y="897371"/>
                  </a:moveTo>
                  <a:lnTo>
                    <a:pt x="1732808" y="909878"/>
                  </a:lnTo>
                  <a:lnTo>
                    <a:pt x="1838537" y="984606"/>
                  </a:lnTo>
                  <a:close/>
                  <a:moveTo>
                    <a:pt x="1680763" y="922849"/>
                  </a:moveTo>
                  <a:lnTo>
                    <a:pt x="1732808" y="909878"/>
                  </a:lnTo>
                  <a:lnTo>
                    <a:pt x="1749502" y="829717"/>
                  </a:lnTo>
                  <a:close/>
                  <a:moveTo>
                    <a:pt x="1732808" y="909878"/>
                  </a:moveTo>
                  <a:lnTo>
                    <a:pt x="1822722" y="897371"/>
                  </a:lnTo>
                  <a:lnTo>
                    <a:pt x="1749502" y="829717"/>
                  </a:lnTo>
                  <a:close/>
                  <a:moveTo>
                    <a:pt x="1822722" y="897371"/>
                  </a:moveTo>
                  <a:lnTo>
                    <a:pt x="1832232" y="860374"/>
                  </a:lnTo>
                  <a:lnTo>
                    <a:pt x="1749502" y="829717"/>
                  </a:lnTo>
                  <a:close/>
                  <a:moveTo>
                    <a:pt x="2376190" y="1350925"/>
                  </a:moveTo>
                  <a:lnTo>
                    <a:pt x="2286447" y="1443976"/>
                  </a:lnTo>
                  <a:lnTo>
                    <a:pt x="2363615" y="1453839"/>
                  </a:lnTo>
                  <a:close/>
                  <a:moveTo>
                    <a:pt x="2443594" y="1356719"/>
                  </a:moveTo>
                  <a:lnTo>
                    <a:pt x="2376190" y="1350925"/>
                  </a:lnTo>
                  <a:lnTo>
                    <a:pt x="2363615" y="1453839"/>
                  </a:lnTo>
                  <a:close/>
                  <a:moveTo>
                    <a:pt x="1946456" y="763761"/>
                  </a:moveTo>
                  <a:lnTo>
                    <a:pt x="1973420" y="681546"/>
                  </a:lnTo>
                  <a:lnTo>
                    <a:pt x="1937051" y="764925"/>
                  </a:lnTo>
                  <a:close/>
                  <a:moveTo>
                    <a:pt x="1937051" y="764925"/>
                  </a:moveTo>
                  <a:lnTo>
                    <a:pt x="1906384" y="689763"/>
                  </a:lnTo>
                  <a:lnTo>
                    <a:pt x="1935148" y="763761"/>
                  </a:lnTo>
                  <a:close/>
                  <a:moveTo>
                    <a:pt x="1946456" y="763761"/>
                  </a:moveTo>
                  <a:lnTo>
                    <a:pt x="1941839" y="761032"/>
                  </a:lnTo>
                  <a:lnTo>
                    <a:pt x="1973420" y="681546"/>
                  </a:lnTo>
                  <a:close/>
                  <a:moveTo>
                    <a:pt x="2126723" y="531724"/>
                  </a:moveTo>
                  <a:lnTo>
                    <a:pt x="2041438" y="540467"/>
                  </a:lnTo>
                  <a:lnTo>
                    <a:pt x="2137338" y="623186"/>
                  </a:lnTo>
                  <a:close/>
                  <a:moveTo>
                    <a:pt x="2041438" y="540467"/>
                  </a:moveTo>
                  <a:lnTo>
                    <a:pt x="2031623" y="522458"/>
                  </a:lnTo>
                  <a:lnTo>
                    <a:pt x="2033359" y="624632"/>
                  </a:lnTo>
                  <a:close/>
                  <a:moveTo>
                    <a:pt x="2322354" y="851318"/>
                  </a:moveTo>
                  <a:lnTo>
                    <a:pt x="2403855" y="827973"/>
                  </a:lnTo>
                  <a:lnTo>
                    <a:pt x="2416642" y="791286"/>
                  </a:lnTo>
                  <a:close/>
                  <a:moveTo>
                    <a:pt x="2298560" y="843659"/>
                  </a:moveTo>
                  <a:lnTo>
                    <a:pt x="2322354" y="851318"/>
                  </a:lnTo>
                  <a:lnTo>
                    <a:pt x="2416642" y="791286"/>
                  </a:lnTo>
                  <a:close/>
                  <a:moveTo>
                    <a:pt x="2403855" y="827973"/>
                  </a:moveTo>
                  <a:lnTo>
                    <a:pt x="2457627" y="812882"/>
                  </a:lnTo>
                  <a:lnTo>
                    <a:pt x="2416642" y="791286"/>
                  </a:lnTo>
                  <a:close/>
                  <a:moveTo>
                    <a:pt x="2209381" y="664709"/>
                  </a:moveTo>
                  <a:lnTo>
                    <a:pt x="2244103" y="640053"/>
                  </a:lnTo>
                  <a:lnTo>
                    <a:pt x="2169105" y="638302"/>
                  </a:lnTo>
                  <a:close/>
                  <a:moveTo>
                    <a:pt x="2463943" y="692230"/>
                  </a:moveTo>
                  <a:lnTo>
                    <a:pt x="2457627" y="812882"/>
                  </a:lnTo>
                  <a:lnTo>
                    <a:pt x="2525502" y="704434"/>
                  </a:lnTo>
                  <a:close/>
                  <a:moveTo>
                    <a:pt x="2525502" y="704434"/>
                  </a:moveTo>
                  <a:lnTo>
                    <a:pt x="2457627" y="812882"/>
                  </a:lnTo>
                  <a:lnTo>
                    <a:pt x="2509781" y="802450"/>
                  </a:lnTo>
                  <a:close/>
                  <a:moveTo>
                    <a:pt x="2330338" y="566236"/>
                  </a:moveTo>
                  <a:lnTo>
                    <a:pt x="2370759" y="648452"/>
                  </a:lnTo>
                  <a:lnTo>
                    <a:pt x="2306487" y="546264"/>
                  </a:lnTo>
                  <a:close/>
                  <a:moveTo>
                    <a:pt x="2056202" y="128095"/>
                  </a:moveTo>
                  <a:lnTo>
                    <a:pt x="2116543" y="116724"/>
                  </a:lnTo>
                  <a:lnTo>
                    <a:pt x="2066320" y="102261"/>
                  </a:lnTo>
                  <a:close/>
                  <a:moveTo>
                    <a:pt x="2599145" y="690298"/>
                  </a:moveTo>
                  <a:lnTo>
                    <a:pt x="2525502" y="704434"/>
                  </a:lnTo>
                  <a:lnTo>
                    <a:pt x="2597919" y="696531"/>
                  </a:lnTo>
                  <a:close/>
                  <a:moveTo>
                    <a:pt x="2599145" y="690298"/>
                  </a:moveTo>
                  <a:lnTo>
                    <a:pt x="2528245" y="687346"/>
                  </a:lnTo>
                  <a:lnTo>
                    <a:pt x="2525502" y="704434"/>
                  </a:lnTo>
                  <a:close/>
                  <a:moveTo>
                    <a:pt x="2528245" y="687346"/>
                  </a:moveTo>
                  <a:lnTo>
                    <a:pt x="2599145" y="690298"/>
                  </a:lnTo>
                  <a:lnTo>
                    <a:pt x="2620479" y="572862"/>
                  </a:lnTo>
                  <a:close/>
                  <a:moveTo>
                    <a:pt x="2528245" y="687346"/>
                  </a:moveTo>
                  <a:lnTo>
                    <a:pt x="2620479" y="572862"/>
                  </a:lnTo>
                  <a:lnTo>
                    <a:pt x="2542698" y="575505"/>
                  </a:lnTo>
                  <a:close/>
                  <a:moveTo>
                    <a:pt x="2620479" y="572862"/>
                  </a:moveTo>
                  <a:lnTo>
                    <a:pt x="2621258" y="568593"/>
                  </a:lnTo>
                  <a:lnTo>
                    <a:pt x="2546017" y="565936"/>
                  </a:lnTo>
                  <a:close/>
                  <a:moveTo>
                    <a:pt x="2171058" y="0"/>
                  </a:moveTo>
                  <a:lnTo>
                    <a:pt x="2116543" y="116724"/>
                  </a:lnTo>
                  <a:lnTo>
                    <a:pt x="2152672" y="110259"/>
                  </a:lnTo>
                  <a:close/>
                  <a:moveTo>
                    <a:pt x="2255868" y="86954"/>
                  </a:moveTo>
                  <a:lnTo>
                    <a:pt x="2259696" y="78288"/>
                  </a:lnTo>
                  <a:lnTo>
                    <a:pt x="2217039" y="108459"/>
                  </a:lnTo>
                  <a:close/>
                  <a:moveTo>
                    <a:pt x="2171058" y="0"/>
                  </a:moveTo>
                  <a:lnTo>
                    <a:pt x="2152672" y="110259"/>
                  </a:lnTo>
                  <a:lnTo>
                    <a:pt x="2217039" y="108459"/>
                  </a:lnTo>
                  <a:close/>
                  <a:moveTo>
                    <a:pt x="2621258" y="568593"/>
                  </a:moveTo>
                  <a:lnTo>
                    <a:pt x="2647916" y="453059"/>
                  </a:lnTo>
                  <a:lnTo>
                    <a:pt x="2546017" y="565936"/>
                  </a:lnTo>
                  <a:close/>
                  <a:moveTo>
                    <a:pt x="2621258" y="568593"/>
                  </a:moveTo>
                  <a:lnTo>
                    <a:pt x="2695344" y="566927"/>
                  </a:lnTo>
                  <a:lnTo>
                    <a:pt x="2732750" y="491582"/>
                  </a:lnTo>
                  <a:close/>
                  <a:moveTo>
                    <a:pt x="2806366" y="442830"/>
                  </a:moveTo>
                  <a:lnTo>
                    <a:pt x="2744207" y="432773"/>
                  </a:lnTo>
                  <a:lnTo>
                    <a:pt x="2732750" y="491582"/>
                  </a:lnTo>
                  <a:close/>
                  <a:moveTo>
                    <a:pt x="2744207" y="432773"/>
                  </a:moveTo>
                  <a:lnTo>
                    <a:pt x="2806366" y="442830"/>
                  </a:lnTo>
                  <a:lnTo>
                    <a:pt x="2796039" y="351134"/>
                  </a:lnTo>
                  <a:close/>
                  <a:moveTo>
                    <a:pt x="2452719" y="187694"/>
                  </a:moveTo>
                  <a:lnTo>
                    <a:pt x="2516819" y="196175"/>
                  </a:lnTo>
                  <a:lnTo>
                    <a:pt x="2495597" y="113336"/>
                  </a:lnTo>
                  <a:close/>
                  <a:moveTo>
                    <a:pt x="2495597" y="113336"/>
                  </a:moveTo>
                  <a:lnTo>
                    <a:pt x="2555920" y="204282"/>
                  </a:lnTo>
                  <a:lnTo>
                    <a:pt x="2540577" y="122067"/>
                  </a:lnTo>
                  <a:close/>
                  <a:moveTo>
                    <a:pt x="2495597" y="113336"/>
                  </a:moveTo>
                  <a:lnTo>
                    <a:pt x="2516819" y="196175"/>
                  </a:lnTo>
                  <a:lnTo>
                    <a:pt x="2555920" y="204282"/>
                  </a:lnTo>
                  <a:close/>
                </a:path>
              </a:pathLst>
            </a:custGeom>
            <a:solidFill>
              <a:srgbClr val="DCE1E6"/>
            </a:solidFill>
            <a:ln w="1524">
              <a:solidFill>
                <a:srgbClr val="DCE1E6"/>
              </a:solidFill>
            </a:ln>
          </p:spPr>
        </p:sp>
        <p:sp>
          <p:nvSpPr>
            <p:cNvPr id="2130" name="Candidate_density__2129">
              <a:extLst>
                <a:ext uri="{FF2B5EF4-FFF2-40B4-BE49-F238E27FC236}">
                  <a16:creationId xmlns:a16="http://schemas.microsoft.com/office/drawing/2014/main" id="{B0CA7E22-C0EB-6E81-751F-3612EB3D2ACD}"/>
                </a:ext>
              </a:extLst>
            </p:cNvPr>
            <p:cNvSpPr>
              <a:spLocks noGrp="1"/>
            </p:cNvSpPr>
            <p:nvPr/>
          </p:nvSpPr>
          <p:spPr>
            <a:xfrm>
              <a:off x="3484725" y="1708627"/>
              <a:ext cx="2851816" cy="2142973"/>
            </a:xfrm>
            <a:custGeom>
              <a:avLst/>
              <a:gdLst/>
              <a:ahLst/>
              <a:cxnLst/>
              <a:rect l="0" t="0" r="0" b="0"/>
              <a:pathLst>
                <a:path w="2851816" h="2142973">
                  <a:moveTo>
                    <a:pt x="183558" y="1431793"/>
                  </a:moveTo>
                  <a:lnTo>
                    <a:pt x="146567" y="1470229"/>
                  </a:lnTo>
                  <a:lnTo>
                    <a:pt x="215539" y="1514008"/>
                  </a:lnTo>
                  <a:close/>
                  <a:moveTo>
                    <a:pt x="72999" y="1349578"/>
                  </a:moveTo>
                  <a:lnTo>
                    <a:pt x="13696" y="1287194"/>
                  </a:lnTo>
                  <a:lnTo>
                    <a:pt x="0" y="1305799"/>
                  </a:lnTo>
                  <a:close/>
                  <a:moveTo>
                    <a:pt x="72999" y="1349578"/>
                  </a:moveTo>
                  <a:lnTo>
                    <a:pt x="0" y="1305799"/>
                  </a:lnTo>
                  <a:lnTo>
                    <a:pt x="55777" y="1388014"/>
                  </a:lnTo>
                  <a:close/>
                  <a:moveTo>
                    <a:pt x="857639" y="1968862"/>
                  </a:moveTo>
                  <a:lnTo>
                    <a:pt x="850959" y="2077292"/>
                  </a:lnTo>
                  <a:lnTo>
                    <a:pt x="885997" y="1993088"/>
                  </a:lnTo>
                  <a:close/>
                  <a:moveTo>
                    <a:pt x="857639" y="1968862"/>
                  </a:moveTo>
                  <a:lnTo>
                    <a:pt x="764547" y="2007299"/>
                  </a:lnTo>
                  <a:lnTo>
                    <a:pt x="850959" y="2077292"/>
                  </a:lnTo>
                  <a:close/>
                  <a:moveTo>
                    <a:pt x="885997" y="1993088"/>
                  </a:moveTo>
                  <a:lnTo>
                    <a:pt x="850959" y="2077292"/>
                  </a:lnTo>
                  <a:lnTo>
                    <a:pt x="963662" y="2004808"/>
                  </a:lnTo>
                  <a:close/>
                  <a:moveTo>
                    <a:pt x="765826" y="1822445"/>
                  </a:moveTo>
                  <a:lnTo>
                    <a:pt x="738194" y="1822979"/>
                  </a:lnTo>
                  <a:lnTo>
                    <a:pt x="855411" y="1886646"/>
                  </a:lnTo>
                  <a:close/>
                  <a:moveTo>
                    <a:pt x="1075147" y="2142973"/>
                  </a:moveTo>
                  <a:lnTo>
                    <a:pt x="1161736" y="2094856"/>
                  </a:lnTo>
                  <a:lnTo>
                    <a:pt x="1085289" y="2122942"/>
                  </a:lnTo>
                  <a:close/>
                  <a:moveTo>
                    <a:pt x="1200964" y="2119522"/>
                  </a:moveTo>
                  <a:lnTo>
                    <a:pt x="1161736" y="2094856"/>
                  </a:lnTo>
                  <a:lnTo>
                    <a:pt x="1075147" y="2142973"/>
                  </a:lnTo>
                  <a:close/>
                  <a:moveTo>
                    <a:pt x="1085289" y="2122942"/>
                  </a:moveTo>
                  <a:lnTo>
                    <a:pt x="1161736" y="2094856"/>
                  </a:lnTo>
                  <a:lnTo>
                    <a:pt x="1111704" y="2064452"/>
                  </a:lnTo>
                  <a:close/>
                  <a:moveTo>
                    <a:pt x="970747" y="1955286"/>
                  </a:moveTo>
                  <a:lnTo>
                    <a:pt x="885997" y="1993088"/>
                  </a:lnTo>
                  <a:lnTo>
                    <a:pt x="963662" y="2004808"/>
                  </a:lnTo>
                  <a:close/>
                  <a:moveTo>
                    <a:pt x="855411" y="1886646"/>
                  </a:moveTo>
                  <a:lnTo>
                    <a:pt x="860450" y="1884271"/>
                  </a:lnTo>
                  <a:lnTo>
                    <a:pt x="765826" y="1822445"/>
                  </a:lnTo>
                  <a:close/>
                  <a:moveTo>
                    <a:pt x="860450" y="1884271"/>
                  </a:moveTo>
                  <a:lnTo>
                    <a:pt x="941001" y="1879377"/>
                  </a:lnTo>
                  <a:lnTo>
                    <a:pt x="901768" y="1836853"/>
                  </a:lnTo>
                  <a:close/>
                  <a:moveTo>
                    <a:pt x="496449" y="1537460"/>
                  </a:moveTo>
                  <a:lnTo>
                    <a:pt x="551323" y="1553441"/>
                  </a:lnTo>
                  <a:lnTo>
                    <a:pt x="544302" y="1459057"/>
                  </a:lnTo>
                  <a:close/>
                  <a:moveTo>
                    <a:pt x="551323" y="1553441"/>
                  </a:moveTo>
                  <a:lnTo>
                    <a:pt x="582991" y="1557786"/>
                  </a:lnTo>
                  <a:lnTo>
                    <a:pt x="544302" y="1459057"/>
                  </a:lnTo>
                  <a:close/>
                  <a:moveTo>
                    <a:pt x="1161736" y="2094856"/>
                  </a:moveTo>
                  <a:lnTo>
                    <a:pt x="1200964" y="2119522"/>
                  </a:lnTo>
                  <a:lnTo>
                    <a:pt x="1205523" y="2085786"/>
                  </a:lnTo>
                  <a:close/>
                  <a:moveTo>
                    <a:pt x="1205523" y="2085786"/>
                  </a:moveTo>
                  <a:lnTo>
                    <a:pt x="1111704" y="2064452"/>
                  </a:lnTo>
                  <a:lnTo>
                    <a:pt x="1161736" y="2094856"/>
                  </a:lnTo>
                  <a:close/>
                  <a:moveTo>
                    <a:pt x="1131026" y="1985666"/>
                  </a:moveTo>
                  <a:lnTo>
                    <a:pt x="1111704" y="2064452"/>
                  </a:lnTo>
                  <a:lnTo>
                    <a:pt x="1205523" y="2085786"/>
                  </a:lnTo>
                  <a:close/>
                  <a:moveTo>
                    <a:pt x="1217959" y="1975583"/>
                  </a:moveTo>
                  <a:lnTo>
                    <a:pt x="1131026" y="1985666"/>
                  </a:lnTo>
                  <a:lnTo>
                    <a:pt x="1205523" y="2085786"/>
                  </a:lnTo>
                  <a:close/>
                  <a:moveTo>
                    <a:pt x="1289808" y="2077856"/>
                  </a:moveTo>
                  <a:lnTo>
                    <a:pt x="1205523" y="2085786"/>
                  </a:lnTo>
                  <a:lnTo>
                    <a:pt x="1200964" y="2119522"/>
                  </a:lnTo>
                  <a:close/>
                  <a:moveTo>
                    <a:pt x="1131026" y="1985666"/>
                  </a:moveTo>
                  <a:lnTo>
                    <a:pt x="1217959" y="1975583"/>
                  </a:lnTo>
                  <a:lnTo>
                    <a:pt x="1136524" y="1942049"/>
                  </a:lnTo>
                  <a:close/>
                  <a:moveTo>
                    <a:pt x="1217959" y="1975583"/>
                  </a:moveTo>
                  <a:lnTo>
                    <a:pt x="1218937" y="1971520"/>
                  </a:lnTo>
                  <a:lnTo>
                    <a:pt x="1136524" y="1942049"/>
                  </a:lnTo>
                  <a:close/>
                  <a:moveTo>
                    <a:pt x="1048006" y="1826296"/>
                  </a:moveTo>
                  <a:lnTo>
                    <a:pt x="1068551" y="1809774"/>
                  </a:lnTo>
                  <a:lnTo>
                    <a:pt x="1008367" y="1741546"/>
                  </a:lnTo>
                  <a:close/>
                  <a:moveTo>
                    <a:pt x="415959" y="987623"/>
                  </a:moveTo>
                  <a:lnTo>
                    <a:pt x="363748" y="1003370"/>
                  </a:lnTo>
                  <a:lnTo>
                    <a:pt x="430247" y="990729"/>
                  </a:lnTo>
                  <a:close/>
                  <a:moveTo>
                    <a:pt x="1232874" y="1863365"/>
                  </a:moveTo>
                  <a:lnTo>
                    <a:pt x="1136524" y="1942049"/>
                  </a:lnTo>
                  <a:lnTo>
                    <a:pt x="1218937" y="1971520"/>
                  </a:lnTo>
                  <a:close/>
                  <a:moveTo>
                    <a:pt x="1232874" y="1863365"/>
                  </a:moveTo>
                  <a:lnTo>
                    <a:pt x="1298663" y="1870473"/>
                  </a:lnTo>
                  <a:lnTo>
                    <a:pt x="1228058" y="1790417"/>
                  </a:lnTo>
                  <a:close/>
                  <a:moveTo>
                    <a:pt x="1127591" y="1788274"/>
                  </a:moveTo>
                  <a:lnTo>
                    <a:pt x="1008367" y="1741546"/>
                  </a:lnTo>
                  <a:lnTo>
                    <a:pt x="1068551" y="1809774"/>
                  </a:lnTo>
                  <a:close/>
                  <a:moveTo>
                    <a:pt x="1107909" y="1704183"/>
                  </a:moveTo>
                  <a:lnTo>
                    <a:pt x="1021276" y="1714022"/>
                  </a:lnTo>
                  <a:lnTo>
                    <a:pt x="1127591" y="1788274"/>
                  </a:lnTo>
                  <a:close/>
                  <a:moveTo>
                    <a:pt x="1021276" y="1714022"/>
                  </a:moveTo>
                  <a:lnTo>
                    <a:pt x="1107909" y="1704183"/>
                  </a:lnTo>
                  <a:lnTo>
                    <a:pt x="1077268" y="1629002"/>
                  </a:lnTo>
                  <a:close/>
                  <a:moveTo>
                    <a:pt x="1021276" y="1714022"/>
                  </a:moveTo>
                  <a:lnTo>
                    <a:pt x="1077268" y="1629002"/>
                  </a:lnTo>
                  <a:lnTo>
                    <a:pt x="984069" y="1644179"/>
                  </a:lnTo>
                  <a:close/>
                  <a:moveTo>
                    <a:pt x="984069" y="1644179"/>
                  </a:moveTo>
                  <a:lnTo>
                    <a:pt x="1077268" y="1629002"/>
                  </a:lnTo>
                  <a:lnTo>
                    <a:pt x="974358" y="1551981"/>
                  </a:lnTo>
                  <a:close/>
                  <a:moveTo>
                    <a:pt x="768043" y="1185128"/>
                  </a:moveTo>
                  <a:lnTo>
                    <a:pt x="729399" y="1234268"/>
                  </a:lnTo>
                  <a:lnTo>
                    <a:pt x="757429" y="1206788"/>
                  </a:lnTo>
                  <a:close/>
                  <a:moveTo>
                    <a:pt x="373219" y="876407"/>
                  </a:moveTo>
                  <a:lnTo>
                    <a:pt x="451932" y="873006"/>
                  </a:lnTo>
                  <a:lnTo>
                    <a:pt x="377969" y="841338"/>
                  </a:lnTo>
                  <a:close/>
                  <a:moveTo>
                    <a:pt x="451932" y="873006"/>
                  </a:moveTo>
                  <a:lnTo>
                    <a:pt x="456053" y="854622"/>
                  </a:lnTo>
                  <a:lnTo>
                    <a:pt x="377969" y="841338"/>
                  </a:lnTo>
                  <a:close/>
                  <a:moveTo>
                    <a:pt x="451932" y="873006"/>
                  </a:moveTo>
                  <a:lnTo>
                    <a:pt x="472485" y="866971"/>
                  </a:lnTo>
                  <a:lnTo>
                    <a:pt x="456053" y="854622"/>
                  </a:lnTo>
                  <a:close/>
                  <a:moveTo>
                    <a:pt x="1330798" y="1744254"/>
                  </a:moveTo>
                  <a:lnTo>
                    <a:pt x="1228058" y="1790417"/>
                  </a:lnTo>
                  <a:lnTo>
                    <a:pt x="1311836" y="1824992"/>
                  </a:lnTo>
                  <a:close/>
                  <a:moveTo>
                    <a:pt x="781333" y="1187354"/>
                  </a:moveTo>
                  <a:lnTo>
                    <a:pt x="867748" y="1177693"/>
                  </a:lnTo>
                  <a:lnTo>
                    <a:pt x="834963" y="1156673"/>
                  </a:lnTo>
                  <a:close/>
                  <a:moveTo>
                    <a:pt x="707835" y="910750"/>
                  </a:moveTo>
                  <a:lnTo>
                    <a:pt x="769805" y="992965"/>
                  </a:lnTo>
                  <a:lnTo>
                    <a:pt x="703438" y="949187"/>
                  </a:lnTo>
                  <a:close/>
                  <a:moveTo>
                    <a:pt x="584899" y="925591"/>
                  </a:moveTo>
                  <a:lnTo>
                    <a:pt x="658821" y="910750"/>
                  </a:lnTo>
                  <a:lnTo>
                    <a:pt x="589644" y="860237"/>
                  </a:lnTo>
                  <a:close/>
                  <a:moveTo>
                    <a:pt x="472485" y="866971"/>
                  </a:moveTo>
                  <a:lnTo>
                    <a:pt x="527939" y="828535"/>
                  </a:lnTo>
                  <a:lnTo>
                    <a:pt x="456053" y="854622"/>
                  </a:lnTo>
                  <a:close/>
                  <a:moveTo>
                    <a:pt x="1043774" y="1201174"/>
                  </a:moveTo>
                  <a:lnTo>
                    <a:pt x="1028050" y="1118959"/>
                  </a:lnTo>
                  <a:lnTo>
                    <a:pt x="1045740" y="1172217"/>
                  </a:lnTo>
                  <a:close/>
                  <a:moveTo>
                    <a:pt x="1012699" y="1112140"/>
                  </a:moveTo>
                  <a:lnTo>
                    <a:pt x="1004560" y="1127059"/>
                  </a:lnTo>
                  <a:lnTo>
                    <a:pt x="998734" y="1157395"/>
                  </a:lnTo>
                  <a:close/>
                  <a:moveTo>
                    <a:pt x="774915" y="995619"/>
                  </a:moveTo>
                  <a:lnTo>
                    <a:pt x="769805" y="992965"/>
                  </a:lnTo>
                  <a:lnTo>
                    <a:pt x="817906" y="954529"/>
                  </a:lnTo>
                  <a:close/>
                  <a:moveTo>
                    <a:pt x="774915" y="995619"/>
                  </a:moveTo>
                  <a:lnTo>
                    <a:pt x="822061" y="956689"/>
                  </a:lnTo>
                  <a:lnTo>
                    <a:pt x="777481" y="992965"/>
                  </a:lnTo>
                  <a:close/>
                  <a:moveTo>
                    <a:pt x="771399" y="895154"/>
                  </a:moveTo>
                  <a:lnTo>
                    <a:pt x="820925" y="952443"/>
                  </a:lnTo>
                  <a:lnTo>
                    <a:pt x="707835" y="910750"/>
                  </a:lnTo>
                  <a:close/>
                  <a:moveTo>
                    <a:pt x="707835" y="910750"/>
                  </a:moveTo>
                  <a:lnTo>
                    <a:pt x="817906" y="954529"/>
                  </a:lnTo>
                  <a:lnTo>
                    <a:pt x="769805" y="992965"/>
                  </a:lnTo>
                  <a:close/>
                  <a:moveTo>
                    <a:pt x="675333" y="686754"/>
                  </a:moveTo>
                  <a:lnTo>
                    <a:pt x="617433" y="685477"/>
                  </a:lnTo>
                  <a:lnTo>
                    <a:pt x="546603" y="699315"/>
                  </a:lnTo>
                  <a:close/>
                  <a:moveTo>
                    <a:pt x="675333" y="686754"/>
                  </a:moveTo>
                  <a:lnTo>
                    <a:pt x="723773" y="707883"/>
                  </a:lnTo>
                  <a:lnTo>
                    <a:pt x="697112" y="704729"/>
                  </a:lnTo>
                  <a:close/>
                  <a:moveTo>
                    <a:pt x="1425441" y="1727904"/>
                  </a:moveTo>
                  <a:lnTo>
                    <a:pt x="1372992" y="1709952"/>
                  </a:lnTo>
                  <a:lnTo>
                    <a:pt x="1397855" y="1650239"/>
                  </a:lnTo>
                  <a:close/>
                  <a:moveTo>
                    <a:pt x="1639476" y="1370946"/>
                  </a:moveTo>
                  <a:lnTo>
                    <a:pt x="1587756" y="1491598"/>
                  </a:lnTo>
                  <a:lnTo>
                    <a:pt x="1661728" y="1453161"/>
                  </a:lnTo>
                  <a:close/>
                  <a:moveTo>
                    <a:pt x="1428923" y="1124519"/>
                  </a:moveTo>
                  <a:lnTo>
                    <a:pt x="1343456" y="1133411"/>
                  </a:lnTo>
                  <a:lnTo>
                    <a:pt x="1416275" y="1234895"/>
                  </a:lnTo>
                  <a:close/>
                  <a:moveTo>
                    <a:pt x="1225446" y="1068667"/>
                  </a:moveTo>
                  <a:lnTo>
                    <a:pt x="1173313" y="1050458"/>
                  </a:lnTo>
                  <a:lnTo>
                    <a:pt x="1251757" y="1147368"/>
                  </a:lnTo>
                  <a:close/>
                  <a:moveTo>
                    <a:pt x="1428923" y="1124519"/>
                  </a:moveTo>
                  <a:lnTo>
                    <a:pt x="1329868" y="1044365"/>
                  </a:lnTo>
                  <a:lnTo>
                    <a:pt x="1343456" y="1133411"/>
                  </a:lnTo>
                  <a:close/>
                  <a:moveTo>
                    <a:pt x="1225446" y="1068667"/>
                  </a:moveTo>
                  <a:lnTo>
                    <a:pt x="1329868" y="1044365"/>
                  </a:lnTo>
                  <a:lnTo>
                    <a:pt x="1238263" y="967764"/>
                  </a:lnTo>
                  <a:close/>
                  <a:moveTo>
                    <a:pt x="1179976" y="877655"/>
                  </a:moveTo>
                  <a:lnTo>
                    <a:pt x="1200887" y="888448"/>
                  </a:lnTo>
                  <a:lnTo>
                    <a:pt x="1086324" y="820902"/>
                  </a:lnTo>
                  <a:close/>
                  <a:moveTo>
                    <a:pt x="985486" y="742197"/>
                  </a:moveTo>
                  <a:lnTo>
                    <a:pt x="1005983" y="751662"/>
                  </a:lnTo>
                  <a:lnTo>
                    <a:pt x="970324" y="738502"/>
                  </a:lnTo>
                  <a:close/>
                  <a:moveTo>
                    <a:pt x="1337656" y="1042086"/>
                  </a:moveTo>
                  <a:lnTo>
                    <a:pt x="1429135" y="1124086"/>
                  </a:lnTo>
                  <a:lnTo>
                    <a:pt x="1446500" y="1010138"/>
                  </a:lnTo>
                  <a:close/>
                  <a:moveTo>
                    <a:pt x="1325176" y="1014060"/>
                  </a:moveTo>
                  <a:lnTo>
                    <a:pt x="1450019" y="986965"/>
                  </a:lnTo>
                  <a:lnTo>
                    <a:pt x="1361735" y="935545"/>
                  </a:lnTo>
                  <a:close/>
                  <a:moveTo>
                    <a:pt x="1429135" y="1124086"/>
                  </a:moveTo>
                  <a:lnTo>
                    <a:pt x="1470747" y="1003650"/>
                  </a:lnTo>
                  <a:lnTo>
                    <a:pt x="1446500" y="1010138"/>
                  </a:lnTo>
                  <a:close/>
                  <a:moveTo>
                    <a:pt x="1446500" y="1010138"/>
                  </a:moveTo>
                  <a:lnTo>
                    <a:pt x="1470747" y="1003650"/>
                  </a:lnTo>
                  <a:lnTo>
                    <a:pt x="1450019" y="986965"/>
                  </a:lnTo>
                  <a:close/>
                  <a:moveTo>
                    <a:pt x="1470747" y="1003650"/>
                  </a:moveTo>
                  <a:lnTo>
                    <a:pt x="1560824" y="977786"/>
                  </a:lnTo>
                  <a:lnTo>
                    <a:pt x="1450019" y="986965"/>
                  </a:lnTo>
                  <a:close/>
                  <a:moveTo>
                    <a:pt x="1450019" y="986965"/>
                  </a:moveTo>
                  <a:lnTo>
                    <a:pt x="1570627" y="944041"/>
                  </a:lnTo>
                  <a:lnTo>
                    <a:pt x="1480513" y="885777"/>
                  </a:lnTo>
                  <a:close/>
                  <a:moveTo>
                    <a:pt x="1361735" y="935545"/>
                  </a:moveTo>
                  <a:lnTo>
                    <a:pt x="1450019" y="986965"/>
                  </a:lnTo>
                  <a:lnTo>
                    <a:pt x="1480513" y="885777"/>
                  </a:lnTo>
                  <a:close/>
                  <a:moveTo>
                    <a:pt x="2182915" y="1420067"/>
                  </a:moveTo>
                  <a:lnTo>
                    <a:pt x="2160812" y="1478696"/>
                  </a:lnTo>
                  <a:lnTo>
                    <a:pt x="2207304" y="1437322"/>
                  </a:lnTo>
                  <a:close/>
                  <a:moveTo>
                    <a:pt x="1773173" y="1144012"/>
                  </a:moveTo>
                  <a:lnTo>
                    <a:pt x="1878777" y="1101257"/>
                  </a:lnTo>
                  <a:lnTo>
                    <a:pt x="1785699" y="1129644"/>
                  </a:lnTo>
                  <a:close/>
                  <a:moveTo>
                    <a:pt x="1878777" y="1101257"/>
                  </a:moveTo>
                  <a:lnTo>
                    <a:pt x="1825541" y="1061148"/>
                  </a:lnTo>
                  <a:lnTo>
                    <a:pt x="1785699" y="1129644"/>
                  </a:lnTo>
                  <a:close/>
                  <a:moveTo>
                    <a:pt x="2236714" y="1381631"/>
                  </a:moveTo>
                  <a:lnTo>
                    <a:pt x="2207304" y="1437322"/>
                  </a:lnTo>
                  <a:lnTo>
                    <a:pt x="2253594" y="1395189"/>
                  </a:lnTo>
                  <a:close/>
                  <a:moveTo>
                    <a:pt x="2236714" y="1381631"/>
                  </a:moveTo>
                  <a:lnTo>
                    <a:pt x="2182915" y="1420067"/>
                  </a:lnTo>
                  <a:lnTo>
                    <a:pt x="2207304" y="1437322"/>
                  </a:lnTo>
                  <a:close/>
                  <a:moveTo>
                    <a:pt x="2253594" y="1395189"/>
                  </a:moveTo>
                  <a:lnTo>
                    <a:pt x="2207304" y="1437322"/>
                  </a:lnTo>
                  <a:lnTo>
                    <a:pt x="2342224" y="1447903"/>
                  </a:lnTo>
                  <a:close/>
                  <a:moveTo>
                    <a:pt x="2363860" y="1349630"/>
                  </a:moveTo>
                  <a:lnTo>
                    <a:pt x="2253594" y="1395189"/>
                  </a:lnTo>
                  <a:lnTo>
                    <a:pt x="2342224" y="1447903"/>
                  </a:lnTo>
                  <a:close/>
                  <a:moveTo>
                    <a:pt x="2431966" y="1354853"/>
                  </a:moveTo>
                  <a:lnTo>
                    <a:pt x="2363860" y="1349630"/>
                  </a:lnTo>
                  <a:lnTo>
                    <a:pt x="2342224" y="1447903"/>
                  </a:lnTo>
                  <a:close/>
                  <a:moveTo>
                    <a:pt x="2363860" y="1349630"/>
                  </a:moveTo>
                  <a:lnTo>
                    <a:pt x="2431966" y="1354853"/>
                  </a:lnTo>
                  <a:lnTo>
                    <a:pt x="2414292" y="1269130"/>
                  </a:lnTo>
                  <a:close/>
                  <a:moveTo>
                    <a:pt x="2363860" y="1349630"/>
                  </a:moveTo>
                  <a:lnTo>
                    <a:pt x="2414292" y="1269130"/>
                  </a:lnTo>
                  <a:lnTo>
                    <a:pt x="2344787" y="1265044"/>
                  </a:lnTo>
                  <a:close/>
                  <a:moveTo>
                    <a:pt x="2029196" y="685473"/>
                  </a:moveTo>
                  <a:lnTo>
                    <a:pt x="1997616" y="764959"/>
                  </a:lnTo>
                  <a:lnTo>
                    <a:pt x="2096686" y="656788"/>
                  </a:lnTo>
                  <a:close/>
                  <a:moveTo>
                    <a:pt x="2097215" y="544394"/>
                  </a:moveTo>
                  <a:lnTo>
                    <a:pt x="2089136" y="628560"/>
                  </a:lnTo>
                  <a:lnTo>
                    <a:pt x="2193115" y="627114"/>
                  </a:lnTo>
                  <a:close/>
                  <a:moveTo>
                    <a:pt x="2265158" y="668636"/>
                  </a:moveTo>
                  <a:lnTo>
                    <a:pt x="2344831" y="664456"/>
                  </a:lnTo>
                  <a:lnTo>
                    <a:pt x="2299880" y="643980"/>
                  </a:lnTo>
                  <a:close/>
                  <a:moveTo>
                    <a:pt x="2299880" y="643980"/>
                  </a:moveTo>
                  <a:lnTo>
                    <a:pt x="2344831" y="664456"/>
                  </a:lnTo>
                  <a:lnTo>
                    <a:pt x="2377559" y="655753"/>
                  </a:lnTo>
                  <a:close/>
                  <a:moveTo>
                    <a:pt x="2386115" y="570164"/>
                  </a:moveTo>
                  <a:lnTo>
                    <a:pt x="2344831" y="664456"/>
                  </a:lnTo>
                  <a:lnTo>
                    <a:pt x="2426536" y="652379"/>
                  </a:lnTo>
                  <a:close/>
                  <a:moveTo>
                    <a:pt x="2426536" y="652379"/>
                  </a:moveTo>
                  <a:lnTo>
                    <a:pt x="2386502" y="630578"/>
                  </a:lnTo>
                  <a:lnTo>
                    <a:pt x="2362263" y="550191"/>
                  </a:lnTo>
                  <a:close/>
                  <a:moveTo>
                    <a:pt x="2122096" y="106189"/>
                  </a:moveTo>
                  <a:lnTo>
                    <a:pt x="2172320" y="120652"/>
                  </a:lnTo>
                  <a:lnTo>
                    <a:pt x="2222988" y="0"/>
                  </a:lnTo>
                  <a:close/>
                  <a:moveTo>
                    <a:pt x="2315473" y="82215"/>
                  </a:moveTo>
                  <a:lnTo>
                    <a:pt x="2311645" y="90881"/>
                  </a:lnTo>
                  <a:lnTo>
                    <a:pt x="2252219" y="178693"/>
                  </a:lnTo>
                  <a:close/>
                  <a:moveTo>
                    <a:pt x="2272816" y="112386"/>
                  </a:moveTo>
                  <a:lnTo>
                    <a:pt x="2315473" y="82215"/>
                  </a:lnTo>
                  <a:lnTo>
                    <a:pt x="2226835" y="3927"/>
                  </a:lnTo>
                  <a:close/>
                  <a:moveTo>
                    <a:pt x="2703693" y="456987"/>
                  </a:moveTo>
                  <a:lnTo>
                    <a:pt x="2677035" y="572520"/>
                  </a:lnTo>
                  <a:lnTo>
                    <a:pt x="2788527" y="495509"/>
                  </a:lnTo>
                  <a:close/>
                  <a:moveTo>
                    <a:pt x="2611696" y="208209"/>
                  </a:moveTo>
                  <a:lnTo>
                    <a:pt x="2575037" y="254624"/>
                  </a:lnTo>
                  <a:lnTo>
                    <a:pt x="2632409" y="212066"/>
                  </a:lnTo>
                  <a:close/>
                  <a:moveTo>
                    <a:pt x="2632409" y="212066"/>
                  </a:moveTo>
                  <a:lnTo>
                    <a:pt x="2575037" y="254624"/>
                  </a:lnTo>
                  <a:lnTo>
                    <a:pt x="2579040" y="294954"/>
                  </a:lnTo>
                  <a:close/>
                  <a:moveTo>
                    <a:pt x="2632409" y="212066"/>
                  </a:moveTo>
                  <a:lnTo>
                    <a:pt x="2579040" y="294954"/>
                  </a:lnTo>
                  <a:lnTo>
                    <a:pt x="2649988" y="297867"/>
                  </a:lnTo>
                  <a:close/>
                  <a:moveTo>
                    <a:pt x="2799984" y="436700"/>
                  </a:moveTo>
                  <a:lnTo>
                    <a:pt x="2703693" y="456987"/>
                  </a:lnTo>
                  <a:lnTo>
                    <a:pt x="2788527" y="495509"/>
                  </a:lnTo>
                  <a:close/>
                  <a:moveTo>
                    <a:pt x="2799984" y="436700"/>
                  </a:moveTo>
                  <a:lnTo>
                    <a:pt x="2851816" y="355062"/>
                  </a:lnTo>
                  <a:lnTo>
                    <a:pt x="2786732" y="347382"/>
                  </a:lnTo>
                  <a:close/>
                  <a:moveTo>
                    <a:pt x="2786732" y="347382"/>
                  </a:moveTo>
                  <a:lnTo>
                    <a:pt x="2851816" y="355062"/>
                  </a:lnTo>
                  <a:lnTo>
                    <a:pt x="2822873" y="278499"/>
                  </a:lnTo>
                  <a:close/>
                  <a:moveTo>
                    <a:pt x="2572596" y="200102"/>
                  </a:moveTo>
                  <a:lnTo>
                    <a:pt x="2575037" y="254624"/>
                  </a:lnTo>
                  <a:lnTo>
                    <a:pt x="2611696" y="208209"/>
                  </a:lnTo>
                  <a:close/>
                  <a:moveTo>
                    <a:pt x="2490489" y="106169"/>
                  </a:moveTo>
                  <a:lnTo>
                    <a:pt x="2526614" y="73575"/>
                  </a:lnTo>
                  <a:lnTo>
                    <a:pt x="2450846" y="68950"/>
                  </a:lnTo>
                  <a:close/>
                  <a:moveTo>
                    <a:pt x="2490489" y="106169"/>
                  </a:moveTo>
                  <a:lnTo>
                    <a:pt x="2551373" y="117263"/>
                  </a:lnTo>
                  <a:lnTo>
                    <a:pt x="2526614" y="73575"/>
                  </a:lnTo>
                  <a:close/>
                  <a:moveTo>
                    <a:pt x="2551373" y="117263"/>
                  </a:moveTo>
                  <a:lnTo>
                    <a:pt x="2596353" y="125995"/>
                  </a:lnTo>
                  <a:lnTo>
                    <a:pt x="2526614" y="73575"/>
                  </a:lnTo>
                  <a:close/>
                </a:path>
              </a:pathLst>
            </a:custGeom>
            <a:solidFill>
              <a:srgbClr val="E0E5E9"/>
            </a:solidFill>
            <a:ln w="1524">
              <a:solidFill>
                <a:srgbClr val="E0E5E9"/>
              </a:solidFill>
            </a:ln>
          </p:spPr>
        </p:sp>
        <p:sp>
          <p:nvSpPr>
            <p:cNvPr id="2131" name="Candidate_density__2130">
              <a:extLst>
                <a:ext uri="{FF2B5EF4-FFF2-40B4-BE49-F238E27FC236}">
                  <a16:creationId xmlns:a16="http://schemas.microsoft.com/office/drawing/2014/main" id="{8C058F68-A933-9B96-5257-5B2FAE6EE077}"/>
                </a:ext>
              </a:extLst>
            </p:cNvPr>
            <p:cNvSpPr>
              <a:spLocks noGrp="1"/>
            </p:cNvSpPr>
            <p:nvPr/>
          </p:nvSpPr>
          <p:spPr>
            <a:xfrm>
              <a:off x="3484725" y="1612046"/>
              <a:ext cx="2822873" cy="2229874"/>
            </a:xfrm>
            <a:custGeom>
              <a:avLst/>
              <a:gdLst/>
              <a:ahLst/>
              <a:cxnLst/>
              <a:rect l="0" t="0" r="0" b="0"/>
              <a:pathLst>
                <a:path w="2822873" h="2229874">
                  <a:moveTo>
                    <a:pt x="13696" y="1383775"/>
                  </a:moveTo>
                  <a:lnTo>
                    <a:pt x="30703" y="1336334"/>
                  </a:lnTo>
                  <a:lnTo>
                    <a:pt x="0" y="1402381"/>
                  </a:lnTo>
                  <a:close/>
                  <a:moveTo>
                    <a:pt x="0" y="1402381"/>
                  </a:moveTo>
                  <a:lnTo>
                    <a:pt x="30703" y="1336334"/>
                  </a:lnTo>
                  <a:lnTo>
                    <a:pt x="41082" y="1281729"/>
                  </a:lnTo>
                  <a:close/>
                  <a:moveTo>
                    <a:pt x="0" y="1402381"/>
                  </a:moveTo>
                  <a:lnTo>
                    <a:pt x="41082" y="1281729"/>
                  </a:lnTo>
                  <a:lnTo>
                    <a:pt x="4378" y="1320165"/>
                  </a:lnTo>
                  <a:close/>
                  <a:moveTo>
                    <a:pt x="77197" y="1231508"/>
                  </a:moveTo>
                  <a:lnTo>
                    <a:pt x="4378" y="1320165"/>
                  </a:lnTo>
                  <a:lnTo>
                    <a:pt x="41082" y="1281729"/>
                  </a:lnTo>
                  <a:close/>
                  <a:moveTo>
                    <a:pt x="30703" y="1336334"/>
                  </a:moveTo>
                  <a:lnTo>
                    <a:pt x="13696" y="1383775"/>
                  </a:lnTo>
                  <a:lnTo>
                    <a:pt x="29280" y="1363944"/>
                  </a:lnTo>
                  <a:close/>
                  <a:moveTo>
                    <a:pt x="372039" y="1574501"/>
                  </a:moveTo>
                  <a:lnTo>
                    <a:pt x="436014" y="1521888"/>
                  </a:lnTo>
                  <a:lnTo>
                    <a:pt x="414412" y="1500551"/>
                  </a:lnTo>
                  <a:close/>
                  <a:moveTo>
                    <a:pt x="372039" y="1574501"/>
                  </a:moveTo>
                  <a:lnTo>
                    <a:pt x="414412" y="1500551"/>
                  </a:lnTo>
                  <a:lnTo>
                    <a:pt x="337153" y="1502770"/>
                  </a:lnTo>
                  <a:close/>
                  <a:moveTo>
                    <a:pt x="41082" y="1281729"/>
                  </a:moveTo>
                  <a:lnTo>
                    <a:pt x="94650" y="1178368"/>
                  </a:lnTo>
                  <a:lnTo>
                    <a:pt x="77197" y="1231508"/>
                  </a:lnTo>
                  <a:close/>
                  <a:moveTo>
                    <a:pt x="94908" y="1161077"/>
                  </a:moveTo>
                  <a:lnTo>
                    <a:pt x="94650" y="1178368"/>
                  </a:lnTo>
                  <a:lnTo>
                    <a:pt x="41082" y="1281729"/>
                  </a:lnTo>
                  <a:close/>
                  <a:moveTo>
                    <a:pt x="69587" y="1243292"/>
                  </a:moveTo>
                  <a:lnTo>
                    <a:pt x="94908" y="1161077"/>
                  </a:lnTo>
                  <a:lnTo>
                    <a:pt x="41082" y="1281729"/>
                  </a:lnTo>
                  <a:close/>
                  <a:moveTo>
                    <a:pt x="106462" y="1125722"/>
                  </a:moveTo>
                  <a:lnTo>
                    <a:pt x="94650" y="1178368"/>
                  </a:lnTo>
                  <a:lnTo>
                    <a:pt x="94908" y="1161077"/>
                  </a:lnTo>
                  <a:close/>
                  <a:moveTo>
                    <a:pt x="1066538" y="2109222"/>
                  </a:moveTo>
                  <a:lnTo>
                    <a:pt x="1085289" y="2219524"/>
                  </a:lnTo>
                  <a:lnTo>
                    <a:pt x="1111704" y="2161033"/>
                  </a:lnTo>
                  <a:close/>
                  <a:moveTo>
                    <a:pt x="1063175" y="2229874"/>
                  </a:moveTo>
                  <a:lnTo>
                    <a:pt x="1085289" y="2219524"/>
                  </a:lnTo>
                  <a:lnTo>
                    <a:pt x="1066538" y="2109222"/>
                  </a:lnTo>
                  <a:close/>
                  <a:moveTo>
                    <a:pt x="1026144" y="2147658"/>
                  </a:moveTo>
                  <a:lnTo>
                    <a:pt x="1063175" y="2229874"/>
                  </a:lnTo>
                  <a:lnTo>
                    <a:pt x="1066538" y="2109222"/>
                  </a:lnTo>
                  <a:close/>
                  <a:moveTo>
                    <a:pt x="1045119" y="2027007"/>
                  </a:moveTo>
                  <a:lnTo>
                    <a:pt x="1026144" y="2147658"/>
                  </a:lnTo>
                  <a:lnTo>
                    <a:pt x="1066538" y="2109222"/>
                  </a:lnTo>
                  <a:close/>
                  <a:moveTo>
                    <a:pt x="857639" y="2065443"/>
                  </a:moveTo>
                  <a:lnTo>
                    <a:pt x="885997" y="2089669"/>
                  </a:lnTo>
                  <a:lnTo>
                    <a:pt x="891702" y="2055537"/>
                  </a:lnTo>
                  <a:close/>
                  <a:moveTo>
                    <a:pt x="855411" y="1983228"/>
                  </a:moveTo>
                  <a:lnTo>
                    <a:pt x="891702" y="2055537"/>
                  </a:lnTo>
                  <a:lnTo>
                    <a:pt x="860450" y="1980853"/>
                  </a:lnTo>
                  <a:close/>
                  <a:moveTo>
                    <a:pt x="855411" y="1983228"/>
                  </a:moveTo>
                  <a:lnTo>
                    <a:pt x="857639" y="2065443"/>
                  </a:lnTo>
                  <a:lnTo>
                    <a:pt x="891702" y="2055537"/>
                  </a:lnTo>
                  <a:close/>
                  <a:moveTo>
                    <a:pt x="970747" y="2051868"/>
                  </a:moveTo>
                  <a:lnTo>
                    <a:pt x="891702" y="2055537"/>
                  </a:lnTo>
                  <a:lnTo>
                    <a:pt x="885997" y="2089669"/>
                  </a:lnTo>
                  <a:close/>
                  <a:moveTo>
                    <a:pt x="891702" y="2055537"/>
                  </a:moveTo>
                  <a:lnTo>
                    <a:pt x="970747" y="2051868"/>
                  </a:lnTo>
                  <a:lnTo>
                    <a:pt x="941001" y="1975958"/>
                  </a:lnTo>
                  <a:close/>
                  <a:moveTo>
                    <a:pt x="891702" y="2055537"/>
                  </a:moveTo>
                  <a:lnTo>
                    <a:pt x="941001" y="1975958"/>
                  </a:lnTo>
                  <a:lnTo>
                    <a:pt x="860450" y="1980853"/>
                  </a:lnTo>
                  <a:close/>
                  <a:moveTo>
                    <a:pt x="496449" y="1634042"/>
                  </a:moveTo>
                  <a:lnTo>
                    <a:pt x="544302" y="1555638"/>
                  </a:lnTo>
                  <a:lnTo>
                    <a:pt x="464892" y="1559605"/>
                  </a:lnTo>
                  <a:close/>
                  <a:moveTo>
                    <a:pt x="544302" y="1555638"/>
                  </a:moveTo>
                  <a:lnTo>
                    <a:pt x="582991" y="1654368"/>
                  </a:lnTo>
                  <a:lnTo>
                    <a:pt x="650692" y="1552017"/>
                  </a:lnTo>
                  <a:close/>
                  <a:moveTo>
                    <a:pt x="94908" y="1161077"/>
                  </a:moveTo>
                  <a:lnTo>
                    <a:pt x="115189" y="1061578"/>
                  </a:lnTo>
                  <a:lnTo>
                    <a:pt x="106462" y="1125722"/>
                  </a:lnTo>
                  <a:close/>
                  <a:moveTo>
                    <a:pt x="121168" y="1040426"/>
                  </a:moveTo>
                  <a:lnTo>
                    <a:pt x="115189" y="1061578"/>
                  </a:lnTo>
                  <a:lnTo>
                    <a:pt x="94908" y="1161077"/>
                  </a:lnTo>
                  <a:close/>
                  <a:moveTo>
                    <a:pt x="747049" y="1633622"/>
                  </a:moveTo>
                  <a:lnTo>
                    <a:pt x="750385" y="1709465"/>
                  </a:lnTo>
                  <a:lnTo>
                    <a:pt x="726918" y="1698146"/>
                  </a:lnTo>
                  <a:close/>
                  <a:moveTo>
                    <a:pt x="129993" y="998498"/>
                  </a:moveTo>
                  <a:lnTo>
                    <a:pt x="115189" y="1061578"/>
                  </a:lnTo>
                  <a:lnTo>
                    <a:pt x="121168" y="1040426"/>
                  </a:lnTo>
                  <a:close/>
                  <a:moveTo>
                    <a:pt x="1066538" y="2109222"/>
                  </a:moveTo>
                  <a:lnTo>
                    <a:pt x="1111704" y="2161033"/>
                  </a:lnTo>
                  <a:lnTo>
                    <a:pt x="1131026" y="2082247"/>
                  </a:lnTo>
                  <a:close/>
                  <a:moveTo>
                    <a:pt x="1098181" y="1988571"/>
                  </a:moveTo>
                  <a:lnTo>
                    <a:pt x="1131026" y="2082247"/>
                  </a:lnTo>
                  <a:lnTo>
                    <a:pt x="1136524" y="2038631"/>
                  </a:lnTo>
                  <a:close/>
                  <a:moveTo>
                    <a:pt x="1066538" y="2109222"/>
                  </a:moveTo>
                  <a:lnTo>
                    <a:pt x="1131026" y="2082247"/>
                  </a:lnTo>
                  <a:lnTo>
                    <a:pt x="1098181" y="1988571"/>
                  </a:lnTo>
                  <a:close/>
                  <a:moveTo>
                    <a:pt x="1068551" y="1906356"/>
                  </a:moveTo>
                  <a:lnTo>
                    <a:pt x="1064452" y="1936186"/>
                  </a:lnTo>
                  <a:lnTo>
                    <a:pt x="1045119" y="2027007"/>
                  </a:lnTo>
                  <a:close/>
                  <a:moveTo>
                    <a:pt x="747049" y="1633622"/>
                  </a:moveTo>
                  <a:lnTo>
                    <a:pt x="811222" y="1660006"/>
                  </a:lnTo>
                  <a:lnTo>
                    <a:pt x="744946" y="1615932"/>
                  </a:lnTo>
                  <a:close/>
                  <a:moveTo>
                    <a:pt x="744946" y="1615932"/>
                  </a:moveTo>
                  <a:lnTo>
                    <a:pt x="812173" y="1659710"/>
                  </a:lnTo>
                  <a:lnTo>
                    <a:pt x="819311" y="1577495"/>
                  </a:lnTo>
                  <a:close/>
                  <a:moveTo>
                    <a:pt x="628150" y="1533717"/>
                  </a:moveTo>
                  <a:lnTo>
                    <a:pt x="650692" y="1552017"/>
                  </a:lnTo>
                  <a:lnTo>
                    <a:pt x="658669" y="1523252"/>
                  </a:lnTo>
                  <a:close/>
                  <a:moveTo>
                    <a:pt x="733628" y="1522904"/>
                  </a:moveTo>
                  <a:lnTo>
                    <a:pt x="658669" y="1523252"/>
                  </a:lnTo>
                  <a:lnTo>
                    <a:pt x="650692" y="1552017"/>
                  </a:lnTo>
                  <a:close/>
                  <a:moveTo>
                    <a:pt x="430247" y="1087310"/>
                  </a:moveTo>
                  <a:lnTo>
                    <a:pt x="363748" y="1099952"/>
                  </a:lnTo>
                  <a:lnTo>
                    <a:pt x="353180" y="1189464"/>
                  </a:lnTo>
                  <a:close/>
                  <a:moveTo>
                    <a:pt x="129993" y="998498"/>
                  </a:moveTo>
                  <a:lnTo>
                    <a:pt x="181855" y="977198"/>
                  </a:lnTo>
                  <a:lnTo>
                    <a:pt x="144110" y="958211"/>
                  </a:lnTo>
                  <a:close/>
                  <a:moveTo>
                    <a:pt x="215076" y="837559"/>
                  </a:moveTo>
                  <a:lnTo>
                    <a:pt x="213012" y="842457"/>
                  </a:lnTo>
                  <a:lnTo>
                    <a:pt x="144110" y="958211"/>
                  </a:lnTo>
                  <a:close/>
                  <a:moveTo>
                    <a:pt x="1098181" y="1988571"/>
                  </a:moveTo>
                  <a:lnTo>
                    <a:pt x="1136524" y="2038631"/>
                  </a:lnTo>
                  <a:lnTo>
                    <a:pt x="1142572" y="1972769"/>
                  </a:lnTo>
                  <a:close/>
                  <a:moveTo>
                    <a:pt x="1068551" y="1906356"/>
                  </a:moveTo>
                  <a:lnTo>
                    <a:pt x="1098181" y="1988571"/>
                  </a:lnTo>
                  <a:lnTo>
                    <a:pt x="1142572" y="1972769"/>
                  </a:lnTo>
                  <a:close/>
                  <a:moveTo>
                    <a:pt x="1232874" y="1959946"/>
                  </a:moveTo>
                  <a:lnTo>
                    <a:pt x="1142572" y="1972769"/>
                  </a:lnTo>
                  <a:lnTo>
                    <a:pt x="1136524" y="2038631"/>
                  </a:lnTo>
                  <a:close/>
                  <a:moveTo>
                    <a:pt x="1228058" y="1886998"/>
                  </a:moveTo>
                  <a:lnTo>
                    <a:pt x="1204027" y="1867918"/>
                  </a:lnTo>
                  <a:lnTo>
                    <a:pt x="1232874" y="1959946"/>
                  </a:lnTo>
                  <a:close/>
                  <a:moveTo>
                    <a:pt x="1232874" y="1959946"/>
                  </a:moveTo>
                  <a:lnTo>
                    <a:pt x="1204027" y="1867918"/>
                  </a:lnTo>
                  <a:lnTo>
                    <a:pt x="1127591" y="1884855"/>
                  </a:lnTo>
                  <a:close/>
                  <a:moveTo>
                    <a:pt x="1232874" y="1959946"/>
                  </a:moveTo>
                  <a:lnTo>
                    <a:pt x="1127591" y="1884855"/>
                  </a:lnTo>
                  <a:lnTo>
                    <a:pt x="1142572" y="1972769"/>
                  </a:lnTo>
                  <a:close/>
                  <a:moveTo>
                    <a:pt x="813691" y="1495280"/>
                  </a:moveTo>
                  <a:lnTo>
                    <a:pt x="819311" y="1577495"/>
                  </a:lnTo>
                  <a:lnTo>
                    <a:pt x="862954" y="1539059"/>
                  </a:lnTo>
                  <a:close/>
                  <a:moveTo>
                    <a:pt x="813691" y="1495280"/>
                  </a:moveTo>
                  <a:lnTo>
                    <a:pt x="862954" y="1539059"/>
                  </a:lnTo>
                  <a:lnTo>
                    <a:pt x="842711" y="1456843"/>
                  </a:lnTo>
                  <a:close/>
                  <a:moveTo>
                    <a:pt x="842711" y="1456843"/>
                  </a:moveTo>
                  <a:lnTo>
                    <a:pt x="875430" y="1404556"/>
                  </a:lnTo>
                  <a:lnTo>
                    <a:pt x="786402" y="1413065"/>
                  </a:lnTo>
                  <a:close/>
                  <a:moveTo>
                    <a:pt x="813691" y="1495280"/>
                  </a:moveTo>
                  <a:lnTo>
                    <a:pt x="842711" y="1456843"/>
                  </a:lnTo>
                  <a:lnTo>
                    <a:pt x="786402" y="1413065"/>
                  </a:lnTo>
                  <a:close/>
                  <a:moveTo>
                    <a:pt x="772144" y="1297041"/>
                  </a:moveTo>
                  <a:lnTo>
                    <a:pt x="845572" y="1392395"/>
                  </a:lnTo>
                  <a:lnTo>
                    <a:pt x="855392" y="1329634"/>
                  </a:lnTo>
                  <a:close/>
                  <a:moveTo>
                    <a:pt x="757429" y="1303369"/>
                  </a:moveTo>
                  <a:lnTo>
                    <a:pt x="729399" y="1330850"/>
                  </a:lnTo>
                  <a:lnTo>
                    <a:pt x="772144" y="1297041"/>
                  </a:lnTo>
                  <a:close/>
                  <a:moveTo>
                    <a:pt x="451932" y="969588"/>
                  </a:moveTo>
                  <a:lnTo>
                    <a:pt x="415959" y="1084204"/>
                  </a:lnTo>
                  <a:lnTo>
                    <a:pt x="432687" y="1079046"/>
                  </a:lnTo>
                  <a:close/>
                  <a:moveTo>
                    <a:pt x="451932" y="969588"/>
                  </a:moveTo>
                  <a:lnTo>
                    <a:pt x="432687" y="1079046"/>
                  </a:lnTo>
                  <a:lnTo>
                    <a:pt x="472485" y="963553"/>
                  </a:lnTo>
                  <a:close/>
                  <a:moveTo>
                    <a:pt x="472485" y="963553"/>
                  </a:moveTo>
                  <a:lnTo>
                    <a:pt x="432687" y="1079046"/>
                  </a:lnTo>
                  <a:lnTo>
                    <a:pt x="436804" y="1084204"/>
                  </a:lnTo>
                  <a:close/>
                  <a:moveTo>
                    <a:pt x="279270" y="784103"/>
                  </a:moveTo>
                  <a:lnTo>
                    <a:pt x="217978" y="833600"/>
                  </a:lnTo>
                  <a:lnTo>
                    <a:pt x="330659" y="761034"/>
                  </a:lnTo>
                  <a:close/>
                  <a:moveTo>
                    <a:pt x="1204027" y="1867918"/>
                  </a:moveTo>
                  <a:lnTo>
                    <a:pt x="1228058" y="1886998"/>
                  </a:lnTo>
                  <a:lnTo>
                    <a:pt x="1231534" y="1860943"/>
                  </a:lnTo>
                  <a:close/>
                  <a:moveTo>
                    <a:pt x="1330798" y="1840836"/>
                  </a:moveTo>
                  <a:lnTo>
                    <a:pt x="1231534" y="1860943"/>
                  </a:lnTo>
                  <a:lnTo>
                    <a:pt x="1228058" y="1886998"/>
                  </a:lnTo>
                  <a:close/>
                  <a:moveTo>
                    <a:pt x="1231534" y="1860943"/>
                  </a:moveTo>
                  <a:lnTo>
                    <a:pt x="1330798" y="1840836"/>
                  </a:lnTo>
                  <a:lnTo>
                    <a:pt x="1320498" y="1749118"/>
                  </a:lnTo>
                  <a:close/>
                  <a:moveTo>
                    <a:pt x="1330798" y="1840836"/>
                  </a:moveTo>
                  <a:lnTo>
                    <a:pt x="1396788" y="1747687"/>
                  </a:lnTo>
                  <a:lnTo>
                    <a:pt x="1320498" y="1749118"/>
                  </a:lnTo>
                  <a:close/>
                  <a:moveTo>
                    <a:pt x="1220670" y="1769683"/>
                  </a:moveTo>
                  <a:lnTo>
                    <a:pt x="1320498" y="1749118"/>
                  </a:lnTo>
                  <a:lnTo>
                    <a:pt x="1285076" y="1677823"/>
                  </a:lnTo>
                  <a:close/>
                  <a:moveTo>
                    <a:pt x="1220670" y="1769683"/>
                  </a:moveTo>
                  <a:lnTo>
                    <a:pt x="1285076" y="1677823"/>
                  </a:lnTo>
                  <a:lnTo>
                    <a:pt x="1198374" y="1687718"/>
                  </a:lnTo>
                  <a:close/>
                  <a:moveTo>
                    <a:pt x="875430" y="1404556"/>
                  </a:moveTo>
                  <a:lnTo>
                    <a:pt x="842711" y="1456843"/>
                  </a:lnTo>
                  <a:lnTo>
                    <a:pt x="918822" y="1351587"/>
                  </a:lnTo>
                  <a:close/>
                  <a:moveTo>
                    <a:pt x="918822" y="1351587"/>
                  </a:moveTo>
                  <a:lnTo>
                    <a:pt x="925845" y="1336192"/>
                  </a:lnTo>
                  <a:lnTo>
                    <a:pt x="936527" y="1374628"/>
                  </a:lnTo>
                  <a:close/>
                  <a:moveTo>
                    <a:pt x="939247" y="1253977"/>
                  </a:moveTo>
                  <a:lnTo>
                    <a:pt x="936527" y="1374628"/>
                  </a:lnTo>
                  <a:lnTo>
                    <a:pt x="925845" y="1336192"/>
                  </a:lnTo>
                  <a:close/>
                  <a:moveTo>
                    <a:pt x="867748" y="1274274"/>
                  </a:moveTo>
                  <a:lnTo>
                    <a:pt x="772144" y="1297041"/>
                  </a:lnTo>
                  <a:lnTo>
                    <a:pt x="855392" y="1329634"/>
                  </a:lnTo>
                  <a:close/>
                  <a:moveTo>
                    <a:pt x="658821" y="1007331"/>
                  </a:moveTo>
                  <a:lnTo>
                    <a:pt x="584899" y="1022173"/>
                  </a:lnTo>
                  <a:lnTo>
                    <a:pt x="602531" y="1107930"/>
                  </a:lnTo>
                  <a:close/>
                  <a:moveTo>
                    <a:pt x="472485" y="963553"/>
                  </a:moveTo>
                  <a:lnTo>
                    <a:pt x="513308" y="1045768"/>
                  </a:lnTo>
                  <a:lnTo>
                    <a:pt x="527939" y="925116"/>
                  </a:lnTo>
                  <a:close/>
                  <a:moveTo>
                    <a:pt x="518068" y="776229"/>
                  </a:moveTo>
                  <a:lnTo>
                    <a:pt x="457330" y="765015"/>
                  </a:lnTo>
                  <a:lnTo>
                    <a:pt x="546603" y="795896"/>
                  </a:lnTo>
                  <a:close/>
                  <a:moveTo>
                    <a:pt x="457330" y="765015"/>
                  </a:moveTo>
                  <a:lnTo>
                    <a:pt x="467063" y="777169"/>
                  </a:lnTo>
                  <a:lnTo>
                    <a:pt x="546603" y="795896"/>
                  </a:lnTo>
                  <a:close/>
                  <a:moveTo>
                    <a:pt x="925845" y="1336192"/>
                  </a:moveTo>
                  <a:lnTo>
                    <a:pt x="918822" y="1351587"/>
                  </a:lnTo>
                  <a:lnTo>
                    <a:pt x="1042566" y="1320387"/>
                  </a:lnTo>
                  <a:close/>
                  <a:moveTo>
                    <a:pt x="939247" y="1253977"/>
                  </a:moveTo>
                  <a:lnTo>
                    <a:pt x="1032159" y="1301295"/>
                  </a:lnTo>
                  <a:lnTo>
                    <a:pt x="1004560" y="1223640"/>
                  </a:lnTo>
                  <a:close/>
                  <a:moveTo>
                    <a:pt x="1032159" y="1301295"/>
                  </a:moveTo>
                  <a:lnTo>
                    <a:pt x="1043774" y="1297755"/>
                  </a:lnTo>
                  <a:lnTo>
                    <a:pt x="1045740" y="1268799"/>
                  </a:lnTo>
                  <a:close/>
                  <a:moveTo>
                    <a:pt x="1004560" y="1223640"/>
                  </a:moveTo>
                  <a:lnTo>
                    <a:pt x="1032159" y="1301295"/>
                  </a:lnTo>
                  <a:lnTo>
                    <a:pt x="1045740" y="1268799"/>
                  </a:lnTo>
                  <a:close/>
                  <a:moveTo>
                    <a:pt x="822061" y="1053270"/>
                  </a:moveTo>
                  <a:lnTo>
                    <a:pt x="774915" y="1092201"/>
                  </a:lnTo>
                  <a:lnTo>
                    <a:pt x="817906" y="1051110"/>
                  </a:lnTo>
                  <a:close/>
                  <a:moveTo>
                    <a:pt x="822061" y="1053270"/>
                  </a:moveTo>
                  <a:lnTo>
                    <a:pt x="822473" y="1051110"/>
                  </a:lnTo>
                  <a:lnTo>
                    <a:pt x="777481" y="1089546"/>
                  </a:lnTo>
                  <a:close/>
                  <a:moveTo>
                    <a:pt x="707835" y="1007331"/>
                  </a:moveTo>
                  <a:lnTo>
                    <a:pt x="820925" y="1049024"/>
                  </a:lnTo>
                  <a:lnTo>
                    <a:pt x="817906" y="1051110"/>
                  </a:lnTo>
                  <a:close/>
                  <a:moveTo>
                    <a:pt x="820925" y="1049024"/>
                  </a:moveTo>
                  <a:lnTo>
                    <a:pt x="771399" y="991736"/>
                  </a:lnTo>
                  <a:lnTo>
                    <a:pt x="822473" y="1051110"/>
                  </a:lnTo>
                  <a:close/>
                  <a:moveTo>
                    <a:pt x="822473" y="1051110"/>
                  </a:moveTo>
                  <a:lnTo>
                    <a:pt x="771399" y="991736"/>
                  </a:lnTo>
                  <a:lnTo>
                    <a:pt x="765167" y="1007331"/>
                  </a:lnTo>
                  <a:close/>
                  <a:moveTo>
                    <a:pt x="822473" y="1051110"/>
                  </a:moveTo>
                  <a:lnTo>
                    <a:pt x="765167" y="1007331"/>
                  </a:lnTo>
                  <a:lnTo>
                    <a:pt x="777481" y="1089546"/>
                  </a:lnTo>
                  <a:close/>
                  <a:moveTo>
                    <a:pt x="546603" y="795896"/>
                  </a:moveTo>
                  <a:lnTo>
                    <a:pt x="467063" y="777169"/>
                  </a:lnTo>
                  <a:lnTo>
                    <a:pt x="598702" y="775483"/>
                  </a:lnTo>
                  <a:close/>
                  <a:moveTo>
                    <a:pt x="675333" y="783336"/>
                  </a:moveTo>
                  <a:lnTo>
                    <a:pt x="546603" y="795896"/>
                  </a:lnTo>
                  <a:lnTo>
                    <a:pt x="598702" y="775483"/>
                  </a:lnTo>
                  <a:close/>
                  <a:moveTo>
                    <a:pt x="1397855" y="1746820"/>
                  </a:moveTo>
                  <a:lnTo>
                    <a:pt x="1385111" y="1765134"/>
                  </a:lnTo>
                  <a:lnTo>
                    <a:pt x="1411415" y="1708831"/>
                  </a:lnTo>
                  <a:close/>
                  <a:moveTo>
                    <a:pt x="1372992" y="1806533"/>
                  </a:moveTo>
                  <a:lnTo>
                    <a:pt x="1385111" y="1765134"/>
                  </a:lnTo>
                  <a:lnTo>
                    <a:pt x="1397855" y="1746820"/>
                  </a:lnTo>
                  <a:close/>
                  <a:moveTo>
                    <a:pt x="1246174" y="1309124"/>
                  </a:moveTo>
                  <a:lnTo>
                    <a:pt x="1189851" y="1259319"/>
                  </a:lnTo>
                  <a:lnTo>
                    <a:pt x="1240786" y="1352962"/>
                  </a:lnTo>
                  <a:close/>
                  <a:moveTo>
                    <a:pt x="1240786" y="1352962"/>
                  </a:moveTo>
                  <a:lnTo>
                    <a:pt x="1189851" y="1259319"/>
                  </a:lnTo>
                  <a:lnTo>
                    <a:pt x="1143359" y="1271484"/>
                  </a:lnTo>
                  <a:close/>
                  <a:moveTo>
                    <a:pt x="1240786" y="1352962"/>
                  </a:moveTo>
                  <a:lnTo>
                    <a:pt x="1308288" y="1358676"/>
                  </a:lnTo>
                  <a:lnTo>
                    <a:pt x="1246174" y="1309124"/>
                  </a:lnTo>
                  <a:close/>
                  <a:moveTo>
                    <a:pt x="1308288" y="1358676"/>
                  </a:moveTo>
                  <a:lnTo>
                    <a:pt x="1326786" y="1331863"/>
                  </a:lnTo>
                  <a:lnTo>
                    <a:pt x="1246174" y="1309124"/>
                  </a:lnTo>
                  <a:close/>
                  <a:moveTo>
                    <a:pt x="1308288" y="1358676"/>
                  </a:moveTo>
                  <a:lnTo>
                    <a:pt x="1240786" y="1352962"/>
                  </a:lnTo>
                  <a:lnTo>
                    <a:pt x="1332416" y="1352911"/>
                  </a:lnTo>
                  <a:close/>
                  <a:moveTo>
                    <a:pt x="1240786" y="1352962"/>
                  </a:moveTo>
                  <a:lnTo>
                    <a:pt x="1263332" y="1373276"/>
                  </a:lnTo>
                  <a:lnTo>
                    <a:pt x="1332416" y="1352911"/>
                  </a:lnTo>
                  <a:close/>
                  <a:moveTo>
                    <a:pt x="1308288" y="1358676"/>
                  </a:moveTo>
                  <a:lnTo>
                    <a:pt x="1352738" y="1341534"/>
                  </a:lnTo>
                  <a:lnTo>
                    <a:pt x="1326786" y="1331863"/>
                  </a:lnTo>
                  <a:close/>
                  <a:moveTo>
                    <a:pt x="1308288" y="1358676"/>
                  </a:moveTo>
                  <a:lnTo>
                    <a:pt x="1332416" y="1352911"/>
                  </a:lnTo>
                  <a:lnTo>
                    <a:pt x="1352738" y="1341534"/>
                  </a:lnTo>
                  <a:close/>
                  <a:moveTo>
                    <a:pt x="1043774" y="1297755"/>
                  </a:moveTo>
                  <a:lnTo>
                    <a:pt x="1143359" y="1271484"/>
                  </a:lnTo>
                  <a:lnTo>
                    <a:pt x="1028050" y="1215541"/>
                  </a:lnTo>
                  <a:close/>
                  <a:moveTo>
                    <a:pt x="1587756" y="1588179"/>
                  </a:moveTo>
                  <a:lnTo>
                    <a:pt x="1628367" y="1631958"/>
                  </a:lnTo>
                  <a:lnTo>
                    <a:pt x="1661728" y="1549743"/>
                  </a:lnTo>
                  <a:close/>
                  <a:moveTo>
                    <a:pt x="1378863" y="1401392"/>
                  </a:moveTo>
                  <a:lnTo>
                    <a:pt x="1352738" y="1341534"/>
                  </a:lnTo>
                  <a:lnTo>
                    <a:pt x="1332416" y="1352911"/>
                  </a:lnTo>
                  <a:close/>
                  <a:moveTo>
                    <a:pt x="1416275" y="1331476"/>
                  </a:moveTo>
                  <a:lnTo>
                    <a:pt x="1352738" y="1341534"/>
                  </a:lnTo>
                  <a:lnTo>
                    <a:pt x="1378863" y="1401392"/>
                  </a:lnTo>
                  <a:close/>
                  <a:moveTo>
                    <a:pt x="1456253" y="1399067"/>
                  </a:moveTo>
                  <a:lnTo>
                    <a:pt x="1416275" y="1331476"/>
                  </a:lnTo>
                  <a:lnTo>
                    <a:pt x="1378863" y="1401392"/>
                  </a:lnTo>
                  <a:close/>
                  <a:moveTo>
                    <a:pt x="1456253" y="1399067"/>
                  </a:moveTo>
                  <a:lnTo>
                    <a:pt x="1523220" y="1405216"/>
                  </a:lnTo>
                  <a:lnTo>
                    <a:pt x="1489558" y="1332491"/>
                  </a:lnTo>
                  <a:close/>
                  <a:moveTo>
                    <a:pt x="1456253" y="1399067"/>
                  </a:moveTo>
                  <a:lnTo>
                    <a:pt x="1489558" y="1332491"/>
                  </a:lnTo>
                  <a:lnTo>
                    <a:pt x="1416275" y="1331476"/>
                  </a:lnTo>
                  <a:close/>
                  <a:moveTo>
                    <a:pt x="1416275" y="1331476"/>
                  </a:moveTo>
                  <a:lnTo>
                    <a:pt x="1326786" y="1331863"/>
                  </a:lnTo>
                  <a:lnTo>
                    <a:pt x="1352738" y="1341534"/>
                  </a:lnTo>
                  <a:close/>
                  <a:moveTo>
                    <a:pt x="1343456" y="1229992"/>
                  </a:moveTo>
                  <a:lnTo>
                    <a:pt x="1326786" y="1331863"/>
                  </a:lnTo>
                  <a:lnTo>
                    <a:pt x="1416275" y="1331476"/>
                  </a:lnTo>
                  <a:close/>
                  <a:moveTo>
                    <a:pt x="1189851" y="1259319"/>
                  </a:moveTo>
                  <a:lnTo>
                    <a:pt x="1246174" y="1309124"/>
                  </a:lnTo>
                  <a:lnTo>
                    <a:pt x="1251757" y="1243949"/>
                  </a:lnTo>
                  <a:close/>
                  <a:moveTo>
                    <a:pt x="1251757" y="1243949"/>
                  </a:moveTo>
                  <a:lnTo>
                    <a:pt x="1145682" y="1212059"/>
                  </a:lnTo>
                  <a:lnTo>
                    <a:pt x="1189851" y="1259319"/>
                  </a:lnTo>
                  <a:close/>
                  <a:moveTo>
                    <a:pt x="1343456" y="1229992"/>
                  </a:moveTo>
                  <a:lnTo>
                    <a:pt x="1246174" y="1309124"/>
                  </a:lnTo>
                  <a:lnTo>
                    <a:pt x="1326786" y="1331863"/>
                  </a:lnTo>
                  <a:close/>
                  <a:moveTo>
                    <a:pt x="1343456" y="1229992"/>
                  </a:moveTo>
                  <a:lnTo>
                    <a:pt x="1251757" y="1243949"/>
                  </a:lnTo>
                  <a:lnTo>
                    <a:pt x="1246174" y="1309124"/>
                  </a:lnTo>
                  <a:close/>
                  <a:moveTo>
                    <a:pt x="1251757" y="1243949"/>
                  </a:moveTo>
                  <a:lnTo>
                    <a:pt x="1343456" y="1229992"/>
                  </a:lnTo>
                  <a:lnTo>
                    <a:pt x="1329868" y="1140947"/>
                  </a:lnTo>
                  <a:close/>
                  <a:moveTo>
                    <a:pt x="1428923" y="1221101"/>
                  </a:moveTo>
                  <a:lnTo>
                    <a:pt x="1337656" y="1138668"/>
                  </a:lnTo>
                  <a:lnTo>
                    <a:pt x="1329868" y="1140947"/>
                  </a:lnTo>
                  <a:close/>
                  <a:moveTo>
                    <a:pt x="1337656" y="1138668"/>
                  </a:moveTo>
                  <a:lnTo>
                    <a:pt x="1446500" y="1106720"/>
                  </a:lnTo>
                  <a:lnTo>
                    <a:pt x="1325176" y="1110641"/>
                  </a:lnTo>
                  <a:close/>
                  <a:moveTo>
                    <a:pt x="1325176" y="1110641"/>
                  </a:moveTo>
                  <a:lnTo>
                    <a:pt x="1446500" y="1106720"/>
                  </a:lnTo>
                  <a:lnTo>
                    <a:pt x="1450019" y="1083547"/>
                  </a:lnTo>
                  <a:close/>
                  <a:moveTo>
                    <a:pt x="1878777" y="1197838"/>
                  </a:moveTo>
                  <a:lnTo>
                    <a:pt x="1974930" y="1222408"/>
                  </a:lnTo>
                  <a:lnTo>
                    <a:pt x="1946390" y="1187788"/>
                  </a:lnTo>
                  <a:close/>
                  <a:moveTo>
                    <a:pt x="1488820" y="972222"/>
                  </a:moveTo>
                  <a:lnTo>
                    <a:pt x="1579663" y="859204"/>
                  </a:lnTo>
                  <a:lnTo>
                    <a:pt x="1579559" y="858952"/>
                  </a:lnTo>
                  <a:close/>
                  <a:moveTo>
                    <a:pt x="1513804" y="812318"/>
                  </a:moveTo>
                  <a:lnTo>
                    <a:pt x="1491782" y="815149"/>
                  </a:lnTo>
                  <a:lnTo>
                    <a:pt x="1489906" y="871247"/>
                  </a:lnTo>
                  <a:close/>
                  <a:moveTo>
                    <a:pt x="1579559" y="858952"/>
                  </a:moveTo>
                  <a:lnTo>
                    <a:pt x="1513804" y="812318"/>
                  </a:lnTo>
                  <a:lnTo>
                    <a:pt x="1489906" y="871247"/>
                  </a:lnTo>
                  <a:close/>
                  <a:moveTo>
                    <a:pt x="1579559" y="858952"/>
                  </a:moveTo>
                  <a:lnTo>
                    <a:pt x="1648769" y="863278"/>
                  </a:lnTo>
                  <a:lnTo>
                    <a:pt x="1513804" y="812318"/>
                  </a:lnTo>
                  <a:close/>
                  <a:moveTo>
                    <a:pt x="1648769" y="863278"/>
                  </a:moveTo>
                  <a:lnTo>
                    <a:pt x="1579559" y="858952"/>
                  </a:lnTo>
                  <a:lnTo>
                    <a:pt x="1654842" y="861625"/>
                  </a:lnTo>
                  <a:close/>
                  <a:moveTo>
                    <a:pt x="1579559" y="858952"/>
                  </a:moveTo>
                  <a:lnTo>
                    <a:pt x="1579663" y="859204"/>
                  </a:lnTo>
                  <a:lnTo>
                    <a:pt x="1654842" y="861625"/>
                  </a:lnTo>
                  <a:close/>
                  <a:moveTo>
                    <a:pt x="2154026" y="1434434"/>
                  </a:moveTo>
                  <a:lnTo>
                    <a:pt x="2182915" y="1516649"/>
                  </a:lnTo>
                  <a:lnTo>
                    <a:pt x="2236714" y="1478212"/>
                  </a:lnTo>
                  <a:close/>
                  <a:moveTo>
                    <a:pt x="2215754" y="1350296"/>
                  </a:moveTo>
                  <a:lnTo>
                    <a:pt x="2170363" y="1395787"/>
                  </a:lnTo>
                  <a:lnTo>
                    <a:pt x="2154026" y="1434434"/>
                  </a:lnTo>
                  <a:close/>
                  <a:moveTo>
                    <a:pt x="1946390" y="1187788"/>
                  </a:moveTo>
                  <a:lnTo>
                    <a:pt x="1974930" y="1222408"/>
                  </a:lnTo>
                  <a:lnTo>
                    <a:pt x="1973462" y="1181454"/>
                  </a:lnTo>
                  <a:close/>
                  <a:moveTo>
                    <a:pt x="1973462" y="1181454"/>
                  </a:moveTo>
                  <a:lnTo>
                    <a:pt x="1959286" y="1163917"/>
                  </a:lnTo>
                  <a:lnTo>
                    <a:pt x="1946390" y="1187788"/>
                  </a:lnTo>
                  <a:close/>
                  <a:moveTo>
                    <a:pt x="1630876" y="835477"/>
                  </a:moveTo>
                  <a:lnTo>
                    <a:pt x="1695992" y="824887"/>
                  </a:lnTo>
                  <a:lnTo>
                    <a:pt x="1654842" y="861625"/>
                  </a:lnTo>
                  <a:close/>
                  <a:moveTo>
                    <a:pt x="1630876" y="835477"/>
                  </a:moveTo>
                  <a:lnTo>
                    <a:pt x="1654842" y="861625"/>
                  </a:lnTo>
                  <a:lnTo>
                    <a:pt x="1579663" y="859204"/>
                  </a:lnTo>
                  <a:close/>
                  <a:moveTo>
                    <a:pt x="1658618" y="858928"/>
                  </a:moveTo>
                  <a:lnTo>
                    <a:pt x="1654842" y="861625"/>
                  </a:lnTo>
                  <a:lnTo>
                    <a:pt x="1695992" y="824887"/>
                  </a:lnTo>
                  <a:close/>
                  <a:moveTo>
                    <a:pt x="1695992" y="824887"/>
                  </a:moveTo>
                  <a:lnTo>
                    <a:pt x="1700992" y="818971"/>
                  </a:lnTo>
                  <a:lnTo>
                    <a:pt x="1658618" y="858928"/>
                  </a:lnTo>
                  <a:close/>
                  <a:moveTo>
                    <a:pt x="1658618" y="858928"/>
                  </a:moveTo>
                  <a:lnTo>
                    <a:pt x="1700992" y="818971"/>
                  </a:lnTo>
                  <a:lnTo>
                    <a:pt x="1701029" y="738277"/>
                  </a:lnTo>
                  <a:close/>
                  <a:moveTo>
                    <a:pt x="1658618" y="858928"/>
                  </a:moveTo>
                  <a:lnTo>
                    <a:pt x="1701029" y="738277"/>
                  </a:lnTo>
                  <a:lnTo>
                    <a:pt x="1648771" y="776713"/>
                  </a:lnTo>
                  <a:close/>
                  <a:moveTo>
                    <a:pt x="2260757" y="1469440"/>
                  </a:moveTo>
                  <a:lnTo>
                    <a:pt x="2363860" y="1446212"/>
                  </a:lnTo>
                  <a:lnTo>
                    <a:pt x="2344787" y="1361625"/>
                  </a:lnTo>
                  <a:close/>
                  <a:moveTo>
                    <a:pt x="2260757" y="1469440"/>
                  </a:moveTo>
                  <a:lnTo>
                    <a:pt x="2344787" y="1361625"/>
                  </a:lnTo>
                  <a:lnTo>
                    <a:pt x="2253613" y="1375157"/>
                  </a:lnTo>
                  <a:close/>
                  <a:moveTo>
                    <a:pt x="2253613" y="1375157"/>
                  </a:moveTo>
                  <a:lnTo>
                    <a:pt x="2292260" y="1357681"/>
                  </a:lnTo>
                  <a:lnTo>
                    <a:pt x="2215754" y="1350296"/>
                  </a:lnTo>
                  <a:close/>
                  <a:moveTo>
                    <a:pt x="2253613" y="1375157"/>
                  </a:moveTo>
                  <a:lnTo>
                    <a:pt x="2344787" y="1361625"/>
                  </a:lnTo>
                  <a:lnTo>
                    <a:pt x="2292260" y="1357681"/>
                  </a:lnTo>
                  <a:close/>
                  <a:moveTo>
                    <a:pt x="2193115" y="723695"/>
                  </a:moveTo>
                  <a:lnTo>
                    <a:pt x="2114006" y="743618"/>
                  </a:lnTo>
                  <a:lnTo>
                    <a:pt x="2224881" y="738811"/>
                  </a:lnTo>
                  <a:close/>
                  <a:moveTo>
                    <a:pt x="2224881" y="738811"/>
                  </a:moveTo>
                  <a:lnTo>
                    <a:pt x="2114006" y="743618"/>
                  </a:lnTo>
                  <a:lnTo>
                    <a:pt x="2096686" y="753370"/>
                  </a:lnTo>
                  <a:close/>
                  <a:moveTo>
                    <a:pt x="2193115" y="723695"/>
                  </a:moveTo>
                  <a:lnTo>
                    <a:pt x="2089136" y="725141"/>
                  </a:lnTo>
                  <a:lnTo>
                    <a:pt x="2114006" y="743618"/>
                  </a:lnTo>
                  <a:close/>
                  <a:moveTo>
                    <a:pt x="2386502" y="727159"/>
                  </a:moveTo>
                  <a:lnTo>
                    <a:pt x="2426536" y="748961"/>
                  </a:lnTo>
                  <a:lnTo>
                    <a:pt x="2377325" y="814914"/>
                  </a:lnTo>
                  <a:close/>
                  <a:moveTo>
                    <a:pt x="2111979" y="228604"/>
                  </a:moveTo>
                  <a:lnTo>
                    <a:pt x="2122096" y="202770"/>
                  </a:lnTo>
                  <a:lnTo>
                    <a:pt x="2013682" y="247926"/>
                  </a:lnTo>
                  <a:close/>
                  <a:moveTo>
                    <a:pt x="2129872" y="113965"/>
                  </a:moveTo>
                  <a:lnTo>
                    <a:pt x="2122096" y="202770"/>
                  </a:lnTo>
                  <a:lnTo>
                    <a:pt x="2222988" y="96581"/>
                  </a:lnTo>
                  <a:close/>
                  <a:moveTo>
                    <a:pt x="2222988" y="96581"/>
                  </a:moveTo>
                  <a:lnTo>
                    <a:pt x="2172320" y="217233"/>
                  </a:lnTo>
                  <a:lnTo>
                    <a:pt x="2226835" y="100509"/>
                  </a:lnTo>
                  <a:close/>
                  <a:moveTo>
                    <a:pt x="2640419" y="469221"/>
                  </a:moveTo>
                  <a:lnTo>
                    <a:pt x="2676516" y="451960"/>
                  </a:lnTo>
                  <a:lnTo>
                    <a:pt x="2604662" y="470798"/>
                  </a:lnTo>
                  <a:close/>
                  <a:moveTo>
                    <a:pt x="2604662" y="470798"/>
                  </a:moveTo>
                  <a:lnTo>
                    <a:pt x="2676516" y="451960"/>
                  </a:lnTo>
                  <a:lnTo>
                    <a:pt x="2649988" y="394448"/>
                  </a:lnTo>
                  <a:close/>
                  <a:moveTo>
                    <a:pt x="2604662" y="470798"/>
                  </a:moveTo>
                  <a:lnTo>
                    <a:pt x="2649988" y="394448"/>
                  </a:lnTo>
                  <a:lnTo>
                    <a:pt x="2579040" y="391536"/>
                  </a:lnTo>
                  <a:close/>
                  <a:moveTo>
                    <a:pt x="2649988" y="394448"/>
                  </a:moveTo>
                  <a:lnTo>
                    <a:pt x="2676516" y="451960"/>
                  </a:lnTo>
                  <a:lnTo>
                    <a:pt x="2698852" y="387006"/>
                  </a:lnTo>
                  <a:close/>
                  <a:moveTo>
                    <a:pt x="2371964" y="149261"/>
                  </a:moveTo>
                  <a:lnTo>
                    <a:pt x="2315473" y="178797"/>
                  </a:lnTo>
                  <a:lnTo>
                    <a:pt x="2263192" y="236441"/>
                  </a:lnTo>
                  <a:close/>
                  <a:moveTo>
                    <a:pt x="2424386" y="156399"/>
                  </a:moveTo>
                  <a:lnTo>
                    <a:pt x="2339371" y="164922"/>
                  </a:lnTo>
                  <a:lnTo>
                    <a:pt x="2450846" y="165532"/>
                  </a:lnTo>
                  <a:close/>
                  <a:moveTo>
                    <a:pt x="2339371" y="164922"/>
                  </a:moveTo>
                  <a:lnTo>
                    <a:pt x="2371964" y="149261"/>
                  </a:lnTo>
                  <a:lnTo>
                    <a:pt x="2450846" y="165532"/>
                  </a:lnTo>
                  <a:close/>
                  <a:moveTo>
                    <a:pt x="2510423" y="147044"/>
                  </a:moveTo>
                  <a:lnTo>
                    <a:pt x="2424386" y="156399"/>
                  </a:lnTo>
                  <a:lnTo>
                    <a:pt x="2526614" y="170157"/>
                  </a:lnTo>
                  <a:close/>
                  <a:moveTo>
                    <a:pt x="2424386" y="156399"/>
                  </a:moveTo>
                  <a:lnTo>
                    <a:pt x="2450846" y="165532"/>
                  </a:lnTo>
                  <a:lnTo>
                    <a:pt x="2526614" y="170157"/>
                  </a:lnTo>
                  <a:close/>
                  <a:moveTo>
                    <a:pt x="2227141" y="95480"/>
                  </a:moveTo>
                  <a:lnTo>
                    <a:pt x="2329214" y="73088"/>
                  </a:lnTo>
                  <a:lnTo>
                    <a:pt x="2295997" y="0"/>
                  </a:lnTo>
                  <a:close/>
                  <a:moveTo>
                    <a:pt x="2640419" y="469221"/>
                  </a:moveTo>
                  <a:lnTo>
                    <a:pt x="2704264" y="550508"/>
                  </a:lnTo>
                  <a:lnTo>
                    <a:pt x="2684179" y="466745"/>
                  </a:lnTo>
                  <a:close/>
                  <a:moveTo>
                    <a:pt x="2704264" y="550508"/>
                  </a:moveTo>
                  <a:lnTo>
                    <a:pt x="2799984" y="533282"/>
                  </a:lnTo>
                  <a:lnTo>
                    <a:pt x="2786732" y="443964"/>
                  </a:lnTo>
                  <a:close/>
                  <a:moveTo>
                    <a:pt x="2704264" y="550508"/>
                  </a:moveTo>
                  <a:lnTo>
                    <a:pt x="2786732" y="443964"/>
                  </a:lnTo>
                  <a:lnTo>
                    <a:pt x="2684179" y="466745"/>
                  </a:lnTo>
                  <a:close/>
                  <a:moveTo>
                    <a:pt x="2786732" y="443964"/>
                  </a:moveTo>
                  <a:lnTo>
                    <a:pt x="2745058" y="377750"/>
                  </a:lnTo>
                  <a:lnTo>
                    <a:pt x="2684179" y="466745"/>
                  </a:lnTo>
                  <a:close/>
                  <a:moveTo>
                    <a:pt x="2786732" y="443964"/>
                  </a:moveTo>
                  <a:lnTo>
                    <a:pt x="2822873" y="375080"/>
                  </a:lnTo>
                  <a:lnTo>
                    <a:pt x="2745058" y="377750"/>
                  </a:lnTo>
                  <a:close/>
                </a:path>
              </a:pathLst>
            </a:custGeom>
            <a:solidFill>
              <a:srgbClr val="E3E8EC"/>
            </a:solidFill>
            <a:ln w="1524">
              <a:solidFill>
                <a:srgbClr val="E3E8EC"/>
              </a:solidFill>
            </a:ln>
          </p:spPr>
        </p:sp>
        <p:sp>
          <p:nvSpPr>
            <p:cNvPr id="2132" name="Candidate_density__2131">
              <a:extLst>
                <a:ext uri="{FF2B5EF4-FFF2-40B4-BE49-F238E27FC236}">
                  <a16:creationId xmlns:a16="http://schemas.microsoft.com/office/drawing/2014/main" id="{BDB3D75A-4D83-321B-F4A1-138D35947557}"/>
                </a:ext>
              </a:extLst>
            </p:cNvPr>
            <p:cNvSpPr>
              <a:spLocks noGrp="1"/>
            </p:cNvSpPr>
            <p:nvPr/>
          </p:nvSpPr>
          <p:spPr>
            <a:xfrm>
              <a:off x="3628835" y="1612046"/>
              <a:ext cx="2600948" cy="2109222"/>
            </a:xfrm>
            <a:custGeom>
              <a:avLst/>
              <a:gdLst/>
              <a:ahLst/>
              <a:cxnLst/>
              <a:rect l="0" t="0" r="0" b="0"/>
              <a:pathLst>
                <a:path w="2600948" h="2109222">
                  <a:moveTo>
                    <a:pt x="600867" y="2021665"/>
                  </a:moveTo>
                  <a:lnTo>
                    <a:pt x="620437" y="2103880"/>
                  </a:lnTo>
                  <a:lnTo>
                    <a:pt x="713529" y="2065443"/>
                  </a:lnTo>
                  <a:close/>
                  <a:moveTo>
                    <a:pt x="600867" y="2021665"/>
                  </a:moveTo>
                  <a:lnTo>
                    <a:pt x="713529" y="2065443"/>
                  </a:lnTo>
                  <a:lnTo>
                    <a:pt x="711301" y="1983228"/>
                  </a:lnTo>
                  <a:close/>
                  <a:moveTo>
                    <a:pt x="240304" y="1572153"/>
                  </a:moveTo>
                  <a:lnTo>
                    <a:pt x="291903" y="1521888"/>
                  </a:lnTo>
                  <a:lnTo>
                    <a:pt x="227928" y="1574501"/>
                  </a:lnTo>
                  <a:close/>
                  <a:moveTo>
                    <a:pt x="270302" y="1500551"/>
                  </a:moveTo>
                  <a:lnTo>
                    <a:pt x="291903" y="1521888"/>
                  </a:lnTo>
                  <a:lnTo>
                    <a:pt x="362522" y="1507261"/>
                  </a:lnTo>
                  <a:close/>
                  <a:moveTo>
                    <a:pt x="400191" y="1555638"/>
                  </a:moveTo>
                  <a:lnTo>
                    <a:pt x="506582" y="1552017"/>
                  </a:lnTo>
                  <a:lnTo>
                    <a:pt x="484040" y="1533717"/>
                  </a:lnTo>
                  <a:close/>
                  <a:moveTo>
                    <a:pt x="291903" y="1521888"/>
                  </a:moveTo>
                  <a:lnTo>
                    <a:pt x="240304" y="1572153"/>
                  </a:lnTo>
                  <a:lnTo>
                    <a:pt x="320782" y="1559605"/>
                  </a:lnTo>
                  <a:close/>
                  <a:moveTo>
                    <a:pt x="320782" y="1559605"/>
                  </a:moveTo>
                  <a:lnTo>
                    <a:pt x="362522" y="1507261"/>
                  </a:lnTo>
                  <a:lnTo>
                    <a:pt x="291903" y="1521888"/>
                  </a:lnTo>
                  <a:close/>
                  <a:moveTo>
                    <a:pt x="320782" y="1559605"/>
                  </a:moveTo>
                  <a:lnTo>
                    <a:pt x="400191" y="1555638"/>
                  </a:lnTo>
                  <a:lnTo>
                    <a:pt x="362522" y="1507261"/>
                  </a:lnTo>
                  <a:close/>
                  <a:moveTo>
                    <a:pt x="491127" y="1494233"/>
                  </a:moveTo>
                  <a:lnTo>
                    <a:pt x="362522" y="1507261"/>
                  </a:lnTo>
                  <a:lnTo>
                    <a:pt x="484040" y="1533717"/>
                  </a:lnTo>
                  <a:close/>
                  <a:moveTo>
                    <a:pt x="484040" y="1533717"/>
                  </a:moveTo>
                  <a:lnTo>
                    <a:pt x="362522" y="1507261"/>
                  </a:lnTo>
                  <a:lnTo>
                    <a:pt x="400191" y="1555638"/>
                  </a:lnTo>
                  <a:close/>
                  <a:moveTo>
                    <a:pt x="901009" y="2027007"/>
                  </a:moveTo>
                  <a:lnTo>
                    <a:pt x="922428" y="2109222"/>
                  </a:lnTo>
                  <a:lnTo>
                    <a:pt x="954070" y="1988571"/>
                  </a:lnTo>
                  <a:close/>
                  <a:moveTo>
                    <a:pt x="954070" y="1988571"/>
                  </a:moveTo>
                  <a:lnTo>
                    <a:pt x="924440" y="1906356"/>
                  </a:lnTo>
                  <a:lnTo>
                    <a:pt x="901009" y="2027007"/>
                  </a:lnTo>
                  <a:close/>
                  <a:moveTo>
                    <a:pt x="669580" y="1495280"/>
                  </a:moveTo>
                  <a:lnTo>
                    <a:pt x="600836" y="1615932"/>
                  </a:lnTo>
                  <a:lnTo>
                    <a:pt x="675201" y="1577495"/>
                  </a:lnTo>
                  <a:close/>
                  <a:moveTo>
                    <a:pt x="491127" y="1494233"/>
                  </a:moveTo>
                  <a:lnTo>
                    <a:pt x="484040" y="1533717"/>
                  </a:lnTo>
                  <a:lnTo>
                    <a:pt x="514559" y="1523252"/>
                  </a:lnTo>
                  <a:close/>
                  <a:moveTo>
                    <a:pt x="514559" y="1523252"/>
                  </a:moveTo>
                  <a:lnTo>
                    <a:pt x="495156" y="1451501"/>
                  </a:lnTo>
                  <a:lnTo>
                    <a:pt x="491127" y="1494233"/>
                  </a:lnTo>
                  <a:close/>
                  <a:moveTo>
                    <a:pt x="278038" y="1166420"/>
                  </a:moveTo>
                  <a:lnTo>
                    <a:pt x="291792" y="1091068"/>
                  </a:lnTo>
                  <a:lnTo>
                    <a:pt x="286137" y="1087310"/>
                  </a:lnTo>
                  <a:close/>
                  <a:moveTo>
                    <a:pt x="209070" y="1189464"/>
                  </a:moveTo>
                  <a:lnTo>
                    <a:pt x="278038" y="1166420"/>
                  </a:lnTo>
                  <a:lnTo>
                    <a:pt x="286137" y="1087310"/>
                  </a:lnTo>
                  <a:close/>
                  <a:moveTo>
                    <a:pt x="286137" y="1087310"/>
                  </a:moveTo>
                  <a:lnTo>
                    <a:pt x="292694" y="1084204"/>
                  </a:lnTo>
                  <a:lnTo>
                    <a:pt x="288577" y="1079046"/>
                  </a:lnTo>
                  <a:close/>
                  <a:moveTo>
                    <a:pt x="271849" y="1084204"/>
                  </a:moveTo>
                  <a:lnTo>
                    <a:pt x="286137" y="1087310"/>
                  </a:lnTo>
                  <a:lnTo>
                    <a:pt x="288577" y="1079046"/>
                  </a:lnTo>
                  <a:close/>
                  <a:moveTo>
                    <a:pt x="286137" y="1087310"/>
                  </a:moveTo>
                  <a:lnTo>
                    <a:pt x="291792" y="1091068"/>
                  </a:lnTo>
                  <a:lnTo>
                    <a:pt x="292694" y="1084204"/>
                  </a:lnTo>
                  <a:close/>
                  <a:moveTo>
                    <a:pt x="44543" y="919774"/>
                  </a:moveTo>
                  <a:lnTo>
                    <a:pt x="70966" y="837559"/>
                  </a:lnTo>
                  <a:lnTo>
                    <a:pt x="0" y="958211"/>
                  </a:lnTo>
                  <a:close/>
                  <a:moveTo>
                    <a:pt x="73868" y="833600"/>
                  </a:moveTo>
                  <a:lnTo>
                    <a:pt x="68902" y="842457"/>
                  </a:lnTo>
                  <a:lnTo>
                    <a:pt x="70966" y="837559"/>
                  </a:lnTo>
                  <a:close/>
                  <a:moveTo>
                    <a:pt x="924440" y="1906356"/>
                  </a:moveTo>
                  <a:lnTo>
                    <a:pt x="998461" y="1972769"/>
                  </a:lnTo>
                  <a:lnTo>
                    <a:pt x="983481" y="1884855"/>
                  </a:lnTo>
                  <a:close/>
                  <a:moveTo>
                    <a:pt x="1059917" y="1867918"/>
                  </a:moveTo>
                  <a:lnTo>
                    <a:pt x="1017547" y="1785704"/>
                  </a:lnTo>
                  <a:lnTo>
                    <a:pt x="983481" y="1884855"/>
                  </a:lnTo>
                  <a:close/>
                  <a:moveTo>
                    <a:pt x="1017547" y="1785704"/>
                  </a:moveTo>
                  <a:lnTo>
                    <a:pt x="963798" y="1800765"/>
                  </a:lnTo>
                  <a:lnTo>
                    <a:pt x="983481" y="1884855"/>
                  </a:lnTo>
                  <a:close/>
                  <a:moveTo>
                    <a:pt x="1017547" y="1785704"/>
                  </a:moveTo>
                  <a:lnTo>
                    <a:pt x="991958" y="1703489"/>
                  </a:lnTo>
                  <a:lnTo>
                    <a:pt x="963798" y="1800765"/>
                  </a:lnTo>
                  <a:close/>
                  <a:moveTo>
                    <a:pt x="991958" y="1703489"/>
                  </a:moveTo>
                  <a:lnTo>
                    <a:pt x="933158" y="1725583"/>
                  </a:lnTo>
                  <a:lnTo>
                    <a:pt x="963798" y="1800765"/>
                  </a:lnTo>
                  <a:close/>
                  <a:moveTo>
                    <a:pt x="349211" y="1136124"/>
                  </a:moveTo>
                  <a:lnTo>
                    <a:pt x="291792" y="1091068"/>
                  </a:lnTo>
                  <a:lnTo>
                    <a:pt x="278038" y="1166420"/>
                  </a:lnTo>
                  <a:close/>
                  <a:moveTo>
                    <a:pt x="291792" y="1091068"/>
                  </a:moveTo>
                  <a:lnTo>
                    <a:pt x="349211" y="1136124"/>
                  </a:lnTo>
                  <a:lnTo>
                    <a:pt x="292694" y="1084204"/>
                  </a:lnTo>
                  <a:close/>
                  <a:moveTo>
                    <a:pt x="292694" y="1084204"/>
                  </a:moveTo>
                  <a:lnTo>
                    <a:pt x="349211" y="1136124"/>
                  </a:lnTo>
                  <a:lnTo>
                    <a:pt x="378649" y="1127983"/>
                  </a:lnTo>
                  <a:close/>
                  <a:moveTo>
                    <a:pt x="292694" y="1084204"/>
                  </a:moveTo>
                  <a:lnTo>
                    <a:pt x="378649" y="1127983"/>
                  </a:lnTo>
                  <a:lnTo>
                    <a:pt x="369198" y="1045768"/>
                  </a:lnTo>
                  <a:close/>
                  <a:moveTo>
                    <a:pt x="328375" y="963553"/>
                  </a:moveTo>
                  <a:lnTo>
                    <a:pt x="292694" y="1084204"/>
                  </a:lnTo>
                  <a:lnTo>
                    <a:pt x="369198" y="1045768"/>
                  </a:lnTo>
                  <a:close/>
                  <a:moveTo>
                    <a:pt x="70966" y="837559"/>
                  </a:moveTo>
                  <a:lnTo>
                    <a:pt x="143654" y="881777"/>
                  </a:lnTo>
                  <a:lnTo>
                    <a:pt x="81993" y="831815"/>
                  </a:lnTo>
                  <a:close/>
                  <a:moveTo>
                    <a:pt x="73868" y="833600"/>
                  </a:moveTo>
                  <a:lnTo>
                    <a:pt x="70966" y="837559"/>
                  </a:lnTo>
                  <a:lnTo>
                    <a:pt x="81993" y="831815"/>
                  </a:lnTo>
                  <a:close/>
                  <a:moveTo>
                    <a:pt x="186549" y="761034"/>
                  </a:moveTo>
                  <a:lnTo>
                    <a:pt x="81993" y="831815"/>
                  </a:lnTo>
                  <a:lnTo>
                    <a:pt x="144583" y="799123"/>
                  </a:lnTo>
                  <a:close/>
                  <a:moveTo>
                    <a:pt x="73868" y="833600"/>
                  </a:moveTo>
                  <a:lnTo>
                    <a:pt x="81993" y="831815"/>
                  </a:lnTo>
                  <a:lnTo>
                    <a:pt x="186549" y="761034"/>
                  </a:lnTo>
                  <a:close/>
                  <a:moveTo>
                    <a:pt x="1017547" y="1785704"/>
                  </a:moveTo>
                  <a:lnTo>
                    <a:pt x="1087424" y="1860943"/>
                  </a:lnTo>
                  <a:lnTo>
                    <a:pt x="1076560" y="1769683"/>
                  </a:lnTo>
                  <a:close/>
                  <a:moveTo>
                    <a:pt x="1017547" y="1785704"/>
                  </a:moveTo>
                  <a:lnTo>
                    <a:pt x="1059917" y="1867918"/>
                  </a:lnTo>
                  <a:lnTo>
                    <a:pt x="1087424" y="1860943"/>
                  </a:lnTo>
                  <a:close/>
                  <a:moveTo>
                    <a:pt x="1087424" y="1860943"/>
                  </a:moveTo>
                  <a:lnTo>
                    <a:pt x="1176388" y="1749118"/>
                  </a:lnTo>
                  <a:lnTo>
                    <a:pt x="1076560" y="1769683"/>
                  </a:lnTo>
                  <a:close/>
                  <a:moveTo>
                    <a:pt x="991958" y="1703489"/>
                  </a:moveTo>
                  <a:lnTo>
                    <a:pt x="1076560" y="1769683"/>
                  </a:lnTo>
                  <a:lnTo>
                    <a:pt x="1054264" y="1687718"/>
                  </a:lnTo>
                  <a:close/>
                  <a:moveTo>
                    <a:pt x="991958" y="1703489"/>
                  </a:moveTo>
                  <a:lnTo>
                    <a:pt x="1017547" y="1785704"/>
                  </a:lnTo>
                  <a:lnTo>
                    <a:pt x="1076560" y="1769683"/>
                  </a:lnTo>
                  <a:close/>
                  <a:moveTo>
                    <a:pt x="731320" y="1404556"/>
                  </a:moveTo>
                  <a:lnTo>
                    <a:pt x="774712" y="1351587"/>
                  </a:lnTo>
                  <a:lnTo>
                    <a:pt x="792417" y="1374628"/>
                  </a:lnTo>
                  <a:close/>
                  <a:moveTo>
                    <a:pt x="723637" y="1274274"/>
                  </a:moveTo>
                  <a:lnTo>
                    <a:pt x="711281" y="1329634"/>
                  </a:lnTo>
                  <a:lnTo>
                    <a:pt x="795137" y="1253977"/>
                  </a:lnTo>
                  <a:close/>
                  <a:moveTo>
                    <a:pt x="186549" y="761034"/>
                  </a:moveTo>
                  <a:lnTo>
                    <a:pt x="144583" y="799123"/>
                  </a:lnTo>
                  <a:lnTo>
                    <a:pt x="225150" y="776023"/>
                  </a:lnTo>
                  <a:close/>
                  <a:moveTo>
                    <a:pt x="225150" y="776023"/>
                  </a:moveTo>
                  <a:lnTo>
                    <a:pt x="253407" y="732349"/>
                  </a:lnTo>
                  <a:lnTo>
                    <a:pt x="186549" y="761034"/>
                  </a:lnTo>
                  <a:close/>
                  <a:moveTo>
                    <a:pt x="225150" y="776023"/>
                  </a:moveTo>
                  <a:lnTo>
                    <a:pt x="313220" y="765015"/>
                  </a:lnTo>
                  <a:lnTo>
                    <a:pt x="253407" y="732349"/>
                  </a:lnTo>
                  <a:close/>
                  <a:moveTo>
                    <a:pt x="888049" y="1301295"/>
                  </a:moveTo>
                  <a:lnTo>
                    <a:pt x="781734" y="1336192"/>
                  </a:lnTo>
                  <a:lnTo>
                    <a:pt x="898455" y="1320387"/>
                  </a:lnTo>
                  <a:close/>
                  <a:moveTo>
                    <a:pt x="795137" y="1253977"/>
                  </a:moveTo>
                  <a:lnTo>
                    <a:pt x="781734" y="1336192"/>
                  </a:lnTo>
                  <a:lnTo>
                    <a:pt x="888049" y="1301295"/>
                  </a:lnTo>
                  <a:close/>
                  <a:moveTo>
                    <a:pt x="1293904" y="1684273"/>
                  </a:moveTo>
                  <a:lnTo>
                    <a:pt x="1253745" y="1746820"/>
                  </a:lnTo>
                  <a:lnTo>
                    <a:pt x="1267305" y="1708831"/>
                  </a:lnTo>
                  <a:close/>
                  <a:moveTo>
                    <a:pt x="1320457" y="1692584"/>
                  </a:moveTo>
                  <a:lnTo>
                    <a:pt x="1267305" y="1708831"/>
                  </a:lnTo>
                  <a:lnTo>
                    <a:pt x="1353485" y="1691829"/>
                  </a:lnTo>
                  <a:close/>
                  <a:moveTo>
                    <a:pt x="1293904" y="1684273"/>
                  </a:moveTo>
                  <a:lnTo>
                    <a:pt x="1267305" y="1708831"/>
                  </a:lnTo>
                  <a:lnTo>
                    <a:pt x="1320457" y="1692584"/>
                  </a:lnTo>
                  <a:close/>
                  <a:moveTo>
                    <a:pt x="1417080" y="1650946"/>
                  </a:moveTo>
                  <a:lnTo>
                    <a:pt x="1320457" y="1692584"/>
                  </a:lnTo>
                  <a:lnTo>
                    <a:pt x="1396953" y="1670394"/>
                  </a:lnTo>
                  <a:close/>
                  <a:moveTo>
                    <a:pt x="1293904" y="1684273"/>
                  </a:moveTo>
                  <a:lnTo>
                    <a:pt x="1320457" y="1692584"/>
                  </a:lnTo>
                  <a:lnTo>
                    <a:pt x="1417080" y="1650946"/>
                  </a:lnTo>
                  <a:close/>
                  <a:moveTo>
                    <a:pt x="1356862" y="1641002"/>
                  </a:moveTo>
                  <a:lnTo>
                    <a:pt x="1293904" y="1684273"/>
                  </a:lnTo>
                  <a:lnTo>
                    <a:pt x="1417080" y="1650946"/>
                  </a:lnTo>
                  <a:close/>
                  <a:moveTo>
                    <a:pt x="1417080" y="1650946"/>
                  </a:moveTo>
                  <a:lnTo>
                    <a:pt x="1396953" y="1670394"/>
                  </a:lnTo>
                  <a:lnTo>
                    <a:pt x="1450509" y="1647446"/>
                  </a:lnTo>
                  <a:close/>
                  <a:moveTo>
                    <a:pt x="1417080" y="1650946"/>
                  </a:moveTo>
                  <a:lnTo>
                    <a:pt x="1450509" y="1647446"/>
                  </a:lnTo>
                  <a:lnTo>
                    <a:pt x="1443646" y="1588179"/>
                  </a:lnTo>
                  <a:close/>
                  <a:moveTo>
                    <a:pt x="1443646" y="1588179"/>
                  </a:moveTo>
                  <a:lnTo>
                    <a:pt x="1450509" y="1647446"/>
                  </a:lnTo>
                  <a:lnTo>
                    <a:pt x="1484257" y="1631958"/>
                  </a:lnTo>
                  <a:close/>
                  <a:moveTo>
                    <a:pt x="1107647" y="1243949"/>
                  </a:moveTo>
                  <a:lnTo>
                    <a:pt x="1185758" y="1140947"/>
                  </a:lnTo>
                  <a:lnTo>
                    <a:pt x="1081336" y="1165248"/>
                  </a:lnTo>
                  <a:close/>
                  <a:moveTo>
                    <a:pt x="1181066" y="1110641"/>
                  </a:moveTo>
                  <a:lnTo>
                    <a:pt x="1185758" y="1140947"/>
                  </a:lnTo>
                  <a:lnTo>
                    <a:pt x="1193545" y="1138668"/>
                  </a:lnTo>
                  <a:close/>
                  <a:moveTo>
                    <a:pt x="1185625" y="912484"/>
                  </a:moveTo>
                  <a:lnTo>
                    <a:pt x="1097641" y="974237"/>
                  </a:lnTo>
                  <a:lnTo>
                    <a:pt x="1153888" y="935801"/>
                  </a:lnTo>
                  <a:close/>
                  <a:moveTo>
                    <a:pt x="1185625" y="912484"/>
                  </a:moveTo>
                  <a:lnTo>
                    <a:pt x="1128597" y="914471"/>
                  </a:lnTo>
                  <a:lnTo>
                    <a:pt x="1097641" y="974237"/>
                  </a:lnTo>
                  <a:close/>
                  <a:moveTo>
                    <a:pt x="1185625" y="912484"/>
                  </a:moveTo>
                  <a:lnTo>
                    <a:pt x="1153888" y="935801"/>
                  </a:lnTo>
                  <a:lnTo>
                    <a:pt x="1210237" y="920861"/>
                  </a:lnTo>
                  <a:close/>
                  <a:moveTo>
                    <a:pt x="1276926" y="827144"/>
                  </a:moveTo>
                  <a:lnTo>
                    <a:pt x="1208401" y="853586"/>
                  </a:lnTo>
                  <a:lnTo>
                    <a:pt x="1298037" y="838915"/>
                  </a:lnTo>
                  <a:close/>
                  <a:moveTo>
                    <a:pt x="1208401" y="853586"/>
                  </a:moveTo>
                  <a:lnTo>
                    <a:pt x="1185625" y="912484"/>
                  </a:lnTo>
                  <a:lnTo>
                    <a:pt x="1298037" y="838915"/>
                  </a:lnTo>
                  <a:close/>
                  <a:moveTo>
                    <a:pt x="1298037" y="838915"/>
                  </a:moveTo>
                  <a:lnTo>
                    <a:pt x="1185625" y="912484"/>
                  </a:lnTo>
                  <a:lnTo>
                    <a:pt x="1267007" y="897364"/>
                  </a:lnTo>
                  <a:close/>
                  <a:moveTo>
                    <a:pt x="1267007" y="897364"/>
                  </a:moveTo>
                  <a:lnTo>
                    <a:pt x="1185625" y="912484"/>
                  </a:lnTo>
                  <a:lnTo>
                    <a:pt x="1210237" y="920861"/>
                  </a:lnTo>
                  <a:close/>
                  <a:moveTo>
                    <a:pt x="1276926" y="827144"/>
                  </a:moveTo>
                  <a:lnTo>
                    <a:pt x="1298037" y="838915"/>
                  </a:lnTo>
                  <a:lnTo>
                    <a:pt x="1347671" y="815149"/>
                  </a:lnTo>
                  <a:close/>
                  <a:moveTo>
                    <a:pt x="1298037" y="838915"/>
                  </a:moveTo>
                  <a:lnTo>
                    <a:pt x="1267007" y="897364"/>
                  </a:lnTo>
                  <a:lnTo>
                    <a:pt x="1345795" y="871247"/>
                  </a:lnTo>
                  <a:close/>
                  <a:moveTo>
                    <a:pt x="1345795" y="871247"/>
                  </a:moveTo>
                  <a:lnTo>
                    <a:pt x="1347671" y="815149"/>
                  </a:lnTo>
                  <a:lnTo>
                    <a:pt x="1298037" y="838915"/>
                  </a:lnTo>
                  <a:close/>
                  <a:moveTo>
                    <a:pt x="2009916" y="1434434"/>
                  </a:moveTo>
                  <a:lnTo>
                    <a:pt x="2092604" y="1478212"/>
                  </a:lnTo>
                  <a:lnTo>
                    <a:pt x="2048306" y="1395997"/>
                  </a:lnTo>
                  <a:close/>
                  <a:moveTo>
                    <a:pt x="2071644" y="1350296"/>
                  </a:moveTo>
                  <a:lnTo>
                    <a:pt x="2009916" y="1434434"/>
                  </a:lnTo>
                  <a:lnTo>
                    <a:pt x="2048306" y="1395997"/>
                  </a:lnTo>
                  <a:close/>
                  <a:moveTo>
                    <a:pt x="1484809" y="694497"/>
                  </a:moveTo>
                  <a:lnTo>
                    <a:pt x="1556919" y="738277"/>
                  </a:lnTo>
                  <a:lnTo>
                    <a:pt x="1536667" y="656061"/>
                  </a:lnTo>
                  <a:close/>
                  <a:moveTo>
                    <a:pt x="2048306" y="1395997"/>
                  </a:moveTo>
                  <a:lnTo>
                    <a:pt x="2116647" y="1469440"/>
                  </a:lnTo>
                  <a:lnTo>
                    <a:pt x="2109502" y="1375157"/>
                  </a:lnTo>
                  <a:close/>
                  <a:moveTo>
                    <a:pt x="2071644" y="1350296"/>
                  </a:moveTo>
                  <a:lnTo>
                    <a:pt x="2048306" y="1395997"/>
                  </a:lnTo>
                  <a:lnTo>
                    <a:pt x="2109502" y="1375157"/>
                  </a:lnTo>
                  <a:close/>
                  <a:moveTo>
                    <a:pt x="1536667" y="656061"/>
                  </a:moveTo>
                  <a:lnTo>
                    <a:pt x="1556919" y="738277"/>
                  </a:lnTo>
                  <a:lnTo>
                    <a:pt x="1594044" y="699840"/>
                  </a:lnTo>
                  <a:close/>
                  <a:moveTo>
                    <a:pt x="1536667" y="656061"/>
                  </a:moveTo>
                  <a:lnTo>
                    <a:pt x="1594044" y="699840"/>
                  </a:lnTo>
                  <a:lnTo>
                    <a:pt x="1582841" y="617625"/>
                  </a:lnTo>
                  <a:close/>
                  <a:moveTo>
                    <a:pt x="1519067" y="573846"/>
                  </a:moveTo>
                  <a:lnTo>
                    <a:pt x="1536667" y="656061"/>
                  </a:lnTo>
                  <a:lnTo>
                    <a:pt x="1582841" y="617625"/>
                  </a:lnTo>
                  <a:close/>
                  <a:moveTo>
                    <a:pt x="1519067" y="573846"/>
                  </a:moveTo>
                  <a:lnTo>
                    <a:pt x="1582841" y="617625"/>
                  </a:lnTo>
                  <a:lnTo>
                    <a:pt x="1559557" y="535410"/>
                  </a:lnTo>
                  <a:close/>
                  <a:moveTo>
                    <a:pt x="1499659" y="491631"/>
                  </a:moveTo>
                  <a:lnTo>
                    <a:pt x="1559557" y="535410"/>
                  </a:lnTo>
                  <a:lnTo>
                    <a:pt x="1524497" y="453195"/>
                  </a:lnTo>
                  <a:close/>
                  <a:moveTo>
                    <a:pt x="1559557" y="535410"/>
                  </a:moveTo>
                  <a:lnTo>
                    <a:pt x="1582841" y="617625"/>
                  </a:lnTo>
                  <a:lnTo>
                    <a:pt x="1680404" y="579188"/>
                  </a:lnTo>
                  <a:close/>
                  <a:moveTo>
                    <a:pt x="1559557" y="535410"/>
                  </a:moveTo>
                  <a:lnTo>
                    <a:pt x="1680404" y="579188"/>
                  </a:lnTo>
                  <a:lnTo>
                    <a:pt x="1643059" y="496973"/>
                  </a:lnTo>
                  <a:close/>
                  <a:moveTo>
                    <a:pt x="1524497" y="453195"/>
                  </a:moveTo>
                  <a:lnTo>
                    <a:pt x="1559557" y="535410"/>
                  </a:lnTo>
                  <a:lnTo>
                    <a:pt x="1643059" y="496973"/>
                  </a:lnTo>
                  <a:close/>
                  <a:moveTo>
                    <a:pt x="1524497" y="453195"/>
                  </a:moveTo>
                  <a:lnTo>
                    <a:pt x="1643059" y="496973"/>
                  </a:lnTo>
                  <a:lnTo>
                    <a:pt x="1590969" y="414758"/>
                  </a:lnTo>
                  <a:close/>
                  <a:moveTo>
                    <a:pt x="1517474" y="370979"/>
                  </a:moveTo>
                  <a:lnTo>
                    <a:pt x="1524497" y="453195"/>
                  </a:lnTo>
                  <a:lnTo>
                    <a:pt x="1590969" y="414758"/>
                  </a:lnTo>
                  <a:close/>
                  <a:moveTo>
                    <a:pt x="1517474" y="370979"/>
                  </a:moveTo>
                  <a:lnTo>
                    <a:pt x="1590969" y="414758"/>
                  </a:lnTo>
                  <a:lnTo>
                    <a:pt x="1577980" y="332543"/>
                  </a:lnTo>
                  <a:close/>
                  <a:moveTo>
                    <a:pt x="1604831" y="289183"/>
                  </a:moveTo>
                  <a:lnTo>
                    <a:pt x="1517474" y="370979"/>
                  </a:lnTo>
                  <a:lnTo>
                    <a:pt x="1577980" y="332543"/>
                  </a:lnTo>
                  <a:close/>
                  <a:moveTo>
                    <a:pt x="1577980" y="332543"/>
                  </a:moveTo>
                  <a:lnTo>
                    <a:pt x="1680649" y="357453"/>
                  </a:lnTo>
                  <a:lnTo>
                    <a:pt x="1652135" y="303513"/>
                  </a:lnTo>
                  <a:close/>
                  <a:moveTo>
                    <a:pt x="1590969" y="414758"/>
                  </a:moveTo>
                  <a:lnTo>
                    <a:pt x="1680144" y="376322"/>
                  </a:lnTo>
                  <a:lnTo>
                    <a:pt x="1577980" y="332543"/>
                  </a:lnTo>
                  <a:close/>
                  <a:moveTo>
                    <a:pt x="1604831" y="289183"/>
                  </a:moveTo>
                  <a:lnTo>
                    <a:pt x="1577980" y="332543"/>
                  </a:lnTo>
                  <a:lnTo>
                    <a:pt x="1652135" y="303513"/>
                  </a:lnTo>
                  <a:close/>
                  <a:moveTo>
                    <a:pt x="1726922" y="251800"/>
                  </a:moveTo>
                  <a:lnTo>
                    <a:pt x="1652135" y="303513"/>
                  </a:lnTo>
                  <a:lnTo>
                    <a:pt x="1684387" y="294106"/>
                  </a:lnTo>
                  <a:close/>
                  <a:moveTo>
                    <a:pt x="1604831" y="289183"/>
                  </a:moveTo>
                  <a:lnTo>
                    <a:pt x="1652135" y="303513"/>
                  </a:lnTo>
                  <a:lnTo>
                    <a:pt x="1726922" y="251800"/>
                  </a:lnTo>
                  <a:close/>
                  <a:moveTo>
                    <a:pt x="1652135" y="303513"/>
                  </a:moveTo>
                  <a:lnTo>
                    <a:pt x="1680649" y="357453"/>
                  </a:lnTo>
                  <a:lnTo>
                    <a:pt x="1684387" y="294106"/>
                  </a:lnTo>
                  <a:close/>
                  <a:moveTo>
                    <a:pt x="2200721" y="761037"/>
                  </a:moveTo>
                  <a:lnTo>
                    <a:pt x="2233215" y="814914"/>
                  </a:lnTo>
                  <a:lnTo>
                    <a:pt x="2282426" y="748961"/>
                  </a:lnTo>
                  <a:close/>
                  <a:moveTo>
                    <a:pt x="1783198" y="247005"/>
                  </a:moveTo>
                  <a:lnTo>
                    <a:pt x="1726922" y="251800"/>
                  </a:lnTo>
                  <a:lnTo>
                    <a:pt x="1684387" y="294106"/>
                  </a:lnTo>
                  <a:close/>
                  <a:moveTo>
                    <a:pt x="1845811" y="202446"/>
                  </a:moveTo>
                  <a:lnTo>
                    <a:pt x="1775539" y="211891"/>
                  </a:lnTo>
                  <a:lnTo>
                    <a:pt x="1726922" y="251800"/>
                  </a:lnTo>
                  <a:close/>
                  <a:moveTo>
                    <a:pt x="1845811" y="202446"/>
                  </a:moveTo>
                  <a:lnTo>
                    <a:pt x="1726922" y="251800"/>
                  </a:lnTo>
                  <a:lnTo>
                    <a:pt x="1783198" y="247005"/>
                  </a:lnTo>
                  <a:close/>
                  <a:moveTo>
                    <a:pt x="1828185" y="181480"/>
                  </a:moveTo>
                  <a:lnTo>
                    <a:pt x="1845811" y="202446"/>
                  </a:lnTo>
                  <a:lnTo>
                    <a:pt x="1839746" y="173455"/>
                  </a:lnTo>
                  <a:close/>
                  <a:moveTo>
                    <a:pt x="1791923" y="250460"/>
                  </a:moveTo>
                  <a:lnTo>
                    <a:pt x="1845811" y="202446"/>
                  </a:lnTo>
                  <a:lnTo>
                    <a:pt x="1783198" y="247005"/>
                  </a:lnTo>
                  <a:close/>
                  <a:moveTo>
                    <a:pt x="1791923" y="250460"/>
                  </a:moveTo>
                  <a:lnTo>
                    <a:pt x="1869572" y="247926"/>
                  </a:lnTo>
                  <a:lnTo>
                    <a:pt x="1845811" y="202446"/>
                  </a:lnTo>
                  <a:close/>
                  <a:moveTo>
                    <a:pt x="1869572" y="247926"/>
                  </a:moveTo>
                  <a:lnTo>
                    <a:pt x="1977986" y="202770"/>
                  </a:lnTo>
                  <a:lnTo>
                    <a:pt x="1839746" y="173455"/>
                  </a:lnTo>
                  <a:close/>
                  <a:moveTo>
                    <a:pt x="1839746" y="173455"/>
                  </a:moveTo>
                  <a:lnTo>
                    <a:pt x="1977986" y="202770"/>
                  </a:lnTo>
                  <a:lnTo>
                    <a:pt x="1916243" y="135019"/>
                  </a:lnTo>
                  <a:close/>
                  <a:moveTo>
                    <a:pt x="1839746" y="173455"/>
                  </a:moveTo>
                  <a:lnTo>
                    <a:pt x="1845811" y="202446"/>
                  </a:lnTo>
                  <a:lnTo>
                    <a:pt x="1869572" y="247926"/>
                  </a:lnTo>
                  <a:close/>
                  <a:moveTo>
                    <a:pt x="1834794" y="91240"/>
                  </a:moveTo>
                  <a:lnTo>
                    <a:pt x="1839746" y="173455"/>
                  </a:lnTo>
                  <a:lnTo>
                    <a:pt x="1916243" y="135019"/>
                  </a:lnTo>
                  <a:close/>
                  <a:moveTo>
                    <a:pt x="1834794" y="91240"/>
                  </a:moveTo>
                  <a:lnTo>
                    <a:pt x="1916243" y="135019"/>
                  </a:lnTo>
                  <a:lnTo>
                    <a:pt x="1911071" y="52803"/>
                  </a:lnTo>
                  <a:close/>
                  <a:moveTo>
                    <a:pt x="1916243" y="135019"/>
                  </a:moveTo>
                  <a:lnTo>
                    <a:pt x="1977986" y="202770"/>
                  </a:lnTo>
                  <a:lnTo>
                    <a:pt x="1985762" y="113965"/>
                  </a:lnTo>
                  <a:close/>
                  <a:moveTo>
                    <a:pt x="1911071" y="52803"/>
                  </a:moveTo>
                  <a:lnTo>
                    <a:pt x="1985762" y="113965"/>
                  </a:lnTo>
                  <a:lnTo>
                    <a:pt x="1955286" y="38649"/>
                  </a:lnTo>
                  <a:close/>
                  <a:moveTo>
                    <a:pt x="1911071" y="52803"/>
                  </a:moveTo>
                  <a:lnTo>
                    <a:pt x="1916243" y="135019"/>
                  </a:lnTo>
                  <a:lnTo>
                    <a:pt x="1985762" y="113965"/>
                  </a:lnTo>
                  <a:close/>
                  <a:moveTo>
                    <a:pt x="2078878" y="96581"/>
                  </a:moveTo>
                  <a:lnTo>
                    <a:pt x="2051958" y="14367"/>
                  </a:lnTo>
                  <a:lnTo>
                    <a:pt x="1985762" y="113965"/>
                  </a:lnTo>
                  <a:close/>
                  <a:moveTo>
                    <a:pt x="2051958" y="14367"/>
                  </a:moveTo>
                  <a:lnTo>
                    <a:pt x="1955286" y="38649"/>
                  </a:lnTo>
                  <a:lnTo>
                    <a:pt x="1985762" y="113965"/>
                  </a:lnTo>
                  <a:close/>
                  <a:moveTo>
                    <a:pt x="1929629" y="21968"/>
                  </a:moveTo>
                  <a:lnTo>
                    <a:pt x="1911071" y="52803"/>
                  </a:lnTo>
                  <a:lnTo>
                    <a:pt x="1955286" y="38649"/>
                  </a:lnTo>
                  <a:close/>
                  <a:moveTo>
                    <a:pt x="2057154" y="4904"/>
                  </a:moveTo>
                  <a:lnTo>
                    <a:pt x="1955286" y="38649"/>
                  </a:lnTo>
                  <a:lnTo>
                    <a:pt x="2051958" y="14367"/>
                  </a:lnTo>
                  <a:close/>
                  <a:moveTo>
                    <a:pt x="1929629" y="21968"/>
                  </a:moveTo>
                  <a:lnTo>
                    <a:pt x="1955286" y="38649"/>
                  </a:lnTo>
                  <a:lnTo>
                    <a:pt x="2057154" y="4904"/>
                  </a:lnTo>
                  <a:close/>
                  <a:moveTo>
                    <a:pt x="2195261" y="164922"/>
                  </a:moveTo>
                  <a:lnTo>
                    <a:pt x="2171363" y="178797"/>
                  </a:lnTo>
                  <a:lnTo>
                    <a:pt x="2227853" y="149261"/>
                  </a:lnTo>
                  <a:close/>
                  <a:moveTo>
                    <a:pt x="2195261" y="164922"/>
                  </a:moveTo>
                  <a:lnTo>
                    <a:pt x="2082725" y="100509"/>
                  </a:lnTo>
                  <a:lnTo>
                    <a:pt x="2171363" y="178797"/>
                  </a:lnTo>
                  <a:close/>
                  <a:moveTo>
                    <a:pt x="2083031" y="95480"/>
                  </a:moveTo>
                  <a:lnTo>
                    <a:pt x="2082725" y="100509"/>
                  </a:lnTo>
                  <a:lnTo>
                    <a:pt x="2195261" y="164922"/>
                  </a:lnTo>
                  <a:close/>
                  <a:moveTo>
                    <a:pt x="2185104" y="73088"/>
                  </a:moveTo>
                  <a:lnTo>
                    <a:pt x="2083031" y="95480"/>
                  </a:lnTo>
                  <a:lnTo>
                    <a:pt x="2195261" y="164922"/>
                  </a:lnTo>
                  <a:close/>
                  <a:moveTo>
                    <a:pt x="2195261" y="164922"/>
                  </a:moveTo>
                  <a:lnTo>
                    <a:pt x="2280276" y="156399"/>
                  </a:lnTo>
                  <a:lnTo>
                    <a:pt x="2263449" y="69987"/>
                  </a:lnTo>
                  <a:close/>
                  <a:moveTo>
                    <a:pt x="2195261" y="164922"/>
                  </a:moveTo>
                  <a:lnTo>
                    <a:pt x="2263449" y="69987"/>
                  </a:lnTo>
                  <a:lnTo>
                    <a:pt x="2185104" y="73088"/>
                  </a:lnTo>
                  <a:close/>
                  <a:moveTo>
                    <a:pt x="2078878" y="96581"/>
                  </a:moveTo>
                  <a:lnTo>
                    <a:pt x="2082725" y="100509"/>
                  </a:lnTo>
                  <a:lnTo>
                    <a:pt x="2083031" y="95480"/>
                  </a:lnTo>
                  <a:close/>
                  <a:moveTo>
                    <a:pt x="2051958" y="14367"/>
                  </a:moveTo>
                  <a:lnTo>
                    <a:pt x="2083031" y="95480"/>
                  </a:lnTo>
                  <a:lnTo>
                    <a:pt x="2063497" y="11267"/>
                  </a:lnTo>
                  <a:close/>
                  <a:moveTo>
                    <a:pt x="2051958" y="14367"/>
                  </a:moveTo>
                  <a:lnTo>
                    <a:pt x="2078878" y="96581"/>
                  </a:lnTo>
                  <a:lnTo>
                    <a:pt x="2083031" y="95480"/>
                  </a:lnTo>
                  <a:close/>
                  <a:moveTo>
                    <a:pt x="2083031" y="95480"/>
                  </a:moveTo>
                  <a:lnTo>
                    <a:pt x="2151887" y="0"/>
                  </a:lnTo>
                  <a:lnTo>
                    <a:pt x="2063497" y="11267"/>
                  </a:lnTo>
                  <a:close/>
                  <a:moveTo>
                    <a:pt x="2057154" y="4904"/>
                  </a:moveTo>
                  <a:lnTo>
                    <a:pt x="2051958" y="14367"/>
                  </a:lnTo>
                  <a:lnTo>
                    <a:pt x="2063497" y="11267"/>
                  </a:lnTo>
                  <a:close/>
                  <a:moveTo>
                    <a:pt x="2532406" y="451960"/>
                  </a:moveTo>
                  <a:lnTo>
                    <a:pt x="2496308" y="469221"/>
                  </a:lnTo>
                  <a:lnTo>
                    <a:pt x="2540069" y="466745"/>
                  </a:lnTo>
                  <a:close/>
                  <a:moveTo>
                    <a:pt x="2540069" y="466745"/>
                  </a:moveTo>
                  <a:lnTo>
                    <a:pt x="2554742" y="387006"/>
                  </a:lnTo>
                  <a:lnTo>
                    <a:pt x="2532406" y="451960"/>
                  </a:lnTo>
                  <a:close/>
                  <a:moveTo>
                    <a:pt x="2600948" y="377750"/>
                  </a:moveTo>
                  <a:lnTo>
                    <a:pt x="2554742" y="387006"/>
                  </a:lnTo>
                  <a:lnTo>
                    <a:pt x="2540069" y="466745"/>
                  </a:lnTo>
                  <a:close/>
                </a:path>
              </a:pathLst>
            </a:custGeom>
            <a:solidFill>
              <a:srgbClr val="E8ECEF"/>
            </a:solidFill>
            <a:ln w="1524">
              <a:solidFill>
                <a:srgbClr val="E8ECEF"/>
              </a:solidFill>
            </a:ln>
          </p:spPr>
        </p:sp>
        <p:sp>
          <p:nvSpPr>
            <p:cNvPr id="2133" name="Candidate_density__2132">
              <a:extLst>
                <a:ext uri="{FF2B5EF4-FFF2-40B4-BE49-F238E27FC236}">
                  <a16:creationId xmlns:a16="http://schemas.microsoft.com/office/drawing/2014/main" id="{D09EAAA3-DCC0-7C2F-6FAE-3E56199324D2}"/>
                </a:ext>
              </a:extLst>
            </p:cNvPr>
            <p:cNvSpPr>
              <a:spLocks noGrp="1"/>
            </p:cNvSpPr>
            <p:nvPr/>
          </p:nvSpPr>
          <p:spPr>
            <a:xfrm>
              <a:off x="3953875" y="1847259"/>
              <a:ext cx="1843800" cy="1638049"/>
            </a:xfrm>
            <a:custGeom>
              <a:avLst/>
              <a:gdLst/>
              <a:ahLst/>
              <a:cxnLst/>
              <a:rect l="0" t="0" r="0" b="0"/>
              <a:pathLst>
                <a:path w="1843800" h="1638049">
                  <a:moveTo>
                    <a:pt x="0" y="1539807"/>
                  </a:moveTo>
                  <a:lnTo>
                    <a:pt x="43366" y="1509249"/>
                  </a:lnTo>
                  <a:lnTo>
                    <a:pt x="82435" y="1440120"/>
                  </a:lnTo>
                  <a:close/>
                  <a:moveTo>
                    <a:pt x="531395" y="1358469"/>
                  </a:moveTo>
                  <a:lnTo>
                    <a:pt x="505208" y="1413350"/>
                  </a:lnTo>
                  <a:lnTo>
                    <a:pt x="592672" y="1308915"/>
                  </a:lnTo>
                  <a:close/>
                  <a:moveTo>
                    <a:pt x="581872" y="1331990"/>
                  </a:moveTo>
                  <a:lnTo>
                    <a:pt x="531395" y="1358469"/>
                  </a:lnTo>
                  <a:lnTo>
                    <a:pt x="648861" y="1303792"/>
                  </a:lnTo>
                  <a:close/>
                  <a:moveTo>
                    <a:pt x="1020622" y="1638049"/>
                  </a:moveTo>
                  <a:lnTo>
                    <a:pt x="1086863" y="1611580"/>
                  </a:lnTo>
                  <a:lnTo>
                    <a:pt x="1128817" y="1553232"/>
                  </a:lnTo>
                  <a:close/>
                  <a:moveTo>
                    <a:pt x="1128817" y="1553232"/>
                  </a:moveTo>
                  <a:lnTo>
                    <a:pt x="1188972" y="1521291"/>
                  </a:lnTo>
                  <a:lnTo>
                    <a:pt x="1186973" y="1517397"/>
                  </a:lnTo>
                  <a:close/>
                  <a:moveTo>
                    <a:pt x="1153479" y="1581988"/>
                  </a:moveTo>
                  <a:lnTo>
                    <a:pt x="1188972" y="1521291"/>
                  </a:lnTo>
                  <a:lnTo>
                    <a:pt x="1128817" y="1553232"/>
                  </a:lnTo>
                  <a:close/>
                  <a:moveTo>
                    <a:pt x="1086863" y="1611580"/>
                  </a:moveTo>
                  <a:lnTo>
                    <a:pt x="1153479" y="1581988"/>
                  </a:lnTo>
                  <a:lnTo>
                    <a:pt x="1128817" y="1553232"/>
                  </a:lnTo>
                  <a:close/>
                  <a:moveTo>
                    <a:pt x="964111" y="1270751"/>
                  </a:moveTo>
                  <a:lnTo>
                    <a:pt x="904270" y="1370789"/>
                  </a:lnTo>
                  <a:lnTo>
                    <a:pt x="936349" y="1327491"/>
                  </a:lnTo>
                  <a:close/>
                  <a:moveTo>
                    <a:pt x="962235" y="1284164"/>
                  </a:moveTo>
                  <a:lnTo>
                    <a:pt x="964111" y="1270751"/>
                  </a:lnTo>
                  <a:lnTo>
                    <a:pt x="936349" y="1327491"/>
                  </a:lnTo>
                  <a:close/>
                  <a:moveTo>
                    <a:pt x="1248374" y="1506379"/>
                  </a:moveTo>
                  <a:lnTo>
                    <a:pt x="1186973" y="1517397"/>
                  </a:lnTo>
                  <a:lnTo>
                    <a:pt x="1198144" y="1513835"/>
                  </a:lnTo>
                  <a:close/>
                  <a:moveTo>
                    <a:pt x="1128817" y="1553232"/>
                  </a:moveTo>
                  <a:lnTo>
                    <a:pt x="1186973" y="1517397"/>
                  </a:lnTo>
                  <a:lnTo>
                    <a:pt x="1248374" y="1506379"/>
                  </a:lnTo>
                  <a:close/>
                  <a:moveTo>
                    <a:pt x="1278424" y="1478960"/>
                  </a:moveTo>
                  <a:lnTo>
                    <a:pt x="1319463" y="1375704"/>
                  </a:lnTo>
                  <a:lnTo>
                    <a:pt x="1303724" y="1358309"/>
                  </a:lnTo>
                  <a:close/>
                  <a:moveTo>
                    <a:pt x="1330410" y="1166620"/>
                  </a:moveTo>
                  <a:lnTo>
                    <a:pt x="1355127" y="1193878"/>
                  </a:lnTo>
                  <a:lnTo>
                    <a:pt x="1341302" y="1144759"/>
                  </a:lnTo>
                  <a:close/>
                  <a:moveTo>
                    <a:pt x="1341302" y="1144759"/>
                  </a:moveTo>
                  <a:lnTo>
                    <a:pt x="1355127" y="1193878"/>
                  </a:lnTo>
                  <a:lnTo>
                    <a:pt x="1354152" y="1129349"/>
                  </a:lnTo>
                  <a:close/>
                  <a:moveTo>
                    <a:pt x="1341302" y="1144759"/>
                  </a:moveTo>
                  <a:lnTo>
                    <a:pt x="1354152" y="1129349"/>
                  </a:lnTo>
                  <a:lnTo>
                    <a:pt x="1398852" y="1081272"/>
                  </a:lnTo>
                  <a:close/>
                  <a:moveTo>
                    <a:pt x="1398852" y="1081272"/>
                  </a:moveTo>
                  <a:lnTo>
                    <a:pt x="1400266" y="1070328"/>
                  </a:lnTo>
                  <a:lnTo>
                    <a:pt x="1389003" y="1107902"/>
                  </a:lnTo>
                  <a:close/>
                  <a:moveTo>
                    <a:pt x="1341302" y="1144759"/>
                  </a:moveTo>
                  <a:lnTo>
                    <a:pt x="1398852" y="1081272"/>
                  </a:lnTo>
                  <a:lnTo>
                    <a:pt x="1389003" y="1107902"/>
                  </a:lnTo>
                  <a:close/>
                  <a:moveTo>
                    <a:pt x="1400266" y="1070328"/>
                  </a:moveTo>
                  <a:lnTo>
                    <a:pt x="1398852" y="1081272"/>
                  </a:lnTo>
                  <a:lnTo>
                    <a:pt x="1411034" y="1073227"/>
                  </a:lnTo>
                  <a:close/>
                  <a:moveTo>
                    <a:pt x="1719638" y="368651"/>
                  </a:moveTo>
                  <a:lnTo>
                    <a:pt x="1697242" y="348374"/>
                  </a:lnTo>
                  <a:lnTo>
                    <a:pt x="1637904" y="341720"/>
                  </a:lnTo>
                  <a:close/>
                  <a:moveTo>
                    <a:pt x="1843800" y="339013"/>
                  </a:moveTo>
                  <a:lnTo>
                    <a:pt x="1752047" y="365560"/>
                  </a:lnTo>
                  <a:lnTo>
                    <a:pt x="1719638" y="368651"/>
                  </a:lnTo>
                  <a:close/>
                  <a:moveTo>
                    <a:pt x="1694686" y="60156"/>
                  </a:moveTo>
                  <a:lnTo>
                    <a:pt x="1736155" y="0"/>
                  </a:lnTo>
                  <a:lnTo>
                    <a:pt x="1624560" y="76626"/>
                  </a:lnTo>
                  <a:close/>
                </a:path>
              </a:pathLst>
            </a:custGeom>
            <a:solidFill>
              <a:srgbClr val="D0D7DD"/>
            </a:solidFill>
            <a:ln w="1524">
              <a:solidFill>
                <a:srgbClr val="D0D7DD"/>
              </a:solidFill>
            </a:ln>
          </p:spPr>
        </p:sp>
        <p:sp>
          <p:nvSpPr>
            <p:cNvPr id="2134" name="Candidate_density__2133">
              <a:extLst>
                <a:ext uri="{FF2B5EF4-FFF2-40B4-BE49-F238E27FC236}">
                  <a16:creationId xmlns:a16="http://schemas.microsoft.com/office/drawing/2014/main" id="{90D8C203-0AB8-9160-11B8-34FEA36301CA}"/>
                </a:ext>
              </a:extLst>
            </p:cNvPr>
            <p:cNvSpPr>
              <a:spLocks noGrp="1"/>
            </p:cNvSpPr>
            <p:nvPr/>
          </p:nvSpPr>
          <p:spPr>
            <a:xfrm>
              <a:off x="3819709" y="1829279"/>
              <a:ext cx="2101461" cy="1716201"/>
            </a:xfrm>
            <a:custGeom>
              <a:avLst/>
              <a:gdLst/>
              <a:ahLst/>
              <a:cxnLst/>
              <a:rect l="0" t="0" r="0" b="0"/>
              <a:pathLst>
                <a:path w="2101461" h="1716201">
                  <a:moveTo>
                    <a:pt x="0" y="1205581"/>
                  </a:moveTo>
                  <a:lnTo>
                    <a:pt x="2169" y="1285537"/>
                  </a:lnTo>
                  <a:lnTo>
                    <a:pt x="3901" y="1190489"/>
                  </a:lnTo>
                  <a:close/>
                  <a:moveTo>
                    <a:pt x="195461" y="1519350"/>
                  </a:moveTo>
                  <a:lnTo>
                    <a:pt x="216601" y="1458100"/>
                  </a:lnTo>
                  <a:lnTo>
                    <a:pt x="216338" y="1432790"/>
                  </a:lnTo>
                  <a:close/>
                  <a:moveTo>
                    <a:pt x="566784" y="1716201"/>
                  </a:moveTo>
                  <a:lnTo>
                    <a:pt x="633623" y="1687443"/>
                  </a:lnTo>
                  <a:lnTo>
                    <a:pt x="673383" y="1620895"/>
                  </a:lnTo>
                  <a:close/>
                  <a:moveTo>
                    <a:pt x="611115" y="1666747"/>
                  </a:moveTo>
                  <a:lnTo>
                    <a:pt x="566784" y="1716201"/>
                  </a:lnTo>
                  <a:lnTo>
                    <a:pt x="673383" y="1620895"/>
                  </a:lnTo>
                  <a:close/>
                  <a:moveTo>
                    <a:pt x="649085" y="1523527"/>
                  </a:moveTo>
                  <a:lnTo>
                    <a:pt x="689851" y="1486255"/>
                  </a:lnTo>
                  <a:lnTo>
                    <a:pt x="696192" y="1568471"/>
                  </a:lnTo>
                  <a:close/>
                  <a:moveTo>
                    <a:pt x="609719" y="1404040"/>
                  </a:moveTo>
                  <a:lnTo>
                    <a:pt x="639373" y="1431330"/>
                  </a:lnTo>
                  <a:lnTo>
                    <a:pt x="665561" y="1376449"/>
                  </a:lnTo>
                  <a:close/>
                  <a:moveTo>
                    <a:pt x="437159" y="1079808"/>
                  </a:moveTo>
                  <a:lnTo>
                    <a:pt x="446349" y="1066703"/>
                  </a:lnTo>
                  <a:lnTo>
                    <a:pt x="404800" y="1157395"/>
                  </a:lnTo>
                  <a:close/>
                  <a:moveTo>
                    <a:pt x="446349" y="1066703"/>
                  </a:moveTo>
                  <a:lnTo>
                    <a:pt x="433059" y="1064477"/>
                  </a:lnTo>
                  <a:lnTo>
                    <a:pt x="394886" y="992965"/>
                  </a:lnTo>
                  <a:close/>
                  <a:moveTo>
                    <a:pt x="539624" y="969048"/>
                  </a:moveTo>
                  <a:lnTo>
                    <a:pt x="527270" y="961416"/>
                  </a:lnTo>
                  <a:lnTo>
                    <a:pt x="604263" y="1036744"/>
                  </a:lnTo>
                  <a:close/>
                  <a:moveTo>
                    <a:pt x="809490" y="1253528"/>
                  </a:moveTo>
                  <a:lnTo>
                    <a:pt x="716037" y="1349969"/>
                  </a:lnTo>
                  <a:lnTo>
                    <a:pt x="783026" y="1321772"/>
                  </a:lnTo>
                  <a:close/>
                  <a:moveTo>
                    <a:pt x="539624" y="969048"/>
                  </a:moveTo>
                  <a:lnTo>
                    <a:pt x="677715" y="991488"/>
                  </a:lnTo>
                  <a:lnTo>
                    <a:pt x="595322" y="962091"/>
                  </a:lnTo>
                  <a:close/>
                  <a:moveTo>
                    <a:pt x="1166661" y="1288731"/>
                  </a:moveTo>
                  <a:lnTo>
                    <a:pt x="1181197" y="1293797"/>
                  </a:lnTo>
                  <a:lnTo>
                    <a:pt x="1188700" y="1293484"/>
                  </a:lnTo>
                  <a:close/>
                  <a:moveTo>
                    <a:pt x="1098277" y="1288731"/>
                  </a:moveTo>
                  <a:lnTo>
                    <a:pt x="1096400" y="1302144"/>
                  </a:lnTo>
                  <a:lnTo>
                    <a:pt x="1110878" y="1281178"/>
                  </a:lnTo>
                  <a:close/>
                  <a:moveTo>
                    <a:pt x="1166661" y="1288731"/>
                  </a:moveTo>
                  <a:lnTo>
                    <a:pt x="1188700" y="1293484"/>
                  </a:lnTo>
                  <a:lnTo>
                    <a:pt x="1189898" y="1286723"/>
                  </a:lnTo>
                  <a:close/>
                  <a:moveTo>
                    <a:pt x="1189898" y="1286723"/>
                  </a:moveTo>
                  <a:lnTo>
                    <a:pt x="1110878" y="1281178"/>
                  </a:lnTo>
                  <a:lnTo>
                    <a:pt x="1166661" y="1288731"/>
                  </a:lnTo>
                  <a:close/>
                  <a:moveTo>
                    <a:pt x="1161462" y="976445"/>
                  </a:moveTo>
                  <a:lnTo>
                    <a:pt x="1203355" y="917871"/>
                  </a:lnTo>
                  <a:lnTo>
                    <a:pt x="1094150" y="1003434"/>
                  </a:lnTo>
                  <a:close/>
                  <a:moveTo>
                    <a:pt x="1225840" y="857135"/>
                  </a:moveTo>
                  <a:lnTo>
                    <a:pt x="1203355" y="917871"/>
                  </a:lnTo>
                  <a:lnTo>
                    <a:pt x="1266213" y="882998"/>
                  </a:lnTo>
                  <a:close/>
                  <a:moveTo>
                    <a:pt x="1235643" y="823390"/>
                  </a:moveTo>
                  <a:lnTo>
                    <a:pt x="1268036" y="881046"/>
                  </a:lnTo>
                  <a:lnTo>
                    <a:pt x="1311643" y="828883"/>
                  </a:lnTo>
                  <a:close/>
                  <a:moveTo>
                    <a:pt x="1534432" y="1088308"/>
                  </a:moveTo>
                  <a:lnTo>
                    <a:pt x="1545199" y="1091207"/>
                  </a:lnTo>
                  <a:lnTo>
                    <a:pt x="1543793" y="980605"/>
                  </a:lnTo>
                  <a:close/>
                  <a:moveTo>
                    <a:pt x="1359803" y="793743"/>
                  </a:moveTo>
                  <a:lnTo>
                    <a:pt x="1265809" y="824641"/>
                  </a:lnTo>
                  <a:lnTo>
                    <a:pt x="1235643" y="823390"/>
                  </a:lnTo>
                  <a:close/>
                  <a:moveTo>
                    <a:pt x="1359803" y="793743"/>
                  </a:moveTo>
                  <a:lnTo>
                    <a:pt x="1235643" y="823390"/>
                  </a:lnTo>
                  <a:lnTo>
                    <a:pt x="1311643" y="828883"/>
                  </a:lnTo>
                  <a:close/>
                  <a:moveTo>
                    <a:pt x="1381622" y="811866"/>
                  </a:moveTo>
                  <a:lnTo>
                    <a:pt x="1401555" y="806125"/>
                  </a:lnTo>
                  <a:lnTo>
                    <a:pt x="1359803" y="793743"/>
                  </a:lnTo>
                  <a:close/>
                  <a:moveTo>
                    <a:pt x="1381622" y="811866"/>
                  </a:moveTo>
                  <a:lnTo>
                    <a:pt x="1359803" y="793743"/>
                  </a:lnTo>
                  <a:lnTo>
                    <a:pt x="1311643" y="828883"/>
                  </a:lnTo>
                  <a:close/>
                  <a:moveTo>
                    <a:pt x="1559330" y="867882"/>
                  </a:moveTo>
                  <a:lnTo>
                    <a:pt x="1581917" y="888340"/>
                  </a:lnTo>
                  <a:lnTo>
                    <a:pt x="1610934" y="786429"/>
                  </a:lnTo>
                  <a:close/>
                  <a:moveTo>
                    <a:pt x="1604234" y="719912"/>
                  </a:moveTo>
                  <a:lnTo>
                    <a:pt x="1657843" y="648200"/>
                  </a:lnTo>
                  <a:lnTo>
                    <a:pt x="1655940" y="647037"/>
                  </a:lnTo>
                  <a:close/>
                  <a:moveTo>
                    <a:pt x="1629317" y="750234"/>
                  </a:moveTo>
                  <a:lnTo>
                    <a:pt x="1657843" y="648200"/>
                  </a:lnTo>
                  <a:lnTo>
                    <a:pt x="1604234" y="719912"/>
                  </a:lnTo>
                  <a:close/>
                  <a:moveTo>
                    <a:pt x="1553025" y="743650"/>
                  </a:moveTo>
                  <a:lnTo>
                    <a:pt x="1629317" y="750234"/>
                  </a:lnTo>
                  <a:lnTo>
                    <a:pt x="1604234" y="719912"/>
                  </a:lnTo>
                  <a:close/>
                  <a:moveTo>
                    <a:pt x="1763308" y="723143"/>
                  </a:moveTo>
                  <a:lnTo>
                    <a:pt x="1898175" y="773030"/>
                  </a:lnTo>
                  <a:lnTo>
                    <a:pt x="1819080" y="750664"/>
                  </a:lnTo>
                  <a:close/>
                  <a:moveTo>
                    <a:pt x="1763308" y="723143"/>
                  </a:moveTo>
                  <a:lnTo>
                    <a:pt x="1898671" y="773780"/>
                  </a:lnTo>
                  <a:lnTo>
                    <a:pt x="1898175" y="773030"/>
                  </a:lnTo>
                  <a:close/>
                  <a:moveTo>
                    <a:pt x="1610561" y="726139"/>
                  </a:moveTo>
                  <a:lnTo>
                    <a:pt x="1655940" y="647037"/>
                  </a:lnTo>
                  <a:lnTo>
                    <a:pt x="1662631" y="644308"/>
                  </a:lnTo>
                  <a:close/>
                  <a:moveTo>
                    <a:pt x="1615641" y="564822"/>
                  </a:moveTo>
                  <a:lnTo>
                    <a:pt x="1631421" y="542898"/>
                  </a:lnTo>
                  <a:lnTo>
                    <a:pt x="1668955" y="468029"/>
                  </a:lnTo>
                  <a:close/>
                  <a:moveTo>
                    <a:pt x="1980442" y="796657"/>
                  </a:moveTo>
                  <a:lnTo>
                    <a:pt x="1898671" y="773780"/>
                  </a:lnTo>
                  <a:lnTo>
                    <a:pt x="1948889" y="793546"/>
                  </a:lnTo>
                  <a:close/>
                  <a:moveTo>
                    <a:pt x="1898175" y="773030"/>
                  </a:moveTo>
                  <a:lnTo>
                    <a:pt x="1901247" y="771685"/>
                  </a:lnTo>
                  <a:lnTo>
                    <a:pt x="1819080" y="750664"/>
                  </a:lnTo>
                  <a:close/>
                  <a:moveTo>
                    <a:pt x="1901247" y="771685"/>
                  </a:moveTo>
                  <a:lnTo>
                    <a:pt x="2008867" y="744784"/>
                  </a:lnTo>
                  <a:lnTo>
                    <a:pt x="1943419" y="721687"/>
                  </a:lnTo>
                  <a:close/>
                  <a:moveTo>
                    <a:pt x="2053794" y="792247"/>
                  </a:moveTo>
                  <a:lnTo>
                    <a:pt x="2101461" y="755267"/>
                  </a:lnTo>
                  <a:lnTo>
                    <a:pt x="1980442" y="796657"/>
                  </a:lnTo>
                  <a:close/>
                  <a:moveTo>
                    <a:pt x="1847515" y="415000"/>
                  </a:moveTo>
                  <a:lnTo>
                    <a:pt x="1853803" y="386630"/>
                  </a:lnTo>
                  <a:lnTo>
                    <a:pt x="1772070" y="359700"/>
                  </a:lnTo>
                  <a:close/>
                  <a:moveTo>
                    <a:pt x="1752415" y="405734"/>
                  </a:moveTo>
                  <a:lnTo>
                    <a:pt x="1762230" y="423742"/>
                  </a:lnTo>
                  <a:lnTo>
                    <a:pt x="1772070" y="359700"/>
                  </a:lnTo>
                  <a:close/>
                  <a:moveTo>
                    <a:pt x="1758726" y="94606"/>
                  </a:moveTo>
                  <a:lnTo>
                    <a:pt x="1837336" y="0"/>
                  </a:lnTo>
                  <a:lnTo>
                    <a:pt x="1776995" y="11371"/>
                  </a:lnTo>
                  <a:close/>
                  <a:moveTo>
                    <a:pt x="1870320" y="17980"/>
                  </a:moveTo>
                  <a:lnTo>
                    <a:pt x="1837336" y="0"/>
                  </a:lnTo>
                  <a:lnTo>
                    <a:pt x="1758726" y="94606"/>
                  </a:lnTo>
                  <a:close/>
                </a:path>
              </a:pathLst>
            </a:custGeom>
            <a:solidFill>
              <a:srgbClr val="D4DBE0"/>
            </a:solidFill>
            <a:ln w="1524">
              <a:solidFill>
                <a:srgbClr val="D4DBE0"/>
              </a:solidFill>
            </a:ln>
          </p:spPr>
        </p:sp>
        <p:sp>
          <p:nvSpPr>
            <p:cNvPr id="2135" name="Candidate_density__2134">
              <a:extLst>
                <a:ext uri="{FF2B5EF4-FFF2-40B4-BE49-F238E27FC236}">
                  <a16:creationId xmlns:a16="http://schemas.microsoft.com/office/drawing/2014/main" id="{342D48DB-F600-E618-CBA4-D5722F6A2314}"/>
                </a:ext>
              </a:extLst>
            </p:cNvPr>
            <p:cNvSpPr>
              <a:spLocks noGrp="1"/>
            </p:cNvSpPr>
            <p:nvPr/>
          </p:nvSpPr>
          <p:spPr>
            <a:xfrm>
              <a:off x="5152018" y="3326218"/>
              <a:ext cx="80280" cy="34875"/>
            </a:xfrm>
            <a:custGeom>
              <a:avLst/>
              <a:gdLst/>
              <a:ahLst/>
              <a:cxnLst/>
              <a:rect l="0" t="0" r="0" b="0"/>
              <a:pathLst>
                <a:path w="80280" h="34875">
                  <a:moveTo>
                    <a:pt x="80280" y="0"/>
                  </a:moveTo>
                  <a:lnTo>
                    <a:pt x="50231" y="27419"/>
                  </a:lnTo>
                  <a:lnTo>
                    <a:pt x="0" y="34875"/>
                  </a:lnTo>
                  <a:close/>
                </a:path>
              </a:pathLst>
            </a:custGeom>
            <a:solidFill>
              <a:srgbClr val="CDD4DA"/>
            </a:solidFill>
            <a:ln w="1524">
              <a:solidFill>
                <a:srgbClr val="CDD4DA"/>
              </a:solidFill>
            </a:ln>
          </p:spPr>
        </p:sp>
        <p:sp>
          <p:nvSpPr>
            <p:cNvPr id="2136" name="Candidate_density__2135">
              <a:extLst>
                <a:ext uri="{FF2B5EF4-FFF2-40B4-BE49-F238E27FC236}">
                  <a16:creationId xmlns:a16="http://schemas.microsoft.com/office/drawing/2014/main" id="{374869B6-5545-CA49-0036-3FDE449DA024}"/>
                </a:ext>
              </a:extLst>
            </p:cNvPr>
            <p:cNvSpPr>
              <a:spLocks noGrp="1"/>
            </p:cNvSpPr>
            <p:nvPr/>
          </p:nvSpPr>
          <p:spPr>
            <a:xfrm>
              <a:off x="3498421" y="1777578"/>
              <a:ext cx="2786288" cy="1527273"/>
            </a:xfrm>
            <a:custGeom>
              <a:avLst/>
              <a:gdLst/>
              <a:ahLst/>
              <a:cxnLst/>
              <a:rect l="0" t="0" r="0" b="0"/>
              <a:pathLst>
                <a:path w="2786288" h="1527273">
                  <a:moveTo>
                    <a:pt x="35134" y="1238574"/>
                  </a:moveTo>
                  <a:lnTo>
                    <a:pt x="0" y="1218243"/>
                  </a:lnTo>
                  <a:lnTo>
                    <a:pt x="59303" y="1280627"/>
                  </a:lnTo>
                  <a:close/>
                  <a:moveTo>
                    <a:pt x="247023" y="1527273"/>
                  </a:moveTo>
                  <a:lnTo>
                    <a:pt x="258891" y="1488836"/>
                  </a:lnTo>
                  <a:lnTo>
                    <a:pt x="201843" y="1445058"/>
                  </a:lnTo>
                  <a:close/>
                  <a:moveTo>
                    <a:pt x="169863" y="1362842"/>
                  </a:moveTo>
                  <a:lnTo>
                    <a:pt x="249320" y="1336919"/>
                  </a:lnTo>
                  <a:lnTo>
                    <a:pt x="133807" y="1328836"/>
                  </a:lnTo>
                  <a:close/>
                  <a:moveTo>
                    <a:pt x="59303" y="1280627"/>
                  </a:moveTo>
                  <a:lnTo>
                    <a:pt x="100074" y="1242191"/>
                  </a:lnTo>
                  <a:lnTo>
                    <a:pt x="35134" y="1238574"/>
                  </a:lnTo>
                  <a:close/>
                  <a:moveTo>
                    <a:pt x="100074" y="1242191"/>
                  </a:moveTo>
                  <a:lnTo>
                    <a:pt x="89794" y="1227736"/>
                  </a:lnTo>
                  <a:lnTo>
                    <a:pt x="35134" y="1238574"/>
                  </a:lnTo>
                  <a:close/>
                  <a:moveTo>
                    <a:pt x="56405" y="1159976"/>
                  </a:moveTo>
                  <a:lnTo>
                    <a:pt x="35134" y="1238574"/>
                  </a:lnTo>
                  <a:lnTo>
                    <a:pt x="89794" y="1227736"/>
                  </a:lnTo>
                  <a:close/>
                  <a:moveTo>
                    <a:pt x="482754" y="1468510"/>
                  </a:moveTo>
                  <a:lnTo>
                    <a:pt x="370718" y="1406621"/>
                  </a:lnTo>
                  <a:lnTo>
                    <a:pt x="424998" y="1429834"/>
                  </a:lnTo>
                  <a:close/>
                  <a:moveTo>
                    <a:pt x="56405" y="1159976"/>
                  </a:moveTo>
                  <a:lnTo>
                    <a:pt x="53260" y="1074852"/>
                  </a:lnTo>
                  <a:lnTo>
                    <a:pt x="53312" y="1091335"/>
                  </a:lnTo>
                  <a:close/>
                  <a:moveTo>
                    <a:pt x="67829" y="1039324"/>
                  </a:moveTo>
                  <a:lnTo>
                    <a:pt x="53260" y="1074852"/>
                  </a:lnTo>
                  <a:lnTo>
                    <a:pt x="56405" y="1159976"/>
                  </a:lnTo>
                  <a:close/>
                  <a:moveTo>
                    <a:pt x="312540" y="1072824"/>
                  </a:moveTo>
                  <a:lnTo>
                    <a:pt x="387343" y="1083103"/>
                  </a:lnTo>
                  <a:lnTo>
                    <a:pt x="265257" y="1023686"/>
                  </a:lnTo>
                  <a:close/>
                  <a:moveTo>
                    <a:pt x="387343" y="1083103"/>
                  </a:moveTo>
                  <a:lnTo>
                    <a:pt x="312540" y="1072824"/>
                  </a:lnTo>
                  <a:lnTo>
                    <a:pt x="318945" y="1080131"/>
                  </a:lnTo>
                  <a:close/>
                  <a:moveTo>
                    <a:pt x="285324" y="807187"/>
                  </a:moveTo>
                  <a:lnTo>
                    <a:pt x="192843" y="821781"/>
                  </a:lnTo>
                  <a:lnTo>
                    <a:pt x="311308" y="853015"/>
                  </a:lnTo>
                  <a:close/>
                  <a:moveTo>
                    <a:pt x="364273" y="772388"/>
                  </a:moveTo>
                  <a:lnTo>
                    <a:pt x="275295" y="715806"/>
                  </a:lnTo>
                  <a:lnTo>
                    <a:pt x="359523" y="807457"/>
                  </a:lnTo>
                  <a:close/>
                  <a:moveTo>
                    <a:pt x="514243" y="759584"/>
                  </a:moveTo>
                  <a:lnTo>
                    <a:pt x="488926" y="744583"/>
                  </a:lnTo>
                  <a:lnTo>
                    <a:pt x="442357" y="785672"/>
                  </a:lnTo>
                  <a:close/>
                  <a:moveTo>
                    <a:pt x="442357" y="785672"/>
                  </a:moveTo>
                  <a:lnTo>
                    <a:pt x="488926" y="744583"/>
                  </a:lnTo>
                  <a:lnTo>
                    <a:pt x="364273" y="772388"/>
                  </a:lnTo>
                  <a:close/>
                  <a:moveTo>
                    <a:pt x="1059074" y="1302932"/>
                  </a:moveTo>
                  <a:lnTo>
                    <a:pt x="1130779" y="1305229"/>
                  </a:lnTo>
                  <a:lnTo>
                    <a:pt x="1057595" y="1262251"/>
                  </a:lnTo>
                  <a:close/>
                  <a:moveTo>
                    <a:pt x="1130779" y="1305229"/>
                  </a:moveTo>
                  <a:lnTo>
                    <a:pt x="1139288" y="1289030"/>
                  </a:lnTo>
                  <a:lnTo>
                    <a:pt x="1057595" y="1262251"/>
                  </a:lnTo>
                  <a:close/>
                  <a:moveTo>
                    <a:pt x="1057595" y="1262251"/>
                  </a:moveTo>
                  <a:lnTo>
                    <a:pt x="988629" y="1214439"/>
                  </a:lnTo>
                  <a:lnTo>
                    <a:pt x="1059074" y="1302932"/>
                  </a:lnTo>
                  <a:close/>
                  <a:moveTo>
                    <a:pt x="978186" y="1244015"/>
                  </a:moveTo>
                  <a:lnTo>
                    <a:pt x="1025575" y="1296654"/>
                  </a:lnTo>
                  <a:lnTo>
                    <a:pt x="1059074" y="1302932"/>
                  </a:lnTo>
                  <a:close/>
                  <a:moveTo>
                    <a:pt x="965424" y="1218384"/>
                  </a:moveTo>
                  <a:lnTo>
                    <a:pt x="978186" y="1244015"/>
                  </a:lnTo>
                  <a:lnTo>
                    <a:pt x="1059074" y="1302932"/>
                  </a:lnTo>
                  <a:close/>
                  <a:moveTo>
                    <a:pt x="1130779" y="1305229"/>
                  </a:moveTo>
                  <a:lnTo>
                    <a:pt x="1148653" y="1296654"/>
                  </a:lnTo>
                  <a:lnTo>
                    <a:pt x="1139288" y="1289030"/>
                  </a:lnTo>
                  <a:close/>
                  <a:moveTo>
                    <a:pt x="965424" y="1218384"/>
                  </a:moveTo>
                  <a:lnTo>
                    <a:pt x="905126" y="1186055"/>
                  </a:lnTo>
                  <a:lnTo>
                    <a:pt x="883977" y="1224007"/>
                  </a:lnTo>
                  <a:close/>
                  <a:moveTo>
                    <a:pt x="624141" y="756272"/>
                  </a:moveTo>
                  <a:lnTo>
                    <a:pt x="514243" y="759584"/>
                  </a:lnTo>
                  <a:lnTo>
                    <a:pt x="575948" y="791287"/>
                  </a:lnTo>
                  <a:close/>
                  <a:moveTo>
                    <a:pt x="534105" y="726117"/>
                  </a:moveTo>
                  <a:lnTo>
                    <a:pt x="537349" y="710426"/>
                  </a:lnTo>
                  <a:lnTo>
                    <a:pt x="514243" y="759584"/>
                  </a:lnTo>
                  <a:close/>
                  <a:moveTo>
                    <a:pt x="1052142" y="1026659"/>
                  </a:moveTo>
                  <a:lnTo>
                    <a:pt x="1129663" y="1105952"/>
                  </a:lnTo>
                  <a:lnTo>
                    <a:pt x="1131986" y="1046527"/>
                  </a:lnTo>
                  <a:close/>
                  <a:moveTo>
                    <a:pt x="1014354" y="1050009"/>
                  </a:moveTo>
                  <a:lnTo>
                    <a:pt x="1129663" y="1105952"/>
                  </a:lnTo>
                  <a:lnTo>
                    <a:pt x="1052142" y="1026659"/>
                  </a:lnTo>
                  <a:close/>
                  <a:moveTo>
                    <a:pt x="866378" y="929357"/>
                  </a:moveTo>
                  <a:lnTo>
                    <a:pt x="808365" y="887739"/>
                  </a:lnTo>
                  <a:lnTo>
                    <a:pt x="804210" y="885579"/>
                  </a:lnTo>
                  <a:close/>
                  <a:moveTo>
                    <a:pt x="866378" y="929357"/>
                  </a:moveTo>
                  <a:lnTo>
                    <a:pt x="804210" y="885579"/>
                  </a:lnTo>
                  <a:lnTo>
                    <a:pt x="820163" y="847142"/>
                  </a:lnTo>
                  <a:close/>
                  <a:moveTo>
                    <a:pt x="947148" y="932965"/>
                  </a:moveTo>
                  <a:lnTo>
                    <a:pt x="949979" y="923350"/>
                  </a:lnTo>
                  <a:lnTo>
                    <a:pt x="867281" y="937304"/>
                  </a:lnTo>
                  <a:close/>
                  <a:moveTo>
                    <a:pt x="867281" y="937304"/>
                  </a:moveTo>
                  <a:lnTo>
                    <a:pt x="949979" y="923350"/>
                  </a:lnTo>
                  <a:lnTo>
                    <a:pt x="808778" y="885579"/>
                  </a:lnTo>
                  <a:close/>
                  <a:moveTo>
                    <a:pt x="808778" y="885579"/>
                  </a:moveTo>
                  <a:lnTo>
                    <a:pt x="949979" y="923350"/>
                  </a:lnTo>
                  <a:lnTo>
                    <a:pt x="856098" y="847142"/>
                  </a:lnTo>
                  <a:close/>
                  <a:moveTo>
                    <a:pt x="808778" y="885579"/>
                  </a:moveTo>
                  <a:lnTo>
                    <a:pt x="808365" y="887739"/>
                  </a:lnTo>
                  <a:lnTo>
                    <a:pt x="867281" y="937304"/>
                  </a:lnTo>
                  <a:close/>
                  <a:moveTo>
                    <a:pt x="953693" y="929357"/>
                  </a:moveTo>
                  <a:lnTo>
                    <a:pt x="947148" y="932965"/>
                  </a:lnTo>
                  <a:lnTo>
                    <a:pt x="916611" y="1013793"/>
                  </a:lnTo>
                  <a:close/>
                  <a:moveTo>
                    <a:pt x="820163" y="847142"/>
                  </a:moveTo>
                  <a:lnTo>
                    <a:pt x="804210" y="885579"/>
                  </a:lnTo>
                  <a:lnTo>
                    <a:pt x="854839" y="846291"/>
                  </a:lnTo>
                  <a:close/>
                  <a:moveTo>
                    <a:pt x="856098" y="847142"/>
                  </a:moveTo>
                  <a:lnTo>
                    <a:pt x="854839" y="846291"/>
                  </a:lnTo>
                  <a:lnTo>
                    <a:pt x="807230" y="883493"/>
                  </a:lnTo>
                  <a:close/>
                  <a:moveTo>
                    <a:pt x="796414" y="627850"/>
                  </a:moveTo>
                  <a:lnTo>
                    <a:pt x="720663" y="595541"/>
                  </a:lnTo>
                  <a:lnTo>
                    <a:pt x="774622" y="609832"/>
                  </a:lnTo>
                  <a:close/>
                  <a:moveTo>
                    <a:pt x="796414" y="627850"/>
                  </a:moveTo>
                  <a:lnTo>
                    <a:pt x="774622" y="609832"/>
                  </a:lnTo>
                  <a:lnTo>
                    <a:pt x="845684" y="596860"/>
                  </a:lnTo>
                  <a:close/>
                  <a:moveTo>
                    <a:pt x="642258" y="598690"/>
                  </a:moveTo>
                  <a:lnTo>
                    <a:pt x="720663" y="595541"/>
                  </a:lnTo>
                  <a:lnTo>
                    <a:pt x="712808" y="593920"/>
                  </a:lnTo>
                  <a:close/>
                  <a:moveTo>
                    <a:pt x="890910" y="617817"/>
                  </a:moveTo>
                  <a:lnTo>
                    <a:pt x="927592" y="624444"/>
                  </a:lnTo>
                  <a:lnTo>
                    <a:pt x="845684" y="596860"/>
                  </a:lnTo>
                  <a:close/>
                  <a:moveTo>
                    <a:pt x="890910" y="617817"/>
                  </a:moveTo>
                  <a:lnTo>
                    <a:pt x="948204" y="631830"/>
                  </a:lnTo>
                  <a:lnTo>
                    <a:pt x="927592" y="624444"/>
                  </a:lnTo>
                  <a:close/>
                  <a:moveTo>
                    <a:pt x="1379745" y="769937"/>
                  </a:moveTo>
                  <a:lnTo>
                    <a:pt x="1476210" y="705715"/>
                  </a:lnTo>
                  <a:lnTo>
                    <a:pt x="1397422" y="731833"/>
                  </a:lnTo>
                  <a:close/>
                  <a:moveTo>
                    <a:pt x="1466818" y="816827"/>
                  </a:moveTo>
                  <a:lnTo>
                    <a:pt x="1556931" y="875091"/>
                  </a:lnTo>
                  <a:lnTo>
                    <a:pt x="1541646" y="775611"/>
                  </a:lnTo>
                  <a:close/>
                  <a:moveTo>
                    <a:pt x="2350164" y="1280680"/>
                  </a:moveTo>
                  <a:lnTo>
                    <a:pt x="2247062" y="1303909"/>
                  </a:lnTo>
                  <a:lnTo>
                    <a:pt x="2239898" y="1326238"/>
                  </a:lnTo>
                  <a:close/>
                  <a:moveTo>
                    <a:pt x="2526630" y="397071"/>
                  </a:moveTo>
                  <a:lnTo>
                    <a:pt x="2609897" y="389969"/>
                  </a:lnTo>
                  <a:lnTo>
                    <a:pt x="2590966" y="305267"/>
                  </a:lnTo>
                  <a:close/>
                  <a:moveTo>
                    <a:pt x="2588098" y="500913"/>
                  </a:moveTo>
                  <a:lnTo>
                    <a:pt x="2679573" y="385904"/>
                  </a:lnTo>
                  <a:lnTo>
                    <a:pt x="2609897" y="389969"/>
                  </a:lnTo>
                  <a:close/>
                  <a:moveTo>
                    <a:pt x="2689997" y="388037"/>
                  </a:moveTo>
                  <a:lnTo>
                    <a:pt x="2679573" y="385904"/>
                  </a:lnTo>
                  <a:lnTo>
                    <a:pt x="2588098" y="500913"/>
                  </a:lnTo>
                  <a:close/>
                  <a:moveTo>
                    <a:pt x="2470223" y="221474"/>
                  </a:moveTo>
                  <a:lnTo>
                    <a:pt x="2439076" y="285858"/>
                  </a:lnTo>
                  <a:lnTo>
                    <a:pt x="2453919" y="256000"/>
                  </a:lnTo>
                  <a:close/>
                  <a:moveTo>
                    <a:pt x="2453919" y="256000"/>
                  </a:moveTo>
                  <a:lnTo>
                    <a:pt x="2439076" y="285858"/>
                  </a:lnTo>
                  <a:lnTo>
                    <a:pt x="2440183" y="306666"/>
                  </a:lnTo>
                  <a:close/>
                  <a:moveTo>
                    <a:pt x="2453919" y="256000"/>
                  </a:moveTo>
                  <a:lnTo>
                    <a:pt x="2565345" y="226004"/>
                  </a:lnTo>
                  <a:lnTo>
                    <a:pt x="2491094" y="201685"/>
                  </a:lnTo>
                  <a:close/>
                  <a:moveTo>
                    <a:pt x="2786288" y="367750"/>
                  </a:moveTo>
                  <a:lnTo>
                    <a:pt x="2690568" y="384977"/>
                  </a:lnTo>
                  <a:lnTo>
                    <a:pt x="2689997" y="388037"/>
                  </a:lnTo>
                  <a:close/>
                  <a:moveTo>
                    <a:pt x="2433570" y="111858"/>
                  </a:moveTo>
                  <a:lnTo>
                    <a:pt x="2476793" y="37219"/>
                  </a:lnTo>
                  <a:lnTo>
                    <a:pt x="2413848" y="27800"/>
                  </a:lnTo>
                  <a:close/>
                  <a:moveTo>
                    <a:pt x="2413848" y="27800"/>
                  </a:moveTo>
                  <a:lnTo>
                    <a:pt x="2476793" y="37219"/>
                  </a:lnTo>
                  <a:lnTo>
                    <a:pt x="2437150" y="0"/>
                  </a:lnTo>
                  <a:close/>
                </a:path>
              </a:pathLst>
            </a:custGeom>
            <a:solidFill>
              <a:srgbClr val="E0E5E9"/>
            </a:solidFill>
            <a:ln w="1524">
              <a:solidFill>
                <a:srgbClr val="E0E5E9"/>
              </a:solidFill>
            </a:ln>
          </p:spPr>
        </p:sp>
        <p:sp>
          <p:nvSpPr>
            <p:cNvPr id="2137" name="Candidate_density__2136">
              <a:extLst>
                <a:ext uri="{FF2B5EF4-FFF2-40B4-BE49-F238E27FC236}">
                  <a16:creationId xmlns:a16="http://schemas.microsoft.com/office/drawing/2014/main" id="{7712CFB7-3C73-5D16-E189-0BE896C2B8CA}"/>
                </a:ext>
              </a:extLst>
            </p:cNvPr>
            <p:cNvSpPr>
              <a:spLocks noGrp="1"/>
            </p:cNvSpPr>
            <p:nvPr/>
          </p:nvSpPr>
          <p:spPr>
            <a:xfrm>
              <a:off x="3632227" y="1900249"/>
              <a:ext cx="2476090" cy="1645231"/>
            </a:xfrm>
            <a:custGeom>
              <a:avLst/>
              <a:gdLst/>
              <a:ahLst/>
              <a:cxnLst/>
              <a:rect l="0" t="0" r="0" b="0"/>
              <a:pathLst>
                <a:path w="2476090" h="1645231">
                  <a:moveTo>
                    <a:pt x="118180" y="1412263"/>
                  </a:moveTo>
                  <a:lnTo>
                    <a:pt x="184139" y="1486816"/>
                  </a:lnTo>
                  <a:lnTo>
                    <a:pt x="135058" y="1432466"/>
                  </a:lnTo>
                  <a:close/>
                  <a:moveTo>
                    <a:pt x="135058" y="1432466"/>
                  </a:moveTo>
                  <a:lnTo>
                    <a:pt x="184139" y="1486816"/>
                  </a:lnTo>
                  <a:lnTo>
                    <a:pt x="167235" y="1472475"/>
                  </a:lnTo>
                  <a:close/>
                  <a:moveTo>
                    <a:pt x="0" y="1206164"/>
                  </a:moveTo>
                  <a:lnTo>
                    <a:pt x="124139" y="1176438"/>
                  </a:lnTo>
                  <a:lnTo>
                    <a:pt x="47212" y="1167480"/>
                  </a:lnTo>
                  <a:close/>
                  <a:moveTo>
                    <a:pt x="603599" y="1574374"/>
                  </a:moveTo>
                  <a:lnTo>
                    <a:pt x="670420" y="1535937"/>
                  </a:lnTo>
                  <a:lnTo>
                    <a:pt x="581143" y="1555268"/>
                  </a:lnTo>
                  <a:close/>
                  <a:moveTo>
                    <a:pt x="670420" y="1535937"/>
                  </a:moveTo>
                  <a:lnTo>
                    <a:pt x="622692" y="1495410"/>
                  </a:lnTo>
                  <a:lnTo>
                    <a:pt x="581143" y="1555268"/>
                  </a:lnTo>
                  <a:close/>
                  <a:moveTo>
                    <a:pt x="672982" y="1619984"/>
                  </a:moveTo>
                  <a:lnTo>
                    <a:pt x="754266" y="1645231"/>
                  </a:lnTo>
                  <a:lnTo>
                    <a:pt x="798597" y="1595776"/>
                  </a:lnTo>
                  <a:close/>
                  <a:moveTo>
                    <a:pt x="718945" y="1576627"/>
                  </a:moveTo>
                  <a:lnTo>
                    <a:pt x="798597" y="1595776"/>
                  </a:lnTo>
                  <a:lnTo>
                    <a:pt x="839701" y="1534255"/>
                  </a:lnTo>
                  <a:close/>
                  <a:moveTo>
                    <a:pt x="798597" y="1595776"/>
                  </a:moveTo>
                  <a:lnTo>
                    <a:pt x="860864" y="1549925"/>
                  </a:lnTo>
                  <a:lnTo>
                    <a:pt x="839701" y="1534255"/>
                  </a:lnTo>
                  <a:close/>
                  <a:moveTo>
                    <a:pt x="151517" y="684515"/>
                  </a:moveTo>
                  <a:lnTo>
                    <a:pt x="198765" y="757565"/>
                  </a:lnTo>
                  <a:lnTo>
                    <a:pt x="220442" y="789165"/>
                  </a:lnTo>
                  <a:close/>
                  <a:moveTo>
                    <a:pt x="859780" y="1473185"/>
                  </a:moveTo>
                  <a:lnTo>
                    <a:pt x="839701" y="1534255"/>
                  </a:lnTo>
                  <a:lnTo>
                    <a:pt x="883673" y="1497501"/>
                  </a:lnTo>
                  <a:close/>
                  <a:moveTo>
                    <a:pt x="901972" y="1376849"/>
                  </a:moveTo>
                  <a:lnTo>
                    <a:pt x="862966" y="1406036"/>
                  </a:lnTo>
                  <a:lnTo>
                    <a:pt x="883673" y="1497501"/>
                  </a:lnTo>
                  <a:close/>
                  <a:moveTo>
                    <a:pt x="864364" y="1196061"/>
                  </a:moveTo>
                  <a:lnTo>
                    <a:pt x="903519" y="1278999"/>
                  </a:lnTo>
                  <a:lnTo>
                    <a:pt x="925267" y="1180261"/>
                  </a:lnTo>
                  <a:close/>
                  <a:moveTo>
                    <a:pt x="996972" y="1182558"/>
                  </a:moveTo>
                  <a:lnTo>
                    <a:pt x="925267" y="1180261"/>
                  </a:lnTo>
                  <a:lnTo>
                    <a:pt x="903519" y="1278999"/>
                  </a:lnTo>
                  <a:close/>
                  <a:moveTo>
                    <a:pt x="389990" y="711918"/>
                  </a:moveTo>
                  <a:lnTo>
                    <a:pt x="380436" y="636913"/>
                  </a:lnTo>
                  <a:lnTo>
                    <a:pt x="490334" y="633601"/>
                  </a:lnTo>
                  <a:close/>
                  <a:moveTo>
                    <a:pt x="1031616" y="1256197"/>
                  </a:moveTo>
                  <a:lnTo>
                    <a:pt x="1060079" y="1291937"/>
                  </a:lnTo>
                  <a:lnTo>
                    <a:pt x="1122797" y="1326325"/>
                  </a:lnTo>
                  <a:close/>
                  <a:moveTo>
                    <a:pt x="813341" y="810294"/>
                  </a:moveTo>
                  <a:lnTo>
                    <a:pt x="718045" y="927337"/>
                  </a:lnTo>
                  <a:lnTo>
                    <a:pt x="782804" y="891121"/>
                  </a:lnTo>
                  <a:close/>
                  <a:moveTo>
                    <a:pt x="717996" y="927307"/>
                  </a:moveTo>
                  <a:lnTo>
                    <a:pt x="718045" y="927337"/>
                  </a:lnTo>
                  <a:lnTo>
                    <a:pt x="813341" y="810294"/>
                  </a:lnTo>
                  <a:close/>
                  <a:moveTo>
                    <a:pt x="733474" y="814632"/>
                  </a:moveTo>
                  <a:lnTo>
                    <a:pt x="717996" y="927307"/>
                  </a:lnTo>
                  <a:lnTo>
                    <a:pt x="813341" y="810294"/>
                  </a:lnTo>
                  <a:close/>
                  <a:moveTo>
                    <a:pt x="899420" y="888901"/>
                  </a:moveTo>
                  <a:lnTo>
                    <a:pt x="888641" y="909760"/>
                  </a:lnTo>
                  <a:lnTo>
                    <a:pt x="918335" y="903988"/>
                  </a:lnTo>
                  <a:close/>
                  <a:moveTo>
                    <a:pt x="1412137" y="1427181"/>
                  </a:moveTo>
                  <a:lnTo>
                    <a:pt x="1411354" y="1546621"/>
                  </a:lnTo>
                  <a:lnTo>
                    <a:pt x="1493217" y="1444888"/>
                  </a:lnTo>
                  <a:close/>
                  <a:moveTo>
                    <a:pt x="933925" y="850464"/>
                  </a:moveTo>
                  <a:lnTo>
                    <a:pt x="899420" y="888901"/>
                  </a:lnTo>
                  <a:lnTo>
                    <a:pt x="918335" y="903988"/>
                  </a:lnTo>
                  <a:close/>
                  <a:moveTo>
                    <a:pt x="918335" y="903988"/>
                  </a:moveTo>
                  <a:lnTo>
                    <a:pt x="998179" y="923856"/>
                  </a:lnTo>
                  <a:lnTo>
                    <a:pt x="964240" y="860419"/>
                  </a:lnTo>
                  <a:close/>
                  <a:moveTo>
                    <a:pt x="1025811" y="858836"/>
                  </a:moveTo>
                  <a:lnTo>
                    <a:pt x="1077943" y="877045"/>
                  </a:lnTo>
                  <a:lnTo>
                    <a:pt x="1034648" y="845007"/>
                  </a:lnTo>
                  <a:close/>
                  <a:moveTo>
                    <a:pt x="1275282" y="756976"/>
                  </a:moveTo>
                  <a:lnTo>
                    <a:pt x="1214232" y="743923"/>
                  </a:lnTo>
                  <a:lnTo>
                    <a:pt x="1333011" y="694155"/>
                  </a:lnTo>
                  <a:close/>
                  <a:moveTo>
                    <a:pt x="2324916" y="603592"/>
                  </a:moveTo>
                  <a:lnTo>
                    <a:pt x="2254959" y="626165"/>
                  </a:lnTo>
                  <a:lnTo>
                    <a:pt x="2206834" y="655964"/>
                  </a:lnTo>
                  <a:close/>
                  <a:moveTo>
                    <a:pt x="2324916" y="603592"/>
                  </a:moveTo>
                  <a:lnTo>
                    <a:pt x="2353650" y="506431"/>
                  </a:lnTo>
                  <a:lnTo>
                    <a:pt x="2257381" y="625187"/>
                  </a:lnTo>
                  <a:close/>
                  <a:moveTo>
                    <a:pt x="2353690" y="504536"/>
                  </a:moveTo>
                  <a:lnTo>
                    <a:pt x="2353650" y="506431"/>
                  </a:lnTo>
                  <a:lnTo>
                    <a:pt x="2344670" y="462243"/>
                  </a:lnTo>
                  <a:close/>
                  <a:moveTo>
                    <a:pt x="2353650" y="506431"/>
                  </a:moveTo>
                  <a:lnTo>
                    <a:pt x="2372217" y="504536"/>
                  </a:lnTo>
                  <a:lnTo>
                    <a:pt x="2344670" y="462243"/>
                  </a:lnTo>
                  <a:close/>
                  <a:moveTo>
                    <a:pt x="2383635" y="392726"/>
                  </a:moveTo>
                  <a:lnTo>
                    <a:pt x="2372217" y="504536"/>
                  </a:lnTo>
                  <a:lnTo>
                    <a:pt x="2450972" y="387811"/>
                  </a:lnTo>
                  <a:close/>
                  <a:moveTo>
                    <a:pt x="2450972" y="387811"/>
                  </a:moveTo>
                  <a:lnTo>
                    <a:pt x="2422416" y="383885"/>
                  </a:lnTo>
                  <a:lnTo>
                    <a:pt x="2383635" y="392726"/>
                  </a:lnTo>
                  <a:close/>
                  <a:moveTo>
                    <a:pt x="2422416" y="383885"/>
                  </a:moveTo>
                  <a:lnTo>
                    <a:pt x="2450972" y="387811"/>
                  </a:lnTo>
                  <a:lnTo>
                    <a:pt x="2454291" y="378242"/>
                  </a:lnTo>
                  <a:close/>
                  <a:moveTo>
                    <a:pt x="2386489" y="379642"/>
                  </a:moveTo>
                  <a:lnTo>
                    <a:pt x="2422416" y="383885"/>
                  </a:lnTo>
                  <a:lnTo>
                    <a:pt x="2476090" y="267297"/>
                  </a:lnTo>
                  <a:close/>
                  <a:moveTo>
                    <a:pt x="2360993" y="0"/>
                  </a:moveTo>
                  <a:lnTo>
                    <a:pt x="2336416" y="98803"/>
                  </a:lnTo>
                  <a:lnTo>
                    <a:pt x="2357287" y="79013"/>
                  </a:lnTo>
                  <a:close/>
                  <a:moveTo>
                    <a:pt x="2299882" y="89182"/>
                  </a:moveTo>
                  <a:lnTo>
                    <a:pt x="2336416" y="98803"/>
                  </a:lnTo>
                  <a:lnTo>
                    <a:pt x="2360993" y="0"/>
                  </a:lnTo>
                  <a:close/>
                </a:path>
              </a:pathLst>
            </a:custGeom>
            <a:solidFill>
              <a:srgbClr val="D8DEE3"/>
            </a:solidFill>
            <a:ln w="1524">
              <a:solidFill>
                <a:srgbClr val="D8DEE3"/>
              </a:solidFill>
            </a:ln>
          </p:spPr>
        </p:sp>
        <p:sp>
          <p:nvSpPr>
            <p:cNvPr id="2138" name="Candidate_density__2137">
              <a:extLst>
                <a:ext uri="{FF2B5EF4-FFF2-40B4-BE49-F238E27FC236}">
                  <a16:creationId xmlns:a16="http://schemas.microsoft.com/office/drawing/2014/main" id="{6CC77B74-B347-FED2-2DAB-C2C91CB3EB75}"/>
                </a:ext>
              </a:extLst>
            </p:cNvPr>
            <p:cNvSpPr>
              <a:spLocks noGrp="1"/>
            </p:cNvSpPr>
            <p:nvPr/>
          </p:nvSpPr>
          <p:spPr>
            <a:xfrm>
              <a:off x="3557724" y="1814797"/>
              <a:ext cx="2603257" cy="1705437"/>
            </a:xfrm>
            <a:custGeom>
              <a:avLst/>
              <a:gdLst/>
              <a:ahLst/>
              <a:cxnLst/>
              <a:rect l="0" t="0" r="0" b="0"/>
              <a:pathLst>
                <a:path w="2603257" h="1705437">
                  <a:moveTo>
                    <a:pt x="187720" y="1490054"/>
                  </a:moveTo>
                  <a:lnTo>
                    <a:pt x="192684" y="1497716"/>
                  </a:lnTo>
                  <a:lnTo>
                    <a:pt x="209562" y="1517918"/>
                  </a:lnTo>
                  <a:close/>
                  <a:moveTo>
                    <a:pt x="187720" y="1490054"/>
                  </a:moveTo>
                  <a:lnTo>
                    <a:pt x="142540" y="1407839"/>
                  </a:lnTo>
                  <a:lnTo>
                    <a:pt x="143052" y="1437974"/>
                  </a:lnTo>
                  <a:close/>
                  <a:moveTo>
                    <a:pt x="187720" y="1490054"/>
                  </a:moveTo>
                  <a:lnTo>
                    <a:pt x="209562" y="1517918"/>
                  </a:lnTo>
                  <a:lnTo>
                    <a:pt x="237022" y="1533832"/>
                  </a:lnTo>
                  <a:close/>
                  <a:moveTo>
                    <a:pt x="74504" y="1291617"/>
                  </a:moveTo>
                  <a:lnTo>
                    <a:pt x="190016" y="1299700"/>
                  </a:lnTo>
                  <a:lnTo>
                    <a:pt x="198642" y="1261891"/>
                  </a:lnTo>
                  <a:close/>
                  <a:moveTo>
                    <a:pt x="40771" y="1204972"/>
                  </a:moveTo>
                  <a:lnTo>
                    <a:pt x="74504" y="1291617"/>
                  </a:lnTo>
                  <a:lnTo>
                    <a:pt x="121716" y="1252933"/>
                  </a:lnTo>
                  <a:close/>
                  <a:moveTo>
                    <a:pt x="40771" y="1204972"/>
                  </a:moveTo>
                  <a:lnTo>
                    <a:pt x="0" y="1243408"/>
                  </a:lnTo>
                  <a:lnTo>
                    <a:pt x="74504" y="1291617"/>
                  </a:lnTo>
                  <a:close/>
                  <a:moveTo>
                    <a:pt x="744924" y="1621389"/>
                  </a:moveTo>
                  <a:lnTo>
                    <a:pt x="747486" y="1705437"/>
                  </a:lnTo>
                  <a:lnTo>
                    <a:pt x="793448" y="1662079"/>
                  </a:lnTo>
                  <a:close/>
                  <a:moveTo>
                    <a:pt x="744924" y="1621389"/>
                  </a:moveTo>
                  <a:lnTo>
                    <a:pt x="678103" y="1659826"/>
                  </a:lnTo>
                  <a:lnTo>
                    <a:pt x="747486" y="1705437"/>
                  </a:lnTo>
                  <a:close/>
                  <a:moveTo>
                    <a:pt x="793448" y="1662079"/>
                  </a:moveTo>
                  <a:lnTo>
                    <a:pt x="747486" y="1705437"/>
                  </a:lnTo>
                  <a:lnTo>
                    <a:pt x="873101" y="1681229"/>
                  </a:lnTo>
                  <a:close/>
                  <a:moveTo>
                    <a:pt x="205954" y="986467"/>
                  </a:moveTo>
                  <a:lnTo>
                    <a:pt x="280181" y="986713"/>
                  </a:lnTo>
                  <a:lnTo>
                    <a:pt x="222963" y="922417"/>
                  </a:lnTo>
                  <a:close/>
                  <a:moveTo>
                    <a:pt x="280181" y="986713"/>
                  </a:moveTo>
                  <a:lnTo>
                    <a:pt x="290749" y="897201"/>
                  </a:lnTo>
                  <a:lnTo>
                    <a:pt x="222963" y="922417"/>
                  </a:lnTo>
                  <a:close/>
                  <a:moveTo>
                    <a:pt x="226021" y="769968"/>
                  </a:moveTo>
                  <a:lnTo>
                    <a:pt x="294946" y="874618"/>
                  </a:lnTo>
                  <a:lnTo>
                    <a:pt x="300220" y="770238"/>
                  </a:lnTo>
                  <a:close/>
                  <a:moveTo>
                    <a:pt x="824674" y="1186788"/>
                  </a:moveTo>
                  <a:lnTo>
                    <a:pt x="845823" y="1148836"/>
                  </a:lnTo>
                  <a:lnTo>
                    <a:pt x="858462" y="1095005"/>
                  </a:lnTo>
                  <a:close/>
                  <a:moveTo>
                    <a:pt x="585985" y="886796"/>
                  </a:moveTo>
                  <a:lnTo>
                    <a:pt x="626959" y="766145"/>
                  </a:lnTo>
                  <a:lnTo>
                    <a:pt x="585822" y="804581"/>
                  </a:lnTo>
                  <a:close/>
                  <a:moveTo>
                    <a:pt x="585822" y="804581"/>
                  </a:moveTo>
                  <a:lnTo>
                    <a:pt x="626959" y="766145"/>
                  </a:lnTo>
                  <a:lnTo>
                    <a:pt x="516645" y="754067"/>
                  </a:lnTo>
                  <a:close/>
                  <a:moveTo>
                    <a:pt x="626959" y="766145"/>
                  </a:moveTo>
                  <a:lnTo>
                    <a:pt x="564838" y="719053"/>
                  </a:lnTo>
                  <a:lnTo>
                    <a:pt x="516645" y="754067"/>
                  </a:lnTo>
                  <a:close/>
                  <a:moveTo>
                    <a:pt x="1322824" y="1670511"/>
                  </a:moveTo>
                  <a:lnTo>
                    <a:pt x="1293616" y="1588295"/>
                  </a:lnTo>
                  <a:lnTo>
                    <a:pt x="1299993" y="1603782"/>
                  </a:lnTo>
                  <a:close/>
                  <a:moveTo>
                    <a:pt x="1106120" y="1341650"/>
                  </a:moveTo>
                  <a:lnTo>
                    <a:pt x="1197300" y="1411778"/>
                  </a:lnTo>
                  <a:lnTo>
                    <a:pt x="1195888" y="1385429"/>
                  </a:lnTo>
                  <a:close/>
                  <a:moveTo>
                    <a:pt x="963145" y="995212"/>
                  </a:moveTo>
                  <a:lnTo>
                    <a:pt x="955051" y="1012790"/>
                  </a:lnTo>
                  <a:lnTo>
                    <a:pt x="992839" y="989440"/>
                  </a:lnTo>
                  <a:close/>
                  <a:moveTo>
                    <a:pt x="807978" y="900085"/>
                  </a:moveTo>
                  <a:lnTo>
                    <a:pt x="749062" y="850520"/>
                  </a:lnTo>
                  <a:lnTo>
                    <a:pt x="807075" y="892138"/>
                  </a:lnTo>
                  <a:close/>
                  <a:moveTo>
                    <a:pt x="894390" y="892138"/>
                  </a:moveTo>
                  <a:lnTo>
                    <a:pt x="963145" y="995212"/>
                  </a:lnTo>
                  <a:lnTo>
                    <a:pt x="973924" y="974353"/>
                  </a:lnTo>
                  <a:close/>
                  <a:moveTo>
                    <a:pt x="857308" y="976574"/>
                  </a:moveTo>
                  <a:lnTo>
                    <a:pt x="963145" y="995212"/>
                  </a:lnTo>
                  <a:lnTo>
                    <a:pt x="894390" y="892138"/>
                  </a:lnTo>
                  <a:close/>
                  <a:moveTo>
                    <a:pt x="1305864" y="1198641"/>
                  </a:moveTo>
                  <a:lnTo>
                    <a:pt x="1329473" y="1279539"/>
                  </a:lnTo>
                  <a:lnTo>
                    <a:pt x="1383254" y="1196316"/>
                  </a:lnTo>
                  <a:close/>
                  <a:moveTo>
                    <a:pt x="1100315" y="944288"/>
                  </a:moveTo>
                  <a:lnTo>
                    <a:pt x="1072683" y="1009308"/>
                  </a:lnTo>
                  <a:lnTo>
                    <a:pt x="1178759" y="1041198"/>
                  </a:lnTo>
                  <a:close/>
                  <a:moveTo>
                    <a:pt x="1008428" y="935917"/>
                  </a:moveTo>
                  <a:lnTo>
                    <a:pt x="900708" y="885289"/>
                  </a:lnTo>
                  <a:lnTo>
                    <a:pt x="894390" y="892138"/>
                  </a:lnTo>
                  <a:close/>
                  <a:moveTo>
                    <a:pt x="1008428" y="935917"/>
                  </a:moveTo>
                  <a:lnTo>
                    <a:pt x="894390" y="892138"/>
                  </a:lnTo>
                  <a:lnTo>
                    <a:pt x="973924" y="974353"/>
                  </a:lnTo>
                  <a:close/>
                  <a:moveTo>
                    <a:pt x="931861" y="659778"/>
                  </a:moveTo>
                  <a:lnTo>
                    <a:pt x="976132" y="684378"/>
                  </a:lnTo>
                  <a:lnTo>
                    <a:pt x="888901" y="594611"/>
                  </a:lnTo>
                  <a:close/>
                  <a:moveTo>
                    <a:pt x="1443829" y="738392"/>
                  </a:moveTo>
                  <a:lnTo>
                    <a:pt x="1407515" y="779608"/>
                  </a:lnTo>
                  <a:lnTo>
                    <a:pt x="1415821" y="769471"/>
                  </a:lnTo>
                  <a:close/>
                  <a:moveTo>
                    <a:pt x="1415821" y="769471"/>
                  </a:moveTo>
                  <a:lnTo>
                    <a:pt x="1416907" y="668496"/>
                  </a:lnTo>
                  <a:lnTo>
                    <a:pt x="1320442" y="732718"/>
                  </a:lnTo>
                  <a:close/>
                  <a:moveTo>
                    <a:pt x="1497628" y="837872"/>
                  </a:moveTo>
                  <a:lnTo>
                    <a:pt x="1527794" y="839123"/>
                  </a:lnTo>
                  <a:lnTo>
                    <a:pt x="1482343" y="738392"/>
                  </a:lnTo>
                  <a:close/>
                  <a:moveTo>
                    <a:pt x="1736449" y="1030359"/>
                  </a:moveTo>
                  <a:lnTo>
                    <a:pt x="1781517" y="1054312"/>
                  </a:lnTo>
                  <a:lnTo>
                    <a:pt x="1750844" y="979157"/>
                  </a:lnTo>
                  <a:close/>
                  <a:moveTo>
                    <a:pt x="2428154" y="591884"/>
                  </a:moveTo>
                  <a:lnTo>
                    <a:pt x="2399420" y="689044"/>
                  </a:lnTo>
                  <a:lnTo>
                    <a:pt x="2446721" y="589988"/>
                  </a:lnTo>
                  <a:close/>
                  <a:moveTo>
                    <a:pt x="2399420" y="689044"/>
                  </a:moveTo>
                  <a:lnTo>
                    <a:pt x="2440405" y="710640"/>
                  </a:lnTo>
                  <a:lnTo>
                    <a:pt x="2446721" y="589988"/>
                  </a:lnTo>
                  <a:close/>
                  <a:moveTo>
                    <a:pt x="2446721" y="589988"/>
                  </a:moveTo>
                  <a:lnTo>
                    <a:pt x="2508279" y="602192"/>
                  </a:lnTo>
                  <a:lnTo>
                    <a:pt x="2511023" y="585104"/>
                  </a:lnTo>
                  <a:close/>
                  <a:moveTo>
                    <a:pt x="2525476" y="473263"/>
                  </a:moveTo>
                  <a:lnTo>
                    <a:pt x="2446721" y="589988"/>
                  </a:lnTo>
                  <a:lnTo>
                    <a:pt x="2511023" y="585104"/>
                  </a:lnTo>
                  <a:close/>
                  <a:moveTo>
                    <a:pt x="2525476" y="473263"/>
                  </a:moveTo>
                  <a:lnTo>
                    <a:pt x="2603257" y="470620"/>
                  </a:lnTo>
                  <a:lnTo>
                    <a:pt x="2528795" y="463694"/>
                  </a:lnTo>
                  <a:close/>
                  <a:moveTo>
                    <a:pt x="2550594" y="352750"/>
                  </a:moveTo>
                  <a:lnTo>
                    <a:pt x="2496920" y="469337"/>
                  </a:lnTo>
                  <a:lnTo>
                    <a:pt x="2528795" y="463694"/>
                  </a:lnTo>
                  <a:close/>
                  <a:moveTo>
                    <a:pt x="2467327" y="359852"/>
                  </a:moveTo>
                  <a:lnTo>
                    <a:pt x="2460993" y="465094"/>
                  </a:lnTo>
                  <a:lnTo>
                    <a:pt x="2550594" y="352750"/>
                  </a:lnTo>
                  <a:close/>
                  <a:moveTo>
                    <a:pt x="2506042" y="188785"/>
                  </a:moveTo>
                  <a:lnTo>
                    <a:pt x="2502039" y="148454"/>
                  </a:lnTo>
                  <a:lnTo>
                    <a:pt x="2431791" y="164466"/>
                  </a:lnTo>
                  <a:close/>
                  <a:moveTo>
                    <a:pt x="2410920" y="184255"/>
                  </a:moveTo>
                  <a:lnTo>
                    <a:pt x="2394616" y="218781"/>
                  </a:lnTo>
                  <a:lnTo>
                    <a:pt x="2431791" y="164466"/>
                  </a:lnTo>
                  <a:close/>
                  <a:moveTo>
                    <a:pt x="2374267" y="74639"/>
                  </a:moveTo>
                  <a:lnTo>
                    <a:pt x="2435497" y="85453"/>
                  </a:lnTo>
                  <a:lnTo>
                    <a:pt x="2417490" y="0"/>
                  </a:lnTo>
                  <a:close/>
                  <a:moveTo>
                    <a:pt x="2499597" y="93933"/>
                  </a:moveTo>
                  <a:lnTo>
                    <a:pt x="2431791" y="164466"/>
                  </a:lnTo>
                  <a:lnTo>
                    <a:pt x="2502039" y="148454"/>
                  </a:lnTo>
                  <a:close/>
                  <a:moveTo>
                    <a:pt x="2499597" y="93933"/>
                  </a:moveTo>
                  <a:lnTo>
                    <a:pt x="2435497" y="85453"/>
                  </a:lnTo>
                  <a:lnTo>
                    <a:pt x="2431791" y="164466"/>
                  </a:lnTo>
                  <a:close/>
                  <a:moveTo>
                    <a:pt x="2435497" y="85453"/>
                  </a:moveTo>
                  <a:lnTo>
                    <a:pt x="2478374" y="11094"/>
                  </a:lnTo>
                  <a:lnTo>
                    <a:pt x="2417490" y="0"/>
                  </a:lnTo>
                  <a:close/>
                </a:path>
              </a:pathLst>
            </a:custGeom>
            <a:solidFill>
              <a:srgbClr val="DCE1E6"/>
            </a:solidFill>
            <a:ln w="1524">
              <a:solidFill>
                <a:srgbClr val="DCE1E6"/>
              </a:solidFill>
            </a:ln>
          </p:spPr>
        </p:sp>
        <p:sp>
          <p:nvSpPr>
            <p:cNvPr id="2139" name="Candidate_density__2138">
              <a:extLst>
                <a:ext uri="{FF2B5EF4-FFF2-40B4-BE49-F238E27FC236}">
                  <a16:creationId xmlns:a16="http://schemas.microsoft.com/office/drawing/2014/main" id="{2BB716EC-52CB-98E1-FE75-B5965F01469D}"/>
                </a:ext>
              </a:extLst>
            </p:cNvPr>
            <p:cNvSpPr>
              <a:spLocks noGrp="1"/>
            </p:cNvSpPr>
            <p:nvPr/>
          </p:nvSpPr>
          <p:spPr>
            <a:xfrm>
              <a:off x="3498421" y="1761307"/>
              <a:ext cx="2690568" cy="1657272"/>
            </a:xfrm>
            <a:custGeom>
              <a:avLst/>
              <a:gdLst/>
              <a:ahLst/>
              <a:cxnLst/>
              <a:rect l="0" t="0" r="0" b="0"/>
              <a:pathLst>
                <a:path w="2690568" h="1657272">
                  <a:moveTo>
                    <a:pt x="15585" y="1214683"/>
                  </a:moveTo>
                  <a:lnTo>
                    <a:pt x="0" y="1234514"/>
                  </a:lnTo>
                  <a:lnTo>
                    <a:pt x="35134" y="1254845"/>
                  </a:lnTo>
                  <a:close/>
                  <a:moveTo>
                    <a:pt x="258891" y="1505107"/>
                  </a:moveTo>
                  <a:lnTo>
                    <a:pt x="291127" y="1439439"/>
                  </a:lnTo>
                  <a:lnTo>
                    <a:pt x="201843" y="1461329"/>
                  </a:lnTo>
                  <a:close/>
                  <a:moveTo>
                    <a:pt x="169863" y="1379113"/>
                  </a:moveTo>
                  <a:lnTo>
                    <a:pt x="272190" y="1434689"/>
                  </a:lnTo>
                  <a:lnTo>
                    <a:pt x="249320" y="1353190"/>
                  </a:lnTo>
                  <a:close/>
                  <a:moveTo>
                    <a:pt x="169863" y="1379113"/>
                  </a:moveTo>
                  <a:lnTo>
                    <a:pt x="201843" y="1461329"/>
                  </a:lnTo>
                  <a:lnTo>
                    <a:pt x="272190" y="1434689"/>
                  </a:lnTo>
                  <a:close/>
                  <a:moveTo>
                    <a:pt x="272190" y="1434689"/>
                  </a:moveTo>
                  <a:lnTo>
                    <a:pt x="323457" y="1353509"/>
                  </a:lnTo>
                  <a:lnTo>
                    <a:pt x="249320" y="1353190"/>
                  </a:lnTo>
                  <a:close/>
                  <a:moveTo>
                    <a:pt x="56405" y="1176247"/>
                  </a:moveTo>
                  <a:lnTo>
                    <a:pt x="15585" y="1214683"/>
                  </a:lnTo>
                  <a:lnTo>
                    <a:pt x="35134" y="1254845"/>
                  </a:lnTo>
                  <a:close/>
                  <a:moveTo>
                    <a:pt x="53312" y="1107605"/>
                  </a:moveTo>
                  <a:lnTo>
                    <a:pt x="15585" y="1214683"/>
                  </a:lnTo>
                  <a:lnTo>
                    <a:pt x="56405" y="1176247"/>
                  </a:lnTo>
                  <a:close/>
                  <a:moveTo>
                    <a:pt x="53312" y="1107605"/>
                  </a:moveTo>
                  <a:lnTo>
                    <a:pt x="17008" y="1187073"/>
                  </a:lnTo>
                  <a:lnTo>
                    <a:pt x="15585" y="1214683"/>
                  </a:lnTo>
                  <a:close/>
                  <a:moveTo>
                    <a:pt x="17008" y="1187073"/>
                  </a:moveTo>
                  <a:lnTo>
                    <a:pt x="53312" y="1107605"/>
                  </a:lnTo>
                  <a:lnTo>
                    <a:pt x="27386" y="1132468"/>
                  </a:lnTo>
                  <a:close/>
                  <a:moveTo>
                    <a:pt x="53312" y="1107605"/>
                  </a:moveTo>
                  <a:lnTo>
                    <a:pt x="55891" y="1094031"/>
                  </a:lnTo>
                  <a:lnTo>
                    <a:pt x="27386" y="1132468"/>
                  </a:lnTo>
                  <a:close/>
                  <a:moveTo>
                    <a:pt x="424998" y="1446104"/>
                  </a:moveTo>
                  <a:lnTo>
                    <a:pt x="363975" y="1433151"/>
                  </a:lnTo>
                  <a:lnTo>
                    <a:pt x="291127" y="1439439"/>
                  </a:lnTo>
                  <a:close/>
                  <a:moveTo>
                    <a:pt x="451197" y="1410344"/>
                  </a:moveTo>
                  <a:lnTo>
                    <a:pt x="370718" y="1422892"/>
                  </a:lnTo>
                  <a:lnTo>
                    <a:pt x="482754" y="1484781"/>
                  </a:lnTo>
                  <a:close/>
                  <a:moveTo>
                    <a:pt x="424998" y="1446104"/>
                  </a:moveTo>
                  <a:lnTo>
                    <a:pt x="370718" y="1422892"/>
                  </a:lnTo>
                  <a:lnTo>
                    <a:pt x="363975" y="1433151"/>
                  </a:lnTo>
                  <a:close/>
                  <a:moveTo>
                    <a:pt x="55891" y="1094031"/>
                  </a:moveTo>
                  <a:lnTo>
                    <a:pt x="53312" y="1107605"/>
                  </a:lnTo>
                  <a:lnTo>
                    <a:pt x="53260" y="1091123"/>
                  </a:lnTo>
                  <a:close/>
                  <a:moveTo>
                    <a:pt x="53260" y="1091123"/>
                  </a:moveTo>
                  <a:lnTo>
                    <a:pt x="84627" y="1009484"/>
                  </a:lnTo>
                  <a:lnTo>
                    <a:pt x="55891" y="1094031"/>
                  </a:lnTo>
                  <a:close/>
                  <a:moveTo>
                    <a:pt x="55891" y="1094031"/>
                  </a:moveTo>
                  <a:lnTo>
                    <a:pt x="84627" y="1009484"/>
                  </a:lnTo>
                  <a:lnTo>
                    <a:pt x="110530" y="973380"/>
                  </a:lnTo>
                  <a:close/>
                  <a:moveTo>
                    <a:pt x="55891" y="1094031"/>
                  </a:moveTo>
                  <a:lnTo>
                    <a:pt x="110530" y="973380"/>
                  </a:lnTo>
                  <a:lnTo>
                    <a:pt x="81212" y="1011816"/>
                  </a:lnTo>
                  <a:close/>
                  <a:moveTo>
                    <a:pt x="110530" y="973380"/>
                  </a:moveTo>
                  <a:lnTo>
                    <a:pt x="107472" y="891165"/>
                  </a:lnTo>
                  <a:lnTo>
                    <a:pt x="81212" y="1011816"/>
                  </a:lnTo>
                  <a:close/>
                  <a:moveTo>
                    <a:pt x="265257" y="1039956"/>
                  </a:moveTo>
                  <a:lnTo>
                    <a:pt x="387343" y="1099374"/>
                  </a:lnTo>
                  <a:lnTo>
                    <a:pt x="389766" y="1099418"/>
                  </a:lnTo>
                  <a:close/>
                  <a:moveTo>
                    <a:pt x="265257" y="1039956"/>
                  </a:moveTo>
                  <a:lnTo>
                    <a:pt x="389766" y="1099418"/>
                  </a:lnTo>
                  <a:lnTo>
                    <a:pt x="339485" y="1040203"/>
                  </a:lnTo>
                  <a:close/>
                  <a:moveTo>
                    <a:pt x="107472" y="891165"/>
                  </a:moveTo>
                  <a:lnTo>
                    <a:pt x="110530" y="973380"/>
                  </a:lnTo>
                  <a:lnTo>
                    <a:pt x="156764" y="934943"/>
                  </a:lnTo>
                  <a:close/>
                  <a:moveTo>
                    <a:pt x="359523" y="823727"/>
                  </a:moveTo>
                  <a:lnTo>
                    <a:pt x="275295" y="732076"/>
                  </a:lnTo>
                  <a:lnTo>
                    <a:pt x="274069" y="732516"/>
                  </a:lnTo>
                  <a:close/>
                  <a:moveTo>
                    <a:pt x="359523" y="823727"/>
                  </a:moveTo>
                  <a:lnTo>
                    <a:pt x="274069" y="732516"/>
                  </a:lnTo>
                  <a:lnTo>
                    <a:pt x="285324" y="823457"/>
                  </a:lnTo>
                  <a:close/>
                  <a:moveTo>
                    <a:pt x="645288" y="940285"/>
                  </a:moveTo>
                  <a:lnTo>
                    <a:pt x="645125" y="858070"/>
                  </a:lnTo>
                  <a:lnTo>
                    <a:pt x="588835" y="958669"/>
                  </a:lnTo>
                  <a:close/>
                  <a:moveTo>
                    <a:pt x="514243" y="775855"/>
                  </a:moveTo>
                  <a:lnTo>
                    <a:pt x="571203" y="872912"/>
                  </a:lnTo>
                  <a:lnTo>
                    <a:pt x="575948" y="807557"/>
                  </a:lnTo>
                  <a:close/>
                  <a:moveTo>
                    <a:pt x="499612" y="896507"/>
                  </a:moveTo>
                  <a:lnTo>
                    <a:pt x="571203" y="872912"/>
                  </a:lnTo>
                  <a:lnTo>
                    <a:pt x="514243" y="775855"/>
                  </a:lnTo>
                  <a:close/>
                  <a:moveTo>
                    <a:pt x="275295" y="732076"/>
                  </a:moveTo>
                  <a:lnTo>
                    <a:pt x="364273" y="788658"/>
                  </a:lnTo>
                  <a:lnTo>
                    <a:pt x="385043" y="702888"/>
                  </a:lnTo>
                  <a:close/>
                  <a:moveTo>
                    <a:pt x="364273" y="788658"/>
                  </a:moveTo>
                  <a:lnTo>
                    <a:pt x="423184" y="693640"/>
                  </a:lnTo>
                  <a:lnTo>
                    <a:pt x="385043" y="702888"/>
                  </a:lnTo>
                  <a:close/>
                  <a:moveTo>
                    <a:pt x="488926" y="760854"/>
                  </a:moveTo>
                  <a:lnTo>
                    <a:pt x="423184" y="693640"/>
                  </a:lnTo>
                  <a:lnTo>
                    <a:pt x="364273" y="788658"/>
                  </a:lnTo>
                  <a:close/>
                  <a:moveTo>
                    <a:pt x="385043" y="702888"/>
                  </a:moveTo>
                  <a:lnTo>
                    <a:pt x="453368" y="627908"/>
                  </a:lnTo>
                  <a:lnTo>
                    <a:pt x="443635" y="615754"/>
                  </a:lnTo>
                  <a:close/>
                  <a:moveTo>
                    <a:pt x="1059074" y="1319203"/>
                  </a:moveTo>
                  <a:lnTo>
                    <a:pt x="988629" y="1230710"/>
                  </a:lnTo>
                  <a:lnTo>
                    <a:pt x="965424" y="1234655"/>
                  </a:lnTo>
                  <a:close/>
                  <a:moveTo>
                    <a:pt x="514243" y="775855"/>
                  </a:moveTo>
                  <a:lnTo>
                    <a:pt x="537349" y="726697"/>
                  </a:lnTo>
                  <a:lnTo>
                    <a:pt x="536668" y="655204"/>
                  </a:lnTo>
                  <a:close/>
                  <a:moveTo>
                    <a:pt x="509672" y="662159"/>
                  </a:moveTo>
                  <a:lnTo>
                    <a:pt x="488926" y="760854"/>
                  </a:lnTo>
                  <a:lnTo>
                    <a:pt x="514243" y="775855"/>
                  </a:lnTo>
                  <a:close/>
                  <a:moveTo>
                    <a:pt x="1371416" y="1615873"/>
                  </a:moveTo>
                  <a:lnTo>
                    <a:pt x="1359297" y="1657272"/>
                  </a:lnTo>
                  <a:lnTo>
                    <a:pt x="1352919" y="1641785"/>
                  </a:lnTo>
                  <a:close/>
                  <a:moveTo>
                    <a:pt x="1483899" y="1542569"/>
                  </a:moveTo>
                  <a:lnTo>
                    <a:pt x="1397719" y="1559570"/>
                  </a:lnTo>
                  <a:lnTo>
                    <a:pt x="1371416" y="1615873"/>
                  </a:lnTo>
                  <a:close/>
                  <a:moveTo>
                    <a:pt x="1483899" y="1542569"/>
                  </a:moveTo>
                  <a:lnTo>
                    <a:pt x="1371416" y="1615873"/>
                  </a:lnTo>
                  <a:lnTo>
                    <a:pt x="1412258" y="1553374"/>
                  </a:lnTo>
                  <a:close/>
                  <a:moveTo>
                    <a:pt x="1148653" y="1312925"/>
                  </a:moveTo>
                  <a:lnTo>
                    <a:pt x="1165423" y="1395140"/>
                  </a:lnTo>
                  <a:lnTo>
                    <a:pt x="1220884" y="1356703"/>
                  </a:lnTo>
                  <a:close/>
                  <a:moveTo>
                    <a:pt x="988629" y="1230710"/>
                  </a:moveTo>
                  <a:lnTo>
                    <a:pt x="1057595" y="1278522"/>
                  </a:lnTo>
                  <a:lnTo>
                    <a:pt x="1062281" y="1216504"/>
                  </a:lnTo>
                  <a:close/>
                  <a:moveTo>
                    <a:pt x="1148653" y="1312925"/>
                  </a:moveTo>
                  <a:lnTo>
                    <a:pt x="1249636" y="1224015"/>
                  </a:lnTo>
                  <a:lnTo>
                    <a:pt x="1148341" y="1207131"/>
                  </a:lnTo>
                  <a:close/>
                  <a:moveTo>
                    <a:pt x="1148341" y="1207131"/>
                  </a:moveTo>
                  <a:lnTo>
                    <a:pt x="1249636" y="1224015"/>
                  </a:lnTo>
                  <a:lnTo>
                    <a:pt x="1227090" y="1203701"/>
                  </a:lnTo>
                  <a:close/>
                  <a:moveTo>
                    <a:pt x="1148653" y="1312925"/>
                  </a:moveTo>
                  <a:lnTo>
                    <a:pt x="1148341" y="1207131"/>
                  </a:lnTo>
                  <a:lnTo>
                    <a:pt x="1139288" y="1305301"/>
                  </a:lnTo>
                  <a:close/>
                  <a:moveTo>
                    <a:pt x="1148341" y="1207131"/>
                  </a:moveTo>
                  <a:lnTo>
                    <a:pt x="1057595" y="1278522"/>
                  </a:lnTo>
                  <a:lnTo>
                    <a:pt x="1139288" y="1305301"/>
                  </a:lnTo>
                  <a:close/>
                  <a:moveTo>
                    <a:pt x="1148341" y="1207131"/>
                  </a:moveTo>
                  <a:lnTo>
                    <a:pt x="1062281" y="1216504"/>
                  </a:lnTo>
                  <a:lnTo>
                    <a:pt x="1057595" y="1278522"/>
                  </a:lnTo>
                  <a:close/>
                  <a:moveTo>
                    <a:pt x="1148341" y="1207131"/>
                  </a:moveTo>
                  <a:lnTo>
                    <a:pt x="1129663" y="1122223"/>
                  </a:lnTo>
                  <a:lnTo>
                    <a:pt x="1062281" y="1216504"/>
                  </a:lnTo>
                  <a:close/>
                  <a:moveTo>
                    <a:pt x="1227090" y="1203701"/>
                  </a:moveTo>
                  <a:lnTo>
                    <a:pt x="1129663" y="1122223"/>
                  </a:lnTo>
                  <a:lnTo>
                    <a:pt x="1148341" y="1207131"/>
                  </a:lnTo>
                  <a:close/>
                  <a:moveTo>
                    <a:pt x="1129663" y="1122223"/>
                  </a:moveTo>
                  <a:lnTo>
                    <a:pt x="1176156" y="1110058"/>
                  </a:lnTo>
                  <a:lnTo>
                    <a:pt x="1131986" y="1062798"/>
                  </a:lnTo>
                  <a:close/>
                  <a:moveTo>
                    <a:pt x="947148" y="949236"/>
                  </a:moveTo>
                  <a:lnTo>
                    <a:pt x="953693" y="945628"/>
                  </a:lnTo>
                  <a:lnTo>
                    <a:pt x="949979" y="939621"/>
                  </a:lnTo>
                  <a:close/>
                  <a:moveTo>
                    <a:pt x="804210" y="901849"/>
                  </a:moveTo>
                  <a:lnTo>
                    <a:pt x="807230" y="899763"/>
                  </a:lnTo>
                  <a:lnTo>
                    <a:pt x="854839" y="862562"/>
                  </a:lnTo>
                  <a:close/>
                  <a:moveTo>
                    <a:pt x="808778" y="901849"/>
                  </a:moveTo>
                  <a:lnTo>
                    <a:pt x="856098" y="863413"/>
                  </a:lnTo>
                  <a:lnTo>
                    <a:pt x="807230" y="899763"/>
                  </a:lnTo>
                  <a:close/>
                  <a:moveTo>
                    <a:pt x="712808" y="610191"/>
                  </a:moveTo>
                  <a:lnTo>
                    <a:pt x="585006" y="626222"/>
                  </a:lnTo>
                  <a:lnTo>
                    <a:pt x="639075" y="613174"/>
                  </a:lnTo>
                  <a:close/>
                  <a:moveTo>
                    <a:pt x="1527368" y="1521133"/>
                  </a:moveTo>
                  <a:lnTo>
                    <a:pt x="1483899" y="1542569"/>
                  </a:lnTo>
                  <a:lnTo>
                    <a:pt x="1608831" y="1515809"/>
                  </a:lnTo>
                  <a:close/>
                  <a:moveTo>
                    <a:pt x="1608831" y="1515809"/>
                  </a:moveTo>
                  <a:lnTo>
                    <a:pt x="1483899" y="1542569"/>
                  </a:lnTo>
                  <a:lnTo>
                    <a:pt x="1558756" y="1564912"/>
                  </a:lnTo>
                  <a:close/>
                  <a:moveTo>
                    <a:pt x="1558756" y="1564912"/>
                  </a:moveTo>
                  <a:lnTo>
                    <a:pt x="1483899" y="1542569"/>
                  </a:lnTo>
                  <a:lnTo>
                    <a:pt x="1545944" y="1566123"/>
                  </a:lnTo>
                  <a:close/>
                  <a:moveTo>
                    <a:pt x="1614671" y="1482697"/>
                  </a:moveTo>
                  <a:lnTo>
                    <a:pt x="1580924" y="1498185"/>
                  </a:lnTo>
                  <a:lnTo>
                    <a:pt x="1608831" y="1515809"/>
                  </a:lnTo>
                  <a:close/>
                  <a:moveTo>
                    <a:pt x="1249636" y="1224015"/>
                  </a:moveTo>
                  <a:lnTo>
                    <a:pt x="1219011" y="1274488"/>
                  </a:lnTo>
                  <a:lnTo>
                    <a:pt x="1299495" y="1244928"/>
                  </a:lnTo>
                  <a:close/>
                  <a:moveTo>
                    <a:pt x="1299495" y="1244928"/>
                  </a:moveTo>
                  <a:lnTo>
                    <a:pt x="1318720" y="1203650"/>
                  </a:lnTo>
                  <a:lnTo>
                    <a:pt x="1249636" y="1224015"/>
                  </a:lnTo>
                  <a:close/>
                  <a:moveTo>
                    <a:pt x="1299495" y="1244928"/>
                  </a:moveTo>
                  <a:lnTo>
                    <a:pt x="1365167" y="1252131"/>
                  </a:lnTo>
                  <a:lnTo>
                    <a:pt x="1318720" y="1203650"/>
                  </a:lnTo>
                  <a:close/>
                  <a:moveTo>
                    <a:pt x="949979" y="939621"/>
                  </a:moveTo>
                  <a:lnTo>
                    <a:pt x="953693" y="945628"/>
                  </a:lnTo>
                  <a:lnTo>
                    <a:pt x="960012" y="938778"/>
                  </a:lnTo>
                  <a:close/>
                  <a:moveTo>
                    <a:pt x="642258" y="614961"/>
                  </a:moveTo>
                  <a:lnTo>
                    <a:pt x="712808" y="610191"/>
                  </a:lnTo>
                  <a:lnTo>
                    <a:pt x="639075" y="613174"/>
                  </a:lnTo>
                  <a:close/>
                  <a:moveTo>
                    <a:pt x="1608831" y="1515809"/>
                  </a:moveTo>
                  <a:lnTo>
                    <a:pt x="1558756" y="1564912"/>
                  </a:lnTo>
                  <a:lnTo>
                    <a:pt x="1608565" y="1475713"/>
                  </a:lnTo>
                  <a:close/>
                  <a:moveTo>
                    <a:pt x="1614671" y="1482697"/>
                  </a:moveTo>
                  <a:lnTo>
                    <a:pt x="1608831" y="1515809"/>
                  </a:lnTo>
                  <a:lnTo>
                    <a:pt x="1608565" y="1475713"/>
                  </a:lnTo>
                  <a:close/>
                  <a:moveTo>
                    <a:pt x="1541646" y="791882"/>
                  </a:moveTo>
                  <a:lnTo>
                    <a:pt x="1475124" y="822961"/>
                  </a:lnTo>
                  <a:lnTo>
                    <a:pt x="1466818" y="833097"/>
                  </a:lnTo>
                  <a:close/>
                  <a:moveTo>
                    <a:pt x="1541646" y="791882"/>
                  </a:moveTo>
                  <a:lnTo>
                    <a:pt x="1565967" y="709943"/>
                  </a:lnTo>
                  <a:lnTo>
                    <a:pt x="1475124" y="822961"/>
                  </a:lnTo>
                  <a:close/>
                  <a:moveTo>
                    <a:pt x="1475124" y="822961"/>
                  </a:moveTo>
                  <a:lnTo>
                    <a:pt x="1565863" y="709691"/>
                  </a:lnTo>
                  <a:lnTo>
                    <a:pt x="1476210" y="721986"/>
                  </a:lnTo>
                  <a:close/>
                  <a:moveTo>
                    <a:pt x="1681843" y="671230"/>
                  </a:moveTo>
                  <a:lnTo>
                    <a:pt x="1682297" y="675626"/>
                  </a:lnTo>
                  <a:lnTo>
                    <a:pt x="1617180" y="686216"/>
                  </a:lnTo>
                  <a:close/>
                  <a:moveTo>
                    <a:pt x="1687296" y="669710"/>
                  </a:moveTo>
                  <a:lnTo>
                    <a:pt x="1682297" y="675626"/>
                  </a:lnTo>
                  <a:lnTo>
                    <a:pt x="1681843" y="671230"/>
                  </a:lnTo>
                  <a:close/>
                  <a:moveTo>
                    <a:pt x="2223019" y="1328951"/>
                  </a:moveTo>
                  <a:lnTo>
                    <a:pt x="2239898" y="1342509"/>
                  </a:lnTo>
                  <a:lnTo>
                    <a:pt x="2247062" y="1320179"/>
                  </a:lnTo>
                  <a:close/>
                  <a:moveTo>
                    <a:pt x="2178721" y="1246736"/>
                  </a:moveTo>
                  <a:lnTo>
                    <a:pt x="2223019" y="1328951"/>
                  </a:lnTo>
                  <a:lnTo>
                    <a:pt x="2247062" y="1320179"/>
                  </a:lnTo>
                  <a:close/>
                  <a:moveTo>
                    <a:pt x="1680394" y="707361"/>
                  </a:moveTo>
                  <a:lnTo>
                    <a:pt x="1730491" y="632794"/>
                  </a:lnTo>
                  <a:lnTo>
                    <a:pt x="1681843" y="671230"/>
                  </a:lnTo>
                  <a:close/>
                  <a:moveTo>
                    <a:pt x="1731705" y="620545"/>
                  </a:moveTo>
                  <a:lnTo>
                    <a:pt x="1687296" y="669710"/>
                  </a:lnTo>
                  <a:lnTo>
                    <a:pt x="1681843" y="671230"/>
                  </a:lnTo>
                  <a:close/>
                  <a:moveTo>
                    <a:pt x="1930284" y="391491"/>
                  </a:moveTo>
                  <a:lnTo>
                    <a:pt x="1864853" y="309275"/>
                  </a:lnTo>
                  <a:lnTo>
                    <a:pt x="1814864" y="428258"/>
                  </a:lnTo>
                  <a:close/>
                  <a:moveTo>
                    <a:pt x="1814864" y="428258"/>
                  </a:moveTo>
                  <a:lnTo>
                    <a:pt x="1868950" y="424620"/>
                  </a:lnTo>
                  <a:lnTo>
                    <a:pt x="1930284" y="391491"/>
                  </a:lnTo>
                  <a:close/>
                  <a:moveTo>
                    <a:pt x="2331135" y="611776"/>
                  </a:moveTo>
                  <a:lnTo>
                    <a:pt x="2251462" y="615957"/>
                  </a:lnTo>
                  <a:lnTo>
                    <a:pt x="2363629" y="665653"/>
                  </a:lnTo>
                  <a:close/>
                  <a:moveTo>
                    <a:pt x="1864853" y="309275"/>
                  </a:moveTo>
                  <a:lnTo>
                    <a:pt x="1930284" y="391491"/>
                  </a:lnTo>
                  <a:lnTo>
                    <a:pt x="1932932" y="353054"/>
                  </a:lnTo>
                  <a:close/>
                  <a:moveTo>
                    <a:pt x="2102636" y="95407"/>
                  </a:moveTo>
                  <a:lnTo>
                    <a:pt x="2171926" y="75819"/>
                  </a:lnTo>
                  <a:lnTo>
                    <a:pt x="2045040" y="95270"/>
                  </a:lnTo>
                  <a:close/>
                  <a:moveTo>
                    <a:pt x="2526630" y="413342"/>
                  </a:moveTo>
                  <a:lnTo>
                    <a:pt x="2590966" y="321537"/>
                  </a:lnTo>
                  <a:lnTo>
                    <a:pt x="2506823" y="329353"/>
                  </a:lnTo>
                  <a:close/>
                  <a:moveTo>
                    <a:pt x="2679573" y="402175"/>
                  </a:moveTo>
                  <a:lnTo>
                    <a:pt x="2626723" y="319960"/>
                  </a:lnTo>
                  <a:lnTo>
                    <a:pt x="2609897" y="406240"/>
                  </a:lnTo>
                  <a:close/>
                  <a:moveTo>
                    <a:pt x="2626723" y="319960"/>
                  </a:moveTo>
                  <a:lnTo>
                    <a:pt x="2590966" y="321537"/>
                  </a:lnTo>
                  <a:lnTo>
                    <a:pt x="2609897" y="406240"/>
                  </a:lnTo>
                  <a:close/>
                  <a:moveTo>
                    <a:pt x="2453919" y="272270"/>
                  </a:moveTo>
                  <a:lnTo>
                    <a:pt x="2440183" y="322937"/>
                  </a:lnTo>
                  <a:lnTo>
                    <a:pt x="2506823" y="329353"/>
                  </a:lnTo>
                  <a:close/>
                  <a:moveTo>
                    <a:pt x="2506823" y="329353"/>
                  </a:moveTo>
                  <a:lnTo>
                    <a:pt x="2590966" y="321537"/>
                  </a:lnTo>
                  <a:lnTo>
                    <a:pt x="2565345" y="242275"/>
                  </a:lnTo>
                  <a:close/>
                  <a:moveTo>
                    <a:pt x="2506823" y="329353"/>
                  </a:moveTo>
                  <a:lnTo>
                    <a:pt x="2565345" y="242275"/>
                  </a:lnTo>
                  <a:lnTo>
                    <a:pt x="2453919" y="272270"/>
                  </a:lnTo>
                  <a:close/>
                  <a:moveTo>
                    <a:pt x="2291317" y="28342"/>
                  </a:moveTo>
                  <a:lnTo>
                    <a:pt x="2171926" y="75819"/>
                  </a:lnTo>
                  <a:lnTo>
                    <a:pt x="2220676" y="42881"/>
                  </a:lnTo>
                  <a:close/>
                  <a:moveTo>
                    <a:pt x="2358268" y="0"/>
                  </a:moveTo>
                  <a:lnTo>
                    <a:pt x="2249496" y="87180"/>
                  </a:lnTo>
                  <a:lnTo>
                    <a:pt x="2291317" y="28342"/>
                  </a:lnTo>
                  <a:close/>
                  <a:moveTo>
                    <a:pt x="2679573" y="402175"/>
                  </a:moveTo>
                  <a:lnTo>
                    <a:pt x="2689997" y="404307"/>
                  </a:lnTo>
                  <a:lnTo>
                    <a:pt x="2690568" y="401247"/>
                  </a:lnTo>
                  <a:close/>
                  <a:moveTo>
                    <a:pt x="2626723" y="319960"/>
                  </a:moveTo>
                  <a:lnTo>
                    <a:pt x="2679573" y="402175"/>
                  </a:lnTo>
                  <a:lnTo>
                    <a:pt x="2690568" y="401247"/>
                  </a:lnTo>
                  <a:close/>
                  <a:moveTo>
                    <a:pt x="2333449" y="48842"/>
                  </a:moveTo>
                  <a:lnTo>
                    <a:pt x="2358268" y="0"/>
                  </a:lnTo>
                  <a:lnTo>
                    <a:pt x="2291317" y="28342"/>
                  </a:lnTo>
                  <a:close/>
                  <a:moveTo>
                    <a:pt x="2333449" y="48842"/>
                  </a:moveTo>
                  <a:lnTo>
                    <a:pt x="2413848" y="44071"/>
                  </a:lnTo>
                  <a:lnTo>
                    <a:pt x="2358268" y="0"/>
                  </a:lnTo>
                  <a:close/>
                  <a:moveTo>
                    <a:pt x="2413848" y="44071"/>
                  </a:moveTo>
                  <a:lnTo>
                    <a:pt x="2437150" y="16271"/>
                  </a:lnTo>
                  <a:lnTo>
                    <a:pt x="2358268" y="0"/>
                  </a:lnTo>
                  <a:close/>
                </a:path>
              </a:pathLst>
            </a:custGeom>
            <a:solidFill>
              <a:srgbClr val="E3E8EC"/>
            </a:solidFill>
            <a:ln w="1524">
              <a:solidFill>
                <a:srgbClr val="E3E8EC"/>
              </a:solidFill>
            </a:ln>
          </p:spPr>
        </p:sp>
        <p:sp>
          <p:nvSpPr>
            <p:cNvPr id="2140" name="Candidate_density__2139">
              <a:extLst>
                <a:ext uri="{FF2B5EF4-FFF2-40B4-BE49-F238E27FC236}">
                  <a16:creationId xmlns:a16="http://schemas.microsoft.com/office/drawing/2014/main" id="{8C8E17FE-93FC-3518-6E34-27C0A9E59364}"/>
                </a:ext>
              </a:extLst>
            </p:cNvPr>
            <p:cNvSpPr>
              <a:spLocks noGrp="1"/>
            </p:cNvSpPr>
            <p:nvPr/>
          </p:nvSpPr>
          <p:spPr>
            <a:xfrm>
              <a:off x="3605893" y="1856577"/>
              <a:ext cx="1995163" cy="1448053"/>
            </a:xfrm>
            <a:custGeom>
              <a:avLst/>
              <a:gdLst/>
              <a:ahLst/>
              <a:cxnLst/>
              <a:rect l="0" t="0" r="0" b="0"/>
              <a:pathLst>
                <a:path w="1995163" h="1448053">
                  <a:moveTo>
                    <a:pt x="94371" y="1366058"/>
                  </a:moveTo>
                  <a:lnTo>
                    <a:pt x="183654" y="1344169"/>
                  </a:lnTo>
                  <a:lnTo>
                    <a:pt x="164718" y="1339419"/>
                  </a:lnTo>
                  <a:close/>
                  <a:moveTo>
                    <a:pt x="164718" y="1339419"/>
                  </a:moveTo>
                  <a:lnTo>
                    <a:pt x="250871" y="1329970"/>
                  </a:lnTo>
                  <a:lnTo>
                    <a:pt x="215985" y="1258239"/>
                  </a:lnTo>
                  <a:close/>
                  <a:moveTo>
                    <a:pt x="250871" y="1329970"/>
                  </a:moveTo>
                  <a:lnTo>
                    <a:pt x="164718" y="1339419"/>
                  </a:lnTo>
                  <a:lnTo>
                    <a:pt x="256503" y="1337880"/>
                  </a:lnTo>
                  <a:close/>
                  <a:moveTo>
                    <a:pt x="164718" y="1339419"/>
                  </a:moveTo>
                  <a:lnTo>
                    <a:pt x="183654" y="1344169"/>
                  </a:lnTo>
                  <a:lnTo>
                    <a:pt x="256503" y="1337880"/>
                  </a:lnTo>
                  <a:close/>
                  <a:moveTo>
                    <a:pt x="250871" y="1329970"/>
                  </a:moveTo>
                  <a:lnTo>
                    <a:pt x="256503" y="1337880"/>
                  </a:lnTo>
                  <a:lnTo>
                    <a:pt x="263246" y="1327622"/>
                  </a:lnTo>
                  <a:close/>
                  <a:moveTo>
                    <a:pt x="282448" y="1004104"/>
                  </a:moveTo>
                  <a:lnTo>
                    <a:pt x="282294" y="1004147"/>
                  </a:lnTo>
                  <a:lnTo>
                    <a:pt x="282371" y="1004191"/>
                  </a:lnTo>
                  <a:close/>
                  <a:moveTo>
                    <a:pt x="282448" y="1004104"/>
                  </a:moveTo>
                  <a:lnTo>
                    <a:pt x="300981" y="921889"/>
                  </a:lnTo>
                  <a:lnTo>
                    <a:pt x="282294" y="1004147"/>
                  </a:lnTo>
                  <a:close/>
                  <a:moveTo>
                    <a:pt x="300981" y="921889"/>
                  </a:moveTo>
                  <a:lnTo>
                    <a:pt x="232012" y="944933"/>
                  </a:lnTo>
                  <a:lnTo>
                    <a:pt x="282294" y="1004147"/>
                  </a:lnTo>
                  <a:close/>
                  <a:moveTo>
                    <a:pt x="282371" y="1004191"/>
                  </a:moveTo>
                  <a:lnTo>
                    <a:pt x="282294" y="1004147"/>
                  </a:lnTo>
                  <a:lnTo>
                    <a:pt x="279871" y="1004104"/>
                  </a:lnTo>
                  <a:close/>
                  <a:moveTo>
                    <a:pt x="0" y="795894"/>
                  </a:moveTo>
                  <a:lnTo>
                    <a:pt x="49292" y="839673"/>
                  </a:lnTo>
                  <a:lnTo>
                    <a:pt x="56545" y="757458"/>
                  </a:lnTo>
                  <a:close/>
                  <a:moveTo>
                    <a:pt x="60687" y="732667"/>
                  </a:moveTo>
                  <a:lnTo>
                    <a:pt x="0" y="795894"/>
                  </a:lnTo>
                  <a:lnTo>
                    <a:pt x="56545" y="757458"/>
                  </a:lnTo>
                  <a:close/>
                  <a:moveTo>
                    <a:pt x="60687" y="732667"/>
                  </a:moveTo>
                  <a:lnTo>
                    <a:pt x="8825" y="753967"/>
                  </a:lnTo>
                  <a:lnTo>
                    <a:pt x="0" y="795894"/>
                  </a:lnTo>
                  <a:close/>
                  <a:moveTo>
                    <a:pt x="60687" y="732667"/>
                  </a:moveTo>
                  <a:lnTo>
                    <a:pt x="67486" y="675243"/>
                  </a:lnTo>
                  <a:lnTo>
                    <a:pt x="22942" y="713680"/>
                  </a:lnTo>
                  <a:close/>
                  <a:moveTo>
                    <a:pt x="282371" y="1004191"/>
                  </a:moveTo>
                  <a:lnTo>
                    <a:pt x="279871" y="1004104"/>
                  </a:lnTo>
                  <a:lnTo>
                    <a:pt x="346599" y="1029126"/>
                  </a:lnTo>
                  <a:close/>
                  <a:moveTo>
                    <a:pt x="395322" y="972849"/>
                  </a:moveTo>
                  <a:lnTo>
                    <a:pt x="282448" y="1004104"/>
                  </a:lnTo>
                  <a:lnTo>
                    <a:pt x="408468" y="981786"/>
                  </a:lnTo>
                  <a:close/>
                  <a:moveTo>
                    <a:pt x="408468" y="981786"/>
                  </a:moveTo>
                  <a:lnTo>
                    <a:pt x="282448" y="1004104"/>
                  </a:lnTo>
                  <a:lnTo>
                    <a:pt x="282371" y="1004191"/>
                  </a:lnTo>
                  <a:close/>
                  <a:moveTo>
                    <a:pt x="300981" y="921889"/>
                  </a:moveTo>
                  <a:lnTo>
                    <a:pt x="395322" y="972849"/>
                  </a:lnTo>
                  <a:lnTo>
                    <a:pt x="372153" y="891593"/>
                  </a:lnTo>
                  <a:close/>
                  <a:moveTo>
                    <a:pt x="300981" y="921889"/>
                  </a:moveTo>
                  <a:lnTo>
                    <a:pt x="282448" y="1004104"/>
                  </a:lnTo>
                  <a:lnTo>
                    <a:pt x="395322" y="972849"/>
                  </a:lnTo>
                  <a:close/>
                  <a:moveTo>
                    <a:pt x="419493" y="965667"/>
                  </a:moveTo>
                  <a:lnTo>
                    <a:pt x="401591" y="883451"/>
                  </a:lnTo>
                  <a:lnTo>
                    <a:pt x="395322" y="972849"/>
                  </a:lnTo>
                  <a:close/>
                  <a:moveTo>
                    <a:pt x="401591" y="883451"/>
                  </a:moveTo>
                  <a:lnTo>
                    <a:pt x="372153" y="891593"/>
                  </a:lnTo>
                  <a:lnTo>
                    <a:pt x="395322" y="972849"/>
                  </a:lnTo>
                  <a:close/>
                  <a:moveTo>
                    <a:pt x="395322" y="972849"/>
                  </a:moveTo>
                  <a:lnTo>
                    <a:pt x="408468" y="981786"/>
                  </a:lnTo>
                  <a:lnTo>
                    <a:pt x="419493" y="965667"/>
                  </a:lnTo>
                  <a:close/>
                  <a:moveTo>
                    <a:pt x="60687" y="732667"/>
                  </a:moveTo>
                  <a:lnTo>
                    <a:pt x="56545" y="757458"/>
                  </a:lnTo>
                  <a:lnTo>
                    <a:pt x="85371" y="742781"/>
                  </a:lnTo>
                  <a:close/>
                  <a:moveTo>
                    <a:pt x="85371" y="742781"/>
                  </a:moveTo>
                  <a:lnTo>
                    <a:pt x="67486" y="675243"/>
                  </a:lnTo>
                  <a:lnTo>
                    <a:pt x="60687" y="732667"/>
                  </a:lnTo>
                  <a:close/>
                  <a:moveTo>
                    <a:pt x="166596" y="637246"/>
                  </a:moveTo>
                  <a:lnTo>
                    <a:pt x="67486" y="675243"/>
                  </a:lnTo>
                  <a:lnTo>
                    <a:pt x="85371" y="742781"/>
                  </a:lnTo>
                  <a:close/>
                  <a:moveTo>
                    <a:pt x="177852" y="728187"/>
                  </a:moveTo>
                  <a:lnTo>
                    <a:pt x="166596" y="637246"/>
                  </a:lnTo>
                  <a:lnTo>
                    <a:pt x="85371" y="742781"/>
                  </a:lnTo>
                  <a:close/>
                  <a:moveTo>
                    <a:pt x="93908" y="593028"/>
                  </a:moveTo>
                  <a:lnTo>
                    <a:pt x="67486" y="675243"/>
                  </a:lnTo>
                  <a:lnTo>
                    <a:pt x="166596" y="637246"/>
                  </a:lnTo>
                  <a:close/>
                  <a:moveTo>
                    <a:pt x="167823" y="636806"/>
                  </a:moveTo>
                  <a:lnTo>
                    <a:pt x="167525" y="554592"/>
                  </a:lnTo>
                  <a:lnTo>
                    <a:pt x="166596" y="637246"/>
                  </a:lnTo>
                  <a:close/>
                  <a:moveTo>
                    <a:pt x="167525" y="554592"/>
                  </a:moveTo>
                  <a:lnTo>
                    <a:pt x="104936" y="587284"/>
                  </a:lnTo>
                  <a:lnTo>
                    <a:pt x="166596" y="637246"/>
                  </a:lnTo>
                  <a:close/>
                  <a:moveTo>
                    <a:pt x="401591" y="883451"/>
                  </a:moveTo>
                  <a:lnTo>
                    <a:pt x="514942" y="886015"/>
                  </a:lnTo>
                  <a:lnTo>
                    <a:pt x="481363" y="863399"/>
                  </a:lnTo>
                  <a:close/>
                  <a:moveTo>
                    <a:pt x="499349" y="927231"/>
                  </a:moveTo>
                  <a:lnTo>
                    <a:pt x="514942" y="886015"/>
                  </a:lnTo>
                  <a:lnTo>
                    <a:pt x="401591" y="883451"/>
                  </a:lnTo>
                  <a:close/>
                  <a:moveTo>
                    <a:pt x="419493" y="965667"/>
                  </a:moveTo>
                  <a:lnTo>
                    <a:pt x="499349" y="927231"/>
                  </a:lnTo>
                  <a:lnTo>
                    <a:pt x="401591" y="883451"/>
                  </a:lnTo>
                  <a:close/>
                  <a:moveTo>
                    <a:pt x="392140" y="801237"/>
                  </a:moveTo>
                  <a:lnTo>
                    <a:pt x="481363" y="863399"/>
                  </a:lnTo>
                  <a:lnTo>
                    <a:pt x="463731" y="777642"/>
                  </a:lnTo>
                  <a:close/>
                  <a:moveTo>
                    <a:pt x="392140" y="801237"/>
                  </a:moveTo>
                  <a:lnTo>
                    <a:pt x="401591" y="883451"/>
                  </a:lnTo>
                  <a:lnTo>
                    <a:pt x="481363" y="863399"/>
                  </a:lnTo>
                  <a:close/>
                  <a:moveTo>
                    <a:pt x="481363" y="863399"/>
                  </a:moveTo>
                  <a:lnTo>
                    <a:pt x="514942" y="886015"/>
                  </a:lnTo>
                  <a:lnTo>
                    <a:pt x="537816" y="845015"/>
                  </a:lnTo>
                  <a:close/>
                  <a:moveTo>
                    <a:pt x="167525" y="554592"/>
                  </a:moveTo>
                  <a:lnTo>
                    <a:pt x="277571" y="607618"/>
                  </a:lnTo>
                  <a:lnTo>
                    <a:pt x="248092" y="531491"/>
                  </a:lnTo>
                  <a:close/>
                  <a:moveTo>
                    <a:pt x="167525" y="554592"/>
                  </a:moveTo>
                  <a:lnTo>
                    <a:pt x="167823" y="636806"/>
                  </a:lnTo>
                  <a:lnTo>
                    <a:pt x="277571" y="607618"/>
                  </a:lnTo>
                  <a:close/>
                  <a:moveTo>
                    <a:pt x="315711" y="598370"/>
                  </a:moveTo>
                  <a:lnTo>
                    <a:pt x="345895" y="532638"/>
                  </a:lnTo>
                  <a:lnTo>
                    <a:pt x="277571" y="607618"/>
                  </a:lnTo>
                  <a:close/>
                  <a:moveTo>
                    <a:pt x="277571" y="607618"/>
                  </a:moveTo>
                  <a:lnTo>
                    <a:pt x="336162" y="520484"/>
                  </a:lnTo>
                  <a:lnTo>
                    <a:pt x="248092" y="531491"/>
                  </a:lnTo>
                  <a:close/>
                  <a:moveTo>
                    <a:pt x="921398" y="1075856"/>
                  </a:moveTo>
                  <a:lnTo>
                    <a:pt x="797654" y="1107055"/>
                  </a:lnTo>
                  <a:lnTo>
                    <a:pt x="881156" y="1135440"/>
                  </a:lnTo>
                  <a:close/>
                  <a:moveTo>
                    <a:pt x="881156" y="1135440"/>
                  </a:moveTo>
                  <a:lnTo>
                    <a:pt x="797654" y="1107055"/>
                  </a:lnTo>
                  <a:lnTo>
                    <a:pt x="857951" y="1139385"/>
                  </a:lnTo>
                  <a:close/>
                  <a:moveTo>
                    <a:pt x="910991" y="1056764"/>
                  </a:moveTo>
                  <a:lnTo>
                    <a:pt x="921398" y="1075856"/>
                  </a:lnTo>
                  <a:lnTo>
                    <a:pt x="922606" y="1053224"/>
                  </a:lnTo>
                  <a:close/>
                  <a:moveTo>
                    <a:pt x="429196" y="559934"/>
                  </a:moveTo>
                  <a:lnTo>
                    <a:pt x="402199" y="566889"/>
                  </a:lnTo>
                  <a:lnTo>
                    <a:pt x="406771" y="680585"/>
                  </a:lnTo>
                  <a:close/>
                  <a:moveTo>
                    <a:pt x="381453" y="665584"/>
                  </a:moveTo>
                  <a:lnTo>
                    <a:pt x="402199" y="566889"/>
                  </a:lnTo>
                  <a:lnTo>
                    <a:pt x="315711" y="598370"/>
                  </a:lnTo>
                  <a:close/>
                  <a:moveTo>
                    <a:pt x="345895" y="532638"/>
                  </a:moveTo>
                  <a:lnTo>
                    <a:pt x="315711" y="598370"/>
                  </a:lnTo>
                  <a:lnTo>
                    <a:pt x="402199" y="566889"/>
                  </a:lnTo>
                  <a:close/>
                  <a:moveTo>
                    <a:pt x="477534" y="530952"/>
                  </a:moveTo>
                  <a:lnTo>
                    <a:pt x="402199" y="566889"/>
                  </a:lnTo>
                  <a:lnTo>
                    <a:pt x="429196" y="559934"/>
                  </a:lnTo>
                  <a:close/>
                  <a:moveTo>
                    <a:pt x="345895" y="532638"/>
                  </a:moveTo>
                  <a:lnTo>
                    <a:pt x="402199" y="566889"/>
                  </a:lnTo>
                  <a:lnTo>
                    <a:pt x="477534" y="530952"/>
                  </a:lnTo>
                  <a:close/>
                  <a:moveTo>
                    <a:pt x="1343400" y="1448053"/>
                  </a:moveTo>
                  <a:lnTo>
                    <a:pt x="1376427" y="1447298"/>
                  </a:lnTo>
                  <a:lnTo>
                    <a:pt x="1419896" y="1425863"/>
                  </a:lnTo>
                  <a:close/>
                  <a:moveTo>
                    <a:pt x="1041181" y="1217655"/>
                  </a:moveTo>
                  <a:lnTo>
                    <a:pt x="1113412" y="1261433"/>
                  </a:lnTo>
                  <a:lnTo>
                    <a:pt x="1111539" y="1179218"/>
                  </a:lnTo>
                  <a:close/>
                  <a:moveTo>
                    <a:pt x="1111539" y="1179218"/>
                  </a:moveTo>
                  <a:lnTo>
                    <a:pt x="1142164" y="1128745"/>
                  </a:lnTo>
                  <a:lnTo>
                    <a:pt x="1041181" y="1217655"/>
                  </a:lnTo>
                  <a:close/>
                  <a:moveTo>
                    <a:pt x="921398" y="1075856"/>
                  </a:moveTo>
                  <a:lnTo>
                    <a:pt x="881156" y="1135440"/>
                  </a:lnTo>
                  <a:lnTo>
                    <a:pt x="954808" y="1121234"/>
                  </a:lnTo>
                  <a:close/>
                  <a:moveTo>
                    <a:pt x="954808" y="1121234"/>
                  </a:moveTo>
                  <a:lnTo>
                    <a:pt x="922606" y="1053224"/>
                  </a:lnTo>
                  <a:lnTo>
                    <a:pt x="921398" y="1075856"/>
                  </a:lnTo>
                  <a:close/>
                  <a:moveTo>
                    <a:pt x="1022191" y="1026952"/>
                  </a:moveTo>
                  <a:lnTo>
                    <a:pt x="922606" y="1053224"/>
                  </a:lnTo>
                  <a:lnTo>
                    <a:pt x="954808" y="1121234"/>
                  </a:lnTo>
                  <a:close/>
                  <a:moveTo>
                    <a:pt x="531603" y="517904"/>
                  </a:moveTo>
                  <a:lnTo>
                    <a:pt x="429196" y="559934"/>
                  </a:lnTo>
                  <a:lnTo>
                    <a:pt x="527500" y="521497"/>
                  </a:lnTo>
                  <a:close/>
                  <a:moveTo>
                    <a:pt x="531603" y="517904"/>
                  </a:moveTo>
                  <a:lnTo>
                    <a:pt x="477534" y="530952"/>
                  </a:lnTo>
                  <a:lnTo>
                    <a:pt x="429196" y="559934"/>
                  </a:lnTo>
                  <a:close/>
                  <a:moveTo>
                    <a:pt x="1473452" y="1402915"/>
                  </a:moveTo>
                  <a:lnTo>
                    <a:pt x="1419896" y="1425863"/>
                  </a:lnTo>
                  <a:lnTo>
                    <a:pt x="1501359" y="1420539"/>
                  </a:lnTo>
                  <a:close/>
                  <a:moveTo>
                    <a:pt x="1624233" y="525275"/>
                  </a:moveTo>
                  <a:lnTo>
                    <a:pt x="1574370" y="575960"/>
                  </a:lnTo>
                  <a:lnTo>
                    <a:pt x="1623019" y="537524"/>
                  </a:lnTo>
                  <a:close/>
                  <a:moveTo>
                    <a:pt x="1579824" y="574440"/>
                  </a:moveTo>
                  <a:lnTo>
                    <a:pt x="1624233" y="525275"/>
                  </a:lnTo>
                  <a:lnTo>
                    <a:pt x="1579861" y="493745"/>
                  </a:lnTo>
                  <a:close/>
                  <a:moveTo>
                    <a:pt x="1624233" y="525275"/>
                  </a:moveTo>
                  <a:lnTo>
                    <a:pt x="1616986" y="455309"/>
                  </a:lnTo>
                  <a:lnTo>
                    <a:pt x="1579861" y="493745"/>
                  </a:lnTo>
                  <a:close/>
                  <a:moveTo>
                    <a:pt x="1624233" y="525275"/>
                  </a:moveTo>
                  <a:lnTo>
                    <a:pt x="1623019" y="537524"/>
                  </a:lnTo>
                  <a:lnTo>
                    <a:pt x="1660624" y="510602"/>
                  </a:lnTo>
                  <a:close/>
                  <a:moveTo>
                    <a:pt x="1624233" y="525275"/>
                  </a:moveTo>
                  <a:lnTo>
                    <a:pt x="1660624" y="510602"/>
                  </a:lnTo>
                  <a:lnTo>
                    <a:pt x="1616986" y="455309"/>
                  </a:lnTo>
                  <a:close/>
                  <a:moveTo>
                    <a:pt x="1616986" y="455309"/>
                  </a:moveTo>
                  <a:lnTo>
                    <a:pt x="1675282" y="499087"/>
                  </a:lnTo>
                  <a:lnTo>
                    <a:pt x="1674761" y="416872"/>
                  </a:lnTo>
                  <a:close/>
                  <a:moveTo>
                    <a:pt x="1605783" y="373093"/>
                  </a:moveTo>
                  <a:lnTo>
                    <a:pt x="1616986" y="455309"/>
                  </a:lnTo>
                  <a:lnTo>
                    <a:pt x="1674761" y="416872"/>
                  </a:lnTo>
                  <a:close/>
                  <a:moveTo>
                    <a:pt x="1605783" y="373093"/>
                  </a:moveTo>
                  <a:lnTo>
                    <a:pt x="1674761" y="416872"/>
                  </a:lnTo>
                  <a:lnTo>
                    <a:pt x="1703346" y="334657"/>
                  </a:lnTo>
                  <a:close/>
                  <a:moveTo>
                    <a:pt x="1703346" y="334657"/>
                  </a:moveTo>
                  <a:lnTo>
                    <a:pt x="1761478" y="329350"/>
                  </a:lnTo>
                  <a:lnTo>
                    <a:pt x="1707392" y="332987"/>
                  </a:lnTo>
                  <a:close/>
                  <a:moveTo>
                    <a:pt x="1674761" y="416872"/>
                  </a:moveTo>
                  <a:lnTo>
                    <a:pt x="1738499" y="378436"/>
                  </a:lnTo>
                  <a:lnTo>
                    <a:pt x="1703346" y="334657"/>
                  </a:lnTo>
                  <a:close/>
                  <a:moveTo>
                    <a:pt x="1666001" y="252442"/>
                  </a:moveTo>
                  <a:lnTo>
                    <a:pt x="1707392" y="332987"/>
                  </a:lnTo>
                  <a:lnTo>
                    <a:pt x="1702844" y="236593"/>
                  </a:lnTo>
                  <a:close/>
                  <a:moveTo>
                    <a:pt x="1666001" y="252442"/>
                  </a:moveTo>
                  <a:lnTo>
                    <a:pt x="1703346" y="334657"/>
                  </a:lnTo>
                  <a:lnTo>
                    <a:pt x="1707392" y="332987"/>
                  </a:lnTo>
                  <a:close/>
                  <a:moveTo>
                    <a:pt x="1757381" y="214005"/>
                  </a:moveTo>
                  <a:lnTo>
                    <a:pt x="1702844" y="236593"/>
                  </a:lnTo>
                  <a:lnTo>
                    <a:pt x="1707392" y="332987"/>
                  </a:lnTo>
                  <a:close/>
                  <a:moveTo>
                    <a:pt x="1703087" y="131791"/>
                  </a:moveTo>
                  <a:lnTo>
                    <a:pt x="1702844" y="236593"/>
                  </a:lnTo>
                  <a:lnTo>
                    <a:pt x="1712836" y="147484"/>
                  </a:lnTo>
                  <a:close/>
                  <a:moveTo>
                    <a:pt x="1666001" y="252442"/>
                  </a:moveTo>
                  <a:lnTo>
                    <a:pt x="1702844" y="236593"/>
                  </a:lnTo>
                  <a:lnTo>
                    <a:pt x="1703087" y="131791"/>
                  </a:lnTo>
                  <a:close/>
                  <a:moveTo>
                    <a:pt x="1613911" y="170227"/>
                  </a:moveTo>
                  <a:lnTo>
                    <a:pt x="1666001" y="252442"/>
                  </a:lnTo>
                  <a:lnTo>
                    <a:pt x="1703087" y="131791"/>
                  </a:lnTo>
                  <a:close/>
                  <a:moveTo>
                    <a:pt x="1702844" y="236593"/>
                  </a:moveTo>
                  <a:lnTo>
                    <a:pt x="1757381" y="214005"/>
                  </a:lnTo>
                  <a:lnTo>
                    <a:pt x="1712836" y="147484"/>
                  </a:lnTo>
                  <a:close/>
                  <a:moveTo>
                    <a:pt x="1703087" y="131791"/>
                  </a:moveTo>
                  <a:lnTo>
                    <a:pt x="1703591" y="112921"/>
                  </a:lnTo>
                  <a:lnTo>
                    <a:pt x="1600922" y="88011"/>
                  </a:lnTo>
                  <a:close/>
                  <a:moveTo>
                    <a:pt x="1715534" y="126184"/>
                  </a:moveTo>
                  <a:lnTo>
                    <a:pt x="1712836" y="147484"/>
                  </a:lnTo>
                  <a:lnTo>
                    <a:pt x="1786910" y="93354"/>
                  </a:lnTo>
                  <a:close/>
                  <a:moveTo>
                    <a:pt x="1786910" y="93354"/>
                  </a:moveTo>
                  <a:lnTo>
                    <a:pt x="1712836" y="147484"/>
                  </a:lnTo>
                  <a:lnTo>
                    <a:pt x="1757381" y="214005"/>
                  </a:lnTo>
                  <a:close/>
                  <a:moveTo>
                    <a:pt x="1786910" y="93354"/>
                  </a:moveTo>
                  <a:lnTo>
                    <a:pt x="1757381" y="214005"/>
                  </a:lnTo>
                  <a:lnTo>
                    <a:pt x="1828200" y="175569"/>
                  </a:lnTo>
                  <a:close/>
                  <a:moveTo>
                    <a:pt x="1703087" y="131791"/>
                  </a:moveTo>
                  <a:lnTo>
                    <a:pt x="1712836" y="147484"/>
                  </a:lnTo>
                  <a:lnTo>
                    <a:pt x="1715534" y="126184"/>
                  </a:lnTo>
                  <a:close/>
                  <a:moveTo>
                    <a:pt x="1703591" y="112921"/>
                  </a:moveTo>
                  <a:lnTo>
                    <a:pt x="1703087" y="131791"/>
                  </a:lnTo>
                  <a:lnTo>
                    <a:pt x="1715534" y="126184"/>
                  </a:lnTo>
                  <a:close/>
                  <a:moveTo>
                    <a:pt x="1703591" y="112921"/>
                  </a:moveTo>
                  <a:lnTo>
                    <a:pt x="1715534" y="126184"/>
                  </a:lnTo>
                  <a:lnTo>
                    <a:pt x="1707329" y="49575"/>
                  </a:lnTo>
                  <a:close/>
                  <a:moveTo>
                    <a:pt x="1707329" y="49575"/>
                  </a:moveTo>
                  <a:lnTo>
                    <a:pt x="1715534" y="126184"/>
                  </a:lnTo>
                  <a:lnTo>
                    <a:pt x="1786910" y="93354"/>
                  </a:lnTo>
                  <a:close/>
                  <a:moveTo>
                    <a:pt x="1707329" y="49575"/>
                  </a:moveTo>
                  <a:lnTo>
                    <a:pt x="1786910" y="93354"/>
                  </a:lnTo>
                  <a:lnTo>
                    <a:pt x="1798972" y="11138"/>
                  </a:lnTo>
                  <a:close/>
                  <a:moveTo>
                    <a:pt x="1806140" y="2474"/>
                  </a:moveTo>
                  <a:lnTo>
                    <a:pt x="1707329" y="49575"/>
                  </a:lnTo>
                  <a:lnTo>
                    <a:pt x="1798972" y="11138"/>
                  </a:lnTo>
                  <a:close/>
                  <a:moveTo>
                    <a:pt x="1786910" y="93354"/>
                  </a:moveTo>
                  <a:lnTo>
                    <a:pt x="1873206" y="158684"/>
                  </a:lnTo>
                  <a:lnTo>
                    <a:pt x="1864486" y="65681"/>
                  </a:lnTo>
                  <a:close/>
                  <a:moveTo>
                    <a:pt x="1786910" y="93354"/>
                  </a:moveTo>
                  <a:lnTo>
                    <a:pt x="1828200" y="175569"/>
                  </a:lnTo>
                  <a:lnTo>
                    <a:pt x="1873206" y="158684"/>
                  </a:lnTo>
                  <a:close/>
                  <a:moveTo>
                    <a:pt x="1798972" y="11138"/>
                  </a:moveTo>
                  <a:lnTo>
                    <a:pt x="1864486" y="65681"/>
                  </a:lnTo>
                  <a:lnTo>
                    <a:pt x="1814866" y="5929"/>
                  </a:lnTo>
                  <a:close/>
                  <a:moveTo>
                    <a:pt x="1798972" y="11138"/>
                  </a:moveTo>
                  <a:lnTo>
                    <a:pt x="1786910" y="93354"/>
                  </a:lnTo>
                  <a:lnTo>
                    <a:pt x="1864486" y="65681"/>
                  </a:lnTo>
                  <a:close/>
                  <a:moveTo>
                    <a:pt x="1898664" y="54917"/>
                  </a:moveTo>
                  <a:lnTo>
                    <a:pt x="1937568" y="0"/>
                  </a:lnTo>
                  <a:lnTo>
                    <a:pt x="1864486" y="65681"/>
                  </a:lnTo>
                  <a:close/>
                  <a:moveTo>
                    <a:pt x="1864486" y="65681"/>
                  </a:moveTo>
                  <a:lnTo>
                    <a:pt x="1937568" y="0"/>
                  </a:lnTo>
                  <a:lnTo>
                    <a:pt x="1892514" y="3395"/>
                  </a:lnTo>
                  <a:close/>
                  <a:moveTo>
                    <a:pt x="1864486" y="65681"/>
                  </a:moveTo>
                  <a:lnTo>
                    <a:pt x="1892514" y="3395"/>
                  </a:lnTo>
                  <a:lnTo>
                    <a:pt x="1814866" y="5929"/>
                  </a:lnTo>
                  <a:close/>
                  <a:moveTo>
                    <a:pt x="1806140" y="2474"/>
                  </a:moveTo>
                  <a:lnTo>
                    <a:pt x="1798972" y="11138"/>
                  </a:lnTo>
                  <a:lnTo>
                    <a:pt x="1814866" y="5929"/>
                  </a:lnTo>
                  <a:close/>
                  <a:moveTo>
                    <a:pt x="1995163" y="137"/>
                  </a:moveTo>
                  <a:lnTo>
                    <a:pt x="1937568" y="0"/>
                  </a:lnTo>
                  <a:lnTo>
                    <a:pt x="1898664" y="54917"/>
                  </a:lnTo>
                  <a:close/>
                </a:path>
              </a:pathLst>
            </a:custGeom>
            <a:solidFill>
              <a:srgbClr val="E8ECEF"/>
            </a:solidFill>
            <a:ln w="1524">
              <a:solidFill>
                <a:srgbClr val="E8ECEF"/>
              </a:solidFill>
            </a:ln>
          </p:spPr>
        </p:sp>
        <p:sp>
          <p:nvSpPr>
            <p:cNvPr id="2141" name="Candidate_density__2140">
              <a:extLst>
                <a:ext uri="{FF2B5EF4-FFF2-40B4-BE49-F238E27FC236}">
                  <a16:creationId xmlns:a16="http://schemas.microsoft.com/office/drawing/2014/main" id="{F7DE7AEE-475C-79DE-6493-1203240B3450}"/>
                </a:ext>
              </a:extLst>
            </p:cNvPr>
            <p:cNvSpPr>
              <a:spLocks noGrp="1"/>
            </p:cNvSpPr>
            <p:nvPr/>
          </p:nvSpPr>
          <p:spPr>
            <a:xfrm>
              <a:off x="3679440" y="2279891"/>
              <a:ext cx="2375204" cy="1231165"/>
            </a:xfrm>
            <a:custGeom>
              <a:avLst/>
              <a:gdLst/>
              <a:ahLst/>
              <a:cxnLst/>
              <a:rect l="0" t="0" r="0" b="0"/>
              <a:pathLst>
                <a:path w="2375204" h="1231165">
                  <a:moveTo>
                    <a:pt x="342165" y="1231165"/>
                  </a:moveTo>
                  <a:lnTo>
                    <a:pt x="263629" y="1216188"/>
                  </a:lnTo>
                  <a:lnTo>
                    <a:pt x="208692" y="1181431"/>
                  </a:lnTo>
                  <a:close/>
                  <a:moveTo>
                    <a:pt x="533931" y="1175626"/>
                  </a:moveTo>
                  <a:lnTo>
                    <a:pt x="486267" y="1137544"/>
                  </a:lnTo>
                  <a:lnTo>
                    <a:pt x="556387" y="1194732"/>
                  </a:lnTo>
                  <a:close/>
                  <a:moveTo>
                    <a:pt x="0" y="787839"/>
                  </a:moveTo>
                  <a:lnTo>
                    <a:pt x="76926" y="796797"/>
                  </a:lnTo>
                  <a:lnTo>
                    <a:pt x="126845" y="768232"/>
                  </a:lnTo>
                  <a:close/>
                  <a:moveTo>
                    <a:pt x="505658" y="1133376"/>
                  </a:moveTo>
                  <a:lnTo>
                    <a:pt x="515511" y="1194732"/>
                  </a:lnTo>
                  <a:lnTo>
                    <a:pt x="533931" y="1175626"/>
                  </a:lnTo>
                  <a:close/>
                  <a:moveTo>
                    <a:pt x="792489" y="1154613"/>
                  </a:moveTo>
                  <a:lnTo>
                    <a:pt x="826561" y="1142759"/>
                  </a:lnTo>
                  <a:lnTo>
                    <a:pt x="836461" y="1117859"/>
                  </a:lnTo>
                  <a:close/>
                  <a:moveTo>
                    <a:pt x="813652" y="1170283"/>
                  </a:moveTo>
                  <a:lnTo>
                    <a:pt x="826561" y="1142759"/>
                  </a:lnTo>
                  <a:lnTo>
                    <a:pt x="792489" y="1154613"/>
                  </a:lnTo>
                  <a:close/>
                  <a:moveTo>
                    <a:pt x="173230" y="409523"/>
                  </a:moveTo>
                  <a:lnTo>
                    <a:pt x="151553" y="377923"/>
                  </a:lnTo>
                  <a:lnTo>
                    <a:pt x="169033" y="432107"/>
                  </a:lnTo>
                  <a:close/>
                  <a:moveTo>
                    <a:pt x="830120" y="1035644"/>
                  </a:moveTo>
                  <a:lnTo>
                    <a:pt x="854760" y="997207"/>
                  </a:lnTo>
                  <a:lnTo>
                    <a:pt x="836461" y="1117859"/>
                  </a:lnTo>
                  <a:close/>
                  <a:moveTo>
                    <a:pt x="810339" y="914992"/>
                  </a:moveTo>
                  <a:lnTo>
                    <a:pt x="854760" y="997207"/>
                  </a:lnTo>
                  <a:lnTo>
                    <a:pt x="749988" y="953428"/>
                  </a:lnTo>
                  <a:close/>
                  <a:moveTo>
                    <a:pt x="795882" y="906924"/>
                  </a:moveTo>
                  <a:lnTo>
                    <a:pt x="854760" y="997207"/>
                  </a:lnTo>
                  <a:lnTo>
                    <a:pt x="810339" y="914992"/>
                  </a:lnTo>
                  <a:close/>
                  <a:moveTo>
                    <a:pt x="795882" y="906924"/>
                  </a:moveTo>
                  <a:lnTo>
                    <a:pt x="856307" y="899358"/>
                  </a:lnTo>
                  <a:lnTo>
                    <a:pt x="817152" y="816419"/>
                  </a:lnTo>
                  <a:close/>
                  <a:moveTo>
                    <a:pt x="670833" y="547696"/>
                  </a:moveTo>
                  <a:lnTo>
                    <a:pt x="670645" y="547779"/>
                  </a:lnTo>
                  <a:lnTo>
                    <a:pt x="735592" y="511480"/>
                  </a:lnTo>
                  <a:close/>
                  <a:moveTo>
                    <a:pt x="1074172" y="920335"/>
                  </a:moveTo>
                  <a:lnTo>
                    <a:pt x="1075584" y="946684"/>
                  </a:lnTo>
                  <a:lnTo>
                    <a:pt x="1090684" y="949124"/>
                  </a:lnTo>
                  <a:close/>
                  <a:moveTo>
                    <a:pt x="917028" y="480777"/>
                  </a:moveTo>
                  <a:lnTo>
                    <a:pt x="978599" y="479194"/>
                  </a:lnTo>
                  <a:lnTo>
                    <a:pt x="941432" y="470823"/>
                  </a:lnTo>
                  <a:close/>
                  <a:moveTo>
                    <a:pt x="950967" y="544214"/>
                  </a:moveTo>
                  <a:lnTo>
                    <a:pt x="978599" y="479194"/>
                  </a:lnTo>
                  <a:lnTo>
                    <a:pt x="917028" y="480777"/>
                  </a:lnTo>
                  <a:close/>
                  <a:moveTo>
                    <a:pt x="1578159" y="925677"/>
                  </a:moveTo>
                  <a:lnTo>
                    <a:pt x="1611861" y="828376"/>
                  </a:lnTo>
                  <a:lnTo>
                    <a:pt x="1590763" y="805026"/>
                  </a:lnTo>
                  <a:close/>
                  <a:moveTo>
                    <a:pt x="1578159" y="925677"/>
                  </a:moveTo>
                  <a:lnTo>
                    <a:pt x="1590763" y="805026"/>
                  </a:lnTo>
                  <a:lnTo>
                    <a:pt x="1597709" y="887240"/>
                  </a:lnTo>
                  <a:close/>
                  <a:moveTo>
                    <a:pt x="1611861" y="828376"/>
                  </a:moveTo>
                  <a:lnTo>
                    <a:pt x="1604845" y="733987"/>
                  </a:lnTo>
                  <a:lnTo>
                    <a:pt x="1590763" y="805026"/>
                  </a:lnTo>
                  <a:close/>
                  <a:moveTo>
                    <a:pt x="1604845" y="733987"/>
                  </a:moveTo>
                  <a:lnTo>
                    <a:pt x="1590745" y="722810"/>
                  </a:lnTo>
                  <a:lnTo>
                    <a:pt x="1590763" y="805026"/>
                  </a:lnTo>
                  <a:close/>
                  <a:moveTo>
                    <a:pt x="1590745" y="722810"/>
                  </a:moveTo>
                  <a:lnTo>
                    <a:pt x="1662096" y="684373"/>
                  </a:lnTo>
                  <a:lnTo>
                    <a:pt x="1590763" y="805026"/>
                  </a:lnTo>
                  <a:close/>
                  <a:moveTo>
                    <a:pt x="1659800" y="589218"/>
                  </a:moveTo>
                  <a:lnTo>
                    <a:pt x="1663438" y="675270"/>
                  </a:lnTo>
                  <a:lnTo>
                    <a:pt x="1657269" y="602159"/>
                  </a:lnTo>
                  <a:close/>
                  <a:moveTo>
                    <a:pt x="1610564" y="262381"/>
                  </a:moveTo>
                  <a:lnTo>
                    <a:pt x="1517882" y="343727"/>
                  </a:lnTo>
                  <a:lnTo>
                    <a:pt x="1500073" y="343132"/>
                  </a:lnTo>
                  <a:close/>
                  <a:moveTo>
                    <a:pt x="1671168" y="273767"/>
                  </a:moveTo>
                  <a:lnTo>
                    <a:pt x="1610564" y="262381"/>
                  </a:lnTo>
                  <a:lnTo>
                    <a:pt x="1744504" y="269300"/>
                  </a:lnTo>
                  <a:close/>
                  <a:moveTo>
                    <a:pt x="1959350" y="300052"/>
                  </a:moveTo>
                  <a:lnTo>
                    <a:pt x="2041517" y="321073"/>
                  </a:lnTo>
                  <a:lnTo>
                    <a:pt x="2083688" y="271075"/>
                  </a:lnTo>
                  <a:close/>
                  <a:moveTo>
                    <a:pt x="2210169" y="245546"/>
                  </a:moveTo>
                  <a:lnTo>
                    <a:pt x="2207747" y="246523"/>
                  </a:lnTo>
                  <a:lnTo>
                    <a:pt x="2277704" y="223950"/>
                  </a:lnTo>
                  <a:close/>
                  <a:moveTo>
                    <a:pt x="2083688" y="271075"/>
                  </a:moveTo>
                  <a:lnTo>
                    <a:pt x="2159622" y="276323"/>
                  </a:lnTo>
                  <a:lnTo>
                    <a:pt x="2103570" y="270625"/>
                  </a:lnTo>
                  <a:close/>
                  <a:moveTo>
                    <a:pt x="2210169" y="245546"/>
                  </a:moveTo>
                  <a:lnTo>
                    <a:pt x="2306438" y="126790"/>
                  </a:lnTo>
                  <a:lnTo>
                    <a:pt x="2306478" y="124894"/>
                  </a:lnTo>
                  <a:close/>
                  <a:moveTo>
                    <a:pt x="2306478" y="124894"/>
                  </a:moveTo>
                  <a:lnTo>
                    <a:pt x="2297457" y="82602"/>
                  </a:lnTo>
                  <a:lnTo>
                    <a:pt x="2336422" y="13084"/>
                  </a:lnTo>
                  <a:close/>
                  <a:moveTo>
                    <a:pt x="2297457" y="82602"/>
                  </a:moveTo>
                  <a:lnTo>
                    <a:pt x="2325005" y="124894"/>
                  </a:lnTo>
                  <a:lnTo>
                    <a:pt x="2336422" y="13084"/>
                  </a:lnTo>
                  <a:close/>
                  <a:moveTo>
                    <a:pt x="2339277" y="0"/>
                  </a:moveTo>
                  <a:lnTo>
                    <a:pt x="2336422" y="13084"/>
                  </a:lnTo>
                  <a:lnTo>
                    <a:pt x="2375204" y="4243"/>
                  </a:lnTo>
                  <a:close/>
                </a:path>
              </a:pathLst>
            </a:custGeom>
            <a:solidFill>
              <a:srgbClr val="D4DBE0"/>
            </a:solidFill>
            <a:ln w="1524">
              <a:solidFill>
                <a:srgbClr val="D4DBE0"/>
              </a:solidFill>
            </a:ln>
          </p:spPr>
        </p:sp>
        <p:sp>
          <p:nvSpPr>
            <p:cNvPr id="2142" name="Candidate_density__2141">
              <a:extLst>
                <a:ext uri="{FF2B5EF4-FFF2-40B4-BE49-F238E27FC236}">
                  <a16:creationId xmlns:a16="http://schemas.microsoft.com/office/drawing/2014/main" id="{47136663-0BCE-17A1-E43F-46214745F1C7}"/>
                </a:ext>
              </a:extLst>
            </p:cNvPr>
            <p:cNvSpPr>
              <a:spLocks noGrp="1"/>
            </p:cNvSpPr>
            <p:nvPr/>
          </p:nvSpPr>
          <p:spPr>
            <a:xfrm>
              <a:off x="3756366" y="2404785"/>
              <a:ext cx="2229552" cy="1105100"/>
            </a:xfrm>
            <a:custGeom>
              <a:avLst/>
              <a:gdLst/>
              <a:ahLst/>
              <a:cxnLst/>
              <a:rect l="0" t="0" r="0" b="0"/>
              <a:pathLst>
                <a:path w="2229552" h="1105100">
                  <a:moveTo>
                    <a:pt x="438585" y="1069838"/>
                  </a:moveTo>
                  <a:lnTo>
                    <a:pt x="335129" y="1088922"/>
                  </a:lnTo>
                  <a:lnTo>
                    <a:pt x="457004" y="1050732"/>
                  </a:lnTo>
                  <a:close/>
                  <a:moveTo>
                    <a:pt x="0" y="671902"/>
                  </a:moveTo>
                  <a:lnTo>
                    <a:pt x="63343" y="630075"/>
                  </a:lnTo>
                  <a:lnTo>
                    <a:pt x="118149" y="619783"/>
                  </a:lnTo>
                  <a:close/>
                  <a:moveTo>
                    <a:pt x="49918" y="643338"/>
                  </a:moveTo>
                  <a:lnTo>
                    <a:pt x="0" y="671902"/>
                  </a:lnTo>
                  <a:lnTo>
                    <a:pt x="118149" y="619783"/>
                  </a:lnTo>
                  <a:close/>
                  <a:moveTo>
                    <a:pt x="394149" y="1094384"/>
                  </a:moveTo>
                  <a:lnTo>
                    <a:pt x="269679" y="1105100"/>
                  </a:lnTo>
                  <a:lnTo>
                    <a:pt x="350081" y="1100326"/>
                  </a:lnTo>
                  <a:close/>
                  <a:moveTo>
                    <a:pt x="438585" y="1069838"/>
                  </a:moveTo>
                  <a:lnTo>
                    <a:pt x="394149" y="1094384"/>
                  </a:lnTo>
                  <a:lnTo>
                    <a:pt x="350081" y="1100326"/>
                  </a:lnTo>
                  <a:close/>
                  <a:moveTo>
                    <a:pt x="92107" y="307213"/>
                  </a:moveTo>
                  <a:lnTo>
                    <a:pt x="55412" y="357373"/>
                  </a:lnTo>
                  <a:lnTo>
                    <a:pt x="24320" y="332429"/>
                  </a:lnTo>
                  <a:close/>
                  <a:moveTo>
                    <a:pt x="733412" y="790098"/>
                  </a:moveTo>
                  <a:lnTo>
                    <a:pt x="673062" y="828534"/>
                  </a:lnTo>
                  <a:lnTo>
                    <a:pt x="779380" y="774464"/>
                  </a:lnTo>
                  <a:close/>
                  <a:moveTo>
                    <a:pt x="733412" y="790098"/>
                  </a:moveTo>
                  <a:lnTo>
                    <a:pt x="779380" y="774464"/>
                  </a:lnTo>
                  <a:lnTo>
                    <a:pt x="718955" y="782030"/>
                  </a:lnTo>
                  <a:close/>
                  <a:moveTo>
                    <a:pt x="1218131" y="1080522"/>
                  </a:moveTo>
                  <a:lnTo>
                    <a:pt x="1287216" y="1042086"/>
                  </a:lnTo>
                  <a:lnTo>
                    <a:pt x="1271549" y="1069565"/>
                  </a:lnTo>
                  <a:close/>
                  <a:moveTo>
                    <a:pt x="1287216" y="1042086"/>
                  </a:moveTo>
                  <a:lnTo>
                    <a:pt x="1218131" y="1080522"/>
                  </a:lnTo>
                  <a:lnTo>
                    <a:pt x="1326325" y="995706"/>
                  </a:lnTo>
                  <a:close/>
                  <a:moveTo>
                    <a:pt x="1369078" y="940352"/>
                  </a:moveTo>
                  <a:lnTo>
                    <a:pt x="1287216" y="1042086"/>
                  </a:lnTo>
                  <a:lnTo>
                    <a:pt x="1326325" y="995706"/>
                  </a:lnTo>
                  <a:close/>
                  <a:moveTo>
                    <a:pt x="1369078" y="940352"/>
                  </a:moveTo>
                  <a:lnTo>
                    <a:pt x="1326325" y="995706"/>
                  </a:lnTo>
                  <a:lnTo>
                    <a:pt x="1445883" y="948853"/>
                  </a:lnTo>
                  <a:close/>
                  <a:moveTo>
                    <a:pt x="864506" y="345929"/>
                  </a:moveTo>
                  <a:lnTo>
                    <a:pt x="901672" y="354300"/>
                  </a:lnTo>
                  <a:lnTo>
                    <a:pt x="910510" y="340471"/>
                  </a:lnTo>
                  <a:close/>
                  <a:moveTo>
                    <a:pt x="1369078" y="940352"/>
                  </a:moveTo>
                  <a:lnTo>
                    <a:pt x="1445883" y="948853"/>
                  </a:lnTo>
                  <a:lnTo>
                    <a:pt x="1489431" y="896468"/>
                  </a:lnTo>
                  <a:close/>
                  <a:moveTo>
                    <a:pt x="1475932" y="921434"/>
                  </a:moveTo>
                  <a:lnTo>
                    <a:pt x="1489431" y="896468"/>
                  </a:lnTo>
                  <a:lnTo>
                    <a:pt x="1445883" y="948853"/>
                  </a:lnTo>
                  <a:close/>
                  <a:moveTo>
                    <a:pt x="1475932" y="921434"/>
                  </a:moveTo>
                  <a:lnTo>
                    <a:pt x="1500323" y="882997"/>
                  </a:lnTo>
                  <a:lnTo>
                    <a:pt x="1489431" y="896468"/>
                  </a:lnTo>
                  <a:close/>
                  <a:moveTo>
                    <a:pt x="1475932" y="921434"/>
                  </a:moveTo>
                  <a:lnTo>
                    <a:pt x="1501233" y="800783"/>
                  </a:lnTo>
                  <a:lnTo>
                    <a:pt x="1500323" y="882997"/>
                  </a:lnTo>
                  <a:close/>
                  <a:moveTo>
                    <a:pt x="921026" y="338566"/>
                  </a:moveTo>
                  <a:lnTo>
                    <a:pt x="864506" y="345929"/>
                  </a:lnTo>
                  <a:lnTo>
                    <a:pt x="910510" y="340471"/>
                  </a:lnTo>
                  <a:close/>
                  <a:moveTo>
                    <a:pt x="1501233" y="800783"/>
                  </a:moveTo>
                  <a:lnTo>
                    <a:pt x="1520782" y="762346"/>
                  </a:lnTo>
                  <a:lnTo>
                    <a:pt x="1500323" y="882997"/>
                  </a:lnTo>
                  <a:close/>
                  <a:moveTo>
                    <a:pt x="1527228" y="759128"/>
                  </a:moveTo>
                  <a:lnTo>
                    <a:pt x="1534935" y="703482"/>
                  </a:lnTo>
                  <a:lnTo>
                    <a:pt x="1501233" y="800783"/>
                  </a:lnTo>
                  <a:close/>
                  <a:moveTo>
                    <a:pt x="1513819" y="597916"/>
                  </a:moveTo>
                  <a:lnTo>
                    <a:pt x="1527919" y="609093"/>
                  </a:lnTo>
                  <a:lnTo>
                    <a:pt x="1538811" y="587233"/>
                  </a:lnTo>
                  <a:close/>
                  <a:moveTo>
                    <a:pt x="1513819" y="597916"/>
                  </a:moveTo>
                  <a:lnTo>
                    <a:pt x="1538811" y="587233"/>
                  </a:lnTo>
                  <a:lnTo>
                    <a:pt x="1586512" y="550376"/>
                  </a:lnTo>
                  <a:close/>
                  <a:moveTo>
                    <a:pt x="1586512" y="550376"/>
                  </a:moveTo>
                  <a:lnTo>
                    <a:pt x="1597775" y="512802"/>
                  </a:lnTo>
                  <a:lnTo>
                    <a:pt x="1580342" y="477264"/>
                  </a:lnTo>
                  <a:close/>
                  <a:moveTo>
                    <a:pt x="1882423" y="175158"/>
                  </a:moveTo>
                  <a:lnTo>
                    <a:pt x="2006762" y="146181"/>
                  </a:lnTo>
                  <a:lnTo>
                    <a:pt x="1933939" y="152569"/>
                  </a:lnTo>
                  <a:close/>
                  <a:moveTo>
                    <a:pt x="1933939" y="152569"/>
                  </a:moveTo>
                  <a:lnTo>
                    <a:pt x="2006762" y="146181"/>
                  </a:lnTo>
                  <a:lnTo>
                    <a:pt x="1939943" y="155625"/>
                  </a:lnTo>
                  <a:close/>
                  <a:moveTo>
                    <a:pt x="2006762" y="146181"/>
                  </a:moveTo>
                  <a:lnTo>
                    <a:pt x="2026643" y="145731"/>
                  </a:lnTo>
                  <a:lnTo>
                    <a:pt x="1939943" y="155625"/>
                  </a:lnTo>
                  <a:close/>
                  <a:moveTo>
                    <a:pt x="2082696" y="151429"/>
                  </a:moveTo>
                  <a:lnTo>
                    <a:pt x="2130821" y="121629"/>
                  </a:lnTo>
                  <a:lnTo>
                    <a:pt x="2026643" y="145731"/>
                  </a:lnTo>
                  <a:close/>
                  <a:moveTo>
                    <a:pt x="2133242" y="120652"/>
                  </a:moveTo>
                  <a:lnTo>
                    <a:pt x="2229552" y="0"/>
                  </a:lnTo>
                  <a:lnTo>
                    <a:pt x="2199989" y="82215"/>
                  </a:lnTo>
                  <a:close/>
                </a:path>
              </a:pathLst>
            </a:custGeom>
            <a:solidFill>
              <a:srgbClr val="D0D7DD"/>
            </a:solidFill>
            <a:ln w="1524">
              <a:solidFill>
                <a:srgbClr val="D0D7DD"/>
              </a:solidFill>
            </a:ln>
          </p:spPr>
        </p:sp>
        <p:sp>
          <p:nvSpPr>
            <p:cNvPr id="2143" name="Candidate_density__2142">
              <a:extLst>
                <a:ext uri="{FF2B5EF4-FFF2-40B4-BE49-F238E27FC236}">
                  <a16:creationId xmlns:a16="http://schemas.microsoft.com/office/drawing/2014/main" id="{A1C58E3D-4430-BA57-0365-FC1B4CC4BD50}"/>
                </a:ext>
              </a:extLst>
            </p:cNvPr>
            <p:cNvSpPr>
              <a:spLocks noGrp="1"/>
            </p:cNvSpPr>
            <p:nvPr/>
          </p:nvSpPr>
          <p:spPr>
            <a:xfrm>
              <a:off x="3554825" y="1805378"/>
              <a:ext cx="2470226" cy="1690701"/>
            </a:xfrm>
            <a:custGeom>
              <a:avLst/>
              <a:gdLst/>
              <a:ahLst/>
              <a:cxnLst/>
              <a:rect l="0" t="0" r="0" b="0"/>
              <a:pathLst>
                <a:path w="2470226" h="1690701">
                  <a:moveTo>
                    <a:pt x="244637" y="1567346"/>
                  </a:moveTo>
                  <a:lnTo>
                    <a:pt x="300653" y="1625466"/>
                  </a:lnTo>
                  <a:lnTo>
                    <a:pt x="294012" y="1617043"/>
                  </a:lnTo>
                  <a:close/>
                  <a:moveTo>
                    <a:pt x="202486" y="1461036"/>
                  </a:moveTo>
                  <a:lnTo>
                    <a:pt x="190618" y="1499473"/>
                  </a:lnTo>
                  <a:lnTo>
                    <a:pt x="239920" y="1543251"/>
                  </a:lnTo>
                  <a:close/>
                  <a:moveTo>
                    <a:pt x="239920" y="1543251"/>
                  </a:moveTo>
                  <a:lnTo>
                    <a:pt x="244637" y="1567346"/>
                  </a:lnTo>
                  <a:lnTo>
                    <a:pt x="294012" y="1617043"/>
                  </a:lnTo>
                  <a:close/>
                  <a:moveTo>
                    <a:pt x="390168" y="1587030"/>
                  </a:moveTo>
                  <a:lnTo>
                    <a:pt x="388243" y="1690701"/>
                  </a:lnTo>
                  <a:lnTo>
                    <a:pt x="432417" y="1640658"/>
                  </a:lnTo>
                  <a:close/>
                  <a:moveTo>
                    <a:pt x="390168" y="1587030"/>
                  </a:moveTo>
                  <a:lnTo>
                    <a:pt x="300653" y="1625466"/>
                  </a:lnTo>
                  <a:lnTo>
                    <a:pt x="388243" y="1690701"/>
                  </a:lnTo>
                  <a:close/>
                  <a:moveTo>
                    <a:pt x="340666" y="1504815"/>
                  </a:moveTo>
                  <a:lnTo>
                    <a:pt x="294012" y="1617043"/>
                  </a:lnTo>
                  <a:lnTo>
                    <a:pt x="300653" y="1625466"/>
                  </a:lnTo>
                  <a:close/>
                  <a:moveTo>
                    <a:pt x="239920" y="1543251"/>
                  </a:moveTo>
                  <a:lnTo>
                    <a:pt x="294012" y="1617043"/>
                  </a:lnTo>
                  <a:lnTo>
                    <a:pt x="311702" y="1512823"/>
                  </a:lnTo>
                  <a:close/>
                  <a:moveTo>
                    <a:pt x="286052" y="1372083"/>
                  </a:moveTo>
                  <a:lnTo>
                    <a:pt x="202486" y="1461036"/>
                  </a:lnTo>
                  <a:lnTo>
                    <a:pt x="235532" y="1422600"/>
                  </a:lnTo>
                  <a:close/>
                  <a:moveTo>
                    <a:pt x="368594" y="1402033"/>
                  </a:moveTo>
                  <a:lnTo>
                    <a:pt x="234722" y="1395368"/>
                  </a:lnTo>
                  <a:lnTo>
                    <a:pt x="286052" y="1372083"/>
                  </a:lnTo>
                  <a:close/>
                  <a:moveTo>
                    <a:pt x="0" y="1132176"/>
                  </a:moveTo>
                  <a:lnTo>
                    <a:pt x="33390" y="1199936"/>
                  </a:lnTo>
                  <a:lnTo>
                    <a:pt x="39517" y="1175955"/>
                  </a:lnTo>
                  <a:close/>
                  <a:moveTo>
                    <a:pt x="5911" y="1093740"/>
                  </a:moveTo>
                  <a:lnTo>
                    <a:pt x="0" y="1132176"/>
                  </a:lnTo>
                  <a:lnTo>
                    <a:pt x="39517" y="1175955"/>
                  </a:lnTo>
                  <a:close/>
                  <a:moveTo>
                    <a:pt x="5911" y="1093740"/>
                  </a:moveTo>
                  <a:lnTo>
                    <a:pt x="11424" y="1011524"/>
                  </a:lnTo>
                  <a:lnTo>
                    <a:pt x="0" y="1132176"/>
                  </a:lnTo>
                  <a:close/>
                  <a:moveTo>
                    <a:pt x="808678" y="1592372"/>
                  </a:moveTo>
                  <a:lnTo>
                    <a:pt x="747822" y="1630808"/>
                  </a:lnTo>
                  <a:lnTo>
                    <a:pt x="796347" y="1671498"/>
                  </a:lnTo>
                  <a:close/>
                  <a:moveTo>
                    <a:pt x="849165" y="1471721"/>
                  </a:moveTo>
                  <a:lnTo>
                    <a:pt x="808678" y="1592372"/>
                  </a:lnTo>
                  <a:lnTo>
                    <a:pt x="858808" y="1474626"/>
                  </a:lnTo>
                  <a:close/>
                  <a:moveTo>
                    <a:pt x="858808" y="1474626"/>
                  </a:moveTo>
                  <a:lnTo>
                    <a:pt x="808678" y="1592372"/>
                  </a:lnTo>
                  <a:lnTo>
                    <a:pt x="848366" y="1579670"/>
                  </a:lnTo>
                  <a:close/>
                  <a:moveTo>
                    <a:pt x="849165" y="1471721"/>
                  </a:moveTo>
                  <a:lnTo>
                    <a:pt x="858808" y="1474626"/>
                  </a:lnTo>
                  <a:lnTo>
                    <a:pt x="859421" y="1470591"/>
                  </a:lnTo>
                  <a:close/>
                  <a:moveTo>
                    <a:pt x="945584" y="1461134"/>
                  </a:moveTo>
                  <a:lnTo>
                    <a:pt x="858808" y="1474626"/>
                  </a:lnTo>
                  <a:lnTo>
                    <a:pt x="940368" y="1500908"/>
                  </a:lnTo>
                  <a:close/>
                  <a:moveTo>
                    <a:pt x="945584" y="1461134"/>
                  </a:moveTo>
                  <a:lnTo>
                    <a:pt x="859421" y="1470591"/>
                  </a:lnTo>
                  <a:lnTo>
                    <a:pt x="858808" y="1474626"/>
                  </a:lnTo>
                  <a:close/>
                  <a:moveTo>
                    <a:pt x="909019" y="1190584"/>
                  </a:moveTo>
                  <a:lnTo>
                    <a:pt x="827573" y="1196207"/>
                  </a:lnTo>
                  <a:lnTo>
                    <a:pt x="921782" y="1216215"/>
                  </a:lnTo>
                  <a:close/>
                  <a:moveTo>
                    <a:pt x="584663" y="872134"/>
                  </a:moveTo>
                  <a:lnTo>
                    <a:pt x="550417" y="978430"/>
                  </a:lnTo>
                  <a:lnTo>
                    <a:pt x="523309" y="961514"/>
                  </a:lnTo>
                  <a:close/>
                  <a:moveTo>
                    <a:pt x="883425" y="1250891"/>
                  </a:moveTo>
                  <a:lnTo>
                    <a:pt x="946572" y="1260146"/>
                  </a:lnTo>
                  <a:lnTo>
                    <a:pt x="921782" y="1216215"/>
                  </a:lnTo>
                  <a:close/>
                  <a:moveTo>
                    <a:pt x="1489539" y="1522052"/>
                  </a:moveTo>
                  <a:lnTo>
                    <a:pt x="1570619" y="1539759"/>
                  </a:lnTo>
                  <a:lnTo>
                    <a:pt x="1502351" y="1520841"/>
                  </a:lnTo>
                  <a:close/>
                  <a:moveTo>
                    <a:pt x="1489539" y="1522052"/>
                  </a:moveTo>
                  <a:lnTo>
                    <a:pt x="1471550" y="1520841"/>
                  </a:lnTo>
                  <a:lnTo>
                    <a:pt x="1471628" y="1603056"/>
                  </a:lnTo>
                  <a:close/>
                  <a:moveTo>
                    <a:pt x="762569" y="747855"/>
                  </a:moveTo>
                  <a:lnTo>
                    <a:pt x="705340" y="698691"/>
                  </a:lnTo>
                  <a:lnTo>
                    <a:pt x="725438" y="818279"/>
                  </a:lnTo>
                  <a:close/>
                  <a:moveTo>
                    <a:pt x="725438" y="818279"/>
                  </a:moveTo>
                  <a:lnTo>
                    <a:pt x="705340" y="698691"/>
                  </a:lnTo>
                  <a:lnTo>
                    <a:pt x="644099" y="723722"/>
                  </a:lnTo>
                  <a:close/>
                  <a:moveTo>
                    <a:pt x="762569" y="747855"/>
                  </a:moveTo>
                  <a:lnTo>
                    <a:pt x="763759" y="819342"/>
                  </a:lnTo>
                  <a:lnTo>
                    <a:pt x="798434" y="818491"/>
                  </a:lnTo>
                  <a:close/>
                  <a:moveTo>
                    <a:pt x="762569" y="747855"/>
                  </a:moveTo>
                  <a:lnTo>
                    <a:pt x="798434" y="818491"/>
                  </a:lnTo>
                  <a:lnTo>
                    <a:pt x="843172" y="770557"/>
                  </a:lnTo>
                  <a:close/>
                  <a:moveTo>
                    <a:pt x="799693" y="819342"/>
                  </a:moveTo>
                  <a:lnTo>
                    <a:pt x="893575" y="895550"/>
                  </a:lnTo>
                  <a:lnTo>
                    <a:pt x="922591" y="863120"/>
                  </a:lnTo>
                  <a:close/>
                  <a:moveTo>
                    <a:pt x="872599" y="780905"/>
                  </a:moveTo>
                  <a:lnTo>
                    <a:pt x="799693" y="819342"/>
                  </a:lnTo>
                  <a:lnTo>
                    <a:pt x="922591" y="863120"/>
                  </a:lnTo>
                  <a:close/>
                  <a:moveTo>
                    <a:pt x="1552161" y="1431642"/>
                  </a:moveTo>
                  <a:lnTo>
                    <a:pt x="1502351" y="1520841"/>
                  </a:lnTo>
                  <a:lnTo>
                    <a:pt x="1518946" y="1498146"/>
                  </a:lnTo>
                  <a:close/>
                  <a:moveTo>
                    <a:pt x="922591" y="863120"/>
                  </a:moveTo>
                  <a:lnTo>
                    <a:pt x="956958" y="917327"/>
                  </a:lnTo>
                  <a:lnTo>
                    <a:pt x="987792" y="906899"/>
                  </a:lnTo>
                  <a:close/>
                  <a:moveTo>
                    <a:pt x="843172" y="770557"/>
                  </a:moveTo>
                  <a:lnTo>
                    <a:pt x="872599" y="780905"/>
                  </a:lnTo>
                  <a:lnTo>
                    <a:pt x="871395" y="660877"/>
                  </a:lnTo>
                  <a:close/>
                  <a:moveTo>
                    <a:pt x="871395" y="660877"/>
                  </a:moveTo>
                  <a:lnTo>
                    <a:pt x="872599" y="780905"/>
                  </a:lnTo>
                  <a:lnTo>
                    <a:pt x="934759" y="669197"/>
                  </a:lnTo>
                  <a:close/>
                  <a:moveTo>
                    <a:pt x="934759" y="669197"/>
                  </a:moveTo>
                  <a:lnTo>
                    <a:pt x="872599" y="780905"/>
                  </a:lnTo>
                  <a:lnTo>
                    <a:pt x="958029" y="750371"/>
                  </a:lnTo>
                  <a:close/>
                  <a:moveTo>
                    <a:pt x="934759" y="669197"/>
                  </a:moveTo>
                  <a:lnTo>
                    <a:pt x="872150" y="660254"/>
                  </a:lnTo>
                  <a:lnTo>
                    <a:pt x="871395" y="660877"/>
                  </a:lnTo>
                  <a:close/>
                  <a:moveTo>
                    <a:pt x="958029" y="750371"/>
                  </a:moveTo>
                  <a:lnTo>
                    <a:pt x="1031658" y="702759"/>
                  </a:lnTo>
                  <a:lnTo>
                    <a:pt x="979030" y="693797"/>
                  </a:lnTo>
                  <a:close/>
                  <a:moveTo>
                    <a:pt x="958029" y="750371"/>
                  </a:moveTo>
                  <a:lnTo>
                    <a:pt x="979030" y="693797"/>
                  </a:lnTo>
                  <a:lnTo>
                    <a:pt x="934759" y="669197"/>
                  </a:lnTo>
                  <a:close/>
                  <a:moveTo>
                    <a:pt x="843172" y="770557"/>
                  </a:moveTo>
                  <a:lnTo>
                    <a:pt x="871395" y="660877"/>
                  </a:lnTo>
                  <a:lnTo>
                    <a:pt x="762569" y="747855"/>
                  </a:lnTo>
                  <a:close/>
                  <a:moveTo>
                    <a:pt x="834505" y="590017"/>
                  </a:moveTo>
                  <a:lnTo>
                    <a:pt x="872150" y="660254"/>
                  </a:lnTo>
                  <a:lnTo>
                    <a:pt x="934759" y="669197"/>
                  </a:lnTo>
                  <a:close/>
                  <a:moveTo>
                    <a:pt x="834505" y="590017"/>
                  </a:moveTo>
                  <a:lnTo>
                    <a:pt x="934759" y="669197"/>
                  </a:lnTo>
                  <a:lnTo>
                    <a:pt x="891799" y="604030"/>
                  </a:lnTo>
                  <a:close/>
                  <a:moveTo>
                    <a:pt x="1702331" y="1270057"/>
                  </a:moveTo>
                  <a:lnTo>
                    <a:pt x="1670256" y="1158887"/>
                  </a:lnTo>
                  <a:lnTo>
                    <a:pt x="1636000" y="1163297"/>
                  </a:lnTo>
                  <a:close/>
                  <a:moveTo>
                    <a:pt x="1739347" y="1039778"/>
                  </a:moveTo>
                  <a:lnTo>
                    <a:pt x="1742056" y="1041266"/>
                  </a:lnTo>
                  <a:lnTo>
                    <a:pt x="1830835" y="1120450"/>
                  </a:lnTo>
                  <a:close/>
                  <a:moveTo>
                    <a:pt x="1553207" y="1069923"/>
                  </a:moveTo>
                  <a:lnTo>
                    <a:pt x="1627046" y="1070485"/>
                  </a:lnTo>
                  <a:lnTo>
                    <a:pt x="1630494" y="967590"/>
                  </a:lnTo>
                  <a:close/>
                  <a:moveTo>
                    <a:pt x="1627046" y="1070485"/>
                  </a:moveTo>
                  <a:lnTo>
                    <a:pt x="1712568" y="961458"/>
                  </a:lnTo>
                  <a:lnTo>
                    <a:pt x="1630494" y="967590"/>
                  </a:lnTo>
                  <a:close/>
                  <a:moveTo>
                    <a:pt x="2411804" y="358104"/>
                  </a:moveTo>
                  <a:lnTo>
                    <a:pt x="2410114" y="360664"/>
                  </a:lnTo>
                  <a:lnTo>
                    <a:pt x="2470226" y="369271"/>
                  </a:lnTo>
                  <a:close/>
                  <a:moveTo>
                    <a:pt x="2406393" y="346750"/>
                  </a:moveTo>
                  <a:lnTo>
                    <a:pt x="2411804" y="358104"/>
                  </a:lnTo>
                  <a:lnTo>
                    <a:pt x="2383779" y="278866"/>
                  </a:lnTo>
                  <a:close/>
                  <a:moveTo>
                    <a:pt x="2383779" y="278866"/>
                  </a:moveTo>
                  <a:lnTo>
                    <a:pt x="2411804" y="358104"/>
                  </a:lnTo>
                  <a:lnTo>
                    <a:pt x="2470226" y="369271"/>
                  </a:lnTo>
                  <a:close/>
                  <a:moveTo>
                    <a:pt x="2383779" y="278866"/>
                  </a:moveTo>
                  <a:lnTo>
                    <a:pt x="2470226" y="369271"/>
                  </a:lnTo>
                  <a:lnTo>
                    <a:pt x="2450418" y="285282"/>
                  </a:lnTo>
                  <a:close/>
                  <a:moveTo>
                    <a:pt x="2365891" y="275890"/>
                  </a:moveTo>
                  <a:lnTo>
                    <a:pt x="2383779" y="278866"/>
                  </a:lnTo>
                  <a:lnTo>
                    <a:pt x="2382671" y="258057"/>
                  </a:lnTo>
                  <a:close/>
                  <a:moveTo>
                    <a:pt x="2406393" y="346750"/>
                  </a:moveTo>
                  <a:lnTo>
                    <a:pt x="2383779" y="278866"/>
                  </a:lnTo>
                  <a:lnTo>
                    <a:pt x="2365891" y="275890"/>
                  </a:lnTo>
                  <a:close/>
                  <a:moveTo>
                    <a:pt x="2313686" y="175166"/>
                  </a:moveTo>
                  <a:lnTo>
                    <a:pt x="2377165" y="84058"/>
                  </a:lnTo>
                  <a:lnTo>
                    <a:pt x="2310304" y="77824"/>
                  </a:lnTo>
                  <a:close/>
                  <a:moveTo>
                    <a:pt x="2310304" y="77824"/>
                  </a:moveTo>
                  <a:lnTo>
                    <a:pt x="2377165" y="84058"/>
                  </a:lnTo>
                  <a:lnTo>
                    <a:pt x="2357444" y="0"/>
                  </a:lnTo>
                  <a:close/>
                </a:path>
              </a:pathLst>
            </a:custGeom>
            <a:solidFill>
              <a:srgbClr val="E0E5E9"/>
            </a:solidFill>
            <a:ln w="1524">
              <a:solidFill>
                <a:srgbClr val="E0E5E9"/>
              </a:solidFill>
            </a:ln>
          </p:spPr>
        </p:sp>
        <p:sp>
          <p:nvSpPr>
            <p:cNvPr id="2144" name="Candidate_density__2143">
              <a:extLst>
                <a:ext uri="{FF2B5EF4-FFF2-40B4-BE49-F238E27FC236}">
                  <a16:creationId xmlns:a16="http://schemas.microsoft.com/office/drawing/2014/main" id="{6F06C180-764D-55A1-1AC5-FCDC3AD6205A}"/>
                </a:ext>
              </a:extLst>
            </p:cNvPr>
            <p:cNvSpPr>
              <a:spLocks noGrp="1"/>
            </p:cNvSpPr>
            <p:nvPr/>
          </p:nvSpPr>
          <p:spPr>
            <a:xfrm>
              <a:off x="3594528" y="2236978"/>
              <a:ext cx="2424188" cy="1292108"/>
            </a:xfrm>
            <a:custGeom>
              <a:avLst/>
              <a:gdLst/>
              <a:ahLst/>
              <a:cxnLst/>
              <a:rect l="0" t="0" r="0" b="0"/>
              <a:pathLst>
                <a:path w="2424188" h="1292108">
                  <a:moveTo>
                    <a:pt x="204934" y="1135747"/>
                  </a:moveTo>
                  <a:lnTo>
                    <a:pt x="293604" y="1224344"/>
                  </a:lnTo>
                  <a:lnTo>
                    <a:pt x="260950" y="1193866"/>
                  </a:lnTo>
                  <a:close/>
                  <a:moveTo>
                    <a:pt x="260950" y="1193866"/>
                  </a:moveTo>
                  <a:lnTo>
                    <a:pt x="293604" y="1224344"/>
                  </a:lnTo>
                  <a:lnTo>
                    <a:pt x="348540" y="1259101"/>
                  </a:lnTo>
                  <a:close/>
                  <a:moveTo>
                    <a:pt x="427077" y="1274078"/>
                  </a:moveTo>
                  <a:lnTo>
                    <a:pt x="428051" y="1237645"/>
                  </a:lnTo>
                  <a:lnTo>
                    <a:pt x="392714" y="1209058"/>
                  </a:lnTo>
                  <a:close/>
                  <a:moveTo>
                    <a:pt x="427077" y="1274078"/>
                  </a:moveTo>
                  <a:lnTo>
                    <a:pt x="392714" y="1209058"/>
                  </a:lnTo>
                  <a:lnTo>
                    <a:pt x="348540" y="1259101"/>
                  </a:lnTo>
                  <a:close/>
                  <a:moveTo>
                    <a:pt x="84912" y="830752"/>
                  </a:moveTo>
                  <a:lnTo>
                    <a:pt x="0" y="780802"/>
                  </a:lnTo>
                  <a:lnTo>
                    <a:pt x="3967" y="782791"/>
                  </a:lnTo>
                  <a:close/>
                  <a:moveTo>
                    <a:pt x="64851" y="819206"/>
                  </a:moveTo>
                  <a:lnTo>
                    <a:pt x="0" y="780802"/>
                  </a:lnTo>
                  <a:lnTo>
                    <a:pt x="84912" y="830752"/>
                  </a:lnTo>
                  <a:close/>
                  <a:moveTo>
                    <a:pt x="428051" y="1237645"/>
                  </a:moveTo>
                  <a:lnTo>
                    <a:pt x="431517" y="1272907"/>
                  </a:lnTo>
                  <a:lnTo>
                    <a:pt x="480220" y="1257570"/>
                  </a:lnTo>
                  <a:close/>
                  <a:moveTo>
                    <a:pt x="574395" y="1217342"/>
                  </a:moveTo>
                  <a:lnTo>
                    <a:pt x="518689" y="1202038"/>
                  </a:lnTo>
                  <a:lnTo>
                    <a:pt x="480220" y="1257570"/>
                  </a:lnTo>
                  <a:close/>
                  <a:moveTo>
                    <a:pt x="574395" y="1217342"/>
                  </a:moveTo>
                  <a:lnTo>
                    <a:pt x="590570" y="1176289"/>
                  </a:lnTo>
                  <a:lnTo>
                    <a:pt x="521820" y="1197902"/>
                  </a:lnTo>
                  <a:close/>
                  <a:moveTo>
                    <a:pt x="590570" y="1176289"/>
                  </a:moveTo>
                  <a:lnTo>
                    <a:pt x="660391" y="1158681"/>
                  </a:lnTo>
                  <a:lnTo>
                    <a:pt x="711569" y="1134823"/>
                  </a:lnTo>
                  <a:close/>
                  <a:moveTo>
                    <a:pt x="921373" y="1160772"/>
                  </a:moveTo>
                  <a:lnTo>
                    <a:pt x="900665" y="1069308"/>
                  </a:lnTo>
                  <a:lnTo>
                    <a:pt x="897479" y="1136456"/>
                  </a:lnTo>
                  <a:close/>
                  <a:moveTo>
                    <a:pt x="819718" y="1038991"/>
                  </a:moveTo>
                  <a:lnTo>
                    <a:pt x="880793" y="949837"/>
                  </a:lnTo>
                  <a:lnTo>
                    <a:pt x="832199" y="928752"/>
                  </a:lnTo>
                  <a:close/>
                  <a:moveTo>
                    <a:pt x="880793" y="949837"/>
                  </a:moveTo>
                  <a:lnTo>
                    <a:pt x="905881" y="1029534"/>
                  </a:lnTo>
                  <a:lnTo>
                    <a:pt x="939672" y="1040121"/>
                  </a:lnTo>
                  <a:close/>
                  <a:moveTo>
                    <a:pt x="880793" y="949837"/>
                  </a:moveTo>
                  <a:lnTo>
                    <a:pt x="902063" y="859332"/>
                  </a:lnTo>
                  <a:lnTo>
                    <a:pt x="837247" y="895654"/>
                  </a:lnTo>
                  <a:close/>
                  <a:moveTo>
                    <a:pt x="793247" y="755039"/>
                  </a:moveTo>
                  <a:lnTo>
                    <a:pt x="787870" y="764607"/>
                  </a:lnTo>
                  <a:lnTo>
                    <a:pt x="796652" y="743877"/>
                  </a:lnTo>
                  <a:close/>
                  <a:moveTo>
                    <a:pt x="802107" y="764269"/>
                  </a:moveTo>
                  <a:lnTo>
                    <a:pt x="787870" y="764607"/>
                  </a:lnTo>
                  <a:lnTo>
                    <a:pt x="793247" y="755039"/>
                  </a:lnTo>
                  <a:close/>
                  <a:moveTo>
                    <a:pt x="1252570" y="1229734"/>
                  </a:moveTo>
                  <a:lnTo>
                    <a:pt x="1356646" y="1292108"/>
                  </a:lnTo>
                  <a:lnTo>
                    <a:pt x="1290655" y="1261037"/>
                  </a:lnTo>
                  <a:close/>
                  <a:moveTo>
                    <a:pt x="796652" y="743877"/>
                  </a:moveTo>
                  <a:lnTo>
                    <a:pt x="798332" y="656008"/>
                  </a:lnTo>
                  <a:lnTo>
                    <a:pt x="793247" y="755039"/>
                  </a:lnTo>
                  <a:close/>
                  <a:moveTo>
                    <a:pt x="770270" y="469957"/>
                  </a:moveTo>
                  <a:lnTo>
                    <a:pt x="724538" y="537705"/>
                  </a:lnTo>
                  <a:lnTo>
                    <a:pt x="771173" y="477904"/>
                  </a:lnTo>
                  <a:close/>
                  <a:moveTo>
                    <a:pt x="771173" y="477904"/>
                  </a:moveTo>
                  <a:lnTo>
                    <a:pt x="724538" y="537705"/>
                  </a:lnTo>
                  <a:lnTo>
                    <a:pt x="721247" y="557993"/>
                  </a:lnTo>
                  <a:close/>
                  <a:moveTo>
                    <a:pt x="1444275" y="1195066"/>
                  </a:moveTo>
                  <a:lnTo>
                    <a:pt x="1449054" y="1209893"/>
                  </a:lnTo>
                  <a:lnTo>
                    <a:pt x="1449836" y="1090453"/>
                  </a:lnTo>
                  <a:close/>
                  <a:moveTo>
                    <a:pt x="1444275" y="1195066"/>
                  </a:moveTo>
                  <a:lnTo>
                    <a:pt x="1449836" y="1090453"/>
                  </a:lnTo>
                  <a:lnTo>
                    <a:pt x="1431926" y="1171456"/>
                  </a:lnTo>
                  <a:close/>
                  <a:moveTo>
                    <a:pt x="726751" y="453426"/>
                  </a:moveTo>
                  <a:lnTo>
                    <a:pt x="724538" y="537705"/>
                  </a:lnTo>
                  <a:lnTo>
                    <a:pt x="770270" y="469957"/>
                  </a:lnTo>
                  <a:close/>
                  <a:moveTo>
                    <a:pt x="1431847" y="1089241"/>
                  </a:moveTo>
                  <a:lnTo>
                    <a:pt x="1369232" y="1060965"/>
                  </a:lnTo>
                  <a:lnTo>
                    <a:pt x="1479243" y="1066546"/>
                  </a:lnTo>
                  <a:close/>
                  <a:moveTo>
                    <a:pt x="1499826" y="1055371"/>
                  </a:moveTo>
                  <a:lnTo>
                    <a:pt x="1479243" y="1066546"/>
                  </a:lnTo>
                  <a:lnTo>
                    <a:pt x="1530916" y="1108159"/>
                  </a:lnTo>
                  <a:close/>
                  <a:moveTo>
                    <a:pt x="971624" y="513736"/>
                  </a:moveTo>
                  <a:lnTo>
                    <a:pt x="1001939" y="523690"/>
                  </a:lnTo>
                  <a:lnTo>
                    <a:pt x="947521" y="495221"/>
                  </a:lnTo>
                  <a:close/>
                  <a:moveTo>
                    <a:pt x="1662628" y="838457"/>
                  </a:moveTo>
                  <a:lnTo>
                    <a:pt x="1682620" y="930153"/>
                  </a:lnTo>
                  <a:lnTo>
                    <a:pt x="1675675" y="847939"/>
                  </a:lnTo>
                  <a:close/>
                  <a:moveTo>
                    <a:pt x="1675675" y="847939"/>
                  </a:moveTo>
                  <a:lnTo>
                    <a:pt x="1683655" y="754960"/>
                  </a:lnTo>
                  <a:lnTo>
                    <a:pt x="1662628" y="838457"/>
                  </a:lnTo>
                  <a:close/>
                  <a:moveTo>
                    <a:pt x="1683655" y="754960"/>
                  </a:moveTo>
                  <a:lnTo>
                    <a:pt x="1630553" y="727287"/>
                  </a:lnTo>
                  <a:lnTo>
                    <a:pt x="1662628" y="838457"/>
                  </a:lnTo>
                  <a:close/>
                  <a:moveTo>
                    <a:pt x="1699644" y="608178"/>
                  </a:moveTo>
                  <a:lnTo>
                    <a:pt x="1748350" y="718183"/>
                  </a:lnTo>
                  <a:lnTo>
                    <a:pt x="1744712" y="632131"/>
                  </a:lnTo>
                  <a:close/>
                  <a:moveTo>
                    <a:pt x="2053436" y="10321"/>
                  </a:moveTo>
                  <a:lnTo>
                    <a:pt x="2005873" y="47693"/>
                  </a:lnTo>
                  <a:lnTo>
                    <a:pt x="2038748" y="3377"/>
                  </a:lnTo>
                  <a:close/>
                  <a:moveTo>
                    <a:pt x="2005873" y="47693"/>
                  </a:moveTo>
                  <a:lnTo>
                    <a:pt x="1999039" y="41814"/>
                  </a:lnTo>
                  <a:lnTo>
                    <a:pt x="2038748" y="3377"/>
                  </a:lnTo>
                  <a:close/>
                  <a:moveTo>
                    <a:pt x="2053436" y="10321"/>
                  </a:moveTo>
                  <a:lnTo>
                    <a:pt x="2082127" y="54139"/>
                  </a:lnTo>
                  <a:lnTo>
                    <a:pt x="2005873" y="47693"/>
                  </a:lnTo>
                  <a:close/>
                  <a:moveTo>
                    <a:pt x="2038748" y="3377"/>
                  </a:moveTo>
                  <a:lnTo>
                    <a:pt x="1999039" y="41814"/>
                  </a:lnTo>
                  <a:lnTo>
                    <a:pt x="2050676" y="0"/>
                  </a:lnTo>
                  <a:close/>
                  <a:moveTo>
                    <a:pt x="2354075" y="239506"/>
                  </a:moveTo>
                  <a:lnTo>
                    <a:pt x="2367856" y="134709"/>
                  </a:lnTo>
                  <a:lnTo>
                    <a:pt x="2309227" y="194161"/>
                  </a:lnTo>
                  <a:close/>
                  <a:moveTo>
                    <a:pt x="2368939" y="127330"/>
                  </a:moveTo>
                  <a:lnTo>
                    <a:pt x="2367856" y="134709"/>
                  </a:lnTo>
                  <a:lnTo>
                    <a:pt x="2371589" y="129371"/>
                  </a:lnTo>
                  <a:close/>
                  <a:moveTo>
                    <a:pt x="2368939" y="127330"/>
                  </a:moveTo>
                  <a:lnTo>
                    <a:pt x="2371589" y="129371"/>
                  </a:lnTo>
                  <a:lnTo>
                    <a:pt x="2424188" y="42913"/>
                  </a:lnTo>
                  <a:close/>
                  <a:moveTo>
                    <a:pt x="2380021" y="18227"/>
                  </a:moveTo>
                  <a:lnTo>
                    <a:pt x="2368939" y="127330"/>
                  </a:lnTo>
                  <a:lnTo>
                    <a:pt x="2424188" y="42913"/>
                  </a:lnTo>
                  <a:close/>
                </a:path>
              </a:pathLst>
            </a:custGeom>
            <a:solidFill>
              <a:srgbClr val="D8DEE3"/>
            </a:solidFill>
            <a:ln w="1524">
              <a:solidFill>
                <a:srgbClr val="D8DEE3"/>
              </a:solidFill>
            </a:ln>
          </p:spPr>
        </p:sp>
        <p:sp>
          <p:nvSpPr>
            <p:cNvPr id="2145" name="Candidate_density__2144">
              <a:extLst>
                <a:ext uri="{FF2B5EF4-FFF2-40B4-BE49-F238E27FC236}">
                  <a16:creationId xmlns:a16="http://schemas.microsoft.com/office/drawing/2014/main" id="{702AD6A1-FEB1-FA7F-AA34-BA117971EE61}"/>
                </a:ext>
              </a:extLst>
            </p:cNvPr>
            <p:cNvSpPr>
              <a:spLocks noGrp="1"/>
            </p:cNvSpPr>
            <p:nvPr/>
          </p:nvSpPr>
          <p:spPr>
            <a:xfrm>
              <a:off x="3588215" y="1889436"/>
              <a:ext cx="2436836" cy="1587440"/>
            </a:xfrm>
            <a:custGeom>
              <a:avLst/>
              <a:gdLst/>
              <a:ahLst/>
              <a:cxnLst/>
              <a:rect l="0" t="0" r="0" b="0"/>
              <a:pathLst>
                <a:path w="2436836" h="1587440">
                  <a:moveTo>
                    <a:pt x="206530" y="1459193"/>
                  </a:moveTo>
                  <a:lnTo>
                    <a:pt x="179070" y="1443279"/>
                  </a:lnTo>
                  <a:lnTo>
                    <a:pt x="211247" y="1483288"/>
                  </a:lnTo>
                  <a:close/>
                  <a:moveTo>
                    <a:pt x="0" y="1115877"/>
                  </a:moveTo>
                  <a:lnTo>
                    <a:pt x="10280" y="1130332"/>
                  </a:lnTo>
                  <a:lnTo>
                    <a:pt x="6313" y="1128343"/>
                  </a:lnTo>
                  <a:close/>
                  <a:moveTo>
                    <a:pt x="6128" y="1091896"/>
                  </a:moveTo>
                  <a:lnTo>
                    <a:pt x="0" y="1115877"/>
                  </a:lnTo>
                  <a:lnTo>
                    <a:pt x="6313" y="1128343"/>
                  </a:lnTo>
                  <a:close/>
                  <a:moveTo>
                    <a:pt x="6128" y="1091896"/>
                  </a:moveTo>
                  <a:lnTo>
                    <a:pt x="6313" y="1128343"/>
                  </a:lnTo>
                  <a:lnTo>
                    <a:pt x="71164" y="1166747"/>
                  </a:lnTo>
                  <a:close/>
                  <a:moveTo>
                    <a:pt x="775288" y="1508314"/>
                  </a:moveTo>
                  <a:lnTo>
                    <a:pt x="762957" y="1587440"/>
                  </a:lnTo>
                  <a:lnTo>
                    <a:pt x="804599" y="1527929"/>
                  </a:lnTo>
                  <a:close/>
                  <a:moveTo>
                    <a:pt x="714433" y="1546750"/>
                  </a:moveTo>
                  <a:lnTo>
                    <a:pt x="775288" y="1508314"/>
                  </a:lnTo>
                  <a:lnTo>
                    <a:pt x="666704" y="1506223"/>
                  </a:lnTo>
                  <a:close/>
                  <a:moveTo>
                    <a:pt x="775288" y="1508314"/>
                  </a:moveTo>
                  <a:lnTo>
                    <a:pt x="717882" y="1482365"/>
                  </a:lnTo>
                  <a:lnTo>
                    <a:pt x="666704" y="1506223"/>
                  </a:lnTo>
                  <a:close/>
                  <a:moveTo>
                    <a:pt x="804599" y="1527929"/>
                  </a:moveTo>
                  <a:lnTo>
                    <a:pt x="762957" y="1587440"/>
                  </a:lnTo>
                  <a:lnTo>
                    <a:pt x="883714" y="1545068"/>
                  </a:lnTo>
                  <a:close/>
                  <a:moveTo>
                    <a:pt x="277333" y="1029193"/>
                  </a:moveTo>
                  <a:lnTo>
                    <a:pt x="229151" y="968272"/>
                  </a:lnTo>
                  <a:lnTo>
                    <a:pt x="226848" y="1015023"/>
                  </a:lnTo>
                  <a:close/>
                  <a:moveTo>
                    <a:pt x="775288" y="1508314"/>
                  </a:moveTo>
                  <a:lnTo>
                    <a:pt x="804599" y="1527929"/>
                  </a:lnTo>
                  <a:lnTo>
                    <a:pt x="814976" y="1495612"/>
                  </a:lnTo>
                  <a:close/>
                  <a:moveTo>
                    <a:pt x="717882" y="1482365"/>
                  </a:moveTo>
                  <a:lnTo>
                    <a:pt x="775288" y="1508314"/>
                  </a:lnTo>
                  <a:lnTo>
                    <a:pt x="815776" y="1387662"/>
                  </a:lnTo>
                  <a:close/>
                  <a:moveTo>
                    <a:pt x="903793" y="1483998"/>
                  </a:moveTo>
                  <a:lnTo>
                    <a:pt x="804599" y="1527929"/>
                  </a:lnTo>
                  <a:lnTo>
                    <a:pt x="883714" y="1545068"/>
                  </a:lnTo>
                  <a:close/>
                  <a:moveTo>
                    <a:pt x="903793" y="1483998"/>
                  </a:moveTo>
                  <a:lnTo>
                    <a:pt x="814976" y="1495612"/>
                  </a:lnTo>
                  <a:lnTo>
                    <a:pt x="804599" y="1527929"/>
                  </a:lnTo>
                  <a:close/>
                  <a:moveTo>
                    <a:pt x="814976" y="1495612"/>
                  </a:moveTo>
                  <a:lnTo>
                    <a:pt x="903793" y="1483998"/>
                  </a:lnTo>
                  <a:lnTo>
                    <a:pt x="825419" y="1390568"/>
                  </a:lnTo>
                  <a:close/>
                  <a:moveTo>
                    <a:pt x="903793" y="1483998"/>
                  </a:moveTo>
                  <a:lnTo>
                    <a:pt x="906979" y="1416849"/>
                  </a:lnTo>
                  <a:lnTo>
                    <a:pt x="825419" y="1390568"/>
                  </a:lnTo>
                  <a:close/>
                  <a:moveTo>
                    <a:pt x="826031" y="1386533"/>
                  </a:moveTo>
                  <a:lnTo>
                    <a:pt x="912194" y="1377076"/>
                  </a:lnTo>
                  <a:lnTo>
                    <a:pt x="887107" y="1297379"/>
                  </a:lnTo>
                  <a:close/>
                  <a:moveTo>
                    <a:pt x="912194" y="1377076"/>
                  </a:moveTo>
                  <a:lnTo>
                    <a:pt x="906979" y="1416849"/>
                  </a:lnTo>
                  <a:lnTo>
                    <a:pt x="945985" y="1387662"/>
                  </a:lnTo>
                  <a:close/>
                  <a:moveTo>
                    <a:pt x="908377" y="1206874"/>
                  </a:moveTo>
                  <a:lnTo>
                    <a:pt x="969280" y="1191074"/>
                  </a:lnTo>
                  <a:lnTo>
                    <a:pt x="935781" y="1184796"/>
                  </a:lnTo>
                  <a:close/>
                  <a:moveTo>
                    <a:pt x="794183" y="1112148"/>
                  </a:moveTo>
                  <a:lnTo>
                    <a:pt x="808420" y="1111811"/>
                  </a:lnTo>
                  <a:lnTo>
                    <a:pt x="888392" y="1132157"/>
                  </a:lnTo>
                  <a:close/>
                  <a:moveTo>
                    <a:pt x="913182" y="1176088"/>
                  </a:moveTo>
                  <a:lnTo>
                    <a:pt x="843561" y="1243196"/>
                  </a:lnTo>
                  <a:lnTo>
                    <a:pt x="908377" y="1206874"/>
                  </a:lnTo>
                  <a:close/>
                  <a:moveTo>
                    <a:pt x="913182" y="1176088"/>
                  </a:moveTo>
                  <a:lnTo>
                    <a:pt x="850035" y="1166833"/>
                  </a:lnTo>
                  <a:lnTo>
                    <a:pt x="843561" y="1243196"/>
                  </a:lnTo>
                  <a:close/>
                  <a:moveTo>
                    <a:pt x="850035" y="1166833"/>
                  </a:moveTo>
                  <a:lnTo>
                    <a:pt x="888392" y="1132157"/>
                  </a:lnTo>
                  <a:lnTo>
                    <a:pt x="808420" y="1111811"/>
                  </a:lnTo>
                  <a:close/>
                  <a:moveTo>
                    <a:pt x="913182" y="1176088"/>
                  </a:moveTo>
                  <a:lnTo>
                    <a:pt x="908377" y="1206874"/>
                  </a:lnTo>
                  <a:lnTo>
                    <a:pt x="935781" y="1184796"/>
                  </a:lnTo>
                  <a:close/>
                  <a:moveTo>
                    <a:pt x="913182" y="1176088"/>
                  </a:moveTo>
                  <a:lnTo>
                    <a:pt x="935781" y="1184796"/>
                  </a:lnTo>
                  <a:lnTo>
                    <a:pt x="888392" y="1132157"/>
                  </a:lnTo>
                  <a:close/>
                  <a:moveTo>
                    <a:pt x="1252460" y="1557435"/>
                  </a:moveTo>
                  <a:lnTo>
                    <a:pt x="1256104" y="1479443"/>
                  </a:lnTo>
                  <a:lnTo>
                    <a:pt x="1258884" y="1577276"/>
                  </a:lnTo>
                  <a:close/>
                  <a:moveTo>
                    <a:pt x="1165397" y="1310789"/>
                  </a:moveTo>
                  <a:lnTo>
                    <a:pt x="1233144" y="1369951"/>
                  </a:lnTo>
                  <a:lnTo>
                    <a:pt x="1221097" y="1354568"/>
                  </a:lnTo>
                  <a:close/>
                  <a:moveTo>
                    <a:pt x="923569" y="833269"/>
                  </a:moveTo>
                  <a:lnTo>
                    <a:pt x="870217" y="810649"/>
                  </a:lnTo>
                  <a:lnTo>
                    <a:pt x="977937" y="861278"/>
                  </a:lnTo>
                  <a:close/>
                  <a:moveTo>
                    <a:pt x="692049" y="734220"/>
                  </a:moveTo>
                  <a:lnTo>
                    <a:pt x="776583" y="817499"/>
                  </a:lnTo>
                  <a:lnTo>
                    <a:pt x="730369" y="735284"/>
                  </a:lnTo>
                  <a:close/>
                  <a:moveTo>
                    <a:pt x="692049" y="734220"/>
                  </a:moveTo>
                  <a:lnTo>
                    <a:pt x="733064" y="800968"/>
                  </a:lnTo>
                  <a:lnTo>
                    <a:pt x="776583" y="817499"/>
                  </a:lnTo>
                  <a:close/>
                  <a:moveTo>
                    <a:pt x="692049" y="734220"/>
                  </a:moveTo>
                  <a:lnTo>
                    <a:pt x="610709" y="639664"/>
                  </a:lnTo>
                  <a:lnTo>
                    <a:pt x="629816" y="724222"/>
                  </a:lnTo>
                  <a:close/>
                  <a:moveTo>
                    <a:pt x="692049" y="734220"/>
                  </a:moveTo>
                  <a:lnTo>
                    <a:pt x="730369" y="735284"/>
                  </a:lnTo>
                  <a:lnTo>
                    <a:pt x="729180" y="663797"/>
                  </a:lnTo>
                  <a:close/>
                  <a:moveTo>
                    <a:pt x="766303" y="735284"/>
                  </a:moveTo>
                  <a:lnTo>
                    <a:pt x="839210" y="696847"/>
                  </a:lnTo>
                  <a:lnTo>
                    <a:pt x="765044" y="734433"/>
                  </a:lnTo>
                  <a:close/>
                  <a:moveTo>
                    <a:pt x="839210" y="696847"/>
                  </a:moveTo>
                  <a:lnTo>
                    <a:pt x="809782" y="686499"/>
                  </a:lnTo>
                  <a:lnTo>
                    <a:pt x="765044" y="734433"/>
                  </a:lnTo>
                  <a:close/>
                  <a:moveTo>
                    <a:pt x="1438160" y="1436783"/>
                  </a:moveTo>
                  <a:lnTo>
                    <a:pt x="1485556" y="1414087"/>
                  </a:lnTo>
                  <a:lnTo>
                    <a:pt x="1506139" y="1402912"/>
                  </a:lnTo>
                  <a:close/>
                  <a:moveTo>
                    <a:pt x="1537230" y="1455701"/>
                  </a:moveTo>
                  <a:lnTo>
                    <a:pt x="1485556" y="1414087"/>
                  </a:lnTo>
                  <a:lnTo>
                    <a:pt x="1468961" y="1436783"/>
                  </a:lnTo>
                  <a:close/>
                  <a:moveTo>
                    <a:pt x="1518771" y="1347584"/>
                  </a:moveTo>
                  <a:lnTo>
                    <a:pt x="1485556" y="1414087"/>
                  </a:lnTo>
                  <a:lnTo>
                    <a:pt x="1456589" y="1337544"/>
                  </a:lnTo>
                  <a:close/>
                  <a:moveTo>
                    <a:pt x="923569" y="833269"/>
                  </a:moveTo>
                  <a:lnTo>
                    <a:pt x="977937" y="861278"/>
                  </a:lnTo>
                  <a:lnTo>
                    <a:pt x="953834" y="842763"/>
                  </a:lnTo>
                  <a:close/>
                  <a:moveTo>
                    <a:pt x="1642065" y="1157044"/>
                  </a:moveTo>
                  <a:lnTo>
                    <a:pt x="1636247" y="1180305"/>
                  </a:lnTo>
                  <a:lnTo>
                    <a:pt x="1668941" y="1185999"/>
                  </a:lnTo>
                  <a:close/>
                  <a:moveTo>
                    <a:pt x="1668941" y="1185999"/>
                  </a:moveTo>
                  <a:lnTo>
                    <a:pt x="1636247" y="1180305"/>
                  </a:lnTo>
                  <a:lnTo>
                    <a:pt x="1630517" y="1256736"/>
                  </a:lnTo>
                  <a:close/>
                  <a:moveTo>
                    <a:pt x="1621764" y="1126153"/>
                  </a:moveTo>
                  <a:lnTo>
                    <a:pt x="1642065" y="1157044"/>
                  </a:lnTo>
                  <a:lnTo>
                    <a:pt x="1668941" y="1185999"/>
                  </a:lnTo>
                  <a:close/>
                  <a:moveTo>
                    <a:pt x="1705957" y="955720"/>
                  </a:moveTo>
                  <a:lnTo>
                    <a:pt x="1720353" y="904517"/>
                  </a:lnTo>
                  <a:lnTo>
                    <a:pt x="1679178" y="877399"/>
                  </a:lnTo>
                  <a:close/>
                  <a:moveTo>
                    <a:pt x="1597105" y="883532"/>
                  </a:moveTo>
                  <a:lnTo>
                    <a:pt x="1679178" y="877399"/>
                  </a:lnTo>
                  <a:lnTo>
                    <a:pt x="1605737" y="851031"/>
                  </a:lnTo>
                  <a:close/>
                  <a:moveTo>
                    <a:pt x="1679178" y="877399"/>
                  </a:moveTo>
                  <a:lnTo>
                    <a:pt x="1680797" y="853008"/>
                  </a:lnTo>
                  <a:lnTo>
                    <a:pt x="1605737" y="851031"/>
                  </a:lnTo>
                  <a:close/>
                  <a:moveTo>
                    <a:pt x="1680797" y="853008"/>
                  </a:moveTo>
                  <a:lnTo>
                    <a:pt x="1653500" y="814406"/>
                  </a:lnTo>
                  <a:lnTo>
                    <a:pt x="1605737" y="851031"/>
                  </a:lnTo>
                  <a:close/>
                  <a:moveTo>
                    <a:pt x="2436836" y="285213"/>
                  </a:moveTo>
                  <a:lnTo>
                    <a:pt x="2376725" y="276606"/>
                  </a:lnTo>
                  <a:lnTo>
                    <a:pt x="2386335" y="365769"/>
                  </a:lnTo>
                  <a:close/>
                  <a:moveTo>
                    <a:pt x="2436836" y="285213"/>
                  </a:moveTo>
                  <a:lnTo>
                    <a:pt x="2386335" y="365769"/>
                  </a:lnTo>
                  <a:lnTo>
                    <a:pt x="2430502" y="390455"/>
                  </a:lnTo>
                  <a:close/>
                  <a:moveTo>
                    <a:pt x="2286875" y="185852"/>
                  </a:moveTo>
                  <a:lnTo>
                    <a:pt x="2373004" y="262692"/>
                  </a:lnTo>
                  <a:lnTo>
                    <a:pt x="2332502" y="191831"/>
                  </a:lnTo>
                  <a:close/>
                  <a:moveTo>
                    <a:pt x="2376494" y="273678"/>
                  </a:moveTo>
                  <a:lnTo>
                    <a:pt x="2373004" y="262692"/>
                  </a:lnTo>
                  <a:lnTo>
                    <a:pt x="2286875" y="185852"/>
                  </a:lnTo>
                  <a:close/>
                  <a:moveTo>
                    <a:pt x="2376494" y="273678"/>
                  </a:moveTo>
                  <a:lnTo>
                    <a:pt x="2376725" y="276606"/>
                  </a:lnTo>
                  <a:lnTo>
                    <a:pt x="2378414" y="274046"/>
                  </a:lnTo>
                  <a:close/>
                  <a:moveTo>
                    <a:pt x="2376494" y="273678"/>
                  </a:moveTo>
                  <a:lnTo>
                    <a:pt x="2378414" y="274046"/>
                  </a:lnTo>
                  <a:lnTo>
                    <a:pt x="2373004" y="262692"/>
                  </a:lnTo>
                  <a:close/>
                  <a:moveTo>
                    <a:pt x="2343895" y="99995"/>
                  </a:moveTo>
                  <a:lnTo>
                    <a:pt x="2332502" y="191831"/>
                  </a:lnTo>
                  <a:lnTo>
                    <a:pt x="2349282" y="173999"/>
                  </a:lnTo>
                  <a:close/>
                  <a:moveTo>
                    <a:pt x="2286875" y="185852"/>
                  </a:moveTo>
                  <a:lnTo>
                    <a:pt x="2332502" y="191831"/>
                  </a:lnTo>
                  <a:lnTo>
                    <a:pt x="2343895" y="99995"/>
                  </a:lnTo>
                  <a:close/>
                  <a:moveTo>
                    <a:pt x="2280296" y="91108"/>
                  </a:moveTo>
                  <a:lnTo>
                    <a:pt x="2286875" y="185852"/>
                  </a:lnTo>
                  <a:lnTo>
                    <a:pt x="2343895" y="99995"/>
                  </a:lnTo>
                  <a:close/>
                  <a:moveTo>
                    <a:pt x="2280296" y="91108"/>
                  </a:moveTo>
                  <a:lnTo>
                    <a:pt x="2343895" y="99995"/>
                  </a:lnTo>
                  <a:lnTo>
                    <a:pt x="2343776" y="0"/>
                  </a:lnTo>
                  <a:close/>
                  <a:moveTo>
                    <a:pt x="2343895" y="99995"/>
                  </a:moveTo>
                  <a:lnTo>
                    <a:pt x="2349282" y="173999"/>
                  </a:lnTo>
                  <a:lnTo>
                    <a:pt x="2380429" y="109616"/>
                  </a:lnTo>
                  <a:close/>
                  <a:moveTo>
                    <a:pt x="2343776" y="0"/>
                  </a:moveTo>
                  <a:lnTo>
                    <a:pt x="2343895" y="99995"/>
                  </a:lnTo>
                  <a:lnTo>
                    <a:pt x="2405006" y="10813"/>
                  </a:lnTo>
                  <a:close/>
                </a:path>
              </a:pathLst>
            </a:custGeom>
            <a:solidFill>
              <a:srgbClr val="DCE1E6"/>
            </a:solidFill>
            <a:ln w="1524">
              <a:solidFill>
                <a:srgbClr val="DCE1E6"/>
              </a:solidFill>
            </a:ln>
          </p:spPr>
        </p:sp>
        <p:sp>
          <p:nvSpPr>
            <p:cNvPr id="2146" name="Candidate_density__2145">
              <a:extLst>
                <a:ext uri="{FF2B5EF4-FFF2-40B4-BE49-F238E27FC236}">
                  <a16:creationId xmlns:a16="http://schemas.microsoft.com/office/drawing/2014/main" id="{119AF80F-7CD9-54C2-4FFF-79B92548AC15}"/>
                </a:ext>
              </a:extLst>
            </p:cNvPr>
            <p:cNvSpPr>
              <a:spLocks noGrp="1"/>
            </p:cNvSpPr>
            <p:nvPr/>
          </p:nvSpPr>
          <p:spPr>
            <a:xfrm>
              <a:off x="3551680" y="1804188"/>
              <a:ext cx="2360589" cy="1626656"/>
            </a:xfrm>
            <a:custGeom>
              <a:avLst/>
              <a:gdLst/>
              <a:ahLst/>
              <a:cxnLst/>
              <a:rect l="0" t="0" r="0" b="0"/>
              <a:pathLst>
                <a:path w="2360589" h="1626656">
                  <a:moveTo>
                    <a:pt x="314848" y="1514013"/>
                  </a:moveTo>
                  <a:lnTo>
                    <a:pt x="297157" y="1618232"/>
                  </a:lnTo>
                  <a:lnTo>
                    <a:pt x="343811" y="1506004"/>
                  </a:lnTo>
                  <a:close/>
                  <a:moveTo>
                    <a:pt x="343811" y="1506004"/>
                  </a:moveTo>
                  <a:lnTo>
                    <a:pt x="303799" y="1626656"/>
                  </a:lnTo>
                  <a:lnTo>
                    <a:pt x="393313" y="1588220"/>
                  </a:lnTo>
                  <a:close/>
                  <a:moveTo>
                    <a:pt x="243065" y="1544440"/>
                  </a:moveTo>
                  <a:lnTo>
                    <a:pt x="314848" y="1514013"/>
                  </a:lnTo>
                  <a:lnTo>
                    <a:pt x="238677" y="1423789"/>
                  </a:lnTo>
                  <a:close/>
                  <a:moveTo>
                    <a:pt x="205631" y="1462225"/>
                  </a:moveTo>
                  <a:lnTo>
                    <a:pt x="243065" y="1544440"/>
                  </a:lnTo>
                  <a:lnTo>
                    <a:pt x="238677" y="1423789"/>
                  </a:lnTo>
                  <a:close/>
                  <a:moveTo>
                    <a:pt x="289198" y="1373272"/>
                  </a:moveTo>
                  <a:lnTo>
                    <a:pt x="237867" y="1396558"/>
                  </a:lnTo>
                  <a:lnTo>
                    <a:pt x="205631" y="1462225"/>
                  </a:lnTo>
                  <a:close/>
                  <a:moveTo>
                    <a:pt x="31367" y="966603"/>
                  </a:moveTo>
                  <a:lnTo>
                    <a:pt x="0" y="1048241"/>
                  </a:lnTo>
                  <a:lnTo>
                    <a:pt x="14569" y="1012714"/>
                  </a:lnTo>
                  <a:close/>
                  <a:moveTo>
                    <a:pt x="431181" y="1480028"/>
                  </a:moveTo>
                  <a:lnTo>
                    <a:pt x="462275" y="1467568"/>
                  </a:lnTo>
                  <a:lnTo>
                    <a:pt x="508989" y="1422516"/>
                  </a:lnTo>
                  <a:close/>
                  <a:moveTo>
                    <a:pt x="9056" y="1094929"/>
                  </a:moveTo>
                  <a:lnTo>
                    <a:pt x="43239" y="974277"/>
                  </a:lnTo>
                  <a:lnTo>
                    <a:pt x="14569" y="1012714"/>
                  </a:lnTo>
                  <a:close/>
                  <a:moveTo>
                    <a:pt x="73080" y="907356"/>
                  </a:moveTo>
                  <a:lnTo>
                    <a:pt x="14569" y="1012714"/>
                  </a:lnTo>
                  <a:lnTo>
                    <a:pt x="43239" y="974277"/>
                  </a:lnTo>
                  <a:close/>
                  <a:moveTo>
                    <a:pt x="73080" y="907356"/>
                  </a:moveTo>
                  <a:lnTo>
                    <a:pt x="31367" y="966603"/>
                  </a:lnTo>
                  <a:lnTo>
                    <a:pt x="14569" y="1012714"/>
                  </a:lnTo>
                  <a:close/>
                  <a:moveTo>
                    <a:pt x="31367" y="966603"/>
                  </a:moveTo>
                  <a:lnTo>
                    <a:pt x="73080" y="907356"/>
                  </a:lnTo>
                  <a:lnTo>
                    <a:pt x="57270" y="930499"/>
                  </a:lnTo>
                  <a:close/>
                  <a:moveTo>
                    <a:pt x="73080" y="907356"/>
                  </a:moveTo>
                  <a:lnTo>
                    <a:pt x="103505" y="892062"/>
                  </a:lnTo>
                  <a:lnTo>
                    <a:pt x="57270" y="930499"/>
                  </a:lnTo>
                  <a:close/>
                  <a:moveTo>
                    <a:pt x="313868" y="1114441"/>
                  </a:moveTo>
                  <a:lnTo>
                    <a:pt x="334083" y="1056493"/>
                  </a:lnTo>
                  <a:lnTo>
                    <a:pt x="265686" y="1053520"/>
                  </a:lnTo>
                  <a:close/>
                  <a:moveTo>
                    <a:pt x="73080" y="907356"/>
                  </a:moveTo>
                  <a:lnTo>
                    <a:pt x="124795" y="885510"/>
                  </a:lnTo>
                  <a:lnTo>
                    <a:pt x="103505" y="892062"/>
                  </a:lnTo>
                  <a:close/>
                  <a:moveTo>
                    <a:pt x="133896" y="853626"/>
                  </a:moveTo>
                  <a:lnTo>
                    <a:pt x="173580" y="789248"/>
                  </a:lnTo>
                  <a:lnTo>
                    <a:pt x="110757" y="809847"/>
                  </a:lnTo>
                  <a:close/>
                  <a:moveTo>
                    <a:pt x="103505" y="892062"/>
                  </a:moveTo>
                  <a:lnTo>
                    <a:pt x="133896" y="853626"/>
                  </a:lnTo>
                  <a:lnTo>
                    <a:pt x="110757" y="809847"/>
                  </a:lnTo>
                  <a:close/>
                  <a:moveTo>
                    <a:pt x="591170" y="1023398"/>
                  </a:moveTo>
                  <a:lnTo>
                    <a:pt x="526454" y="962704"/>
                  </a:lnTo>
                  <a:lnTo>
                    <a:pt x="553562" y="979620"/>
                  </a:lnTo>
                  <a:close/>
                  <a:moveTo>
                    <a:pt x="591170" y="1023398"/>
                  </a:moveTo>
                  <a:lnTo>
                    <a:pt x="553562" y="979620"/>
                  </a:lnTo>
                  <a:lnTo>
                    <a:pt x="548162" y="1061834"/>
                  </a:lnTo>
                  <a:close/>
                  <a:moveTo>
                    <a:pt x="1167624" y="1313822"/>
                  </a:moveTo>
                  <a:lnTo>
                    <a:pt x="1112163" y="1352258"/>
                  </a:lnTo>
                  <a:lnTo>
                    <a:pt x="1201932" y="1396037"/>
                  </a:lnTo>
                  <a:close/>
                  <a:moveTo>
                    <a:pt x="542716" y="656101"/>
                  </a:moveTo>
                  <a:lnTo>
                    <a:pt x="496348" y="686903"/>
                  </a:lnTo>
                  <a:lnTo>
                    <a:pt x="535958" y="662542"/>
                  </a:lnTo>
                  <a:close/>
                  <a:moveTo>
                    <a:pt x="496348" y="686903"/>
                  </a:moveTo>
                  <a:lnTo>
                    <a:pt x="452168" y="662229"/>
                  </a:lnTo>
                  <a:lnTo>
                    <a:pt x="535958" y="662542"/>
                  </a:lnTo>
                  <a:close/>
                  <a:moveTo>
                    <a:pt x="484089" y="683816"/>
                  </a:moveTo>
                  <a:lnTo>
                    <a:pt x="496348" y="686903"/>
                  </a:lnTo>
                  <a:lnTo>
                    <a:pt x="483409" y="612323"/>
                  </a:lnTo>
                  <a:close/>
                  <a:moveTo>
                    <a:pt x="483409" y="612323"/>
                  </a:moveTo>
                  <a:lnTo>
                    <a:pt x="496348" y="686903"/>
                  </a:lnTo>
                  <a:lnTo>
                    <a:pt x="542716" y="656101"/>
                  </a:lnTo>
                  <a:close/>
                  <a:moveTo>
                    <a:pt x="1430640" y="1499687"/>
                  </a:moveTo>
                  <a:lnTo>
                    <a:pt x="1474695" y="1522030"/>
                  </a:lnTo>
                  <a:lnTo>
                    <a:pt x="1492684" y="1523242"/>
                  </a:lnTo>
                  <a:close/>
                  <a:moveTo>
                    <a:pt x="1167624" y="1313822"/>
                  </a:moveTo>
                  <a:lnTo>
                    <a:pt x="1201932" y="1396037"/>
                  </a:lnTo>
                  <a:lnTo>
                    <a:pt x="1238575" y="1357600"/>
                  </a:lnTo>
                  <a:close/>
                  <a:moveTo>
                    <a:pt x="1167624" y="1313822"/>
                  </a:moveTo>
                  <a:lnTo>
                    <a:pt x="1238575" y="1357600"/>
                  </a:lnTo>
                  <a:lnTo>
                    <a:pt x="1227628" y="1275385"/>
                  </a:lnTo>
                  <a:close/>
                  <a:moveTo>
                    <a:pt x="1167624" y="1313822"/>
                  </a:moveTo>
                  <a:lnTo>
                    <a:pt x="1227628" y="1275385"/>
                  </a:lnTo>
                  <a:lnTo>
                    <a:pt x="1165752" y="1231607"/>
                  </a:lnTo>
                  <a:close/>
                  <a:moveTo>
                    <a:pt x="925736" y="864310"/>
                  </a:moveTo>
                  <a:lnTo>
                    <a:pt x="896720" y="896739"/>
                  </a:lnTo>
                  <a:lnTo>
                    <a:pt x="906752" y="895897"/>
                  </a:lnTo>
                  <a:close/>
                  <a:moveTo>
                    <a:pt x="638213" y="632161"/>
                  </a:moveTo>
                  <a:lnTo>
                    <a:pt x="721363" y="583221"/>
                  </a:lnTo>
                  <a:lnTo>
                    <a:pt x="667404" y="568930"/>
                  </a:lnTo>
                  <a:close/>
                  <a:moveTo>
                    <a:pt x="638213" y="632161"/>
                  </a:moveTo>
                  <a:lnTo>
                    <a:pt x="667404" y="568930"/>
                  </a:lnTo>
                  <a:lnTo>
                    <a:pt x="588998" y="572080"/>
                  </a:lnTo>
                  <a:close/>
                  <a:moveTo>
                    <a:pt x="925736" y="864310"/>
                  </a:moveTo>
                  <a:lnTo>
                    <a:pt x="906752" y="895897"/>
                  </a:lnTo>
                  <a:lnTo>
                    <a:pt x="960103" y="918517"/>
                  </a:lnTo>
                  <a:close/>
                  <a:moveTo>
                    <a:pt x="875745" y="782095"/>
                  </a:moveTo>
                  <a:lnTo>
                    <a:pt x="977714" y="769160"/>
                  </a:lnTo>
                  <a:lnTo>
                    <a:pt x="961174" y="751560"/>
                  </a:lnTo>
                  <a:close/>
                  <a:moveTo>
                    <a:pt x="972726" y="825874"/>
                  </a:moveTo>
                  <a:lnTo>
                    <a:pt x="977714" y="769160"/>
                  </a:lnTo>
                  <a:lnTo>
                    <a:pt x="875745" y="782095"/>
                  </a:lnTo>
                  <a:close/>
                  <a:moveTo>
                    <a:pt x="925736" y="864310"/>
                  </a:moveTo>
                  <a:lnTo>
                    <a:pt x="972726" y="825874"/>
                  </a:lnTo>
                  <a:lnTo>
                    <a:pt x="875745" y="782095"/>
                  </a:lnTo>
                  <a:close/>
                  <a:moveTo>
                    <a:pt x="778426" y="678855"/>
                  </a:moveTo>
                  <a:lnTo>
                    <a:pt x="874194" y="660770"/>
                  </a:lnTo>
                  <a:lnTo>
                    <a:pt x="837650" y="591206"/>
                  </a:lnTo>
                  <a:close/>
                  <a:moveTo>
                    <a:pt x="874194" y="660770"/>
                  </a:moveTo>
                  <a:lnTo>
                    <a:pt x="875296" y="661443"/>
                  </a:lnTo>
                  <a:lnTo>
                    <a:pt x="837650" y="591206"/>
                  </a:lnTo>
                  <a:close/>
                  <a:moveTo>
                    <a:pt x="746907" y="604387"/>
                  </a:moveTo>
                  <a:lnTo>
                    <a:pt x="792424" y="570250"/>
                  </a:lnTo>
                  <a:lnTo>
                    <a:pt x="721363" y="583221"/>
                  </a:lnTo>
                  <a:close/>
                  <a:moveTo>
                    <a:pt x="746907" y="604387"/>
                  </a:moveTo>
                  <a:lnTo>
                    <a:pt x="837650" y="591206"/>
                  </a:lnTo>
                  <a:lnTo>
                    <a:pt x="792424" y="570250"/>
                  </a:lnTo>
                  <a:close/>
                  <a:moveTo>
                    <a:pt x="1504768" y="1313234"/>
                  </a:moveTo>
                  <a:lnTo>
                    <a:pt x="1561465" y="1280728"/>
                  </a:lnTo>
                  <a:lnTo>
                    <a:pt x="1538984" y="1259162"/>
                  </a:lnTo>
                  <a:close/>
                  <a:moveTo>
                    <a:pt x="1507959" y="1280728"/>
                  </a:moveTo>
                  <a:lnTo>
                    <a:pt x="1504768" y="1313234"/>
                  </a:lnTo>
                  <a:lnTo>
                    <a:pt x="1538984" y="1259162"/>
                  </a:lnTo>
                  <a:close/>
                  <a:moveTo>
                    <a:pt x="1504768" y="1313234"/>
                  </a:moveTo>
                  <a:lnTo>
                    <a:pt x="1550795" y="1303324"/>
                  </a:lnTo>
                  <a:lnTo>
                    <a:pt x="1561465" y="1280728"/>
                  </a:lnTo>
                  <a:close/>
                  <a:moveTo>
                    <a:pt x="1083931" y="672427"/>
                  </a:moveTo>
                  <a:lnTo>
                    <a:pt x="983198" y="743658"/>
                  </a:lnTo>
                  <a:lnTo>
                    <a:pt x="1051004" y="705222"/>
                  </a:lnTo>
                  <a:close/>
                  <a:moveTo>
                    <a:pt x="1083931" y="672427"/>
                  </a:moveTo>
                  <a:lnTo>
                    <a:pt x="1034803" y="703948"/>
                  </a:lnTo>
                  <a:lnTo>
                    <a:pt x="983198" y="743658"/>
                  </a:lnTo>
                  <a:close/>
                  <a:moveTo>
                    <a:pt x="1639145" y="1164487"/>
                  </a:moveTo>
                  <a:lnTo>
                    <a:pt x="1658299" y="1211400"/>
                  </a:lnTo>
                  <a:lnTo>
                    <a:pt x="1705476" y="1271246"/>
                  </a:lnTo>
                  <a:close/>
                  <a:moveTo>
                    <a:pt x="1639145" y="1164487"/>
                  </a:moveTo>
                  <a:lnTo>
                    <a:pt x="1633779" y="1119726"/>
                  </a:lnTo>
                  <a:lnTo>
                    <a:pt x="1555995" y="1107561"/>
                  </a:lnTo>
                  <a:close/>
                  <a:moveTo>
                    <a:pt x="1639145" y="1164487"/>
                  </a:moveTo>
                  <a:lnTo>
                    <a:pt x="1673401" y="1160076"/>
                  </a:lnTo>
                  <a:lnTo>
                    <a:pt x="1633779" y="1119726"/>
                  </a:lnTo>
                  <a:close/>
                  <a:moveTo>
                    <a:pt x="1673401" y="1160076"/>
                  </a:moveTo>
                  <a:lnTo>
                    <a:pt x="1745202" y="1042455"/>
                  </a:lnTo>
                  <a:lnTo>
                    <a:pt x="1630191" y="1071675"/>
                  </a:lnTo>
                  <a:close/>
                  <a:moveTo>
                    <a:pt x="1630191" y="1071675"/>
                  </a:moveTo>
                  <a:lnTo>
                    <a:pt x="1745202" y="1042455"/>
                  </a:lnTo>
                  <a:lnTo>
                    <a:pt x="1742492" y="1040968"/>
                  </a:lnTo>
                  <a:close/>
                  <a:moveTo>
                    <a:pt x="1673401" y="1160076"/>
                  </a:moveTo>
                  <a:lnTo>
                    <a:pt x="1630191" y="1071675"/>
                  </a:lnTo>
                  <a:lnTo>
                    <a:pt x="1633779" y="1119726"/>
                  </a:lnTo>
                  <a:close/>
                  <a:moveTo>
                    <a:pt x="1630191" y="1071675"/>
                  </a:moveTo>
                  <a:lnTo>
                    <a:pt x="1555995" y="1107561"/>
                  </a:lnTo>
                  <a:lnTo>
                    <a:pt x="1633779" y="1119726"/>
                  </a:lnTo>
                  <a:close/>
                  <a:moveTo>
                    <a:pt x="1630191" y="1071675"/>
                  </a:moveTo>
                  <a:lnTo>
                    <a:pt x="1742492" y="1040968"/>
                  </a:lnTo>
                  <a:lnTo>
                    <a:pt x="1715713" y="962647"/>
                  </a:lnTo>
                  <a:close/>
                  <a:moveTo>
                    <a:pt x="1677232" y="589913"/>
                  </a:moveTo>
                  <a:lnTo>
                    <a:pt x="1627135" y="664479"/>
                  </a:lnTo>
                  <a:lnTo>
                    <a:pt x="1729842" y="554624"/>
                  </a:lnTo>
                  <a:close/>
                  <a:moveTo>
                    <a:pt x="1729842" y="554624"/>
                  </a:moveTo>
                  <a:lnTo>
                    <a:pt x="1627135" y="664479"/>
                  </a:lnTo>
                  <a:lnTo>
                    <a:pt x="1700116" y="633691"/>
                  </a:lnTo>
                  <a:close/>
                  <a:moveTo>
                    <a:pt x="1815691" y="381739"/>
                  </a:moveTo>
                  <a:lnTo>
                    <a:pt x="1872593" y="379284"/>
                  </a:lnTo>
                  <a:lnTo>
                    <a:pt x="1877025" y="348609"/>
                  </a:lnTo>
                  <a:close/>
                  <a:moveTo>
                    <a:pt x="1872593" y="379284"/>
                  </a:moveTo>
                  <a:lnTo>
                    <a:pt x="1879672" y="310173"/>
                  </a:lnTo>
                  <a:lnTo>
                    <a:pt x="1877025" y="348609"/>
                  </a:lnTo>
                  <a:close/>
                  <a:moveTo>
                    <a:pt x="2118667" y="32937"/>
                  </a:moveTo>
                  <a:lnTo>
                    <a:pt x="2049376" y="52525"/>
                  </a:lnTo>
                  <a:lnTo>
                    <a:pt x="2167416" y="0"/>
                  </a:lnTo>
                  <a:close/>
                  <a:moveTo>
                    <a:pt x="2230751" y="85653"/>
                  </a:moveTo>
                  <a:lnTo>
                    <a:pt x="2313449" y="79013"/>
                  </a:lnTo>
                  <a:lnTo>
                    <a:pt x="2280189" y="5960"/>
                  </a:lnTo>
                  <a:close/>
                  <a:moveTo>
                    <a:pt x="2313449" y="79013"/>
                  </a:moveTo>
                  <a:lnTo>
                    <a:pt x="2360589" y="1189"/>
                  </a:lnTo>
                  <a:lnTo>
                    <a:pt x="2280189" y="5960"/>
                  </a:lnTo>
                  <a:close/>
                </a:path>
              </a:pathLst>
            </a:custGeom>
            <a:solidFill>
              <a:srgbClr val="E3E8EC"/>
            </a:solidFill>
            <a:ln w="1524">
              <a:solidFill>
                <a:srgbClr val="E3E8EC"/>
              </a:solidFill>
            </a:ln>
          </p:spPr>
        </p:sp>
        <p:sp>
          <p:nvSpPr>
            <p:cNvPr id="2147" name="Candidate_density__2146">
              <a:extLst>
                <a:ext uri="{FF2B5EF4-FFF2-40B4-BE49-F238E27FC236}">
                  <a16:creationId xmlns:a16="http://schemas.microsoft.com/office/drawing/2014/main" id="{8EB16CC2-458A-4FAA-3B6C-677A7F333B28}"/>
                </a:ext>
              </a:extLst>
            </p:cNvPr>
            <p:cNvSpPr>
              <a:spLocks noGrp="1"/>
            </p:cNvSpPr>
            <p:nvPr/>
          </p:nvSpPr>
          <p:spPr>
            <a:xfrm>
              <a:off x="3659379" y="2236978"/>
              <a:ext cx="2359337" cy="1295516"/>
            </a:xfrm>
            <a:custGeom>
              <a:avLst/>
              <a:gdLst/>
              <a:ahLst/>
              <a:cxnLst/>
              <a:rect l="0" t="0" r="0" b="0"/>
              <a:pathLst>
                <a:path w="2359337" h="1295516">
                  <a:moveTo>
                    <a:pt x="366666" y="1272907"/>
                  </a:moveTo>
                  <a:lnTo>
                    <a:pt x="363200" y="1237645"/>
                  </a:lnTo>
                  <a:lnTo>
                    <a:pt x="362226" y="1274078"/>
                  </a:lnTo>
                  <a:close/>
                  <a:moveTo>
                    <a:pt x="74662" y="819696"/>
                  </a:moveTo>
                  <a:lnTo>
                    <a:pt x="0" y="819206"/>
                  </a:lnTo>
                  <a:lnTo>
                    <a:pt x="20060" y="830752"/>
                  </a:lnTo>
                  <a:close/>
                  <a:moveTo>
                    <a:pt x="491135" y="1262191"/>
                  </a:moveTo>
                  <a:lnTo>
                    <a:pt x="415369" y="1257570"/>
                  </a:lnTo>
                  <a:lnTo>
                    <a:pt x="366666" y="1272907"/>
                  </a:lnTo>
                  <a:close/>
                  <a:moveTo>
                    <a:pt x="509544" y="1217342"/>
                  </a:moveTo>
                  <a:lnTo>
                    <a:pt x="415369" y="1257570"/>
                  </a:lnTo>
                  <a:lnTo>
                    <a:pt x="491135" y="1262191"/>
                  </a:lnTo>
                  <a:close/>
                  <a:moveTo>
                    <a:pt x="509544" y="1217342"/>
                  </a:moveTo>
                  <a:lnTo>
                    <a:pt x="491135" y="1262191"/>
                  </a:lnTo>
                  <a:lnTo>
                    <a:pt x="535572" y="1237645"/>
                  </a:lnTo>
                  <a:close/>
                  <a:moveTo>
                    <a:pt x="509544" y="1217342"/>
                  </a:moveTo>
                  <a:lnTo>
                    <a:pt x="535572" y="1237645"/>
                  </a:lnTo>
                  <a:lnTo>
                    <a:pt x="525718" y="1176289"/>
                  </a:lnTo>
                  <a:close/>
                  <a:moveTo>
                    <a:pt x="525718" y="1176289"/>
                  </a:moveTo>
                  <a:lnTo>
                    <a:pt x="553991" y="1218540"/>
                  </a:lnTo>
                  <a:lnTo>
                    <a:pt x="595540" y="1158681"/>
                  </a:lnTo>
                  <a:close/>
                  <a:moveTo>
                    <a:pt x="767347" y="928752"/>
                  </a:moveTo>
                  <a:lnTo>
                    <a:pt x="815942" y="949837"/>
                  </a:lnTo>
                  <a:lnTo>
                    <a:pt x="772396" y="895654"/>
                  </a:lnTo>
                  <a:close/>
                  <a:moveTo>
                    <a:pt x="731801" y="743877"/>
                  </a:moveTo>
                  <a:lnTo>
                    <a:pt x="723019" y="764607"/>
                  </a:lnTo>
                  <a:lnTo>
                    <a:pt x="756807" y="672824"/>
                  </a:lnTo>
                  <a:close/>
                  <a:moveTo>
                    <a:pt x="1187719" y="1229734"/>
                  </a:moveTo>
                  <a:lnTo>
                    <a:pt x="1304454" y="1295516"/>
                  </a:lnTo>
                  <a:lnTo>
                    <a:pt x="1291795" y="1292108"/>
                  </a:lnTo>
                  <a:close/>
                  <a:moveTo>
                    <a:pt x="728395" y="755039"/>
                  </a:moveTo>
                  <a:lnTo>
                    <a:pt x="733481" y="656008"/>
                  </a:lnTo>
                  <a:lnTo>
                    <a:pt x="711188" y="634387"/>
                  </a:lnTo>
                  <a:close/>
                  <a:moveTo>
                    <a:pt x="733481" y="656008"/>
                  </a:moveTo>
                  <a:lnTo>
                    <a:pt x="731801" y="743877"/>
                  </a:lnTo>
                  <a:lnTo>
                    <a:pt x="756807" y="672824"/>
                  </a:lnTo>
                  <a:close/>
                  <a:moveTo>
                    <a:pt x="656396" y="557993"/>
                  </a:moveTo>
                  <a:lnTo>
                    <a:pt x="711188" y="634387"/>
                  </a:lnTo>
                  <a:lnTo>
                    <a:pt x="733481" y="656008"/>
                  </a:lnTo>
                  <a:close/>
                  <a:moveTo>
                    <a:pt x="656396" y="557993"/>
                  </a:moveTo>
                  <a:lnTo>
                    <a:pt x="733481" y="656008"/>
                  </a:lnTo>
                  <a:lnTo>
                    <a:pt x="690845" y="590579"/>
                  </a:lnTo>
                  <a:close/>
                  <a:moveTo>
                    <a:pt x="706322" y="477904"/>
                  </a:moveTo>
                  <a:lnTo>
                    <a:pt x="656396" y="557993"/>
                  </a:lnTo>
                  <a:lnTo>
                    <a:pt x="690845" y="590579"/>
                  </a:lnTo>
                  <a:close/>
                  <a:moveTo>
                    <a:pt x="1094232" y="963248"/>
                  </a:moveTo>
                  <a:lnTo>
                    <a:pt x="1110744" y="992038"/>
                  </a:lnTo>
                  <a:lnTo>
                    <a:pt x="1161980" y="1022409"/>
                  </a:lnTo>
                  <a:close/>
                  <a:moveTo>
                    <a:pt x="1349094" y="1228137"/>
                  </a:moveTo>
                  <a:lnTo>
                    <a:pt x="1379424" y="1195066"/>
                  </a:lnTo>
                  <a:lnTo>
                    <a:pt x="1367074" y="1171456"/>
                  </a:lnTo>
                  <a:close/>
                  <a:moveTo>
                    <a:pt x="906773" y="513736"/>
                  </a:moveTo>
                  <a:lnTo>
                    <a:pt x="891183" y="567259"/>
                  </a:lnTo>
                  <a:lnTo>
                    <a:pt x="937088" y="523690"/>
                  </a:lnTo>
                  <a:close/>
                  <a:moveTo>
                    <a:pt x="1523469" y="1107579"/>
                  </a:moveTo>
                  <a:lnTo>
                    <a:pt x="1434974" y="1055371"/>
                  </a:lnTo>
                  <a:lnTo>
                    <a:pt x="1466065" y="1108159"/>
                  </a:lnTo>
                  <a:close/>
                  <a:moveTo>
                    <a:pt x="1603249" y="1034193"/>
                  </a:moveTo>
                  <a:lnTo>
                    <a:pt x="1587640" y="1012369"/>
                  </a:lnTo>
                  <a:lnTo>
                    <a:pt x="1586417" y="1064275"/>
                  </a:lnTo>
                  <a:close/>
                  <a:moveTo>
                    <a:pt x="1587640" y="1012369"/>
                  </a:moveTo>
                  <a:lnTo>
                    <a:pt x="1603249" y="1034193"/>
                  </a:lnTo>
                  <a:lnTo>
                    <a:pt x="1615229" y="956796"/>
                  </a:lnTo>
                  <a:close/>
                  <a:moveTo>
                    <a:pt x="1597776" y="838457"/>
                  </a:moveTo>
                  <a:lnTo>
                    <a:pt x="1559353" y="909195"/>
                  </a:lnTo>
                  <a:lnTo>
                    <a:pt x="1637130" y="906555"/>
                  </a:lnTo>
                  <a:close/>
                  <a:moveTo>
                    <a:pt x="1654429" y="792399"/>
                  </a:moveTo>
                  <a:lnTo>
                    <a:pt x="1565702" y="727287"/>
                  </a:lnTo>
                  <a:lnTo>
                    <a:pt x="1618804" y="754960"/>
                  </a:lnTo>
                  <a:close/>
                  <a:moveTo>
                    <a:pt x="1609633" y="505466"/>
                  </a:moveTo>
                  <a:lnTo>
                    <a:pt x="1608014" y="529858"/>
                  </a:lnTo>
                  <a:lnTo>
                    <a:pt x="1648242" y="442205"/>
                  </a:lnTo>
                  <a:close/>
                  <a:moveTo>
                    <a:pt x="1639515" y="504248"/>
                  </a:moveTo>
                  <a:lnTo>
                    <a:pt x="1613047" y="485984"/>
                  </a:lnTo>
                  <a:lnTo>
                    <a:pt x="1609633" y="505466"/>
                  </a:lnTo>
                  <a:close/>
                  <a:moveTo>
                    <a:pt x="1958428" y="327975"/>
                  </a:moveTo>
                  <a:lnTo>
                    <a:pt x="1884403" y="329867"/>
                  </a:lnTo>
                  <a:lnTo>
                    <a:pt x="1875618" y="333392"/>
                  </a:lnTo>
                  <a:close/>
                  <a:moveTo>
                    <a:pt x="1934187" y="41814"/>
                  </a:moveTo>
                  <a:lnTo>
                    <a:pt x="1936011" y="44609"/>
                  </a:lnTo>
                  <a:lnTo>
                    <a:pt x="1938384" y="37832"/>
                  </a:lnTo>
                  <a:close/>
                  <a:moveTo>
                    <a:pt x="1941022" y="47693"/>
                  </a:moveTo>
                  <a:lnTo>
                    <a:pt x="1936011" y="44609"/>
                  </a:lnTo>
                  <a:lnTo>
                    <a:pt x="1934187" y="41814"/>
                  </a:lnTo>
                  <a:close/>
                  <a:moveTo>
                    <a:pt x="1997662" y="3377"/>
                  </a:moveTo>
                  <a:lnTo>
                    <a:pt x="2029898" y="28872"/>
                  </a:lnTo>
                  <a:lnTo>
                    <a:pt x="1988585" y="10321"/>
                  </a:lnTo>
                  <a:close/>
                  <a:moveTo>
                    <a:pt x="1934187" y="41814"/>
                  </a:moveTo>
                  <a:lnTo>
                    <a:pt x="1938384" y="37832"/>
                  </a:lnTo>
                  <a:lnTo>
                    <a:pt x="1985825" y="0"/>
                  </a:lnTo>
                  <a:close/>
                  <a:moveTo>
                    <a:pt x="1997662" y="3377"/>
                  </a:moveTo>
                  <a:lnTo>
                    <a:pt x="1985825" y="0"/>
                  </a:lnTo>
                  <a:lnTo>
                    <a:pt x="2029898" y="28872"/>
                  </a:lnTo>
                  <a:close/>
                  <a:moveTo>
                    <a:pt x="2296976" y="250023"/>
                  </a:moveTo>
                  <a:lnTo>
                    <a:pt x="2303005" y="134709"/>
                  </a:lnTo>
                  <a:lnTo>
                    <a:pt x="2289224" y="239506"/>
                  </a:lnTo>
                  <a:close/>
                  <a:moveTo>
                    <a:pt x="2306738" y="129371"/>
                  </a:moveTo>
                  <a:lnTo>
                    <a:pt x="2303005" y="134709"/>
                  </a:lnTo>
                  <a:lnTo>
                    <a:pt x="2296976" y="250023"/>
                  </a:lnTo>
                  <a:close/>
                  <a:moveTo>
                    <a:pt x="2326539" y="167807"/>
                  </a:moveTo>
                  <a:lnTo>
                    <a:pt x="2306738" y="129371"/>
                  </a:lnTo>
                  <a:lnTo>
                    <a:pt x="2296976" y="250023"/>
                  </a:lnTo>
                  <a:close/>
                  <a:moveTo>
                    <a:pt x="2306738" y="129371"/>
                  </a:moveTo>
                  <a:lnTo>
                    <a:pt x="2326539" y="167807"/>
                  </a:lnTo>
                  <a:lnTo>
                    <a:pt x="2356483" y="55997"/>
                  </a:lnTo>
                  <a:close/>
                  <a:moveTo>
                    <a:pt x="2359337" y="42913"/>
                  </a:moveTo>
                  <a:lnTo>
                    <a:pt x="2306738" y="129371"/>
                  </a:lnTo>
                  <a:lnTo>
                    <a:pt x="2356483" y="55997"/>
                  </a:lnTo>
                  <a:close/>
                </a:path>
              </a:pathLst>
            </a:custGeom>
            <a:solidFill>
              <a:srgbClr val="D4DBE0"/>
            </a:solidFill>
            <a:ln w="1524">
              <a:solidFill>
                <a:srgbClr val="D4DBE0"/>
              </a:solidFill>
            </a:ln>
          </p:spPr>
        </p:sp>
        <p:sp>
          <p:nvSpPr>
            <p:cNvPr id="2148" name="Candidate_density__2147">
              <a:extLst>
                <a:ext uri="{FF2B5EF4-FFF2-40B4-BE49-F238E27FC236}">
                  <a16:creationId xmlns:a16="http://schemas.microsoft.com/office/drawing/2014/main" id="{EB2031DC-D508-4619-1B39-167EE5F1C2BF}"/>
                </a:ext>
              </a:extLst>
            </p:cNvPr>
            <p:cNvSpPr>
              <a:spLocks noGrp="1"/>
            </p:cNvSpPr>
            <p:nvPr/>
          </p:nvSpPr>
          <p:spPr>
            <a:xfrm>
              <a:off x="3679440" y="2476483"/>
              <a:ext cx="2276915" cy="1059234"/>
            </a:xfrm>
            <a:custGeom>
              <a:avLst/>
              <a:gdLst/>
              <a:ahLst/>
              <a:cxnLst/>
              <a:rect l="0" t="0" r="0" b="0"/>
              <a:pathLst>
                <a:path w="2276915" h="1059234">
                  <a:moveTo>
                    <a:pt x="54601" y="580190"/>
                  </a:moveTo>
                  <a:lnTo>
                    <a:pt x="0" y="591246"/>
                  </a:lnTo>
                  <a:lnTo>
                    <a:pt x="126845" y="571639"/>
                  </a:lnTo>
                  <a:close/>
                  <a:moveTo>
                    <a:pt x="54601" y="580190"/>
                  </a:moveTo>
                  <a:lnTo>
                    <a:pt x="126845" y="571639"/>
                  </a:lnTo>
                  <a:lnTo>
                    <a:pt x="73873" y="572891"/>
                  </a:lnTo>
                  <a:close/>
                  <a:moveTo>
                    <a:pt x="1297607" y="1052602"/>
                  </a:moveTo>
                  <a:lnTo>
                    <a:pt x="1284393" y="1056010"/>
                  </a:lnTo>
                  <a:lnTo>
                    <a:pt x="1348476" y="997867"/>
                  </a:lnTo>
                  <a:close/>
                  <a:moveTo>
                    <a:pt x="1271734" y="1052602"/>
                  </a:moveTo>
                  <a:lnTo>
                    <a:pt x="1284393" y="1056010"/>
                  </a:lnTo>
                  <a:lnTo>
                    <a:pt x="1290358" y="1059234"/>
                  </a:lnTo>
                  <a:close/>
                  <a:moveTo>
                    <a:pt x="1297607" y="1052602"/>
                  </a:moveTo>
                  <a:lnTo>
                    <a:pt x="1290358" y="1059234"/>
                  </a:lnTo>
                  <a:lnTo>
                    <a:pt x="1284393" y="1056010"/>
                  </a:lnTo>
                  <a:close/>
                  <a:moveTo>
                    <a:pt x="1271734" y="1052602"/>
                  </a:moveTo>
                  <a:lnTo>
                    <a:pt x="1290358" y="1059234"/>
                  </a:lnTo>
                  <a:lnTo>
                    <a:pt x="1303867" y="1040178"/>
                  </a:lnTo>
                  <a:close/>
                  <a:moveTo>
                    <a:pt x="1303867" y="1040178"/>
                  </a:moveTo>
                  <a:lnTo>
                    <a:pt x="1290358" y="1059234"/>
                  </a:lnTo>
                  <a:lnTo>
                    <a:pt x="1297607" y="1052602"/>
                  </a:lnTo>
                  <a:close/>
                  <a:moveTo>
                    <a:pt x="1329033" y="988632"/>
                  </a:moveTo>
                  <a:lnTo>
                    <a:pt x="1348476" y="997867"/>
                  </a:lnTo>
                  <a:lnTo>
                    <a:pt x="1359364" y="955560"/>
                  </a:lnTo>
                  <a:close/>
                  <a:moveTo>
                    <a:pt x="1303867" y="1040178"/>
                  </a:moveTo>
                  <a:lnTo>
                    <a:pt x="1348476" y="997867"/>
                  </a:lnTo>
                  <a:lnTo>
                    <a:pt x="1329033" y="988632"/>
                  </a:lnTo>
                  <a:close/>
                  <a:moveTo>
                    <a:pt x="1297607" y="1052602"/>
                  </a:moveTo>
                  <a:lnTo>
                    <a:pt x="1348476" y="997867"/>
                  </a:lnTo>
                  <a:lnTo>
                    <a:pt x="1303867" y="1040178"/>
                  </a:lnTo>
                  <a:close/>
                  <a:moveTo>
                    <a:pt x="1359364" y="955560"/>
                  </a:moveTo>
                  <a:lnTo>
                    <a:pt x="1348476" y="997867"/>
                  </a:lnTo>
                  <a:lnTo>
                    <a:pt x="1364142" y="970387"/>
                  </a:lnTo>
                  <a:close/>
                  <a:moveTo>
                    <a:pt x="1503408" y="868073"/>
                  </a:moveTo>
                  <a:lnTo>
                    <a:pt x="1446005" y="868654"/>
                  </a:lnTo>
                  <a:lnTo>
                    <a:pt x="1566357" y="824770"/>
                  </a:lnTo>
                  <a:close/>
                  <a:moveTo>
                    <a:pt x="1567579" y="772863"/>
                  </a:moveTo>
                  <a:lnTo>
                    <a:pt x="1549718" y="861399"/>
                  </a:lnTo>
                  <a:lnTo>
                    <a:pt x="1566357" y="824770"/>
                  </a:lnTo>
                  <a:close/>
                  <a:moveTo>
                    <a:pt x="1583188" y="794687"/>
                  </a:moveTo>
                  <a:lnTo>
                    <a:pt x="1566357" y="824770"/>
                  </a:lnTo>
                  <a:lnTo>
                    <a:pt x="1577250" y="811299"/>
                  </a:lnTo>
                  <a:close/>
                  <a:moveTo>
                    <a:pt x="1577250" y="811299"/>
                  </a:moveTo>
                  <a:lnTo>
                    <a:pt x="1595169" y="717290"/>
                  </a:lnTo>
                  <a:lnTo>
                    <a:pt x="1583188" y="794687"/>
                  </a:lnTo>
                  <a:close/>
                  <a:moveTo>
                    <a:pt x="1662096" y="487781"/>
                  </a:moveTo>
                  <a:lnTo>
                    <a:pt x="1598744" y="515454"/>
                  </a:lnTo>
                  <a:lnTo>
                    <a:pt x="1590763" y="608433"/>
                  </a:lnTo>
                  <a:close/>
                  <a:moveTo>
                    <a:pt x="1628182" y="202699"/>
                  </a:moveTo>
                  <a:lnTo>
                    <a:pt x="1619455" y="264742"/>
                  </a:lnTo>
                  <a:lnTo>
                    <a:pt x="1589572" y="265960"/>
                  </a:lnTo>
                  <a:close/>
                  <a:moveTo>
                    <a:pt x="1855558" y="93886"/>
                  </a:moveTo>
                  <a:lnTo>
                    <a:pt x="1850577" y="87390"/>
                  </a:lnTo>
                  <a:lnTo>
                    <a:pt x="1814571" y="119476"/>
                  </a:lnTo>
                  <a:close/>
                  <a:moveTo>
                    <a:pt x="1779189" y="95381"/>
                  </a:moveTo>
                  <a:lnTo>
                    <a:pt x="1800336" y="125826"/>
                  </a:lnTo>
                  <a:lnTo>
                    <a:pt x="1814571" y="119476"/>
                  </a:lnTo>
                  <a:close/>
                  <a:moveTo>
                    <a:pt x="1814571" y="119476"/>
                  </a:moveTo>
                  <a:lnTo>
                    <a:pt x="1887538" y="113625"/>
                  </a:lnTo>
                  <a:lnTo>
                    <a:pt x="1855558" y="93886"/>
                  </a:lnTo>
                  <a:close/>
                  <a:moveTo>
                    <a:pt x="1887538" y="113625"/>
                  </a:moveTo>
                  <a:lnTo>
                    <a:pt x="1935893" y="89168"/>
                  </a:lnTo>
                  <a:lnTo>
                    <a:pt x="1855558" y="93886"/>
                  </a:lnTo>
                  <a:close/>
                  <a:moveTo>
                    <a:pt x="1944675" y="87390"/>
                  </a:moveTo>
                  <a:lnTo>
                    <a:pt x="1935893" y="89168"/>
                  </a:lnTo>
                  <a:lnTo>
                    <a:pt x="2010866" y="80871"/>
                  </a:lnTo>
                  <a:close/>
                  <a:moveTo>
                    <a:pt x="1938368" y="88469"/>
                  </a:moveTo>
                  <a:lnTo>
                    <a:pt x="1855558" y="93886"/>
                  </a:lnTo>
                  <a:lnTo>
                    <a:pt x="1935893" y="89168"/>
                  </a:lnTo>
                  <a:close/>
                  <a:moveTo>
                    <a:pt x="1944675" y="87390"/>
                  </a:moveTo>
                  <a:lnTo>
                    <a:pt x="1938368" y="88469"/>
                  </a:lnTo>
                  <a:lnTo>
                    <a:pt x="1935893" y="89168"/>
                  </a:lnTo>
                  <a:close/>
                  <a:moveTo>
                    <a:pt x="2074033" y="101841"/>
                  </a:moveTo>
                  <a:lnTo>
                    <a:pt x="1944675" y="87390"/>
                  </a:lnTo>
                  <a:lnTo>
                    <a:pt x="2016869" y="83926"/>
                  </a:lnTo>
                  <a:close/>
                  <a:moveTo>
                    <a:pt x="1938368" y="88469"/>
                  </a:moveTo>
                  <a:lnTo>
                    <a:pt x="1944675" y="87390"/>
                  </a:lnTo>
                  <a:lnTo>
                    <a:pt x="2074033" y="101841"/>
                  </a:lnTo>
                  <a:close/>
                  <a:moveTo>
                    <a:pt x="2074033" y="101841"/>
                  </a:moveTo>
                  <a:lnTo>
                    <a:pt x="2143062" y="81268"/>
                  </a:lnTo>
                  <a:lnTo>
                    <a:pt x="2198211" y="72258"/>
                  </a:lnTo>
                  <a:close/>
                  <a:moveTo>
                    <a:pt x="2198211" y="72258"/>
                  </a:moveTo>
                  <a:lnTo>
                    <a:pt x="2143062" y="81268"/>
                  </a:lnTo>
                  <a:lnTo>
                    <a:pt x="2261224" y="29198"/>
                  </a:lnTo>
                  <a:close/>
                  <a:moveTo>
                    <a:pt x="2210169" y="48953"/>
                  </a:moveTo>
                  <a:lnTo>
                    <a:pt x="2276915" y="10517"/>
                  </a:lnTo>
                  <a:lnTo>
                    <a:pt x="2261224" y="29198"/>
                  </a:lnTo>
                  <a:close/>
                  <a:moveTo>
                    <a:pt x="2269164" y="0"/>
                  </a:moveTo>
                  <a:lnTo>
                    <a:pt x="2198211" y="72258"/>
                  </a:lnTo>
                  <a:lnTo>
                    <a:pt x="2261224" y="29198"/>
                  </a:lnTo>
                  <a:close/>
                  <a:moveTo>
                    <a:pt x="2269164" y="0"/>
                  </a:moveTo>
                  <a:lnTo>
                    <a:pt x="2261224" y="29198"/>
                  </a:lnTo>
                  <a:lnTo>
                    <a:pt x="2276915" y="10517"/>
                  </a:lnTo>
                  <a:close/>
                </a:path>
              </a:pathLst>
            </a:custGeom>
            <a:solidFill>
              <a:srgbClr val="D0D7DD"/>
            </a:solidFill>
            <a:ln w="1524">
              <a:solidFill>
                <a:srgbClr val="D0D7DD"/>
              </a:solidFill>
            </a:ln>
          </p:spPr>
        </p:sp>
        <p:sp>
          <p:nvSpPr>
            <p:cNvPr id="2149" name="Candidate_density__2148">
              <a:extLst>
                <a:ext uri="{FF2B5EF4-FFF2-40B4-BE49-F238E27FC236}">
                  <a16:creationId xmlns:a16="http://schemas.microsoft.com/office/drawing/2014/main" id="{8C233DB1-746B-4E04-4F66-4C987BABA453}"/>
                </a:ext>
              </a:extLst>
            </p:cNvPr>
            <p:cNvSpPr>
              <a:spLocks noGrp="1"/>
            </p:cNvSpPr>
            <p:nvPr/>
          </p:nvSpPr>
          <p:spPr>
            <a:xfrm>
              <a:off x="3662437" y="1789649"/>
              <a:ext cx="2169432" cy="1139923"/>
            </a:xfrm>
            <a:custGeom>
              <a:avLst/>
              <a:gdLst/>
              <a:ahLst/>
              <a:cxnLst/>
              <a:rect l="0" t="0" r="0" b="0"/>
              <a:pathLst>
                <a:path w="2169432" h="1139923">
                  <a:moveTo>
                    <a:pt x="290054" y="1096055"/>
                  </a:moveTo>
                  <a:lnTo>
                    <a:pt x="223326" y="1071032"/>
                  </a:lnTo>
                  <a:lnTo>
                    <a:pt x="203111" y="1128980"/>
                  </a:lnTo>
                  <a:close/>
                  <a:moveTo>
                    <a:pt x="203111" y="1128980"/>
                  </a:moveTo>
                  <a:lnTo>
                    <a:pt x="276305" y="1114811"/>
                  </a:lnTo>
                  <a:lnTo>
                    <a:pt x="290054" y="1096055"/>
                  </a:lnTo>
                  <a:close/>
                  <a:moveTo>
                    <a:pt x="351923" y="1048715"/>
                  </a:moveTo>
                  <a:lnTo>
                    <a:pt x="225826" y="1071119"/>
                  </a:lnTo>
                  <a:lnTo>
                    <a:pt x="290054" y="1096055"/>
                  </a:lnTo>
                  <a:close/>
                  <a:moveTo>
                    <a:pt x="0" y="824386"/>
                  </a:moveTo>
                  <a:lnTo>
                    <a:pt x="62822" y="803788"/>
                  </a:lnTo>
                  <a:lnTo>
                    <a:pt x="28826" y="809710"/>
                  </a:lnTo>
                  <a:close/>
                  <a:moveTo>
                    <a:pt x="290054" y="1096055"/>
                  </a:moveTo>
                  <a:lnTo>
                    <a:pt x="276305" y="1114811"/>
                  </a:lnTo>
                  <a:lnTo>
                    <a:pt x="301484" y="1109596"/>
                  </a:lnTo>
                  <a:close/>
                  <a:moveTo>
                    <a:pt x="301484" y="1109596"/>
                  </a:moveTo>
                  <a:lnTo>
                    <a:pt x="351923" y="1048715"/>
                  </a:lnTo>
                  <a:lnTo>
                    <a:pt x="290054" y="1096055"/>
                  </a:lnTo>
                  <a:close/>
                  <a:moveTo>
                    <a:pt x="301484" y="1109596"/>
                  </a:moveTo>
                  <a:lnTo>
                    <a:pt x="406392" y="1084900"/>
                  </a:lnTo>
                  <a:lnTo>
                    <a:pt x="351923" y="1048715"/>
                  </a:lnTo>
                  <a:close/>
                  <a:moveTo>
                    <a:pt x="351923" y="1048715"/>
                  </a:moveTo>
                  <a:lnTo>
                    <a:pt x="406392" y="1084900"/>
                  </a:lnTo>
                  <a:lnTo>
                    <a:pt x="362949" y="1032595"/>
                  </a:lnTo>
                  <a:close/>
                  <a:moveTo>
                    <a:pt x="362949" y="1032595"/>
                  </a:moveTo>
                  <a:lnTo>
                    <a:pt x="406392" y="1084900"/>
                  </a:lnTo>
                  <a:lnTo>
                    <a:pt x="437405" y="1076374"/>
                  </a:lnTo>
                  <a:close/>
                  <a:moveTo>
                    <a:pt x="362949" y="1032595"/>
                  </a:moveTo>
                  <a:lnTo>
                    <a:pt x="437405" y="1076374"/>
                  </a:lnTo>
                  <a:lnTo>
                    <a:pt x="442805" y="994159"/>
                  </a:lnTo>
                  <a:close/>
                  <a:moveTo>
                    <a:pt x="406392" y="1084900"/>
                  </a:moveTo>
                  <a:lnTo>
                    <a:pt x="433876" y="1139923"/>
                  </a:lnTo>
                  <a:lnTo>
                    <a:pt x="437405" y="1076374"/>
                  </a:lnTo>
                  <a:close/>
                  <a:moveTo>
                    <a:pt x="372651" y="626862"/>
                  </a:moveTo>
                  <a:lnTo>
                    <a:pt x="431958" y="670640"/>
                  </a:lnTo>
                  <a:lnTo>
                    <a:pt x="470955" y="588425"/>
                  </a:lnTo>
                  <a:close/>
                  <a:moveTo>
                    <a:pt x="579177" y="632204"/>
                  </a:moveTo>
                  <a:lnTo>
                    <a:pt x="527456" y="646700"/>
                  </a:lnTo>
                  <a:lnTo>
                    <a:pt x="536487" y="739451"/>
                  </a:lnTo>
                  <a:close/>
                  <a:moveTo>
                    <a:pt x="470955" y="588425"/>
                  </a:moveTo>
                  <a:lnTo>
                    <a:pt x="527456" y="646700"/>
                  </a:lnTo>
                  <a:lnTo>
                    <a:pt x="478241" y="586619"/>
                  </a:lnTo>
                  <a:close/>
                  <a:moveTo>
                    <a:pt x="470955" y="588425"/>
                  </a:moveTo>
                  <a:lnTo>
                    <a:pt x="431958" y="670640"/>
                  </a:lnTo>
                  <a:lnTo>
                    <a:pt x="527456" y="646700"/>
                  </a:lnTo>
                  <a:close/>
                  <a:moveTo>
                    <a:pt x="579177" y="632204"/>
                  </a:moveTo>
                  <a:lnTo>
                    <a:pt x="610605" y="597761"/>
                  </a:lnTo>
                  <a:lnTo>
                    <a:pt x="527456" y="646700"/>
                  </a:lnTo>
                  <a:close/>
                  <a:moveTo>
                    <a:pt x="475058" y="584833"/>
                  </a:moveTo>
                  <a:lnTo>
                    <a:pt x="470955" y="588425"/>
                  </a:lnTo>
                  <a:lnTo>
                    <a:pt x="478241" y="586619"/>
                  </a:lnTo>
                  <a:close/>
                  <a:moveTo>
                    <a:pt x="872440" y="758198"/>
                  </a:moveTo>
                  <a:lnTo>
                    <a:pt x="924046" y="718488"/>
                  </a:lnTo>
                  <a:lnTo>
                    <a:pt x="850417" y="766100"/>
                  </a:lnTo>
                  <a:close/>
                  <a:moveTo>
                    <a:pt x="850417" y="766100"/>
                  </a:moveTo>
                  <a:lnTo>
                    <a:pt x="866957" y="783699"/>
                  </a:lnTo>
                  <a:lnTo>
                    <a:pt x="872440" y="758198"/>
                  </a:lnTo>
                  <a:close/>
                  <a:moveTo>
                    <a:pt x="579177" y="632204"/>
                  </a:moveTo>
                  <a:lnTo>
                    <a:pt x="667669" y="693395"/>
                  </a:lnTo>
                  <a:lnTo>
                    <a:pt x="636150" y="618926"/>
                  </a:lnTo>
                  <a:close/>
                  <a:moveTo>
                    <a:pt x="667669" y="693395"/>
                  </a:moveTo>
                  <a:lnTo>
                    <a:pt x="726893" y="605746"/>
                  </a:lnTo>
                  <a:lnTo>
                    <a:pt x="636150" y="618926"/>
                  </a:lnTo>
                  <a:close/>
                  <a:moveTo>
                    <a:pt x="610605" y="597761"/>
                  </a:moveTo>
                  <a:lnTo>
                    <a:pt x="579177" y="632204"/>
                  </a:lnTo>
                  <a:lnTo>
                    <a:pt x="636150" y="618926"/>
                  </a:lnTo>
                  <a:close/>
                  <a:moveTo>
                    <a:pt x="1604079" y="577531"/>
                  </a:moveTo>
                  <a:lnTo>
                    <a:pt x="1566474" y="604452"/>
                  </a:lnTo>
                  <a:lnTo>
                    <a:pt x="1619085" y="569164"/>
                  </a:lnTo>
                  <a:close/>
                  <a:moveTo>
                    <a:pt x="1560442" y="522237"/>
                  </a:moveTo>
                  <a:lnTo>
                    <a:pt x="1604079" y="577531"/>
                  </a:lnTo>
                  <a:lnTo>
                    <a:pt x="1618738" y="566015"/>
                  </a:lnTo>
                  <a:close/>
                  <a:moveTo>
                    <a:pt x="1604079" y="577531"/>
                  </a:moveTo>
                  <a:lnTo>
                    <a:pt x="1619085" y="569164"/>
                  </a:lnTo>
                  <a:lnTo>
                    <a:pt x="1618738" y="566015"/>
                  </a:lnTo>
                  <a:close/>
                  <a:moveTo>
                    <a:pt x="1619085" y="569164"/>
                  </a:moveTo>
                  <a:lnTo>
                    <a:pt x="1678161" y="617395"/>
                  </a:lnTo>
                  <a:lnTo>
                    <a:pt x="1618738" y="566015"/>
                  </a:lnTo>
                  <a:close/>
                  <a:moveTo>
                    <a:pt x="1618216" y="483801"/>
                  </a:moveTo>
                  <a:lnTo>
                    <a:pt x="1618738" y="566015"/>
                  </a:lnTo>
                  <a:lnTo>
                    <a:pt x="1678472" y="527579"/>
                  </a:lnTo>
                  <a:close/>
                  <a:moveTo>
                    <a:pt x="1618216" y="483801"/>
                  </a:moveTo>
                  <a:lnTo>
                    <a:pt x="1678472" y="527579"/>
                  </a:lnTo>
                  <a:lnTo>
                    <a:pt x="1681955" y="445364"/>
                  </a:lnTo>
                  <a:close/>
                  <a:moveTo>
                    <a:pt x="1681955" y="445364"/>
                  </a:moveTo>
                  <a:lnTo>
                    <a:pt x="1704933" y="396278"/>
                  </a:lnTo>
                  <a:lnTo>
                    <a:pt x="1646802" y="401585"/>
                  </a:lnTo>
                  <a:close/>
                  <a:moveTo>
                    <a:pt x="1761835" y="393823"/>
                  </a:moveTo>
                  <a:lnTo>
                    <a:pt x="1681955" y="445364"/>
                  </a:lnTo>
                  <a:lnTo>
                    <a:pt x="1760041" y="406928"/>
                  </a:lnTo>
                  <a:close/>
                  <a:moveTo>
                    <a:pt x="1761835" y="393823"/>
                  </a:moveTo>
                  <a:lnTo>
                    <a:pt x="1704933" y="396278"/>
                  </a:lnTo>
                  <a:lnTo>
                    <a:pt x="1681955" y="445364"/>
                  </a:lnTo>
                  <a:close/>
                  <a:moveTo>
                    <a:pt x="1700836" y="280934"/>
                  </a:moveTo>
                  <a:lnTo>
                    <a:pt x="1768915" y="324712"/>
                  </a:lnTo>
                  <a:lnTo>
                    <a:pt x="1771655" y="242497"/>
                  </a:lnTo>
                  <a:close/>
                  <a:moveTo>
                    <a:pt x="1761835" y="393823"/>
                  </a:moveTo>
                  <a:lnTo>
                    <a:pt x="1772458" y="401141"/>
                  </a:lnTo>
                  <a:lnTo>
                    <a:pt x="1768915" y="324712"/>
                  </a:lnTo>
                  <a:close/>
                  <a:moveTo>
                    <a:pt x="1771655" y="242497"/>
                  </a:moveTo>
                  <a:lnTo>
                    <a:pt x="1854845" y="247710"/>
                  </a:lnTo>
                  <a:lnTo>
                    <a:pt x="1816661" y="225612"/>
                  </a:lnTo>
                  <a:close/>
                  <a:moveTo>
                    <a:pt x="1838281" y="286276"/>
                  </a:moveTo>
                  <a:lnTo>
                    <a:pt x="1854845" y="247710"/>
                  </a:lnTo>
                  <a:lnTo>
                    <a:pt x="1771655" y="242497"/>
                  </a:lnTo>
                  <a:close/>
                  <a:moveTo>
                    <a:pt x="1768915" y="324712"/>
                  </a:moveTo>
                  <a:lnTo>
                    <a:pt x="1838281" y="286276"/>
                  </a:lnTo>
                  <a:lnTo>
                    <a:pt x="1771655" y="242497"/>
                  </a:lnTo>
                  <a:close/>
                  <a:moveTo>
                    <a:pt x="1874543" y="204061"/>
                  </a:moveTo>
                  <a:lnTo>
                    <a:pt x="1842119" y="121846"/>
                  </a:lnTo>
                  <a:lnTo>
                    <a:pt x="1816661" y="225612"/>
                  </a:lnTo>
                  <a:close/>
                  <a:moveTo>
                    <a:pt x="1842119" y="121846"/>
                  </a:moveTo>
                  <a:lnTo>
                    <a:pt x="1807941" y="132609"/>
                  </a:lnTo>
                  <a:lnTo>
                    <a:pt x="1816661" y="225612"/>
                  </a:lnTo>
                  <a:close/>
                  <a:moveTo>
                    <a:pt x="1816661" y="225612"/>
                  </a:moveTo>
                  <a:lnTo>
                    <a:pt x="1854845" y="247710"/>
                  </a:lnTo>
                  <a:lnTo>
                    <a:pt x="1874543" y="204061"/>
                  </a:lnTo>
                  <a:close/>
                  <a:moveTo>
                    <a:pt x="1854845" y="247710"/>
                  </a:moveTo>
                  <a:lnTo>
                    <a:pt x="1894584" y="262354"/>
                  </a:lnTo>
                  <a:lnTo>
                    <a:pt x="1874543" y="204061"/>
                  </a:lnTo>
                  <a:close/>
                  <a:moveTo>
                    <a:pt x="1874543" y="204061"/>
                  </a:moveTo>
                  <a:lnTo>
                    <a:pt x="1924065" y="247839"/>
                  </a:lnTo>
                  <a:lnTo>
                    <a:pt x="1931459" y="165624"/>
                  </a:lnTo>
                  <a:close/>
                  <a:moveTo>
                    <a:pt x="1842119" y="121846"/>
                  </a:moveTo>
                  <a:lnTo>
                    <a:pt x="1874543" y="204061"/>
                  </a:lnTo>
                  <a:lnTo>
                    <a:pt x="1931459" y="165624"/>
                  </a:lnTo>
                  <a:close/>
                  <a:moveTo>
                    <a:pt x="1842119" y="121846"/>
                  </a:moveTo>
                  <a:lnTo>
                    <a:pt x="1931459" y="165624"/>
                  </a:lnTo>
                  <a:lnTo>
                    <a:pt x="1929472" y="83409"/>
                  </a:lnTo>
                  <a:close/>
                  <a:moveTo>
                    <a:pt x="1938619" y="67065"/>
                  </a:moveTo>
                  <a:lnTo>
                    <a:pt x="1842119" y="121846"/>
                  </a:lnTo>
                  <a:lnTo>
                    <a:pt x="1929472" y="83409"/>
                  </a:lnTo>
                  <a:close/>
                  <a:moveTo>
                    <a:pt x="1929472" y="83409"/>
                  </a:moveTo>
                  <a:lnTo>
                    <a:pt x="2009561" y="117106"/>
                  </a:lnTo>
                  <a:lnTo>
                    <a:pt x="1956446" y="72470"/>
                  </a:lnTo>
                  <a:close/>
                  <a:moveTo>
                    <a:pt x="1938619" y="67065"/>
                  </a:moveTo>
                  <a:lnTo>
                    <a:pt x="1929472" y="83409"/>
                  </a:lnTo>
                  <a:lnTo>
                    <a:pt x="1956446" y="72470"/>
                  </a:lnTo>
                  <a:close/>
                  <a:moveTo>
                    <a:pt x="2056659" y="14540"/>
                  </a:moveTo>
                  <a:lnTo>
                    <a:pt x="1956446" y="72470"/>
                  </a:lnTo>
                  <a:lnTo>
                    <a:pt x="2027597" y="44973"/>
                  </a:lnTo>
                  <a:close/>
                  <a:moveTo>
                    <a:pt x="1938619" y="67065"/>
                  </a:moveTo>
                  <a:lnTo>
                    <a:pt x="1956446" y="72470"/>
                  </a:lnTo>
                  <a:lnTo>
                    <a:pt x="2056659" y="14540"/>
                  </a:lnTo>
                  <a:close/>
                  <a:moveTo>
                    <a:pt x="1956446" y="72470"/>
                  </a:moveTo>
                  <a:lnTo>
                    <a:pt x="2009561" y="117106"/>
                  </a:lnTo>
                  <a:lnTo>
                    <a:pt x="2027597" y="44973"/>
                  </a:lnTo>
                  <a:close/>
                  <a:moveTo>
                    <a:pt x="2119994" y="100192"/>
                  </a:moveTo>
                  <a:lnTo>
                    <a:pt x="2169432" y="20500"/>
                  </a:lnTo>
                  <a:lnTo>
                    <a:pt x="2082907" y="30251"/>
                  </a:lnTo>
                  <a:close/>
                  <a:moveTo>
                    <a:pt x="2056659" y="14540"/>
                  </a:moveTo>
                  <a:lnTo>
                    <a:pt x="2027597" y="44973"/>
                  </a:lnTo>
                  <a:lnTo>
                    <a:pt x="2082907" y="30251"/>
                  </a:lnTo>
                  <a:close/>
                  <a:moveTo>
                    <a:pt x="2082907" y="30251"/>
                  </a:moveTo>
                  <a:lnTo>
                    <a:pt x="2127301" y="0"/>
                  </a:lnTo>
                  <a:lnTo>
                    <a:pt x="2056659" y="14540"/>
                  </a:lnTo>
                  <a:close/>
                  <a:moveTo>
                    <a:pt x="2082907" y="30251"/>
                  </a:moveTo>
                  <a:lnTo>
                    <a:pt x="2169432" y="20500"/>
                  </a:lnTo>
                  <a:lnTo>
                    <a:pt x="2127301" y="0"/>
                  </a:lnTo>
                  <a:close/>
                </a:path>
              </a:pathLst>
            </a:custGeom>
            <a:solidFill>
              <a:srgbClr val="E8ECEF"/>
            </a:solidFill>
            <a:ln w="1524">
              <a:solidFill>
                <a:srgbClr val="E8ECEF"/>
              </a:solidFill>
            </a:ln>
          </p:spPr>
        </p:sp>
        <p:sp>
          <p:nvSpPr>
            <p:cNvPr id="2150" name="Candidate_density__2149">
              <a:extLst>
                <a:ext uri="{FF2B5EF4-FFF2-40B4-BE49-F238E27FC236}">
                  <a16:creationId xmlns:a16="http://schemas.microsoft.com/office/drawing/2014/main" id="{04969EE5-7E8D-CD0A-466C-A9985B370067}"/>
                </a:ext>
              </a:extLst>
            </p:cNvPr>
            <p:cNvSpPr>
              <a:spLocks noGrp="1"/>
            </p:cNvSpPr>
            <p:nvPr/>
          </p:nvSpPr>
          <p:spPr>
            <a:xfrm>
              <a:off x="3560736" y="1883201"/>
              <a:ext cx="2342705" cy="1562834"/>
            </a:xfrm>
            <a:custGeom>
              <a:avLst/>
              <a:gdLst/>
              <a:ahLst/>
              <a:cxnLst/>
              <a:rect l="0" t="0" r="0" b="0"/>
              <a:pathLst>
                <a:path w="2342705" h="1562834">
                  <a:moveTo>
                    <a:pt x="229622" y="1344776"/>
                  </a:moveTo>
                  <a:lnTo>
                    <a:pt x="305792" y="1434999"/>
                  </a:lnTo>
                  <a:lnTo>
                    <a:pt x="310983" y="1409570"/>
                  </a:lnTo>
                  <a:close/>
                  <a:moveTo>
                    <a:pt x="305792" y="1434999"/>
                  </a:moveTo>
                  <a:lnTo>
                    <a:pt x="334755" y="1426991"/>
                  </a:lnTo>
                  <a:lnTo>
                    <a:pt x="310983" y="1409570"/>
                  </a:lnTo>
                  <a:close/>
                  <a:moveTo>
                    <a:pt x="459224" y="1470770"/>
                  </a:moveTo>
                  <a:lnTo>
                    <a:pt x="426507" y="1562834"/>
                  </a:lnTo>
                  <a:lnTo>
                    <a:pt x="459705" y="1471757"/>
                  </a:lnTo>
                  <a:close/>
                  <a:moveTo>
                    <a:pt x="459224" y="1470770"/>
                  </a:moveTo>
                  <a:lnTo>
                    <a:pt x="384257" y="1509206"/>
                  </a:lnTo>
                  <a:lnTo>
                    <a:pt x="426507" y="1562834"/>
                  </a:lnTo>
                  <a:close/>
                  <a:moveTo>
                    <a:pt x="422125" y="1401015"/>
                  </a:moveTo>
                  <a:lnTo>
                    <a:pt x="310983" y="1409570"/>
                  </a:lnTo>
                  <a:lnTo>
                    <a:pt x="334755" y="1426991"/>
                  </a:lnTo>
                  <a:close/>
                  <a:moveTo>
                    <a:pt x="35503" y="1000365"/>
                  </a:moveTo>
                  <a:lnTo>
                    <a:pt x="20441" y="984748"/>
                  </a:lnTo>
                  <a:lnTo>
                    <a:pt x="65334" y="1059694"/>
                  </a:lnTo>
                  <a:close/>
                  <a:moveTo>
                    <a:pt x="65334" y="1059694"/>
                  </a:moveTo>
                  <a:lnTo>
                    <a:pt x="20441" y="984748"/>
                  </a:lnTo>
                  <a:lnTo>
                    <a:pt x="0" y="1015916"/>
                  </a:lnTo>
                  <a:close/>
                  <a:moveTo>
                    <a:pt x="20441" y="984748"/>
                  </a:moveTo>
                  <a:lnTo>
                    <a:pt x="26261" y="965813"/>
                  </a:lnTo>
                  <a:lnTo>
                    <a:pt x="0" y="1015916"/>
                  </a:lnTo>
                  <a:close/>
                  <a:moveTo>
                    <a:pt x="0" y="1015916"/>
                  </a:moveTo>
                  <a:lnTo>
                    <a:pt x="26261" y="965813"/>
                  </a:lnTo>
                  <a:lnTo>
                    <a:pt x="34183" y="895264"/>
                  </a:lnTo>
                  <a:close/>
                  <a:moveTo>
                    <a:pt x="459705" y="1471757"/>
                  </a:moveTo>
                  <a:lnTo>
                    <a:pt x="533196" y="1432333"/>
                  </a:lnTo>
                  <a:lnTo>
                    <a:pt x="460204" y="1470150"/>
                  </a:lnTo>
                  <a:close/>
                  <a:moveTo>
                    <a:pt x="533196" y="1432333"/>
                  </a:moveTo>
                  <a:lnTo>
                    <a:pt x="455511" y="1373873"/>
                  </a:lnTo>
                  <a:lnTo>
                    <a:pt x="453220" y="1388555"/>
                  </a:lnTo>
                  <a:close/>
                  <a:moveTo>
                    <a:pt x="459134" y="1469622"/>
                  </a:moveTo>
                  <a:lnTo>
                    <a:pt x="460204" y="1470150"/>
                  </a:lnTo>
                  <a:lnTo>
                    <a:pt x="533196" y="1432333"/>
                  </a:lnTo>
                  <a:close/>
                  <a:moveTo>
                    <a:pt x="453220" y="1388555"/>
                  </a:moveTo>
                  <a:lnTo>
                    <a:pt x="459134" y="1469622"/>
                  </a:lnTo>
                  <a:lnTo>
                    <a:pt x="533196" y="1432333"/>
                  </a:lnTo>
                  <a:close/>
                  <a:moveTo>
                    <a:pt x="304812" y="1035427"/>
                  </a:moveTo>
                  <a:lnTo>
                    <a:pt x="329322" y="1047728"/>
                  </a:lnTo>
                  <a:lnTo>
                    <a:pt x="378007" y="1021258"/>
                  </a:lnTo>
                  <a:close/>
                  <a:moveTo>
                    <a:pt x="115740" y="806497"/>
                  </a:moveTo>
                  <a:lnTo>
                    <a:pt x="124840" y="774613"/>
                  </a:lnTo>
                  <a:lnTo>
                    <a:pt x="94449" y="813049"/>
                  </a:lnTo>
                  <a:close/>
                  <a:moveTo>
                    <a:pt x="475876" y="1065036"/>
                  </a:moveTo>
                  <a:lnTo>
                    <a:pt x="535578" y="1046370"/>
                  </a:lnTo>
                  <a:lnTo>
                    <a:pt x="465551" y="1065433"/>
                  </a:lnTo>
                  <a:close/>
                  <a:moveTo>
                    <a:pt x="465551" y="1065433"/>
                  </a:moveTo>
                  <a:lnTo>
                    <a:pt x="466446" y="1066554"/>
                  </a:lnTo>
                  <a:lnTo>
                    <a:pt x="475876" y="1065036"/>
                  </a:lnTo>
                  <a:close/>
                  <a:moveTo>
                    <a:pt x="466446" y="1066554"/>
                  </a:moveTo>
                  <a:lnTo>
                    <a:pt x="465551" y="1065433"/>
                  </a:lnTo>
                  <a:lnTo>
                    <a:pt x="463167" y="1065036"/>
                  </a:lnTo>
                  <a:close/>
                  <a:moveTo>
                    <a:pt x="164524" y="710235"/>
                  </a:moveTo>
                  <a:lnTo>
                    <a:pt x="124840" y="774613"/>
                  </a:lnTo>
                  <a:lnTo>
                    <a:pt x="154412" y="735887"/>
                  </a:lnTo>
                  <a:close/>
                  <a:moveTo>
                    <a:pt x="210591" y="667272"/>
                  </a:moveTo>
                  <a:lnTo>
                    <a:pt x="164524" y="710235"/>
                  </a:lnTo>
                  <a:lnTo>
                    <a:pt x="154412" y="735887"/>
                  </a:lnTo>
                  <a:close/>
                  <a:moveTo>
                    <a:pt x="802703" y="1273387"/>
                  </a:moveTo>
                  <a:lnTo>
                    <a:pt x="730555" y="1191030"/>
                  </a:lnTo>
                  <a:lnTo>
                    <a:pt x="697636" y="1198121"/>
                  </a:lnTo>
                  <a:close/>
                  <a:moveTo>
                    <a:pt x="697636" y="1198121"/>
                  </a:moveTo>
                  <a:lnTo>
                    <a:pt x="635530" y="1108815"/>
                  </a:lnTo>
                  <a:lnTo>
                    <a:pt x="571076" y="1140329"/>
                  </a:lnTo>
                  <a:close/>
                  <a:moveTo>
                    <a:pt x="697636" y="1198121"/>
                  </a:moveTo>
                  <a:lnTo>
                    <a:pt x="571076" y="1140329"/>
                  </a:lnTo>
                  <a:lnTo>
                    <a:pt x="610304" y="1208529"/>
                  </a:lnTo>
                  <a:close/>
                  <a:moveTo>
                    <a:pt x="697636" y="1198121"/>
                  </a:moveTo>
                  <a:lnTo>
                    <a:pt x="730555" y="1191030"/>
                  </a:lnTo>
                  <a:lnTo>
                    <a:pt x="696256" y="1153258"/>
                  </a:lnTo>
                  <a:close/>
                  <a:moveTo>
                    <a:pt x="475876" y="1065036"/>
                  </a:moveTo>
                  <a:lnTo>
                    <a:pt x="599006" y="1068315"/>
                  </a:lnTo>
                  <a:lnTo>
                    <a:pt x="579219" y="1026600"/>
                  </a:lnTo>
                  <a:close/>
                  <a:moveTo>
                    <a:pt x="571076" y="1140329"/>
                  </a:moveTo>
                  <a:lnTo>
                    <a:pt x="635530" y="1108815"/>
                  </a:lnTo>
                  <a:lnTo>
                    <a:pt x="599006" y="1068315"/>
                  </a:lnTo>
                  <a:close/>
                  <a:moveTo>
                    <a:pt x="580066" y="997501"/>
                  </a:moveTo>
                  <a:lnTo>
                    <a:pt x="475876" y="1065036"/>
                  </a:lnTo>
                  <a:lnTo>
                    <a:pt x="579219" y="1026600"/>
                  </a:lnTo>
                  <a:close/>
                  <a:moveTo>
                    <a:pt x="580066" y="997501"/>
                  </a:moveTo>
                  <a:lnTo>
                    <a:pt x="582115" y="944385"/>
                  </a:lnTo>
                  <a:lnTo>
                    <a:pt x="539106" y="982821"/>
                  </a:lnTo>
                  <a:close/>
                  <a:moveTo>
                    <a:pt x="279130" y="615524"/>
                  </a:moveTo>
                  <a:lnTo>
                    <a:pt x="284983" y="651179"/>
                  </a:lnTo>
                  <a:lnTo>
                    <a:pt x="258974" y="632966"/>
                  </a:lnTo>
                  <a:close/>
                  <a:moveTo>
                    <a:pt x="321321" y="587410"/>
                  </a:moveTo>
                  <a:lnTo>
                    <a:pt x="279130" y="615524"/>
                  </a:lnTo>
                  <a:lnTo>
                    <a:pt x="357674" y="592083"/>
                  </a:lnTo>
                  <a:close/>
                  <a:moveTo>
                    <a:pt x="443112" y="583215"/>
                  </a:moveTo>
                  <a:lnTo>
                    <a:pt x="357674" y="592083"/>
                  </a:lnTo>
                  <a:lnTo>
                    <a:pt x="451650" y="580830"/>
                  </a:lnTo>
                  <a:close/>
                  <a:moveTo>
                    <a:pt x="357674" y="592083"/>
                  </a:moveTo>
                  <a:lnTo>
                    <a:pt x="382992" y="602785"/>
                  </a:lnTo>
                  <a:lnTo>
                    <a:pt x="451650" y="580830"/>
                  </a:lnTo>
                  <a:close/>
                  <a:moveTo>
                    <a:pt x="443112" y="583215"/>
                  </a:moveTo>
                  <a:lnTo>
                    <a:pt x="451650" y="580830"/>
                  </a:lnTo>
                  <a:lnTo>
                    <a:pt x="526902" y="583529"/>
                  </a:lnTo>
                  <a:close/>
                  <a:moveTo>
                    <a:pt x="1262537" y="1443017"/>
                  </a:moveTo>
                  <a:lnTo>
                    <a:pt x="1248576" y="1360803"/>
                  </a:lnTo>
                  <a:lnTo>
                    <a:pt x="1272458" y="1481454"/>
                  </a:lnTo>
                  <a:close/>
                  <a:moveTo>
                    <a:pt x="1229519" y="1278587"/>
                  </a:moveTo>
                  <a:lnTo>
                    <a:pt x="1192876" y="1317024"/>
                  </a:lnTo>
                  <a:lnTo>
                    <a:pt x="1248576" y="1360803"/>
                  </a:lnTo>
                  <a:close/>
                  <a:moveTo>
                    <a:pt x="513553" y="626040"/>
                  </a:moveTo>
                  <a:lnTo>
                    <a:pt x="526902" y="583529"/>
                  </a:lnTo>
                  <a:lnTo>
                    <a:pt x="451650" y="580830"/>
                  </a:lnTo>
                  <a:close/>
                  <a:moveTo>
                    <a:pt x="513553" y="626040"/>
                  </a:moveTo>
                  <a:lnTo>
                    <a:pt x="581104" y="631715"/>
                  </a:lnTo>
                  <a:lnTo>
                    <a:pt x="526902" y="583529"/>
                  </a:lnTo>
                  <a:close/>
                  <a:moveTo>
                    <a:pt x="581104" y="631715"/>
                  </a:moveTo>
                  <a:lnTo>
                    <a:pt x="533660" y="577088"/>
                  </a:lnTo>
                  <a:lnTo>
                    <a:pt x="526902" y="583529"/>
                  </a:lnTo>
                  <a:close/>
                  <a:moveTo>
                    <a:pt x="629158" y="553148"/>
                  </a:moveTo>
                  <a:lnTo>
                    <a:pt x="533660" y="577088"/>
                  </a:lnTo>
                  <a:lnTo>
                    <a:pt x="581104" y="631715"/>
                  </a:lnTo>
                  <a:close/>
                  <a:moveTo>
                    <a:pt x="638188" y="645898"/>
                  </a:moveTo>
                  <a:lnTo>
                    <a:pt x="629158" y="553148"/>
                  </a:lnTo>
                  <a:lnTo>
                    <a:pt x="581104" y="631715"/>
                  </a:lnTo>
                  <a:close/>
                  <a:moveTo>
                    <a:pt x="699429" y="620867"/>
                  </a:moveTo>
                  <a:lnTo>
                    <a:pt x="680878" y="538651"/>
                  </a:lnTo>
                  <a:lnTo>
                    <a:pt x="638188" y="645898"/>
                  </a:lnTo>
                  <a:close/>
                  <a:moveTo>
                    <a:pt x="1229519" y="1278587"/>
                  </a:moveTo>
                  <a:lnTo>
                    <a:pt x="1361337" y="1322366"/>
                  </a:lnTo>
                  <a:lnTo>
                    <a:pt x="1338929" y="1240498"/>
                  </a:lnTo>
                  <a:close/>
                  <a:moveTo>
                    <a:pt x="1341033" y="1240151"/>
                  </a:moveTo>
                  <a:lnTo>
                    <a:pt x="1338929" y="1240498"/>
                  </a:lnTo>
                  <a:lnTo>
                    <a:pt x="1361250" y="1322010"/>
                  </a:lnTo>
                  <a:close/>
                  <a:moveTo>
                    <a:pt x="963670" y="746860"/>
                  </a:moveTo>
                  <a:lnTo>
                    <a:pt x="916680" y="785297"/>
                  </a:lnTo>
                  <a:lnTo>
                    <a:pt x="981881" y="829075"/>
                  </a:lnTo>
                  <a:close/>
                  <a:moveTo>
                    <a:pt x="699429" y="620867"/>
                  </a:moveTo>
                  <a:lnTo>
                    <a:pt x="756659" y="670031"/>
                  </a:lnTo>
                  <a:lnTo>
                    <a:pt x="769370" y="599842"/>
                  </a:lnTo>
                  <a:close/>
                  <a:moveTo>
                    <a:pt x="756659" y="670031"/>
                  </a:moveTo>
                  <a:lnTo>
                    <a:pt x="864702" y="582430"/>
                  </a:lnTo>
                  <a:lnTo>
                    <a:pt x="769370" y="599842"/>
                  </a:lnTo>
                  <a:close/>
                  <a:moveTo>
                    <a:pt x="865484" y="583053"/>
                  </a:moveTo>
                  <a:lnTo>
                    <a:pt x="864702" y="582430"/>
                  </a:lnTo>
                  <a:lnTo>
                    <a:pt x="756659" y="670031"/>
                  </a:lnTo>
                  <a:close/>
                  <a:moveTo>
                    <a:pt x="864702" y="582430"/>
                  </a:moveTo>
                  <a:lnTo>
                    <a:pt x="865138" y="581757"/>
                  </a:lnTo>
                  <a:lnTo>
                    <a:pt x="769370" y="599842"/>
                  </a:lnTo>
                  <a:close/>
                  <a:moveTo>
                    <a:pt x="1341033" y="1240151"/>
                  </a:moveTo>
                  <a:lnTo>
                    <a:pt x="1361357" y="1322357"/>
                  </a:lnTo>
                  <a:lnTo>
                    <a:pt x="1419095" y="1283929"/>
                  </a:lnTo>
                  <a:close/>
                  <a:moveTo>
                    <a:pt x="1541739" y="1224310"/>
                  </a:moveTo>
                  <a:lnTo>
                    <a:pt x="1495712" y="1234221"/>
                  </a:lnTo>
                  <a:lnTo>
                    <a:pt x="1498903" y="1201715"/>
                  </a:lnTo>
                  <a:close/>
                  <a:moveTo>
                    <a:pt x="963670" y="746860"/>
                  </a:moveTo>
                  <a:lnTo>
                    <a:pt x="981881" y="829075"/>
                  </a:lnTo>
                  <a:lnTo>
                    <a:pt x="1006764" y="790639"/>
                  </a:lnTo>
                  <a:close/>
                  <a:moveTo>
                    <a:pt x="864702" y="582430"/>
                  </a:moveTo>
                  <a:lnTo>
                    <a:pt x="865484" y="583053"/>
                  </a:lnTo>
                  <a:lnTo>
                    <a:pt x="865465" y="582311"/>
                  </a:lnTo>
                  <a:close/>
                  <a:moveTo>
                    <a:pt x="865138" y="581757"/>
                  </a:moveTo>
                  <a:lnTo>
                    <a:pt x="864702" y="582430"/>
                  </a:lnTo>
                  <a:lnTo>
                    <a:pt x="865465" y="582311"/>
                  </a:lnTo>
                  <a:close/>
                  <a:moveTo>
                    <a:pt x="865465" y="582311"/>
                  </a:moveTo>
                  <a:lnTo>
                    <a:pt x="865484" y="583053"/>
                  </a:lnTo>
                  <a:lnTo>
                    <a:pt x="866240" y="582430"/>
                  </a:lnTo>
                  <a:close/>
                  <a:moveTo>
                    <a:pt x="865465" y="582311"/>
                  </a:moveTo>
                  <a:lnTo>
                    <a:pt x="866240" y="582430"/>
                  </a:lnTo>
                  <a:lnTo>
                    <a:pt x="865138" y="581757"/>
                  </a:lnTo>
                  <a:close/>
                  <a:moveTo>
                    <a:pt x="1498903" y="1201715"/>
                  </a:moveTo>
                  <a:lnTo>
                    <a:pt x="1580597" y="1265303"/>
                  </a:lnTo>
                  <a:lnTo>
                    <a:pt x="1541739" y="1224310"/>
                  </a:lnTo>
                  <a:close/>
                  <a:moveTo>
                    <a:pt x="1552409" y="1201715"/>
                  </a:moveTo>
                  <a:lnTo>
                    <a:pt x="1663726" y="1186539"/>
                  </a:lnTo>
                  <a:lnTo>
                    <a:pt x="1647149" y="1163278"/>
                  </a:lnTo>
                  <a:close/>
                  <a:moveTo>
                    <a:pt x="1552409" y="1201715"/>
                  </a:moveTo>
                  <a:lnTo>
                    <a:pt x="1541739" y="1224310"/>
                  </a:lnTo>
                  <a:lnTo>
                    <a:pt x="1580597" y="1265303"/>
                  </a:lnTo>
                  <a:close/>
                  <a:moveTo>
                    <a:pt x="1539253" y="1098730"/>
                  </a:moveTo>
                  <a:lnTo>
                    <a:pt x="1498903" y="1201715"/>
                  </a:lnTo>
                  <a:lnTo>
                    <a:pt x="1529928" y="1180149"/>
                  </a:lnTo>
                  <a:close/>
                  <a:moveTo>
                    <a:pt x="1647149" y="1163278"/>
                  </a:moveTo>
                  <a:lnTo>
                    <a:pt x="1649243" y="1132387"/>
                  </a:lnTo>
                  <a:lnTo>
                    <a:pt x="1552409" y="1201715"/>
                  </a:lnTo>
                  <a:close/>
                  <a:moveTo>
                    <a:pt x="1552409" y="1201715"/>
                  </a:moveTo>
                  <a:lnTo>
                    <a:pt x="1649243" y="1132387"/>
                  </a:lnTo>
                  <a:lnTo>
                    <a:pt x="1539253" y="1098730"/>
                  </a:lnTo>
                  <a:close/>
                  <a:moveTo>
                    <a:pt x="1539253" y="1098730"/>
                  </a:moveTo>
                  <a:lnTo>
                    <a:pt x="1649243" y="1132387"/>
                  </a:lnTo>
                  <a:lnTo>
                    <a:pt x="1630090" y="1085474"/>
                  </a:lnTo>
                  <a:close/>
                  <a:moveTo>
                    <a:pt x="1552409" y="1201715"/>
                  </a:moveTo>
                  <a:lnTo>
                    <a:pt x="1539253" y="1098730"/>
                  </a:lnTo>
                  <a:lnTo>
                    <a:pt x="1529928" y="1180149"/>
                  </a:lnTo>
                  <a:close/>
                  <a:moveTo>
                    <a:pt x="1546939" y="1028547"/>
                  </a:moveTo>
                  <a:lnTo>
                    <a:pt x="1519359" y="998848"/>
                  </a:lnTo>
                  <a:lnTo>
                    <a:pt x="1539253" y="1098730"/>
                  </a:lnTo>
                  <a:close/>
                  <a:moveTo>
                    <a:pt x="1539253" y="1098730"/>
                  </a:moveTo>
                  <a:lnTo>
                    <a:pt x="1630090" y="1085474"/>
                  </a:lnTo>
                  <a:lnTo>
                    <a:pt x="1546939" y="1028547"/>
                  </a:lnTo>
                  <a:close/>
                  <a:moveTo>
                    <a:pt x="1122809" y="557429"/>
                  </a:moveTo>
                  <a:lnTo>
                    <a:pt x="1074875" y="593414"/>
                  </a:lnTo>
                  <a:lnTo>
                    <a:pt x="1041948" y="626209"/>
                  </a:lnTo>
                  <a:close/>
                  <a:moveTo>
                    <a:pt x="1683210" y="1044183"/>
                  </a:moveTo>
                  <a:lnTo>
                    <a:pt x="1647149" y="1163278"/>
                  </a:lnTo>
                  <a:lnTo>
                    <a:pt x="1679199" y="1124841"/>
                  </a:lnTo>
                  <a:close/>
                  <a:moveTo>
                    <a:pt x="1683210" y="1044183"/>
                  </a:moveTo>
                  <a:lnTo>
                    <a:pt x="1649243" y="1132387"/>
                  </a:lnTo>
                  <a:lnTo>
                    <a:pt x="1647149" y="1163278"/>
                  </a:lnTo>
                  <a:close/>
                  <a:moveTo>
                    <a:pt x="1683301" y="1042626"/>
                  </a:moveTo>
                  <a:lnTo>
                    <a:pt x="1736146" y="963442"/>
                  </a:lnTo>
                  <a:lnTo>
                    <a:pt x="1664345" y="1081063"/>
                  </a:lnTo>
                  <a:close/>
                  <a:moveTo>
                    <a:pt x="1519359" y="998848"/>
                  </a:moveTo>
                  <a:lnTo>
                    <a:pt x="1546939" y="1028547"/>
                  </a:lnTo>
                  <a:lnTo>
                    <a:pt x="1547296" y="992099"/>
                  </a:lnTo>
                  <a:close/>
                  <a:moveTo>
                    <a:pt x="1621135" y="992661"/>
                  </a:moveTo>
                  <a:lnTo>
                    <a:pt x="1547296" y="992099"/>
                  </a:lnTo>
                  <a:lnTo>
                    <a:pt x="1546939" y="1028547"/>
                  </a:lnTo>
                  <a:close/>
                  <a:moveTo>
                    <a:pt x="1240097" y="502087"/>
                  </a:moveTo>
                  <a:lnTo>
                    <a:pt x="1189320" y="527442"/>
                  </a:lnTo>
                  <a:lnTo>
                    <a:pt x="1122809" y="557429"/>
                  </a:lnTo>
                  <a:close/>
                  <a:moveTo>
                    <a:pt x="1308582" y="479484"/>
                  </a:moveTo>
                  <a:lnTo>
                    <a:pt x="1189320" y="527442"/>
                  </a:lnTo>
                  <a:lnTo>
                    <a:pt x="1240097" y="502087"/>
                  </a:lnTo>
                  <a:close/>
                  <a:moveTo>
                    <a:pt x="1679199" y="1124841"/>
                  </a:moveTo>
                  <a:lnTo>
                    <a:pt x="1686129" y="1039915"/>
                  </a:lnTo>
                  <a:lnTo>
                    <a:pt x="1683210" y="1044183"/>
                  </a:lnTo>
                  <a:close/>
                  <a:moveTo>
                    <a:pt x="1683301" y="1042626"/>
                  </a:moveTo>
                  <a:lnTo>
                    <a:pt x="1683210" y="1044183"/>
                  </a:lnTo>
                  <a:lnTo>
                    <a:pt x="1686129" y="1039915"/>
                  </a:lnTo>
                  <a:close/>
                  <a:moveTo>
                    <a:pt x="1308582" y="479484"/>
                  </a:moveTo>
                  <a:lnTo>
                    <a:pt x="1240097" y="502087"/>
                  </a:lnTo>
                  <a:lnTo>
                    <a:pt x="1366423" y="480542"/>
                  </a:lnTo>
                  <a:close/>
                  <a:moveTo>
                    <a:pt x="1395533" y="493835"/>
                  </a:moveTo>
                  <a:lnTo>
                    <a:pt x="1440838" y="480108"/>
                  </a:lnTo>
                  <a:lnTo>
                    <a:pt x="1366423" y="480542"/>
                  </a:lnTo>
                  <a:close/>
                  <a:moveTo>
                    <a:pt x="1395533" y="493835"/>
                  </a:moveTo>
                  <a:lnTo>
                    <a:pt x="1481218" y="484766"/>
                  </a:lnTo>
                  <a:lnTo>
                    <a:pt x="1440838" y="480108"/>
                  </a:lnTo>
                  <a:close/>
                  <a:moveTo>
                    <a:pt x="1796106" y="542014"/>
                  </a:moveTo>
                  <a:lnTo>
                    <a:pt x="1691060" y="554678"/>
                  </a:lnTo>
                  <a:lnTo>
                    <a:pt x="1669740" y="563413"/>
                  </a:lnTo>
                  <a:close/>
                  <a:moveTo>
                    <a:pt x="1796106" y="542014"/>
                  </a:moveTo>
                  <a:lnTo>
                    <a:pt x="1669740" y="563413"/>
                  </a:lnTo>
                  <a:lnTo>
                    <a:pt x="1724922" y="554531"/>
                  </a:lnTo>
                  <a:close/>
                  <a:moveTo>
                    <a:pt x="2226981" y="402711"/>
                  </a:moveTo>
                  <a:lnTo>
                    <a:pt x="2228741" y="399332"/>
                  </a:lnTo>
                  <a:lnTo>
                    <a:pt x="2138375" y="414155"/>
                  </a:lnTo>
                  <a:close/>
                  <a:moveTo>
                    <a:pt x="2226981" y="402711"/>
                  </a:moveTo>
                  <a:lnTo>
                    <a:pt x="2138375" y="414155"/>
                  </a:lnTo>
                  <a:lnTo>
                    <a:pt x="2230072" y="404304"/>
                  </a:lnTo>
                  <a:close/>
                  <a:moveTo>
                    <a:pt x="2138375" y="414155"/>
                  </a:moveTo>
                  <a:lnTo>
                    <a:pt x="2170332" y="459603"/>
                  </a:lnTo>
                  <a:lnTo>
                    <a:pt x="2230072" y="404304"/>
                  </a:lnTo>
                  <a:close/>
                  <a:moveTo>
                    <a:pt x="2226981" y="402711"/>
                  </a:moveTo>
                  <a:lnTo>
                    <a:pt x="2232214" y="400932"/>
                  </a:lnTo>
                  <a:lnTo>
                    <a:pt x="2228741" y="399332"/>
                  </a:lnTo>
                  <a:close/>
                  <a:moveTo>
                    <a:pt x="2226981" y="402711"/>
                  </a:moveTo>
                  <a:lnTo>
                    <a:pt x="2230072" y="404304"/>
                  </a:lnTo>
                  <a:lnTo>
                    <a:pt x="2232214" y="400932"/>
                  </a:lnTo>
                  <a:close/>
                  <a:moveTo>
                    <a:pt x="2270454" y="467460"/>
                  </a:moveTo>
                  <a:lnTo>
                    <a:pt x="2232214" y="400932"/>
                  </a:lnTo>
                  <a:lnTo>
                    <a:pt x="2230072" y="404304"/>
                  </a:lnTo>
                  <a:close/>
                  <a:moveTo>
                    <a:pt x="2340528" y="370991"/>
                  </a:moveTo>
                  <a:lnTo>
                    <a:pt x="2232214" y="400932"/>
                  </a:lnTo>
                  <a:lnTo>
                    <a:pt x="2270454" y="467460"/>
                  </a:lnTo>
                  <a:close/>
                  <a:moveTo>
                    <a:pt x="2232214" y="400932"/>
                  </a:moveTo>
                  <a:lnTo>
                    <a:pt x="2340528" y="370991"/>
                  </a:lnTo>
                  <a:lnTo>
                    <a:pt x="2228741" y="399332"/>
                  </a:lnTo>
                  <a:close/>
                  <a:moveTo>
                    <a:pt x="2228741" y="399332"/>
                  </a:moveTo>
                  <a:lnTo>
                    <a:pt x="2342705" y="331562"/>
                  </a:lnTo>
                  <a:lnTo>
                    <a:pt x="2257899" y="293146"/>
                  </a:lnTo>
                  <a:close/>
                  <a:moveTo>
                    <a:pt x="2246031" y="280280"/>
                  </a:moveTo>
                  <a:lnTo>
                    <a:pt x="2228741" y="399332"/>
                  </a:lnTo>
                  <a:lnTo>
                    <a:pt x="2257899" y="293146"/>
                  </a:lnTo>
                  <a:close/>
                  <a:moveTo>
                    <a:pt x="2246031" y="280280"/>
                  </a:moveTo>
                  <a:lnTo>
                    <a:pt x="2136335" y="318717"/>
                  </a:lnTo>
                  <a:lnTo>
                    <a:pt x="2228741" y="399332"/>
                  </a:lnTo>
                  <a:close/>
                  <a:moveTo>
                    <a:pt x="2163093" y="198066"/>
                  </a:moveTo>
                  <a:lnTo>
                    <a:pt x="2136335" y="318717"/>
                  </a:lnTo>
                  <a:lnTo>
                    <a:pt x="2246031" y="280280"/>
                  </a:lnTo>
                  <a:close/>
                  <a:moveTo>
                    <a:pt x="2338893" y="272229"/>
                  </a:moveTo>
                  <a:lnTo>
                    <a:pt x="2258012" y="277391"/>
                  </a:lnTo>
                  <a:lnTo>
                    <a:pt x="2257899" y="293146"/>
                  </a:lnTo>
                  <a:close/>
                  <a:moveTo>
                    <a:pt x="2237315" y="94033"/>
                  </a:moveTo>
                  <a:lnTo>
                    <a:pt x="2156051" y="99508"/>
                  </a:lnTo>
                  <a:lnTo>
                    <a:pt x="2250245" y="183614"/>
                  </a:lnTo>
                  <a:close/>
                  <a:moveTo>
                    <a:pt x="2156051" y="99508"/>
                  </a:moveTo>
                  <a:lnTo>
                    <a:pt x="2237315" y="94033"/>
                  </a:lnTo>
                  <a:lnTo>
                    <a:pt x="2221695" y="6640"/>
                  </a:lnTo>
                  <a:close/>
                  <a:moveTo>
                    <a:pt x="2237315" y="94033"/>
                  </a:moveTo>
                  <a:lnTo>
                    <a:pt x="2304393" y="0"/>
                  </a:lnTo>
                  <a:lnTo>
                    <a:pt x="2221695" y="6640"/>
                  </a:lnTo>
                  <a:close/>
                </a:path>
              </a:pathLst>
            </a:custGeom>
            <a:solidFill>
              <a:srgbClr val="E3E8EC"/>
            </a:solidFill>
            <a:ln w="1524">
              <a:solidFill>
                <a:srgbClr val="E3E8EC"/>
              </a:solidFill>
            </a:ln>
          </p:spPr>
        </p:sp>
        <p:sp>
          <p:nvSpPr>
            <p:cNvPr id="2151" name="Candidate_density__2150">
              <a:extLst>
                <a:ext uri="{FF2B5EF4-FFF2-40B4-BE49-F238E27FC236}">
                  <a16:creationId xmlns:a16="http://schemas.microsoft.com/office/drawing/2014/main" id="{5FA3CAFF-77C6-B5E6-AAA5-CF35460ABE6A}"/>
                </a:ext>
              </a:extLst>
            </p:cNvPr>
            <p:cNvSpPr>
              <a:spLocks noGrp="1"/>
            </p:cNvSpPr>
            <p:nvPr/>
          </p:nvSpPr>
          <p:spPr>
            <a:xfrm>
              <a:off x="3659379" y="2201918"/>
              <a:ext cx="2304088" cy="1296096"/>
            </a:xfrm>
            <a:custGeom>
              <a:avLst/>
              <a:gdLst/>
              <a:ahLst/>
              <a:cxnLst/>
              <a:rect l="0" t="0" r="0" b="0"/>
              <a:pathLst>
                <a:path w="2304088" h="1296096">
                  <a:moveTo>
                    <a:pt x="363200" y="1272704"/>
                  </a:moveTo>
                  <a:lnTo>
                    <a:pt x="415369" y="1292629"/>
                  </a:lnTo>
                  <a:lnTo>
                    <a:pt x="453838" y="1237097"/>
                  </a:lnTo>
                  <a:close/>
                  <a:moveTo>
                    <a:pt x="453838" y="1237097"/>
                  </a:moveTo>
                  <a:lnTo>
                    <a:pt x="509544" y="1252401"/>
                  </a:lnTo>
                  <a:lnTo>
                    <a:pt x="456968" y="1232961"/>
                  </a:lnTo>
                  <a:close/>
                  <a:moveTo>
                    <a:pt x="298641" y="1002401"/>
                  </a:moveTo>
                  <a:lnTo>
                    <a:pt x="231126" y="996697"/>
                  </a:lnTo>
                  <a:lnTo>
                    <a:pt x="323481" y="1082298"/>
                  </a:lnTo>
                  <a:close/>
                  <a:moveTo>
                    <a:pt x="16790" y="823193"/>
                  </a:moveTo>
                  <a:lnTo>
                    <a:pt x="0" y="854265"/>
                  </a:lnTo>
                  <a:lnTo>
                    <a:pt x="9959" y="855133"/>
                  </a:lnTo>
                  <a:close/>
                  <a:moveTo>
                    <a:pt x="16790" y="823193"/>
                  </a:moveTo>
                  <a:lnTo>
                    <a:pt x="9959" y="855133"/>
                  </a:lnTo>
                  <a:lnTo>
                    <a:pt x="68467" y="895051"/>
                  </a:lnTo>
                  <a:close/>
                  <a:moveTo>
                    <a:pt x="456968" y="1232961"/>
                  </a:moveTo>
                  <a:lnTo>
                    <a:pt x="525718" y="1211348"/>
                  </a:lnTo>
                  <a:lnTo>
                    <a:pt x="564812" y="1142311"/>
                  </a:lnTo>
                  <a:close/>
                  <a:moveTo>
                    <a:pt x="157986" y="655790"/>
                  </a:moveTo>
                  <a:lnTo>
                    <a:pt x="144887" y="620326"/>
                  </a:lnTo>
                  <a:lnTo>
                    <a:pt x="155684" y="702541"/>
                  </a:lnTo>
                  <a:close/>
                  <a:moveTo>
                    <a:pt x="356867" y="1055156"/>
                  </a:moveTo>
                  <a:lnTo>
                    <a:pt x="338042" y="1031401"/>
                  </a:lnTo>
                  <a:lnTo>
                    <a:pt x="249795" y="981520"/>
                  </a:lnTo>
                  <a:close/>
                  <a:moveTo>
                    <a:pt x="767347" y="963811"/>
                  </a:moveTo>
                  <a:lnTo>
                    <a:pt x="772396" y="930714"/>
                  </a:lnTo>
                  <a:lnTo>
                    <a:pt x="703970" y="953539"/>
                  </a:lnTo>
                  <a:close/>
                  <a:moveTo>
                    <a:pt x="418755" y="564974"/>
                  </a:moveTo>
                  <a:lnTo>
                    <a:pt x="400478" y="543453"/>
                  </a:lnTo>
                  <a:lnTo>
                    <a:pt x="317630" y="486502"/>
                  </a:lnTo>
                  <a:close/>
                  <a:moveTo>
                    <a:pt x="708735" y="850778"/>
                  </a:moveTo>
                  <a:lnTo>
                    <a:pt x="737256" y="799329"/>
                  </a:lnTo>
                  <a:lnTo>
                    <a:pt x="712180" y="751662"/>
                  </a:lnTo>
                  <a:close/>
                  <a:moveTo>
                    <a:pt x="650322" y="587231"/>
                  </a:moveTo>
                  <a:lnTo>
                    <a:pt x="656396" y="593052"/>
                  </a:lnTo>
                  <a:lnTo>
                    <a:pt x="659686" y="572764"/>
                  </a:lnTo>
                  <a:close/>
                  <a:moveTo>
                    <a:pt x="669759" y="610423"/>
                  </a:moveTo>
                  <a:lnTo>
                    <a:pt x="656396" y="593052"/>
                  </a:lnTo>
                  <a:lnTo>
                    <a:pt x="650322" y="587231"/>
                  </a:lnTo>
                  <a:close/>
                  <a:moveTo>
                    <a:pt x="400478" y="543453"/>
                  </a:moveTo>
                  <a:lnTo>
                    <a:pt x="461702" y="605054"/>
                  </a:lnTo>
                  <a:lnTo>
                    <a:pt x="427876" y="505016"/>
                  </a:lnTo>
                  <a:close/>
                  <a:moveTo>
                    <a:pt x="1225804" y="1296096"/>
                  </a:moveTo>
                  <a:lnTo>
                    <a:pt x="1349094" y="1263196"/>
                  </a:lnTo>
                  <a:lnTo>
                    <a:pt x="1278047" y="1276222"/>
                  </a:lnTo>
                  <a:close/>
                  <a:moveTo>
                    <a:pt x="650322" y="587231"/>
                  </a:moveTo>
                  <a:lnTo>
                    <a:pt x="623375" y="559305"/>
                  </a:lnTo>
                  <a:lnTo>
                    <a:pt x="669759" y="610423"/>
                  </a:lnTo>
                  <a:close/>
                  <a:moveTo>
                    <a:pt x="661900" y="488486"/>
                  </a:moveTo>
                  <a:lnTo>
                    <a:pt x="650322" y="587231"/>
                  </a:lnTo>
                  <a:lnTo>
                    <a:pt x="659686" y="572764"/>
                  </a:lnTo>
                  <a:close/>
                  <a:moveTo>
                    <a:pt x="623375" y="559305"/>
                  </a:moveTo>
                  <a:lnTo>
                    <a:pt x="650322" y="587231"/>
                  </a:lnTo>
                  <a:lnTo>
                    <a:pt x="661900" y="488486"/>
                  </a:lnTo>
                  <a:close/>
                  <a:moveTo>
                    <a:pt x="1366995" y="1124300"/>
                  </a:moveTo>
                  <a:lnTo>
                    <a:pt x="1366780" y="1179812"/>
                  </a:lnTo>
                  <a:lnTo>
                    <a:pt x="1367074" y="1206516"/>
                  </a:lnTo>
                  <a:close/>
                  <a:moveTo>
                    <a:pt x="1434974" y="1090430"/>
                  </a:moveTo>
                  <a:lnTo>
                    <a:pt x="1366780" y="1179812"/>
                  </a:lnTo>
                  <a:lnTo>
                    <a:pt x="1366995" y="1124300"/>
                  </a:lnTo>
                  <a:close/>
                  <a:moveTo>
                    <a:pt x="1240502" y="920645"/>
                  </a:moveTo>
                  <a:lnTo>
                    <a:pt x="1222683" y="921434"/>
                  </a:lnTo>
                  <a:lnTo>
                    <a:pt x="1160042" y="926426"/>
                  </a:lnTo>
                  <a:close/>
                  <a:moveTo>
                    <a:pt x="1160042" y="926426"/>
                  </a:moveTo>
                  <a:lnTo>
                    <a:pt x="1105525" y="870655"/>
                  </a:lnTo>
                  <a:lnTo>
                    <a:pt x="1240502" y="920645"/>
                  </a:lnTo>
                  <a:close/>
                  <a:moveTo>
                    <a:pt x="1415021" y="1079284"/>
                  </a:moveTo>
                  <a:lnTo>
                    <a:pt x="1449277" y="1073244"/>
                  </a:lnTo>
                  <a:lnTo>
                    <a:pt x="1468090" y="1047428"/>
                  </a:lnTo>
                  <a:close/>
                  <a:moveTo>
                    <a:pt x="1502110" y="1047428"/>
                  </a:moveTo>
                  <a:lnTo>
                    <a:pt x="1449277" y="1073244"/>
                  </a:lnTo>
                  <a:lnTo>
                    <a:pt x="1434974" y="1090430"/>
                  </a:lnTo>
                  <a:close/>
                  <a:moveTo>
                    <a:pt x="1449277" y="1073244"/>
                  </a:moveTo>
                  <a:lnTo>
                    <a:pt x="1502110" y="1047428"/>
                  </a:lnTo>
                  <a:lnTo>
                    <a:pt x="1478119" y="1036540"/>
                  </a:lnTo>
                  <a:close/>
                  <a:moveTo>
                    <a:pt x="1468090" y="1047428"/>
                  </a:moveTo>
                  <a:lnTo>
                    <a:pt x="1449277" y="1073244"/>
                  </a:lnTo>
                  <a:lnTo>
                    <a:pt x="1478119" y="1036540"/>
                  </a:lnTo>
                  <a:close/>
                  <a:moveTo>
                    <a:pt x="1502110" y="1047428"/>
                  </a:moveTo>
                  <a:lnTo>
                    <a:pt x="1599067" y="1112152"/>
                  </a:lnTo>
                  <a:lnTo>
                    <a:pt x="1568680" y="1036763"/>
                  </a:lnTo>
                  <a:close/>
                  <a:moveTo>
                    <a:pt x="1568680" y="1036763"/>
                  </a:moveTo>
                  <a:lnTo>
                    <a:pt x="1584760" y="1129643"/>
                  </a:lnTo>
                  <a:lnTo>
                    <a:pt x="1587640" y="1047428"/>
                  </a:lnTo>
                  <a:close/>
                  <a:moveTo>
                    <a:pt x="1568680" y="1036763"/>
                  </a:moveTo>
                  <a:lnTo>
                    <a:pt x="1587640" y="1047428"/>
                  </a:lnTo>
                  <a:lnTo>
                    <a:pt x="1637130" y="941614"/>
                  </a:lnTo>
                  <a:close/>
                  <a:moveTo>
                    <a:pt x="1559353" y="944254"/>
                  </a:moveTo>
                  <a:lnTo>
                    <a:pt x="1568680" y="1036763"/>
                  </a:lnTo>
                  <a:lnTo>
                    <a:pt x="1637130" y="941614"/>
                  </a:lnTo>
                  <a:close/>
                  <a:moveTo>
                    <a:pt x="1249378" y="614112"/>
                  </a:moveTo>
                  <a:lnTo>
                    <a:pt x="1295827" y="680131"/>
                  </a:lnTo>
                  <a:lnTo>
                    <a:pt x="1346583" y="695771"/>
                  </a:lnTo>
                  <a:close/>
                  <a:moveTo>
                    <a:pt x="1249378" y="614112"/>
                  </a:moveTo>
                  <a:lnTo>
                    <a:pt x="1245142" y="517464"/>
                  </a:lnTo>
                  <a:lnTo>
                    <a:pt x="1239262" y="597916"/>
                  </a:lnTo>
                  <a:close/>
                  <a:moveTo>
                    <a:pt x="1654429" y="827459"/>
                  </a:moveTo>
                  <a:lnTo>
                    <a:pt x="1570900" y="844561"/>
                  </a:lnTo>
                  <a:lnTo>
                    <a:pt x="1550600" y="813670"/>
                  </a:lnTo>
                  <a:close/>
                  <a:moveTo>
                    <a:pt x="1609633" y="540525"/>
                  </a:moveTo>
                  <a:lnTo>
                    <a:pt x="1613047" y="521043"/>
                  </a:lnTo>
                  <a:lnTo>
                    <a:pt x="1582336" y="501924"/>
                  </a:lnTo>
                  <a:close/>
                  <a:moveTo>
                    <a:pt x="1916348" y="323518"/>
                  </a:moveTo>
                  <a:lnTo>
                    <a:pt x="1884403" y="364926"/>
                  </a:lnTo>
                  <a:lnTo>
                    <a:pt x="1933514" y="333341"/>
                  </a:lnTo>
                  <a:close/>
                  <a:moveTo>
                    <a:pt x="1870637" y="361954"/>
                  </a:moveTo>
                  <a:lnTo>
                    <a:pt x="1916348" y="323518"/>
                  </a:lnTo>
                  <a:lnTo>
                    <a:pt x="1805576" y="348861"/>
                  </a:lnTo>
                  <a:close/>
                  <a:moveTo>
                    <a:pt x="1933514" y="333341"/>
                  </a:moveTo>
                  <a:lnTo>
                    <a:pt x="1884403" y="364926"/>
                  </a:lnTo>
                  <a:lnTo>
                    <a:pt x="2012359" y="349471"/>
                  </a:lnTo>
                  <a:close/>
                  <a:moveTo>
                    <a:pt x="2012359" y="349471"/>
                  </a:moveTo>
                  <a:lnTo>
                    <a:pt x="2060283" y="313445"/>
                  </a:lnTo>
                  <a:lnTo>
                    <a:pt x="1933514" y="333341"/>
                  </a:lnTo>
                  <a:close/>
                  <a:moveTo>
                    <a:pt x="2012359" y="349471"/>
                  </a:moveTo>
                  <a:lnTo>
                    <a:pt x="2094094" y="376406"/>
                  </a:lnTo>
                  <a:lnTo>
                    <a:pt x="2142901" y="343686"/>
                  </a:lnTo>
                  <a:close/>
                  <a:moveTo>
                    <a:pt x="2060283" y="313445"/>
                  </a:moveTo>
                  <a:lnTo>
                    <a:pt x="2012359" y="349471"/>
                  </a:lnTo>
                  <a:lnTo>
                    <a:pt x="2142901" y="343686"/>
                  </a:lnTo>
                  <a:close/>
                  <a:moveTo>
                    <a:pt x="2246240" y="248918"/>
                  </a:moveTo>
                  <a:lnTo>
                    <a:pt x="2142901" y="343686"/>
                  </a:lnTo>
                  <a:lnTo>
                    <a:pt x="2218271" y="346823"/>
                  </a:lnTo>
                  <a:close/>
                  <a:moveTo>
                    <a:pt x="2246240" y="248918"/>
                  </a:moveTo>
                  <a:lnTo>
                    <a:pt x="2289224" y="274565"/>
                  </a:lnTo>
                  <a:lnTo>
                    <a:pt x="2244375" y="229220"/>
                  </a:lnTo>
                  <a:close/>
                  <a:moveTo>
                    <a:pt x="1997662" y="38437"/>
                  </a:moveTo>
                  <a:lnTo>
                    <a:pt x="2037692" y="0"/>
                  </a:lnTo>
                  <a:lnTo>
                    <a:pt x="1985825" y="35059"/>
                  </a:lnTo>
                  <a:close/>
                  <a:moveTo>
                    <a:pt x="2304088" y="162389"/>
                  </a:moveTo>
                  <a:lnTo>
                    <a:pt x="2244375" y="229220"/>
                  </a:lnTo>
                  <a:lnTo>
                    <a:pt x="2303005" y="169769"/>
                  </a:lnTo>
                  <a:close/>
                </a:path>
              </a:pathLst>
            </a:custGeom>
            <a:solidFill>
              <a:srgbClr val="D8DEE3"/>
            </a:solidFill>
            <a:ln w="1524">
              <a:solidFill>
                <a:srgbClr val="D8DEE3"/>
              </a:solidFill>
            </a:ln>
          </p:spPr>
        </p:sp>
        <p:sp>
          <p:nvSpPr>
            <p:cNvPr id="2152" name="Candidate_density__2151">
              <a:extLst>
                <a:ext uri="{FF2B5EF4-FFF2-40B4-BE49-F238E27FC236}">
                  <a16:creationId xmlns:a16="http://schemas.microsoft.com/office/drawing/2014/main" id="{01CE67D5-4DE5-AC39-4F3A-17121B7C3219}"/>
                </a:ext>
              </a:extLst>
            </p:cNvPr>
            <p:cNvSpPr>
              <a:spLocks noGrp="1"/>
            </p:cNvSpPr>
            <p:nvPr/>
          </p:nvSpPr>
          <p:spPr>
            <a:xfrm>
              <a:off x="3594343" y="1980544"/>
              <a:ext cx="2380207" cy="1517470"/>
            </a:xfrm>
            <a:custGeom>
              <a:avLst/>
              <a:gdLst/>
              <a:ahLst/>
              <a:cxnLst/>
              <a:rect l="0" t="0" r="0" b="0"/>
              <a:pathLst>
                <a:path w="2380207" h="1517470">
                  <a:moveTo>
                    <a:pt x="428237" y="1494079"/>
                  </a:moveTo>
                  <a:lnTo>
                    <a:pt x="518875" y="1458472"/>
                  </a:lnTo>
                  <a:lnTo>
                    <a:pt x="392900" y="1465492"/>
                  </a:lnTo>
                  <a:close/>
                  <a:moveTo>
                    <a:pt x="392900" y="1465492"/>
                  </a:moveTo>
                  <a:lnTo>
                    <a:pt x="518875" y="1458472"/>
                  </a:lnTo>
                  <a:lnTo>
                    <a:pt x="522005" y="1454336"/>
                  </a:lnTo>
                  <a:close/>
                  <a:moveTo>
                    <a:pt x="277377" y="1312228"/>
                  </a:moveTo>
                  <a:lnTo>
                    <a:pt x="296162" y="1218072"/>
                  </a:lnTo>
                  <a:lnTo>
                    <a:pt x="196015" y="1247434"/>
                  </a:lnTo>
                  <a:close/>
                  <a:moveTo>
                    <a:pt x="196015" y="1247434"/>
                  </a:moveTo>
                  <a:lnTo>
                    <a:pt x="296162" y="1218072"/>
                  </a:lnTo>
                  <a:lnTo>
                    <a:pt x="246535" y="1196917"/>
                  </a:lnTo>
                  <a:close/>
                  <a:moveTo>
                    <a:pt x="0" y="1000788"/>
                  </a:moveTo>
                  <a:lnTo>
                    <a:pt x="65037" y="1075639"/>
                  </a:lnTo>
                  <a:lnTo>
                    <a:pt x="81826" y="1044567"/>
                  </a:lnTo>
                  <a:close/>
                  <a:moveTo>
                    <a:pt x="554223" y="1359589"/>
                  </a:moveTo>
                  <a:lnTo>
                    <a:pt x="522005" y="1454336"/>
                  </a:lnTo>
                  <a:lnTo>
                    <a:pt x="629849" y="1363686"/>
                  </a:lnTo>
                  <a:close/>
                  <a:moveTo>
                    <a:pt x="629849" y="1363686"/>
                  </a:moveTo>
                  <a:lnTo>
                    <a:pt x="590755" y="1432723"/>
                  </a:lnTo>
                  <a:lnTo>
                    <a:pt x="711754" y="1391257"/>
                  </a:lnTo>
                  <a:close/>
                  <a:moveTo>
                    <a:pt x="480111" y="1189709"/>
                  </a:moveTo>
                  <a:lnTo>
                    <a:pt x="419613" y="1291212"/>
                  </a:lnTo>
                  <a:lnTo>
                    <a:pt x="421904" y="1276530"/>
                  </a:lnTo>
                  <a:close/>
                  <a:moveTo>
                    <a:pt x="738885" y="1300700"/>
                  </a:moveTo>
                  <a:lnTo>
                    <a:pt x="711754" y="1391257"/>
                  </a:lnTo>
                  <a:lnTo>
                    <a:pt x="809648" y="1296554"/>
                  </a:lnTo>
                  <a:close/>
                  <a:moveTo>
                    <a:pt x="651845" y="1310869"/>
                  </a:moveTo>
                  <a:lnTo>
                    <a:pt x="554223" y="1359589"/>
                  </a:lnTo>
                  <a:lnTo>
                    <a:pt x="629849" y="1363686"/>
                  </a:lnTo>
                  <a:close/>
                  <a:moveTo>
                    <a:pt x="651845" y="1310869"/>
                  </a:moveTo>
                  <a:lnTo>
                    <a:pt x="567875" y="1318543"/>
                  </a:lnTo>
                  <a:lnTo>
                    <a:pt x="554223" y="1359589"/>
                  </a:lnTo>
                  <a:close/>
                  <a:moveTo>
                    <a:pt x="663231" y="1273296"/>
                  </a:moveTo>
                  <a:lnTo>
                    <a:pt x="583060" y="1214339"/>
                  </a:lnTo>
                  <a:lnTo>
                    <a:pt x="651845" y="1310869"/>
                  </a:lnTo>
                  <a:close/>
                  <a:moveTo>
                    <a:pt x="738885" y="1300700"/>
                  </a:moveTo>
                  <a:lnTo>
                    <a:pt x="629849" y="1363686"/>
                  </a:lnTo>
                  <a:lnTo>
                    <a:pt x="711754" y="1391257"/>
                  </a:lnTo>
                  <a:close/>
                  <a:moveTo>
                    <a:pt x="738885" y="1300700"/>
                  </a:moveTo>
                  <a:lnTo>
                    <a:pt x="651845" y="1310869"/>
                  </a:lnTo>
                  <a:lnTo>
                    <a:pt x="629849" y="1363686"/>
                  </a:lnTo>
                  <a:close/>
                  <a:moveTo>
                    <a:pt x="651845" y="1310869"/>
                  </a:moveTo>
                  <a:lnTo>
                    <a:pt x="738885" y="1300700"/>
                  </a:lnTo>
                  <a:lnTo>
                    <a:pt x="663231" y="1273296"/>
                  </a:lnTo>
                  <a:close/>
                  <a:moveTo>
                    <a:pt x="738885" y="1300700"/>
                  </a:moveTo>
                  <a:lnTo>
                    <a:pt x="742115" y="1289570"/>
                  </a:lnTo>
                  <a:lnTo>
                    <a:pt x="663231" y="1273296"/>
                  </a:lnTo>
                  <a:close/>
                  <a:moveTo>
                    <a:pt x="738885" y="1300700"/>
                  </a:moveTo>
                  <a:lnTo>
                    <a:pt x="809648" y="1296554"/>
                  </a:lnTo>
                  <a:lnTo>
                    <a:pt x="742115" y="1289570"/>
                  </a:lnTo>
                  <a:close/>
                  <a:moveTo>
                    <a:pt x="769097" y="1176045"/>
                  </a:moveTo>
                  <a:lnTo>
                    <a:pt x="742115" y="1289570"/>
                  </a:lnTo>
                  <a:lnTo>
                    <a:pt x="819903" y="1295425"/>
                  </a:lnTo>
                  <a:close/>
                  <a:moveTo>
                    <a:pt x="832384" y="1185186"/>
                  </a:moveTo>
                  <a:lnTo>
                    <a:pt x="769097" y="1176045"/>
                  </a:lnTo>
                  <a:lnTo>
                    <a:pt x="819903" y="1295425"/>
                  </a:lnTo>
                  <a:close/>
                  <a:moveTo>
                    <a:pt x="769097" y="1176045"/>
                  </a:moveTo>
                  <a:lnTo>
                    <a:pt x="663231" y="1273296"/>
                  </a:lnTo>
                  <a:lnTo>
                    <a:pt x="742115" y="1289570"/>
                  </a:lnTo>
                  <a:close/>
                  <a:moveTo>
                    <a:pt x="769097" y="1176045"/>
                  </a:moveTo>
                  <a:lnTo>
                    <a:pt x="832384" y="1185186"/>
                  </a:lnTo>
                  <a:lnTo>
                    <a:pt x="769007" y="1174914"/>
                  </a:lnTo>
                  <a:close/>
                  <a:moveTo>
                    <a:pt x="465515" y="764828"/>
                  </a:moveTo>
                  <a:lnTo>
                    <a:pt x="483792" y="786348"/>
                  </a:lnTo>
                  <a:lnTo>
                    <a:pt x="526739" y="826429"/>
                  </a:lnTo>
                  <a:close/>
                  <a:moveTo>
                    <a:pt x="696948" y="1093688"/>
                  </a:moveTo>
                  <a:lnTo>
                    <a:pt x="773772" y="1072152"/>
                  </a:lnTo>
                  <a:lnTo>
                    <a:pt x="774895" y="981724"/>
                  </a:lnTo>
                  <a:close/>
                  <a:moveTo>
                    <a:pt x="662649" y="1055916"/>
                  </a:moveTo>
                  <a:lnTo>
                    <a:pt x="696948" y="1093688"/>
                  </a:lnTo>
                  <a:lnTo>
                    <a:pt x="774895" y="981724"/>
                  </a:lnTo>
                  <a:close/>
                  <a:moveTo>
                    <a:pt x="843907" y="1075725"/>
                  </a:moveTo>
                  <a:lnTo>
                    <a:pt x="769007" y="1174914"/>
                  </a:lnTo>
                  <a:lnTo>
                    <a:pt x="837433" y="1152088"/>
                  </a:lnTo>
                  <a:close/>
                  <a:moveTo>
                    <a:pt x="843907" y="1075725"/>
                  </a:moveTo>
                  <a:lnTo>
                    <a:pt x="773772" y="1072152"/>
                  </a:lnTo>
                  <a:lnTo>
                    <a:pt x="769007" y="1174914"/>
                  </a:lnTo>
                  <a:close/>
                  <a:moveTo>
                    <a:pt x="843907" y="1075725"/>
                  </a:moveTo>
                  <a:lnTo>
                    <a:pt x="802292" y="1020703"/>
                  </a:lnTo>
                  <a:lnTo>
                    <a:pt x="773772" y="1072152"/>
                  </a:lnTo>
                  <a:close/>
                  <a:moveTo>
                    <a:pt x="526739" y="826429"/>
                  </a:moveTo>
                  <a:lnTo>
                    <a:pt x="548508" y="847043"/>
                  </a:lnTo>
                  <a:lnTo>
                    <a:pt x="571484" y="815148"/>
                  </a:lnTo>
                  <a:close/>
                  <a:moveTo>
                    <a:pt x="1246332" y="1466327"/>
                  </a:moveTo>
                  <a:lnTo>
                    <a:pt x="1252756" y="1486168"/>
                  </a:lnTo>
                  <a:lnTo>
                    <a:pt x="1290840" y="1517470"/>
                  </a:lnTo>
                  <a:close/>
                  <a:moveTo>
                    <a:pt x="1281453" y="1427890"/>
                  </a:moveTo>
                  <a:lnTo>
                    <a:pt x="1290840" y="1517470"/>
                  </a:lnTo>
                  <a:lnTo>
                    <a:pt x="1343084" y="1497596"/>
                  </a:lnTo>
                  <a:close/>
                  <a:moveTo>
                    <a:pt x="661256" y="702665"/>
                  </a:moveTo>
                  <a:lnTo>
                    <a:pt x="688411" y="780680"/>
                  </a:lnTo>
                  <a:lnTo>
                    <a:pt x="726936" y="709860"/>
                  </a:lnTo>
                  <a:close/>
                  <a:moveTo>
                    <a:pt x="1170562" y="1092029"/>
                  </a:moveTo>
                  <a:lnTo>
                    <a:pt x="1184966" y="1099029"/>
                  </a:lnTo>
                  <a:lnTo>
                    <a:pt x="1305538" y="1142020"/>
                  </a:lnTo>
                  <a:close/>
                  <a:moveTo>
                    <a:pt x="1305538" y="1142020"/>
                  </a:moveTo>
                  <a:lnTo>
                    <a:pt x="1323952" y="1027918"/>
                  </a:lnTo>
                  <a:lnTo>
                    <a:pt x="1287720" y="1142809"/>
                  </a:lnTo>
                  <a:close/>
                  <a:moveTo>
                    <a:pt x="1287720" y="1142809"/>
                  </a:moveTo>
                  <a:lnTo>
                    <a:pt x="1323952" y="1027918"/>
                  </a:lnTo>
                  <a:lnTo>
                    <a:pt x="1312570" y="1022157"/>
                  </a:lnTo>
                  <a:close/>
                  <a:moveTo>
                    <a:pt x="1323952" y="1027918"/>
                  </a:moveTo>
                  <a:lnTo>
                    <a:pt x="1305538" y="1142020"/>
                  </a:lnTo>
                  <a:lnTo>
                    <a:pt x="1342832" y="1022157"/>
                  </a:lnTo>
                  <a:close/>
                  <a:moveTo>
                    <a:pt x="1323952" y="1027918"/>
                  </a:moveTo>
                  <a:lnTo>
                    <a:pt x="1342832" y="1022157"/>
                  </a:lnTo>
                  <a:lnTo>
                    <a:pt x="1328173" y="1011445"/>
                  </a:lnTo>
                  <a:close/>
                  <a:moveTo>
                    <a:pt x="1312570" y="1022157"/>
                  </a:moveTo>
                  <a:lnTo>
                    <a:pt x="1323952" y="1027918"/>
                  </a:lnTo>
                  <a:lnTo>
                    <a:pt x="1328173" y="1011445"/>
                  </a:lnTo>
                  <a:close/>
                  <a:moveTo>
                    <a:pt x="1633717" y="1258138"/>
                  </a:moveTo>
                  <a:lnTo>
                    <a:pt x="1543156" y="1257914"/>
                  </a:lnTo>
                  <a:lnTo>
                    <a:pt x="1567147" y="1268802"/>
                  </a:lnTo>
                  <a:close/>
                  <a:moveTo>
                    <a:pt x="1546990" y="1167960"/>
                  </a:moveTo>
                  <a:lnTo>
                    <a:pt x="1543156" y="1257914"/>
                  </a:lnTo>
                  <a:lnTo>
                    <a:pt x="1633717" y="1258138"/>
                  </a:lnTo>
                  <a:close/>
                  <a:moveTo>
                    <a:pt x="1624389" y="1165628"/>
                  </a:moveTo>
                  <a:lnTo>
                    <a:pt x="1546990" y="1167960"/>
                  </a:lnTo>
                  <a:lnTo>
                    <a:pt x="1633717" y="1258138"/>
                  </a:lnTo>
                  <a:close/>
                  <a:moveTo>
                    <a:pt x="1624389" y="1165628"/>
                  </a:moveTo>
                  <a:lnTo>
                    <a:pt x="1630119" y="1089197"/>
                  </a:lnTo>
                  <a:lnTo>
                    <a:pt x="1546990" y="1167960"/>
                  </a:lnTo>
                  <a:close/>
                  <a:moveTo>
                    <a:pt x="1342832" y="1022157"/>
                  </a:moveTo>
                  <a:lnTo>
                    <a:pt x="1384388" y="1104372"/>
                  </a:lnTo>
                  <a:lnTo>
                    <a:pt x="1447327" y="1088300"/>
                  </a:lnTo>
                  <a:close/>
                  <a:moveTo>
                    <a:pt x="1411620" y="917145"/>
                  </a:moveTo>
                  <a:lnTo>
                    <a:pt x="1360863" y="901505"/>
                  </a:lnTo>
                  <a:lnTo>
                    <a:pt x="1328173" y="1011445"/>
                  </a:lnTo>
                  <a:close/>
                  <a:moveTo>
                    <a:pt x="1404106" y="823163"/>
                  </a:moveTo>
                  <a:lnTo>
                    <a:pt x="1310179" y="738838"/>
                  </a:lnTo>
                  <a:lnTo>
                    <a:pt x="1314415" y="835487"/>
                  </a:lnTo>
                  <a:close/>
                  <a:moveTo>
                    <a:pt x="1310179" y="738838"/>
                  </a:moveTo>
                  <a:lnTo>
                    <a:pt x="1298039" y="737075"/>
                  </a:lnTo>
                  <a:lnTo>
                    <a:pt x="1304299" y="819291"/>
                  </a:lnTo>
                  <a:close/>
                  <a:moveTo>
                    <a:pt x="1603923" y="1121675"/>
                  </a:moveTo>
                  <a:lnTo>
                    <a:pt x="1630119" y="1089197"/>
                  </a:lnTo>
                  <a:lnTo>
                    <a:pt x="1657813" y="1138455"/>
                  </a:lnTo>
                  <a:close/>
                  <a:moveTo>
                    <a:pt x="1630119" y="1089197"/>
                  </a:moveTo>
                  <a:lnTo>
                    <a:pt x="1635937" y="1065936"/>
                  </a:lnTo>
                  <a:lnTo>
                    <a:pt x="1657813" y="1138455"/>
                  </a:lnTo>
                  <a:close/>
                  <a:moveTo>
                    <a:pt x="1649694" y="945284"/>
                  </a:moveTo>
                  <a:lnTo>
                    <a:pt x="1630739" y="983720"/>
                  </a:lnTo>
                  <a:lnTo>
                    <a:pt x="1719466" y="1048833"/>
                  </a:lnTo>
                  <a:close/>
                  <a:moveTo>
                    <a:pt x="1615636" y="1035045"/>
                  </a:moveTo>
                  <a:lnTo>
                    <a:pt x="1649603" y="946840"/>
                  </a:lnTo>
                  <a:lnTo>
                    <a:pt x="1719466" y="1048833"/>
                  </a:lnTo>
                  <a:close/>
                  <a:moveTo>
                    <a:pt x="1506245" y="800717"/>
                  </a:moveTo>
                  <a:lnTo>
                    <a:pt x="1590977" y="792424"/>
                  </a:lnTo>
                  <a:lnTo>
                    <a:pt x="1519507" y="739088"/>
                  </a:lnTo>
                  <a:close/>
                  <a:moveTo>
                    <a:pt x="1590977" y="792424"/>
                  </a:moveTo>
                  <a:lnTo>
                    <a:pt x="1599610" y="759923"/>
                  </a:lnTo>
                  <a:lnTo>
                    <a:pt x="1519507" y="739088"/>
                  </a:lnTo>
                  <a:close/>
                  <a:moveTo>
                    <a:pt x="1436163" y="706137"/>
                  </a:moveTo>
                  <a:lnTo>
                    <a:pt x="1553869" y="660202"/>
                  </a:lnTo>
                  <a:lnTo>
                    <a:pt x="1438095" y="695437"/>
                  </a:lnTo>
                  <a:close/>
                  <a:moveTo>
                    <a:pt x="1556497" y="662187"/>
                  </a:moveTo>
                  <a:lnTo>
                    <a:pt x="1553869" y="660202"/>
                  </a:lnTo>
                  <a:lnTo>
                    <a:pt x="1436163" y="706137"/>
                  </a:lnTo>
                  <a:close/>
                  <a:moveTo>
                    <a:pt x="1519507" y="739088"/>
                  </a:moveTo>
                  <a:lnTo>
                    <a:pt x="1556497" y="662187"/>
                  </a:lnTo>
                  <a:lnTo>
                    <a:pt x="1436163" y="706137"/>
                  </a:lnTo>
                  <a:close/>
                  <a:moveTo>
                    <a:pt x="1519507" y="739088"/>
                  </a:moveTo>
                  <a:lnTo>
                    <a:pt x="1599610" y="759923"/>
                  </a:lnTo>
                  <a:lnTo>
                    <a:pt x="1647373" y="723298"/>
                  </a:lnTo>
                  <a:close/>
                  <a:moveTo>
                    <a:pt x="1556497" y="662187"/>
                  </a:moveTo>
                  <a:lnTo>
                    <a:pt x="1519507" y="739088"/>
                  </a:lnTo>
                  <a:lnTo>
                    <a:pt x="1647373" y="723298"/>
                  </a:lnTo>
                  <a:close/>
                  <a:moveTo>
                    <a:pt x="1647373" y="723298"/>
                  </a:moveTo>
                  <a:lnTo>
                    <a:pt x="1678084" y="742418"/>
                  </a:lnTo>
                  <a:lnTo>
                    <a:pt x="1664195" y="732899"/>
                  </a:lnTo>
                  <a:close/>
                  <a:moveTo>
                    <a:pt x="1843769" y="583329"/>
                  </a:moveTo>
                  <a:lnTo>
                    <a:pt x="1864286" y="591320"/>
                  </a:lnTo>
                  <a:lnTo>
                    <a:pt x="1870612" y="570235"/>
                  </a:lnTo>
                  <a:close/>
                  <a:moveTo>
                    <a:pt x="1981384" y="544893"/>
                  </a:moveTo>
                  <a:lnTo>
                    <a:pt x="1907804" y="494085"/>
                  </a:lnTo>
                  <a:lnTo>
                    <a:pt x="1870612" y="570235"/>
                  </a:lnTo>
                  <a:close/>
                  <a:moveTo>
                    <a:pt x="2311277" y="470293"/>
                  </a:moveTo>
                  <a:lnTo>
                    <a:pt x="2238367" y="468974"/>
                  </a:lnTo>
                  <a:lnTo>
                    <a:pt x="2207938" y="565060"/>
                  </a:lnTo>
                  <a:close/>
                  <a:moveTo>
                    <a:pt x="2311277" y="470293"/>
                  </a:moveTo>
                  <a:lnTo>
                    <a:pt x="2309412" y="450595"/>
                  </a:lnTo>
                  <a:lnTo>
                    <a:pt x="2238395" y="463733"/>
                  </a:lnTo>
                  <a:close/>
                  <a:moveTo>
                    <a:pt x="2000603" y="240812"/>
                  </a:moveTo>
                  <a:lnTo>
                    <a:pt x="2053622" y="266754"/>
                  </a:lnTo>
                  <a:lnTo>
                    <a:pt x="2038934" y="259811"/>
                  </a:lnTo>
                  <a:close/>
                  <a:moveTo>
                    <a:pt x="2062698" y="259811"/>
                  </a:moveTo>
                  <a:lnTo>
                    <a:pt x="2195135" y="301989"/>
                  </a:lnTo>
                  <a:lnTo>
                    <a:pt x="2102728" y="221375"/>
                  </a:lnTo>
                  <a:close/>
                  <a:moveTo>
                    <a:pt x="2062698" y="259811"/>
                  </a:moveTo>
                  <a:lnTo>
                    <a:pt x="2053622" y="266754"/>
                  </a:lnTo>
                  <a:lnTo>
                    <a:pt x="2104768" y="316813"/>
                  </a:lnTo>
                  <a:close/>
                  <a:moveTo>
                    <a:pt x="2012859" y="177808"/>
                  </a:moveTo>
                  <a:lnTo>
                    <a:pt x="2038934" y="259811"/>
                  </a:lnTo>
                  <a:lnTo>
                    <a:pt x="2050861" y="256434"/>
                  </a:lnTo>
                  <a:close/>
                  <a:moveTo>
                    <a:pt x="2102728" y="221375"/>
                  </a:moveTo>
                  <a:lnTo>
                    <a:pt x="2097834" y="216855"/>
                  </a:lnTo>
                  <a:lnTo>
                    <a:pt x="2050861" y="256434"/>
                  </a:lnTo>
                  <a:close/>
                  <a:moveTo>
                    <a:pt x="2304586" y="375640"/>
                  </a:moveTo>
                  <a:lnTo>
                    <a:pt x="2238395" y="463733"/>
                  </a:lnTo>
                  <a:lnTo>
                    <a:pt x="2309412" y="450595"/>
                  </a:lnTo>
                  <a:close/>
                  <a:moveTo>
                    <a:pt x="2369124" y="383764"/>
                  </a:moveTo>
                  <a:lnTo>
                    <a:pt x="2304586" y="375640"/>
                  </a:lnTo>
                  <a:lnTo>
                    <a:pt x="2309412" y="450595"/>
                  </a:lnTo>
                  <a:close/>
                  <a:moveTo>
                    <a:pt x="2304586" y="375640"/>
                  </a:moveTo>
                  <a:lnTo>
                    <a:pt x="2369124" y="383764"/>
                  </a:lnTo>
                  <a:lnTo>
                    <a:pt x="2380207" y="274661"/>
                  </a:lnTo>
                  <a:close/>
                  <a:moveTo>
                    <a:pt x="2304586" y="375640"/>
                  </a:moveTo>
                  <a:lnTo>
                    <a:pt x="2380207" y="274661"/>
                  </a:lnTo>
                  <a:lnTo>
                    <a:pt x="2306921" y="273649"/>
                  </a:lnTo>
                  <a:close/>
                  <a:moveTo>
                    <a:pt x="2380207" y="274661"/>
                  </a:moveTo>
                  <a:lnTo>
                    <a:pt x="2370597" y="185498"/>
                  </a:lnTo>
                  <a:lnTo>
                    <a:pt x="2309098" y="234219"/>
                  </a:lnTo>
                  <a:close/>
                  <a:moveTo>
                    <a:pt x="2216638" y="86272"/>
                  </a:moveTo>
                  <a:lnTo>
                    <a:pt x="2280747" y="94744"/>
                  </a:lnTo>
                  <a:lnTo>
                    <a:pt x="2274168" y="0"/>
                  </a:lnTo>
                  <a:close/>
                </a:path>
              </a:pathLst>
            </a:custGeom>
            <a:solidFill>
              <a:srgbClr val="DCE1E6"/>
            </a:solidFill>
            <a:ln w="1524">
              <a:solidFill>
                <a:srgbClr val="DCE1E6"/>
              </a:solidFill>
            </a:ln>
          </p:spPr>
        </p:sp>
        <p:sp>
          <p:nvSpPr>
            <p:cNvPr id="2153" name="Candidate_density__2152">
              <a:extLst>
                <a:ext uri="{FF2B5EF4-FFF2-40B4-BE49-F238E27FC236}">
                  <a16:creationId xmlns:a16="http://schemas.microsoft.com/office/drawing/2014/main" id="{204C6DD6-4EEE-E667-9962-76E6FD115EE4}"/>
                </a:ext>
              </a:extLst>
            </p:cNvPr>
            <p:cNvSpPr>
              <a:spLocks noGrp="1"/>
            </p:cNvSpPr>
            <p:nvPr/>
          </p:nvSpPr>
          <p:spPr>
            <a:xfrm>
              <a:off x="3560736" y="1883201"/>
              <a:ext cx="2413814" cy="1614813"/>
            </a:xfrm>
            <a:custGeom>
              <a:avLst/>
              <a:gdLst/>
              <a:ahLst/>
              <a:cxnLst/>
              <a:rect l="0" t="0" r="0" b="0"/>
              <a:pathLst>
                <a:path w="2413814" h="1614813">
                  <a:moveTo>
                    <a:pt x="426507" y="1562834"/>
                  </a:moveTo>
                  <a:lnTo>
                    <a:pt x="555612" y="1551678"/>
                  </a:lnTo>
                  <a:lnTo>
                    <a:pt x="459705" y="1471757"/>
                  </a:lnTo>
                  <a:close/>
                  <a:moveTo>
                    <a:pt x="329769" y="1315414"/>
                  </a:moveTo>
                  <a:lnTo>
                    <a:pt x="310983" y="1409570"/>
                  </a:lnTo>
                  <a:lnTo>
                    <a:pt x="422125" y="1401015"/>
                  </a:lnTo>
                  <a:close/>
                  <a:moveTo>
                    <a:pt x="65334" y="1059694"/>
                  </a:moveTo>
                  <a:lnTo>
                    <a:pt x="33607" y="1098131"/>
                  </a:lnTo>
                  <a:lnTo>
                    <a:pt x="115433" y="1141909"/>
                  </a:lnTo>
                  <a:close/>
                  <a:moveTo>
                    <a:pt x="65334" y="1059694"/>
                  </a:moveTo>
                  <a:lnTo>
                    <a:pt x="0" y="1015916"/>
                  </a:lnTo>
                  <a:lnTo>
                    <a:pt x="33607" y="1098131"/>
                  </a:lnTo>
                  <a:close/>
                  <a:moveTo>
                    <a:pt x="587829" y="1456931"/>
                  </a:moveTo>
                  <a:lnTo>
                    <a:pt x="533196" y="1432333"/>
                  </a:lnTo>
                  <a:lnTo>
                    <a:pt x="459705" y="1471757"/>
                  </a:lnTo>
                  <a:close/>
                  <a:moveTo>
                    <a:pt x="555612" y="1551678"/>
                  </a:moveTo>
                  <a:lnTo>
                    <a:pt x="587829" y="1456931"/>
                  </a:lnTo>
                  <a:lnTo>
                    <a:pt x="459705" y="1471757"/>
                  </a:lnTo>
                  <a:close/>
                  <a:moveTo>
                    <a:pt x="329322" y="1047728"/>
                  </a:moveTo>
                  <a:lnTo>
                    <a:pt x="304812" y="1035427"/>
                  </a:lnTo>
                  <a:lnTo>
                    <a:pt x="254327" y="1021258"/>
                  </a:lnTo>
                  <a:close/>
                  <a:moveTo>
                    <a:pt x="465551" y="1065433"/>
                  </a:moveTo>
                  <a:lnTo>
                    <a:pt x="378007" y="1021258"/>
                  </a:lnTo>
                  <a:lnTo>
                    <a:pt x="383719" y="1035909"/>
                  </a:lnTo>
                  <a:close/>
                  <a:moveTo>
                    <a:pt x="383719" y="1035909"/>
                  </a:moveTo>
                  <a:lnTo>
                    <a:pt x="378007" y="1021258"/>
                  </a:lnTo>
                  <a:lnTo>
                    <a:pt x="329322" y="1047728"/>
                  </a:lnTo>
                  <a:close/>
                  <a:moveTo>
                    <a:pt x="465551" y="1065433"/>
                  </a:moveTo>
                  <a:lnTo>
                    <a:pt x="383719" y="1035909"/>
                  </a:lnTo>
                  <a:lnTo>
                    <a:pt x="463167" y="1065036"/>
                  </a:lnTo>
                  <a:close/>
                  <a:moveTo>
                    <a:pt x="853510" y="1392767"/>
                  </a:moveTo>
                  <a:lnTo>
                    <a:pt x="775722" y="1386913"/>
                  </a:lnTo>
                  <a:lnTo>
                    <a:pt x="843255" y="1393897"/>
                  </a:lnTo>
                  <a:close/>
                  <a:moveTo>
                    <a:pt x="802614" y="1272256"/>
                  </a:moveTo>
                  <a:lnTo>
                    <a:pt x="730555" y="1191030"/>
                  </a:lnTo>
                  <a:lnTo>
                    <a:pt x="802703" y="1273387"/>
                  </a:lnTo>
                  <a:close/>
                  <a:moveTo>
                    <a:pt x="696256" y="1153258"/>
                  </a:moveTo>
                  <a:lnTo>
                    <a:pt x="635530" y="1108815"/>
                  </a:lnTo>
                  <a:lnTo>
                    <a:pt x="697636" y="1198121"/>
                  </a:lnTo>
                  <a:close/>
                  <a:moveTo>
                    <a:pt x="560346" y="923771"/>
                  </a:moveTo>
                  <a:lnTo>
                    <a:pt x="517398" y="883690"/>
                  </a:lnTo>
                  <a:lnTo>
                    <a:pt x="582115" y="944385"/>
                  </a:lnTo>
                  <a:close/>
                  <a:moveTo>
                    <a:pt x="807379" y="1169494"/>
                  </a:moveTo>
                  <a:lnTo>
                    <a:pt x="730555" y="1191030"/>
                  </a:lnTo>
                  <a:lnTo>
                    <a:pt x="802614" y="1272256"/>
                  </a:lnTo>
                  <a:close/>
                  <a:moveTo>
                    <a:pt x="582115" y="944385"/>
                  </a:moveTo>
                  <a:lnTo>
                    <a:pt x="580066" y="997501"/>
                  </a:lnTo>
                  <a:lnTo>
                    <a:pt x="605091" y="912490"/>
                  </a:lnTo>
                  <a:close/>
                  <a:moveTo>
                    <a:pt x="1315060" y="1525232"/>
                  </a:moveTo>
                  <a:lnTo>
                    <a:pt x="1279939" y="1563669"/>
                  </a:lnTo>
                  <a:lnTo>
                    <a:pt x="1324447" y="1614813"/>
                  </a:lnTo>
                  <a:close/>
                  <a:moveTo>
                    <a:pt x="1272458" y="1481454"/>
                  </a:moveTo>
                  <a:lnTo>
                    <a:pt x="1279939" y="1563669"/>
                  </a:lnTo>
                  <a:lnTo>
                    <a:pt x="1315060" y="1525232"/>
                  </a:lnTo>
                  <a:close/>
                  <a:moveTo>
                    <a:pt x="1272458" y="1481454"/>
                  </a:moveTo>
                  <a:lnTo>
                    <a:pt x="1315060" y="1525232"/>
                  </a:lnTo>
                  <a:lnTo>
                    <a:pt x="1262537" y="1443017"/>
                  </a:lnTo>
                  <a:close/>
                  <a:moveTo>
                    <a:pt x="599445" y="816988"/>
                  </a:moveTo>
                  <a:lnTo>
                    <a:pt x="694863" y="800007"/>
                  </a:lnTo>
                  <a:lnTo>
                    <a:pt x="657295" y="730457"/>
                  </a:lnTo>
                  <a:close/>
                  <a:moveTo>
                    <a:pt x="599445" y="816988"/>
                  </a:moveTo>
                  <a:lnTo>
                    <a:pt x="657295" y="730457"/>
                  </a:lnTo>
                  <a:lnTo>
                    <a:pt x="596709" y="719120"/>
                  </a:lnTo>
                  <a:close/>
                  <a:moveTo>
                    <a:pt x="694863" y="800007"/>
                  </a:moveTo>
                  <a:lnTo>
                    <a:pt x="760543" y="807202"/>
                  </a:lnTo>
                  <a:lnTo>
                    <a:pt x="719528" y="740455"/>
                  </a:lnTo>
                  <a:close/>
                  <a:moveTo>
                    <a:pt x="694863" y="800007"/>
                  </a:moveTo>
                  <a:lnTo>
                    <a:pt x="719528" y="740455"/>
                  </a:lnTo>
                  <a:lnTo>
                    <a:pt x="657295" y="730457"/>
                  </a:lnTo>
                  <a:close/>
                  <a:moveTo>
                    <a:pt x="596709" y="719120"/>
                  </a:moveTo>
                  <a:lnTo>
                    <a:pt x="657295" y="730457"/>
                  </a:lnTo>
                  <a:lnTo>
                    <a:pt x="638188" y="645898"/>
                  </a:lnTo>
                  <a:close/>
                  <a:moveTo>
                    <a:pt x="596709" y="719120"/>
                  </a:moveTo>
                  <a:lnTo>
                    <a:pt x="638188" y="645898"/>
                  </a:lnTo>
                  <a:lnTo>
                    <a:pt x="581104" y="631715"/>
                  </a:lnTo>
                  <a:close/>
                  <a:moveTo>
                    <a:pt x="1218572" y="1196372"/>
                  </a:moveTo>
                  <a:lnTo>
                    <a:pt x="1229519" y="1278587"/>
                  </a:lnTo>
                  <a:lnTo>
                    <a:pt x="1339145" y="1239362"/>
                  </a:lnTo>
                  <a:close/>
                  <a:moveTo>
                    <a:pt x="1339145" y="1239362"/>
                  </a:moveTo>
                  <a:lnTo>
                    <a:pt x="1229519" y="1278587"/>
                  </a:lnTo>
                  <a:lnTo>
                    <a:pt x="1338929" y="1240498"/>
                  </a:lnTo>
                  <a:close/>
                  <a:moveTo>
                    <a:pt x="1339145" y="1239362"/>
                  </a:moveTo>
                  <a:lnTo>
                    <a:pt x="1338929" y="1240498"/>
                  </a:lnTo>
                  <a:lnTo>
                    <a:pt x="1341033" y="1240151"/>
                  </a:lnTo>
                  <a:close/>
                  <a:moveTo>
                    <a:pt x="981881" y="829075"/>
                  </a:moveTo>
                  <a:lnTo>
                    <a:pt x="951047" y="839503"/>
                  </a:lnTo>
                  <a:lnTo>
                    <a:pt x="981313" y="848997"/>
                  </a:lnTo>
                  <a:close/>
                  <a:moveTo>
                    <a:pt x="1376439" y="1119499"/>
                  </a:moveTo>
                  <a:lnTo>
                    <a:pt x="1339145" y="1239362"/>
                  </a:lnTo>
                  <a:lnTo>
                    <a:pt x="1341033" y="1240151"/>
                  </a:lnTo>
                  <a:close/>
                  <a:moveTo>
                    <a:pt x="1376439" y="1119499"/>
                  </a:moveTo>
                  <a:lnTo>
                    <a:pt x="1341033" y="1240151"/>
                  </a:lnTo>
                  <a:lnTo>
                    <a:pt x="1417995" y="1201715"/>
                  </a:lnTo>
                  <a:close/>
                  <a:moveTo>
                    <a:pt x="1480934" y="1185642"/>
                  </a:moveTo>
                  <a:lnTo>
                    <a:pt x="1580597" y="1265303"/>
                  </a:lnTo>
                  <a:lnTo>
                    <a:pt x="1498903" y="1201715"/>
                  </a:lnTo>
                  <a:close/>
                  <a:moveTo>
                    <a:pt x="1580597" y="1265303"/>
                  </a:moveTo>
                  <a:lnTo>
                    <a:pt x="1663726" y="1186539"/>
                  </a:lnTo>
                  <a:lnTo>
                    <a:pt x="1552409" y="1201715"/>
                  </a:lnTo>
                  <a:close/>
                  <a:moveTo>
                    <a:pt x="1463645" y="1099606"/>
                  </a:moveTo>
                  <a:lnTo>
                    <a:pt x="1376439" y="1119499"/>
                  </a:lnTo>
                  <a:lnTo>
                    <a:pt x="1480934" y="1185642"/>
                  </a:lnTo>
                  <a:close/>
                  <a:moveTo>
                    <a:pt x="1480934" y="1185642"/>
                  </a:moveTo>
                  <a:lnTo>
                    <a:pt x="1498903" y="1201715"/>
                  </a:lnTo>
                  <a:lnTo>
                    <a:pt x="1539253" y="1098730"/>
                  </a:lnTo>
                  <a:close/>
                  <a:moveTo>
                    <a:pt x="1463645" y="1099606"/>
                  </a:moveTo>
                  <a:lnTo>
                    <a:pt x="1480934" y="1185642"/>
                  </a:lnTo>
                  <a:lnTo>
                    <a:pt x="1539253" y="1098730"/>
                  </a:lnTo>
                  <a:close/>
                  <a:moveTo>
                    <a:pt x="1361780" y="1108788"/>
                  </a:moveTo>
                  <a:lnTo>
                    <a:pt x="1376439" y="1119499"/>
                  </a:lnTo>
                  <a:lnTo>
                    <a:pt x="1463645" y="1099606"/>
                  </a:lnTo>
                  <a:close/>
                  <a:moveTo>
                    <a:pt x="1463645" y="1099606"/>
                  </a:moveTo>
                  <a:lnTo>
                    <a:pt x="1445227" y="1014488"/>
                  </a:lnTo>
                  <a:lnTo>
                    <a:pt x="1361780" y="1108788"/>
                  </a:lnTo>
                  <a:close/>
                  <a:moveTo>
                    <a:pt x="1539253" y="1098730"/>
                  </a:moveTo>
                  <a:lnTo>
                    <a:pt x="1519359" y="998848"/>
                  </a:lnTo>
                  <a:lnTo>
                    <a:pt x="1445227" y="1014488"/>
                  </a:lnTo>
                  <a:close/>
                  <a:moveTo>
                    <a:pt x="1539253" y="1098730"/>
                  </a:moveTo>
                  <a:lnTo>
                    <a:pt x="1445227" y="1014488"/>
                  </a:lnTo>
                  <a:lnTo>
                    <a:pt x="1463645" y="1099606"/>
                  </a:lnTo>
                  <a:close/>
                  <a:moveTo>
                    <a:pt x="1519359" y="998848"/>
                  </a:moveTo>
                  <a:lnTo>
                    <a:pt x="1453906" y="916633"/>
                  </a:lnTo>
                  <a:lnTo>
                    <a:pt x="1445227" y="1014488"/>
                  </a:lnTo>
                  <a:close/>
                  <a:moveTo>
                    <a:pt x="1453906" y="916633"/>
                  </a:moveTo>
                  <a:lnTo>
                    <a:pt x="1437712" y="920505"/>
                  </a:lnTo>
                  <a:lnTo>
                    <a:pt x="1445227" y="1014488"/>
                  </a:lnTo>
                  <a:close/>
                  <a:moveTo>
                    <a:pt x="1348022" y="932829"/>
                  </a:moveTo>
                  <a:lnTo>
                    <a:pt x="1445227" y="1014488"/>
                  </a:lnTo>
                  <a:lnTo>
                    <a:pt x="1437712" y="920505"/>
                  </a:lnTo>
                  <a:close/>
                  <a:moveTo>
                    <a:pt x="1440646" y="909796"/>
                  </a:moveTo>
                  <a:lnTo>
                    <a:pt x="1348446" y="834417"/>
                  </a:lnTo>
                  <a:lnTo>
                    <a:pt x="1437712" y="920505"/>
                  </a:lnTo>
                  <a:close/>
                  <a:moveTo>
                    <a:pt x="1437712" y="920505"/>
                  </a:moveTo>
                  <a:lnTo>
                    <a:pt x="1348446" y="834417"/>
                  </a:lnTo>
                  <a:lnTo>
                    <a:pt x="1343786" y="836180"/>
                  </a:lnTo>
                  <a:close/>
                  <a:moveTo>
                    <a:pt x="1440646" y="909796"/>
                  </a:moveTo>
                  <a:lnTo>
                    <a:pt x="1437712" y="920505"/>
                  </a:lnTo>
                  <a:lnTo>
                    <a:pt x="1453906" y="916633"/>
                  </a:lnTo>
                  <a:close/>
                  <a:moveTo>
                    <a:pt x="1345265" y="831837"/>
                  </a:moveTo>
                  <a:lnTo>
                    <a:pt x="1343786" y="836180"/>
                  </a:lnTo>
                  <a:lnTo>
                    <a:pt x="1348446" y="834417"/>
                  </a:lnTo>
                  <a:close/>
                  <a:moveTo>
                    <a:pt x="1331646" y="834417"/>
                  </a:moveTo>
                  <a:lnTo>
                    <a:pt x="1343786" y="836180"/>
                  </a:lnTo>
                  <a:lnTo>
                    <a:pt x="1345265" y="831837"/>
                  </a:lnTo>
                  <a:close/>
                  <a:moveTo>
                    <a:pt x="1647149" y="1163278"/>
                  </a:moveTo>
                  <a:lnTo>
                    <a:pt x="1663726" y="1186539"/>
                  </a:lnTo>
                  <a:lnTo>
                    <a:pt x="1679199" y="1124841"/>
                  </a:lnTo>
                  <a:close/>
                  <a:moveTo>
                    <a:pt x="1453906" y="916633"/>
                  </a:moveTo>
                  <a:lnTo>
                    <a:pt x="1547296" y="992099"/>
                  </a:lnTo>
                  <a:lnTo>
                    <a:pt x="1539852" y="898059"/>
                  </a:lnTo>
                  <a:close/>
                  <a:moveTo>
                    <a:pt x="1453906" y="916633"/>
                  </a:moveTo>
                  <a:lnTo>
                    <a:pt x="1519359" y="998848"/>
                  </a:lnTo>
                  <a:lnTo>
                    <a:pt x="1547296" y="992099"/>
                  </a:lnTo>
                  <a:close/>
                  <a:moveTo>
                    <a:pt x="1547296" y="992099"/>
                  </a:moveTo>
                  <a:lnTo>
                    <a:pt x="1624584" y="889766"/>
                  </a:lnTo>
                  <a:lnTo>
                    <a:pt x="1539852" y="898059"/>
                  </a:lnTo>
                  <a:close/>
                  <a:moveTo>
                    <a:pt x="1453906" y="916633"/>
                  </a:moveTo>
                  <a:lnTo>
                    <a:pt x="1539852" y="898059"/>
                  </a:lnTo>
                  <a:lnTo>
                    <a:pt x="1440646" y="909796"/>
                  </a:lnTo>
                  <a:close/>
                  <a:moveTo>
                    <a:pt x="1440646" y="909796"/>
                  </a:moveTo>
                  <a:lnTo>
                    <a:pt x="1539852" y="898059"/>
                  </a:lnTo>
                  <a:lnTo>
                    <a:pt x="1553113" y="836431"/>
                  </a:lnTo>
                  <a:close/>
                  <a:moveTo>
                    <a:pt x="1440646" y="909796"/>
                  </a:moveTo>
                  <a:lnTo>
                    <a:pt x="1553113" y="836431"/>
                  </a:lnTo>
                  <a:lnTo>
                    <a:pt x="1469769" y="803479"/>
                  </a:lnTo>
                  <a:close/>
                  <a:moveTo>
                    <a:pt x="1331646" y="834417"/>
                  </a:moveTo>
                  <a:lnTo>
                    <a:pt x="1345265" y="831837"/>
                  </a:lnTo>
                  <a:lnTo>
                    <a:pt x="1381033" y="750366"/>
                  </a:lnTo>
                  <a:close/>
                  <a:moveTo>
                    <a:pt x="1454855" y="795981"/>
                  </a:moveTo>
                  <a:lnTo>
                    <a:pt x="1440646" y="909796"/>
                  </a:lnTo>
                  <a:lnTo>
                    <a:pt x="1469769" y="803479"/>
                  </a:lnTo>
                  <a:close/>
                  <a:moveTo>
                    <a:pt x="1454855" y="795981"/>
                  </a:moveTo>
                  <a:lnTo>
                    <a:pt x="1348446" y="834417"/>
                  </a:lnTo>
                  <a:lnTo>
                    <a:pt x="1440646" y="909796"/>
                  </a:lnTo>
                  <a:close/>
                  <a:moveTo>
                    <a:pt x="1348446" y="834417"/>
                  </a:moveTo>
                  <a:lnTo>
                    <a:pt x="1454855" y="795981"/>
                  </a:lnTo>
                  <a:lnTo>
                    <a:pt x="1345265" y="831837"/>
                  </a:lnTo>
                  <a:close/>
                  <a:moveTo>
                    <a:pt x="1454855" y="795981"/>
                  </a:moveTo>
                  <a:lnTo>
                    <a:pt x="1381033" y="750366"/>
                  </a:lnTo>
                  <a:lnTo>
                    <a:pt x="1345265" y="831837"/>
                  </a:lnTo>
                  <a:close/>
                  <a:moveTo>
                    <a:pt x="1736146" y="963442"/>
                  </a:moveTo>
                  <a:lnTo>
                    <a:pt x="1683301" y="1042626"/>
                  </a:lnTo>
                  <a:lnTo>
                    <a:pt x="1784887" y="930475"/>
                  </a:lnTo>
                  <a:close/>
                  <a:moveTo>
                    <a:pt x="1471702" y="792779"/>
                  </a:moveTo>
                  <a:lnTo>
                    <a:pt x="1454855" y="795981"/>
                  </a:lnTo>
                  <a:lnTo>
                    <a:pt x="1469769" y="803479"/>
                  </a:lnTo>
                  <a:close/>
                  <a:moveTo>
                    <a:pt x="1440838" y="480108"/>
                  </a:moveTo>
                  <a:lnTo>
                    <a:pt x="1308582" y="479484"/>
                  </a:lnTo>
                  <a:lnTo>
                    <a:pt x="1366423" y="480542"/>
                  </a:lnTo>
                  <a:close/>
                  <a:moveTo>
                    <a:pt x="1941411" y="591427"/>
                  </a:moveTo>
                  <a:lnTo>
                    <a:pt x="1877376" y="680671"/>
                  </a:lnTo>
                  <a:lnTo>
                    <a:pt x="1904219" y="667578"/>
                  </a:lnTo>
                  <a:close/>
                  <a:moveTo>
                    <a:pt x="2138375" y="414155"/>
                  </a:moveTo>
                  <a:lnTo>
                    <a:pt x="2087229" y="364097"/>
                  </a:lnTo>
                  <a:lnTo>
                    <a:pt x="2034210" y="338155"/>
                  </a:lnTo>
                  <a:close/>
                  <a:moveTo>
                    <a:pt x="2138375" y="414155"/>
                  </a:moveTo>
                  <a:lnTo>
                    <a:pt x="2228741" y="399332"/>
                  </a:lnTo>
                  <a:lnTo>
                    <a:pt x="2096305" y="357154"/>
                  </a:lnTo>
                  <a:close/>
                  <a:moveTo>
                    <a:pt x="2034210" y="338155"/>
                  </a:moveTo>
                  <a:lnTo>
                    <a:pt x="2072541" y="357154"/>
                  </a:lnTo>
                  <a:lnTo>
                    <a:pt x="2046466" y="275150"/>
                  </a:lnTo>
                  <a:close/>
                  <a:moveTo>
                    <a:pt x="2046466" y="275150"/>
                  </a:moveTo>
                  <a:lnTo>
                    <a:pt x="2084468" y="353776"/>
                  </a:lnTo>
                  <a:lnTo>
                    <a:pt x="2131441" y="314197"/>
                  </a:lnTo>
                  <a:close/>
                  <a:moveTo>
                    <a:pt x="2338193" y="472983"/>
                  </a:moveTo>
                  <a:lnTo>
                    <a:pt x="2270454" y="467460"/>
                  </a:lnTo>
                  <a:lnTo>
                    <a:pt x="2272002" y="561075"/>
                  </a:lnTo>
                  <a:close/>
                  <a:moveTo>
                    <a:pt x="2338193" y="472983"/>
                  </a:moveTo>
                  <a:lnTo>
                    <a:pt x="2340528" y="370991"/>
                  </a:lnTo>
                  <a:lnTo>
                    <a:pt x="2270454" y="467460"/>
                  </a:lnTo>
                  <a:close/>
                  <a:moveTo>
                    <a:pt x="2228741" y="399332"/>
                  </a:moveTo>
                  <a:lnTo>
                    <a:pt x="2340528" y="370991"/>
                  </a:lnTo>
                  <a:lnTo>
                    <a:pt x="2342705" y="331562"/>
                  </a:lnTo>
                  <a:close/>
                  <a:moveTo>
                    <a:pt x="2340528" y="370991"/>
                  </a:moveTo>
                  <a:lnTo>
                    <a:pt x="2413814" y="372004"/>
                  </a:lnTo>
                  <a:lnTo>
                    <a:pt x="2342705" y="331562"/>
                  </a:lnTo>
                  <a:close/>
                  <a:moveTo>
                    <a:pt x="2163093" y="198066"/>
                  </a:moveTo>
                  <a:lnTo>
                    <a:pt x="2131441" y="314197"/>
                  </a:lnTo>
                  <a:lnTo>
                    <a:pt x="2136335" y="318717"/>
                  </a:lnTo>
                  <a:close/>
                  <a:moveTo>
                    <a:pt x="2338893" y="272229"/>
                  </a:moveTo>
                  <a:lnTo>
                    <a:pt x="2257899" y="293146"/>
                  </a:lnTo>
                  <a:lnTo>
                    <a:pt x="2342705" y="331562"/>
                  </a:lnTo>
                  <a:close/>
                  <a:moveTo>
                    <a:pt x="2258012" y="277391"/>
                  </a:moveTo>
                  <a:lnTo>
                    <a:pt x="2338893" y="272229"/>
                  </a:lnTo>
                  <a:lnTo>
                    <a:pt x="2314354" y="192086"/>
                  </a:lnTo>
                  <a:close/>
                  <a:moveTo>
                    <a:pt x="2258012" y="277391"/>
                  </a:moveTo>
                  <a:lnTo>
                    <a:pt x="2314354" y="192086"/>
                  </a:lnTo>
                  <a:lnTo>
                    <a:pt x="2250245" y="183614"/>
                  </a:lnTo>
                  <a:close/>
                  <a:moveTo>
                    <a:pt x="2403973" y="279912"/>
                  </a:moveTo>
                  <a:lnTo>
                    <a:pt x="2342705" y="331562"/>
                  </a:lnTo>
                  <a:lnTo>
                    <a:pt x="2404204" y="282840"/>
                  </a:lnTo>
                  <a:close/>
                  <a:moveTo>
                    <a:pt x="2403973" y="279912"/>
                  </a:moveTo>
                  <a:lnTo>
                    <a:pt x="2338893" y="272229"/>
                  </a:lnTo>
                  <a:lnTo>
                    <a:pt x="2342705" y="331562"/>
                  </a:lnTo>
                  <a:close/>
                  <a:moveTo>
                    <a:pt x="2338893" y="272229"/>
                  </a:moveTo>
                  <a:lnTo>
                    <a:pt x="2403973" y="279912"/>
                  </a:lnTo>
                  <a:lnTo>
                    <a:pt x="2314354" y="192086"/>
                  </a:lnTo>
                  <a:close/>
                  <a:moveTo>
                    <a:pt x="2250245" y="183614"/>
                  </a:moveTo>
                  <a:lnTo>
                    <a:pt x="2307775" y="97342"/>
                  </a:lnTo>
                  <a:lnTo>
                    <a:pt x="2237315" y="94033"/>
                  </a:lnTo>
                  <a:close/>
                  <a:moveTo>
                    <a:pt x="2237315" y="94033"/>
                  </a:moveTo>
                  <a:lnTo>
                    <a:pt x="2307775" y="97342"/>
                  </a:lnTo>
                  <a:lnTo>
                    <a:pt x="2304393" y="0"/>
                  </a:lnTo>
                  <a:close/>
                </a:path>
              </a:pathLst>
            </a:custGeom>
            <a:solidFill>
              <a:srgbClr val="E0E5E9"/>
            </a:solidFill>
            <a:ln w="1524">
              <a:solidFill>
                <a:srgbClr val="E0E5E9"/>
              </a:solidFill>
            </a:ln>
          </p:spPr>
        </p:sp>
        <p:sp>
          <p:nvSpPr>
            <p:cNvPr id="2154" name="Candidate_density__2153">
              <a:extLst>
                <a:ext uri="{FF2B5EF4-FFF2-40B4-BE49-F238E27FC236}">
                  <a16:creationId xmlns:a16="http://schemas.microsoft.com/office/drawing/2014/main" id="{822AC62D-6C44-BCD9-4E54-A71353EE9ADE}"/>
                </a:ext>
              </a:extLst>
            </p:cNvPr>
            <p:cNvSpPr>
              <a:spLocks noGrp="1"/>
            </p:cNvSpPr>
            <p:nvPr/>
          </p:nvSpPr>
          <p:spPr>
            <a:xfrm>
              <a:off x="3581177" y="1819900"/>
              <a:ext cx="2201255" cy="1572508"/>
            </a:xfrm>
            <a:custGeom>
              <a:avLst/>
              <a:gdLst/>
              <a:ahLst/>
              <a:cxnLst/>
              <a:rect l="0" t="0" r="0" b="0"/>
              <a:pathLst>
                <a:path w="2201255" h="1572508">
                  <a:moveTo>
                    <a:pt x="314314" y="1490293"/>
                  </a:moveTo>
                  <a:lnTo>
                    <a:pt x="438693" y="1532924"/>
                  </a:lnTo>
                  <a:lnTo>
                    <a:pt x="401684" y="1464317"/>
                  </a:lnTo>
                  <a:close/>
                  <a:moveTo>
                    <a:pt x="438783" y="1534072"/>
                  </a:moveTo>
                  <a:lnTo>
                    <a:pt x="438693" y="1532924"/>
                  </a:lnTo>
                  <a:lnTo>
                    <a:pt x="314314" y="1490293"/>
                  </a:lnTo>
                  <a:close/>
                  <a:moveTo>
                    <a:pt x="363817" y="1572508"/>
                  </a:moveTo>
                  <a:lnTo>
                    <a:pt x="438783" y="1534072"/>
                  </a:lnTo>
                  <a:lnTo>
                    <a:pt x="314314" y="1490293"/>
                  </a:lnTo>
                  <a:close/>
                  <a:moveTo>
                    <a:pt x="401684" y="1464317"/>
                  </a:moveTo>
                  <a:lnTo>
                    <a:pt x="438693" y="1532924"/>
                  </a:lnTo>
                  <a:lnTo>
                    <a:pt x="432779" y="1451856"/>
                  </a:lnTo>
                  <a:close/>
                  <a:moveTo>
                    <a:pt x="4436" y="1040781"/>
                  </a:moveTo>
                  <a:lnTo>
                    <a:pt x="0" y="1048050"/>
                  </a:lnTo>
                  <a:lnTo>
                    <a:pt x="15062" y="1063667"/>
                  </a:lnTo>
                  <a:close/>
                  <a:moveTo>
                    <a:pt x="5821" y="1029114"/>
                  </a:moveTo>
                  <a:lnTo>
                    <a:pt x="0" y="1048050"/>
                  </a:lnTo>
                  <a:lnTo>
                    <a:pt x="4436" y="1040781"/>
                  </a:lnTo>
                  <a:close/>
                  <a:moveTo>
                    <a:pt x="438783" y="1534072"/>
                  </a:moveTo>
                  <a:lnTo>
                    <a:pt x="439264" y="1535058"/>
                  </a:lnTo>
                  <a:lnTo>
                    <a:pt x="439763" y="1533452"/>
                  </a:lnTo>
                  <a:close/>
                  <a:moveTo>
                    <a:pt x="438783" y="1534072"/>
                  </a:moveTo>
                  <a:lnTo>
                    <a:pt x="439763" y="1533452"/>
                  </a:lnTo>
                  <a:lnTo>
                    <a:pt x="438693" y="1532924"/>
                  </a:lnTo>
                  <a:close/>
                  <a:moveTo>
                    <a:pt x="4436" y="1040781"/>
                  </a:moveTo>
                  <a:lnTo>
                    <a:pt x="15062" y="1063667"/>
                  </a:lnTo>
                  <a:lnTo>
                    <a:pt x="16678" y="1034491"/>
                  </a:lnTo>
                  <a:close/>
                  <a:moveTo>
                    <a:pt x="5821" y="1029114"/>
                  </a:moveTo>
                  <a:lnTo>
                    <a:pt x="4436" y="1040781"/>
                  </a:lnTo>
                  <a:lnTo>
                    <a:pt x="16678" y="1034491"/>
                  </a:lnTo>
                  <a:close/>
                  <a:moveTo>
                    <a:pt x="5821" y="1029114"/>
                  </a:moveTo>
                  <a:lnTo>
                    <a:pt x="16678" y="1034491"/>
                  </a:lnTo>
                  <a:lnTo>
                    <a:pt x="13742" y="958566"/>
                  </a:lnTo>
                  <a:close/>
                  <a:moveTo>
                    <a:pt x="13742" y="958566"/>
                  </a:moveTo>
                  <a:lnTo>
                    <a:pt x="16678" y="1034491"/>
                  </a:lnTo>
                  <a:lnTo>
                    <a:pt x="88411" y="1002344"/>
                  </a:lnTo>
                  <a:close/>
                  <a:moveTo>
                    <a:pt x="13742" y="958566"/>
                  </a:moveTo>
                  <a:lnTo>
                    <a:pt x="88411" y="1002344"/>
                  </a:lnTo>
                  <a:lnTo>
                    <a:pt x="84711" y="920129"/>
                  </a:lnTo>
                  <a:close/>
                  <a:moveTo>
                    <a:pt x="95299" y="869799"/>
                  </a:moveTo>
                  <a:lnTo>
                    <a:pt x="13742" y="958566"/>
                  </a:lnTo>
                  <a:lnTo>
                    <a:pt x="84711" y="920129"/>
                  </a:lnTo>
                  <a:close/>
                  <a:moveTo>
                    <a:pt x="95299" y="869799"/>
                  </a:moveTo>
                  <a:lnTo>
                    <a:pt x="43583" y="891644"/>
                  </a:lnTo>
                  <a:lnTo>
                    <a:pt x="13742" y="958566"/>
                  </a:lnTo>
                  <a:close/>
                  <a:moveTo>
                    <a:pt x="382745" y="1079345"/>
                  </a:moveTo>
                  <a:lnTo>
                    <a:pt x="357566" y="1084560"/>
                  </a:lnTo>
                  <a:lnTo>
                    <a:pt x="445111" y="1128735"/>
                  </a:lnTo>
                  <a:close/>
                  <a:moveTo>
                    <a:pt x="445111" y="1128735"/>
                  </a:moveTo>
                  <a:lnTo>
                    <a:pt x="515137" y="1109672"/>
                  </a:lnTo>
                  <a:lnTo>
                    <a:pt x="487653" y="1054649"/>
                  </a:lnTo>
                  <a:close/>
                  <a:moveTo>
                    <a:pt x="445111" y="1128735"/>
                  </a:moveTo>
                  <a:lnTo>
                    <a:pt x="487653" y="1054649"/>
                  </a:lnTo>
                  <a:lnTo>
                    <a:pt x="382745" y="1079345"/>
                  </a:lnTo>
                  <a:close/>
                  <a:moveTo>
                    <a:pt x="84711" y="920129"/>
                  </a:moveTo>
                  <a:lnTo>
                    <a:pt x="133500" y="799925"/>
                  </a:lnTo>
                  <a:lnTo>
                    <a:pt x="95299" y="869799"/>
                  </a:lnTo>
                  <a:close/>
                  <a:moveTo>
                    <a:pt x="104400" y="837914"/>
                  </a:moveTo>
                  <a:lnTo>
                    <a:pt x="95299" y="869799"/>
                  </a:lnTo>
                  <a:lnTo>
                    <a:pt x="133500" y="799925"/>
                  </a:lnTo>
                  <a:close/>
                  <a:moveTo>
                    <a:pt x="133972" y="799188"/>
                  </a:moveTo>
                  <a:lnTo>
                    <a:pt x="104400" y="837914"/>
                  </a:lnTo>
                  <a:lnTo>
                    <a:pt x="133500" y="799925"/>
                  </a:lnTo>
                  <a:close/>
                  <a:moveTo>
                    <a:pt x="559625" y="1060803"/>
                  </a:moveTo>
                  <a:lnTo>
                    <a:pt x="515137" y="1109672"/>
                  </a:lnTo>
                  <a:lnTo>
                    <a:pt x="455436" y="1128338"/>
                  </a:lnTo>
                  <a:close/>
                  <a:moveTo>
                    <a:pt x="515137" y="1109672"/>
                  </a:moveTo>
                  <a:lnTo>
                    <a:pt x="559625" y="1060803"/>
                  </a:lnTo>
                  <a:lnTo>
                    <a:pt x="518666" y="1046123"/>
                  </a:lnTo>
                  <a:close/>
                  <a:moveTo>
                    <a:pt x="190150" y="730574"/>
                  </a:moveTo>
                  <a:lnTo>
                    <a:pt x="133972" y="799188"/>
                  </a:lnTo>
                  <a:lnTo>
                    <a:pt x="238533" y="696267"/>
                  </a:lnTo>
                  <a:close/>
                  <a:moveTo>
                    <a:pt x="337233" y="655385"/>
                  </a:moveTo>
                  <a:lnTo>
                    <a:pt x="258690" y="678826"/>
                  </a:lnTo>
                  <a:lnTo>
                    <a:pt x="362551" y="666087"/>
                  </a:lnTo>
                  <a:close/>
                  <a:moveTo>
                    <a:pt x="258690" y="678826"/>
                  </a:moveTo>
                  <a:lnTo>
                    <a:pt x="238533" y="696267"/>
                  </a:lnTo>
                  <a:lnTo>
                    <a:pt x="362551" y="666087"/>
                  </a:lnTo>
                  <a:close/>
                  <a:moveTo>
                    <a:pt x="1340897" y="1385668"/>
                  </a:moveTo>
                  <a:lnTo>
                    <a:pt x="1340809" y="1385312"/>
                  </a:lnTo>
                  <a:lnTo>
                    <a:pt x="1318488" y="1303800"/>
                  </a:lnTo>
                  <a:close/>
                  <a:moveTo>
                    <a:pt x="1228135" y="1424104"/>
                  </a:moveTo>
                  <a:lnTo>
                    <a:pt x="1340897" y="1385668"/>
                  </a:lnTo>
                  <a:lnTo>
                    <a:pt x="1209079" y="1341889"/>
                  </a:lnTo>
                  <a:close/>
                  <a:moveTo>
                    <a:pt x="660438" y="601953"/>
                  </a:moveTo>
                  <a:lnTo>
                    <a:pt x="678988" y="684169"/>
                  </a:lnTo>
                  <a:lnTo>
                    <a:pt x="748929" y="663144"/>
                  </a:lnTo>
                  <a:close/>
                  <a:moveTo>
                    <a:pt x="1340916" y="1385658"/>
                  </a:moveTo>
                  <a:lnTo>
                    <a:pt x="1340809" y="1385312"/>
                  </a:lnTo>
                  <a:lnTo>
                    <a:pt x="1340897" y="1385668"/>
                  </a:lnTo>
                  <a:close/>
                  <a:moveTo>
                    <a:pt x="1340809" y="1385312"/>
                  </a:moveTo>
                  <a:lnTo>
                    <a:pt x="1340916" y="1385658"/>
                  </a:lnTo>
                  <a:lnTo>
                    <a:pt x="1320592" y="1303453"/>
                  </a:lnTo>
                  <a:close/>
                  <a:moveTo>
                    <a:pt x="943229" y="810162"/>
                  </a:moveTo>
                  <a:lnTo>
                    <a:pt x="986323" y="853941"/>
                  </a:lnTo>
                  <a:lnTo>
                    <a:pt x="1000906" y="771726"/>
                  </a:lnTo>
                  <a:close/>
                  <a:moveTo>
                    <a:pt x="1005823" y="753623"/>
                  </a:moveTo>
                  <a:lnTo>
                    <a:pt x="943229" y="810162"/>
                  </a:lnTo>
                  <a:lnTo>
                    <a:pt x="1000906" y="771726"/>
                  </a:lnTo>
                  <a:close/>
                  <a:moveTo>
                    <a:pt x="1005823" y="753623"/>
                  </a:moveTo>
                  <a:lnTo>
                    <a:pt x="948218" y="753448"/>
                  </a:lnTo>
                  <a:lnTo>
                    <a:pt x="943229" y="810162"/>
                  </a:lnTo>
                  <a:close/>
                  <a:moveTo>
                    <a:pt x="948218" y="753448"/>
                  </a:moveTo>
                  <a:lnTo>
                    <a:pt x="1005823" y="753623"/>
                  </a:lnTo>
                  <a:lnTo>
                    <a:pt x="953701" y="727947"/>
                  </a:lnTo>
                  <a:close/>
                  <a:moveTo>
                    <a:pt x="1005823" y="753623"/>
                  </a:moveTo>
                  <a:lnTo>
                    <a:pt x="1021507" y="689511"/>
                  </a:lnTo>
                  <a:lnTo>
                    <a:pt x="953701" y="727947"/>
                  </a:lnTo>
                  <a:close/>
                  <a:moveTo>
                    <a:pt x="1005823" y="753623"/>
                  </a:moveTo>
                  <a:lnTo>
                    <a:pt x="1050908" y="706986"/>
                  </a:lnTo>
                  <a:lnTo>
                    <a:pt x="1021507" y="689511"/>
                  </a:lnTo>
                  <a:close/>
                  <a:moveTo>
                    <a:pt x="1050908" y="706986"/>
                  </a:moveTo>
                  <a:lnTo>
                    <a:pt x="1071710" y="651074"/>
                  </a:lnTo>
                  <a:lnTo>
                    <a:pt x="1021507" y="689511"/>
                  </a:lnTo>
                  <a:close/>
                  <a:moveTo>
                    <a:pt x="1102369" y="620731"/>
                  </a:moveTo>
                  <a:lnTo>
                    <a:pt x="1021507" y="689511"/>
                  </a:lnTo>
                  <a:lnTo>
                    <a:pt x="1071710" y="651074"/>
                  </a:lnTo>
                  <a:close/>
                  <a:moveTo>
                    <a:pt x="1219656" y="565388"/>
                  </a:moveTo>
                  <a:lnTo>
                    <a:pt x="1102369" y="620731"/>
                  </a:lnTo>
                  <a:lnTo>
                    <a:pt x="1154691" y="601152"/>
                  </a:lnTo>
                  <a:close/>
                  <a:moveTo>
                    <a:pt x="1759422" y="587144"/>
                  </a:moveTo>
                  <a:lnTo>
                    <a:pt x="1670620" y="617980"/>
                  </a:lnTo>
                  <a:lnTo>
                    <a:pt x="1775665" y="605316"/>
                  </a:lnTo>
                  <a:close/>
                  <a:moveTo>
                    <a:pt x="1700345" y="538913"/>
                  </a:moveTo>
                  <a:lnTo>
                    <a:pt x="1670620" y="617980"/>
                  </a:lnTo>
                  <a:lnTo>
                    <a:pt x="1759422" y="587144"/>
                  </a:lnTo>
                  <a:close/>
                  <a:moveTo>
                    <a:pt x="1699999" y="535764"/>
                  </a:moveTo>
                  <a:lnTo>
                    <a:pt x="1759422" y="587144"/>
                  </a:lnTo>
                  <a:lnTo>
                    <a:pt x="1774079" y="579543"/>
                  </a:lnTo>
                  <a:close/>
                  <a:moveTo>
                    <a:pt x="1699999" y="535764"/>
                  </a:moveTo>
                  <a:lnTo>
                    <a:pt x="1774079" y="579543"/>
                  </a:lnTo>
                  <a:lnTo>
                    <a:pt x="1759733" y="497328"/>
                  </a:lnTo>
                  <a:close/>
                  <a:moveTo>
                    <a:pt x="1759422" y="587144"/>
                  </a:moveTo>
                  <a:lnTo>
                    <a:pt x="1775665" y="605316"/>
                  </a:lnTo>
                  <a:lnTo>
                    <a:pt x="1774079" y="579543"/>
                  </a:lnTo>
                  <a:close/>
                  <a:moveTo>
                    <a:pt x="1775665" y="605316"/>
                  </a:moveTo>
                  <a:lnTo>
                    <a:pt x="1802410" y="652288"/>
                  </a:lnTo>
                  <a:lnTo>
                    <a:pt x="1774079" y="579543"/>
                  </a:lnTo>
                  <a:close/>
                  <a:moveTo>
                    <a:pt x="1774079" y="579543"/>
                  </a:moveTo>
                  <a:lnTo>
                    <a:pt x="1886363" y="623322"/>
                  </a:lnTo>
                  <a:lnTo>
                    <a:pt x="1853994" y="541107"/>
                  </a:lnTo>
                  <a:close/>
                  <a:moveTo>
                    <a:pt x="1759733" y="497328"/>
                  </a:moveTo>
                  <a:lnTo>
                    <a:pt x="1774079" y="579543"/>
                  </a:lnTo>
                  <a:lnTo>
                    <a:pt x="1853994" y="541107"/>
                  </a:lnTo>
                  <a:close/>
                  <a:moveTo>
                    <a:pt x="1759733" y="497328"/>
                  </a:moveTo>
                  <a:lnTo>
                    <a:pt x="1853994" y="541107"/>
                  </a:lnTo>
                  <a:lnTo>
                    <a:pt x="1842006" y="458892"/>
                  </a:lnTo>
                  <a:close/>
                  <a:moveTo>
                    <a:pt x="1763215" y="415113"/>
                  </a:moveTo>
                  <a:lnTo>
                    <a:pt x="1759733" y="497328"/>
                  </a:lnTo>
                  <a:lnTo>
                    <a:pt x="1842006" y="458892"/>
                  </a:lnTo>
                  <a:close/>
                  <a:moveTo>
                    <a:pt x="1763215" y="415113"/>
                  </a:moveTo>
                  <a:lnTo>
                    <a:pt x="1842006" y="458892"/>
                  </a:lnTo>
                  <a:lnTo>
                    <a:pt x="1841302" y="376677"/>
                  </a:lnTo>
                  <a:close/>
                  <a:moveTo>
                    <a:pt x="1842006" y="458892"/>
                  </a:moveTo>
                  <a:lnTo>
                    <a:pt x="1921929" y="515621"/>
                  </a:lnTo>
                  <a:lnTo>
                    <a:pt x="1888522" y="442687"/>
                  </a:lnTo>
                  <a:close/>
                  <a:moveTo>
                    <a:pt x="1963164" y="420455"/>
                  </a:moveTo>
                  <a:lnTo>
                    <a:pt x="1888522" y="442687"/>
                  </a:lnTo>
                  <a:lnTo>
                    <a:pt x="1921929" y="515621"/>
                  </a:lnTo>
                  <a:close/>
                  <a:moveTo>
                    <a:pt x="1841302" y="376677"/>
                  </a:moveTo>
                  <a:lnTo>
                    <a:pt x="1888522" y="442687"/>
                  </a:lnTo>
                  <a:lnTo>
                    <a:pt x="1853718" y="370890"/>
                  </a:lnTo>
                  <a:close/>
                  <a:moveTo>
                    <a:pt x="1841302" y="376677"/>
                  </a:moveTo>
                  <a:lnTo>
                    <a:pt x="1842006" y="458892"/>
                  </a:lnTo>
                  <a:lnTo>
                    <a:pt x="1888522" y="442687"/>
                  </a:lnTo>
                  <a:close/>
                  <a:moveTo>
                    <a:pt x="1963164" y="420455"/>
                  </a:moveTo>
                  <a:lnTo>
                    <a:pt x="1915189" y="338240"/>
                  </a:lnTo>
                  <a:lnTo>
                    <a:pt x="1888522" y="442687"/>
                  </a:lnTo>
                  <a:close/>
                  <a:moveTo>
                    <a:pt x="1915189" y="338240"/>
                  </a:moveTo>
                  <a:lnTo>
                    <a:pt x="1853718" y="370890"/>
                  </a:lnTo>
                  <a:lnTo>
                    <a:pt x="1888522" y="442687"/>
                  </a:lnTo>
                  <a:close/>
                  <a:moveTo>
                    <a:pt x="1843096" y="363572"/>
                  </a:moveTo>
                  <a:lnTo>
                    <a:pt x="1841302" y="376677"/>
                  </a:lnTo>
                  <a:lnTo>
                    <a:pt x="1853718" y="370890"/>
                  </a:lnTo>
                  <a:close/>
                  <a:moveTo>
                    <a:pt x="1850176" y="294461"/>
                  </a:moveTo>
                  <a:lnTo>
                    <a:pt x="1853718" y="370890"/>
                  </a:lnTo>
                  <a:lnTo>
                    <a:pt x="1915189" y="338240"/>
                  </a:lnTo>
                  <a:close/>
                  <a:moveTo>
                    <a:pt x="1850176" y="294461"/>
                  </a:moveTo>
                  <a:lnTo>
                    <a:pt x="1915189" y="338240"/>
                  </a:lnTo>
                  <a:lnTo>
                    <a:pt x="1919542" y="256025"/>
                  </a:lnTo>
                  <a:close/>
                  <a:moveTo>
                    <a:pt x="1963164" y="420455"/>
                  </a:moveTo>
                  <a:lnTo>
                    <a:pt x="2013769" y="401456"/>
                  </a:lnTo>
                  <a:lnTo>
                    <a:pt x="1993539" y="299804"/>
                  </a:lnTo>
                  <a:close/>
                  <a:moveTo>
                    <a:pt x="1915189" y="338240"/>
                  </a:moveTo>
                  <a:lnTo>
                    <a:pt x="1963164" y="420455"/>
                  </a:lnTo>
                  <a:lnTo>
                    <a:pt x="1993539" y="299804"/>
                  </a:lnTo>
                  <a:close/>
                  <a:moveTo>
                    <a:pt x="1919542" y="256025"/>
                  </a:moveTo>
                  <a:lnTo>
                    <a:pt x="2002459" y="250339"/>
                  </a:lnTo>
                  <a:lnTo>
                    <a:pt x="1975845" y="232103"/>
                  </a:lnTo>
                  <a:close/>
                  <a:moveTo>
                    <a:pt x="1993539" y="299804"/>
                  </a:moveTo>
                  <a:lnTo>
                    <a:pt x="2002459" y="250339"/>
                  </a:lnTo>
                  <a:lnTo>
                    <a:pt x="1919542" y="256025"/>
                  </a:lnTo>
                  <a:close/>
                  <a:moveTo>
                    <a:pt x="1915189" y="338240"/>
                  </a:moveTo>
                  <a:lnTo>
                    <a:pt x="1993539" y="299804"/>
                  </a:lnTo>
                  <a:lnTo>
                    <a:pt x="1919542" y="256025"/>
                  </a:lnTo>
                  <a:close/>
                  <a:moveTo>
                    <a:pt x="1936105" y="217459"/>
                  </a:moveTo>
                  <a:lnTo>
                    <a:pt x="1919542" y="256025"/>
                  </a:lnTo>
                  <a:lnTo>
                    <a:pt x="1975845" y="232103"/>
                  </a:lnTo>
                  <a:close/>
                  <a:moveTo>
                    <a:pt x="1955803" y="173810"/>
                  </a:moveTo>
                  <a:lnTo>
                    <a:pt x="1975845" y="232103"/>
                  </a:lnTo>
                  <a:lnTo>
                    <a:pt x="2005326" y="217588"/>
                  </a:lnTo>
                  <a:close/>
                  <a:moveTo>
                    <a:pt x="1975845" y="232103"/>
                  </a:moveTo>
                  <a:lnTo>
                    <a:pt x="2002459" y="250339"/>
                  </a:lnTo>
                  <a:lnTo>
                    <a:pt x="2005326" y="217588"/>
                  </a:lnTo>
                  <a:close/>
                  <a:moveTo>
                    <a:pt x="2030371" y="287867"/>
                  </a:moveTo>
                  <a:lnTo>
                    <a:pt x="2136006" y="255791"/>
                  </a:lnTo>
                  <a:lnTo>
                    <a:pt x="2005326" y="217588"/>
                  </a:lnTo>
                  <a:close/>
                  <a:moveTo>
                    <a:pt x="2005326" y="217588"/>
                  </a:moveTo>
                  <a:lnTo>
                    <a:pt x="2136006" y="255791"/>
                  </a:lnTo>
                  <a:lnTo>
                    <a:pt x="2078754" y="179152"/>
                  </a:lnTo>
                  <a:close/>
                  <a:moveTo>
                    <a:pt x="2005326" y="217588"/>
                  </a:moveTo>
                  <a:lnTo>
                    <a:pt x="2002459" y="250339"/>
                  </a:lnTo>
                  <a:lnTo>
                    <a:pt x="2030371" y="287867"/>
                  </a:lnTo>
                  <a:close/>
                  <a:moveTo>
                    <a:pt x="2012720" y="135373"/>
                  </a:moveTo>
                  <a:lnTo>
                    <a:pt x="2005326" y="217588"/>
                  </a:lnTo>
                  <a:lnTo>
                    <a:pt x="2078754" y="179152"/>
                  </a:lnTo>
                  <a:close/>
                  <a:moveTo>
                    <a:pt x="2012720" y="135373"/>
                  </a:moveTo>
                  <a:lnTo>
                    <a:pt x="2078754" y="179152"/>
                  </a:lnTo>
                  <a:lnTo>
                    <a:pt x="2088838" y="96937"/>
                  </a:lnTo>
                  <a:close/>
                  <a:moveTo>
                    <a:pt x="2088838" y="96937"/>
                  </a:moveTo>
                  <a:lnTo>
                    <a:pt x="2090822" y="86855"/>
                  </a:lnTo>
                  <a:lnTo>
                    <a:pt x="2010732" y="53158"/>
                  </a:lnTo>
                  <a:close/>
                  <a:moveTo>
                    <a:pt x="2012720" y="135373"/>
                  </a:moveTo>
                  <a:lnTo>
                    <a:pt x="2088838" y="96937"/>
                  </a:lnTo>
                  <a:lnTo>
                    <a:pt x="2010732" y="53158"/>
                  </a:lnTo>
                  <a:close/>
                  <a:moveTo>
                    <a:pt x="2088838" y="96937"/>
                  </a:moveTo>
                  <a:lnTo>
                    <a:pt x="2135610" y="162809"/>
                  </a:lnTo>
                  <a:lnTo>
                    <a:pt x="2096690" y="94358"/>
                  </a:lnTo>
                  <a:close/>
                  <a:moveTo>
                    <a:pt x="2088838" y="96937"/>
                  </a:moveTo>
                  <a:lnTo>
                    <a:pt x="2078754" y="179152"/>
                  </a:lnTo>
                  <a:lnTo>
                    <a:pt x="2135610" y="162809"/>
                  </a:lnTo>
                  <a:close/>
                  <a:moveTo>
                    <a:pt x="2135610" y="162809"/>
                  </a:moveTo>
                  <a:lnTo>
                    <a:pt x="2201255" y="69941"/>
                  </a:lnTo>
                  <a:lnTo>
                    <a:pt x="2096690" y="94358"/>
                  </a:lnTo>
                  <a:close/>
                  <a:moveTo>
                    <a:pt x="2090822" y="86855"/>
                  </a:moveTo>
                  <a:lnTo>
                    <a:pt x="2088838" y="96937"/>
                  </a:lnTo>
                  <a:lnTo>
                    <a:pt x="2096690" y="94358"/>
                  </a:lnTo>
                  <a:close/>
                  <a:moveTo>
                    <a:pt x="2096690" y="94358"/>
                  </a:moveTo>
                  <a:lnTo>
                    <a:pt x="2108858" y="14722"/>
                  </a:lnTo>
                  <a:lnTo>
                    <a:pt x="2090822" y="86855"/>
                  </a:lnTo>
                  <a:close/>
                  <a:moveTo>
                    <a:pt x="2164168" y="0"/>
                  </a:moveTo>
                  <a:lnTo>
                    <a:pt x="2108858" y="14722"/>
                  </a:lnTo>
                  <a:lnTo>
                    <a:pt x="2096690" y="94358"/>
                  </a:lnTo>
                  <a:close/>
                  <a:moveTo>
                    <a:pt x="2201255" y="69941"/>
                  </a:moveTo>
                  <a:lnTo>
                    <a:pt x="2164168" y="0"/>
                  </a:lnTo>
                  <a:lnTo>
                    <a:pt x="2096690" y="94358"/>
                  </a:lnTo>
                  <a:close/>
                </a:path>
              </a:pathLst>
            </a:custGeom>
            <a:solidFill>
              <a:srgbClr val="E8ECEF"/>
            </a:solidFill>
            <a:ln w="1524">
              <a:solidFill>
                <a:srgbClr val="E8ECEF"/>
              </a:solidFill>
            </a:ln>
          </p:spPr>
        </p:sp>
        <p:sp>
          <p:nvSpPr>
            <p:cNvPr id="2155" name="Candidate_density__2154">
              <a:extLst>
                <a:ext uri="{FF2B5EF4-FFF2-40B4-BE49-F238E27FC236}">
                  <a16:creationId xmlns:a16="http://schemas.microsoft.com/office/drawing/2014/main" id="{D8A436F2-F89F-5F0F-F25C-FDB6AAC5F5FF}"/>
                </a:ext>
              </a:extLst>
            </p:cNvPr>
            <p:cNvSpPr>
              <a:spLocks noGrp="1"/>
            </p:cNvSpPr>
            <p:nvPr/>
          </p:nvSpPr>
          <p:spPr>
            <a:xfrm>
              <a:off x="3659379" y="2450836"/>
              <a:ext cx="2289224" cy="1078249"/>
            </a:xfrm>
            <a:custGeom>
              <a:avLst/>
              <a:gdLst/>
              <a:ahLst/>
              <a:cxnLst/>
              <a:rect l="0" t="0" r="0" b="0"/>
              <a:pathLst>
                <a:path w="2289224" h="1078249">
                  <a:moveTo>
                    <a:pt x="136375" y="764218"/>
                  </a:moveTo>
                  <a:lnTo>
                    <a:pt x="205885" y="738704"/>
                  </a:lnTo>
                  <a:lnTo>
                    <a:pt x="171795" y="753801"/>
                  </a:lnTo>
                  <a:close/>
                  <a:moveTo>
                    <a:pt x="0" y="605347"/>
                  </a:moveTo>
                  <a:lnTo>
                    <a:pt x="74662" y="605837"/>
                  </a:lnTo>
                  <a:lnTo>
                    <a:pt x="9959" y="606215"/>
                  </a:lnTo>
                  <a:close/>
                  <a:moveTo>
                    <a:pt x="712180" y="502744"/>
                  </a:moveTo>
                  <a:lnTo>
                    <a:pt x="737256" y="550411"/>
                  </a:lnTo>
                  <a:lnTo>
                    <a:pt x="728395" y="541180"/>
                  </a:lnTo>
                  <a:close/>
                  <a:moveTo>
                    <a:pt x="709858" y="511431"/>
                  </a:moveTo>
                  <a:lnTo>
                    <a:pt x="708735" y="601860"/>
                  </a:lnTo>
                  <a:lnTo>
                    <a:pt x="712180" y="502744"/>
                  </a:lnTo>
                  <a:close/>
                  <a:moveTo>
                    <a:pt x="669759" y="361505"/>
                  </a:moveTo>
                  <a:lnTo>
                    <a:pt x="711188" y="420528"/>
                  </a:lnTo>
                  <a:lnTo>
                    <a:pt x="656396" y="344134"/>
                  </a:lnTo>
                  <a:close/>
                  <a:moveTo>
                    <a:pt x="1291795" y="1078249"/>
                  </a:moveTo>
                  <a:lnTo>
                    <a:pt x="1323928" y="1065825"/>
                  </a:lnTo>
                  <a:lnTo>
                    <a:pt x="1225804" y="1047178"/>
                  </a:lnTo>
                  <a:close/>
                  <a:moveTo>
                    <a:pt x="1225804" y="1047178"/>
                  </a:moveTo>
                  <a:lnTo>
                    <a:pt x="1323928" y="1065825"/>
                  </a:lnTo>
                  <a:lnTo>
                    <a:pt x="1349094" y="1014278"/>
                  </a:lnTo>
                  <a:close/>
                  <a:moveTo>
                    <a:pt x="1366780" y="930894"/>
                  </a:moveTo>
                  <a:lnTo>
                    <a:pt x="1349094" y="1014278"/>
                  </a:lnTo>
                  <a:lnTo>
                    <a:pt x="1367074" y="957597"/>
                  </a:lnTo>
                  <a:close/>
                  <a:moveTo>
                    <a:pt x="1377758" y="906246"/>
                  </a:moveTo>
                  <a:lnTo>
                    <a:pt x="1366780" y="930894"/>
                  </a:lnTo>
                  <a:lnTo>
                    <a:pt x="1434974" y="841512"/>
                  </a:lnTo>
                  <a:close/>
                  <a:moveTo>
                    <a:pt x="1356993" y="919161"/>
                  </a:moveTo>
                  <a:lnTo>
                    <a:pt x="1366780" y="930894"/>
                  </a:lnTo>
                  <a:lnTo>
                    <a:pt x="1377758" y="906246"/>
                  </a:lnTo>
                  <a:close/>
                  <a:moveTo>
                    <a:pt x="1222683" y="672516"/>
                  </a:moveTo>
                  <a:lnTo>
                    <a:pt x="1167847" y="678741"/>
                  </a:lnTo>
                  <a:lnTo>
                    <a:pt x="1160042" y="677508"/>
                  </a:lnTo>
                  <a:close/>
                  <a:moveTo>
                    <a:pt x="1434974" y="841512"/>
                  </a:moveTo>
                  <a:lnTo>
                    <a:pt x="1449277" y="824326"/>
                  </a:lnTo>
                  <a:lnTo>
                    <a:pt x="1415021" y="830366"/>
                  </a:lnTo>
                  <a:close/>
                  <a:moveTo>
                    <a:pt x="1377758" y="906246"/>
                  </a:moveTo>
                  <a:lnTo>
                    <a:pt x="1434974" y="841512"/>
                  </a:lnTo>
                  <a:lnTo>
                    <a:pt x="1415021" y="830366"/>
                  </a:lnTo>
                  <a:close/>
                  <a:moveTo>
                    <a:pt x="1502110" y="798510"/>
                  </a:moveTo>
                  <a:lnTo>
                    <a:pt x="1569778" y="887045"/>
                  </a:lnTo>
                  <a:lnTo>
                    <a:pt x="1558684" y="880725"/>
                  </a:lnTo>
                  <a:close/>
                  <a:moveTo>
                    <a:pt x="1434974" y="841512"/>
                  </a:moveTo>
                  <a:lnTo>
                    <a:pt x="1569778" y="887045"/>
                  </a:lnTo>
                  <a:lnTo>
                    <a:pt x="1502110" y="798510"/>
                  </a:lnTo>
                  <a:close/>
                  <a:moveTo>
                    <a:pt x="1568680" y="787845"/>
                  </a:moveTo>
                  <a:lnTo>
                    <a:pt x="1599067" y="863234"/>
                  </a:lnTo>
                  <a:lnTo>
                    <a:pt x="1584760" y="880725"/>
                  </a:lnTo>
                  <a:close/>
                  <a:moveTo>
                    <a:pt x="1799249" y="121028"/>
                  </a:moveTo>
                  <a:lnTo>
                    <a:pt x="1755872" y="195793"/>
                  </a:lnTo>
                  <a:lnTo>
                    <a:pt x="1794982" y="224589"/>
                  </a:lnTo>
                  <a:close/>
                  <a:moveTo>
                    <a:pt x="1870637" y="113036"/>
                  </a:moveTo>
                  <a:lnTo>
                    <a:pt x="1875618" y="119533"/>
                  </a:lnTo>
                  <a:lnTo>
                    <a:pt x="1884403" y="116008"/>
                  </a:lnTo>
                  <a:close/>
                  <a:moveTo>
                    <a:pt x="1834632" y="145122"/>
                  </a:moveTo>
                  <a:lnTo>
                    <a:pt x="1870637" y="113036"/>
                  </a:lnTo>
                  <a:lnTo>
                    <a:pt x="1805576" y="99943"/>
                  </a:lnTo>
                  <a:close/>
                  <a:moveTo>
                    <a:pt x="1805576" y="99943"/>
                  </a:moveTo>
                  <a:lnTo>
                    <a:pt x="1799249" y="121028"/>
                  </a:lnTo>
                  <a:lnTo>
                    <a:pt x="1834632" y="145122"/>
                  </a:lnTo>
                  <a:close/>
                  <a:moveTo>
                    <a:pt x="1916348" y="74600"/>
                  </a:moveTo>
                  <a:lnTo>
                    <a:pt x="1870637" y="113036"/>
                  </a:lnTo>
                  <a:lnTo>
                    <a:pt x="1884403" y="116008"/>
                  </a:lnTo>
                  <a:close/>
                  <a:moveTo>
                    <a:pt x="1884403" y="116008"/>
                  </a:moveTo>
                  <a:lnTo>
                    <a:pt x="1958428" y="114116"/>
                  </a:lnTo>
                  <a:lnTo>
                    <a:pt x="2012359" y="100553"/>
                  </a:lnTo>
                  <a:close/>
                  <a:moveTo>
                    <a:pt x="2012359" y="100553"/>
                  </a:moveTo>
                  <a:lnTo>
                    <a:pt x="1958428" y="114116"/>
                  </a:lnTo>
                  <a:lnTo>
                    <a:pt x="2094094" y="127488"/>
                  </a:lnTo>
                  <a:close/>
                  <a:moveTo>
                    <a:pt x="2142901" y="94768"/>
                  </a:moveTo>
                  <a:lnTo>
                    <a:pt x="2094094" y="127488"/>
                  </a:lnTo>
                  <a:lnTo>
                    <a:pt x="2218271" y="97905"/>
                  </a:lnTo>
                  <a:close/>
                  <a:moveTo>
                    <a:pt x="2289224" y="25647"/>
                  </a:moveTo>
                  <a:lnTo>
                    <a:pt x="2246240" y="0"/>
                  </a:lnTo>
                  <a:lnTo>
                    <a:pt x="2218271" y="97905"/>
                  </a:lnTo>
                  <a:close/>
                </a:path>
              </a:pathLst>
            </a:custGeom>
            <a:solidFill>
              <a:srgbClr val="D4DBE0"/>
            </a:solidFill>
            <a:ln w="1524">
              <a:solidFill>
                <a:srgbClr val="D4DBE0"/>
              </a:solidFill>
            </a:ln>
          </p:spPr>
        </p:sp>
        <p:sp>
          <p:nvSpPr>
            <p:cNvPr id="2156" name="Candidate_density__2155">
              <a:extLst>
                <a:ext uri="{FF2B5EF4-FFF2-40B4-BE49-F238E27FC236}">
                  <a16:creationId xmlns:a16="http://schemas.microsoft.com/office/drawing/2014/main" id="{88F48DD9-9E3F-4087-3D2A-701E43EFAB1F}"/>
                </a:ext>
              </a:extLst>
            </p:cNvPr>
            <p:cNvSpPr>
              <a:spLocks noGrp="1"/>
            </p:cNvSpPr>
            <p:nvPr/>
          </p:nvSpPr>
          <p:spPr>
            <a:xfrm>
              <a:off x="3669339" y="2571864"/>
              <a:ext cx="1810438" cy="772692"/>
            </a:xfrm>
            <a:custGeom>
              <a:avLst/>
              <a:gdLst/>
              <a:ahLst/>
              <a:cxnLst/>
              <a:rect l="0" t="0" r="0" b="0"/>
              <a:pathLst>
                <a:path w="1810438" h="772692">
                  <a:moveTo>
                    <a:pt x="64702" y="484809"/>
                  </a:moveTo>
                  <a:lnTo>
                    <a:pt x="83974" y="477510"/>
                  </a:lnTo>
                  <a:lnTo>
                    <a:pt x="0" y="485187"/>
                  </a:lnTo>
                  <a:close/>
                  <a:moveTo>
                    <a:pt x="136308" y="234780"/>
                  </a:moveTo>
                  <a:lnTo>
                    <a:pt x="134928" y="250380"/>
                  </a:lnTo>
                  <a:lnTo>
                    <a:pt x="160069" y="195761"/>
                  </a:lnTo>
                  <a:close/>
                  <a:moveTo>
                    <a:pt x="1513509" y="772692"/>
                  </a:moveTo>
                  <a:lnTo>
                    <a:pt x="1559819" y="766018"/>
                  </a:lnTo>
                  <a:lnTo>
                    <a:pt x="1425015" y="720484"/>
                  </a:lnTo>
                  <a:close/>
                  <a:moveTo>
                    <a:pt x="1574801" y="759697"/>
                  </a:moveTo>
                  <a:lnTo>
                    <a:pt x="1559819" y="766018"/>
                  </a:lnTo>
                  <a:lnTo>
                    <a:pt x="1577680" y="677482"/>
                  </a:lnTo>
                  <a:close/>
                  <a:moveTo>
                    <a:pt x="1492151" y="677482"/>
                  </a:moveTo>
                  <a:lnTo>
                    <a:pt x="1548725" y="759697"/>
                  </a:lnTo>
                  <a:lnTo>
                    <a:pt x="1589107" y="742206"/>
                  </a:lnTo>
                  <a:close/>
                  <a:moveTo>
                    <a:pt x="1789623" y="112661"/>
                  </a:moveTo>
                  <a:lnTo>
                    <a:pt x="1789290" y="0"/>
                  </a:lnTo>
                  <a:lnTo>
                    <a:pt x="1785022" y="103561"/>
                  </a:lnTo>
                  <a:close/>
                  <a:moveTo>
                    <a:pt x="1810438" y="30445"/>
                  </a:moveTo>
                  <a:lnTo>
                    <a:pt x="1789290" y="0"/>
                  </a:lnTo>
                  <a:lnTo>
                    <a:pt x="1789623" y="112661"/>
                  </a:lnTo>
                  <a:close/>
                </a:path>
              </a:pathLst>
            </a:custGeom>
            <a:solidFill>
              <a:srgbClr val="D0D7DD"/>
            </a:solidFill>
            <a:ln w="1524">
              <a:solidFill>
                <a:srgbClr val="D0D7DD"/>
              </a:solidFill>
            </a:ln>
          </p:spPr>
        </p:sp>
        <p:sp>
          <p:nvSpPr>
            <p:cNvPr id="2157" name="Candidate_density__2156">
              <a:extLst>
                <a:ext uri="{FF2B5EF4-FFF2-40B4-BE49-F238E27FC236}">
                  <a16:creationId xmlns:a16="http://schemas.microsoft.com/office/drawing/2014/main" id="{79F37CBD-DCF8-18A3-171C-A76BD7637DA6}"/>
                </a:ext>
              </a:extLst>
            </p:cNvPr>
            <p:cNvSpPr>
              <a:spLocks noGrp="1"/>
            </p:cNvSpPr>
            <p:nvPr/>
          </p:nvSpPr>
          <p:spPr>
            <a:xfrm>
              <a:off x="3723117" y="2513180"/>
              <a:ext cx="1882225" cy="964960"/>
            </a:xfrm>
            <a:custGeom>
              <a:avLst/>
              <a:gdLst/>
              <a:ahLst/>
              <a:cxnLst/>
              <a:rect l="0" t="0" r="0" b="0"/>
              <a:pathLst>
                <a:path w="1882225" h="964960">
                  <a:moveTo>
                    <a:pt x="86799" y="676360"/>
                  </a:moveTo>
                  <a:lnTo>
                    <a:pt x="72637" y="701874"/>
                  </a:lnTo>
                  <a:lnTo>
                    <a:pt x="108057" y="691457"/>
                  </a:lnTo>
                  <a:close/>
                  <a:moveTo>
                    <a:pt x="82590" y="659695"/>
                  </a:moveTo>
                  <a:lnTo>
                    <a:pt x="61926" y="649990"/>
                  </a:lnTo>
                  <a:lnTo>
                    <a:pt x="108057" y="691457"/>
                  </a:lnTo>
                  <a:close/>
                  <a:moveTo>
                    <a:pt x="86799" y="676360"/>
                  </a:moveTo>
                  <a:lnTo>
                    <a:pt x="61926" y="649990"/>
                  </a:lnTo>
                  <a:lnTo>
                    <a:pt x="9078" y="592863"/>
                  </a:lnTo>
                  <a:close/>
                  <a:moveTo>
                    <a:pt x="0" y="555709"/>
                  </a:moveTo>
                  <a:lnTo>
                    <a:pt x="4729" y="583788"/>
                  </a:lnTo>
                  <a:lnTo>
                    <a:pt x="9078" y="592863"/>
                  </a:lnTo>
                  <a:close/>
                  <a:moveTo>
                    <a:pt x="274305" y="720139"/>
                  </a:moveTo>
                  <a:lnTo>
                    <a:pt x="336688" y="773749"/>
                  </a:lnTo>
                  <a:lnTo>
                    <a:pt x="253924" y="715175"/>
                  </a:lnTo>
                  <a:close/>
                  <a:moveTo>
                    <a:pt x="439823" y="665497"/>
                  </a:moveTo>
                  <a:lnTo>
                    <a:pt x="447923" y="578550"/>
                  </a:lnTo>
                  <a:lnTo>
                    <a:pt x="433837" y="681702"/>
                  </a:lnTo>
                  <a:close/>
                  <a:moveTo>
                    <a:pt x="412957" y="561051"/>
                  </a:moveTo>
                  <a:lnTo>
                    <a:pt x="487355" y="628007"/>
                  </a:lnTo>
                  <a:lnTo>
                    <a:pt x="433837" y="681702"/>
                  </a:lnTo>
                  <a:close/>
                  <a:moveTo>
                    <a:pt x="569856" y="540012"/>
                  </a:moveTo>
                  <a:lnTo>
                    <a:pt x="561402" y="643266"/>
                  </a:lnTo>
                  <a:lnTo>
                    <a:pt x="516989" y="523601"/>
                  </a:lnTo>
                  <a:close/>
                  <a:moveTo>
                    <a:pt x="566525" y="642812"/>
                  </a:moveTo>
                  <a:lnTo>
                    <a:pt x="561402" y="643266"/>
                  </a:lnTo>
                  <a:lnTo>
                    <a:pt x="569856" y="540012"/>
                  </a:lnTo>
                  <a:close/>
                  <a:moveTo>
                    <a:pt x="646121" y="449087"/>
                  </a:moveTo>
                  <a:lnTo>
                    <a:pt x="569856" y="540012"/>
                  </a:lnTo>
                  <a:lnTo>
                    <a:pt x="533874" y="523279"/>
                  </a:lnTo>
                  <a:close/>
                  <a:moveTo>
                    <a:pt x="1214309" y="964960"/>
                  </a:moveTo>
                  <a:lnTo>
                    <a:pt x="1285356" y="951934"/>
                  </a:lnTo>
                  <a:lnTo>
                    <a:pt x="1255670" y="904401"/>
                  </a:lnTo>
                  <a:close/>
                  <a:moveTo>
                    <a:pt x="1273885" y="831663"/>
                  </a:moveTo>
                  <a:lnTo>
                    <a:pt x="1255670" y="904401"/>
                  </a:lnTo>
                  <a:lnTo>
                    <a:pt x="1293255" y="856817"/>
                  </a:lnTo>
                  <a:close/>
                  <a:moveTo>
                    <a:pt x="1273503" y="755873"/>
                  </a:moveTo>
                  <a:lnTo>
                    <a:pt x="1293255" y="856817"/>
                  </a:lnTo>
                  <a:lnTo>
                    <a:pt x="1314020" y="843902"/>
                  </a:lnTo>
                  <a:close/>
                  <a:moveTo>
                    <a:pt x="1365983" y="717288"/>
                  </a:moveTo>
                  <a:lnTo>
                    <a:pt x="1351283" y="768022"/>
                  </a:lnTo>
                  <a:lnTo>
                    <a:pt x="1404352" y="736166"/>
                  </a:lnTo>
                  <a:close/>
                  <a:moveTo>
                    <a:pt x="1365983" y="717288"/>
                  </a:moveTo>
                  <a:lnTo>
                    <a:pt x="1414381" y="725278"/>
                  </a:lnTo>
                  <a:lnTo>
                    <a:pt x="1373873" y="637280"/>
                  </a:lnTo>
                  <a:close/>
                  <a:moveTo>
                    <a:pt x="1207900" y="166002"/>
                  </a:moveTo>
                  <a:lnTo>
                    <a:pt x="1169264" y="204439"/>
                  </a:lnTo>
                  <a:lnTo>
                    <a:pt x="1218652" y="120387"/>
                  </a:lnTo>
                  <a:close/>
                  <a:moveTo>
                    <a:pt x="1341794" y="86936"/>
                  </a:moveTo>
                  <a:lnTo>
                    <a:pt x="1270379" y="133867"/>
                  </a:lnTo>
                  <a:lnTo>
                    <a:pt x="1218652" y="120387"/>
                  </a:lnTo>
                  <a:close/>
                  <a:moveTo>
                    <a:pt x="1469241" y="89129"/>
                  </a:moveTo>
                  <a:lnTo>
                    <a:pt x="1427722" y="129550"/>
                  </a:lnTo>
                  <a:lnTo>
                    <a:pt x="1476458" y="96562"/>
                  </a:lnTo>
                  <a:close/>
                  <a:moveTo>
                    <a:pt x="1469241" y="89129"/>
                  </a:moveTo>
                  <a:lnTo>
                    <a:pt x="1425094" y="127566"/>
                  </a:lnTo>
                  <a:lnTo>
                    <a:pt x="1427722" y="129550"/>
                  </a:lnTo>
                  <a:close/>
                  <a:moveTo>
                    <a:pt x="1425094" y="127566"/>
                  </a:moveTo>
                  <a:lnTo>
                    <a:pt x="1469241" y="89129"/>
                  </a:lnTo>
                  <a:lnTo>
                    <a:pt x="1341794" y="86936"/>
                  </a:lnTo>
                  <a:close/>
                  <a:moveTo>
                    <a:pt x="1469241" y="89129"/>
                  </a:moveTo>
                  <a:lnTo>
                    <a:pt x="1395878" y="73945"/>
                  </a:lnTo>
                  <a:lnTo>
                    <a:pt x="1341794" y="86936"/>
                  </a:lnTo>
                  <a:close/>
                  <a:moveTo>
                    <a:pt x="1708082" y="220575"/>
                  </a:moveTo>
                  <a:lnTo>
                    <a:pt x="1692134" y="133449"/>
                  </a:lnTo>
                  <a:lnTo>
                    <a:pt x="1709931" y="215123"/>
                  </a:lnTo>
                  <a:close/>
                  <a:moveTo>
                    <a:pt x="1852610" y="12256"/>
                  </a:moveTo>
                  <a:lnTo>
                    <a:pt x="1869776" y="22079"/>
                  </a:lnTo>
                  <a:lnTo>
                    <a:pt x="1882225" y="0"/>
                  </a:lnTo>
                  <a:close/>
                </a:path>
              </a:pathLst>
            </a:custGeom>
            <a:solidFill>
              <a:srgbClr val="D8DEE3"/>
            </a:solidFill>
            <a:ln w="1524">
              <a:solidFill>
                <a:srgbClr val="D8DEE3"/>
              </a:solidFill>
            </a:ln>
          </p:spPr>
        </p:sp>
        <p:sp>
          <p:nvSpPr>
            <p:cNvPr id="2158" name="Candidate_density__2157">
              <a:extLst>
                <a:ext uri="{FF2B5EF4-FFF2-40B4-BE49-F238E27FC236}">
                  <a16:creationId xmlns:a16="http://schemas.microsoft.com/office/drawing/2014/main" id="{3D50A30F-AC7F-515D-F59B-1ADD2B292391}"/>
                </a:ext>
              </a:extLst>
            </p:cNvPr>
            <p:cNvSpPr>
              <a:spLocks noGrp="1"/>
            </p:cNvSpPr>
            <p:nvPr/>
          </p:nvSpPr>
          <p:spPr>
            <a:xfrm>
              <a:off x="3676169" y="2449518"/>
              <a:ext cx="2156541" cy="1028622"/>
            </a:xfrm>
            <a:custGeom>
              <a:avLst/>
              <a:gdLst/>
              <a:ahLst/>
              <a:cxnLst/>
              <a:rect l="0" t="0" r="0" b="0"/>
              <a:pathLst>
                <a:path w="2156541" h="1028622">
                  <a:moveTo>
                    <a:pt x="340078" y="807556"/>
                  </a:moveTo>
                  <a:lnTo>
                    <a:pt x="383636" y="837411"/>
                  </a:lnTo>
                  <a:lnTo>
                    <a:pt x="321253" y="783801"/>
                  </a:lnTo>
                  <a:close/>
                  <a:moveTo>
                    <a:pt x="0" y="575593"/>
                  </a:moveTo>
                  <a:lnTo>
                    <a:pt x="51678" y="647451"/>
                  </a:lnTo>
                  <a:lnTo>
                    <a:pt x="46948" y="619371"/>
                  </a:lnTo>
                  <a:close/>
                  <a:moveTo>
                    <a:pt x="472396" y="890614"/>
                  </a:moveTo>
                  <a:lnTo>
                    <a:pt x="486049" y="849568"/>
                  </a:lnTo>
                  <a:lnTo>
                    <a:pt x="417763" y="866016"/>
                  </a:lnTo>
                  <a:close/>
                  <a:moveTo>
                    <a:pt x="486251" y="749311"/>
                  </a:moveTo>
                  <a:lnTo>
                    <a:pt x="480785" y="745365"/>
                  </a:lnTo>
                  <a:lnTo>
                    <a:pt x="383636" y="837411"/>
                  </a:lnTo>
                  <a:close/>
                  <a:moveTo>
                    <a:pt x="383636" y="837411"/>
                  </a:moveTo>
                  <a:lnTo>
                    <a:pt x="417763" y="866016"/>
                  </a:lnTo>
                  <a:lnTo>
                    <a:pt x="486049" y="849568"/>
                  </a:lnTo>
                  <a:close/>
                  <a:moveTo>
                    <a:pt x="486049" y="849568"/>
                  </a:moveTo>
                  <a:lnTo>
                    <a:pt x="486251" y="749311"/>
                  </a:lnTo>
                  <a:lnTo>
                    <a:pt x="383636" y="837411"/>
                  </a:lnTo>
                  <a:close/>
                  <a:moveTo>
                    <a:pt x="570019" y="841894"/>
                  </a:moveTo>
                  <a:lnTo>
                    <a:pt x="501234" y="745365"/>
                  </a:lnTo>
                  <a:lnTo>
                    <a:pt x="486251" y="749311"/>
                  </a:lnTo>
                  <a:close/>
                  <a:moveTo>
                    <a:pt x="570019" y="841894"/>
                  </a:moveTo>
                  <a:lnTo>
                    <a:pt x="486251" y="749311"/>
                  </a:lnTo>
                  <a:lnTo>
                    <a:pt x="486049" y="849568"/>
                  </a:lnTo>
                  <a:close/>
                  <a:moveTo>
                    <a:pt x="486251" y="749311"/>
                  </a:moveTo>
                  <a:lnTo>
                    <a:pt x="501234" y="745365"/>
                  </a:lnTo>
                  <a:lnTo>
                    <a:pt x="486772" y="729159"/>
                  </a:lnTo>
                  <a:close/>
                  <a:moveTo>
                    <a:pt x="480785" y="745365"/>
                  </a:moveTo>
                  <a:lnTo>
                    <a:pt x="486251" y="749311"/>
                  </a:lnTo>
                  <a:lnTo>
                    <a:pt x="486772" y="729159"/>
                  </a:lnTo>
                  <a:close/>
                  <a:moveTo>
                    <a:pt x="480785" y="745365"/>
                  </a:moveTo>
                  <a:lnTo>
                    <a:pt x="494871" y="642212"/>
                  </a:lnTo>
                  <a:lnTo>
                    <a:pt x="459905" y="624713"/>
                  </a:lnTo>
                  <a:close/>
                  <a:moveTo>
                    <a:pt x="612542" y="707232"/>
                  </a:moveTo>
                  <a:lnTo>
                    <a:pt x="501234" y="745365"/>
                  </a:lnTo>
                  <a:lnTo>
                    <a:pt x="581405" y="804321"/>
                  </a:lnTo>
                  <a:close/>
                  <a:moveTo>
                    <a:pt x="501234" y="745365"/>
                  </a:moveTo>
                  <a:lnTo>
                    <a:pt x="612542" y="707232"/>
                  </a:lnTo>
                  <a:lnTo>
                    <a:pt x="494871" y="642212"/>
                  </a:lnTo>
                  <a:close/>
                  <a:moveTo>
                    <a:pt x="501234" y="745365"/>
                  </a:moveTo>
                  <a:lnTo>
                    <a:pt x="494871" y="642212"/>
                  </a:lnTo>
                  <a:lnTo>
                    <a:pt x="486772" y="729159"/>
                  </a:lnTo>
                  <a:close/>
                  <a:moveTo>
                    <a:pt x="687270" y="707070"/>
                  </a:moveTo>
                  <a:lnTo>
                    <a:pt x="612542" y="707232"/>
                  </a:lnTo>
                  <a:lnTo>
                    <a:pt x="581405" y="804321"/>
                  </a:lnTo>
                  <a:close/>
                  <a:moveTo>
                    <a:pt x="398196" y="560123"/>
                  </a:moveTo>
                  <a:lnTo>
                    <a:pt x="459905" y="624713"/>
                  </a:lnTo>
                  <a:lnTo>
                    <a:pt x="494871" y="642212"/>
                  </a:lnTo>
                  <a:close/>
                  <a:moveTo>
                    <a:pt x="330284" y="460283"/>
                  </a:moveTo>
                  <a:lnTo>
                    <a:pt x="351013" y="500237"/>
                  </a:lnTo>
                  <a:lnTo>
                    <a:pt x="347734" y="498719"/>
                  </a:lnTo>
                  <a:close/>
                  <a:moveTo>
                    <a:pt x="504056" y="534653"/>
                  </a:moveTo>
                  <a:lnTo>
                    <a:pt x="616804" y="603674"/>
                  </a:lnTo>
                  <a:lnTo>
                    <a:pt x="566507" y="586277"/>
                  </a:lnTo>
                  <a:close/>
                  <a:moveTo>
                    <a:pt x="520097" y="542499"/>
                  </a:moveTo>
                  <a:lnTo>
                    <a:pt x="616804" y="603674"/>
                  </a:lnTo>
                  <a:lnTo>
                    <a:pt x="504056" y="534653"/>
                  </a:lnTo>
                  <a:close/>
                  <a:moveTo>
                    <a:pt x="580823" y="586941"/>
                  </a:moveTo>
                  <a:lnTo>
                    <a:pt x="616804" y="603674"/>
                  </a:lnTo>
                  <a:lnTo>
                    <a:pt x="520097" y="542499"/>
                  </a:lnTo>
                  <a:close/>
                  <a:moveTo>
                    <a:pt x="469519" y="421846"/>
                  </a:moveTo>
                  <a:lnTo>
                    <a:pt x="463786" y="460283"/>
                  </a:lnTo>
                  <a:lnTo>
                    <a:pt x="514074" y="504062"/>
                  </a:lnTo>
                  <a:close/>
                  <a:moveTo>
                    <a:pt x="469519" y="421846"/>
                  </a:moveTo>
                  <a:lnTo>
                    <a:pt x="464633" y="431184"/>
                  </a:lnTo>
                  <a:lnTo>
                    <a:pt x="463786" y="460283"/>
                  </a:lnTo>
                  <a:close/>
                  <a:moveTo>
                    <a:pt x="484012" y="250671"/>
                  </a:moveTo>
                  <a:lnTo>
                    <a:pt x="601555" y="301195"/>
                  </a:lnTo>
                  <a:lnTo>
                    <a:pt x="606585" y="311705"/>
                  </a:lnTo>
                  <a:close/>
                  <a:moveTo>
                    <a:pt x="407902" y="151863"/>
                  </a:moveTo>
                  <a:lnTo>
                    <a:pt x="317071" y="165116"/>
                  </a:lnTo>
                  <a:lnTo>
                    <a:pt x="397907" y="257417"/>
                  </a:lnTo>
                  <a:close/>
                  <a:moveTo>
                    <a:pt x="411086" y="257417"/>
                  </a:moveTo>
                  <a:lnTo>
                    <a:pt x="484012" y="250671"/>
                  </a:lnTo>
                  <a:lnTo>
                    <a:pt x="407902" y="151863"/>
                  </a:lnTo>
                  <a:close/>
                  <a:moveTo>
                    <a:pt x="1256056" y="920479"/>
                  </a:moveTo>
                  <a:lnTo>
                    <a:pt x="1261257" y="1028622"/>
                  </a:lnTo>
                  <a:lnTo>
                    <a:pt x="1302618" y="968063"/>
                  </a:lnTo>
                  <a:close/>
                  <a:moveTo>
                    <a:pt x="1256056" y="920479"/>
                  </a:moveTo>
                  <a:lnTo>
                    <a:pt x="1302618" y="968063"/>
                  </a:lnTo>
                  <a:lnTo>
                    <a:pt x="1320833" y="895325"/>
                  </a:lnTo>
                  <a:close/>
                  <a:moveTo>
                    <a:pt x="1320833" y="895325"/>
                  </a:moveTo>
                  <a:lnTo>
                    <a:pt x="1340204" y="920479"/>
                  </a:lnTo>
                  <a:lnTo>
                    <a:pt x="1320451" y="819535"/>
                  </a:lnTo>
                  <a:close/>
                  <a:moveTo>
                    <a:pt x="1320451" y="819535"/>
                  </a:moveTo>
                  <a:lnTo>
                    <a:pt x="1360968" y="907564"/>
                  </a:lnTo>
                  <a:lnTo>
                    <a:pt x="1398231" y="831685"/>
                  </a:lnTo>
                  <a:close/>
                  <a:moveTo>
                    <a:pt x="1412931" y="780950"/>
                  </a:moveTo>
                  <a:lnTo>
                    <a:pt x="1320451" y="819535"/>
                  </a:lnTo>
                  <a:lnTo>
                    <a:pt x="1398231" y="831685"/>
                  </a:lnTo>
                  <a:close/>
                  <a:moveTo>
                    <a:pt x="1420822" y="700942"/>
                  </a:moveTo>
                  <a:lnTo>
                    <a:pt x="1342735" y="687648"/>
                  </a:lnTo>
                  <a:lnTo>
                    <a:pt x="1303662" y="717612"/>
                  </a:lnTo>
                  <a:close/>
                  <a:moveTo>
                    <a:pt x="1420822" y="700942"/>
                  </a:moveTo>
                  <a:lnTo>
                    <a:pt x="1465164" y="698986"/>
                  </a:lnTo>
                  <a:lnTo>
                    <a:pt x="1430136" y="679176"/>
                  </a:lnTo>
                  <a:close/>
                  <a:moveTo>
                    <a:pt x="1420822" y="700942"/>
                  </a:moveTo>
                  <a:lnTo>
                    <a:pt x="1461330" y="788940"/>
                  </a:lnTo>
                  <a:lnTo>
                    <a:pt x="1465164" y="698986"/>
                  </a:lnTo>
                  <a:close/>
                  <a:moveTo>
                    <a:pt x="1451300" y="799828"/>
                  </a:moveTo>
                  <a:lnTo>
                    <a:pt x="1461330" y="788940"/>
                  </a:lnTo>
                  <a:lnTo>
                    <a:pt x="1412931" y="780950"/>
                  </a:lnTo>
                  <a:close/>
                  <a:moveTo>
                    <a:pt x="1303662" y="717612"/>
                  </a:moveTo>
                  <a:lnTo>
                    <a:pt x="1337067" y="681942"/>
                  </a:lnTo>
                  <a:lnTo>
                    <a:pt x="1407660" y="651734"/>
                  </a:lnTo>
                  <a:close/>
                  <a:moveTo>
                    <a:pt x="1407660" y="651734"/>
                  </a:moveTo>
                  <a:lnTo>
                    <a:pt x="1365501" y="619326"/>
                  </a:lnTo>
                  <a:lnTo>
                    <a:pt x="1302562" y="635398"/>
                  </a:lnTo>
                  <a:close/>
                  <a:moveTo>
                    <a:pt x="1407660" y="651734"/>
                  </a:moveTo>
                  <a:lnTo>
                    <a:pt x="1430136" y="679176"/>
                  </a:lnTo>
                  <a:lnTo>
                    <a:pt x="1365501" y="619326"/>
                  </a:lnTo>
                  <a:close/>
                  <a:moveTo>
                    <a:pt x="1430136" y="679176"/>
                  </a:moveTo>
                  <a:lnTo>
                    <a:pt x="1465164" y="698986"/>
                  </a:lnTo>
                  <a:lnTo>
                    <a:pt x="1365501" y="619326"/>
                  </a:lnTo>
                  <a:close/>
                  <a:moveTo>
                    <a:pt x="1420822" y="700942"/>
                  </a:moveTo>
                  <a:lnTo>
                    <a:pt x="1430136" y="679176"/>
                  </a:lnTo>
                  <a:lnTo>
                    <a:pt x="1427673" y="668873"/>
                  </a:lnTo>
                  <a:close/>
                  <a:moveTo>
                    <a:pt x="1427673" y="668873"/>
                  </a:moveTo>
                  <a:lnTo>
                    <a:pt x="1430136" y="679176"/>
                  </a:lnTo>
                  <a:lnTo>
                    <a:pt x="1407660" y="651734"/>
                  </a:lnTo>
                  <a:close/>
                  <a:moveTo>
                    <a:pt x="1339422" y="229664"/>
                  </a:moveTo>
                  <a:lnTo>
                    <a:pt x="1356269" y="226462"/>
                  </a:lnTo>
                  <a:lnTo>
                    <a:pt x="1388742" y="150598"/>
                  </a:lnTo>
                  <a:close/>
                  <a:moveTo>
                    <a:pt x="1265600" y="184049"/>
                  </a:moveTo>
                  <a:lnTo>
                    <a:pt x="1339422" y="229664"/>
                  </a:lnTo>
                  <a:lnTo>
                    <a:pt x="1388742" y="150598"/>
                  </a:lnTo>
                  <a:close/>
                  <a:moveTo>
                    <a:pt x="1356269" y="226462"/>
                  </a:moveTo>
                  <a:lnTo>
                    <a:pt x="1472042" y="191228"/>
                  </a:lnTo>
                  <a:lnTo>
                    <a:pt x="1388742" y="150598"/>
                  </a:lnTo>
                  <a:close/>
                  <a:moveTo>
                    <a:pt x="1565546" y="254324"/>
                  </a:moveTo>
                  <a:lnTo>
                    <a:pt x="1568446" y="235007"/>
                  </a:lnTo>
                  <a:lnTo>
                    <a:pt x="1523406" y="160224"/>
                  </a:lnTo>
                  <a:close/>
                  <a:moveTo>
                    <a:pt x="1565546" y="254324"/>
                  </a:moveTo>
                  <a:lnTo>
                    <a:pt x="1523406" y="160224"/>
                  </a:lnTo>
                  <a:lnTo>
                    <a:pt x="1474670" y="193212"/>
                  </a:lnTo>
                  <a:close/>
                  <a:moveTo>
                    <a:pt x="1739082" y="197112"/>
                  </a:moveTo>
                  <a:lnTo>
                    <a:pt x="1732670" y="196570"/>
                  </a:lnTo>
                  <a:lnTo>
                    <a:pt x="1756880" y="278785"/>
                  </a:lnTo>
                  <a:close/>
                  <a:moveTo>
                    <a:pt x="1761943" y="114354"/>
                  </a:moveTo>
                  <a:lnTo>
                    <a:pt x="1737554" y="188367"/>
                  </a:lnTo>
                  <a:lnTo>
                    <a:pt x="1782460" y="122346"/>
                  </a:lnTo>
                  <a:close/>
                  <a:moveTo>
                    <a:pt x="1782460" y="122346"/>
                  </a:moveTo>
                  <a:lnTo>
                    <a:pt x="1737554" y="188367"/>
                  </a:lnTo>
                  <a:lnTo>
                    <a:pt x="1739082" y="197112"/>
                  </a:lnTo>
                  <a:close/>
                  <a:moveTo>
                    <a:pt x="1956760" y="20222"/>
                  </a:moveTo>
                  <a:lnTo>
                    <a:pt x="1899558" y="75918"/>
                  </a:lnTo>
                  <a:lnTo>
                    <a:pt x="1929173" y="63662"/>
                  </a:lnTo>
                  <a:close/>
                  <a:moveTo>
                    <a:pt x="1916724" y="85741"/>
                  </a:moveTo>
                  <a:lnTo>
                    <a:pt x="1987354" y="37482"/>
                  </a:lnTo>
                  <a:lnTo>
                    <a:pt x="1929173" y="63662"/>
                  </a:lnTo>
                  <a:close/>
                  <a:moveTo>
                    <a:pt x="2043493" y="65845"/>
                  </a:moveTo>
                  <a:lnTo>
                    <a:pt x="1987354" y="37482"/>
                  </a:lnTo>
                  <a:lnTo>
                    <a:pt x="1916724" y="85741"/>
                  </a:lnTo>
                  <a:close/>
                  <a:moveTo>
                    <a:pt x="2156541" y="0"/>
                  </a:moveTo>
                  <a:lnTo>
                    <a:pt x="2043493" y="65845"/>
                  </a:lnTo>
                  <a:lnTo>
                    <a:pt x="2126112" y="96086"/>
                  </a:lnTo>
                  <a:close/>
                </a:path>
              </a:pathLst>
            </a:custGeom>
            <a:solidFill>
              <a:srgbClr val="DCE1E6"/>
            </a:solidFill>
            <a:ln w="1524">
              <a:solidFill>
                <a:srgbClr val="DCE1E6"/>
              </a:solidFill>
            </a:ln>
          </p:spPr>
        </p:sp>
        <p:sp>
          <p:nvSpPr>
            <p:cNvPr id="2159" name="Candidate_density__2158">
              <a:extLst>
                <a:ext uri="{FF2B5EF4-FFF2-40B4-BE49-F238E27FC236}">
                  <a16:creationId xmlns:a16="http://schemas.microsoft.com/office/drawing/2014/main" id="{5B561421-44E5-F8F2-3476-F489E3970557}"/>
                </a:ext>
              </a:extLst>
            </p:cNvPr>
            <p:cNvSpPr>
              <a:spLocks noGrp="1"/>
            </p:cNvSpPr>
            <p:nvPr/>
          </p:nvSpPr>
          <p:spPr>
            <a:xfrm>
              <a:off x="3626070" y="2366349"/>
              <a:ext cx="2279550" cy="1111791"/>
            </a:xfrm>
            <a:custGeom>
              <a:avLst/>
              <a:gdLst/>
              <a:ahLst/>
              <a:cxnLst/>
              <a:rect l="0" t="0" r="0" b="0"/>
              <a:pathLst>
                <a:path w="2279550" h="1111791">
                  <a:moveTo>
                    <a:pt x="433735" y="920581"/>
                  </a:moveTo>
                  <a:lnTo>
                    <a:pt x="390177" y="890725"/>
                  </a:lnTo>
                  <a:lnTo>
                    <a:pt x="467862" y="949186"/>
                  </a:lnTo>
                  <a:close/>
                  <a:moveTo>
                    <a:pt x="0" y="576547"/>
                  </a:moveTo>
                  <a:lnTo>
                    <a:pt x="50099" y="658762"/>
                  </a:lnTo>
                  <a:lnTo>
                    <a:pt x="69587" y="620325"/>
                  </a:lnTo>
                  <a:close/>
                  <a:moveTo>
                    <a:pt x="544970" y="725381"/>
                  </a:moveTo>
                  <a:lnTo>
                    <a:pt x="662641" y="790402"/>
                  </a:lnTo>
                  <a:lnTo>
                    <a:pt x="632303" y="714974"/>
                  </a:lnTo>
                  <a:close/>
                  <a:moveTo>
                    <a:pt x="737370" y="790240"/>
                  </a:moveTo>
                  <a:lnTo>
                    <a:pt x="632303" y="714974"/>
                  </a:lnTo>
                  <a:lnTo>
                    <a:pt x="662641" y="790402"/>
                  </a:lnTo>
                  <a:close/>
                  <a:moveTo>
                    <a:pt x="488021" y="693144"/>
                  </a:moveTo>
                  <a:lnTo>
                    <a:pt x="510004" y="707883"/>
                  </a:lnTo>
                  <a:lnTo>
                    <a:pt x="448295" y="643293"/>
                  </a:lnTo>
                  <a:close/>
                  <a:moveTo>
                    <a:pt x="448295" y="643293"/>
                  </a:moveTo>
                  <a:lnTo>
                    <a:pt x="544970" y="725381"/>
                  </a:lnTo>
                  <a:lnTo>
                    <a:pt x="505742" y="657181"/>
                  </a:lnTo>
                  <a:close/>
                  <a:moveTo>
                    <a:pt x="448295" y="643293"/>
                  </a:moveTo>
                  <a:lnTo>
                    <a:pt x="401112" y="583406"/>
                  </a:lnTo>
                  <a:lnTo>
                    <a:pt x="395221" y="625849"/>
                  </a:lnTo>
                  <a:close/>
                  <a:moveTo>
                    <a:pt x="448295" y="643293"/>
                  </a:moveTo>
                  <a:lnTo>
                    <a:pt x="533672" y="585168"/>
                  </a:lnTo>
                  <a:lnTo>
                    <a:pt x="410543" y="581889"/>
                  </a:lnTo>
                  <a:close/>
                  <a:moveTo>
                    <a:pt x="410543" y="581889"/>
                  </a:moveTo>
                  <a:lnTo>
                    <a:pt x="401112" y="583406"/>
                  </a:lnTo>
                  <a:lnTo>
                    <a:pt x="448295" y="643293"/>
                  </a:lnTo>
                  <a:close/>
                  <a:moveTo>
                    <a:pt x="533672" y="585168"/>
                  </a:moveTo>
                  <a:lnTo>
                    <a:pt x="570197" y="625668"/>
                  </a:lnTo>
                  <a:lnTo>
                    <a:pt x="554155" y="617822"/>
                  </a:lnTo>
                  <a:close/>
                  <a:moveTo>
                    <a:pt x="564173" y="587231"/>
                  </a:moveTo>
                  <a:lnTo>
                    <a:pt x="533672" y="585168"/>
                  </a:lnTo>
                  <a:lnTo>
                    <a:pt x="554155" y="617822"/>
                  </a:lnTo>
                  <a:close/>
                  <a:moveTo>
                    <a:pt x="534111" y="333841"/>
                  </a:moveTo>
                  <a:lnTo>
                    <a:pt x="656684" y="394875"/>
                  </a:lnTo>
                  <a:lnTo>
                    <a:pt x="629529" y="316860"/>
                  </a:lnTo>
                  <a:close/>
                  <a:moveTo>
                    <a:pt x="458001" y="235032"/>
                  </a:moveTo>
                  <a:lnTo>
                    <a:pt x="531375" y="235973"/>
                  </a:lnTo>
                  <a:lnTo>
                    <a:pt x="515770" y="148568"/>
                  </a:lnTo>
                  <a:close/>
                  <a:moveTo>
                    <a:pt x="1306155" y="1003649"/>
                  </a:moveTo>
                  <a:lnTo>
                    <a:pt x="1249726" y="1042085"/>
                  </a:lnTo>
                  <a:lnTo>
                    <a:pt x="1311357" y="1111791"/>
                  </a:lnTo>
                  <a:close/>
                  <a:moveTo>
                    <a:pt x="1306155" y="1003649"/>
                  </a:moveTo>
                  <a:lnTo>
                    <a:pt x="1370932" y="978495"/>
                  </a:lnTo>
                  <a:lnTo>
                    <a:pt x="1348123" y="882997"/>
                  </a:lnTo>
                  <a:close/>
                  <a:moveTo>
                    <a:pt x="1463031" y="864120"/>
                  </a:moveTo>
                  <a:lnTo>
                    <a:pt x="1470921" y="784112"/>
                  </a:lnTo>
                  <a:lnTo>
                    <a:pt x="1353761" y="800782"/>
                  </a:lnTo>
                  <a:close/>
                  <a:moveTo>
                    <a:pt x="1386919" y="865404"/>
                  </a:moveTo>
                  <a:lnTo>
                    <a:pt x="1463031" y="864120"/>
                  </a:lnTo>
                  <a:lnTo>
                    <a:pt x="1353761" y="800782"/>
                  </a:lnTo>
                  <a:close/>
                  <a:moveTo>
                    <a:pt x="1352661" y="718568"/>
                  </a:moveTo>
                  <a:lnTo>
                    <a:pt x="1353761" y="800782"/>
                  </a:lnTo>
                  <a:lnTo>
                    <a:pt x="1457759" y="734903"/>
                  </a:lnTo>
                  <a:close/>
                  <a:moveTo>
                    <a:pt x="1613865" y="641694"/>
                  </a:moveTo>
                  <a:lnTo>
                    <a:pt x="1598392" y="703392"/>
                  </a:lnTo>
                  <a:lnTo>
                    <a:pt x="1572196" y="735870"/>
                  </a:lnTo>
                  <a:close/>
                  <a:moveTo>
                    <a:pt x="1632468" y="347094"/>
                  </a:moveTo>
                  <a:lnTo>
                    <a:pt x="1618545" y="318176"/>
                  </a:lnTo>
                  <a:lnTo>
                    <a:pt x="1615645" y="337493"/>
                  </a:lnTo>
                  <a:close/>
                  <a:moveTo>
                    <a:pt x="1674194" y="197524"/>
                  </a:moveTo>
                  <a:lnTo>
                    <a:pt x="1699565" y="220849"/>
                  </a:lnTo>
                  <a:lnTo>
                    <a:pt x="1679957" y="208394"/>
                  </a:lnTo>
                  <a:close/>
                  <a:moveTo>
                    <a:pt x="1787653" y="271537"/>
                  </a:moveTo>
                  <a:lnTo>
                    <a:pt x="1715310" y="197524"/>
                  </a:lnTo>
                  <a:lnTo>
                    <a:pt x="1789181" y="280281"/>
                  </a:lnTo>
                  <a:close/>
                  <a:moveTo>
                    <a:pt x="1789181" y="280281"/>
                  </a:moveTo>
                  <a:lnTo>
                    <a:pt x="1715310" y="197524"/>
                  </a:lnTo>
                  <a:lnTo>
                    <a:pt x="1679957" y="208394"/>
                  </a:lnTo>
                  <a:close/>
                  <a:moveTo>
                    <a:pt x="1699565" y="220849"/>
                  </a:moveTo>
                  <a:lnTo>
                    <a:pt x="1782769" y="279739"/>
                  </a:lnTo>
                  <a:lnTo>
                    <a:pt x="1789181" y="280281"/>
                  </a:lnTo>
                  <a:close/>
                  <a:moveTo>
                    <a:pt x="1679957" y="208394"/>
                  </a:moveTo>
                  <a:lnTo>
                    <a:pt x="1699565" y="220849"/>
                  </a:lnTo>
                  <a:lnTo>
                    <a:pt x="1789181" y="280281"/>
                  </a:lnTo>
                  <a:close/>
                  <a:moveTo>
                    <a:pt x="1679957" y="208394"/>
                  </a:moveTo>
                  <a:lnTo>
                    <a:pt x="1715310" y="197524"/>
                  </a:lnTo>
                  <a:lnTo>
                    <a:pt x="1689394" y="182822"/>
                  </a:lnTo>
                  <a:close/>
                  <a:moveTo>
                    <a:pt x="1674194" y="197524"/>
                  </a:moveTo>
                  <a:lnTo>
                    <a:pt x="1679957" y="208394"/>
                  </a:lnTo>
                  <a:lnTo>
                    <a:pt x="1689394" y="182822"/>
                  </a:lnTo>
                  <a:close/>
                  <a:moveTo>
                    <a:pt x="1604406" y="80266"/>
                  </a:moveTo>
                  <a:lnTo>
                    <a:pt x="1568115" y="38543"/>
                  </a:lnTo>
                  <a:lnTo>
                    <a:pt x="1577276" y="42290"/>
                  </a:lnTo>
                  <a:close/>
                  <a:moveTo>
                    <a:pt x="1604406" y="80266"/>
                  </a:moveTo>
                  <a:lnTo>
                    <a:pt x="1577276" y="42290"/>
                  </a:lnTo>
                  <a:lnTo>
                    <a:pt x="1659588" y="71384"/>
                  </a:lnTo>
                  <a:close/>
                  <a:moveTo>
                    <a:pt x="1715310" y="197524"/>
                  </a:moveTo>
                  <a:lnTo>
                    <a:pt x="1787653" y="271537"/>
                  </a:lnTo>
                  <a:lnTo>
                    <a:pt x="1778385" y="188965"/>
                  </a:lnTo>
                  <a:close/>
                  <a:moveTo>
                    <a:pt x="1688441" y="101404"/>
                  </a:moveTo>
                  <a:lnTo>
                    <a:pt x="1674194" y="197524"/>
                  </a:lnTo>
                  <a:lnTo>
                    <a:pt x="1689394" y="182822"/>
                  </a:lnTo>
                  <a:close/>
                  <a:moveTo>
                    <a:pt x="1778385" y="188965"/>
                  </a:moveTo>
                  <a:lnTo>
                    <a:pt x="1689394" y="182822"/>
                  </a:lnTo>
                  <a:lnTo>
                    <a:pt x="1715310" y="197524"/>
                  </a:lnTo>
                  <a:close/>
                  <a:moveTo>
                    <a:pt x="1688441" y="101404"/>
                  </a:moveTo>
                  <a:lnTo>
                    <a:pt x="1689394" y="182822"/>
                  </a:lnTo>
                  <a:lnTo>
                    <a:pt x="1778385" y="188965"/>
                  </a:lnTo>
                  <a:close/>
                  <a:moveTo>
                    <a:pt x="1778385" y="188965"/>
                  </a:moveTo>
                  <a:lnTo>
                    <a:pt x="1787653" y="271537"/>
                  </a:lnTo>
                  <a:lnTo>
                    <a:pt x="1812042" y="197524"/>
                  </a:lnTo>
                  <a:close/>
                  <a:moveTo>
                    <a:pt x="1778385" y="188965"/>
                  </a:moveTo>
                  <a:lnTo>
                    <a:pt x="1812042" y="197524"/>
                  </a:lnTo>
                  <a:lnTo>
                    <a:pt x="1757517" y="105839"/>
                  </a:lnTo>
                  <a:close/>
                  <a:moveTo>
                    <a:pt x="1626171" y="91436"/>
                  </a:moveTo>
                  <a:lnTo>
                    <a:pt x="1688441" y="101404"/>
                  </a:lnTo>
                  <a:lnTo>
                    <a:pt x="1659588" y="71384"/>
                  </a:lnTo>
                  <a:close/>
                  <a:moveTo>
                    <a:pt x="1876077" y="108280"/>
                  </a:moveTo>
                  <a:lnTo>
                    <a:pt x="1949657" y="159088"/>
                  </a:lnTo>
                  <a:lnTo>
                    <a:pt x="1934953" y="38436"/>
                  </a:lnTo>
                  <a:close/>
                  <a:moveTo>
                    <a:pt x="1934953" y="38436"/>
                  </a:moveTo>
                  <a:lnTo>
                    <a:pt x="1949657" y="159088"/>
                  </a:lnTo>
                  <a:lnTo>
                    <a:pt x="2006859" y="103392"/>
                  </a:lnTo>
                  <a:close/>
                  <a:moveTo>
                    <a:pt x="1979272" y="146832"/>
                  </a:moveTo>
                  <a:lnTo>
                    <a:pt x="2037453" y="120652"/>
                  </a:lnTo>
                  <a:lnTo>
                    <a:pt x="2006859" y="103392"/>
                  </a:lnTo>
                  <a:close/>
                  <a:moveTo>
                    <a:pt x="2037453" y="120652"/>
                  </a:moveTo>
                  <a:lnTo>
                    <a:pt x="2093592" y="149015"/>
                  </a:lnTo>
                  <a:lnTo>
                    <a:pt x="2107838" y="102902"/>
                  </a:lnTo>
                  <a:close/>
                  <a:moveTo>
                    <a:pt x="2006859" y="103392"/>
                  </a:moveTo>
                  <a:lnTo>
                    <a:pt x="2037453" y="120652"/>
                  </a:lnTo>
                  <a:lnTo>
                    <a:pt x="2095460" y="0"/>
                  </a:lnTo>
                  <a:close/>
                  <a:moveTo>
                    <a:pt x="2115828" y="16948"/>
                  </a:moveTo>
                  <a:lnTo>
                    <a:pt x="2037453" y="120652"/>
                  </a:lnTo>
                  <a:lnTo>
                    <a:pt x="2107838" y="102902"/>
                  </a:lnTo>
                  <a:close/>
                  <a:moveTo>
                    <a:pt x="2206640" y="83170"/>
                  </a:moveTo>
                  <a:lnTo>
                    <a:pt x="2107838" y="102902"/>
                  </a:lnTo>
                  <a:lnTo>
                    <a:pt x="2093592" y="149015"/>
                  </a:lnTo>
                  <a:close/>
                  <a:moveTo>
                    <a:pt x="2107838" y="102902"/>
                  </a:moveTo>
                  <a:lnTo>
                    <a:pt x="2206640" y="83170"/>
                  </a:lnTo>
                  <a:lnTo>
                    <a:pt x="2115828" y="16948"/>
                  </a:lnTo>
                  <a:close/>
                  <a:moveTo>
                    <a:pt x="2206640" y="83170"/>
                  </a:moveTo>
                  <a:lnTo>
                    <a:pt x="2206668" y="77928"/>
                  </a:lnTo>
                  <a:lnTo>
                    <a:pt x="2115828" y="16948"/>
                  </a:lnTo>
                  <a:close/>
                  <a:moveTo>
                    <a:pt x="2206640" y="83170"/>
                  </a:moveTo>
                  <a:lnTo>
                    <a:pt x="2279550" y="84488"/>
                  </a:lnTo>
                  <a:lnTo>
                    <a:pt x="2206668" y="77928"/>
                  </a:lnTo>
                  <a:close/>
                </a:path>
              </a:pathLst>
            </a:custGeom>
            <a:solidFill>
              <a:srgbClr val="E0E5E9"/>
            </a:solidFill>
            <a:ln w="1524">
              <a:solidFill>
                <a:srgbClr val="E0E5E9"/>
              </a:solidFill>
            </a:ln>
          </p:spPr>
        </p:sp>
        <p:sp>
          <p:nvSpPr>
            <p:cNvPr id="2160" name="Candidate_density__2159">
              <a:extLst>
                <a:ext uri="{FF2B5EF4-FFF2-40B4-BE49-F238E27FC236}">
                  <a16:creationId xmlns:a16="http://schemas.microsoft.com/office/drawing/2014/main" id="{ABC0E5B1-E2F7-BF4B-CF63-7BEAC0F12B02}"/>
                </a:ext>
              </a:extLst>
            </p:cNvPr>
            <p:cNvSpPr>
              <a:spLocks noGrp="1"/>
            </p:cNvSpPr>
            <p:nvPr/>
          </p:nvSpPr>
          <p:spPr>
            <a:xfrm>
              <a:off x="3785043" y="2587125"/>
              <a:ext cx="1669318" cy="877989"/>
            </a:xfrm>
            <a:custGeom>
              <a:avLst/>
              <a:gdLst/>
              <a:ahLst/>
              <a:cxnLst/>
              <a:rect l="0" t="0" r="0" b="0"/>
              <a:pathLst>
                <a:path w="1669318" h="877989">
                  <a:moveTo>
                    <a:pt x="46131" y="617512"/>
                  </a:moveTo>
                  <a:lnTo>
                    <a:pt x="0" y="576045"/>
                  </a:lnTo>
                  <a:lnTo>
                    <a:pt x="24873" y="602416"/>
                  </a:lnTo>
                  <a:close/>
                  <a:moveTo>
                    <a:pt x="105483" y="624216"/>
                  </a:moveTo>
                  <a:lnTo>
                    <a:pt x="20664" y="585750"/>
                  </a:lnTo>
                  <a:lnTo>
                    <a:pt x="46131" y="617512"/>
                  </a:lnTo>
                  <a:close/>
                  <a:moveTo>
                    <a:pt x="371911" y="607758"/>
                  </a:moveTo>
                  <a:lnTo>
                    <a:pt x="340803" y="689973"/>
                  </a:lnTo>
                  <a:lnTo>
                    <a:pt x="274762" y="699804"/>
                  </a:lnTo>
                  <a:close/>
                  <a:moveTo>
                    <a:pt x="274762" y="699804"/>
                  </a:moveTo>
                  <a:lnTo>
                    <a:pt x="340803" y="689973"/>
                  </a:lnTo>
                  <a:lnTo>
                    <a:pt x="315587" y="701439"/>
                  </a:lnTo>
                  <a:close/>
                  <a:moveTo>
                    <a:pt x="191998" y="641230"/>
                  </a:moveTo>
                  <a:lnTo>
                    <a:pt x="274762" y="699804"/>
                  </a:lnTo>
                  <a:lnTo>
                    <a:pt x="315587" y="701439"/>
                  </a:lnTo>
                  <a:close/>
                  <a:moveTo>
                    <a:pt x="504599" y="568867"/>
                  </a:moveTo>
                  <a:lnTo>
                    <a:pt x="570291" y="615553"/>
                  </a:lnTo>
                  <a:lnTo>
                    <a:pt x="499476" y="569321"/>
                  </a:lnTo>
                  <a:close/>
                  <a:moveTo>
                    <a:pt x="507930" y="466067"/>
                  </a:moveTo>
                  <a:lnTo>
                    <a:pt x="554389" y="448670"/>
                  </a:lnTo>
                  <a:lnTo>
                    <a:pt x="504599" y="568867"/>
                  </a:lnTo>
                  <a:close/>
                  <a:moveTo>
                    <a:pt x="1193744" y="830456"/>
                  </a:moveTo>
                  <a:lnTo>
                    <a:pt x="1241116" y="794605"/>
                  </a:lnTo>
                  <a:lnTo>
                    <a:pt x="1231330" y="782872"/>
                  </a:lnTo>
                  <a:close/>
                  <a:moveTo>
                    <a:pt x="1223430" y="877989"/>
                  </a:moveTo>
                  <a:lnTo>
                    <a:pt x="1241116" y="794605"/>
                  </a:lnTo>
                  <a:lnTo>
                    <a:pt x="1193744" y="830456"/>
                  </a:lnTo>
                  <a:close/>
                  <a:moveTo>
                    <a:pt x="1042183" y="542452"/>
                  </a:moveTo>
                  <a:lnTo>
                    <a:pt x="1097019" y="536227"/>
                  </a:lnTo>
                  <a:lnTo>
                    <a:pt x="1133972" y="580005"/>
                  </a:lnTo>
                  <a:close/>
                  <a:moveTo>
                    <a:pt x="1133972" y="580005"/>
                  </a:moveTo>
                  <a:lnTo>
                    <a:pt x="1097019" y="536227"/>
                  </a:lnTo>
                  <a:lnTo>
                    <a:pt x="1133030" y="497791"/>
                  </a:lnTo>
                  <a:close/>
                  <a:moveTo>
                    <a:pt x="1042183" y="542452"/>
                  </a:moveTo>
                  <a:lnTo>
                    <a:pt x="1034692" y="577901"/>
                  </a:lnTo>
                  <a:lnTo>
                    <a:pt x="974535" y="568184"/>
                  </a:lnTo>
                  <a:close/>
                  <a:moveTo>
                    <a:pt x="1097019" y="536227"/>
                  </a:moveTo>
                  <a:lnTo>
                    <a:pt x="1121869" y="415576"/>
                  </a:lnTo>
                  <a:lnTo>
                    <a:pt x="1133030" y="497791"/>
                  </a:lnTo>
                  <a:close/>
                  <a:moveTo>
                    <a:pt x="1162308" y="397714"/>
                  </a:moveTo>
                  <a:lnTo>
                    <a:pt x="1121869" y="415576"/>
                  </a:lnTo>
                  <a:lnTo>
                    <a:pt x="1137473" y="404864"/>
                  </a:lnTo>
                  <a:close/>
                  <a:moveTo>
                    <a:pt x="1616699" y="270670"/>
                  </a:moveTo>
                  <a:lnTo>
                    <a:pt x="1645135" y="347645"/>
                  </a:lnTo>
                  <a:lnTo>
                    <a:pt x="1649392" y="382481"/>
                  </a:lnTo>
                  <a:close/>
                  <a:moveTo>
                    <a:pt x="1645135" y="347645"/>
                  </a:moveTo>
                  <a:lnTo>
                    <a:pt x="1616699" y="270670"/>
                  </a:lnTo>
                  <a:lnTo>
                    <a:pt x="1643664" y="344045"/>
                  </a:lnTo>
                  <a:close/>
                  <a:moveTo>
                    <a:pt x="1616699" y="270670"/>
                  </a:moveTo>
                  <a:lnTo>
                    <a:pt x="1606242" y="261829"/>
                  </a:lnTo>
                  <a:lnTo>
                    <a:pt x="1643664" y="344045"/>
                  </a:lnTo>
                  <a:close/>
                  <a:moveTo>
                    <a:pt x="1333953" y="0"/>
                  </a:moveTo>
                  <a:lnTo>
                    <a:pt x="1222047" y="53621"/>
                  </a:lnTo>
                  <a:lnTo>
                    <a:pt x="1279868" y="12991"/>
                  </a:lnTo>
                  <a:close/>
                  <a:moveTo>
                    <a:pt x="1606242" y="261829"/>
                  </a:moveTo>
                  <a:lnTo>
                    <a:pt x="1646156" y="146630"/>
                  </a:lnTo>
                  <a:lnTo>
                    <a:pt x="1648006" y="141178"/>
                  </a:lnTo>
                  <a:close/>
                  <a:moveTo>
                    <a:pt x="1630208" y="59505"/>
                  </a:moveTo>
                  <a:lnTo>
                    <a:pt x="1646156" y="146630"/>
                  </a:lnTo>
                  <a:lnTo>
                    <a:pt x="1669318" y="88300"/>
                  </a:lnTo>
                  <a:close/>
                </a:path>
              </a:pathLst>
            </a:custGeom>
            <a:solidFill>
              <a:srgbClr val="D4DBE0"/>
            </a:solidFill>
            <a:ln w="1524">
              <a:solidFill>
                <a:srgbClr val="D4DBE0"/>
              </a:solidFill>
            </a:ln>
          </p:spPr>
        </p:sp>
        <p:sp>
          <p:nvSpPr>
            <p:cNvPr id="2161" name="Candidate_density__2160">
              <a:extLst>
                <a:ext uri="{FF2B5EF4-FFF2-40B4-BE49-F238E27FC236}">
                  <a16:creationId xmlns:a16="http://schemas.microsoft.com/office/drawing/2014/main" id="{4D1CD0B8-131E-5B46-F058-AA418B8F2122}"/>
                </a:ext>
              </a:extLst>
            </p:cNvPr>
            <p:cNvSpPr>
              <a:spLocks noGrp="1"/>
            </p:cNvSpPr>
            <p:nvPr/>
          </p:nvSpPr>
          <p:spPr>
            <a:xfrm>
              <a:off x="3626070" y="1982709"/>
              <a:ext cx="2206668" cy="1425725"/>
            </a:xfrm>
            <a:custGeom>
              <a:avLst/>
              <a:gdLst/>
              <a:ahLst/>
              <a:cxnLst/>
              <a:rect l="0" t="0" r="0" b="0"/>
              <a:pathLst>
                <a:path w="2206668" h="1425725">
                  <a:moveTo>
                    <a:pt x="0" y="960186"/>
                  </a:moveTo>
                  <a:lnTo>
                    <a:pt x="69587" y="1003965"/>
                  </a:lnTo>
                  <a:lnTo>
                    <a:pt x="58142" y="921750"/>
                  </a:lnTo>
                  <a:close/>
                  <a:moveTo>
                    <a:pt x="43518" y="839535"/>
                  </a:moveTo>
                  <a:lnTo>
                    <a:pt x="0" y="960186"/>
                  </a:lnTo>
                  <a:lnTo>
                    <a:pt x="58142" y="921750"/>
                  </a:lnTo>
                  <a:close/>
                  <a:moveTo>
                    <a:pt x="505742" y="1040821"/>
                  </a:moveTo>
                  <a:lnTo>
                    <a:pt x="533672" y="968807"/>
                  </a:lnTo>
                  <a:lnTo>
                    <a:pt x="448295" y="1026932"/>
                  </a:lnTo>
                  <a:close/>
                  <a:moveTo>
                    <a:pt x="513885" y="927092"/>
                  </a:moveTo>
                  <a:lnTo>
                    <a:pt x="533672" y="968807"/>
                  </a:lnTo>
                  <a:lnTo>
                    <a:pt x="564173" y="970871"/>
                  </a:lnTo>
                  <a:close/>
                  <a:moveTo>
                    <a:pt x="458001" y="618672"/>
                  </a:moveTo>
                  <a:lnTo>
                    <a:pt x="534111" y="717481"/>
                  </a:lnTo>
                  <a:lnTo>
                    <a:pt x="531375" y="619613"/>
                  </a:lnTo>
                  <a:close/>
                  <a:moveTo>
                    <a:pt x="367170" y="631925"/>
                  </a:moveTo>
                  <a:lnTo>
                    <a:pt x="458001" y="618672"/>
                  </a:lnTo>
                  <a:lnTo>
                    <a:pt x="448219" y="526532"/>
                  </a:lnTo>
                  <a:close/>
                  <a:moveTo>
                    <a:pt x="458001" y="618672"/>
                  </a:moveTo>
                  <a:lnTo>
                    <a:pt x="515770" y="532208"/>
                  </a:lnTo>
                  <a:lnTo>
                    <a:pt x="448219" y="526532"/>
                  </a:lnTo>
                  <a:close/>
                  <a:moveTo>
                    <a:pt x="358872" y="538578"/>
                  </a:moveTo>
                  <a:lnTo>
                    <a:pt x="448219" y="526532"/>
                  </a:lnTo>
                  <a:lnTo>
                    <a:pt x="386316" y="481322"/>
                  </a:lnTo>
                  <a:close/>
                  <a:moveTo>
                    <a:pt x="1197203" y="1343509"/>
                  </a:moveTo>
                  <a:lnTo>
                    <a:pt x="1249726" y="1425725"/>
                  </a:lnTo>
                  <a:lnTo>
                    <a:pt x="1306155" y="1387289"/>
                  </a:lnTo>
                  <a:close/>
                  <a:moveTo>
                    <a:pt x="1197203" y="1343509"/>
                  </a:moveTo>
                  <a:lnTo>
                    <a:pt x="1306155" y="1387289"/>
                  </a:lnTo>
                  <a:lnTo>
                    <a:pt x="1258961" y="1305073"/>
                  </a:lnTo>
                  <a:close/>
                  <a:moveTo>
                    <a:pt x="1183242" y="1261295"/>
                  </a:moveTo>
                  <a:lnTo>
                    <a:pt x="1197203" y="1343509"/>
                  </a:lnTo>
                  <a:lnTo>
                    <a:pt x="1258961" y="1305073"/>
                  </a:lnTo>
                  <a:close/>
                  <a:moveTo>
                    <a:pt x="1258961" y="1305073"/>
                  </a:moveTo>
                  <a:lnTo>
                    <a:pt x="1306155" y="1387289"/>
                  </a:lnTo>
                  <a:lnTo>
                    <a:pt x="1348123" y="1266637"/>
                  </a:lnTo>
                  <a:close/>
                  <a:moveTo>
                    <a:pt x="1275699" y="1140643"/>
                  </a:moveTo>
                  <a:lnTo>
                    <a:pt x="1353761" y="1184422"/>
                  </a:lnTo>
                  <a:lnTo>
                    <a:pt x="1352661" y="1102207"/>
                  </a:lnTo>
                  <a:close/>
                  <a:moveTo>
                    <a:pt x="918055" y="709169"/>
                  </a:moveTo>
                  <a:lnTo>
                    <a:pt x="941430" y="691131"/>
                  </a:lnTo>
                  <a:lnTo>
                    <a:pt x="916547" y="729568"/>
                  </a:lnTo>
                  <a:close/>
                  <a:moveTo>
                    <a:pt x="1658086" y="904682"/>
                  </a:moveTo>
                  <a:lnTo>
                    <a:pt x="1620795" y="940407"/>
                  </a:lnTo>
                  <a:lnTo>
                    <a:pt x="1613865" y="1025334"/>
                  </a:lnTo>
                  <a:close/>
                  <a:moveTo>
                    <a:pt x="1374830" y="458135"/>
                  </a:moveTo>
                  <a:lnTo>
                    <a:pt x="1434982" y="387776"/>
                  </a:lnTo>
                  <a:lnTo>
                    <a:pt x="1415885" y="385258"/>
                  </a:lnTo>
                  <a:close/>
                  <a:moveTo>
                    <a:pt x="1374830" y="458135"/>
                  </a:moveTo>
                  <a:lnTo>
                    <a:pt x="1415885" y="385258"/>
                  </a:lnTo>
                  <a:lnTo>
                    <a:pt x="1330199" y="394327"/>
                  </a:lnTo>
                  <a:close/>
                  <a:moveTo>
                    <a:pt x="1490616" y="424595"/>
                  </a:moveTo>
                  <a:lnTo>
                    <a:pt x="1514699" y="407165"/>
                  </a:lnTo>
                  <a:lnTo>
                    <a:pt x="1434982" y="387776"/>
                  </a:lnTo>
                  <a:close/>
                  <a:moveTo>
                    <a:pt x="1490616" y="424595"/>
                  </a:moveTo>
                  <a:lnTo>
                    <a:pt x="1568115" y="422183"/>
                  </a:lnTo>
                  <a:lnTo>
                    <a:pt x="1514699" y="407165"/>
                  </a:lnTo>
                  <a:close/>
                  <a:moveTo>
                    <a:pt x="1568115" y="422183"/>
                  </a:moveTo>
                  <a:lnTo>
                    <a:pt x="1490616" y="424595"/>
                  </a:lnTo>
                  <a:lnTo>
                    <a:pt x="1577276" y="425929"/>
                  </a:lnTo>
                  <a:close/>
                  <a:moveTo>
                    <a:pt x="1757517" y="489478"/>
                  </a:moveTo>
                  <a:lnTo>
                    <a:pt x="1688441" y="485044"/>
                  </a:lnTo>
                  <a:lnTo>
                    <a:pt x="1778385" y="572605"/>
                  </a:lnTo>
                  <a:close/>
                  <a:moveTo>
                    <a:pt x="1757517" y="489478"/>
                  </a:moveTo>
                  <a:lnTo>
                    <a:pt x="1812042" y="581164"/>
                  </a:lnTo>
                  <a:lnTo>
                    <a:pt x="1876077" y="491919"/>
                  </a:lnTo>
                  <a:close/>
                  <a:moveTo>
                    <a:pt x="1757517" y="489478"/>
                  </a:moveTo>
                  <a:lnTo>
                    <a:pt x="1876077" y="491919"/>
                  </a:lnTo>
                  <a:lnTo>
                    <a:pt x="1841470" y="460512"/>
                  </a:lnTo>
                  <a:close/>
                  <a:moveTo>
                    <a:pt x="1626171" y="475076"/>
                  </a:moveTo>
                  <a:lnTo>
                    <a:pt x="1659588" y="455023"/>
                  </a:lnTo>
                  <a:lnTo>
                    <a:pt x="1577276" y="425929"/>
                  </a:lnTo>
                  <a:close/>
                  <a:moveTo>
                    <a:pt x="1688441" y="485044"/>
                  </a:moveTo>
                  <a:lnTo>
                    <a:pt x="1730772" y="442506"/>
                  </a:lnTo>
                  <a:lnTo>
                    <a:pt x="1659588" y="455023"/>
                  </a:lnTo>
                  <a:close/>
                  <a:moveTo>
                    <a:pt x="1688441" y="485044"/>
                  </a:moveTo>
                  <a:lnTo>
                    <a:pt x="1757517" y="489478"/>
                  </a:lnTo>
                  <a:lnTo>
                    <a:pt x="1730772" y="442506"/>
                  </a:lnTo>
                  <a:close/>
                  <a:moveTo>
                    <a:pt x="1889608" y="442683"/>
                  </a:moveTo>
                  <a:lnTo>
                    <a:pt x="1876077" y="491919"/>
                  </a:lnTo>
                  <a:lnTo>
                    <a:pt x="1934953" y="422076"/>
                  </a:lnTo>
                  <a:close/>
                  <a:moveTo>
                    <a:pt x="1841470" y="460512"/>
                  </a:moveTo>
                  <a:lnTo>
                    <a:pt x="1876077" y="491919"/>
                  </a:lnTo>
                  <a:lnTo>
                    <a:pt x="1889608" y="442683"/>
                  </a:lnTo>
                  <a:close/>
                  <a:moveTo>
                    <a:pt x="2019847" y="397393"/>
                  </a:moveTo>
                  <a:lnTo>
                    <a:pt x="2006859" y="487031"/>
                  </a:lnTo>
                  <a:lnTo>
                    <a:pt x="2095460" y="383640"/>
                  </a:lnTo>
                  <a:close/>
                  <a:moveTo>
                    <a:pt x="2095460" y="383640"/>
                  </a:moveTo>
                  <a:lnTo>
                    <a:pt x="2037453" y="504291"/>
                  </a:lnTo>
                  <a:lnTo>
                    <a:pt x="2115828" y="400588"/>
                  </a:lnTo>
                  <a:close/>
                  <a:moveTo>
                    <a:pt x="1934953" y="422076"/>
                  </a:moveTo>
                  <a:lnTo>
                    <a:pt x="2006859" y="487031"/>
                  </a:lnTo>
                  <a:lnTo>
                    <a:pt x="2019847" y="397393"/>
                  </a:lnTo>
                  <a:close/>
                  <a:moveTo>
                    <a:pt x="2019847" y="397393"/>
                  </a:moveTo>
                  <a:lnTo>
                    <a:pt x="2104998" y="360095"/>
                  </a:lnTo>
                  <a:lnTo>
                    <a:pt x="2073041" y="314647"/>
                  </a:lnTo>
                  <a:close/>
                  <a:moveTo>
                    <a:pt x="2019847" y="397393"/>
                  </a:moveTo>
                  <a:lnTo>
                    <a:pt x="2073041" y="314647"/>
                  </a:lnTo>
                  <a:lnTo>
                    <a:pt x="1996947" y="315918"/>
                  </a:lnTo>
                  <a:close/>
                  <a:moveTo>
                    <a:pt x="1996947" y="315918"/>
                  </a:moveTo>
                  <a:lnTo>
                    <a:pt x="2073041" y="314647"/>
                  </a:lnTo>
                  <a:lnTo>
                    <a:pt x="1968876" y="238647"/>
                  </a:lnTo>
                  <a:close/>
                  <a:moveTo>
                    <a:pt x="2095460" y="383640"/>
                  </a:moveTo>
                  <a:lnTo>
                    <a:pt x="2115828" y="400588"/>
                  </a:lnTo>
                  <a:lnTo>
                    <a:pt x="2116329" y="379547"/>
                  </a:lnTo>
                  <a:close/>
                  <a:moveTo>
                    <a:pt x="2104998" y="360095"/>
                  </a:moveTo>
                  <a:lnTo>
                    <a:pt x="2095460" y="383640"/>
                  </a:lnTo>
                  <a:lnTo>
                    <a:pt x="2116329" y="379547"/>
                  </a:lnTo>
                  <a:close/>
                  <a:moveTo>
                    <a:pt x="2205121" y="367952"/>
                  </a:moveTo>
                  <a:lnTo>
                    <a:pt x="2115828" y="400588"/>
                  </a:lnTo>
                  <a:lnTo>
                    <a:pt x="2206668" y="461567"/>
                  </a:lnTo>
                  <a:close/>
                  <a:moveTo>
                    <a:pt x="2205121" y="367952"/>
                  </a:moveTo>
                  <a:lnTo>
                    <a:pt x="2116329" y="379547"/>
                  </a:lnTo>
                  <a:lnTo>
                    <a:pt x="2115828" y="400588"/>
                  </a:lnTo>
                  <a:close/>
                  <a:moveTo>
                    <a:pt x="2116329" y="379547"/>
                  </a:moveTo>
                  <a:lnTo>
                    <a:pt x="2164738" y="304797"/>
                  </a:lnTo>
                  <a:lnTo>
                    <a:pt x="2104998" y="360095"/>
                  </a:lnTo>
                  <a:close/>
                  <a:moveTo>
                    <a:pt x="2116329" y="379547"/>
                  </a:moveTo>
                  <a:lnTo>
                    <a:pt x="2205121" y="367952"/>
                  </a:lnTo>
                  <a:lnTo>
                    <a:pt x="2164738" y="304797"/>
                  </a:lnTo>
                  <a:close/>
                  <a:moveTo>
                    <a:pt x="2091044" y="99826"/>
                  </a:moveTo>
                  <a:lnTo>
                    <a:pt x="2066107" y="214689"/>
                  </a:lnTo>
                  <a:lnTo>
                    <a:pt x="2097760" y="98558"/>
                  </a:lnTo>
                  <a:close/>
                  <a:moveTo>
                    <a:pt x="2091044" y="99826"/>
                  </a:moveTo>
                  <a:lnTo>
                    <a:pt x="1981132" y="175642"/>
                  </a:lnTo>
                  <a:lnTo>
                    <a:pt x="2066107" y="214689"/>
                  </a:lnTo>
                  <a:close/>
                  <a:moveTo>
                    <a:pt x="2091044" y="99826"/>
                  </a:moveTo>
                  <a:lnTo>
                    <a:pt x="2091113" y="92982"/>
                  </a:lnTo>
                  <a:lnTo>
                    <a:pt x="1985478" y="125058"/>
                  </a:lnTo>
                  <a:close/>
                  <a:moveTo>
                    <a:pt x="2091044" y="99826"/>
                  </a:moveTo>
                  <a:lnTo>
                    <a:pt x="2097760" y="98558"/>
                  </a:lnTo>
                  <a:lnTo>
                    <a:pt x="2091113" y="92982"/>
                  </a:lnTo>
                  <a:close/>
                  <a:moveTo>
                    <a:pt x="2180698" y="180773"/>
                  </a:moveTo>
                  <a:lnTo>
                    <a:pt x="2192565" y="193638"/>
                  </a:lnTo>
                  <a:lnTo>
                    <a:pt x="2192678" y="177883"/>
                  </a:lnTo>
                  <a:close/>
                  <a:moveTo>
                    <a:pt x="2097760" y="98558"/>
                  </a:moveTo>
                  <a:lnTo>
                    <a:pt x="2192678" y="177883"/>
                  </a:lnTo>
                  <a:lnTo>
                    <a:pt x="2184911" y="84106"/>
                  </a:lnTo>
                  <a:close/>
                  <a:moveTo>
                    <a:pt x="2097760" y="98558"/>
                  </a:moveTo>
                  <a:lnTo>
                    <a:pt x="2180698" y="180773"/>
                  </a:lnTo>
                  <a:lnTo>
                    <a:pt x="2192678" y="177883"/>
                  </a:lnTo>
                  <a:close/>
                  <a:moveTo>
                    <a:pt x="2184911" y="84106"/>
                  </a:moveTo>
                  <a:lnTo>
                    <a:pt x="2091113" y="92982"/>
                  </a:lnTo>
                  <a:lnTo>
                    <a:pt x="2097760" y="98558"/>
                  </a:lnTo>
                  <a:close/>
                  <a:moveTo>
                    <a:pt x="2090717" y="0"/>
                  </a:moveTo>
                  <a:lnTo>
                    <a:pt x="2091113" y="92982"/>
                  </a:lnTo>
                  <a:lnTo>
                    <a:pt x="2184911" y="84106"/>
                  </a:lnTo>
                  <a:close/>
                </a:path>
              </a:pathLst>
            </a:custGeom>
            <a:solidFill>
              <a:srgbClr val="E3E8EC"/>
            </a:solidFill>
            <a:ln w="1524">
              <a:solidFill>
                <a:srgbClr val="E3E8EC"/>
              </a:solidFill>
            </a:ln>
          </p:spPr>
        </p:sp>
        <p:sp>
          <p:nvSpPr>
            <p:cNvPr id="2162" name="Candidate_density__2161">
              <a:extLst>
                <a:ext uri="{FF2B5EF4-FFF2-40B4-BE49-F238E27FC236}">
                  <a16:creationId xmlns:a16="http://schemas.microsoft.com/office/drawing/2014/main" id="{CD78DE9C-0C3C-FA73-8CBF-5CC9D23379C7}"/>
                </a:ext>
              </a:extLst>
            </p:cNvPr>
            <p:cNvSpPr>
              <a:spLocks noGrp="1"/>
            </p:cNvSpPr>
            <p:nvPr/>
          </p:nvSpPr>
          <p:spPr>
            <a:xfrm>
              <a:off x="3596239" y="1982709"/>
              <a:ext cx="2134829" cy="1305073"/>
            </a:xfrm>
            <a:custGeom>
              <a:avLst/>
              <a:gdLst/>
              <a:ahLst/>
              <a:cxnLst/>
              <a:rect l="0" t="0" r="0" b="0"/>
              <a:pathLst>
                <a:path w="2134829" h="1305073">
                  <a:moveTo>
                    <a:pt x="1616" y="871681"/>
                  </a:moveTo>
                  <a:lnTo>
                    <a:pt x="0" y="900857"/>
                  </a:lnTo>
                  <a:lnTo>
                    <a:pt x="73349" y="839535"/>
                  </a:lnTo>
                  <a:close/>
                  <a:moveTo>
                    <a:pt x="73349" y="839535"/>
                  </a:moveTo>
                  <a:lnTo>
                    <a:pt x="0" y="900857"/>
                  </a:lnTo>
                  <a:lnTo>
                    <a:pt x="29831" y="960186"/>
                  </a:lnTo>
                  <a:close/>
                  <a:moveTo>
                    <a:pt x="87973" y="921750"/>
                  </a:moveTo>
                  <a:lnTo>
                    <a:pt x="120734" y="801099"/>
                  </a:lnTo>
                  <a:lnTo>
                    <a:pt x="73349" y="839535"/>
                  </a:lnTo>
                  <a:close/>
                  <a:moveTo>
                    <a:pt x="69649" y="757319"/>
                  </a:moveTo>
                  <a:lnTo>
                    <a:pt x="73349" y="839535"/>
                  </a:lnTo>
                  <a:lnTo>
                    <a:pt x="120734" y="801099"/>
                  </a:lnTo>
                  <a:close/>
                  <a:moveTo>
                    <a:pt x="69649" y="757319"/>
                  </a:moveTo>
                  <a:lnTo>
                    <a:pt x="120734" y="801099"/>
                  </a:lnTo>
                  <a:lnTo>
                    <a:pt x="124797" y="718883"/>
                  </a:lnTo>
                  <a:close/>
                  <a:moveTo>
                    <a:pt x="118804" y="636668"/>
                  </a:moveTo>
                  <a:lnTo>
                    <a:pt x="118438" y="637115"/>
                  </a:lnTo>
                  <a:lnTo>
                    <a:pt x="69649" y="757319"/>
                  </a:lnTo>
                  <a:close/>
                  <a:moveTo>
                    <a:pt x="124797" y="718883"/>
                  </a:moveTo>
                  <a:lnTo>
                    <a:pt x="118804" y="636668"/>
                  </a:lnTo>
                  <a:lnTo>
                    <a:pt x="69649" y="757319"/>
                  </a:lnTo>
                  <a:close/>
                  <a:moveTo>
                    <a:pt x="118910" y="636379"/>
                  </a:moveTo>
                  <a:lnTo>
                    <a:pt x="118438" y="637115"/>
                  </a:lnTo>
                  <a:lnTo>
                    <a:pt x="118804" y="636668"/>
                  </a:lnTo>
                  <a:close/>
                  <a:moveTo>
                    <a:pt x="124797" y="718883"/>
                  </a:moveTo>
                  <a:lnTo>
                    <a:pt x="190818" y="690031"/>
                  </a:lnTo>
                  <a:lnTo>
                    <a:pt x="175242" y="691027"/>
                  </a:lnTo>
                  <a:close/>
                  <a:moveTo>
                    <a:pt x="118804" y="636668"/>
                  </a:moveTo>
                  <a:lnTo>
                    <a:pt x="175242" y="691027"/>
                  </a:lnTo>
                  <a:lnTo>
                    <a:pt x="119397" y="636336"/>
                  </a:lnTo>
                  <a:close/>
                  <a:moveTo>
                    <a:pt x="118804" y="636668"/>
                  </a:moveTo>
                  <a:lnTo>
                    <a:pt x="124797" y="718883"/>
                  </a:lnTo>
                  <a:lnTo>
                    <a:pt x="175242" y="691027"/>
                  </a:lnTo>
                  <a:close/>
                  <a:moveTo>
                    <a:pt x="196983" y="680447"/>
                  </a:moveTo>
                  <a:lnTo>
                    <a:pt x="184617" y="598232"/>
                  </a:lnTo>
                  <a:lnTo>
                    <a:pt x="175242" y="691027"/>
                  </a:lnTo>
                  <a:close/>
                  <a:moveTo>
                    <a:pt x="184617" y="598232"/>
                  </a:moveTo>
                  <a:lnTo>
                    <a:pt x="119397" y="636336"/>
                  </a:lnTo>
                  <a:lnTo>
                    <a:pt x="175242" y="691027"/>
                  </a:lnTo>
                  <a:close/>
                  <a:moveTo>
                    <a:pt x="118910" y="636379"/>
                  </a:moveTo>
                  <a:lnTo>
                    <a:pt x="118804" y="636668"/>
                  </a:lnTo>
                  <a:lnTo>
                    <a:pt x="119397" y="636336"/>
                  </a:lnTo>
                  <a:close/>
                  <a:moveTo>
                    <a:pt x="223472" y="533458"/>
                  </a:moveTo>
                  <a:lnTo>
                    <a:pt x="119397" y="636336"/>
                  </a:lnTo>
                  <a:lnTo>
                    <a:pt x="184617" y="598232"/>
                  </a:lnTo>
                  <a:close/>
                  <a:moveTo>
                    <a:pt x="118910" y="636379"/>
                  </a:moveTo>
                  <a:lnTo>
                    <a:pt x="119397" y="636336"/>
                  </a:lnTo>
                  <a:lnTo>
                    <a:pt x="223472" y="533458"/>
                  </a:lnTo>
                  <a:close/>
                  <a:moveTo>
                    <a:pt x="184617" y="598232"/>
                  </a:moveTo>
                  <a:lnTo>
                    <a:pt x="295144" y="654140"/>
                  </a:lnTo>
                  <a:lnTo>
                    <a:pt x="277719" y="568214"/>
                  </a:lnTo>
                  <a:close/>
                  <a:moveTo>
                    <a:pt x="184617" y="598232"/>
                  </a:moveTo>
                  <a:lnTo>
                    <a:pt x="196983" y="680447"/>
                  </a:lnTo>
                  <a:lnTo>
                    <a:pt x="295144" y="654140"/>
                  </a:lnTo>
                  <a:close/>
                  <a:moveTo>
                    <a:pt x="308190" y="559795"/>
                  </a:moveTo>
                  <a:lnTo>
                    <a:pt x="277719" y="568214"/>
                  </a:lnTo>
                  <a:lnTo>
                    <a:pt x="295144" y="654140"/>
                  </a:lnTo>
                  <a:close/>
                  <a:moveTo>
                    <a:pt x="223472" y="533458"/>
                  </a:moveTo>
                  <a:lnTo>
                    <a:pt x="184617" y="598232"/>
                  </a:lnTo>
                  <a:lnTo>
                    <a:pt x="277719" y="568214"/>
                  </a:lnTo>
                  <a:close/>
                  <a:moveTo>
                    <a:pt x="347489" y="503277"/>
                  </a:moveTo>
                  <a:lnTo>
                    <a:pt x="223472" y="533458"/>
                  </a:lnTo>
                  <a:lnTo>
                    <a:pt x="308190" y="559795"/>
                  </a:lnTo>
                  <a:close/>
                  <a:moveTo>
                    <a:pt x="308190" y="559795"/>
                  </a:moveTo>
                  <a:lnTo>
                    <a:pt x="223472" y="533458"/>
                  </a:lnTo>
                  <a:lnTo>
                    <a:pt x="277719" y="568214"/>
                  </a:lnTo>
                  <a:close/>
                  <a:moveTo>
                    <a:pt x="308190" y="559795"/>
                  </a:moveTo>
                  <a:lnTo>
                    <a:pt x="397001" y="631925"/>
                  </a:lnTo>
                  <a:lnTo>
                    <a:pt x="388703" y="538578"/>
                  </a:lnTo>
                  <a:close/>
                  <a:moveTo>
                    <a:pt x="308190" y="559795"/>
                  </a:moveTo>
                  <a:lnTo>
                    <a:pt x="358059" y="642010"/>
                  </a:lnTo>
                  <a:lnTo>
                    <a:pt x="397001" y="631925"/>
                  </a:lnTo>
                  <a:close/>
                  <a:moveTo>
                    <a:pt x="397001" y="631925"/>
                  </a:moveTo>
                  <a:lnTo>
                    <a:pt x="478051" y="526532"/>
                  </a:lnTo>
                  <a:lnTo>
                    <a:pt x="388703" y="538578"/>
                  </a:lnTo>
                  <a:close/>
                  <a:moveTo>
                    <a:pt x="347489" y="503277"/>
                  </a:moveTo>
                  <a:lnTo>
                    <a:pt x="308190" y="559795"/>
                  </a:lnTo>
                  <a:lnTo>
                    <a:pt x="388703" y="538578"/>
                  </a:lnTo>
                  <a:close/>
                  <a:moveTo>
                    <a:pt x="388703" y="538578"/>
                  </a:moveTo>
                  <a:lnTo>
                    <a:pt x="416147" y="481322"/>
                  </a:lnTo>
                  <a:lnTo>
                    <a:pt x="347489" y="503277"/>
                  </a:lnTo>
                  <a:close/>
                  <a:moveTo>
                    <a:pt x="1213073" y="1261295"/>
                  </a:moveTo>
                  <a:lnTo>
                    <a:pt x="1288792" y="1305073"/>
                  </a:lnTo>
                  <a:lnTo>
                    <a:pt x="1325835" y="1222858"/>
                  </a:lnTo>
                  <a:close/>
                  <a:moveTo>
                    <a:pt x="1377955" y="1266637"/>
                  </a:moveTo>
                  <a:lnTo>
                    <a:pt x="1387130" y="1236798"/>
                  </a:lnTo>
                  <a:lnTo>
                    <a:pt x="1325855" y="1222849"/>
                  </a:lnTo>
                  <a:close/>
                  <a:moveTo>
                    <a:pt x="1325835" y="1222858"/>
                  </a:moveTo>
                  <a:lnTo>
                    <a:pt x="1377955" y="1266637"/>
                  </a:lnTo>
                  <a:lnTo>
                    <a:pt x="1325855" y="1222849"/>
                  </a:lnTo>
                  <a:close/>
                  <a:moveTo>
                    <a:pt x="1288792" y="1305073"/>
                  </a:moveTo>
                  <a:lnTo>
                    <a:pt x="1377955" y="1266637"/>
                  </a:lnTo>
                  <a:lnTo>
                    <a:pt x="1325835" y="1222858"/>
                  </a:lnTo>
                  <a:close/>
                  <a:moveTo>
                    <a:pt x="1325855" y="1222849"/>
                  </a:moveTo>
                  <a:lnTo>
                    <a:pt x="1387130" y="1236798"/>
                  </a:lnTo>
                  <a:lnTo>
                    <a:pt x="1383592" y="1184422"/>
                  </a:lnTo>
                  <a:close/>
                  <a:moveTo>
                    <a:pt x="1383592" y="1184422"/>
                  </a:moveTo>
                  <a:lnTo>
                    <a:pt x="1387130" y="1236798"/>
                  </a:lnTo>
                  <a:lnTo>
                    <a:pt x="1416751" y="1249044"/>
                  </a:lnTo>
                  <a:close/>
                  <a:moveTo>
                    <a:pt x="985844" y="608917"/>
                  </a:moveTo>
                  <a:lnTo>
                    <a:pt x="971261" y="691131"/>
                  </a:lnTo>
                  <a:lnTo>
                    <a:pt x="1038373" y="652695"/>
                  </a:lnTo>
                  <a:close/>
                  <a:moveTo>
                    <a:pt x="985844" y="608917"/>
                  </a:moveTo>
                  <a:lnTo>
                    <a:pt x="1038373" y="652695"/>
                  </a:lnTo>
                  <a:lnTo>
                    <a:pt x="1027726" y="570480"/>
                  </a:lnTo>
                  <a:close/>
                  <a:moveTo>
                    <a:pt x="1035846" y="544177"/>
                  </a:moveTo>
                  <a:lnTo>
                    <a:pt x="985844" y="608917"/>
                  </a:lnTo>
                  <a:lnTo>
                    <a:pt x="1027726" y="570480"/>
                  </a:lnTo>
                  <a:close/>
                  <a:moveTo>
                    <a:pt x="1035846" y="544177"/>
                  </a:moveTo>
                  <a:lnTo>
                    <a:pt x="990761" y="590813"/>
                  </a:lnTo>
                  <a:lnTo>
                    <a:pt x="985844" y="608917"/>
                  </a:lnTo>
                  <a:close/>
                  <a:moveTo>
                    <a:pt x="1035846" y="544177"/>
                  </a:moveTo>
                  <a:lnTo>
                    <a:pt x="1027726" y="570480"/>
                  </a:lnTo>
                  <a:lnTo>
                    <a:pt x="1084768" y="536427"/>
                  </a:lnTo>
                  <a:close/>
                  <a:moveTo>
                    <a:pt x="1035846" y="544177"/>
                  </a:moveTo>
                  <a:lnTo>
                    <a:pt x="1084768" y="536427"/>
                  </a:lnTo>
                  <a:lnTo>
                    <a:pt x="1056648" y="488265"/>
                  </a:lnTo>
                  <a:close/>
                  <a:moveTo>
                    <a:pt x="1056648" y="488265"/>
                  </a:moveTo>
                  <a:lnTo>
                    <a:pt x="1084768" y="536427"/>
                  </a:lnTo>
                  <a:lnTo>
                    <a:pt x="1091726" y="532043"/>
                  </a:lnTo>
                  <a:close/>
                  <a:moveTo>
                    <a:pt x="1056648" y="488265"/>
                  </a:moveTo>
                  <a:lnTo>
                    <a:pt x="1091726" y="532043"/>
                  </a:lnTo>
                  <a:lnTo>
                    <a:pt x="1130672" y="449828"/>
                  </a:lnTo>
                  <a:close/>
                  <a:moveTo>
                    <a:pt x="1139629" y="438343"/>
                  </a:moveTo>
                  <a:lnTo>
                    <a:pt x="1056648" y="488265"/>
                  </a:lnTo>
                  <a:lnTo>
                    <a:pt x="1130672" y="449828"/>
                  </a:lnTo>
                  <a:close/>
                  <a:moveTo>
                    <a:pt x="1139629" y="438343"/>
                  </a:moveTo>
                  <a:lnTo>
                    <a:pt x="1087307" y="457922"/>
                  </a:lnTo>
                  <a:lnTo>
                    <a:pt x="1056648" y="488265"/>
                  </a:lnTo>
                  <a:close/>
                  <a:moveTo>
                    <a:pt x="1130672" y="449828"/>
                  </a:moveTo>
                  <a:lnTo>
                    <a:pt x="1210360" y="487594"/>
                  </a:lnTo>
                  <a:lnTo>
                    <a:pt x="1151517" y="442661"/>
                  </a:lnTo>
                  <a:close/>
                  <a:moveTo>
                    <a:pt x="1139629" y="438343"/>
                  </a:moveTo>
                  <a:lnTo>
                    <a:pt x="1130672" y="449828"/>
                  </a:lnTo>
                  <a:lnTo>
                    <a:pt x="1151517" y="442661"/>
                  </a:lnTo>
                  <a:close/>
                  <a:moveTo>
                    <a:pt x="1151517" y="442661"/>
                  </a:moveTo>
                  <a:lnTo>
                    <a:pt x="1204594" y="402579"/>
                  </a:lnTo>
                  <a:lnTo>
                    <a:pt x="1139629" y="438343"/>
                  </a:lnTo>
                  <a:close/>
                  <a:moveTo>
                    <a:pt x="1151517" y="442661"/>
                  </a:moveTo>
                  <a:lnTo>
                    <a:pt x="1245085" y="427183"/>
                  </a:lnTo>
                  <a:lnTo>
                    <a:pt x="1204594" y="402579"/>
                  </a:lnTo>
                  <a:close/>
                  <a:moveTo>
                    <a:pt x="1245085" y="427183"/>
                  </a:moveTo>
                  <a:lnTo>
                    <a:pt x="1151517" y="442661"/>
                  </a:lnTo>
                  <a:lnTo>
                    <a:pt x="1286280" y="492787"/>
                  </a:lnTo>
                  <a:close/>
                  <a:moveTo>
                    <a:pt x="1330921" y="381035"/>
                  </a:moveTo>
                  <a:lnTo>
                    <a:pt x="1245085" y="427183"/>
                  </a:lnTo>
                  <a:lnTo>
                    <a:pt x="1298269" y="411392"/>
                  </a:lnTo>
                  <a:close/>
                  <a:moveTo>
                    <a:pt x="1204594" y="402579"/>
                  </a:moveTo>
                  <a:lnTo>
                    <a:pt x="1245085" y="427183"/>
                  </a:lnTo>
                  <a:lnTo>
                    <a:pt x="1330921" y="381035"/>
                  </a:lnTo>
                  <a:close/>
                  <a:moveTo>
                    <a:pt x="1245085" y="427183"/>
                  </a:moveTo>
                  <a:lnTo>
                    <a:pt x="1286280" y="492787"/>
                  </a:lnTo>
                  <a:lnTo>
                    <a:pt x="1298269" y="411392"/>
                  </a:lnTo>
                  <a:close/>
                  <a:moveTo>
                    <a:pt x="1286795" y="493366"/>
                  </a:moveTo>
                  <a:lnTo>
                    <a:pt x="1298269" y="411392"/>
                  </a:lnTo>
                  <a:lnTo>
                    <a:pt x="1286280" y="492787"/>
                  </a:lnTo>
                  <a:close/>
                  <a:moveTo>
                    <a:pt x="1360030" y="394327"/>
                  </a:moveTo>
                  <a:lnTo>
                    <a:pt x="1298269" y="411392"/>
                  </a:lnTo>
                  <a:lnTo>
                    <a:pt x="1286795" y="493366"/>
                  </a:lnTo>
                  <a:close/>
                  <a:moveTo>
                    <a:pt x="1404662" y="458135"/>
                  </a:moveTo>
                  <a:lnTo>
                    <a:pt x="1360030" y="394327"/>
                  </a:lnTo>
                  <a:lnTo>
                    <a:pt x="1286795" y="493366"/>
                  </a:lnTo>
                  <a:close/>
                  <a:moveTo>
                    <a:pt x="1414881" y="455170"/>
                  </a:moveTo>
                  <a:lnTo>
                    <a:pt x="1464813" y="387776"/>
                  </a:lnTo>
                  <a:lnTo>
                    <a:pt x="1404662" y="458135"/>
                  </a:lnTo>
                  <a:close/>
                  <a:moveTo>
                    <a:pt x="1330921" y="381035"/>
                  </a:moveTo>
                  <a:lnTo>
                    <a:pt x="1298269" y="411392"/>
                  </a:lnTo>
                  <a:lnTo>
                    <a:pt x="1360030" y="394327"/>
                  </a:lnTo>
                  <a:close/>
                  <a:moveTo>
                    <a:pt x="1464813" y="387776"/>
                  </a:moveTo>
                  <a:lnTo>
                    <a:pt x="1414881" y="455170"/>
                  </a:lnTo>
                  <a:lnTo>
                    <a:pt x="1520447" y="424595"/>
                  </a:lnTo>
                  <a:close/>
                  <a:moveTo>
                    <a:pt x="1759018" y="416734"/>
                  </a:moveTo>
                  <a:lnTo>
                    <a:pt x="1787348" y="489478"/>
                  </a:lnTo>
                  <a:lnTo>
                    <a:pt x="1871301" y="460512"/>
                  </a:lnTo>
                  <a:close/>
                  <a:moveTo>
                    <a:pt x="1838933" y="378297"/>
                  </a:moveTo>
                  <a:lnTo>
                    <a:pt x="1919439" y="442683"/>
                  </a:lnTo>
                  <a:lnTo>
                    <a:pt x="1906867" y="352812"/>
                  </a:lnTo>
                  <a:close/>
                  <a:moveTo>
                    <a:pt x="1838933" y="378297"/>
                  </a:moveTo>
                  <a:lnTo>
                    <a:pt x="1871301" y="460512"/>
                  </a:lnTo>
                  <a:lnTo>
                    <a:pt x="1919439" y="442683"/>
                  </a:lnTo>
                  <a:close/>
                  <a:moveTo>
                    <a:pt x="1964784" y="422076"/>
                  </a:moveTo>
                  <a:lnTo>
                    <a:pt x="1941224" y="339861"/>
                  </a:lnTo>
                  <a:lnTo>
                    <a:pt x="1919439" y="442683"/>
                  </a:lnTo>
                  <a:close/>
                  <a:moveTo>
                    <a:pt x="1941224" y="339861"/>
                  </a:moveTo>
                  <a:lnTo>
                    <a:pt x="1906867" y="352812"/>
                  </a:lnTo>
                  <a:lnTo>
                    <a:pt x="1919439" y="442683"/>
                  </a:lnTo>
                  <a:close/>
                  <a:moveTo>
                    <a:pt x="1826945" y="296082"/>
                  </a:moveTo>
                  <a:lnTo>
                    <a:pt x="1838933" y="378297"/>
                  </a:lnTo>
                  <a:lnTo>
                    <a:pt x="1906867" y="352812"/>
                  </a:lnTo>
                  <a:close/>
                  <a:moveTo>
                    <a:pt x="1941224" y="339861"/>
                  </a:moveTo>
                  <a:lnTo>
                    <a:pt x="1948102" y="257646"/>
                  </a:lnTo>
                  <a:lnTo>
                    <a:pt x="1906867" y="352812"/>
                  </a:lnTo>
                  <a:close/>
                  <a:moveTo>
                    <a:pt x="1941224" y="339861"/>
                  </a:moveTo>
                  <a:lnTo>
                    <a:pt x="2049678" y="397393"/>
                  </a:lnTo>
                  <a:lnTo>
                    <a:pt x="2026778" y="315918"/>
                  </a:lnTo>
                  <a:close/>
                  <a:moveTo>
                    <a:pt x="1941224" y="339861"/>
                  </a:moveTo>
                  <a:lnTo>
                    <a:pt x="1964784" y="422076"/>
                  </a:lnTo>
                  <a:lnTo>
                    <a:pt x="2049678" y="397393"/>
                  </a:lnTo>
                  <a:close/>
                  <a:moveTo>
                    <a:pt x="2125292" y="383640"/>
                  </a:moveTo>
                  <a:lnTo>
                    <a:pt x="2134829" y="360095"/>
                  </a:lnTo>
                  <a:lnTo>
                    <a:pt x="2049678" y="397393"/>
                  </a:lnTo>
                  <a:close/>
                  <a:moveTo>
                    <a:pt x="1948102" y="257646"/>
                  </a:moveTo>
                  <a:lnTo>
                    <a:pt x="2026778" y="315918"/>
                  </a:lnTo>
                  <a:lnTo>
                    <a:pt x="1998707" y="238647"/>
                  </a:lnTo>
                  <a:close/>
                  <a:moveTo>
                    <a:pt x="1948102" y="257646"/>
                  </a:moveTo>
                  <a:lnTo>
                    <a:pt x="1941224" y="339861"/>
                  </a:lnTo>
                  <a:lnTo>
                    <a:pt x="2026778" y="315918"/>
                  </a:lnTo>
                  <a:close/>
                  <a:moveTo>
                    <a:pt x="1978477" y="136994"/>
                  </a:moveTo>
                  <a:lnTo>
                    <a:pt x="1998707" y="238647"/>
                  </a:lnTo>
                  <a:lnTo>
                    <a:pt x="2010963" y="175642"/>
                  </a:lnTo>
                  <a:close/>
                  <a:moveTo>
                    <a:pt x="1978477" y="136994"/>
                  </a:moveTo>
                  <a:lnTo>
                    <a:pt x="2010963" y="175642"/>
                  </a:lnTo>
                  <a:lnTo>
                    <a:pt x="2015309" y="125058"/>
                  </a:lnTo>
                  <a:close/>
                  <a:moveTo>
                    <a:pt x="1987397" y="87530"/>
                  </a:moveTo>
                  <a:lnTo>
                    <a:pt x="1978477" y="136994"/>
                  </a:lnTo>
                  <a:lnTo>
                    <a:pt x="2015309" y="125058"/>
                  </a:lnTo>
                  <a:close/>
                  <a:moveTo>
                    <a:pt x="2120876" y="99826"/>
                  </a:moveTo>
                  <a:lnTo>
                    <a:pt x="2015309" y="125058"/>
                  </a:lnTo>
                  <a:lnTo>
                    <a:pt x="2010963" y="175642"/>
                  </a:lnTo>
                  <a:close/>
                  <a:moveTo>
                    <a:pt x="2063692" y="16343"/>
                  </a:moveTo>
                  <a:lnTo>
                    <a:pt x="2120944" y="92982"/>
                  </a:lnTo>
                  <a:lnTo>
                    <a:pt x="2120548" y="0"/>
                  </a:lnTo>
                  <a:close/>
                </a:path>
              </a:pathLst>
            </a:custGeom>
            <a:solidFill>
              <a:srgbClr val="E8ECEF"/>
            </a:solidFill>
            <a:ln w="1524">
              <a:solidFill>
                <a:srgbClr val="E8ECEF"/>
              </a:solidFill>
            </a:ln>
          </p:spPr>
        </p:sp>
        <p:sp>
          <p:nvSpPr>
            <p:cNvPr id="2163" name="Candidate_density__2162">
              <a:extLst>
                <a:ext uri="{FF2B5EF4-FFF2-40B4-BE49-F238E27FC236}">
                  <a16:creationId xmlns:a16="http://schemas.microsoft.com/office/drawing/2014/main" id="{ABAA1935-A419-2176-DB46-6B64361FC356}"/>
                </a:ext>
              </a:extLst>
            </p:cNvPr>
            <p:cNvSpPr>
              <a:spLocks noGrp="1"/>
            </p:cNvSpPr>
            <p:nvPr/>
          </p:nvSpPr>
          <p:spPr>
            <a:xfrm>
              <a:off x="4827226" y="2733755"/>
              <a:ext cx="603973" cy="440517"/>
            </a:xfrm>
            <a:custGeom>
              <a:avLst/>
              <a:gdLst/>
              <a:ahLst/>
              <a:cxnLst/>
              <a:rect l="0" t="0" r="0" b="0"/>
              <a:pathLst>
                <a:path w="603973" h="440517">
                  <a:moveTo>
                    <a:pt x="0" y="395822"/>
                  </a:moveTo>
                  <a:lnTo>
                    <a:pt x="91789" y="433375"/>
                  </a:lnTo>
                  <a:lnTo>
                    <a:pt x="58818" y="440517"/>
                  </a:lnTo>
                  <a:close/>
                  <a:moveTo>
                    <a:pt x="58818" y="440517"/>
                  </a:moveTo>
                  <a:lnTo>
                    <a:pt x="6423" y="433375"/>
                  </a:lnTo>
                  <a:lnTo>
                    <a:pt x="0" y="395822"/>
                  </a:lnTo>
                  <a:close/>
                  <a:moveTo>
                    <a:pt x="576302" y="81218"/>
                  </a:moveTo>
                  <a:lnTo>
                    <a:pt x="603973" y="0"/>
                  </a:lnTo>
                  <a:lnTo>
                    <a:pt x="564059" y="115199"/>
                  </a:lnTo>
                  <a:close/>
                  <a:moveTo>
                    <a:pt x="603973" y="0"/>
                  </a:moveTo>
                  <a:lnTo>
                    <a:pt x="576302" y="81218"/>
                  </a:lnTo>
                  <a:lnTo>
                    <a:pt x="603036" y="32984"/>
                  </a:lnTo>
                  <a:close/>
                </a:path>
              </a:pathLst>
            </a:custGeom>
            <a:solidFill>
              <a:srgbClr val="D0D7DD"/>
            </a:solidFill>
            <a:ln w="1524">
              <a:solidFill>
                <a:srgbClr val="D0D7DD"/>
              </a:solidFill>
            </a:ln>
          </p:spPr>
        </p:sp>
        <p:sp>
          <p:nvSpPr>
            <p:cNvPr id="2164" name="Candidate_density__2163">
              <a:extLst>
                <a:ext uri="{FF2B5EF4-FFF2-40B4-BE49-F238E27FC236}">
                  <a16:creationId xmlns:a16="http://schemas.microsoft.com/office/drawing/2014/main" id="{7B29410C-426A-FE55-8575-0B7C1E318B48}"/>
                </a:ext>
              </a:extLst>
            </p:cNvPr>
            <p:cNvSpPr>
              <a:spLocks noGrp="1"/>
            </p:cNvSpPr>
            <p:nvPr/>
          </p:nvSpPr>
          <p:spPr>
            <a:xfrm>
              <a:off x="3676169" y="2457785"/>
              <a:ext cx="1732670" cy="811269"/>
            </a:xfrm>
            <a:custGeom>
              <a:avLst/>
              <a:gdLst/>
              <a:ahLst/>
              <a:cxnLst/>
              <a:rect l="0" t="0" r="0" b="0"/>
              <a:pathLst>
                <a:path w="1732670" h="811269">
                  <a:moveTo>
                    <a:pt x="19488" y="528889"/>
                  </a:moveTo>
                  <a:lnTo>
                    <a:pt x="0" y="567326"/>
                  </a:lnTo>
                  <a:lnTo>
                    <a:pt x="46948" y="611105"/>
                  </a:lnTo>
                  <a:close/>
                  <a:moveTo>
                    <a:pt x="46948" y="611105"/>
                  </a:moveTo>
                  <a:lnTo>
                    <a:pt x="104036" y="693320"/>
                  </a:lnTo>
                  <a:lnTo>
                    <a:pt x="127840" y="654883"/>
                  </a:lnTo>
                  <a:close/>
                  <a:moveTo>
                    <a:pt x="449419" y="610304"/>
                  </a:moveTo>
                  <a:lnTo>
                    <a:pt x="407074" y="584139"/>
                  </a:lnTo>
                  <a:lnTo>
                    <a:pt x="500077" y="618891"/>
                  </a:lnTo>
                  <a:close/>
                  <a:moveTo>
                    <a:pt x="449419" y="610304"/>
                  </a:moveTo>
                  <a:lnTo>
                    <a:pt x="459905" y="616447"/>
                  </a:lnTo>
                  <a:lnTo>
                    <a:pt x="437922" y="601708"/>
                  </a:lnTo>
                  <a:close/>
                  <a:moveTo>
                    <a:pt x="504056" y="526387"/>
                  </a:moveTo>
                  <a:lnTo>
                    <a:pt x="563380" y="576912"/>
                  </a:lnTo>
                  <a:lnTo>
                    <a:pt x="514074" y="495795"/>
                  </a:lnTo>
                  <a:close/>
                  <a:moveTo>
                    <a:pt x="514074" y="495795"/>
                  </a:moveTo>
                  <a:lnTo>
                    <a:pt x="563380" y="576912"/>
                  </a:lnTo>
                  <a:lnTo>
                    <a:pt x="564848" y="539574"/>
                  </a:lnTo>
                  <a:close/>
                  <a:moveTo>
                    <a:pt x="542516" y="457359"/>
                  </a:moveTo>
                  <a:lnTo>
                    <a:pt x="514074" y="495795"/>
                  </a:lnTo>
                  <a:lnTo>
                    <a:pt x="564848" y="539574"/>
                  </a:lnTo>
                  <a:close/>
                  <a:moveTo>
                    <a:pt x="460886" y="200614"/>
                  </a:moveTo>
                  <a:lnTo>
                    <a:pt x="389398" y="198140"/>
                  </a:lnTo>
                  <a:lnTo>
                    <a:pt x="499889" y="187785"/>
                  </a:lnTo>
                  <a:close/>
                  <a:moveTo>
                    <a:pt x="1038460" y="627132"/>
                  </a:moveTo>
                  <a:lnTo>
                    <a:pt x="1006559" y="688850"/>
                  </a:lnTo>
                  <a:lnTo>
                    <a:pt x="1051011" y="639849"/>
                  </a:lnTo>
                  <a:close/>
                  <a:moveTo>
                    <a:pt x="1038460" y="627132"/>
                  </a:moveTo>
                  <a:lnTo>
                    <a:pt x="951811" y="547614"/>
                  </a:lnTo>
                  <a:lnTo>
                    <a:pt x="915025" y="625277"/>
                  </a:lnTo>
                  <a:close/>
                  <a:moveTo>
                    <a:pt x="754246" y="302812"/>
                  </a:moveTo>
                  <a:lnTo>
                    <a:pt x="734961" y="294163"/>
                  </a:lnTo>
                  <a:lnTo>
                    <a:pt x="805043" y="277529"/>
                  </a:lnTo>
                  <a:close/>
                  <a:moveTo>
                    <a:pt x="867956" y="234093"/>
                  </a:moveTo>
                  <a:lnTo>
                    <a:pt x="754246" y="302812"/>
                  </a:lnTo>
                  <a:lnTo>
                    <a:pt x="805043" y="277529"/>
                  </a:lnTo>
                  <a:close/>
                  <a:moveTo>
                    <a:pt x="1412931" y="772684"/>
                  </a:moveTo>
                  <a:lnTo>
                    <a:pt x="1336820" y="773968"/>
                  </a:lnTo>
                  <a:lnTo>
                    <a:pt x="1320451" y="811269"/>
                  </a:lnTo>
                  <a:close/>
                  <a:moveTo>
                    <a:pt x="1316356" y="89960"/>
                  </a:moveTo>
                  <a:lnTo>
                    <a:pt x="1442827" y="129341"/>
                  </a:lnTo>
                  <a:lnTo>
                    <a:pt x="1366320" y="62310"/>
                  </a:lnTo>
                  <a:close/>
                  <a:moveTo>
                    <a:pt x="1537748" y="188303"/>
                  </a:moveTo>
                  <a:lnTo>
                    <a:pt x="1523406" y="151957"/>
                  </a:lnTo>
                  <a:lnTo>
                    <a:pt x="1567938" y="206798"/>
                  </a:lnTo>
                  <a:close/>
                  <a:moveTo>
                    <a:pt x="1520096" y="106088"/>
                  </a:moveTo>
                  <a:lnTo>
                    <a:pt x="1516189" y="144525"/>
                  </a:lnTo>
                  <a:lnTo>
                    <a:pt x="1537748" y="188303"/>
                  </a:lnTo>
                  <a:close/>
                  <a:moveTo>
                    <a:pt x="1520096" y="106088"/>
                  </a:moveTo>
                  <a:lnTo>
                    <a:pt x="1488043" y="83194"/>
                  </a:lnTo>
                  <a:lnTo>
                    <a:pt x="1442827" y="129341"/>
                  </a:lnTo>
                  <a:close/>
                  <a:moveTo>
                    <a:pt x="1586120" y="91924"/>
                  </a:moveTo>
                  <a:lnTo>
                    <a:pt x="1649466" y="129413"/>
                  </a:lnTo>
                  <a:lnTo>
                    <a:pt x="1624095" y="106088"/>
                  </a:lnTo>
                  <a:close/>
                  <a:moveTo>
                    <a:pt x="1678370" y="177610"/>
                  </a:moveTo>
                  <a:lnTo>
                    <a:pt x="1649466" y="129413"/>
                  </a:lnTo>
                  <a:lnTo>
                    <a:pt x="1586120" y="91924"/>
                  </a:lnTo>
                  <a:close/>
                  <a:moveTo>
                    <a:pt x="1678370" y="177610"/>
                  </a:moveTo>
                  <a:lnTo>
                    <a:pt x="1732670" y="188303"/>
                  </a:lnTo>
                  <a:lnTo>
                    <a:pt x="1649466" y="129413"/>
                  </a:lnTo>
                  <a:close/>
                  <a:moveTo>
                    <a:pt x="1586120" y="91924"/>
                  </a:moveTo>
                  <a:lnTo>
                    <a:pt x="1624095" y="106088"/>
                  </a:lnTo>
                  <a:lnTo>
                    <a:pt x="1638342" y="9968"/>
                  </a:lnTo>
                  <a:close/>
                  <a:moveTo>
                    <a:pt x="1576072" y="0"/>
                  </a:moveTo>
                  <a:lnTo>
                    <a:pt x="1586120" y="91924"/>
                  </a:lnTo>
                  <a:lnTo>
                    <a:pt x="1638342" y="9968"/>
                  </a:lnTo>
                  <a:close/>
                </a:path>
              </a:pathLst>
            </a:custGeom>
            <a:solidFill>
              <a:srgbClr val="E0E5E9"/>
            </a:solidFill>
            <a:ln w="1524">
              <a:solidFill>
                <a:srgbClr val="E0E5E9"/>
              </a:solidFill>
            </a:ln>
          </p:spPr>
        </p:sp>
        <p:sp>
          <p:nvSpPr>
            <p:cNvPr id="2165" name="Candidate_density__2164">
              <a:extLst>
                <a:ext uri="{FF2B5EF4-FFF2-40B4-BE49-F238E27FC236}">
                  <a16:creationId xmlns:a16="http://schemas.microsoft.com/office/drawing/2014/main" id="{861B5F70-4555-0394-3B35-A5539CDBA253}"/>
                </a:ext>
              </a:extLst>
            </p:cNvPr>
            <p:cNvSpPr>
              <a:spLocks noGrp="1"/>
            </p:cNvSpPr>
            <p:nvPr/>
          </p:nvSpPr>
          <p:spPr>
            <a:xfrm>
              <a:off x="3732195" y="2547745"/>
              <a:ext cx="1709486" cy="909810"/>
            </a:xfrm>
            <a:custGeom>
              <a:avLst/>
              <a:gdLst/>
              <a:ahLst/>
              <a:cxnLst/>
              <a:rect l="0" t="0" r="0" b="0"/>
              <a:pathLst>
                <a:path w="1709486" h="909810">
                  <a:moveTo>
                    <a:pt x="48011" y="603360"/>
                  </a:moveTo>
                  <a:lnTo>
                    <a:pt x="52848" y="615425"/>
                  </a:lnTo>
                  <a:lnTo>
                    <a:pt x="73513" y="625130"/>
                  </a:lnTo>
                  <a:close/>
                  <a:moveTo>
                    <a:pt x="48011" y="603360"/>
                  </a:moveTo>
                  <a:lnTo>
                    <a:pt x="0" y="558298"/>
                  </a:lnTo>
                  <a:lnTo>
                    <a:pt x="52848" y="615425"/>
                  </a:lnTo>
                  <a:close/>
                  <a:moveTo>
                    <a:pt x="185207" y="668504"/>
                  </a:moveTo>
                  <a:lnTo>
                    <a:pt x="163179" y="647138"/>
                  </a:lnTo>
                  <a:lnTo>
                    <a:pt x="158332" y="663596"/>
                  </a:lnTo>
                  <a:close/>
                  <a:moveTo>
                    <a:pt x="158332" y="663596"/>
                  </a:moveTo>
                  <a:lnTo>
                    <a:pt x="163179" y="647138"/>
                  </a:lnTo>
                  <a:lnTo>
                    <a:pt x="131083" y="625173"/>
                  </a:lnTo>
                  <a:close/>
                  <a:moveTo>
                    <a:pt x="158332" y="663596"/>
                  </a:moveTo>
                  <a:lnTo>
                    <a:pt x="131083" y="625173"/>
                  </a:lnTo>
                  <a:lnTo>
                    <a:pt x="73513" y="625130"/>
                  </a:lnTo>
                  <a:close/>
                  <a:moveTo>
                    <a:pt x="185207" y="668504"/>
                  </a:moveTo>
                  <a:lnTo>
                    <a:pt x="292581" y="729353"/>
                  </a:lnTo>
                  <a:lnTo>
                    <a:pt x="221074" y="682977"/>
                  </a:lnTo>
                  <a:close/>
                  <a:moveTo>
                    <a:pt x="163179" y="647138"/>
                  </a:moveTo>
                  <a:lnTo>
                    <a:pt x="185207" y="668504"/>
                  </a:lnTo>
                  <a:lnTo>
                    <a:pt x="221074" y="682977"/>
                  </a:lnTo>
                  <a:close/>
                  <a:moveTo>
                    <a:pt x="486490" y="367398"/>
                  </a:moveTo>
                  <a:lnTo>
                    <a:pt x="413493" y="323620"/>
                  </a:lnTo>
                  <a:lnTo>
                    <a:pt x="458048" y="405835"/>
                  </a:lnTo>
                  <a:close/>
                  <a:moveTo>
                    <a:pt x="782174" y="526739"/>
                  </a:moveTo>
                  <a:lnTo>
                    <a:pt x="739944" y="584049"/>
                  </a:lnTo>
                  <a:lnTo>
                    <a:pt x="858999" y="535317"/>
                  </a:lnTo>
                  <a:close/>
                  <a:moveTo>
                    <a:pt x="916917" y="575607"/>
                  </a:moveTo>
                  <a:lnTo>
                    <a:pt x="858999" y="535317"/>
                  </a:lnTo>
                  <a:lnTo>
                    <a:pt x="927832" y="589000"/>
                  </a:lnTo>
                  <a:close/>
                  <a:moveTo>
                    <a:pt x="916917" y="575607"/>
                  </a:moveTo>
                  <a:lnTo>
                    <a:pt x="927832" y="589000"/>
                  </a:lnTo>
                  <a:lnTo>
                    <a:pt x="950533" y="598890"/>
                  </a:lnTo>
                  <a:close/>
                  <a:moveTo>
                    <a:pt x="1247636" y="619386"/>
                  </a:moveTo>
                  <a:lnTo>
                    <a:pt x="1286710" y="589421"/>
                  </a:lnTo>
                  <a:lnTo>
                    <a:pt x="1281041" y="583716"/>
                  </a:lnTo>
                  <a:close/>
                  <a:moveTo>
                    <a:pt x="1186250" y="580949"/>
                  </a:moveTo>
                  <a:lnTo>
                    <a:pt x="1167063" y="635942"/>
                  </a:lnTo>
                  <a:lnTo>
                    <a:pt x="1215081" y="600271"/>
                  </a:lnTo>
                  <a:close/>
                  <a:moveTo>
                    <a:pt x="1101455" y="619386"/>
                  </a:moveTo>
                  <a:lnTo>
                    <a:pt x="1186250" y="580949"/>
                  </a:lnTo>
                  <a:lnTo>
                    <a:pt x="1087541" y="617281"/>
                  </a:lnTo>
                  <a:close/>
                  <a:moveTo>
                    <a:pt x="1482421" y="909810"/>
                  </a:moveTo>
                  <a:lnTo>
                    <a:pt x="1540821" y="894073"/>
                  </a:lnTo>
                  <a:lnTo>
                    <a:pt x="1433478" y="827595"/>
                  </a:lnTo>
                  <a:close/>
                  <a:moveTo>
                    <a:pt x="1364796" y="602715"/>
                  </a:moveTo>
                  <a:lnTo>
                    <a:pt x="1371647" y="570646"/>
                  </a:lnTo>
                  <a:lnTo>
                    <a:pt x="1353559" y="624158"/>
                  </a:lnTo>
                  <a:close/>
                  <a:moveTo>
                    <a:pt x="1260331" y="0"/>
                  </a:moveTo>
                  <a:lnTo>
                    <a:pt x="1274896" y="93001"/>
                  </a:lnTo>
                  <a:lnTo>
                    <a:pt x="1386801" y="39380"/>
                  </a:lnTo>
                  <a:close/>
                  <a:moveTo>
                    <a:pt x="1694205" y="429597"/>
                  </a:moveTo>
                  <a:lnTo>
                    <a:pt x="1703262" y="547855"/>
                  </a:lnTo>
                  <a:lnTo>
                    <a:pt x="1709486" y="465640"/>
                  </a:lnTo>
                  <a:close/>
                  <a:moveTo>
                    <a:pt x="1673235" y="246461"/>
                  </a:moveTo>
                  <a:lnTo>
                    <a:pt x="1702828" y="344988"/>
                  </a:lnTo>
                  <a:lnTo>
                    <a:pt x="1695052" y="262773"/>
                  </a:lnTo>
                  <a:close/>
                  <a:moveTo>
                    <a:pt x="1662984" y="154702"/>
                  </a:moveTo>
                  <a:lnTo>
                    <a:pt x="1695052" y="262773"/>
                  </a:lnTo>
                  <a:lnTo>
                    <a:pt x="1700854" y="180558"/>
                  </a:lnTo>
                  <a:close/>
                  <a:moveTo>
                    <a:pt x="1662984" y="154702"/>
                  </a:moveTo>
                  <a:lnTo>
                    <a:pt x="1673235" y="246461"/>
                  </a:lnTo>
                  <a:lnTo>
                    <a:pt x="1695052" y="262773"/>
                  </a:lnTo>
                  <a:close/>
                </a:path>
              </a:pathLst>
            </a:custGeom>
            <a:solidFill>
              <a:srgbClr val="D8DEE3"/>
            </a:solidFill>
            <a:ln w="1524">
              <a:solidFill>
                <a:srgbClr val="D8DEE3"/>
              </a:solidFill>
            </a:ln>
          </p:spPr>
        </p:sp>
        <p:sp>
          <p:nvSpPr>
            <p:cNvPr id="2166" name="Candidate_density__2165">
              <a:extLst>
                <a:ext uri="{FF2B5EF4-FFF2-40B4-BE49-F238E27FC236}">
                  <a16:creationId xmlns:a16="http://schemas.microsoft.com/office/drawing/2014/main" id="{3B0F4E52-D70E-3AF8-F435-F2BCDD3703FB}"/>
                </a:ext>
              </a:extLst>
            </p:cNvPr>
            <p:cNvSpPr>
              <a:spLocks noGrp="1"/>
            </p:cNvSpPr>
            <p:nvPr/>
          </p:nvSpPr>
          <p:spPr>
            <a:xfrm>
              <a:off x="3723117" y="2547745"/>
              <a:ext cx="1709931" cy="625130"/>
            </a:xfrm>
            <a:custGeom>
              <a:avLst/>
              <a:gdLst/>
              <a:ahLst/>
              <a:cxnLst/>
              <a:rect l="0" t="0" r="0" b="0"/>
              <a:pathLst>
                <a:path w="1709931" h="625130">
                  <a:moveTo>
                    <a:pt x="57088" y="603360"/>
                  </a:moveTo>
                  <a:lnTo>
                    <a:pt x="0" y="521144"/>
                  </a:lnTo>
                  <a:lnTo>
                    <a:pt x="9078" y="558298"/>
                  </a:lnTo>
                  <a:close/>
                  <a:moveTo>
                    <a:pt x="80892" y="564923"/>
                  </a:moveTo>
                  <a:lnTo>
                    <a:pt x="57088" y="603360"/>
                  </a:lnTo>
                  <a:lnTo>
                    <a:pt x="82590" y="625130"/>
                  </a:lnTo>
                  <a:close/>
                  <a:moveTo>
                    <a:pt x="297665" y="444272"/>
                  </a:moveTo>
                  <a:lnTo>
                    <a:pt x="298174" y="444453"/>
                  </a:lnTo>
                  <a:lnTo>
                    <a:pt x="297011" y="439095"/>
                  </a:lnTo>
                  <a:close/>
                  <a:moveTo>
                    <a:pt x="351248" y="461896"/>
                  </a:moveTo>
                  <a:lnTo>
                    <a:pt x="298174" y="444453"/>
                  </a:lnTo>
                  <a:lnTo>
                    <a:pt x="390974" y="511748"/>
                  </a:lnTo>
                  <a:close/>
                  <a:moveTo>
                    <a:pt x="298174" y="444453"/>
                  </a:moveTo>
                  <a:lnTo>
                    <a:pt x="298580" y="444959"/>
                  </a:lnTo>
                  <a:lnTo>
                    <a:pt x="390974" y="511748"/>
                  </a:lnTo>
                  <a:close/>
                  <a:moveTo>
                    <a:pt x="298580" y="444959"/>
                  </a:moveTo>
                  <a:lnTo>
                    <a:pt x="298174" y="444453"/>
                  </a:lnTo>
                  <a:lnTo>
                    <a:pt x="297665" y="444272"/>
                  </a:lnTo>
                  <a:close/>
                  <a:moveTo>
                    <a:pt x="328247" y="488050"/>
                  </a:moveTo>
                  <a:lnTo>
                    <a:pt x="298580" y="444959"/>
                  </a:lnTo>
                  <a:lnTo>
                    <a:pt x="297665" y="444272"/>
                  </a:lnTo>
                  <a:close/>
                  <a:moveTo>
                    <a:pt x="360126" y="494178"/>
                  </a:moveTo>
                  <a:lnTo>
                    <a:pt x="390974" y="511748"/>
                  </a:lnTo>
                  <a:lnTo>
                    <a:pt x="298580" y="444959"/>
                  </a:lnTo>
                  <a:close/>
                  <a:moveTo>
                    <a:pt x="360126" y="494178"/>
                  </a:moveTo>
                  <a:lnTo>
                    <a:pt x="402471" y="520344"/>
                  </a:lnTo>
                  <a:lnTo>
                    <a:pt x="390974" y="511748"/>
                  </a:lnTo>
                  <a:close/>
                  <a:moveTo>
                    <a:pt x="457108" y="436426"/>
                  </a:moveTo>
                  <a:lnTo>
                    <a:pt x="519558" y="488050"/>
                  </a:lnTo>
                  <a:lnTo>
                    <a:pt x="516431" y="486952"/>
                  </a:lnTo>
                  <a:close/>
                  <a:moveTo>
                    <a:pt x="270122" y="66889"/>
                  </a:moveTo>
                  <a:lnTo>
                    <a:pt x="320493" y="96484"/>
                  </a:lnTo>
                  <a:lnTo>
                    <a:pt x="350959" y="159190"/>
                  </a:lnTo>
                  <a:close/>
                  <a:moveTo>
                    <a:pt x="991512" y="537171"/>
                  </a:moveTo>
                  <a:lnTo>
                    <a:pt x="925994" y="575607"/>
                  </a:lnTo>
                  <a:lnTo>
                    <a:pt x="959611" y="598890"/>
                  </a:lnTo>
                  <a:close/>
                  <a:moveTo>
                    <a:pt x="925994" y="575607"/>
                  </a:moveTo>
                  <a:lnTo>
                    <a:pt x="991512" y="537171"/>
                  </a:lnTo>
                  <a:lnTo>
                    <a:pt x="868076" y="535317"/>
                  </a:lnTo>
                  <a:close/>
                  <a:moveTo>
                    <a:pt x="1004063" y="549888"/>
                  </a:moveTo>
                  <a:lnTo>
                    <a:pt x="959611" y="598890"/>
                  </a:lnTo>
                  <a:lnTo>
                    <a:pt x="1096618" y="617281"/>
                  </a:lnTo>
                  <a:close/>
                  <a:moveTo>
                    <a:pt x="1246196" y="58371"/>
                  </a:moveTo>
                  <a:lnTo>
                    <a:pt x="1332710" y="148721"/>
                  </a:lnTo>
                  <a:lnTo>
                    <a:pt x="1289760" y="83546"/>
                  </a:lnTo>
                  <a:close/>
                  <a:moveTo>
                    <a:pt x="1246196" y="58371"/>
                  </a:moveTo>
                  <a:lnTo>
                    <a:pt x="1289760" y="83546"/>
                  </a:lnTo>
                  <a:lnTo>
                    <a:pt x="1269408" y="0"/>
                  </a:lnTo>
                  <a:close/>
                  <a:moveTo>
                    <a:pt x="1469241" y="54564"/>
                  </a:moveTo>
                  <a:lnTo>
                    <a:pt x="1476458" y="61997"/>
                  </a:lnTo>
                  <a:lnTo>
                    <a:pt x="1490799" y="98343"/>
                  </a:lnTo>
                  <a:close/>
                  <a:moveTo>
                    <a:pt x="1469241" y="54564"/>
                  </a:moveTo>
                  <a:lnTo>
                    <a:pt x="1473148" y="16128"/>
                  </a:lnTo>
                  <a:lnTo>
                    <a:pt x="1395878" y="39380"/>
                  </a:lnTo>
                  <a:close/>
                  <a:moveTo>
                    <a:pt x="1631422" y="87650"/>
                  </a:moveTo>
                  <a:lnTo>
                    <a:pt x="1709931" y="180558"/>
                  </a:lnTo>
                  <a:lnTo>
                    <a:pt x="1685722" y="98343"/>
                  </a:lnTo>
                  <a:close/>
                  <a:moveTo>
                    <a:pt x="1631422" y="87650"/>
                  </a:moveTo>
                  <a:lnTo>
                    <a:pt x="1672062" y="154702"/>
                  </a:lnTo>
                  <a:lnTo>
                    <a:pt x="1709931" y="180558"/>
                  </a:lnTo>
                  <a:close/>
                </a:path>
              </a:pathLst>
            </a:custGeom>
            <a:solidFill>
              <a:srgbClr val="DCE1E6"/>
            </a:solidFill>
            <a:ln w="1524">
              <a:solidFill>
                <a:srgbClr val="DCE1E6"/>
              </a:solidFill>
            </a:ln>
          </p:spPr>
        </p:sp>
        <p:sp>
          <p:nvSpPr>
            <p:cNvPr id="2167" name="Candidate_density__2166">
              <a:extLst>
                <a:ext uri="{FF2B5EF4-FFF2-40B4-BE49-F238E27FC236}">
                  <a16:creationId xmlns:a16="http://schemas.microsoft.com/office/drawing/2014/main" id="{27AA4C2F-5BC8-76DE-64FE-7879E2271B97}"/>
                </a:ext>
              </a:extLst>
            </p:cNvPr>
            <p:cNvSpPr>
              <a:spLocks noGrp="1"/>
            </p:cNvSpPr>
            <p:nvPr/>
          </p:nvSpPr>
          <p:spPr>
            <a:xfrm>
              <a:off x="3890526" y="2728303"/>
              <a:ext cx="1554861" cy="561579"/>
            </a:xfrm>
            <a:custGeom>
              <a:avLst/>
              <a:gdLst/>
              <a:ahLst/>
              <a:cxnLst/>
              <a:rect l="0" t="0" r="0" b="0"/>
              <a:pathLst>
                <a:path w="1554861" h="561579">
                  <a:moveTo>
                    <a:pt x="0" y="483037"/>
                  </a:moveTo>
                  <a:lnTo>
                    <a:pt x="76688" y="491102"/>
                  </a:lnTo>
                  <a:lnTo>
                    <a:pt x="26875" y="487946"/>
                  </a:lnTo>
                  <a:close/>
                  <a:moveTo>
                    <a:pt x="134250" y="548795"/>
                  </a:moveTo>
                  <a:lnTo>
                    <a:pt x="140792" y="556018"/>
                  </a:lnTo>
                  <a:lnTo>
                    <a:pt x="153096" y="561579"/>
                  </a:lnTo>
                  <a:close/>
                  <a:moveTo>
                    <a:pt x="140792" y="556018"/>
                  </a:moveTo>
                  <a:lnTo>
                    <a:pt x="134250" y="548795"/>
                  </a:lnTo>
                  <a:lnTo>
                    <a:pt x="26875" y="487946"/>
                  </a:lnTo>
                  <a:close/>
                  <a:moveTo>
                    <a:pt x="86515" y="500052"/>
                  </a:moveTo>
                  <a:lnTo>
                    <a:pt x="140792" y="556018"/>
                  </a:lnTo>
                  <a:lnTo>
                    <a:pt x="26875" y="487946"/>
                  </a:lnTo>
                  <a:close/>
                  <a:moveTo>
                    <a:pt x="149702" y="225277"/>
                  </a:moveTo>
                  <a:lnTo>
                    <a:pt x="130256" y="263713"/>
                  </a:lnTo>
                  <a:lnTo>
                    <a:pt x="174275" y="210357"/>
                  </a:lnTo>
                  <a:close/>
                  <a:moveTo>
                    <a:pt x="130256" y="263713"/>
                  </a:moveTo>
                  <a:lnTo>
                    <a:pt x="129602" y="258536"/>
                  </a:lnTo>
                  <a:lnTo>
                    <a:pt x="174275" y="210357"/>
                  </a:lnTo>
                  <a:close/>
                  <a:moveTo>
                    <a:pt x="511633" y="420511"/>
                  </a:moveTo>
                  <a:lnTo>
                    <a:pt x="581612" y="403491"/>
                  </a:lnTo>
                  <a:lnTo>
                    <a:pt x="623842" y="346180"/>
                  </a:lnTo>
                  <a:close/>
                  <a:moveTo>
                    <a:pt x="581612" y="403491"/>
                  </a:moveTo>
                  <a:lnTo>
                    <a:pt x="651336" y="385518"/>
                  </a:lnTo>
                  <a:lnTo>
                    <a:pt x="700667" y="354758"/>
                  </a:lnTo>
                  <a:close/>
                  <a:moveTo>
                    <a:pt x="869052" y="427005"/>
                  </a:moveTo>
                  <a:lnTo>
                    <a:pt x="792201" y="418332"/>
                  </a:lnTo>
                  <a:lnTo>
                    <a:pt x="769500" y="408442"/>
                  </a:lnTo>
                  <a:close/>
                  <a:moveTo>
                    <a:pt x="792201" y="418332"/>
                  </a:moveTo>
                  <a:lnTo>
                    <a:pt x="869052" y="427005"/>
                  </a:lnTo>
                  <a:lnTo>
                    <a:pt x="929209" y="436722"/>
                  </a:lnTo>
                  <a:close/>
                  <a:moveTo>
                    <a:pt x="936700" y="401274"/>
                  </a:moveTo>
                  <a:lnTo>
                    <a:pt x="943123" y="438827"/>
                  </a:lnTo>
                  <a:lnTo>
                    <a:pt x="929209" y="436722"/>
                  </a:lnTo>
                  <a:close/>
                  <a:moveTo>
                    <a:pt x="943123" y="438827"/>
                  </a:moveTo>
                  <a:lnTo>
                    <a:pt x="995518" y="445969"/>
                  </a:lnTo>
                  <a:lnTo>
                    <a:pt x="1008731" y="455384"/>
                  </a:lnTo>
                  <a:close/>
                  <a:moveTo>
                    <a:pt x="1008731" y="455384"/>
                  </a:moveTo>
                  <a:lnTo>
                    <a:pt x="1128378" y="408863"/>
                  </a:lnTo>
                  <a:lnTo>
                    <a:pt x="1056749" y="419713"/>
                  </a:lnTo>
                  <a:close/>
                  <a:moveTo>
                    <a:pt x="1027919" y="400391"/>
                  </a:moveTo>
                  <a:lnTo>
                    <a:pt x="943123" y="438827"/>
                  </a:lnTo>
                  <a:lnTo>
                    <a:pt x="1008731" y="455384"/>
                  </a:lnTo>
                  <a:close/>
                  <a:moveTo>
                    <a:pt x="1056749" y="419713"/>
                  </a:moveTo>
                  <a:lnTo>
                    <a:pt x="1128378" y="408863"/>
                  </a:lnTo>
                  <a:lnTo>
                    <a:pt x="1195228" y="443600"/>
                  </a:lnTo>
                  <a:close/>
                  <a:moveTo>
                    <a:pt x="1195228" y="443600"/>
                  </a:moveTo>
                  <a:lnTo>
                    <a:pt x="1213316" y="390088"/>
                  </a:lnTo>
                  <a:lnTo>
                    <a:pt x="1209490" y="361955"/>
                  </a:lnTo>
                  <a:close/>
                  <a:moveTo>
                    <a:pt x="1128378" y="408863"/>
                  </a:moveTo>
                  <a:lnTo>
                    <a:pt x="1206464" y="422157"/>
                  </a:lnTo>
                  <a:lnTo>
                    <a:pt x="1195228" y="443600"/>
                  </a:lnTo>
                  <a:close/>
                  <a:moveTo>
                    <a:pt x="1213316" y="390088"/>
                  </a:moveTo>
                  <a:lnTo>
                    <a:pt x="1193303" y="372949"/>
                  </a:lnTo>
                  <a:lnTo>
                    <a:pt x="1209490" y="361955"/>
                  </a:lnTo>
                  <a:close/>
                  <a:moveTo>
                    <a:pt x="1554861" y="294194"/>
                  </a:moveTo>
                  <a:lnTo>
                    <a:pt x="1539652" y="206467"/>
                  </a:lnTo>
                  <a:lnTo>
                    <a:pt x="1551154" y="285081"/>
                  </a:lnTo>
                  <a:close/>
                  <a:moveTo>
                    <a:pt x="1539652" y="206467"/>
                  </a:moveTo>
                  <a:lnTo>
                    <a:pt x="1538181" y="202867"/>
                  </a:lnTo>
                  <a:lnTo>
                    <a:pt x="1551154" y="285081"/>
                  </a:lnTo>
                  <a:close/>
                  <a:moveTo>
                    <a:pt x="1538181" y="202867"/>
                  </a:moveTo>
                  <a:lnTo>
                    <a:pt x="1544496" y="164430"/>
                  </a:lnTo>
                  <a:lnTo>
                    <a:pt x="1551154" y="285081"/>
                  </a:lnTo>
                  <a:close/>
                  <a:moveTo>
                    <a:pt x="1544496" y="164430"/>
                  </a:moveTo>
                  <a:lnTo>
                    <a:pt x="1538181" y="202867"/>
                  </a:lnTo>
                  <a:lnTo>
                    <a:pt x="1500759" y="120651"/>
                  </a:lnTo>
                  <a:close/>
                  <a:moveTo>
                    <a:pt x="1536720" y="82214"/>
                  </a:moveTo>
                  <a:lnTo>
                    <a:pt x="1544496" y="164430"/>
                  </a:lnTo>
                  <a:lnTo>
                    <a:pt x="1500759" y="120651"/>
                  </a:lnTo>
                  <a:close/>
                  <a:moveTo>
                    <a:pt x="1500759" y="120651"/>
                  </a:moveTo>
                  <a:lnTo>
                    <a:pt x="1542522" y="0"/>
                  </a:lnTo>
                  <a:lnTo>
                    <a:pt x="1536720" y="82214"/>
                  </a:lnTo>
                  <a:close/>
                </a:path>
              </a:pathLst>
            </a:custGeom>
            <a:solidFill>
              <a:srgbClr val="D4DBE0"/>
            </a:solidFill>
            <a:ln w="1524">
              <a:solidFill>
                <a:srgbClr val="D4DBE0"/>
              </a:solidFill>
            </a:ln>
          </p:spPr>
        </p:sp>
        <p:sp>
          <p:nvSpPr>
            <p:cNvPr id="2168" name="Candidate_density__2167">
              <a:extLst>
                <a:ext uri="{FF2B5EF4-FFF2-40B4-BE49-F238E27FC236}">
                  <a16:creationId xmlns:a16="http://schemas.microsoft.com/office/drawing/2014/main" id="{0C7B9F89-FE61-1352-EDE8-EE8CEE417FA3}"/>
                </a:ext>
              </a:extLst>
            </p:cNvPr>
            <p:cNvSpPr>
              <a:spLocks noGrp="1"/>
            </p:cNvSpPr>
            <p:nvPr/>
          </p:nvSpPr>
          <p:spPr>
            <a:xfrm>
              <a:off x="3684211" y="2408638"/>
              <a:ext cx="1670327" cy="936205"/>
            </a:xfrm>
            <a:custGeom>
              <a:avLst/>
              <a:gdLst/>
              <a:ahLst/>
              <a:cxnLst/>
              <a:rect l="0" t="0" r="0" b="0"/>
              <a:pathLst>
                <a:path w="1670327" h="936205">
                  <a:moveTo>
                    <a:pt x="78641" y="621814"/>
                  </a:moveTo>
                  <a:lnTo>
                    <a:pt x="30939" y="550577"/>
                  </a:lnTo>
                  <a:lnTo>
                    <a:pt x="11446" y="578035"/>
                  </a:lnTo>
                  <a:close/>
                  <a:moveTo>
                    <a:pt x="78641" y="621814"/>
                  </a:moveTo>
                  <a:lnTo>
                    <a:pt x="11446" y="578035"/>
                  </a:lnTo>
                  <a:lnTo>
                    <a:pt x="38906" y="660251"/>
                  </a:lnTo>
                  <a:close/>
                  <a:moveTo>
                    <a:pt x="0" y="495821"/>
                  </a:moveTo>
                  <a:lnTo>
                    <a:pt x="11446" y="578035"/>
                  </a:lnTo>
                  <a:lnTo>
                    <a:pt x="17132" y="461710"/>
                  </a:lnTo>
                  <a:close/>
                  <a:moveTo>
                    <a:pt x="11446" y="578035"/>
                  </a:moveTo>
                  <a:lnTo>
                    <a:pt x="30939" y="550577"/>
                  </a:lnTo>
                  <a:lnTo>
                    <a:pt x="17132" y="461710"/>
                  </a:lnTo>
                  <a:close/>
                  <a:moveTo>
                    <a:pt x="17132" y="461710"/>
                  </a:moveTo>
                  <a:lnTo>
                    <a:pt x="21061" y="452181"/>
                  </a:lnTo>
                  <a:lnTo>
                    <a:pt x="0" y="495821"/>
                  </a:lnTo>
                  <a:close/>
                  <a:moveTo>
                    <a:pt x="0" y="495821"/>
                  </a:moveTo>
                  <a:lnTo>
                    <a:pt x="21061" y="452181"/>
                  </a:lnTo>
                  <a:lnTo>
                    <a:pt x="32761" y="375169"/>
                  </a:lnTo>
                  <a:close/>
                  <a:moveTo>
                    <a:pt x="39336" y="539599"/>
                  </a:moveTo>
                  <a:lnTo>
                    <a:pt x="17132" y="461710"/>
                  </a:lnTo>
                  <a:lnTo>
                    <a:pt x="30939" y="550577"/>
                  </a:lnTo>
                  <a:close/>
                  <a:moveTo>
                    <a:pt x="39336" y="539599"/>
                  </a:moveTo>
                  <a:lnTo>
                    <a:pt x="20546" y="457384"/>
                  </a:lnTo>
                  <a:lnTo>
                    <a:pt x="17132" y="461710"/>
                  </a:lnTo>
                  <a:close/>
                  <a:moveTo>
                    <a:pt x="21061" y="452181"/>
                  </a:moveTo>
                  <a:lnTo>
                    <a:pt x="17132" y="461710"/>
                  </a:lnTo>
                  <a:lnTo>
                    <a:pt x="20546" y="457384"/>
                  </a:lnTo>
                  <a:close/>
                  <a:moveTo>
                    <a:pt x="359399" y="235590"/>
                  </a:moveTo>
                  <a:lnTo>
                    <a:pt x="230710" y="248306"/>
                  </a:lnTo>
                  <a:lnTo>
                    <a:pt x="337373" y="259860"/>
                  </a:lnTo>
                  <a:close/>
                  <a:moveTo>
                    <a:pt x="381355" y="247287"/>
                  </a:moveTo>
                  <a:lnTo>
                    <a:pt x="436903" y="246708"/>
                  </a:lnTo>
                  <a:lnTo>
                    <a:pt x="359399" y="235590"/>
                  </a:lnTo>
                  <a:close/>
                  <a:moveTo>
                    <a:pt x="1289982" y="840708"/>
                  </a:moveTo>
                  <a:lnTo>
                    <a:pt x="1312791" y="936205"/>
                  </a:lnTo>
                  <a:lnTo>
                    <a:pt x="1312409" y="860415"/>
                  </a:lnTo>
                  <a:close/>
                  <a:moveTo>
                    <a:pt x="1289982" y="840708"/>
                  </a:moveTo>
                  <a:lnTo>
                    <a:pt x="1312409" y="860415"/>
                  </a:lnTo>
                  <a:lnTo>
                    <a:pt x="1328778" y="823115"/>
                  </a:lnTo>
                  <a:close/>
                  <a:moveTo>
                    <a:pt x="1285102" y="197478"/>
                  </a:moveTo>
                  <a:lnTo>
                    <a:pt x="1308314" y="139107"/>
                  </a:lnTo>
                  <a:lnTo>
                    <a:pt x="1239849" y="134175"/>
                  </a:lnTo>
                  <a:close/>
                  <a:moveTo>
                    <a:pt x="1239849" y="134175"/>
                  </a:moveTo>
                  <a:lnTo>
                    <a:pt x="1308314" y="139107"/>
                  </a:lnTo>
                  <a:lnTo>
                    <a:pt x="1316689" y="32206"/>
                  </a:lnTo>
                  <a:close/>
                  <a:moveTo>
                    <a:pt x="1358278" y="111456"/>
                  </a:moveTo>
                  <a:lnTo>
                    <a:pt x="1326908" y="29241"/>
                  </a:lnTo>
                  <a:lnTo>
                    <a:pt x="1308314" y="139107"/>
                  </a:lnTo>
                  <a:close/>
                  <a:moveTo>
                    <a:pt x="1443542" y="73020"/>
                  </a:moveTo>
                  <a:lnTo>
                    <a:pt x="1434784" y="178487"/>
                  </a:lnTo>
                  <a:lnTo>
                    <a:pt x="1480000" y="132341"/>
                  </a:lnTo>
                  <a:close/>
                  <a:moveTo>
                    <a:pt x="1443542" y="73020"/>
                  </a:moveTo>
                  <a:lnTo>
                    <a:pt x="1358278" y="111456"/>
                  </a:lnTo>
                  <a:lnTo>
                    <a:pt x="1434784" y="178487"/>
                  </a:lnTo>
                  <a:close/>
                  <a:moveTo>
                    <a:pt x="1512054" y="155234"/>
                  </a:moveTo>
                  <a:lnTo>
                    <a:pt x="1594841" y="227533"/>
                  </a:lnTo>
                  <a:lnTo>
                    <a:pt x="1578077" y="141070"/>
                  </a:lnTo>
                  <a:close/>
                  <a:moveTo>
                    <a:pt x="1594841" y="227533"/>
                  </a:moveTo>
                  <a:lnTo>
                    <a:pt x="1670327" y="226756"/>
                  </a:lnTo>
                  <a:lnTo>
                    <a:pt x="1578077" y="141070"/>
                  </a:lnTo>
                  <a:close/>
                  <a:moveTo>
                    <a:pt x="1578077" y="141070"/>
                  </a:moveTo>
                  <a:lnTo>
                    <a:pt x="1480000" y="132341"/>
                  </a:lnTo>
                  <a:lnTo>
                    <a:pt x="1512054" y="155234"/>
                  </a:lnTo>
                  <a:close/>
                  <a:moveTo>
                    <a:pt x="1476123" y="63273"/>
                  </a:moveTo>
                  <a:lnTo>
                    <a:pt x="1480000" y="132341"/>
                  </a:lnTo>
                  <a:lnTo>
                    <a:pt x="1578077" y="141070"/>
                  </a:lnTo>
                  <a:close/>
                  <a:moveTo>
                    <a:pt x="1568030" y="49146"/>
                  </a:moveTo>
                  <a:lnTo>
                    <a:pt x="1476123" y="63273"/>
                  </a:lnTo>
                  <a:lnTo>
                    <a:pt x="1578077" y="141070"/>
                  </a:lnTo>
                  <a:close/>
                  <a:moveTo>
                    <a:pt x="1476123" y="63273"/>
                  </a:moveTo>
                  <a:lnTo>
                    <a:pt x="1568030" y="49146"/>
                  </a:lnTo>
                  <a:lnTo>
                    <a:pt x="1519135" y="0"/>
                  </a:lnTo>
                  <a:close/>
                </a:path>
              </a:pathLst>
            </a:custGeom>
            <a:solidFill>
              <a:srgbClr val="E3E8EC"/>
            </a:solidFill>
            <a:ln w="1524">
              <a:solidFill>
                <a:srgbClr val="E3E8EC"/>
              </a:solidFill>
            </a:ln>
          </p:spPr>
        </p:sp>
        <p:sp>
          <p:nvSpPr>
            <p:cNvPr id="2169" name="Candidate_density__2168">
              <a:extLst>
                <a:ext uri="{FF2B5EF4-FFF2-40B4-BE49-F238E27FC236}">
                  <a16:creationId xmlns:a16="http://schemas.microsoft.com/office/drawing/2014/main" id="{6F9323F2-7BFE-88F4-B198-503524768C40}"/>
                </a:ext>
              </a:extLst>
            </p:cNvPr>
            <p:cNvSpPr>
              <a:spLocks noGrp="1"/>
            </p:cNvSpPr>
            <p:nvPr/>
          </p:nvSpPr>
          <p:spPr>
            <a:xfrm>
              <a:off x="4031318" y="3013385"/>
              <a:ext cx="1414069" cy="455864"/>
            </a:xfrm>
            <a:custGeom>
              <a:avLst/>
              <a:gdLst/>
              <a:ahLst/>
              <a:cxnLst/>
              <a:rect l="0" t="0" r="0" b="0"/>
              <a:pathLst>
                <a:path w="1414069" h="455864">
                  <a:moveTo>
                    <a:pt x="85107" y="270035"/>
                  </a:moveTo>
                  <a:lnTo>
                    <a:pt x="12305" y="276497"/>
                  </a:lnTo>
                  <a:lnTo>
                    <a:pt x="0" y="270937"/>
                  </a:lnTo>
                  <a:close/>
                  <a:moveTo>
                    <a:pt x="12305" y="276497"/>
                  </a:moveTo>
                  <a:lnTo>
                    <a:pt x="85107" y="270035"/>
                  </a:lnTo>
                  <a:lnTo>
                    <a:pt x="144092" y="275372"/>
                  </a:lnTo>
                  <a:close/>
                  <a:moveTo>
                    <a:pt x="370842" y="135429"/>
                  </a:moveTo>
                  <a:lnTo>
                    <a:pt x="332686" y="182245"/>
                  </a:lnTo>
                  <a:lnTo>
                    <a:pt x="440820" y="118409"/>
                  </a:lnTo>
                  <a:close/>
                  <a:moveTo>
                    <a:pt x="1183298" y="444170"/>
                  </a:moveTo>
                  <a:lnTo>
                    <a:pt x="1212446" y="452214"/>
                  </a:lnTo>
                  <a:lnTo>
                    <a:pt x="1225468" y="455864"/>
                  </a:lnTo>
                  <a:close/>
                  <a:moveTo>
                    <a:pt x="1238931" y="444170"/>
                  </a:moveTo>
                  <a:lnTo>
                    <a:pt x="1225468" y="455864"/>
                  </a:lnTo>
                  <a:lnTo>
                    <a:pt x="1212446" y="452214"/>
                  </a:lnTo>
                  <a:close/>
                  <a:moveTo>
                    <a:pt x="1183298" y="444170"/>
                  </a:moveTo>
                  <a:lnTo>
                    <a:pt x="1225468" y="455864"/>
                  </a:lnTo>
                  <a:lnTo>
                    <a:pt x="1241698" y="428433"/>
                  </a:lnTo>
                  <a:close/>
                  <a:moveTo>
                    <a:pt x="1241698" y="428433"/>
                  </a:moveTo>
                  <a:lnTo>
                    <a:pt x="1225468" y="455864"/>
                  </a:lnTo>
                  <a:lnTo>
                    <a:pt x="1238931" y="444170"/>
                  </a:lnTo>
                  <a:close/>
                  <a:moveTo>
                    <a:pt x="1259318" y="367224"/>
                  </a:moveTo>
                  <a:lnTo>
                    <a:pt x="1286999" y="352103"/>
                  </a:lnTo>
                  <a:lnTo>
                    <a:pt x="1287783" y="323519"/>
                  </a:lnTo>
                  <a:close/>
                  <a:moveTo>
                    <a:pt x="1241698" y="428433"/>
                  </a:moveTo>
                  <a:lnTo>
                    <a:pt x="1277553" y="371944"/>
                  </a:lnTo>
                  <a:lnTo>
                    <a:pt x="1259318" y="367224"/>
                  </a:lnTo>
                  <a:close/>
                  <a:moveTo>
                    <a:pt x="1390683" y="120652"/>
                  </a:moveTo>
                  <a:lnTo>
                    <a:pt x="1385472" y="129826"/>
                  </a:lnTo>
                  <a:lnTo>
                    <a:pt x="1345582" y="195888"/>
                  </a:lnTo>
                  <a:close/>
                  <a:moveTo>
                    <a:pt x="1390683" y="120652"/>
                  </a:moveTo>
                  <a:lnTo>
                    <a:pt x="1404139" y="82215"/>
                  </a:lnTo>
                  <a:lnTo>
                    <a:pt x="1385472" y="129826"/>
                  </a:lnTo>
                  <a:close/>
                  <a:moveTo>
                    <a:pt x="1390683" y="120652"/>
                  </a:moveTo>
                  <a:lnTo>
                    <a:pt x="1414069" y="9113"/>
                  </a:lnTo>
                  <a:lnTo>
                    <a:pt x="1410363" y="0"/>
                  </a:lnTo>
                  <a:close/>
                  <a:moveTo>
                    <a:pt x="1390683" y="120652"/>
                  </a:moveTo>
                  <a:lnTo>
                    <a:pt x="1410363" y="0"/>
                  </a:lnTo>
                  <a:lnTo>
                    <a:pt x="1404139" y="82215"/>
                  </a:lnTo>
                  <a:close/>
                </a:path>
              </a:pathLst>
            </a:custGeom>
            <a:solidFill>
              <a:srgbClr val="D0D7DD"/>
            </a:solidFill>
            <a:ln w="1524">
              <a:solidFill>
                <a:srgbClr val="D0D7DD"/>
              </a:solidFill>
            </a:ln>
          </p:spPr>
        </p:sp>
        <p:sp>
          <p:nvSpPr>
            <p:cNvPr id="2170" name="Candidate_density__2169">
              <a:extLst>
                <a:ext uri="{FF2B5EF4-FFF2-40B4-BE49-F238E27FC236}">
                  <a16:creationId xmlns:a16="http://schemas.microsoft.com/office/drawing/2014/main" id="{20BC6642-9637-6908-68D3-C022AF09E62A}"/>
                </a:ext>
              </a:extLst>
            </p:cNvPr>
            <p:cNvSpPr>
              <a:spLocks noGrp="1"/>
            </p:cNvSpPr>
            <p:nvPr/>
          </p:nvSpPr>
          <p:spPr>
            <a:xfrm>
              <a:off x="3704757" y="2407305"/>
              <a:ext cx="1498589" cy="842042"/>
            </a:xfrm>
            <a:custGeom>
              <a:avLst/>
              <a:gdLst/>
              <a:ahLst/>
              <a:cxnLst/>
              <a:rect l="0" t="0" r="0" b="0"/>
              <a:pathLst>
                <a:path w="1498589" h="842042">
                  <a:moveTo>
                    <a:pt x="45780" y="407552"/>
                  </a:moveTo>
                  <a:lnTo>
                    <a:pt x="515" y="453514"/>
                  </a:lnTo>
                  <a:lnTo>
                    <a:pt x="0" y="458718"/>
                  </a:lnTo>
                  <a:close/>
                  <a:moveTo>
                    <a:pt x="515" y="453514"/>
                  </a:moveTo>
                  <a:lnTo>
                    <a:pt x="45780" y="407552"/>
                  </a:lnTo>
                  <a:lnTo>
                    <a:pt x="12216" y="376503"/>
                  </a:lnTo>
                  <a:close/>
                  <a:moveTo>
                    <a:pt x="45780" y="407552"/>
                  </a:moveTo>
                  <a:lnTo>
                    <a:pt x="55901" y="338067"/>
                  </a:lnTo>
                  <a:lnTo>
                    <a:pt x="12216" y="376503"/>
                  </a:lnTo>
                  <a:close/>
                  <a:moveTo>
                    <a:pt x="55901" y="338067"/>
                  </a:moveTo>
                  <a:lnTo>
                    <a:pt x="82300" y="265435"/>
                  </a:lnTo>
                  <a:lnTo>
                    <a:pt x="16279" y="294288"/>
                  </a:lnTo>
                  <a:close/>
                  <a:moveTo>
                    <a:pt x="12216" y="376503"/>
                  </a:moveTo>
                  <a:lnTo>
                    <a:pt x="55901" y="338067"/>
                  </a:lnTo>
                  <a:lnTo>
                    <a:pt x="16279" y="294288"/>
                  </a:lnTo>
                  <a:close/>
                  <a:moveTo>
                    <a:pt x="88464" y="255852"/>
                  </a:moveTo>
                  <a:lnTo>
                    <a:pt x="66724" y="266431"/>
                  </a:lnTo>
                  <a:lnTo>
                    <a:pt x="82300" y="265435"/>
                  </a:lnTo>
                  <a:close/>
                  <a:moveTo>
                    <a:pt x="82300" y="265435"/>
                  </a:moveTo>
                  <a:lnTo>
                    <a:pt x="55901" y="338067"/>
                  </a:lnTo>
                  <a:lnTo>
                    <a:pt x="142020" y="305309"/>
                  </a:lnTo>
                  <a:close/>
                  <a:moveTo>
                    <a:pt x="186625" y="229545"/>
                  </a:moveTo>
                  <a:lnTo>
                    <a:pt x="88464" y="255852"/>
                  </a:lnTo>
                  <a:lnTo>
                    <a:pt x="210165" y="249640"/>
                  </a:lnTo>
                  <a:close/>
                  <a:moveTo>
                    <a:pt x="88464" y="255852"/>
                  </a:moveTo>
                  <a:lnTo>
                    <a:pt x="82300" y="265435"/>
                  </a:lnTo>
                  <a:lnTo>
                    <a:pt x="210165" y="249640"/>
                  </a:lnTo>
                  <a:close/>
                  <a:moveTo>
                    <a:pt x="210165" y="249640"/>
                  </a:moveTo>
                  <a:lnTo>
                    <a:pt x="82300" y="265435"/>
                  </a:lnTo>
                  <a:lnTo>
                    <a:pt x="163605" y="299630"/>
                  </a:lnTo>
                  <a:close/>
                  <a:moveTo>
                    <a:pt x="163605" y="299630"/>
                  </a:moveTo>
                  <a:lnTo>
                    <a:pt x="82300" y="265435"/>
                  </a:lnTo>
                  <a:lnTo>
                    <a:pt x="142020" y="305309"/>
                  </a:lnTo>
                  <a:close/>
                  <a:moveTo>
                    <a:pt x="249541" y="217415"/>
                  </a:moveTo>
                  <a:lnTo>
                    <a:pt x="186625" y="229545"/>
                  </a:lnTo>
                  <a:lnTo>
                    <a:pt x="210165" y="249640"/>
                  </a:lnTo>
                  <a:close/>
                  <a:moveTo>
                    <a:pt x="249541" y="217415"/>
                  </a:moveTo>
                  <a:lnTo>
                    <a:pt x="199672" y="135200"/>
                  </a:lnTo>
                  <a:lnTo>
                    <a:pt x="186625" y="229545"/>
                  </a:lnTo>
                  <a:close/>
                  <a:moveTo>
                    <a:pt x="210165" y="249640"/>
                  </a:moveTo>
                  <a:lnTo>
                    <a:pt x="163605" y="299630"/>
                  </a:lnTo>
                  <a:lnTo>
                    <a:pt x="251727" y="276711"/>
                  </a:lnTo>
                  <a:close/>
                  <a:moveTo>
                    <a:pt x="288483" y="207329"/>
                  </a:moveTo>
                  <a:lnTo>
                    <a:pt x="249541" y="217415"/>
                  </a:lnTo>
                  <a:lnTo>
                    <a:pt x="338853" y="236924"/>
                  </a:lnTo>
                  <a:close/>
                  <a:moveTo>
                    <a:pt x="249541" y="217415"/>
                  </a:moveTo>
                  <a:lnTo>
                    <a:pt x="210165" y="249640"/>
                  </a:lnTo>
                  <a:lnTo>
                    <a:pt x="338853" y="236924"/>
                  </a:lnTo>
                  <a:close/>
                  <a:moveTo>
                    <a:pt x="316828" y="261194"/>
                  </a:moveTo>
                  <a:lnTo>
                    <a:pt x="210165" y="249640"/>
                  </a:lnTo>
                  <a:lnTo>
                    <a:pt x="251727" y="276711"/>
                  </a:lnTo>
                  <a:close/>
                  <a:moveTo>
                    <a:pt x="1269436" y="842042"/>
                  </a:moveTo>
                  <a:lnTo>
                    <a:pt x="1308232" y="824448"/>
                  </a:lnTo>
                  <a:lnTo>
                    <a:pt x="1278612" y="812203"/>
                  </a:lnTo>
                  <a:close/>
                  <a:moveTo>
                    <a:pt x="708388" y="348006"/>
                  </a:moveTo>
                  <a:lnTo>
                    <a:pt x="791573" y="340970"/>
                  </a:lnTo>
                  <a:lnTo>
                    <a:pt x="776455" y="328009"/>
                  </a:lnTo>
                  <a:close/>
                  <a:moveTo>
                    <a:pt x="791573" y="340970"/>
                  </a:moveTo>
                  <a:lnTo>
                    <a:pt x="839368" y="284573"/>
                  </a:lnTo>
                  <a:lnTo>
                    <a:pt x="776455" y="328009"/>
                  </a:lnTo>
                  <a:close/>
                  <a:moveTo>
                    <a:pt x="791573" y="340970"/>
                  </a:moveTo>
                  <a:lnTo>
                    <a:pt x="900267" y="313196"/>
                  </a:lnTo>
                  <a:lnTo>
                    <a:pt x="839368" y="284573"/>
                  </a:lnTo>
                  <a:close/>
                  <a:moveTo>
                    <a:pt x="839368" y="284573"/>
                  </a:moveTo>
                  <a:lnTo>
                    <a:pt x="900267" y="313196"/>
                  </a:lnTo>
                  <a:lnTo>
                    <a:pt x="862743" y="266536"/>
                  </a:lnTo>
                  <a:close/>
                  <a:moveTo>
                    <a:pt x="862743" y="266536"/>
                  </a:moveTo>
                  <a:lnTo>
                    <a:pt x="900267" y="313196"/>
                  </a:lnTo>
                  <a:lnTo>
                    <a:pt x="908785" y="310314"/>
                  </a:lnTo>
                  <a:close/>
                  <a:moveTo>
                    <a:pt x="862743" y="266536"/>
                  </a:moveTo>
                  <a:lnTo>
                    <a:pt x="908785" y="310314"/>
                  </a:lnTo>
                  <a:lnTo>
                    <a:pt x="929855" y="228099"/>
                  </a:lnTo>
                  <a:close/>
                  <a:moveTo>
                    <a:pt x="900267" y="313196"/>
                  </a:moveTo>
                  <a:lnTo>
                    <a:pt x="906605" y="320758"/>
                  </a:lnTo>
                  <a:lnTo>
                    <a:pt x="908785" y="310314"/>
                  </a:lnTo>
                  <a:close/>
                  <a:moveTo>
                    <a:pt x="929855" y="228099"/>
                  </a:moveTo>
                  <a:lnTo>
                    <a:pt x="908785" y="310314"/>
                  </a:lnTo>
                  <a:lnTo>
                    <a:pt x="1022765" y="271878"/>
                  </a:lnTo>
                  <a:close/>
                  <a:moveTo>
                    <a:pt x="929855" y="228099"/>
                  </a:moveTo>
                  <a:lnTo>
                    <a:pt x="1022765" y="271878"/>
                  </a:lnTo>
                  <a:lnTo>
                    <a:pt x="998719" y="189663"/>
                  </a:lnTo>
                  <a:close/>
                  <a:moveTo>
                    <a:pt x="919207" y="145884"/>
                  </a:moveTo>
                  <a:lnTo>
                    <a:pt x="989133" y="135457"/>
                  </a:lnTo>
                  <a:lnTo>
                    <a:pt x="976250" y="111831"/>
                  </a:lnTo>
                  <a:close/>
                  <a:moveTo>
                    <a:pt x="998719" y="189663"/>
                  </a:moveTo>
                  <a:lnTo>
                    <a:pt x="989133" y="135457"/>
                  </a:lnTo>
                  <a:lnTo>
                    <a:pt x="919207" y="145884"/>
                  </a:lnTo>
                  <a:close/>
                  <a:moveTo>
                    <a:pt x="929855" y="228099"/>
                  </a:moveTo>
                  <a:lnTo>
                    <a:pt x="998719" y="189663"/>
                  </a:lnTo>
                  <a:lnTo>
                    <a:pt x="919207" y="145884"/>
                  </a:lnTo>
                  <a:close/>
                  <a:moveTo>
                    <a:pt x="976250" y="111831"/>
                  </a:moveTo>
                  <a:lnTo>
                    <a:pt x="989133" y="135457"/>
                  </a:lnTo>
                  <a:lnTo>
                    <a:pt x="983208" y="107448"/>
                  </a:lnTo>
                  <a:close/>
                  <a:moveTo>
                    <a:pt x="998719" y="189663"/>
                  </a:moveTo>
                  <a:lnTo>
                    <a:pt x="1027777" y="270124"/>
                  </a:lnTo>
                  <a:lnTo>
                    <a:pt x="1007776" y="186293"/>
                  </a:lnTo>
                  <a:close/>
                  <a:moveTo>
                    <a:pt x="989133" y="135457"/>
                  </a:moveTo>
                  <a:lnTo>
                    <a:pt x="998719" y="189663"/>
                  </a:lnTo>
                  <a:lnTo>
                    <a:pt x="1007776" y="186293"/>
                  </a:lnTo>
                  <a:close/>
                  <a:moveTo>
                    <a:pt x="989133" y="135457"/>
                  </a:moveTo>
                  <a:lnTo>
                    <a:pt x="1007776" y="186293"/>
                  </a:lnTo>
                  <a:lnTo>
                    <a:pt x="983208" y="107448"/>
                  </a:lnTo>
                  <a:close/>
                  <a:moveTo>
                    <a:pt x="983208" y="107448"/>
                  </a:moveTo>
                  <a:lnTo>
                    <a:pt x="1007776" y="186293"/>
                  </a:lnTo>
                  <a:lnTo>
                    <a:pt x="1099605" y="151227"/>
                  </a:lnTo>
                  <a:close/>
                  <a:moveTo>
                    <a:pt x="983208" y="107448"/>
                  </a:moveTo>
                  <a:lnTo>
                    <a:pt x="1099605" y="151227"/>
                  </a:lnTo>
                  <a:lnTo>
                    <a:pt x="1099083" y="69012"/>
                  </a:lnTo>
                  <a:close/>
                  <a:moveTo>
                    <a:pt x="1099083" y="69012"/>
                  </a:moveTo>
                  <a:lnTo>
                    <a:pt x="1101842" y="62998"/>
                  </a:lnTo>
                  <a:lnTo>
                    <a:pt x="1022153" y="25232"/>
                  </a:lnTo>
                  <a:close/>
                  <a:moveTo>
                    <a:pt x="983208" y="107448"/>
                  </a:moveTo>
                  <a:lnTo>
                    <a:pt x="1099083" y="69012"/>
                  </a:lnTo>
                  <a:lnTo>
                    <a:pt x="1022153" y="25232"/>
                  </a:lnTo>
                  <a:close/>
                  <a:moveTo>
                    <a:pt x="1042998" y="18066"/>
                  </a:moveTo>
                  <a:lnTo>
                    <a:pt x="1101842" y="62998"/>
                  </a:lnTo>
                  <a:lnTo>
                    <a:pt x="1177762" y="68192"/>
                  </a:lnTo>
                  <a:close/>
                  <a:moveTo>
                    <a:pt x="1099083" y="69012"/>
                  </a:moveTo>
                  <a:lnTo>
                    <a:pt x="1138555" y="140565"/>
                  </a:lnTo>
                  <a:lnTo>
                    <a:pt x="1105789" y="67110"/>
                  </a:lnTo>
                  <a:close/>
                  <a:moveTo>
                    <a:pt x="1099083" y="69012"/>
                  </a:moveTo>
                  <a:lnTo>
                    <a:pt x="1099605" y="151227"/>
                  </a:lnTo>
                  <a:lnTo>
                    <a:pt x="1138555" y="140565"/>
                  </a:lnTo>
                  <a:close/>
                  <a:moveTo>
                    <a:pt x="1138555" y="140565"/>
                  </a:moveTo>
                  <a:lnTo>
                    <a:pt x="1219304" y="135509"/>
                  </a:lnTo>
                  <a:lnTo>
                    <a:pt x="1178277" y="68771"/>
                  </a:lnTo>
                  <a:close/>
                  <a:moveTo>
                    <a:pt x="1138555" y="140565"/>
                  </a:moveTo>
                  <a:lnTo>
                    <a:pt x="1178277" y="68771"/>
                  </a:lnTo>
                  <a:lnTo>
                    <a:pt x="1105789" y="67110"/>
                  </a:lnTo>
                  <a:close/>
                  <a:moveTo>
                    <a:pt x="1219304" y="135509"/>
                  </a:moveTo>
                  <a:lnTo>
                    <a:pt x="1296143" y="33539"/>
                  </a:lnTo>
                  <a:lnTo>
                    <a:pt x="1178277" y="68771"/>
                  </a:lnTo>
                  <a:close/>
                  <a:moveTo>
                    <a:pt x="1306362" y="30575"/>
                  </a:moveTo>
                  <a:lnTo>
                    <a:pt x="1296143" y="33539"/>
                  </a:lnTo>
                  <a:lnTo>
                    <a:pt x="1287769" y="140440"/>
                  </a:lnTo>
                  <a:close/>
                  <a:moveTo>
                    <a:pt x="1101842" y="62998"/>
                  </a:moveTo>
                  <a:lnTo>
                    <a:pt x="1099083" y="69012"/>
                  </a:lnTo>
                  <a:lnTo>
                    <a:pt x="1105789" y="67110"/>
                  </a:lnTo>
                  <a:close/>
                  <a:moveTo>
                    <a:pt x="1105789" y="67110"/>
                  </a:moveTo>
                  <a:lnTo>
                    <a:pt x="1177762" y="68192"/>
                  </a:lnTo>
                  <a:lnTo>
                    <a:pt x="1101842" y="62998"/>
                  </a:lnTo>
                  <a:close/>
                  <a:moveTo>
                    <a:pt x="1105789" y="67110"/>
                  </a:moveTo>
                  <a:lnTo>
                    <a:pt x="1178277" y="68771"/>
                  </a:lnTo>
                  <a:lnTo>
                    <a:pt x="1177762" y="68192"/>
                  </a:lnTo>
                  <a:close/>
                  <a:moveTo>
                    <a:pt x="1306362" y="30575"/>
                  </a:moveTo>
                  <a:lnTo>
                    <a:pt x="1432385" y="32465"/>
                  </a:lnTo>
                  <a:lnTo>
                    <a:pt x="1411929" y="0"/>
                  </a:lnTo>
                  <a:close/>
                  <a:moveTo>
                    <a:pt x="1422997" y="74354"/>
                  </a:moveTo>
                  <a:lnTo>
                    <a:pt x="1432385" y="32465"/>
                  </a:lnTo>
                  <a:lnTo>
                    <a:pt x="1306362" y="30575"/>
                  </a:lnTo>
                  <a:close/>
                  <a:moveTo>
                    <a:pt x="1337732" y="112790"/>
                  </a:moveTo>
                  <a:lnTo>
                    <a:pt x="1422997" y="74354"/>
                  </a:lnTo>
                  <a:lnTo>
                    <a:pt x="1306362" y="30575"/>
                  </a:lnTo>
                  <a:close/>
                  <a:moveTo>
                    <a:pt x="1411929" y="0"/>
                  </a:moveTo>
                  <a:lnTo>
                    <a:pt x="1432385" y="32465"/>
                  </a:lnTo>
                  <a:lnTo>
                    <a:pt x="1498589" y="1334"/>
                  </a:lnTo>
                  <a:close/>
                  <a:moveTo>
                    <a:pt x="1422997" y="74354"/>
                  </a:moveTo>
                  <a:lnTo>
                    <a:pt x="1459455" y="133675"/>
                  </a:lnTo>
                  <a:lnTo>
                    <a:pt x="1455577" y="64607"/>
                  </a:lnTo>
                  <a:close/>
                  <a:moveTo>
                    <a:pt x="1432385" y="32465"/>
                  </a:moveTo>
                  <a:lnTo>
                    <a:pt x="1422997" y="74354"/>
                  </a:lnTo>
                  <a:lnTo>
                    <a:pt x="1455577" y="64607"/>
                  </a:lnTo>
                  <a:close/>
                  <a:moveTo>
                    <a:pt x="1455577" y="64607"/>
                  </a:moveTo>
                  <a:lnTo>
                    <a:pt x="1498589" y="1334"/>
                  </a:lnTo>
                  <a:lnTo>
                    <a:pt x="1432385" y="32465"/>
                  </a:lnTo>
                  <a:close/>
                </a:path>
              </a:pathLst>
            </a:custGeom>
            <a:solidFill>
              <a:srgbClr val="E8ECEF"/>
            </a:solidFill>
            <a:ln w="1524">
              <a:solidFill>
                <a:srgbClr val="E8ECEF"/>
              </a:solidFill>
            </a:ln>
          </p:spPr>
        </p:sp>
        <p:sp>
          <p:nvSpPr>
            <p:cNvPr id="2171" name="Candidate_density__2170">
              <a:extLst>
                <a:ext uri="{FF2B5EF4-FFF2-40B4-BE49-F238E27FC236}">
                  <a16:creationId xmlns:a16="http://schemas.microsoft.com/office/drawing/2014/main" id="{D774BD6A-0180-A204-D136-924C94A7F94C}"/>
                </a:ext>
              </a:extLst>
            </p:cNvPr>
            <p:cNvSpPr>
              <a:spLocks noGrp="1"/>
            </p:cNvSpPr>
            <p:nvPr/>
          </p:nvSpPr>
          <p:spPr>
            <a:xfrm>
              <a:off x="3804009" y="2702447"/>
              <a:ext cx="1622391" cy="682892"/>
            </a:xfrm>
            <a:custGeom>
              <a:avLst/>
              <a:gdLst/>
              <a:ahLst/>
              <a:cxnLst/>
              <a:rect l="0" t="0" r="0" b="0"/>
              <a:pathLst>
                <a:path w="1622391" h="682892">
                  <a:moveTo>
                    <a:pt x="0" y="410221"/>
                  </a:moveTo>
                  <a:lnTo>
                    <a:pt x="1699" y="470428"/>
                  </a:lnTo>
                  <a:lnTo>
                    <a:pt x="59269" y="470471"/>
                  </a:lnTo>
                  <a:close/>
                  <a:moveTo>
                    <a:pt x="226017" y="536215"/>
                  </a:moveTo>
                  <a:lnTo>
                    <a:pt x="205602" y="523728"/>
                  </a:lnTo>
                  <a:lnTo>
                    <a:pt x="149260" y="528275"/>
                  </a:lnTo>
                  <a:close/>
                  <a:moveTo>
                    <a:pt x="126388" y="453999"/>
                  </a:moveTo>
                  <a:lnTo>
                    <a:pt x="149260" y="528275"/>
                  </a:lnTo>
                  <a:lnTo>
                    <a:pt x="205602" y="523728"/>
                  </a:lnTo>
                  <a:close/>
                  <a:moveTo>
                    <a:pt x="126388" y="453999"/>
                  </a:moveTo>
                  <a:lnTo>
                    <a:pt x="91365" y="492436"/>
                  </a:lnTo>
                  <a:lnTo>
                    <a:pt x="149260" y="528275"/>
                  </a:lnTo>
                  <a:close/>
                  <a:moveTo>
                    <a:pt x="91365" y="492436"/>
                  </a:moveTo>
                  <a:lnTo>
                    <a:pt x="126388" y="453999"/>
                  </a:lnTo>
                  <a:lnTo>
                    <a:pt x="59269" y="470471"/>
                  </a:lnTo>
                  <a:close/>
                  <a:moveTo>
                    <a:pt x="311156" y="497778"/>
                  </a:moveTo>
                  <a:lnTo>
                    <a:pt x="226017" y="536215"/>
                  </a:lnTo>
                  <a:lnTo>
                    <a:pt x="292924" y="571552"/>
                  </a:lnTo>
                  <a:close/>
                  <a:moveTo>
                    <a:pt x="279234" y="339476"/>
                  </a:moveTo>
                  <a:lnTo>
                    <a:pt x="217688" y="290257"/>
                  </a:lnTo>
                  <a:lnTo>
                    <a:pt x="247355" y="333348"/>
                  </a:lnTo>
                  <a:close/>
                  <a:moveTo>
                    <a:pt x="295037" y="364249"/>
                  </a:moveTo>
                  <a:lnTo>
                    <a:pt x="247355" y="333348"/>
                  </a:lnTo>
                  <a:lnTo>
                    <a:pt x="339155" y="313996"/>
                  </a:lnTo>
                  <a:close/>
                  <a:moveTo>
                    <a:pt x="414676" y="212696"/>
                  </a:moveTo>
                  <a:lnTo>
                    <a:pt x="437008" y="294912"/>
                  </a:lnTo>
                  <a:lnTo>
                    <a:pt x="418947" y="186392"/>
                  </a:lnTo>
                  <a:close/>
                  <a:moveTo>
                    <a:pt x="379921" y="187757"/>
                  </a:moveTo>
                  <a:lnTo>
                    <a:pt x="418947" y="186392"/>
                  </a:lnTo>
                  <a:lnTo>
                    <a:pt x="353965" y="178629"/>
                  </a:lnTo>
                  <a:close/>
                  <a:moveTo>
                    <a:pt x="637812" y="329827"/>
                  </a:moveTo>
                  <a:lnTo>
                    <a:pt x="560599" y="369423"/>
                  </a:lnTo>
                  <a:lnTo>
                    <a:pt x="631453" y="355677"/>
                  </a:lnTo>
                  <a:close/>
                  <a:moveTo>
                    <a:pt x="726651" y="318195"/>
                  </a:moveTo>
                  <a:lnTo>
                    <a:pt x="631453" y="355677"/>
                  </a:lnTo>
                  <a:lnTo>
                    <a:pt x="710360" y="372036"/>
                  </a:lnTo>
                  <a:close/>
                  <a:moveTo>
                    <a:pt x="726651" y="318195"/>
                  </a:moveTo>
                  <a:lnTo>
                    <a:pt x="637812" y="329827"/>
                  </a:lnTo>
                  <a:lnTo>
                    <a:pt x="631453" y="355677"/>
                  </a:lnTo>
                  <a:close/>
                  <a:moveTo>
                    <a:pt x="787185" y="380615"/>
                  </a:moveTo>
                  <a:lnTo>
                    <a:pt x="823971" y="302952"/>
                  </a:lnTo>
                  <a:lnTo>
                    <a:pt x="710360" y="372036"/>
                  </a:lnTo>
                  <a:close/>
                  <a:moveTo>
                    <a:pt x="1114436" y="426247"/>
                  </a:moveTo>
                  <a:lnTo>
                    <a:pt x="1056830" y="401054"/>
                  </a:lnTo>
                  <a:lnTo>
                    <a:pt x="1015727" y="462579"/>
                  </a:lnTo>
                  <a:close/>
                  <a:moveTo>
                    <a:pt x="1015727" y="462579"/>
                  </a:moveTo>
                  <a:lnTo>
                    <a:pt x="1056830" y="401054"/>
                  </a:lnTo>
                  <a:lnTo>
                    <a:pt x="923171" y="395186"/>
                  </a:lnTo>
                  <a:close/>
                  <a:moveTo>
                    <a:pt x="1371893" y="657637"/>
                  </a:moveTo>
                  <a:lnTo>
                    <a:pt x="1361664" y="672893"/>
                  </a:lnTo>
                  <a:lnTo>
                    <a:pt x="1413362" y="682892"/>
                  </a:lnTo>
                  <a:close/>
                  <a:moveTo>
                    <a:pt x="1166132" y="387811"/>
                  </a:moveTo>
                  <a:lnTo>
                    <a:pt x="1143267" y="445569"/>
                  </a:lnTo>
                  <a:lnTo>
                    <a:pt x="1191882" y="412130"/>
                  </a:lnTo>
                  <a:close/>
                  <a:moveTo>
                    <a:pt x="1166132" y="387811"/>
                  </a:moveTo>
                  <a:lnTo>
                    <a:pt x="1114436" y="426247"/>
                  </a:lnTo>
                  <a:lnTo>
                    <a:pt x="1143267" y="445569"/>
                  </a:lnTo>
                  <a:close/>
                  <a:moveTo>
                    <a:pt x="1114436" y="426247"/>
                  </a:moveTo>
                  <a:lnTo>
                    <a:pt x="1166132" y="387811"/>
                  </a:lnTo>
                  <a:lnTo>
                    <a:pt x="1056830" y="401054"/>
                  </a:lnTo>
                  <a:close/>
                  <a:moveTo>
                    <a:pt x="1191882" y="412130"/>
                  </a:moveTo>
                  <a:lnTo>
                    <a:pt x="1283985" y="468328"/>
                  </a:lnTo>
                  <a:lnTo>
                    <a:pt x="1262555" y="349374"/>
                  </a:lnTo>
                  <a:close/>
                  <a:moveTo>
                    <a:pt x="1593144" y="272501"/>
                  </a:moveTo>
                  <a:lnTo>
                    <a:pt x="1558038" y="299549"/>
                  </a:lnTo>
                  <a:lnTo>
                    <a:pt x="1622391" y="274895"/>
                  </a:lnTo>
                  <a:close/>
                  <a:moveTo>
                    <a:pt x="1622391" y="274895"/>
                  </a:moveTo>
                  <a:lnTo>
                    <a:pt x="1567018" y="359412"/>
                  </a:lnTo>
                  <a:lnTo>
                    <a:pt x="1620705" y="376357"/>
                  </a:lnTo>
                  <a:close/>
                  <a:moveTo>
                    <a:pt x="1593144" y="272501"/>
                  </a:moveTo>
                  <a:lnTo>
                    <a:pt x="1622391" y="274895"/>
                  </a:lnTo>
                  <a:lnTo>
                    <a:pt x="1621708" y="258941"/>
                  </a:lnTo>
                  <a:close/>
                  <a:moveTo>
                    <a:pt x="1616647" y="179473"/>
                  </a:moveTo>
                  <a:lnTo>
                    <a:pt x="1593144" y="272501"/>
                  </a:lnTo>
                  <a:lnTo>
                    <a:pt x="1621708" y="258941"/>
                  </a:lnTo>
                  <a:close/>
                  <a:moveTo>
                    <a:pt x="1554541" y="269464"/>
                  </a:moveTo>
                  <a:lnTo>
                    <a:pt x="1593144" y="272501"/>
                  </a:lnTo>
                  <a:lnTo>
                    <a:pt x="1616647" y="179473"/>
                  </a:lnTo>
                  <a:close/>
                  <a:moveTo>
                    <a:pt x="1551438" y="171894"/>
                  </a:moveTo>
                  <a:lnTo>
                    <a:pt x="1616647" y="179473"/>
                  </a:lnTo>
                  <a:lnTo>
                    <a:pt x="1601421" y="91759"/>
                  </a:lnTo>
                  <a:close/>
                  <a:moveTo>
                    <a:pt x="1551438" y="171894"/>
                  </a:moveTo>
                  <a:lnTo>
                    <a:pt x="1601421" y="91759"/>
                  </a:lnTo>
                  <a:lnTo>
                    <a:pt x="1540718" y="80517"/>
                  </a:lnTo>
                  <a:close/>
                  <a:moveTo>
                    <a:pt x="1540718" y="80517"/>
                  </a:moveTo>
                  <a:lnTo>
                    <a:pt x="1601421" y="91759"/>
                  </a:lnTo>
                  <a:lnTo>
                    <a:pt x="1591170" y="0"/>
                  </a:lnTo>
                  <a:close/>
                </a:path>
              </a:pathLst>
            </a:custGeom>
            <a:solidFill>
              <a:srgbClr val="DCE1E6"/>
            </a:solidFill>
            <a:ln w="1524">
              <a:solidFill>
                <a:srgbClr val="DCE1E6"/>
              </a:solidFill>
            </a:ln>
          </p:spPr>
        </p:sp>
        <p:sp>
          <p:nvSpPr>
            <p:cNvPr id="2172" name="Candidate_density__2171">
              <a:extLst>
                <a:ext uri="{FF2B5EF4-FFF2-40B4-BE49-F238E27FC236}">
                  <a16:creationId xmlns:a16="http://schemas.microsoft.com/office/drawing/2014/main" id="{9B961B0F-9450-F8FB-A658-374B9897C237}"/>
                </a:ext>
              </a:extLst>
            </p:cNvPr>
            <p:cNvSpPr>
              <a:spLocks noGrp="1"/>
            </p:cNvSpPr>
            <p:nvPr/>
          </p:nvSpPr>
          <p:spPr>
            <a:xfrm>
              <a:off x="3715150" y="2563873"/>
              <a:ext cx="1639388" cy="609045"/>
            </a:xfrm>
            <a:custGeom>
              <a:avLst/>
              <a:gdLst/>
              <a:ahLst/>
              <a:cxnLst/>
              <a:rect l="0" t="0" r="0" b="0"/>
              <a:pathLst>
                <a:path w="1639388" h="609045">
                  <a:moveTo>
                    <a:pt x="7967" y="505016"/>
                  </a:moveTo>
                  <a:lnTo>
                    <a:pt x="88858" y="548795"/>
                  </a:lnTo>
                  <a:lnTo>
                    <a:pt x="47702" y="466580"/>
                  </a:lnTo>
                  <a:close/>
                  <a:moveTo>
                    <a:pt x="18200" y="401928"/>
                  </a:moveTo>
                  <a:lnTo>
                    <a:pt x="0" y="395342"/>
                  </a:lnTo>
                  <a:lnTo>
                    <a:pt x="47702" y="466580"/>
                  </a:lnTo>
                  <a:close/>
                  <a:moveTo>
                    <a:pt x="8397" y="384365"/>
                  </a:moveTo>
                  <a:lnTo>
                    <a:pt x="0" y="395342"/>
                  </a:lnTo>
                  <a:lnTo>
                    <a:pt x="18200" y="401928"/>
                  </a:lnTo>
                  <a:close/>
                  <a:moveTo>
                    <a:pt x="159594" y="510359"/>
                  </a:moveTo>
                  <a:lnTo>
                    <a:pt x="148127" y="609045"/>
                  </a:lnTo>
                  <a:lnTo>
                    <a:pt x="191714" y="556808"/>
                  </a:lnTo>
                  <a:close/>
                  <a:moveTo>
                    <a:pt x="47702" y="466580"/>
                  </a:moveTo>
                  <a:lnTo>
                    <a:pt x="88858" y="548795"/>
                  </a:lnTo>
                  <a:lnTo>
                    <a:pt x="159594" y="510359"/>
                  </a:lnTo>
                  <a:close/>
                  <a:moveTo>
                    <a:pt x="23805" y="375990"/>
                  </a:moveTo>
                  <a:lnTo>
                    <a:pt x="18200" y="401928"/>
                  </a:lnTo>
                  <a:lnTo>
                    <a:pt x="75508" y="345929"/>
                  </a:lnTo>
                  <a:close/>
                  <a:moveTo>
                    <a:pt x="75508" y="345929"/>
                  </a:moveTo>
                  <a:lnTo>
                    <a:pt x="18200" y="401928"/>
                  </a:lnTo>
                  <a:lnTo>
                    <a:pt x="47702" y="466580"/>
                  </a:lnTo>
                  <a:close/>
                  <a:moveTo>
                    <a:pt x="75508" y="345929"/>
                  </a:moveTo>
                  <a:lnTo>
                    <a:pt x="47702" y="466580"/>
                  </a:lnTo>
                  <a:lnTo>
                    <a:pt x="127108" y="428144"/>
                  </a:lnTo>
                  <a:close/>
                  <a:moveTo>
                    <a:pt x="8397" y="384365"/>
                  </a:moveTo>
                  <a:lnTo>
                    <a:pt x="18200" y="401928"/>
                  </a:lnTo>
                  <a:lnTo>
                    <a:pt x="23805" y="375990"/>
                  </a:lnTo>
                  <a:close/>
                  <a:moveTo>
                    <a:pt x="75508" y="345929"/>
                  </a:moveTo>
                  <a:lnTo>
                    <a:pt x="127108" y="428144"/>
                  </a:lnTo>
                  <a:lnTo>
                    <a:pt x="194997" y="389707"/>
                  </a:lnTo>
                  <a:close/>
                  <a:moveTo>
                    <a:pt x="350416" y="92052"/>
                  </a:moveTo>
                  <a:lnTo>
                    <a:pt x="306434" y="104625"/>
                  </a:lnTo>
                  <a:lnTo>
                    <a:pt x="390975" y="98888"/>
                  </a:lnTo>
                  <a:close/>
                  <a:moveTo>
                    <a:pt x="328459" y="80356"/>
                  </a:moveTo>
                  <a:lnTo>
                    <a:pt x="306434" y="104625"/>
                  </a:lnTo>
                  <a:lnTo>
                    <a:pt x="350416" y="92052"/>
                  </a:lnTo>
                  <a:close/>
                  <a:moveTo>
                    <a:pt x="350416" y="92052"/>
                  </a:moveTo>
                  <a:lnTo>
                    <a:pt x="390975" y="98888"/>
                  </a:lnTo>
                  <a:lnTo>
                    <a:pt x="460907" y="81697"/>
                  </a:lnTo>
                  <a:close/>
                  <a:moveTo>
                    <a:pt x="816822" y="356613"/>
                  </a:moveTo>
                  <a:lnTo>
                    <a:pt x="815197" y="356931"/>
                  </a:lnTo>
                  <a:lnTo>
                    <a:pt x="815509" y="456769"/>
                  </a:lnTo>
                  <a:close/>
                  <a:moveTo>
                    <a:pt x="725928" y="300047"/>
                  </a:moveTo>
                  <a:lnTo>
                    <a:pt x="680786" y="274398"/>
                  </a:lnTo>
                  <a:lnTo>
                    <a:pt x="729392" y="366096"/>
                  </a:lnTo>
                  <a:close/>
                  <a:moveTo>
                    <a:pt x="729392" y="366096"/>
                  </a:moveTo>
                  <a:lnTo>
                    <a:pt x="815197" y="356931"/>
                  </a:lnTo>
                  <a:lnTo>
                    <a:pt x="725928" y="300047"/>
                  </a:lnTo>
                  <a:close/>
                  <a:moveTo>
                    <a:pt x="815197" y="356931"/>
                  </a:moveTo>
                  <a:lnTo>
                    <a:pt x="815200" y="355163"/>
                  </a:lnTo>
                  <a:lnTo>
                    <a:pt x="725928" y="300047"/>
                  </a:lnTo>
                  <a:close/>
                  <a:moveTo>
                    <a:pt x="815197" y="356931"/>
                  </a:moveTo>
                  <a:lnTo>
                    <a:pt x="816822" y="356613"/>
                  </a:lnTo>
                  <a:lnTo>
                    <a:pt x="815200" y="355163"/>
                  </a:lnTo>
                  <a:close/>
                  <a:moveTo>
                    <a:pt x="680786" y="274398"/>
                  </a:moveTo>
                  <a:lnTo>
                    <a:pt x="684063" y="192183"/>
                  </a:lnTo>
                  <a:lnTo>
                    <a:pt x="639722" y="278312"/>
                  </a:lnTo>
                  <a:close/>
                  <a:moveTo>
                    <a:pt x="684063" y="192183"/>
                  </a:moveTo>
                  <a:lnTo>
                    <a:pt x="620208" y="194085"/>
                  </a:lnTo>
                  <a:lnTo>
                    <a:pt x="639722" y="278312"/>
                  </a:lnTo>
                  <a:close/>
                  <a:moveTo>
                    <a:pt x="539277" y="199287"/>
                  </a:moveTo>
                  <a:lnTo>
                    <a:pt x="620208" y="194085"/>
                  </a:lnTo>
                  <a:lnTo>
                    <a:pt x="586332" y="121533"/>
                  </a:lnTo>
                  <a:close/>
                  <a:moveTo>
                    <a:pt x="539277" y="199287"/>
                  </a:moveTo>
                  <a:lnTo>
                    <a:pt x="586332" y="121533"/>
                  </a:lnTo>
                  <a:lnTo>
                    <a:pt x="513694" y="119994"/>
                  </a:lnTo>
                  <a:close/>
                  <a:moveTo>
                    <a:pt x="684063" y="192183"/>
                  </a:moveTo>
                  <a:lnTo>
                    <a:pt x="695979" y="188075"/>
                  </a:lnTo>
                  <a:lnTo>
                    <a:pt x="620208" y="194085"/>
                  </a:lnTo>
                  <a:close/>
                  <a:moveTo>
                    <a:pt x="429120" y="128159"/>
                  </a:moveTo>
                  <a:lnTo>
                    <a:pt x="513694" y="119994"/>
                  </a:lnTo>
                  <a:lnTo>
                    <a:pt x="460907" y="81697"/>
                  </a:lnTo>
                  <a:close/>
                  <a:moveTo>
                    <a:pt x="513694" y="119994"/>
                  </a:moveTo>
                  <a:lnTo>
                    <a:pt x="538294" y="92375"/>
                  </a:lnTo>
                  <a:lnTo>
                    <a:pt x="460907" y="81697"/>
                  </a:lnTo>
                  <a:close/>
                  <a:moveTo>
                    <a:pt x="912830" y="441526"/>
                  </a:moveTo>
                  <a:lnTo>
                    <a:pt x="999479" y="521044"/>
                  </a:lnTo>
                  <a:lnTo>
                    <a:pt x="973238" y="400391"/>
                  </a:lnTo>
                  <a:close/>
                  <a:moveTo>
                    <a:pt x="973238" y="400391"/>
                  </a:moveTo>
                  <a:lnTo>
                    <a:pt x="999479" y="521044"/>
                  </a:lnTo>
                  <a:lnTo>
                    <a:pt x="1053229" y="472595"/>
                  </a:lnTo>
                  <a:close/>
                  <a:moveTo>
                    <a:pt x="914401" y="318177"/>
                  </a:moveTo>
                  <a:lnTo>
                    <a:pt x="917396" y="434529"/>
                  </a:lnTo>
                  <a:lnTo>
                    <a:pt x="950686" y="367863"/>
                  </a:lnTo>
                  <a:close/>
                  <a:moveTo>
                    <a:pt x="908386" y="438828"/>
                  </a:moveTo>
                  <a:lnTo>
                    <a:pt x="917396" y="434529"/>
                  </a:lnTo>
                  <a:lnTo>
                    <a:pt x="914401" y="318177"/>
                  </a:lnTo>
                  <a:close/>
                  <a:moveTo>
                    <a:pt x="816822" y="356613"/>
                  </a:moveTo>
                  <a:lnTo>
                    <a:pt x="908386" y="438828"/>
                  </a:lnTo>
                  <a:lnTo>
                    <a:pt x="914401" y="318177"/>
                  </a:lnTo>
                  <a:close/>
                  <a:moveTo>
                    <a:pt x="917396" y="434529"/>
                  </a:moveTo>
                  <a:lnTo>
                    <a:pt x="973238" y="400391"/>
                  </a:lnTo>
                  <a:lnTo>
                    <a:pt x="950686" y="367863"/>
                  </a:lnTo>
                  <a:close/>
                  <a:moveTo>
                    <a:pt x="876884" y="235962"/>
                  </a:moveTo>
                  <a:lnTo>
                    <a:pt x="815200" y="355163"/>
                  </a:lnTo>
                  <a:lnTo>
                    <a:pt x="816822" y="356613"/>
                  </a:lnTo>
                  <a:close/>
                  <a:moveTo>
                    <a:pt x="680786" y="274398"/>
                  </a:moveTo>
                  <a:lnTo>
                    <a:pt x="725928" y="300047"/>
                  </a:lnTo>
                  <a:lnTo>
                    <a:pt x="725659" y="269040"/>
                  </a:lnTo>
                  <a:close/>
                  <a:moveTo>
                    <a:pt x="684063" y="192183"/>
                  </a:moveTo>
                  <a:lnTo>
                    <a:pt x="725659" y="269040"/>
                  </a:lnTo>
                  <a:lnTo>
                    <a:pt x="697994" y="191438"/>
                  </a:lnTo>
                  <a:close/>
                  <a:moveTo>
                    <a:pt x="684063" y="192183"/>
                  </a:moveTo>
                  <a:lnTo>
                    <a:pt x="680786" y="274398"/>
                  </a:lnTo>
                  <a:lnTo>
                    <a:pt x="725659" y="269040"/>
                  </a:lnTo>
                  <a:close/>
                  <a:moveTo>
                    <a:pt x="814904" y="257077"/>
                  </a:moveTo>
                  <a:lnTo>
                    <a:pt x="725928" y="300047"/>
                  </a:lnTo>
                  <a:lnTo>
                    <a:pt x="815200" y="355163"/>
                  </a:lnTo>
                  <a:close/>
                  <a:moveTo>
                    <a:pt x="814904" y="257077"/>
                  </a:moveTo>
                  <a:lnTo>
                    <a:pt x="725659" y="269040"/>
                  </a:lnTo>
                  <a:lnTo>
                    <a:pt x="725928" y="300047"/>
                  </a:lnTo>
                  <a:close/>
                  <a:moveTo>
                    <a:pt x="725659" y="269040"/>
                  </a:moveTo>
                  <a:lnTo>
                    <a:pt x="781179" y="184402"/>
                  </a:lnTo>
                  <a:lnTo>
                    <a:pt x="697994" y="191438"/>
                  </a:lnTo>
                  <a:close/>
                  <a:moveTo>
                    <a:pt x="695979" y="188075"/>
                  </a:moveTo>
                  <a:lnTo>
                    <a:pt x="684063" y="192183"/>
                  </a:lnTo>
                  <a:lnTo>
                    <a:pt x="697994" y="191438"/>
                  </a:lnTo>
                  <a:close/>
                  <a:moveTo>
                    <a:pt x="697994" y="191438"/>
                  </a:moveTo>
                  <a:lnTo>
                    <a:pt x="766061" y="171441"/>
                  </a:lnTo>
                  <a:lnTo>
                    <a:pt x="695979" y="188075"/>
                  </a:lnTo>
                  <a:close/>
                  <a:moveTo>
                    <a:pt x="1071501" y="369836"/>
                  </a:moveTo>
                  <a:lnTo>
                    <a:pt x="1053229" y="472595"/>
                  </a:lnTo>
                  <a:lnTo>
                    <a:pt x="1093642" y="361955"/>
                  </a:lnTo>
                  <a:close/>
                  <a:moveTo>
                    <a:pt x="1093642" y="361955"/>
                  </a:moveTo>
                  <a:lnTo>
                    <a:pt x="1053229" y="472595"/>
                  </a:lnTo>
                  <a:lnTo>
                    <a:pt x="1067034" y="482607"/>
                  </a:lnTo>
                  <a:close/>
                  <a:moveTo>
                    <a:pt x="1093642" y="361955"/>
                  </a:moveTo>
                  <a:lnTo>
                    <a:pt x="1067034" y="482607"/>
                  </a:lnTo>
                  <a:lnTo>
                    <a:pt x="1161800" y="444170"/>
                  </a:lnTo>
                  <a:close/>
                  <a:moveTo>
                    <a:pt x="973238" y="400391"/>
                  </a:moveTo>
                  <a:lnTo>
                    <a:pt x="1053229" y="472595"/>
                  </a:lnTo>
                  <a:lnTo>
                    <a:pt x="1071501" y="369836"/>
                  </a:lnTo>
                  <a:close/>
                  <a:moveTo>
                    <a:pt x="950686" y="367863"/>
                  </a:moveTo>
                  <a:lnTo>
                    <a:pt x="973238" y="400391"/>
                  </a:lnTo>
                  <a:lnTo>
                    <a:pt x="1050771" y="279740"/>
                  </a:lnTo>
                  <a:close/>
                  <a:moveTo>
                    <a:pt x="1064605" y="299927"/>
                  </a:moveTo>
                  <a:lnTo>
                    <a:pt x="973238" y="400391"/>
                  </a:lnTo>
                  <a:lnTo>
                    <a:pt x="1071501" y="369836"/>
                  </a:lnTo>
                  <a:close/>
                  <a:moveTo>
                    <a:pt x="1185743" y="137368"/>
                  </a:moveTo>
                  <a:lnTo>
                    <a:pt x="1268693" y="75258"/>
                  </a:lnTo>
                  <a:lnTo>
                    <a:pt x="1254162" y="42244"/>
                  </a:lnTo>
                  <a:close/>
                  <a:moveTo>
                    <a:pt x="1268693" y="75258"/>
                  </a:moveTo>
                  <a:lnTo>
                    <a:pt x="1309313" y="120652"/>
                  </a:lnTo>
                  <a:lnTo>
                    <a:pt x="1254162" y="42244"/>
                  </a:lnTo>
                  <a:close/>
                  <a:moveTo>
                    <a:pt x="1286693" y="115889"/>
                  </a:moveTo>
                  <a:lnTo>
                    <a:pt x="1365056" y="156885"/>
                  </a:lnTo>
                  <a:lnTo>
                    <a:pt x="1309313" y="120652"/>
                  </a:lnTo>
                  <a:close/>
                  <a:moveTo>
                    <a:pt x="1430378" y="122455"/>
                  </a:moveTo>
                  <a:lnTo>
                    <a:pt x="1365056" y="156885"/>
                  </a:lnTo>
                  <a:lnTo>
                    <a:pt x="1478567" y="87425"/>
                  </a:lnTo>
                  <a:close/>
                  <a:moveTo>
                    <a:pt x="1498766" y="82215"/>
                  </a:moveTo>
                  <a:lnTo>
                    <a:pt x="1528956" y="100710"/>
                  </a:lnTo>
                  <a:lnTo>
                    <a:pt x="1478567" y="87425"/>
                  </a:lnTo>
                  <a:close/>
                  <a:moveTo>
                    <a:pt x="1268693" y="75258"/>
                  </a:moveTo>
                  <a:lnTo>
                    <a:pt x="1260544" y="120652"/>
                  </a:lnTo>
                  <a:lnTo>
                    <a:pt x="1286693" y="115889"/>
                  </a:lnTo>
                  <a:close/>
                  <a:moveTo>
                    <a:pt x="1286693" y="115889"/>
                  </a:moveTo>
                  <a:lnTo>
                    <a:pt x="1309313" y="120652"/>
                  </a:lnTo>
                  <a:lnTo>
                    <a:pt x="1268693" y="75258"/>
                  </a:lnTo>
                  <a:close/>
                  <a:moveTo>
                    <a:pt x="1610205" y="134747"/>
                  </a:moveTo>
                  <a:lnTo>
                    <a:pt x="1563902" y="72299"/>
                  </a:lnTo>
                  <a:lnTo>
                    <a:pt x="1530636" y="138844"/>
                  </a:lnTo>
                  <a:close/>
                  <a:moveTo>
                    <a:pt x="1610205" y="134747"/>
                  </a:moveTo>
                  <a:lnTo>
                    <a:pt x="1639388" y="71522"/>
                  </a:lnTo>
                  <a:lnTo>
                    <a:pt x="1563902" y="72299"/>
                  </a:lnTo>
                  <a:close/>
                  <a:moveTo>
                    <a:pt x="1481114" y="0"/>
                  </a:moveTo>
                  <a:lnTo>
                    <a:pt x="1498766" y="82215"/>
                  </a:lnTo>
                  <a:lnTo>
                    <a:pt x="1563902" y="72299"/>
                  </a:lnTo>
                  <a:close/>
                </a:path>
              </a:pathLst>
            </a:custGeom>
            <a:solidFill>
              <a:srgbClr val="E3E8EC"/>
            </a:solidFill>
            <a:ln w="1524">
              <a:solidFill>
                <a:srgbClr val="E3E8EC"/>
              </a:solidFill>
            </a:ln>
          </p:spPr>
        </p:sp>
        <p:sp>
          <p:nvSpPr>
            <p:cNvPr id="2173" name="Candidate_density__2172">
              <a:extLst>
                <a:ext uri="{FF2B5EF4-FFF2-40B4-BE49-F238E27FC236}">
                  <a16:creationId xmlns:a16="http://schemas.microsoft.com/office/drawing/2014/main" id="{7972C2A8-DDA9-ECF1-C36A-E714B3CA7522}"/>
                </a:ext>
              </a:extLst>
            </p:cNvPr>
            <p:cNvSpPr>
              <a:spLocks noGrp="1"/>
            </p:cNvSpPr>
            <p:nvPr/>
          </p:nvSpPr>
          <p:spPr>
            <a:xfrm>
              <a:off x="3953269" y="2794206"/>
              <a:ext cx="1488412" cy="647612"/>
            </a:xfrm>
            <a:custGeom>
              <a:avLst/>
              <a:gdLst/>
              <a:ahLst/>
              <a:cxnLst/>
              <a:rect l="0" t="0" r="0" b="0"/>
              <a:pathLst>
                <a:path w="1488412" h="647612">
                  <a:moveTo>
                    <a:pt x="76757" y="444456"/>
                  </a:moveTo>
                  <a:lnTo>
                    <a:pt x="90354" y="495676"/>
                  </a:lnTo>
                  <a:lnTo>
                    <a:pt x="143664" y="479793"/>
                  </a:lnTo>
                  <a:close/>
                  <a:moveTo>
                    <a:pt x="76757" y="444456"/>
                  </a:moveTo>
                  <a:lnTo>
                    <a:pt x="71507" y="482892"/>
                  </a:lnTo>
                  <a:lnTo>
                    <a:pt x="90354" y="495676"/>
                  </a:lnTo>
                  <a:close/>
                  <a:moveTo>
                    <a:pt x="71507" y="482892"/>
                  </a:moveTo>
                  <a:lnTo>
                    <a:pt x="76757" y="444456"/>
                  </a:lnTo>
                  <a:lnTo>
                    <a:pt x="0" y="436516"/>
                  </a:lnTo>
                  <a:close/>
                  <a:moveTo>
                    <a:pt x="185444" y="420798"/>
                  </a:moveTo>
                  <a:lnTo>
                    <a:pt x="143664" y="479793"/>
                  </a:lnTo>
                  <a:lnTo>
                    <a:pt x="273780" y="472416"/>
                  </a:lnTo>
                  <a:close/>
                  <a:moveTo>
                    <a:pt x="98095" y="241589"/>
                  </a:moveTo>
                  <a:lnTo>
                    <a:pt x="67513" y="197811"/>
                  </a:lnTo>
                  <a:lnTo>
                    <a:pt x="86959" y="159374"/>
                  </a:lnTo>
                  <a:close/>
                  <a:moveTo>
                    <a:pt x="86959" y="159374"/>
                  </a:moveTo>
                  <a:lnTo>
                    <a:pt x="118745" y="120937"/>
                  </a:lnTo>
                  <a:lnTo>
                    <a:pt x="98095" y="241589"/>
                  </a:lnTo>
                  <a:close/>
                  <a:moveTo>
                    <a:pt x="411339" y="277664"/>
                  </a:moveTo>
                  <a:lnTo>
                    <a:pt x="448891" y="354608"/>
                  </a:lnTo>
                  <a:lnTo>
                    <a:pt x="482193" y="263918"/>
                  </a:lnTo>
                  <a:close/>
                  <a:moveTo>
                    <a:pt x="482193" y="263918"/>
                  </a:moveTo>
                  <a:lnTo>
                    <a:pt x="448891" y="354608"/>
                  </a:lnTo>
                  <a:lnTo>
                    <a:pt x="561100" y="280277"/>
                  </a:lnTo>
                  <a:close/>
                  <a:moveTo>
                    <a:pt x="230661" y="95998"/>
                  </a:moveTo>
                  <a:lnTo>
                    <a:pt x="265416" y="120937"/>
                  </a:lnTo>
                  <a:lnTo>
                    <a:pt x="269687" y="94633"/>
                  </a:lnTo>
                  <a:close/>
                  <a:moveTo>
                    <a:pt x="159355" y="108055"/>
                  </a:moveTo>
                  <a:lnTo>
                    <a:pt x="230661" y="95998"/>
                  </a:lnTo>
                  <a:lnTo>
                    <a:pt x="204705" y="86870"/>
                  </a:lnTo>
                  <a:close/>
                  <a:moveTo>
                    <a:pt x="1212404" y="581134"/>
                  </a:moveTo>
                  <a:lnTo>
                    <a:pt x="1319747" y="647612"/>
                  </a:lnTo>
                  <a:lnTo>
                    <a:pt x="1264102" y="591133"/>
                  </a:lnTo>
                  <a:close/>
                  <a:moveTo>
                    <a:pt x="1042622" y="320371"/>
                  </a:moveTo>
                  <a:lnTo>
                    <a:pt x="994007" y="353810"/>
                  </a:lnTo>
                  <a:lnTo>
                    <a:pt x="1132485" y="377697"/>
                  </a:lnTo>
                  <a:close/>
                  <a:moveTo>
                    <a:pt x="1473131" y="183136"/>
                  </a:moveTo>
                  <a:lnTo>
                    <a:pt x="1471445" y="284598"/>
                  </a:lnTo>
                  <a:lnTo>
                    <a:pt x="1482188" y="301394"/>
                  </a:lnTo>
                  <a:close/>
                  <a:moveTo>
                    <a:pt x="1488412" y="219179"/>
                  </a:moveTo>
                  <a:lnTo>
                    <a:pt x="1472448" y="167182"/>
                  </a:lnTo>
                  <a:lnTo>
                    <a:pt x="1473131" y="183136"/>
                  </a:lnTo>
                  <a:close/>
                  <a:moveTo>
                    <a:pt x="1481754" y="98527"/>
                  </a:moveTo>
                  <a:lnTo>
                    <a:pt x="1472448" y="167182"/>
                  </a:lnTo>
                  <a:lnTo>
                    <a:pt x="1488412" y="219179"/>
                  </a:lnTo>
                  <a:close/>
                  <a:moveTo>
                    <a:pt x="1467387" y="87714"/>
                  </a:moveTo>
                  <a:lnTo>
                    <a:pt x="1472448" y="167182"/>
                  </a:lnTo>
                  <a:lnTo>
                    <a:pt x="1481754" y="98527"/>
                  </a:lnTo>
                  <a:close/>
                  <a:moveTo>
                    <a:pt x="1452161" y="0"/>
                  </a:moveTo>
                  <a:lnTo>
                    <a:pt x="1467387" y="87714"/>
                  </a:lnTo>
                  <a:lnTo>
                    <a:pt x="1481754" y="98527"/>
                  </a:lnTo>
                  <a:close/>
                </a:path>
              </a:pathLst>
            </a:custGeom>
            <a:solidFill>
              <a:srgbClr val="D8DEE3"/>
            </a:solidFill>
            <a:ln w="1524">
              <a:solidFill>
                <a:srgbClr val="D8DEE3"/>
              </a:solidFill>
            </a:ln>
          </p:spPr>
        </p:sp>
        <p:sp>
          <p:nvSpPr>
            <p:cNvPr id="2174" name="Candidate_density__2173">
              <a:extLst>
                <a:ext uri="{FF2B5EF4-FFF2-40B4-BE49-F238E27FC236}">
                  <a16:creationId xmlns:a16="http://schemas.microsoft.com/office/drawing/2014/main" id="{3ED3DDEF-E38C-337F-EA75-BCDFF6C19DFF}"/>
                </a:ext>
              </a:extLst>
            </p:cNvPr>
            <p:cNvSpPr>
              <a:spLocks noGrp="1"/>
            </p:cNvSpPr>
            <p:nvPr/>
          </p:nvSpPr>
          <p:spPr>
            <a:xfrm>
              <a:off x="4043622" y="3071870"/>
              <a:ext cx="1391834" cy="369948"/>
            </a:xfrm>
            <a:custGeom>
              <a:avLst/>
              <a:gdLst/>
              <a:ahLst/>
              <a:cxnLst/>
              <a:rect l="0" t="0" r="0" b="0"/>
              <a:pathLst>
                <a:path w="1391834" h="369948">
                  <a:moveTo>
                    <a:pt x="53310" y="202129"/>
                  </a:moveTo>
                  <a:lnTo>
                    <a:pt x="0" y="218012"/>
                  </a:lnTo>
                  <a:lnTo>
                    <a:pt x="131788" y="216887"/>
                  </a:lnTo>
                  <a:close/>
                  <a:moveTo>
                    <a:pt x="53310" y="202129"/>
                  </a:moveTo>
                  <a:lnTo>
                    <a:pt x="131788" y="216887"/>
                  </a:lnTo>
                  <a:lnTo>
                    <a:pt x="183427" y="194751"/>
                  </a:lnTo>
                  <a:close/>
                  <a:moveTo>
                    <a:pt x="183427" y="194751"/>
                  </a:moveTo>
                  <a:lnTo>
                    <a:pt x="255160" y="184293"/>
                  </a:lnTo>
                  <a:lnTo>
                    <a:pt x="298377" y="130673"/>
                  </a:lnTo>
                  <a:close/>
                  <a:moveTo>
                    <a:pt x="315705" y="66970"/>
                  </a:moveTo>
                  <a:lnTo>
                    <a:pt x="298377" y="130673"/>
                  </a:lnTo>
                  <a:lnTo>
                    <a:pt x="348731" y="89918"/>
                  </a:lnTo>
                  <a:close/>
                  <a:moveTo>
                    <a:pt x="315705" y="66970"/>
                  </a:moveTo>
                  <a:lnTo>
                    <a:pt x="348731" y="89918"/>
                  </a:lnTo>
                  <a:lnTo>
                    <a:pt x="320986" y="0"/>
                  </a:lnTo>
                  <a:close/>
                  <a:moveTo>
                    <a:pt x="320986" y="0"/>
                  </a:moveTo>
                  <a:lnTo>
                    <a:pt x="348731" y="89918"/>
                  </a:lnTo>
                  <a:lnTo>
                    <a:pt x="358537" y="76944"/>
                  </a:lnTo>
                  <a:close/>
                  <a:moveTo>
                    <a:pt x="1173748" y="313469"/>
                  </a:moveTo>
                  <a:lnTo>
                    <a:pt x="1229393" y="369948"/>
                  </a:lnTo>
                  <a:lnTo>
                    <a:pt x="1247013" y="308739"/>
                  </a:lnTo>
                  <a:close/>
                  <a:moveTo>
                    <a:pt x="1173748" y="313469"/>
                  </a:moveTo>
                  <a:lnTo>
                    <a:pt x="1247013" y="308739"/>
                  </a:lnTo>
                  <a:lnTo>
                    <a:pt x="1285265" y="236550"/>
                  </a:lnTo>
                  <a:close/>
                  <a:moveTo>
                    <a:pt x="1275478" y="265033"/>
                  </a:moveTo>
                  <a:lnTo>
                    <a:pt x="1285265" y="236550"/>
                  </a:lnTo>
                  <a:lnTo>
                    <a:pt x="1247013" y="308739"/>
                  </a:lnTo>
                  <a:close/>
                  <a:moveTo>
                    <a:pt x="1042131" y="100033"/>
                  </a:moveTo>
                  <a:lnTo>
                    <a:pt x="1044371" y="98906"/>
                  </a:lnTo>
                  <a:lnTo>
                    <a:pt x="952268" y="42707"/>
                  </a:lnTo>
                  <a:close/>
                  <a:moveTo>
                    <a:pt x="1381092" y="6934"/>
                  </a:moveTo>
                  <a:lnTo>
                    <a:pt x="1352567" y="105945"/>
                  </a:lnTo>
                  <a:lnTo>
                    <a:pt x="1373167" y="71341"/>
                  </a:lnTo>
                  <a:close/>
                  <a:moveTo>
                    <a:pt x="1336078" y="83030"/>
                  </a:moveTo>
                  <a:lnTo>
                    <a:pt x="1352567" y="105945"/>
                  </a:lnTo>
                  <a:lnTo>
                    <a:pt x="1381092" y="6934"/>
                  </a:lnTo>
                  <a:close/>
                  <a:moveTo>
                    <a:pt x="1381092" y="6934"/>
                  </a:moveTo>
                  <a:lnTo>
                    <a:pt x="1373167" y="71341"/>
                  </a:lnTo>
                  <a:lnTo>
                    <a:pt x="1391834" y="23730"/>
                  </a:lnTo>
                  <a:close/>
                </a:path>
              </a:pathLst>
            </a:custGeom>
            <a:solidFill>
              <a:srgbClr val="D4DBE0"/>
            </a:solidFill>
            <a:ln w="1524">
              <a:solidFill>
                <a:srgbClr val="D4DBE0"/>
              </a:solidFill>
            </a:ln>
          </p:spPr>
        </p:sp>
        <p:sp>
          <p:nvSpPr>
            <p:cNvPr id="2175" name="Candidate_density__2174">
              <a:extLst>
                <a:ext uri="{FF2B5EF4-FFF2-40B4-BE49-F238E27FC236}">
                  <a16:creationId xmlns:a16="http://schemas.microsoft.com/office/drawing/2014/main" id="{413FE0CD-B402-3A43-656E-C29238F44FA4}"/>
                </a:ext>
              </a:extLst>
            </p:cNvPr>
            <p:cNvSpPr>
              <a:spLocks noGrp="1"/>
            </p:cNvSpPr>
            <p:nvPr/>
          </p:nvSpPr>
          <p:spPr>
            <a:xfrm>
              <a:off x="3804009" y="2606116"/>
              <a:ext cx="1616647" cy="566802"/>
            </a:xfrm>
            <a:custGeom>
              <a:avLst/>
              <a:gdLst/>
              <a:ahLst/>
              <a:cxnLst/>
              <a:rect l="0" t="0" r="0" b="0"/>
              <a:pathLst>
                <a:path w="1616647" h="566802">
                  <a:moveTo>
                    <a:pt x="126388" y="550330"/>
                  </a:moveTo>
                  <a:lnTo>
                    <a:pt x="102856" y="514564"/>
                  </a:lnTo>
                  <a:lnTo>
                    <a:pt x="59269" y="566802"/>
                  </a:lnTo>
                  <a:close/>
                  <a:moveTo>
                    <a:pt x="70736" y="468115"/>
                  </a:moveTo>
                  <a:lnTo>
                    <a:pt x="0" y="506552"/>
                  </a:lnTo>
                  <a:lnTo>
                    <a:pt x="59269" y="566802"/>
                  </a:lnTo>
                  <a:close/>
                  <a:moveTo>
                    <a:pt x="279234" y="435807"/>
                  </a:moveTo>
                  <a:lnTo>
                    <a:pt x="295037" y="460580"/>
                  </a:lnTo>
                  <a:lnTo>
                    <a:pt x="372237" y="470559"/>
                  </a:lnTo>
                  <a:close/>
                  <a:moveTo>
                    <a:pt x="295037" y="460580"/>
                  </a:moveTo>
                  <a:lnTo>
                    <a:pt x="279234" y="435807"/>
                  </a:lnTo>
                  <a:lnTo>
                    <a:pt x="247355" y="429679"/>
                  </a:lnTo>
                  <a:close/>
                  <a:moveTo>
                    <a:pt x="637812" y="426158"/>
                  </a:moveTo>
                  <a:lnTo>
                    <a:pt x="726651" y="414525"/>
                  </a:lnTo>
                  <a:lnTo>
                    <a:pt x="726339" y="314687"/>
                  </a:lnTo>
                  <a:close/>
                  <a:moveTo>
                    <a:pt x="637812" y="426158"/>
                  </a:moveTo>
                  <a:lnTo>
                    <a:pt x="726339" y="314687"/>
                  </a:lnTo>
                  <a:lnTo>
                    <a:pt x="640534" y="323853"/>
                  </a:lnTo>
                  <a:close/>
                  <a:moveTo>
                    <a:pt x="710360" y="468367"/>
                  </a:moveTo>
                  <a:lnTo>
                    <a:pt x="819527" y="396585"/>
                  </a:lnTo>
                  <a:lnTo>
                    <a:pt x="726651" y="414525"/>
                  </a:lnTo>
                  <a:close/>
                  <a:moveTo>
                    <a:pt x="823971" y="399283"/>
                  </a:moveTo>
                  <a:lnTo>
                    <a:pt x="819527" y="396585"/>
                  </a:lnTo>
                  <a:lnTo>
                    <a:pt x="710360" y="468367"/>
                  </a:lnTo>
                  <a:close/>
                  <a:moveTo>
                    <a:pt x="819527" y="396585"/>
                  </a:moveTo>
                  <a:lnTo>
                    <a:pt x="727964" y="314369"/>
                  </a:lnTo>
                  <a:lnTo>
                    <a:pt x="726651" y="414525"/>
                  </a:lnTo>
                  <a:close/>
                  <a:moveTo>
                    <a:pt x="531349" y="151841"/>
                  </a:moveTo>
                  <a:lnTo>
                    <a:pt x="607121" y="145831"/>
                  </a:lnTo>
                  <a:lnTo>
                    <a:pt x="558321" y="90414"/>
                  </a:lnTo>
                  <a:close/>
                  <a:moveTo>
                    <a:pt x="531349" y="151841"/>
                  </a:moveTo>
                  <a:lnTo>
                    <a:pt x="558321" y="90414"/>
                  </a:lnTo>
                  <a:lnTo>
                    <a:pt x="497473" y="79290"/>
                  </a:lnTo>
                  <a:close/>
                  <a:moveTo>
                    <a:pt x="424836" y="77750"/>
                  </a:moveTo>
                  <a:lnTo>
                    <a:pt x="497473" y="79290"/>
                  </a:lnTo>
                  <a:lnTo>
                    <a:pt x="449436" y="50132"/>
                  </a:lnTo>
                  <a:close/>
                  <a:moveTo>
                    <a:pt x="910620" y="478800"/>
                  </a:moveTo>
                  <a:lnTo>
                    <a:pt x="923171" y="491517"/>
                  </a:lnTo>
                  <a:lnTo>
                    <a:pt x="941561" y="461084"/>
                  </a:lnTo>
                  <a:close/>
                  <a:moveTo>
                    <a:pt x="828537" y="392285"/>
                  </a:moveTo>
                  <a:lnTo>
                    <a:pt x="823971" y="399283"/>
                  </a:lnTo>
                  <a:lnTo>
                    <a:pt x="884379" y="358148"/>
                  </a:lnTo>
                  <a:close/>
                  <a:moveTo>
                    <a:pt x="964371" y="430352"/>
                  </a:moveTo>
                  <a:lnTo>
                    <a:pt x="910620" y="478800"/>
                  </a:lnTo>
                  <a:lnTo>
                    <a:pt x="941561" y="461084"/>
                  </a:lnTo>
                  <a:close/>
                  <a:moveTo>
                    <a:pt x="923171" y="491517"/>
                  </a:moveTo>
                  <a:lnTo>
                    <a:pt x="978175" y="440363"/>
                  </a:lnTo>
                  <a:lnTo>
                    <a:pt x="941561" y="461084"/>
                  </a:lnTo>
                  <a:close/>
                  <a:moveTo>
                    <a:pt x="1056830" y="497385"/>
                  </a:moveTo>
                  <a:lnTo>
                    <a:pt x="978175" y="440363"/>
                  </a:lnTo>
                  <a:lnTo>
                    <a:pt x="923171" y="491517"/>
                  </a:lnTo>
                  <a:close/>
                  <a:moveTo>
                    <a:pt x="941561" y="461084"/>
                  </a:moveTo>
                  <a:lnTo>
                    <a:pt x="978175" y="440363"/>
                  </a:lnTo>
                  <a:lnTo>
                    <a:pt x="964371" y="430352"/>
                  </a:lnTo>
                  <a:close/>
                  <a:moveTo>
                    <a:pt x="819527" y="396585"/>
                  </a:moveTo>
                  <a:lnTo>
                    <a:pt x="823971" y="399283"/>
                  </a:lnTo>
                  <a:lnTo>
                    <a:pt x="828537" y="392285"/>
                  </a:lnTo>
                  <a:close/>
                  <a:moveTo>
                    <a:pt x="1166132" y="484142"/>
                  </a:moveTo>
                  <a:lnTo>
                    <a:pt x="1094636" y="423533"/>
                  </a:lnTo>
                  <a:lnTo>
                    <a:pt x="1056830" y="497385"/>
                  </a:lnTo>
                  <a:close/>
                  <a:moveTo>
                    <a:pt x="1072942" y="401927"/>
                  </a:moveTo>
                  <a:lnTo>
                    <a:pt x="1056830" y="497385"/>
                  </a:lnTo>
                  <a:lnTo>
                    <a:pt x="1094636" y="423533"/>
                  </a:lnTo>
                  <a:close/>
                  <a:moveTo>
                    <a:pt x="1072942" y="401927"/>
                  </a:moveTo>
                  <a:lnTo>
                    <a:pt x="978175" y="440363"/>
                  </a:lnTo>
                  <a:lnTo>
                    <a:pt x="1056830" y="497385"/>
                  </a:lnTo>
                  <a:close/>
                  <a:moveTo>
                    <a:pt x="1166132" y="484142"/>
                  </a:moveTo>
                  <a:lnTo>
                    <a:pt x="1191882" y="508461"/>
                  </a:lnTo>
                  <a:lnTo>
                    <a:pt x="1202331" y="470359"/>
                  </a:lnTo>
                  <a:close/>
                  <a:moveTo>
                    <a:pt x="1262555" y="445705"/>
                  </a:moveTo>
                  <a:lnTo>
                    <a:pt x="1283985" y="564659"/>
                  </a:lnTo>
                  <a:lnTo>
                    <a:pt x="1321384" y="527920"/>
                  </a:lnTo>
                  <a:close/>
                  <a:moveTo>
                    <a:pt x="1262555" y="445705"/>
                  </a:moveTo>
                  <a:lnTo>
                    <a:pt x="1202331" y="470359"/>
                  </a:lnTo>
                  <a:lnTo>
                    <a:pt x="1191882" y="508461"/>
                  </a:lnTo>
                  <a:close/>
                  <a:moveTo>
                    <a:pt x="1165304" y="0"/>
                  </a:moveTo>
                  <a:lnTo>
                    <a:pt x="1220454" y="78408"/>
                  </a:lnTo>
                  <a:lnTo>
                    <a:pt x="1251819" y="90349"/>
                  </a:lnTo>
                  <a:close/>
                  <a:moveTo>
                    <a:pt x="1276198" y="114641"/>
                  </a:moveTo>
                  <a:lnTo>
                    <a:pt x="1251819" y="90349"/>
                  </a:lnTo>
                  <a:lnTo>
                    <a:pt x="1220454" y="78408"/>
                  </a:lnTo>
                  <a:close/>
                  <a:moveTo>
                    <a:pt x="1551438" y="268225"/>
                  </a:moveTo>
                  <a:lnTo>
                    <a:pt x="1554541" y="365795"/>
                  </a:lnTo>
                  <a:lnTo>
                    <a:pt x="1616647" y="275804"/>
                  </a:lnTo>
                  <a:close/>
                  <a:moveTo>
                    <a:pt x="1540718" y="176847"/>
                  </a:moveTo>
                  <a:lnTo>
                    <a:pt x="1591170" y="96331"/>
                  </a:lnTo>
                  <a:lnTo>
                    <a:pt x="1521347" y="92504"/>
                  </a:lnTo>
                  <a:close/>
                  <a:moveTo>
                    <a:pt x="1521347" y="92504"/>
                  </a:moveTo>
                  <a:lnTo>
                    <a:pt x="1591170" y="96331"/>
                  </a:lnTo>
                  <a:lnTo>
                    <a:pt x="1550530" y="29278"/>
                  </a:lnTo>
                  <a:close/>
                </a:path>
              </a:pathLst>
            </a:custGeom>
            <a:solidFill>
              <a:srgbClr val="E0E5E9"/>
            </a:solidFill>
            <a:ln w="1524">
              <a:solidFill>
                <a:srgbClr val="E0E5E9"/>
              </a:solidFill>
            </a:ln>
          </p:spPr>
        </p:sp>
        <p:sp>
          <p:nvSpPr>
            <p:cNvPr id="2176" name="Candidate_density__2175">
              <a:extLst>
                <a:ext uri="{FF2B5EF4-FFF2-40B4-BE49-F238E27FC236}">
                  <a16:creationId xmlns:a16="http://schemas.microsoft.com/office/drawing/2014/main" id="{975655F7-2CFB-5EB4-FC27-C0098A7AC4C8}"/>
                </a:ext>
              </a:extLst>
            </p:cNvPr>
            <p:cNvSpPr>
              <a:spLocks noGrp="1"/>
            </p:cNvSpPr>
            <p:nvPr/>
          </p:nvSpPr>
          <p:spPr>
            <a:xfrm>
              <a:off x="3704757" y="2542813"/>
              <a:ext cx="1574296" cy="531419"/>
            </a:xfrm>
            <a:custGeom>
              <a:avLst/>
              <a:gdLst/>
              <a:ahLst/>
              <a:cxnLst/>
              <a:rect l="0" t="0" r="0" b="0"/>
              <a:pathLst>
                <a:path w="1574296" h="531419">
                  <a:moveTo>
                    <a:pt x="58095" y="487640"/>
                  </a:moveTo>
                  <a:lnTo>
                    <a:pt x="169988" y="531419"/>
                  </a:lnTo>
                  <a:lnTo>
                    <a:pt x="137501" y="449204"/>
                  </a:lnTo>
                  <a:close/>
                  <a:moveTo>
                    <a:pt x="44372" y="284773"/>
                  </a:moveTo>
                  <a:lnTo>
                    <a:pt x="34199" y="397049"/>
                  </a:lnTo>
                  <a:lnTo>
                    <a:pt x="54225" y="303615"/>
                  </a:lnTo>
                  <a:close/>
                  <a:moveTo>
                    <a:pt x="18790" y="405424"/>
                  </a:moveTo>
                  <a:lnTo>
                    <a:pt x="34199" y="397049"/>
                  </a:lnTo>
                  <a:lnTo>
                    <a:pt x="44372" y="284773"/>
                  </a:lnTo>
                  <a:close/>
                  <a:moveTo>
                    <a:pt x="0" y="323209"/>
                  </a:moveTo>
                  <a:lnTo>
                    <a:pt x="18790" y="405424"/>
                  </a:lnTo>
                  <a:lnTo>
                    <a:pt x="44372" y="284773"/>
                  </a:lnTo>
                  <a:close/>
                  <a:moveTo>
                    <a:pt x="34199" y="397049"/>
                  </a:moveTo>
                  <a:lnTo>
                    <a:pt x="85902" y="366988"/>
                  </a:lnTo>
                  <a:lnTo>
                    <a:pt x="54225" y="303615"/>
                  </a:lnTo>
                  <a:close/>
                  <a:moveTo>
                    <a:pt x="45780" y="272044"/>
                  </a:moveTo>
                  <a:lnTo>
                    <a:pt x="0" y="323209"/>
                  </a:lnTo>
                  <a:lnTo>
                    <a:pt x="44372" y="284773"/>
                  </a:lnTo>
                  <a:close/>
                  <a:moveTo>
                    <a:pt x="54760" y="280241"/>
                  </a:moveTo>
                  <a:lnTo>
                    <a:pt x="54225" y="303615"/>
                  </a:lnTo>
                  <a:lnTo>
                    <a:pt x="126987" y="246337"/>
                  </a:lnTo>
                  <a:close/>
                  <a:moveTo>
                    <a:pt x="126987" y="246337"/>
                  </a:moveTo>
                  <a:lnTo>
                    <a:pt x="54225" y="303615"/>
                  </a:lnTo>
                  <a:lnTo>
                    <a:pt x="85902" y="366988"/>
                  </a:lnTo>
                  <a:close/>
                  <a:moveTo>
                    <a:pt x="126987" y="246337"/>
                  </a:moveTo>
                  <a:lnTo>
                    <a:pt x="85902" y="366988"/>
                  </a:lnTo>
                  <a:lnTo>
                    <a:pt x="152549" y="328552"/>
                  </a:lnTo>
                  <a:close/>
                  <a:moveTo>
                    <a:pt x="44372" y="284773"/>
                  </a:moveTo>
                  <a:lnTo>
                    <a:pt x="54225" y="303615"/>
                  </a:lnTo>
                  <a:lnTo>
                    <a:pt x="54760" y="280241"/>
                  </a:lnTo>
                  <a:close/>
                  <a:moveTo>
                    <a:pt x="45780" y="272044"/>
                  </a:moveTo>
                  <a:lnTo>
                    <a:pt x="44372" y="284773"/>
                  </a:lnTo>
                  <a:lnTo>
                    <a:pt x="54760" y="280241"/>
                  </a:lnTo>
                  <a:close/>
                  <a:moveTo>
                    <a:pt x="142020" y="169800"/>
                  </a:moveTo>
                  <a:lnTo>
                    <a:pt x="55901" y="202558"/>
                  </a:lnTo>
                  <a:lnTo>
                    <a:pt x="151706" y="174223"/>
                  </a:lnTo>
                  <a:close/>
                  <a:moveTo>
                    <a:pt x="55901" y="202558"/>
                  </a:moveTo>
                  <a:lnTo>
                    <a:pt x="45780" y="272044"/>
                  </a:lnTo>
                  <a:lnTo>
                    <a:pt x="151706" y="174223"/>
                  </a:lnTo>
                  <a:close/>
                  <a:moveTo>
                    <a:pt x="151706" y="174223"/>
                  </a:moveTo>
                  <a:lnTo>
                    <a:pt x="45780" y="272044"/>
                  </a:lnTo>
                  <a:lnTo>
                    <a:pt x="126987" y="246337"/>
                  </a:lnTo>
                  <a:close/>
                  <a:moveTo>
                    <a:pt x="126987" y="246337"/>
                  </a:moveTo>
                  <a:lnTo>
                    <a:pt x="45780" y="272044"/>
                  </a:lnTo>
                  <a:lnTo>
                    <a:pt x="54760" y="280241"/>
                  </a:lnTo>
                  <a:close/>
                  <a:moveTo>
                    <a:pt x="142020" y="169800"/>
                  </a:moveTo>
                  <a:lnTo>
                    <a:pt x="151706" y="174223"/>
                  </a:lnTo>
                  <a:lnTo>
                    <a:pt x="163605" y="164122"/>
                  </a:lnTo>
                  <a:close/>
                  <a:moveTo>
                    <a:pt x="151706" y="174223"/>
                  </a:moveTo>
                  <a:lnTo>
                    <a:pt x="126987" y="246337"/>
                  </a:lnTo>
                  <a:lnTo>
                    <a:pt x="202947" y="220360"/>
                  </a:lnTo>
                  <a:close/>
                  <a:moveTo>
                    <a:pt x="251727" y="141203"/>
                  </a:moveTo>
                  <a:lnTo>
                    <a:pt x="163605" y="164122"/>
                  </a:lnTo>
                  <a:lnTo>
                    <a:pt x="276575" y="147224"/>
                  </a:lnTo>
                  <a:close/>
                  <a:moveTo>
                    <a:pt x="163605" y="164122"/>
                  </a:moveTo>
                  <a:lnTo>
                    <a:pt x="151706" y="174223"/>
                  </a:lnTo>
                  <a:lnTo>
                    <a:pt x="276575" y="147224"/>
                  </a:lnTo>
                  <a:close/>
                  <a:moveTo>
                    <a:pt x="276575" y="147224"/>
                  </a:moveTo>
                  <a:lnTo>
                    <a:pt x="151706" y="174223"/>
                  </a:lnTo>
                  <a:lnTo>
                    <a:pt x="240953" y="207900"/>
                  </a:lnTo>
                  <a:close/>
                  <a:moveTo>
                    <a:pt x="240953" y="207900"/>
                  </a:moveTo>
                  <a:lnTo>
                    <a:pt x="151706" y="174223"/>
                  </a:lnTo>
                  <a:lnTo>
                    <a:pt x="202947" y="220360"/>
                  </a:lnTo>
                  <a:close/>
                  <a:moveTo>
                    <a:pt x="251727" y="141203"/>
                  </a:moveTo>
                  <a:lnTo>
                    <a:pt x="276575" y="147224"/>
                  </a:lnTo>
                  <a:lnTo>
                    <a:pt x="316828" y="125685"/>
                  </a:lnTo>
                  <a:close/>
                  <a:moveTo>
                    <a:pt x="316828" y="125685"/>
                  </a:moveTo>
                  <a:lnTo>
                    <a:pt x="276575" y="147224"/>
                  </a:lnTo>
                  <a:lnTo>
                    <a:pt x="401368" y="119948"/>
                  </a:lnTo>
                  <a:close/>
                  <a:moveTo>
                    <a:pt x="401368" y="119948"/>
                  </a:moveTo>
                  <a:lnTo>
                    <a:pt x="276575" y="147224"/>
                  </a:lnTo>
                  <a:lnTo>
                    <a:pt x="364877" y="169464"/>
                  </a:lnTo>
                  <a:close/>
                  <a:moveTo>
                    <a:pt x="439514" y="149219"/>
                  </a:moveTo>
                  <a:lnTo>
                    <a:pt x="471301" y="102757"/>
                  </a:lnTo>
                  <a:lnTo>
                    <a:pt x="401368" y="119948"/>
                  </a:lnTo>
                  <a:close/>
                  <a:moveTo>
                    <a:pt x="825298" y="278137"/>
                  </a:moveTo>
                  <a:lnTo>
                    <a:pt x="825594" y="376223"/>
                  </a:lnTo>
                  <a:lnTo>
                    <a:pt x="887278" y="257021"/>
                  </a:lnTo>
                  <a:close/>
                  <a:moveTo>
                    <a:pt x="887278" y="257021"/>
                  </a:moveTo>
                  <a:lnTo>
                    <a:pt x="827216" y="377672"/>
                  </a:lnTo>
                  <a:lnTo>
                    <a:pt x="924794" y="339236"/>
                  </a:lnTo>
                  <a:close/>
                  <a:moveTo>
                    <a:pt x="736052" y="290099"/>
                  </a:moveTo>
                  <a:lnTo>
                    <a:pt x="825298" y="278137"/>
                  </a:lnTo>
                  <a:lnTo>
                    <a:pt x="791573" y="205462"/>
                  </a:lnTo>
                  <a:close/>
                  <a:moveTo>
                    <a:pt x="887278" y="257021"/>
                  </a:moveTo>
                  <a:lnTo>
                    <a:pt x="906605" y="185249"/>
                  </a:lnTo>
                  <a:lnTo>
                    <a:pt x="825298" y="278137"/>
                  </a:lnTo>
                  <a:close/>
                  <a:moveTo>
                    <a:pt x="825298" y="278137"/>
                  </a:moveTo>
                  <a:lnTo>
                    <a:pt x="906605" y="185249"/>
                  </a:lnTo>
                  <a:lnTo>
                    <a:pt x="900267" y="177688"/>
                  </a:lnTo>
                  <a:close/>
                  <a:moveTo>
                    <a:pt x="825298" y="278137"/>
                  </a:moveTo>
                  <a:lnTo>
                    <a:pt x="900267" y="177688"/>
                  </a:lnTo>
                  <a:lnTo>
                    <a:pt x="791573" y="205462"/>
                  </a:lnTo>
                  <a:close/>
                  <a:moveTo>
                    <a:pt x="964168" y="325922"/>
                  </a:moveTo>
                  <a:lnTo>
                    <a:pt x="961080" y="388922"/>
                  </a:lnTo>
                  <a:lnTo>
                    <a:pt x="1061164" y="300800"/>
                  </a:lnTo>
                  <a:close/>
                  <a:moveTo>
                    <a:pt x="1061164" y="300800"/>
                  </a:moveTo>
                  <a:lnTo>
                    <a:pt x="983631" y="421451"/>
                  </a:lnTo>
                  <a:lnTo>
                    <a:pt x="1074999" y="320987"/>
                  </a:lnTo>
                  <a:close/>
                  <a:moveTo>
                    <a:pt x="1081895" y="390896"/>
                  </a:moveTo>
                  <a:lnTo>
                    <a:pt x="1104036" y="383014"/>
                  </a:lnTo>
                  <a:lnTo>
                    <a:pt x="1074999" y="320987"/>
                  </a:lnTo>
                  <a:close/>
                  <a:moveTo>
                    <a:pt x="924794" y="339236"/>
                  </a:moveTo>
                  <a:lnTo>
                    <a:pt x="961080" y="388922"/>
                  </a:lnTo>
                  <a:lnTo>
                    <a:pt x="964168" y="325922"/>
                  </a:lnTo>
                  <a:close/>
                  <a:moveTo>
                    <a:pt x="887278" y="257021"/>
                  </a:moveTo>
                  <a:lnTo>
                    <a:pt x="964168" y="325922"/>
                  </a:lnTo>
                  <a:lnTo>
                    <a:pt x="948456" y="238603"/>
                  </a:lnTo>
                  <a:close/>
                  <a:moveTo>
                    <a:pt x="887278" y="257021"/>
                  </a:moveTo>
                  <a:lnTo>
                    <a:pt x="924794" y="339236"/>
                  </a:lnTo>
                  <a:lnTo>
                    <a:pt x="964168" y="325922"/>
                  </a:lnTo>
                  <a:close/>
                  <a:moveTo>
                    <a:pt x="1061164" y="300800"/>
                  </a:moveTo>
                  <a:lnTo>
                    <a:pt x="1032007" y="218584"/>
                  </a:lnTo>
                  <a:lnTo>
                    <a:pt x="964168" y="325922"/>
                  </a:lnTo>
                  <a:close/>
                  <a:moveTo>
                    <a:pt x="1032007" y="218584"/>
                  </a:moveTo>
                  <a:lnTo>
                    <a:pt x="948456" y="238603"/>
                  </a:lnTo>
                  <a:lnTo>
                    <a:pt x="964168" y="325922"/>
                  </a:lnTo>
                  <a:close/>
                  <a:moveTo>
                    <a:pt x="906605" y="185249"/>
                  </a:moveTo>
                  <a:lnTo>
                    <a:pt x="887278" y="257021"/>
                  </a:lnTo>
                  <a:lnTo>
                    <a:pt x="948456" y="238603"/>
                  </a:lnTo>
                  <a:close/>
                  <a:moveTo>
                    <a:pt x="906605" y="185249"/>
                  </a:moveTo>
                  <a:lnTo>
                    <a:pt x="948456" y="238603"/>
                  </a:lnTo>
                  <a:lnTo>
                    <a:pt x="908785" y="174806"/>
                  </a:lnTo>
                  <a:close/>
                  <a:moveTo>
                    <a:pt x="908785" y="174806"/>
                  </a:moveTo>
                  <a:lnTo>
                    <a:pt x="948456" y="238603"/>
                  </a:lnTo>
                  <a:lnTo>
                    <a:pt x="1032007" y="218584"/>
                  </a:lnTo>
                  <a:close/>
                  <a:moveTo>
                    <a:pt x="908785" y="174806"/>
                  </a:moveTo>
                  <a:lnTo>
                    <a:pt x="1032007" y="218584"/>
                  </a:lnTo>
                  <a:lnTo>
                    <a:pt x="1022765" y="136369"/>
                  </a:lnTo>
                  <a:close/>
                  <a:moveTo>
                    <a:pt x="1072297" y="298607"/>
                  </a:moveTo>
                  <a:lnTo>
                    <a:pt x="1074999" y="320987"/>
                  </a:lnTo>
                  <a:lnTo>
                    <a:pt x="1173468" y="262363"/>
                  </a:lnTo>
                  <a:close/>
                  <a:moveTo>
                    <a:pt x="1061164" y="300800"/>
                  </a:moveTo>
                  <a:lnTo>
                    <a:pt x="1074999" y="320987"/>
                  </a:lnTo>
                  <a:lnTo>
                    <a:pt x="1072297" y="298607"/>
                  </a:lnTo>
                  <a:close/>
                  <a:moveTo>
                    <a:pt x="1032007" y="218584"/>
                  </a:moveTo>
                  <a:lnTo>
                    <a:pt x="1072297" y="298607"/>
                  </a:lnTo>
                  <a:lnTo>
                    <a:pt x="1055219" y="212399"/>
                  </a:lnTo>
                  <a:close/>
                  <a:moveTo>
                    <a:pt x="1032007" y="218584"/>
                  </a:moveTo>
                  <a:lnTo>
                    <a:pt x="1061164" y="300800"/>
                  </a:lnTo>
                  <a:lnTo>
                    <a:pt x="1072297" y="298607"/>
                  </a:lnTo>
                  <a:close/>
                  <a:moveTo>
                    <a:pt x="1173468" y="262363"/>
                  </a:moveTo>
                  <a:lnTo>
                    <a:pt x="1133541" y="180148"/>
                  </a:lnTo>
                  <a:lnTo>
                    <a:pt x="1072297" y="298607"/>
                  </a:lnTo>
                  <a:close/>
                  <a:moveTo>
                    <a:pt x="1133541" y="180148"/>
                  </a:moveTo>
                  <a:lnTo>
                    <a:pt x="1055219" y="212399"/>
                  </a:lnTo>
                  <a:lnTo>
                    <a:pt x="1072297" y="298607"/>
                  </a:lnTo>
                  <a:close/>
                  <a:moveTo>
                    <a:pt x="1022765" y="136369"/>
                  </a:moveTo>
                  <a:lnTo>
                    <a:pt x="1055219" y="212399"/>
                  </a:lnTo>
                  <a:lnTo>
                    <a:pt x="1027777" y="134616"/>
                  </a:lnTo>
                  <a:close/>
                  <a:moveTo>
                    <a:pt x="1022765" y="136369"/>
                  </a:moveTo>
                  <a:lnTo>
                    <a:pt x="1032007" y="218584"/>
                  </a:lnTo>
                  <a:lnTo>
                    <a:pt x="1055219" y="212399"/>
                  </a:lnTo>
                  <a:close/>
                  <a:moveTo>
                    <a:pt x="1133541" y="180148"/>
                  </a:moveTo>
                  <a:lnTo>
                    <a:pt x="1112862" y="97933"/>
                  </a:lnTo>
                  <a:lnTo>
                    <a:pt x="1055219" y="212399"/>
                  </a:lnTo>
                  <a:close/>
                  <a:moveTo>
                    <a:pt x="1112862" y="97933"/>
                  </a:moveTo>
                  <a:lnTo>
                    <a:pt x="1027777" y="134616"/>
                  </a:lnTo>
                  <a:lnTo>
                    <a:pt x="1055219" y="212399"/>
                  </a:lnTo>
                  <a:close/>
                  <a:moveTo>
                    <a:pt x="998719" y="54155"/>
                  </a:moveTo>
                  <a:lnTo>
                    <a:pt x="1022765" y="136369"/>
                  </a:lnTo>
                  <a:lnTo>
                    <a:pt x="1027777" y="134616"/>
                  </a:lnTo>
                  <a:close/>
                  <a:moveTo>
                    <a:pt x="1112862" y="97933"/>
                  </a:moveTo>
                  <a:lnTo>
                    <a:pt x="1099605" y="15718"/>
                  </a:lnTo>
                  <a:lnTo>
                    <a:pt x="1027777" y="134616"/>
                  </a:lnTo>
                  <a:close/>
                  <a:moveTo>
                    <a:pt x="1099605" y="15718"/>
                  </a:moveTo>
                  <a:lnTo>
                    <a:pt x="1007776" y="50785"/>
                  </a:lnTo>
                  <a:lnTo>
                    <a:pt x="1027777" y="134616"/>
                  </a:lnTo>
                  <a:close/>
                  <a:moveTo>
                    <a:pt x="1112862" y="97933"/>
                  </a:moveTo>
                  <a:lnTo>
                    <a:pt x="1196136" y="158428"/>
                  </a:lnTo>
                  <a:lnTo>
                    <a:pt x="1168755" y="80595"/>
                  </a:lnTo>
                  <a:close/>
                  <a:moveTo>
                    <a:pt x="1112862" y="97933"/>
                  </a:moveTo>
                  <a:lnTo>
                    <a:pt x="1133541" y="180148"/>
                  </a:lnTo>
                  <a:lnTo>
                    <a:pt x="1196136" y="158428"/>
                  </a:lnTo>
                  <a:close/>
                  <a:moveTo>
                    <a:pt x="1270937" y="141712"/>
                  </a:moveTo>
                  <a:lnTo>
                    <a:pt x="1279087" y="96318"/>
                  </a:lnTo>
                  <a:lnTo>
                    <a:pt x="1196136" y="158428"/>
                  </a:lnTo>
                  <a:close/>
                  <a:moveTo>
                    <a:pt x="1196136" y="158428"/>
                  </a:moveTo>
                  <a:lnTo>
                    <a:pt x="1264556" y="63303"/>
                  </a:lnTo>
                  <a:lnTo>
                    <a:pt x="1168755" y="80595"/>
                  </a:lnTo>
                  <a:close/>
                  <a:moveTo>
                    <a:pt x="1099605" y="15718"/>
                  </a:moveTo>
                  <a:lnTo>
                    <a:pt x="1168755" y="80595"/>
                  </a:lnTo>
                  <a:lnTo>
                    <a:pt x="1138555" y="5056"/>
                  </a:lnTo>
                  <a:close/>
                  <a:moveTo>
                    <a:pt x="1099605" y="15718"/>
                  </a:moveTo>
                  <a:lnTo>
                    <a:pt x="1112862" y="97933"/>
                  </a:lnTo>
                  <a:lnTo>
                    <a:pt x="1168755" y="80595"/>
                  </a:lnTo>
                  <a:close/>
                  <a:moveTo>
                    <a:pt x="1168755" y="80595"/>
                  </a:moveTo>
                  <a:lnTo>
                    <a:pt x="1264556" y="63303"/>
                  </a:lnTo>
                  <a:lnTo>
                    <a:pt x="1219304" y="0"/>
                  </a:lnTo>
                  <a:close/>
                  <a:moveTo>
                    <a:pt x="1168755" y="80595"/>
                  </a:moveTo>
                  <a:lnTo>
                    <a:pt x="1219304" y="0"/>
                  </a:lnTo>
                  <a:lnTo>
                    <a:pt x="1138555" y="5056"/>
                  </a:lnTo>
                  <a:close/>
                  <a:moveTo>
                    <a:pt x="1433772" y="186509"/>
                  </a:moveTo>
                  <a:lnTo>
                    <a:pt x="1375450" y="177945"/>
                  </a:lnTo>
                  <a:lnTo>
                    <a:pt x="1297087" y="136949"/>
                  </a:lnTo>
                  <a:close/>
                  <a:moveTo>
                    <a:pt x="1488961" y="108485"/>
                  </a:moveTo>
                  <a:lnTo>
                    <a:pt x="1433772" y="186509"/>
                  </a:lnTo>
                  <a:lnTo>
                    <a:pt x="1435546" y="185490"/>
                  </a:lnTo>
                  <a:close/>
                  <a:moveTo>
                    <a:pt x="1375450" y="177945"/>
                  </a:moveTo>
                  <a:lnTo>
                    <a:pt x="1433772" y="186509"/>
                  </a:lnTo>
                  <a:lnTo>
                    <a:pt x="1488961" y="108485"/>
                  </a:lnTo>
                  <a:close/>
                  <a:moveTo>
                    <a:pt x="1488961" y="108485"/>
                  </a:moveTo>
                  <a:lnTo>
                    <a:pt x="1435546" y="185490"/>
                  </a:lnTo>
                  <a:lnTo>
                    <a:pt x="1541029" y="159904"/>
                  </a:lnTo>
                  <a:close/>
                  <a:moveTo>
                    <a:pt x="1541029" y="159904"/>
                  </a:moveTo>
                  <a:lnTo>
                    <a:pt x="1509160" y="103275"/>
                  </a:lnTo>
                  <a:lnTo>
                    <a:pt x="1488961" y="108485"/>
                  </a:lnTo>
                  <a:close/>
                  <a:moveTo>
                    <a:pt x="1574296" y="93359"/>
                  </a:moveTo>
                  <a:lnTo>
                    <a:pt x="1509160" y="103275"/>
                  </a:lnTo>
                  <a:lnTo>
                    <a:pt x="1541029" y="159904"/>
                  </a:lnTo>
                  <a:close/>
                </a:path>
              </a:pathLst>
            </a:custGeom>
            <a:solidFill>
              <a:srgbClr val="E8ECEF"/>
            </a:solidFill>
            <a:ln w="1524">
              <a:solidFill>
                <a:srgbClr val="E8ECEF"/>
              </a:solidFill>
            </a:ln>
          </p:spPr>
        </p:sp>
        <p:sp>
          <p:nvSpPr>
            <p:cNvPr id="2177" name="Candidate_density__2176">
              <a:extLst>
                <a:ext uri="{FF2B5EF4-FFF2-40B4-BE49-F238E27FC236}">
                  <a16:creationId xmlns:a16="http://schemas.microsoft.com/office/drawing/2014/main" id="{644B506F-7AFF-8604-1EE0-337B29F630A6}"/>
                </a:ext>
              </a:extLst>
            </p:cNvPr>
            <p:cNvSpPr>
              <a:spLocks noGrp="1"/>
            </p:cNvSpPr>
            <p:nvPr/>
          </p:nvSpPr>
          <p:spPr>
            <a:xfrm>
              <a:off x="4040228" y="2890204"/>
              <a:ext cx="1376561" cy="446700"/>
            </a:xfrm>
            <a:custGeom>
              <a:avLst/>
              <a:gdLst/>
              <a:ahLst/>
              <a:cxnLst/>
              <a:rect l="0" t="0" r="0" b="0"/>
              <a:pathLst>
                <a:path w="1376561" h="446700">
                  <a:moveTo>
                    <a:pt x="186821" y="376418"/>
                  </a:moveTo>
                  <a:lnTo>
                    <a:pt x="135182" y="398553"/>
                  </a:lnTo>
                  <a:lnTo>
                    <a:pt x="258554" y="365960"/>
                  </a:lnTo>
                  <a:close/>
                  <a:moveTo>
                    <a:pt x="301771" y="312339"/>
                  </a:moveTo>
                  <a:lnTo>
                    <a:pt x="323775" y="305426"/>
                  </a:lnTo>
                  <a:lnTo>
                    <a:pt x="352125" y="271585"/>
                  </a:lnTo>
                  <a:close/>
                  <a:moveTo>
                    <a:pt x="318633" y="311928"/>
                  </a:moveTo>
                  <a:lnTo>
                    <a:pt x="323775" y="305426"/>
                  </a:lnTo>
                  <a:lnTo>
                    <a:pt x="301771" y="312339"/>
                  </a:lnTo>
                  <a:close/>
                  <a:moveTo>
                    <a:pt x="258554" y="365960"/>
                  </a:moveTo>
                  <a:lnTo>
                    <a:pt x="318633" y="311928"/>
                  </a:lnTo>
                  <a:lnTo>
                    <a:pt x="301771" y="312339"/>
                  </a:lnTo>
                  <a:close/>
                  <a:moveTo>
                    <a:pt x="352125" y="271585"/>
                  </a:moveTo>
                  <a:lnTo>
                    <a:pt x="323775" y="305426"/>
                  </a:lnTo>
                  <a:lnTo>
                    <a:pt x="361931" y="258610"/>
                  </a:lnTo>
                  <a:close/>
                  <a:moveTo>
                    <a:pt x="31786" y="24939"/>
                  </a:moveTo>
                  <a:lnTo>
                    <a:pt x="0" y="63376"/>
                  </a:lnTo>
                  <a:lnTo>
                    <a:pt x="72396" y="12057"/>
                  </a:lnTo>
                  <a:close/>
                  <a:moveTo>
                    <a:pt x="0" y="63376"/>
                  </a:moveTo>
                  <a:lnTo>
                    <a:pt x="24573" y="48456"/>
                  </a:lnTo>
                  <a:lnTo>
                    <a:pt x="72396" y="12057"/>
                  </a:lnTo>
                  <a:close/>
                  <a:moveTo>
                    <a:pt x="72396" y="12057"/>
                  </a:moveTo>
                  <a:lnTo>
                    <a:pt x="24573" y="48456"/>
                  </a:lnTo>
                  <a:lnTo>
                    <a:pt x="143702" y="0"/>
                  </a:lnTo>
                  <a:close/>
                  <a:moveTo>
                    <a:pt x="1278872" y="446700"/>
                  </a:moveTo>
                  <a:lnTo>
                    <a:pt x="1294236" y="408263"/>
                  </a:lnTo>
                  <a:lnTo>
                    <a:pt x="1288659" y="418216"/>
                  </a:lnTo>
                  <a:close/>
                  <a:moveTo>
                    <a:pt x="1294236" y="408263"/>
                  </a:moveTo>
                  <a:lnTo>
                    <a:pt x="1278872" y="446700"/>
                  </a:lnTo>
                  <a:lnTo>
                    <a:pt x="1330412" y="326048"/>
                  </a:lnTo>
                  <a:close/>
                  <a:moveTo>
                    <a:pt x="1045525" y="281699"/>
                  </a:moveTo>
                  <a:lnTo>
                    <a:pt x="1059788" y="200054"/>
                  </a:lnTo>
                  <a:lnTo>
                    <a:pt x="1047765" y="280572"/>
                  </a:lnTo>
                  <a:close/>
                  <a:moveTo>
                    <a:pt x="1307902" y="390454"/>
                  </a:moveTo>
                  <a:lnTo>
                    <a:pt x="1288659" y="418216"/>
                  </a:lnTo>
                  <a:lnTo>
                    <a:pt x="1294236" y="408263"/>
                  </a:lnTo>
                  <a:close/>
                  <a:moveTo>
                    <a:pt x="1355961" y="287611"/>
                  </a:moveTo>
                  <a:lnTo>
                    <a:pt x="1329379" y="355260"/>
                  </a:lnTo>
                  <a:lnTo>
                    <a:pt x="1294236" y="408263"/>
                  </a:lnTo>
                  <a:close/>
                  <a:moveTo>
                    <a:pt x="1330412" y="326048"/>
                  </a:moveTo>
                  <a:lnTo>
                    <a:pt x="1355961" y="287611"/>
                  </a:lnTo>
                  <a:lnTo>
                    <a:pt x="1294236" y="408263"/>
                  </a:lnTo>
                  <a:close/>
                  <a:moveTo>
                    <a:pt x="1355961" y="287611"/>
                  </a:moveTo>
                  <a:lnTo>
                    <a:pt x="1330412" y="326048"/>
                  </a:lnTo>
                  <a:lnTo>
                    <a:pt x="1376561" y="253007"/>
                  </a:lnTo>
                  <a:close/>
                  <a:moveTo>
                    <a:pt x="1330412" y="326048"/>
                  </a:moveTo>
                  <a:lnTo>
                    <a:pt x="1336671" y="319069"/>
                  </a:lnTo>
                  <a:lnTo>
                    <a:pt x="1376561" y="253007"/>
                  </a:lnTo>
                  <a:close/>
                </a:path>
              </a:pathLst>
            </a:custGeom>
            <a:solidFill>
              <a:srgbClr val="D0D7DD"/>
            </a:solidFill>
            <a:ln w="1524">
              <a:solidFill>
                <a:srgbClr val="D0D7DD"/>
              </a:solidFill>
            </a:ln>
          </p:spPr>
        </p:sp>
        <p:sp>
          <p:nvSpPr>
            <p:cNvPr id="2178" name="Candidate_density__2177">
              <a:extLst>
                <a:ext uri="{FF2B5EF4-FFF2-40B4-BE49-F238E27FC236}">
                  <a16:creationId xmlns:a16="http://schemas.microsoft.com/office/drawing/2014/main" id="{9143617C-A955-256F-59BE-3FE083E25EC6}"/>
                </a:ext>
              </a:extLst>
            </p:cNvPr>
            <p:cNvSpPr>
              <a:spLocks noGrp="1"/>
            </p:cNvSpPr>
            <p:nvPr/>
          </p:nvSpPr>
          <p:spPr>
            <a:xfrm>
              <a:off x="4009611" y="2881076"/>
              <a:ext cx="1132715" cy="521136"/>
            </a:xfrm>
            <a:custGeom>
              <a:avLst/>
              <a:gdLst/>
              <a:ahLst/>
              <a:cxnLst/>
              <a:rect l="0" t="0" r="0" b="0"/>
              <a:pathLst>
                <a:path w="1132715" h="521136">
                  <a:moveTo>
                    <a:pt x="105554" y="319149"/>
                  </a:moveTo>
                  <a:lnTo>
                    <a:pt x="87322" y="392923"/>
                  </a:lnTo>
                  <a:lnTo>
                    <a:pt x="129102" y="333928"/>
                  </a:lnTo>
                  <a:close/>
                  <a:moveTo>
                    <a:pt x="20415" y="357586"/>
                  </a:moveTo>
                  <a:lnTo>
                    <a:pt x="105554" y="319149"/>
                  </a:lnTo>
                  <a:lnTo>
                    <a:pt x="0" y="345099"/>
                  </a:lnTo>
                  <a:close/>
                  <a:moveTo>
                    <a:pt x="185089" y="328055"/>
                  </a:moveTo>
                  <a:lnTo>
                    <a:pt x="129102" y="333928"/>
                  </a:lnTo>
                  <a:lnTo>
                    <a:pt x="263264" y="341679"/>
                  </a:lnTo>
                  <a:close/>
                  <a:moveTo>
                    <a:pt x="41753" y="154719"/>
                  </a:moveTo>
                  <a:lnTo>
                    <a:pt x="52785" y="112046"/>
                  </a:lnTo>
                  <a:lnTo>
                    <a:pt x="50967" y="118681"/>
                  </a:lnTo>
                  <a:close/>
                  <a:moveTo>
                    <a:pt x="62403" y="34067"/>
                  </a:moveTo>
                  <a:lnTo>
                    <a:pt x="52785" y="112046"/>
                  </a:lnTo>
                  <a:lnTo>
                    <a:pt x="41753" y="154719"/>
                  </a:lnTo>
                  <a:close/>
                  <a:moveTo>
                    <a:pt x="143144" y="104335"/>
                  </a:moveTo>
                  <a:lnTo>
                    <a:pt x="87988" y="188675"/>
                  </a:lnTo>
                  <a:lnTo>
                    <a:pt x="55286" y="115170"/>
                  </a:lnTo>
                  <a:close/>
                  <a:moveTo>
                    <a:pt x="55286" y="115170"/>
                  </a:moveTo>
                  <a:lnTo>
                    <a:pt x="62403" y="34067"/>
                  </a:lnTo>
                  <a:lnTo>
                    <a:pt x="148363" y="0"/>
                  </a:lnTo>
                  <a:close/>
                  <a:moveTo>
                    <a:pt x="55286" y="115170"/>
                  </a:moveTo>
                  <a:lnTo>
                    <a:pt x="148363" y="0"/>
                  </a:lnTo>
                  <a:lnTo>
                    <a:pt x="143144" y="104335"/>
                  </a:lnTo>
                  <a:close/>
                  <a:moveTo>
                    <a:pt x="148363" y="0"/>
                  </a:moveTo>
                  <a:lnTo>
                    <a:pt x="213345" y="7763"/>
                  </a:lnTo>
                  <a:lnTo>
                    <a:pt x="143144" y="104335"/>
                  </a:lnTo>
                  <a:close/>
                  <a:moveTo>
                    <a:pt x="369077" y="141932"/>
                  </a:moveTo>
                  <a:lnTo>
                    <a:pt x="432209" y="151198"/>
                  </a:lnTo>
                  <a:lnTo>
                    <a:pt x="434932" y="48893"/>
                  </a:lnTo>
                  <a:close/>
                  <a:moveTo>
                    <a:pt x="369077" y="141932"/>
                  </a:moveTo>
                  <a:lnTo>
                    <a:pt x="434932" y="48893"/>
                  </a:lnTo>
                  <a:lnTo>
                    <a:pt x="363442" y="46420"/>
                  </a:lnTo>
                  <a:close/>
                  <a:moveTo>
                    <a:pt x="369077" y="141932"/>
                  </a:moveTo>
                  <a:lnTo>
                    <a:pt x="363442" y="46420"/>
                  </a:lnTo>
                  <a:lnTo>
                    <a:pt x="327375" y="121625"/>
                  </a:lnTo>
                  <a:close/>
                  <a:moveTo>
                    <a:pt x="363442" y="46420"/>
                  </a:moveTo>
                  <a:lnTo>
                    <a:pt x="338807" y="39409"/>
                  </a:lnTo>
                  <a:lnTo>
                    <a:pt x="327375" y="121625"/>
                  </a:lnTo>
                  <a:close/>
                  <a:moveTo>
                    <a:pt x="1078594" y="429120"/>
                  </a:moveTo>
                  <a:lnTo>
                    <a:pt x="1132715" y="445713"/>
                  </a:lnTo>
                  <a:lnTo>
                    <a:pt x="1088528" y="521136"/>
                  </a:lnTo>
                  <a:close/>
                  <a:moveTo>
                    <a:pt x="1107851" y="335176"/>
                  </a:moveTo>
                  <a:lnTo>
                    <a:pt x="1078382" y="289700"/>
                  </a:lnTo>
                  <a:lnTo>
                    <a:pt x="1120061" y="355908"/>
                  </a:lnTo>
                  <a:close/>
                </a:path>
              </a:pathLst>
            </a:custGeom>
            <a:solidFill>
              <a:srgbClr val="DCE1E6"/>
            </a:solidFill>
            <a:ln w="1524">
              <a:solidFill>
                <a:srgbClr val="DCE1E6"/>
              </a:solidFill>
            </a:ln>
          </p:spPr>
        </p:sp>
        <p:sp>
          <p:nvSpPr>
            <p:cNvPr id="2179" name="Candidate_density__2178">
              <a:extLst>
                <a:ext uri="{FF2B5EF4-FFF2-40B4-BE49-F238E27FC236}">
                  <a16:creationId xmlns:a16="http://schemas.microsoft.com/office/drawing/2014/main" id="{D1456A9A-BECF-CCC6-04BD-139ADD7ADC1F}"/>
                </a:ext>
              </a:extLst>
            </p:cNvPr>
            <p:cNvSpPr>
              <a:spLocks noGrp="1"/>
            </p:cNvSpPr>
            <p:nvPr/>
          </p:nvSpPr>
          <p:spPr>
            <a:xfrm>
              <a:off x="3925057" y="2782964"/>
              <a:ext cx="1501342" cy="443211"/>
            </a:xfrm>
            <a:custGeom>
              <a:avLst/>
              <a:gdLst/>
              <a:ahLst/>
              <a:cxnLst/>
              <a:rect l="0" t="0" r="0" b="0"/>
              <a:pathLst>
                <a:path w="1501342" h="443211">
                  <a:moveTo>
                    <a:pt x="190108" y="417262"/>
                  </a:moveTo>
                  <a:lnTo>
                    <a:pt x="116779" y="348494"/>
                  </a:lnTo>
                  <a:lnTo>
                    <a:pt x="84554" y="443211"/>
                  </a:lnTo>
                  <a:close/>
                  <a:moveTo>
                    <a:pt x="104653" y="335046"/>
                  </a:moveTo>
                  <a:lnTo>
                    <a:pt x="5340" y="373483"/>
                  </a:lnTo>
                  <a:lnTo>
                    <a:pt x="84554" y="443211"/>
                  </a:lnTo>
                  <a:close/>
                  <a:moveTo>
                    <a:pt x="215463" y="378825"/>
                  </a:moveTo>
                  <a:lnTo>
                    <a:pt x="213656" y="432041"/>
                  </a:lnTo>
                  <a:lnTo>
                    <a:pt x="269643" y="426167"/>
                  </a:lnTo>
                  <a:close/>
                  <a:moveTo>
                    <a:pt x="215463" y="378825"/>
                  </a:moveTo>
                  <a:lnTo>
                    <a:pt x="190108" y="417262"/>
                  </a:lnTo>
                  <a:lnTo>
                    <a:pt x="213656" y="432041"/>
                  </a:lnTo>
                  <a:close/>
                  <a:moveTo>
                    <a:pt x="165157" y="296609"/>
                  </a:moveTo>
                  <a:lnTo>
                    <a:pt x="190108" y="417262"/>
                  </a:lnTo>
                  <a:lnTo>
                    <a:pt x="215463" y="378825"/>
                  </a:lnTo>
                  <a:close/>
                  <a:moveTo>
                    <a:pt x="218106" y="233479"/>
                  </a:moveTo>
                  <a:lnTo>
                    <a:pt x="126307" y="252831"/>
                  </a:lnTo>
                  <a:lnTo>
                    <a:pt x="141491" y="312032"/>
                  </a:lnTo>
                  <a:close/>
                  <a:moveTo>
                    <a:pt x="141491" y="312032"/>
                  </a:moveTo>
                  <a:lnTo>
                    <a:pt x="126307" y="252831"/>
                  </a:lnTo>
                  <a:lnTo>
                    <a:pt x="135521" y="216793"/>
                  </a:lnTo>
                  <a:close/>
                  <a:moveTo>
                    <a:pt x="141491" y="312032"/>
                  </a:moveTo>
                  <a:lnTo>
                    <a:pt x="165157" y="296609"/>
                  </a:lnTo>
                  <a:lnTo>
                    <a:pt x="218106" y="233479"/>
                  </a:lnTo>
                  <a:close/>
                  <a:moveTo>
                    <a:pt x="8283" y="159552"/>
                  </a:moveTo>
                  <a:lnTo>
                    <a:pt x="0" y="190532"/>
                  </a:lnTo>
                  <a:lnTo>
                    <a:pt x="89439" y="132180"/>
                  </a:lnTo>
                  <a:close/>
                  <a:moveTo>
                    <a:pt x="89439" y="132180"/>
                  </a:moveTo>
                  <a:lnTo>
                    <a:pt x="71163" y="252831"/>
                  </a:lnTo>
                  <a:lnTo>
                    <a:pt x="137338" y="210158"/>
                  </a:lnTo>
                  <a:close/>
                  <a:moveTo>
                    <a:pt x="137338" y="210158"/>
                  </a:moveTo>
                  <a:lnTo>
                    <a:pt x="71163" y="252831"/>
                  </a:lnTo>
                  <a:lnTo>
                    <a:pt x="135521" y="216793"/>
                  </a:lnTo>
                  <a:close/>
                  <a:moveTo>
                    <a:pt x="519485" y="147005"/>
                  </a:moveTo>
                  <a:lnTo>
                    <a:pt x="429816" y="59221"/>
                  </a:lnTo>
                  <a:lnTo>
                    <a:pt x="447996" y="144533"/>
                  </a:lnTo>
                  <a:close/>
                  <a:moveTo>
                    <a:pt x="334186" y="76375"/>
                  </a:moveTo>
                  <a:lnTo>
                    <a:pt x="423361" y="137522"/>
                  </a:lnTo>
                  <a:lnTo>
                    <a:pt x="447996" y="144533"/>
                  </a:lnTo>
                  <a:close/>
                  <a:moveTo>
                    <a:pt x="973587" y="246685"/>
                  </a:moveTo>
                  <a:lnTo>
                    <a:pt x="1045083" y="307295"/>
                  </a:lnTo>
                  <a:lnTo>
                    <a:pt x="1062632" y="186643"/>
                  </a:lnTo>
                  <a:close/>
                  <a:moveTo>
                    <a:pt x="1062632" y="186643"/>
                  </a:moveTo>
                  <a:lnTo>
                    <a:pt x="1045083" y="307295"/>
                  </a:lnTo>
                  <a:lnTo>
                    <a:pt x="1099836" y="224849"/>
                  </a:lnTo>
                  <a:close/>
                  <a:moveTo>
                    <a:pt x="1099836" y="224849"/>
                  </a:moveTo>
                  <a:lnTo>
                    <a:pt x="1045083" y="307295"/>
                  </a:lnTo>
                  <a:lnTo>
                    <a:pt x="1081282" y="293511"/>
                  </a:lnTo>
                  <a:close/>
                  <a:moveTo>
                    <a:pt x="1192405" y="433288"/>
                  </a:moveTo>
                  <a:lnTo>
                    <a:pt x="1200336" y="351073"/>
                  </a:lnTo>
                  <a:lnTo>
                    <a:pt x="1162936" y="387812"/>
                  </a:lnTo>
                  <a:close/>
                  <a:moveTo>
                    <a:pt x="1391326" y="362820"/>
                  </a:moveTo>
                  <a:lnTo>
                    <a:pt x="1454643" y="371936"/>
                  </a:lnTo>
                  <a:lnTo>
                    <a:pt x="1445970" y="278895"/>
                  </a:lnTo>
                  <a:close/>
                  <a:moveTo>
                    <a:pt x="1436990" y="219032"/>
                  </a:moveTo>
                  <a:lnTo>
                    <a:pt x="1416696" y="191985"/>
                  </a:lnTo>
                  <a:lnTo>
                    <a:pt x="1445970" y="278895"/>
                  </a:lnTo>
                  <a:close/>
                  <a:moveTo>
                    <a:pt x="1501342" y="194378"/>
                  </a:moveTo>
                  <a:lnTo>
                    <a:pt x="1436990" y="219032"/>
                  </a:lnTo>
                  <a:lnTo>
                    <a:pt x="1445970" y="278895"/>
                  </a:lnTo>
                  <a:close/>
                  <a:moveTo>
                    <a:pt x="1236761" y="127610"/>
                  </a:moveTo>
                  <a:lnTo>
                    <a:pt x="1227197" y="207168"/>
                  </a:lnTo>
                  <a:lnTo>
                    <a:pt x="1317871" y="109770"/>
                  </a:lnTo>
                  <a:close/>
                  <a:moveTo>
                    <a:pt x="1236761" y="127610"/>
                  </a:moveTo>
                  <a:lnTo>
                    <a:pt x="1317871" y="109770"/>
                  </a:lnTo>
                  <a:lnTo>
                    <a:pt x="1250410" y="78756"/>
                  </a:lnTo>
                  <a:close/>
                  <a:moveTo>
                    <a:pt x="1416696" y="191985"/>
                  </a:moveTo>
                  <a:lnTo>
                    <a:pt x="1436990" y="219032"/>
                  </a:lnTo>
                  <a:lnTo>
                    <a:pt x="1433492" y="188947"/>
                  </a:lnTo>
                  <a:close/>
                  <a:moveTo>
                    <a:pt x="1433492" y="188947"/>
                  </a:moveTo>
                  <a:lnTo>
                    <a:pt x="1336221" y="120933"/>
                  </a:lnTo>
                  <a:lnTo>
                    <a:pt x="1416696" y="191985"/>
                  </a:lnTo>
                  <a:close/>
                  <a:moveTo>
                    <a:pt x="1336795" y="106877"/>
                  </a:moveTo>
                  <a:lnTo>
                    <a:pt x="1336221" y="120933"/>
                  </a:lnTo>
                  <a:lnTo>
                    <a:pt x="1433492" y="188947"/>
                  </a:lnTo>
                  <a:close/>
                  <a:moveTo>
                    <a:pt x="1430390" y="91377"/>
                  </a:moveTo>
                  <a:lnTo>
                    <a:pt x="1336795" y="106877"/>
                  </a:lnTo>
                  <a:lnTo>
                    <a:pt x="1433492" y="188947"/>
                  </a:lnTo>
                  <a:close/>
                  <a:moveTo>
                    <a:pt x="1433492" y="188947"/>
                  </a:moveTo>
                  <a:lnTo>
                    <a:pt x="1436990" y="219032"/>
                  </a:lnTo>
                  <a:lnTo>
                    <a:pt x="1472095" y="191985"/>
                  </a:lnTo>
                  <a:close/>
                  <a:moveTo>
                    <a:pt x="1317871" y="109770"/>
                  </a:moveTo>
                  <a:lnTo>
                    <a:pt x="1336221" y="120933"/>
                  </a:lnTo>
                  <a:lnTo>
                    <a:pt x="1336795" y="106877"/>
                  </a:lnTo>
                  <a:close/>
                  <a:moveTo>
                    <a:pt x="1336795" y="106877"/>
                  </a:moveTo>
                  <a:lnTo>
                    <a:pt x="1250410" y="78756"/>
                  </a:lnTo>
                  <a:lnTo>
                    <a:pt x="1317871" y="109770"/>
                  </a:lnTo>
                  <a:close/>
                  <a:moveTo>
                    <a:pt x="1336795" y="106877"/>
                  </a:moveTo>
                  <a:lnTo>
                    <a:pt x="1430390" y="91377"/>
                  </a:lnTo>
                  <a:lnTo>
                    <a:pt x="1419670" y="0"/>
                  </a:lnTo>
                  <a:close/>
                  <a:moveTo>
                    <a:pt x="1336795" y="106877"/>
                  </a:moveTo>
                  <a:lnTo>
                    <a:pt x="1419670" y="0"/>
                  </a:lnTo>
                  <a:lnTo>
                    <a:pt x="1341123" y="3265"/>
                  </a:lnTo>
                  <a:close/>
                </a:path>
              </a:pathLst>
            </a:custGeom>
            <a:solidFill>
              <a:srgbClr val="E0E5E9"/>
            </a:solidFill>
            <a:ln w="1524">
              <a:solidFill>
                <a:srgbClr val="E0E5E9"/>
              </a:solidFill>
            </a:ln>
          </p:spPr>
        </p:sp>
        <p:sp>
          <p:nvSpPr>
            <p:cNvPr id="2180" name="Candidate_density__2179">
              <a:extLst>
                <a:ext uri="{FF2B5EF4-FFF2-40B4-BE49-F238E27FC236}">
                  <a16:creationId xmlns:a16="http://schemas.microsoft.com/office/drawing/2014/main" id="{9C370893-2093-052E-2534-19E39642BF87}"/>
                </a:ext>
              </a:extLst>
            </p:cNvPr>
            <p:cNvSpPr>
              <a:spLocks noGrp="1"/>
            </p:cNvSpPr>
            <p:nvPr/>
          </p:nvSpPr>
          <p:spPr>
            <a:xfrm>
              <a:off x="3790659" y="2679762"/>
              <a:ext cx="1580368" cy="630434"/>
            </a:xfrm>
            <a:custGeom>
              <a:avLst/>
              <a:gdLst/>
              <a:ahLst/>
              <a:cxnLst/>
              <a:rect l="0" t="0" r="0" b="0"/>
              <a:pathLst>
                <a:path w="1580368" h="630434">
                  <a:moveTo>
                    <a:pt x="239051" y="438248"/>
                  </a:moveTo>
                  <a:lnTo>
                    <a:pt x="218952" y="546413"/>
                  </a:lnTo>
                  <a:lnTo>
                    <a:pt x="251178" y="451696"/>
                  </a:lnTo>
                  <a:close/>
                  <a:moveTo>
                    <a:pt x="124249" y="377831"/>
                  </a:moveTo>
                  <a:lnTo>
                    <a:pt x="116206" y="440919"/>
                  </a:lnTo>
                  <a:lnTo>
                    <a:pt x="205562" y="356033"/>
                  </a:lnTo>
                  <a:close/>
                  <a:moveTo>
                    <a:pt x="205562" y="356033"/>
                  </a:moveTo>
                  <a:lnTo>
                    <a:pt x="116206" y="440919"/>
                  </a:lnTo>
                  <a:lnTo>
                    <a:pt x="139738" y="476685"/>
                  </a:lnTo>
                  <a:close/>
                  <a:moveTo>
                    <a:pt x="205562" y="356033"/>
                  </a:moveTo>
                  <a:lnTo>
                    <a:pt x="139738" y="476685"/>
                  </a:lnTo>
                  <a:lnTo>
                    <a:pt x="239051" y="438248"/>
                  </a:lnTo>
                  <a:close/>
                  <a:moveTo>
                    <a:pt x="119489" y="273818"/>
                  </a:moveTo>
                  <a:lnTo>
                    <a:pt x="124249" y="377831"/>
                  </a:lnTo>
                  <a:lnTo>
                    <a:pt x="134398" y="293735"/>
                  </a:lnTo>
                  <a:close/>
                  <a:moveTo>
                    <a:pt x="84086" y="394470"/>
                  </a:moveTo>
                  <a:lnTo>
                    <a:pt x="124249" y="377831"/>
                  </a:lnTo>
                  <a:lnTo>
                    <a:pt x="119489" y="273818"/>
                  </a:lnTo>
                  <a:close/>
                  <a:moveTo>
                    <a:pt x="51599" y="312255"/>
                  </a:moveTo>
                  <a:lnTo>
                    <a:pt x="84086" y="394470"/>
                  </a:lnTo>
                  <a:lnTo>
                    <a:pt x="119489" y="273818"/>
                  </a:lnTo>
                  <a:close/>
                  <a:moveTo>
                    <a:pt x="124249" y="377831"/>
                  </a:moveTo>
                  <a:lnTo>
                    <a:pt x="205562" y="356033"/>
                  </a:lnTo>
                  <a:lnTo>
                    <a:pt x="134398" y="293735"/>
                  </a:lnTo>
                  <a:close/>
                  <a:moveTo>
                    <a:pt x="0" y="230040"/>
                  </a:moveTo>
                  <a:lnTo>
                    <a:pt x="119489" y="273818"/>
                  </a:lnTo>
                  <a:lnTo>
                    <a:pt x="66647" y="191603"/>
                  </a:lnTo>
                  <a:close/>
                  <a:moveTo>
                    <a:pt x="275889" y="415234"/>
                  </a:moveTo>
                  <a:lnTo>
                    <a:pt x="251178" y="451696"/>
                  </a:lnTo>
                  <a:lnTo>
                    <a:pt x="299555" y="399812"/>
                  </a:lnTo>
                  <a:close/>
                  <a:moveTo>
                    <a:pt x="299555" y="399812"/>
                  </a:moveTo>
                  <a:lnTo>
                    <a:pt x="251178" y="451696"/>
                  </a:lnTo>
                  <a:lnTo>
                    <a:pt x="324506" y="520464"/>
                  </a:lnTo>
                  <a:close/>
                  <a:moveTo>
                    <a:pt x="239051" y="438248"/>
                  </a:moveTo>
                  <a:lnTo>
                    <a:pt x="251178" y="451696"/>
                  </a:lnTo>
                  <a:lnTo>
                    <a:pt x="275889" y="415234"/>
                  </a:lnTo>
                  <a:close/>
                  <a:moveTo>
                    <a:pt x="205562" y="356033"/>
                  </a:moveTo>
                  <a:lnTo>
                    <a:pt x="275889" y="415234"/>
                  </a:lnTo>
                  <a:lnTo>
                    <a:pt x="269920" y="319995"/>
                  </a:lnTo>
                  <a:close/>
                  <a:moveTo>
                    <a:pt x="205562" y="356033"/>
                  </a:moveTo>
                  <a:lnTo>
                    <a:pt x="239051" y="438248"/>
                  </a:lnTo>
                  <a:lnTo>
                    <a:pt x="275889" y="415234"/>
                  </a:lnTo>
                  <a:close/>
                  <a:moveTo>
                    <a:pt x="134398" y="293735"/>
                  </a:moveTo>
                  <a:lnTo>
                    <a:pt x="205562" y="356033"/>
                  </a:lnTo>
                  <a:lnTo>
                    <a:pt x="223838" y="235382"/>
                  </a:lnTo>
                  <a:close/>
                  <a:moveTo>
                    <a:pt x="119489" y="273818"/>
                  </a:moveTo>
                  <a:lnTo>
                    <a:pt x="134398" y="293735"/>
                  </a:lnTo>
                  <a:lnTo>
                    <a:pt x="142681" y="262754"/>
                  </a:lnTo>
                  <a:close/>
                  <a:moveTo>
                    <a:pt x="66647" y="191603"/>
                  </a:moveTo>
                  <a:lnTo>
                    <a:pt x="119489" y="273818"/>
                  </a:lnTo>
                  <a:lnTo>
                    <a:pt x="142681" y="262754"/>
                  </a:lnTo>
                  <a:close/>
                  <a:moveTo>
                    <a:pt x="223838" y="235382"/>
                  </a:moveTo>
                  <a:lnTo>
                    <a:pt x="164323" y="153166"/>
                  </a:lnTo>
                  <a:lnTo>
                    <a:pt x="142681" y="262754"/>
                  </a:lnTo>
                  <a:close/>
                  <a:moveTo>
                    <a:pt x="653884" y="250207"/>
                  </a:moveTo>
                  <a:lnTo>
                    <a:pt x="605278" y="158509"/>
                  </a:lnTo>
                  <a:lnTo>
                    <a:pt x="564214" y="162423"/>
                  </a:lnTo>
                  <a:close/>
                  <a:moveTo>
                    <a:pt x="510010" y="216506"/>
                  </a:moveTo>
                  <a:lnTo>
                    <a:pt x="557759" y="240724"/>
                  </a:lnTo>
                  <a:lnTo>
                    <a:pt x="468584" y="179577"/>
                  </a:lnTo>
                  <a:close/>
                  <a:moveTo>
                    <a:pt x="468584" y="179577"/>
                  </a:moveTo>
                  <a:lnTo>
                    <a:pt x="582395" y="247735"/>
                  </a:lnTo>
                  <a:lnTo>
                    <a:pt x="564214" y="162423"/>
                  </a:lnTo>
                  <a:close/>
                  <a:moveTo>
                    <a:pt x="468584" y="179577"/>
                  </a:moveTo>
                  <a:lnTo>
                    <a:pt x="564214" y="162423"/>
                  </a:lnTo>
                  <a:lnTo>
                    <a:pt x="544699" y="78196"/>
                  </a:lnTo>
                  <a:close/>
                  <a:moveTo>
                    <a:pt x="468584" y="179577"/>
                  </a:moveTo>
                  <a:lnTo>
                    <a:pt x="544699" y="78196"/>
                  </a:lnTo>
                  <a:lnTo>
                    <a:pt x="463769" y="83398"/>
                  </a:lnTo>
                  <a:close/>
                  <a:moveTo>
                    <a:pt x="375300" y="94731"/>
                  </a:moveTo>
                  <a:lnTo>
                    <a:pt x="463769" y="83398"/>
                  </a:lnTo>
                  <a:lnTo>
                    <a:pt x="438186" y="4105"/>
                  </a:lnTo>
                  <a:close/>
                  <a:moveTo>
                    <a:pt x="1115083" y="317813"/>
                  </a:moveTo>
                  <a:lnTo>
                    <a:pt x="1107986" y="349887"/>
                  </a:lnTo>
                  <a:lnTo>
                    <a:pt x="1197030" y="289845"/>
                  </a:lnTo>
                  <a:close/>
                  <a:moveTo>
                    <a:pt x="1215681" y="396713"/>
                  </a:moveTo>
                  <a:lnTo>
                    <a:pt x="1275905" y="372060"/>
                  </a:lnTo>
                  <a:lnTo>
                    <a:pt x="1234235" y="328051"/>
                  </a:lnTo>
                  <a:close/>
                  <a:moveTo>
                    <a:pt x="1086292" y="328281"/>
                  </a:moveTo>
                  <a:lnTo>
                    <a:pt x="1107986" y="349887"/>
                  </a:lnTo>
                  <a:lnTo>
                    <a:pt x="1115083" y="317813"/>
                  </a:lnTo>
                  <a:close/>
                  <a:moveTo>
                    <a:pt x="1018134" y="246066"/>
                  </a:moveTo>
                  <a:lnTo>
                    <a:pt x="1115083" y="317813"/>
                  </a:lnTo>
                  <a:lnTo>
                    <a:pt x="1127318" y="207774"/>
                  </a:lnTo>
                  <a:close/>
                  <a:moveTo>
                    <a:pt x="1018134" y="246066"/>
                  </a:moveTo>
                  <a:lnTo>
                    <a:pt x="1086292" y="328281"/>
                  </a:lnTo>
                  <a:lnTo>
                    <a:pt x="1115083" y="317813"/>
                  </a:lnTo>
                  <a:close/>
                  <a:moveTo>
                    <a:pt x="1197030" y="289845"/>
                  </a:moveTo>
                  <a:lnTo>
                    <a:pt x="1127676" y="207630"/>
                  </a:lnTo>
                  <a:lnTo>
                    <a:pt x="1115083" y="317813"/>
                  </a:lnTo>
                  <a:close/>
                  <a:moveTo>
                    <a:pt x="1339013" y="557223"/>
                  </a:moveTo>
                  <a:lnTo>
                    <a:pt x="1303653" y="587594"/>
                  </a:lnTo>
                  <a:lnTo>
                    <a:pt x="1326804" y="536490"/>
                  </a:lnTo>
                  <a:close/>
                  <a:moveTo>
                    <a:pt x="1297546" y="630434"/>
                  </a:moveTo>
                  <a:lnTo>
                    <a:pt x="1303653" y="587594"/>
                  </a:lnTo>
                  <a:lnTo>
                    <a:pt x="1339013" y="557223"/>
                  </a:lnTo>
                  <a:close/>
                  <a:moveTo>
                    <a:pt x="1275905" y="372060"/>
                  </a:moveTo>
                  <a:lnTo>
                    <a:pt x="1351372" y="447083"/>
                  </a:lnTo>
                  <a:lnTo>
                    <a:pt x="1354409" y="344522"/>
                  </a:lnTo>
                  <a:close/>
                  <a:moveTo>
                    <a:pt x="1243238" y="274218"/>
                  </a:moveTo>
                  <a:lnTo>
                    <a:pt x="1234235" y="328051"/>
                  </a:lnTo>
                  <a:lnTo>
                    <a:pt x="1305450" y="251408"/>
                  </a:lnTo>
                  <a:close/>
                  <a:moveTo>
                    <a:pt x="1234235" y="328051"/>
                  </a:moveTo>
                  <a:lnTo>
                    <a:pt x="1275905" y="372060"/>
                  </a:lnTo>
                  <a:lnTo>
                    <a:pt x="1305450" y="251408"/>
                  </a:lnTo>
                  <a:close/>
                  <a:moveTo>
                    <a:pt x="1305450" y="251408"/>
                  </a:moveTo>
                  <a:lnTo>
                    <a:pt x="1275905" y="372060"/>
                  </a:lnTo>
                  <a:lnTo>
                    <a:pt x="1361595" y="310370"/>
                  </a:lnTo>
                  <a:close/>
                  <a:moveTo>
                    <a:pt x="1361595" y="310370"/>
                  </a:moveTo>
                  <a:lnTo>
                    <a:pt x="1275905" y="372060"/>
                  </a:lnTo>
                  <a:lnTo>
                    <a:pt x="1354409" y="344522"/>
                  </a:lnTo>
                  <a:close/>
                  <a:moveTo>
                    <a:pt x="1354409" y="344522"/>
                  </a:moveTo>
                  <a:lnTo>
                    <a:pt x="1387299" y="333623"/>
                  </a:lnTo>
                  <a:lnTo>
                    <a:pt x="1361595" y="310370"/>
                  </a:lnTo>
                  <a:close/>
                  <a:moveTo>
                    <a:pt x="1197030" y="289845"/>
                  </a:moveTo>
                  <a:lnTo>
                    <a:pt x="1234235" y="328051"/>
                  </a:lnTo>
                  <a:lnTo>
                    <a:pt x="1243238" y="274218"/>
                  </a:lnTo>
                  <a:close/>
                  <a:moveTo>
                    <a:pt x="1228413" y="169193"/>
                  </a:moveTo>
                  <a:lnTo>
                    <a:pt x="1243238" y="274218"/>
                  </a:lnTo>
                  <a:lnTo>
                    <a:pt x="1259530" y="207423"/>
                  </a:lnTo>
                  <a:close/>
                  <a:moveTo>
                    <a:pt x="1197030" y="289845"/>
                  </a:moveTo>
                  <a:lnTo>
                    <a:pt x="1243238" y="274218"/>
                  </a:lnTo>
                  <a:lnTo>
                    <a:pt x="1228413" y="169193"/>
                  </a:lnTo>
                  <a:close/>
                  <a:moveTo>
                    <a:pt x="1127676" y="207630"/>
                  </a:moveTo>
                  <a:lnTo>
                    <a:pt x="1197030" y="289845"/>
                  </a:lnTo>
                  <a:lnTo>
                    <a:pt x="1228413" y="169193"/>
                  </a:lnTo>
                  <a:close/>
                  <a:moveTo>
                    <a:pt x="1243238" y="274218"/>
                  </a:moveTo>
                  <a:lnTo>
                    <a:pt x="1305450" y="251408"/>
                  </a:lnTo>
                  <a:lnTo>
                    <a:pt x="1259530" y="207423"/>
                  </a:lnTo>
                  <a:close/>
                  <a:moveTo>
                    <a:pt x="1525725" y="466022"/>
                  </a:moveTo>
                  <a:lnTo>
                    <a:pt x="1580368" y="382097"/>
                  </a:lnTo>
                  <a:lnTo>
                    <a:pt x="1488657" y="396065"/>
                  </a:lnTo>
                  <a:close/>
                  <a:moveTo>
                    <a:pt x="1580368" y="382097"/>
                  </a:moveTo>
                  <a:lnTo>
                    <a:pt x="1551094" y="295187"/>
                  </a:lnTo>
                  <a:lnTo>
                    <a:pt x="1463036" y="316802"/>
                  </a:lnTo>
                  <a:close/>
                  <a:moveTo>
                    <a:pt x="1580368" y="382097"/>
                  </a:moveTo>
                  <a:lnTo>
                    <a:pt x="1463036" y="316802"/>
                  </a:lnTo>
                  <a:lnTo>
                    <a:pt x="1488657" y="396065"/>
                  </a:lnTo>
                  <a:close/>
                  <a:moveTo>
                    <a:pt x="1361595" y="310370"/>
                  </a:moveTo>
                  <a:lnTo>
                    <a:pt x="1387299" y="333623"/>
                  </a:lnTo>
                  <a:lnTo>
                    <a:pt x="1452269" y="212972"/>
                  </a:lnTo>
                  <a:close/>
                  <a:moveTo>
                    <a:pt x="1452269" y="212972"/>
                  </a:moveTo>
                  <a:lnTo>
                    <a:pt x="1387299" y="333623"/>
                  </a:lnTo>
                  <a:lnTo>
                    <a:pt x="1470620" y="224135"/>
                  </a:lnTo>
                  <a:close/>
                  <a:moveTo>
                    <a:pt x="1470620" y="224135"/>
                  </a:moveTo>
                  <a:lnTo>
                    <a:pt x="1387299" y="333623"/>
                  </a:lnTo>
                  <a:lnTo>
                    <a:pt x="1463036" y="316802"/>
                  </a:lnTo>
                  <a:close/>
                  <a:moveTo>
                    <a:pt x="1463036" y="316802"/>
                  </a:moveTo>
                  <a:lnTo>
                    <a:pt x="1551094" y="295187"/>
                  </a:lnTo>
                  <a:lnTo>
                    <a:pt x="1470620" y="224135"/>
                  </a:lnTo>
                  <a:close/>
                  <a:moveTo>
                    <a:pt x="1305450" y="251408"/>
                  </a:moveTo>
                  <a:lnTo>
                    <a:pt x="1361595" y="310370"/>
                  </a:lnTo>
                  <a:lnTo>
                    <a:pt x="1371160" y="230812"/>
                  </a:lnTo>
                  <a:close/>
                  <a:moveTo>
                    <a:pt x="1259530" y="207423"/>
                  </a:moveTo>
                  <a:lnTo>
                    <a:pt x="1305450" y="251408"/>
                  </a:lnTo>
                  <a:lnTo>
                    <a:pt x="1338183" y="130756"/>
                  </a:lnTo>
                  <a:close/>
                  <a:moveTo>
                    <a:pt x="1338183" y="130756"/>
                  </a:moveTo>
                  <a:lnTo>
                    <a:pt x="1305450" y="251408"/>
                  </a:lnTo>
                  <a:lnTo>
                    <a:pt x="1384809" y="181958"/>
                  </a:lnTo>
                  <a:close/>
                  <a:moveTo>
                    <a:pt x="1384809" y="181958"/>
                  </a:moveTo>
                  <a:lnTo>
                    <a:pt x="1305450" y="251408"/>
                  </a:lnTo>
                  <a:lnTo>
                    <a:pt x="1371160" y="230812"/>
                  </a:lnTo>
                  <a:close/>
                  <a:moveTo>
                    <a:pt x="1185035" y="4763"/>
                  </a:moveTo>
                  <a:lnTo>
                    <a:pt x="1235083" y="80663"/>
                  </a:lnTo>
                  <a:lnTo>
                    <a:pt x="1211185" y="0"/>
                  </a:lnTo>
                  <a:close/>
                  <a:moveTo>
                    <a:pt x="1386573" y="118189"/>
                  </a:moveTo>
                  <a:lnTo>
                    <a:pt x="1384809" y="181958"/>
                  </a:lnTo>
                  <a:lnTo>
                    <a:pt x="1471193" y="210079"/>
                  </a:lnTo>
                  <a:close/>
                  <a:moveTo>
                    <a:pt x="1475522" y="106467"/>
                  </a:moveTo>
                  <a:lnTo>
                    <a:pt x="1386573" y="118189"/>
                  </a:lnTo>
                  <a:lnTo>
                    <a:pt x="1471193" y="210079"/>
                  </a:lnTo>
                  <a:close/>
                  <a:moveTo>
                    <a:pt x="1475522" y="106467"/>
                  </a:moveTo>
                  <a:lnTo>
                    <a:pt x="1455127" y="22955"/>
                  </a:lnTo>
                  <a:lnTo>
                    <a:pt x="1386573" y="118189"/>
                  </a:lnTo>
                  <a:close/>
                  <a:moveTo>
                    <a:pt x="1475522" y="106467"/>
                  </a:moveTo>
                  <a:lnTo>
                    <a:pt x="1554068" y="103202"/>
                  </a:lnTo>
                  <a:lnTo>
                    <a:pt x="1534697" y="18858"/>
                  </a:lnTo>
                  <a:close/>
                  <a:moveTo>
                    <a:pt x="1475522" y="106467"/>
                  </a:moveTo>
                  <a:lnTo>
                    <a:pt x="1534697" y="18858"/>
                  </a:lnTo>
                  <a:lnTo>
                    <a:pt x="1455127" y="22955"/>
                  </a:lnTo>
                  <a:close/>
                </a:path>
              </a:pathLst>
            </a:custGeom>
            <a:solidFill>
              <a:srgbClr val="E3E8EC"/>
            </a:solidFill>
            <a:ln w="1524">
              <a:solidFill>
                <a:srgbClr val="E3E8EC"/>
              </a:solidFill>
            </a:ln>
          </p:spPr>
        </p:sp>
        <p:sp>
          <p:nvSpPr>
            <p:cNvPr id="2181" name="Candidate_density__2180">
              <a:extLst>
                <a:ext uri="{FF2B5EF4-FFF2-40B4-BE49-F238E27FC236}">
                  <a16:creationId xmlns:a16="http://schemas.microsoft.com/office/drawing/2014/main" id="{B4489652-6F14-BEF3-41D9-D35066B4DDB0}"/>
                </a:ext>
              </a:extLst>
            </p:cNvPr>
            <p:cNvSpPr>
              <a:spLocks noGrp="1"/>
            </p:cNvSpPr>
            <p:nvPr/>
          </p:nvSpPr>
          <p:spPr>
            <a:xfrm>
              <a:off x="3831744" y="2662761"/>
              <a:ext cx="1447572" cy="553491"/>
            </a:xfrm>
            <a:custGeom>
              <a:avLst/>
              <a:gdLst/>
              <a:ahLst/>
              <a:cxnLst/>
              <a:rect l="0" t="0" r="0" b="0"/>
              <a:pathLst>
                <a:path w="1447572" h="553491">
                  <a:moveTo>
                    <a:pt x="43001" y="411471"/>
                  </a:moveTo>
                  <a:lnTo>
                    <a:pt x="75120" y="457919"/>
                  </a:lnTo>
                  <a:lnTo>
                    <a:pt x="83164" y="394831"/>
                  </a:lnTo>
                  <a:close/>
                  <a:moveTo>
                    <a:pt x="25562" y="208604"/>
                  </a:moveTo>
                  <a:lnTo>
                    <a:pt x="101596" y="279754"/>
                  </a:lnTo>
                  <a:lnTo>
                    <a:pt x="106008" y="176075"/>
                  </a:lnTo>
                  <a:close/>
                  <a:moveTo>
                    <a:pt x="123238" y="170167"/>
                  </a:moveTo>
                  <a:lnTo>
                    <a:pt x="106008" y="176075"/>
                  </a:lnTo>
                  <a:lnTo>
                    <a:pt x="101596" y="279754"/>
                  </a:lnTo>
                  <a:close/>
                  <a:moveTo>
                    <a:pt x="0" y="126389"/>
                  </a:moveTo>
                  <a:lnTo>
                    <a:pt x="106008" y="176075"/>
                  </a:lnTo>
                  <a:lnTo>
                    <a:pt x="75960" y="100412"/>
                  </a:lnTo>
                  <a:close/>
                  <a:moveTo>
                    <a:pt x="0" y="126389"/>
                  </a:moveTo>
                  <a:lnTo>
                    <a:pt x="25562" y="208604"/>
                  </a:lnTo>
                  <a:lnTo>
                    <a:pt x="106008" y="176075"/>
                  </a:lnTo>
                  <a:close/>
                  <a:moveTo>
                    <a:pt x="123238" y="170167"/>
                  </a:moveTo>
                  <a:lnTo>
                    <a:pt x="113966" y="87952"/>
                  </a:lnTo>
                  <a:lnTo>
                    <a:pt x="106008" y="176075"/>
                  </a:lnTo>
                  <a:close/>
                  <a:moveTo>
                    <a:pt x="113966" y="87952"/>
                  </a:moveTo>
                  <a:lnTo>
                    <a:pt x="75960" y="100412"/>
                  </a:lnTo>
                  <a:lnTo>
                    <a:pt x="106008" y="176075"/>
                  </a:lnTo>
                  <a:close/>
                  <a:moveTo>
                    <a:pt x="123238" y="170167"/>
                  </a:moveTo>
                  <a:lnTo>
                    <a:pt x="182753" y="252382"/>
                  </a:lnTo>
                  <a:lnTo>
                    <a:pt x="254646" y="213946"/>
                  </a:lnTo>
                  <a:close/>
                  <a:moveTo>
                    <a:pt x="123238" y="170167"/>
                  </a:moveTo>
                  <a:lnTo>
                    <a:pt x="254646" y="213946"/>
                  </a:lnTo>
                  <a:lnTo>
                    <a:pt x="227975" y="131731"/>
                  </a:lnTo>
                  <a:close/>
                  <a:moveTo>
                    <a:pt x="113966" y="87952"/>
                  </a:moveTo>
                  <a:lnTo>
                    <a:pt x="230796" y="115699"/>
                  </a:lnTo>
                  <a:lnTo>
                    <a:pt x="201056" y="59303"/>
                  </a:lnTo>
                  <a:close/>
                  <a:moveTo>
                    <a:pt x="227975" y="131731"/>
                  </a:moveTo>
                  <a:lnTo>
                    <a:pt x="230796" y="115699"/>
                  </a:lnTo>
                  <a:lnTo>
                    <a:pt x="113966" y="87952"/>
                  </a:lnTo>
                  <a:close/>
                  <a:moveTo>
                    <a:pt x="123238" y="170167"/>
                  </a:moveTo>
                  <a:lnTo>
                    <a:pt x="227975" y="131731"/>
                  </a:lnTo>
                  <a:lnTo>
                    <a:pt x="113966" y="87952"/>
                  </a:lnTo>
                  <a:close/>
                  <a:moveTo>
                    <a:pt x="149588" y="27276"/>
                  </a:moveTo>
                  <a:lnTo>
                    <a:pt x="113966" y="87952"/>
                  </a:lnTo>
                  <a:lnTo>
                    <a:pt x="201056" y="59303"/>
                  </a:lnTo>
                  <a:close/>
                  <a:moveTo>
                    <a:pt x="237890" y="49516"/>
                  </a:moveTo>
                  <a:lnTo>
                    <a:pt x="149588" y="27276"/>
                  </a:lnTo>
                  <a:lnTo>
                    <a:pt x="201056" y="59303"/>
                  </a:lnTo>
                  <a:close/>
                  <a:moveTo>
                    <a:pt x="201056" y="59303"/>
                  </a:moveTo>
                  <a:lnTo>
                    <a:pt x="230796" y="115699"/>
                  </a:lnTo>
                  <a:lnTo>
                    <a:pt x="237890" y="49516"/>
                  </a:lnTo>
                  <a:close/>
                  <a:moveTo>
                    <a:pt x="258690" y="212632"/>
                  </a:moveTo>
                  <a:lnTo>
                    <a:pt x="335361" y="210892"/>
                  </a:lnTo>
                  <a:lnTo>
                    <a:pt x="334215" y="111731"/>
                  </a:lnTo>
                  <a:close/>
                  <a:moveTo>
                    <a:pt x="258690" y="212632"/>
                  </a:moveTo>
                  <a:lnTo>
                    <a:pt x="334215" y="111731"/>
                  </a:lnTo>
                  <a:lnTo>
                    <a:pt x="239817" y="127883"/>
                  </a:lnTo>
                  <a:close/>
                  <a:moveTo>
                    <a:pt x="335361" y="210892"/>
                  </a:moveTo>
                  <a:lnTo>
                    <a:pt x="427499" y="196577"/>
                  </a:lnTo>
                  <a:lnTo>
                    <a:pt x="422684" y="100399"/>
                  </a:lnTo>
                  <a:close/>
                  <a:moveTo>
                    <a:pt x="335361" y="210892"/>
                  </a:moveTo>
                  <a:lnTo>
                    <a:pt x="422684" y="100399"/>
                  </a:lnTo>
                  <a:lnTo>
                    <a:pt x="334215" y="111731"/>
                  </a:lnTo>
                  <a:close/>
                  <a:moveTo>
                    <a:pt x="427499" y="196577"/>
                  </a:moveTo>
                  <a:lnTo>
                    <a:pt x="335361" y="210892"/>
                  </a:lnTo>
                  <a:lnTo>
                    <a:pt x="468925" y="233507"/>
                  </a:lnTo>
                  <a:close/>
                  <a:moveTo>
                    <a:pt x="230796" y="115699"/>
                  </a:moveTo>
                  <a:lnTo>
                    <a:pt x="227975" y="131731"/>
                  </a:lnTo>
                  <a:lnTo>
                    <a:pt x="239817" y="127883"/>
                  </a:lnTo>
                  <a:close/>
                  <a:moveTo>
                    <a:pt x="239817" y="127883"/>
                  </a:moveTo>
                  <a:lnTo>
                    <a:pt x="237890" y="49516"/>
                  </a:lnTo>
                  <a:lnTo>
                    <a:pt x="230796" y="115699"/>
                  </a:lnTo>
                  <a:close/>
                  <a:moveTo>
                    <a:pt x="312527" y="29271"/>
                  </a:moveTo>
                  <a:lnTo>
                    <a:pt x="237890" y="49516"/>
                  </a:lnTo>
                  <a:lnTo>
                    <a:pt x="239817" y="127883"/>
                  </a:lnTo>
                  <a:close/>
                  <a:moveTo>
                    <a:pt x="334215" y="111731"/>
                  </a:moveTo>
                  <a:lnTo>
                    <a:pt x="312527" y="29271"/>
                  </a:lnTo>
                  <a:lnTo>
                    <a:pt x="239817" y="127883"/>
                  </a:lnTo>
                  <a:close/>
                  <a:moveTo>
                    <a:pt x="334215" y="111731"/>
                  </a:moveTo>
                  <a:lnTo>
                    <a:pt x="397101" y="21106"/>
                  </a:lnTo>
                  <a:lnTo>
                    <a:pt x="312527" y="29271"/>
                  </a:lnTo>
                  <a:close/>
                  <a:moveTo>
                    <a:pt x="274381" y="0"/>
                  </a:moveTo>
                  <a:lnTo>
                    <a:pt x="237890" y="49516"/>
                  </a:lnTo>
                  <a:lnTo>
                    <a:pt x="312527" y="29271"/>
                  </a:lnTo>
                  <a:close/>
                  <a:moveTo>
                    <a:pt x="1086591" y="224630"/>
                  </a:moveTo>
                  <a:lnTo>
                    <a:pt x="1086233" y="224775"/>
                  </a:lnTo>
                  <a:lnTo>
                    <a:pt x="1073998" y="334814"/>
                  </a:lnTo>
                  <a:close/>
                  <a:moveTo>
                    <a:pt x="948012" y="201039"/>
                  </a:moveTo>
                  <a:lnTo>
                    <a:pt x="977049" y="263066"/>
                  </a:lnTo>
                  <a:lnTo>
                    <a:pt x="1046481" y="142415"/>
                  </a:lnTo>
                  <a:close/>
                  <a:moveTo>
                    <a:pt x="1046481" y="142415"/>
                  </a:moveTo>
                  <a:lnTo>
                    <a:pt x="977049" y="263066"/>
                  </a:lnTo>
                  <a:lnTo>
                    <a:pt x="1086171" y="223733"/>
                  </a:lnTo>
                  <a:close/>
                  <a:moveTo>
                    <a:pt x="1086171" y="223733"/>
                  </a:moveTo>
                  <a:lnTo>
                    <a:pt x="977049" y="263066"/>
                  </a:lnTo>
                  <a:lnTo>
                    <a:pt x="1086233" y="224775"/>
                  </a:lnTo>
                  <a:close/>
                  <a:moveTo>
                    <a:pt x="1086233" y="224775"/>
                  </a:moveTo>
                  <a:lnTo>
                    <a:pt x="1086591" y="224630"/>
                  </a:lnTo>
                  <a:lnTo>
                    <a:pt x="1086171" y="223733"/>
                  </a:lnTo>
                  <a:close/>
                  <a:moveTo>
                    <a:pt x="1293649" y="471275"/>
                  </a:moveTo>
                  <a:lnTo>
                    <a:pt x="1359301" y="472403"/>
                  </a:lnTo>
                  <a:lnTo>
                    <a:pt x="1310287" y="464083"/>
                  </a:lnTo>
                  <a:close/>
                  <a:moveTo>
                    <a:pt x="1345618" y="515054"/>
                  </a:moveTo>
                  <a:lnTo>
                    <a:pt x="1359301" y="472403"/>
                  </a:lnTo>
                  <a:lnTo>
                    <a:pt x="1293649" y="471275"/>
                  </a:lnTo>
                  <a:close/>
                  <a:moveTo>
                    <a:pt x="1285719" y="553491"/>
                  </a:moveTo>
                  <a:lnTo>
                    <a:pt x="1345618" y="515054"/>
                  </a:lnTo>
                  <a:lnTo>
                    <a:pt x="1293649" y="471275"/>
                  </a:lnTo>
                  <a:close/>
                  <a:moveTo>
                    <a:pt x="1234820" y="389061"/>
                  </a:moveTo>
                  <a:lnTo>
                    <a:pt x="1293649" y="471275"/>
                  </a:lnTo>
                  <a:lnTo>
                    <a:pt x="1310287" y="464083"/>
                  </a:lnTo>
                  <a:close/>
                  <a:moveTo>
                    <a:pt x="1372009" y="432839"/>
                  </a:moveTo>
                  <a:lnTo>
                    <a:pt x="1346214" y="350624"/>
                  </a:lnTo>
                  <a:lnTo>
                    <a:pt x="1310287" y="464083"/>
                  </a:lnTo>
                  <a:close/>
                  <a:moveTo>
                    <a:pt x="1346214" y="350624"/>
                  </a:moveTo>
                  <a:lnTo>
                    <a:pt x="1313323" y="361523"/>
                  </a:lnTo>
                  <a:lnTo>
                    <a:pt x="1310287" y="464083"/>
                  </a:lnTo>
                  <a:close/>
                  <a:moveTo>
                    <a:pt x="1310287" y="464083"/>
                  </a:moveTo>
                  <a:lnTo>
                    <a:pt x="1359301" y="472403"/>
                  </a:lnTo>
                  <a:lnTo>
                    <a:pt x="1372009" y="432839"/>
                  </a:lnTo>
                  <a:close/>
                  <a:moveTo>
                    <a:pt x="1078758" y="130760"/>
                  </a:moveTo>
                  <a:lnTo>
                    <a:pt x="1086171" y="223733"/>
                  </a:lnTo>
                  <a:lnTo>
                    <a:pt x="1170490" y="103979"/>
                  </a:lnTo>
                  <a:close/>
                  <a:moveTo>
                    <a:pt x="1170490" y="103979"/>
                  </a:moveTo>
                  <a:lnTo>
                    <a:pt x="1086171" y="223733"/>
                  </a:lnTo>
                  <a:lnTo>
                    <a:pt x="1086591" y="224630"/>
                  </a:lnTo>
                  <a:close/>
                  <a:moveTo>
                    <a:pt x="1170490" y="103979"/>
                  </a:moveTo>
                  <a:lnTo>
                    <a:pt x="1086591" y="224630"/>
                  </a:lnTo>
                  <a:lnTo>
                    <a:pt x="1187328" y="186194"/>
                  </a:lnTo>
                  <a:close/>
                  <a:moveTo>
                    <a:pt x="1046481" y="142415"/>
                  </a:moveTo>
                  <a:lnTo>
                    <a:pt x="1086171" y="223733"/>
                  </a:lnTo>
                  <a:lnTo>
                    <a:pt x="1078758" y="130760"/>
                  </a:lnTo>
                  <a:close/>
                  <a:moveTo>
                    <a:pt x="1006554" y="60200"/>
                  </a:moveTo>
                  <a:lnTo>
                    <a:pt x="1078758" y="130760"/>
                  </a:lnTo>
                  <a:lnTo>
                    <a:pt x="1069149" y="38480"/>
                  </a:lnTo>
                  <a:close/>
                  <a:moveTo>
                    <a:pt x="1006554" y="60200"/>
                  </a:moveTo>
                  <a:lnTo>
                    <a:pt x="1046481" y="142415"/>
                  </a:lnTo>
                  <a:lnTo>
                    <a:pt x="1078758" y="130760"/>
                  </a:lnTo>
                  <a:close/>
                  <a:moveTo>
                    <a:pt x="1170490" y="103979"/>
                  </a:moveTo>
                  <a:lnTo>
                    <a:pt x="1143950" y="21764"/>
                  </a:lnTo>
                  <a:lnTo>
                    <a:pt x="1078758" y="130760"/>
                  </a:lnTo>
                  <a:close/>
                  <a:moveTo>
                    <a:pt x="1143950" y="21764"/>
                  </a:moveTo>
                  <a:lnTo>
                    <a:pt x="1069149" y="38480"/>
                  </a:lnTo>
                  <a:lnTo>
                    <a:pt x="1078758" y="130760"/>
                  </a:lnTo>
                  <a:close/>
                  <a:moveTo>
                    <a:pt x="1346214" y="350624"/>
                  </a:moveTo>
                  <a:lnTo>
                    <a:pt x="1447572" y="413065"/>
                  </a:lnTo>
                  <a:lnTo>
                    <a:pt x="1421951" y="333803"/>
                  </a:lnTo>
                  <a:close/>
                  <a:moveTo>
                    <a:pt x="1346214" y="350624"/>
                  </a:moveTo>
                  <a:lnTo>
                    <a:pt x="1372009" y="432839"/>
                  </a:lnTo>
                  <a:lnTo>
                    <a:pt x="1447572" y="413065"/>
                  </a:lnTo>
                  <a:close/>
                  <a:moveTo>
                    <a:pt x="1221897" y="175074"/>
                  </a:moveTo>
                  <a:lnTo>
                    <a:pt x="1218445" y="224423"/>
                  </a:lnTo>
                  <a:lnTo>
                    <a:pt x="1297097" y="147757"/>
                  </a:lnTo>
                  <a:close/>
                  <a:moveTo>
                    <a:pt x="1187328" y="186194"/>
                  </a:moveTo>
                  <a:lnTo>
                    <a:pt x="1218445" y="224423"/>
                  </a:lnTo>
                  <a:lnTo>
                    <a:pt x="1221897" y="175074"/>
                  </a:lnTo>
                  <a:close/>
                  <a:moveTo>
                    <a:pt x="1170490" y="103979"/>
                  </a:moveTo>
                  <a:lnTo>
                    <a:pt x="1221897" y="175074"/>
                  </a:lnTo>
                  <a:lnTo>
                    <a:pt x="1193998" y="97663"/>
                  </a:lnTo>
                  <a:close/>
                  <a:moveTo>
                    <a:pt x="1170490" y="103979"/>
                  </a:moveTo>
                  <a:lnTo>
                    <a:pt x="1187328" y="186194"/>
                  </a:lnTo>
                  <a:lnTo>
                    <a:pt x="1221897" y="175074"/>
                  </a:lnTo>
                  <a:close/>
                  <a:moveTo>
                    <a:pt x="1297097" y="147757"/>
                  </a:moveTo>
                  <a:lnTo>
                    <a:pt x="1308403" y="66902"/>
                  </a:lnTo>
                  <a:lnTo>
                    <a:pt x="1221897" y="175074"/>
                  </a:lnTo>
                  <a:close/>
                  <a:moveTo>
                    <a:pt x="1221897" y="175074"/>
                  </a:moveTo>
                  <a:lnTo>
                    <a:pt x="1308403" y="66902"/>
                  </a:lnTo>
                  <a:lnTo>
                    <a:pt x="1306785" y="66561"/>
                  </a:lnTo>
                  <a:close/>
                  <a:moveTo>
                    <a:pt x="1221897" y="175074"/>
                  </a:moveTo>
                  <a:lnTo>
                    <a:pt x="1306785" y="66561"/>
                  </a:lnTo>
                  <a:lnTo>
                    <a:pt x="1193998" y="97663"/>
                  </a:lnTo>
                  <a:close/>
                  <a:moveTo>
                    <a:pt x="1143950" y="21764"/>
                  </a:moveTo>
                  <a:lnTo>
                    <a:pt x="1170490" y="103979"/>
                  </a:lnTo>
                  <a:lnTo>
                    <a:pt x="1193998" y="97663"/>
                  </a:lnTo>
                  <a:close/>
                  <a:moveTo>
                    <a:pt x="1193998" y="97663"/>
                  </a:moveTo>
                  <a:lnTo>
                    <a:pt x="1306785" y="66561"/>
                  </a:lnTo>
                  <a:lnTo>
                    <a:pt x="1170100" y="17001"/>
                  </a:lnTo>
                  <a:close/>
                  <a:moveTo>
                    <a:pt x="1306785" y="66561"/>
                  </a:moveTo>
                  <a:lnTo>
                    <a:pt x="1308403" y="66902"/>
                  </a:lnTo>
                  <a:lnTo>
                    <a:pt x="1308559" y="65542"/>
                  </a:lnTo>
                  <a:close/>
                  <a:moveTo>
                    <a:pt x="1297097" y="147757"/>
                  </a:moveTo>
                  <a:lnTo>
                    <a:pt x="1343724" y="198959"/>
                  </a:lnTo>
                  <a:lnTo>
                    <a:pt x="1345488" y="135189"/>
                  </a:lnTo>
                  <a:close/>
                  <a:moveTo>
                    <a:pt x="1308403" y="66902"/>
                  </a:moveTo>
                  <a:lnTo>
                    <a:pt x="1297097" y="147757"/>
                  </a:lnTo>
                  <a:lnTo>
                    <a:pt x="1345488" y="135189"/>
                  </a:lnTo>
                  <a:close/>
                  <a:moveTo>
                    <a:pt x="1345488" y="135189"/>
                  </a:moveTo>
                  <a:lnTo>
                    <a:pt x="1308559" y="65542"/>
                  </a:lnTo>
                  <a:lnTo>
                    <a:pt x="1308403" y="66902"/>
                  </a:lnTo>
                  <a:close/>
                  <a:moveTo>
                    <a:pt x="1414042" y="39956"/>
                  </a:moveTo>
                  <a:lnTo>
                    <a:pt x="1308559" y="65542"/>
                  </a:lnTo>
                  <a:lnTo>
                    <a:pt x="1345488" y="135189"/>
                  </a:lnTo>
                  <a:close/>
                </a:path>
              </a:pathLst>
            </a:custGeom>
            <a:solidFill>
              <a:srgbClr val="E8ECEF"/>
            </a:solidFill>
            <a:ln w="1524">
              <a:solidFill>
                <a:srgbClr val="E8ECEF"/>
              </a:solidFill>
            </a:ln>
          </p:spPr>
        </p:sp>
        <p:sp>
          <p:nvSpPr>
            <p:cNvPr id="2182" name="Candidate_density__2181">
              <a:extLst>
                <a:ext uri="{FF2B5EF4-FFF2-40B4-BE49-F238E27FC236}">
                  <a16:creationId xmlns:a16="http://schemas.microsoft.com/office/drawing/2014/main" id="{125BE32E-91A8-AE99-CA29-5C8A0394A9ED}"/>
                </a:ext>
              </a:extLst>
            </p:cNvPr>
            <p:cNvSpPr>
              <a:spLocks noGrp="1"/>
            </p:cNvSpPr>
            <p:nvPr/>
          </p:nvSpPr>
          <p:spPr>
            <a:xfrm>
              <a:off x="4062396" y="2881076"/>
              <a:ext cx="1362318" cy="385546"/>
            </a:xfrm>
            <a:custGeom>
              <a:avLst/>
              <a:gdLst/>
              <a:ahLst/>
              <a:cxnLst/>
              <a:rect l="0" t="0" r="0" b="0"/>
              <a:pathLst>
                <a:path w="1362318" h="385546">
                  <a:moveTo>
                    <a:pt x="76317" y="333928"/>
                  </a:moveTo>
                  <a:lnTo>
                    <a:pt x="164654" y="385546"/>
                  </a:lnTo>
                  <a:lnTo>
                    <a:pt x="210479" y="341679"/>
                  </a:lnTo>
                  <a:close/>
                  <a:moveTo>
                    <a:pt x="132305" y="328055"/>
                  </a:moveTo>
                  <a:lnTo>
                    <a:pt x="210479" y="341679"/>
                  </a:lnTo>
                  <a:lnTo>
                    <a:pt x="244337" y="253065"/>
                  </a:lnTo>
                  <a:close/>
                  <a:moveTo>
                    <a:pt x="244337" y="253065"/>
                  </a:moveTo>
                  <a:lnTo>
                    <a:pt x="296932" y="257764"/>
                  </a:lnTo>
                  <a:lnTo>
                    <a:pt x="260377" y="242276"/>
                  </a:lnTo>
                  <a:close/>
                  <a:moveTo>
                    <a:pt x="279604" y="321467"/>
                  </a:moveTo>
                  <a:lnTo>
                    <a:pt x="296932" y="257764"/>
                  </a:lnTo>
                  <a:lnTo>
                    <a:pt x="244337" y="253065"/>
                  </a:lnTo>
                  <a:close/>
                  <a:moveTo>
                    <a:pt x="210479" y="341679"/>
                  </a:moveTo>
                  <a:lnTo>
                    <a:pt x="279604" y="321467"/>
                  </a:lnTo>
                  <a:lnTo>
                    <a:pt x="244337" y="253065"/>
                  </a:lnTo>
                  <a:close/>
                  <a:moveTo>
                    <a:pt x="260377" y="242276"/>
                  </a:moveTo>
                  <a:lnTo>
                    <a:pt x="296932" y="257764"/>
                  </a:lnTo>
                  <a:lnTo>
                    <a:pt x="302212" y="190794"/>
                  </a:lnTo>
                  <a:close/>
                  <a:moveTo>
                    <a:pt x="0" y="112046"/>
                  </a:moveTo>
                  <a:lnTo>
                    <a:pt x="9618" y="34067"/>
                  </a:lnTo>
                  <a:lnTo>
                    <a:pt x="2501" y="115170"/>
                  </a:lnTo>
                  <a:close/>
                  <a:moveTo>
                    <a:pt x="95578" y="0"/>
                  </a:moveTo>
                  <a:lnTo>
                    <a:pt x="9618" y="34067"/>
                  </a:lnTo>
                  <a:lnTo>
                    <a:pt x="50229" y="21185"/>
                  </a:lnTo>
                  <a:close/>
                  <a:moveTo>
                    <a:pt x="267647" y="125014"/>
                  </a:moveTo>
                  <a:lnTo>
                    <a:pt x="302212" y="190794"/>
                  </a:lnTo>
                  <a:lnTo>
                    <a:pt x="316292" y="141932"/>
                  </a:lnTo>
                  <a:close/>
                  <a:moveTo>
                    <a:pt x="260377" y="242276"/>
                  </a:moveTo>
                  <a:lnTo>
                    <a:pt x="302212" y="190794"/>
                  </a:lnTo>
                  <a:lnTo>
                    <a:pt x="248863" y="236251"/>
                  </a:lnTo>
                  <a:close/>
                  <a:moveTo>
                    <a:pt x="379425" y="151198"/>
                  </a:moveTo>
                  <a:lnTo>
                    <a:pt x="316292" y="141932"/>
                  </a:lnTo>
                  <a:lnTo>
                    <a:pt x="302212" y="190794"/>
                  </a:lnTo>
                  <a:close/>
                  <a:moveTo>
                    <a:pt x="1271276" y="350744"/>
                  </a:moveTo>
                  <a:lnTo>
                    <a:pt x="1301672" y="378954"/>
                  </a:lnTo>
                  <a:lnTo>
                    <a:pt x="1317304" y="273824"/>
                  </a:lnTo>
                  <a:close/>
                  <a:moveTo>
                    <a:pt x="1308631" y="180783"/>
                  </a:moveTo>
                  <a:lnTo>
                    <a:pt x="1317304" y="273824"/>
                  </a:lnTo>
                  <a:lnTo>
                    <a:pt x="1362318" y="197728"/>
                  </a:lnTo>
                  <a:close/>
                </a:path>
              </a:pathLst>
            </a:custGeom>
            <a:solidFill>
              <a:srgbClr val="D8DEE3"/>
            </a:solidFill>
            <a:ln w="1524">
              <a:solidFill>
                <a:srgbClr val="D8DEE3"/>
              </a:solidFill>
            </a:ln>
          </p:spPr>
        </p:sp>
        <p:sp>
          <p:nvSpPr>
            <p:cNvPr id="2183" name="Candidate_density__2182">
              <a:extLst>
                <a:ext uri="{FF2B5EF4-FFF2-40B4-BE49-F238E27FC236}">
                  <a16:creationId xmlns:a16="http://schemas.microsoft.com/office/drawing/2014/main" id="{A4EBAD2C-362A-3A8A-8B60-F659B3BFD9B5}"/>
                </a:ext>
              </a:extLst>
            </p:cNvPr>
            <p:cNvSpPr>
              <a:spLocks noGrp="1"/>
            </p:cNvSpPr>
            <p:nvPr/>
          </p:nvSpPr>
          <p:spPr>
            <a:xfrm>
              <a:off x="4227049" y="3154900"/>
              <a:ext cx="1169140" cy="111722"/>
            </a:xfrm>
            <a:custGeom>
              <a:avLst/>
              <a:gdLst/>
              <a:ahLst/>
              <a:cxnLst/>
              <a:rect l="0" t="0" r="0" b="0"/>
              <a:pathLst>
                <a:path w="1169140" h="111722">
                  <a:moveTo>
                    <a:pt x="45825" y="67855"/>
                  </a:moveTo>
                  <a:lnTo>
                    <a:pt x="0" y="111722"/>
                  </a:lnTo>
                  <a:lnTo>
                    <a:pt x="114950" y="47643"/>
                  </a:lnTo>
                  <a:close/>
                  <a:moveTo>
                    <a:pt x="1152651" y="0"/>
                  </a:moveTo>
                  <a:lnTo>
                    <a:pt x="1137019" y="105130"/>
                  </a:lnTo>
                  <a:lnTo>
                    <a:pt x="1142558" y="90564"/>
                  </a:lnTo>
                  <a:close/>
                  <a:moveTo>
                    <a:pt x="1152651" y="0"/>
                  </a:moveTo>
                  <a:lnTo>
                    <a:pt x="1142558" y="90564"/>
                  </a:lnTo>
                  <a:lnTo>
                    <a:pt x="1169140" y="22915"/>
                  </a:lnTo>
                  <a:close/>
                </a:path>
              </a:pathLst>
            </a:custGeom>
            <a:solidFill>
              <a:srgbClr val="D4DBE0"/>
            </a:solidFill>
            <a:ln w="1524">
              <a:solidFill>
                <a:srgbClr val="D4DBE0"/>
              </a:solidFill>
            </a:ln>
          </p:spPr>
        </p:sp>
        <p:sp>
          <p:nvSpPr>
            <p:cNvPr id="2184" name="Candidate_density__2183">
              <a:extLst>
                <a:ext uri="{FF2B5EF4-FFF2-40B4-BE49-F238E27FC236}">
                  <a16:creationId xmlns:a16="http://schemas.microsoft.com/office/drawing/2014/main" id="{591F837D-7084-BD9B-9A66-3452C40A28B7}"/>
                </a:ext>
              </a:extLst>
            </p:cNvPr>
            <p:cNvSpPr>
              <a:spLocks noGrp="1"/>
            </p:cNvSpPr>
            <p:nvPr/>
          </p:nvSpPr>
          <p:spPr>
            <a:xfrm>
              <a:off x="5217370" y="3245464"/>
              <a:ext cx="152237" cy="139875"/>
            </a:xfrm>
            <a:custGeom>
              <a:avLst/>
              <a:gdLst/>
              <a:ahLst/>
              <a:cxnLst/>
              <a:rect l="0" t="0" r="0" b="0"/>
              <a:pathLst>
                <a:path w="152237" h="139875">
                  <a:moveTo>
                    <a:pt x="51452" y="117044"/>
                  </a:moveTo>
                  <a:lnTo>
                    <a:pt x="0" y="139875"/>
                  </a:lnTo>
                  <a:lnTo>
                    <a:pt x="111516" y="62956"/>
                  </a:lnTo>
                  <a:close/>
                  <a:moveTo>
                    <a:pt x="18270" y="135218"/>
                  </a:moveTo>
                  <a:lnTo>
                    <a:pt x="51452" y="117044"/>
                  </a:lnTo>
                  <a:lnTo>
                    <a:pt x="99268" y="80616"/>
                  </a:lnTo>
                  <a:close/>
                  <a:moveTo>
                    <a:pt x="99268" y="80616"/>
                  </a:moveTo>
                  <a:lnTo>
                    <a:pt x="130760" y="35194"/>
                  </a:lnTo>
                  <a:lnTo>
                    <a:pt x="146697" y="14566"/>
                  </a:lnTo>
                  <a:close/>
                  <a:moveTo>
                    <a:pt x="111516" y="62956"/>
                  </a:moveTo>
                  <a:lnTo>
                    <a:pt x="130760" y="35194"/>
                  </a:lnTo>
                  <a:lnTo>
                    <a:pt x="99268" y="80616"/>
                  </a:lnTo>
                  <a:close/>
                  <a:moveTo>
                    <a:pt x="51452" y="117044"/>
                  </a:moveTo>
                  <a:lnTo>
                    <a:pt x="111516" y="62956"/>
                  </a:lnTo>
                  <a:lnTo>
                    <a:pt x="99268" y="80616"/>
                  </a:lnTo>
                  <a:close/>
                  <a:moveTo>
                    <a:pt x="117094" y="53003"/>
                  </a:moveTo>
                  <a:lnTo>
                    <a:pt x="152237" y="0"/>
                  </a:lnTo>
                  <a:lnTo>
                    <a:pt x="130760" y="35194"/>
                  </a:lnTo>
                  <a:close/>
                  <a:moveTo>
                    <a:pt x="146697" y="14566"/>
                  </a:moveTo>
                  <a:lnTo>
                    <a:pt x="130760" y="35194"/>
                  </a:lnTo>
                  <a:lnTo>
                    <a:pt x="152237" y="0"/>
                  </a:lnTo>
                  <a:close/>
                </a:path>
              </a:pathLst>
            </a:custGeom>
            <a:solidFill>
              <a:srgbClr val="D0D7DD"/>
            </a:solidFill>
            <a:ln w="1524">
              <a:solidFill>
                <a:srgbClr val="D0D7DD"/>
              </a:solidFill>
            </a:ln>
          </p:spPr>
        </p:sp>
        <p:sp>
          <p:nvSpPr>
            <p:cNvPr id="2185" name="Candidate_density__2184">
              <a:extLst>
                <a:ext uri="{FF2B5EF4-FFF2-40B4-BE49-F238E27FC236}">
                  <a16:creationId xmlns:a16="http://schemas.microsoft.com/office/drawing/2014/main" id="{0BECFE34-BECB-458F-D43F-F76EDFF83E31}"/>
                </a:ext>
              </a:extLst>
            </p:cNvPr>
            <p:cNvSpPr>
              <a:spLocks noGrp="1"/>
            </p:cNvSpPr>
            <p:nvPr/>
          </p:nvSpPr>
          <p:spPr>
            <a:xfrm>
              <a:off x="4194700" y="2916446"/>
              <a:ext cx="1185000" cy="485766"/>
            </a:xfrm>
            <a:custGeom>
              <a:avLst/>
              <a:gdLst/>
              <a:ahLst/>
              <a:cxnLst/>
              <a:rect l="0" t="0" r="0" b="0"/>
              <a:pathLst>
                <a:path w="1185000" h="485766">
                  <a:moveTo>
                    <a:pt x="1467" y="206906"/>
                  </a:moveTo>
                  <a:lnTo>
                    <a:pt x="0" y="292684"/>
                  </a:lnTo>
                  <a:lnTo>
                    <a:pt x="41399" y="232265"/>
                  </a:lnTo>
                  <a:close/>
                  <a:moveTo>
                    <a:pt x="41399" y="232265"/>
                  </a:moveTo>
                  <a:lnTo>
                    <a:pt x="0" y="292684"/>
                  </a:lnTo>
                  <a:lnTo>
                    <a:pt x="112032" y="217694"/>
                  </a:lnTo>
                  <a:close/>
                  <a:moveTo>
                    <a:pt x="1467" y="206906"/>
                  </a:moveTo>
                  <a:lnTo>
                    <a:pt x="41399" y="232265"/>
                  </a:lnTo>
                  <a:lnTo>
                    <a:pt x="52153" y="192649"/>
                  </a:lnTo>
                  <a:close/>
                  <a:moveTo>
                    <a:pt x="116558" y="200881"/>
                  </a:moveTo>
                  <a:lnTo>
                    <a:pt x="52153" y="192649"/>
                  </a:lnTo>
                  <a:lnTo>
                    <a:pt x="41399" y="232265"/>
                  </a:lnTo>
                  <a:close/>
                  <a:moveTo>
                    <a:pt x="52153" y="192649"/>
                  </a:moveTo>
                  <a:lnTo>
                    <a:pt x="116558" y="200881"/>
                  </a:lnTo>
                  <a:lnTo>
                    <a:pt x="65456" y="107008"/>
                  </a:lnTo>
                  <a:close/>
                  <a:moveTo>
                    <a:pt x="116558" y="200881"/>
                  </a:moveTo>
                  <a:lnTo>
                    <a:pt x="135342" y="89644"/>
                  </a:lnTo>
                  <a:lnTo>
                    <a:pt x="65456" y="107008"/>
                  </a:lnTo>
                  <a:close/>
                  <a:moveTo>
                    <a:pt x="135342" y="89644"/>
                  </a:moveTo>
                  <a:lnTo>
                    <a:pt x="183988" y="106561"/>
                  </a:lnTo>
                  <a:lnTo>
                    <a:pt x="142285" y="86254"/>
                  </a:lnTo>
                  <a:close/>
                  <a:moveTo>
                    <a:pt x="136072" y="84924"/>
                  </a:moveTo>
                  <a:lnTo>
                    <a:pt x="65456" y="107008"/>
                  </a:lnTo>
                  <a:lnTo>
                    <a:pt x="135342" y="89644"/>
                  </a:lnTo>
                  <a:close/>
                  <a:moveTo>
                    <a:pt x="136072" y="84924"/>
                  </a:moveTo>
                  <a:lnTo>
                    <a:pt x="135342" y="89644"/>
                  </a:lnTo>
                  <a:lnTo>
                    <a:pt x="142285" y="86254"/>
                  </a:lnTo>
                  <a:close/>
                  <a:moveTo>
                    <a:pt x="117415" y="0"/>
                  </a:moveTo>
                  <a:lnTo>
                    <a:pt x="136072" y="84924"/>
                  </a:lnTo>
                  <a:lnTo>
                    <a:pt x="142285" y="86254"/>
                  </a:lnTo>
                  <a:close/>
                  <a:moveTo>
                    <a:pt x="915816" y="464236"/>
                  </a:moveTo>
                  <a:lnTo>
                    <a:pt x="903439" y="485766"/>
                  </a:lnTo>
                  <a:lnTo>
                    <a:pt x="932604" y="474262"/>
                  </a:lnTo>
                  <a:close/>
                  <a:moveTo>
                    <a:pt x="1121683" y="229337"/>
                  </a:moveTo>
                  <a:lnTo>
                    <a:pt x="1138972" y="315374"/>
                  </a:lnTo>
                  <a:lnTo>
                    <a:pt x="1185000" y="238454"/>
                  </a:lnTo>
                  <a:close/>
                </a:path>
              </a:pathLst>
            </a:custGeom>
            <a:solidFill>
              <a:srgbClr val="DCE1E6"/>
            </a:solidFill>
            <a:ln w="1524">
              <a:solidFill>
                <a:srgbClr val="DCE1E6"/>
              </a:solidFill>
            </a:ln>
          </p:spPr>
        </p:sp>
        <p:sp>
          <p:nvSpPr>
            <p:cNvPr id="2186" name="Candidate_density__2185">
              <a:extLst>
                <a:ext uri="{FF2B5EF4-FFF2-40B4-BE49-F238E27FC236}">
                  <a16:creationId xmlns:a16="http://schemas.microsoft.com/office/drawing/2014/main" id="{DFB79E37-6AD8-E297-4396-F694C5D0A026}"/>
                </a:ext>
              </a:extLst>
            </p:cNvPr>
            <p:cNvSpPr>
              <a:spLocks noGrp="1"/>
            </p:cNvSpPr>
            <p:nvPr/>
          </p:nvSpPr>
          <p:spPr>
            <a:xfrm>
              <a:off x="4014497" y="2896268"/>
              <a:ext cx="1319175" cy="505945"/>
            </a:xfrm>
            <a:custGeom>
              <a:avLst/>
              <a:gdLst/>
              <a:ahLst/>
              <a:cxnLst/>
              <a:rect l="0" t="0" r="0" b="0"/>
              <a:pathLst>
                <a:path w="1319175" h="505945">
                  <a:moveTo>
                    <a:pt x="181670" y="227085"/>
                  </a:moveTo>
                  <a:lnTo>
                    <a:pt x="126024" y="265521"/>
                  </a:lnTo>
                  <a:lnTo>
                    <a:pt x="180204" y="312863"/>
                  </a:lnTo>
                  <a:close/>
                  <a:moveTo>
                    <a:pt x="124385" y="167624"/>
                  </a:moveTo>
                  <a:lnTo>
                    <a:pt x="83103" y="173484"/>
                  </a:lnTo>
                  <a:lnTo>
                    <a:pt x="181670" y="227085"/>
                  </a:lnTo>
                  <a:close/>
                  <a:moveTo>
                    <a:pt x="181670" y="227085"/>
                  </a:moveTo>
                  <a:lnTo>
                    <a:pt x="83103" y="173484"/>
                  </a:lnTo>
                  <a:lnTo>
                    <a:pt x="75718" y="183306"/>
                  </a:lnTo>
                  <a:close/>
                  <a:moveTo>
                    <a:pt x="181670" y="227085"/>
                  </a:moveTo>
                  <a:lnTo>
                    <a:pt x="75718" y="183306"/>
                  </a:lnTo>
                  <a:lnTo>
                    <a:pt x="126024" y="265521"/>
                  </a:lnTo>
                  <a:close/>
                  <a:moveTo>
                    <a:pt x="138258" y="89144"/>
                  </a:moveTo>
                  <a:lnTo>
                    <a:pt x="75718" y="183306"/>
                  </a:lnTo>
                  <a:lnTo>
                    <a:pt x="83103" y="173484"/>
                  </a:lnTo>
                  <a:close/>
                  <a:moveTo>
                    <a:pt x="67117" y="62654"/>
                  </a:moveTo>
                  <a:lnTo>
                    <a:pt x="47899" y="96855"/>
                  </a:lnTo>
                  <a:lnTo>
                    <a:pt x="50400" y="99979"/>
                  </a:lnTo>
                  <a:close/>
                  <a:moveTo>
                    <a:pt x="0" y="18876"/>
                  </a:moveTo>
                  <a:lnTo>
                    <a:pt x="47899" y="96855"/>
                  </a:lnTo>
                  <a:lnTo>
                    <a:pt x="67117" y="62654"/>
                  </a:lnTo>
                  <a:close/>
                  <a:moveTo>
                    <a:pt x="103501" y="144869"/>
                  </a:moveTo>
                  <a:lnTo>
                    <a:pt x="50400" y="99979"/>
                  </a:lnTo>
                  <a:lnTo>
                    <a:pt x="83103" y="173484"/>
                  </a:lnTo>
                  <a:close/>
                  <a:moveTo>
                    <a:pt x="316276" y="105103"/>
                  </a:moveTo>
                  <a:lnTo>
                    <a:pt x="248612" y="99520"/>
                  </a:lnTo>
                  <a:lnTo>
                    <a:pt x="245659" y="127187"/>
                  </a:lnTo>
                  <a:close/>
                  <a:moveTo>
                    <a:pt x="248612" y="99520"/>
                  </a:moveTo>
                  <a:lnTo>
                    <a:pt x="316276" y="105103"/>
                  </a:lnTo>
                  <a:lnTo>
                    <a:pt x="297619" y="20179"/>
                  </a:lnTo>
                  <a:close/>
                  <a:moveTo>
                    <a:pt x="297619" y="20179"/>
                  </a:moveTo>
                  <a:lnTo>
                    <a:pt x="322489" y="106433"/>
                  </a:lnTo>
                  <a:lnTo>
                    <a:pt x="333921" y="24218"/>
                  </a:lnTo>
                  <a:close/>
                  <a:moveTo>
                    <a:pt x="297619" y="20179"/>
                  </a:moveTo>
                  <a:lnTo>
                    <a:pt x="333921" y="24218"/>
                  </a:lnTo>
                  <a:lnTo>
                    <a:pt x="286172" y="0"/>
                  </a:lnTo>
                  <a:close/>
                  <a:moveTo>
                    <a:pt x="1096020" y="484415"/>
                  </a:moveTo>
                  <a:lnTo>
                    <a:pt x="1073708" y="413928"/>
                  </a:lnTo>
                  <a:lnTo>
                    <a:pt x="1083642" y="505945"/>
                  </a:lnTo>
                  <a:close/>
                  <a:moveTo>
                    <a:pt x="1245300" y="335020"/>
                  </a:moveTo>
                  <a:lnTo>
                    <a:pt x="1319175" y="335552"/>
                  </a:lnTo>
                  <a:lnTo>
                    <a:pt x="1301887" y="249516"/>
                  </a:lnTo>
                  <a:close/>
                </a:path>
              </a:pathLst>
            </a:custGeom>
            <a:solidFill>
              <a:srgbClr val="E0E5E9"/>
            </a:solidFill>
            <a:ln w="1524">
              <a:solidFill>
                <a:srgbClr val="E0E5E9"/>
              </a:solidFill>
            </a:ln>
          </p:spPr>
        </p:sp>
        <p:sp>
          <p:nvSpPr>
            <p:cNvPr id="2187" name="Candidate_density__2186">
              <a:extLst>
                <a:ext uri="{FF2B5EF4-FFF2-40B4-BE49-F238E27FC236}">
                  <a16:creationId xmlns:a16="http://schemas.microsoft.com/office/drawing/2014/main" id="{5567A433-EC57-EE78-C5CF-7AE886BD18B0}"/>
                </a:ext>
              </a:extLst>
            </p:cNvPr>
            <p:cNvSpPr>
              <a:spLocks noGrp="1"/>
            </p:cNvSpPr>
            <p:nvPr/>
          </p:nvSpPr>
          <p:spPr>
            <a:xfrm>
              <a:off x="4014497" y="2876707"/>
              <a:ext cx="1136599" cy="503975"/>
            </a:xfrm>
            <a:custGeom>
              <a:avLst/>
              <a:gdLst/>
              <a:ahLst/>
              <a:cxnLst/>
              <a:rect l="0" t="0" r="0" b="0"/>
              <a:pathLst>
                <a:path w="1136599" h="503975">
                  <a:moveTo>
                    <a:pt x="71893" y="0"/>
                  </a:moveTo>
                  <a:lnTo>
                    <a:pt x="0" y="38436"/>
                  </a:lnTo>
                  <a:lnTo>
                    <a:pt x="67117" y="82215"/>
                  </a:lnTo>
                  <a:close/>
                  <a:moveTo>
                    <a:pt x="103501" y="164430"/>
                  </a:moveTo>
                  <a:lnTo>
                    <a:pt x="83103" y="193044"/>
                  </a:lnTo>
                  <a:lnTo>
                    <a:pt x="124385" y="187184"/>
                  </a:lnTo>
                  <a:close/>
                  <a:moveTo>
                    <a:pt x="103501" y="164430"/>
                  </a:moveTo>
                  <a:lnTo>
                    <a:pt x="67117" y="82215"/>
                  </a:lnTo>
                  <a:lnTo>
                    <a:pt x="50400" y="119539"/>
                  </a:lnTo>
                  <a:close/>
                  <a:moveTo>
                    <a:pt x="248612" y="119080"/>
                  </a:moveTo>
                  <a:lnTo>
                    <a:pt x="297619" y="39739"/>
                  </a:lnTo>
                  <a:lnTo>
                    <a:pt x="222079" y="40559"/>
                  </a:lnTo>
                  <a:close/>
                  <a:moveTo>
                    <a:pt x="222079" y="40559"/>
                  </a:moveTo>
                  <a:lnTo>
                    <a:pt x="286172" y="19560"/>
                  </a:lnTo>
                  <a:lnTo>
                    <a:pt x="214049" y="28563"/>
                  </a:lnTo>
                  <a:close/>
                  <a:moveTo>
                    <a:pt x="222079" y="40559"/>
                  </a:moveTo>
                  <a:lnTo>
                    <a:pt x="297619" y="39739"/>
                  </a:lnTo>
                  <a:lnTo>
                    <a:pt x="286172" y="19560"/>
                  </a:lnTo>
                  <a:close/>
                  <a:moveTo>
                    <a:pt x="1096020" y="503975"/>
                  </a:moveTo>
                  <a:lnTo>
                    <a:pt x="1073954" y="421760"/>
                  </a:lnTo>
                  <a:lnTo>
                    <a:pt x="1073708" y="433489"/>
                  </a:lnTo>
                  <a:close/>
                  <a:moveTo>
                    <a:pt x="1073954" y="421760"/>
                  </a:moveTo>
                  <a:lnTo>
                    <a:pt x="1096020" y="503975"/>
                  </a:lnTo>
                  <a:lnTo>
                    <a:pt x="1136599" y="482452"/>
                  </a:lnTo>
                  <a:close/>
                </a:path>
              </a:pathLst>
            </a:custGeom>
            <a:solidFill>
              <a:srgbClr val="E3E8EC"/>
            </a:solidFill>
            <a:ln w="1524">
              <a:solidFill>
                <a:srgbClr val="E3E8EC"/>
              </a:solidFill>
            </a:ln>
          </p:spPr>
        </p:sp>
        <p:sp>
          <p:nvSpPr>
            <p:cNvPr id="2188" name="Candidate_density__2187">
              <a:extLst>
                <a:ext uri="{FF2B5EF4-FFF2-40B4-BE49-F238E27FC236}">
                  <a16:creationId xmlns:a16="http://schemas.microsoft.com/office/drawing/2014/main" id="{5F07C1FB-371B-D52E-8577-34C1AA525915}"/>
                </a:ext>
              </a:extLst>
            </p:cNvPr>
            <p:cNvSpPr>
              <a:spLocks noGrp="1"/>
            </p:cNvSpPr>
            <p:nvPr/>
          </p:nvSpPr>
          <p:spPr>
            <a:xfrm>
              <a:off x="4236099" y="3006090"/>
              <a:ext cx="1097573" cy="396122"/>
            </a:xfrm>
            <a:custGeom>
              <a:avLst/>
              <a:gdLst/>
              <a:ahLst/>
              <a:cxnLst/>
              <a:rect l="0" t="0" r="0" b="0"/>
              <a:pathLst>
                <a:path w="1097573" h="396122">
                  <a:moveTo>
                    <a:pt x="75159" y="111237"/>
                  </a:moveTo>
                  <a:lnTo>
                    <a:pt x="0" y="142621"/>
                  </a:lnTo>
                  <a:lnTo>
                    <a:pt x="70633" y="128051"/>
                  </a:lnTo>
                  <a:close/>
                  <a:moveTo>
                    <a:pt x="75159" y="111237"/>
                  </a:moveTo>
                  <a:lnTo>
                    <a:pt x="70633" y="128051"/>
                  </a:lnTo>
                  <a:lnTo>
                    <a:pt x="86674" y="117262"/>
                  </a:lnTo>
                  <a:close/>
                  <a:moveTo>
                    <a:pt x="75159" y="111237"/>
                  </a:moveTo>
                  <a:lnTo>
                    <a:pt x="128509" y="65780"/>
                  </a:lnTo>
                  <a:lnTo>
                    <a:pt x="93943" y="0"/>
                  </a:lnTo>
                  <a:close/>
                  <a:moveTo>
                    <a:pt x="968113" y="393507"/>
                  </a:moveTo>
                  <a:lnTo>
                    <a:pt x="891205" y="384618"/>
                  </a:lnTo>
                  <a:lnTo>
                    <a:pt x="862040" y="396122"/>
                  </a:lnTo>
                  <a:close/>
                  <a:moveTo>
                    <a:pt x="968113" y="393507"/>
                  </a:moveTo>
                  <a:lnTo>
                    <a:pt x="1015559" y="355696"/>
                  </a:lnTo>
                  <a:lnTo>
                    <a:pt x="891205" y="384618"/>
                  </a:lnTo>
                  <a:close/>
                  <a:moveTo>
                    <a:pt x="1026612" y="322920"/>
                  </a:moveTo>
                  <a:lnTo>
                    <a:pt x="1015559" y="355696"/>
                  </a:lnTo>
                  <a:lnTo>
                    <a:pt x="1052561" y="336155"/>
                  </a:lnTo>
                  <a:close/>
                  <a:moveTo>
                    <a:pt x="1026612" y="322920"/>
                  </a:moveTo>
                  <a:lnTo>
                    <a:pt x="1052561" y="336155"/>
                  </a:lnTo>
                  <a:lnTo>
                    <a:pt x="1097573" y="225730"/>
                  </a:lnTo>
                  <a:close/>
                </a:path>
              </a:pathLst>
            </a:custGeom>
            <a:solidFill>
              <a:srgbClr val="D8DEE3"/>
            </a:solidFill>
            <a:ln w="1524">
              <a:solidFill>
                <a:srgbClr val="D8DEE3"/>
              </a:solidFill>
            </a:ln>
          </p:spPr>
        </p:sp>
        <p:sp>
          <p:nvSpPr>
            <p:cNvPr id="2189" name="Candidate_density__2188">
              <a:extLst>
                <a:ext uri="{FF2B5EF4-FFF2-40B4-BE49-F238E27FC236}">
                  <a16:creationId xmlns:a16="http://schemas.microsoft.com/office/drawing/2014/main" id="{D66F9DFB-A8AB-37C5-45F8-CBC7CF8FD0AD}"/>
                </a:ext>
              </a:extLst>
            </p:cNvPr>
            <p:cNvSpPr>
              <a:spLocks noGrp="1"/>
            </p:cNvSpPr>
            <p:nvPr/>
          </p:nvSpPr>
          <p:spPr>
            <a:xfrm>
              <a:off x="4059719" y="2790644"/>
              <a:ext cx="1256664" cy="568516"/>
            </a:xfrm>
            <a:custGeom>
              <a:avLst/>
              <a:gdLst/>
              <a:ahLst/>
              <a:cxnLst/>
              <a:rect l="0" t="0" r="0" b="0"/>
              <a:pathLst>
                <a:path w="1256664" h="568516">
                  <a:moveTo>
                    <a:pt x="26671" y="86063"/>
                  </a:moveTo>
                  <a:lnTo>
                    <a:pt x="81091" y="143886"/>
                  </a:lnTo>
                  <a:lnTo>
                    <a:pt x="30715" y="84749"/>
                  </a:lnTo>
                  <a:close/>
                  <a:moveTo>
                    <a:pt x="26671" y="86063"/>
                  </a:moveTo>
                  <a:lnTo>
                    <a:pt x="21895" y="168278"/>
                  </a:lnTo>
                  <a:lnTo>
                    <a:pt x="81091" y="143886"/>
                  </a:lnTo>
                  <a:close/>
                  <a:moveTo>
                    <a:pt x="149251" y="129842"/>
                  </a:moveTo>
                  <a:lnTo>
                    <a:pt x="168827" y="114627"/>
                  </a:lnTo>
                  <a:lnTo>
                    <a:pt x="81091" y="143886"/>
                  </a:lnTo>
                  <a:close/>
                  <a:moveTo>
                    <a:pt x="81091" y="143886"/>
                  </a:moveTo>
                  <a:lnTo>
                    <a:pt x="168827" y="114627"/>
                  </a:lnTo>
                  <a:lnTo>
                    <a:pt x="107386" y="83009"/>
                  </a:lnTo>
                  <a:close/>
                  <a:moveTo>
                    <a:pt x="81091" y="143886"/>
                  </a:moveTo>
                  <a:lnTo>
                    <a:pt x="107386" y="83009"/>
                  </a:lnTo>
                  <a:lnTo>
                    <a:pt x="30715" y="84749"/>
                  </a:lnTo>
                  <a:close/>
                  <a:moveTo>
                    <a:pt x="0" y="3848"/>
                  </a:moveTo>
                  <a:lnTo>
                    <a:pt x="30715" y="84749"/>
                  </a:lnTo>
                  <a:lnTo>
                    <a:pt x="11842" y="0"/>
                  </a:lnTo>
                  <a:close/>
                  <a:moveTo>
                    <a:pt x="0" y="3848"/>
                  </a:moveTo>
                  <a:lnTo>
                    <a:pt x="26671" y="86063"/>
                  </a:lnTo>
                  <a:lnTo>
                    <a:pt x="30715" y="84749"/>
                  </a:lnTo>
                  <a:close/>
                  <a:moveTo>
                    <a:pt x="107386" y="83009"/>
                  </a:moveTo>
                  <a:lnTo>
                    <a:pt x="168827" y="114627"/>
                  </a:lnTo>
                  <a:lnTo>
                    <a:pt x="240950" y="105624"/>
                  </a:lnTo>
                  <a:close/>
                  <a:moveTo>
                    <a:pt x="168827" y="114627"/>
                  </a:moveTo>
                  <a:lnTo>
                    <a:pt x="149251" y="129842"/>
                  </a:lnTo>
                  <a:lnTo>
                    <a:pt x="176857" y="126622"/>
                  </a:lnTo>
                  <a:close/>
                  <a:moveTo>
                    <a:pt x="1034593" y="476712"/>
                  </a:moveTo>
                  <a:lnTo>
                    <a:pt x="1028486" y="519552"/>
                  </a:lnTo>
                  <a:lnTo>
                    <a:pt x="1028732" y="507823"/>
                  </a:lnTo>
                  <a:close/>
                  <a:moveTo>
                    <a:pt x="1028732" y="507823"/>
                  </a:moveTo>
                  <a:lnTo>
                    <a:pt x="1091376" y="568516"/>
                  </a:lnTo>
                  <a:lnTo>
                    <a:pt x="1057800" y="495720"/>
                  </a:lnTo>
                  <a:close/>
                  <a:moveTo>
                    <a:pt x="1034593" y="476712"/>
                  </a:moveTo>
                  <a:lnTo>
                    <a:pt x="1028732" y="507823"/>
                  </a:lnTo>
                  <a:lnTo>
                    <a:pt x="1057800" y="495720"/>
                  </a:lnTo>
                  <a:close/>
                  <a:moveTo>
                    <a:pt x="1034593" y="476712"/>
                  </a:moveTo>
                  <a:lnTo>
                    <a:pt x="1057800" y="495720"/>
                  </a:lnTo>
                  <a:lnTo>
                    <a:pt x="1057743" y="425608"/>
                  </a:lnTo>
                  <a:close/>
                  <a:moveTo>
                    <a:pt x="1057743" y="425608"/>
                  </a:moveTo>
                  <a:lnTo>
                    <a:pt x="1057800" y="495720"/>
                  </a:lnTo>
                  <a:lnTo>
                    <a:pt x="1108146" y="469386"/>
                  </a:lnTo>
                  <a:close/>
                  <a:moveTo>
                    <a:pt x="1057743" y="425608"/>
                  </a:moveTo>
                  <a:lnTo>
                    <a:pt x="1108146" y="469386"/>
                  </a:lnTo>
                  <a:lnTo>
                    <a:pt x="1117642" y="387172"/>
                  </a:lnTo>
                  <a:close/>
                  <a:moveTo>
                    <a:pt x="1117642" y="387172"/>
                  </a:moveTo>
                  <a:lnTo>
                    <a:pt x="1200077" y="440644"/>
                  </a:lnTo>
                  <a:lnTo>
                    <a:pt x="1158769" y="374135"/>
                  </a:lnTo>
                  <a:close/>
                  <a:moveTo>
                    <a:pt x="1117642" y="387172"/>
                  </a:moveTo>
                  <a:lnTo>
                    <a:pt x="1108146" y="469386"/>
                  </a:lnTo>
                  <a:lnTo>
                    <a:pt x="1200077" y="440644"/>
                  </a:lnTo>
                  <a:close/>
                  <a:moveTo>
                    <a:pt x="1200077" y="440644"/>
                  </a:moveTo>
                  <a:lnTo>
                    <a:pt x="1256664" y="355140"/>
                  </a:lnTo>
                  <a:lnTo>
                    <a:pt x="1158769" y="374135"/>
                  </a:lnTo>
                  <a:close/>
                  <a:moveTo>
                    <a:pt x="1131326" y="344520"/>
                  </a:moveTo>
                  <a:lnTo>
                    <a:pt x="1117642" y="387172"/>
                  </a:lnTo>
                  <a:lnTo>
                    <a:pt x="1158769" y="374135"/>
                  </a:lnTo>
                  <a:close/>
                  <a:moveTo>
                    <a:pt x="1158769" y="374135"/>
                  </a:moveTo>
                  <a:lnTo>
                    <a:pt x="1144034" y="304956"/>
                  </a:lnTo>
                  <a:lnTo>
                    <a:pt x="1131326" y="344520"/>
                  </a:lnTo>
                  <a:close/>
                  <a:moveTo>
                    <a:pt x="1219597" y="285183"/>
                  </a:moveTo>
                  <a:lnTo>
                    <a:pt x="1144034" y="304956"/>
                  </a:lnTo>
                  <a:lnTo>
                    <a:pt x="1158769" y="374135"/>
                  </a:lnTo>
                  <a:close/>
                  <a:moveTo>
                    <a:pt x="1256664" y="355140"/>
                  </a:moveTo>
                  <a:lnTo>
                    <a:pt x="1219597" y="285183"/>
                  </a:lnTo>
                  <a:lnTo>
                    <a:pt x="1158769" y="374135"/>
                  </a:lnTo>
                  <a:close/>
                </a:path>
              </a:pathLst>
            </a:custGeom>
            <a:solidFill>
              <a:srgbClr val="E8ECEF"/>
            </a:solidFill>
            <a:ln w="1524">
              <a:solidFill>
                <a:srgbClr val="E8ECEF"/>
              </a:solidFill>
            </a:ln>
          </p:spPr>
        </p:sp>
        <p:sp>
          <p:nvSpPr>
            <p:cNvPr id="2190" name="Candidate_density__2189">
              <a:extLst>
                <a:ext uri="{FF2B5EF4-FFF2-40B4-BE49-F238E27FC236}">
                  <a16:creationId xmlns:a16="http://schemas.microsoft.com/office/drawing/2014/main" id="{97B8A303-4F6C-45E6-7D09-666AD6A9FFA0}"/>
                </a:ext>
              </a:extLst>
            </p:cNvPr>
            <p:cNvSpPr>
              <a:spLocks noGrp="1"/>
            </p:cNvSpPr>
            <p:nvPr/>
          </p:nvSpPr>
          <p:spPr>
            <a:xfrm>
              <a:off x="5098139" y="3231820"/>
              <a:ext cx="265929" cy="170393"/>
            </a:xfrm>
            <a:custGeom>
              <a:avLst/>
              <a:gdLst/>
              <a:ahLst/>
              <a:cxnLst/>
              <a:rect l="0" t="0" r="0" b="0"/>
              <a:pathLst>
                <a:path w="265929" h="170393">
                  <a:moveTo>
                    <a:pt x="106073" y="167777"/>
                  </a:moveTo>
                  <a:lnTo>
                    <a:pt x="0" y="170393"/>
                  </a:lnTo>
                  <a:lnTo>
                    <a:pt x="78129" y="167467"/>
                  </a:lnTo>
                  <a:close/>
                  <a:moveTo>
                    <a:pt x="137502" y="148862"/>
                  </a:moveTo>
                  <a:lnTo>
                    <a:pt x="190521" y="110426"/>
                  </a:lnTo>
                  <a:lnTo>
                    <a:pt x="153519" y="129967"/>
                  </a:lnTo>
                  <a:close/>
                  <a:moveTo>
                    <a:pt x="235533" y="0"/>
                  </a:moveTo>
                  <a:lnTo>
                    <a:pt x="190521" y="110426"/>
                  </a:lnTo>
                  <a:lnTo>
                    <a:pt x="218500" y="94260"/>
                  </a:lnTo>
                  <a:close/>
                  <a:moveTo>
                    <a:pt x="235533" y="0"/>
                  </a:moveTo>
                  <a:lnTo>
                    <a:pt x="218500" y="94260"/>
                  </a:lnTo>
                  <a:lnTo>
                    <a:pt x="265929" y="28210"/>
                  </a:lnTo>
                  <a:close/>
                </a:path>
              </a:pathLst>
            </a:custGeom>
            <a:solidFill>
              <a:srgbClr val="D4DBE0"/>
            </a:solidFill>
            <a:ln w="1524">
              <a:solidFill>
                <a:srgbClr val="D4DBE0"/>
              </a:solidFill>
            </a:ln>
          </p:spPr>
        </p:sp>
        <p:sp>
          <p:nvSpPr>
            <p:cNvPr id="2191" name="Candidate_density__2190">
              <a:extLst>
                <a:ext uri="{FF2B5EF4-FFF2-40B4-BE49-F238E27FC236}">
                  <a16:creationId xmlns:a16="http://schemas.microsoft.com/office/drawing/2014/main" id="{4C960195-5C9C-163F-E3EC-CA6F6EC13907}"/>
                </a:ext>
              </a:extLst>
            </p:cNvPr>
            <p:cNvSpPr>
              <a:spLocks noGrp="1"/>
            </p:cNvSpPr>
            <p:nvPr/>
          </p:nvSpPr>
          <p:spPr>
            <a:xfrm>
              <a:off x="5204212" y="3326080"/>
              <a:ext cx="112426" cy="73517"/>
            </a:xfrm>
            <a:custGeom>
              <a:avLst/>
              <a:gdLst/>
              <a:ahLst/>
              <a:cxnLst/>
              <a:rect l="0" t="0" r="0" b="0"/>
              <a:pathLst>
                <a:path w="112426" h="73517">
                  <a:moveTo>
                    <a:pt x="31429" y="54602"/>
                  </a:moveTo>
                  <a:lnTo>
                    <a:pt x="47446" y="35707"/>
                  </a:lnTo>
                  <a:lnTo>
                    <a:pt x="0" y="73517"/>
                  </a:lnTo>
                  <a:close/>
                  <a:moveTo>
                    <a:pt x="84448" y="16166"/>
                  </a:moveTo>
                  <a:lnTo>
                    <a:pt x="31429" y="54602"/>
                  </a:lnTo>
                  <a:lnTo>
                    <a:pt x="112426" y="0"/>
                  </a:lnTo>
                  <a:close/>
                </a:path>
              </a:pathLst>
            </a:custGeom>
            <a:solidFill>
              <a:srgbClr val="D0D7DD"/>
            </a:solidFill>
            <a:ln w="1524">
              <a:solidFill>
                <a:srgbClr val="D0D7DD"/>
              </a:solidFill>
            </a:ln>
          </p:spPr>
        </p:sp>
        <p:sp>
          <p:nvSpPr>
            <p:cNvPr id="2192" name="Candidate_density__2191">
              <a:extLst>
                <a:ext uri="{FF2B5EF4-FFF2-40B4-BE49-F238E27FC236}">
                  <a16:creationId xmlns:a16="http://schemas.microsoft.com/office/drawing/2014/main" id="{C4C2DC6B-3FAA-BB0E-8225-C5FC5F586AA1}"/>
                </a:ext>
              </a:extLst>
            </p:cNvPr>
            <p:cNvSpPr>
              <a:spLocks noGrp="1"/>
            </p:cNvSpPr>
            <p:nvPr/>
          </p:nvSpPr>
          <p:spPr>
            <a:xfrm>
              <a:off x="4081614" y="2917266"/>
              <a:ext cx="1181098" cy="441894"/>
            </a:xfrm>
            <a:custGeom>
              <a:avLst/>
              <a:gdLst/>
              <a:ahLst/>
              <a:cxnLst/>
              <a:rect l="0" t="0" r="0" b="0"/>
              <a:pathLst>
                <a:path w="1181098" h="441894">
                  <a:moveTo>
                    <a:pt x="76349" y="103411"/>
                  </a:moveTo>
                  <a:lnTo>
                    <a:pt x="57268" y="146625"/>
                  </a:lnTo>
                  <a:lnTo>
                    <a:pt x="129983" y="85435"/>
                  </a:lnTo>
                  <a:close/>
                  <a:moveTo>
                    <a:pt x="36384" y="123871"/>
                  </a:moveTo>
                  <a:lnTo>
                    <a:pt x="57268" y="146625"/>
                  </a:lnTo>
                  <a:lnTo>
                    <a:pt x="76349" y="103411"/>
                  </a:lnTo>
                  <a:close/>
                  <a:moveTo>
                    <a:pt x="0" y="41656"/>
                  </a:moveTo>
                  <a:lnTo>
                    <a:pt x="36384" y="123871"/>
                  </a:lnTo>
                  <a:lnTo>
                    <a:pt x="76349" y="103411"/>
                  </a:lnTo>
                  <a:close/>
                  <a:moveTo>
                    <a:pt x="129983" y="85435"/>
                  </a:moveTo>
                  <a:lnTo>
                    <a:pt x="127357" y="3220"/>
                  </a:lnTo>
                  <a:lnTo>
                    <a:pt x="76349" y="103411"/>
                  </a:lnTo>
                  <a:close/>
                  <a:moveTo>
                    <a:pt x="127357" y="3220"/>
                  </a:moveTo>
                  <a:lnTo>
                    <a:pt x="181495" y="78521"/>
                  </a:lnTo>
                  <a:lnTo>
                    <a:pt x="154962" y="0"/>
                  </a:lnTo>
                  <a:close/>
                  <a:moveTo>
                    <a:pt x="127357" y="3220"/>
                  </a:moveTo>
                  <a:lnTo>
                    <a:pt x="129983" y="85435"/>
                  </a:lnTo>
                  <a:lnTo>
                    <a:pt x="181495" y="78521"/>
                  </a:lnTo>
                  <a:close/>
                  <a:moveTo>
                    <a:pt x="1106697" y="424980"/>
                  </a:moveTo>
                  <a:lnTo>
                    <a:pt x="1086251" y="342764"/>
                  </a:lnTo>
                  <a:lnTo>
                    <a:pt x="1069482" y="441894"/>
                  </a:lnTo>
                  <a:close/>
                  <a:moveTo>
                    <a:pt x="1086251" y="342764"/>
                  </a:moveTo>
                  <a:lnTo>
                    <a:pt x="1181098" y="411744"/>
                  </a:lnTo>
                  <a:lnTo>
                    <a:pt x="1178183" y="314022"/>
                  </a:lnTo>
                  <a:close/>
                  <a:moveTo>
                    <a:pt x="1086251" y="342764"/>
                  </a:moveTo>
                  <a:lnTo>
                    <a:pt x="1106697" y="424980"/>
                  </a:lnTo>
                  <a:lnTo>
                    <a:pt x="1181098" y="411744"/>
                  </a:lnTo>
                  <a:close/>
                </a:path>
              </a:pathLst>
            </a:custGeom>
            <a:solidFill>
              <a:srgbClr val="E3E8EC"/>
            </a:solidFill>
            <a:ln w="1524">
              <a:solidFill>
                <a:srgbClr val="E3E8EC"/>
              </a:solidFill>
            </a:ln>
          </p:spPr>
        </p:sp>
        <p:sp>
          <p:nvSpPr>
            <p:cNvPr id="2193" name="Candidate_density__2192">
              <a:extLst>
                <a:ext uri="{FF2B5EF4-FFF2-40B4-BE49-F238E27FC236}">
                  <a16:creationId xmlns:a16="http://schemas.microsoft.com/office/drawing/2014/main" id="{F36141B3-7C37-CC8D-613F-70E948AA8DE2}"/>
                </a:ext>
              </a:extLst>
            </p:cNvPr>
            <p:cNvSpPr>
              <a:spLocks noGrp="1"/>
            </p:cNvSpPr>
            <p:nvPr/>
          </p:nvSpPr>
          <p:spPr>
            <a:xfrm>
              <a:off x="4138882" y="2995787"/>
              <a:ext cx="1194790" cy="394921"/>
            </a:xfrm>
            <a:custGeom>
              <a:avLst/>
              <a:gdLst/>
              <a:ahLst/>
              <a:cxnLst/>
              <a:rect l="0" t="0" r="0" b="0"/>
              <a:pathLst>
                <a:path w="1194790" h="394921">
                  <a:moveTo>
                    <a:pt x="0" y="68104"/>
                  </a:moveTo>
                  <a:lnTo>
                    <a:pt x="57285" y="127565"/>
                  </a:lnTo>
                  <a:lnTo>
                    <a:pt x="72715" y="6914"/>
                  </a:lnTo>
                  <a:close/>
                  <a:moveTo>
                    <a:pt x="72715" y="6914"/>
                  </a:moveTo>
                  <a:lnTo>
                    <a:pt x="57285" y="127565"/>
                  </a:lnTo>
                  <a:lnTo>
                    <a:pt x="121274" y="27667"/>
                  </a:lnTo>
                  <a:close/>
                  <a:moveTo>
                    <a:pt x="121274" y="27667"/>
                  </a:moveTo>
                  <a:lnTo>
                    <a:pt x="57285" y="127565"/>
                  </a:lnTo>
                  <a:lnTo>
                    <a:pt x="107971" y="113308"/>
                  </a:lnTo>
                  <a:close/>
                  <a:moveTo>
                    <a:pt x="72715" y="6914"/>
                  </a:moveTo>
                  <a:lnTo>
                    <a:pt x="121274" y="27667"/>
                  </a:lnTo>
                  <a:lnTo>
                    <a:pt x="124227" y="0"/>
                  </a:lnTo>
                  <a:close/>
                  <a:moveTo>
                    <a:pt x="971634" y="384895"/>
                  </a:moveTo>
                  <a:lnTo>
                    <a:pt x="988422" y="394921"/>
                  </a:lnTo>
                  <a:lnTo>
                    <a:pt x="1012213" y="363372"/>
                  </a:lnTo>
                  <a:close/>
                  <a:moveTo>
                    <a:pt x="988422" y="394921"/>
                  </a:moveTo>
                  <a:lnTo>
                    <a:pt x="1049429" y="346458"/>
                  </a:lnTo>
                  <a:lnTo>
                    <a:pt x="1012213" y="363372"/>
                  </a:lnTo>
                  <a:close/>
                  <a:moveTo>
                    <a:pt x="1120914" y="235500"/>
                  </a:moveTo>
                  <a:lnTo>
                    <a:pt x="1123829" y="333223"/>
                  </a:lnTo>
                  <a:lnTo>
                    <a:pt x="1194790" y="236033"/>
                  </a:lnTo>
                  <a:close/>
                </a:path>
              </a:pathLst>
            </a:custGeom>
            <a:solidFill>
              <a:srgbClr val="E0E5E9"/>
            </a:solidFill>
            <a:ln w="1524">
              <a:solidFill>
                <a:srgbClr val="E0E5E9"/>
              </a:solidFill>
            </a:ln>
          </p:spPr>
        </p:sp>
        <p:sp>
          <p:nvSpPr>
            <p:cNvPr id="2194" name="Candidate_density__2193">
              <a:extLst>
                <a:ext uri="{FF2B5EF4-FFF2-40B4-BE49-F238E27FC236}">
                  <a16:creationId xmlns:a16="http://schemas.microsoft.com/office/drawing/2014/main" id="{1A84A870-6E5E-B7BE-7F91-EB3CB6E12691}"/>
                </a:ext>
              </a:extLst>
            </p:cNvPr>
            <p:cNvSpPr>
              <a:spLocks noGrp="1"/>
            </p:cNvSpPr>
            <p:nvPr/>
          </p:nvSpPr>
          <p:spPr>
            <a:xfrm>
              <a:off x="4081614" y="2920485"/>
              <a:ext cx="1086251" cy="438674"/>
            </a:xfrm>
            <a:custGeom>
              <a:avLst/>
              <a:gdLst/>
              <a:ahLst/>
              <a:cxnLst/>
              <a:rect l="0" t="0" r="0" b="0"/>
              <a:pathLst>
                <a:path w="1086251" h="438674">
                  <a:moveTo>
                    <a:pt x="0" y="38437"/>
                  </a:moveTo>
                  <a:lnTo>
                    <a:pt x="76349" y="100191"/>
                  </a:lnTo>
                  <a:lnTo>
                    <a:pt x="59196" y="14044"/>
                  </a:lnTo>
                  <a:close/>
                  <a:moveTo>
                    <a:pt x="127357" y="0"/>
                  </a:moveTo>
                  <a:lnTo>
                    <a:pt x="59196" y="14044"/>
                  </a:lnTo>
                  <a:lnTo>
                    <a:pt x="76349" y="100191"/>
                  </a:lnTo>
                  <a:close/>
                  <a:moveTo>
                    <a:pt x="1086251" y="339545"/>
                  </a:moveTo>
                  <a:lnTo>
                    <a:pt x="1035906" y="365879"/>
                  </a:lnTo>
                  <a:lnTo>
                    <a:pt x="1069482" y="438674"/>
                  </a:lnTo>
                  <a:close/>
                </a:path>
              </a:pathLst>
            </a:custGeom>
            <a:solidFill>
              <a:srgbClr val="E8ECEF"/>
            </a:solidFill>
            <a:ln w="1524">
              <a:solidFill>
                <a:srgbClr val="E8ECEF"/>
              </a:solidFill>
            </a:ln>
          </p:spPr>
        </p:sp>
        <p:sp>
          <p:nvSpPr>
            <p:cNvPr id="2195" name="Candidate_density__2194">
              <a:extLst>
                <a:ext uri="{FF2B5EF4-FFF2-40B4-BE49-F238E27FC236}">
                  <a16:creationId xmlns:a16="http://schemas.microsoft.com/office/drawing/2014/main" id="{9A43E8B9-A27D-45F2-D5D0-7C1C49AB251E}"/>
                </a:ext>
              </a:extLst>
            </p:cNvPr>
            <p:cNvSpPr>
              <a:spLocks noGrp="1"/>
            </p:cNvSpPr>
            <p:nvPr/>
          </p:nvSpPr>
          <p:spPr>
            <a:xfrm>
              <a:off x="5127304" y="3329010"/>
              <a:ext cx="135408" cy="61698"/>
            </a:xfrm>
            <a:custGeom>
              <a:avLst/>
              <a:gdLst/>
              <a:ahLst/>
              <a:cxnLst/>
              <a:rect l="0" t="0" r="0" b="0"/>
              <a:pathLst>
                <a:path w="135408" h="61698">
                  <a:moveTo>
                    <a:pt x="124354" y="32777"/>
                  </a:moveTo>
                  <a:lnTo>
                    <a:pt x="61007" y="13236"/>
                  </a:lnTo>
                  <a:lnTo>
                    <a:pt x="0" y="61698"/>
                  </a:lnTo>
                  <a:close/>
                  <a:moveTo>
                    <a:pt x="61007" y="13236"/>
                  </a:moveTo>
                  <a:lnTo>
                    <a:pt x="124354" y="32777"/>
                  </a:lnTo>
                  <a:lnTo>
                    <a:pt x="135408" y="0"/>
                  </a:lnTo>
                  <a:close/>
                </a:path>
              </a:pathLst>
            </a:custGeom>
            <a:solidFill>
              <a:srgbClr val="DCE1E6"/>
            </a:solidFill>
            <a:ln w="1524">
              <a:solidFill>
                <a:srgbClr val="DCE1E6"/>
              </a:solidFill>
            </a:ln>
          </p:spPr>
        </p:sp>
      </p:grpSp>
      <p:grpSp>
        <p:nvGrpSpPr>
          <p:cNvPr id="6216" name="Find：受体主链">
            <a:extLst>
              <a:ext uri="{FF2B5EF4-FFF2-40B4-BE49-F238E27FC236}">
                <a16:creationId xmlns:a16="http://schemas.microsoft.com/office/drawing/2014/main" id="{8C6C0589-0D5B-32DC-854C-529AB8D6C85D}"/>
              </a:ext>
            </a:extLst>
          </p:cNvPr>
          <p:cNvGrpSpPr/>
          <p:nvPr/>
        </p:nvGrpSpPr>
        <p:grpSpPr>
          <a:xfrm>
            <a:off x="4401604" y="1793455"/>
            <a:ext cx="929623" cy="1152063"/>
            <a:chOff x="3601423" y="1531829"/>
            <a:chExt cx="3221145" cy="3991899"/>
          </a:xfrm>
        </p:grpSpPr>
        <p:sp>
          <p:nvSpPr>
            <p:cNvPr id="2196" name="Candidate_receptor__2195">
              <a:extLst>
                <a:ext uri="{FF2B5EF4-FFF2-40B4-BE49-F238E27FC236}">
                  <a16:creationId xmlns:a16="http://schemas.microsoft.com/office/drawing/2014/main" id="{BECD77B1-71F2-4B43-CACC-124B41DB298B}"/>
                </a:ext>
              </a:extLst>
            </p:cNvPr>
            <p:cNvSpPr>
              <a:spLocks noGrp="1"/>
            </p:cNvSpPr>
            <p:nvPr/>
          </p:nvSpPr>
          <p:spPr>
            <a:xfrm>
              <a:off x="5046711" y="4901734"/>
              <a:ext cx="109638" cy="5665"/>
            </a:xfrm>
            <a:custGeom>
              <a:avLst/>
              <a:gdLst/>
              <a:ahLst/>
              <a:cxnLst/>
              <a:rect l="0" t="0" r="0" b="0"/>
              <a:pathLst>
                <a:path w="109638" h="5665">
                  <a:moveTo>
                    <a:pt x="109638" y="0"/>
                  </a:moveTo>
                  <a:lnTo>
                    <a:pt x="0" y="5665"/>
                  </a:lnTo>
                </a:path>
              </a:pathLst>
            </a:custGeom>
            <a:noFill/>
            <a:ln w="20003">
              <a:solidFill>
                <a:srgbClr val="DBE0E3"/>
              </a:solidFill>
            </a:ln>
          </p:spPr>
        </p:sp>
        <p:sp>
          <p:nvSpPr>
            <p:cNvPr id="2197" name="Candidate_receptor__2196">
              <a:extLst>
                <a:ext uri="{FF2B5EF4-FFF2-40B4-BE49-F238E27FC236}">
                  <a16:creationId xmlns:a16="http://schemas.microsoft.com/office/drawing/2014/main" id="{7E2F03B7-3E92-44A4-12F7-0534CD9E0DFC}"/>
                </a:ext>
              </a:extLst>
            </p:cNvPr>
            <p:cNvSpPr>
              <a:spLocks noGrp="1"/>
            </p:cNvSpPr>
            <p:nvPr/>
          </p:nvSpPr>
          <p:spPr>
            <a:xfrm>
              <a:off x="5011781" y="4907399"/>
              <a:ext cx="34930" cy="47760"/>
            </a:xfrm>
            <a:custGeom>
              <a:avLst/>
              <a:gdLst/>
              <a:ahLst/>
              <a:cxnLst/>
              <a:rect l="0" t="0" r="0" b="0"/>
              <a:pathLst>
                <a:path w="34930" h="47760">
                  <a:moveTo>
                    <a:pt x="34930" y="0"/>
                  </a:moveTo>
                  <a:lnTo>
                    <a:pt x="0" y="47760"/>
                  </a:lnTo>
                </a:path>
              </a:pathLst>
            </a:custGeom>
            <a:noFill/>
            <a:ln w="20003">
              <a:solidFill>
                <a:srgbClr val="DBE0E4"/>
              </a:solidFill>
            </a:ln>
          </p:spPr>
        </p:sp>
        <p:sp>
          <p:nvSpPr>
            <p:cNvPr id="2198" name="Candidate_receptor__2197">
              <a:extLst>
                <a:ext uri="{FF2B5EF4-FFF2-40B4-BE49-F238E27FC236}">
                  <a16:creationId xmlns:a16="http://schemas.microsoft.com/office/drawing/2014/main" id="{4935A8FA-1A4B-2C22-5CCE-B77C63CE5748}"/>
                </a:ext>
              </a:extLst>
            </p:cNvPr>
            <p:cNvSpPr>
              <a:spLocks noGrp="1"/>
            </p:cNvSpPr>
            <p:nvPr/>
          </p:nvSpPr>
          <p:spPr>
            <a:xfrm>
              <a:off x="5156350" y="4901734"/>
              <a:ext cx="3236" cy="111271"/>
            </a:xfrm>
            <a:custGeom>
              <a:avLst/>
              <a:gdLst/>
              <a:ahLst/>
              <a:cxnLst/>
              <a:rect l="0" t="0" r="0" b="0"/>
              <a:pathLst>
                <a:path w="3236" h="111271">
                  <a:moveTo>
                    <a:pt x="3236" y="111271"/>
                  </a:moveTo>
                  <a:lnTo>
                    <a:pt x="0" y="0"/>
                  </a:lnTo>
                </a:path>
              </a:pathLst>
            </a:custGeom>
            <a:noFill/>
            <a:ln w="20003">
              <a:solidFill>
                <a:srgbClr val="DBE0E4"/>
              </a:solidFill>
            </a:ln>
          </p:spPr>
        </p:sp>
        <p:sp>
          <p:nvSpPr>
            <p:cNvPr id="2199" name="Candidate_receptor__2198">
              <a:extLst>
                <a:ext uri="{FF2B5EF4-FFF2-40B4-BE49-F238E27FC236}">
                  <a16:creationId xmlns:a16="http://schemas.microsoft.com/office/drawing/2014/main" id="{03FFF4CE-1564-9BEA-B9BE-81DF4B53DA54}"/>
                </a:ext>
              </a:extLst>
            </p:cNvPr>
            <p:cNvSpPr>
              <a:spLocks noGrp="1"/>
            </p:cNvSpPr>
            <p:nvPr/>
          </p:nvSpPr>
          <p:spPr>
            <a:xfrm>
              <a:off x="5159586" y="5013005"/>
              <a:ext cx="115302" cy="6434"/>
            </a:xfrm>
            <a:custGeom>
              <a:avLst/>
              <a:gdLst/>
              <a:ahLst/>
              <a:cxnLst/>
              <a:rect l="0" t="0" r="0" b="0"/>
              <a:pathLst>
                <a:path w="115302" h="6434">
                  <a:moveTo>
                    <a:pt x="115302" y="6434"/>
                  </a:moveTo>
                  <a:lnTo>
                    <a:pt x="0" y="0"/>
                  </a:lnTo>
                </a:path>
              </a:pathLst>
            </a:custGeom>
            <a:noFill/>
            <a:ln w="20003">
              <a:solidFill>
                <a:srgbClr val="DBE0E4"/>
              </a:solidFill>
            </a:ln>
          </p:spPr>
        </p:sp>
        <p:sp>
          <p:nvSpPr>
            <p:cNvPr id="2200" name="Candidate_receptor__2199">
              <a:extLst>
                <a:ext uri="{FF2B5EF4-FFF2-40B4-BE49-F238E27FC236}">
                  <a16:creationId xmlns:a16="http://schemas.microsoft.com/office/drawing/2014/main" id="{D20E9B45-CB34-1032-A17E-66D9F84EA121}"/>
                </a:ext>
              </a:extLst>
            </p:cNvPr>
            <p:cNvSpPr>
              <a:spLocks noGrp="1"/>
            </p:cNvSpPr>
            <p:nvPr/>
          </p:nvSpPr>
          <p:spPr>
            <a:xfrm>
              <a:off x="5274888" y="4967719"/>
              <a:ext cx="92004" cy="51720"/>
            </a:xfrm>
            <a:custGeom>
              <a:avLst/>
              <a:gdLst/>
              <a:ahLst/>
              <a:cxnLst/>
              <a:rect l="0" t="0" r="0" b="0"/>
              <a:pathLst>
                <a:path w="92004" h="51720">
                  <a:moveTo>
                    <a:pt x="92004" y="0"/>
                  </a:moveTo>
                  <a:lnTo>
                    <a:pt x="0" y="51720"/>
                  </a:lnTo>
                </a:path>
              </a:pathLst>
            </a:custGeom>
            <a:noFill/>
            <a:ln w="8096">
              <a:solidFill>
                <a:srgbClr val="DBE0E4"/>
              </a:solidFill>
            </a:ln>
          </p:spPr>
        </p:sp>
        <p:sp>
          <p:nvSpPr>
            <p:cNvPr id="2201" name="Candidate_receptor__2200">
              <a:extLst>
                <a:ext uri="{FF2B5EF4-FFF2-40B4-BE49-F238E27FC236}">
                  <a16:creationId xmlns:a16="http://schemas.microsoft.com/office/drawing/2014/main" id="{EEF45C1A-E562-9BA0-4B5C-4A42938A4EAE}"/>
                </a:ext>
              </a:extLst>
            </p:cNvPr>
            <p:cNvSpPr>
              <a:spLocks noGrp="1"/>
            </p:cNvSpPr>
            <p:nvPr/>
          </p:nvSpPr>
          <p:spPr>
            <a:xfrm>
              <a:off x="5477538" y="4884120"/>
              <a:ext cx="34193" cy="107503"/>
            </a:xfrm>
            <a:custGeom>
              <a:avLst/>
              <a:gdLst/>
              <a:ahLst/>
              <a:cxnLst/>
              <a:rect l="0" t="0" r="0" b="0"/>
              <a:pathLst>
                <a:path w="34193" h="107503">
                  <a:moveTo>
                    <a:pt x="34193" y="0"/>
                  </a:moveTo>
                  <a:lnTo>
                    <a:pt x="0" y="107503"/>
                  </a:lnTo>
                </a:path>
              </a:pathLst>
            </a:custGeom>
            <a:noFill/>
            <a:ln w="8096">
              <a:solidFill>
                <a:srgbClr val="DBE0E4"/>
              </a:solidFill>
            </a:ln>
          </p:spPr>
        </p:sp>
        <p:sp>
          <p:nvSpPr>
            <p:cNvPr id="2202" name="Candidate_receptor__2201">
              <a:extLst>
                <a:ext uri="{FF2B5EF4-FFF2-40B4-BE49-F238E27FC236}">
                  <a16:creationId xmlns:a16="http://schemas.microsoft.com/office/drawing/2014/main" id="{5608E48C-89BE-C58C-FA6F-3331AC2D95FE}"/>
                </a:ext>
              </a:extLst>
            </p:cNvPr>
            <p:cNvSpPr>
              <a:spLocks noGrp="1"/>
            </p:cNvSpPr>
            <p:nvPr/>
          </p:nvSpPr>
          <p:spPr>
            <a:xfrm>
              <a:off x="5366892" y="4967719"/>
              <a:ext cx="110646" cy="23904"/>
            </a:xfrm>
            <a:custGeom>
              <a:avLst/>
              <a:gdLst/>
              <a:ahLst/>
              <a:cxnLst/>
              <a:rect l="0" t="0" r="0" b="0"/>
              <a:pathLst>
                <a:path w="110646" h="23904">
                  <a:moveTo>
                    <a:pt x="110646" y="23904"/>
                  </a:moveTo>
                  <a:lnTo>
                    <a:pt x="0" y="0"/>
                  </a:lnTo>
                </a:path>
              </a:pathLst>
            </a:custGeom>
            <a:noFill/>
            <a:ln w="8096">
              <a:solidFill>
                <a:srgbClr val="DBE0E4"/>
              </a:solidFill>
            </a:ln>
          </p:spPr>
        </p:sp>
        <p:sp>
          <p:nvSpPr>
            <p:cNvPr id="2203" name="Candidate_receptor__2202">
              <a:extLst>
                <a:ext uri="{FF2B5EF4-FFF2-40B4-BE49-F238E27FC236}">
                  <a16:creationId xmlns:a16="http://schemas.microsoft.com/office/drawing/2014/main" id="{AEA27284-0D40-94E2-806E-B7199570A17C}"/>
                </a:ext>
              </a:extLst>
            </p:cNvPr>
            <p:cNvSpPr>
              <a:spLocks noGrp="1"/>
            </p:cNvSpPr>
            <p:nvPr/>
          </p:nvSpPr>
          <p:spPr>
            <a:xfrm>
              <a:off x="4917051" y="4791149"/>
              <a:ext cx="103173" cy="48920"/>
            </a:xfrm>
            <a:custGeom>
              <a:avLst/>
              <a:gdLst/>
              <a:ahLst/>
              <a:cxnLst/>
              <a:rect l="0" t="0" r="0" b="0"/>
              <a:pathLst>
                <a:path w="103173" h="48920">
                  <a:moveTo>
                    <a:pt x="103173" y="0"/>
                  </a:moveTo>
                  <a:lnTo>
                    <a:pt x="0" y="48920"/>
                  </a:lnTo>
                </a:path>
              </a:pathLst>
            </a:custGeom>
            <a:noFill/>
            <a:ln w="20003">
              <a:solidFill>
                <a:srgbClr val="DBE0E4"/>
              </a:solidFill>
            </a:ln>
          </p:spPr>
        </p:sp>
        <p:sp>
          <p:nvSpPr>
            <p:cNvPr id="2204" name="Candidate_receptor__2203">
              <a:extLst>
                <a:ext uri="{FF2B5EF4-FFF2-40B4-BE49-F238E27FC236}">
                  <a16:creationId xmlns:a16="http://schemas.microsoft.com/office/drawing/2014/main" id="{B5367B92-1416-9445-8499-440FAF206EB8}"/>
                </a:ext>
              </a:extLst>
            </p:cNvPr>
            <p:cNvSpPr>
              <a:spLocks noGrp="1"/>
            </p:cNvSpPr>
            <p:nvPr/>
          </p:nvSpPr>
          <p:spPr>
            <a:xfrm>
              <a:off x="5297246" y="4721613"/>
              <a:ext cx="108335" cy="932"/>
            </a:xfrm>
            <a:custGeom>
              <a:avLst/>
              <a:gdLst/>
              <a:ahLst/>
              <a:cxnLst/>
              <a:rect l="0" t="0" r="0" b="0"/>
              <a:pathLst>
                <a:path w="108335" h="932">
                  <a:moveTo>
                    <a:pt x="0" y="0"/>
                  </a:moveTo>
                  <a:lnTo>
                    <a:pt x="108335" y="932"/>
                  </a:lnTo>
                </a:path>
              </a:pathLst>
            </a:custGeom>
            <a:noFill/>
            <a:ln w="8096">
              <a:solidFill>
                <a:srgbClr val="DBE0E4"/>
              </a:solidFill>
            </a:ln>
          </p:spPr>
        </p:sp>
        <p:sp>
          <p:nvSpPr>
            <p:cNvPr id="2205" name="Candidate_receptor__2204">
              <a:extLst>
                <a:ext uri="{FF2B5EF4-FFF2-40B4-BE49-F238E27FC236}">
                  <a16:creationId xmlns:a16="http://schemas.microsoft.com/office/drawing/2014/main" id="{784E30D1-5BD6-CC06-9FA6-B0F81C9F16CC}"/>
                </a:ext>
              </a:extLst>
            </p:cNvPr>
            <p:cNvSpPr>
              <a:spLocks noGrp="1"/>
            </p:cNvSpPr>
            <p:nvPr/>
          </p:nvSpPr>
          <p:spPr>
            <a:xfrm>
              <a:off x="5020224" y="4791149"/>
              <a:ext cx="49541" cy="84039"/>
            </a:xfrm>
            <a:custGeom>
              <a:avLst/>
              <a:gdLst/>
              <a:ahLst/>
              <a:cxnLst/>
              <a:rect l="0" t="0" r="0" b="0"/>
              <a:pathLst>
                <a:path w="49541" h="84039">
                  <a:moveTo>
                    <a:pt x="49541" y="84039"/>
                  </a:moveTo>
                  <a:lnTo>
                    <a:pt x="0" y="0"/>
                  </a:lnTo>
                </a:path>
              </a:pathLst>
            </a:custGeom>
            <a:noFill/>
            <a:ln w="20003">
              <a:solidFill>
                <a:srgbClr val="DBE0E4"/>
              </a:solidFill>
            </a:ln>
          </p:spPr>
        </p:sp>
        <p:sp>
          <p:nvSpPr>
            <p:cNvPr id="2206" name="Candidate_receptor__2205">
              <a:extLst>
                <a:ext uri="{FF2B5EF4-FFF2-40B4-BE49-F238E27FC236}">
                  <a16:creationId xmlns:a16="http://schemas.microsoft.com/office/drawing/2014/main" id="{7C9521A0-AE74-EDDC-6C7D-B7E1280788FA}"/>
                </a:ext>
              </a:extLst>
            </p:cNvPr>
            <p:cNvSpPr>
              <a:spLocks noGrp="1"/>
            </p:cNvSpPr>
            <p:nvPr/>
          </p:nvSpPr>
          <p:spPr>
            <a:xfrm>
              <a:off x="5011781" y="4875188"/>
              <a:ext cx="57984" cy="79971"/>
            </a:xfrm>
            <a:custGeom>
              <a:avLst/>
              <a:gdLst/>
              <a:ahLst/>
              <a:cxnLst/>
              <a:rect l="0" t="0" r="0" b="0"/>
              <a:pathLst>
                <a:path w="57984" h="79971">
                  <a:moveTo>
                    <a:pt x="0" y="79971"/>
                  </a:moveTo>
                  <a:lnTo>
                    <a:pt x="57984" y="0"/>
                  </a:lnTo>
                </a:path>
              </a:pathLst>
            </a:custGeom>
            <a:noFill/>
            <a:ln w="20003">
              <a:solidFill>
                <a:srgbClr val="DBE0E4"/>
              </a:solidFill>
            </a:ln>
          </p:spPr>
        </p:sp>
        <p:sp>
          <p:nvSpPr>
            <p:cNvPr id="2207" name="Candidate_receptor__2206">
              <a:extLst>
                <a:ext uri="{FF2B5EF4-FFF2-40B4-BE49-F238E27FC236}">
                  <a16:creationId xmlns:a16="http://schemas.microsoft.com/office/drawing/2014/main" id="{740CFEC4-D895-0700-A907-4AD25CB314C1}"/>
                </a:ext>
              </a:extLst>
            </p:cNvPr>
            <p:cNvSpPr>
              <a:spLocks noGrp="1"/>
            </p:cNvSpPr>
            <p:nvPr/>
          </p:nvSpPr>
          <p:spPr>
            <a:xfrm>
              <a:off x="5405580" y="4722545"/>
              <a:ext cx="40277" cy="85064"/>
            </a:xfrm>
            <a:custGeom>
              <a:avLst/>
              <a:gdLst/>
              <a:ahLst/>
              <a:cxnLst/>
              <a:rect l="0" t="0" r="0" b="0"/>
              <a:pathLst>
                <a:path w="40277" h="85064">
                  <a:moveTo>
                    <a:pt x="0" y="0"/>
                  </a:moveTo>
                  <a:lnTo>
                    <a:pt x="40277" y="85064"/>
                  </a:lnTo>
                </a:path>
              </a:pathLst>
            </a:custGeom>
            <a:noFill/>
            <a:ln w="8096">
              <a:solidFill>
                <a:srgbClr val="DBE0E4"/>
              </a:solidFill>
            </a:ln>
          </p:spPr>
        </p:sp>
        <p:sp>
          <p:nvSpPr>
            <p:cNvPr id="2208" name="Candidate_receptor__2207">
              <a:extLst>
                <a:ext uri="{FF2B5EF4-FFF2-40B4-BE49-F238E27FC236}">
                  <a16:creationId xmlns:a16="http://schemas.microsoft.com/office/drawing/2014/main" id="{7CE73CA2-2943-B2D0-81C1-165C65F24EAC}"/>
                </a:ext>
              </a:extLst>
            </p:cNvPr>
            <p:cNvSpPr>
              <a:spLocks noGrp="1"/>
            </p:cNvSpPr>
            <p:nvPr/>
          </p:nvSpPr>
          <p:spPr>
            <a:xfrm>
              <a:off x="5445857" y="4807609"/>
              <a:ext cx="65874" cy="76511"/>
            </a:xfrm>
            <a:custGeom>
              <a:avLst/>
              <a:gdLst/>
              <a:ahLst/>
              <a:cxnLst/>
              <a:rect l="0" t="0" r="0" b="0"/>
              <a:pathLst>
                <a:path w="65874" h="76511">
                  <a:moveTo>
                    <a:pt x="0" y="0"/>
                  </a:moveTo>
                  <a:lnTo>
                    <a:pt x="65874" y="76511"/>
                  </a:lnTo>
                </a:path>
              </a:pathLst>
            </a:custGeom>
            <a:noFill/>
            <a:ln w="8096">
              <a:solidFill>
                <a:srgbClr val="DCE0E4"/>
              </a:solidFill>
            </a:ln>
          </p:spPr>
        </p:sp>
        <p:sp>
          <p:nvSpPr>
            <p:cNvPr id="2209" name="Candidate_receptor__2208">
              <a:extLst>
                <a:ext uri="{FF2B5EF4-FFF2-40B4-BE49-F238E27FC236}">
                  <a16:creationId xmlns:a16="http://schemas.microsoft.com/office/drawing/2014/main" id="{DCCAA38F-D15F-F595-A849-C2A78FB7C3EF}"/>
                </a:ext>
              </a:extLst>
            </p:cNvPr>
            <p:cNvSpPr>
              <a:spLocks noGrp="1"/>
            </p:cNvSpPr>
            <p:nvPr/>
          </p:nvSpPr>
          <p:spPr>
            <a:xfrm>
              <a:off x="6430654" y="4443226"/>
              <a:ext cx="105176" cy="17702"/>
            </a:xfrm>
            <a:custGeom>
              <a:avLst/>
              <a:gdLst/>
              <a:ahLst/>
              <a:cxnLst/>
              <a:rect l="0" t="0" r="0" b="0"/>
              <a:pathLst>
                <a:path w="105176" h="17702">
                  <a:moveTo>
                    <a:pt x="0" y="17702"/>
                  </a:moveTo>
                  <a:lnTo>
                    <a:pt x="105176" y="0"/>
                  </a:lnTo>
                </a:path>
              </a:pathLst>
            </a:custGeom>
            <a:noFill/>
            <a:ln w="8096">
              <a:solidFill>
                <a:srgbClr val="DCE1E4"/>
              </a:solidFill>
            </a:ln>
          </p:spPr>
        </p:sp>
        <p:sp>
          <p:nvSpPr>
            <p:cNvPr id="2210" name="Candidate_receptor__2209">
              <a:extLst>
                <a:ext uri="{FF2B5EF4-FFF2-40B4-BE49-F238E27FC236}">
                  <a16:creationId xmlns:a16="http://schemas.microsoft.com/office/drawing/2014/main" id="{273CAAD3-AA2A-DEB9-1440-82E7A7867394}"/>
                </a:ext>
              </a:extLst>
            </p:cNvPr>
            <p:cNvSpPr>
              <a:spLocks noGrp="1"/>
            </p:cNvSpPr>
            <p:nvPr/>
          </p:nvSpPr>
          <p:spPr>
            <a:xfrm>
              <a:off x="4917051" y="4840069"/>
              <a:ext cx="17691" cy="10081"/>
            </a:xfrm>
            <a:custGeom>
              <a:avLst/>
              <a:gdLst/>
              <a:ahLst/>
              <a:cxnLst/>
              <a:rect l="0" t="0" r="0" b="0"/>
              <a:pathLst>
                <a:path w="17691" h="10081">
                  <a:moveTo>
                    <a:pt x="0" y="0"/>
                  </a:moveTo>
                  <a:lnTo>
                    <a:pt x="17691" y="10081"/>
                  </a:lnTo>
                </a:path>
              </a:pathLst>
            </a:custGeom>
            <a:noFill/>
            <a:ln w="20003">
              <a:solidFill>
                <a:srgbClr val="DCE1E4"/>
              </a:solidFill>
            </a:ln>
          </p:spPr>
        </p:sp>
        <p:sp>
          <p:nvSpPr>
            <p:cNvPr id="2211" name="Candidate_receptor__2210">
              <a:extLst>
                <a:ext uri="{FF2B5EF4-FFF2-40B4-BE49-F238E27FC236}">
                  <a16:creationId xmlns:a16="http://schemas.microsoft.com/office/drawing/2014/main" id="{129BF720-B403-A3D6-A0BF-9A2C1384B7FF}"/>
                </a:ext>
              </a:extLst>
            </p:cNvPr>
            <p:cNvSpPr>
              <a:spLocks noGrp="1"/>
            </p:cNvSpPr>
            <p:nvPr/>
          </p:nvSpPr>
          <p:spPr>
            <a:xfrm>
              <a:off x="6364662" y="4411256"/>
              <a:ext cx="65992" cy="49672"/>
            </a:xfrm>
            <a:custGeom>
              <a:avLst/>
              <a:gdLst/>
              <a:ahLst/>
              <a:cxnLst/>
              <a:rect l="0" t="0" r="0" b="0"/>
              <a:pathLst>
                <a:path w="65992" h="49672">
                  <a:moveTo>
                    <a:pt x="0" y="0"/>
                  </a:moveTo>
                  <a:lnTo>
                    <a:pt x="65992" y="49672"/>
                  </a:lnTo>
                </a:path>
              </a:pathLst>
            </a:custGeom>
            <a:noFill/>
            <a:ln w="8096">
              <a:solidFill>
                <a:srgbClr val="DCE1E4"/>
              </a:solidFill>
            </a:ln>
          </p:spPr>
        </p:sp>
        <p:sp>
          <p:nvSpPr>
            <p:cNvPr id="2212" name="Candidate_receptor__2211">
              <a:extLst>
                <a:ext uri="{FF2B5EF4-FFF2-40B4-BE49-F238E27FC236}">
                  <a16:creationId xmlns:a16="http://schemas.microsoft.com/office/drawing/2014/main" id="{D26ACFFF-BFC0-F64A-F52D-F895DD6A3D3F}"/>
                </a:ext>
              </a:extLst>
            </p:cNvPr>
            <p:cNvSpPr>
              <a:spLocks noGrp="1"/>
            </p:cNvSpPr>
            <p:nvPr/>
          </p:nvSpPr>
          <p:spPr>
            <a:xfrm>
              <a:off x="6334598" y="4243163"/>
              <a:ext cx="103627" cy="33977"/>
            </a:xfrm>
            <a:custGeom>
              <a:avLst/>
              <a:gdLst/>
              <a:ahLst/>
              <a:cxnLst/>
              <a:rect l="0" t="0" r="0" b="0"/>
              <a:pathLst>
                <a:path w="103627" h="33977">
                  <a:moveTo>
                    <a:pt x="0" y="0"/>
                  </a:moveTo>
                  <a:lnTo>
                    <a:pt x="103627" y="33977"/>
                  </a:lnTo>
                </a:path>
              </a:pathLst>
            </a:custGeom>
            <a:noFill/>
            <a:ln w="20003">
              <a:solidFill>
                <a:srgbClr val="DCE1E4"/>
              </a:solidFill>
            </a:ln>
          </p:spPr>
        </p:sp>
        <p:sp>
          <p:nvSpPr>
            <p:cNvPr id="2213" name="Candidate_receptor__2212">
              <a:extLst>
                <a:ext uri="{FF2B5EF4-FFF2-40B4-BE49-F238E27FC236}">
                  <a16:creationId xmlns:a16="http://schemas.microsoft.com/office/drawing/2014/main" id="{44783D72-62C7-7B51-9150-EA7121763F23}"/>
                </a:ext>
              </a:extLst>
            </p:cNvPr>
            <p:cNvSpPr>
              <a:spLocks noGrp="1"/>
            </p:cNvSpPr>
            <p:nvPr/>
          </p:nvSpPr>
          <p:spPr>
            <a:xfrm>
              <a:off x="5297246" y="4705693"/>
              <a:ext cx="48628" cy="15920"/>
            </a:xfrm>
            <a:custGeom>
              <a:avLst/>
              <a:gdLst/>
              <a:ahLst/>
              <a:cxnLst/>
              <a:rect l="0" t="0" r="0" b="0"/>
              <a:pathLst>
                <a:path w="48628" h="15920">
                  <a:moveTo>
                    <a:pt x="48628" y="0"/>
                  </a:moveTo>
                  <a:lnTo>
                    <a:pt x="0" y="15920"/>
                  </a:lnTo>
                </a:path>
              </a:pathLst>
            </a:custGeom>
            <a:noFill/>
            <a:ln w="20003">
              <a:solidFill>
                <a:srgbClr val="DCE1E4"/>
              </a:solidFill>
            </a:ln>
          </p:spPr>
        </p:sp>
        <p:sp>
          <p:nvSpPr>
            <p:cNvPr id="2214" name="Candidate_receptor__2213">
              <a:extLst>
                <a:ext uri="{FF2B5EF4-FFF2-40B4-BE49-F238E27FC236}">
                  <a16:creationId xmlns:a16="http://schemas.microsoft.com/office/drawing/2014/main" id="{E56B31BE-5BB1-516D-F4FD-D0A0185AF096}"/>
                </a:ext>
              </a:extLst>
            </p:cNvPr>
            <p:cNvSpPr>
              <a:spLocks noGrp="1"/>
            </p:cNvSpPr>
            <p:nvPr/>
          </p:nvSpPr>
          <p:spPr>
            <a:xfrm>
              <a:off x="5276410" y="4565463"/>
              <a:ext cx="102032" cy="33897"/>
            </a:xfrm>
            <a:custGeom>
              <a:avLst/>
              <a:gdLst/>
              <a:ahLst/>
              <a:cxnLst/>
              <a:rect l="0" t="0" r="0" b="0"/>
              <a:pathLst>
                <a:path w="102032" h="33897">
                  <a:moveTo>
                    <a:pt x="0" y="0"/>
                  </a:moveTo>
                  <a:lnTo>
                    <a:pt x="102032" y="33897"/>
                  </a:lnTo>
                </a:path>
              </a:pathLst>
            </a:custGeom>
            <a:noFill/>
            <a:ln w="20003">
              <a:solidFill>
                <a:srgbClr val="DCE1E4"/>
              </a:solidFill>
            </a:ln>
          </p:spPr>
        </p:sp>
        <p:sp>
          <p:nvSpPr>
            <p:cNvPr id="2215" name="Candidate_receptor__2214">
              <a:extLst>
                <a:ext uri="{FF2B5EF4-FFF2-40B4-BE49-F238E27FC236}">
                  <a16:creationId xmlns:a16="http://schemas.microsoft.com/office/drawing/2014/main" id="{E21C141A-5A96-749D-E8AF-F1B38D9CAA32}"/>
                </a:ext>
              </a:extLst>
            </p:cNvPr>
            <p:cNvSpPr>
              <a:spLocks noGrp="1"/>
            </p:cNvSpPr>
            <p:nvPr/>
          </p:nvSpPr>
          <p:spPr>
            <a:xfrm>
              <a:off x="5623502" y="4587028"/>
              <a:ext cx="83586" cy="62819"/>
            </a:xfrm>
            <a:custGeom>
              <a:avLst/>
              <a:gdLst/>
              <a:ahLst/>
              <a:cxnLst/>
              <a:rect l="0" t="0" r="0" b="0"/>
              <a:pathLst>
                <a:path w="83586" h="62819">
                  <a:moveTo>
                    <a:pt x="83586" y="62819"/>
                  </a:moveTo>
                  <a:lnTo>
                    <a:pt x="0" y="0"/>
                  </a:lnTo>
                </a:path>
              </a:pathLst>
            </a:custGeom>
            <a:noFill/>
            <a:ln w="20003">
              <a:solidFill>
                <a:srgbClr val="DCE1E5"/>
              </a:solidFill>
            </a:ln>
          </p:spPr>
        </p:sp>
        <p:sp>
          <p:nvSpPr>
            <p:cNvPr id="2216" name="Candidate_receptor__2215">
              <a:extLst>
                <a:ext uri="{FF2B5EF4-FFF2-40B4-BE49-F238E27FC236}">
                  <a16:creationId xmlns:a16="http://schemas.microsoft.com/office/drawing/2014/main" id="{38215685-FD36-C82C-7A82-A250E6CC6493}"/>
                </a:ext>
              </a:extLst>
            </p:cNvPr>
            <p:cNvSpPr>
              <a:spLocks noGrp="1"/>
            </p:cNvSpPr>
            <p:nvPr/>
          </p:nvSpPr>
          <p:spPr>
            <a:xfrm>
              <a:off x="4883250" y="4702844"/>
              <a:ext cx="91178" cy="39212"/>
            </a:xfrm>
            <a:custGeom>
              <a:avLst/>
              <a:gdLst/>
              <a:ahLst/>
              <a:cxnLst/>
              <a:rect l="0" t="0" r="0" b="0"/>
              <a:pathLst>
                <a:path w="91178" h="39212">
                  <a:moveTo>
                    <a:pt x="91178" y="39212"/>
                  </a:moveTo>
                  <a:lnTo>
                    <a:pt x="0" y="0"/>
                  </a:lnTo>
                </a:path>
              </a:pathLst>
            </a:custGeom>
            <a:noFill/>
            <a:ln w="20003">
              <a:solidFill>
                <a:srgbClr val="DCE1E5"/>
              </a:solidFill>
            </a:ln>
          </p:spPr>
        </p:sp>
        <p:sp>
          <p:nvSpPr>
            <p:cNvPr id="2217" name="Candidate_receptor__2216">
              <a:extLst>
                <a:ext uri="{FF2B5EF4-FFF2-40B4-BE49-F238E27FC236}">
                  <a16:creationId xmlns:a16="http://schemas.microsoft.com/office/drawing/2014/main" id="{2A51C00A-9AF8-4386-1984-BBD6BF62FC3E}"/>
                </a:ext>
              </a:extLst>
            </p:cNvPr>
            <p:cNvSpPr>
              <a:spLocks noGrp="1"/>
            </p:cNvSpPr>
            <p:nvPr/>
          </p:nvSpPr>
          <p:spPr>
            <a:xfrm>
              <a:off x="4808306" y="4702844"/>
              <a:ext cx="74944" cy="61179"/>
            </a:xfrm>
            <a:custGeom>
              <a:avLst/>
              <a:gdLst/>
              <a:ahLst/>
              <a:cxnLst/>
              <a:rect l="0" t="0" r="0" b="0"/>
              <a:pathLst>
                <a:path w="74944" h="61179">
                  <a:moveTo>
                    <a:pt x="74944" y="0"/>
                  </a:moveTo>
                  <a:lnTo>
                    <a:pt x="0" y="61179"/>
                  </a:lnTo>
                </a:path>
              </a:pathLst>
            </a:custGeom>
            <a:noFill/>
            <a:ln w="20003">
              <a:solidFill>
                <a:srgbClr val="DCE1E5"/>
              </a:solidFill>
            </a:ln>
          </p:spPr>
        </p:sp>
        <p:sp>
          <p:nvSpPr>
            <p:cNvPr id="2218" name="Candidate_receptor__2217">
              <a:extLst>
                <a:ext uri="{FF2B5EF4-FFF2-40B4-BE49-F238E27FC236}">
                  <a16:creationId xmlns:a16="http://schemas.microsoft.com/office/drawing/2014/main" id="{3BD51A70-5957-D1C6-380E-ABF18A298615}"/>
                </a:ext>
              </a:extLst>
            </p:cNvPr>
            <p:cNvSpPr>
              <a:spLocks noGrp="1"/>
            </p:cNvSpPr>
            <p:nvPr/>
          </p:nvSpPr>
          <p:spPr>
            <a:xfrm>
              <a:off x="5659866" y="4649847"/>
              <a:ext cx="47222" cy="97168"/>
            </a:xfrm>
            <a:custGeom>
              <a:avLst/>
              <a:gdLst/>
              <a:ahLst/>
              <a:cxnLst/>
              <a:rect l="0" t="0" r="0" b="0"/>
              <a:pathLst>
                <a:path w="47222" h="97168">
                  <a:moveTo>
                    <a:pt x="0" y="97168"/>
                  </a:moveTo>
                  <a:lnTo>
                    <a:pt x="47222" y="0"/>
                  </a:lnTo>
                </a:path>
              </a:pathLst>
            </a:custGeom>
            <a:noFill/>
            <a:ln w="20003">
              <a:solidFill>
                <a:srgbClr val="DCE1E5"/>
              </a:solidFill>
            </a:ln>
          </p:spPr>
        </p:sp>
        <p:sp>
          <p:nvSpPr>
            <p:cNvPr id="2219" name="Candidate_receptor__2218">
              <a:extLst>
                <a:ext uri="{FF2B5EF4-FFF2-40B4-BE49-F238E27FC236}">
                  <a16:creationId xmlns:a16="http://schemas.microsoft.com/office/drawing/2014/main" id="{9C0FC26D-F3AB-1A11-3F4C-DE2FF9EFAA6C}"/>
                </a:ext>
              </a:extLst>
            </p:cNvPr>
            <p:cNvSpPr>
              <a:spLocks noGrp="1"/>
            </p:cNvSpPr>
            <p:nvPr/>
          </p:nvSpPr>
          <p:spPr>
            <a:xfrm>
              <a:off x="5543710" y="4587028"/>
              <a:ext cx="79792" cy="52910"/>
            </a:xfrm>
            <a:custGeom>
              <a:avLst/>
              <a:gdLst/>
              <a:ahLst/>
              <a:cxnLst/>
              <a:rect l="0" t="0" r="0" b="0"/>
              <a:pathLst>
                <a:path w="79792" h="52910">
                  <a:moveTo>
                    <a:pt x="79792" y="0"/>
                  </a:moveTo>
                  <a:lnTo>
                    <a:pt x="0" y="52910"/>
                  </a:lnTo>
                </a:path>
              </a:pathLst>
            </a:custGeom>
            <a:noFill/>
            <a:ln w="20003">
              <a:solidFill>
                <a:srgbClr val="DCE1E5"/>
              </a:solidFill>
            </a:ln>
          </p:spPr>
        </p:sp>
        <p:sp>
          <p:nvSpPr>
            <p:cNvPr id="2220" name="Candidate_receptor__2219">
              <a:extLst>
                <a:ext uri="{FF2B5EF4-FFF2-40B4-BE49-F238E27FC236}">
                  <a16:creationId xmlns:a16="http://schemas.microsoft.com/office/drawing/2014/main" id="{51A7D9DF-8863-1240-A02E-9A54A6860E00}"/>
                </a:ext>
              </a:extLst>
            </p:cNvPr>
            <p:cNvSpPr>
              <a:spLocks noGrp="1"/>
            </p:cNvSpPr>
            <p:nvPr/>
          </p:nvSpPr>
          <p:spPr>
            <a:xfrm>
              <a:off x="6438225" y="4277140"/>
              <a:ext cx="6043" cy="60907"/>
            </a:xfrm>
            <a:custGeom>
              <a:avLst/>
              <a:gdLst/>
              <a:ahLst/>
              <a:cxnLst/>
              <a:rect l="0" t="0" r="0" b="0"/>
              <a:pathLst>
                <a:path w="6043" h="60907">
                  <a:moveTo>
                    <a:pt x="0" y="0"/>
                  </a:moveTo>
                  <a:lnTo>
                    <a:pt x="6043" y="60907"/>
                  </a:lnTo>
                </a:path>
              </a:pathLst>
            </a:custGeom>
            <a:noFill/>
            <a:ln w="20003">
              <a:solidFill>
                <a:srgbClr val="DCE1E5"/>
              </a:solidFill>
            </a:ln>
          </p:spPr>
        </p:sp>
        <p:sp>
          <p:nvSpPr>
            <p:cNvPr id="2221" name="Candidate_receptor__2220">
              <a:extLst>
                <a:ext uri="{FF2B5EF4-FFF2-40B4-BE49-F238E27FC236}">
                  <a16:creationId xmlns:a16="http://schemas.microsoft.com/office/drawing/2014/main" id="{A6F22793-170C-66CF-9561-74CEA2406AB3}"/>
                </a:ext>
              </a:extLst>
            </p:cNvPr>
            <p:cNvSpPr>
              <a:spLocks noGrp="1"/>
            </p:cNvSpPr>
            <p:nvPr/>
          </p:nvSpPr>
          <p:spPr>
            <a:xfrm>
              <a:off x="5228161" y="4565463"/>
              <a:ext cx="48249" cy="36426"/>
            </a:xfrm>
            <a:custGeom>
              <a:avLst/>
              <a:gdLst/>
              <a:ahLst/>
              <a:cxnLst/>
              <a:rect l="0" t="0" r="0" b="0"/>
              <a:pathLst>
                <a:path w="48249" h="36426">
                  <a:moveTo>
                    <a:pt x="0" y="36426"/>
                  </a:moveTo>
                  <a:lnTo>
                    <a:pt x="48249" y="0"/>
                  </a:lnTo>
                </a:path>
              </a:pathLst>
            </a:custGeom>
            <a:noFill/>
            <a:ln w="20003">
              <a:solidFill>
                <a:srgbClr val="DCE1E5"/>
              </a:solidFill>
            </a:ln>
          </p:spPr>
        </p:sp>
        <p:sp>
          <p:nvSpPr>
            <p:cNvPr id="2222" name="Candidate_receptor__2221">
              <a:extLst>
                <a:ext uri="{FF2B5EF4-FFF2-40B4-BE49-F238E27FC236}">
                  <a16:creationId xmlns:a16="http://schemas.microsoft.com/office/drawing/2014/main" id="{48EDC4A5-D9E0-D78C-75F5-DBECF79127EB}"/>
                </a:ext>
              </a:extLst>
            </p:cNvPr>
            <p:cNvSpPr>
              <a:spLocks noGrp="1"/>
            </p:cNvSpPr>
            <p:nvPr/>
          </p:nvSpPr>
          <p:spPr>
            <a:xfrm>
              <a:off x="5280384" y="5007192"/>
              <a:ext cx="59949" cy="80786"/>
            </a:xfrm>
            <a:custGeom>
              <a:avLst/>
              <a:gdLst/>
              <a:ahLst/>
              <a:cxnLst/>
              <a:rect l="0" t="0" r="0" b="0"/>
              <a:pathLst>
                <a:path w="59949" h="80786">
                  <a:moveTo>
                    <a:pt x="0" y="0"/>
                  </a:moveTo>
                  <a:lnTo>
                    <a:pt x="59949" y="80786"/>
                  </a:lnTo>
                </a:path>
              </a:pathLst>
            </a:custGeom>
            <a:noFill/>
            <a:ln w="20003">
              <a:solidFill>
                <a:srgbClr val="DCE1E5"/>
              </a:solidFill>
            </a:ln>
          </p:spPr>
        </p:sp>
        <p:sp>
          <p:nvSpPr>
            <p:cNvPr id="2223" name="Candidate_receptor__2222">
              <a:extLst>
                <a:ext uri="{FF2B5EF4-FFF2-40B4-BE49-F238E27FC236}">
                  <a16:creationId xmlns:a16="http://schemas.microsoft.com/office/drawing/2014/main" id="{857E9B56-D429-97F7-6812-F9909C8B01F5}"/>
                </a:ext>
              </a:extLst>
            </p:cNvPr>
            <p:cNvSpPr>
              <a:spLocks noGrp="1"/>
            </p:cNvSpPr>
            <p:nvPr/>
          </p:nvSpPr>
          <p:spPr>
            <a:xfrm>
              <a:off x="6388481" y="4099833"/>
              <a:ext cx="75086" cy="57164"/>
            </a:xfrm>
            <a:custGeom>
              <a:avLst/>
              <a:gdLst/>
              <a:ahLst/>
              <a:cxnLst/>
              <a:rect l="0" t="0" r="0" b="0"/>
              <a:pathLst>
                <a:path w="75086" h="57164">
                  <a:moveTo>
                    <a:pt x="0" y="0"/>
                  </a:moveTo>
                  <a:lnTo>
                    <a:pt x="75086" y="57164"/>
                  </a:lnTo>
                </a:path>
              </a:pathLst>
            </a:custGeom>
            <a:noFill/>
            <a:ln w="20003">
              <a:solidFill>
                <a:srgbClr val="DCE1E5"/>
              </a:solidFill>
            </a:ln>
          </p:spPr>
        </p:sp>
        <p:sp>
          <p:nvSpPr>
            <p:cNvPr id="2224" name="Candidate_receptor__2223">
              <a:extLst>
                <a:ext uri="{FF2B5EF4-FFF2-40B4-BE49-F238E27FC236}">
                  <a16:creationId xmlns:a16="http://schemas.microsoft.com/office/drawing/2014/main" id="{2BE997FA-39F9-3E8A-042D-BDEB44667519}"/>
                </a:ext>
              </a:extLst>
            </p:cNvPr>
            <p:cNvSpPr>
              <a:spLocks noGrp="1"/>
            </p:cNvSpPr>
            <p:nvPr/>
          </p:nvSpPr>
          <p:spPr>
            <a:xfrm>
              <a:off x="5345873" y="4599360"/>
              <a:ext cx="32569" cy="106333"/>
            </a:xfrm>
            <a:custGeom>
              <a:avLst/>
              <a:gdLst/>
              <a:ahLst/>
              <a:cxnLst/>
              <a:rect l="0" t="0" r="0" b="0"/>
              <a:pathLst>
                <a:path w="32569" h="106333">
                  <a:moveTo>
                    <a:pt x="32569" y="0"/>
                  </a:moveTo>
                  <a:lnTo>
                    <a:pt x="0" y="106333"/>
                  </a:lnTo>
                </a:path>
              </a:pathLst>
            </a:custGeom>
            <a:noFill/>
            <a:ln w="20003">
              <a:solidFill>
                <a:srgbClr val="DCE1E5"/>
              </a:solidFill>
            </a:ln>
          </p:spPr>
        </p:sp>
        <p:sp>
          <p:nvSpPr>
            <p:cNvPr id="2225" name="Candidate_receptor__2224">
              <a:extLst>
                <a:ext uri="{FF2B5EF4-FFF2-40B4-BE49-F238E27FC236}">
                  <a16:creationId xmlns:a16="http://schemas.microsoft.com/office/drawing/2014/main" id="{4EE5D050-6945-437D-2715-A68B3E4342A1}"/>
                </a:ext>
              </a:extLst>
            </p:cNvPr>
            <p:cNvSpPr>
              <a:spLocks noGrp="1"/>
            </p:cNvSpPr>
            <p:nvPr/>
          </p:nvSpPr>
          <p:spPr>
            <a:xfrm>
              <a:off x="4934743" y="4742056"/>
              <a:ext cx="39685" cy="108094"/>
            </a:xfrm>
            <a:custGeom>
              <a:avLst/>
              <a:gdLst/>
              <a:ahLst/>
              <a:cxnLst/>
              <a:rect l="0" t="0" r="0" b="0"/>
              <a:pathLst>
                <a:path w="39685" h="108094">
                  <a:moveTo>
                    <a:pt x="0" y="108094"/>
                  </a:moveTo>
                  <a:lnTo>
                    <a:pt x="39685" y="0"/>
                  </a:lnTo>
                </a:path>
              </a:pathLst>
            </a:custGeom>
            <a:noFill/>
            <a:ln w="20003">
              <a:solidFill>
                <a:srgbClr val="DCE1E5"/>
              </a:solidFill>
            </a:ln>
          </p:spPr>
        </p:sp>
        <p:sp>
          <p:nvSpPr>
            <p:cNvPr id="2226" name="Candidate_receptor__2225">
              <a:extLst>
                <a:ext uri="{FF2B5EF4-FFF2-40B4-BE49-F238E27FC236}">
                  <a16:creationId xmlns:a16="http://schemas.microsoft.com/office/drawing/2014/main" id="{D212C22E-D4B4-0BDD-1AD4-93CB7DEF88C9}"/>
                </a:ext>
              </a:extLst>
            </p:cNvPr>
            <p:cNvSpPr>
              <a:spLocks noGrp="1"/>
            </p:cNvSpPr>
            <p:nvPr/>
          </p:nvSpPr>
          <p:spPr>
            <a:xfrm>
              <a:off x="5067534" y="5305564"/>
              <a:ext cx="111203" cy="25730"/>
            </a:xfrm>
            <a:custGeom>
              <a:avLst/>
              <a:gdLst/>
              <a:ahLst/>
              <a:cxnLst/>
              <a:rect l="0" t="0" r="0" b="0"/>
              <a:pathLst>
                <a:path w="111203" h="25730">
                  <a:moveTo>
                    <a:pt x="111203" y="25730"/>
                  </a:moveTo>
                  <a:lnTo>
                    <a:pt x="0" y="0"/>
                  </a:lnTo>
                </a:path>
              </a:pathLst>
            </a:custGeom>
            <a:noFill/>
            <a:ln w="20003">
              <a:solidFill>
                <a:srgbClr val="DCE1E5"/>
              </a:solidFill>
            </a:ln>
          </p:spPr>
        </p:sp>
        <p:sp>
          <p:nvSpPr>
            <p:cNvPr id="2227" name="Candidate_receptor__2226">
              <a:extLst>
                <a:ext uri="{FF2B5EF4-FFF2-40B4-BE49-F238E27FC236}">
                  <a16:creationId xmlns:a16="http://schemas.microsoft.com/office/drawing/2014/main" id="{D1A2819C-217C-AE13-12EC-E974DF3AA921}"/>
                </a:ext>
              </a:extLst>
            </p:cNvPr>
            <p:cNvSpPr>
              <a:spLocks noGrp="1"/>
            </p:cNvSpPr>
            <p:nvPr/>
          </p:nvSpPr>
          <p:spPr>
            <a:xfrm>
              <a:off x="5199931" y="5007192"/>
              <a:ext cx="80453" cy="12291"/>
            </a:xfrm>
            <a:custGeom>
              <a:avLst/>
              <a:gdLst/>
              <a:ahLst/>
              <a:cxnLst/>
              <a:rect l="0" t="0" r="0" b="0"/>
              <a:pathLst>
                <a:path w="80453" h="12291">
                  <a:moveTo>
                    <a:pt x="0" y="12291"/>
                  </a:moveTo>
                  <a:lnTo>
                    <a:pt x="80453" y="0"/>
                  </a:lnTo>
                </a:path>
              </a:pathLst>
            </a:custGeom>
            <a:noFill/>
            <a:ln w="20003">
              <a:solidFill>
                <a:srgbClr val="DCE1E5"/>
              </a:solidFill>
            </a:ln>
          </p:spPr>
        </p:sp>
        <p:sp>
          <p:nvSpPr>
            <p:cNvPr id="2228" name="Candidate_receptor__2227">
              <a:extLst>
                <a:ext uri="{FF2B5EF4-FFF2-40B4-BE49-F238E27FC236}">
                  <a16:creationId xmlns:a16="http://schemas.microsoft.com/office/drawing/2014/main" id="{91C018B3-BD4D-FA86-108E-BAF7E94DF7C4}"/>
                </a:ext>
              </a:extLst>
            </p:cNvPr>
            <p:cNvSpPr>
              <a:spLocks noGrp="1"/>
            </p:cNvSpPr>
            <p:nvPr/>
          </p:nvSpPr>
          <p:spPr>
            <a:xfrm>
              <a:off x="5178737" y="5278804"/>
              <a:ext cx="102756" cy="52490"/>
            </a:xfrm>
            <a:custGeom>
              <a:avLst/>
              <a:gdLst/>
              <a:ahLst/>
              <a:cxnLst/>
              <a:rect l="0" t="0" r="0" b="0"/>
              <a:pathLst>
                <a:path w="102756" h="52490">
                  <a:moveTo>
                    <a:pt x="102756" y="0"/>
                  </a:moveTo>
                  <a:lnTo>
                    <a:pt x="0" y="52490"/>
                  </a:lnTo>
                </a:path>
              </a:pathLst>
            </a:custGeom>
            <a:noFill/>
            <a:ln w="8096">
              <a:solidFill>
                <a:srgbClr val="DCE1E5"/>
              </a:solidFill>
            </a:ln>
          </p:spPr>
        </p:sp>
        <p:sp>
          <p:nvSpPr>
            <p:cNvPr id="2229" name="Candidate_receptor__2228">
              <a:extLst>
                <a:ext uri="{FF2B5EF4-FFF2-40B4-BE49-F238E27FC236}">
                  <a16:creationId xmlns:a16="http://schemas.microsoft.com/office/drawing/2014/main" id="{B7938593-581D-F321-470C-0804B1E5A835}"/>
                </a:ext>
              </a:extLst>
            </p:cNvPr>
            <p:cNvSpPr>
              <a:spLocks noGrp="1"/>
            </p:cNvSpPr>
            <p:nvPr/>
          </p:nvSpPr>
          <p:spPr>
            <a:xfrm>
              <a:off x="6329216" y="3934455"/>
              <a:ext cx="107699" cy="35944"/>
            </a:xfrm>
            <a:custGeom>
              <a:avLst/>
              <a:gdLst/>
              <a:ahLst/>
              <a:cxnLst/>
              <a:rect l="0" t="0" r="0" b="0"/>
              <a:pathLst>
                <a:path w="107699" h="35944">
                  <a:moveTo>
                    <a:pt x="0" y="0"/>
                  </a:moveTo>
                  <a:lnTo>
                    <a:pt x="107699" y="35944"/>
                  </a:lnTo>
                </a:path>
              </a:pathLst>
            </a:custGeom>
            <a:noFill/>
            <a:ln w="20003">
              <a:solidFill>
                <a:srgbClr val="DCE1E5"/>
              </a:solidFill>
            </a:ln>
          </p:spPr>
        </p:sp>
        <p:sp>
          <p:nvSpPr>
            <p:cNvPr id="2230" name="Candidate_receptor__2229">
              <a:extLst>
                <a:ext uri="{FF2B5EF4-FFF2-40B4-BE49-F238E27FC236}">
                  <a16:creationId xmlns:a16="http://schemas.microsoft.com/office/drawing/2014/main" id="{B2AB95EF-F8CB-F60F-0427-BB75D706F65F}"/>
                </a:ext>
              </a:extLst>
            </p:cNvPr>
            <p:cNvSpPr>
              <a:spLocks noGrp="1"/>
            </p:cNvSpPr>
            <p:nvPr/>
          </p:nvSpPr>
          <p:spPr>
            <a:xfrm>
              <a:off x="5257133" y="5167439"/>
              <a:ext cx="24360" cy="111365"/>
            </a:xfrm>
            <a:custGeom>
              <a:avLst/>
              <a:gdLst/>
              <a:ahLst/>
              <a:cxnLst/>
              <a:rect l="0" t="0" r="0" b="0"/>
              <a:pathLst>
                <a:path w="24360" h="111365">
                  <a:moveTo>
                    <a:pt x="0" y="0"/>
                  </a:moveTo>
                  <a:lnTo>
                    <a:pt x="24360" y="111365"/>
                  </a:lnTo>
                </a:path>
              </a:pathLst>
            </a:custGeom>
            <a:noFill/>
            <a:ln w="8096">
              <a:solidFill>
                <a:srgbClr val="DCE1E5"/>
              </a:solidFill>
            </a:ln>
          </p:spPr>
        </p:sp>
        <p:sp>
          <p:nvSpPr>
            <p:cNvPr id="2231" name="Candidate_receptor__2230">
              <a:extLst>
                <a:ext uri="{FF2B5EF4-FFF2-40B4-BE49-F238E27FC236}">
                  <a16:creationId xmlns:a16="http://schemas.microsoft.com/office/drawing/2014/main" id="{C6F8C0F7-7A1E-A3EC-1963-32A1C5144EB3}"/>
                </a:ext>
              </a:extLst>
            </p:cNvPr>
            <p:cNvSpPr>
              <a:spLocks noGrp="1"/>
            </p:cNvSpPr>
            <p:nvPr/>
          </p:nvSpPr>
          <p:spPr>
            <a:xfrm>
              <a:off x="6319136" y="4082513"/>
              <a:ext cx="69345" cy="17320"/>
            </a:xfrm>
            <a:custGeom>
              <a:avLst/>
              <a:gdLst/>
              <a:ahLst/>
              <a:cxnLst/>
              <a:rect l="0" t="0" r="0" b="0"/>
              <a:pathLst>
                <a:path w="69345" h="17320">
                  <a:moveTo>
                    <a:pt x="0" y="0"/>
                  </a:moveTo>
                  <a:lnTo>
                    <a:pt x="69345" y="17320"/>
                  </a:lnTo>
                </a:path>
              </a:pathLst>
            </a:custGeom>
            <a:noFill/>
            <a:ln w="20003">
              <a:solidFill>
                <a:srgbClr val="DCE1E5"/>
              </a:solidFill>
            </a:ln>
          </p:spPr>
        </p:sp>
        <p:sp>
          <p:nvSpPr>
            <p:cNvPr id="2232" name="Candidate_receptor__2231">
              <a:extLst>
                <a:ext uri="{FF2B5EF4-FFF2-40B4-BE49-F238E27FC236}">
                  <a16:creationId xmlns:a16="http://schemas.microsoft.com/office/drawing/2014/main" id="{A35C56A0-E873-2D2B-1B63-8476FB7A992E}"/>
                </a:ext>
              </a:extLst>
            </p:cNvPr>
            <p:cNvSpPr>
              <a:spLocks noGrp="1"/>
            </p:cNvSpPr>
            <p:nvPr/>
          </p:nvSpPr>
          <p:spPr>
            <a:xfrm>
              <a:off x="6535830" y="4443226"/>
              <a:ext cx="14222" cy="27089"/>
            </a:xfrm>
            <a:custGeom>
              <a:avLst/>
              <a:gdLst/>
              <a:ahLst/>
              <a:cxnLst/>
              <a:rect l="0" t="0" r="0" b="0"/>
              <a:pathLst>
                <a:path w="14222" h="27089">
                  <a:moveTo>
                    <a:pt x="0" y="0"/>
                  </a:moveTo>
                  <a:lnTo>
                    <a:pt x="14222" y="27089"/>
                  </a:lnTo>
                </a:path>
              </a:pathLst>
            </a:custGeom>
            <a:noFill/>
            <a:ln w="8096">
              <a:solidFill>
                <a:srgbClr val="DCE1E5"/>
              </a:solidFill>
            </a:ln>
          </p:spPr>
        </p:sp>
        <p:sp>
          <p:nvSpPr>
            <p:cNvPr id="2233" name="Candidate_receptor__2232">
              <a:extLst>
                <a:ext uri="{FF2B5EF4-FFF2-40B4-BE49-F238E27FC236}">
                  <a16:creationId xmlns:a16="http://schemas.microsoft.com/office/drawing/2014/main" id="{CCF84242-DA24-6464-4B54-01245F1D49F6}"/>
                </a:ext>
              </a:extLst>
            </p:cNvPr>
            <p:cNvSpPr>
              <a:spLocks noGrp="1"/>
            </p:cNvSpPr>
            <p:nvPr/>
          </p:nvSpPr>
          <p:spPr>
            <a:xfrm>
              <a:off x="6364662" y="4338046"/>
              <a:ext cx="79606" cy="73209"/>
            </a:xfrm>
            <a:custGeom>
              <a:avLst/>
              <a:gdLst/>
              <a:ahLst/>
              <a:cxnLst/>
              <a:rect l="0" t="0" r="0" b="0"/>
              <a:pathLst>
                <a:path w="79606" h="73209">
                  <a:moveTo>
                    <a:pt x="79606" y="0"/>
                  </a:moveTo>
                  <a:lnTo>
                    <a:pt x="0" y="73209"/>
                  </a:lnTo>
                </a:path>
              </a:pathLst>
            </a:custGeom>
            <a:noFill/>
            <a:ln w="8096">
              <a:solidFill>
                <a:srgbClr val="DCE1E5"/>
              </a:solidFill>
            </a:ln>
          </p:spPr>
        </p:sp>
        <p:sp>
          <p:nvSpPr>
            <p:cNvPr id="2234" name="Candidate_receptor__2233">
              <a:extLst>
                <a:ext uri="{FF2B5EF4-FFF2-40B4-BE49-F238E27FC236}">
                  <a16:creationId xmlns:a16="http://schemas.microsoft.com/office/drawing/2014/main" id="{F7AF738D-CB61-968A-D20D-DB58C43A5206}"/>
                </a:ext>
              </a:extLst>
            </p:cNvPr>
            <p:cNvSpPr>
              <a:spLocks noGrp="1"/>
            </p:cNvSpPr>
            <p:nvPr/>
          </p:nvSpPr>
          <p:spPr>
            <a:xfrm>
              <a:off x="5257133" y="5087979"/>
              <a:ext cx="83200" cy="79461"/>
            </a:xfrm>
            <a:custGeom>
              <a:avLst/>
              <a:gdLst/>
              <a:ahLst/>
              <a:cxnLst/>
              <a:rect l="0" t="0" r="0" b="0"/>
              <a:pathLst>
                <a:path w="83200" h="79461">
                  <a:moveTo>
                    <a:pt x="83200" y="0"/>
                  </a:moveTo>
                  <a:lnTo>
                    <a:pt x="0" y="79461"/>
                  </a:lnTo>
                </a:path>
              </a:pathLst>
            </a:custGeom>
            <a:noFill/>
            <a:ln w="8096">
              <a:solidFill>
                <a:srgbClr val="DCE1E5"/>
              </a:solidFill>
            </a:ln>
          </p:spPr>
        </p:sp>
        <p:sp>
          <p:nvSpPr>
            <p:cNvPr id="2235" name="Candidate_receptor__2234">
              <a:extLst>
                <a:ext uri="{FF2B5EF4-FFF2-40B4-BE49-F238E27FC236}">
                  <a16:creationId xmlns:a16="http://schemas.microsoft.com/office/drawing/2014/main" id="{7B2581F1-78A9-D9D2-1551-7E3658E8FBD0}"/>
                </a:ext>
              </a:extLst>
            </p:cNvPr>
            <p:cNvSpPr>
              <a:spLocks noGrp="1"/>
            </p:cNvSpPr>
            <p:nvPr/>
          </p:nvSpPr>
          <p:spPr>
            <a:xfrm>
              <a:off x="6334598" y="4212077"/>
              <a:ext cx="40268" cy="31085"/>
            </a:xfrm>
            <a:custGeom>
              <a:avLst/>
              <a:gdLst/>
              <a:ahLst/>
              <a:cxnLst/>
              <a:rect l="0" t="0" r="0" b="0"/>
              <a:pathLst>
                <a:path w="40268" h="31085">
                  <a:moveTo>
                    <a:pt x="40268" y="0"/>
                  </a:moveTo>
                  <a:lnTo>
                    <a:pt x="0" y="31085"/>
                  </a:lnTo>
                </a:path>
              </a:pathLst>
            </a:custGeom>
            <a:noFill/>
            <a:ln w="20003">
              <a:solidFill>
                <a:srgbClr val="DCE1E5"/>
              </a:solidFill>
            </a:ln>
          </p:spPr>
        </p:sp>
        <p:sp>
          <p:nvSpPr>
            <p:cNvPr id="2236" name="Candidate_receptor__2235">
              <a:extLst>
                <a:ext uri="{FF2B5EF4-FFF2-40B4-BE49-F238E27FC236}">
                  <a16:creationId xmlns:a16="http://schemas.microsoft.com/office/drawing/2014/main" id="{E7276A89-FC6A-83D4-5038-361703DB22FD}"/>
                </a:ext>
              </a:extLst>
            </p:cNvPr>
            <p:cNvSpPr>
              <a:spLocks noGrp="1"/>
            </p:cNvSpPr>
            <p:nvPr/>
          </p:nvSpPr>
          <p:spPr>
            <a:xfrm>
              <a:off x="6282353" y="3766074"/>
              <a:ext cx="102342" cy="25646"/>
            </a:xfrm>
            <a:custGeom>
              <a:avLst/>
              <a:gdLst/>
              <a:ahLst/>
              <a:cxnLst/>
              <a:rect l="0" t="0" r="0" b="0"/>
              <a:pathLst>
                <a:path w="102342" h="25646">
                  <a:moveTo>
                    <a:pt x="0" y="0"/>
                  </a:moveTo>
                  <a:lnTo>
                    <a:pt x="102342" y="25646"/>
                  </a:lnTo>
                </a:path>
              </a:pathLst>
            </a:custGeom>
            <a:noFill/>
            <a:ln w="20003">
              <a:solidFill>
                <a:srgbClr val="DCE1E5"/>
              </a:solidFill>
            </a:ln>
          </p:spPr>
        </p:sp>
        <p:sp>
          <p:nvSpPr>
            <p:cNvPr id="2237" name="Candidate_receptor__2236">
              <a:extLst>
                <a:ext uri="{FF2B5EF4-FFF2-40B4-BE49-F238E27FC236}">
                  <a16:creationId xmlns:a16="http://schemas.microsoft.com/office/drawing/2014/main" id="{50B1C024-254C-EE2C-24A9-60D9CE24FE2F}"/>
                </a:ext>
              </a:extLst>
            </p:cNvPr>
            <p:cNvSpPr>
              <a:spLocks noGrp="1"/>
            </p:cNvSpPr>
            <p:nvPr/>
          </p:nvSpPr>
          <p:spPr>
            <a:xfrm>
              <a:off x="6321267" y="3618052"/>
              <a:ext cx="89424" cy="47515"/>
            </a:xfrm>
            <a:custGeom>
              <a:avLst/>
              <a:gdLst/>
              <a:ahLst/>
              <a:cxnLst/>
              <a:rect l="0" t="0" r="0" b="0"/>
              <a:pathLst>
                <a:path w="89424" h="47515">
                  <a:moveTo>
                    <a:pt x="0" y="0"/>
                  </a:moveTo>
                  <a:lnTo>
                    <a:pt x="89424" y="47515"/>
                  </a:lnTo>
                </a:path>
              </a:pathLst>
            </a:custGeom>
            <a:noFill/>
            <a:ln w="20003">
              <a:solidFill>
                <a:srgbClr val="DCE1E5"/>
              </a:solidFill>
            </a:ln>
          </p:spPr>
        </p:sp>
        <p:sp>
          <p:nvSpPr>
            <p:cNvPr id="2238" name="Candidate_receptor__2237">
              <a:extLst>
                <a:ext uri="{FF2B5EF4-FFF2-40B4-BE49-F238E27FC236}">
                  <a16:creationId xmlns:a16="http://schemas.microsoft.com/office/drawing/2014/main" id="{97776F58-C134-F59D-3A4D-C33698A852D1}"/>
                </a:ext>
              </a:extLst>
            </p:cNvPr>
            <p:cNvSpPr>
              <a:spLocks noGrp="1"/>
            </p:cNvSpPr>
            <p:nvPr/>
          </p:nvSpPr>
          <p:spPr>
            <a:xfrm>
              <a:off x="6384695" y="3791720"/>
              <a:ext cx="37924" cy="56702"/>
            </a:xfrm>
            <a:custGeom>
              <a:avLst/>
              <a:gdLst/>
              <a:ahLst/>
              <a:cxnLst/>
              <a:rect l="0" t="0" r="0" b="0"/>
              <a:pathLst>
                <a:path w="37924" h="56702">
                  <a:moveTo>
                    <a:pt x="0" y="0"/>
                  </a:moveTo>
                  <a:lnTo>
                    <a:pt x="37924" y="56702"/>
                  </a:lnTo>
                </a:path>
              </a:pathLst>
            </a:custGeom>
            <a:noFill/>
            <a:ln w="20003">
              <a:solidFill>
                <a:srgbClr val="DDE1E5"/>
              </a:solidFill>
            </a:ln>
          </p:spPr>
        </p:sp>
        <p:sp>
          <p:nvSpPr>
            <p:cNvPr id="2239" name="Candidate_receptor__2238">
              <a:extLst>
                <a:ext uri="{FF2B5EF4-FFF2-40B4-BE49-F238E27FC236}">
                  <a16:creationId xmlns:a16="http://schemas.microsoft.com/office/drawing/2014/main" id="{E2A78E31-106A-4C65-5EC6-C0BEB556E673}"/>
                </a:ext>
              </a:extLst>
            </p:cNvPr>
            <p:cNvSpPr>
              <a:spLocks noGrp="1"/>
            </p:cNvSpPr>
            <p:nvPr/>
          </p:nvSpPr>
          <p:spPr>
            <a:xfrm>
              <a:off x="6320292" y="3901036"/>
              <a:ext cx="8924" cy="33419"/>
            </a:xfrm>
            <a:custGeom>
              <a:avLst/>
              <a:gdLst/>
              <a:ahLst/>
              <a:cxnLst/>
              <a:rect l="0" t="0" r="0" b="0"/>
              <a:pathLst>
                <a:path w="8924" h="33419">
                  <a:moveTo>
                    <a:pt x="0" y="0"/>
                  </a:moveTo>
                  <a:lnTo>
                    <a:pt x="8924" y="33419"/>
                  </a:lnTo>
                </a:path>
              </a:pathLst>
            </a:custGeom>
            <a:noFill/>
            <a:ln w="20003">
              <a:solidFill>
                <a:srgbClr val="DDE1E5"/>
              </a:solidFill>
            </a:ln>
          </p:spPr>
        </p:sp>
        <p:sp>
          <p:nvSpPr>
            <p:cNvPr id="2240" name="Candidate_receptor__2239">
              <a:extLst>
                <a:ext uri="{FF2B5EF4-FFF2-40B4-BE49-F238E27FC236}">
                  <a16:creationId xmlns:a16="http://schemas.microsoft.com/office/drawing/2014/main" id="{DC33EB91-4D85-629F-5C40-317EA5998E84}"/>
                </a:ext>
              </a:extLst>
            </p:cNvPr>
            <p:cNvSpPr>
              <a:spLocks noGrp="1"/>
            </p:cNvSpPr>
            <p:nvPr/>
          </p:nvSpPr>
          <p:spPr>
            <a:xfrm>
              <a:off x="6374866" y="4156997"/>
              <a:ext cx="88701" cy="55081"/>
            </a:xfrm>
            <a:custGeom>
              <a:avLst/>
              <a:gdLst/>
              <a:ahLst/>
              <a:cxnLst/>
              <a:rect l="0" t="0" r="0" b="0"/>
              <a:pathLst>
                <a:path w="88701" h="55081">
                  <a:moveTo>
                    <a:pt x="88701" y="0"/>
                  </a:moveTo>
                  <a:lnTo>
                    <a:pt x="0" y="55081"/>
                  </a:lnTo>
                </a:path>
              </a:pathLst>
            </a:custGeom>
            <a:noFill/>
            <a:ln w="20003">
              <a:solidFill>
                <a:srgbClr val="DDE1E5"/>
              </a:solidFill>
            </a:ln>
          </p:spPr>
        </p:sp>
        <p:sp>
          <p:nvSpPr>
            <p:cNvPr id="2241" name="Candidate_receptor__2240">
              <a:extLst>
                <a:ext uri="{FF2B5EF4-FFF2-40B4-BE49-F238E27FC236}">
                  <a16:creationId xmlns:a16="http://schemas.microsoft.com/office/drawing/2014/main" id="{71D38A6F-3E7C-3BD1-133A-0908C76C04AD}"/>
                </a:ext>
              </a:extLst>
            </p:cNvPr>
            <p:cNvSpPr>
              <a:spLocks noGrp="1"/>
            </p:cNvSpPr>
            <p:nvPr/>
          </p:nvSpPr>
          <p:spPr>
            <a:xfrm>
              <a:off x="5183779" y="4451477"/>
              <a:ext cx="114921" cy="1770"/>
            </a:xfrm>
            <a:custGeom>
              <a:avLst/>
              <a:gdLst/>
              <a:ahLst/>
              <a:cxnLst/>
              <a:rect l="0" t="0" r="0" b="0"/>
              <a:pathLst>
                <a:path w="114921" h="1770">
                  <a:moveTo>
                    <a:pt x="0" y="1770"/>
                  </a:moveTo>
                  <a:lnTo>
                    <a:pt x="114921" y="0"/>
                  </a:lnTo>
                </a:path>
              </a:pathLst>
            </a:custGeom>
            <a:noFill/>
            <a:ln w="20003">
              <a:solidFill>
                <a:srgbClr val="DDE1E5"/>
              </a:solidFill>
            </a:ln>
          </p:spPr>
        </p:sp>
        <p:sp>
          <p:nvSpPr>
            <p:cNvPr id="2242" name="Candidate_receptor__2241">
              <a:extLst>
                <a:ext uri="{FF2B5EF4-FFF2-40B4-BE49-F238E27FC236}">
                  <a16:creationId xmlns:a16="http://schemas.microsoft.com/office/drawing/2014/main" id="{2EEF7058-BDBB-79F8-BF65-297322BC702D}"/>
                </a:ext>
              </a:extLst>
            </p:cNvPr>
            <p:cNvSpPr>
              <a:spLocks noGrp="1"/>
            </p:cNvSpPr>
            <p:nvPr/>
          </p:nvSpPr>
          <p:spPr>
            <a:xfrm>
              <a:off x="5039880" y="5299834"/>
              <a:ext cx="27654" cy="5730"/>
            </a:xfrm>
            <a:custGeom>
              <a:avLst/>
              <a:gdLst/>
              <a:ahLst/>
              <a:cxnLst/>
              <a:rect l="0" t="0" r="0" b="0"/>
              <a:pathLst>
                <a:path w="27654" h="5730">
                  <a:moveTo>
                    <a:pt x="27654" y="5730"/>
                  </a:moveTo>
                  <a:lnTo>
                    <a:pt x="0" y="0"/>
                  </a:lnTo>
                </a:path>
              </a:pathLst>
            </a:custGeom>
            <a:noFill/>
            <a:ln w="20003">
              <a:solidFill>
                <a:srgbClr val="DDE1E5"/>
              </a:solidFill>
            </a:ln>
          </p:spPr>
        </p:sp>
        <p:sp>
          <p:nvSpPr>
            <p:cNvPr id="2243" name="Candidate_receptor__2242">
              <a:extLst>
                <a:ext uri="{FF2B5EF4-FFF2-40B4-BE49-F238E27FC236}">
                  <a16:creationId xmlns:a16="http://schemas.microsoft.com/office/drawing/2014/main" id="{4EBC055C-45D2-2C2E-C2CC-DC0013B06404}"/>
                </a:ext>
              </a:extLst>
            </p:cNvPr>
            <p:cNvSpPr>
              <a:spLocks noGrp="1"/>
            </p:cNvSpPr>
            <p:nvPr/>
          </p:nvSpPr>
          <p:spPr>
            <a:xfrm>
              <a:off x="4808306" y="4734310"/>
              <a:ext cx="45880" cy="29713"/>
            </a:xfrm>
            <a:custGeom>
              <a:avLst/>
              <a:gdLst/>
              <a:ahLst/>
              <a:cxnLst/>
              <a:rect l="0" t="0" r="0" b="0"/>
              <a:pathLst>
                <a:path w="45880" h="29713">
                  <a:moveTo>
                    <a:pt x="0" y="29713"/>
                  </a:moveTo>
                  <a:lnTo>
                    <a:pt x="45880" y="0"/>
                  </a:lnTo>
                </a:path>
              </a:pathLst>
            </a:custGeom>
            <a:noFill/>
            <a:ln w="20003">
              <a:solidFill>
                <a:srgbClr val="DDE1E5"/>
              </a:solidFill>
            </a:ln>
          </p:spPr>
        </p:sp>
        <p:sp>
          <p:nvSpPr>
            <p:cNvPr id="2244" name="Candidate_receptor__2243">
              <a:extLst>
                <a:ext uri="{FF2B5EF4-FFF2-40B4-BE49-F238E27FC236}">
                  <a16:creationId xmlns:a16="http://schemas.microsoft.com/office/drawing/2014/main" id="{D8E0CBA4-B098-7FF5-FA58-7FE82C6B97CF}"/>
                </a:ext>
              </a:extLst>
            </p:cNvPr>
            <p:cNvSpPr>
              <a:spLocks noGrp="1"/>
            </p:cNvSpPr>
            <p:nvPr/>
          </p:nvSpPr>
          <p:spPr>
            <a:xfrm>
              <a:off x="6262525" y="3594630"/>
              <a:ext cx="58742" cy="23422"/>
            </a:xfrm>
            <a:custGeom>
              <a:avLst/>
              <a:gdLst/>
              <a:ahLst/>
              <a:cxnLst/>
              <a:rect l="0" t="0" r="0" b="0"/>
              <a:pathLst>
                <a:path w="58742" h="23422">
                  <a:moveTo>
                    <a:pt x="0" y="0"/>
                  </a:moveTo>
                  <a:lnTo>
                    <a:pt x="58742" y="23422"/>
                  </a:lnTo>
                </a:path>
              </a:pathLst>
            </a:custGeom>
            <a:noFill/>
            <a:ln w="20003">
              <a:solidFill>
                <a:srgbClr val="DDE1E5"/>
              </a:solidFill>
            </a:ln>
          </p:spPr>
        </p:sp>
        <p:sp>
          <p:nvSpPr>
            <p:cNvPr id="2245" name="Candidate_receptor__2244">
              <a:extLst>
                <a:ext uri="{FF2B5EF4-FFF2-40B4-BE49-F238E27FC236}">
                  <a16:creationId xmlns:a16="http://schemas.microsoft.com/office/drawing/2014/main" id="{C8E5D5C1-5DC7-02E1-E22A-A90D0758ED8F}"/>
                </a:ext>
              </a:extLst>
            </p:cNvPr>
            <p:cNvSpPr>
              <a:spLocks noGrp="1"/>
            </p:cNvSpPr>
            <p:nvPr/>
          </p:nvSpPr>
          <p:spPr>
            <a:xfrm>
              <a:off x="5543710" y="4627425"/>
              <a:ext cx="65945" cy="12514"/>
            </a:xfrm>
            <a:custGeom>
              <a:avLst/>
              <a:gdLst/>
              <a:ahLst/>
              <a:cxnLst/>
              <a:rect l="0" t="0" r="0" b="0"/>
              <a:pathLst>
                <a:path w="65945" h="12514">
                  <a:moveTo>
                    <a:pt x="0" y="12514"/>
                  </a:moveTo>
                  <a:lnTo>
                    <a:pt x="65945" y="0"/>
                  </a:lnTo>
                </a:path>
              </a:pathLst>
            </a:custGeom>
            <a:noFill/>
            <a:ln w="20003">
              <a:solidFill>
                <a:srgbClr val="DDE1E5"/>
              </a:solidFill>
            </a:ln>
          </p:spPr>
        </p:sp>
        <p:sp>
          <p:nvSpPr>
            <p:cNvPr id="2246" name="Candidate_receptor__2245">
              <a:extLst>
                <a:ext uri="{FF2B5EF4-FFF2-40B4-BE49-F238E27FC236}">
                  <a16:creationId xmlns:a16="http://schemas.microsoft.com/office/drawing/2014/main" id="{71B519BE-5F24-1CFF-F1F2-7643A0BB3B42}"/>
                </a:ext>
              </a:extLst>
            </p:cNvPr>
            <p:cNvSpPr>
              <a:spLocks noGrp="1"/>
            </p:cNvSpPr>
            <p:nvPr/>
          </p:nvSpPr>
          <p:spPr>
            <a:xfrm>
              <a:off x="4759691" y="4614164"/>
              <a:ext cx="106055" cy="8419"/>
            </a:xfrm>
            <a:custGeom>
              <a:avLst/>
              <a:gdLst/>
              <a:ahLst/>
              <a:cxnLst/>
              <a:rect l="0" t="0" r="0" b="0"/>
              <a:pathLst>
                <a:path w="106055" h="8419">
                  <a:moveTo>
                    <a:pt x="106055" y="8419"/>
                  </a:moveTo>
                  <a:lnTo>
                    <a:pt x="0" y="0"/>
                  </a:lnTo>
                </a:path>
              </a:pathLst>
            </a:custGeom>
            <a:noFill/>
            <a:ln w="20003">
              <a:solidFill>
                <a:srgbClr val="DDE1E5"/>
              </a:solidFill>
            </a:ln>
          </p:spPr>
        </p:sp>
        <p:sp>
          <p:nvSpPr>
            <p:cNvPr id="2247" name="Candidate_receptor__2246">
              <a:extLst>
                <a:ext uri="{FF2B5EF4-FFF2-40B4-BE49-F238E27FC236}">
                  <a16:creationId xmlns:a16="http://schemas.microsoft.com/office/drawing/2014/main" id="{0C723A0C-F89B-3DCF-806B-F2FCC07F7A8E}"/>
                </a:ext>
              </a:extLst>
            </p:cNvPr>
            <p:cNvSpPr>
              <a:spLocks noGrp="1"/>
            </p:cNvSpPr>
            <p:nvPr/>
          </p:nvSpPr>
          <p:spPr>
            <a:xfrm>
              <a:off x="4987634" y="5160681"/>
              <a:ext cx="105687" cy="6727"/>
            </a:xfrm>
            <a:custGeom>
              <a:avLst/>
              <a:gdLst/>
              <a:ahLst/>
              <a:cxnLst/>
              <a:rect l="0" t="0" r="0" b="0"/>
              <a:pathLst>
                <a:path w="105687" h="6727">
                  <a:moveTo>
                    <a:pt x="105687" y="6727"/>
                  </a:moveTo>
                  <a:lnTo>
                    <a:pt x="0" y="0"/>
                  </a:lnTo>
                </a:path>
              </a:pathLst>
            </a:custGeom>
            <a:noFill/>
            <a:ln w="20003">
              <a:solidFill>
                <a:srgbClr val="DDE1E5"/>
              </a:solidFill>
            </a:ln>
          </p:spPr>
        </p:sp>
        <p:sp>
          <p:nvSpPr>
            <p:cNvPr id="2248" name="Candidate_receptor__2247">
              <a:extLst>
                <a:ext uri="{FF2B5EF4-FFF2-40B4-BE49-F238E27FC236}">
                  <a16:creationId xmlns:a16="http://schemas.microsoft.com/office/drawing/2014/main" id="{65CF6FEB-D12A-F739-48A5-CA0B326E423A}"/>
                </a:ext>
              </a:extLst>
            </p:cNvPr>
            <p:cNvSpPr>
              <a:spLocks noGrp="1"/>
            </p:cNvSpPr>
            <p:nvPr/>
          </p:nvSpPr>
          <p:spPr>
            <a:xfrm>
              <a:off x="6405298" y="3970400"/>
              <a:ext cx="31616" cy="61412"/>
            </a:xfrm>
            <a:custGeom>
              <a:avLst/>
              <a:gdLst/>
              <a:ahLst/>
              <a:cxnLst/>
              <a:rect l="0" t="0" r="0" b="0"/>
              <a:pathLst>
                <a:path w="31616" h="61412">
                  <a:moveTo>
                    <a:pt x="31616" y="0"/>
                  </a:moveTo>
                  <a:lnTo>
                    <a:pt x="0" y="61412"/>
                  </a:lnTo>
                </a:path>
              </a:pathLst>
            </a:custGeom>
            <a:noFill/>
            <a:ln w="20003">
              <a:solidFill>
                <a:srgbClr val="DDE1E5"/>
              </a:solidFill>
            </a:ln>
          </p:spPr>
        </p:sp>
        <p:sp>
          <p:nvSpPr>
            <p:cNvPr id="2249" name="Candidate_receptor__2248">
              <a:extLst>
                <a:ext uri="{FF2B5EF4-FFF2-40B4-BE49-F238E27FC236}">
                  <a16:creationId xmlns:a16="http://schemas.microsoft.com/office/drawing/2014/main" id="{7F56D61A-2954-8ECE-0932-0D0A10DED55F}"/>
                </a:ext>
              </a:extLst>
            </p:cNvPr>
            <p:cNvSpPr>
              <a:spLocks noGrp="1"/>
            </p:cNvSpPr>
            <p:nvPr/>
          </p:nvSpPr>
          <p:spPr>
            <a:xfrm>
              <a:off x="5228161" y="4550198"/>
              <a:ext cx="77804" cy="51691"/>
            </a:xfrm>
            <a:custGeom>
              <a:avLst/>
              <a:gdLst/>
              <a:ahLst/>
              <a:cxnLst/>
              <a:rect l="0" t="0" r="0" b="0"/>
              <a:pathLst>
                <a:path w="77804" h="51691">
                  <a:moveTo>
                    <a:pt x="77804" y="0"/>
                  </a:moveTo>
                  <a:lnTo>
                    <a:pt x="0" y="51691"/>
                  </a:lnTo>
                </a:path>
              </a:pathLst>
            </a:custGeom>
            <a:noFill/>
            <a:ln w="20003">
              <a:solidFill>
                <a:srgbClr val="DDE1E5"/>
              </a:solidFill>
            </a:ln>
          </p:spPr>
        </p:sp>
        <p:sp>
          <p:nvSpPr>
            <p:cNvPr id="2250" name="Candidate_receptor__2249">
              <a:extLst>
                <a:ext uri="{FF2B5EF4-FFF2-40B4-BE49-F238E27FC236}">
                  <a16:creationId xmlns:a16="http://schemas.microsoft.com/office/drawing/2014/main" id="{A5CB7F46-CE7F-88B4-F3E9-F423D0EF9A23}"/>
                </a:ext>
              </a:extLst>
            </p:cNvPr>
            <p:cNvSpPr>
              <a:spLocks noGrp="1"/>
            </p:cNvSpPr>
            <p:nvPr/>
          </p:nvSpPr>
          <p:spPr>
            <a:xfrm>
              <a:off x="5298701" y="4451477"/>
              <a:ext cx="7264" cy="98720"/>
            </a:xfrm>
            <a:custGeom>
              <a:avLst/>
              <a:gdLst/>
              <a:ahLst/>
              <a:cxnLst/>
              <a:rect l="0" t="0" r="0" b="0"/>
              <a:pathLst>
                <a:path w="7264" h="98720">
                  <a:moveTo>
                    <a:pt x="0" y="0"/>
                  </a:moveTo>
                  <a:lnTo>
                    <a:pt x="7264" y="98720"/>
                  </a:lnTo>
                </a:path>
              </a:pathLst>
            </a:custGeom>
            <a:noFill/>
            <a:ln w="20003">
              <a:solidFill>
                <a:srgbClr val="DDE2E5"/>
              </a:solidFill>
            </a:ln>
          </p:spPr>
        </p:sp>
        <p:sp>
          <p:nvSpPr>
            <p:cNvPr id="2251" name="Candidate_receptor__2250">
              <a:extLst>
                <a:ext uri="{FF2B5EF4-FFF2-40B4-BE49-F238E27FC236}">
                  <a16:creationId xmlns:a16="http://schemas.microsoft.com/office/drawing/2014/main" id="{EE1D171C-E004-418B-ED1C-23C4E592702C}"/>
                </a:ext>
              </a:extLst>
            </p:cNvPr>
            <p:cNvSpPr>
              <a:spLocks noGrp="1"/>
            </p:cNvSpPr>
            <p:nvPr/>
          </p:nvSpPr>
          <p:spPr>
            <a:xfrm>
              <a:off x="5207372" y="4885096"/>
              <a:ext cx="112186" cy="26163"/>
            </a:xfrm>
            <a:custGeom>
              <a:avLst/>
              <a:gdLst/>
              <a:ahLst/>
              <a:cxnLst/>
              <a:rect l="0" t="0" r="0" b="0"/>
              <a:pathLst>
                <a:path w="112186" h="26163">
                  <a:moveTo>
                    <a:pt x="0" y="0"/>
                  </a:moveTo>
                  <a:lnTo>
                    <a:pt x="112186" y="26163"/>
                  </a:lnTo>
                </a:path>
              </a:pathLst>
            </a:custGeom>
            <a:noFill/>
            <a:ln w="20003">
              <a:solidFill>
                <a:srgbClr val="DDE2E5"/>
              </a:solidFill>
            </a:ln>
          </p:spPr>
        </p:sp>
        <p:sp>
          <p:nvSpPr>
            <p:cNvPr id="2252" name="Candidate_receptor__2251">
              <a:extLst>
                <a:ext uri="{FF2B5EF4-FFF2-40B4-BE49-F238E27FC236}">
                  <a16:creationId xmlns:a16="http://schemas.microsoft.com/office/drawing/2014/main" id="{4ABE4E9C-6237-04E4-1C6D-63EEF588CE18}"/>
                </a:ext>
              </a:extLst>
            </p:cNvPr>
            <p:cNvSpPr>
              <a:spLocks noGrp="1"/>
            </p:cNvSpPr>
            <p:nvPr/>
          </p:nvSpPr>
          <p:spPr>
            <a:xfrm>
              <a:off x="6550052" y="4432602"/>
              <a:ext cx="106926" cy="37713"/>
            </a:xfrm>
            <a:custGeom>
              <a:avLst/>
              <a:gdLst/>
              <a:ahLst/>
              <a:cxnLst/>
              <a:rect l="0" t="0" r="0" b="0"/>
              <a:pathLst>
                <a:path w="106926" h="37713">
                  <a:moveTo>
                    <a:pt x="0" y="37713"/>
                  </a:moveTo>
                  <a:lnTo>
                    <a:pt x="106926" y="0"/>
                  </a:lnTo>
                </a:path>
              </a:pathLst>
            </a:custGeom>
            <a:noFill/>
            <a:ln w="20003">
              <a:solidFill>
                <a:srgbClr val="DDE2E5"/>
              </a:solidFill>
            </a:ln>
          </p:spPr>
        </p:sp>
        <p:sp>
          <p:nvSpPr>
            <p:cNvPr id="2253" name="Candidate_receptor__2252">
              <a:extLst>
                <a:ext uri="{FF2B5EF4-FFF2-40B4-BE49-F238E27FC236}">
                  <a16:creationId xmlns:a16="http://schemas.microsoft.com/office/drawing/2014/main" id="{3D69BF1D-3A4B-1EB2-284C-5DC0ADB87941}"/>
                </a:ext>
              </a:extLst>
            </p:cNvPr>
            <p:cNvSpPr>
              <a:spLocks noGrp="1"/>
            </p:cNvSpPr>
            <p:nvPr/>
          </p:nvSpPr>
          <p:spPr>
            <a:xfrm>
              <a:off x="5510740" y="4501708"/>
              <a:ext cx="113132" cy="13301"/>
            </a:xfrm>
            <a:custGeom>
              <a:avLst/>
              <a:gdLst/>
              <a:ahLst/>
              <a:cxnLst/>
              <a:rect l="0" t="0" r="0" b="0"/>
              <a:pathLst>
                <a:path w="113132" h="13301">
                  <a:moveTo>
                    <a:pt x="113132" y="13301"/>
                  </a:moveTo>
                  <a:lnTo>
                    <a:pt x="0" y="0"/>
                  </a:lnTo>
                </a:path>
              </a:pathLst>
            </a:custGeom>
            <a:noFill/>
            <a:ln w="20003">
              <a:solidFill>
                <a:srgbClr val="DDE2E5"/>
              </a:solidFill>
            </a:ln>
          </p:spPr>
        </p:sp>
        <p:sp>
          <p:nvSpPr>
            <p:cNvPr id="2254" name="Candidate_receptor__2253">
              <a:extLst>
                <a:ext uri="{FF2B5EF4-FFF2-40B4-BE49-F238E27FC236}">
                  <a16:creationId xmlns:a16="http://schemas.microsoft.com/office/drawing/2014/main" id="{1A4CDBBD-59A6-507A-A7C4-DABEFE99A3E1}"/>
                </a:ext>
              </a:extLst>
            </p:cNvPr>
            <p:cNvSpPr>
              <a:spLocks noGrp="1"/>
            </p:cNvSpPr>
            <p:nvPr/>
          </p:nvSpPr>
          <p:spPr>
            <a:xfrm>
              <a:off x="6319136" y="4031812"/>
              <a:ext cx="86162" cy="50701"/>
            </a:xfrm>
            <a:custGeom>
              <a:avLst/>
              <a:gdLst/>
              <a:ahLst/>
              <a:cxnLst/>
              <a:rect l="0" t="0" r="0" b="0"/>
              <a:pathLst>
                <a:path w="86162" h="50701">
                  <a:moveTo>
                    <a:pt x="86162" y="0"/>
                  </a:moveTo>
                  <a:lnTo>
                    <a:pt x="0" y="50701"/>
                  </a:lnTo>
                </a:path>
              </a:pathLst>
            </a:custGeom>
            <a:noFill/>
            <a:ln w="20003">
              <a:solidFill>
                <a:srgbClr val="DDE2E5"/>
              </a:solidFill>
            </a:ln>
          </p:spPr>
        </p:sp>
        <p:sp>
          <p:nvSpPr>
            <p:cNvPr id="2255" name="Candidate_receptor__2254">
              <a:extLst>
                <a:ext uri="{FF2B5EF4-FFF2-40B4-BE49-F238E27FC236}">
                  <a16:creationId xmlns:a16="http://schemas.microsoft.com/office/drawing/2014/main" id="{E5D898CC-E9A9-269C-8AB3-CC1607122F85}"/>
                </a:ext>
              </a:extLst>
            </p:cNvPr>
            <p:cNvSpPr>
              <a:spLocks noGrp="1"/>
            </p:cNvSpPr>
            <p:nvPr/>
          </p:nvSpPr>
          <p:spPr>
            <a:xfrm>
              <a:off x="6119075" y="4494011"/>
              <a:ext cx="84343" cy="51966"/>
            </a:xfrm>
            <a:custGeom>
              <a:avLst/>
              <a:gdLst/>
              <a:ahLst/>
              <a:cxnLst/>
              <a:rect l="0" t="0" r="0" b="0"/>
              <a:pathLst>
                <a:path w="84343" h="51966">
                  <a:moveTo>
                    <a:pt x="84343" y="51966"/>
                  </a:moveTo>
                  <a:lnTo>
                    <a:pt x="0" y="0"/>
                  </a:lnTo>
                </a:path>
              </a:pathLst>
            </a:custGeom>
            <a:noFill/>
            <a:ln w="20003">
              <a:solidFill>
                <a:srgbClr val="DDE2E5"/>
              </a:solidFill>
            </a:ln>
          </p:spPr>
        </p:sp>
        <p:sp>
          <p:nvSpPr>
            <p:cNvPr id="2256" name="Candidate_receptor__2255">
              <a:extLst>
                <a:ext uri="{FF2B5EF4-FFF2-40B4-BE49-F238E27FC236}">
                  <a16:creationId xmlns:a16="http://schemas.microsoft.com/office/drawing/2014/main" id="{BF55366E-A154-ACB6-AF34-9ECC5C888364}"/>
                </a:ext>
              </a:extLst>
            </p:cNvPr>
            <p:cNvSpPr>
              <a:spLocks noGrp="1"/>
            </p:cNvSpPr>
            <p:nvPr/>
          </p:nvSpPr>
          <p:spPr>
            <a:xfrm>
              <a:off x="4706501" y="4614164"/>
              <a:ext cx="53191" cy="53138"/>
            </a:xfrm>
            <a:custGeom>
              <a:avLst/>
              <a:gdLst/>
              <a:ahLst/>
              <a:cxnLst/>
              <a:rect l="0" t="0" r="0" b="0"/>
              <a:pathLst>
                <a:path w="53191" h="53138">
                  <a:moveTo>
                    <a:pt x="53191" y="0"/>
                  </a:moveTo>
                  <a:lnTo>
                    <a:pt x="0" y="53138"/>
                  </a:lnTo>
                </a:path>
              </a:pathLst>
            </a:custGeom>
            <a:noFill/>
            <a:ln w="20003">
              <a:solidFill>
                <a:srgbClr val="DDE2E5"/>
              </a:solidFill>
            </a:ln>
          </p:spPr>
        </p:sp>
        <p:sp>
          <p:nvSpPr>
            <p:cNvPr id="2257" name="Candidate_receptor__2256">
              <a:extLst>
                <a:ext uri="{FF2B5EF4-FFF2-40B4-BE49-F238E27FC236}">
                  <a16:creationId xmlns:a16="http://schemas.microsoft.com/office/drawing/2014/main" id="{FCC2865F-FB50-5C11-1B9F-CA3214282C6E}"/>
                </a:ext>
              </a:extLst>
            </p:cNvPr>
            <p:cNvSpPr>
              <a:spLocks noGrp="1"/>
            </p:cNvSpPr>
            <p:nvPr/>
          </p:nvSpPr>
          <p:spPr>
            <a:xfrm>
              <a:off x="6196733" y="4545976"/>
              <a:ext cx="6685" cy="97321"/>
            </a:xfrm>
            <a:custGeom>
              <a:avLst/>
              <a:gdLst/>
              <a:ahLst/>
              <a:cxnLst/>
              <a:rect l="0" t="0" r="0" b="0"/>
              <a:pathLst>
                <a:path w="6685" h="97321">
                  <a:moveTo>
                    <a:pt x="0" y="97321"/>
                  </a:moveTo>
                  <a:lnTo>
                    <a:pt x="6685" y="0"/>
                  </a:lnTo>
                </a:path>
              </a:pathLst>
            </a:custGeom>
            <a:noFill/>
            <a:ln w="20003">
              <a:solidFill>
                <a:srgbClr val="DDE2E5"/>
              </a:solidFill>
            </a:ln>
          </p:spPr>
        </p:sp>
        <p:sp>
          <p:nvSpPr>
            <p:cNvPr id="2258" name="Candidate_receptor__2257">
              <a:extLst>
                <a:ext uri="{FF2B5EF4-FFF2-40B4-BE49-F238E27FC236}">
                  <a16:creationId xmlns:a16="http://schemas.microsoft.com/office/drawing/2014/main" id="{EE2AC0ED-28AC-1B69-34A9-5954BFF3873E}"/>
                </a:ext>
              </a:extLst>
            </p:cNvPr>
            <p:cNvSpPr>
              <a:spLocks noGrp="1"/>
            </p:cNvSpPr>
            <p:nvPr/>
          </p:nvSpPr>
          <p:spPr>
            <a:xfrm>
              <a:off x="5093321" y="5167409"/>
              <a:ext cx="35850" cy="62238"/>
            </a:xfrm>
            <a:custGeom>
              <a:avLst/>
              <a:gdLst/>
              <a:ahLst/>
              <a:cxnLst/>
              <a:rect l="0" t="0" r="0" b="0"/>
              <a:pathLst>
                <a:path w="35850" h="62238">
                  <a:moveTo>
                    <a:pt x="35850" y="62238"/>
                  </a:moveTo>
                  <a:lnTo>
                    <a:pt x="0" y="0"/>
                  </a:lnTo>
                </a:path>
              </a:pathLst>
            </a:custGeom>
            <a:noFill/>
            <a:ln w="20003">
              <a:solidFill>
                <a:srgbClr val="DDE2E5"/>
              </a:solidFill>
            </a:ln>
          </p:spPr>
        </p:sp>
        <p:sp>
          <p:nvSpPr>
            <p:cNvPr id="2259" name="Candidate_receptor__2258">
              <a:extLst>
                <a:ext uri="{FF2B5EF4-FFF2-40B4-BE49-F238E27FC236}">
                  <a16:creationId xmlns:a16="http://schemas.microsoft.com/office/drawing/2014/main" id="{734E87DC-5BB0-157A-6F2C-2CCB2FCD3951}"/>
                </a:ext>
              </a:extLst>
            </p:cNvPr>
            <p:cNvSpPr>
              <a:spLocks noGrp="1"/>
            </p:cNvSpPr>
            <p:nvPr/>
          </p:nvSpPr>
          <p:spPr>
            <a:xfrm>
              <a:off x="5199931" y="5009647"/>
              <a:ext cx="80123" cy="9836"/>
            </a:xfrm>
            <a:custGeom>
              <a:avLst/>
              <a:gdLst/>
              <a:ahLst/>
              <a:cxnLst/>
              <a:rect l="0" t="0" r="0" b="0"/>
              <a:pathLst>
                <a:path w="80123" h="9836">
                  <a:moveTo>
                    <a:pt x="80123" y="0"/>
                  </a:moveTo>
                  <a:lnTo>
                    <a:pt x="0" y="9836"/>
                  </a:lnTo>
                </a:path>
              </a:pathLst>
            </a:custGeom>
            <a:noFill/>
            <a:ln w="20003">
              <a:solidFill>
                <a:srgbClr val="DDE2E5"/>
              </a:solidFill>
            </a:ln>
          </p:spPr>
        </p:sp>
        <p:sp>
          <p:nvSpPr>
            <p:cNvPr id="2260" name="Candidate_receptor__2259">
              <a:extLst>
                <a:ext uri="{FF2B5EF4-FFF2-40B4-BE49-F238E27FC236}">
                  <a16:creationId xmlns:a16="http://schemas.microsoft.com/office/drawing/2014/main" id="{555BEAD0-9147-FBF2-F6A0-E31022E7BE18}"/>
                </a:ext>
              </a:extLst>
            </p:cNvPr>
            <p:cNvSpPr>
              <a:spLocks noGrp="1"/>
            </p:cNvSpPr>
            <p:nvPr/>
          </p:nvSpPr>
          <p:spPr>
            <a:xfrm>
              <a:off x="6282353" y="3721330"/>
              <a:ext cx="56992" cy="44744"/>
            </a:xfrm>
            <a:custGeom>
              <a:avLst/>
              <a:gdLst/>
              <a:ahLst/>
              <a:cxnLst/>
              <a:rect l="0" t="0" r="0" b="0"/>
              <a:pathLst>
                <a:path w="56992" h="44744">
                  <a:moveTo>
                    <a:pt x="56992" y="0"/>
                  </a:moveTo>
                  <a:lnTo>
                    <a:pt x="0" y="44744"/>
                  </a:lnTo>
                </a:path>
              </a:pathLst>
            </a:custGeom>
            <a:noFill/>
            <a:ln w="20003">
              <a:solidFill>
                <a:srgbClr val="DDE2E5"/>
              </a:solidFill>
            </a:ln>
          </p:spPr>
        </p:sp>
        <p:sp>
          <p:nvSpPr>
            <p:cNvPr id="2261" name="Candidate_receptor__2260">
              <a:extLst>
                <a:ext uri="{FF2B5EF4-FFF2-40B4-BE49-F238E27FC236}">
                  <a16:creationId xmlns:a16="http://schemas.microsoft.com/office/drawing/2014/main" id="{6CE6059A-9661-C9AD-0740-8F48EF067F70}"/>
                </a:ext>
              </a:extLst>
            </p:cNvPr>
            <p:cNvSpPr>
              <a:spLocks noGrp="1"/>
            </p:cNvSpPr>
            <p:nvPr/>
          </p:nvSpPr>
          <p:spPr>
            <a:xfrm>
              <a:off x="4854186" y="4622584"/>
              <a:ext cx="11561" cy="111726"/>
            </a:xfrm>
            <a:custGeom>
              <a:avLst/>
              <a:gdLst/>
              <a:ahLst/>
              <a:cxnLst/>
              <a:rect l="0" t="0" r="0" b="0"/>
              <a:pathLst>
                <a:path w="11561" h="111726">
                  <a:moveTo>
                    <a:pt x="0" y="111726"/>
                  </a:moveTo>
                  <a:lnTo>
                    <a:pt x="11561" y="0"/>
                  </a:lnTo>
                </a:path>
              </a:pathLst>
            </a:custGeom>
            <a:noFill/>
            <a:ln w="20003">
              <a:solidFill>
                <a:srgbClr val="DDE2E5"/>
              </a:solidFill>
            </a:ln>
          </p:spPr>
        </p:sp>
        <p:sp>
          <p:nvSpPr>
            <p:cNvPr id="2262" name="Candidate_receptor__2261">
              <a:extLst>
                <a:ext uri="{FF2B5EF4-FFF2-40B4-BE49-F238E27FC236}">
                  <a16:creationId xmlns:a16="http://schemas.microsoft.com/office/drawing/2014/main" id="{6E2D5BBF-DD0C-FB2B-068E-DE433EA53664}"/>
                </a:ext>
              </a:extLst>
            </p:cNvPr>
            <p:cNvSpPr>
              <a:spLocks noGrp="1"/>
            </p:cNvSpPr>
            <p:nvPr/>
          </p:nvSpPr>
          <p:spPr>
            <a:xfrm>
              <a:off x="5609655" y="4515009"/>
              <a:ext cx="14217" cy="112416"/>
            </a:xfrm>
            <a:custGeom>
              <a:avLst/>
              <a:gdLst/>
              <a:ahLst/>
              <a:cxnLst/>
              <a:rect l="0" t="0" r="0" b="0"/>
              <a:pathLst>
                <a:path w="14217" h="112416">
                  <a:moveTo>
                    <a:pt x="0" y="112416"/>
                  </a:moveTo>
                  <a:lnTo>
                    <a:pt x="14217" y="0"/>
                  </a:lnTo>
                </a:path>
              </a:pathLst>
            </a:custGeom>
            <a:noFill/>
            <a:ln w="20003">
              <a:solidFill>
                <a:srgbClr val="DDE2E5"/>
              </a:solidFill>
            </a:ln>
          </p:spPr>
        </p:sp>
        <p:sp>
          <p:nvSpPr>
            <p:cNvPr id="2263" name="Candidate_receptor__2262">
              <a:extLst>
                <a:ext uri="{FF2B5EF4-FFF2-40B4-BE49-F238E27FC236}">
                  <a16:creationId xmlns:a16="http://schemas.microsoft.com/office/drawing/2014/main" id="{4EAF4CD2-ED77-3AA7-2943-C933EB5984A4}"/>
                </a:ext>
              </a:extLst>
            </p:cNvPr>
            <p:cNvSpPr>
              <a:spLocks noGrp="1"/>
            </p:cNvSpPr>
            <p:nvPr/>
          </p:nvSpPr>
          <p:spPr>
            <a:xfrm>
              <a:off x="6372076" y="3380920"/>
              <a:ext cx="17510" cy="91193"/>
            </a:xfrm>
            <a:custGeom>
              <a:avLst/>
              <a:gdLst/>
              <a:ahLst/>
              <a:cxnLst/>
              <a:rect l="0" t="0" r="0" b="0"/>
              <a:pathLst>
                <a:path w="17510" h="91193">
                  <a:moveTo>
                    <a:pt x="17510" y="0"/>
                  </a:moveTo>
                  <a:lnTo>
                    <a:pt x="0" y="91193"/>
                  </a:lnTo>
                </a:path>
              </a:pathLst>
            </a:custGeom>
            <a:noFill/>
            <a:ln w="20003">
              <a:solidFill>
                <a:srgbClr val="DDE2E5"/>
              </a:solidFill>
            </a:ln>
          </p:spPr>
        </p:sp>
        <p:sp>
          <p:nvSpPr>
            <p:cNvPr id="2264" name="Candidate_receptor__2263">
              <a:extLst>
                <a:ext uri="{FF2B5EF4-FFF2-40B4-BE49-F238E27FC236}">
                  <a16:creationId xmlns:a16="http://schemas.microsoft.com/office/drawing/2014/main" id="{37C15003-28EF-4618-7D3A-76D633837400}"/>
                </a:ext>
              </a:extLst>
            </p:cNvPr>
            <p:cNvSpPr>
              <a:spLocks noGrp="1"/>
            </p:cNvSpPr>
            <p:nvPr/>
          </p:nvSpPr>
          <p:spPr>
            <a:xfrm>
              <a:off x="6320292" y="3848422"/>
              <a:ext cx="102327" cy="52614"/>
            </a:xfrm>
            <a:custGeom>
              <a:avLst/>
              <a:gdLst/>
              <a:ahLst/>
              <a:cxnLst/>
              <a:rect l="0" t="0" r="0" b="0"/>
              <a:pathLst>
                <a:path w="102327" h="52614">
                  <a:moveTo>
                    <a:pt x="102327" y="0"/>
                  </a:moveTo>
                  <a:lnTo>
                    <a:pt x="0" y="52614"/>
                  </a:lnTo>
                </a:path>
              </a:pathLst>
            </a:custGeom>
            <a:noFill/>
            <a:ln w="20003">
              <a:solidFill>
                <a:srgbClr val="DDE2E5"/>
              </a:solidFill>
            </a:ln>
          </p:spPr>
        </p:sp>
        <p:sp>
          <p:nvSpPr>
            <p:cNvPr id="2265" name="Candidate_receptor__2264">
              <a:extLst>
                <a:ext uri="{FF2B5EF4-FFF2-40B4-BE49-F238E27FC236}">
                  <a16:creationId xmlns:a16="http://schemas.microsoft.com/office/drawing/2014/main" id="{CC368939-3A94-F0E0-1BFA-E0E635DE6394}"/>
                </a:ext>
              </a:extLst>
            </p:cNvPr>
            <p:cNvSpPr>
              <a:spLocks noGrp="1"/>
            </p:cNvSpPr>
            <p:nvPr/>
          </p:nvSpPr>
          <p:spPr>
            <a:xfrm>
              <a:off x="6339345" y="3665567"/>
              <a:ext cx="71346" cy="55763"/>
            </a:xfrm>
            <a:custGeom>
              <a:avLst/>
              <a:gdLst/>
              <a:ahLst/>
              <a:cxnLst/>
              <a:rect l="0" t="0" r="0" b="0"/>
              <a:pathLst>
                <a:path w="71346" h="55763">
                  <a:moveTo>
                    <a:pt x="71346" y="0"/>
                  </a:moveTo>
                  <a:lnTo>
                    <a:pt x="0" y="55763"/>
                  </a:lnTo>
                </a:path>
              </a:pathLst>
            </a:custGeom>
            <a:noFill/>
            <a:ln w="20003">
              <a:solidFill>
                <a:srgbClr val="DDE2E5"/>
              </a:solidFill>
            </a:ln>
          </p:spPr>
        </p:sp>
        <p:sp>
          <p:nvSpPr>
            <p:cNvPr id="2266" name="Candidate_receptor__2265">
              <a:extLst>
                <a:ext uri="{FF2B5EF4-FFF2-40B4-BE49-F238E27FC236}">
                  <a16:creationId xmlns:a16="http://schemas.microsoft.com/office/drawing/2014/main" id="{ADB47E3A-E543-E2B9-C224-2B5AE8F1E3B6}"/>
                </a:ext>
              </a:extLst>
            </p:cNvPr>
            <p:cNvSpPr>
              <a:spLocks noGrp="1"/>
            </p:cNvSpPr>
            <p:nvPr/>
          </p:nvSpPr>
          <p:spPr>
            <a:xfrm>
              <a:off x="5280053" y="4911259"/>
              <a:ext cx="39505" cy="98388"/>
            </a:xfrm>
            <a:custGeom>
              <a:avLst/>
              <a:gdLst/>
              <a:ahLst/>
              <a:cxnLst/>
              <a:rect l="0" t="0" r="0" b="0"/>
              <a:pathLst>
                <a:path w="39505" h="98388">
                  <a:moveTo>
                    <a:pt x="39505" y="0"/>
                  </a:moveTo>
                  <a:lnTo>
                    <a:pt x="0" y="98388"/>
                  </a:lnTo>
                </a:path>
              </a:pathLst>
            </a:custGeom>
            <a:noFill/>
            <a:ln w="20003">
              <a:solidFill>
                <a:srgbClr val="DDE2E5"/>
              </a:solidFill>
            </a:ln>
          </p:spPr>
        </p:sp>
        <p:sp>
          <p:nvSpPr>
            <p:cNvPr id="2267" name="Candidate_receptor__2266">
              <a:extLst>
                <a:ext uri="{FF2B5EF4-FFF2-40B4-BE49-F238E27FC236}">
                  <a16:creationId xmlns:a16="http://schemas.microsoft.com/office/drawing/2014/main" id="{0D65ADCD-FFE9-2539-E10B-51698106A0F3}"/>
                </a:ext>
              </a:extLst>
            </p:cNvPr>
            <p:cNvSpPr>
              <a:spLocks noGrp="1"/>
            </p:cNvSpPr>
            <p:nvPr/>
          </p:nvSpPr>
          <p:spPr>
            <a:xfrm>
              <a:off x="6353146" y="3472112"/>
              <a:ext cx="18930" cy="68862"/>
            </a:xfrm>
            <a:custGeom>
              <a:avLst/>
              <a:gdLst/>
              <a:ahLst/>
              <a:cxnLst/>
              <a:rect l="0" t="0" r="0" b="0"/>
              <a:pathLst>
                <a:path w="18930" h="68862">
                  <a:moveTo>
                    <a:pt x="18930" y="0"/>
                  </a:moveTo>
                  <a:lnTo>
                    <a:pt x="0" y="68862"/>
                  </a:lnTo>
                </a:path>
              </a:pathLst>
            </a:custGeom>
            <a:noFill/>
            <a:ln w="20003">
              <a:solidFill>
                <a:srgbClr val="DDE2E5"/>
              </a:solidFill>
            </a:ln>
          </p:spPr>
        </p:sp>
        <p:sp>
          <p:nvSpPr>
            <p:cNvPr id="2268" name="Candidate_receptor__2267">
              <a:extLst>
                <a:ext uri="{FF2B5EF4-FFF2-40B4-BE49-F238E27FC236}">
                  <a16:creationId xmlns:a16="http://schemas.microsoft.com/office/drawing/2014/main" id="{4FCC0D5E-5E68-171E-BA9C-9B7CBAA45DC4}"/>
                </a:ext>
              </a:extLst>
            </p:cNvPr>
            <p:cNvSpPr>
              <a:spLocks noGrp="1"/>
            </p:cNvSpPr>
            <p:nvPr/>
          </p:nvSpPr>
          <p:spPr>
            <a:xfrm>
              <a:off x="5003671" y="5012417"/>
              <a:ext cx="90674" cy="41504"/>
            </a:xfrm>
            <a:custGeom>
              <a:avLst/>
              <a:gdLst/>
              <a:ahLst/>
              <a:cxnLst/>
              <a:rect l="0" t="0" r="0" b="0"/>
              <a:pathLst>
                <a:path w="90674" h="41504">
                  <a:moveTo>
                    <a:pt x="90674" y="41504"/>
                  </a:moveTo>
                  <a:lnTo>
                    <a:pt x="0" y="0"/>
                  </a:lnTo>
                </a:path>
              </a:pathLst>
            </a:custGeom>
            <a:noFill/>
            <a:ln w="20003">
              <a:solidFill>
                <a:srgbClr val="DDE2E5"/>
              </a:solidFill>
            </a:ln>
          </p:spPr>
        </p:sp>
        <p:sp>
          <p:nvSpPr>
            <p:cNvPr id="2269" name="Candidate_receptor__2268">
              <a:extLst>
                <a:ext uri="{FF2B5EF4-FFF2-40B4-BE49-F238E27FC236}">
                  <a16:creationId xmlns:a16="http://schemas.microsoft.com/office/drawing/2014/main" id="{40AA7AC4-296E-6A44-FE02-4B290CCD9871}"/>
                </a:ext>
              </a:extLst>
            </p:cNvPr>
            <p:cNvSpPr>
              <a:spLocks noGrp="1"/>
            </p:cNvSpPr>
            <p:nvPr/>
          </p:nvSpPr>
          <p:spPr>
            <a:xfrm>
              <a:off x="5183779" y="4453248"/>
              <a:ext cx="12489" cy="17557"/>
            </a:xfrm>
            <a:custGeom>
              <a:avLst/>
              <a:gdLst/>
              <a:ahLst/>
              <a:cxnLst/>
              <a:rect l="0" t="0" r="0" b="0"/>
              <a:pathLst>
                <a:path w="12489" h="17557">
                  <a:moveTo>
                    <a:pt x="12489" y="17557"/>
                  </a:moveTo>
                  <a:lnTo>
                    <a:pt x="0" y="0"/>
                  </a:lnTo>
                </a:path>
              </a:pathLst>
            </a:custGeom>
            <a:noFill/>
            <a:ln w="20003">
              <a:solidFill>
                <a:srgbClr val="DDE2E5"/>
              </a:solidFill>
            </a:ln>
          </p:spPr>
        </p:sp>
        <p:sp>
          <p:nvSpPr>
            <p:cNvPr id="2270" name="Candidate_receptor__2269">
              <a:extLst>
                <a:ext uri="{FF2B5EF4-FFF2-40B4-BE49-F238E27FC236}">
                  <a16:creationId xmlns:a16="http://schemas.microsoft.com/office/drawing/2014/main" id="{70836E0A-4FF8-DC11-9901-B2319289EF27}"/>
                </a:ext>
              </a:extLst>
            </p:cNvPr>
            <p:cNvSpPr>
              <a:spLocks noGrp="1"/>
            </p:cNvSpPr>
            <p:nvPr/>
          </p:nvSpPr>
          <p:spPr>
            <a:xfrm>
              <a:off x="5039880" y="5229646"/>
              <a:ext cx="89291" cy="70188"/>
            </a:xfrm>
            <a:custGeom>
              <a:avLst/>
              <a:gdLst/>
              <a:ahLst/>
              <a:cxnLst/>
              <a:rect l="0" t="0" r="0" b="0"/>
              <a:pathLst>
                <a:path w="89291" h="70188">
                  <a:moveTo>
                    <a:pt x="0" y="70188"/>
                  </a:moveTo>
                  <a:lnTo>
                    <a:pt x="89291" y="0"/>
                  </a:lnTo>
                </a:path>
              </a:pathLst>
            </a:custGeom>
            <a:noFill/>
            <a:ln w="20003">
              <a:solidFill>
                <a:srgbClr val="DDE2E5"/>
              </a:solidFill>
            </a:ln>
          </p:spPr>
        </p:sp>
        <p:sp>
          <p:nvSpPr>
            <p:cNvPr id="2271" name="Candidate_receptor__2270">
              <a:extLst>
                <a:ext uri="{FF2B5EF4-FFF2-40B4-BE49-F238E27FC236}">
                  <a16:creationId xmlns:a16="http://schemas.microsoft.com/office/drawing/2014/main" id="{14701C88-ECDC-69C7-0104-7F1BD4A68529}"/>
                </a:ext>
              </a:extLst>
            </p:cNvPr>
            <p:cNvSpPr>
              <a:spLocks noGrp="1"/>
            </p:cNvSpPr>
            <p:nvPr/>
          </p:nvSpPr>
          <p:spPr>
            <a:xfrm>
              <a:off x="5491617" y="4501708"/>
              <a:ext cx="19122" cy="55030"/>
            </a:xfrm>
            <a:custGeom>
              <a:avLst/>
              <a:gdLst/>
              <a:ahLst/>
              <a:cxnLst/>
              <a:rect l="0" t="0" r="0" b="0"/>
              <a:pathLst>
                <a:path w="19122" h="55030">
                  <a:moveTo>
                    <a:pt x="19122" y="0"/>
                  </a:moveTo>
                  <a:lnTo>
                    <a:pt x="0" y="55030"/>
                  </a:lnTo>
                </a:path>
              </a:pathLst>
            </a:custGeom>
            <a:noFill/>
            <a:ln w="20003">
              <a:solidFill>
                <a:srgbClr val="DDE2E5"/>
              </a:solidFill>
            </a:ln>
          </p:spPr>
        </p:sp>
        <p:sp>
          <p:nvSpPr>
            <p:cNvPr id="2272" name="Candidate_receptor__2271">
              <a:extLst>
                <a:ext uri="{FF2B5EF4-FFF2-40B4-BE49-F238E27FC236}">
                  <a16:creationId xmlns:a16="http://schemas.microsoft.com/office/drawing/2014/main" id="{C204DFA6-7317-45A9-AC1E-5B5714748A23}"/>
                </a:ext>
              </a:extLst>
            </p:cNvPr>
            <p:cNvSpPr>
              <a:spLocks noGrp="1"/>
            </p:cNvSpPr>
            <p:nvPr/>
          </p:nvSpPr>
          <p:spPr>
            <a:xfrm>
              <a:off x="6632522" y="4276643"/>
              <a:ext cx="102907" cy="20704"/>
            </a:xfrm>
            <a:custGeom>
              <a:avLst/>
              <a:gdLst/>
              <a:ahLst/>
              <a:cxnLst/>
              <a:rect l="0" t="0" r="0" b="0"/>
              <a:pathLst>
                <a:path w="102907" h="20704">
                  <a:moveTo>
                    <a:pt x="102907" y="20704"/>
                  </a:moveTo>
                  <a:lnTo>
                    <a:pt x="0" y="0"/>
                  </a:lnTo>
                </a:path>
              </a:pathLst>
            </a:custGeom>
            <a:noFill/>
            <a:ln w="20003">
              <a:solidFill>
                <a:srgbClr val="DDE2E5"/>
              </a:solidFill>
            </a:ln>
          </p:spPr>
        </p:sp>
        <p:sp>
          <p:nvSpPr>
            <p:cNvPr id="2273" name="Candidate_receptor__2272">
              <a:extLst>
                <a:ext uri="{FF2B5EF4-FFF2-40B4-BE49-F238E27FC236}">
                  <a16:creationId xmlns:a16="http://schemas.microsoft.com/office/drawing/2014/main" id="{A79B8123-D19B-01FA-9F98-C56AB6DA9326}"/>
                </a:ext>
              </a:extLst>
            </p:cNvPr>
            <p:cNvSpPr>
              <a:spLocks noGrp="1"/>
            </p:cNvSpPr>
            <p:nvPr/>
          </p:nvSpPr>
          <p:spPr>
            <a:xfrm>
              <a:off x="6262525" y="3540974"/>
              <a:ext cx="90621" cy="53656"/>
            </a:xfrm>
            <a:custGeom>
              <a:avLst/>
              <a:gdLst/>
              <a:ahLst/>
              <a:cxnLst/>
              <a:rect l="0" t="0" r="0" b="0"/>
              <a:pathLst>
                <a:path w="90621" h="53656">
                  <a:moveTo>
                    <a:pt x="90621" y="0"/>
                  </a:moveTo>
                  <a:lnTo>
                    <a:pt x="0" y="53656"/>
                  </a:lnTo>
                </a:path>
              </a:pathLst>
            </a:custGeom>
            <a:noFill/>
            <a:ln w="20003">
              <a:solidFill>
                <a:srgbClr val="DDE2E5"/>
              </a:solidFill>
            </a:ln>
          </p:spPr>
        </p:sp>
        <p:sp>
          <p:nvSpPr>
            <p:cNvPr id="2274" name="Candidate_receptor__2273">
              <a:extLst>
                <a:ext uri="{FF2B5EF4-FFF2-40B4-BE49-F238E27FC236}">
                  <a16:creationId xmlns:a16="http://schemas.microsoft.com/office/drawing/2014/main" id="{4CAB524B-B20D-8838-ECEB-C3C47D7D4BD7}"/>
                </a:ext>
              </a:extLst>
            </p:cNvPr>
            <p:cNvSpPr>
              <a:spLocks noGrp="1"/>
            </p:cNvSpPr>
            <p:nvPr/>
          </p:nvSpPr>
          <p:spPr>
            <a:xfrm>
              <a:off x="5193083" y="4885096"/>
              <a:ext cx="14289" cy="18944"/>
            </a:xfrm>
            <a:custGeom>
              <a:avLst/>
              <a:gdLst/>
              <a:ahLst/>
              <a:cxnLst/>
              <a:rect l="0" t="0" r="0" b="0"/>
              <a:pathLst>
                <a:path w="14289" h="18944">
                  <a:moveTo>
                    <a:pt x="0" y="18944"/>
                  </a:moveTo>
                  <a:lnTo>
                    <a:pt x="14289" y="0"/>
                  </a:lnTo>
                </a:path>
              </a:pathLst>
            </a:custGeom>
            <a:noFill/>
            <a:ln w="20003">
              <a:solidFill>
                <a:srgbClr val="DDE2E5"/>
              </a:solidFill>
            </a:ln>
          </p:spPr>
        </p:sp>
        <p:sp>
          <p:nvSpPr>
            <p:cNvPr id="2275" name="Candidate_receptor__2274">
              <a:extLst>
                <a:ext uri="{FF2B5EF4-FFF2-40B4-BE49-F238E27FC236}">
                  <a16:creationId xmlns:a16="http://schemas.microsoft.com/office/drawing/2014/main" id="{D3876F6F-681A-F71B-3260-14AD858BEE18}"/>
                </a:ext>
              </a:extLst>
            </p:cNvPr>
            <p:cNvSpPr>
              <a:spLocks noGrp="1"/>
            </p:cNvSpPr>
            <p:nvPr/>
          </p:nvSpPr>
          <p:spPr>
            <a:xfrm>
              <a:off x="4945166" y="5002624"/>
              <a:ext cx="58505" cy="9794"/>
            </a:xfrm>
            <a:custGeom>
              <a:avLst/>
              <a:gdLst/>
              <a:ahLst/>
              <a:cxnLst/>
              <a:rect l="0" t="0" r="0" b="0"/>
              <a:pathLst>
                <a:path w="58505" h="9794">
                  <a:moveTo>
                    <a:pt x="58505" y="9794"/>
                  </a:moveTo>
                  <a:lnTo>
                    <a:pt x="0" y="0"/>
                  </a:lnTo>
                </a:path>
              </a:pathLst>
            </a:custGeom>
            <a:noFill/>
            <a:ln w="20003">
              <a:solidFill>
                <a:srgbClr val="DDE2E5"/>
              </a:solidFill>
            </a:ln>
          </p:spPr>
        </p:sp>
        <p:sp>
          <p:nvSpPr>
            <p:cNvPr id="2276" name="Candidate_receptor__2275">
              <a:extLst>
                <a:ext uri="{FF2B5EF4-FFF2-40B4-BE49-F238E27FC236}">
                  <a16:creationId xmlns:a16="http://schemas.microsoft.com/office/drawing/2014/main" id="{4FC6C5F5-613B-BDBB-2119-782288E74CB5}"/>
                </a:ext>
              </a:extLst>
            </p:cNvPr>
            <p:cNvSpPr>
              <a:spLocks noGrp="1"/>
            </p:cNvSpPr>
            <p:nvPr/>
          </p:nvSpPr>
          <p:spPr>
            <a:xfrm>
              <a:off x="6196733" y="4643297"/>
              <a:ext cx="75208" cy="74659"/>
            </a:xfrm>
            <a:custGeom>
              <a:avLst/>
              <a:gdLst/>
              <a:ahLst/>
              <a:cxnLst/>
              <a:rect l="0" t="0" r="0" b="0"/>
              <a:pathLst>
                <a:path w="75208" h="74659">
                  <a:moveTo>
                    <a:pt x="75208" y="74659"/>
                  </a:moveTo>
                  <a:lnTo>
                    <a:pt x="0" y="0"/>
                  </a:lnTo>
                </a:path>
              </a:pathLst>
            </a:custGeom>
            <a:noFill/>
            <a:ln w="20003">
              <a:solidFill>
                <a:srgbClr val="DDE2E5"/>
              </a:solidFill>
            </a:ln>
          </p:spPr>
        </p:sp>
        <p:sp>
          <p:nvSpPr>
            <p:cNvPr id="2277" name="Candidate_receptor__2276">
              <a:extLst>
                <a:ext uri="{FF2B5EF4-FFF2-40B4-BE49-F238E27FC236}">
                  <a16:creationId xmlns:a16="http://schemas.microsoft.com/office/drawing/2014/main" id="{9782CC22-9264-D5D9-9A65-3950E149EE62}"/>
                </a:ext>
              </a:extLst>
            </p:cNvPr>
            <p:cNvSpPr>
              <a:spLocks noGrp="1"/>
            </p:cNvSpPr>
            <p:nvPr/>
          </p:nvSpPr>
          <p:spPr>
            <a:xfrm>
              <a:off x="4987634" y="5130580"/>
              <a:ext cx="35149" cy="30101"/>
            </a:xfrm>
            <a:custGeom>
              <a:avLst/>
              <a:gdLst/>
              <a:ahLst/>
              <a:cxnLst/>
              <a:rect l="0" t="0" r="0" b="0"/>
              <a:pathLst>
                <a:path w="35149" h="30101">
                  <a:moveTo>
                    <a:pt x="0" y="30101"/>
                  </a:moveTo>
                  <a:lnTo>
                    <a:pt x="35149" y="0"/>
                  </a:lnTo>
                </a:path>
              </a:pathLst>
            </a:custGeom>
            <a:noFill/>
            <a:ln w="20003">
              <a:solidFill>
                <a:srgbClr val="DDE2E5"/>
              </a:solidFill>
            </a:ln>
          </p:spPr>
        </p:sp>
        <p:sp>
          <p:nvSpPr>
            <p:cNvPr id="2278" name="Candidate_receptor__2277">
              <a:extLst>
                <a:ext uri="{FF2B5EF4-FFF2-40B4-BE49-F238E27FC236}">
                  <a16:creationId xmlns:a16="http://schemas.microsoft.com/office/drawing/2014/main" id="{55ABF27C-6252-796F-0D92-E33D9C93C213}"/>
                </a:ext>
              </a:extLst>
            </p:cNvPr>
            <p:cNvSpPr>
              <a:spLocks noGrp="1"/>
            </p:cNvSpPr>
            <p:nvPr/>
          </p:nvSpPr>
          <p:spPr>
            <a:xfrm>
              <a:off x="6656978" y="4400386"/>
              <a:ext cx="41625" cy="32216"/>
            </a:xfrm>
            <a:custGeom>
              <a:avLst/>
              <a:gdLst/>
              <a:ahLst/>
              <a:cxnLst/>
              <a:rect l="0" t="0" r="0" b="0"/>
              <a:pathLst>
                <a:path w="41625" h="32216">
                  <a:moveTo>
                    <a:pt x="0" y="32216"/>
                  </a:moveTo>
                  <a:lnTo>
                    <a:pt x="41625" y="0"/>
                  </a:lnTo>
                </a:path>
              </a:pathLst>
            </a:custGeom>
            <a:noFill/>
            <a:ln w="20003">
              <a:solidFill>
                <a:srgbClr val="DDE2E5"/>
              </a:solidFill>
            </a:ln>
          </p:spPr>
        </p:sp>
        <p:sp>
          <p:nvSpPr>
            <p:cNvPr id="2279" name="Candidate_receptor__2278">
              <a:extLst>
                <a:ext uri="{FF2B5EF4-FFF2-40B4-BE49-F238E27FC236}">
                  <a16:creationId xmlns:a16="http://schemas.microsoft.com/office/drawing/2014/main" id="{7AF3A97F-75E5-1B29-2FA8-18F0849863BC}"/>
                </a:ext>
              </a:extLst>
            </p:cNvPr>
            <p:cNvSpPr>
              <a:spLocks noGrp="1"/>
            </p:cNvSpPr>
            <p:nvPr/>
          </p:nvSpPr>
          <p:spPr>
            <a:xfrm>
              <a:off x="4637596" y="4505925"/>
              <a:ext cx="112762" cy="19257"/>
            </a:xfrm>
            <a:custGeom>
              <a:avLst/>
              <a:gdLst/>
              <a:ahLst/>
              <a:cxnLst/>
              <a:rect l="0" t="0" r="0" b="0"/>
              <a:pathLst>
                <a:path w="112762" h="19257">
                  <a:moveTo>
                    <a:pt x="112762" y="0"/>
                  </a:moveTo>
                  <a:lnTo>
                    <a:pt x="0" y="19257"/>
                  </a:lnTo>
                </a:path>
              </a:pathLst>
            </a:custGeom>
            <a:noFill/>
            <a:ln w="20003">
              <a:solidFill>
                <a:srgbClr val="DDE2E5"/>
              </a:solidFill>
            </a:ln>
          </p:spPr>
        </p:sp>
        <p:sp>
          <p:nvSpPr>
            <p:cNvPr id="2280" name="Candidate_receptor__2279">
              <a:extLst>
                <a:ext uri="{FF2B5EF4-FFF2-40B4-BE49-F238E27FC236}">
                  <a16:creationId xmlns:a16="http://schemas.microsoft.com/office/drawing/2014/main" id="{00CC160E-33D6-8411-AF12-F471EBB6E075}"/>
                </a:ext>
              </a:extLst>
            </p:cNvPr>
            <p:cNvSpPr>
              <a:spLocks noGrp="1"/>
            </p:cNvSpPr>
            <p:nvPr/>
          </p:nvSpPr>
          <p:spPr>
            <a:xfrm>
              <a:off x="4931873" y="4852441"/>
              <a:ext cx="113151" cy="23268"/>
            </a:xfrm>
            <a:custGeom>
              <a:avLst/>
              <a:gdLst/>
              <a:ahLst/>
              <a:cxnLst/>
              <a:rect l="0" t="0" r="0" b="0"/>
              <a:pathLst>
                <a:path w="113151" h="23268">
                  <a:moveTo>
                    <a:pt x="113151" y="23268"/>
                  </a:moveTo>
                  <a:lnTo>
                    <a:pt x="0" y="0"/>
                  </a:lnTo>
                </a:path>
              </a:pathLst>
            </a:custGeom>
            <a:noFill/>
            <a:ln w="20003">
              <a:solidFill>
                <a:srgbClr val="DDE2E5"/>
              </a:solidFill>
            </a:ln>
          </p:spPr>
        </p:sp>
        <p:sp>
          <p:nvSpPr>
            <p:cNvPr id="2281" name="Candidate_receptor__2280">
              <a:extLst>
                <a:ext uri="{FF2B5EF4-FFF2-40B4-BE49-F238E27FC236}">
                  <a16:creationId xmlns:a16="http://schemas.microsoft.com/office/drawing/2014/main" id="{6375FD44-9EAD-AC5A-40ED-689CAACCFF4F}"/>
                </a:ext>
              </a:extLst>
            </p:cNvPr>
            <p:cNvSpPr>
              <a:spLocks noGrp="1"/>
            </p:cNvSpPr>
            <p:nvPr/>
          </p:nvSpPr>
          <p:spPr>
            <a:xfrm>
              <a:off x="6578698" y="4276643"/>
              <a:ext cx="53824" cy="21552"/>
            </a:xfrm>
            <a:custGeom>
              <a:avLst/>
              <a:gdLst/>
              <a:ahLst/>
              <a:cxnLst/>
              <a:rect l="0" t="0" r="0" b="0"/>
              <a:pathLst>
                <a:path w="53824" h="21552">
                  <a:moveTo>
                    <a:pt x="53824" y="0"/>
                  </a:moveTo>
                  <a:lnTo>
                    <a:pt x="0" y="21552"/>
                  </a:lnTo>
                </a:path>
              </a:pathLst>
            </a:custGeom>
            <a:noFill/>
            <a:ln w="20003">
              <a:solidFill>
                <a:srgbClr val="DDE2E5"/>
              </a:solidFill>
            </a:ln>
          </p:spPr>
        </p:sp>
        <p:sp>
          <p:nvSpPr>
            <p:cNvPr id="2282" name="Candidate_receptor__2281">
              <a:extLst>
                <a:ext uri="{FF2B5EF4-FFF2-40B4-BE49-F238E27FC236}">
                  <a16:creationId xmlns:a16="http://schemas.microsoft.com/office/drawing/2014/main" id="{4EE664E9-44D8-8431-D0E4-F84DAEA9BB7C}"/>
                </a:ext>
              </a:extLst>
            </p:cNvPr>
            <p:cNvSpPr>
              <a:spLocks noGrp="1"/>
            </p:cNvSpPr>
            <p:nvPr/>
          </p:nvSpPr>
          <p:spPr>
            <a:xfrm>
              <a:off x="5214030" y="4313103"/>
              <a:ext cx="62690" cy="76668"/>
            </a:xfrm>
            <a:custGeom>
              <a:avLst/>
              <a:gdLst/>
              <a:ahLst/>
              <a:cxnLst/>
              <a:rect l="0" t="0" r="0" b="0"/>
              <a:pathLst>
                <a:path w="62690" h="76668">
                  <a:moveTo>
                    <a:pt x="0" y="0"/>
                  </a:moveTo>
                  <a:lnTo>
                    <a:pt x="62690" y="76668"/>
                  </a:lnTo>
                </a:path>
              </a:pathLst>
            </a:custGeom>
            <a:noFill/>
            <a:ln w="20003">
              <a:solidFill>
                <a:srgbClr val="DDE2E5"/>
              </a:solidFill>
            </a:ln>
          </p:spPr>
        </p:sp>
        <p:sp>
          <p:nvSpPr>
            <p:cNvPr id="2283" name="Candidate_receptor__2282">
              <a:extLst>
                <a:ext uri="{FF2B5EF4-FFF2-40B4-BE49-F238E27FC236}">
                  <a16:creationId xmlns:a16="http://schemas.microsoft.com/office/drawing/2014/main" id="{7DB29672-72E3-0A06-9096-34374DD9BCCA}"/>
                </a:ext>
              </a:extLst>
            </p:cNvPr>
            <p:cNvSpPr>
              <a:spLocks noGrp="1"/>
            </p:cNvSpPr>
            <p:nvPr/>
          </p:nvSpPr>
          <p:spPr>
            <a:xfrm>
              <a:off x="6203265" y="4378120"/>
              <a:ext cx="60433" cy="93379"/>
            </a:xfrm>
            <a:custGeom>
              <a:avLst/>
              <a:gdLst/>
              <a:ahLst/>
              <a:cxnLst/>
              <a:rect l="0" t="0" r="0" b="0"/>
              <a:pathLst>
                <a:path w="60433" h="93379">
                  <a:moveTo>
                    <a:pt x="60433" y="93379"/>
                  </a:moveTo>
                  <a:lnTo>
                    <a:pt x="0" y="0"/>
                  </a:lnTo>
                </a:path>
              </a:pathLst>
            </a:custGeom>
            <a:noFill/>
            <a:ln w="20003">
              <a:solidFill>
                <a:srgbClr val="DDE2E5"/>
              </a:solidFill>
            </a:ln>
          </p:spPr>
        </p:sp>
        <p:sp>
          <p:nvSpPr>
            <p:cNvPr id="2284" name="Candidate_receptor__2283">
              <a:extLst>
                <a:ext uri="{FF2B5EF4-FFF2-40B4-BE49-F238E27FC236}">
                  <a16:creationId xmlns:a16="http://schemas.microsoft.com/office/drawing/2014/main" id="{86975C4E-9A56-CC4D-3968-E449A3CACBC2}"/>
                </a:ext>
              </a:extLst>
            </p:cNvPr>
            <p:cNvSpPr>
              <a:spLocks noGrp="1"/>
            </p:cNvSpPr>
            <p:nvPr/>
          </p:nvSpPr>
          <p:spPr>
            <a:xfrm>
              <a:off x="6119075" y="4494011"/>
              <a:ext cx="47234" cy="25929"/>
            </a:xfrm>
            <a:custGeom>
              <a:avLst/>
              <a:gdLst/>
              <a:ahLst/>
              <a:cxnLst/>
              <a:rect l="0" t="0" r="0" b="0"/>
              <a:pathLst>
                <a:path w="47234" h="25929">
                  <a:moveTo>
                    <a:pt x="0" y="0"/>
                  </a:moveTo>
                  <a:lnTo>
                    <a:pt x="47234" y="25929"/>
                  </a:lnTo>
                </a:path>
              </a:pathLst>
            </a:custGeom>
            <a:noFill/>
            <a:ln w="20003">
              <a:solidFill>
                <a:srgbClr val="DDE2E5"/>
              </a:solidFill>
            </a:ln>
          </p:spPr>
        </p:sp>
        <p:sp>
          <p:nvSpPr>
            <p:cNvPr id="2285" name="Candidate_receptor__2284">
              <a:extLst>
                <a:ext uri="{FF2B5EF4-FFF2-40B4-BE49-F238E27FC236}">
                  <a16:creationId xmlns:a16="http://schemas.microsoft.com/office/drawing/2014/main" id="{C195B4DD-C398-A302-8AC4-00A30B3A92C0}"/>
                </a:ext>
              </a:extLst>
            </p:cNvPr>
            <p:cNvSpPr>
              <a:spLocks noGrp="1"/>
            </p:cNvSpPr>
            <p:nvPr/>
          </p:nvSpPr>
          <p:spPr>
            <a:xfrm>
              <a:off x="5126877" y="4313103"/>
              <a:ext cx="87153" cy="23376"/>
            </a:xfrm>
            <a:custGeom>
              <a:avLst/>
              <a:gdLst/>
              <a:ahLst/>
              <a:cxnLst/>
              <a:rect l="0" t="0" r="0" b="0"/>
              <a:pathLst>
                <a:path w="87153" h="23376">
                  <a:moveTo>
                    <a:pt x="0" y="23376"/>
                  </a:moveTo>
                  <a:lnTo>
                    <a:pt x="87153" y="0"/>
                  </a:lnTo>
                </a:path>
              </a:pathLst>
            </a:custGeom>
            <a:noFill/>
            <a:ln w="20003">
              <a:solidFill>
                <a:srgbClr val="DDE2E5"/>
              </a:solidFill>
            </a:ln>
          </p:spPr>
        </p:sp>
        <p:sp>
          <p:nvSpPr>
            <p:cNvPr id="2286" name="Candidate_receptor__2285">
              <a:extLst>
                <a:ext uri="{FF2B5EF4-FFF2-40B4-BE49-F238E27FC236}">
                  <a16:creationId xmlns:a16="http://schemas.microsoft.com/office/drawing/2014/main" id="{D05A2F8A-E4A1-0343-3E76-1827B81A5114}"/>
                </a:ext>
              </a:extLst>
            </p:cNvPr>
            <p:cNvSpPr>
              <a:spLocks noGrp="1"/>
            </p:cNvSpPr>
            <p:nvPr/>
          </p:nvSpPr>
          <p:spPr>
            <a:xfrm>
              <a:off x="4706501" y="4608771"/>
              <a:ext cx="60895" cy="58531"/>
            </a:xfrm>
            <a:custGeom>
              <a:avLst/>
              <a:gdLst/>
              <a:ahLst/>
              <a:cxnLst/>
              <a:rect l="0" t="0" r="0" b="0"/>
              <a:pathLst>
                <a:path w="60895" h="58531">
                  <a:moveTo>
                    <a:pt x="0" y="58531"/>
                  </a:moveTo>
                  <a:lnTo>
                    <a:pt x="60895" y="0"/>
                  </a:lnTo>
                </a:path>
              </a:pathLst>
            </a:custGeom>
            <a:noFill/>
            <a:ln w="20003">
              <a:solidFill>
                <a:srgbClr val="DDE2E5"/>
              </a:solidFill>
            </a:ln>
          </p:spPr>
        </p:sp>
        <p:sp>
          <p:nvSpPr>
            <p:cNvPr id="2287" name="Candidate_receptor__2286">
              <a:extLst>
                <a:ext uri="{FF2B5EF4-FFF2-40B4-BE49-F238E27FC236}">
                  <a16:creationId xmlns:a16="http://schemas.microsoft.com/office/drawing/2014/main" id="{E2922B9F-AEA7-B41C-F0BC-3933C3A9996D}"/>
                </a:ext>
              </a:extLst>
            </p:cNvPr>
            <p:cNvSpPr>
              <a:spLocks noGrp="1"/>
            </p:cNvSpPr>
            <p:nvPr/>
          </p:nvSpPr>
          <p:spPr>
            <a:xfrm>
              <a:off x="5022783" y="5053921"/>
              <a:ext cx="71563" cy="76659"/>
            </a:xfrm>
            <a:custGeom>
              <a:avLst/>
              <a:gdLst/>
              <a:ahLst/>
              <a:cxnLst/>
              <a:rect l="0" t="0" r="0" b="0"/>
              <a:pathLst>
                <a:path w="71563" h="76659">
                  <a:moveTo>
                    <a:pt x="0" y="76659"/>
                  </a:moveTo>
                  <a:lnTo>
                    <a:pt x="71563" y="0"/>
                  </a:lnTo>
                </a:path>
              </a:pathLst>
            </a:custGeom>
            <a:noFill/>
            <a:ln w="20003">
              <a:solidFill>
                <a:srgbClr val="DDE2E5"/>
              </a:solidFill>
            </a:ln>
          </p:spPr>
        </p:sp>
        <p:sp>
          <p:nvSpPr>
            <p:cNvPr id="2288" name="Candidate_receptor__2287">
              <a:extLst>
                <a:ext uri="{FF2B5EF4-FFF2-40B4-BE49-F238E27FC236}">
                  <a16:creationId xmlns:a16="http://schemas.microsoft.com/office/drawing/2014/main" id="{8D68CD99-6BC0-238E-A00A-B9617C296A2C}"/>
                </a:ext>
              </a:extLst>
            </p:cNvPr>
            <p:cNvSpPr>
              <a:spLocks noGrp="1"/>
            </p:cNvSpPr>
            <p:nvPr/>
          </p:nvSpPr>
          <p:spPr>
            <a:xfrm>
              <a:off x="5149622" y="4754757"/>
              <a:ext cx="109596" cy="701"/>
            </a:xfrm>
            <a:custGeom>
              <a:avLst/>
              <a:gdLst/>
              <a:ahLst/>
              <a:cxnLst/>
              <a:rect l="0" t="0" r="0" b="0"/>
              <a:pathLst>
                <a:path w="109596" h="701">
                  <a:moveTo>
                    <a:pt x="0" y="701"/>
                  </a:moveTo>
                  <a:lnTo>
                    <a:pt x="109596" y="0"/>
                  </a:lnTo>
                </a:path>
              </a:pathLst>
            </a:custGeom>
            <a:noFill/>
            <a:ln w="20003">
              <a:solidFill>
                <a:srgbClr val="DDE2E5"/>
              </a:solidFill>
            </a:ln>
          </p:spPr>
        </p:sp>
        <p:sp>
          <p:nvSpPr>
            <p:cNvPr id="2289" name="Candidate_receptor__2288">
              <a:extLst>
                <a:ext uri="{FF2B5EF4-FFF2-40B4-BE49-F238E27FC236}">
                  <a16:creationId xmlns:a16="http://schemas.microsoft.com/office/drawing/2014/main" id="{86BCACDF-306F-4A41-45A8-DA1C431DE353}"/>
                </a:ext>
              </a:extLst>
            </p:cNvPr>
            <p:cNvSpPr>
              <a:spLocks noGrp="1"/>
            </p:cNvSpPr>
            <p:nvPr/>
          </p:nvSpPr>
          <p:spPr>
            <a:xfrm>
              <a:off x="6698603" y="4297348"/>
              <a:ext cx="36826" cy="103039"/>
            </a:xfrm>
            <a:custGeom>
              <a:avLst/>
              <a:gdLst/>
              <a:ahLst/>
              <a:cxnLst/>
              <a:rect l="0" t="0" r="0" b="0"/>
              <a:pathLst>
                <a:path w="36826" h="103039">
                  <a:moveTo>
                    <a:pt x="0" y="103039"/>
                  </a:moveTo>
                  <a:lnTo>
                    <a:pt x="36826" y="0"/>
                  </a:lnTo>
                </a:path>
              </a:pathLst>
            </a:custGeom>
            <a:noFill/>
            <a:ln w="20003">
              <a:solidFill>
                <a:srgbClr val="DDE2E5"/>
              </a:solidFill>
            </a:ln>
          </p:spPr>
        </p:sp>
        <p:sp>
          <p:nvSpPr>
            <p:cNvPr id="2290" name="Candidate_receptor__2289">
              <a:extLst>
                <a:ext uri="{FF2B5EF4-FFF2-40B4-BE49-F238E27FC236}">
                  <a16:creationId xmlns:a16="http://schemas.microsoft.com/office/drawing/2014/main" id="{02CB9CE8-42E7-4788-00B8-974E07A506B9}"/>
                </a:ext>
              </a:extLst>
            </p:cNvPr>
            <p:cNvSpPr>
              <a:spLocks noGrp="1"/>
            </p:cNvSpPr>
            <p:nvPr/>
          </p:nvSpPr>
          <p:spPr>
            <a:xfrm>
              <a:off x="5196268" y="4389771"/>
              <a:ext cx="80452" cy="81034"/>
            </a:xfrm>
            <a:custGeom>
              <a:avLst/>
              <a:gdLst/>
              <a:ahLst/>
              <a:cxnLst/>
              <a:rect l="0" t="0" r="0" b="0"/>
              <a:pathLst>
                <a:path w="80452" h="81034">
                  <a:moveTo>
                    <a:pt x="80452" y="0"/>
                  </a:moveTo>
                  <a:lnTo>
                    <a:pt x="0" y="81034"/>
                  </a:lnTo>
                </a:path>
              </a:pathLst>
            </a:custGeom>
            <a:noFill/>
            <a:ln w="20003">
              <a:solidFill>
                <a:srgbClr val="DDE2E5"/>
              </a:solidFill>
            </a:ln>
          </p:spPr>
        </p:sp>
        <p:sp>
          <p:nvSpPr>
            <p:cNvPr id="2291" name="Candidate_receptor__2290">
              <a:extLst>
                <a:ext uri="{FF2B5EF4-FFF2-40B4-BE49-F238E27FC236}">
                  <a16:creationId xmlns:a16="http://schemas.microsoft.com/office/drawing/2014/main" id="{A3776512-2682-C77E-6245-AA2594B4D638}"/>
                </a:ext>
              </a:extLst>
            </p:cNvPr>
            <p:cNvSpPr>
              <a:spLocks noGrp="1"/>
            </p:cNvSpPr>
            <p:nvPr/>
          </p:nvSpPr>
          <p:spPr>
            <a:xfrm>
              <a:off x="4750358" y="4505925"/>
              <a:ext cx="17038" cy="102846"/>
            </a:xfrm>
            <a:custGeom>
              <a:avLst/>
              <a:gdLst/>
              <a:ahLst/>
              <a:cxnLst/>
              <a:rect l="0" t="0" r="0" b="0"/>
              <a:pathLst>
                <a:path w="17038" h="102846">
                  <a:moveTo>
                    <a:pt x="17038" y="102846"/>
                  </a:moveTo>
                  <a:lnTo>
                    <a:pt x="0" y="0"/>
                  </a:lnTo>
                </a:path>
              </a:pathLst>
            </a:custGeom>
            <a:noFill/>
            <a:ln w="20003">
              <a:solidFill>
                <a:srgbClr val="DDE2E6"/>
              </a:solidFill>
            </a:ln>
          </p:spPr>
        </p:sp>
        <p:sp>
          <p:nvSpPr>
            <p:cNvPr id="2292" name="Candidate_receptor__2291">
              <a:extLst>
                <a:ext uri="{FF2B5EF4-FFF2-40B4-BE49-F238E27FC236}">
                  <a16:creationId xmlns:a16="http://schemas.microsoft.com/office/drawing/2014/main" id="{94413BA3-B50C-2A6C-28C4-B41D7985C48E}"/>
                </a:ext>
              </a:extLst>
            </p:cNvPr>
            <p:cNvSpPr>
              <a:spLocks noGrp="1"/>
            </p:cNvSpPr>
            <p:nvPr/>
          </p:nvSpPr>
          <p:spPr>
            <a:xfrm>
              <a:off x="5259218" y="4754757"/>
              <a:ext cx="29407" cy="92099"/>
            </a:xfrm>
            <a:custGeom>
              <a:avLst/>
              <a:gdLst/>
              <a:ahLst/>
              <a:cxnLst/>
              <a:rect l="0" t="0" r="0" b="0"/>
              <a:pathLst>
                <a:path w="29407" h="92099">
                  <a:moveTo>
                    <a:pt x="0" y="0"/>
                  </a:moveTo>
                  <a:lnTo>
                    <a:pt x="29407" y="92099"/>
                  </a:lnTo>
                </a:path>
              </a:pathLst>
            </a:custGeom>
            <a:noFill/>
            <a:ln w="20003">
              <a:solidFill>
                <a:srgbClr val="DDE2E6"/>
              </a:solidFill>
            </a:ln>
          </p:spPr>
        </p:sp>
        <p:sp>
          <p:nvSpPr>
            <p:cNvPr id="2293" name="Candidate_receptor__2292">
              <a:extLst>
                <a:ext uri="{FF2B5EF4-FFF2-40B4-BE49-F238E27FC236}">
                  <a16:creationId xmlns:a16="http://schemas.microsoft.com/office/drawing/2014/main" id="{9B72003F-7D11-751E-E950-D164BD3A32CC}"/>
                </a:ext>
              </a:extLst>
            </p:cNvPr>
            <p:cNvSpPr>
              <a:spLocks noGrp="1"/>
            </p:cNvSpPr>
            <p:nvPr/>
          </p:nvSpPr>
          <p:spPr>
            <a:xfrm>
              <a:off x="6389586" y="3380920"/>
              <a:ext cx="34164" cy="15622"/>
            </a:xfrm>
            <a:custGeom>
              <a:avLst/>
              <a:gdLst/>
              <a:ahLst/>
              <a:cxnLst/>
              <a:rect l="0" t="0" r="0" b="0"/>
              <a:pathLst>
                <a:path w="34164" h="15622">
                  <a:moveTo>
                    <a:pt x="34164" y="15622"/>
                  </a:moveTo>
                  <a:lnTo>
                    <a:pt x="0" y="0"/>
                  </a:lnTo>
                </a:path>
              </a:pathLst>
            </a:custGeom>
            <a:noFill/>
            <a:ln w="8096">
              <a:solidFill>
                <a:srgbClr val="DDE2E6"/>
              </a:solidFill>
            </a:ln>
          </p:spPr>
        </p:sp>
        <p:sp>
          <p:nvSpPr>
            <p:cNvPr id="2294" name="Candidate_receptor__2293">
              <a:extLst>
                <a:ext uri="{FF2B5EF4-FFF2-40B4-BE49-F238E27FC236}">
                  <a16:creationId xmlns:a16="http://schemas.microsoft.com/office/drawing/2014/main" id="{CB9E8D83-8EBE-F205-6960-1A3D320FD238}"/>
                </a:ext>
              </a:extLst>
            </p:cNvPr>
            <p:cNvSpPr>
              <a:spLocks noGrp="1"/>
            </p:cNvSpPr>
            <p:nvPr/>
          </p:nvSpPr>
          <p:spPr>
            <a:xfrm>
              <a:off x="5035047" y="4875709"/>
              <a:ext cx="9977" cy="75079"/>
            </a:xfrm>
            <a:custGeom>
              <a:avLst/>
              <a:gdLst/>
              <a:ahLst/>
              <a:cxnLst/>
              <a:rect l="0" t="0" r="0" b="0"/>
              <a:pathLst>
                <a:path w="9977" h="75079">
                  <a:moveTo>
                    <a:pt x="0" y="75079"/>
                  </a:moveTo>
                  <a:lnTo>
                    <a:pt x="9977" y="0"/>
                  </a:lnTo>
                </a:path>
              </a:pathLst>
            </a:custGeom>
            <a:noFill/>
            <a:ln w="20003">
              <a:solidFill>
                <a:srgbClr val="DDE2E6"/>
              </a:solidFill>
            </a:ln>
          </p:spPr>
        </p:sp>
        <p:sp>
          <p:nvSpPr>
            <p:cNvPr id="2295" name="Candidate_receptor__2294">
              <a:extLst>
                <a:ext uri="{FF2B5EF4-FFF2-40B4-BE49-F238E27FC236}">
                  <a16:creationId xmlns:a16="http://schemas.microsoft.com/office/drawing/2014/main" id="{A458BCC3-FC6F-E31A-5A87-C10001E8859B}"/>
                </a:ext>
              </a:extLst>
            </p:cNvPr>
            <p:cNvSpPr>
              <a:spLocks noGrp="1"/>
            </p:cNvSpPr>
            <p:nvPr/>
          </p:nvSpPr>
          <p:spPr>
            <a:xfrm>
              <a:off x="6526812" y="4146378"/>
              <a:ext cx="114772" cy="12466"/>
            </a:xfrm>
            <a:custGeom>
              <a:avLst/>
              <a:gdLst/>
              <a:ahLst/>
              <a:cxnLst/>
              <a:rect l="0" t="0" r="0" b="0"/>
              <a:pathLst>
                <a:path w="114772" h="12466">
                  <a:moveTo>
                    <a:pt x="114772" y="0"/>
                  </a:moveTo>
                  <a:lnTo>
                    <a:pt x="0" y="12466"/>
                  </a:lnTo>
                </a:path>
              </a:pathLst>
            </a:custGeom>
            <a:noFill/>
            <a:ln w="20003">
              <a:solidFill>
                <a:srgbClr val="DDE2E6"/>
              </a:solidFill>
            </a:ln>
          </p:spPr>
        </p:sp>
        <p:sp>
          <p:nvSpPr>
            <p:cNvPr id="2296" name="Candidate_receptor__2295">
              <a:extLst>
                <a:ext uri="{FF2B5EF4-FFF2-40B4-BE49-F238E27FC236}">
                  <a16:creationId xmlns:a16="http://schemas.microsoft.com/office/drawing/2014/main" id="{1EB26B8A-0541-3D6D-1C10-666729170389}"/>
                </a:ext>
              </a:extLst>
            </p:cNvPr>
            <p:cNvSpPr>
              <a:spLocks noGrp="1"/>
            </p:cNvSpPr>
            <p:nvPr/>
          </p:nvSpPr>
          <p:spPr>
            <a:xfrm>
              <a:off x="6166310" y="4471499"/>
              <a:ext cx="97388" cy="48440"/>
            </a:xfrm>
            <a:custGeom>
              <a:avLst/>
              <a:gdLst/>
              <a:ahLst/>
              <a:cxnLst/>
              <a:rect l="0" t="0" r="0" b="0"/>
              <a:pathLst>
                <a:path w="97388" h="48440">
                  <a:moveTo>
                    <a:pt x="0" y="48440"/>
                  </a:moveTo>
                  <a:lnTo>
                    <a:pt x="97388" y="0"/>
                  </a:lnTo>
                </a:path>
              </a:pathLst>
            </a:custGeom>
            <a:noFill/>
            <a:ln w="20003">
              <a:solidFill>
                <a:srgbClr val="DDE2E6"/>
              </a:solidFill>
            </a:ln>
          </p:spPr>
        </p:sp>
        <p:sp>
          <p:nvSpPr>
            <p:cNvPr id="2297" name="Candidate_receptor__2296">
              <a:extLst>
                <a:ext uri="{FF2B5EF4-FFF2-40B4-BE49-F238E27FC236}">
                  <a16:creationId xmlns:a16="http://schemas.microsoft.com/office/drawing/2014/main" id="{B5F3688D-3466-6561-920D-FA0736589EDA}"/>
                </a:ext>
              </a:extLst>
            </p:cNvPr>
            <p:cNvSpPr>
              <a:spLocks noGrp="1"/>
            </p:cNvSpPr>
            <p:nvPr/>
          </p:nvSpPr>
          <p:spPr>
            <a:xfrm>
              <a:off x="5404079" y="4395753"/>
              <a:ext cx="100249" cy="41040"/>
            </a:xfrm>
            <a:custGeom>
              <a:avLst/>
              <a:gdLst/>
              <a:ahLst/>
              <a:cxnLst/>
              <a:rect l="0" t="0" r="0" b="0"/>
              <a:pathLst>
                <a:path w="100249" h="41040">
                  <a:moveTo>
                    <a:pt x="100249" y="0"/>
                  </a:moveTo>
                  <a:lnTo>
                    <a:pt x="0" y="41040"/>
                  </a:lnTo>
                </a:path>
              </a:pathLst>
            </a:custGeom>
            <a:noFill/>
            <a:ln w="20003">
              <a:solidFill>
                <a:srgbClr val="DDE2E6"/>
              </a:solidFill>
            </a:ln>
          </p:spPr>
        </p:sp>
        <p:sp>
          <p:nvSpPr>
            <p:cNvPr id="2298" name="Candidate_receptor__2297">
              <a:extLst>
                <a:ext uri="{FF2B5EF4-FFF2-40B4-BE49-F238E27FC236}">
                  <a16:creationId xmlns:a16="http://schemas.microsoft.com/office/drawing/2014/main" id="{B0357ABF-F557-AC40-5071-5322E2BE19D1}"/>
                </a:ext>
              </a:extLst>
            </p:cNvPr>
            <p:cNvSpPr>
              <a:spLocks noGrp="1"/>
            </p:cNvSpPr>
            <p:nvPr/>
          </p:nvSpPr>
          <p:spPr>
            <a:xfrm>
              <a:off x="4625076" y="4525182"/>
              <a:ext cx="12520" cy="40852"/>
            </a:xfrm>
            <a:custGeom>
              <a:avLst/>
              <a:gdLst/>
              <a:ahLst/>
              <a:cxnLst/>
              <a:rect l="0" t="0" r="0" b="0"/>
              <a:pathLst>
                <a:path w="12520" h="40852">
                  <a:moveTo>
                    <a:pt x="12520" y="0"/>
                  </a:moveTo>
                  <a:lnTo>
                    <a:pt x="0" y="40852"/>
                  </a:lnTo>
                </a:path>
              </a:pathLst>
            </a:custGeom>
            <a:noFill/>
            <a:ln w="20003">
              <a:solidFill>
                <a:srgbClr val="DDE2E6"/>
              </a:solidFill>
            </a:ln>
          </p:spPr>
        </p:sp>
        <p:sp>
          <p:nvSpPr>
            <p:cNvPr id="2299" name="Candidate_receptor__2298">
              <a:extLst>
                <a:ext uri="{FF2B5EF4-FFF2-40B4-BE49-F238E27FC236}">
                  <a16:creationId xmlns:a16="http://schemas.microsoft.com/office/drawing/2014/main" id="{109D6100-807E-7487-4841-6A25B015561B}"/>
                </a:ext>
              </a:extLst>
            </p:cNvPr>
            <p:cNvSpPr>
              <a:spLocks noGrp="1"/>
            </p:cNvSpPr>
            <p:nvPr/>
          </p:nvSpPr>
          <p:spPr>
            <a:xfrm>
              <a:off x="6271941" y="4644584"/>
              <a:ext cx="54338" cy="73373"/>
            </a:xfrm>
            <a:custGeom>
              <a:avLst/>
              <a:gdLst/>
              <a:ahLst/>
              <a:cxnLst/>
              <a:rect l="0" t="0" r="0" b="0"/>
              <a:pathLst>
                <a:path w="54338" h="73373">
                  <a:moveTo>
                    <a:pt x="54338" y="0"/>
                  </a:moveTo>
                  <a:lnTo>
                    <a:pt x="0" y="73373"/>
                  </a:lnTo>
                </a:path>
              </a:pathLst>
            </a:custGeom>
            <a:noFill/>
            <a:ln w="8096">
              <a:solidFill>
                <a:srgbClr val="DDE2E6"/>
              </a:solidFill>
            </a:ln>
          </p:spPr>
        </p:sp>
        <p:sp>
          <p:nvSpPr>
            <p:cNvPr id="2300" name="Candidate_receptor__2299">
              <a:extLst>
                <a:ext uri="{FF2B5EF4-FFF2-40B4-BE49-F238E27FC236}">
                  <a16:creationId xmlns:a16="http://schemas.microsoft.com/office/drawing/2014/main" id="{4248CA1B-1803-4005-1433-7C729C110BC0}"/>
                </a:ext>
              </a:extLst>
            </p:cNvPr>
            <p:cNvSpPr>
              <a:spLocks noGrp="1"/>
            </p:cNvSpPr>
            <p:nvPr/>
          </p:nvSpPr>
          <p:spPr>
            <a:xfrm>
              <a:off x="6150995" y="4373405"/>
              <a:ext cx="52270" cy="4715"/>
            </a:xfrm>
            <a:custGeom>
              <a:avLst/>
              <a:gdLst/>
              <a:ahLst/>
              <a:cxnLst/>
              <a:rect l="0" t="0" r="0" b="0"/>
              <a:pathLst>
                <a:path w="52270" h="4715">
                  <a:moveTo>
                    <a:pt x="52270" y="4715"/>
                  </a:moveTo>
                  <a:lnTo>
                    <a:pt x="0" y="0"/>
                  </a:lnTo>
                </a:path>
              </a:pathLst>
            </a:custGeom>
            <a:noFill/>
            <a:ln w="20003">
              <a:solidFill>
                <a:srgbClr val="DDE2E6"/>
              </a:solidFill>
            </a:ln>
          </p:spPr>
        </p:sp>
        <p:sp>
          <p:nvSpPr>
            <p:cNvPr id="2301" name="Candidate_receptor__2300">
              <a:extLst>
                <a:ext uri="{FF2B5EF4-FFF2-40B4-BE49-F238E27FC236}">
                  <a16:creationId xmlns:a16="http://schemas.microsoft.com/office/drawing/2014/main" id="{84AE6506-86FF-C16F-EA91-8D9A15E89DCD}"/>
                </a:ext>
              </a:extLst>
            </p:cNvPr>
            <p:cNvSpPr>
              <a:spLocks noGrp="1"/>
            </p:cNvSpPr>
            <p:nvPr/>
          </p:nvSpPr>
          <p:spPr>
            <a:xfrm>
              <a:off x="5491617" y="4482800"/>
              <a:ext cx="73843" cy="73937"/>
            </a:xfrm>
            <a:custGeom>
              <a:avLst/>
              <a:gdLst/>
              <a:ahLst/>
              <a:cxnLst/>
              <a:rect l="0" t="0" r="0" b="0"/>
              <a:pathLst>
                <a:path w="73843" h="73937">
                  <a:moveTo>
                    <a:pt x="0" y="73937"/>
                  </a:moveTo>
                  <a:lnTo>
                    <a:pt x="73843" y="0"/>
                  </a:lnTo>
                </a:path>
              </a:pathLst>
            </a:custGeom>
            <a:noFill/>
            <a:ln w="20003">
              <a:solidFill>
                <a:srgbClr val="DDE2E6"/>
              </a:solidFill>
            </a:ln>
          </p:spPr>
        </p:sp>
        <p:sp>
          <p:nvSpPr>
            <p:cNvPr id="2302" name="Candidate_receptor__2301">
              <a:extLst>
                <a:ext uri="{FF2B5EF4-FFF2-40B4-BE49-F238E27FC236}">
                  <a16:creationId xmlns:a16="http://schemas.microsoft.com/office/drawing/2014/main" id="{77864276-5F8E-3F7C-B7AE-E800B8795DE1}"/>
                </a:ext>
              </a:extLst>
            </p:cNvPr>
            <p:cNvSpPr>
              <a:spLocks noGrp="1"/>
            </p:cNvSpPr>
            <p:nvPr/>
          </p:nvSpPr>
          <p:spPr>
            <a:xfrm>
              <a:off x="5504328" y="4395753"/>
              <a:ext cx="61133" cy="87048"/>
            </a:xfrm>
            <a:custGeom>
              <a:avLst/>
              <a:gdLst/>
              <a:ahLst/>
              <a:cxnLst/>
              <a:rect l="0" t="0" r="0" b="0"/>
              <a:pathLst>
                <a:path w="61133" h="87048">
                  <a:moveTo>
                    <a:pt x="61133" y="87048"/>
                  </a:moveTo>
                  <a:lnTo>
                    <a:pt x="0" y="0"/>
                  </a:lnTo>
                </a:path>
              </a:pathLst>
            </a:custGeom>
            <a:noFill/>
            <a:ln w="20003">
              <a:solidFill>
                <a:srgbClr val="DDE2E6"/>
              </a:solidFill>
            </a:ln>
          </p:spPr>
        </p:sp>
        <p:sp>
          <p:nvSpPr>
            <p:cNvPr id="2303" name="Candidate_receptor__2302">
              <a:extLst>
                <a:ext uri="{FF2B5EF4-FFF2-40B4-BE49-F238E27FC236}">
                  <a16:creationId xmlns:a16="http://schemas.microsoft.com/office/drawing/2014/main" id="{671C0298-6F70-F1D3-CC33-90593BE44979}"/>
                </a:ext>
              </a:extLst>
            </p:cNvPr>
            <p:cNvSpPr>
              <a:spLocks noGrp="1"/>
            </p:cNvSpPr>
            <p:nvPr/>
          </p:nvSpPr>
          <p:spPr>
            <a:xfrm>
              <a:off x="4892124" y="4691231"/>
              <a:ext cx="98158" cy="12739"/>
            </a:xfrm>
            <a:custGeom>
              <a:avLst/>
              <a:gdLst/>
              <a:ahLst/>
              <a:cxnLst/>
              <a:rect l="0" t="0" r="0" b="0"/>
              <a:pathLst>
                <a:path w="98158" h="12739">
                  <a:moveTo>
                    <a:pt x="98158" y="12739"/>
                  </a:moveTo>
                  <a:lnTo>
                    <a:pt x="0" y="0"/>
                  </a:lnTo>
                </a:path>
              </a:pathLst>
            </a:custGeom>
            <a:noFill/>
            <a:ln w="20003">
              <a:solidFill>
                <a:srgbClr val="DDE2E6"/>
              </a:solidFill>
            </a:ln>
          </p:spPr>
        </p:sp>
        <p:sp>
          <p:nvSpPr>
            <p:cNvPr id="2304" name="Candidate_receptor__2303">
              <a:extLst>
                <a:ext uri="{FF2B5EF4-FFF2-40B4-BE49-F238E27FC236}">
                  <a16:creationId xmlns:a16="http://schemas.microsoft.com/office/drawing/2014/main" id="{ECEAE40E-FB8D-A8BF-949F-5EB10F2A6CE8}"/>
                </a:ext>
              </a:extLst>
            </p:cNvPr>
            <p:cNvSpPr>
              <a:spLocks noGrp="1"/>
            </p:cNvSpPr>
            <p:nvPr/>
          </p:nvSpPr>
          <p:spPr>
            <a:xfrm>
              <a:off x="5193083" y="4846857"/>
              <a:ext cx="95541" cy="57184"/>
            </a:xfrm>
            <a:custGeom>
              <a:avLst/>
              <a:gdLst/>
              <a:ahLst/>
              <a:cxnLst/>
              <a:rect l="0" t="0" r="0" b="0"/>
              <a:pathLst>
                <a:path w="95541" h="57184">
                  <a:moveTo>
                    <a:pt x="95541" y="0"/>
                  </a:moveTo>
                  <a:lnTo>
                    <a:pt x="0" y="57184"/>
                  </a:lnTo>
                </a:path>
              </a:pathLst>
            </a:custGeom>
            <a:noFill/>
            <a:ln w="20003">
              <a:solidFill>
                <a:srgbClr val="DDE2E6"/>
              </a:solidFill>
            </a:ln>
          </p:spPr>
        </p:sp>
        <p:sp>
          <p:nvSpPr>
            <p:cNvPr id="2305" name="Candidate_receptor__2304">
              <a:extLst>
                <a:ext uri="{FF2B5EF4-FFF2-40B4-BE49-F238E27FC236}">
                  <a16:creationId xmlns:a16="http://schemas.microsoft.com/office/drawing/2014/main" id="{DF5CAD69-C9C9-5C25-FFB9-0D9CB6533376}"/>
                </a:ext>
              </a:extLst>
            </p:cNvPr>
            <p:cNvSpPr>
              <a:spLocks noGrp="1"/>
            </p:cNvSpPr>
            <p:nvPr/>
          </p:nvSpPr>
          <p:spPr>
            <a:xfrm>
              <a:off x="4945166" y="4950788"/>
              <a:ext cx="89881" cy="51836"/>
            </a:xfrm>
            <a:custGeom>
              <a:avLst/>
              <a:gdLst/>
              <a:ahLst/>
              <a:cxnLst/>
              <a:rect l="0" t="0" r="0" b="0"/>
              <a:pathLst>
                <a:path w="89881" h="51836">
                  <a:moveTo>
                    <a:pt x="0" y="51836"/>
                  </a:moveTo>
                  <a:lnTo>
                    <a:pt x="89881" y="0"/>
                  </a:lnTo>
                </a:path>
              </a:pathLst>
            </a:custGeom>
            <a:noFill/>
            <a:ln w="20003">
              <a:solidFill>
                <a:srgbClr val="DDE2E6"/>
              </a:solidFill>
            </a:ln>
          </p:spPr>
        </p:sp>
        <p:sp>
          <p:nvSpPr>
            <p:cNvPr id="2306" name="Candidate_receptor__2305">
              <a:extLst>
                <a:ext uri="{FF2B5EF4-FFF2-40B4-BE49-F238E27FC236}">
                  <a16:creationId xmlns:a16="http://schemas.microsoft.com/office/drawing/2014/main" id="{9293FD82-E04B-5FCE-BA10-24C96C6A3441}"/>
                </a:ext>
              </a:extLst>
            </p:cNvPr>
            <p:cNvSpPr>
              <a:spLocks noGrp="1"/>
            </p:cNvSpPr>
            <p:nvPr/>
          </p:nvSpPr>
          <p:spPr>
            <a:xfrm>
              <a:off x="4931873" y="4834220"/>
              <a:ext cx="8488" cy="18220"/>
            </a:xfrm>
            <a:custGeom>
              <a:avLst/>
              <a:gdLst/>
              <a:ahLst/>
              <a:cxnLst/>
              <a:rect l="0" t="0" r="0" b="0"/>
              <a:pathLst>
                <a:path w="8488" h="18220">
                  <a:moveTo>
                    <a:pt x="0" y="18220"/>
                  </a:moveTo>
                  <a:lnTo>
                    <a:pt x="8488" y="0"/>
                  </a:lnTo>
                </a:path>
              </a:pathLst>
            </a:custGeom>
            <a:noFill/>
            <a:ln w="20003">
              <a:solidFill>
                <a:srgbClr val="DDE2E6"/>
              </a:solidFill>
            </a:ln>
          </p:spPr>
        </p:sp>
        <p:sp>
          <p:nvSpPr>
            <p:cNvPr id="2307" name="Candidate_receptor__2306">
              <a:extLst>
                <a:ext uri="{FF2B5EF4-FFF2-40B4-BE49-F238E27FC236}">
                  <a16:creationId xmlns:a16="http://schemas.microsoft.com/office/drawing/2014/main" id="{BFBDB5F2-7516-5C5A-9B24-3C4F1E188EE7}"/>
                </a:ext>
              </a:extLst>
            </p:cNvPr>
            <p:cNvSpPr>
              <a:spLocks noGrp="1"/>
            </p:cNvSpPr>
            <p:nvPr/>
          </p:nvSpPr>
          <p:spPr>
            <a:xfrm>
              <a:off x="4990283" y="4703969"/>
              <a:ext cx="43384" cy="63066"/>
            </a:xfrm>
            <a:custGeom>
              <a:avLst/>
              <a:gdLst/>
              <a:ahLst/>
              <a:cxnLst/>
              <a:rect l="0" t="0" r="0" b="0"/>
              <a:pathLst>
                <a:path w="43384" h="63066">
                  <a:moveTo>
                    <a:pt x="43384" y="63066"/>
                  </a:moveTo>
                  <a:lnTo>
                    <a:pt x="0" y="0"/>
                  </a:lnTo>
                </a:path>
              </a:pathLst>
            </a:custGeom>
            <a:noFill/>
            <a:ln w="20003">
              <a:solidFill>
                <a:srgbClr val="DEE2E6"/>
              </a:solidFill>
            </a:ln>
          </p:spPr>
        </p:sp>
        <p:sp>
          <p:nvSpPr>
            <p:cNvPr id="2308" name="Candidate_receptor__2307">
              <a:extLst>
                <a:ext uri="{FF2B5EF4-FFF2-40B4-BE49-F238E27FC236}">
                  <a16:creationId xmlns:a16="http://schemas.microsoft.com/office/drawing/2014/main" id="{A06CCD3D-9AB8-B586-45FE-92D655D7E650}"/>
                </a:ext>
              </a:extLst>
            </p:cNvPr>
            <p:cNvSpPr>
              <a:spLocks noGrp="1"/>
            </p:cNvSpPr>
            <p:nvPr/>
          </p:nvSpPr>
          <p:spPr>
            <a:xfrm>
              <a:off x="6641583" y="4146378"/>
              <a:ext cx="12010" cy="86526"/>
            </a:xfrm>
            <a:custGeom>
              <a:avLst/>
              <a:gdLst/>
              <a:ahLst/>
              <a:cxnLst/>
              <a:rect l="0" t="0" r="0" b="0"/>
              <a:pathLst>
                <a:path w="12010" h="86526">
                  <a:moveTo>
                    <a:pt x="12010" y="86526"/>
                  </a:moveTo>
                  <a:lnTo>
                    <a:pt x="0" y="0"/>
                  </a:lnTo>
                </a:path>
              </a:pathLst>
            </a:custGeom>
            <a:noFill/>
            <a:ln w="20003">
              <a:solidFill>
                <a:srgbClr val="DEE2E6"/>
              </a:solidFill>
            </a:ln>
          </p:spPr>
        </p:sp>
        <p:sp>
          <p:nvSpPr>
            <p:cNvPr id="2309" name="Candidate_receptor__2308">
              <a:extLst>
                <a:ext uri="{FF2B5EF4-FFF2-40B4-BE49-F238E27FC236}">
                  <a16:creationId xmlns:a16="http://schemas.microsoft.com/office/drawing/2014/main" id="{4E652396-2E2C-38C8-0C56-A288B8DE530E}"/>
                </a:ext>
              </a:extLst>
            </p:cNvPr>
            <p:cNvSpPr>
              <a:spLocks noGrp="1"/>
            </p:cNvSpPr>
            <p:nvPr/>
          </p:nvSpPr>
          <p:spPr>
            <a:xfrm>
              <a:off x="4923392" y="4533619"/>
              <a:ext cx="88632" cy="44770"/>
            </a:xfrm>
            <a:custGeom>
              <a:avLst/>
              <a:gdLst/>
              <a:ahLst/>
              <a:cxnLst/>
              <a:rect l="0" t="0" r="0" b="0"/>
              <a:pathLst>
                <a:path w="88632" h="44770">
                  <a:moveTo>
                    <a:pt x="88632" y="44770"/>
                  </a:moveTo>
                  <a:lnTo>
                    <a:pt x="0" y="0"/>
                  </a:lnTo>
                </a:path>
              </a:pathLst>
            </a:custGeom>
            <a:noFill/>
            <a:ln w="20003">
              <a:solidFill>
                <a:srgbClr val="DEE2E6"/>
              </a:solidFill>
            </a:ln>
          </p:spPr>
        </p:sp>
        <p:sp>
          <p:nvSpPr>
            <p:cNvPr id="2310" name="Candidate_receptor__2309">
              <a:extLst>
                <a:ext uri="{FF2B5EF4-FFF2-40B4-BE49-F238E27FC236}">
                  <a16:creationId xmlns:a16="http://schemas.microsoft.com/office/drawing/2014/main" id="{F30BAD09-11B1-ADFC-A957-7B79A91FF65E}"/>
                </a:ext>
              </a:extLst>
            </p:cNvPr>
            <p:cNvSpPr>
              <a:spLocks noGrp="1"/>
            </p:cNvSpPr>
            <p:nvPr/>
          </p:nvSpPr>
          <p:spPr>
            <a:xfrm>
              <a:off x="6578698" y="4232904"/>
              <a:ext cx="74896" cy="65292"/>
            </a:xfrm>
            <a:custGeom>
              <a:avLst/>
              <a:gdLst/>
              <a:ahLst/>
              <a:cxnLst/>
              <a:rect l="0" t="0" r="0" b="0"/>
              <a:pathLst>
                <a:path w="74896" h="65292">
                  <a:moveTo>
                    <a:pt x="0" y="65292"/>
                  </a:moveTo>
                  <a:lnTo>
                    <a:pt x="74896" y="0"/>
                  </a:lnTo>
                </a:path>
              </a:pathLst>
            </a:custGeom>
            <a:noFill/>
            <a:ln w="20003">
              <a:solidFill>
                <a:srgbClr val="DEE2E6"/>
              </a:solidFill>
            </a:ln>
          </p:spPr>
        </p:sp>
        <p:sp>
          <p:nvSpPr>
            <p:cNvPr id="2311" name="Candidate_receptor__2310">
              <a:extLst>
                <a:ext uri="{FF2B5EF4-FFF2-40B4-BE49-F238E27FC236}">
                  <a16:creationId xmlns:a16="http://schemas.microsoft.com/office/drawing/2014/main" id="{B0457ED8-7147-0483-BDDB-6E8AC4A9B3DE}"/>
                </a:ext>
              </a:extLst>
            </p:cNvPr>
            <p:cNvSpPr>
              <a:spLocks noGrp="1"/>
            </p:cNvSpPr>
            <p:nvPr/>
          </p:nvSpPr>
          <p:spPr>
            <a:xfrm>
              <a:off x="4529436" y="4393451"/>
              <a:ext cx="110590" cy="33023"/>
            </a:xfrm>
            <a:custGeom>
              <a:avLst/>
              <a:gdLst/>
              <a:ahLst/>
              <a:cxnLst/>
              <a:rect l="0" t="0" r="0" b="0"/>
              <a:pathLst>
                <a:path w="110590" h="33023">
                  <a:moveTo>
                    <a:pt x="110590" y="0"/>
                  </a:moveTo>
                  <a:lnTo>
                    <a:pt x="0" y="33023"/>
                  </a:lnTo>
                </a:path>
              </a:pathLst>
            </a:custGeom>
            <a:noFill/>
            <a:ln w="20003">
              <a:solidFill>
                <a:srgbClr val="DEE2E6"/>
              </a:solidFill>
            </a:ln>
          </p:spPr>
        </p:sp>
        <p:sp>
          <p:nvSpPr>
            <p:cNvPr id="2312" name="Candidate_receptor__2311">
              <a:extLst>
                <a:ext uri="{FF2B5EF4-FFF2-40B4-BE49-F238E27FC236}">
                  <a16:creationId xmlns:a16="http://schemas.microsoft.com/office/drawing/2014/main" id="{159FE828-74CA-6EBA-C49D-ABEAA8FC0991}"/>
                </a:ext>
              </a:extLst>
            </p:cNvPr>
            <p:cNvSpPr>
              <a:spLocks noGrp="1"/>
            </p:cNvSpPr>
            <p:nvPr/>
          </p:nvSpPr>
          <p:spPr>
            <a:xfrm>
              <a:off x="5149622" y="4755458"/>
              <a:ext cx="34010" cy="14546"/>
            </a:xfrm>
            <a:custGeom>
              <a:avLst/>
              <a:gdLst/>
              <a:ahLst/>
              <a:cxnLst/>
              <a:rect l="0" t="0" r="0" b="0"/>
              <a:pathLst>
                <a:path w="34010" h="14546">
                  <a:moveTo>
                    <a:pt x="34010" y="14546"/>
                  </a:moveTo>
                  <a:lnTo>
                    <a:pt x="0" y="0"/>
                  </a:lnTo>
                </a:path>
              </a:pathLst>
            </a:custGeom>
            <a:noFill/>
            <a:ln w="20003">
              <a:solidFill>
                <a:srgbClr val="DEE2E6"/>
              </a:solidFill>
            </a:ln>
          </p:spPr>
        </p:sp>
        <p:sp>
          <p:nvSpPr>
            <p:cNvPr id="2313" name="Candidate_receptor__2312">
              <a:extLst>
                <a:ext uri="{FF2B5EF4-FFF2-40B4-BE49-F238E27FC236}">
                  <a16:creationId xmlns:a16="http://schemas.microsoft.com/office/drawing/2014/main" id="{0BB4D39F-1CDD-17FE-706D-8DDFBBEFBE8D}"/>
                </a:ext>
              </a:extLst>
            </p:cNvPr>
            <p:cNvSpPr>
              <a:spLocks noGrp="1"/>
            </p:cNvSpPr>
            <p:nvPr/>
          </p:nvSpPr>
          <p:spPr>
            <a:xfrm>
              <a:off x="5126877" y="4323667"/>
              <a:ext cx="69915" cy="12812"/>
            </a:xfrm>
            <a:custGeom>
              <a:avLst/>
              <a:gdLst/>
              <a:ahLst/>
              <a:cxnLst/>
              <a:rect l="0" t="0" r="0" b="0"/>
              <a:pathLst>
                <a:path w="69915" h="12812">
                  <a:moveTo>
                    <a:pt x="69915" y="0"/>
                  </a:moveTo>
                  <a:lnTo>
                    <a:pt x="0" y="12812"/>
                  </a:lnTo>
                </a:path>
              </a:pathLst>
            </a:custGeom>
            <a:noFill/>
            <a:ln w="20003">
              <a:solidFill>
                <a:srgbClr val="DEE2E6"/>
              </a:solidFill>
            </a:ln>
          </p:spPr>
        </p:sp>
        <p:sp>
          <p:nvSpPr>
            <p:cNvPr id="2314" name="Candidate_receptor__2313">
              <a:extLst>
                <a:ext uri="{FF2B5EF4-FFF2-40B4-BE49-F238E27FC236}">
                  <a16:creationId xmlns:a16="http://schemas.microsoft.com/office/drawing/2014/main" id="{43C21959-A390-24A0-2A44-17E95B5A5370}"/>
                </a:ext>
              </a:extLst>
            </p:cNvPr>
            <p:cNvSpPr>
              <a:spLocks noGrp="1"/>
            </p:cNvSpPr>
            <p:nvPr/>
          </p:nvSpPr>
          <p:spPr>
            <a:xfrm>
              <a:off x="6207166" y="4229651"/>
              <a:ext cx="89814" cy="70425"/>
            </a:xfrm>
            <a:custGeom>
              <a:avLst/>
              <a:gdLst/>
              <a:ahLst/>
              <a:cxnLst/>
              <a:rect l="0" t="0" r="0" b="0"/>
              <a:pathLst>
                <a:path w="89814" h="70425">
                  <a:moveTo>
                    <a:pt x="89814" y="70425"/>
                  </a:moveTo>
                  <a:lnTo>
                    <a:pt x="0" y="0"/>
                  </a:lnTo>
                </a:path>
              </a:pathLst>
            </a:custGeom>
            <a:noFill/>
            <a:ln w="20003">
              <a:solidFill>
                <a:srgbClr val="DEE2E6"/>
              </a:solidFill>
            </a:ln>
          </p:spPr>
        </p:sp>
        <p:sp>
          <p:nvSpPr>
            <p:cNvPr id="2315" name="Candidate_receptor__2314">
              <a:extLst>
                <a:ext uri="{FF2B5EF4-FFF2-40B4-BE49-F238E27FC236}">
                  <a16:creationId xmlns:a16="http://schemas.microsoft.com/office/drawing/2014/main" id="{210AAD0B-B946-9CFE-79A7-B5EB88EC0F0D}"/>
                </a:ext>
              </a:extLst>
            </p:cNvPr>
            <p:cNvSpPr>
              <a:spLocks noGrp="1"/>
            </p:cNvSpPr>
            <p:nvPr/>
          </p:nvSpPr>
          <p:spPr>
            <a:xfrm>
              <a:off x="4848805" y="4533619"/>
              <a:ext cx="74587" cy="960"/>
            </a:xfrm>
            <a:custGeom>
              <a:avLst/>
              <a:gdLst/>
              <a:ahLst/>
              <a:cxnLst/>
              <a:rect l="0" t="0" r="0" b="0"/>
              <a:pathLst>
                <a:path w="74587" h="960">
                  <a:moveTo>
                    <a:pt x="74587" y="0"/>
                  </a:moveTo>
                  <a:lnTo>
                    <a:pt x="0" y="960"/>
                  </a:lnTo>
                </a:path>
              </a:pathLst>
            </a:custGeom>
            <a:noFill/>
            <a:ln w="20003">
              <a:solidFill>
                <a:srgbClr val="DEE2E6"/>
              </a:solidFill>
            </a:ln>
          </p:spPr>
        </p:sp>
        <p:sp>
          <p:nvSpPr>
            <p:cNvPr id="2316" name="Candidate_receptor__2315">
              <a:extLst>
                <a:ext uri="{FF2B5EF4-FFF2-40B4-BE49-F238E27FC236}">
                  <a16:creationId xmlns:a16="http://schemas.microsoft.com/office/drawing/2014/main" id="{C661F2E4-B952-F93B-3C36-A19E5D50BC60}"/>
                </a:ext>
              </a:extLst>
            </p:cNvPr>
            <p:cNvSpPr>
              <a:spLocks noGrp="1"/>
            </p:cNvSpPr>
            <p:nvPr/>
          </p:nvSpPr>
          <p:spPr>
            <a:xfrm>
              <a:off x="5115115" y="4191711"/>
              <a:ext cx="111992" cy="26540"/>
            </a:xfrm>
            <a:custGeom>
              <a:avLst/>
              <a:gdLst/>
              <a:ahLst/>
              <a:cxnLst/>
              <a:rect l="0" t="0" r="0" b="0"/>
              <a:pathLst>
                <a:path w="111992" h="26540">
                  <a:moveTo>
                    <a:pt x="0" y="0"/>
                  </a:moveTo>
                  <a:lnTo>
                    <a:pt x="111992" y="26540"/>
                  </a:lnTo>
                </a:path>
              </a:pathLst>
            </a:custGeom>
            <a:noFill/>
            <a:ln w="20003">
              <a:solidFill>
                <a:srgbClr val="DEE2E6"/>
              </a:solidFill>
            </a:ln>
          </p:spPr>
        </p:sp>
        <p:sp>
          <p:nvSpPr>
            <p:cNvPr id="2317" name="Candidate_receptor__2316">
              <a:extLst>
                <a:ext uri="{FF2B5EF4-FFF2-40B4-BE49-F238E27FC236}">
                  <a16:creationId xmlns:a16="http://schemas.microsoft.com/office/drawing/2014/main" id="{88F09229-CD7A-DB0F-082D-6F32CA09C82D}"/>
                </a:ext>
              </a:extLst>
            </p:cNvPr>
            <p:cNvSpPr>
              <a:spLocks noGrp="1"/>
            </p:cNvSpPr>
            <p:nvPr/>
          </p:nvSpPr>
          <p:spPr>
            <a:xfrm>
              <a:off x="5778514" y="4607251"/>
              <a:ext cx="114242" cy="222"/>
            </a:xfrm>
            <a:custGeom>
              <a:avLst/>
              <a:gdLst/>
              <a:ahLst/>
              <a:cxnLst/>
              <a:rect l="0" t="0" r="0" b="0"/>
              <a:pathLst>
                <a:path w="114242" h="222">
                  <a:moveTo>
                    <a:pt x="114242" y="222"/>
                  </a:moveTo>
                  <a:lnTo>
                    <a:pt x="0" y="0"/>
                  </a:lnTo>
                </a:path>
              </a:pathLst>
            </a:custGeom>
            <a:noFill/>
            <a:ln w="20003">
              <a:solidFill>
                <a:srgbClr val="DEE2E6"/>
              </a:solidFill>
            </a:ln>
          </p:spPr>
        </p:sp>
        <p:sp>
          <p:nvSpPr>
            <p:cNvPr id="2318" name="Candidate_receptor__2317">
              <a:extLst>
                <a:ext uri="{FF2B5EF4-FFF2-40B4-BE49-F238E27FC236}">
                  <a16:creationId xmlns:a16="http://schemas.microsoft.com/office/drawing/2014/main" id="{B10EA3C9-C0F8-36FD-39B5-4106297A23B1}"/>
                </a:ext>
              </a:extLst>
            </p:cNvPr>
            <p:cNvSpPr>
              <a:spLocks noGrp="1"/>
            </p:cNvSpPr>
            <p:nvPr/>
          </p:nvSpPr>
          <p:spPr>
            <a:xfrm>
              <a:off x="6523270" y="4149649"/>
              <a:ext cx="3542" cy="9194"/>
            </a:xfrm>
            <a:custGeom>
              <a:avLst/>
              <a:gdLst/>
              <a:ahLst/>
              <a:cxnLst/>
              <a:rect l="0" t="0" r="0" b="0"/>
              <a:pathLst>
                <a:path w="3542" h="9194">
                  <a:moveTo>
                    <a:pt x="3542" y="9194"/>
                  </a:moveTo>
                  <a:lnTo>
                    <a:pt x="0" y="0"/>
                  </a:lnTo>
                </a:path>
              </a:pathLst>
            </a:custGeom>
            <a:noFill/>
            <a:ln w="20003">
              <a:solidFill>
                <a:srgbClr val="DEE2E6"/>
              </a:solidFill>
            </a:ln>
          </p:spPr>
        </p:sp>
        <p:sp>
          <p:nvSpPr>
            <p:cNvPr id="2319" name="Candidate_receptor__2318">
              <a:extLst>
                <a:ext uri="{FF2B5EF4-FFF2-40B4-BE49-F238E27FC236}">
                  <a16:creationId xmlns:a16="http://schemas.microsoft.com/office/drawing/2014/main" id="{D96AB3CF-8E6E-FD0B-FA21-E45830A1448A}"/>
                </a:ext>
              </a:extLst>
            </p:cNvPr>
            <p:cNvSpPr>
              <a:spLocks noGrp="1"/>
            </p:cNvSpPr>
            <p:nvPr/>
          </p:nvSpPr>
          <p:spPr>
            <a:xfrm>
              <a:off x="5655840" y="4871213"/>
              <a:ext cx="106231" cy="8709"/>
            </a:xfrm>
            <a:custGeom>
              <a:avLst/>
              <a:gdLst/>
              <a:ahLst/>
              <a:cxnLst/>
              <a:rect l="0" t="0" r="0" b="0"/>
              <a:pathLst>
                <a:path w="106231" h="8709">
                  <a:moveTo>
                    <a:pt x="0" y="0"/>
                  </a:moveTo>
                  <a:lnTo>
                    <a:pt x="106231" y="8709"/>
                  </a:lnTo>
                </a:path>
              </a:pathLst>
            </a:custGeom>
            <a:noFill/>
            <a:ln w="8096">
              <a:solidFill>
                <a:srgbClr val="DEE2E6"/>
              </a:solidFill>
            </a:ln>
          </p:spPr>
        </p:sp>
        <p:sp>
          <p:nvSpPr>
            <p:cNvPr id="2320" name="Candidate_receptor__2319">
              <a:extLst>
                <a:ext uri="{FF2B5EF4-FFF2-40B4-BE49-F238E27FC236}">
                  <a16:creationId xmlns:a16="http://schemas.microsoft.com/office/drawing/2014/main" id="{DD136C85-7EA8-C9EB-B0CA-425E49C94842}"/>
                </a:ext>
              </a:extLst>
            </p:cNvPr>
            <p:cNvSpPr>
              <a:spLocks noGrp="1"/>
            </p:cNvSpPr>
            <p:nvPr/>
          </p:nvSpPr>
          <p:spPr>
            <a:xfrm>
              <a:off x="6326278" y="4644584"/>
              <a:ext cx="93131" cy="32082"/>
            </a:xfrm>
            <a:custGeom>
              <a:avLst/>
              <a:gdLst/>
              <a:ahLst/>
              <a:cxnLst/>
              <a:rect l="0" t="0" r="0" b="0"/>
              <a:pathLst>
                <a:path w="93131" h="32082">
                  <a:moveTo>
                    <a:pt x="93131" y="32082"/>
                  </a:moveTo>
                  <a:lnTo>
                    <a:pt x="0" y="0"/>
                  </a:lnTo>
                </a:path>
              </a:pathLst>
            </a:custGeom>
            <a:noFill/>
            <a:ln w="8096">
              <a:solidFill>
                <a:srgbClr val="DEE2E6"/>
              </a:solidFill>
            </a:ln>
          </p:spPr>
        </p:sp>
        <p:sp>
          <p:nvSpPr>
            <p:cNvPr id="2321" name="Candidate_receptor__2320">
              <a:extLst>
                <a:ext uri="{FF2B5EF4-FFF2-40B4-BE49-F238E27FC236}">
                  <a16:creationId xmlns:a16="http://schemas.microsoft.com/office/drawing/2014/main" id="{1D81508B-D0F5-17F7-AD14-B301F3D30835}"/>
                </a:ext>
              </a:extLst>
            </p:cNvPr>
            <p:cNvSpPr>
              <a:spLocks noGrp="1"/>
            </p:cNvSpPr>
            <p:nvPr/>
          </p:nvSpPr>
          <p:spPr>
            <a:xfrm>
              <a:off x="4940361" y="4767035"/>
              <a:ext cx="93306" cy="67185"/>
            </a:xfrm>
            <a:custGeom>
              <a:avLst/>
              <a:gdLst/>
              <a:ahLst/>
              <a:cxnLst/>
              <a:rect l="0" t="0" r="0" b="0"/>
              <a:pathLst>
                <a:path w="93306" h="67185">
                  <a:moveTo>
                    <a:pt x="0" y="67185"/>
                  </a:moveTo>
                  <a:lnTo>
                    <a:pt x="93306" y="0"/>
                  </a:lnTo>
                </a:path>
              </a:pathLst>
            </a:custGeom>
            <a:noFill/>
            <a:ln w="20003">
              <a:solidFill>
                <a:srgbClr val="DEE2E6"/>
              </a:solidFill>
            </a:ln>
          </p:spPr>
        </p:sp>
        <p:sp>
          <p:nvSpPr>
            <p:cNvPr id="2322" name="Candidate_receptor__2321">
              <a:extLst>
                <a:ext uri="{FF2B5EF4-FFF2-40B4-BE49-F238E27FC236}">
                  <a16:creationId xmlns:a16="http://schemas.microsoft.com/office/drawing/2014/main" id="{10E93C41-0436-09A2-2527-F26414BB79A0}"/>
                </a:ext>
              </a:extLst>
            </p:cNvPr>
            <p:cNvSpPr>
              <a:spLocks noGrp="1"/>
            </p:cNvSpPr>
            <p:nvPr/>
          </p:nvSpPr>
          <p:spPr>
            <a:xfrm>
              <a:off x="6439884" y="4007966"/>
              <a:ext cx="93927" cy="20571"/>
            </a:xfrm>
            <a:custGeom>
              <a:avLst/>
              <a:gdLst/>
              <a:ahLst/>
              <a:cxnLst/>
              <a:rect l="0" t="0" r="0" b="0"/>
              <a:pathLst>
                <a:path w="93927" h="20571">
                  <a:moveTo>
                    <a:pt x="93927" y="0"/>
                  </a:moveTo>
                  <a:lnTo>
                    <a:pt x="0" y="20571"/>
                  </a:lnTo>
                </a:path>
              </a:pathLst>
            </a:custGeom>
            <a:noFill/>
            <a:ln w="20003">
              <a:solidFill>
                <a:srgbClr val="DEE2E6"/>
              </a:solidFill>
            </a:ln>
          </p:spPr>
        </p:sp>
        <p:sp>
          <p:nvSpPr>
            <p:cNvPr id="2323" name="Candidate_receptor__2322">
              <a:extLst>
                <a:ext uri="{FF2B5EF4-FFF2-40B4-BE49-F238E27FC236}">
                  <a16:creationId xmlns:a16="http://schemas.microsoft.com/office/drawing/2014/main" id="{E9145C72-35CD-4A75-F721-16B945742238}"/>
                </a:ext>
              </a:extLst>
            </p:cNvPr>
            <p:cNvSpPr>
              <a:spLocks noGrp="1"/>
            </p:cNvSpPr>
            <p:nvPr/>
          </p:nvSpPr>
          <p:spPr>
            <a:xfrm>
              <a:off x="5404079" y="4436792"/>
              <a:ext cx="47323" cy="15161"/>
            </a:xfrm>
            <a:custGeom>
              <a:avLst/>
              <a:gdLst/>
              <a:ahLst/>
              <a:cxnLst/>
              <a:rect l="0" t="0" r="0" b="0"/>
              <a:pathLst>
                <a:path w="47323" h="15161">
                  <a:moveTo>
                    <a:pt x="0" y="0"/>
                  </a:moveTo>
                  <a:lnTo>
                    <a:pt x="47323" y="15161"/>
                  </a:lnTo>
                </a:path>
              </a:pathLst>
            </a:custGeom>
            <a:noFill/>
            <a:ln w="20003">
              <a:solidFill>
                <a:srgbClr val="DEE3E6"/>
              </a:solidFill>
            </a:ln>
          </p:spPr>
        </p:sp>
        <p:sp>
          <p:nvSpPr>
            <p:cNvPr id="2324" name="Candidate_receptor__2323">
              <a:extLst>
                <a:ext uri="{FF2B5EF4-FFF2-40B4-BE49-F238E27FC236}">
                  <a16:creationId xmlns:a16="http://schemas.microsoft.com/office/drawing/2014/main" id="{F1E6FB4B-01C1-6099-5C36-BB0CE67C6928}"/>
                </a:ext>
              </a:extLst>
            </p:cNvPr>
            <p:cNvSpPr>
              <a:spLocks noGrp="1"/>
            </p:cNvSpPr>
            <p:nvPr/>
          </p:nvSpPr>
          <p:spPr>
            <a:xfrm>
              <a:off x="6419410" y="4610104"/>
              <a:ext cx="81621" cy="66562"/>
            </a:xfrm>
            <a:custGeom>
              <a:avLst/>
              <a:gdLst/>
              <a:ahLst/>
              <a:cxnLst/>
              <a:rect l="0" t="0" r="0" b="0"/>
              <a:pathLst>
                <a:path w="81621" h="66562">
                  <a:moveTo>
                    <a:pt x="81621" y="0"/>
                  </a:moveTo>
                  <a:lnTo>
                    <a:pt x="0" y="66562"/>
                  </a:lnTo>
                </a:path>
              </a:pathLst>
            </a:custGeom>
            <a:noFill/>
            <a:ln w="8096">
              <a:solidFill>
                <a:srgbClr val="DEE3E6"/>
              </a:solidFill>
            </a:ln>
          </p:spPr>
        </p:sp>
        <p:sp>
          <p:nvSpPr>
            <p:cNvPr id="2325" name="Candidate_receptor__2324">
              <a:extLst>
                <a:ext uri="{FF2B5EF4-FFF2-40B4-BE49-F238E27FC236}">
                  <a16:creationId xmlns:a16="http://schemas.microsoft.com/office/drawing/2014/main" id="{23F8951C-B355-4765-ECFD-04C00A302EC9}"/>
                </a:ext>
              </a:extLst>
            </p:cNvPr>
            <p:cNvSpPr>
              <a:spLocks noGrp="1"/>
            </p:cNvSpPr>
            <p:nvPr/>
          </p:nvSpPr>
          <p:spPr>
            <a:xfrm>
              <a:off x="4640026" y="4393451"/>
              <a:ext cx="43340" cy="87259"/>
            </a:xfrm>
            <a:custGeom>
              <a:avLst/>
              <a:gdLst/>
              <a:ahLst/>
              <a:cxnLst/>
              <a:rect l="0" t="0" r="0" b="0"/>
              <a:pathLst>
                <a:path w="43340" h="87259">
                  <a:moveTo>
                    <a:pt x="43340" y="87259"/>
                  </a:moveTo>
                  <a:lnTo>
                    <a:pt x="0" y="0"/>
                  </a:lnTo>
                </a:path>
              </a:pathLst>
            </a:custGeom>
            <a:noFill/>
            <a:ln w="20003">
              <a:solidFill>
                <a:srgbClr val="DEE3E6"/>
              </a:solidFill>
            </a:ln>
          </p:spPr>
        </p:sp>
        <p:sp>
          <p:nvSpPr>
            <p:cNvPr id="2326" name="Candidate_receptor__2325">
              <a:extLst>
                <a:ext uri="{FF2B5EF4-FFF2-40B4-BE49-F238E27FC236}">
                  <a16:creationId xmlns:a16="http://schemas.microsoft.com/office/drawing/2014/main" id="{AFF30D77-8F43-0B0E-65DD-B54593A8E3D1}"/>
                </a:ext>
              </a:extLst>
            </p:cNvPr>
            <p:cNvSpPr>
              <a:spLocks noGrp="1"/>
            </p:cNvSpPr>
            <p:nvPr/>
          </p:nvSpPr>
          <p:spPr>
            <a:xfrm>
              <a:off x="6251735" y="4300076"/>
              <a:ext cx="45245" cy="84028"/>
            </a:xfrm>
            <a:custGeom>
              <a:avLst/>
              <a:gdLst/>
              <a:ahLst/>
              <a:cxnLst/>
              <a:rect l="0" t="0" r="0" b="0"/>
              <a:pathLst>
                <a:path w="45245" h="84028">
                  <a:moveTo>
                    <a:pt x="0" y="84028"/>
                  </a:moveTo>
                  <a:lnTo>
                    <a:pt x="45245" y="0"/>
                  </a:lnTo>
                </a:path>
              </a:pathLst>
            </a:custGeom>
            <a:noFill/>
            <a:ln w="20003">
              <a:solidFill>
                <a:srgbClr val="DEE3E6"/>
              </a:solidFill>
            </a:ln>
          </p:spPr>
        </p:sp>
        <p:sp>
          <p:nvSpPr>
            <p:cNvPr id="2327" name="Candidate_receptor__2326">
              <a:extLst>
                <a:ext uri="{FF2B5EF4-FFF2-40B4-BE49-F238E27FC236}">
                  <a16:creationId xmlns:a16="http://schemas.microsoft.com/office/drawing/2014/main" id="{6BA9D012-88C3-6C0A-EF3A-9322C2149EB2}"/>
                </a:ext>
              </a:extLst>
            </p:cNvPr>
            <p:cNvSpPr>
              <a:spLocks noGrp="1"/>
            </p:cNvSpPr>
            <p:nvPr/>
          </p:nvSpPr>
          <p:spPr>
            <a:xfrm>
              <a:off x="6533811" y="4007966"/>
              <a:ext cx="63741" cy="53508"/>
            </a:xfrm>
            <a:custGeom>
              <a:avLst/>
              <a:gdLst/>
              <a:ahLst/>
              <a:cxnLst/>
              <a:rect l="0" t="0" r="0" b="0"/>
              <a:pathLst>
                <a:path w="63741" h="53508">
                  <a:moveTo>
                    <a:pt x="63741" y="53508"/>
                  </a:moveTo>
                  <a:lnTo>
                    <a:pt x="0" y="0"/>
                  </a:lnTo>
                </a:path>
              </a:pathLst>
            </a:custGeom>
            <a:noFill/>
            <a:ln w="20003">
              <a:solidFill>
                <a:srgbClr val="DEE3E6"/>
              </a:solidFill>
            </a:ln>
          </p:spPr>
        </p:sp>
        <p:sp>
          <p:nvSpPr>
            <p:cNvPr id="2328" name="Candidate_receptor__2327">
              <a:extLst>
                <a:ext uri="{FF2B5EF4-FFF2-40B4-BE49-F238E27FC236}">
                  <a16:creationId xmlns:a16="http://schemas.microsoft.com/office/drawing/2014/main" id="{AE30A4EF-E7EC-0CA7-CA4D-8549636D3B0F}"/>
                </a:ext>
              </a:extLst>
            </p:cNvPr>
            <p:cNvSpPr>
              <a:spLocks noGrp="1"/>
            </p:cNvSpPr>
            <p:nvPr/>
          </p:nvSpPr>
          <p:spPr>
            <a:xfrm>
              <a:off x="5196793" y="4218251"/>
              <a:ext cx="30315" cy="105416"/>
            </a:xfrm>
            <a:custGeom>
              <a:avLst/>
              <a:gdLst/>
              <a:ahLst/>
              <a:cxnLst/>
              <a:rect l="0" t="0" r="0" b="0"/>
              <a:pathLst>
                <a:path w="30315" h="105416">
                  <a:moveTo>
                    <a:pt x="30315" y="0"/>
                  </a:moveTo>
                  <a:lnTo>
                    <a:pt x="0" y="105416"/>
                  </a:lnTo>
                </a:path>
              </a:pathLst>
            </a:custGeom>
            <a:noFill/>
            <a:ln w="20003">
              <a:solidFill>
                <a:srgbClr val="DEE3E6"/>
              </a:solidFill>
            </a:ln>
          </p:spPr>
        </p:sp>
        <p:sp>
          <p:nvSpPr>
            <p:cNvPr id="2329" name="Candidate_receptor__2328">
              <a:extLst>
                <a:ext uri="{FF2B5EF4-FFF2-40B4-BE49-F238E27FC236}">
                  <a16:creationId xmlns:a16="http://schemas.microsoft.com/office/drawing/2014/main" id="{BD23F2E9-81A4-1943-DF4E-67FF1EC314E9}"/>
                </a:ext>
              </a:extLst>
            </p:cNvPr>
            <p:cNvSpPr>
              <a:spLocks noGrp="1"/>
            </p:cNvSpPr>
            <p:nvPr/>
          </p:nvSpPr>
          <p:spPr>
            <a:xfrm>
              <a:off x="5892756" y="4607473"/>
              <a:ext cx="14440" cy="96493"/>
            </a:xfrm>
            <a:custGeom>
              <a:avLst/>
              <a:gdLst/>
              <a:ahLst/>
              <a:cxnLst/>
              <a:rect l="0" t="0" r="0" b="0"/>
              <a:pathLst>
                <a:path w="14440" h="96493">
                  <a:moveTo>
                    <a:pt x="14440" y="96493"/>
                  </a:moveTo>
                  <a:lnTo>
                    <a:pt x="0" y="0"/>
                  </a:lnTo>
                </a:path>
              </a:pathLst>
            </a:custGeom>
            <a:noFill/>
            <a:ln w="20003">
              <a:solidFill>
                <a:srgbClr val="DEE3E6"/>
              </a:solidFill>
            </a:ln>
          </p:spPr>
        </p:sp>
        <p:sp>
          <p:nvSpPr>
            <p:cNvPr id="2330" name="Candidate_receptor__2329">
              <a:extLst>
                <a:ext uri="{FF2B5EF4-FFF2-40B4-BE49-F238E27FC236}">
                  <a16:creationId xmlns:a16="http://schemas.microsoft.com/office/drawing/2014/main" id="{618C0B2C-9A18-6B95-1978-E3F44C7B97F4}"/>
                </a:ext>
              </a:extLst>
            </p:cNvPr>
            <p:cNvSpPr>
              <a:spLocks noGrp="1"/>
            </p:cNvSpPr>
            <p:nvPr/>
          </p:nvSpPr>
          <p:spPr>
            <a:xfrm>
              <a:off x="4625076" y="4480710"/>
              <a:ext cx="58289" cy="85324"/>
            </a:xfrm>
            <a:custGeom>
              <a:avLst/>
              <a:gdLst/>
              <a:ahLst/>
              <a:cxnLst/>
              <a:rect l="0" t="0" r="0" b="0"/>
              <a:pathLst>
                <a:path w="58289" h="85324">
                  <a:moveTo>
                    <a:pt x="0" y="85324"/>
                  </a:moveTo>
                  <a:lnTo>
                    <a:pt x="58289" y="0"/>
                  </a:lnTo>
                </a:path>
              </a:pathLst>
            </a:custGeom>
            <a:noFill/>
            <a:ln w="20003">
              <a:solidFill>
                <a:srgbClr val="DEE3E6"/>
              </a:solidFill>
            </a:ln>
          </p:spPr>
        </p:sp>
        <p:sp>
          <p:nvSpPr>
            <p:cNvPr id="2331" name="Candidate_receptor__2330">
              <a:extLst>
                <a:ext uri="{FF2B5EF4-FFF2-40B4-BE49-F238E27FC236}">
                  <a16:creationId xmlns:a16="http://schemas.microsoft.com/office/drawing/2014/main" id="{1CD3AFAB-554C-5122-43E7-3EEEDBD8F4AC}"/>
                </a:ext>
              </a:extLst>
            </p:cNvPr>
            <p:cNvSpPr>
              <a:spLocks noGrp="1"/>
            </p:cNvSpPr>
            <p:nvPr/>
          </p:nvSpPr>
          <p:spPr>
            <a:xfrm>
              <a:off x="5344266" y="5298904"/>
              <a:ext cx="87054" cy="9992"/>
            </a:xfrm>
            <a:custGeom>
              <a:avLst/>
              <a:gdLst/>
              <a:ahLst/>
              <a:cxnLst/>
              <a:rect l="0" t="0" r="0" b="0"/>
              <a:pathLst>
                <a:path w="87054" h="9992">
                  <a:moveTo>
                    <a:pt x="0" y="0"/>
                  </a:moveTo>
                  <a:lnTo>
                    <a:pt x="87054" y="9992"/>
                  </a:lnTo>
                </a:path>
              </a:pathLst>
            </a:custGeom>
            <a:noFill/>
            <a:ln w="20003">
              <a:solidFill>
                <a:srgbClr val="DEE3E6"/>
              </a:solidFill>
            </a:ln>
          </p:spPr>
        </p:sp>
        <p:sp>
          <p:nvSpPr>
            <p:cNvPr id="2332" name="Candidate_receptor__2331">
              <a:extLst>
                <a:ext uri="{FF2B5EF4-FFF2-40B4-BE49-F238E27FC236}">
                  <a16:creationId xmlns:a16="http://schemas.microsoft.com/office/drawing/2014/main" id="{408BC2CA-4E1A-0FF7-E975-6E2071E0939F}"/>
                </a:ext>
              </a:extLst>
            </p:cNvPr>
            <p:cNvSpPr>
              <a:spLocks noGrp="1"/>
            </p:cNvSpPr>
            <p:nvPr/>
          </p:nvSpPr>
          <p:spPr>
            <a:xfrm>
              <a:off x="6150995" y="4373405"/>
              <a:ext cx="100740" cy="10699"/>
            </a:xfrm>
            <a:custGeom>
              <a:avLst/>
              <a:gdLst/>
              <a:ahLst/>
              <a:cxnLst/>
              <a:rect l="0" t="0" r="0" b="0"/>
              <a:pathLst>
                <a:path w="100740" h="10699">
                  <a:moveTo>
                    <a:pt x="0" y="0"/>
                  </a:moveTo>
                  <a:lnTo>
                    <a:pt x="100740" y="10699"/>
                  </a:lnTo>
                </a:path>
              </a:pathLst>
            </a:custGeom>
            <a:noFill/>
            <a:ln w="20003">
              <a:solidFill>
                <a:srgbClr val="DEE3E6"/>
              </a:solidFill>
            </a:ln>
          </p:spPr>
        </p:sp>
        <p:sp>
          <p:nvSpPr>
            <p:cNvPr id="2333" name="Candidate_receptor__2332">
              <a:extLst>
                <a:ext uri="{FF2B5EF4-FFF2-40B4-BE49-F238E27FC236}">
                  <a16:creationId xmlns:a16="http://schemas.microsoft.com/office/drawing/2014/main" id="{33FEBFEB-FF9F-8D8F-11F7-D2C4C8EA8A3E}"/>
                </a:ext>
              </a:extLst>
            </p:cNvPr>
            <p:cNvSpPr>
              <a:spLocks noGrp="1"/>
            </p:cNvSpPr>
            <p:nvPr/>
          </p:nvSpPr>
          <p:spPr>
            <a:xfrm>
              <a:off x="5261018" y="5298904"/>
              <a:ext cx="83248" cy="15755"/>
            </a:xfrm>
            <a:custGeom>
              <a:avLst/>
              <a:gdLst/>
              <a:ahLst/>
              <a:cxnLst/>
              <a:rect l="0" t="0" r="0" b="0"/>
              <a:pathLst>
                <a:path w="83248" h="15755">
                  <a:moveTo>
                    <a:pt x="0" y="15755"/>
                  </a:moveTo>
                  <a:lnTo>
                    <a:pt x="83248" y="0"/>
                  </a:lnTo>
                </a:path>
              </a:pathLst>
            </a:custGeom>
            <a:noFill/>
            <a:ln w="20003">
              <a:solidFill>
                <a:srgbClr val="DEE3E6"/>
              </a:solidFill>
            </a:ln>
          </p:spPr>
        </p:sp>
        <p:sp>
          <p:nvSpPr>
            <p:cNvPr id="2334" name="Candidate_receptor__2333">
              <a:extLst>
                <a:ext uri="{FF2B5EF4-FFF2-40B4-BE49-F238E27FC236}">
                  <a16:creationId xmlns:a16="http://schemas.microsoft.com/office/drawing/2014/main" id="{E66F029F-C424-D3B2-6646-D6F515CA1C90}"/>
                </a:ext>
              </a:extLst>
            </p:cNvPr>
            <p:cNvSpPr>
              <a:spLocks noGrp="1"/>
            </p:cNvSpPr>
            <p:nvPr/>
          </p:nvSpPr>
          <p:spPr>
            <a:xfrm>
              <a:off x="4892124" y="4657519"/>
              <a:ext cx="61606" cy="33711"/>
            </a:xfrm>
            <a:custGeom>
              <a:avLst/>
              <a:gdLst/>
              <a:ahLst/>
              <a:cxnLst/>
              <a:rect l="0" t="0" r="0" b="0"/>
              <a:pathLst>
                <a:path w="61606" h="33711">
                  <a:moveTo>
                    <a:pt x="0" y="33711"/>
                  </a:moveTo>
                  <a:lnTo>
                    <a:pt x="61606" y="0"/>
                  </a:lnTo>
                </a:path>
              </a:pathLst>
            </a:custGeom>
            <a:noFill/>
            <a:ln w="20003">
              <a:solidFill>
                <a:srgbClr val="DEE3E6"/>
              </a:solidFill>
            </a:ln>
          </p:spPr>
        </p:sp>
        <p:sp>
          <p:nvSpPr>
            <p:cNvPr id="2335" name="Candidate_receptor__2334">
              <a:extLst>
                <a:ext uri="{FF2B5EF4-FFF2-40B4-BE49-F238E27FC236}">
                  <a16:creationId xmlns:a16="http://schemas.microsoft.com/office/drawing/2014/main" id="{7A4B1B6A-0527-91C3-6B47-8A86C08AC545}"/>
                </a:ext>
              </a:extLst>
            </p:cNvPr>
            <p:cNvSpPr>
              <a:spLocks noGrp="1"/>
            </p:cNvSpPr>
            <p:nvPr/>
          </p:nvSpPr>
          <p:spPr>
            <a:xfrm>
              <a:off x="6339800" y="3390832"/>
              <a:ext cx="83950" cy="5710"/>
            </a:xfrm>
            <a:custGeom>
              <a:avLst/>
              <a:gdLst/>
              <a:ahLst/>
              <a:cxnLst/>
              <a:rect l="0" t="0" r="0" b="0"/>
              <a:pathLst>
                <a:path w="83950" h="5710">
                  <a:moveTo>
                    <a:pt x="0" y="0"/>
                  </a:moveTo>
                  <a:lnTo>
                    <a:pt x="83950" y="5710"/>
                  </a:lnTo>
                </a:path>
              </a:pathLst>
            </a:custGeom>
            <a:noFill/>
            <a:ln w="8096">
              <a:solidFill>
                <a:srgbClr val="DEE3E6"/>
              </a:solidFill>
            </a:ln>
          </p:spPr>
        </p:sp>
        <p:sp>
          <p:nvSpPr>
            <p:cNvPr id="2336" name="Candidate_receptor__2335">
              <a:extLst>
                <a:ext uri="{FF2B5EF4-FFF2-40B4-BE49-F238E27FC236}">
                  <a16:creationId xmlns:a16="http://schemas.microsoft.com/office/drawing/2014/main" id="{79DC38CD-1F07-901A-6824-53ACC58D39E8}"/>
                </a:ext>
              </a:extLst>
            </p:cNvPr>
            <p:cNvSpPr>
              <a:spLocks noGrp="1"/>
            </p:cNvSpPr>
            <p:nvPr/>
          </p:nvSpPr>
          <p:spPr>
            <a:xfrm>
              <a:off x="5431321" y="5247236"/>
              <a:ext cx="74786" cy="61661"/>
            </a:xfrm>
            <a:custGeom>
              <a:avLst/>
              <a:gdLst/>
              <a:ahLst/>
              <a:cxnLst/>
              <a:rect l="0" t="0" r="0" b="0"/>
              <a:pathLst>
                <a:path w="74786" h="61661">
                  <a:moveTo>
                    <a:pt x="0" y="61661"/>
                  </a:moveTo>
                  <a:lnTo>
                    <a:pt x="74786" y="0"/>
                  </a:lnTo>
                </a:path>
              </a:pathLst>
            </a:custGeom>
            <a:noFill/>
            <a:ln w="8096">
              <a:solidFill>
                <a:srgbClr val="DEE3E6"/>
              </a:solidFill>
            </a:ln>
          </p:spPr>
        </p:sp>
        <p:sp>
          <p:nvSpPr>
            <p:cNvPr id="2337" name="Candidate_receptor__2336">
              <a:extLst>
                <a:ext uri="{FF2B5EF4-FFF2-40B4-BE49-F238E27FC236}">
                  <a16:creationId xmlns:a16="http://schemas.microsoft.com/office/drawing/2014/main" id="{CE7D88D6-3F8D-DB28-8436-4A52E7EC335E}"/>
                </a:ext>
              </a:extLst>
            </p:cNvPr>
            <p:cNvSpPr>
              <a:spLocks noGrp="1"/>
            </p:cNvSpPr>
            <p:nvPr/>
          </p:nvSpPr>
          <p:spPr>
            <a:xfrm>
              <a:off x="4835901" y="4381528"/>
              <a:ext cx="111704" cy="23975"/>
            </a:xfrm>
            <a:custGeom>
              <a:avLst/>
              <a:gdLst/>
              <a:ahLst/>
              <a:cxnLst/>
              <a:rect l="0" t="0" r="0" b="0"/>
              <a:pathLst>
                <a:path w="111704" h="23975">
                  <a:moveTo>
                    <a:pt x="111704" y="23975"/>
                  </a:moveTo>
                  <a:lnTo>
                    <a:pt x="0" y="0"/>
                  </a:lnTo>
                </a:path>
              </a:pathLst>
            </a:custGeom>
            <a:noFill/>
            <a:ln w="20003">
              <a:solidFill>
                <a:srgbClr val="DEE3E6"/>
              </a:solidFill>
            </a:ln>
          </p:spPr>
        </p:sp>
        <p:sp>
          <p:nvSpPr>
            <p:cNvPr id="2338" name="Candidate_receptor__2337">
              <a:extLst>
                <a:ext uri="{FF2B5EF4-FFF2-40B4-BE49-F238E27FC236}">
                  <a16:creationId xmlns:a16="http://schemas.microsoft.com/office/drawing/2014/main" id="{30940707-7A34-DE98-9C5C-9857F5FF92D0}"/>
                </a:ext>
              </a:extLst>
            </p:cNvPr>
            <p:cNvSpPr>
              <a:spLocks noGrp="1"/>
            </p:cNvSpPr>
            <p:nvPr/>
          </p:nvSpPr>
          <p:spPr>
            <a:xfrm>
              <a:off x="4953731" y="4578389"/>
              <a:ext cx="58293" cy="79130"/>
            </a:xfrm>
            <a:custGeom>
              <a:avLst/>
              <a:gdLst/>
              <a:ahLst/>
              <a:cxnLst/>
              <a:rect l="0" t="0" r="0" b="0"/>
              <a:pathLst>
                <a:path w="58293" h="79130">
                  <a:moveTo>
                    <a:pt x="0" y="79130"/>
                  </a:moveTo>
                  <a:lnTo>
                    <a:pt x="58293" y="0"/>
                  </a:lnTo>
                </a:path>
              </a:pathLst>
            </a:custGeom>
            <a:noFill/>
            <a:ln w="20003">
              <a:solidFill>
                <a:srgbClr val="DEE3E6"/>
              </a:solidFill>
            </a:ln>
          </p:spPr>
        </p:sp>
        <p:sp>
          <p:nvSpPr>
            <p:cNvPr id="2339" name="Candidate_receptor__2338">
              <a:extLst>
                <a:ext uri="{FF2B5EF4-FFF2-40B4-BE49-F238E27FC236}">
                  <a16:creationId xmlns:a16="http://schemas.microsoft.com/office/drawing/2014/main" id="{0F5F8F66-134E-2236-0E61-3A3048F5B5BC}"/>
                </a:ext>
              </a:extLst>
            </p:cNvPr>
            <p:cNvSpPr>
              <a:spLocks noGrp="1"/>
            </p:cNvSpPr>
            <p:nvPr/>
          </p:nvSpPr>
          <p:spPr>
            <a:xfrm>
              <a:off x="4512121" y="4426475"/>
              <a:ext cx="17315" cy="7739"/>
            </a:xfrm>
            <a:custGeom>
              <a:avLst/>
              <a:gdLst/>
              <a:ahLst/>
              <a:cxnLst/>
              <a:rect l="0" t="0" r="0" b="0"/>
              <a:pathLst>
                <a:path w="17315" h="7739">
                  <a:moveTo>
                    <a:pt x="17315" y="0"/>
                  </a:moveTo>
                  <a:lnTo>
                    <a:pt x="0" y="7739"/>
                  </a:lnTo>
                </a:path>
              </a:pathLst>
            </a:custGeom>
            <a:noFill/>
            <a:ln w="8096">
              <a:solidFill>
                <a:srgbClr val="DEE3E6"/>
              </a:solidFill>
            </a:ln>
          </p:spPr>
        </p:sp>
        <p:sp>
          <p:nvSpPr>
            <p:cNvPr id="2340" name="Candidate_receptor__2339">
              <a:extLst>
                <a:ext uri="{FF2B5EF4-FFF2-40B4-BE49-F238E27FC236}">
                  <a16:creationId xmlns:a16="http://schemas.microsoft.com/office/drawing/2014/main" id="{EE9D6E04-7157-F6B5-D968-17DC053090E7}"/>
                </a:ext>
              </a:extLst>
            </p:cNvPr>
            <p:cNvSpPr>
              <a:spLocks noGrp="1"/>
            </p:cNvSpPr>
            <p:nvPr/>
          </p:nvSpPr>
          <p:spPr>
            <a:xfrm>
              <a:off x="6501030" y="4600652"/>
              <a:ext cx="57353" cy="9453"/>
            </a:xfrm>
            <a:custGeom>
              <a:avLst/>
              <a:gdLst/>
              <a:ahLst/>
              <a:cxnLst/>
              <a:rect l="0" t="0" r="0" b="0"/>
              <a:pathLst>
                <a:path w="57353" h="9453">
                  <a:moveTo>
                    <a:pt x="57353" y="0"/>
                  </a:moveTo>
                  <a:lnTo>
                    <a:pt x="0" y="9453"/>
                  </a:lnTo>
                </a:path>
              </a:pathLst>
            </a:custGeom>
            <a:noFill/>
            <a:ln w="20003">
              <a:solidFill>
                <a:srgbClr val="DEE3E6"/>
              </a:solidFill>
            </a:ln>
          </p:spPr>
        </p:sp>
        <p:sp>
          <p:nvSpPr>
            <p:cNvPr id="2341" name="Candidate_receptor__2340">
              <a:extLst>
                <a:ext uri="{FF2B5EF4-FFF2-40B4-BE49-F238E27FC236}">
                  <a16:creationId xmlns:a16="http://schemas.microsoft.com/office/drawing/2014/main" id="{0545D9F1-2430-2443-E9D4-7A91EB466EDF}"/>
                </a:ext>
              </a:extLst>
            </p:cNvPr>
            <p:cNvSpPr>
              <a:spLocks noGrp="1"/>
            </p:cNvSpPr>
            <p:nvPr/>
          </p:nvSpPr>
          <p:spPr>
            <a:xfrm>
              <a:off x="5506107" y="5197921"/>
              <a:ext cx="53715" cy="49315"/>
            </a:xfrm>
            <a:custGeom>
              <a:avLst/>
              <a:gdLst/>
              <a:ahLst/>
              <a:cxnLst/>
              <a:rect l="0" t="0" r="0" b="0"/>
              <a:pathLst>
                <a:path w="53715" h="49315">
                  <a:moveTo>
                    <a:pt x="0" y="49315"/>
                  </a:moveTo>
                  <a:lnTo>
                    <a:pt x="53715" y="0"/>
                  </a:lnTo>
                </a:path>
              </a:pathLst>
            </a:custGeom>
            <a:noFill/>
            <a:ln w="8096">
              <a:solidFill>
                <a:srgbClr val="DEE3E6"/>
              </a:solidFill>
            </a:ln>
          </p:spPr>
        </p:sp>
        <p:sp>
          <p:nvSpPr>
            <p:cNvPr id="2342" name="Candidate_receptor__2341">
              <a:extLst>
                <a:ext uri="{FF2B5EF4-FFF2-40B4-BE49-F238E27FC236}">
                  <a16:creationId xmlns:a16="http://schemas.microsoft.com/office/drawing/2014/main" id="{982A6806-3225-A4E5-1A0E-D9AF255B24CD}"/>
                </a:ext>
              </a:extLst>
            </p:cNvPr>
            <p:cNvSpPr>
              <a:spLocks noGrp="1"/>
            </p:cNvSpPr>
            <p:nvPr/>
          </p:nvSpPr>
          <p:spPr>
            <a:xfrm>
              <a:off x="5096186" y="4191711"/>
              <a:ext cx="18930" cy="37373"/>
            </a:xfrm>
            <a:custGeom>
              <a:avLst/>
              <a:gdLst/>
              <a:ahLst/>
              <a:cxnLst/>
              <a:rect l="0" t="0" r="0" b="0"/>
              <a:pathLst>
                <a:path w="18930" h="37373">
                  <a:moveTo>
                    <a:pt x="0" y="37373"/>
                  </a:moveTo>
                  <a:lnTo>
                    <a:pt x="18930" y="0"/>
                  </a:lnTo>
                </a:path>
              </a:pathLst>
            </a:custGeom>
            <a:noFill/>
            <a:ln w="20003">
              <a:solidFill>
                <a:srgbClr val="DEE3E6"/>
              </a:solidFill>
            </a:ln>
          </p:spPr>
        </p:sp>
        <p:sp>
          <p:nvSpPr>
            <p:cNvPr id="2343" name="Candidate_receptor__2342">
              <a:extLst>
                <a:ext uri="{FF2B5EF4-FFF2-40B4-BE49-F238E27FC236}">
                  <a16:creationId xmlns:a16="http://schemas.microsoft.com/office/drawing/2014/main" id="{1B2CBA3B-509A-BC5B-E088-FA3157C7C3B7}"/>
                </a:ext>
              </a:extLst>
            </p:cNvPr>
            <p:cNvSpPr>
              <a:spLocks noGrp="1"/>
            </p:cNvSpPr>
            <p:nvPr/>
          </p:nvSpPr>
          <p:spPr>
            <a:xfrm>
              <a:off x="5183632" y="4660754"/>
              <a:ext cx="34816" cy="109250"/>
            </a:xfrm>
            <a:custGeom>
              <a:avLst/>
              <a:gdLst/>
              <a:ahLst/>
              <a:cxnLst/>
              <a:rect l="0" t="0" r="0" b="0"/>
              <a:pathLst>
                <a:path w="34816" h="109250">
                  <a:moveTo>
                    <a:pt x="34816" y="0"/>
                  </a:moveTo>
                  <a:lnTo>
                    <a:pt x="0" y="109250"/>
                  </a:lnTo>
                </a:path>
              </a:pathLst>
            </a:custGeom>
            <a:noFill/>
            <a:ln w="20003">
              <a:solidFill>
                <a:srgbClr val="DEE3E6"/>
              </a:solidFill>
            </a:ln>
          </p:spPr>
        </p:sp>
        <p:sp>
          <p:nvSpPr>
            <p:cNvPr id="2344" name="Candidate_receptor__2343">
              <a:extLst>
                <a:ext uri="{FF2B5EF4-FFF2-40B4-BE49-F238E27FC236}">
                  <a16:creationId xmlns:a16="http://schemas.microsoft.com/office/drawing/2014/main" id="{CF4B8484-8DBF-A9B9-3F03-F0782AFF4F65}"/>
                </a:ext>
              </a:extLst>
            </p:cNvPr>
            <p:cNvSpPr>
              <a:spLocks noGrp="1"/>
            </p:cNvSpPr>
            <p:nvPr/>
          </p:nvSpPr>
          <p:spPr>
            <a:xfrm>
              <a:off x="5481433" y="4692828"/>
              <a:ext cx="40355" cy="103034"/>
            </a:xfrm>
            <a:custGeom>
              <a:avLst/>
              <a:gdLst/>
              <a:ahLst/>
              <a:cxnLst/>
              <a:rect l="0" t="0" r="0" b="0"/>
              <a:pathLst>
                <a:path w="40355" h="103034">
                  <a:moveTo>
                    <a:pt x="0" y="103034"/>
                  </a:moveTo>
                  <a:lnTo>
                    <a:pt x="40355" y="0"/>
                  </a:lnTo>
                </a:path>
              </a:pathLst>
            </a:custGeom>
            <a:noFill/>
            <a:ln w="20003">
              <a:solidFill>
                <a:srgbClr val="DEE3E6"/>
              </a:solidFill>
            </a:ln>
          </p:spPr>
        </p:sp>
        <p:sp>
          <p:nvSpPr>
            <p:cNvPr id="2345" name="Candidate_receptor__2344">
              <a:extLst>
                <a:ext uri="{FF2B5EF4-FFF2-40B4-BE49-F238E27FC236}">
                  <a16:creationId xmlns:a16="http://schemas.microsoft.com/office/drawing/2014/main" id="{A093ECF4-F7FB-7195-B5A9-3D688C977B11}"/>
                </a:ext>
              </a:extLst>
            </p:cNvPr>
            <p:cNvSpPr>
              <a:spLocks noGrp="1"/>
            </p:cNvSpPr>
            <p:nvPr/>
          </p:nvSpPr>
          <p:spPr>
            <a:xfrm>
              <a:off x="5224030" y="5160322"/>
              <a:ext cx="106637" cy="8868"/>
            </a:xfrm>
            <a:custGeom>
              <a:avLst/>
              <a:gdLst/>
              <a:ahLst/>
              <a:cxnLst/>
              <a:rect l="0" t="0" r="0" b="0"/>
              <a:pathLst>
                <a:path w="106637" h="8868">
                  <a:moveTo>
                    <a:pt x="0" y="8868"/>
                  </a:moveTo>
                  <a:lnTo>
                    <a:pt x="106637" y="0"/>
                  </a:lnTo>
                </a:path>
              </a:pathLst>
            </a:custGeom>
            <a:noFill/>
            <a:ln w="20003">
              <a:solidFill>
                <a:srgbClr val="DEE3E6"/>
              </a:solidFill>
            </a:ln>
          </p:spPr>
        </p:sp>
        <p:sp>
          <p:nvSpPr>
            <p:cNvPr id="2346" name="Candidate_receptor__2345">
              <a:extLst>
                <a:ext uri="{FF2B5EF4-FFF2-40B4-BE49-F238E27FC236}">
                  <a16:creationId xmlns:a16="http://schemas.microsoft.com/office/drawing/2014/main" id="{04D949D7-8F51-0161-C1C8-98C3D8BDCEE6}"/>
                </a:ext>
              </a:extLst>
            </p:cNvPr>
            <p:cNvSpPr>
              <a:spLocks noGrp="1"/>
            </p:cNvSpPr>
            <p:nvPr/>
          </p:nvSpPr>
          <p:spPr>
            <a:xfrm>
              <a:off x="6406450" y="3878366"/>
              <a:ext cx="111444" cy="12619"/>
            </a:xfrm>
            <a:custGeom>
              <a:avLst/>
              <a:gdLst/>
              <a:ahLst/>
              <a:cxnLst/>
              <a:rect l="0" t="0" r="0" b="0"/>
              <a:pathLst>
                <a:path w="111444" h="12619">
                  <a:moveTo>
                    <a:pt x="111444" y="12619"/>
                  </a:moveTo>
                  <a:lnTo>
                    <a:pt x="0" y="0"/>
                  </a:lnTo>
                </a:path>
              </a:pathLst>
            </a:custGeom>
            <a:noFill/>
            <a:ln w="20003">
              <a:solidFill>
                <a:srgbClr val="DEE3E6"/>
              </a:solidFill>
            </a:ln>
          </p:spPr>
        </p:sp>
        <p:sp>
          <p:nvSpPr>
            <p:cNvPr id="2347" name="Candidate_receptor__2346">
              <a:extLst>
                <a:ext uri="{FF2B5EF4-FFF2-40B4-BE49-F238E27FC236}">
                  <a16:creationId xmlns:a16="http://schemas.microsoft.com/office/drawing/2014/main" id="{8F59CB4F-A2ED-3414-EC24-5ED2DB06B29C}"/>
                </a:ext>
              </a:extLst>
            </p:cNvPr>
            <p:cNvSpPr>
              <a:spLocks noGrp="1"/>
            </p:cNvSpPr>
            <p:nvPr/>
          </p:nvSpPr>
          <p:spPr>
            <a:xfrm>
              <a:off x="5481433" y="4795862"/>
              <a:ext cx="66053" cy="84357"/>
            </a:xfrm>
            <a:custGeom>
              <a:avLst/>
              <a:gdLst/>
              <a:ahLst/>
              <a:cxnLst/>
              <a:rect l="0" t="0" r="0" b="0"/>
              <a:pathLst>
                <a:path w="66053" h="84357">
                  <a:moveTo>
                    <a:pt x="66053" y="84357"/>
                  </a:moveTo>
                  <a:lnTo>
                    <a:pt x="0" y="0"/>
                  </a:lnTo>
                </a:path>
              </a:pathLst>
            </a:custGeom>
            <a:noFill/>
            <a:ln w="20003">
              <a:solidFill>
                <a:srgbClr val="DEE3E6"/>
              </a:solidFill>
            </a:ln>
          </p:spPr>
        </p:sp>
        <p:sp>
          <p:nvSpPr>
            <p:cNvPr id="2348" name="Candidate_receptor__2347">
              <a:extLst>
                <a:ext uri="{FF2B5EF4-FFF2-40B4-BE49-F238E27FC236}">
                  <a16:creationId xmlns:a16="http://schemas.microsoft.com/office/drawing/2014/main" id="{2E167652-5EEE-86E2-E525-B8B0858B763C}"/>
                </a:ext>
              </a:extLst>
            </p:cNvPr>
            <p:cNvSpPr>
              <a:spLocks noGrp="1"/>
            </p:cNvSpPr>
            <p:nvPr/>
          </p:nvSpPr>
          <p:spPr>
            <a:xfrm>
              <a:off x="5375264" y="4310822"/>
              <a:ext cx="106195" cy="29676"/>
            </a:xfrm>
            <a:custGeom>
              <a:avLst/>
              <a:gdLst/>
              <a:ahLst/>
              <a:cxnLst/>
              <a:rect l="0" t="0" r="0" b="0"/>
              <a:pathLst>
                <a:path w="106195" h="29676">
                  <a:moveTo>
                    <a:pt x="106195" y="29676"/>
                  </a:moveTo>
                  <a:lnTo>
                    <a:pt x="0" y="0"/>
                  </a:lnTo>
                </a:path>
              </a:pathLst>
            </a:custGeom>
            <a:noFill/>
            <a:ln w="20003">
              <a:solidFill>
                <a:srgbClr val="DEE3E6"/>
              </a:solidFill>
            </a:ln>
          </p:spPr>
        </p:sp>
        <p:sp>
          <p:nvSpPr>
            <p:cNvPr id="2349" name="Candidate_receptor__2348">
              <a:extLst>
                <a:ext uri="{FF2B5EF4-FFF2-40B4-BE49-F238E27FC236}">
                  <a16:creationId xmlns:a16="http://schemas.microsoft.com/office/drawing/2014/main" id="{0FF44249-595C-C34C-E73C-FF059984BC20}"/>
                </a:ext>
              </a:extLst>
            </p:cNvPr>
            <p:cNvSpPr>
              <a:spLocks noGrp="1"/>
            </p:cNvSpPr>
            <p:nvPr/>
          </p:nvSpPr>
          <p:spPr>
            <a:xfrm>
              <a:off x="6471267" y="4470979"/>
              <a:ext cx="111487" cy="20456"/>
            </a:xfrm>
            <a:custGeom>
              <a:avLst/>
              <a:gdLst/>
              <a:ahLst/>
              <a:cxnLst/>
              <a:rect l="0" t="0" r="0" b="0"/>
              <a:pathLst>
                <a:path w="111487" h="20456">
                  <a:moveTo>
                    <a:pt x="0" y="0"/>
                  </a:moveTo>
                  <a:lnTo>
                    <a:pt x="111487" y="20456"/>
                  </a:lnTo>
                </a:path>
              </a:pathLst>
            </a:custGeom>
            <a:noFill/>
            <a:ln w="20003">
              <a:solidFill>
                <a:srgbClr val="DEE3E6"/>
              </a:solidFill>
            </a:ln>
          </p:spPr>
        </p:sp>
        <p:sp>
          <p:nvSpPr>
            <p:cNvPr id="2350" name="Candidate_receptor__2349">
              <a:extLst>
                <a:ext uri="{FF2B5EF4-FFF2-40B4-BE49-F238E27FC236}">
                  <a16:creationId xmlns:a16="http://schemas.microsoft.com/office/drawing/2014/main" id="{4DBA29D1-CC19-361D-B815-A2BAA28008CC}"/>
                </a:ext>
              </a:extLst>
            </p:cNvPr>
            <p:cNvSpPr>
              <a:spLocks noGrp="1"/>
            </p:cNvSpPr>
            <p:nvPr/>
          </p:nvSpPr>
          <p:spPr>
            <a:xfrm>
              <a:off x="5426566" y="4628542"/>
              <a:ext cx="95222" cy="64286"/>
            </a:xfrm>
            <a:custGeom>
              <a:avLst/>
              <a:gdLst/>
              <a:ahLst/>
              <a:cxnLst/>
              <a:rect l="0" t="0" r="0" b="0"/>
              <a:pathLst>
                <a:path w="95222" h="64286">
                  <a:moveTo>
                    <a:pt x="95222" y="64286"/>
                  </a:moveTo>
                  <a:lnTo>
                    <a:pt x="0" y="0"/>
                  </a:lnTo>
                </a:path>
              </a:pathLst>
            </a:custGeom>
            <a:noFill/>
            <a:ln w="20003">
              <a:solidFill>
                <a:srgbClr val="DEE3E6"/>
              </a:solidFill>
            </a:ln>
          </p:spPr>
        </p:sp>
        <p:sp>
          <p:nvSpPr>
            <p:cNvPr id="2351" name="Candidate_receptor__2350">
              <a:extLst>
                <a:ext uri="{FF2B5EF4-FFF2-40B4-BE49-F238E27FC236}">
                  <a16:creationId xmlns:a16="http://schemas.microsoft.com/office/drawing/2014/main" id="{ADC7E1AE-E68E-4B3E-1D99-531DDE6C0454}"/>
                </a:ext>
              </a:extLst>
            </p:cNvPr>
            <p:cNvSpPr>
              <a:spLocks noGrp="1"/>
            </p:cNvSpPr>
            <p:nvPr/>
          </p:nvSpPr>
          <p:spPr>
            <a:xfrm>
              <a:off x="6523270" y="4061474"/>
              <a:ext cx="74282" cy="88175"/>
            </a:xfrm>
            <a:custGeom>
              <a:avLst/>
              <a:gdLst/>
              <a:ahLst/>
              <a:cxnLst/>
              <a:rect l="0" t="0" r="0" b="0"/>
              <a:pathLst>
                <a:path w="74282" h="88175">
                  <a:moveTo>
                    <a:pt x="0" y="88175"/>
                  </a:moveTo>
                  <a:lnTo>
                    <a:pt x="74282" y="0"/>
                  </a:lnTo>
                </a:path>
              </a:pathLst>
            </a:custGeom>
            <a:noFill/>
            <a:ln w="20003">
              <a:solidFill>
                <a:srgbClr val="DEE3E6"/>
              </a:solidFill>
            </a:ln>
          </p:spPr>
        </p:sp>
        <p:sp>
          <p:nvSpPr>
            <p:cNvPr id="2352" name="Candidate_receptor__2351">
              <a:extLst>
                <a:ext uri="{FF2B5EF4-FFF2-40B4-BE49-F238E27FC236}">
                  <a16:creationId xmlns:a16="http://schemas.microsoft.com/office/drawing/2014/main" id="{D98B2D3E-A7C3-070E-DE4B-7FEB37049BA7}"/>
                </a:ext>
              </a:extLst>
            </p:cNvPr>
            <p:cNvSpPr>
              <a:spLocks noGrp="1"/>
            </p:cNvSpPr>
            <p:nvPr/>
          </p:nvSpPr>
          <p:spPr>
            <a:xfrm>
              <a:off x="6207166" y="4229651"/>
              <a:ext cx="411" cy="21393"/>
            </a:xfrm>
            <a:custGeom>
              <a:avLst/>
              <a:gdLst/>
              <a:ahLst/>
              <a:cxnLst/>
              <a:rect l="0" t="0" r="0" b="0"/>
              <a:pathLst>
                <a:path w="411" h="21393">
                  <a:moveTo>
                    <a:pt x="0" y="0"/>
                  </a:moveTo>
                  <a:lnTo>
                    <a:pt x="411" y="21393"/>
                  </a:lnTo>
                </a:path>
              </a:pathLst>
            </a:custGeom>
            <a:noFill/>
            <a:ln w="20003">
              <a:solidFill>
                <a:srgbClr val="DEE3E6"/>
              </a:solidFill>
            </a:ln>
          </p:spPr>
        </p:sp>
        <p:sp>
          <p:nvSpPr>
            <p:cNvPr id="2353" name="Candidate_receptor__2352">
              <a:extLst>
                <a:ext uri="{FF2B5EF4-FFF2-40B4-BE49-F238E27FC236}">
                  <a16:creationId xmlns:a16="http://schemas.microsoft.com/office/drawing/2014/main" id="{885EB2D3-CAEB-7C0F-E736-EB4013645D8D}"/>
                </a:ext>
              </a:extLst>
            </p:cNvPr>
            <p:cNvSpPr>
              <a:spLocks noGrp="1"/>
            </p:cNvSpPr>
            <p:nvPr/>
          </p:nvSpPr>
          <p:spPr>
            <a:xfrm>
              <a:off x="5778514" y="4607251"/>
              <a:ext cx="10099" cy="27103"/>
            </a:xfrm>
            <a:custGeom>
              <a:avLst/>
              <a:gdLst/>
              <a:ahLst/>
              <a:cxnLst/>
              <a:rect l="0" t="0" r="0" b="0"/>
              <a:pathLst>
                <a:path w="10099" h="27103">
                  <a:moveTo>
                    <a:pt x="0" y="0"/>
                  </a:moveTo>
                  <a:lnTo>
                    <a:pt x="10099" y="27103"/>
                  </a:lnTo>
                </a:path>
              </a:pathLst>
            </a:custGeom>
            <a:noFill/>
            <a:ln w="20003">
              <a:solidFill>
                <a:srgbClr val="DEE3E6"/>
              </a:solidFill>
            </a:ln>
          </p:spPr>
        </p:sp>
        <p:sp>
          <p:nvSpPr>
            <p:cNvPr id="2354" name="Candidate_receptor__2353">
              <a:extLst>
                <a:ext uri="{FF2B5EF4-FFF2-40B4-BE49-F238E27FC236}">
                  <a16:creationId xmlns:a16="http://schemas.microsoft.com/office/drawing/2014/main" id="{6AE1AC4C-E267-1A61-60F5-6AD2F9992426}"/>
                </a:ext>
              </a:extLst>
            </p:cNvPr>
            <p:cNvSpPr>
              <a:spLocks noGrp="1"/>
            </p:cNvSpPr>
            <p:nvPr/>
          </p:nvSpPr>
          <p:spPr>
            <a:xfrm>
              <a:off x="5943128" y="3524905"/>
              <a:ext cx="34392" cy="104373"/>
            </a:xfrm>
            <a:custGeom>
              <a:avLst/>
              <a:gdLst/>
              <a:ahLst/>
              <a:cxnLst/>
              <a:rect l="0" t="0" r="0" b="0"/>
              <a:pathLst>
                <a:path w="34392" h="104373">
                  <a:moveTo>
                    <a:pt x="0" y="104373"/>
                  </a:moveTo>
                  <a:lnTo>
                    <a:pt x="34392" y="0"/>
                  </a:lnTo>
                </a:path>
              </a:pathLst>
            </a:custGeom>
            <a:noFill/>
            <a:ln w="8096">
              <a:solidFill>
                <a:srgbClr val="DEE3E6"/>
              </a:solidFill>
            </a:ln>
          </p:spPr>
        </p:sp>
        <p:sp>
          <p:nvSpPr>
            <p:cNvPr id="2355" name="Candidate_receptor__2354">
              <a:extLst>
                <a:ext uri="{FF2B5EF4-FFF2-40B4-BE49-F238E27FC236}">
                  <a16:creationId xmlns:a16="http://schemas.microsoft.com/office/drawing/2014/main" id="{F44737FE-EE77-149F-A30A-8CB824C8A0FB}"/>
                </a:ext>
              </a:extLst>
            </p:cNvPr>
            <p:cNvSpPr>
              <a:spLocks noGrp="1"/>
            </p:cNvSpPr>
            <p:nvPr/>
          </p:nvSpPr>
          <p:spPr>
            <a:xfrm>
              <a:off x="5451401" y="4340499"/>
              <a:ext cx="30058" cy="111454"/>
            </a:xfrm>
            <a:custGeom>
              <a:avLst/>
              <a:gdLst/>
              <a:ahLst/>
              <a:cxnLst/>
              <a:rect l="0" t="0" r="0" b="0"/>
              <a:pathLst>
                <a:path w="30058" h="111454">
                  <a:moveTo>
                    <a:pt x="0" y="111454"/>
                  </a:moveTo>
                  <a:lnTo>
                    <a:pt x="30058" y="0"/>
                  </a:lnTo>
                </a:path>
              </a:pathLst>
            </a:custGeom>
            <a:noFill/>
            <a:ln w="20003">
              <a:solidFill>
                <a:srgbClr val="DEE3E6"/>
              </a:solidFill>
            </a:ln>
          </p:spPr>
        </p:sp>
        <p:sp>
          <p:nvSpPr>
            <p:cNvPr id="2356" name="Candidate_receptor__2355">
              <a:extLst>
                <a:ext uri="{FF2B5EF4-FFF2-40B4-BE49-F238E27FC236}">
                  <a16:creationId xmlns:a16="http://schemas.microsoft.com/office/drawing/2014/main" id="{D850EDC5-DDE9-C1BA-23AF-92217AFA6563}"/>
                </a:ext>
              </a:extLst>
            </p:cNvPr>
            <p:cNvSpPr>
              <a:spLocks noGrp="1"/>
            </p:cNvSpPr>
            <p:nvPr/>
          </p:nvSpPr>
          <p:spPr>
            <a:xfrm>
              <a:off x="5119152" y="4638725"/>
              <a:ext cx="99296" cy="22029"/>
            </a:xfrm>
            <a:custGeom>
              <a:avLst/>
              <a:gdLst/>
              <a:ahLst/>
              <a:cxnLst/>
              <a:rect l="0" t="0" r="0" b="0"/>
              <a:pathLst>
                <a:path w="99296" h="22029">
                  <a:moveTo>
                    <a:pt x="0" y="0"/>
                  </a:moveTo>
                  <a:lnTo>
                    <a:pt x="99296" y="22029"/>
                  </a:lnTo>
                </a:path>
              </a:pathLst>
            </a:custGeom>
            <a:noFill/>
            <a:ln w="20003">
              <a:solidFill>
                <a:srgbClr val="DEE3E6"/>
              </a:solidFill>
            </a:ln>
          </p:spPr>
        </p:sp>
        <p:sp>
          <p:nvSpPr>
            <p:cNvPr id="2357" name="Candidate_receptor__2356">
              <a:extLst>
                <a:ext uri="{FF2B5EF4-FFF2-40B4-BE49-F238E27FC236}">
                  <a16:creationId xmlns:a16="http://schemas.microsoft.com/office/drawing/2014/main" id="{881220EF-494A-0EDB-C416-425B7D924C3B}"/>
                </a:ext>
              </a:extLst>
            </p:cNvPr>
            <p:cNvSpPr>
              <a:spLocks noGrp="1"/>
            </p:cNvSpPr>
            <p:nvPr/>
          </p:nvSpPr>
          <p:spPr>
            <a:xfrm>
              <a:off x="5467559" y="4880219"/>
              <a:ext cx="79927" cy="82468"/>
            </a:xfrm>
            <a:custGeom>
              <a:avLst/>
              <a:gdLst/>
              <a:ahLst/>
              <a:cxnLst/>
              <a:rect l="0" t="0" r="0" b="0"/>
              <a:pathLst>
                <a:path w="79927" h="82468">
                  <a:moveTo>
                    <a:pt x="0" y="82468"/>
                  </a:moveTo>
                  <a:lnTo>
                    <a:pt x="79927" y="0"/>
                  </a:lnTo>
                </a:path>
              </a:pathLst>
            </a:custGeom>
            <a:noFill/>
            <a:ln w="20003">
              <a:solidFill>
                <a:srgbClr val="DEE3E6"/>
              </a:solidFill>
            </a:ln>
          </p:spPr>
        </p:sp>
        <p:sp>
          <p:nvSpPr>
            <p:cNvPr id="2358" name="Candidate_receptor__2357">
              <a:extLst>
                <a:ext uri="{FF2B5EF4-FFF2-40B4-BE49-F238E27FC236}">
                  <a16:creationId xmlns:a16="http://schemas.microsoft.com/office/drawing/2014/main" id="{A5338E08-1D4E-3A39-B3D5-C34458F39C11}"/>
                </a:ext>
              </a:extLst>
            </p:cNvPr>
            <p:cNvSpPr>
              <a:spLocks noGrp="1"/>
            </p:cNvSpPr>
            <p:nvPr/>
          </p:nvSpPr>
          <p:spPr>
            <a:xfrm>
              <a:off x="5324910" y="4310822"/>
              <a:ext cx="50354" cy="62368"/>
            </a:xfrm>
            <a:custGeom>
              <a:avLst/>
              <a:gdLst/>
              <a:ahLst/>
              <a:cxnLst/>
              <a:rect l="0" t="0" r="0" b="0"/>
              <a:pathLst>
                <a:path w="50354" h="62368">
                  <a:moveTo>
                    <a:pt x="50354" y="0"/>
                  </a:moveTo>
                  <a:lnTo>
                    <a:pt x="0" y="62368"/>
                  </a:lnTo>
                </a:path>
              </a:pathLst>
            </a:custGeom>
            <a:noFill/>
            <a:ln w="20003">
              <a:solidFill>
                <a:srgbClr val="DEE3E6"/>
              </a:solidFill>
            </a:ln>
          </p:spPr>
        </p:sp>
        <p:sp>
          <p:nvSpPr>
            <p:cNvPr id="2359" name="Candidate_receptor__2358">
              <a:extLst>
                <a:ext uri="{FF2B5EF4-FFF2-40B4-BE49-F238E27FC236}">
                  <a16:creationId xmlns:a16="http://schemas.microsoft.com/office/drawing/2014/main" id="{0879BD98-930C-1CD7-9E9B-285CB651FD51}"/>
                </a:ext>
              </a:extLst>
            </p:cNvPr>
            <p:cNvSpPr>
              <a:spLocks noGrp="1"/>
            </p:cNvSpPr>
            <p:nvPr/>
          </p:nvSpPr>
          <p:spPr>
            <a:xfrm>
              <a:off x="4848805" y="4491471"/>
              <a:ext cx="75300" cy="43108"/>
            </a:xfrm>
            <a:custGeom>
              <a:avLst/>
              <a:gdLst/>
              <a:ahLst/>
              <a:cxnLst/>
              <a:rect l="0" t="0" r="0" b="0"/>
              <a:pathLst>
                <a:path w="75300" h="43108">
                  <a:moveTo>
                    <a:pt x="0" y="43108"/>
                  </a:moveTo>
                  <a:lnTo>
                    <a:pt x="75300" y="0"/>
                  </a:lnTo>
                </a:path>
              </a:pathLst>
            </a:custGeom>
            <a:noFill/>
            <a:ln w="20003">
              <a:solidFill>
                <a:srgbClr val="DEE3E6"/>
              </a:solidFill>
            </a:ln>
          </p:spPr>
        </p:sp>
        <p:sp>
          <p:nvSpPr>
            <p:cNvPr id="2360" name="Candidate_receptor__2359">
              <a:extLst>
                <a:ext uri="{FF2B5EF4-FFF2-40B4-BE49-F238E27FC236}">
                  <a16:creationId xmlns:a16="http://schemas.microsoft.com/office/drawing/2014/main" id="{5BAEE199-282F-5CB1-1D2C-A3712C0D0CA8}"/>
                </a:ext>
              </a:extLst>
            </p:cNvPr>
            <p:cNvSpPr>
              <a:spLocks noGrp="1"/>
            </p:cNvSpPr>
            <p:nvPr/>
          </p:nvSpPr>
          <p:spPr>
            <a:xfrm>
              <a:off x="4924105" y="4405504"/>
              <a:ext cx="23500" cy="85968"/>
            </a:xfrm>
            <a:custGeom>
              <a:avLst/>
              <a:gdLst/>
              <a:ahLst/>
              <a:cxnLst/>
              <a:rect l="0" t="0" r="0" b="0"/>
              <a:pathLst>
                <a:path w="23500" h="85968">
                  <a:moveTo>
                    <a:pt x="0" y="85968"/>
                  </a:moveTo>
                  <a:lnTo>
                    <a:pt x="23500" y="0"/>
                  </a:lnTo>
                </a:path>
              </a:pathLst>
            </a:custGeom>
            <a:noFill/>
            <a:ln w="20003">
              <a:solidFill>
                <a:srgbClr val="DEE3E6"/>
              </a:solidFill>
            </a:ln>
          </p:spPr>
        </p:sp>
        <p:sp>
          <p:nvSpPr>
            <p:cNvPr id="2361" name="Candidate_receptor__2360">
              <a:extLst>
                <a:ext uri="{FF2B5EF4-FFF2-40B4-BE49-F238E27FC236}">
                  <a16:creationId xmlns:a16="http://schemas.microsoft.com/office/drawing/2014/main" id="{2106E36C-A9CA-B99E-8394-64561078F5F3}"/>
                </a:ext>
              </a:extLst>
            </p:cNvPr>
            <p:cNvSpPr>
              <a:spLocks noGrp="1"/>
            </p:cNvSpPr>
            <p:nvPr/>
          </p:nvSpPr>
          <p:spPr>
            <a:xfrm>
              <a:off x="5178903" y="5165396"/>
              <a:ext cx="45127" cy="3794"/>
            </a:xfrm>
            <a:custGeom>
              <a:avLst/>
              <a:gdLst/>
              <a:ahLst/>
              <a:cxnLst/>
              <a:rect l="0" t="0" r="0" b="0"/>
              <a:pathLst>
                <a:path w="45127" h="3794">
                  <a:moveTo>
                    <a:pt x="0" y="0"/>
                  </a:moveTo>
                  <a:lnTo>
                    <a:pt x="45127" y="3794"/>
                  </a:lnTo>
                </a:path>
              </a:pathLst>
            </a:custGeom>
            <a:noFill/>
            <a:ln w="20003">
              <a:solidFill>
                <a:srgbClr val="DEE3E6"/>
              </a:solidFill>
            </a:ln>
          </p:spPr>
        </p:sp>
        <p:sp>
          <p:nvSpPr>
            <p:cNvPr id="2362" name="Candidate_receptor__2361">
              <a:extLst>
                <a:ext uri="{FF2B5EF4-FFF2-40B4-BE49-F238E27FC236}">
                  <a16:creationId xmlns:a16="http://schemas.microsoft.com/office/drawing/2014/main" id="{61FCDA20-675B-6FFB-4FF9-FFAB40FB7E67}"/>
                </a:ext>
              </a:extLst>
            </p:cNvPr>
            <p:cNvSpPr>
              <a:spLocks noGrp="1"/>
            </p:cNvSpPr>
            <p:nvPr/>
          </p:nvSpPr>
          <p:spPr>
            <a:xfrm>
              <a:off x="6558383" y="4491435"/>
              <a:ext cx="24371" cy="109217"/>
            </a:xfrm>
            <a:custGeom>
              <a:avLst/>
              <a:gdLst/>
              <a:ahLst/>
              <a:cxnLst/>
              <a:rect l="0" t="0" r="0" b="0"/>
              <a:pathLst>
                <a:path w="24371" h="109217">
                  <a:moveTo>
                    <a:pt x="24371" y="0"/>
                  </a:moveTo>
                  <a:lnTo>
                    <a:pt x="0" y="109217"/>
                  </a:lnTo>
                </a:path>
              </a:pathLst>
            </a:custGeom>
            <a:noFill/>
            <a:ln w="20003">
              <a:solidFill>
                <a:srgbClr val="DEE3E6"/>
              </a:solidFill>
            </a:ln>
          </p:spPr>
        </p:sp>
        <p:sp>
          <p:nvSpPr>
            <p:cNvPr id="2363" name="Candidate_receptor__2362">
              <a:extLst>
                <a:ext uri="{FF2B5EF4-FFF2-40B4-BE49-F238E27FC236}">
                  <a16:creationId xmlns:a16="http://schemas.microsoft.com/office/drawing/2014/main" id="{79DA66BE-1A73-8AD9-18BC-11635FC36EE7}"/>
                </a:ext>
              </a:extLst>
            </p:cNvPr>
            <p:cNvSpPr>
              <a:spLocks noGrp="1"/>
            </p:cNvSpPr>
            <p:nvPr/>
          </p:nvSpPr>
          <p:spPr>
            <a:xfrm>
              <a:off x="5367498" y="4628542"/>
              <a:ext cx="59068" cy="82379"/>
            </a:xfrm>
            <a:custGeom>
              <a:avLst/>
              <a:gdLst/>
              <a:ahLst/>
              <a:cxnLst/>
              <a:rect l="0" t="0" r="0" b="0"/>
              <a:pathLst>
                <a:path w="59068" h="82379">
                  <a:moveTo>
                    <a:pt x="59068" y="0"/>
                  </a:moveTo>
                  <a:lnTo>
                    <a:pt x="0" y="82379"/>
                  </a:lnTo>
                </a:path>
              </a:pathLst>
            </a:custGeom>
            <a:noFill/>
            <a:ln w="20003">
              <a:solidFill>
                <a:srgbClr val="DEE3E6"/>
              </a:solidFill>
            </a:ln>
          </p:spPr>
        </p:sp>
        <p:sp>
          <p:nvSpPr>
            <p:cNvPr id="2364" name="Candidate_receptor__2363">
              <a:extLst>
                <a:ext uri="{FF2B5EF4-FFF2-40B4-BE49-F238E27FC236}">
                  <a16:creationId xmlns:a16="http://schemas.microsoft.com/office/drawing/2014/main" id="{F00B02A2-66C3-B194-FF74-59B34374090A}"/>
                </a:ext>
              </a:extLst>
            </p:cNvPr>
            <p:cNvSpPr>
              <a:spLocks noGrp="1"/>
            </p:cNvSpPr>
            <p:nvPr/>
          </p:nvSpPr>
          <p:spPr>
            <a:xfrm>
              <a:off x="4808816" y="4381528"/>
              <a:ext cx="27085" cy="4984"/>
            </a:xfrm>
            <a:custGeom>
              <a:avLst/>
              <a:gdLst/>
              <a:ahLst/>
              <a:cxnLst/>
              <a:rect l="0" t="0" r="0" b="0"/>
              <a:pathLst>
                <a:path w="27085" h="4984">
                  <a:moveTo>
                    <a:pt x="27085" y="0"/>
                  </a:moveTo>
                  <a:lnTo>
                    <a:pt x="0" y="4984"/>
                  </a:lnTo>
                </a:path>
              </a:pathLst>
            </a:custGeom>
            <a:noFill/>
            <a:ln w="20003">
              <a:solidFill>
                <a:srgbClr val="DEE3E6"/>
              </a:solidFill>
            </a:ln>
          </p:spPr>
        </p:sp>
        <p:sp>
          <p:nvSpPr>
            <p:cNvPr id="2365" name="Candidate_receptor__2364">
              <a:extLst>
                <a:ext uri="{FF2B5EF4-FFF2-40B4-BE49-F238E27FC236}">
                  <a16:creationId xmlns:a16="http://schemas.microsoft.com/office/drawing/2014/main" id="{ABD162EB-2F43-B83E-F68F-ADD643235F23}"/>
                </a:ext>
              </a:extLst>
            </p:cNvPr>
            <p:cNvSpPr>
              <a:spLocks noGrp="1"/>
            </p:cNvSpPr>
            <p:nvPr/>
          </p:nvSpPr>
          <p:spPr>
            <a:xfrm>
              <a:off x="5746824" y="4837778"/>
              <a:ext cx="15247" cy="42144"/>
            </a:xfrm>
            <a:custGeom>
              <a:avLst/>
              <a:gdLst/>
              <a:ahLst/>
              <a:cxnLst/>
              <a:rect l="0" t="0" r="0" b="0"/>
              <a:pathLst>
                <a:path w="15247" h="42144">
                  <a:moveTo>
                    <a:pt x="15247" y="42144"/>
                  </a:moveTo>
                  <a:lnTo>
                    <a:pt x="0" y="0"/>
                  </a:lnTo>
                </a:path>
              </a:pathLst>
            </a:custGeom>
            <a:noFill/>
            <a:ln w="8096">
              <a:solidFill>
                <a:srgbClr val="DEE3E6"/>
              </a:solidFill>
            </a:ln>
          </p:spPr>
        </p:sp>
        <p:sp>
          <p:nvSpPr>
            <p:cNvPr id="2366" name="Candidate_receptor__2365">
              <a:extLst>
                <a:ext uri="{FF2B5EF4-FFF2-40B4-BE49-F238E27FC236}">
                  <a16:creationId xmlns:a16="http://schemas.microsoft.com/office/drawing/2014/main" id="{5882D54A-FDA6-99A2-8FBA-0F978C0B5407}"/>
                </a:ext>
              </a:extLst>
            </p:cNvPr>
            <p:cNvSpPr>
              <a:spLocks noGrp="1"/>
            </p:cNvSpPr>
            <p:nvPr/>
          </p:nvSpPr>
          <p:spPr>
            <a:xfrm>
              <a:off x="6439884" y="3978857"/>
              <a:ext cx="53727" cy="49679"/>
            </a:xfrm>
            <a:custGeom>
              <a:avLst/>
              <a:gdLst/>
              <a:ahLst/>
              <a:cxnLst/>
              <a:rect l="0" t="0" r="0" b="0"/>
              <a:pathLst>
                <a:path w="53727" h="49679">
                  <a:moveTo>
                    <a:pt x="0" y="49679"/>
                  </a:moveTo>
                  <a:lnTo>
                    <a:pt x="53727" y="0"/>
                  </a:lnTo>
                </a:path>
              </a:pathLst>
            </a:custGeom>
            <a:noFill/>
            <a:ln w="20003">
              <a:solidFill>
                <a:srgbClr val="DEE3E6"/>
              </a:solidFill>
            </a:ln>
          </p:spPr>
        </p:sp>
        <p:sp>
          <p:nvSpPr>
            <p:cNvPr id="2367" name="Candidate_receptor__2366">
              <a:extLst>
                <a:ext uri="{FF2B5EF4-FFF2-40B4-BE49-F238E27FC236}">
                  <a16:creationId xmlns:a16="http://schemas.microsoft.com/office/drawing/2014/main" id="{6D663503-8216-D132-FEC2-AE6DB83FC3BA}"/>
                </a:ext>
              </a:extLst>
            </p:cNvPr>
            <p:cNvSpPr>
              <a:spLocks noGrp="1"/>
            </p:cNvSpPr>
            <p:nvPr/>
          </p:nvSpPr>
          <p:spPr>
            <a:xfrm>
              <a:off x="6303956" y="3734415"/>
              <a:ext cx="111910" cy="16667"/>
            </a:xfrm>
            <a:custGeom>
              <a:avLst/>
              <a:gdLst/>
              <a:ahLst/>
              <a:cxnLst/>
              <a:rect l="0" t="0" r="0" b="0"/>
              <a:pathLst>
                <a:path w="111910" h="16667">
                  <a:moveTo>
                    <a:pt x="111910" y="0"/>
                  </a:moveTo>
                  <a:lnTo>
                    <a:pt x="0" y="16667"/>
                  </a:lnTo>
                </a:path>
              </a:pathLst>
            </a:custGeom>
            <a:noFill/>
            <a:ln w="20003">
              <a:solidFill>
                <a:srgbClr val="DEE3E6"/>
              </a:solidFill>
            </a:ln>
          </p:spPr>
        </p:sp>
        <p:sp>
          <p:nvSpPr>
            <p:cNvPr id="2368" name="Candidate_receptor__2367">
              <a:extLst>
                <a:ext uri="{FF2B5EF4-FFF2-40B4-BE49-F238E27FC236}">
                  <a16:creationId xmlns:a16="http://schemas.microsoft.com/office/drawing/2014/main" id="{BFCA421C-D811-DC81-B7D8-5E302E780D04}"/>
                </a:ext>
              </a:extLst>
            </p:cNvPr>
            <p:cNvSpPr>
              <a:spLocks noGrp="1"/>
            </p:cNvSpPr>
            <p:nvPr/>
          </p:nvSpPr>
          <p:spPr>
            <a:xfrm>
              <a:off x="5101904" y="5015361"/>
              <a:ext cx="107602" cy="33712"/>
            </a:xfrm>
            <a:custGeom>
              <a:avLst/>
              <a:gdLst/>
              <a:ahLst/>
              <a:cxnLst/>
              <a:rect l="0" t="0" r="0" b="0"/>
              <a:pathLst>
                <a:path w="107602" h="33712">
                  <a:moveTo>
                    <a:pt x="0" y="33712"/>
                  </a:moveTo>
                  <a:lnTo>
                    <a:pt x="107602" y="0"/>
                  </a:lnTo>
                </a:path>
              </a:pathLst>
            </a:custGeom>
            <a:noFill/>
            <a:ln w="20003">
              <a:solidFill>
                <a:srgbClr val="DEE3E6"/>
              </a:solidFill>
            </a:ln>
          </p:spPr>
        </p:sp>
        <p:sp>
          <p:nvSpPr>
            <p:cNvPr id="2369" name="Candidate_receptor__2368">
              <a:extLst>
                <a:ext uri="{FF2B5EF4-FFF2-40B4-BE49-F238E27FC236}">
                  <a16:creationId xmlns:a16="http://schemas.microsoft.com/office/drawing/2014/main" id="{65230425-D85D-B3EC-2824-FF915D51DA2C}"/>
                </a:ext>
              </a:extLst>
            </p:cNvPr>
            <p:cNvSpPr>
              <a:spLocks noGrp="1"/>
            </p:cNvSpPr>
            <p:nvPr/>
          </p:nvSpPr>
          <p:spPr>
            <a:xfrm>
              <a:off x="6381815" y="3878366"/>
              <a:ext cx="24635" cy="5423"/>
            </a:xfrm>
            <a:custGeom>
              <a:avLst/>
              <a:gdLst/>
              <a:ahLst/>
              <a:cxnLst/>
              <a:rect l="0" t="0" r="0" b="0"/>
              <a:pathLst>
                <a:path w="24635" h="5423">
                  <a:moveTo>
                    <a:pt x="24635" y="0"/>
                  </a:moveTo>
                  <a:lnTo>
                    <a:pt x="0" y="5423"/>
                  </a:lnTo>
                </a:path>
              </a:pathLst>
            </a:custGeom>
            <a:noFill/>
            <a:ln w="20003">
              <a:solidFill>
                <a:srgbClr val="DEE3E6"/>
              </a:solidFill>
            </a:ln>
          </p:spPr>
        </p:sp>
        <p:sp>
          <p:nvSpPr>
            <p:cNvPr id="2370" name="Candidate_receptor__2369">
              <a:extLst>
                <a:ext uri="{FF2B5EF4-FFF2-40B4-BE49-F238E27FC236}">
                  <a16:creationId xmlns:a16="http://schemas.microsoft.com/office/drawing/2014/main" id="{A4E3D7B4-AA58-15A6-9529-C4A6B34DA17D}"/>
                </a:ext>
              </a:extLst>
            </p:cNvPr>
            <p:cNvSpPr>
              <a:spLocks noGrp="1"/>
            </p:cNvSpPr>
            <p:nvPr/>
          </p:nvSpPr>
          <p:spPr>
            <a:xfrm>
              <a:off x="6433625" y="4470979"/>
              <a:ext cx="37642" cy="48832"/>
            </a:xfrm>
            <a:custGeom>
              <a:avLst/>
              <a:gdLst/>
              <a:ahLst/>
              <a:cxnLst/>
              <a:rect l="0" t="0" r="0" b="0"/>
              <a:pathLst>
                <a:path w="37642" h="48832">
                  <a:moveTo>
                    <a:pt x="0" y="48832"/>
                  </a:moveTo>
                  <a:lnTo>
                    <a:pt x="37642" y="0"/>
                  </a:lnTo>
                </a:path>
              </a:pathLst>
            </a:custGeom>
            <a:noFill/>
            <a:ln w="20003">
              <a:solidFill>
                <a:srgbClr val="DEE3E6"/>
              </a:solidFill>
            </a:ln>
          </p:spPr>
        </p:sp>
        <p:sp>
          <p:nvSpPr>
            <p:cNvPr id="2371" name="Candidate_receptor__2370">
              <a:extLst>
                <a:ext uri="{FF2B5EF4-FFF2-40B4-BE49-F238E27FC236}">
                  <a16:creationId xmlns:a16="http://schemas.microsoft.com/office/drawing/2014/main" id="{D3CFD8DF-2E03-27B4-6996-104A11BE5341}"/>
                </a:ext>
              </a:extLst>
            </p:cNvPr>
            <p:cNvSpPr>
              <a:spLocks noGrp="1"/>
            </p:cNvSpPr>
            <p:nvPr/>
          </p:nvSpPr>
          <p:spPr>
            <a:xfrm>
              <a:off x="6311779" y="4131532"/>
              <a:ext cx="8908" cy="100629"/>
            </a:xfrm>
            <a:custGeom>
              <a:avLst/>
              <a:gdLst/>
              <a:ahLst/>
              <a:cxnLst/>
              <a:rect l="0" t="0" r="0" b="0"/>
              <a:pathLst>
                <a:path w="8908" h="100629">
                  <a:moveTo>
                    <a:pt x="8908" y="100629"/>
                  </a:moveTo>
                  <a:lnTo>
                    <a:pt x="0" y="0"/>
                  </a:lnTo>
                </a:path>
              </a:pathLst>
            </a:custGeom>
            <a:noFill/>
            <a:ln w="20003">
              <a:solidFill>
                <a:srgbClr val="DEE3E6"/>
              </a:solidFill>
            </a:ln>
          </p:spPr>
        </p:sp>
        <p:sp>
          <p:nvSpPr>
            <p:cNvPr id="2372" name="Candidate_receptor__2371">
              <a:extLst>
                <a:ext uri="{FF2B5EF4-FFF2-40B4-BE49-F238E27FC236}">
                  <a16:creationId xmlns:a16="http://schemas.microsoft.com/office/drawing/2014/main" id="{4A5EF6EA-2B5C-2C6D-0059-68527E0B9C14}"/>
                </a:ext>
              </a:extLst>
            </p:cNvPr>
            <p:cNvSpPr>
              <a:spLocks noGrp="1"/>
            </p:cNvSpPr>
            <p:nvPr/>
          </p:nvSpPr>
          <p:spPr>
            <a:xfrm>
              <a:off x="5896128" y="3629279"/>
              <a:ext cx="47000" cy="35793"/>
            </a:xfrm>
            <a:custGeom>
              <a:avLst/>
              <a:gdLst/>
              <a:ahLst/>
              <a:cxnLst/>
              <a:rect l="0" t="0" r="0" b="0"/>
              <a:pathLst>
                <a:path w="47000" h="35793">
                  <a:moveTo>
                    <a:pt x="0" y="35793"/>
                  </a:moveTo>
                  <a:lnTo>
                    <a:pt x="47000" y="0"/>
                  </a:lnTo>
                </a:path>
              </a:pathLst>
            </a:custGeom>
            <a:noFill/>
            <a:ln w="8096">
              <a:solidFill>
                <a:srgbClr val="DEE3E7"/>
              </a:solidFill>
            </a:ln>
          </p:spPr>
        </p:sp>
        <p:sp>
          <p:nvSpPr>
            <p:cNvPr id="2373" name="Candidate_receptor__2372">
              <a:extLst>
                <a:ext uri="{FF2B5EF4-FFF2-40B4-BE49-F238E27FC236}">
                  <a16:creationId xmlns:a16="http://schemas.microsoft.com/office/drawing/2014/main" id="{762AECD5-826D-D3B9-E736-FC4A571E3A88}"/>
                </a:ext>
              </a:extLst>
            </p:cNvPr>
            <p:cNvSpPr>
              <a:spLocks noGrp="1"/>
            </p:cNvSpPr>
            <p:nvPr/>
          </p:nvSpPr>
          <p:spPr>
            <a:xfrm>
              <a:off x="6493611" y="3890985"/>
              <a:ext cx="24283" cy="87873"/>
            </a:xfrm>
            <a:custGeom>
              <a:avLst/>
              <a:gdLst/>
              <a:ahLst/>
              <a:cxnLst/>
              <a:rect l="0" t="0" r="0" b="0"/>
              <a:pathLst>
                <a:path w="24283" h="87873">
                  <a:moveTo>
                    <a:pt x="0" y="87873"/>
                  </a:moveTo>
                  <a:lnTo>
                    <a:pt x="24283" y="0"/>
                  </a:lnTo>
                </a:path>
              </a:pathLst>
            </a:custGeom>
            <a:noFill/>
            <a:ln w="20003">
              <a:solidFill>
                <a:srgbClr val="DEE3E7"/>
              </a:solidFill>
            </a:ln>
          </p:spPr>
        </p:sp>
        <p:sp>
          <p:nvSpPr>
            <p:cNvPr id="2374" name="Candidate_receptor__2373">
              <a:extLst>
                <a:ext uri="{FF2B5EF4-FFF2-40B4-BE49-F238E27FC236}">
                  <a16:creationId xmlns:a16="http://schemas.microsoft.com/office/drawing/2014/main" id="{60FB8938-6C2A-BA76-5AC1-C984D268F5E1}"/>
                </a:ext>
              </a:extLst>
            </p:cNvPr>
            <p:cNvSpPr>
              <a:spLocks noGrp="1"/>
            </p:cNvSpPr>
            <p:nvPr/>
          </p:nvSpPr>
          <p:spPr>
            <a:xfrm>
              <a:off x="6223176" y="4095901"/>
              <a:ext cx="88602" cy="35632"/>
            </a:xfrm>
            <a:custGeom>
              <a:avLst/>
              <a:gdLst/>
              <a:ahLst/>
              <a:cxnLst/>
              <a:rect l="0" t="0" r="0" b="0"/>
              <a:pathLst>
                <a:path w="88602" h="35632">
                  <a:moveTo>
                    <a:pt x="88602" y="35632"/>
                  </a:moveTo>
                  <a:lnTo>
                    <a:pt x="0" y="0"/>
                  </a:lnTo>
                </a:path>
              </a:pathLst>
            </a:custGeom>
            <a:noFill/>
            <a:ln w="20003">
              <a:solidFill>
                <a:srgbClr val="DFE3E7"/>
              </a:solidFill>
            </a:ln>
          </p:spPr>
        </p:sp>
        <p:sp>
          <p:nvSpPr>
            <p:cNvPr id="2375" name="Candidate_receptor__2374">
              <a:extLst>
                <a:ext uri="{FF2B5EF4-FFF2-40B4-BE49-F238E27FC236}">
                  <a16:creationId xmlns:a16="http://schemas.microsoft.com/office/drawing/2014/main" id="{D3612360-413D-C64D-DD1C-2DC4F2FDD3AD}"/>
                </a:ext>
              </a:extLst>
            </p:cNvPr>
            <p:cNvSpPr>
              <a:spLocks noGrp="1"/>
            </p:cNvSpPr>
            <p:nvPr/>
          </p:nvSpPr>
          <p:spPr>
            <a:xfrm>
              <a:off x="5038820" y="4068608"/>
              <a:ext cx="103135" cy="15262"/>
            </a:xfrm>
            <a:custGeom>
              <a:avLst/>
              <a:gdLst/>
              <a:ahLst/>
              <a:cxnLst/>
              <a:rect l="0" t="0" r="0" b="0"/>
              <a:pathLst>
                <a:path w="103135" h="15262">
                  <a:moveTo>
                    <a:pt x="0" y="15262"/>
                  </a:moveTo>
                  <a:lnTo>
                    <a:pt x="103135" y="0"/>
                  </a:lnTo>
                </a:path>
              </a:pathLst>
            </a:custGeom>
            <a:noFill/>
            <a:ln w="20003">
              <a:solidFill>
                <a:srgbClr val="DFE3E7"/>
              </a:solidFill>
            </a:ln>
          </p:spPr>
        </p:sp>
        <p:sp>
          <p:nvSpPr>
            <p:cNvPr id="2376" name="Candidate_receptor__2375">
              <a:extLst>
                <a:ext uri="{FF2B5EF4-FFF2-40B4-BE49-F238E27FC236}">
                  <a16:creationId xmlns:a16="http://schemas.microsoft.com/office/drawing/2014/main" id="{99B6CBEB-1562-3372-1B2F-1954B7CBB3B4}"/>
                </a:ext>
              </a:extLst>
            </p:cNvPr>
            <p:cNvSpPr>
              <a:spLocks noGrp="1"/>
            </p:cNvSpPr>
            <p:nvPr/>
          </p:nvSpPr>
          <p:spPr>
            <a:xfrm>
              <a:off x="5261018" y="5245692"/>
              <a:ext cx="49477" cy="68967"/>
            </a:xfrm>
            <a:custGeom>
              <a:avLst/>
              <a:gdLst/>
              <a:ahLst/>
              <a:cxnLst/>
              <a:rect l="0" t="0" r="0" b="0"/>
              <a:pathLst>
                <a:path w="49477" h="68967">
                  <a:moveTo>
                    <a:pt x="49477" y="0"/>
                  </a:moveTo>
                  <a:lnTo>
                    <a:pt x="0" y="68967"/>
                  </a:lnTo>
                </a:path>
              </a:pathLst>
            </a:custGeom>
            <a:noFill/>
            <a:ln w="20003">
              <a:solidFill>
                <a:srgbClr val="DFE3E7"/>
              </a:solidFill>
            </a:ln>
          </p:spPr>
        </p:sp>
        <p:sp>
          <p:nvSpPr>
            <p:cNvPr id="2377" name="Candidate_receptor__2376">
              <a:extLst>
                <a:ext uri="{FF2B5EF4-FFF2-40B4-BE49-F238E27FC236}">
                  <a16:creationId xmlns:a16="http://schemas.microsoft.com/office/drawing/2014/main" id="{FC2313EE-03DA-701E-1004-524592F24FC2}"/>
                </a:ext>
              </a:extLst>
            </p:cNvPr>
            <p:cNvSpPr>
              <a:spLocks noGrp="1"/>
            </p:cNvSpPr>
            <p:nvPr/>
          </p:nvSpPr>
          <p:spPr>
            <a:xfrm>
              <a:off x="5786200" y="4476198"/>
              <a:ext cx="73716" cy="68652"/>
            </a:xfrm>
            <a:custGeom>
              <a:avLst/>
              <a:gdLst/>
              <a:ahLst/>
              <a:cxnLst/>
              <a:rect l="0" t="0" r="0" b="0"/>
              <a:pathLst>
                <a:path w="73716" h="68652">
                  <a:moveTo>
                    <a:pt x="73716" y="68652"/>
                  </a:moveTo>
                  <a:lnTo>
                    <a:pt x="0" y="0"/>
                  </a:lnTo>
                </a:path>
              </a:pathLst>
            </a:custGeom>
            <a:noFill/>
            <a:ln w="20003">
              <a:solidFill>
                <a:srgbClr val="DFE3E7"/>
              </a:solidFill>
            </a:ln>
          </p:spPr>
        </p:sp>
        <p:sp>
          <p:nvSpPr>
            <p:cNvPr id="2378" name="Candidate_receptor__2377">
              <a:extLst>
                <a:ext uri="{FF2B5EF4-FFF2-40B4-BE49-F238E27FC236}">
                  <a16:creationId xmlns:a16="http://schemas.microsoft.com/office/drawing/2014/main" id="{C37D36BC-9AD8-FB23-EDE1-4D851D8323C5}"/>
                </a:ext>
              </a:extLst>
            </p:cNvPr>
            <p:cNvSpPr>
              <a:spLocks noGrp="1"/>
            </p:cNvSpPr>
            <p:nvPr/>
          </p:nvSpPr>
          <p:spPr>
            <a:xfrm>
              <a:off x="5310494" y="5160322"/>
              <a:ext cx="20172" cy="85370"/>
            </a:xfrm>
            <a:custGeom>
              <a:avLst/>
              <a:gdLst/>
              <a:ahLst/>
              <a:cxnLst/>
              <a:rect l="0" t="0" r="0" b="0"/>
              <a:pathLst>
                <a:path w="20172" h="85370">
                  <a:moveTo>
                    <a:pt x="20172" y="0"/>
                  </a:moveTo>
                  <a:lnTo>
                    <a:pt x="0" y="85370"/>
                  </a:lnTo>
                </a:path>
              </a:pathLst>
            </a:custGeom>
            <a:noFill/>
            <a:ln w="20003">
              <a:solidFill>
                <a:srgbClr val="DFE3E7"/>
              </a:solidFill>
            </a:ln>
          </p:spPr>
        </p:sp>
        <p:sp>
          <p:nvSpPr>
            <p:cNvPr id="2379" name="Candidate_receptor__2378">
              <a:extLst>
                <a:ext uri="{FF2B5EF4-FFF2-40B4-BE49-F238E27FC236}">
                  <a16:creationId xmlns:a16="http://schemas.microsoft.com/office/drawing/2014/main" id="{4B0BF532-3E19-054C-4373-920BD43ECB66}"/>
                </a:ext>
              </a:extLst>
            </p:cNvPr>
            <p:cNvSpPr>
              <a:spLocks noGrp="1"/>
            </p:cNvSpPr>
            <p:nvPr/>
          </p:nvSpPr>
          <p:spPr>
            <a:xfrm>
              <a:off x="4765231" y="4239056"/>
              <a:ext cx="107372" cy="5200"/>
            </a:xfrm>
            <a:custGeom>
              <a:avLst/>
              <a:gdLst/>
              <a:ahLst/>
              <a:cxnLst/>
              <a:rect l="0" t="0" r="0" b="0"/>
              <a:pathLst>
                <a:path w="107372" h="5200">
                  <a:moveTo>
                    <a:pt x="107372" y="5200"/>
                  </a:moveTo>
                  <a:lnTo>
                    <a:pt x="0" y="0"/>
                  </a:lnTo>
                </a:path>
              </a:pathLst>
            </a:custGeom>
            <a:noFill/>
            <a:ln w="20003">
              <a:solidFill>
                <a:srgbClr val="DFE3E7"/>
              </a:solidFill>
            </a:ln>
          </p:spPr>
        </p:sp>
        <p:sp>
          <p:nvSpPr>
            <p:cNvPr id="2380" name="Candidate_receptor__2379">
              <a:extLst>
                <a:ext uri="{FF2B5EF4-FFF2-40B4-BE49-F238E27FC236}">
                  <a16:creationId xmlns:a16="http://schemas.microsoft.com/office/drawing/2014/main" id="{DDF17622-8552-9F2B-5A58-525133108091}"/>
                </a:ext>
              </a:extLst>
            </p:cNvPr>
            <p:cNvSpPr>
              <a:spLocks noGrp="1"/>
            </p:cNvSpPr>
            <p:nvPr/>
          </p:nvSpPr>
          <p:spPr>
            <a:xfrm>
              <a:off x="5141955" y="4068608"/>
              <a:ext cx="38358" cy="91882"/>
            </a:xfrm>
            <a:custGeom>
              <a:avLst/>
              <a:gdLst/>
              <a:ahLst/>
              <a:cxnLst/>
              <a:rect l="0" t="0" r="0" b="0"/>
              <a:pathLst>
                <a:path w="38358" h="91882">
                  <a:moveTo>
                    <a:pt x="0" y="0"/>
                  </a:moveTo>
                  <a:lnTo>
                    <a:pt x="38358" y="91882"/>
                  </a:lnTo>
                </a:path>
              </a:pathLst>
            </a:custGeom>
            <a:noFill/>
            <a:ln w="20003">
              <a:solidFill>
                <a:srgbClr val="DFE3E7"/>
              </a:solidFill>
            </a:ln>
          </p:spPr>
        </p:sp>
        <p:sp>
          <p:nvSpPr>
            <p:cNvPr id="2381" name="Candidate_receptor__2380">
              <a:extLst>
                <a:ext uri="{FF2B5EF4-FFF2-40B4-BE49-F238E27FC236}">
                  <a16:creationId xmlns:a16="http://schemas.microsoft.com/office/drawing/2014/main" id="{8511D6AD-FE8E-EC30-47BF-A804DB671ADB}"/>
                </a:ext>
              </a:extLst>
            </p:cNvPr>
            <p:cNvSpPr>
              <a:spLocks noGrp="1"/>
            </p:cNvSpPr>
            <p:nvPr/>
          </p:nvSpPr>
          <p:spPr>
            <a:xfrm>
              <a:off x="5907196" y="4703966"/>
              <a:ext cx="27980" cy="10625"/>
            </a:xfrm>
            <a:custGeom>
              <a:avLst/>
              <a:gdLst/>
              <a:ahLst/>
              <a:cxnLst/>
              <a:rect l="0" t="0" r="0" b="0"/>
              <a:pathLst>
                <a:path w="27980" h="10625">
                  <a:moveTo>
                    <a:pt x="27980" y="10625"/>
                  </a:moveTo>
                  <a:lnTo>
                    <a:pt x="0" y="0"/>
                  </a:lnTo>
                </a:path>
              </a:pathLst>
            </a:custGeom>
            <a:noFill/>
            <a:ln w="20003">
              <a:solidFill>
                <a:srgbClr val="DFE3E7"/>
              </a:solidFill>
            </a:ln>
          </p:spPr>
        </p:sp>
        <p:sp>
          <p:nvSpPr>
            <p:cNvPr id="2382" name="Candidate_receptor__2381">
              <a:extLst>
                <a:ext uri="{FF2B5EF4-FFF2-40B4-BE49-F238E27FC236}">
                  <a16:creationId xmlns:a16="http://schemas.microsoft.com/office/drawing/2014/main" id="{0EEC9E7B-C290-3167-C8A1-013059D3A07E}"/>
                </a:ext>
              </a:extLst>
            </p:cNvPr>
            <p:cNvSpPr>
              <a:spLocks noGrp="1"/>
            </p:cNvSpPr>
            <p:nvPr/>
          </p:nvSpPr>
          <p:spPr>
            <a:xfrm>
              <a:off x="5697209" y="4476198"/>
              <a:ext cx="88991" cy="32223"/>
            </a:xfrm>
            <a:custGeom>
              <a:avLst/>
              <a:gdLst/>
              <a:ahLst/>
              <a:cxnLst/>
              <a:rect l="0" t="0" r="0" b="0"/>
              <a:pathLst>
                <a:path w="88991" h="32223">
                  <a:moveTo>
                    <a:pt x="88991" y="0"/>
                  </a:moveTo>
                  <a:lnTo>
                    <a:pt x="0" y="32223"/>
                  </a:lnTo>
                </a:path>
              </a:pathLst>
            </a:custGeom>
            <a:noFill/>
            <a:ln w="20003">
              <a:solidFill>
                <a:srgbClr val="DFE3E7"/>
              </a:solidFill>
            </a:ln>
          </p:spPr>
        </p:sp>
        <p:sp>
          <p:nvSpPr>
            <p:cNvPr id="2383" name="Candidate_receptor__2382">
              <a:extLst>
                <a:ext uri="{FF2B5EF4-FFF2-40B4-BE49-F238E27FC236}">
                  <a16:creationId xmlns:a16="http://schemas.microsoft.com/office/drawing/2014/main" id="{D3AF86ED-B04D-B3E5-CEA9-954BCCE29E82}"/>
                </a:ext>
              </a:extLst>
            </p:cNvPr>
            <p:cNvSpPr>
              <a:spLocks noGrp="1"/>
            </p:cNvSpPr>
            <p:nvPr/>
          </p:nvSpPr>
          <p:spPr>
            <a:xfrm>
              <a:off x="6339800" y="3390832"/>
              <a:ext cx="66033" cy="13897"/>
            </a:xfrm>
            <a:custGeom>
              <a:avLst/>
              <a:gdLst/>
              <a:ahLst/>
              <a:cxnLst/>
              <a:rect l="0" t="0" r="0" b="0"/>
              <a:pathLst>
                <a:path w="66033" h="13897">
                  <a:moveTo>
                    <a:pt x="66033" y="13897"/>
                  </a:moveTo>
                  <a:lnTo>
                    <a:pt x="0" y="0"/>
                  </a:lnTo>
                </a:path>
              </a:pathLst>
            </a:custGeom>
            <a:noFill/>
            <a:ln w="8096">
              <a:solidFill>
                <a:srgbClr val="DFE3E7"/>
              </a:solidFill>
            </a:ln>
          </p:spPr>
        </p:sp>
        <p:sp>
          <p:nvSpPr>
            <p:cNvPr id="2384" name="Candidate_receptor__2383">
              <a:extLst>
                <a:ext uri="{FF2B5EF4-FFF2-40B4-BE49-F238E27FC236}">
                  <a16:creationId xmlns:a16="http://schemas.microsoft.com/office/drawing/2014/main" id="{53B4DBD6-A89D-31BE-F699-F1319F2CE1F6}"/>
                </a:ext>
              </a:extLst>
            </p:cNvPr>
            <p:cNvSpPr>
              <a:spLocks noGrp="1"/>
            </p:cNvSpPr>
            <p:nvPr/>
          </p:nvSpPr>
          <p:spPr>
            <a:xfrm>
              <a:off x="6050719" y="3571991"/>
              <a:ext cx="55302" cy="50931"/>
            </a:xfrm>
            <a:custGeom>
              <a:avLst/>
              <a:gdLst/>
              <a:ahLst/>
              <a:cxnLst/>
              <a:rect l="0" t="0" r="0" b="0"/>
              <a:pathLst>
                <a:path w="55302" h="50931">
                  <a:moveTo>
                    <a:pt x="0" y="0"/>
                  </a:moveTo>
                  <a:lnTo>
                    <a:pt x="55302" y="50931"/>
                  </a:lnTo>
                </a:path>
              </a:pathLst>
            </a:custGeom>
            <a:noFill/>
            <a:ln w="8096">
              <a:solidFill>
                <a:srgbClr val="DFE3E7"/>
              </a:solidFill>
            </a:ln>
          </p:spPr>
        </p:sp>
        <p:sp>
          <p:nvSpPr>
            <p:cNvPr id="2385" name="Candidate_receptor__2384">
              <a:extLst>
                <a:ext uri="{FF2B5EF4-FFF2-40B4-BE49-F238E27FC236}">
                  <a16:creationId xmlns:a16="http://schemas.microsoft.com/office/drawing/2014/main" id="{15AF1CFC-6829-207E-E27E-C9F7536E91AB}"/>
                </a:ext>
              </a:extLst>
            </p:cNvPr>
            <p:cNvSpPr>
              <a:spLocks noGrp="1"/>
            </p:cNvSpPr>
            <p:nvPr/>
          </p:nvSpPr>
          <p:spPr>
            <a:xfrm>
              <a:off x="5096186" y="4160490"/>
              <a:ext cx="84127" cy="68593"/>
            </a:xfrm>
            <a:custGeom>
              <a:avLst/>
              <a:gdLst/>
              <a:ahLst/>
              <a:cxnLst/>
              <a:rect l="0" t="0" r="0" b="0"/>
              <a:pathLst>
                <a:path w="84127" h="68593">
                  <a:moveTo>
                    <a:pt x="84127" y="0"/>
                  </a:moveTo>
                  <a:lnTo>
                    <a:pt x="0" y="68593"/>
                  </a:lnTo>
                </a:path>
              </a:pathLst>
            </a:custGeom>
            <a:noFill/>
            <a:ln w="20003">
              <a:solidFill>
                <a:srgbClr val="DFE3E7"/>
              </a:solidFill>
            </a:ln>
          </p:spPr>
        </p:sp>
        <p:sp>
          <p:nvSpPr>
            <p:cNvPr id="2386" name="Candidate_receptor__2385">
              <a:extLst>
                <a:ext uri="{FF2B5EF4-FFF2-40B4-BE49-F238E27FC236}">
                  <a16:creationId xmlns:a16="http://schemas.microsoft.com/office/drawing/2014/main" id="{D5C2D1F4-EAA6-28FC-B58E-FA62DF44910D}"/>
                </a:ext>
              </a:extLst>
            </p:cNvPr>
            <p:cNvSpPr>
              <a:spLocks noGrp="1"/>
            </p:cNvSpPr>
            <p:nvPr/>
          </p:nvSpPr>
          <p:spPr>
            <a:xfrm>
              <a:off x="6207577" y="4232161"/>
              <a:ext cx="113110" cy="18883"/>
            </a:xfrm>
            <a:custGeom>
              <a:avLst/>
              <a:gdLst/>
              <a:ahLst/>
              <a:cxnLst/>
              <a:rect l="0" t="0" r="0" b="0"/>
              <a:pathLst>
                <a:path w="113110" h="18883">
                  <a:moveTo>
                    <a:pt x="0" y="18883"/>
                  </a:moveTo>
                  <a:lnTo>
                    <a:pt x="113110" y="0"/>
                  </a:lnTo>
                </a:path>
              </a:pathLst>
            </a:custGeom>
            <a:noFill/>
            <a:ln w="20003">
              <a:solidFill>
                <a:srgbClr val="DFE3E7"/>
              </a:solidFill>
            </a:ln>
          </p:spPr>
        </p:sp>
        <p:sp>
          <p:nvSpPr>
            <p:cNvPr id="2387" name="Candidate_receptor__2386">
              <a:extLst>
                <a:ext uri="{FF2B5EF4-FFF2-40B4-BE49-F238E27FC236}">
                  <a16:creationId xmlns:a16="http://schemas.microsoft.com/office/drawing/2014/main" id="{77C5444C-EBE1-AD1C-8C36-5E378CB3D686}"/>
                </a:ext>
              </a:extLst>
            </p:cNvPr>
            <p:cNvSpPr>
              <a:spLocks noGrp="1"/>
            </p:cNvSpPr>
            <p:nvPr/>
          </p:nvSpPr>
          <p:spPr>
            <a:xfrm>
              <a:off x="5977520" y="3524905"/>
              <a:ext cx="73199" cy="47086"/>
            </a:xfrm>
            <a:custGeom>
              <a:avLst/>
              <a:gdLst/>
              <a:ahLst/>
              <a:cxnLst/>
              <a:rect l="0" t="0" r="0" b="0"/>
              <a:pathLst>
                <a:path w="73199" h="47086">
                  <a:moveTo>
                    <a:pt x="0" y="0"/>
                  </a:moveTo>
                  <a:lnTo>
                    <a:pt x="73199" y="47086"/>
                  </a:lnTo>
                </a:path>
              </a:pathLst>
            </a:custGeom>
            <a:noFill/>
            <a:ln w="8096">
              <a:solidFill>
                <a:srgbClr val="DFE3E7"/>
              </a:solidFill>
            </a:ln>
          </p:spPr>
        </p:sp>
        <p:sp>
          <p:nvSpPr>
            <p:cNvPr id="2388" name="Candidate_receptor__2387">
              <a:extLst>
                <a:ext uri="{FF2B5EF4-FFF2-40B4-BE49-F238E27FC236}">
                  <a16:creationId xmlns:a16="http://schemas.microsoft.com/office/drawing/2014/main" id="{878AA5D2-C6D1-7572-E049-99B4D8E11D44}"/>
                </a:ext>
              </a:extLst>
            </p:cNvPr>
            <p:cNvSpPr>
              <a:spLocks noGrp="1"/>
            </p:cNvSpPr>
            <p:nvPr/>
          </p:nvSpPr>
          <p:spPr>
            <a:xfrm>
              <a:off x="6415866" y="3734415"/>
              <a:ext cx="38862" cy="61997"/>
            </a:xfrm>
            <a:custGeom>
              <a:avLst/>
              <a:gdLst/>
              <a:ahLst/>
              <a:cxnLst/>
              <a:rect l="0" t="0" r="0" b="0"/>
              <a:pathLst>
                <a:path w="38862" h="61997">
                  <a:moveTo>
                    <a:pt x="38862" y="61997"/>
                  </a:moveTo>
                  <a:lnTo>
                    <a:pt x="0" y="0"/>
                  </a:lnTo>
                </a:path>
              </a:pathLst>
            </a:custGeom>
            <a:noFill/>
            <a:ln w="20003">
              <a:solidFill>
                <a:srgbClr val="DFE3E7"/>
              </a:solidFill>
            </a:ln>
          </p:spPr>
        </p:sp>
        <p:sp>
          <p:nvSpPr>
            <p:cNvPr id="2389" name="Candidate_receptor__2388">
              <a:extLst>
                <a:ext uri="{FF2B5EF4-FFF2-40B4-BE49-F238E27FC236}">
                  <a16:creationId xmlns:a16="http://schemas.microsoft.com/office/drawing/2014/main" id="{6B00689F-2277-6D05-401F-DC0176275F9C}"/>
                </a:ext>
              </a:extLst>
            </p:cNvPr>
            <p:cNvSpPr>
              <a:spLocks noGrp="1"/>
            </p:cNvSpPr>
            <p:nvPr/>
          </p:nvSpPr>
          <p:spPr>
            <a:xfrm>
              <a:off x="5559822" y="5197921"/>
              <a:ext cx="59567" cy="71383"/>
            </a:xfrm>
            <a:custGeom>
              <a:avLst/>
              <a:gdLst/>
              <a:ahLst/>
              <a:cxnLst/>
              <a:rect l="0" t="0" r="0" b="0"/>
              <a:pathLst>
                <a:path w="59567" h="71383">
                  <a:moveTo>
                    <a:pt x="0" y="0"/>
                  </a:moveTo>
                  <a:lnTo>
                    <a:pt x="59567" y="71383"/>
                  </a:lnTo>
                </a:path>
              </a:pathLst>
            </a:custGeom>
            <a:noFill/>
            <a:ln w="8096">
              <a:solidFill>
                <a:srgbClr val="DFE3E7"/>
              </a:solidFill>
            </a:ln>
          </p:spPr>
        </p:sp>
        <p:sp>
          <p:nvSpPr>
            <p:cNvPr id="2390" name="Candidate_receptor__2389">
              <a:extLst>
                <a:ext uri="{FF2B5EF4-FFF2-40B4-BE49-F238E27FC236}">
                  <a16:creationId xmlns:a16="http://schemas.microsoft.com/office/drawing/2014/main" id="{A82F5DA2-1481-8435-FA03-9D09830D69B4}"/>
                </a:ext>
              </a:extLst>
            </p:cNvPr>
            <p:cNvSpPr>
              <a:spLocks noGrp="1"/>
            </p:cNvSpPr>
            <p:nvPr/>
          </p:nvSpPr>
          <p:spPr>
            <a:xfrm>
              <a:off x="5209506" y="5015361"/>
              <a:ext cx="36376" cy="62921"/>
            </a:xfrm>
            <a:custGeom>
              <a:avLst/>
              <a:gdLst/>
              <a:ahLst/>
              <a:cxnLst/>
              <a:rect l="0" t="0" r="0" b="0"/>
              <a:pathLst>
                <a:path w="36376" h="62921">
                  <a:moveTo>
                    <a:pt x="0" y="0"/>
                  </a:moveTo>
                  <a:lnTo>
                    <a:pt x="36376" y="62921"/>
                  </a:lnTo>
                </a:path>
              </a:pathLst>
            </a:custGeom>
            <a:noFill/>
            <a:ln w="20003">
              <a:solidFill>
                <a:srgbClr val="DFE3E7"/>
              </a:solidFill>
            </a:ln>
          </p:spPr>
        </p:sp>
        <p:sp>
          <p:nvSpPr>
            <p:cNvPr id="2391" name="Candidate_receptor__2390">
              <a:extLst>
                <a:ext uri="{FF2B5EF4-FFF2-40B4-BE49-F238E27FC236}">
                  <a16:creationId xmlns:a16="http://schemas.microsoft.com/office/drawing/2014/main" id="{4EA81370-094C-D95C-3C33-BBD5883ED0DF}"/>
                </a:ext>
              </a:extLst>
            </p:cNvPr>
            <p:cNvSpPr>
              <a:spLocks noGrp="1"/>
            </p:cNvSpPr>
            <p:nvPr/>
          </p:nvSpPr>
          <p:spPr>
            <a:xfrm>
              <a:off x="4872603" y="4244256"/>
              <a:ext cx="26855" cy="76960"/>
            </a:xfrm>
            <a:custGeom>
              <a:avLst/>
              <a:gdLst/>
              <a:ahLst/>
              <a:cxnLst/>
              <a:rect l="0" t="0" r="0" b="0"/>
              <a:pathLst>
                <a:path w="26855" h="76960">
                  <a:moveTo>
                    <a:pt x="26855" y="76960"/>
                  </a:moveTo>
                  <a:lnTo>
                    <a:pt x="0" y="0"/>
                  </a:lnTo>
                </a:path>
              </a:pathLst>
            </a:custGeom>
            <a:noFill/>
            <a:ln w="20003">
              <a:solidFill>
                <a:srgbClr val="DFE3E7"/>
              </a:solidFill>
            </a:ln>
          </p:spPr>
        </p:sp>
        <p:sp>
          <p:nvSpPr>
            <p:cNvPr id="2392" name="Candidate_receptor__2391">
              <a:extLst>
                <a:ext uri="{FF2B5EF4-FFF2-40B4-BE49-F238E27FC236}">
                  <a16:creationId xmlns:a16="http://schemas.microsoft.com/office/drawing/2014/main" id="{182175D9-4843-1665-F505-636CE1654F40}"/>
                </a:ext>
              </a:extLst>
            </p:cNvPr>
            <p:cNvSpPr>
              <a:spLocks noGrp="1"/>
            </p:cNvSpPr>
            <p:nvPr/>
          </p:nvSpPr>
          <p:spPr>
            <a:xfrm>
              <a:off x="5788613" y="4544849"/>
              <a:ext cx="71303" cy="89505"/>
            </a:xfrm>
            <a:custGeom>
              <a:avLst/>
              <a:gdLst/>
              <a:ahLst/>
              <a:cxnLst/>
              <a:rect l="0" t="0" r="0" b="0"/>
              <a:pathLst>
                <a:path w="71303" h="89505">
                  <a:moveTo>
                    <a:pt x="0" y="89505"/>
                  </a:moveTo>
                  <a:lnTo>
                    <a:pt x="71303" y="0"/>
                  </a:lnTo>
                </a:path>
              </a:pathLst>
            </a:custGeom>
            <a:noFill/>
            <a:ln w="20003">
              <a:solidFill>
                <a:srgbClr val="DFE3E7"/>
              </a:solidFill>
            </a:ln>
          </p:spPr>
        </p:sp>
        <p:sp>
          <p:nvSpPr>
            <p:cNvPr id="2393" name="Candidate_receptor__2392">
              <a:extLst>
                <a:ext uri="{FF2B5EF4-FFF2-40B4-BE49-F238E27FC236}">
                  <a16:creationId xmlns:a16="http://schemas.microsoft.com/office/drawing/2014/main" id="{052A2988-EDBE-956C-4EB8-3CD19577F91D}"/>
                </a:ext>
              </a:extLst>
            </p:cNvPr>
            <p:cNvSpPr>
              <a:spLocks noGrp="1"/>
            </p:cNvSpPr>
            <p:nvPr/>
          </p:nvSpPr>
          <p:spPr>
            <a:xfrm>
              <a:off x="6047581" y="4481146"/>
              <a:ext cx="102960" cy="22223"/>
            </a:xfrm>
            <a:custGeom>
              <a:avLst/>
              <a:gdLst/>
              <a:ahLst/>
              <a:cxnLst/>
              <a:rect l="0" t="0" r="0" b="0"/>
              <a:pathLst>
                <a:path w="102960" h="22223">
                  <a:moveTo>
                    <a:pt x="0" y="0"/>
                  </a:moveTo>
                  <a:lnTo>
                    <a:pt x="102960" y="22223"/>
                  </a:lnTo>
                </a:path>
              </a:pathLst>
            </a:custGeom>
            <a:noFill/>
            <a:ln w="20003">
              <a:solidFill>
                <a:srgbClr val="DFE3E7"/>
              </a:solidFill>
            </a:ln>
          </p:spPr>
        </p:sp>
        <p:sp>
          <p:nvSpPr>
            <p:cNvPr id="2394" name="Candidate_receptor__2393">
              <a:extLst>
                <a:ext uri="{FF2B5EF4-FFF2-40B4-BE49-F238E27FC236}">
                  <a16:creationId xmlns:a16="http://schemas.microsoft.com/office/drawing/2014/main" id="{7A89E9FB-67D4-D1D8-C36F-86BD2F73A002}"/>
                </a:ext>
              </a:extLst>
            </p:cNvPr>
            <p:cNvSpPr>
              <a:spLocks noGrp="1"/>
            </p:cNvSpPr>
            <p:nvPr/>
          </p:nvSpPr>
          <p:spPr>
            <a:xfrm>
              <a:off x="5467559" y="4962687"/>
              <a:ext cx="9183" cy="16910"/>
            </a:xfrm>
            <a:custGeom>
              <a:avLst/>
              <a:gdLst/>
              <a:ahLst/>
              <a:cxnLst/>
              <a:rect l="0" t="0" r="0" b="0"/>
              <a:pathLst>
                <a:path w="9183" h="16910">
                  <a:moveTo>
                    <a:pt x="9183" y="16910"/>
                  </a:moveTo>
                  <a:lnTo>
                    <a:pt x="0" y="0"/>
                  </a:lnTo>
                </a:path>
              </a:pathLst>
            </a:custGeom>
            <a:noFill/>
            <a:ln w="20003">
              <a:solidFill>
                <a:srgbClr val="DFE3E7"/>
              </a:solidFill>
            </a:ln>
          </p:spPr>
        </p:sp>
        <p:sp>
          <p:nvSpPr>
            <p:cNvPr id="2395" name="Candidate_receptor__2394">
              <a:extLst>
                <a:ext uri="{FF2B5EF4-FFF2-40B4-BE49-F238E27FC236}">
                  <a16:creationId xmlns:a16="http://schemas.microsoft.com/office/drawing/2014/main" id="{3B9F73ED-8DA4-CDB9-F5B6-DA86A93D0EFF}"/>
                </a:ext>
              </a:extLst>
            </p:cNvPr>
            <p:cNvSpPr>
              <a:spLocks noGrp="1"/>
            </p:cNvSpPr>
            <p:nvPr/>
          </p:nvSpPr>
          <p:spPr>
            <a:xfrm>
              <a:off x="4478777" y="4358649"/>
              <a:ext cx="33344" cy="75565"/>
            </a:xfrm>
            <a:custGeom>
              <a:avLst/>
              <a:gdLst/>
              <a:ahLst/>
              <a:cxnLst/>
              <a:rect l="0" t="0" r="0" b="0"/>
              <a:pathLst>
                <a:path w="33344" h="75565">
                  <a:moveTo>
                    <a:pt x="33344" y="75565"/>
                  </a:moveTo>
                  <a:lnTo>
                    <a:pt x="0" y="0"/>
                  </a:lnTo>
                </a:path>
              </a:pathLst>
            </a:custGeom>
            <a:noFill/>
            <a:ln w="8096">
              <a:solidFill>
                <a:srgbClr val="DFE3E7"/>
              </a:solidFill>
            </a:ln>
          </p:spPr>
        </p:sp>
        <p:sp>
          <p:nvSpPr>
            <p:cNvPr id="2396" name="Candidate_receptor__2395">
              <a:extLst>
                <a:ext uri="{FF2B5EF4-FFF2-40B4-BE49-F238E27FC236}">
                  <a16:creationId xmlns:a16="http://schemas.microsoft.com/office/drawing/2014/main" id="{C0AB4910-63F2-A339-57FF-0D3973B36D37}"/>
                </a:ext>
              </a:extLst>
            </p:cNvPr>
            <p:cNvSpPr>
              <a:spLocks noGrp="1"/>
            </p:cNvSpPr>
            <p:nvPr/>
          </p:nvSpPr>
          <p:spPr>
            <a:xfrm>
              <a:off x="5062105" y="4899373"/>
              <a:ext cx="91909" cy="10658"/>
            </a:xfrm>
            <a:custGeom>
              <a:avLst/>
              <a:gdLst/>
              <a:ahLst/>
              <a:cxnLst/>
              <a:rect l="0" t="0" r="0" b="0"/>
              <a:pathLst>
                <a:path w="91909" h="10658">
                  <a:moveTo>
                    <a:pt x="0" y="0"/>
                  </a:moveTo>
                  <a:lnTo>
                    <a:pt x="91909" y="10658"/>
                  </a:lnTo>
                </a:path>
              </a:pathLst>
            </a:custGeom>
            <a:noFill/>
            <a:ln w="20003">
              <a:solidFill>
                <a:srgbClr val="DFE3E7"/>
              </a:solidFill>
            </a:ln>
          </p:spPr>
        </p:sp>
        <p:sp>
          <p:nvSpPr>
            <p:cNvPr id="2397" name="Candidate_receptor__2396">
              <a:extLst>
                <a:ext uri="{FF2B5EF4-FFF2-40B4-BE49-F238E27FC236}">
                  <a16:creationId xmlns:a16="http://schemas.microsoft.com/office/drawing/2014/main" id="{804353AA-4D96-47BF-AB43-42F33DDD1274}"/>
                </a:ext>
              </a:extLst>
            </p:cNvPr>
            <p:cNvSpPr>
              <a:spLocks noGrp="1"/>
            </p:cNvSpPr>
            <p:nvPr/>
          </p:nvSpPr>
          <p:spPr>
            <a:xfrm>
              <a:off x="5119152" y="4609051"/>
              <a:ext cx="54536" cy="29674"/>
            </a:xfrm>
            <a:custGeom>
              <a:avLst/>
              <a:gdLst/>
              <a:ahLst/>
              <a:cxnLst/>
              <a:rect l="0" t="0" r="0" b="0"/>
              <a:pathLst>
                <a:path w="54536" h="29674">
                  <a:moveTo>
                    <a:pt x="54536" y="0"/>
                  </a:moveTo>
                  <a:lnTo>
                    <a:pt x="0" y="29674"/>
                  </a:lnTo>
                </a:path>
              </a:pathLst>
            </a:custGeom>
            <a:noFill/>
            <a:ln w="8096">
              <a:solidFill>
                <a:srgbClr val="DFE3E7"/>
              </a:solidFill>
            </a:ln>
          </p:spPr>
        </p:sp>
        <p:sp>
          <p:nvSpPr>
            <p:cNvPr id="2398" name="Candidate_receptor__2397">
              <a:extLst>
                <a:ext uri="{FF2B5EF4-FFF2-40B4-BE49-F238E27FC236}">
                  <a16:creationId xmlns:a16="http://schemas.microsoft.com/office/drawing/2014/main" id="{466A2885-E408-DC93-BC87-4A818CB90843}"/>
                </a:ext>
              </a:extLst>
            </p:cNvPr>
            <p:cNvSpPr>
              <a:spLocks noGrp="1"/>
            </p:cNvSpPr>
            <p:nvPr/>
          </p:nvSpPr>
          <p:spPr>
            <a:xfrm>
              <a:off x="4991082" y="4899373"/>
              <a:ext cx="71023" cy="30769"/>
            </a:xfrm>
            <a:custGeom>
              <a:avLst/>
              <a:gdLst/>
              <a:ahLst/>
              <a:cxnLst/>
              <a:rect l="0" t="0" r="0" b="0"/>
              <a:pathLst>
                <a:path w="71023" h="30769">
                  <a:moveTo>
                    <a:pt x="0" y="30769"/>
                  </a:moveTo>
                  <a:lnTo>
                    <a:pt x="71023" y="0"/>
                  </a:lnTo>
                </a:path>
              </a:pathLst>
            </a:custGeom>
            <a:noFill/>
            <a:ln w="20003">
              <a:solidFill>
                <a:srgbClr val="DFE3E7"/>
              </a:solidFill>
            </a:ln>
          </p:spPr>
        </p:sp>
        <p:sp>
          <p:nvSpPr>
            <p:cNvPr id="2399" name="Candidate_receptor__2398">
              <a:extLst>
                <a:ext uri="{FF2B5EF4-FFF2-40B4-BE49-F238E27FC236}">
                  <a16:creationId xmlns:a16="http://schemas.microsoft.com/office/drawing/2014/main" id="{3FB984D2-2EFF-E15B-B999-CECD31029274}"/>
                </a:ext>
              </a:extLst>
            </p:cNvPr>
            <p:cNvSpPr>
              <a:spLocks noGrp="1"/>
            </p:cNvSpPr>
            <p:nvPr/>
          </p:nvSpPr>
          <p:spPr>
            <a:xfrm>
              <a:off x="5178903" y="5078282"/>
              <a:ext cx="66979" cy="87114"/>
            </a:xfrm>
            <a:custGeom>
              <a:avLst/>
              <a:gdLst/>
              <a:ahLst/>
              <a:cxnLst/>
              <a:rect l="0" t="0" r="0" b="0"/>
              <a:pathLst>
                <a:path w="66979" h="87114">
                  <a:moveTo>
                    <a:pt x="66979" y="0"/>
                  </a:moveTo>
                  <a:lnTo>
                    <a:pt x="0" y="87114"/>
                  </a:lnTo>
                </a:path>
              </a:pathLst>
            </a:custGeom>
            <a:noFill/>
            <a:ln w="20003">
              <a:solidFill>
                <a:srgbClr val="DFE3E7"/>
              </a:solidFill>
            </a:ln>
          </p:spPr>
        </p:sp>
        <p:sp>
          <p:nvSpPr>
            <p:cNvPr id="2400" name="Candidate_receptor__2399">
              <a:extLst>
                <a:ext uri="{FF2B5EF4-FFF2-40B4-BE49-F238E27FC236}">
                  <a16:creationId xmlns:a16="http://schemas.microsoft.com/office/drawing/2014/main" id="{CE73AFAB-39A9-AA1C-32C1-3995CDD9C407}"/>
                </a:ext>
              </a:extLst>
            </p:cNvPr>
            <p:cNvSpPr>
              <a:spLocks noGrp="1"/>
            </p:cNvSpPr>
            <p:nvPr/>
          </p:nvSpPr>
          <p:spPr>
            <a:xfrm>
              <a:off x="6150540" y="4503369"/>
              <a:ext cx="42552" cy="66808"/>
            </a:xfrm>
            <a:custGeom>
              <a:avLst/>
              <a:gdLst/>
              <a:ahLst/>
              <a:cxnLst/>
              <a:rect l="0" t="0" r="0" b="0"/>
              <a:pathLst>
                <a:path w="42552" h="66808">
                  <a:moveTo>
                    <a:pt x="0" y="0"/>
                  </a:moveTo>
                  <a:lnTo>
                    <a:pt x="42552" y="66808"/>
                  </a:lnTo>
                </a:path>
              </a:pathLst>
            </a:custGeom>
            <a:noFill/>
            <a:ln w="20003">
              <a:solidFill>
                <a:srgbClr val="DFE3E7"/>
              </a:solidFill>
            </a:ln>
          </p:spPr>
        </p:sp>
        <p:sp>
          <p:nvSpPr>
            <p:cNvPr id="2401" name="Candidate_receptor__2400">
              <a:extLst>
                <a:ext uri="{FF2B5EF4-FFF2-40B4-BE49-F238E27FC236}">
                  <a16:creationId xmlns:a16="http://schemas.microsoft.com/office/drawing/2014/main" id="{2E2C01F3-AB0E-CA27-6690-C6ED44F82484}"/>
                </a:ext>
              </a:extLst>
            </p:cNvPr>
            <p:cNvSpPr>
              <a:spLocks noGrp="1"/>
            </p:cNvSpPr>
            <p:nvPr/>
          </p:nvSpPr>
          <p:spPr>
            <a:xfrm>
              <a:off x="4808816" y="4321216"/>
              <a:ext cx="90642" cy="65297"/>
            </a:xfrm>
            <a:custGeom>
              <a:avLst/>
              <a:gdLst/>
              <a:ahLst/>
              <a:cxnLst/>
              <a:rect l="0" t="0" r="0" b="0"/>
              <a:pathLst>
                <a:path w="90642" h="65297">
                  <a:moveTo>
                    <a:pt x="0" y="65297"/>
                  </a:moveTo>
                  <a:lnTo>
                    <a:pt x="90642" y="0"/>
                  </a:lnTo>
                </a:path>
              </a:pathLst>
            </a:custGeom>
            <a:noFill/>
            <a:ln w="20003">
              <a:solidFill>
                <a:srgbClr val="DFE3E7"/>
              </a:solidFill>
            </a:ln>
          </p:spPr>
        </p:sp>
        <p:sp>
          <p:nvSpPr>
            <p:cNvPr id="2402" name="Candidate_receptor__2401">
              <a:extLst>
                <a:ext uri="{FF2B5EF4-FFF2-40B4-BE49-F238E27FC236}">
                  <a16:creationId xmlns:a16="http://schemas.microsoft.com/office/drawing/2014/main" id="{E9921510-C10B-9D00-A053-075CD325C3CD}"/>
                </a:ext>
              </a:extLst>
            </p:cNvPr>
            <p:cNvSpPr>
              <a:spLocks noGrp="1"/>
            </p:cNvSpPr>
            <p:nvPr/>
          </p:nvSpPr>
          <p:spPr>
            <a:xfrm>
              <a:off x="6303956" y="3700550"/>
              <a:ext cx="1169" cy="50532"/>
            </a:xfrm>
            <a:custGeom>
              <a:avLst/>
              <a:gdLst/>
              <a:ahLst/>
              <a:cxnLst/>
              <a:rect l="0" t="0" r="0" b="0"/>
              <a:pathLst>
                <a:path w="1169" h="50532">
                  <a:moveTo>
                    <a:pt x="0" y="50532"/>
                  </a:moveTo>
                  <a:lnTo>
                    <a:pt x="1169" y="0"/>
                  </a:lnTo>
                </a:path>
              </a:pathLst>
            </a:custGeom>
            <a:noFill/>
            <a:ln w="20003">
              <a:solidFill>
                <a:srgbClr val="DFE3E7"/>
              </a:solidFill>
            </a:ln>
          </p:spPr>
        </p:sp>
        <p:sp>
          <p:nvSpPr>
            <p:cNvPr id="2403" name="Candidate_receptor__2402">
              <a:extLst>
                <a:ext uri="{FF2B5EF4-FFF2-40B4-BE49-F238E27FC236}">
                  <a16:creationId xmlns:a16="http://schemas.microsoft.com/office/drawing/2014/main" id="{0D906B92-E5A4-F043-DEE6-097CA4785949}"/>
                </a:ext>
              </a:extLst>
            </p:cNvPr>
            <p:cNvSpPr>
              <a:spLocks noGrp="1"/>
            </p:cNvSpPr>
            <p:nvPr/>
          </p:nvSpPr>
          <p:spPr>
            <a:xfrm>
              <a:off x="5367498" y="4710921"/>
              <a:ext cx="71224" cy="6048"/>
            </a:xfrm>
            <a:custGeom>
              <a:avLst/>
              <a:gdLst/>
              <a:ahLst/>
              <a:cxnLst/>
              <a:rect l="0" t="0" r="0" b="0"/>
              <a:pathLst>
                <a:path w="71224" h="6048">
                  <a:moveTo>
                    <a:pt x="0" y="0"/>
                  </a:moveTo>
                  <a:lnTo>
                    <a:pt x="71224" y="6048"/>
                  </a:lnTo>
                </a:path>
              </a:pathLst>
            </a:custGeom>
            <a:noFill/>
            <a:ln w="20003">
              <a:solidFill>
                <a:srgbClr val="DFE3E7"/>
              </a:solidFill>
            </a:ln>
          </p:spPr>
        </p:sp>
        <p:sp>
          <p:nvSpPr>
            <p:cNvPr id="2404" name="Candidate_receptor__2403">
              <a:extLst>
                <a:ext uri="{FF2B5EF4-FFF2-40B4-BE49-F238E27FC236}">
                  <a16:creationId xmlns:a16="http://schemas.microsoft.com/office/drawing/2014/main" id="{0EDB72FC-CB4A-43AC-DFFF-841394722DA0}"/>
                </a:ext>
              </a:extLst>
            </p:cNvPr>
            <p:cNvSpPr>
              <a:spLocks noGrp="1"/>
            </p:cNvSpPr>
            <p:nvPr/>
          </p:nvSpPr>
          <p:spPr>
            <a:xfrm>
              <a:off x="5838854" y="3567098"/>
              <a:ext cx="57274" cy="97974"/>
            </a:xfrm>
            <a:custGeom>
              <a:avLst/>
              <a:gdLst/>
              <a:ahLst/>
              <a:cxnLst/>
              <a:rect l="0" t="0" r="0" b="0"/>
              <a:pathLst>
                <a:path w="57274" h="97974">
                  <a:moveTo>
                    <a:pt x="0" y="0"/>
                  </a:moveTo>
                  <a:lnTo>
                    <a:pt x="57274" y="97974"/>
                  </a:lnTo>
                </a:path>
              </a:pathLst>
            </a:custGeom>
            <a:noFill/>
            <a:ln w="8096">
              <a:solidFill>
                <a:srgbClr val="DFE3E7"/>
              </a:solidFill>
            </a:ln>
          </p:spPr>
        </p:sp>
        <p:sp>
          <p:nvSpPr>
            <p:cNvPr id="2405" name="Candidate_receptor__2404">
              <a:extLst>
                <a:ext uri="{FF2B5EF4-FFF2-40B4-BE49-F238E27FC236}">
                  <a16:creationId xmlns:a16="http://schemas.microsoft.com/office/drawing/2014/main" id="{7EC45817-4EC1-E2D3-00C1-A0F99C65E477}"/>
                </a:ext>
              </a:extLst>
            </p:cNvPr>
            <p:cNvSpPr>
              <a:spLocks noGrp="1"/>
            </p:cNvSpPr>
            <p:nvPr/>
          </p:nvSpPr>
          <p:spPr>
            <a:xfrm>
              <a:off x="5051905" y="4490104"/>
              <a:ext cx="114170" cy="8120"/>
            </a:xfrm>
            <a:custGeom>
              <a:avLst/>
              <a:gdLst/>
              <a:ahLst/>
              <a:cxnLst/>
              <a:rect l="0" t="0" r="0" b="0"/>
              <a:pathLst>
                <a:path w="114170" h="8120">
                  <a:moveTo>
                    <a:pt x="0" y="0"/>
                  </a:moveTo>
                  <a:lnTo>
                    <a:pt x="114170" y="8120"/>
                  </a:lnTo>
                </a:path>
              </a:pathLst>
            </a:custGeom>
            <a:noFill/>
            <a:ln w="20003">
              <a:solidFill>
                <a:srgbClr val="DFE3E7"/>
              </a:solidFill>
            </a:ln>
          </p:spPr>
        </p:sp>
        <p:sp>
          <p:nvSpPr>
            <p:cNvPr id="2406" name="Candidate_receptor__2405">
              <a:extLst>
                <a:ext uri="{FF2B5EF4-FFF2-40B4-BE49-F238E27FC236}">
                  <a16:creationId xmlns:a16="http://schemas.microsoft.com/office/drawing/2014/main" id="{F12AAB92-CAFE-614E-927C-5120A76B2281}"/>
                </a:ext>
              </a:extLst>
            </p:cNvPr>
            <p:cNvSpPr>
              <a:spLocks noGrp="1"/>
            </p:cNvSpPr>
            <p:nvPr/>
          </p:nvSpPr>
          <p:spPr>
            <a:xfrm>
              <a:off x="6381815" y="3796412"/>
              <a:ext cx="72913" cy="87377"/>
            </a:xfrm>
            <a:custGeom>
              <a:avLst/>
              <a:gdLst/>
              <a:ahLst/>
              <a:cxnLst/>
              <a:rect l="0" t="0" r="0" b="0"/>
              <a:pathLst>
                <a:path w="72913" h="87377">
                  <a:moveTo>
                    <a:pt x="0" y="87377"/>
                  </a:moveTo>
                  <a:lnTo>
                    <a:pt x="72913" y="0"/>
                  </a:lnTo>
                </a:path>
              </a:pathLst>
            </a:custGeom>
            <a:noFill/>
            <a:ln w="20003">
              <a:solidFill>
                <a:srgbClr val="DFE3E7"/>
              </a:solidFill>
            </a:ln>
          </p:spPr>
        </p:sp>
        <p:sp>
          <p:nvSpPr>
            <p:cNvPr id="2407" name="Candidate_receptor__2406">
              <a:extLst>
                <a:ext uri="{FF2B5EF4-FFF2-40B4-BE49-F238E27FC236}">
                  <a16:creationId xmlns:a16="http://schemas.microsoft.com/office/drawing/2014/main" id="{A2E87FF4-7798-42E8-34CB-D328584E2DEE}"/>
                </a:ext>
              </a:extLst>
            </p:cNvPr>
            <p:cNvSpPr>
              <a:spLocks noGrp="1"/>
            </p:cNvSpPr>
            <p:nvPr/>
          </p:nvSpPr>
          <p:spPr>
            <a:xfrm>
              <a:off x="5101904" y="5012473"/>
              <a:ext cx="13664" cy="36600"/>
            </a:xfrm>
            <a:custGeom>
              <a:avLst/>
              <a:gdLst/>
              <a:ahLst/>
              <a:cxnLst/>
              <a:rect l="0" t="0" r="0" b="0"/>
              <a:pathLst>
                <a:path w="13664" h="36600">
                  <a:moveTo>
                    <a:pt x="13664" y="0"/>
                  </a:moveTo>
                  <a:lnTo>
                    <a:pt x="0" y="36600"/>
                  </a:lnTo>
                </a:path>
              </a:pathLst>
            </a:custGeom>
            <a:noFill/>
            <a:ln w="20003">
              <a:solidFill>
                <a:srgbClr val="DFE3E7"/>
              </a:solidFill>
            </a:ln>
          </p:spPr>
        </p:sp>
        <p:sp>
          <p:nvSpPr>
            <p:cNvPr id="2408" name="Candidate_receptor__2407">
              <a:extLst>
                <a:ext uri="{FF2B5EF4-FFF2-40B4-BE49-F238E27FC236}">
                  <a16:creationId xmlns:a16="http://schemas.microsoft.com/office/drawing/2014/main" id="{215A981C-121E-0C02-3CC5-ED87367BC5EE}"/>
                </a:ext>
              </a:extLst>
            </p:cNvPr>
            <p:cNvSpPr>
              <a:spLocks noGrp="1"/>
            </p:cNvSpPr>
            <p:nvPr/>
          </p:nvSpPr>
          <p:spPr>
            <a:xfrm>
              <a:off x="5324910" y="4328102"/>
              <a:ext cx="67780" cy="45088"/>
            </a:xfrm>
            <a:custGeom>
              <a:avLst/>
              <a:gdLst/>
              <a:ahLst/>
              <a:cxnLst/>
              <a:rect l="0" t="0" r="0" b="0"/>
              <a:pathLst>
                <a:path w="67780" h="45088">
                  <a:moveTo>
                    <a:pt x="0" y="45088"/>
                  </a:moveTo>
                  <a:lnTo>
                    <a:pt x="67780" y="0"/>
                  </a:lnTo>
                </a:path>
              </a:pathLst>
            </a:custGeom>
            <a:noFill/>
            <a:ln w="20003">
              <a:solidFill>
                <a:srgbClr val="DFE3E7"/>
              </a:solidFill>
            </a:ln>
          </p:spPr>
        </p:sp>
        <p:sp>
          <p:nvSpPr>
            <p:cNvPr id="2409" name="Candidate_receptor__2408">
              <a:extLst>
                <a:ext uri="{FF2B5EF4-FFF2-40B4-BE49-F238E27FC236}">
                  <a16:creationId xmlns:a16="http://schemas.microsoft.com/office/drawing/2014/main" id="{BF2A5766-9DC8-9ED6-8911-AC04662BDA12}"/>
                </a:ext>
              </a:extLst>
            </p:cNvPr>
            <p:cNvSpPr>
              <a:spLocks noGrp="1"/>
            </p:cNvSpPr>
            <p:nvPr/>
          </p:nvSpPr>
          <p:spPr>
            <a:xfrm>
              <a:off x="6370191" y="4363089"/>
              <a:ext cx="114578" cy="13310"/>
            </a:xfrm>
            <a:custGeom>
              <a:avLst/>
              <a:gdLst/>
              <a:ahLst/>
              <a:cxnLst/>
              <a:rect l="0" t="0" r="0" b="0"/>
              <a:pathLst>
                <a:path w="114578" h="13310">
                  <a:moveTo>
                    <a:pt x="0" y="13310"/>
                  </a:moveTo>
                  <a:lnTo>
                    <a:pt x="114578" y="0"/>
                  </a:lnTo>
                </a:path>
              </a:pathLst>
            </a:custGeom>
            <a:noFill/>
            <a:ln w="20003">
              <a:solidFill>
                <a:srgbClr val="DFE3E7"/>
              </a:solidFill>
            </a:ln>
          </p:spPr>
        </p:sp>
        <p:sp>
          <p:nvSpPr>
            <p:cNvPr id="2410" name="Candidate_receptor__2409">
              <a:extLst>
                <a:ext uri="{FF2B5EF4-FFF2-40B4-BE49-F238E27FC236}">
                  <a16:creationId xmlns:a16="http://schemas.microsoft.com/office/drawing/2014/main" id="{65469EA1-31C9-3430-3AF9-766005F226C7}"/>
                </a:ext>
              </a:extLst>
            </p:cNvPr>
            <p:cNvSpPr>
              <a:spLocks noGrp="1"/>
            </p:cNvSpPr>
            <p:nvPr/>
          </p:nvSpPr>
          <p:spPr>
            <a:xfrm>
              <a:off x="5259713" y="4220275"/>
              <a:ext cx="112587" cy="23294"/>
            </a:xfrm>
            <a:custGeom>
              <a:avLst/>
              <a:gdLst/>
              <a:ahLst/>
              <a:cxnLst/>
              <a:rect l="0" t="0" r="0" b="0"/>
              <a:pathLst>
                <a:path w="112587" h="23294">
                  <a:moveTo>
                    <a:pt x="112587" y="0"/>
                  </a:moveTo>
                  <a:lnTo>
                    <a:pt x="0" y="23294"/>
                  </a:lnTo>
                </a:path>
              </a:pathLst>
            </a:custGeom>
            <a:noFill/>
            <a:ln w="20003">
              <a:solidFill>
                <a:srgbClr val="DFE3E7"/>
              </a:solidFill>
            </a:ln>
          </p:spPr>
        </p:sp>
        <p:sp>
          <p:nvSpPr>
            <p:cNvPr id="2411" name="Candidate_receptor__2410">
              <a:extLst>
                <a:ext uri="{FF2B5EF4-FFF2-40B4-BE49-F238E27FC236}">
                  <a16:creationId xmlns:a16="http://schemas.microsoft.com/office/drawing/2014/main" id="{D22B1EDB-AFA9-24BD-B8BC-0AD26506DDDB}"/>
                </a:ext>
              </a:extLst>
            </p:cNvPr>
            <p:cNvSpPr>
              <a:spLocks noGrp="1"/>
            </p:cNvSpPr>
            <p:nvPr/>
          </p:nvSpPr>
          <p:spPr>
            <a:xfrm>
              <a:off x="6280035" y="3532760"/>
              <a:ext cx="84146" cy="71645"/>
            </a:xfrm>
            <a:custGeom>
              <a:avLst/>
              <a:gdLst/>
              <a:ahLst/>
              <a:cxnLst/>
              <a:rect l="0" t="0" r="0" b="0"/>
              <a:pathLst>
                <a:path w="84146" h="71645">
                  <a:moveTo>
                    <a:pt x="84146" y="71645"/>
                  </a:moveTo>
                  <a:lnTo>
                    <a:pt x="0" y="0"/>
                  </a:lnTo>
                </a:path>
              </a:pathLst>
            </a:custGeom>
            <a:noFill/>
            <a:ln w="8096">
              <a:solidFill>
                <a:srgbClr val="DFE3E7"/>
              </a:solidFill>
            </a:ln>
          </p:spPr>
        </p:sp>
        <p:sp>
          <p:nvSpPr>
            <p:cNvPr id="2412" name="Candidate_receptor__2411">
              <a:extLst>
                <a:ext uri="{FF2B5EF4-FFF2-40B4-BE49-F238E27FC236}">
                  <a16:creationId xmlns:a16="http://schemas.microsoft.com/office/drawing/2014/main" id="{B49FC66A-C5CC-0C54-5106-814A9CDF0561}"/>
                </a:ext>
              </a:extLst>
            </p:cNvPr>
            <p:cNvSpPr>
              <a:spLocks noGrp="1"/>
            </p:cNvSpPr>
            <p:nvPr/>
          </p:nvSpPr>
          <p:spPr>
            <a:xfrm>
              <a:off x="5594855" y="3043386"/>
              <a:ext cx="81838" cy="78802"/>
            </a:xfrm>
            <a:custGeom>
              <a:avLst/>
              <a:gdLst/>
              <a:ahLst/>
              <a:cxnLst/>
              <a:rect l="0" t="0" r="0" b="0"/>
              <a:pathLst>
                <a:path w="81838" h="78802">
                  <a:moveTo>
                    <a:pt x="0" y="78802"/>
                  </a:moveTo>
                  <a:lnTo>
                    <a:pt x="81838" y="0"/>
                  </a:lnTo>
                </a:path>
              </a:pathLst>
            </a:custGeom>
            <a:noFill/>
            <a:ln w="8096">
              <a:solidFill>
                <a:srgbClr val="DFE3E7"/>
              </a:solidFill>
            </a:ln>
          </p:spPr>
        </p:sp>
        <p:sp>
          <p:nvSpPr>
            <p:cNvPr id="2413" name="Candidate_receptor__2412">
              <a:extLst>
                <a:ext uri="{FF2B5EF4-FFF2-40B4-BE49-F238E27FC236}">
                  <a16:creationId xmlns:a16="http://schemas.microsoft.com/office/drawing/2014/main" id="{156A08A9-D1A9-A854-6EE6-70872E40BCD6}"/>
                </a:ext>
              </a:extLst>
            </p:cNvPr>
            <p:cNvSpPr>
              <a:spLocks noGrp="1"/>
            </p:cNvSpPr>
            <p:nvPr/>
          </p:nvSpPr>
          <p:spPr>
            <a:xfrm>
              <a:off x="4812463" y="4082713"/>
              <a:ext cx="69676" cy="60450"/>
            </a:xfrm>
            <a:custGeom>
              <a:avLst/>
              <a:gdLst/>
              <a:ahLst/>
              <a:cxnLst/>
              <a:rect l="0" t="0" r="0" b="0"/>
              <a:pathLst>
                <a:path w="69676" h="60450">
                  <a:moveTo>
                    <a:pt x="69676" y="60450"/>
                  </a:moveTo>
                  <a:lnTo>
                    <a:pt x="0" y="0"/>
                  </a:lnTo>
                </a:path>
              </a:pathLst>
            </a:custGeom>
            <a:noFill/>
            <a:ln w="20003">
              <a:solidFill>
                <a:srgbClr val="DFE4E7"/>
              </a:solidFill>
            </a:ln>
          </p:spPr>
        </p:sp>
        <p:sp>
          <p:nvSpPr>
            <p:cNvPr id="2414" name="Candidate_receptor__2413">
              <a:extLst>
                <a:ext uri="{FF2B5EF4-FFF2-40B4-BE49-F238E27FC236}">
                  <a16:creationId xmlns:a16="http://schemas.microsoft.com/office/drawing/2014/main" id="{DAF153A2-37B0-2A3D-897D-9B31CDEA7579}"/>
                </a:ext>
              </a:extLst>
            </p:cNvPr>
            <p:cNvSpPr>
              <a:spLocks noGrp="1"/>
            </p:cNvSpPr>
            <p:nvPr/>
          </p:nvSpPr>
          <p:spPr>
            <a:xfrm>
              <a:off x="4913195" y="4770781"/>
              <a:ext cx="109357" cy="33316"/>
            </a:xfrm>
            <a:custGeom>
              <a:avLst/>
              <a:gdLst/>
              <a:ahLst/>
              <a:cxnLst/>
              <a:rect l="0" t="0" r="0" b="0"/>
              <a:pathLst>
                <a:path w="109357" h="33316">
                  <a:moveTo>
                    <a:pt x="0" y="33316"/>
                  </a:moveTo>
                  <a:lnTo>
                    <a:pt x="109357" y="0"/>
                  </a:lnTo>
                </a:path>
              </a:pathLst>
            </a:custGeom>
            <a:noFill/>
            <a:ln w="20003">
              <a:solidFill>
                <a:srgbClr val="DFE4E7"/>
              </a:solidFill>
            </a:ln>
          </p:spPr>
        </p:sp>
        <p:sp>
          <p:nvSpPr>
            <p:cNvPr id="2415" name="Candidate_receptor__2414">
              <a:extLst>
                <a:ext uri="{FF2B5EF4-FFF2-40B4-BE49-F238E27FC236}">
                  <a16:creationId xmlns:a16="http://schemas.microsoft.com/office/drawing/2014/main" id="{E253864C-C1BB-EB42-98AD-49582A7EE6A4}"/>
                </a:ext>
              </a:extLst>
            </p:cNvPr>
            <p:cNvSpPr>
              <a:spLocks noGrp="1"/>
            </p:cNvSpPr>
            <p:nvPr/>
          </p:nvSpPr>
          <p:spPr>
            <a:xfrm>
              <a:off x="5746824" y="4837778"/>
              <a:ext cx="58028" cy="67027"/>
            </a:xfrm>
            <a:custGeom>
              <a:avLst/>
              <a:gdLst/>
              <a:ahLst/>
              <a:cxnLst/>
              <a:rect l="0" t="0" r="0" b="0"/>
              <a:pathLst>
                <a:path w="58028" h="67027">
                  <a:moveTo>
                    <a:pt x="0" y="0"/>
                  </a:moveTo>
                  <a:lnTo>
                    <a:pt x="58028" y="67027"/>
                  </a:lnTo>
                </a:path>
              </a:pathLst>
            </a:custGeom>
            <a:noFill/>
            <a:ln w="8096">
              <a:solidFill>
                <a:srgbClr val="DFE4E7"/>
              </a:solidFill>
            </a:ln>
          </p:spPr>
        </p:sp>
        <p:sp>
          <p:nvSpPr>
            <p:cNvPr id="2416" name="Candidate_receptor__2415">
              <a:extLst>
                <a:ext uri="{FF2B5EF4-FFF2-40B4-BE49-F238E27FC236}">
                  <a16:creationId xmlns:a16="http://schemas.microsoft.com/office/drawing/2014/main" id="{26A3E1DB-45B3-322E-F6AF-705EC26EE2F2}"/>
                </a:ext>
              </a:extLst>
            </p:cNvPr>
            <p:cNvSpPr>
              <a:spLocks noGrp="1"/>
            </p:cNvSpPr>
            <p:nvPr/>
          </p:nvSpPr>
          <p:spPr>
            <a:xfrm>
              <a:off x="6433625" y="4463880"/>
              <a:ext cx="80479" cy="55931"/>
            </a:xfrm>
            <a:custGeom>
              <a:avLst/>
              <a:gdLst/>
              <a:ahLst/>
              <a:cxnLst/>
              <a:rect l="0" t="0" r="0" b="0"/>
              <a:pathLst>
                <a:path w="80479" h="55931">
                  <a:moveTo>
                    <a:pt x="80479" y="0"/>
                  </a:moveTo>
                  <a:lnTo>
                    <a:pt x="0" y="55931"/>
                  </a:lnTo>
                </a:path>
              </a:pathLst>
            </a:custGeom>
            <a:noFill/>
            <a:ln w="20003">
              <a:solidFill>
                <a:srgbClr val="DFE4E7"/>
              </a:solidFill>
            </a:ln>
          </p:spPr>
        </p:sp>
        <p:sp>
          <p:nvSpPr>
            <p:cNvPr id="2417" name="Candidate_receptor__2416">
              <a:extLst>
                <a:ext uri="{FF2B5EF4-FFF2-40B4-BE49-F238E27FC236}">
                  <a16:creationId xmlns:a16="http://schemas.microsoft.com/office/drawing/2014/main" id="{E67C0833-9E65-F016-38C7-1A8F83193691}"/>
                </a:ext>
              </a:extLst>
            </p:cNvPr>
            <p:cNvSpPr>
              <a:spLocks noGrp="1"/>
            </p:cNvSpPr>
            <p:nvPr/>
          </p:nvSpPr>
          <p:spPr>
            <a:xfrm>
              <a:off x="5935175" y="4714591"/>
              <a:ext cx="34343" cy="107474"/>
            </a:xfrm>
            <a:custGeom>
              <a:avLst/>
              <a:gdLst/>
              <a:ahLst/>
              <a:cxnLst/>
              <a:rect l="0" t="0" r="0" b="0"/>
              <a:pathLst>
                <a:path w="34343" h="107474">
                  <a:moveTo>
                    <a:pt x="34343" y="107474"/>
                  </a:moveTo>
                  <a:lnTo>
                    <a:pt x="0" y="0"/>
                  </a:lnTo>
                </a:path>
              </a:pathLst>
            </a:custGeom>
            <a:noFill/>
            <a:ln w="8096">
              <a:solidFill>
                <a:srgbClr val="DFE4E7"/>
              </a:solidFill>
            </a:ln>
          </p:spPr>
        </p:sp>
        <p:sp>
          <p:nvSpPr>
            <p:cNvPr id="2418" name="Candidate_receptor__2417">
              <a:extLst>
                <a:ext uri="{FF2B5EF4-FFF2-40B4-BE49-F238E27FC236}">
                  <a16:creationId xmlns:a16="http://schemas.microsoft.com/office/drawing/2014/main" id="{20C82F60-5129-C206-62BA-0A6F28111E17}"/>
                </a:ext>
              </a:extLst>
            </p:cNvPr>
            <p:cNvSpPr>
              <a:spLocks noGrp="1"/>
            </p:cNvSpPr>
            <p:nvPr/>
          </p:nvSpPr>
          <p:spPr>
            <a:xfrm>
              <a:off x="5166074" y="4498224"/>
              <a:ext cx="7614" cy="110827"/>
            </a:xfrm>
            <a:custGeom>
              <a:avLst/>
              <a:gdLst/>
              <a:ahLst/>
              <a:cxnLst/>
              <a:rect l="0" t="0" r="0" b="0"/>
              <a:pathLst>
                <a:path w="7614" h="110827">
                  <a:moveTo>
                    <a:pt x="0" y="0"/>
                  </a:moveTo>
                  <a:lnTo>
                    <a:pt x="7614" y="110827"/>
                  </a:lnTo>
                </a:path>
              </a:pathLst>
            </a:custGeom>
            <a:noFill/>
            <a:ln w="20003">
              <a:solidFill>
                <a:srgbClr val="DFE4E7"/>
              </a:solidFill>
            </a:ln>
          </p:spPr>
        </p:sp>
        <p:sp>
          <p:nvSpPr>
            <p:cNvPr id="2419" name="Candidate_receptor__2418">
              <a:extLst>
                <a:ext uri="{FF2B5EF4-FFF2-40B4-BE49-F238E27FC236}">
                  <a16:creationId xmlns:a16="http://schemas.microsoft.com/office/drawing/2014/main" id="{C86CE6CA-799B-38BF-E022-651FDEAC1C64}"/>
                </a:ext>
              </a:extLst>
            </p:cNvPr>
            <p:cNvSpPr>
              <a:spLocks noGrp="1"/>
            </p:cNvSpPr>
            <p:nvPr/>
          </p:nvSpPr>
          <p:spPr>
            <a:xfrm>
              <a:off x="5038820" y="4083870"/>
              <a:ext cx="44535" cy="5802"/>
            </a:xfrm>
            <a:custGeom>
              <a:avLst/>
              <a:gdLst/>
              <a:ahLst/>
              <a:cxnLst/>
              <a:rect l="0" t="0" r="0" b="0"/>
              <a:pathLst>
                <a:path w="44535" h="5802">
                  <a:moveTo>
                    <a:pt x="44535" y="5802"/>
                  </a:moveTo>
                  <a:lnTo>
                    <a:pt x="0" y="0"/>
                  </a:lnTo>
                </a:path>
              </a:pathLst>
            </a:custGeom>
            <a:noFill/>
            <a:ln w="20003">
              <a:solidFill>
                <a:srgbClr val="DFE4E7"/>
              </a:solidFill>
            </a:ln>
          </p:spPr>
        </p:sp>
        <p:sp>
          <p:nvSpPr>
            <p:cNvPr id="2420" name="Candidate_receptor__2419">
              <a:extLst>
                <a:ext uri="{FF2B5EF4-FFF2-40B4-BE49-F238E27FC236}">
                  <a16:creationId xmlns:a16="http://schemas.microsoft.com/office/drawing/2014/main" id="{2236B153-D50C-5214-87D3-732FC94892DF}"/>
                </a:ext>
              </a:extLst>
            </p:cNvPr>
            <p:cNvSpPr>
              <a:spLocks noGrp="1"/>
            </p:cNvSpPr>
            <p:nvPr/>
          </p:nvSpPr>
          <p:spPr>
            <a:xfrm>
              <a:off x="6484769" y="4363089"/>
              <a:ext cx="29336" cy="100791"/>
            </a:xfrm>
            <a:custGeom>
              <a:avLst/>
              <a:gdLst/>
              <a:ahLst/>
              <a:cxnLst/>
              <a:rect l="0" t="0" r="0" b="0"/>
              <a:pathLst>
                <a:path w="29336" h="100791">
                  <a:moveTo>
                    <a:pt x="0" y="0"/>
                  </a:moveTo>
                  <a:lnTo>
                    <a:pt x="29336" y="100791"/>
                  </a:lnTo>
                </a:path>
              </a:pathLst>
            </a:custGeom>
            <a:noFill/>
            <a:ln w="20003">
              <a:solidFill>
                <a:srgbClr val="DFE4E7"/>
              </a:solidFill>
            </a:ln>
          </p:spPr>
        </p:sp>
        <p:sp>
          <p:nvSpPr>
            <p:cNvPr id="2421" name="Candidate_receptor__2420">
              <a:extLst>
                <a:ext uri="{FF2B5EF4-FFF2-40B4-BE49-F238E27FC236}">
                  <a16:creationId xmlns:a16="http://schemas.microsoft.com/office/drawing/2014/main" id="{F9844466-9BBA-2B07-DB1D-98843D32039F}"/>
                </a:ext>
              </a:extLst>
            </p:cNvPr>
            <p:cNvSpPr>
              <a:spLocks noGrp="1"/>
            </p:cNvSpPr>
            <p:nvPr/>
          </p:nvSpPr>
          <p:spPr>
            <a:xfrm>
              <a:off x="4741512" y="4058894"/>
              <a:ext cx="70952" cy="23819"/>
            </a:xfrm>
            <a:custGeom>
              <a:avLst/>
              <a:gdLst/>
              <a:ahLst/>
              <a:cxnLst/>
              <a:rect l="0" t="0" r="0" b="0"/>
              <a:pathLst>
                <a:path w="70952" h="23819">
                  <a:moveTo>
                    <a:pt x="70952" y="23819"/>
                  </a:moveTo>
                  <a:lnTo>
                    <a:pt x="0" y="0"/>
                  </a:lnTo>
                </a:path>
              </a:pathLst>
            </a:custGeom>
            <a:noFill/>
            <a:ln w="20003">
              <a:solidFill>
                <a:srgbClr val="DFE4E7"/>
              </a:solidFill>
            </a:ln>
          </p:spPr>
        </p:sp>
        <p:sp>
          <p:nvSpPr>
            <p:cNvPr id="2422" name="Candidate_receptor__2421">
              <a:extLst>
                <a:ext uri="{FF2B5EF4-FFF2-40B4-BE49-F238E27FC236}">
                  <a16:creationId xmlns:a16="http://schemas.microsoft.com/office/drawing/2014/main" id="{A85B7D33-0DF4-940D-E7C6-A24B7E1C8C2B}"/>
                </a:ext>
              </a:extLst>
            </p:cNvPr>
            <p:cNvSpPr>
              <a:spLocks noGrp="1"/>
            </p:cNvSpPr>
            <p:nvPr/>
          </p:nvSpPr>
          <p:spPr>
            <a:xfrm>
              <a:off x="4765231" y="4226717"/>
              <a:ext cx="42886" cy="12340"/>
            </a:xfrm>
            <a:custGeom>
              <a:avLst/>
              <a:gdLst/>
              <a:ahLst/>
              <a:cxnLst/>
              <a:rect l="0" t="0" r="0" b="0"/>
              <a:pathLst>
                <a:path w="42886" h="12340">
                  <a:moveTo>
                    <a:pt x="0" y="12340"/>
                  </a:moveTo>
                  <a:lnTo>
                    <a:pt x="42886" y="0"/>
                  </a:lnTo>
                </a:path>
              </a:pathLst>
            </a:custGeom>
            <a:noFill/>
            <a:ln w="20003">
              <a:solidFill>
                <a:srgbClr val="DFE4E7"/>
              </a:solidFill>
            </a:ln>
          </p:spPr>
        </p:sp>
        <p:sp>
          <p:nvSpPr>
            <p:cNvPr id="2423" name="Candidate_receptor__2422">
              <a:extLst>
                <a:ext uri="{FF2B5EF4-FFF2-40B4-BE49-F238E27FC236}">
                  <a16:creationId xmlns:a16="http://schemas.microsoft.com/office/drawing/2014/main" id="{23B64A52-C971-41B7-2ACF-5EB54D619DC0}"/>
                </a:ext>
              </a:extLst>
            </p:cNvPr>
            <p:cNvSpPr>
              <a:spLocks noGrp="1"/>
            </p:cNvSpPr>
            <p:nvPr/>
          </p:nvSpPr>
          <p:spPr>
            <a:xfrm>
              <a:off x="6223176" y="4095901"/>
              <a:ext cx="53362" cy="33957"/>
            </a:xfrm>
            <a:custGeom>
              <a:avLst/>
              <a:gdLst/>
              <a:ahLst/>
              <a:cxnLst/>
              <a:rect l="0" t="0" r="0" b="0"/>
              <a:pathLst>
                <a:path w="53362" h="33957">
                  <a:moveTo>
                    <a:pt x="0" y="0"/>
                  </a:moveTo>
                  <a:lnTo>
                    <a:pt x="53362" y="33957"/>
                  </a:lnTo>
                </a:path>
              </a:pathLst>
            </a:custGeom>
            <a:noFill/>
            <a:ln w="20003">
              <a:solidFill>
                <a:srgbClr val="DFE4E7"/>
              </a:solidFill>
            </a:ln>
          </p:spPr>
        </p:sp>
        <p:sp>
          <p:nvSpPr>
            <p:cNvPr id="2424" name="Candidate_receptor__2423">
              <a:extLst>
                <a:ext uri="{FF2B5EF4-FFF2-40B4-BE49-F238E27FC236}">
                  <a16:creationId xmlns:a16="http://schemas.microsoft.com/office/drawing/2014/main" id="{0DE5C294-3F2C-0E67-FEA3-9789F8DFED6D}"/>
                </a:ext>
              </a:extLst>
            </p:cNvPr>
            <p:cNvSpPr>
              <a:spLocks noGrp="1"/>
            </p:cNvSpPr>
            <p:nvPr/>
          </p:nvSpPr>
          <p:spPr>
            <a:xfrm>
              <a:off x="5372300" y="4220275"/>
              <a:ext cx="20390" cy="107827"/>
            </a:xfrm>
            <a:custGeom>
              <a:avLst/>
              <a:gdLst/>
              <a:ahLst/>
              <a:cxnLst/>
              <a:rect l="0" t="0" r="0" b="0"/>
              <a:pathLst>
                <a:path w="20390" h="107827">
                  <a:moveTo>
                    <a:pt x="20390" y="107827"/>
                  </a:moveTo>
                  <a:lnTo>
                    <a:pt x="0" y="0"/>
                  </a:lnTo>
                </a:path>
              </a:pathLst>
            </a:custGeom>
            <a:noFill/>
            <a:ln w="20003">
              <a:solidFill>
                <a:srgbClr val="DFE4E7"/>
              </a:solidFill>
            </a:ln>
          </p:spPr>
        </p:sp>
        <p:sp>
          <p:nvSpPr>
            <p:cNvPr id="2425" name="Candidate_receptor__2424">
              <a:extLst>
                <a:ext uri="{FF2B5EF4-FFF2-40B4-BE49-F238E27FC236}">
                  <a16:creationId xmlns:a16="http://schemas.microsoft.com/office/drawing/2014/main" id="{A0EA244C-8F1F-CE79-3BCE-BB79AC5103C8}"/>
                </a:ext>
              </a:extLst>
            </p:cNvPr>
            <p:cNvSpPr>
              <a:spLocks noGrp="1"/>
            </p:cNvSpPr>
            <p:nvPr/>
          </p:nvSpPr>
          <p:spPr>
            <a:xfrm>
              <a:off x="6087851" y="4334810"/>
              <a:ext cx="87292" cy="55777"/>
            </a:xfrm>
            <a:custGeom>
              <a:avLst/>
              <a:gdLst/>
              <a:ahLst/>
              <a:cxnLst/>
              <a:rect l="0" t="0" r="0" b="0"/>
              <a:pathLst>
                <a:path w="87292" h="55777">
                  <a:moveTo>
                    <a:pt x="0" y="0"/>
                  </a:moveTo>
                  <a:lnTo>
                    <a:pt x="87292" y="55777"/>
                  </a:lnTo>
                </a:path>
              </a:pathLst>
            </a:custGeom>
            <a:noFill/>
            <a:ln w="20003">
              <a:solidFill>
                <a:srgbClr val="DFE4E7"/>
              </a:solidFill>
            </a:ln>
          </p:spPr>
        </p:sp>
        <p:sp>
          <p:nvSpPr>
            <p:cNvPr id="2426" name="Candidate_receptor__2425">
              <a:extLst>
                <a:ext uri="{FF2B5EF4-FFF2-40B4-BE49-F238E27FC236}">
                  <a16:creationId xmlns:a16="http://schemas.microsoft.com/office/drawing/2014/main" id="{683A61CB-A004-6285-D021-FDD22C096C3B}"/>
                </a:ext>
              </a:extLst>
            </p:cNvPr>
            <p:cNvSpPr>
              <a:spLocks noGrp="1"/>
            </p:cNvSpPr>
            <p:nvPr/>
          </p:nvSpPr>
          <p:spPr>
            <a:xfrm>
              <a:off x="6205132" y="3532760"/>
              <a:ext cx="74904" cy="30253"/>
            </a:xfrm>
            <a:custGeom>
              <a:avLst/>
              <a:gdLst/>
              <a:ahLst/>
              <a:cxnLst/>
              <a:rect l="0" t="0" r="0" b="0"/>
              <a:pathLst>
                <a:path w="74904" h="30253">
                  <a:moveTo>
                    <a:pt x="74904" y="0"/>
                  </a:moveTo>
                  <a:lnTo>
                    <a:pt x="0" y="30253"/>
                  </a:lnTo>
                </a:path>
              </a:pathLst>
            </a:custGeom>
            <a:noFill/>
            <a:ln w="8096">
              <a:solidFill>
                <a:srgbClr val="DFE4E7"/>
              </a:solidFill>
            </a:ln>
          </p:spPr>
        </p:sp>
        <p:sp>
          <p:nvSpPr>
            <p:cNvPr id="2427" name="Candidate_receptor__2426">
              <a:extLst>
                <a:ext uri="{FF2B5EF4-FFF2-40B4-BE49-F238E27FC236}">
                  <a16:creationId xmlns:a16="http://schemas.microsoft.com/office/drawing/2014/main" id="{C0C1FC1E-5C3B-E062-929A-941DB1C58AF9}"/>
                </a:ext>
              </a:extLst>
            </p:cNvPr>
            <p:cNvSpPr>
              <a:spLocks noGrp="1"/>
            </p:cNvSpPr>
            <p:nvPr/>
          </p:nvSpPr>
          <p:spPr>
            <a:xfrm>
              <a:off x="5347503" y="4834282"/>
              <a:ext cx="64561" cy="81154"/>
            </a:xfrm>
            <a:custGeom>
              <a:avLst/>
              <a:gdLst/>
              <a:ahLst/>
              <a:cxnLst/>
              <a:rect l="0" t="0" r="0" b="0"/>
              <a:pathLst>
                <a:path w="64561" h="81154">
                  <a:moveTo>
                    <a:pt x="0" y="81154"/>
                  </a:moveTo>
                  <a:lnTo>
                    <a:pt x="64561" y="0"/>
                  </a:lnTo>
                </a:path>
              </a:pathLst>
            </a:custGeom>
            <a:noFill/>
            <a:ln w="20003">
              <a:solidFill>
                <a:srgbClr val="DFE4E7"/>
              </a:solidFill>
            </a:ln>
          </p:spPr>
        </p:sp>
        <p:sp>
          <p:nvSpPr>
            <p:cNvPr id="2428" name="Candidate_receptor__2427">
              <a:extLst>
                <a:ext uri="{FF2B5EF4-FFF2-40B4-BE49-F238E27FC236}">
                  <a16:creationId xmlns:a16="http://schemas.microsoft.com/office/drawing/2014/main" id="{895B0338-00C0-8297-F2D0-710B2C84DB31}"/>
                </a:ext>
              </a:extLst>
            </p:cNvPr>
            <p:cNvSpPr>
              <a:spLocks noGrp="1"/>
            </p:cNvSpPr>
            <p:nvPr/>
          </p:nvSpPr>
          <p:spPr>
            <a:xfrm>
              <a:off x="6319669" y="3979548"/>
              <a:ext cx="55375" cy="97811"/>
            </a:xfrm>
            <a:custGeom>
              <a:avLst/>
              <a:gdLst/>
              <a:ahLst/>
              <a:cxnLst/>
              <a:rect l="0" t="0" r="0" b="0"/>
              <a:pathLst>
                <a:path w="55375" h="97811">
                  <a:moveTo>
                    <a:pt x="55375" y="97811"/>
                  </a:moveTo>
                  <a:lnTo>
                    <a:pt x="0" y="0"/>
                  </a:lnTo>
                </a:path>
              </a:pathLst>
            </a:custGeom>
            <a:noFill/>
            <a:ln w="20003">
              <a:solidFill>
                <a:srgbClr val="DFE4E7"/>
              </a:solidFill>
            </a:ln>
          </p:spPr>
        </p:sp>
        <p:sp>
          <p:nvSpPr>
            <p:cNvPr id="2429" name="Candidate_receptor__2428">
              <a:extLst>
                <a:ext uri="{FF2B5EF4-FFF2-40B4-BE49-F238E27FC236}">
                  <a16:creationId xmlns:a16="http://schemas.microsoft.com/office/drawing/2014/main" id="{EBCCB879-6D96-59E1-D52F-141ED28CF8D0}"/>
                </a:ext>
              </a:extLst>
            </p:cNvPr>
            <p:cNvSpPr>
              <a:spLocks noGrp="1"/>
            </p:cNvSpPr>
            <p:nvPr/>
          </p:nvSpPr>
          <p:spPr>
            <a:xfrm>
              <a:off x="5412064" y="4834282"/>
              <a:ext cx="91007" cy="36399"/>
            </a:xfrm>
            <a:custGeom>
              <a:avLst/>
              <a:gdLst/>
              <a:ahLst/>
              <a:cxnLst/>
              <a:rect l="0" t="0" r="0" b="0"/>
              <a:pathLst>
                <a:path w="91007" h="36399">
                  <a:moveTo>
                    <a:pt x="0" y="0"/>
                  </a:moveTo>
                  <a:lnTo>
                    <a:pt x="91007" y="36399"/>
                  </a:lnTo>
                </a:path>
              </a:pathLst>
            </a:custGeom>
            <a:noFill/>
            <a:ln w="20003">
              <a:solidFill>
                <a:srgbClr val="DFE4E7"/>
              </a:solidFill>
            </a:ln>
          </p:spPr>
        </p:sp>
        <p:sp>
          <p:nvSpPr>
            <p:cNvPr id="2430" name="Candidate_receptor__2429">
              <a:extLst>
                <a:ext uri="{FF2B5EF4-FFF2-40B4-BE49-F238E27FC236}">
                  <a16:creationId xmlns:a16="http://schemas.microsoft.com/office/drawing/2014/main" id="{6EC461E9-8A33-01D6-9ABA-27A6646DDFDA}"/>
                </a:ext>
              </a:extLst>
            </p:cNvPr>
            <p:cNvSpPr>
              <a:spLocks noGrp="1"/>
            </p:cNvSpPr>
            <p:nvPr/>
          </p:nvSpPr>
          <p:spPr>
            <a:xfrm>
              <a:off x="5162745" y="5474753"/>
              <a:ext cx="96553" cy="41099"/>
            </a:xfrm>
            <a:custGeom>
              <a:avLst/>
              <a:gdLst/>
              <a:ahLst/>
              <a:cxnLst/>
              <a:rect l="0" t="0" r="0" b="0"/>
              <a:pathLst>
                <a:path w="96553" h="41099">
                  <a:moveTo>
                    <a:pt x="96553" y="41099"/>
                  </a:moveTo>
                  <a:lnTo>
                    <a:pt x="0" y="0"/>
                  </a:lnTo>
                </a:path>
              </a:pathLst>
            </a:custGeom>
            <a:noFill/>
            <a:ln w="20003">
              <a:solidFill>
                <a:srgbClr val="DFE4E7"/>
              </a:solidFill>
            </a:ln>
          </p:spPr>
        </p:sp>
        <p:sp>
          <p:nvSpPr>
            <p:cNvPr id="2431" name="Candidate_receptor__2430">
              <a:extLst>
                <a:ext uri="{FF2B5EF4-FFF2-40B4-BE49-F238E27FC236}">
                  <a16:creationId xmlns:a16="http://schemas.microsoft.com/office/drawing/2014/main" id="{ADA328FF-B57B-57ED-00D8-3054BB39331B}"/>
                </a:ext>
              </a:extLst>
            </p:cNvPr>
            <p:cNvSpPr>
              <a:spLocks noGrp="1"/>
            </p:cNvSpPr>
            <p:nvPr/>
          </p:nvSpPr>
          <p:spPr>
            <a:xfrm>
              <a:off x="5969518" y="4789841"/>
              <a:ext cx="110487" cy="32224"/>
            </a:xfrm>
            <a:custGeom>
              <a:avLst/>
              <a:gdLst/>
              <a:ahLst/>
              <a:cxnLst/>
              <a:rect l="0" t="0" r="0" b="0"/>
              <a:pathLst>
                <a:path w="110487" h="32224">
                  <a:moveTo>
                    <a:pt x="110487" y="0"/>
                  </a:moveTo>
                  <a:lnTo>
                    <a:pt x="0" y="32224"/>
                  </a:lnTo>
                </a:path>
              </a:pathLst>
            </a:custGeom>
            <a:noFill/>
            <a:ln w="8096">
              <a:solidFill>
                <a:srgbClr val="DFE4E7"/>
              </a:solidFill>
            </a:ln>
          </p:spPr>
        </p:sp>
        <p:sp>
          <p:nvSpPr>
            <p:cNvPr id="2432" name="Candidate_receptor__2431">
              <a:extLst>
                <a:ext uri="{FF2B5EF4-FFF2-40B4-BE49-F238E27FC236}">
                  <a16:creationId xmlns:a16="http://schemas.microsoft.com/office/drawing/2014/main" id="{12B6A5F1-501B-1703-2EC5-8E62C4FB39C6}"/>
                </a:ext>
              </a:extLst>
            </p:cNvPr>
            <p:cNvSpPr>
              <a:spLocks noGrp="1"/>
            </p:cNvSpPr>
            <p:nvPr/>
          </p:nvSpPr>
          <p:spPr>
            <a:xfrm>
              <a:off x="5697209" y="4496405"/>
              <a:ext cx="61027" cy="12015"/>
            </a:xfrm>
            <a:custGeom>
              <a:avLst/>
              <a:gdLst/>
              <a:ahLst/>
              <a:cxnLst/>
              <a:rect l="0" t="0" r="0" b="0"/>
              <a:pathLst>
                <a:path w="61027" h="12015">
                  <a:moveTo>
                    <a:pt x="0" y="12015"/>
                  </a:moveTo>
                  <a:lnTo>
                    <a:pt x="61027" y="0"/>
                  </a:lnTo>
                </a:path>
              </a:pathLst>
            </a:custGeom>
            <a:noFill/>
            <a:ln w="20003">
              <a:solidFill>
                <a:srgbClr val="DFE4E7"/>
              </a:solidFill>
            </a:ln>
          </p:spPr>
        </p:sp>
        <p:sp>
          <p:nvSpPr>
            <p:cNvPr id="2433" name="Candidate_receptor__2432">
              <a:extLst>
                <a:ext uri="{FF2B5EF4-FFF2-40B4-BE49-F238E27FC236}">
                  <a16:creationId xmlns:a16="http://schemas.microsoft.com/office/drawing/2014/main" id="{7F6E16C6-E08C-4B27-6DDC-1402CB7C90CC}"/>
                </a:ext>
              </a:extLst>
            </p:cNvPr>
            <p:cNvSpPr>
              <a:spLocks noGrp="1"/>
            </p:cNvSpPr>
            <p:nvPr/>
          </p:nvSpPr>
          <p:spPr>
            <a:xfrm>
              <a:off x="6305124" y="3604405"/>
              <a:ext cx="59057" cy="96145"/>
            </a:xfrm>
            <a:custGeom>
              <a:avLst/>
              <a:gdLst/>
              <a:ahLst/>
              <a:cxnLst/>
              <a:rect l="0" t="0" r="0" b="0"/>
              <a:pathLst>
                <a:path w="59057" h="96145">
                  <a:moveTo>
                    <a:pt x="0" y="96145"/>
                  </a:moveTo>
                  <a:lnTo>
                    <a:pt x="59057" y="0"/>
                  </a:lnTo>
                </a:path>
              </a:pathLst>
            </a:custGeom>
            <a:noFill/>
            <a:ln w="8096">
              <a:solidFill>
                <a:srgbClr val="DFE4E7"/>
              </a:solidFill>
            </a:ln>
          </p:spPr>
        </p:sp>
        <p:sp>
          <p:nvSpPr>
            <p:cNvPr id="2434" name="Candidate_receptor__2433">
              <a:extLst>
                <a:ext uri="{FF2B5EF4-FFF2-40B4-BE49-F238E27FC236}">
                  <a16:creationId xmlns:a16="http://schemas.microsoft.com/office/drawing/2014/main" id="{565AA751-73A0-CD5B-2920-0F523479FB52}"/>
                </a:ext>
              </a:extLst>
            </p:cNvPr>
            <p:cNvSpPr>
              <a:spLocks noGrp="1"/>
            </p:cNvSpPr>
            <p:nvPr/>
          </p:nvSpPr>
          <p:spPr>
            <a:xfrm>
              <a:off x="5689062" y="4351344"/>
              <a:ext cx="104748" cy="40671"/>
            </a:xfrm>
            <a:custGeom>
              <a:avLst/>
              <a:gdLst/>
              <a:ahLst/>
              <a:cxnLst/>
              <a:rect l="0" t="0" r="0" b="0"/>
              <a:pathLst>
                <a:path w="104748" h="40671">
                  <a:moveTo>
                    <a:pt x="104748" y="40671"/>
                  </a:moveTo>
                  <a:lnTo>
                    <a:pt x="0" y="0"/>
                  </a:lnTo>
                </a:path>
              </a:pathLst>
            </a:custGeom>
            <a:noFill/>
            <a:ln w="20003">
              <a:solidFill>
                <a:srgbClr val="DFE4E7"/>
              </a:solidFill>
            </a:ln>
          </p:spPr>
        </p:sp>
        <p:sp>
          <p:nvSpPr>
            <p:cNvPr id="2435" name="Candidate_receptor__2434">
              <a:extLst>
                <a:ext uri="{FF2B5EF4-FFF2-40B4-BE49-F238E27FC236}">
                  <a16:creationId xmlns:a16="http://schemas.microsoft.com/office/drawing/2014/main" id="{ECDBDB50-5206-9BDF-B215-D6318DC5DC4D}"/>
                </a:ext>
              </a:extLst>
            </p:cNvPr>
            <p:cNvSpPr>
              <a:spLocks noGrp="1"/>
            </p:cNvSpPr>
            <p:nvPr/>
          </p:nvSpPr>
          <p:spPr>
            <a:xfrm>
              <a:off x="5115568" y="4910032"/>
              <a:ext cx="38446" cy="102441"/>
            </a:xfrm>
            <a:custGeom>
              <a:avLst/>
              <a:gdLst/>
              <a:ahLst/>
              <a:cxnLst/>
              <a:rect l="0" t="0" r="0" b="0"/>
              <a:pathLst>
                <a:path w="38446" h="102441">
                  <a:moveTo>
                    <a:pt x="38446" y="0"/>
                  </a:moveTo>
                  <a:lnTo>
                    <a:pt x="0" y="102441"/>
                  </a:lnTo>
                </a:path>
              </a:pathLst>
            </a:custGeom>
            <a:noFill/>
            <a:ln w="20003">
              <a:solidFill>
                <a:srgbClr val="DFE4E7"/>
              </a:solidFill>
            </a:ln>
          </p:spPr>
        </p:sp>
        <p:sp>
          <p:nvSpPr>
            <p:cNvPr id="2436" name="Candidate_receptor__2435">
              <a:extLst>
                <a:ext uri="{FF2B5EF4-FFF2-40B4-BE49-F238E27FC236}">
                  <a16:creationId xmlns:a16="http://schemas.microsoft.com/office/drawing/2014/main" id="{FB0F0B4C-DC18-5C00-0B0E-0F37C7AEA386}"/>
                </a:ext>
              </a:extLst>
            </p:cNvPr>
            <p:cNvSpPr>
              <a:spLocks noGrp="1"/>
            </p:cNvSpPr>
            <p:nvPr/>
          </p:nvSpPr>
          <p:spPr>
            <a:xfrm>
              <a:off x="5838854" y="3471097"/>
              <a:ext cx="11370" cy="96001"/>
            </a:xfrm>
            <a:custGeom>
              <a:avLst/>
              <a:gdLst/>
              <a:ahLst/>
              <a:cxnLst/>
              <a:rect l="0" t="0" r="0" b="0"/>
              <a:pathLst>
                <a:path w="11370" h="96001">
                  <a:moveTo>
                    <a:pt x="11370" y="0"/>
                  </a:moveTo>
                  <a:lnTo>
                    <a:pt x="0" y="96001"/>
                  </a:lnTo>
                </a:path>
              </a:pathLst>
            </a:custGeom>
            <a:noFill/>
            <a:ln w="8096">
              <a:solidFill>
                <a:srgbClr val="DFE4E7"/>
              </a:solidFill>
            </a:ln>
          </p:spPr>
        </p:sp>
        <p:sp>
          <p:nvSpPr>
            <p:cNvPr id="2437" name="Candidate_receptor__2436">
              <a:extLst>
                <a:ext uri="{FF2B5EF4-FFF2-40B4-BE49-F238E27FC236}">
                  <a16:creationId xmlns:a16="http://schemas.microsoft.com/office/drawing/2014/main" id="{388E91D1-24CD-191D-39DA-49B3D0901095}"/>
                </a:ext>
              </a:extLst>
            </p:cNvPr>
            <p:cNvSpPr>
              <a:spLocks noGrp="1"/>
            </p:cNvSpPr>
            <p:nvPr/>
          </p:nvSpPr>
          <p:spPr>
            <a:xfrm>
              <a:off x="5619389" y="5200531"/>
              <a:ext cx="43309" cy="68772"/>
            </a:xfrm>
            <a:custGeom>
              <a:avLst/>
              <a:gdLst/>
              <a:ahLst/>
              <a:cxnLst/>
              <a:rect l="0" t="0" r="0" b="0"/>
              <a:pathLst>
                <a:path w="43309" h="68772">
                  <a:moveTo>
                    <a:pt x="0" y="68772"/>
                  </a:moveTo>
                  <a:lnTo>
                    <a:pt x="43309" y="0"/>
                  </a:lnTo>
                </a:path>
              </a:pathLst>
            </a:custGeom>
            <a:noFill/>
            <a:ln w="20003">
              <a:solidFill>
                <a:srgbClr val="DFE4E7"/>
              </a:solidFill>
            </a:ln>
          </p:spPr>
        </p:sp>
        <p:sp>
          <p:nvSpPr>
            <p:cNvPr id="2438" name="Candidate_receptor__2437">
              <a:extLst>
                <a:ext uri="{FF2B5EF4-FFF2-40B4-BE49-F238E27FC236}">
                  <a16:creationId xmlns:a16="http://schemas.microsoft.com/office/drawing/2014/main" id="{E7587E16-BF69-2E51-67A4-B6F7E2BA5F71}"/>
                </a:ext>
              </a:extLst>
            </p:cNvPr>
            <p:cNvSpPr>
              <a:spLocks noGrp="1"/>
            </p:cNvSpPr>
            <p:nvPr/>
          </p:nvSpPr>
          <p:spPr>
            <a:xfrm>
              <a:off x="6314219" y="3404729"/>
              <a:ext cx="91615" cy="6963"/>
            </a:xfrm>
            <a:custGeom>
              <a:avLst/>
              <a:gdLst/>
              <a:ahLst/>
              <a:cxnLst/>
              <a:rect l="0" t="0" r="0" b="0"/>
              <a:pathLst>
                <a:path w="91615" h="6963">
                  <a:moveTo>
                    <a:pt x="0" y="6963"/>
                  </a:moveTo>
                  <a:lnTo>
                    <a:pt x="91615" y="0"/>
                  </a:lnTo>
                </a:path>
              </a:pathLst>
            </a:custGeom>
            <a:noFill/>
            <a:ln w="8096">
              <a:solidFill>
                <a:srgbClr val="DFE4E7"/>
              </a:solidFill>
            </a:ln>
          </p:spPr>
        </p:sp>
        <p:sp>
          <p:nvSpPr>
            <p:cNvPr id="2439" name="Candidate_receptor__2438">
              <a:extLst>
                <a:ext uri="{FF2B5EF4-FFF2-40B4-BE49-F238E27FC236}">
                  <a16:creationId xmlns:a16="http://schemas.microsoft.com/office/drawing/2014/main" id="{607FE332-5047-00B8-C4AE-42BA82881CA3}"/>
                </a:ext>
              </a:extLst>
            </p:cNvPr>
            <p:cNvSpPr>
              <a:spLocks noGrp="1"/>
            </p:cNvSpPr>
            <p:nvPr/>
          </p:nvSpPr>
          <p:spPr>
            <a:xfrm>
              <a:off x="5676693" y="3043386"/>
              <a:ext cx="69678" cy="34224"/>
            </a:xfrm>
            <a:custGeom>
              <a:avLst/>
              <a:gdLst/>
              <a:ahLst/>
              <a:cxnLst/>
              <a:rect l="0" t="0" r="0" b="0"/>
              <a:pathLst>
                <a:path w="69678" h="34224">
                  <a:moveTo>
                    <a:pt x="0" y="0"/>
                  </a:moveTo>
                  <a:lnTo>
                    <a:pt x="69678" y="34224"/>
                  </a:lnTo>
                </a:path>
              </a:pathLst>
            </a:custGeom>
            <a:noFill/>
            <a:ln w="8096">
              <a:solidFill>
                <a:srgbClr val="DFE4E7"/>
              </a:solidFill>
            </a:ln>
          </p:spPr>
        </p:sp>
        <p:sp>
          <p:nvSpPr>
            <p:cNvPr id="2440" name="Candidate_receptor__2439">
              <a:extLst>
                <a:ext uri="{FF2B5EF4-FFF2-40B4-BE49-F238E27FC236}">
                  <a16:creationId xmlns:a16="http://schemas.microsoft.com/office/drawing/2014/main" id="{086B7B3D-B1F9-2FE8-F34B-F4B0C11E9C9A}"/>
                </a:ext>
              </a:extLst>
            </p:cNvPr>
            <p:cNvSpPr>
              <a:spLocks noGrp="1"/>
            </p:cNvSpPr>
            <p:nvPr/>
          </p:nvSpPr>
          <p:spPr>
            <a:xfrm>
              <a:off x="5027109" y="4490104"/>
              <a:ext cx="24795" cy="40836"/>
            </a:xfrm>
            <a:custGeom>
              <a:avLst/>
              <a:gdLst/>
              <a:ahLst/>
              <a:cxnLst/>
              <a:rect l="0" t="0" r="0" b="0"/>
              <a:pathLst>
                <a:path w="24795" h="40836">
                  <a:moveTo>
                    <a:pt x="0" y="40836"/>
                  </a:moveTo>
                  <a:lnTo>
                    <a:pt x="24795" y="0"/>
                  </a:lnTo>
                </a:path>
              </a:pathLst>
            </a:custGeom>
            <a:noFill/>
            <a:ln w="20003">
              <a:solidFill>
                <a:srgbClr val="DFE4E7"/>
              </a:solidFill>
            </a:ln>
          </p:spPr>
        </p:sp>
        <p:sp>
          <p:nvSpPr>
            <p:cNvPr id="2441" name="Candidate_receptor__2440">
              <a:extLst>
                <a:ext uri="{FF2B5EF4-FFF2-40B4-BE49-F238E27FC236}">
                  <a16:creationId xmlns:a16="http://schemas.microsoft.com/office/drawing/2014/main" id="{D7EFEF3B-A53D-C3D0-E579-7BF3B8F066D3}"/>
                </a:ext>
              </a:extLst>
            </p:cNvPr>
            <p:cNvSpPr>
              <a:spLocks noGrp="1"/>
            </p:cNvSpPr>
            <p:nvPr/>
          </p:nvSpPr>
          <p:spPr>
            <a:xfrm>
              <a:off x="5438722" y="4602897"/>
              <a:ext cx="15824" cy="114072"/>
            </a:xfrm>
            <a:custGeom>
              <a:avLst/>
              <a:gdLst/>
              <a:ahLst/>
              <a:cxnLst/>
              <a:rect l="0" t="0" r="0" b="0"/>
              <a:pathLst>
                <a:path w="15824" h="114072">
                  <a:moveTo>
                    <a:pt x="0" y="114072"/>
                  </a:moveTo>
                  <a:lnTo>
                    <a:pt x="15824" y="0"/>
                  </a:lnTo>
                </a:path>
              </a:pathLst>
            </a:custGeom>
            <a:noFill/>
            <a:ln w="20003">
              <a:solidFill>
                <a:srgbClr val="DFE4E7"/>
              </a:solidFill>
            </a:ln>
          </p:spPr>
        </p:sp>
        <p:sp>
          <p:nvSpPr>
            <p:cNvPr id="2442" name="Candidate_receptor__2441">
              <a:extLst>
                <a:ext uri="{FF2B5EF4-FFF2-40B4-BE49-F238E27FC236}">
                  <a16:creationId xmlns:a16="http://schemas.microsoft.com/office/drawing/2014/main" id="{5819B784-990E-C74F-DA65-F15B4B40460B}"/>
                </a:ext>
              </a:extLst>
            </p:cNvPr>
            <p:cNvSpPr>
              <a:spLocks noGrp="1"/>
            </p:cNvSpPr>
            <p:nvPr/>
          </p:nvSpPr>
          <p:spPr>
            <a:xfrm>
              <a:off x="5343249" y="4574118"/>
              <a:ext cx="111296" cy="28779"/>
            </a:xfrm>
            <a:custGeom>
              <a:avLst/>
              <a:gdLst/>
              <a:ahLst/>
              <a:cxnLst/>
              <a:rect l="0" t="0" r="0" b="0"/>
              <a:pathLst>
                <a:path w="111296" h="28779">
                  <a:moveTo>
                    <a:pt x="111296" y="28779"/>
                  </a:moveTo>
                  <a:lnTo>
                    <a:pt x="0" y="0"/>
                  </a:lnTo>
                </a:path>
              </a:pathLst>
            </a:custGeom>
            <a:noFill/>
            <a:ln w="20003">
              <a:solidFill>
                <a:srgbClr val="DFE4E7"/>
              </a:solidFill>
            </a:ln>
          </p:spPr>
        </p:sp>
        <p:sp>
          <p:nvSpPr>
            <p:cNvPr id="2443" name="Candidate_receptor__2442">
              <a:extLst>
                <a:ext uri="{FF2B5EF4-FFF2-40B4-BE49-F238E27FC236}">
                  <a16:creationId xmlns:a16="http://schemas.microsoft.com/office/drawing/2014/main" id="{F797D4AB-D8E7-48B4-0A57-36071D3FB100}"/>
                </a:ext>
              </a:extLst>
            </p:cNvPr>
            <p:cNvSpPr>
              <a:spLocks noGrp="1"/>
            </p:cNvSpPr>
            <p:nvPr/>
          </p:nvSpPr>
          <p:spPr>
            <a:xfrm>
              <a:off x="4767564" y="3830590"/>
              <a:ext cx="66498" cy="92131"/>
            </a:xfrm>
            <a:custGeom>
              <a:avLst/>
              <a:gdLst/>
              <a:ahLst/>
              <a:cxnLst/>
              <a:rect l="0" t="0" r="0" b="0"/>
              <a:pathLst>
                <a:path w="66498" h="92131">
                  <a:moveTo>
                    <a:pt x="66498" y="92131"/>
                  </a:moveTo>
                  <a:lnTo>
                    <a:pt x="0" y="0"/>
                  </a:lnTo>
                </a:path>
              </a:pathLst>
            </a:custGeom>
            <a:noFill/>
            <a:ln w="8096">
              <a:solidFill>
                <a:srgbClr val="DFE4E7"/>
              </a:solidFill>
            </a:ln>
          </p:spPr>
        </p:sp>
        <p:sp>
          <p:nvSpPr>
            <p:cNvPr id="2444" name="Candidate_receptor__2443">
              <a:extLst>
                <a:ext uri="{FF2B5EF4-FFF2-40B4-BE49-F238E27FC236}">
                  <a16:creationId xmlns:a16="http://schemas.microsoft.com/office/drawing/2014/main" id="{F884DC1E-B86A-B5C0-464E-2261DB4A8F78}"/>
                </a:ext>
              </a:extLst>
            </p:cNvPr>
            <p:cNvSpPr>
              <a:spLocks noGrp="1"/>
            </p:cNvSpPr>
            <p:nvPr/>
          </p:nvSpPr>
          <p:spPr>
            <a:xfrm>
              <a:off x="5476742" y="4870680"/>
              <a:ext cx="26329" cy="108916"/>
            </a:xfrm>
            <a:custGeom>
              <a:avLst/>
              <a:gdLst/>
              <a:ahLst/>
              <a:cxnLst/>
              <a:rect l="0" t="0" r="0" b="0"/>
              <a:pathLst>
                <a:path w="26329" h="108916">
                  <a:moveTo>
                    <a:pt x="26329" y="0"/>
                  </a:moveTo>
                  <a:lnTo>
                    <a:pt x="0" y="108916"/>
                  </a:lnTo>
                </a:path>
              </a:pathLst>
            </a:custGeom>
            <a:noFill/>
            <a:ln w="20003">
              <a:solidFill>
                <a:srgbClr val="DFE4E7"/>
              </a:solidFill>
            </a:ln>
          </p:spPr>
        </p:sp>
        <p:sp>
          <p:nvSpPr>
            <p:cNvPr id="2445" name="Candidate_receptor__2444">
              <a:extLst>
                <a:ext uri="{FF2B5EF4-FFF2-40B4-BE49-F238E27FC236}">
                  <a16:creationId xmlns:a16="http://schemas.microsoft.com/office/drawing/2014/main" id="{EFCD30BC-2EAB-83D8-43A8-DC32CBD56965}"/>
                </a:ext>
              </a:extLst>
            </p:cNvPr>
            <p:cNvSpPr>
              <a:spLocks noGrp="1"/>
            </p:cNvSpPr>
            <p:nvPr/>
          </p:nvSpPr>
          <p:spPr>
            <a:xfrm>
              <a:off x="6047581" y="4458220"/>
              <a:ext cx="49694" cy="22926"/>
            </a:xfrm>
            <a:custGeom>
              <a:avLst/>
              <a:gdLst/>
              <a:ahLst/>
              <a:cxnLst/>
              <a:rect l="0" t="0" r="0" b="0"/>
              <a:pathLst>
                <a:path w="49694" h="22926">
                  <a:moveTo>
                    <a:pt x="49694" y="0"/>
                  </a:moveTo>
                  <a:lnTo>
                    <a:pt x="0" y="22926"/>
                  </a:lnTo>
                </a:path>
              </a:pathLst>
            </a:custGeom>
            <a:noFill/>
            <a:ln w="20003">
              <a:solidFill>
                <a:srgbClr val="DFE4E7"/>
              </a:solidFill>
            </a:ln>
          </p:spPr>
        </p:sp>
        <p:sp>
          <p:nvSpPr>
            <p:cNvPr id="2446" name="Candidate_receptor__2445">
              <a:extLst>
                <a:ext uri="{FF2B5EF4-FFF2-40B4-BE49-F238E27FC236}">
                  <a16:creationId xmlns:a16="http://schemas.microsoft.com/office/drawing/2014/main" id="{EE543B07-5B6F-00D9-FDF5-FCCCB78FF396}"/>
                </a:ext>
              </a:extLst>
            </p:cNvPr>
            <p:cNvSpPr>
              <a:spLocks noGrp="1"/>
            </p:cNvSpPr>
            <p:nvPr/>
          </p:nvSpPr>
          <p:spPr>
            <a:xfrm>
              <a:off x="6033870" y="4321802"/>
              <a:ext cx="53981" cy="13008"/>
            </a:xfrm>
            <a:custGeom>
              <a:avLst/>
              <a:gdLst/>
              <a:ahLst/>
              <a:cxnLst/>
              <a:rect l="0" t="0" r="0" b="0"/>
              <a:pathLst>
                <a:path w="53981" h="13008">
                  <a:moveTo>
                    <a:pt x="0" y="0"/>
                  </a:moveTo>
                  <a:lnTo>
                    <a:pt x="53981" y="13008"/>
                  </a:lnTo>
                </a:path>
              </a:pathLst>
            </a:custGeom>
            <a:noFill/>
            <a:ln w="20003">
              <a:solidFill>
                <a:srgbClr val="DFE4E7"/>
              </a:solidFill>
            </a:ln>
          </p:spPr>
        </p:sp>
        <p:sp>
          <p:nvSpPr>
            <p:cNvPr id="2447" name="Candidate_receptor__2446">
              <a:extLst>
                <a:ext uri="{FF2B5EF4-FFF2-40B4-BE49-F238E27FC236}">
                  <a16:creationId xmlns:a16="http://schemas.microsoft.com/office/drawing/2014/main" id="{0FDB9C17-FFDE-E187-029E-01949B77C22B}"/>
                </a:ext>
              </a:extLst>
            </p:cNvPr>
            <p:cNvSpPr>
              <a:spLocks noGrp="1"/>
            </p:cNvSpPr>
            <p:nvPr/>
          </p:nvSpPr>
          <p:spPr>
            <a:xfrm>
              <a:off x="5252138" y="4243569"/>
              <a:ext cx="7574" cy="39041"/>
            </a:xfrm>
            <a:custGeom>
              <a:avLst/>
              <a:gdLst/>
              <a:ahLst/>
              <a:cxnLst/>
              <a:rect l="0" t="0" r="0" b="0"/>
              <a:pathLst>
                <a:path w="7574" h="39041">
                  <a:moveTo>
                    <a:pt x="7574" y="0"/>
                  </a:moveTo>
                  <a:lnTo>
                    <a:pt x="0" y="39041"/>
                  </a:lnTo>
                </a:path>
              </a:pathLst>
            </a:custGeom>
            <a:noFill/>
            <a:ln w="20003">
              <a:solidFill>
                <a:srgbClr val="DFE4E7"/>
              </a:solidFill>
            </a:ln>
          </p:spPr>
        </p:sp>
        <p:sp>
          <p:nvSpPr>
            <p:cNvPr id="2448" name="Candidate_receptor__2447">
              <a:extLst>
                <a:ext uri="{FF2B5EF4-FFF2-40B4-BE49-F238E27FC236}">
                  <a16:creationId xmlns:a16="http://schemas.microsoft.com/office/drawing/2014/main" id="{FCE81455-A036-217E-9887-C4550E19AA85}"/>
                </a:ext>
              </a:extLst>
            </p:cNvPr>
            <p:cNvSpPr>
              <a:spLocks noGrp="1"/>
            </p:cNvSpPr>
            <p:nvPr/>
          </p:nvSpPr>
          <p:spPr>
            <a:xfrm>
              <a:off x="6096358" y="4570177"/>
              <a:ext cx="96734" cy="53437"/>
            </a:xfrm>
            <a:custGeom>
              <a:avLst/>
              <a:gdLst/>
              <a:ahLst/>
              <a:cxnLst/>
              <a:rect l="0" t="0" r="0" b="0"/>
              <a:pathLst>
                <a:path w="96734" h="53437">
                  <a:moveTo>
                    <a:pt x="96734" y="0"/>
                  </a:moveTo>
                  <a:lnTo>
                    <a:pt x="0" y="53437"/>
                  </a:lnTo>
                </a:path>
              </a:pathLst>
            </a:custGeom>
            <a:noFill/>
            <a:ln w="20003">
              <a:solidFill>
                <a:srgbClr val="DFE4E7"/>
              </a:solidFill>
            </a:ln>
          </p:spPr>
        </p:sp>
        <p:sp>
          <p:nvSpPr>
            <p:cNvPr id="2449" name="Candidate_receptor__2448">
              <a:extLst>
                <a:ext uri="{FF2B5EF4-FFF2-40B4-BE49-F238E27FC236}">
                  <a16:creationId xmlns:a16="http://schemas.microsoft.com/office/drawing/2014/main" id="{F5D55D64-AB27-2E97-3B9D-79954A9F149D}"/>
                </a:ext>
              </a:extLst>
            </p:cNvPr>
            <p:cNvSpPr>
              <a:spLocks noGrp="1"/>
            </p:cNvSpPr>
            <p:nvPr/>
          </p:nvSpPr>
          <p:spPr>
            <a:xfrm>
              <a:off x="5095737" y="5474753"/>
              <a:ext cx="67007" cy="35273"/>
            </a:xfrm>
            <a:custGeom>
              <a:avLst/>
              <a:gdLst/>
              <a:ahLst/>
              <a:cxnLst/>
              <a:rect l="0" t="0" r="0" b="0"/>
              <a:pathLst>
                <a:path w="67007" h="35273">
                  <a:moveTo>
                    <a:pt x="67007" y="0"/>
                  </a:moveTo>
                  <a:lnTo>
                    <a:pt x="0" y="35273"/>
                  </a:lnTo>
                </a:path>
              </a:pathLst>
            </a:custGeom>
            <a:noFill/>
            <a:ln w="20003">
              <a:solidFill>
                <a:srgbClr val="DFE4E7"/>
              </a:solidFill>
            </a:ln>
          </p:spPr>
        </p:sp>
        <p:sp>
          <p:nvSpPr>
            <p:cNvPr id="2450" name="Candidate_receptor__2449">
              <a:extLst>
                <a:ext uri="{FF2B5EF4-FFF2-40B4-BE49-F238E27FC236}">
                  <a16:creationId xmlns:a16="http://schemas.microsoft.com/office/drawing/2014/main" id="{A322C17C-454A-6017-ADE4-1C5EAF799541}"/>
                </a:ext>
              </a:extLst>
            </p:cNvPr>
            <p:cNvSpPr>
              <a:spLocks noGrp="1"/>
            </p:cNvSpPr>
            <p:nvPr/>
          </p:nvSpPr>
          <p:spPr>
            <a:xfrm>
              <a:off x="4478777" y="4303521"/>
              <a:ext cx="74242" cy="55128"/>
            </a:xfrm>
            <a:custGeom>
              <a:avLst/>
              <a:gdLst/>
              <a:ahLst/>
              <a:cxnLst/>
              <a:rect l="0" t="0" r="0" b="0"/>
              <a:pathLst>
                <a:path w="74242" h="55128">
                  <a:moveTo>
                    <a:pt x="0" y="55128"/>
                  </a:moveTo>
                  <a:lnTo>
                    <a:pt x="74242" y="0"/>
                  </a:lnTo>
                </a:path>
              </a:pathLst>
            </a:custGeom>
            <a:noFill/>
            <a:ln w="8096">
              <a:solidFill>
                <a:srgbClr val="DFE4E7"/>
              </a:solidFill>
            </a:ln>
          </p:spPr>
        </p:sp>
        <p:sp>
          <p:nvSpPr>
            <p:cNvPr id="2451" name="Candidate_receptor__2450">
              <a:extLst>
                <a:ext uri="{FF2B5EF4-FFF2-40B4-BE49-F238E27FC236}">
                  <a16:creationId xmlns:a16="http://schemas.microsoft.com/office/drawing/2014/main" id="{B6087D98-219B-1DB2-D11C-4618640EAC84}"/>
                </a:ext>
              </a:extLst>
            </p:cNvPr>
            <p:cNvSpPr>
              <a:spLocks noGrp="1"/>
            </p:cNvSpPr>
            <p:nvPr/>
          </p:nvSpPr>
          <p:spPr>
            <a:xfrm>
              <a:off x="6276538" y="4077359"/>
              <a:ext cx="98505" cy="52498"/>
            </a:xfrm>
            <a:custGeom>
              <a:avLst/>
              <a:gdLst/>
              <a:ahLst/>
              <a:cxnLst/>
              <a:rect l="0" t="0" r="0" b="0"/>
              <a:pathLst>
                <a:path w="98505" h="52498">
                  <a:moveTo>
                    <a:pt x="0" y="52498"/>
                  </a:moveTo>
                  <a:lnTo>
                    <a:pt x="98505" y="0"/>
                  </a:lnTo>
                </a:path>
              </a:pathLst>
            </a:custGeom>
            <a:noFill/>
            <a:ln w="20003">
              <a:solidFill>
                <a:srgbClr val="DFE4E7"/>
              </a:solidFill>
            </a:ln>
          </p:spPr>
        </p:sp>
        <p:sp>
          <p:nvSpPr>
            <p:cNvPr id="2452" name="Candidate_receptor__2451">
              <a:extLst>
                <a:ext uri="{FF2B5EF4-FFF2-40B4-BE49-F238E27FC236}">
                  <a16:creationId xmlns:a16="http://schemas.microsoft.com/office/drawing/2014/main" id="{B02CDB89-B72F-9158-BF8A-A894E1AC99FB}"/>
                </a:ext>
              </a:extLst>
            </p:cNvPr>
            <p:cNvSpPr>
              <a:spLocks noGrp="1"/>
            </p:cNvSpPr>
            <p:nvPr/>
          </p:nvSpPr>
          <p:spPr>
            <a:xfrm>
              <a:off x="6370191" y="4376399"/>
              <a:ext cx="5567" cy="29607"/>
            </a:xfrm>
            <a:custGeom>
              <a:avLst/>
              <a:gdLst/>
              <a:ahLst/>
              <a:cxnLst/>
              <a:rect l="0" t="0" r="0" b="0"/>
              <a:pathLst>
                <a:path w="5567" h="29607">
                  <a:moveTo>
                    <a:pt x="5567" y="29607"/>
                  </a:moveTo>
                  <a:lnTo>
                    <a:pt x="0" y="0"/>
                  </a:lnTo>
                </a:path>
              </a:pathLst>
            </a:custGeom>
            <a:noFill/>
            <a:ln w="20003">
              <a:solidFill>
                <a:srgbClr val="DFE4E7"/>
              </a:solidFill>
            </a:ln>
          </p:spPr>
        </p:sp>
        <p:sp>
          <p:nvSpPr>
            <p:cNvPr id="2453" name="Candidate_receptor__2452">
              <a:extLst>
                <a:ext uri="{FF2B5EF4-FFF2-40B4-BE49-F238E27FC236}">
                  <a16:creationId xmlns:a16="http://schemas.microsoft.com/office/drawing/2014/main" id="{7EB8BF1D-669D-BDF8-A939-EF918DE502BE}"/>
                </a:ext>
              </a:extLst>
            </p:cNvPr>
            <p:cNvSpPr>
              <a:spLocks noGrp="1"/>
            </p:cNvSpPr>
            <p:nvPr/>
          </p:nvSpPr>
          <p:spPr>
            <a:xfrm>
              <a:off x="4808117" y="4143163"/>
              <a:ext cx="74023" cy="83553"/>
            </a:xfrm>
            <a:custGeom>
              <a:avLst/>
              <a:gdLst/>
              <a:ahLst/>
              <a:cxnLst/>
              <a:rect l="0" t="0" r="0" b="0"/>
              <a:pathLst>
                <a:path w="74023" h="83553">
                  <a:moveTo>
                    <a:pt x="0" y="83553"/>
                  </a:moveTo>
                  <a:lnTo>
                    <a:pt x="74023" y="0"/>
                  </a:lnTo>
                </a:path>
              </a:pathLst>
            </a:custGeom>
            <a:noFill/>
            <a:ln w="20003">
              <a:solidFill>
                <a:srgbClr val="DFE4E7"/>
              </a:solidFill>
            </a:ln>
          </p:spPr>
        </p:sp>
        <p:sp>
          <p:nvSpPr>
            <p:cNvPr id="2454" name="Candidate_receptor__2453">
              <a:extLst>
                <a:ext uri="{FF2B5EF4-FFF2-40B4-BE49-F238E27FC236}">
                  <a16:creationId xmlns:a16="http://schemas.microsoft.com/office/drawing/2014/main" id="{C3F7B22A-5D5A-B984-647B-AB18CF114E89}"/>
                </a:ext>
              </a:extLst>
            </p:cNvPr>
            <p:cNvSpPr>
              <a:spLocks noGrp="1"/>
            </p:cNvSpPr>
            <p:nvPr/>
          </p:nvSpPr>
          <p:spPr>
            <a:xfrm>
              <a:off x="5022552" y="4770781"/>
              <a:ext cx="15107" cy="80658"/>
            </a:xfrm>
            <a:custGeom>
              <a:avLst/>
              <a:gdLst/>
              <a:ahLst/>
              <a:cxnLst/>
              <a:rect l="0" t="0" r="0" b="0"/>
              <a:pathLst>
                <a:path w="15107" h="80658">
                  <a:moveTo>
                    <a:pt x="0" y="0"/>
                  </a:moveTo>
                  <a:lnTo>
                    <a:pt x="15107" y="80658"/>
                  </a:lnTo>
                </a:path>
              </a:pathLst>
            </a:custGeom>
            <a:noFill/>
            <a:ln w="20003">
              <a:solidFill>
                <a:srgbClr val="DFE4E7"/>
              </a:solidFill>
            </a:ln>
          </p:spPr>
        </p:sp>
        <p:sp>
          <p:nvSpPr>
            <p:cNvPr id="2455" name="Candidate_receptor__2454">
              <a:extLst>
                <a:ext uri="{FF2B5EF4-FFF2-40B4-BE49-F238E27FC236}">
                  <a16:creationId xmlns:a16="http://schemas.microsoft.com/office/drawing/2014/main" id="{6BF7FF76-AA9C-52A3-0346-A88F7BAC0B21}"/>
                </a:ext>
              </a:extLst>
            </p:cNvPr>
            <p:cNvSpPr>
              <a:spLocks noGrp="1"/>
            </p:cNvSpPr>
            <p:nvPr/>
          </p:nvSpPr>
          <p:spPr>
            <a:xfrm>
              <a:off x="4894885" y="4797162"/>
              <a:ext cx="18309" cy="6936"/>
            </a:xfrm>
            <a:custGeom>
              <a:avLst/>
              <a:gdLst/>
              <a:ahLst/>
              <a:cxnLst/>
              <a:rect l="0" t="0" r="0" b="0"/>
              <a:pathLst>
                <a:path w="18309" h="6936">
                  <a:moveTo>
                    <a:pt x="0" y="0"/>
                  </a:moveTo>
                  <a:lnTo>
                    <a:pt x="18309" y="6936"/>
                  </a:lnTo>
                </a:path>
              </a:pathLst>
            </a:custGeom>
            <a:noFill/>
            <a:ln w="20003">
              <a:solidFill>
                <a:srgbClr val="DFE4E7"/>
              </a:solidFill>
            </a:ln>
          </p:spPr>
        </p:sp>
        <p:sp>
          <p:nvSpPr>
            <p:cNvPr id="2456" name="Candidate_receptor__2455">
              <a:extLst>
                <a:ext uri="{FF2B5EF4-FFF2-40B4-BE49-F238E27FC236}">
                  <a16:creationId xmlns:a16="http://schemas.microsoft.com/office/drawing/2014/main" id="{59789334-079E-250B-D6C7-FCA55C6B2A62}"/>
                </a:ext>
              </a:extLst>
            </p:cNvPr>
            <p:cNvSpPr>
              <a:spLocks noGrp="1"/>
            </p:cNvSpPr>
            <p:nvPr/>
          </p:nvSpPr>
          <p:spPr>
            <a:xfrm>
              <a:off x="5758236" y="4392015"/>
              <a:ext cx="35573" cy="104390"/>
            </a:xfrm>
            <a:custGeom>
              <a:avLst/>
              <a:gdLst/>
              <a:ahLst/>
              <a:cxnLst/>
              <a:rect l="0" t="0" r="0" b="0"/>
              <a:pathLst>
                <a:path w="35573" h="104390">
                  <a:moveTo>
                    <a:pt x="0" y="104390"/>
                  </a:moveTo>
                  <a:lnTo>
                    <a:pt x="35573" y="0"/>
                  </a:lnTo>
                </a:path>
              </a:pathLst>
            </a:custGeom>
            <a:noFill/>
            <a:ln w="20003">
              <a:solidFill>
                <a:srgbClr val="DFE4E7"/>
              </a:solidFill>
            </a:ln>
          </p:spPr>
        </p:sp>
        <p:sp>
          <p:nvSpPr>
            <p:cNvPr id="2457" name="Candidate_receptor__2456">
              <a:extLst>
                <a:ext uri="{FF2B5EF4-FFF2-40B4-BE49-F238E27FC236}">
                  <a16:creationId xmlns:a16="http://schemas.microsoft.com/office/drawing/2014/main" id="{D9B2E705-CF02-1AFC-DF91-B05A47723259}"/>
                </a:ext>
              </a:extLst>
            </p:cNvPr>
            <p:cNvSpPr>
              <a:spLocks noGrp="1"/>
            </p:cNvSpPr>
            <p:nvPr/>
          </p:nvSpPr>
          <p:spPr>
            <a:xfrm>
              <a:off x="6258293" y="3979548"/>
              <a:ext cx="61375" cy="3950"/>
            </a:xfrm>
            <a:custGeom>
              <a:avLst/>
              <a:gdLst/>
              <a:ahLst/>
              <a:cxnLst/>
              <a:rect l="0" t="0" r="0" b="0"/>
              <a:pathLst>
                <a:path w="61375" h="3950">
                  <a:moveTo>
                    <a:pt x="61375" y="0"/>
                  </a:moveTo>
                  <a:lnTo>
                    <a:pt x="0" y="3950"/>
                  </a:lnTo>
                </a:path>
              </a:pathLst>
            </a:custGeom>
            <a:noFill/>
            <a:ln w="20003">
              <a:solidFill>
                <a:srgbClr val="DFE4E7"/>
              </a:solidFill>
            </a:ln>
          </p:spPr>
        </p:sp>
        <p:sp>
          <p:nvSpPr>
            <p:cNvPr id="2458" name="Candidate_receptor__2457">
              <a:extLst>
                <a:ext uri="{FF2B5EF4-FFF2-40B4-BE49-F238E27FC236}">
                  <a16:creationId xmlns:a16="http://schemas.microsoft.com/office/drawing/2014/main" id="{6BCEC90A-9C73-4342-5DE2-2F6E0923650A}"/>
                </a:ext>
              </a:extLst>
            </p:cNvPr>
            <p:cNvSpPr>
              <a:spLocks noGrp="1"/>
            </p:cNvSpPr>
            <p:nvPr/>
          </p:nvSpPr>
          <p:spPr>
            <a:xfrm>
              <a:off x="4991082" y="4851440"/>
              <a:ext cx="46577" cy="78703"/>
            </a:xfrm>
            <a:custGeom>
              <a:avLst/>
              <a:gdLst/>
              <a:ahLst/>
              <a:cxnLst/>
              <a:rect l="0" t="0" r="0" b="0"/>
              <a:pathLst>
                <a:path w="46577" h="78703">
                  <a:moveTo>
                    <a:pt x="46577" y="0"/>
                  </a:moveTo>
                  <a:lnTo>
                    <a:pt x="0" y="78703"/>
                  </a:lnTo>
                </a:path>
              </a:pathLst>
            </a:custGeom>
            <a:noFill/>
            <a:ln w="20003">
              <a:solidFill>
                <a:srgbClr val="DFE4E7"/>
              </a:solidFill>
            </a:ln>
          </p:spPr>
        </p:sp>
        <p:sp>
          <p:nvSpPr>
            <p:cNvPr id="2459" name="Candidate_receptor__2458">
              <a:extLst>
                <a:ext uri="{FF2B5EF4-FFF2-40B4-BE49-F238E27FC236}">
                  <a16:creationId xmlns:a16="http://schemas.microsoft.com/office/drawing/2014/main" id="{EC725E7F-B630-7EFF-691D-5BDBBED1651C}"/>
                </a:ext>
              </a:extLst>
            </p:cNvPr>
            <p:cNvSpPr>
              <a:spLocks noGrp="1"/>
            </p:cNvSpPr>
            <p:nvPr/>
          </p:nvSpPr>
          <p:spPr>
            <a:xfrm>
              <a:off x="4779452" y="4665609"/>
              <a:ext cx="87663" cy="42406"/>
            </a:xfrm>
            <a:custGeom>
              <a:avLst/>
              <a:gdLst/>
              <a:ahLst/>
              <a:cxnLst/>
              <a:rect l="0" t="0" r="0" b="0"/>
              <a:pathLst>
                <a:path w="87663" h="42406">
                  <a:moveTo>
                    <a:pt x="0" y="42406"/>
                  </a:moveTo>
                  <a:lnTo>
                    <a:pt x="87663" y="0"/>
                  </a:lnTo>
                </a:path>
              </a:pathLst>
            </a:custGeom>
            <a:noFill/>
            <a:ln w="20003">
              <a:solidFill>
                <a:srgbClr val="DFE4E7"/>
              </a:solidFill>
            </a:ln>
          </p:spPr>
        </p:sp>
        <p:sp>
          <p:nvSpPr>
            <p:cNvPr id="2460" name="Candidate_receptor__2459">
              <a:extLst>
                <a:ext uri="{FF2B5EF4-FFF2-40B4-BE49-F238E27FC236}">
                  <a16:creationId xmlns:a16="http://schemas.microsoft.com/office/drawing/2014/main" id="{4F54F326-259E-5248-EAA5-8AA9912F5DD9}"/>
                </a:ext>
              </a:extLst>
            </p:cNvPr>
            <p:cNvSpPr>
              <a:spLocks noGrp="1"/>
            </p:cNvSpPr>
            <p:nvPr/>
          </p:nvSpPr>
          <p:spPr>
            <a:xfrm>
              <a:off x="5638194" y="4351344"/>
              <a:ext cx="50868" cy="46793"/>
            </a:xfrm>
            <a:custGeom>
              <a:avLst/>
              <a:gdLst/>
              <a:ahLst/>
              <a:cxnLst/>
              <a:rect l="0" t="0" r="0" b="0"/>
              <a:pathLst>
                <a:path w="50868" h="46793">
                  <a:moveTo>
                    <a:pt x="50868" y="0"/>
                  </a:moveTo>
                  <a:lnTo>
                    <a:pt x="0" y="46793"/>
                  </a:lnTo>
                </a:path>
              </a:pathLst>
            </a:custGeom>
            <a:noFill/>
            <a:ln w="20003">
              <a:solidFill>
                <a:srgbClr val="DFE4E7"/>
              </a:solidFill>
            </a:ln>
          </p:spPr>
        </p:sp>
        <p:sp>
          <p:nvSpPr>
            <p:cNvPr id="2461" name="Candidate_receptor__2460">
              <a:extLst>
                <a:ext uri="{FF2B5EF4-FFF2-40B4-BE49-F238E27FC236}">
                  <a16:creationId xmlns:a16="http://schemas.microsoft.com/office/drawing/2014/main" id="{D77875B7-CF5C-B239-F2DD-F86750C9BE69}"/>
                </a:ext>
              </a:extLst>
            </p:cNvPr>
            <p:cNvSpPr>
              <a:spLocks noGrp="1"/>
            </p:cNvSpPr>
            <p:nvPr/>
          </p:nvSpPr>
          <p:spPr>
            <a:xfrm>
              <a:off x="5560395" y="3080366"/>
              <a:ext cx="34461" cy="41823"/>
            </a:xfrm>
            <a:custGeom>
              <a:avLst/>
              <a:gdLst/>
              <a:ahLst/>
              <a:cxnLst/>
              <a:rect l="0" t="0" r="0" b="0"/>
              <a:pathLst>
                <a:path w="34461" h="41823">
                  <a:moveTo>
                    <a:pt x="0" y="0"/>
                  </a:moveTo>
                  <a:lnTo>
                    <a:pt x="34461" y="41823"/>
                  </a:lnTo>
                </a:path>
              </a:pathLst>
            </a:custGeom>
            <a:noFill/>
            <a:ln w="8096">
              <a:solidFill>
                <a:srgbClr val="DFE4E7"/>
              </a:solidFill>
            </a:ln>
          </p:spPr>
        </p:sp>
        <p:sp>
          <p:nvSpPr>
            <p:cNvPr id="2462" name="Candidate_receptor__2461">
              <a:extLst>
                <a:ext uri="{FF2B5EF4-FFF2-40B4-BE49-F238E27FC236}">
                  <a16:creationId xmlns:a16="http://schemas.microsoft.com/office/drawing/2014/main" id="{909F92C4-B413-C1CA-15A4-E5B2301E6C47}"/>
                </a:ext>
              </a:extLst>
            </p:cNvPr>
            <p:cNvSpPr>
              <a:spLocks noGrp="1"/>
            </p:cNvSpPr>
            <p:nvPr/>
          </p:nvSpPr>
          <p:spPr>
            <a:xfrm>
              <a:off x="6034116" y="4171634"/>
              <a:ext cx="109918" cy="35216"/>
            </a:xfrm>
            <a:custGeom>
              <a:avLst/>
              <a:gdLst/>
              <a:ahLst/>
              <a:cxnLst/>
              <a:rect l="0" t="0" r="0" b="0"/>
              <a:pathLst>
                <a:path w="109918" h="35216">
                  <a:moveTo>
                    <a:pt x="0" y="0"/>
                  </a:moveTo>
                  <a:lnTo>
                    <a:pt x="109918" y="35216"/>
                  </a:lnTo>
                </a:path>
              </a:pathLst>
            </a:custGeom>
            <a:noFill/>
            <a:ln w="20003">
              <a:solidFill>
                <a:srgbClr val="DFE4E7"/>
              </a:solidFill>
            </a:ln>
          </p:spPr>
        </p:sp>
        <p:sp>
          <p:nvSpPr>
            <p:cNvPr id="2463" name="Candidate_receptor__2462">
              <a:extLst>
                <a:ext uri="{FF2B5EF4-FFF2-40B4-BE49-F238E27FC236}">
                  <a16:creationId xmlns:a16="http://schemas.microsoft.com/office/drawing/2014/main" id="{BF841CCA-E682-2756-9B93-7A037332ED67}"/>
                </a:ext>
              </a:extLst>
            </p:cNvPr>
            <p:cNvSpPr>
              <a:spLocks noGrp="1"/>
            </p:cNvSpPr>
            <p:nvPr/>
          </p:nvSpPr>
          <p:spPr>
            <a:xfrm>
              <a:off x="5083355" y="3996099"/>
              <a:ext cx="67504" cy="93574"/>
            </a:xfrm>
            <a:custGeom>
              <a:avLst/>
              <a:gdLst/>
              <a:ahLst/>
              <a:cxnLst/>
              <a:rect l="0" t="0" r="0" b="0"/>
              <a:pathLst>
                <a:path w="67504" h="93574">
                  <a:moveTo>
                    <a:pt x="67504" y="0"/>
                  </a:moveTo>
                  <a:lnTo>
                    <a:pt x="0" y="93574"/>
                  </a:lnTo>
                </a:path>
              </a:pathLst>
            </a:custGeom>
            <a:noFill/>
            <a:ln w="20003">
              <a:solidFill>
                <a:srgbClr val="DFE4E7"/>
              </a:solidFill>
            </a:ln>
          </p:spPr>
        </p:sp>
        <p:sp>
          <p:nvSpPr>
            <p:cNvPr id="2464" name="Candidate_receptor__2463">
              <a:extLst>
                <a:ext uri="{FF2B5EF4-FFF2-40B4-BE49-F238E27FC236}">
                  <a16:creationId xmlns:a16="http://schemas.microsoft.com/office/drawing/2014/main" id="{E0D9E95E-8DAB-820D-8B50-1BF156B2B816}"/>
                </a:ext>
              </a:extLst>
            </p:cNvPr>
            <p:cNvSpPr>
              <a:spLocks noGrp="1"/>
            </p:cNvSpPr>
            <p:nvPr/>
          </p:nvSpPr>
          <p:spPr>
            <a:xfrm>
              <a:off x="5746371" y="3077610"/>
              <a:ext cx="72608" cy="89174"/>
            </a:xfrm>
            <a:custGeom>
              <a:avLst/>
              <a:gdLst/>
              <a:ahLst/>
              <a:cxnLst/>
              <a:rect l="0" t="0" r="0" b="0"/>
              <a:pathLst>
                <a:path w="72608" h="89174">
                  <a:moveTo>
                    <a:pt x="0" y="0"/>
                  </a:moveTo>
                  <a:lnTo>
                    <a:pt x="72608" y="89174"/>
                  </a:lnTo>
                </a:path>
              </a:pathLst>
            </a:custGeom>
            <a:noFill/>
            <a:ln w="8096">
              <a:solidFill>
                <a:srgbClr val="DFE4E7"/>
              </a:solidFill>
            </a:ln>
          </p:spPr>
        </p:sp>
        <p:sp>
          <p:nvSpPr>
            <p:cNvPr id="2465" name="Candidate_receptor__2464">
              <a:extLst>
                <a:ext uri="{FF2B5EF4-FFF2-40B4-BE49-F238E27FC236}">
                  <a16:creationId xmlns:a16="http://schemas.microsoft.com/office/drawing/2014/main" id="{24E2B8E5-6DBA-D5F5-24BF-BE772EAADA8F}"/>
                </a:ext>
              </a:extLst>
            </p:cNvPr>
            <p:cNvSpPr>
              <a:spLocks noGrp="1"/>
            </p:cNvSpPr>
            <p:nvPr/>
          </p:nvSpPr>
          <p:spPr>
            <a:xfrm>
              <a:off x="6097274" y="4390588"/>
              <a:ext cx="77869" cy="67633"/>
            </a:xfrm>
            <a:custGeom>
              <a:avLst/>
              <a:gdLst/>
              <a:ahLst/>
              <a:cxnLst/>
              <a:rect l="0" t="0" r="0" b="0"/>
              <a:pathLst>
                <a:path w="77869" h="67633">
                  <a:moveTo>
                    <a:pt x="77869" y="0"/>
                  </a:moveTo>
                  <a:lnTo>
                    <a:pt x="0" y="67633"/>
                  </a:lnTo>
                </a:path>
              </a:pathLst>
            </a:custGeom>
            <a:noFill/>
            <a:ln w="20003">
              <a:solidFill>
                <a:srgbClr val="DFE4E7"/>
              </a:solidFill>
            </a:ln>
          </p:spPr>
        </p:sp>
        <p:sp>
          <p:nvSpPr>
            <p:cNvPr id="2466" name="Candidate_receptor__2465">
              <a:extLst>
                <a:ext uri="{FF2B5EF4-FFF2-40B4-BE49-F238E27FC236}">
                  <a16:creationId xmlns:a16="http://schemas.microsoft.com/office/drawing/2014/main" id="{8E32280F-B641-7DCF-80F2-281681AEEE82}"/>
                </a:ext>
              </a:extLst>
            </p:cNvPr>
            <p:cNvSpPr>
              <a:spLocks noGrp="1"/>
            </p:cNvSpPr>
            <p:nvPr/>
          </p:nvSpPr>
          <p:spPr>
            <a:xfrm>
              <a:off x="5311740" y="4574118"/>
              <a:ext cx="31510" cy="88203"/>
            </a:xfrm>
            <a:custGeom>
              <a:avLst/>
              <a:gdLst/>
              <a:ahLst/>
              <a:cxnLst/>
              <a:rect l="0" t="0" r="0" b="0"/>
              <a:pathLst>
                <a:path w="31510" h="88203">
                  <a:moveTo>
                    <a:pt x="31510" y="0"/>
                  </a:moveTo>
                  <a:lnTo>
                    <a:pt x="0" y="88203"/>
                  </a:lnTo>
                </a:path>
              </a:pathLst>
            </a:custGeom>
            <a:noFill/>
            <a:ln w="20003">
              <a:solidFill>
                <a:srgbClr val="DFE4E7"/>
              </a:solidFill>
            </a:ln>
          </p:spPr>
        </p:sp>
        <p:sp>
          <p:nvSpPr>
            <p:cNvPr id="2467" name="Candidate_receptor__2466">
              <a:extLst>
                <a:ext uri="{FF2B5EF4-FFF2-40B4-BE49-F238E27FC236}">
                  <a16:creationId xmlns:a16="http://schemas.microsoft.com/office/drawing/2014/main" id="{34011018-CCCB-F4FF-744A-1FC06BDCC856}"/>
                </a:ext>
              </a:extLst>
            </p:cNvPr>
            <p:cNvSpPr>
              <a:spLocks noGrp="1"/>
            </p:cNvSpPr>
            <p:nvPr/>
          </p:nvSpPr>
          <p:spPr>
            <a:xfrm>
              <a:off x="5259298" y="5450814"/>
              <a:ext cx="85964" cy="65037"/>
            </a:xfrm>
            <a:custGeom>
              <a:avLst/>
              <a:gdLst/>
              <a:ahLst/>
              <a:cxnLst/>
              <a:rect l="0" t="0" r="0" b="0"/>
              <a:pathLst>
                <a:path w="85964" h="65037">
                  <a:moveTo>
                    <a:pt x="85964" y="0"/>
                  </a:moveTo>
                  <a:lnTo>
                    <a:pt x="0" y="65037"/>
                  </a:lnTo>
                </a:path>
              </a:pathLst>
            </a:custGeom>
            <a:noFill/>
            <a:ln w="20003">
              <a:solidFill>
                <a:srgbClr val="DFE4E7"/>
              </a:solidFill>
            </a:ln>
          </p:spPr>
        </p:sp>
        <p:sp>
          <p:nvSpPr>
            <p:cNvPr id="2468" name="Candidate_receptor__2467">
              <a:extLst>
                <a:ext uri="{FF2B5EF4-FFF2-40B4-BE49-F238E27FC236}">
                  <a16:creationId xmlns:a16="http://schemas.microsoft.com/office/drawing/2014/main" id="{DADA4426-D70B-8E5E-6A4C-9BB4C883B8F0}"/>
                </a:ext>
              </a:extLst>
            </p:cNvPr>
            <p:cNvSpPr>
              <a:spLocks noGrp="1"/>
            </p:cNvSpPr>
            <p:nvPr/>
          </p:nvSpPr>
          <p:spPr>
            <a:xfrm>
              <a:off x="4867115" y="4665609"/>
              <a:ext cx="71895" cy="25525"/>
            </a:xfrm>
            <a:custGeom>
              <a:avLst/>
              <a:gdLst/>
              <a:ahLst/>
              <a:cxnLst/>
              <a:rect l="0" t="0" r="0" b="0"/>
              <a:pathLst>
                <a:path w="71895" h="25525">
                  <a:moveTo>
                    <a:pt x="0" y="0"/>
                  </a:moveTo>
                  <a:lnTo>
                    <a:pt x="71895" y="25525"/>
                  </a:lnTo>
                </a:path>
              </a:pathLst>
            </a:custGeom>
            <a:noFill/>
            <a:ln w="20003">
              <a:solidFill>
                <a:srgbClr val="DFE4E7"/>
              </a:solidFill>
            </a:ln>
          </p:spPr>
        </p:sp>
        <p:sp>
          <p:nvSpPr>
            <p:cNvPr id="2469" name="Candidate_receptor__2468">
              <a:extLst>
                <a:ext uri="{FF2B5EF4-FFF2-40B4-BE49-F238E27FC236}">
                  <a16:creationId xmlns:a16="http://schemas.microsoft.com/office/drawing/2014/main" id="{7DC05DFE-448D-00F2-F8C7-5B66D5D65EED}"/>
                </a:ext>
              </a:extLst>
            </p:cNvPr>
            <p:cNvSpPr>
              <a:spLocks noGrp="1"/>
            </p:cNvSpPr>
            <p:nvPr/>
          </p:nvSpPr>
          <p:spPr>
            <a:xfrm>
              <a:off x="4828625" y="3922721"/>
              <a:ext cx="5437" cy="91257"/>
            </a:xfrm>
            <a:custGeom>
              <a:avLst/>
              <a:gdLst/>
              <a:ahLst/>
              <a:cxnLst/>
              <a:rect l="0" t="0" r="0" b="0"/>
              <a:pathLst>
                <a:path w="5437" h="91257">
                  <a:moveTo>
                    <a:pt x="0" y="91257"/>
                  </a:moveTo>
                  <a:lnTo>
                    <a:pt x="5437" y="0"/>
                  </a:lnTo>
                </a:path>
              </a:pathLst>
            </a:custGeom>
            <a:noFill/>
            <a:ln w="8096">
              <a:solidFill>
                <a:srgbClr val="DFE4E7"/>
              </a:solidFill>
            </a:ln>
          </p:spPr>
        </p:sp>
        <p:sp>
          <p:nvSpPr>
            <p:cNvPr id="2470" name="Candidate_receptor__2469">
              <a:extLst>
                <a:ext uri="{FF2B5EF4-FFF2-40B4-BE49-F238E27FC236}">
                  <a16:creationId xmlns:a16="http://schemas.microsoft.com/office/drawing/2014/main" id="{7FE5EE96-C764-AB75-41A3-37A5B3F6B0EA}"/>
                </a:ext>
              </a:extLst>
            </p:cNvPr>
            <p:cNvSpPr>
              <a:spLocks noGrp="1"/>
            </p:cNvSpPr>
            <p:nvPr/>
          </p:nvSpPr>
          <p:spPr>
            <a:xfrm>
              <a:off x="6709055" y="4596959"/>
              <a:ext cx="74967" cy="83484"/>
            </a:xfrm>
            <a:custGeom>
              <a:avLst/>
              <a:gdLst/>
              <a:ahLst/>
              <a:cxnLst/>
              <a:rect l="0" t="0" r="0" b="0"/>
              <a:pathLst>
                <a:path w="74967" h="83484">
                  <a:moveTo>
                    <a:pt x="0" y="83484"/>
                  </a:moveTo>
                  <a:lnTo>
                    <a:pt x="74967" y="0"/>
                  </a:lnTo>
                </a:path>
              </a:pathLst>
            </a:custGeom>
            <a:noFill/>
            <a:ln w="20003">
              <a:solidFill>
                <a:srgbClr val="DFE4E7"/>
              </a:solidFill>
            </a:ln>
          </p:spPr>
        </p:sp>
        <p:sp>
          <p:nvSpPr>
            <p:cNvPr id="2471" name="Candidate_receptor__2470">
              <a:extLst>
                <a:ext uri="{FF2B5EF4-FFF2-40B4-BE49-F238E27FC236}">
                  <a16:creationId xmlns:a16="http://schemas.microsoft.com/office/drawing/2014/main" id="{316E5A55-DCD1-6E58-77A9-1CDF20FCFA08}"/>
                </a:ext>
              </a:extLst>
            </p:cNvPr>
            <p:cNvSpPr>
              <a:spLocks noGrp="1"/>
            </p:cNvSpPr>
            <p:nvPr/>
          </p:nvSpPr>
          <p:spPr>
            <a:xfrm>
              <a:off x="4741512" y="4013978"/>
              <a:ext cx="87113" cy="44916"/>
            </a:xfrm>
            <a:custGeom>
              <a:avLst/>
              <a:gdLst/>
              <a:ahLst/>
              <a:cxnLst/>
              <a:rect l="0" t="0" r="0" b="0"/>
              <a:pathLst>
                <a:path w="87113" h="44916">
                  <a:moveTo>
                    <a:pt x="0" y="44916"/>
                  </a:moveTo>
                  <a:lnTo>
                    <a:pt x="87113" y="0"/>
                  </a:lnTo>
                </a:path>
              </a:pathLst>
            </a:custGeom>
            <a:noFill/>
            <a:ln w="8096">
              <a:solidFill>
                <a:srgbClr val="DFE4E7"/>
              </a:solidFill>
            </a:ln>
          </p:spPr>
        </p:sp>
        <p:sp>
          <p:nvSpPr>
            <p:cNvPr id="2472" name="Candidate_receptor__2471">
              <a:extLst>
                <a:ext uri="{FF2B5EF4-FFF2-40B4-BE49-F238E27FC236}">
                  <a16:creationId xmlns:a16="http://schemas.microsoft.com/office/drawing/2014/main" id="{0109463D-8E81-CEC2-DF2F-6A62D5DB6CAD}"/>
                </a:ext>
              </a:extLst>
            </p:cNvPr>
            <p:cNvSpPr>
              <a:spLocks noGrp="1"/>
            </p:cNvSpPr>
            <p:nvPr/>
          </p:nvSpPr>
          <p:spPr>
            <a:xfrm>
              <a:off x="6667616" y="4426431"/>
              <a:ext cx="96087" cy="59364"/>
            </a:xfrm>
            <a:custGeom>
              <a:avLst/>
              <a:gdLst/>
              <a:ahLst/>
              <a:cxnLst/>
              <a:rect l="0" t="0" r="0" b="0"/>
              <a:pathLst>
                <a:path w="96087" h="59364">
                  <a:moveTo>
                    <a:pt x="96087" y="0"/>
                  </a:moveTo>
                  <a:lnTo>
                    <a:pt x="0" y="59364"/>
                  </a:lnTo>
                </a:path>
              </a:pathLst>
            </a:custGeom>
            <a:noFill/>
            <a:ln w="20003">
              <a:solidFill>
                <a:srgbClr val="DFE4E7"/>
              </a:solidFill>
            </a:ln>
          </p:spPr>
        </p:sp>
        <p:sp>
          <p:nvSpPr>
            <p:cNvPr id="2473" name="Candidate_receptor__2472">
              <a:extLst>
                <a:ext uri="{FF2B5EF4-FFF2-40B4-BE49-F238E27FC236}">
                  <a16:creationId xmlns:a16="http://schemas.microsoft.com/office/drawing/2014/main" id="{1EF91EA7-449F-D230-95A7-348AC530DFF9}"/>
                </a:ext>
              </a:extLst>
            </p:cNvPr>
            <p:cNvSpPr>
              <a:spLocks noGrp="1"/>
            </p:cNvSpPr>
            <p:nvPr/>
          </p:nvSpPr>
          <p:spPr>
            <a:xfrm>
              <a:off x="5636712" y="3238101"/>
              <a:ext cx="33824" cy="109325"/>
            </a:xfrm>
            <a:custGeom>
              <a:avLst/>
              <a:gdLst/>
              <a:ahLst/>
              <a:cxnLst/>
              <a:rect l="0" t="0" r="0" b="0"/>
              <a:pathLst>
                <a:path w="33824" h="109325">
                  <a:moveTo>
                    <a:pt x="33824" y="0"/>
                  </a:moveTo>
                  <a:lnTo>
                    <a:pt x="0" y="109325"/>
                  </a:lnTo>
                </a:path>
              </a:pathLst>
            </a:custGeom>
            <a:noFill/>
            <a:ln w="8096">
              <a:solidFill>
                <a:srgbClr val="DFE4E7"/>
              </a:solidFill>
            </a:ln>
          </p:spPr>
        </p:sp>
        <p:sp>
          <p:nvSpPr>
            <p:cNvPr id="2474" name="Candidate_receptor__2473">
              <a:extLst>
                <a:ext uri="{FF2B5EF4-FFF2-40B4-BE49-F238E27FC236}">
                  <a16:creationId xmlns:a16="http://schemas.microsoft.com/office/drawing/2014/main" id="{D48DD8EC-2B7F-C922-A82A-0FA14927739A}"/>
                </a:ext>
              </a:extLst>
            </p:cNvPr>
            <p:cNvSpPr>
              <a:spLocks noGrp="1"/>
            </p:cNvSpPr>
            <p:nvPr/>
          </p:nvSpPr>
          <p:spPr>
            <a:xfrm>
              <a:off x="5347503" y="4876465"/>
              <a:ext cx="32586" cy="38971"/>
            </a:xfrm>
            <a:custGeom>
              <a:avLst/>
              <a:gdLst/>
              <a:ahLst/>
              <a:cxnLst/>
              <a:rect l="0" t="0" r="0" b="0"/>
              <a:pathLst>
                <a:path w="32586" h="38971">
                  <a:moveTo>
                    <a:pt x="32586" y="0"/>
                  </a:moveTo>
                  <a:lnTo>
                    <a:pt x="0" y="38971"/>
                  </a:lnTo>
                </a:path>
              </a:pathLst>
            </a:custGeom>
            <a:noFill/>
            <a:ln w="20003">
              <a:solidFill>
                <a:srgbClr val="DFE4E7"/>
              </a:solidFill>
            </a:ln>
          </p:spPr>
        </p:sp>
        <p:sp>
          <p:nvSpPr>
            <p:cNvPr id="2475" name="Candidate_receptor__2474">
              <a:extLst>
                <a:ext uri="{FF2B5EF4-FFF2-40B4-BE49-F238E27FC236}">
                  <a16:creationId xmlns:a16="http://schemas.microsoft.com/office/drawing/2014/main" id="{771337D6-D118-6E7F-F18E-619A32659630}"/>
                </a:ext>
              </a:extLst>
            </p:cNvPr>
            <p:cNvSpPr>
              <a:spLocks noGrp="1"/>
            </p:cNvSpPr>
            <p:nvPr/>
          </p:nvSpPr>
          <p:spPr>
            <a:xfrm>
              <a:off x="6185243" y="3478078"/>
              <a:ext cx="19889" cy="84935"/>
            </a:xfrm>
            <a:custGeom>
              <a:avLst/>
              <a:gdLst/>
              <a:ahLst/>
              <a:cxnLst/>
              <a:rect l="0" t="0" r="0" b="0"/>
              <a:pathLst>
                <a:path w="19889" h="84935">
                  <a:moveTo>
                    <a:pt x="19889" y="84935"/>
                  </a:moveTo>
                  <a:lnTo>
                    <a:pt x="0" y="0"/>
                  </a:lnTo>
                </a:path>
              </a:pathLst>
            </a:custGeom>
            <a:noFill/>
            <a:ln w="8096">
              <a:solidFill>
                <a:srgbClr val="DFE4E7"/>
              </a:solidFill>
            </a:ln>
          </p:spPr>
        </p:sp>
        <p:sp>
          <p:nvSpPr>
            <p:cNvPr id="2476" name="Candidate_receptor__2475">
              <a:extLst>
                <a:ext uri="{FF2B5EF4-FFF2-40B4-BE49-F238E27FC236}">
                  <a16:creationId xmlns:a16="http://schemas.microsoft.com/office/drawing/2014/main" id="{B3B7856E-0DC2-C564-85DB-DE7B89D546A9}"/>
                </a:ext>
              </a:extLst>
            </p:cNvPr>
            <p:cNvSpPr>
              <a:spLocks noGrp="1"/>
            </p:cNvSpPr>
            <p:nvPr/>
          </p:nvSpPr>
          <p:spPr>
            <a:xfrm>
              <a:off x="5779412" y="3415732"/>
              <a:ext cx="70812" cy="55365"/>
            </a:xfrm>
            <a:custGeom>
              <a:avLst/>
              <a:gdLst/>
              <a:ahLst/>
              <a:cxnLst/>
              <a:rect l="0" t="0" r="0" b="0"/>
              <a:pathLst>
                <a:path w="70812" h="55365">
                  <a:moveTo>
                    <a:pt x="0" y="0"/>
                  </a:moveTo>
                  <a:lnTo>
                    <a:pt x="70812" y="55365"/>
                  </a:lnTo>
                </a:path>
              </a:pathLst>
            </a:custGeom>
            <a:noFill/>
            <a:ln w="8096">
              <a:solidFill>
                <a:srgbClr val="DFE4E7"/>
              </a:solidFill>
            </a:ln>
          </p:spPr>
        </p:sp>
        <p:sp>
          <p:nvSpPr>
            <p:cNvPr id="2477" name="Candidate_receptor__2476">
              <a:extLst>
                <a:ext uri="{FF2B5EF4-FFF2-40B4-BE49-F238E27FC236}">
                  <a16:creationId xmlns:a16="http://schemas.microsoft.com/office/drawing/2014/main" id="{A1BBD4D8-BCA1-2D16-D683-87BCFAFA64EE}"/>
                </a:ext>
              </a:extLst>
            </p:cNvPr>
            <p:cNvSpPr>
              <a:spLocks noGrp="1"/>
            </p:cNvSpPr>
            <p:nvPr/>
          </p:nvSpPr>
          <p:spPr>
            <a:xfrm>
              <a:off x="5042914" y="5358496"/>
              <a:ext cx="114294" cy="1745"/>
            </a:xfrm>
            <a:custGeom>
              <a:avLst/>
              <a:gdLst/>
              <a:ahLst/>
              <a:cxnLst/>
              <a:rect l="0" t="0" r="0" b="0"/>
              <a:pathLst>
                <a:path w="114294" h="1745">
                  <a:moveTo>
                    <a:pt x="114294" y="1745"/>
                  </a:moveTo>
                  <a:lnTo>
                    <a:pt x="0" y="0"/>
                  </a:lnTo>
                </a:path>
              </a:pathLst>
            </a:custGeom>
            <a:noFill/>
            <a:ln w="20003">
              <a:solidFill>
                <a:srgbClr val="DFE4E7"/>
              </a:solidFill>
            </a:ln>
          </p:spPr>
        </p:sp>
        <p:sp>
          <p:nvSpPr>
            <p:cNvPr id="2478" name="Candidate_receptor__2477">
              <a:extLst>
                <a:ext uri="{FF2B5EF4-FFF2-40B4-BE49-F238E27FC236}">
                  <a16:creationId xmlns:a16="http://schemas.microsoft.com/office/drawing/2014/main" id="{6623FA3B-F39D-5521-B874-621935E918C1}"/>
                </a:ext>
              </a:extLst>
            </p:cNvPr>
            <p:cNvSpPr>
              <a:spLocks noGrp="1"/>
            </p:cNvSpPr>
            <p:nvPr/>
          </p:nvSpPr>
          <p:spPr>
            <a:xfrm>
              <a:off x="5252448" y="4767595"/>
              <a:ext cx="105704" cy="27623"/>
            </a:xfrm>
            <a:custGeom>
              <a:avLst/>
              <a:gdLst/>
              <a:ahLst/>
              <a:cxnLst/>
              <a:rect l="0" t="0" r="0" b="0"/>
              <a:pathLst>
                <a:path w="105704" h="27623">
                  <a:moveTo>
                    <a:pt x="0" y="27623"/>
                  </a:moveTo>
                  <a:lnTo>
                    <a:pt x="105704" y="0"/>
                  </a:lnTo>
                </a:path>
              </a:pathLst>
            </a:custGeom>
            <a:noFill/>
            <a:ln w="20003">
              <a:solidFill>
                <a:srgbClr val="DFE4E7"/>
              </a:solidFill>
            </a:ln>
          </p:spPr>
        </p:sp>
        <p:sp>
          <p:nvSpPr>
            <p:cNvPr id="2479" name="Candidate_receptor__2478">
              <a:extLst>
                <a:ext uri="{FF2B5EF4-FFF2-40B4-BE49-F238E27FC236}">
                  <a16:creationId xmlns:a16="http://schemas.microsoft.com/office/drawing/2014/main" id="{DBDEE9C1-05BB-C8BE-940E-FB549251AE8D}"/>
                </a:ext>
              </a:extLst>
            </p:cNvPr>
            <p:cNvSpPr>
              <a:spLocks noGrp="1"/>
            </p:cNvSpPr>
            <p:nvPr/>
          </p:nvSpPr>
          <p:spPr>
            <a:xfrm>
              <a:off x="5779470" y="4902643"/>
              <a:ext cx="25382" cy="2162"/>
            </a:xfrm>
            <a:custGeom>
              <a:avLst/>
              <a:gdLst/>
              <a:ahLst/>
              <a:cxnLst/>
              <a:rect l="0" t="0" r="0" b="0"/>
              <a:pathLst>
                <a:path w="25382" h="2162">
                  <a:moveTo>
                    <a:pt x="25382" y="2162"/>
                  </a:moveTo>
                  <a:lnTo>
                    <a:pt x="0" y="0"/>
                  </a:lnTo>
                </a:path>
              </a:pathLst>
            </a:custGeom>
            <a:noFill/>
            <a:ln w="20003">
              <a:solidFill>
                <a:srgbClr val="DFE4E8"/>
              </a:solidFill>
            </a:ln>
          </p:spPr>
        </p:sp>
        <p:sp>
          <p:nvSpPr>
            <p:cNvPr id="2480" name="Candidate_receptor__2479">
              <a:extLst>
                <a:ext uri="{FF2B5EF4-FFF2-40B4-BE49-F238E27FC236}">
                  <a16:creationId xmlns:a16="http://schemas.microsoft.com/office/drawing/2014/main" id="{1A2447CD-6004-89F0-E6C3-4EA745C8FB6F}"/>
                </a:ext>
              </a:extLst>
            </p:cNvPr>
            <p:cNvSpPr>
              <a:spLocks noGrp="1"/>
            </p:cNvSpPr>
            <p:nvPr/>
          </p:nvSpPr>
          <p:spPr>
            <a:xfrm>
              <a:off x="5150116" y="4117539"/>
              <a:ext cx="97132" cy="56150"/>
            </a:xfrm>
            <a:custGeom>
              <a:avLst/>
              <a:gdLst/>
              <a:ahLst/>
              <a:cxnLst/>
              <a:rect l="0" t="0" r="0" b="0"/>
              <a:pathLst>
                <a:path w="97132" h="56150">
                  <a:moveTo>
                    <a:pt x="97132" y="0"/>
                  </a:moveTo>
                  <a:lnTo>
                    <a:pt x="0" y="56150"/>
                  </a:lnTo>
                </a:path>
              </a:pathLst>
            </a:custGeom>
            <a:noFill/>
            <a:ln w="20003">
              <a:solidFill>
                <a:srgbClr val="DFE4E8"/>
              </a:solidFill>
            </a:ln>
          </p:spPr>
        </p:sp>
        <p:sp>
          <p:nvSpPr>
            <p:cNvPr id="2481" name="Candidate_receptor__2480">
              <a:extLst>
                <a:ext uri="{FF2B5EF4-FFF2-40B4-BE49-F238E27FC236}">
                  <a16:creationId xmlns:a16="http://schemas.microsoft.com/office/drawing/2014/main" id="{DAE668FB-6538-D747-8AEE-40E3C4C2967D}"/>
                </a:ext>
              </a:extLst>
            </p:cNvPr>
            <p:cNvSpPr>
              <a:spLocks noGrp="1"/>
            </p:cNvSpPr>
            <p:nvPr/>
          </p:nvSpPr>
          <p:spPr>
            <a:xfrm>
              <a:off x="4721434" y="4548532"/>
              <a:ext cx="101422" cy="16674"/>
            </a:xfrm>
            <a:custGeom>
              <a:avLst/>
              <a:gdLst/>
              <a:ahLst/>
              <a:cxnLst/>
              <a:rect l="0" t="0" r="0" b="0"/>
              <a:pathLst>
                <a:path w="101422" h="16674">
                  <a:moveTo>
                    <a:pt x="0" y="16674"/>
                  </a:moveTo>
                  <a:lnTo>
                    <a:pt x="101422" y="0"/>
                  </a:lnTo>
                </a:path>
              </a:pathLst>
            </a:custGeom>
            <a:noFill/>
            <a:ln w="20003">
              <a:solidFill>
                <a:srgbClr val="DFE4E8"/>
              </a:solidFill>
            </a:ln>
          </p:spPr>
        </p:sp>
        <p:sp>
          <p:nvSpPr>
            <p:cNvPr id="2482" name="Candidate_receptor__2481">
              <a:extLst>
                <a:ext uri="{FF2B5EF4-FFF2-40B4-BE49-F238E27FC236}">
                  <a16:creationId xmlns:a16="http://schemas.microsoft.com/office/drawing/2014/main" id="{B9AE6E94-8F56-6B24-352B-33C1E92D523D}"/>
                </a:ext>
              </a:extLst>
            </p:cNvPr>
            <p:cNvSpPr>
              <a:spLocks noGrp="1"/>
            </p:cNvSpPr>
            <p:nvPr/>
          </p:nvSpPr>
          <p:spPr>
            <a:xfrm>
              <a:off x="6376026" y="4244283"/>
              <a:ext cx="71882" cy="73455"/>
            </a:xfrm>
            <a:custGeom>
              <a:avLst/>
              <a:gdLst/>
              <a:ahLst/>
              <a:cxnLst/>
              <a:rect l="0" t="0" r="0" b="0"/>
              <a:pathLst>
                <a:path w="71882" h="73455">
                  <a:moveTo>
                    <a:pt x="0" y="0"/>
                  </a:moveTo>
                  <a:lnTo>
                    <a:pt x="71882" y="73455"/>
                  </a:lnTo>
                </a:path>
              </a:pathLst>
            </a:custGeom>
            <a:noFill/>
            <a:ln w="20003">
              <a:solidFill>
                <a:srgbClr val="DFE4E8"/>
              </a:solidFill>
            </a:ln>
          </p:spPr>
        </p:sp>
        <p:sp>
          <p:nvSpPr>
            <p:cNvPr id="2483" name="Candidate_receptor__2482">
              <a:extLst>
                <a:ext uri="{FF2B5EF4-FFF2-40B4-BE49-F238E27FC236}">
                  <a16:creationId xmlns:a16="http://schemas.microsoft.com/office/drawing/2014/main" id="{81A42795-7695-269D-6D4D-243DC083F74C}"/>
                </a:ext>
              </a:extLst>
            </p:cNvPr>
            <p:cNvSpPr>
              <a:spLocks noGrp="1"/>
            </p:cNvSpPr>
            <p:nvPr/>
          </p:nvSpPr>
          <p:spPr>
            <a:xfrm>
              <a:off x="5101621" y="3924842"/>
              <a:ext cx="49238" cy="71257"/>
            </a:xfrm>
            <a:custGeom>
              <a:avLst/>
              <a:gdLst/>
              <a:ahLst/>
              <a:cxnLst/>
              <a:rect l="0" t="0" r="0" b="0"/>
              <a:pathLst>
                <a:path w="49238" h="71257">
                  <a:moveTo>
                    <a:pt x="0" y="0"/>
                  </a:moveTo>
                  <a:lnTo>
                    <a:pt x="49238" y="71257"/>
                  </a:lnTo>
                </a:path>
              </a:pathLst>
            </a:custGeom>
            <a:noFill/>
            <a:ln w="20003">
              <a:solidFill>
                <a:srgbClr val="DFE4E8"/>
              </a:solidFill>
            </a:ln>
          </p:spPr>
        </p:sp>
        <p:sp>
          <p:nvSpPr>
            <p:cNvPr id="2484" name="Candidate_receptor__2483">
              <a:extLst>
                <a:ext uri="{FF2B5EF4-FFF2-40B4-BE49-F238E27FC236}">
                  <a16:creationId xmlns:a16="http://schemas.microsoft.com/office/drawing/2014/main" id="{9AC8FCDC-E307-B1AD-0CE8-9BD5267E36AF}"/>
                </a:ext>
              </a:extLst>
            </p:cNvPr>
            <p:cNvSpPr>
              <a:spLocks noGrp="1"/>
            </p:cNvSpPr>
            <p:nvPr/>
          </p:nvSpPr>
          <p:spPr>
            <a:xfrm>
              <a:off x="6129250" y="4206850"/>
              <a:ext cx="14784" cy="77295"/>
            </a:xfrm>
            <a:custGeom>
              <a:avLst/>
              <a:gdLst/>
              <a:ahLst/>
              <a:cxnLst/>
              <a:rect l="0" t="0" r="0" b="0"/>
              <a:pathLst>
                <a:path w="14784" h="77295">
                  <a:moveTo>
                    <a:pt x="14784" y="0"/>
                  </a:moveTo>
                  <a:lnTo>
                    <a:pt x="0" y="77295"/>
                  </a:lnTo>
                </a:path>
              </a:pathLst>
            </a:custGeom>
            <a:noFill/>
            <a:ln w="20003">
              <a:solidFill>
                <a:srgbClr val="DFE4E8"/>
              </a:solidFill>
            </a:ln>
          </p:spPr>
        </p:sp>
        <p:sp>
          <p:nvSpPr>
            <p:cNvPr id="2485" name="Candidate_receptor__2484">
              <a:extLst>
                <a:ext uri="{FF2B5EF4-FFF2-40B4-BE49-F238E27FC236}">
                  <a16:creationId xmlns:a16="http://schemas.microsoft.com/office/drawing/2014/main" id="{29190C7A-2F1E-69B9-FD00-210870DC958C}"/>
                </a:ext>
              </a:extLst>
            </p:cNvPr>
            <p:cNvSpPr>
              <a:spLocks noGrp="1"/>
            </p:cNvSpPr>
            <p:nvPr/>
          </p:nvSpPr>
          <p:spPr>
            <a:xfrm>
              <a:off x="6784022" y="4507628"/>
              <a:ext cx="38546" cy="89331"/>
            </a:xfrm>
            <a:custGeom>
              <a:avLst/>
              <a:gdLst/>
              <a:ahLst/>
              <a:cxnLst/>
              <a:rect l="0" t="0" r="0" b="0"/>
              <a:pathLst>
                <a:path w="38546" h="89331">
                  <a:moveTo>
                    <a:pt x="0" y="89331"/>
                  </a:moveTo>
                  <a:lnTo>
                    <a:pt x="38546" y="0"/>
                  </a:lnTo>
                </a:path>
              </a:pathLst>
            </a:custGeom>
            <a:noFill/>
            <a:ln w="20003">
              <a:solidFill>
                <a:srgbClr val="E0E4E8"/>
              </a:solidFill>
            </a:ln>
          </p:spPr>
        </p:sp>
        <p:sp>
          <p:nvSpPr>
            <p:cNvPr id="2486" name="Candidate_receptor__2485">
              <a:extLst>
                <a:ext uri="{FF2B5EF4-FFF2-40B4-BE49-F238E27FC236}">
                  <a16:creationId xmlns:a16="http://schemas.microsoft.com/office/drawing/2014/main" id="{8469B607-ABD8-1C03-DB3A-E252163850AD}"/>
                </a:ext>
              </a:extLst>
            </p:cNvPr>
            <p:cNvSpPr>
              <a:spLocks noGrp="1"/>
            </p:cNvSpPr>
            <p:nvPr/>
          </p:nvSpPr>
          <p:spPr>
            <a:xfrm>
              <a:off x="5769610" y="3166784"/>
              <a:ext cx="49368" cy="54074"/>
            </a:xfrm>
            <a:custGeom>
              <a:avLst/>
              <a:gdLst/>
              <a:ahLst/>
              <a:cxnLst/>
              <a:rect l="0" t="0" r="0" b="0"/>
              <a:pathLst>
                <a:path w="49368" h="54074">
                  <a:moveTo>
                    <a:pt x="49368" y="0"/>
                  </a:moveTo>
                  <a:lnTo>
                    <a:pt x="0" y="54074"/>
                  </a:lnTo>
                </a:path>
              </a:pathLst>
            </a:custGeom>
            <a:noFill/>
            <a:ln w="8096">
              <a:solidFill>
                <a:srgbClr val="E0E4E8"/>
              </a:solidFill>
            </a:ln>
          </p:spPr>
        </p:sp>
        <p:sp>
          <p:nvSpPr>
            <p:cNvPr id="2487" name="Candidate_receptor__2486">
              <a:extLst>
                <a:ext uri="{FF2B5EF4-FFF2-40B4-BE49-F238E27FC236}">
                  <a16:creationId xmlns:a16="http://schemas.microsoft.com/office/drawing/2014/main" id="{3B6E79AE-3ECD-9766-53F2-1AB766312F59}"/>
                </a:ext>
              </a:extLst>
            </p:cNvPr>
            <p:cNvSpPr>
              <a:spLocks noGrp="1"/>
            </p:cNvSpPr>
            <p:nvPr/>
          </p:nvSpPr>
          <p:spPr>
            <a:xfrm>
              <a:off x="5040367" y="4373892"/>
              <a:ext cx="65297" cy="83298"/>
            </a:xfrm>
            <a:custGeom>
              <a:avLst/>
              <a:gdLst/>
              <a:ahLst/>
              <a:cxnLst/>
              <a:rect l="0" t="0" r="0" b="0"/>
              <a:pathLst>
                <a:path w="65297" h="83298">
                  <a:moveTo>
                    <a:pt x="0" y="0"/>
                  </a:moveTo>
                  <a:lnTo>
                    <a:pt x="65297" y="83298"/>
                  </a:lnTo>
                </a:path>
              </a:pathLst>
            </a:custGeom>
            <a:noFill/>
            <a:ln w="20003">
              <a:solidFill>
                <a:srgbClr val="E0E4E8"/>
              </a:solidFill>
            </a:ln>
          </p:spPr>
        </p:sp>
        <p:sp>
          <p:nvSpPr>
            <p:cNvPr id="2488" name="Candidate_receptor__2487">
              <a:extLst>
                <a:ext uri="{FF2B5EF4-FFF2-40B4-BE49-F238E27FC236}">
                  <a16:creationId xmlns:a16="http://schemas.microsoft.com/office/drawing/2014/main" id="{CB8AFD95-AF79-D17C-46E9-11807C6B063C}"/>
                </a:ext>
              </a:extLst>
            </p:cNvPr>
            <p:cNvSpPr>
              <a:spLocks noGrp="1"/>
            </p:cNvSpPr>
            <p:nvPr/>
          </p:nvSpPr>
          <p:spPr>
            <a:xfrm>
              <a:off x="6763703" y="4426431"/>
              <a:ext cx="58865" cy="81197"/>
            </a:xfrm>
            <a:custGeom>
              <a:avLst/>
              <a:gdLst/>
              <a:ahLst/>
              <a:cxnLst/>
              <a:rect l="0" t="0" r="0" b="0"/>
              <a:pathLst>
                <a:path w="58865" h="81197">
                  <a:moveTo>
                    <a:pt x="58865" y="81197"/>
                  </a:moveTo>
                  <a:lnTo>
                    <a:pt x="0" y="0"/>
                  </a:lnTo>
                </a:path>
              </a:pathLst>
            </a:custGeom>
            <a:noFill/>
            <a:ln w="20003">
              <a:solidFill>
                <a:srgbClr val="E0E4E8"/>
              </a:solidFill>
            </a:ln>
          </p:spPr>
        </p:sp>
        <p:sp>
          <p:nvSpPr>
            <p:cNvPr id="2489" name="Candidate_receptor__2488">
              <a:extLst>
                <a:ext uri="{FF2B5EF4-FFF2-40B4-BE49-F238E27FC236}">
                  <a16:creationId xmlns:a16="http://schemas.microsoft.com/office/drawing/2014/main" id="{32491A53-91DE-34AA-F3A5-7C84C775086B}"/>
                </a:ext>
              </a:extLst>
            </p:cNvPr>
            <p:cNvSpPr>
              <a:spLocks noGrp="1"/>
            </p:cNvSpPr>
            <p:nvPr/>
          </p:nvSpPr>
          <p:spPr>
            <a:xfrm>
              <a:off x="5027109" y="4457190"/>
              <a:ext cx="78555" cy="73750"/>
            </a:xfrm>
            <a:custGeom>
              <a:avLst/>
              <a:gdLst/>
              <a:ahLst/>
              <a:cxnLst/>
              <a:rect l="0" t="0" r="0" b="0"/>
              <a:pathLst>
                <a:path w="78555" h="73750">
                  <a:moveTo>
                    <a:pt x="78555" y="0"/>
                  </a:moveTo>
                  <a:lnTo>
                    <a:pt x="0" y="73750"/>
                  </a:lnTo>
                </a:path>
              </a:pathLst>
            </a:custGeom>
            <a:noFill/>
            <a:ln w="20003">
              <a:solidFill>
                <a:srgbClr val="E0E4E8"/>
              </a:solidFill>
            </a:ln>
          </p:spPr>
        </p:sp>
        <p:sp>
          <p:nvSpPr>
            <p:cNvPr id="2490" name="Candidate_receptor__2489">
              <a:extLst>
                <a:ext uri="{FF2B5EF4-FFF2-40B4-BE49-F238E27FC236}">
                  <a16:creationId xmlns:a16="http://schemas.microsoft.com/office/drawing/2014/main" id="{3938CAE7-5F50-B6A1-F267-AFA689246A08}"/>
                </a:ext>
              </a:extLst>
            </p:cNvPr>
            <p:cNvSpPr>
              <a:spLocks noGrp="1"/>
            </p:cNvSpPr>
            <p:nvPr/>
          </p:nvSpPr>
          <p:spPr>
            <a:xfrm>
              <a:off x="4948244" y="4373892"/>
              <a:ext cx="92123" cy="48566"/>
            </a:xfrm>
            <a:custGeom>
              <a:avLst/>
              <a:gdLst/>
              <a:ahLst/>
              <a:cxnLst/>
              <a:rect l="0" t="0" r="0" b="0"/>
              <a:pathLst>
                <a:path w="92123" h="48566">
                  <a:moveTo>
                    <a:pt x="0" y="48566"/>
                  </a:moveTo>
                  <a:lnTo>
                    <a:pt x="92123" y="0"/>
                  </a:lnTo>
                </a:path>
              </a:pathLst>
            </a:custGeom>
            <a:noFill/>
            <a:ln w="20003">
              <a:solidFill>
                <a:srgbClr val="E0E4E8"/>
              </a:solidFill>
            </a:ln>
          </p:spPr>
        </p:sp>
        <p:sp>
          <p:nvSpPr>
            <p:cNvPr id="2491" name="Candidate_receptor__2490">
              <a:extLst>
                <a:ext uri="{FF2B5EF4-FFF2-40B4-BE49-F238E27FC236}">
                  <a16:creationId xmlns:a16="http://schemas.microsoft.com/office/drawing/2014/main" id="{B9029611-9ACB-6237-DA92-E1290DD21B99}"/>
                </a:ext>
              </a:extLst>
            </p:cNvPr>
            <p:cNvSpPr>
              <a:spLocks noGrp="1"/>
            </p:cNvSpPr>
            <p:nvPr/>
          </p:nvSpPr>
          <p:spPr>
            <a:xfrm>
              <a:off x="6293872" y="4244283"/>
              <a:ext cx="82154" cy="35653"/>
            </a:xfrm>
            <a:custGeom>
              <a:avLst/>
              <a:gdLst/>
              <a:ahLst/>
              <a:cxnLst/>
              <a:rect l="0" t="0" r="0" b="0"/>
              <a:pathLst>
                <a:path w="82154" h="35653">
                  <a:moveTo>
                    <a:pt x="0" y="35653"/>
                  </a:moveTo>
                  <a:lnTo>
                    <a:pt x="82154" y="0"/>
                  </a:lnTo>
                </a:path>
              </a:pathLst>
            </a:custGeom>
            <a:noFill/>
            <a:ln w="20003">
              <a:solidFill>
                <a:srgbClr val="E0E4E8"/>
              </a:solidFill>
            </a:ln>
          </p:spPr>
        </p:sp>
        <p:sp>
          <p:nvSpPr>
            <p:cNvPr id="2492" name="Candidate_receptor__2491">
              <a:extLst>
                <a:ext uri="{FF2B5EF4-FFF2-40B4-BE49-F238E27FC236}">
                  <a16:creationId xmlns:a16="http://schemas.microsoft.com/office/drawing/2014/main" id="{49C234EE-68BB-D911-BFAB-E710AD23B360}"/>
                </a:ext>
              </a:extLst>
            </p:cNvPr>
            <p:cNvSpPr>
              <a:spLocks noGrp="1"/>
            </p:cNvSpPr>
            <p:nvPr/>
          </p:nvSpPr>
          <p:spPr>
            <a:xfrm>
              <a:off x="5247248" y="4117539"/>
              <a:ext cx="68591" cy="77073"/>
            </a:xfrm>
            <a:custGeom>
              <a:avLst/>
              <a:gdLst/>
              <a:ahLst/>
              <a:cxnLst/>
              <a:rect l="0" t="0" r="0" b="0"/>
              <a:pathLst>
                <a:path w="68591" h="77073">
                  <a:moveTo>
                    <a:pt x="68591" y="77073"/>
                  </a:moveTo>
                  <a:lnTo>
                    <a:pt x="0" y="0"/>
                  </a:lnTo>
                </a:path>
              </a:pathLst>
            </a:custGeom>
            <a:noFill/>
            <a:ln w="20003">
              <a:solidFill>
                <a:srgbClr val="E0E4E8"/>
              </a:solidFill>
            </a:ln>
          </p:spPr>
        </p:sp>
        <p:sp>
          <p:nvSpPr>
            <p:cNvPr id="2493" name="Candidate_receptor__2492">
              <a:extLst>
                <a:ext uri="{FF2B5EF4-FFF2-40B4-BE49-F238E27FC236}">
                  <a16:creationId xmlns:a16="http://schemas.microsoft.com/office/drawing/2014/main" id="{64C4729A-677F-5E2E-EB89-006188CF1D6F}"/>
                </a:ext>
              </a:extLst>
            </p:cNvPr>
            <p:cNvSpPr>
              <a:spLocks noGrp="1"/>
            </p:cNvSpPr>
            <p:nvPr/>
          </p:nvSpPr>
          <p:spPr>
            <a:xfrm>
              <a:off x="4894885" y="4691134"/>
              <a:ext cx="44124" cy="106028"/>
            </a:xfrm>
            <a:custGeom>
              <a:avLst/>
              <a:gdLst/>
              <a:ahLst/>
              <a:cxnLst/>
              <a:rect l="0" t="0" r="0" b="0"/>
              <a:pathLst>
                <a:path w="44124" h="106028">
                  <a:moveTo>
                    <a:pt x="44124" y="0"/>
                  </a:moveTo>
                  <a:lnTo>
                    <a:pt x="0" y="106028"/>
                  </a:lnTo>
                </a:path>
              </a:pathLst>
            </a:custGeom>
            <a:noFill/>
            <a:ln w="20003">
              <a:solidFill>
                <a:srgbClr val="E0E4E8"/>
              </a:solidFill>
            </a:ln>
          </p:spPr>
        </p:sp>
        <p:sp>
          <p:nvSpPr>
            <p:cNvPr id="2494" name="Candidate_receptor__2493">
              <a:extLst>
                <a:ext uri="{FF2B5EF4-FFF2-40B4-BE49-F238E27FC236}">
                  <a16:creationId xmlns:a16="http://schemas.microsoft.com/office/drawing/2014/main" id="{A2AFE379-C0A5-A8A0-A25D-B0B8533E556D}"/>
                </a:ext>
              </a:extLst>
            </p:cNvPr>
            <p:cNvSpPr>
              <a:spLocks noGrp="1"/>
            </p:cNvSpPr>
            <p:nvPr/>
          </p:nvSpPr>
          <p:spPr>
            <a:xfrm>
              <a:off x="6087650" y="4591082"/>
              <a:ext cx="8709" cy="32531"/>
            </a:xfrm>
            <a:custGeom>
              <a:avLst/>
              <a:gdLst/>
              <a:ahLst/>
              <a:cxnLst/>
              <a:rect l="0" t="0" r="0" b="0"/>
              <a:pathLst>
                <a:path w="8709" h="32531">
                  <a:moveTo>
                    <a:pt x="8709" y="32531"/>
                  </a:moveTo>
                  <a:lnTo>
                    <a:pt x="0" y="0"/>
                  </a:lnTo>
                </a:path>
              </a:pathLst>
            </a:custGeom>
            <a:noFill/>
            <a:ln w="20003">
              <a:solidFill>
                <a:srgbClr val="E0E4E8"/>
              </a:solidFill>
            </a:ln>
          </p:spPr>
        </p:sp>
        <p:sp>
          <p:nvSpPr>
            <p:cNvPr id="2495" name="Candidate_receptor__2494">
              <a:extLst>
                <a:ext uri="{FF2B5EF4-FFF2-40B4-BE49-F238E27FC236}">
                  <a16:creationId xmlns:a16="http://schemas.microsoft.com/office/drawing/2014/main" id="{51AFF81B-CA7F-CB97-7D84-8882EAFABB69}"/>
                </a:ext>
              </a:extLst>
            </p:cNvPr>
            <p:cNvSpPr>
              <a:spLocks noGrp="1"/>
            </p:cNvSpPr>
            <p:nvPr/>
          </p:nvSpPr>
          <p:spPr>
            <a:xfrm>
              <a:off x="5252138" y="4194612"/>
              <a:ext cx="63700" cy="87998"/>
            </a:xfrm>
            <a:custGeom>
              <a:avLst/>
              <a:gdLst/>
              <a:ahLst/>
              <a:cxnLst/>
              <a:rect l="0" t="0" r="0" b="0"/>
              <a:pathLst>
                <a:path w="63700" h="87998">
                  <a:moveTo>
                    <a:pt x="0" y="87998"/>
                  </a:moveTo>
                  <a:lnTo>
                    <a:pt x="63700" y="0"/>
                  </a:lnTo>
                </a:path>
              </a:pathLst>
            </a:custGeom>
            <a:noFill/>
            <a:ln w="20003">
              <a:solidFill>
                <a:srgbClr val="E0E4E8"/>
              </a:solidFill>
            </a:ln>
          </p:spPr>
        </p:sp>
        <p:sp>
          <p:nvSpPr>
            <p:cNvPr id="2496" name="Candidate_receptor__2495">
              <a:extLst>
                <a:ext uri="{FF2B5EF4-FFF2-40B4-BE49-F238E27FC236}">
                  <a16:creationId xmlns:a16="http://schemas.microsoft.com/office/drawing/2014/main" id="{02D7CF8E-8E5E-D68D-3CBD-9086AB5CF343}"/>
                </a:ext>
              </a:extLst>
            </p:cNvPr>
            <p:cNvSpPr>
              <a:spLocks noGrp="1"/>
            </p:cNvSpPr>
            <p:nvPr/>
          </p:nvSpPr>
          <p:spPr>
            <a:xfrm>
              <a:off x="6375758" y="4317738"/>
              <a:ext cx="72150" cy="88268"/>
            </a:xfrm>
            <a:custGeom>
              <a:avLst/>
              <a:gdLst/>
              <a:ahLst/>
              <a:cxnLst/>
              <a:rect l="0" t="0" r="0" b="0"/>
              <a:pathLst>
                <a:path w="72150" h="88268">
                  <a:moveTo>
                    <a:pt x="72150" y="0"/>
                  </a:moveTo>
                  <a:lnTo>
                    <a:pt x="0" y="88268"/>
                  </a:lnTo>
                </a:path>
              </a:pathLst>
            </a:custGeom>
            <a:noFill/>
            <a:ln w="20003">
              <a:solidFill>
                <a:srgbClr val="E0E4E8"/>
              </a:solidFill>
            </a:ln>
          </p:spPr>
        </p:sp>
        <p:sp>
          <p:nvSpPr>
            <p:cNvPr id="2497" name="Candidate_receptor__2496">
              <a:extLst>
                <a:ext uri="{FF2B5EF4-FFF2-40B4-BE49-F238E27FC236}">
                  <a16:creationId xmlns:a16="http://schemas.microsoft.com/office/drawing/2014/main" id="{99A2065D-0BFC-8E10-FC14-B78F4BAC5373}"/>
                </a:ext>
              </a:extLst>
            </p:cNvPr>
            <p:cNvSpPr>
              <a:spLocks noGrp="1"/>
            </p:cNvSpPr>
            <p:nvPr/>
          </p:nvSpPr>
          <p:spPr>
            <a:xfrm>
              <a:off x="5691896" y="4734803"/>
              <a:ext cx="110209" cy="32816"/>
            </a:xfrm>
            <a:custGeom>
              <a:avLst/>
              <a:gdLst/>
              <a:ahLst/>
              <a:cxnLst/>
              <a:rect l="0" t="0" r="0" b="0"/>
              <a:pathLst>
                <a:path w="110209" h="32816">
                  <a:moveTo>
                    <a:pt x="110209" y="0"/>
                  </a:moveTo>
                  <a:lnTo>
                    <a:pt x="0" y="32816"/>
                  </a:lnTo>
                </a:path>
              </a:pathLst>
            </a:custGeom>
            <a:noFill/>
            <a:ln w="20003">
              <a:solidFill>
                <a:srgbClr val="E0E4E8"/>
              </a:solidFill>
            </a:ln>
          </p:spPr>
        </p:sp>
        <p:sp>
          <p:nvSpPr>
            <p:cNvPr id="2498" name="Candidate_receptor__2497">
              <a:extLst>
                <a:ext uri="{FF2B5EF4-FFF2-40B4-BE49-F238E27FC236}">
                  <a16:creationId xmlns:a16="http://schemas.microsoft.com/office/drawing/2014/main" id="{71235A0B-95A8-4014-5A9D-BBEA35AC623E}"/>
                </a:ext>
              </a:extLst>
            </p:cNvPr>
            <p:cNvSpPr>
              <a:spLocks noGrp="1"/>
            </p:cNvSpPr>
            <p:nvPr/>
          </p:nvSpPr>
          <p:spPr>
            <a:xfrm>
              <a:off x="6314219" y="3372065"/>
              <a:ext cx="26029" cy="39627"/>
            </a:xfrm>
            <a:custGeom>
              <a:avLst/>
              <a:gdLst/>
              <a:ahLst/>
              <a:cxnLst/>
              <a:rect l="0" t="0" r="0" b="0"/>
              <a:pathLst>
                <a:path w="26029" h="39627">
                  <a:moveTo>
                    <a:pt x="26029" y="0"/>
                  </a:moveTo>
                  <a:lnTo>
                    <a:pt x="0" y="39627"/>
                  </a:lnTo>
                </a:path>
              </a:pathLst>
            </a:custGeom>
            <a:noFill/>
            <a:ln w="8096">
              <a:solidFill>
                <a:srgbClr val="E0E4E8"/>
              </a:solidFill>
            </a:ln>
          </p:spPr>
        </p:sp>
        <p:sp>
          <p:nvSpPr>
            <p:cNvPr id="2499" name="Candidate_receptor__2498">
              <a:extLst>
                <a:ext uri="{FF2B5EF4-FFF2-40B4-BE49-F238E27FC236}">
                  <a16:creationId xmlns:a16="http://schemas.microsoft.com/office/drawing/2014/main" id="{BE2A6C07-ECE2-D16A-896A-C30191AB0054}"/>
                </a:ext>
              </a:extLst>
            </p:cNvPr>
            <p:cNvSpPr>
              <a:spLocks noGrp="1"/>
            </p:cNvSpPr>
            <p:nvPr/>
          </p:nvSpPr>
          <p:spPr>
            <a:xfrm>
              <a:off x="6033870" y="4284145"/>
              <a:ext cx="95380" cy="37657"/>
            </a:xfrm>
            <a:custGeom>
              <a:avLst/>
              <a:gdLst/>
              <a:ahLst/>
              <a:cxnLst/>
              <a:rect l="0" t="0" r="0" b="0"/>
              <a:pathLst>
                <a:path w="95380" h="37657">
                  <a:moveTo>
                    <a:pt x="95380" y="0"/>
                  </a:moveTo>
                  <a:lnTo>
                    <a:pt x="0" y="37657"/>
                  </a:lnTo>
                </a:path>
              </a:pathLst>
            </a:custGeom>
            <a:noFill/>
            <a:ln w="20003">
              <a:solidFill>
                <a:srgbClr val="E0E4E8"/>
              </a:solidFill>
            </a:ln>
          </p:spPr>
        </p:sp>
        <p:sp>
          <p:nvSpPr>
            <p:cNvPr id="2500" name="Candidate_receptor__2499">
              <a:extLst>
                <a:ext uri="{FF2B5EF4-FFF2-40B4-BE49-F238E27FC236}">
                  <a16:creationId xmlns:a16="http://schemas.microsoft.com/office/drawing/2014/main" id="{47697B0A-5DF0-1C91-4AAA-056231E99F09}"/>
                </a:ext>
              </a:extLst>
            </p:cNvPr>
            <p:cNvSpPr>
              <a:spLocks noGrp="1"/>
            </p:cNvSpPr>
            <p:nvPr/>
          </p:nvSpPr>
          <p:spPr>
            <a:xfrm>
              <a:off x="6034116" y="4158214"/>
              <a:ext cx="3276" cy="13420"/>
            </a:xfrm>
            <a:custGeom>
              <a:avLst/>
              <a:gdLst/>
              <a:ahLst/>
              <a:cxnLst/>
              <a:rect l="0" t="0" r="0" b="0"/>
              <a:pathLst>
                <a:path w="3276" h="13420">
                  <a:moveTo>
                    <a:pt x="3276" y="0"/>
                  </a:moveTo>
                  <a:lnTo>
                    <a:pt x="0" y="13420"/>
                  </a:lnTo>
                </a:path>
              </a:pathLst>
            </a:custGeom>
            <a:noFill/>
            <a:ln w="20003">
              <a:solidFill>
                <a:srgbClr val="E0E4E8"/>
              </a:solidFill>
            </a:ln>
          </p:spPr>
        </p:sp>
        <p:sp>
          <p:nvSpPr>
            <p:cNvPr id="2501" name="Candidate_receptor__2500">
              <a:extLst>
                <a:ext uri="{FF2B5EF4-FFF2-40B4-BE49-F238E27FC236}">
                  <a16:creationId xmlns:a16="http://schemas.microsoft.com/office/drawing/2014/main" id="{68665280-97CD-1739-3905-3511C0352A54}"/>
                </a:ext>
              </a:extLst>
            </p:cNvPr>
            <p:cNvSpPr>
              <a:spLocks noGrp="1"/>
            </p:cNvSpPr>
            <p:nvPr/>
          </p:nvSpPr>
          <p:spPr>
            <a:xfrm>
              <a:off x="6609702" y="4635785"/>
              <a:ext cx="99353" cy="44657"/>
            </a:xfrm>
            <a:custGeom>
              <a:avLst/>
              <a:gdLst/>
              <a:ahLst/>
              <a:cxnLst/>
              <a:rect l="0" t="0" r="0" b="0"/>
              <a:pathLst>
                <a:path w="99353" h="44657">
                  <a:moveTo>
                    <a:pt x="0" y="0"/>
                  </a:moveTo>
                  <a:lnTo>
                    <a:pt x="99353" y="44657"/>
                  </a:lnTo>
                </a:path>
              </a:pathLst>
            </a:custGeom>
            <a:noFill/>
            <a:ln w="8096">
              <a:solidFill>
                <a:srgbClr val="E0E4E8"/>
              </a:solidFill>
            </a:ln>
          </p:spPr>
        </p:sp>
        <p:sp>
          <p:nvSpPr>
            <p:cNvPr id="2502" name="Candidate_receptor__2501">
              <a:extLst>
                <a:ext uri="{FF2B5EF4-FFF2-40B4-BE49-F238E27FC236}">
                  <a16:creationId xmlns:a16="http://schemas.microsoft.com/office/drawing/2014/main" id="{953E910B-5A79-857F-E504-E0AFD5E83488}"/>
                </a:ext>
              </a:extLst>
            </p:cNvPr>
            <p:cNvSpPr>
              <a:spLocks noGrp="1"/>
            </p:cNvSpPr>
            <p:nvPr/>
          </p:nvSpPr>
          <p:spPr>
            <a:xfrm>
              <a:off x="5994740" y="4012613"/>
              <a:ext cx="94291" cy="18385"/>
            </a:xfrm>
            <a:custGeom>
              <a:avLst/>
              <a:gdLst/>
              <a:ahLst/>
              <a:cxnLst/>
              <a:rect l="0" t="0" r="0" b="0"/>
              <a:pathLst>
                <a:path w="94291" h="18385">
                  <a:moveTo>
                    <a:pt x="0" y="0"/>
                  </a:moveTo>
                  <a:lnTo>
                    <a:pt x="94291" y="18385"/>
                  </a:lnTo>
                </a:path>
              </a:pathLst>
            </a:custGeom>
            <a:noFill/>
            <a:ln w="20003">
              <a:solidFill>
                <a:srgbClr val="E0E4E8"/>
              </a:solidFill>
            </a:ln>
          </p:spPr>
        </p:sp>
        <p:sp>
          <p:nvSpPr>
            <p:cNvPr id="2503" name="Candidate_receptor__2502">
              <a:extLst>
                <a:ext uri="{FF2B5EF4-FFF2-40B4-BE49-F238E27FC236}">
                  <a16:creationId xmlns:a16="http://schemas.microsoft.com/office/drawing/2014/main" id="{45C560D4-C92B-CFCB-81D9-6CE86EA51C4A}"/>
                </a:ext>
              </a:extLst>
            </p:cNvPr>
            <p:cNvSpPr>
              <a:spLocks noGrp="1"/>
            </p:cNvSpPr>
            <p:nvPr/>
          </p:nvSpPr>
          <p:spPr>
            <a:xfrm>
              <a:off x="5670535" y="3220858"/>
              <a:ext cx="99075" cy="17243"/>
            </a:xfrm>
            <a:custGeom>
              <a:avLst/>
              <a:gdLst/>
              <a:ahLst/>
              <a:cxnLst/>
              <a:rect l="0" t="0" r="0" b="0"/>
              <a:pathLst>
                <a:path w="99075" h="17243">
                  <a:moveTo>
                    <a:pt x="99075" y="0"/>
                  </a:moveTo>
                  <a:lnTo>
                    <a:pt x="0" y="17243"/>
                  </a:lnTo>
                </a:path>
              </a:pathLst>
            </a:custGeom>
            <a:noFill/>
            <a:ln w="8096">
              <a:solidFill>
                <a:srgbClr val="E0E4E8"/>
              </a:solidFill>
            </a:ln>
          </p:spPr>
        </p:sp>
        <p:sp>
          <p:nvSpPr>
            <p:cNvPr id="2504" name="Candidate_receptor__2503">
              <a:extLst>
                <a:ext uri="{FF2B5EF4-FFF2-40B4-BE49-F238E27FC236}">
                  <a16:creationId xmlns:a16="http://schemas.microsoft.com/office/drawing/2014/main" id="{75218E6A-EC98-722D-06A2-185130F77918}"/>
                </a:ext>
              </a:extLst>
            </p:cNvPr>
            <p:cNvSpPr>
              <a:spLocks noGrp="1"/>
            </p:cNvSpPr>
            <p:nvPr/>
          </p:nvSpPr>
          <p:spPr>
            <a:xfrm>
              <a:off x="4567989" y="4430393"/>
              <a:ext cx="108735" cy="36795"/>
            </a:xfrm>
            <a:custGeom>
              <a:avLst/>
              <a:gdLst/>
              <a:ahLst/>
              <a:cxnLst/>
              <a:rect l="0" t="0" r="0" b="0"/>
              <a:pathLst>
                <a:path w="108735" h="36795">
                  <a:moveTo>
                    <a:pt x="0" y="36795"/>
                  </a:moveTo>
                  <a:lnTo>
                    <a:pt x="108735" y="0"/>
                  </a:lnTo>
                </a:path>
              </a:pathLst>
            </a:custGeom>
            <a:noFill/>
            <a:ln w="20003">
              <a:solidFill>
                <a:srgbClr val="E0E4E8"/>
              </a:solidFill>
            </a:ln>
          </p:spPr>
        </p:sp>
        <p:sp>
          <p:nvSpPr>
            <p:cNvPr id="2505" name="Candidate_receptor__2504">
              <a:extLst>
                <a:ext uri="{FF2B5EF4-FFF2-40B4-BE49-F238E27FC236}">
                  <a16:creationId xmlns:a16="http://schemas.microsoft.com/office/drawing/2014/main" id="{56F31FFF-0DE3-FF75-DEEF-E859712B5740}"/>
                </a:ext>
              </a:extLst>
            </p:cNvPr>
            <p:cNvSpPr>
              <a:spLocks noGrp="1"/>
            </p:cNvSpPr>
            <p:nvPr/>
          </p:nvSpPr>
          <p:spPr>
            <a:xfrm>
              <a:off x="5621087" y="5200531"/>
              <a:ext cx="41611" cy="26241"/>
            </a:xfrm>
            <a:custGeom>
              <a:avLst/>
              <a:gdLst/>
              <a:ahLst/>
              <a:cxnLst/>
              <a:rect l="0" t="0" r="0" b="0"/>
              <a:pathLst>
                <a:path w="41611" h="26241">
                  <a:moveTo>
                    <a:pt x="41611" y="0"/>
                  </a:moveTo>
                  <a:lnTo>
                    <a:pt x="0" y="26241"/>
                  </a:lnTo>
                </a:path>
              </a:pathLst>
            </a:custGeom>
            <a:noFill/>
            <a:ln w="20003">
              <a:solidFill>
                <a:srgbClr val="E0E4E8"/>
              </a:solidFill>
            </a:ln>
          </p:spPr>
        </p:sp>
        <p:sp>
          <p:nvSpPr>
            <p:cNvPr id="2506" name="Candidate_receptor__2505">
              <a:extLst>
                <a:ext uri="{FF2B5EF4-FFF2-40B4-BE49-F238E27FC236}">
                  <a16:creationId xmlns:a16="http://schemas.microsoft.com/office/drawing/2014/main" id="{CB859C0F-9F89-14E0-E898-300F8BCAD752}"/>
                </a:ext>
              </a:extLst>
            </p:cNvPr>
            <p:cNvSpPr>
              <a:spLocks noGrp="1"/>
            </p:cNvSpPr>
            <p:nvPr/>
          </p:nvSpPr>
          <p:spPr>
            <a:xfrm>
              <a:off x="4668737" y="4565206"/>
              <a:ext cx="52698" cy="14445"/>
            </a:xfrm>
            <a:custGeom>
              <a:avLst/>
              <a:gdLst/>
              <a:ahLst/>
              <a:cxnLst/>
              <a:rect l="0" t="0" r="0" b="0"/>
              <a:pathLst>
                <a:path w="52698" h="14445">
                  <a:moveTo>
                    <a:pt x="0" y="14445"/>
                  </a:moveTo>
                  <a:lnTo>
                    <a:pt x="52698" y="0"/>
                  </a:lnTo>
                </a:path>
              </a:pathLst>
            </a:custGeom>
            <a:noFill/>
            <a:ln w="20003">
              <a:solidFill>
                <a:srgbClr val="E0E4E8"/>
              </a:solidFill>
            </a:ln>
          </p:spPr>
        </p:sp>
        <p:sp>
          <p:nvSpPr>
            <p:cNvPr id="2507" name="Candidate_receptor__2506">
              <a:extLst>
                <a:ext uri="{FF2B5EF4-FFF2-40B4-BE49-F238E27FC236}">
                  <a16:creationId xmlns:a16="http://schemas.microsoft.com/office/drawing/2014/main" id="{17364775-408F-D2F9-6673-695DCD2DAD44}"/>
                </a:ext>
              </a:extLst>
            </p:cNvPr>
            <p:cNvSpPr>
              <a:spLocks noGrp="1"/>
            </p:cNvSpPr>
            <p:nvPr/>
          </p:nvSpPr>
          <p:spPr>
            <a:xfrm>
              <a:off x="5489986" y="5089797"/>
              <a:ext cx="67215" cy="91111"/>
            </a:xfrm>
            <a:custGeom>
              <a:avLst/>
              <a:gdLst/>
              <a:ahLst/>
              <a:cxnLst/>
              <a:rect l="0" t="0" r="0" b="0"/>
              <a:pathLst>
                <a:path w="67215" h="91111">
                  <a:moveTo>
                    <a:pt x="67215" y="0"/>
                  </a:moveTo>
                  <a:lnTo>
                    <a:pt x="0" y="91111"/>
                  </a:lnTo>
                </a:path>
              </a:pathLst>
            </a:custGeom>
            <a:noFill/>
            <a:ln w="20003">
              <a:solidFill>
                <a:srgbClr val="E0E4E8"/>
              </a:solidFill>
            </a:ln>
          </p:spPr>
        </p:sp>
        <p:sp>
          <p:nvSpPr>
            <p:cNvPr id="2508" name="Candidate_receptor__2507">
              <a:extLst>
                <a:ext uri="{FF2B5EF4-FFF2-40B4-BE49-F238E27FC236}">
                  <a16:creationId xmlns:a16="http://schemas.microsoft.com/office/drawing/2014/main" id="{1BEFA37D-5699-D392-EE3A-21787DEC52EE}"/>
                </a:ext>
              </a:extLst>
            </p:cNvPr>
            <p:cNvSpPr>
              <a:spLocks noGrp="1"/>
            </p:cNvSpPr>
            <p:nvPr/>
          </p:nvSpPr>
          <p:spPr>
            <a:xfrm>
              <a:off x="4526894" y="4303521"/>
              <a:ext cx="26125" cy="65149"/>
            </a:xfrm>
            <a:custGeom>
              <a:avLst/>
              <a:gdLst/>
              <a:ahLst/>
              <a:cxnLst/>
              <a:rect l="0" t="0" r="0" b="0"/>
              <a:pathLst>
                <a:path w="26125" h="65149">
                  <a:moveTo>
                    <a:pt x="26125" y="0"/>
                  </a:moveTo>
                  <a:lnTo>
                    <a:pt x="0" y="65149"/>
                  </a:lnTo>
                </a:path>
              </a:pathLst>
            </a:custGeom>
            <a:noFill/>
            <a:ln w="8096">
              <a:solidFill>
                <a:srgbClr val="E0E4E8"/>
              </a:solidFill>
            </a:ln>
          </p:spPr>
        </p:sp>
        <p:sp>
          <p:nvSpPr>
            <p:cNvPr id="2509" name="Candidate_receptor__2508">
              <a:extLst>
                <a:ext uri="{FF2B5EF4-FFF2-40B4-BE49-F238E27FC236}">
                  <a16:creationId xmlns:a16="http://schemas.microsoft.com/office/drawing/2014/main" id="{54539483-A954-A32E-61D4-DE2F515E34F9}"/>
                </a:ext>
              </a:extLst>
            </p:cNvPr>
            <p:cNvSpPr>
              <a:spLocks noGrp="1"/>
            </p:cNvSpPr>
            <p:nvPr/>
          </p:nvSpPr>
          <p:spPr>
            <a:xfrm>
              <a:off x="5095737" y="5456443"/>
              <a:ext cx="63699" cy="53583"/>
            </a:xfrm>
            <a:custGeom>
              <a:avLst/>
              <a:gdLst/>
              <a:ahLst/>
              <a:cxnLst/>
              <a:rect l="0" t="0" r="0" b="0"/>
              <a:pathLst>
                <a:path w="63699" h="53583">
                  <a:moveTo>
                    <a:pt x="0" y="53583"/>
                  </a:moveTo>
                  <a:lnTo>
                    <a:pt x="63699" y="0"/>
                  </a:lnTo>
                </a:path>
              </a:pathLst>
            </a:custGeom>
            <a:noFill/>
            <a:ln w="20003">
              <a:solidFill>
                <a:srgbClr val="E0E4E8"/>
              </a:solidFill>
            </a:ln>
          </p:spPr>
        </p:sp>
        <p:sp>
          <p:nvSpPr>
            <p:cNvPr id="2510" name="Candidate_receptor__2509">
              <a:extLst>
                <a:ext uri="{FF2B5EF4-FFF2-40B4-BE49-F238E27FC236}">
                  <a16:creationId xmlns:a16="http://schemas.microsoft.com/office/drawing/2014/main" id="{A8C84EF4-F5A3-E34C-08E3-C1D85A563001}"/>
                </a:ext>
              </a:extLst>
            </p:cNvPr>
            <p:cNvSpPr>
              <a:spLocks noGrp="1"/>
            </p:cNvSpPr>
            <p:nvPr/>
          </p:nvSpPr>
          <p:spPr>
            <a:xfrm>
              <a:off x="6089031" y="4030997"/>
              <a:ext cx="46521" cy="67884"/>
            </a:xfrm>
            <a:custGeom>
              <a:avLst/>
              <a:gdLst/>
              <a:ahLst/>
              <a:cxnLst/>
              <a:rect l="0" t="0" r="0" b="0"/>
              <a:pathLst>
                <a:path w="46521" h="67884">
                  <a:moveTo>
                    <a:pt x="0" y="0"/>
                  </a:moveTo>
                  <a:lnTo>
                    <a:pt x="46521" y="67884"/>
                  </a:lnTo>
                </a:path>
              </a:pathLst>
            </a:custGeom>
            <a:noFill/>
            <a:ln w="20003">
              <a:solidFill>
                <a:srgbClr val="E0E4E8"/>
              </a:solidFill>
            </a:ln>
          </p:spPr>
        </p:sp>
        <p:sp>
          <p:nvSpPr>
            <p:cNvPr id="2511" name="Candidate_receptor__2510">
              <a:extLst>
                <a:ext uri="{FF2B5EF4-FFF2-40B4-BE49-F238E27FC236}">
                  <a16:creationId xmlns:a16="http://schemas.microsoft.com/office/drawing/2014/main" id="{0833C921-A9D1-A733-5407-59904616E7B8}"/>
                </a:ext>
              </a:extLst>
            </p:cNvPr>
            <p:cNvSpPr>
              <a:spLocks noGrp="1"/>
            </p:cNvSpPr>
            <p:nvPr/>
          </p:nvSpPr>
          <p:spPr>
            <a:xfrm>
              <a:off x="5235006" y="4795218"/>
              <a:ext cx="17442" cy="58323"/>
            </a:xfrm>
            <a:custGeom>
              <a:avLst/>
              <a:gdLst/>
              <a:ahLst/>
              <a:cxnLst/>
              <a:rect l="0" t="0" r="0" b="0"/>
              <a:pathLst>
                <a:path w="17442" h="58323">
                  <a:moveTo>
                    <a:pt x="0" y="58323"/>
                  </a:moveTo>
                  <a:lnTo>
                    <a:pt x="17442" y="0"/>
                  </a:lnTo>
                </a:path>
              </a:pathLst>
            </a:custGeom>
            <a:noFill/>
            <a:ln w="20003">
              <a:solidFill>
                <a:srgbClr val="E0E4E8"/>
              </a:solidFill>
            </a:ln>
          </p:spPr>
        </p:sp>
        <p:sp>
          <p:nvSpPr>
            <p:cNvPr id="2512" name="Candidate_receptor__2511">
              <a:extLst>
                <a:ext uri="{FF2B5EF4-FFF2-40B4-BE49-F238E27FC236}">
                  <a16:creationId xmlns:a16="http://schemas.microsoft.com/office/drawing/2014/main" id="{F0A2CF4F-3D09-D074-9707-648EFC55ED5F}"/>
                </a:ext>
              </a:extLst>
            </p:cNvPr>
            <p:cNvSpPr>
              <a:spLocks noGrp="1"/>
            </p:cNvSpPr>
            <p:nvPr/>
          </p:nvSpPr>
          <p:spPr>
            <a:xfrm>
              <a:off x="6330512" y="3847054"/>
              <a:ext cx="86168" cy="76636"/>
            </a:xfrm>
            <a:custGeom>
              <a:avLst/>
              <a:gdLst/>
              <a:ahLst/>
              <a:cxnLst/>
              <a:rect l="0" t="0" r="0" b="0"/>
              <a:pathLst>
                <a:path w="86168" h="76636">
                  <a:moveTo>
                    <a:pt x="86168" y="76636"/>
                  </a:moveTo>
                  <a:lnTo>
                    <a:pt x="0" y="0"/>
                  </a:lnTo>
                </a:path>
              </a:pathLst>
            </a:custGeom>
            <a:noFill/>
            <a:ln w="20003">
              <a:solidFill>
                <a:srgbClr val="E0E4E8"/>
              </a:solidFill>
            </a:ln>
          </p:spPr>
        </p:sp>
        <p:sp>
          <p:nvSpPr>
            <p:cNvPr id="2513" name="Candidate_receptor__2512">
              <a:extLst>
                <a:ext uri="{FF2B5EF4-FFF2-40B4-BE49-F238E27FC236}">
                  <a16:creationId xmlns:a16="http://schemas.microsoft.com/office/drawing/2014/main" id="{A0E41CCB-AAFB-44E0-63A6-18D8A3E4FA8D}"/>
                </a:ext>
              </a:extLst>
            </p:cNvPr>
            <p:cNvSpPr>
              <a:spLocks noGrp="1"/>
            </p:cNvSpPr>
            <p:nvPr/>
          </p:nvSpPr>
          <p:spPr>
            <a:xfrm>
              <a:off x="5345262" y="5450814"/>
              <a:ext cx="30183" cy="72914"/>
            </a:xfrm>
            <a:custGeom>
              <a:avLst/>
              <a:gdLst/>
              <a:ahLst/>
              <a:cxnLst/>
              <a:rect l="0" t="0" r="0" b="0"/>
              <a:pathLst>
                <a:path w="30183" h="72914">
                  <a:moveTo>
                    <a:pt x="30183" y="72914"/>
                  </a:moveTo>
                  <a:lnTo>
                    <a:pt x="0" y="0"/>
                  </a:lnTo>
                </a:path>
              </a:pathLst>
            </a:custGeom>
            <a:noFill/>
            <a:ln w="8096">
              <a:solidFill>
                <a:srgbClr val="E0E4E8"/>
              </a:solidFill>
            </a:ln>
          </p:spPr>
        </p:sp>
        <p:sp>
          <p:nvSpPr>
            <p:cNvPr id="2514" name="Candidate_receptor__2513">
              <a:extLst>
                <a:ext uri="{FF2B5EF4-FFF2-40B4-BE49-F238E27FC236}">
                  <a16:creationId xmlns:a16="http://schemas.microsoft.com/office/drawing/2014/main" id="{3FBAFD84-5199-D53E-9382-A5E0325A8A2B}"/>
                </a:ext>
              </a:extLst>
            </p:cNvPr>
            <p:cNvSpPr>
              <a:spLocks noGrp="1"/>
            </p:cNvSpPr>
            <p:nvPr/>
          </p:nvSpPr>
          <p:spPr>
            <a:xfrm>
              <a:off x="5358152" y="4767595"/>
              <a:ext cx="21937" cy="108871"/>
            </a:xfrm>
            <a:custGeom>
              <a:avLst/>
              <a:gdLst/>
              <a:ahLst/>
              <a:cxnLst/>
              <a:rect l="0" t="0" r="0" b="0"/>
              <a:pathLst>
                <a:path w="21937" h="108871">
                  <a:moveTo>
                    <a:pt x="0" y="0"/>
                  </a:moveTo>
                  <a:lnTo>
                    <a:pt x="21937" y="108871"/>
                  </a:lnTo>
                </a:path>
              </a:pathLst>
            </a:custGeom>
            <a:noFill/>
            <a:ln w="20003">
              <a:solidFill>
                <a:srgbClr val="E0E4E8"/>
              </a:solidFill>
            </a:ln>
          </p:spPr>
        </p:sp>
        <p:sp>
          <p:nvSpPr>
            <p:cNvPr id="2515" name="Candidate_receptor__2514">
              <a:extLst>
                <a:ext uri="{FF2B5EF4-FFF2-40B4-BE49-F238E27FC236}">
                  <a16:creationId xmlns:a16="http://schemas.microsoft.com/office/drawing/2014/main" id="{9CA2D933-AECE-870F-9B9A-E5527F6689B5}"/>
                </a:ext>
              </a:extLst>
            </p:cNvPr>
            <p:cNvSpPr>
              <a:spLocks noGrp="1"/>
            </p:cNvSpPr>
            <p:nvPr/>
          </p:nvSpPr>
          <p:spPr>
            <a:xfrm>
              <a:off x="5602407" y="4243947"/>
              <a:ext cx="113837" cy="11934"/>
            </a:xfrm>
            <a:custGeom>
              <a:avLst/>
              <a:gdLst/>
              <a:ahLst/>
              <a:cxnLst/>
              <a:rect l="0" t="0" r="0" b="0"/>
              <a:pathLst>
                <a:path w="113837" h="11934">
                  <a:moveTo>
                    <a:pt x="113837" y="11934"/>
                  </a:moveTo>
                  <a:lnTo>
                    <a:pt x="0" y="0"/>
                  </a:lnTo>
                </a:path>
              </a:pathLst>
            </a:custGeom>
            <a:noFill/>
            <a:ln w="20003">
              <a:solidFill>
                <a:srgbClr val="E0E4E8"/>
              </a:solidFill>
            </a:ln>
          </p:spPr>
        </p:sp>
        <p:sp>
          <p:nvSpPr>
            <p:cNvPr id="2516" name="Candidate_receptor__2515">
              <a:extLst>
                <a:ext uri="{FF2B5EF4-FFF2-40B4-BE49-F238E27FC236}">
                  <a16:creationId xmlns:a16="http://schemas.microsoft.com/office/drawing/2014/main" id="{14673EA8-596A-932D-BA45-994C97D11F86}"/>
                </a:ext>
              </a:extLst>
            </p:cNvPr>
            <p:cNvSpPr>
              <a:spLocks noGrp="1"/>
            </p:cNvSpPr>
            <p:nvPr/>
          </p:nvSpPr>
          <p:spPr>
            <a:xfrm>
              <a:off x="5157208" y="5360242"/>
              <a:ext cx="2229" cy="96202"/>
            </a:xfrm>
            <a:custGeom>
              <a:avLst/>
              <a:gdLst/>
              <a:ahLst/>
              <a:cxnLst/>
              <a:rect l="0" t="0" r="0" b="0"/>
              <a:pathLst>
                <a:path w="2229" h="96202">
                  <a:moveTo>
                    <a:pt x="2229" y="96202"/>
                  </a:moveTo>
                  <a:lnTo>
                    <a:pt x="0" y="0"/>
                  </a:lnTo>
                </a:path>
              </a:pathLst>
            </a:custGeom>
            <a:noFill/>
            <a:ln w="20003">
              <a:solidFill>
                <a:srgbClr val="E0E4E8"/>
              </a:solidFill>
            </a:ln>
          </p:spPr>
        </p:sp>
        <p:sp>
          <p:nvSpPr>
            <p:cNvPr id="2517" name="Candidate_receptor__2516">
              <a:extLst>
                <a:ext uri="{FF2B5EF4-FFF2-40B4-BE49-F238E27FC236}">
                  <a16:creationId xmlns:a16="http://schemas.microsoft.com/office/drawing/2014/main" id="{9017790E-9241-0B1E-67AC-7A93A05D588D}"/>
                </a:ext>
              </a:extLst>
            </p:cNvPr>
            <p:cNvSpPr>
              <a:spLocks noGrp="1"/>
            </p:cNvSpPr>
            <p:nvPr/>
          </p:nvSpPr>
          <p:spPr>
            <a:xfrm>
              <a:off x="4779452" y="4646912"/>
              <a:ext cx="26694" cy="61103"/>
            </a:xfrm>
            <a:custGeom>
              <a:avLst/>
              <a:gdLst/>
              <a:ahLst/>
              <a:cxnLst/>
              <a:rect l="0" t="0" r="0" b="0"/>
              <a:pathLst>
                <a:path w="26694" h="61103">
                  <a:moveTo>
                    <a:pt x="26694" y="0"/>
                  </a:moveTo>
                  <a:lnTo>
                    <a:pt x="0" y="61103"/>
                  </a:lnTo>
                </a:path>
              </a:pathLst>
            </a:custGeom>
            <a:noFill/>
            <a:ln w="20003">
              <a:solidFill>
                <a:srgbClr val="E0E4E8"/>
              </a:solidFill>
            </a:ln>
          </p:spPr>
        </p:sp>
        <p:sp>
          <p:nvSpPr>
            <p:cNvPr id="2518" name="Candidate_receptor__2517">
              <a:extLst>
                <a:ext uri="{FF2B5EF4-FFF2-40B4-BE49-F238E27FC236}">
                  <a16:creationId xmlns:a16="http://schemas.microsoft.com/office/drawing/2014/main" id="{A26C012D-A065-EF0F-4A8D-F0B8A2A5BEFB}"/>
                </a:ext>
              </a:extLst>
            </p:cNvPr>
            <p:cNvSpPr>
              <a:spLocks noGrp="1"/>
            </p:cNvSpPr>
            <p:nvPr/>
          </p:nvSpPr>
          <p:spPr>
            <a:xfrm>
              <a:off x="6258293" y="3983498"/>
              <a:ext cx="91775" cy="24420"/>
            </a:xfrm>
            <a:custGeom>
              <a:avLst/>
              <a:gdLst/>
              <a:ahLst/>
              <a:cxnLst/>
              <a:rect l="0" t="0" r="0" b="0"/>
              <a:pathLst>
                <a:path w="91775" h="24420">
                  <a:moveTo>
                    <a:pt x="0" y="0"/>
                  </a:moveTo>
                  <a:lnTo>
                    <a:pt x="91775" y="24420"/>
                  </a:lnTo>
                </a:path>
              </a:pathLst>
            </a:custGeom>
            <a:noFill/>
            <a:ln w="20003">
              <a:solidFill>
                <a:srgbClr val="E0E4E8"/>
              </a:solidFill>
            </a:ln>
          </p:spPr>
        </p:sp>
        <p:sp>
          <p:nvSpPr>
            <p:cNvPr id="2519" name="Candidate_receptor__2518">
              <a:extLst>
                <a:ext uri="{FF2B5EF4-FFF2-40B4-BE49-F238E27FC236}">
                  <a16:creationId xmlns:a16="http://schemas.microsoft.com/office/drawing/2014/main" id="{5708119C-EC78-4181-816D-86E02AEF7B41}"/>
                </a:ext>
              </a:extLst>
            </p:cNvPr>
            <p:cNvSpPr>
              <a:spLocks noGrp="1"/>
            </p:cNvSpPr>
            <p:nvPr/>
          </p:nvSpPr>
          <p:spPr>
            <a:xfrm>
              <a:off x="6517532" y="4635785"/>
              <a:ext cx="92170" cy="69163"/>
            </a:xfrm>
            <a:custGeom>
              <a:avLst/>
              <a:gdLst/>
              <a:ahLst/>
              <a:cxnLst/>
              <a:rect l="0" t="0" r="0" b="0"/>
              <a:pathLst>
                <a:path w="92170" h="69163">
                  <a:moveTo>
                    <a:pt x="0" y="69163"/>
                  </a:moveTo>
                  <a:lnTo>
                    <a:pt x="92170" y="0"/>
                  </a:lnTo>
                </a:path>
              </a:pathLst>
            </a:custGeom>
            <a:noFill/>
            <a:ln w="8096">
              <a:solidFill>
                <a:srgbClr val="E0E4E8"/>
              </a:solidFill>
            </a:ln>
          </p:spPr>
        </p:sp>
        <p:sp>
          <p:nvSpPr>
            <p:cNvPr id="2520" name="Candidate_receptor__2519">
              <a:extLst>
                <a:ext uri="{FF2B5EF4-FFF2-40B4-BE49-F238E27FC236}">
                  <a16:creationId xmlns:a16="http://schemas.microsoft.com/office/drawing/2014/main" id="{486BACDF-F26D-1814-D5FB-D19E6C4A6C9B}"/>
                </a:ext>
              </a:extLst>
            </p:cNvPr>
            <p:cNvSpPr>
              <a:spLocks noGrp="1"/>
            </p:cNvSpPr>
            <p:nvPr/>
          </p:nvSpPr>
          <p:spPr>
            <a:xfrm>
              <a:off x="5311740" y="4635056"/>
              <a:ext cx="71312" cy="27264"/>
            </a:xfrm>
            <a:custGeom>
              <a:avLst/>
              <a:gdLst/>
              <a:ahLst/>
              <a:cxnLst/>
              <a:rect l="0" t="0" r="0" b="0"/>
              <a:pathLst>
                <a:path w="71312" h="27264">
                  <a:moveTo>
                    <a:pt x="0" y="27264"/>
                  </a:moveTo>
                  <a:lnTo>
                    <a:pt x="71312" y="0"/>
                  </a:lnTo>
                </a:path>
              </a:pathLst>
            </a:custGeom>
            <a:noFill/>
            <a:ln w="20003">
              <a:solidFill>
                <a:srgbClr val="E0E4E8"/>
              </a:solidFill>
            </a:ln>
          </p:spPr>
        </p:sp>
        <p:sp>
          <p:nvSpPr>
            <p:cNvPr id="2521" name="Candidate_receptor__2520">
              <a:extLst>
                <a:ext uri="{FF2B5EF4-FFF2-40B4-BE49-F238E27FC236}">
                  <a16:creationId xmlns:a16="http://schemas.microsoft.com/office/drawing/2014/main" id="{380CA22C-CE94-8A8B-DC62-6CE04B201781}"/>
                </a:ext>
              </a:extLst>
            </p:cNvPr>
            <p:cNvSpPr>
              <a:spLocks noGrp="1"/>
            </p:cNvSpPr>
            <p:nvPr/>
          </p:nvSpPr>
          <p:spPr>
            <a:xfrm>
              <a:off x="5636712" y="3347427"/>
              <a:ext cx="44150" cy="21453"/>
            </a:xfrm>
            <a:custGeom>
              <a:avLst/>
              <a:gdLst/>
              <a:ahLst/>
              <a:cxnLst/>
              <a:rect l="0" t="0" r="0" b="0"/>
              <a:pathLst>
                <a:path w="44150" h="21453">
                  <a:moveTo>
                    <a:pt x="0" y="0"/>
                  </a:moveTo>
                  <a:lnTo>
                    <a:pt x="44150" y="21453"/>
                  </a:lnTo>
                </a:path>
              </a:pathLst>
            </a:custGeom>
            <a:noFill/>
            <a:ln w="8096">
              <a:solidFill>
                <a:srgbClr val="E0E4E8"/>
              </a:solidFill>
            </a:ln>
          </p:spPr>
        </p:sp>
        <p:sp>
          <p:nvSpPr>
            <p:cNvPr id="2522" name="Candidate_receptor__2521">
              <a:extLst>
                <a:ext uri="{FF2B5EF4-FFF2-40B4-BE49-F238E27FC236}">
                  <a16:creationId xmlns:a16="http://schemas.microsoft.com/office/drawing/2014/main" id="{A82D8AC6-11FC-4F78-0557-7D502CE1DDE7}"/>
                </a:ext>
              </a:extLst>
            </p:cNvPr>
            <p:cNvSpPr>
              <a:spLocks noGrp="1"/>
            </p:cNvSpPr>
            <p:nvPr/>
          </p:nvSpPr>
          <p:spPr>
            <a:xfrm>
              <a:off x="5638194" y="4357282"/>
              <a:ext cx="74145" cy="40855"/>
            </a:xfrm>
            <a:custGeom>
              <a:avLst/>
              <a:gdLst/>
              <a:ahLst/>
              <a:cxnLst/>
              <a:rect l="0" t="0" r="0" b="0"/>
              <a:pathLst>
                <a:path w="74145" h="40855">
                  <a:moveTo>
                    <a:pt x="0" y="40855"/>
                  </a:moveTo>
                  <a:lnTo>
                    <a:pt x="74145" y="0"/>
                  </a:lnTo>
                </a:path>
              </a:pathLst>
            </a:custGeom>
            <a:noFill/>
            <a:ln w="20003">
              <a:solidFill>
                <a:srgbClr val="E0E4E8"/>
              </a:solidFill>
            </a:ln>
          </p:spPr>
        </p:sp>
        <p:sp>
          <p:nvSpPr>
            <p:cNvPr id="2523" name="Candidate_receptor__2522">
              <a:extLst>
                <a:ext uri="{FF2B5EF4-FFF2-40B4-BE49-F238E27FC236}">
                  <a16:creationId xmlns:a16="http://schemas.microsoft.com/office/drawing/2014/main" id="{D7E68434-7C81-24C6-CDA0-F0A88B24EAA2}"/>
                </a:ext>
              </a:extLst>
            </p:cNvPr>
            <p:cNvSpPr>
              <a:spLocks noGrp="1"/>
            </p:cNvSpPr>
            <p:nvPr/>
          </p:nvSpPr>
          <p:spPr>
            <a:xfrm>
              <a:off x="5025433" y="5358496"/>
              <a:ext cx="17481" cy="29414"/>
            </a:xfrm>
            <a:custGeom>
              <a:avLst/>
              <a:gdLst/>
              <a:ahLst/>
              <a:cxnLst/>
              <a:rect l="0" t="0" r="0" b="0"/>
              <a:pathLst>
                <a:path w="17481" h="29414">
                  <a:moveTo>
                    <a:pt x="17481" y="0"/>
                  </a:moveTo>
                  <a:lnTo>
                    <a:pt x="0" y="29414"/>
                  </a:lnTo>
                </a:path>
              </a:pathLst>
            </a:custGeom>
            <a:noFill/>
            <a:ln w="20003">
              <a:solidFill>
                <a:srgbClr val="E0E4E8"/>
              </a:solidFill>
            </a:ln>
          </p:spPr>
        </p:sp>
        <p:sp>
          <p:nvSpPr>
            <p:cNvPr id="2524" name="Candidate_receptor__2523">
              <a:extLst>
                <a:ext uri="{FF2B5EF4-FFF2-40B4-BE49-F238E27FC236}">
                  <a16:creationId xmlns:a16="http://schemas.microsoft.com/office/drawing/2014/main" id="{24365FBA-7CF8-3994-110B-A994AC25DC4F}"/>
                </a:ext>
              </a:extLst>
            </p:cNvPr>
            <p:cNvSpPr>
              <a:spLocks noGrp="1"/>
            </p:cNvSpPr>
            <p:nvPr/>
          </p:nvSpPr>
          <p:spPr>
            <a:xfrm>
              <a:off x="4526894" y="4368670"/>
              <a:ext cx="41095" cy="98518"/>
            </a:xfrm>
            <a:custGeom>
              <a:avLst/>
              <a:gdLst/>
              <a:ahLst/>
              <a:cxnLst/>
              <a:rect l="0" t="0" r="0" b="0"/>
              <a:pathLst>
                <a:path w="41095" h="98518">
                  <a:moveTo>
                    <a:pt x="0" y="0"/>
                  </a:moveTo>
                  <a:lnTo>
                    <a:pt x="41095" y="98518"/>
                  </a:lnTo>
                </a:path>
              </a:pathLst>
            </a:custGeom>
            <a:noFill/>
            <a:ln w="20003">
              <a:solidFill>
                <a:srgbClr val="E0E4E8"/>
              </a:solidFill>
            </a:ln>
          </p:spPr>
        </p:sp>
        <p:sp>
          <p:nvSpPr>
            <p:cNvPr id="2525" name="Candidate_receptor__2524">
              <a:extLst>
                <a:ext uri="{FF2B5EF4-FFF2-40B4-BE49-F238E27FC236}">
                  <a16:creationId xmlns:a16="http://schemas.microsoft.com/office/drawing/2014/main" id="{191BBF6F-BA13-BCA0-0587-4D9E185255B1}"/>
                </a:ext>
              </a:extLst>
            </p:cNvPr>
            <p:cNvSpPr>
              <a:spLocks noGrp="1"/>
            </p:cNvSpPr>
            <p:nvPr/>
          </p:nvSpPr>
          <p:spPr>
            <a:xfrm>
              <a:off x="6350068" y="3923690"/>
              <a:ext cx="66612" cy="84228"/>
            </a:xfrm>
            <a:custGeom>
              <a:avLst/>
              <a:gdLst/>
              <a:ahLst/>
              <a:cxnLst/>
              <a:rect l="0" t="0" r="0" b="0"/>
              <a:pathLst>
                <a:path w="66612" h="84228">
                  <a:moveTo>
                    <a:pt x="0" y="84228"/>
                  </a:moveTo>
                  <a:lnTo>
                    <a:pt x="66612" y="0"/>
                  </a:lnTo>
                </a:path>
              </a:pathLst>
            </a:custGeom>
            <a:noFill/>
            <a:ln w="20003">
              <a:solidFill>
                <a:srgbClr val="E0E4E8"/>
              </a:solidFill>
            </a:ln>
          </p:spPr>
        </p:sp>
        <p:sp>
          <p:nvSpPr>
            <p:cNvPr id="2526" name="Candidate_receptor__2525">
              <a:extLst>
                <a:ext uri="{FF2B5EF4-FFF2-40B4-BE49-F238E27FC236}">
                  <a16:creationId xmlns:a16="http://schemas.microsoft.com/office/drawing/2014/main" id="{A3217707-8535-3A43-73A3-2FE21C0B4494}"/>
                </a:ext>
              </a:extLst>
            </p:cNvPr>
            <p:cNvSpPr>
              <a:spLocks noGrp="1"/>
            </p:cNvSpPr>
            <p:nvPr/>
          </p:nvSpPr>
          <p:spPr>
            <a:xfrm>
              <a:off x="5541031" y="3080366"/>
              <a:ext cx="19364" cy="78053"/>
            </a:xfrm>
            <a:custGeom>
              <a:avLst/>
              <a:gdLst/>
              <a:ahLst/>
              <a:cxnLst/>
              <a:rect l="0" t="0" r="0" b="0"/>
              <a:pathLst>
                <a:path w="19364" h="78053">
                  <a:moveTo>
                    <a:pt x="0" y="78053"/>
                  </a:moveTo>
                  <a:lnTo>
                    <a:pt x="19364" y="0"/>
                  </a:lnTo>
                </a:path>
              </a:pathLst>
            </a:custGeom>
            <a:noFill/>
            <a:ln w="8096">
              <a:solidFill>
                <a:srgbClr val="E0E4E8"/>
              </a:solidFill>
            </a:ln>
          </p:spPr>
        </p:sp>
        <p:sp>
          <p:nvSpPr>
            <p:cNvPr id="2527" name="Candidate_receptor__2526">
              <a:extLst>
                <a:ext uri="{FF2B5EF4-FFF2-40B4-BE49-F238E27FC236}">
                  <a16:creationId xmlns:a16="http://schemas.microsoft.com/office/drawing/2014/main" id="{BAFC1563-C3F3-1EBD-D9AA-D77EDFF7590A}"/>
                </a:ext>
              </a:extLst>
            </p:cNvPr>
            <p:cNvSpPr>
              <a:spLocks noGrp="1"/>
            </p:cNvSpPr>
            <p:nvPr/>
          </p:nvSpPr>
          <p:spPr>
            <a:xfrm>
              <a:off x="6026877" y="3860185"/>
              <a:ext cx="96058" cy="55911"/>
            </a:xfrm>
            <a:custGeom>
              <a:avLst/>
              <a:gdLst/>
              <a:ahLst/>
              <a:cxnLst/>
              <a:rect l="0" t="0" r="0" b="0"/>
              <a:pathLst>
                <a:path w="96058" h="55911">
                  <a:moveTo>
                    <a:pt x="0" y="0"/>
                  </a:moveTo>
                  <a:lnTo>
                    <a:pt x="96058" y="55911"/>
                  </a:lnTo>
                </a:path>
              </a:pathLst>
            </a:custGeom>
            <a:noFill/>
            <a:ln w="20003">
              <a:solidFill>
                <a:srgbClr val="E0E4E8"/>
              </a:solidFill>
            </a:ln>
          </p:spPr>
        </p:sp>
        <p:sp>
          <p:nvSpPr>
            <p:cNvPr id="2528" name="Candidate_receptor__2527">
              <a:extLst>
                <a:ext uri="{FF2B5EF4-FFF2-40B4-BE49-F238E27FC236}">
                  <a16:creationId xmlns:a16="http://schemas.microsoft.com/office/drawing/2014/main" id="{02464B7D-6041-20DC-44FA-3A26505F528F}"/>
                </a:ext>
              </a:extLst>
            </p:cNvPr>
            <p:cNvSpPr>
              <a:spLocks noGrp="1"/>
            </p:cNvSpPr>
            <p:nvPr/>
          </p:nvSpPr>
          <p:spPr>
            <a:xfrm>
              <a:off x="6667616" y="4485794"/>
              <a:ext cx="24609" cy="15306"/>
            </a:xfrm>
            <a:custGeom>
              <a:avLst/>
              <a:gdLst/>
              <a:ahLst/>
              <a:cxnLst/>
              <a:rect l="0" t="0" r="0" b="0"/>
              <a:pathLst>
                <a:path w="24609" h="15306">
                  <a:moveTo>
                    <a:pt x="0" y="0"/>
                  </a:moveTo>
                  <a:lnTo>
                    <a:pt x="24609" y="15306"/>
                  </a:lnTo>
                </a:path>
              </a:pathLst>
            </a:custGeom>
            <a:noFill/>
            <a:ln w="20003">
              <a:solidFill>
                <a:srgbClr val="E0E5E8"/>
              </a:solidFill>
            </a:ln>
          </p:spPr>
        </p:sp>
        <p:sp>
          <p:nvSpPr>
            <p:cNvPr id="2529" name="Candidate_receptor__2528">
              <a:extLst>
                <a:ext uri="{FF2B5EF4-FFF2-40B4-BE49-F238E27FC236}">
                  <a16:creationId xmlns:a16="http://schemas.microsoft.com/office/drawing/2014/main" id="{B9F3531C-DF75-C6C4-B104-91277F928558}"/>
                </a:ext>
              </a:extLst>
            </p:cNvPr>
            <p:cNvSpPr>
              <a:spLocks noGrp="1"/>
            </p:cNvSpPr>
            <p:nvPr/>
          </p:nvSpPr>
          <p:spPr>
            <a:xfrm>
              <a:off x="5712339" y="4255881"/>
              <a:ext cx="3906" cy="101401"/>
            </a:xfrm>
            <a:custGeom>
              <a:avLst/>
              <a:gdLst/>
              <a:ahLst/>
              <a:cxnLst/>
              <a:rect l="0" t="0" r="0" b="0"/>
              <a:pathLst>
                <a:path w="3906" h="101401">
                  <a:moveTo>
                    <a:pt x="0" y="101401"/>
                  </a:moveTo>
                  <a:lnTo>
                    <a:pt x="3906" y="0"/>
                  </a:lnTo>
                </a:path>
              </a:pathLst>
            </a:custGeom>
            <a:noFill/>
            <a:ln w="20003">
              <a:solidFill>
                <a:srgbClr val="E0E5E8"/>
              </a:solidFill>
            </a:ln>
          </p:spPr>
        </p:sp>
        <p:sp>
          <p:nvSpPr>
            <p:cNvPr id="2530" name="Candidate_receptor__2529">
              <a:extLst>
                <a:ext uri="{FF2B5EF4-FFF2-40B4-BE49-F238E27FC236}">
                  <a16:creationId xmlns:a16="http://schemas.microsoft.com/office/drawing/2014/main" id="{9B2F7AD9-90E0-0BB8-594D-C6AC038CDCAE}"/>
                </a:ext>
              </a:extLst>
            </p:cNvPr>
            <p:cNvSpPr>
              <a:spLocks noGrp="1"/>
            </p:cNvSpPr>
            <p:nvPr/>
          </p:nvSpPr>
          <p:spPr>
            <a:xfrm>
              <a:off x="4806145" y="4548532"/>
              <a:ext cx="16711" cy="98380"/>
            </a:xfrm>
            <a:custGeom>
              <a:avLst/>
              <a:gdLst/>
              <a:ahLst/>
              <a:cxnLst/>
              <a:rect l="0" t="0" r="0" b="0"/>
              <a:pathLst>
                <a:path w="16711" h="98380">
                  <a:moveTo>
                    <a:pt x="16711" y="0"/>
                  </a:moveTo>
                  <a:lnTo>
                    <a:pt x="0" y="98380"/>
                  </a:lnTo>
                </a:path>
              </a:pathLst>
            </a:custGeom>
            <a:noFill/>
            <a:ln w="20003">
              <a:solidFill>
                <a:srgbClr val="E0E5E8"/>
              </a:solidFill>
            </a:ln>
          </p:spPr>
        </p:sp>
        <p:sp>
          <p:nvSpPr>
            <p:cNvPr id="2531" name="Candidate_receptor__2530">
              <a:extLst>
                <a:ext uri="{FF2B5EF4-FFF2-40B4-BE49-F238E27FC236}">
                  <a16:creationId xmlns:a16="http://schemas.microsoft.com/office/drawing/2014/main" id="{FB9374BB-BCC0-DDF4-8716-220B7C2FCB2F}"/>
                </a:ext>
              </a:extLst>
            </p:cNvPr>
            <p:cNvSpPr>
              <a:spLocks noGrp="1"/>
            </p:cNvSpPr>
            <p:nvPr/>
          </p:nvSpPr>
          <p:spPr>
            <a:xfrm>
              <a:off x="5320897" y="5073108"/>
              <a:ext cx="56560" cy="65492"/>
            </a:xfrm>
            <a:custGeom>
              <a:avLst/>
              <a:gdLst/>
              <a:ahLst/>
              <a:cxnLst/>
              <a:rect l="0" t="0" r="0" b="0"/>
              <a:pathLst>
                <a:path w="56560" h="65492">
                  <a:moveTo>
                    <a:pt x="56560" y="0"/>
                  </a:moveTo>
                  <a:lnTo>
                    <a:pt x="0" y="65492"/>
                  </a:lnTo>
                </a:path>
              </a:pathLst>
            </a:custGeom>
            <a:noFill/>
            <a:ln w="20003">
              <a:solidFill>
                <a:srgbClr val="E0E5E8"/>
              </a:solidFill>
            </a:ln>
          </p:spPr>
        </p:sp>
        <p:sp>
          <p:nvSpPr>
            <p:cNvPr id="2532" name="Candidate_receptor__2531">
              <a:extLst>
                <a:ext uri="{FF2B5EF4-FFF2-40B4-BE49-F238E27FC236}">
                  <a16:creationId xmlns:a16="http://schemas.microsoft.com/office/drawing/2014/main" id="{80069DEC-E938-0400-E480-14AC9F03F160}"/>
                </a:ext>
              </a:extLst>
            </p:cNvPr>
            <p:cNvSpPr>
              <a:spLocks noGrp="1"/>
            </p:cNvSpPr>
            <p:nvPr/>
          </p:nvSpPr>
          <p:spPr>
            <a:xfrm>
              <a:off x="5710717" y="3607784"/>
              <a:ext cx="112545" cy="24067"/>
            </a:xfrm>
            <a:custGeom>
              <a:avLst/>
              <a:gdLst/>
              <a:ahLst/>
              <a:cxnLst/>
              <a:rect l="0" t="0" r="0" b="0"/>
              <a:pathLst>
                <a:path w="112545" h="24067">
                  <a:moveTo>
                    <a:pt x="112545" y="24067"/>
                  </a:moveTo>
                  <a:lnTo>
                    <a:pt x="0" y="0"/>
                  </a:lnTo>
                </a:path>
              </a:pathLst>
            </a:custGeom>
            <a:noFill/>
            <a:ln w="20003">
              <a:solidFill>
                <a:srgbClr val="E0E5E8"/>
              </a:solidFill>
            </a:ln>
          </p:spPr>
        </p:sp>
        <p:sp>
          <p:nvSpPr>
            <p:cNvPr id="2533" name="Candidate_receptor__2532">
              <a:extLst>
                <a:ext uri="{FF2B5EF4-FFF2-40B4-BE49-F238E27FC236}">
                  <a16:creationId xmlns:a16="http://schemas.microsoft.com/office/drawing/2014/main" id="{F183055D-DA3C-742D-5F1B-F82489E5E0A9}"/>
                </a:ext>
              </a:extLst>
            </p:cNvPr>
            <p:cNvSpPr>
              <a:spLocks noGrp="1"/>
            </p:cNvSpPr>
            <p:nvPr/>
          </p:nvSpPr>
          <p:spPr>
            <a:xfrm>
              <a:off x="5802104" y="4734803"/>
              <a:ext cx="25504" cy="73583"/>
            </a:xfrm>
            <a:custGeom>
              <a:avLst/>
              <a:gdLst/>
              <a:ahLst/>
              <a:cxnLst/>
              <a:rect l="0" t="0" r="0" b="0"/>
              <a:pathLst>
                <a:path w="25504" h="73583">
                  <a:moveTo>
                    <a:pt x="25504" y="73583"/>
                  </a:moveTo>
                  <a:lnTo>
                    <a:pt x="0" y="0"/>
                  </a:lnTo>
                </a:path>
              </a:pathLst>
            </a:custGeom>
            <a:noFill/>
            <a:ln w="20003">
              <a:solidFill>
                <a:srgbClr val="E0E5E8"/>
              </a:solidFill>
            </a:ln>
          </p:spPr>
        </p:sp>
        <p:sp>
          <p:nvSpPr>
            <p:cNvPr id="2534" name="Candidate_receptor__2533">
              <a:extLst>
                <a:ext uri="{FF2B5EF4-FFF2-40B4-BE49-F238E27FC236}">
                  <a16:creationId xmlns:a16="http://schemas.microsoft.com/office/drawing/2014/main" id="{A532BD82-E265-BF33-7988-B32CB80650E5}"/>
                </a:ext>
              </a:extLst>
            </p:cNvPr>
            <p:cNvSpPr>
              <a:spLocks noGrp="1"/>
            </p:cNvSpPr>
            <p:nvPr/>
          </p:nvSpPr>
          <p:spPr>
            <a:xfrm>
              <a:off x="5377458" y="5033582"/>
              <a:ext cx="73113" cy="39527"/>
            </a:xfrm>
            <a:custGeom>
              <a:avLst/>
              <a:gdLst/>
              <a:ahLst/>
              <a:cxnLst/>
              <a:rect l="0" t="0" r="0" b="0"/>
              <a:pathLst>
                <a:path w="73113" h="39527">
                  <a:moveTo>
                    <a:pt x="73113" y="0"/>
                  </a:moveTo>
                  <a:lnTo>
                    <a:pt x="0" y="39527"/>
                  </a:lnTo>
                </a:path>
              </a:pathLst>
            </a:custGeom>
            <a:noFill/>
            <a:ln w="20003">
              <a:solidFill>
                <a:srgbClr val="E0E5E8"/>
              </a:solidFill>
            </a:ln>
          </p:spPr>
        </p:sp>
        <p:sp>
          <p:nvSpPr>
            <p:cNvPr id="2535" name="Candidate_receptor__2534">
              <a:extLst>
                <a:ext uri="{FF2B5EF4-FFF2-40B4-BE49-F238E27FC236}">
                  <a16:creationId xmlns:a16="http://schemas.microsoft.com/office/drawing/2014/main" id="{D5D80989-214C-8145-8BFB-D9EA9341C1F7}"/>
                </a:ext>
              </a:extLst>
            </p:cNvPr>
            <p:cNvSpPr>
              <a:spLocks noGrp="1"/>
            </p:cNvSpPr>
            <p:nvPr/>
          </p:nvSpPr>
          <p:spPr>
            <a:xfrm>
              <a:off x="5557201" y="5089797"/>
              <a:ext cx="60100" cy="26711"/>
            </a:xfrm>
            <a:custGeom>
              <a:avLst/>
              <a:gdLst/>
              <a:ahLst/>
              <a:cxnLst/>
              <a:rect l="0" t="0" r="0" b="0"/>
              <a:pathLst>
                <a:path w="60100" h="26711">
                  <a:moveTo>
                    <a:pt x="60100" y="26711"/>
                  </a:moveTo>
                  <a:lnTo>
                    <a:pt x="0" y="0"/>
                  </a:lnTo>
                </a:path>
              </a:pathLst>
            </a:custGeom>
            <a:noFill/>
            <a:ln w="20003">
              <a:solidFill>
                <a:srgbClr val="E0E5E8"/>
              </a:solidFill>
            </a:ln>
          </p:spPr>
        </p:sp>
        <p:sp>
          <p:nvSpPr>
            <p:cNvPr id="2536" name="Candidate_receptor__2535">
              <a:extLst>
                <a:ext uri="{FF2B5EF4-FFF2-40B4-BE49-F238E27FC236}">
                  <a16:creationId xmlns:a16="http://schemas.microsoft.com/office/drawing/2014/main" id="{D07D49D3-31BC-309E-2275-D62A7CF4C420}"/>
                </a:ext>
              </a:extLst>
            </p:cNvPr>
            <p:cNvSpPr>
              <a:spLocks noGrp="1"/>
            </p:cNvSpPr>
            <p:nvPr/>
          </p:nvSpPr>
          <p:spPr>
            <a:xfrm>
              <a:off x="5764177" y="3780073"/>
              <a:ext cx="104353" cy="24103"/>
            </a:xfrm>
            <a:custGeom>
              <a:avLst/>
              <a:gdLst/>
              <a:ahLst/>
              <a:cxnLst/>
              <a:rect l="0" t="0" r="0" b="0"/>
              <a:pathLst>
                <a:path w="104353" h="24103">
                  <a:moveTo>
                    <a:pt x="104353" y="24103"/>
                  </a:moveTo>
                  <a:lnTo>
                    <a:pt x="0" y="0"/>
                  </a:lnTo>
                </a:path>
              </a:pathLst>
            </a:custGeom>
            <a:noFill/>
            <a:ln w="20003">
              <a:solidFill>
                <a:srgbClr val="E0E5E8"/>
              </a:solidFill>
            </a:ln>
          </p:spPr>
        </p:sp>
        <p:sp>
          <p:nvSpPr>
            <p:cNvPr id="2537" name="Candidate_receptor__2536">
              <a:extLst>
                <a:ext uri="{FF2B5EF4-FFF2-40B4-BE49-F238E27FC236}">
                  <a16:creationId xmlns:a16="http://schemas.microsoft.com/office/drawing/2014/main" id="{06FCE1B9-D1B6-2FF8-B3AB-058233E2FA72}"/>
                </a:ext>
              </a:extLst>
            </p:cNvPr>
            <p:cNvSpPr>
              <a:spLocks noGrp="1"/>
            </p:cNvSpPr>
            <p:nvPr/>
          </p:nvSpPr>
          <p:spPr>
            <a:xfrm>
              <a:off x="4676724" y="4430393"/>
              <a:ext cx="43671" cy="52303"/>
            </a:xfrm>
            <a:custGeom>
              <a:avLst/>
              <a:gdLst/>
              <a:ahLst/>
              <a:cxnLst/>
              <a:rect l="0" t="0" r="0" b="0"/>
              <a:pathLst>
                <a:path w="43671" h="52303">
                  <a:moveTo>
                    <a:pt x="0" y="0"/>
                  </a:moveTo>
                  <a:lnTo>
                    <a:pt x="43671" y="52303"/>
                  </a:lnTo>
                </a:path>
              </a:pathLst>
            </a:custGeom>
            <a:noFill/>
            <a:ln w="20003">
              <a:solidFill>
                <a:srgbClr val="E0E5E8"/>
              </a:solidFill>
            </a:ln>
          </p:spPr>
        </p:sp>
        <p:sp>
          <p:nvSpPr>
            <p:cNvPr id="2538" name="Candidate_receptor__2537">
              <a:extLst>
                <a:ext uri="{FF2B5EF4-FFF2-40B4-BE49-F238E27FC236}">
                  <a16:creationId xmlns:a16="http://schemas.microsoft.com/office/drawing/2014/main" id="{755250D7-01BB-D73E-C9B4-04C156C74EF9}"/>
                </a:ext>
              </a:extLst>
            </p:cNvPr>
            <p:cNvSpPr>
              <a:spLocks noGrp="1"/>
            </p:cNvSpPr>
            <p:nvPr/>
          </p:nvSpPr>
          <p:spPr>
            <a:xfrm>
              <a:off x="4722471" y="2201370"/>
              <a:ext cx="34568" cy="109725"/>
            </a:xfrm>
            <a:custGeom>
              <a:avLst/>
              <a:gdLst/>
              <a:ahLst/>
              <a:cxnLst/>
              <a:rect l="0" t="0" r="0" b="0"/>
              <a:pathLst>
                <a:path w="34568" h="109725">
                  <a:moveTo>
                    <a:pt x="0" y="0"/>
                  </a:moveTo>
                  <a:lnTo>
                    <a:pt x="34568" y="109725"/>
                  </a:lnTo>
                </a:path>
              </a:pathLst>
            </a:custGeom>
            <a:noFill/>
            <a:ln w="20003">
              <a:solidFill>
                <a:srgbClr val="E0E5E8"/>
              </a:solidFill>
            </a:ln>
          </p:spPr>
        </p:sp>
        <p:sp>
          <p:nvSpPr>
            <p:cNvPr id="2539" name="Candidate_receptor__2538">
              <a:extLst>
                <a:ext uri="{FF2B5EF4-FFF2-40B4-BE49-F238E27FC236}">
                  <a16:creationId xmlns:a16="http://schemas.microsoft.com/office/drawing/2014/main" id="{BB04CB86-16DD-2021-A2E7-63C8CF1ABE85}"/>
                </a:ext>
              </a:extLst>
            </p:cNvPr>
            <p:cNvSpPr>
              <a:spLocks noGrp="1"/>
            </p:cNvSpPr>
            <p:nvPr/>
          </p:nvSpPr>
          <p:spPr>
            <a:xfrm>
              <a:off x="5805244" y="4096590"/>
              <a:ext cx="112176" cy="18086"/>
            </a:xfrm>
            <a:custGeom>
              <a:avLst/>
              <a:gdLst/>
              <a:ahLst/>
              <a:cxnLst/>
              <a:rect l="0" t="0" r="0" b="0"/>
              <a:pathLst>
                <a:path w="112176" h="18086">
                  <a:moveTo>
                    <a:pt x="112176" y="18086"/>
                  </a:moveTo>
                  <a:lnTo>
                    <a:pt x="0" y="0"/>
                  </a:lnTo>
                </a:path>
              </a:pathLst>
            </a:custGeom>
            <a:noFill/>
            <a:ln w="20003">
              <a:solidFill>
                <a:srgbClr val="E0E5E8"/>
              </a:solidFill>
            </a:ln>
          </p:spPr>
        </p:sp>
        <p:sp>
          <p:nvSpPr>
            <p:cNvPr id="2540" name="Candidate_receptor__2539">
              <a:extLst>
                <a:ext uri="{FF2B5EF4-FFF2-40B4-BE49-F238E27FC236}">
                  <a16:creationId xmlns:a16="http://schemas.microsoft.com/office/drawing/2014/main" id="{3EB19989-7FAC-C6D3-A3D5-EE1FB6BA46E2}"/>
                </a:ext>
              </a:extLst>
            </p:cNvPr>
            <p:cNvSpPr>
              <a:spLocks noGrp="1"/>
            </p:cNvSpPr>
            <p:nvPr/>
          </p:nvSpPr>
          <p:spPr>
            <a:xfrm>
              <a:off x="5150116" y="4170618"/>
              <a:ext cx="27594" cy="3072"/>
            </a:xfrm>
            <a:custGeom>
              <a:avLst/>
              <a:gdLst/>
              <a:ahLst/>
              <a:cxnLst/>
              <a:rect l="0" t="0" r="0" b="0"/>
              <a:pathLst>
                <a:path w="27594" h="3072">
                  <a:moveTo>
                    <a:pt x="0" y="3072"/>
                  </a:moveTo>
                  <a:lnTo>
                    <a:pt x="27594" y="0"/>
                  </a:lnTo>
                </a:path>
              </a:pathLst>
            </a:custGeom>
            <a:noFill/>
            <a:ln w="20003">
              <a:solidFill>
                <a:srgbClr val="E0E5E8"/>
              </a:solidFill>
            </a:ln>
          </p:spPr>
        </p:sp>
        <p:sp>
          <p:nvSpPr>
            <p:cNvPr id="2541" name="Candidate_receptor__2540">
              <a:extLst>
                <a:ext uri="{FF2B5EF4-FFF2-40B4-BE49-F238E27FC236}">
                  <a16:creationId xmlns:a16="http://schemas.microsoft.com/office/drawing/2014/main" id="{70A03ACF-28F5-7BC8-FC1C-3E9AC807D114}"/>
                </a:ext>
              </a:extLst>
            </p:cNvPr>
            <p:cNvSpPr>
              <a:spLocks noGrp="1"/>
            </p:cNvSpPr>
            <p:nvPr/>
          </p:nvSpPr>
          <p:spPr>
            <a:xfrm>
              <a:off x="5199227" y="4978485"/>
              <a:ext cx="78966" cy="73707"/>
            </a:xfrm>
            <a:custGeom>
              <a:avLst/>
              <a:gdLst/>
              <a:ahLst/>
              <a:cxnLst/>
              <a:rect l="0" t="0" r="0" b="0"/>
              <a:pathLst>
                <a:path w="78966" h="73707">
                  <a:moveTo>
                    <a:pt x="78966" y="0"/>
                  </a:moveTo>
                  <a:lnTo>
                    <a:pt x="0" y="73707"/>
                  </a:lnTo>
                </a:path>
              </a:pathLst>
            </a:custGeom>
            <a:noFill/>
            <a:ln w="20003">
              <a:solidFill>
                <a:srgbClr val="E0E5E8"/>
              </a:solidFill>
            </a:ln>
          </p:spPr>
        </p:sp>
        <p:sp>
          <p:nvSpPr>
            <p:cNvPr id="2542" name="Candidate_receptor__2541">
              <a:extLst>
                <a:ext uri="{FF2B5EF4-FFF2-40B4-BE49-F238E27FC236}">
                  <a16:creationId xmlns:a16="http://schemas.microsoft.com/office/drawing/2014/main" id="{E610D283-53B7-0555-135A-083395F23D65}"/>
                </a:ext>
              </a:extLst>
            </p:cNvPr>
            <p:cNvSpPr>
              <a:spLocks noGrp="1"/>
            </p:cNvSpPr>
            <p:nvPr/>
          </p:nvSpPr>
          <p:spPr>
            <a:xfrm>
              <a:off x="6037393" y="4098881"/>
              <a:ext cx="98159" cy="59332"/>
            </a:xfrm>
            <a:custGeom>
              <a:avLst/>
              <a:gdLst/>
              <a:ahLst/>
              <a:cxnLst/>
              <a:rect l="0" t="0" r="0" b="0"/>
              <a:pathLst>
                <a:path w="98159" h="59332">
                  <a:moveTo>
                    <a:pt x="98159" y="0"/>
                  </a:moveTo>
                  <a:lnTo>
                    <a:pt x="0" y="59332"/>
                  </a:lnTo>
                </a:path>
              </a:pathLst>
            </a:custGeom>
            <a:noFill/>
            <a:ln w="20003">
              <a:solidFill>
                <a:srgbClr val="E0E5E8"/>
              </a:solidFill>
            </a:ln>
          </p:spPr>
        </p:sp>
        <p:sp>
          <p:nvSpPr>
            <p:cNvPr id="2543" name="Candidate_receptor__2542">
              <a:extLst>
                <a:ext uri="{FF2B5EF4-FFF2-40B4-BE49-F238E27FC236}">
                  <a16:creationId xmlns:a16="http://schemas.microsoft.com/office/drawing/2014/main" id="{12BF5FFF-E7E7-42F1-DDDB-F48000D78C11}"/>
                </a:ext>
              </a:extLst>
            </p:cNvPr>
            <p:cNvSpPr>
              <a:spLocks noGrp="1"/>
            </p:cNvSpPr>
            <p:nvPr/>
          </p:nvSpPr>
          <p:spPr>
            <a:xfrm>
              <a:off x="5754409" y="3921253"/>
              <a:ext cx="89735" cy="28359"/>
            </a:xfrm>
            <a:custGeom>
              <a:avLst/>
              <a:gdLst/>
              <a:ahLst/>
              <a:cxnLst/>
              <a:rect l="0" t="0" r="0" b="0"/>
              <a:pathLst>
                <a:path w="89735" h="28359">
                  <a:moveTo>
                    <a:pt x="89735" y="28359"/>
                  </a:moveTo>
                  <a:lnTo>
                    <a:pt x="0" y="0"/>
                  </a:lnTo>
                </a:path>
              </a:pathLst>
            </a:custGeom>
            <a:noFill/>
            <a:ln w="20003">
              <a:solidFill>
                <a:srgbClr val="E0E5E8"/>
              </a:solidFill>
            </a:ln>
          </p:spPr>
        </p:sp>
        <p:sp>
          <p:nvSpPr>
            <p:cNvPr id="2544" name="Candidate_receptor__2543">
              <a:extLst>
                <a:ext uri="{FF2B5EF4-FFF2-40B4-BE49-F238E27FC236}">
                  <a16:creationId xmlns:a16="http://schemas.microsoft.com/office/drawing/2014/main" id="{A8AEDE72-B199-B289-0753-799B0C20292A}"/>
                </a:ext>
              </a:extLst>
            </p:cNvPr>
            <p:cNvSpPr>
              <a:spLocks noGrp="1"/>
            </p:cNvSpPr>
            <p:nvPr/>
          </p:nvSpPr>
          <p:spPr>
            <a:xfrm>
              <a:off x="5779412" y="3415732"/>
              <a:ext cx="26496" cy="72253"/>
            </a:xfrm>
            <a:custGeom>
              <a:avLst/>
              <a:gdLst/>
              <a:ahLst/>
              <a:cxnLst/>
              <a:rect l="0" t="0" r="0" b="0"/>
              <a:pathLst>
                <a:path w="26496" h="72253">
                  <a:moveTo>
                    <a:pt x="26496" y="72253"/>
                  </a:moveTo>
                  <a:lnTo>
                    <a:pt x="0" y="0"/>
                  </a:lnTo>
                </a:path>
              </a:pathLst>
            </a:custGeom>
            <a:noFill/>
            <a:ln w="8096">
              <a:solidFill>
                <a:srgbClr val="E0E5E8"/>
              </a:solidFill>
            </a:ln>
          </p:spPr>
        </p:sp>
        <p:sp>
          <p:nvSpPr>
            <p:cNvPr id="2545" name="Candidate_receptor__2544">
              <a:extLst>
                <a:ext uri="{FF2B5EF4-FFF2-40B4-BE49-F238E27FC236}">
                  <a16:creationId xmlns:a16="http://schemas.microsoft.com/office/drawing/2014/main" id="{0F2B2EFB-100C-DEC7-7955-96F7B8051EAC}"/>
                </a:ext>
              </a:extLst>
            </p:cNvPr>
            <p:cNvSpPr>
              <a:spLocks noGrp="1"/>
            </p:cNvSpPr>
            <p:nvPr/>
          </p:nvSpPr>
          <p:spPr>
            <a:xfrm>
              <a:off x="5691896" y="4765165"/>
              <a:ext cx="3468" cy="2454"/>
            </a:xfrm>
            <a:custGeom>
              <a:avLst/>
              <a:gdLst/>
              <a:ahLst/>
              <a:cxnLst/>
              <a:rect l="0" t="0" r="0" b="0"/>
              <a:pathLst>
                <a:path w="3468" h="2454">
                  <a:moveTo>
                    <a:pt x="0" y="2454"/>
                  </a:moveTo>
                  <a:lnTo>
                    <a:pt x="3468" y="0"/>
                  </a:lnTo>
                </a:path>
              </a:pathLst>
            </a:custGeom>
            <a:noFill/>
            <a:ln w="20003">
              <a:solidFill>
                <a:srgbClr val="E0E5E8"/>
              </a:solidFill>
            </a:ln>
          </p:spPr>
        </p:sp>
        <p:sp>
          <p:nvSpPr>
            <p:cNvPr id="2546" name="Candidate_receptor__2545">
              <a:extLst>
                <a:ext uri="{FF2B5EF4-FFF2-40B4-BE49-F238E27FC236}">
                  <a16:creationId xmlns:a16="http://schemas.microsoft.com/office/drawing/2014/main" id="{94DC7259-9AA0-BAA7-A337-18CBCBFD5AE3}"/>
                </a:ext>
              </a:extLst>
            </p:cNvPr>
            <p:cNvSpPr>
              <a:spLocks noGrp="1"/>
            </p:cNvSpPr>
            <p:nvPr/>
          </p:nvSpPr>
          <p:spPr>
            <a:xfrm>
              <a:off x="5779470" y="4808386"/>
              <a:ext cx="48138" cy="94257"/>
            </a:xfrm>
            <a:custGeom>
              <a:avLst/>
              <a:gdLst/>
              <a:ahLst/>
              <a:cxnLst/>
              <a:rect l="0" t="0" r="0" b="0"/>
              <a:pathLst>
                <a:path w="48138" h="94257">
                  <a:moveTo>
                    <a:pt x="0" y="94257"/>
                  </a:moveTo>
                  <a:lnTo>
                    <a:pt x="48138" y="0"/>
                  </a:lnTo>
                </a:path>
              </a:pathLst>
            </a:custGeom>
            <a:noFill/>
            <a:ln w="20003">
              <a:solidFill>
                <a:srgbClr val="E0E5E8"/>
              </a:solidFill>
            </a:ln>
          </p:spPr>
        </p:sp>
        <p:sp>
          <p:nvSpPr>
            <p:cNvPr id="2547" name="Candidate_receptor__2546">
              <a:extLst>
                <a:ext uri="{FF2B5EF4-FFF2-40B4-BE49-F238E27FC236}">
                  <a16:creationId xmlns:a16="http://schemas.microsoft.com/office/drawing/2014/main" id="{7789562A-0029-AD60-A79F-D7135B4B700F}"/>
                </a:ext>
              </a:extLst>
            </p:cNvPr>
            <p:cNvSpPr>
              <a:spLocks noGrp="1"/>
            </p:cNvSpPr>
            <p:nvPr/>
          </p:nvSpPr>
          <p:spPr>
            <a:xfrm>
              <a:off x="5889255" y="4261458"/>
              <a:ext cx="104801" cy="14188"/>
            </a:xfrm>
            <a:custGeom>
              <a:avLst/>
              <a:gdLst/>
              <a:ahLst/>
              <a:cxnLst/>
              <a:rect l="0" t="0" r="0" b="0"/>
              <a:pathLst>
                <a:path w="104801" h="14188">
                  <a:moveTo>
                    <a:pt x="104801" y="14188"/>
                  </a:moveTo>
                  <a:lnTo>
                    <a:pt x="0" y="0"/>
                  </a:lnTo>
                </a:path>
              </a:pathLst>
            </a:custGeom>
            <a:noFill/>
            <a:ln w="20003">
              <a:solidFill>
                <a:srgbClr val="E0E5E8"/>
              </a:solidFill>
            </a:ln>
          </p:spPr>
        </p:sp>
        <p:sp>
          <p:nvSpPr>
            <p:cNvPr id="2548" name="Candidate_receptor__2547">
              <a:extLst>
                <a:ext uri="{FF2B5EF4-FFF2-40B4-BE49-F238E27FC236}">
                  <a16:creationId xmlns:a16="http://schemas.microsoft.com/office/drawing/2014/main" id="{6406DC6D-F8A7-B21C-1122-66E309F5FF52}"/>
                </a:ext>
              </a:extLst>
            </p:cNvPr>
            <p:cNvSpPr>
              <a:spLocks noGrp="1"/>
            </p:cNvSpPr>
            <p:nvPr/>
          </p:nvSpPr>
          <p:spPr>
            <a:xfrm>
              <a:off x="5976311" y="4570121"/>
              <a:ext cx="111339" cy="20961"/>
            </a:xfrm>
            <a:custGeom>
              <a:avLst/>
              <a:gdLst/>
              <a:ahLst/>
              <a:cxnLst/>
              <a:rect l="0" t="0" r="0" b="0"/>
              <a:pathLst>
                <a:path w="111339" h="20961">
                  <a:moveTo>
                    <a:pt x="111339" y="20961"/>
                  </a:moveTo>
                  <a:lnTo>
                    <a:pt x="0" y="0"/>
                  </a:lnTo>
                </a:path>
              </a:pathLst>
            </a:custGeom>
            <a:noFill/>
            <a:ln w="20003">
              <a:solidFill>
                <a:srgbClr val="E0E5E8"/>
              </a:solidFill>
            </a:ln>
          </p:spPr>
        </p:sp>
        <p:sp>
          <p:nvSpPr>
            <p:cNvPr id="2549" name="Candidate_receptor__2548">
              <a:extLst>
                <a:ext uri="{FF2B5EF4-FFF2-40B4-BE49-F238E27FC236}">
                  <a16:creationId xmlns:a16="http://schemas.microsoft.com/office/drawing/2014/main" id="{ABE43DEF-95E1-FDF5-9ECE-561BAB0ACA98}"/>
                </a:ext>
              </a:extLst>
            </p:cNvPr>
            <p:cNvSpPr>
              <a:spLocks noGrp="1"/>
            </p:cNvSpPr>
            <p:nvPr/>
          </p:nvSpPr>
          <p:spPr>
            <a:xfrm>
              <a:off x="5062347" y="3924842"/>
              <a:ext cx="39274" cy="72157"/>
            </a:xfrm>
            <a:custGeom>
              <a:avLst/>
              <a:gdLst/>
              <a:ahLst/>
              <a:cxnLst/>
              <a:rect l="0" t="0" r="0" b="0"/>
              <a:pathLst>
                <a:path w="39274" h="72157">
                  <a:moveTo>
                    <a:pt x="0" y="72157"/>
                  </a:moveTo>
                  <a:lnTo>
                    <a:pt x="39274" y="0"/>
                  </a:lnTo>
                </a:path>
              </a:pathLst>
            </a:custGeom>
            <a:noFill/>
            <a:ln w="8096">
              <a:solidFill>
                <a:srgbClr val="E0E5E8"/>
              </a:solidFill>
            </a:ln>
          </p:spPr>
        </p:sp>
        <p:sp>
          <p:nvSpPr>
            <p:cNvPr id="2550" name="Candidate_receptor__2549">
              <a:extLst>
                <a:ext uri="{FF2B5EF4-FFF2-40B4-BE49-F238E27FC236}">
                  <a16:creationId xmlns:a16="http://schemas.microsoft.com/office/drawing/2014/main" id="{BAA2A8C9-B404-C4EA-BD82-DEB019AE94AB}"/>
                </a:ext>
              </a:extLst>
            </p:cNvPr>
            <p:cNvSpPr>
              <a:spLocks noGrp="1"/>
            </p:cNvSpPr>
            <p:nvPr/>
          </p:nvSpPr>
          <p:spPr>
            <a:xfrm>
              <a:off x="5023770" y="4937005"/>
              <a:ext cx="80467" cy="81551"/>
            </a:xfrm>
            <a:custGeom>
              <a:avLst/>
              <a:gdLst/>
              <a:ahLst/>
              <a:cxnLst/>
              <a:rect l="0" t="0" r="0" b="0"/>
              <a:pathLst>
                <a:path w="80467" h="81551">
                  <a:moveTo>
                    <a:pt x="80467" y="0"/>
                  </a:moveTo>
                  <a:lnTo>
                    <a:pt x="0" y="81551"/>
                  </a:lnTo>
                </a:path>
              </a:pathLst>
            </a:custGeom>
            <a:noFill/>
            <a:ln w="20003">
              <a:solidFill>
                <a:srgbClr val="E0E5E8"/>
              </a:solidFill>
            </a:ln>
          </p:spPr>
        </p:sp>
        <p:sp>
          <p:nvSpPr>
            <p:cNvPr id="2551" name="Candidate_receptor__2550">
              <a:extLst>
                <a:ext uri="{FF2B5EF4-FFF2-40B4-BE49-F238E27FC236}">
                  <a16:creationId xmlns:a16="http://schemas.microsoft.com/office/drawing/2014/main" id="{A3575AA0-FA2A-38E9-4615-D34FA3CDE392}"/>
                </a:ext>
              </a:extLst>
            </p:cNvPr>
            <p:cNvSpPr>
              <a:spLocks noGrp="1"/>
            </p:cNvSpPr>
            <p:nvPr/>
          </p:nvSpPr>
          <p:spPr>
            <a:xfrm>
              <a:off x="5240248" y="4523750"/>
              <a:ext cx="112910" cy="23245"/>
            </a:xfrm>
            <a:custGeom>
              <a:avLst/>
              <a:gdLst/>
              <a:ahLst/>
              <a:cxnLst/>
              <a:rect l="0" t="0" r="0" b="0"/>
              <a:pathLst>
                <a:path w="112910" h="23245">
                  <a:moveTo>
                    <a:pt x="112910" y="0"/>
                  </a:moveTo>
                  <a:lnTo>
                    <a:pt x="0" y="23245"/>
                  </a:lnTo>
                </a:path>
              </a:pathLst>
            </a:custGeom>
            <a:noFill/>
            <a:ln w="20003">
              <a:solidFill>
                <a:srgbClr val="E0E5E8"/>
              </a:solidFill>
            </a:ln>
          </p:spPr>
        </p:sp>
        <p:sp>
          <p:nvSpPr>
            <p:cNvPr id="2552" name="Candidate_receptor__2551">
              <a:extLst>
                <a:ext uri="{FF2B5EF4-FFF2-40B4-BE49-F238E27FC236}">
                  <a16:creationId xmlns:a16="http://schemas.microsoft.com/office/drawing/2014/main" id="{64ACCAC7-5270-A7A1-B392-47D501D1D143}"/>
                </a:ext>
              </a:extLst>
            </p:cNvPr>
            <p:cNvSpPr>
              <a:spLocks noGrp="1"/>
            </p:cNvSpPr>
            <p:nvPr/>
          </p:nvSpPr>
          <p:spPr>
            <a:xfrm>
              <a:off x="4948244" y="4415829"/>
              <a:ext cx="56716" cy="6628"/>
            </a:xfrm>
            <a:custGeom>
              <a:avLst/>
              <a:gdLst/>
              <a:ahLst/>
              <a:cxnLst/>
              <a:rect l="0" t="0" r="0" b="0"/>
              <a:pathLst>
                <a:path w="56716" h="6628">
                  <a:moveTo>
                    <a:pt x="56716" y="0"/>
                  </a:moveTo>
                  <a:lnTo>
                    <a:pt x="0" y="6628"/>
                  </a:lnTo>
                </a:path>
              </a:pathLst>
            </a:custGeom>
            <a:noFill/>
            <a:ln w="20003">
              <a:solidFill>
                <a:srgbClr val="E0E5E8"/>
              </a:solidFill>
            </a:ln>
          </p:spPr>
        </p:sp>
        <p:sp>
          <p:nvSpPr>
            <p:cNvPr id="2553" name="Candidate_receptor__2552">
              <a:extLst>
                <a:ext uri="{FF2B5EF4-FFF2-40B4-BE49-F238E27FC236}">
                  <a16:creationId xmlns:a16="http://schemas.microsoft.com/office/drawing/2014/main" id="{CB4C9D8F-4AC8-AFD5-8EE2-989487D8F861}"/>
                </a:ext>
              </a:extLst>
            </p:cNvPr>
            <p:cNvSpPr>
              <a:spLocks noGrp="1"/>
            </p:cNvSpPr>
            <p:nvPr/>
          </p:nvSpPr>
          <p:spPr>
            <a:xfrm>
              <a:off x="5353158" y="4523750"/>
              <a:ext cx="29893" cy="111306"/>
            </a:xfrm>
            <a:custGeom>
              <a:avLst/>
              <a:gdLst/>
              <a:ahLst/>
              <a:cxnLst/>
              <a:rect l="0" t="0" r="0" b="0"/>
              <a:pathLst>
                <a:path w="29893" h="111306">
                  <a:moveTo>
                    <a:pt x="29893" y="111306"/>
                  </a:moveTo>
                  <a:lnTo>
                    <a:pt x="0" y="0"/>
                  </a:lnTo>
                </a:path>
              </a:pathLst>
            </a:custGeom>
            <a:noFill/>
            <a:ln w="20003">
              <a:solidFill>
                <a:srgbClr val="E0E5E8"/>
              </a:solidFill>
            </a:ln>
          </p:spPr>
        </p:sp>
        <p:sp>
          <p:nvSpPr>
            <p:cNvPr id="2554" name="Candidate_receptor__2553">
              <a:extLst>
                <a:ext uri="{FF2B5EF4-FFF2-40B4-BE49-F238E27FC236}">
                  <a16:creationId xmlns:a16="http://schemas.microsoft.com/office/drawing/2014/main" id="{A8F21EDB-A071-A4C8-12C7-69E27531D59A}"/>
                </a:ext>
              </a:extLst>
            </p:cNvPr>
            <p:cNvSpPr>
              <a:spLocks noGrp="1"/>
            </p:cNvSpPr>
            <p:nvPr/>
          </p:nvSpPr>
          <p:spPr>
            <a:xfrm>
              <a:off x="6303349" y="3847054"/>
              <a:ext cx="27163" cy="23899"/>
            </a:xfrm>
            <a:custGeom>
              <a:avLst/>
              <a:gdLst/>
              <a:ahLst/>
              <a:cxnLst/>
              <a:rect l="0" t="0" r="0" b="0"/>
              <a:pathLst>
                <a:path w="27163" h="23899">
                  <a:moveTo>
                    <a:pt x="27163" y="0"/>
                  </a:moveTo>
                  <a:lnTo>
                    <a:pt x="0" y="23899"/>
                  </a:lnTo>
                </a:path>
              </a:pathLst>
            </a:custGeom>
            <a:noFill/>
            <a:ln w="20003">
              <a:solidFill>
                <a:srgbClr val="E0E5E8"/>
              </a:solidFill>
            </a:ln>
          </p:spPr>
        </p:sp>
        <p:sp>
          <p:nvSpPr>
            <p:cNvPr id="2555" name="Candidate_receptor__2554">
              <a:extLst>
                <a:ext uri="{FF2B5EF4-FFF2-40B4-BE49-F238E27FC236}">
                  <a16:creationId xmlns:a16="http://schemas.microsoft.com/office/drawing/2014/main" id="{32F74939-B620-8D50-B28D-1D1E11B97C5C}"/>
                </a:ext>
              </a:extLst>
            </p:cNvPr>
            <p:cNvSpPr>
              <a:spLocks noGrp="1"/>
            </p:cNvSpPr>
            <p:nvPr/>
          </p:nvSpPr>
          <p:spPr>
            <a:xfrm>
              <a:off x="5375444" y="5472288"/>
              <a:ext cx="100763" cy="51440"/>
            </a:xfrm>
            <a:custGeom>
              <a:avLst/>
              <a:gdLst/>
              <a:ahLst/>
              <a:cxnLst/>
              <a:rect l="0" t="0" r="0" b="0"/>
              <a:pathLst>
                <a:path w="100763" h="51440">
                  <a:moveTo>
                    <a:pt x="100763" y="0"/>
                  </a:moveTo>
                  <a:lnTo>
                    <a:pt x="0" y="51440"/>
                  </a:lnTo>
                </a:path>
              </a:pathLst>
            </a:custGeom>
            <a:noFill/>
            <a:ln w="8096">
              <a:solidFill>
                <a:srgbClr val="E0E5E8"/>
              </a:solidFill>
            </a:ln>
          </p:spPr>
        </p:sp>
        <p:sp>
          <p:nvSpPr>
            <p:cNvPr id="2556" name="Candidate_receptor__2555">
              <a:extLst>
                <a:ext uri="{FF2B5EF4-FFF2-40B4-BE49-F238E27FC236}">
                  <a16:creationId xmlns:a16="http://schemas.microsoft.com/office/drawing/2014/main" id="{FD3DF89A-DA1A-5DF2-C69F-610B9CEEA386}"/>
                </a:ext>
              </a:extLst>
            </p:cNvPr>
            <p:cNvSpPr>
              <a:spLocks noGrp="1"/>
            </p:cNvSpPr>
            <p:nvPr/>
          </p:nvSpPr>
          <p:spPr>
            <a:xfrm>
              <a:off x="4936143" y="5225869"/>
              <a:ext cx="104616" cy="34905"/>
            </a:xfrm>
            <a:custGeom>
              <a:avLst/>
              <a:gdLst/>
              <a:ahLst/>
              <a:cxnLst/>
              <a:rect l="0" t="0" r="0" b="0"/>
              <a:pathLst>
                <a:path w="104616" h="34905">
                  <a:moveTo>
                    <a:pt x="104616" y="0"/>
                  </a:moveTo>
                  <a:lnTo>
                    <a:pt x="0" y="34905"/>
                  </a:lnTo>
                </a:path>
              </a:pathLst>
            </a:custGeom>
            <a:noFill/>
            <a:ln w="20003">
              <a:solidFill>
                <a:srgbClr val="E0E5E8"/>
              </a:solidFill>
            </a:ln>
          </p:spPr>
        </p:sp>
        <p:sp>
          <p:nvSpPr>
            <p:cNvPr id="2557" name="Candidate_receptor__2556">
              <a:extLst>
                <a:ext uri="{FF2B5EF4-FFF2-40B4-BE49-F238E27FC236}">
                  <a16:creationId xmlns:a16="http://schemas.microsoft.com/office/drawing/2014/main" id="{D9938DA3-E163-693A-F5F1-CC25040AEE94}"/>
                </a:ext>
              </a:extLst>
            </p:cNvPr>
            <p:cNvSpPr>
              <a:spLocks noGrp="1"/>
            </p:cNvSpPr>
            <p:nvPr/>
          </p:nvSpPr>
          <p:spPr>
            <a:xfrm>
              <a:off x="5844144" y="3949612"/>
              <a:ext cx="64395" cy="25460"/>
            </a:xfrm>
            <a:custGeom>
              <a:avLst/>
              <a:gdLst/>
              <a:ahLst/>
              <a:cxnLst/>
              <a:rect l="0" t="0" r="0" b="0"/>
              <a:pathLst>
                <a:path w="64395" h="25460">
                  <a:moveTo>
                    <a:pt x="64395" y="25460"/>
                  </a:moveTo>
                  <a:lnTo>
                    <a:pt x="0" y="0"/>
                  </a:lnTo>
                </a:path>
              </a:pathLst>
            </a:custGeom>
            <a:noFill/>
            <a:ln w="20003">
              <a:solidFill>
                <a:srgbClr val="E0E5E8"/>
              </a:solidFill>
            </a:ln>
          </p:spPr>
        </p:sp>
        <p:sp>
          <p:nvSpPr>
            <p:cNvPr id="2558" name="Candidate_receptor__2557">
              <a:extLst>
                <a:ext uri="{FF2B5EF4-FFF2-40B4-BE49-F238E27FC236}">
                  <a16:creationId xmlns:a16="http://schemas.microsoft.com/office/drawing/2014/main" id="{331E9C8A-4A70-B009-38BB-37C4F4254DAA}"/>
                </a:ext>
              </a:extLst>
            </p:cNvPr>
            <p:cNvSpPr>
              <a:spLocks noGrp="1"/>
            </p:cNvSpPr>
            <p:nvPr/>
          </p:nvSpPr>
          <p:spPr>
            <a:xfrm>
              <a:off x="6185243" y="3471547"/>
              <a:ext cx="39032" cy="6531"/>
            </a:xfrm>
            <a:custGeom>
              <a:avLst/>
              <a:gdLst/>
              <a:ahLst/>
              <a:cxnLst/>
              <a:rect l="0" t="0" r="0" b="0"/>
              <a:pathLst>
                <a:path w="39032" h="6531">
                  <a:moveTo>
                    <a:pt x="0" y="6531"/>
                  </a:moveTo>
                  <a:lnTo>
                    <a:pt x="39032" y="0"/>
                  </a:lnTo>
                </a:path>
              </a:pathLst>
            </a:custGeom>
            <a:noFill/>
            <a:ln w="8096">
              <a:solidFill>
                <a:srgbClr val="E0E5E8"/>
              </a:solidFill>
            </a:ln>
          </p:spPr>
        </p:sp>
        <p:sp>
          <p:nvSpPr>
            <p:cNvPr id="2559" name="Candidate_receptor__2558">
              <a:extLst>
                <a:ext uri="{FF2B5EF4-FFF2-40B4-BE49-F238E27FC236}">
                  <a16:creationId xmlns:a16="http://schemas.microsoft.com/office/drawing/2014/main" id="{BBCA52D3-9CBC-EC06-253A-646C8A084FA6}"/>
                </a:ext>
              </a:extLst>
            </p:cNvPr>
            <p:cNvSpPr>
              <a:spLocks noGrp="1"/>
            </p:cNvSpPr>
            <p:nvPr/>
          </p:nvSpPr>
          <p:spPr>
            <a:xfrm>
              <a:off x="5991333" y="3694310"/>
              <a:ext cx="104912" cy="40765"/>
            </a:xfrm>
            <a:custGeom>
              <a:avLst/>
              <a:gdLst/>
              <a:ahLst/>
              <a:cxnLst/>
              <a:rect l="0" t="0" r="0" b="0"/>
              <a:pathLst>
                <a:path w="104912" h="40765">
                  <a:moveTo>
                    <a:pt x="0" y="0"/>
                  </a:moveTo>
                  <a:lnTo>
                    <a:pt x="104912" y="40765"/>
                  </a:lnTo>
                </a:path>
              </a:pathLst>
            </a:custGeom>
            <a:noFill/>
            <a:ln w="20003">
              <a:solidFill>
                <a:srgbClr val="E0E5E8"/>
              </a:solidFill>
            </a:ln>
          </p:spPr>
        </p:sp>
        <p:sp>
          <p:nvSpPr>
            <p:cNvPr id="2560" name="Candidate_receptor__2559">
              <a:extLst>
                <a:ext uri="{FF2B5EF4-FFF2-40B4-BE49-F238E27FC236}">
                  <a16:creationId xmlns:a16="http://schemas.microsoft.com/office/drawing/2014/main" id="{A967154E-C23C-24D1-F0F7-4B69EA68F578}"/>
                </a:ext>
              </a:extLst>
            </p:cNvPr>
            <p:cNvSpPr>
              <a:spLocks noGrp="1"/>
            </p:cNvSpPr>
            <p:nvPr/>
          </p:nvSpPr>
          <p:spPr>
            <a:xfrm>
              <a:off x="5971340" y="4426740"/>
              <a:ext cx="84806" cy="9457"/>
            </a:xfrm>
            <a:custGeom>
              <a:avLst/>
              <a:gdLst/>
              <a:ahLst/>
              <a:cxnLst/>
              <a:rect l="0" t="0" r="0" b="0"/>
              <a:pathLst>
                <a:path w="84806" h="9457">
                  <a:moveTo>
                    <a:pt x="84806" y="9457"/>
                  </a:moveTo>
                  <a:lnTo>
                    <a:pt x="0" y="0"/>
                  </a:lnTo>
                </a:path>
              </a:pathLst>
            </a:custGeom>
            <a:noFill/>
            <a:ln w="20003">
              <a:solidFill>
                <a:srgbClr val="E0E5E8"/>
              </a:solidFill>
            </a:ln>
          </p:spPr>
        </p:sp>
        <p:sp>
          <p:nvSpPr>
            <p:cNvPr id="2561" name="Candidate_receptor__2560">
              <a:extLst>
                <a:ext uri="{FF2B5EF4-FFF2-40B4-BE49-F238E27FC236}">
                  <a16:creationId xmlns:a16="http://schemas.microsoft.com/office/drawing/2014/main" id="{2D03D755-05A0-41F3-4A81-9D4A0D7C2F6B}"/>
                </a:ext>
              </a:extLst>
            </p:cNvPr>
            <p:cNvSpPr>
              <a:spLocks noGrp="1"/>
            </p:cNvSpPr>
            <p:nvPr/>
          </p:nvSpPr>
          <p:spPr>
            <a:xfrm>
              <a:off x="5889372" y="4405998"/>
              <a:ext cx="81969" cy="20741"/>
            </a:xfrm>
            <a:custGeom>
              <a:avLst/>
              <a:gdLst/>
              <a:ahLst/>
              <a:cxnLst/>
              <a:rect l="0" t="0" r="0" b="0"/>
              <a:pathLst>
                <a:path w="81969" h="20741">
                  <a:moveTo>
                    <a:pt x="81969" y="20741"/>
                  </a:moveTo>
                  <a:lnTo>
                    <a:pt x="0" y="0"/>
                  </a:lnTo>
                </a:path>
              </a:pathLst>
            </a:custGeom>
            <a:noFill/>
            <a:ln w="20003">
              <a:solidFill>
                <a:srgbClr val="E0E5E8"/>
              </a:solidFill>
            </a:ln>
          </p:spPr>
        </p:sp>
        <p:sp>
          <p:nvSpPr>
            <p:cNvPr id="2562" name="Candidate_receptor__2561">
              <a:extLst>
                <a:ext uri="{FF2B5EF4-FFF2-40B4-BE49-F238E27FC236}">
                  <a16:creationId xmlns:a16="http://schemas.microsoft.com/office/drawing/2014/main" id="{BF06A58C-92E1-0784-4C0A-13F61591088B}"/>
                </a:ext>
              </a:extLst>
            </p:cNvPr>
            <p:cNvSpPr>
              <a:spLocks noGrp="1"/>
            </p:cNvSpPr>
            <p:nvPr/>
          </p:nvSpPr>
          <p:spPr>
            <a:xfrm>
              <a:off x="5572910" y="4627211"/>
              <a:ext cx="80514" cy="47162"/>
            </a:xfrm>
            <a:custGeom>
              <a:avLst/>
              <a:gdLst/>
              <a:ahLst/>
              <a:cxnLst/>
              <a:rect l="0" t="0" r="0" b="0"/>
              <a:pathLst>
                <a:path w="80514" h="47162">
                  <a:moveTo>
                    <a:pt x="80514" y="0"/>
                  </a:moveTo>
                  <a:lnTo>
                    <a:pt x="0" y="47162"/>
                  </a:lnTo>
                </a:path>
              </a:pathLst>
            </a:custGeom>
            <a:noFill/>
            <a:ln w="20003">
              <a:solidFill>
                <a:srgbClr val="E0E5E8"/>
              </a:solidFill>
            </a:ln>
          </p:spPr>
        </p:sp>
        <p:sp>
          <p:nvSpPr>
            <p:cNvPr id="2563" name="Candidate_receptor__2562">
              <a:extLst>
                <a:ext uri="{FF2B5EF4-FFF2-40B4-BE49-F238E27FC236}">
                  <a16:creationId xmlns:a16="http://schemas.microsoft.com/office/drawing/2014/main" id="{671E0CE1-94A5-3AA4-BB51-9D3544549A20}"/>
                </a:ext>
              </a:extLst>
            </p:cNvPr>
            <p:cNvSpPr>
              <a:spLocks noGrp="1"/>
            </p:cNvSpPr>
            <p:nvPr/>
          </p:nvSpPr>
          <p:spPr>
            <a:xfrm>
              <a:off x="5468793" y="5139824"/>
              <a:ext cx="21193" cy="41084"/>
            </a:xfrm>
            <a:custGeom>
              <a:avLst/>
              <a:gdLst/>
              <a:ahLst/>
              <a:cxnLst/>
              <a:rect l="0" t="0" r="0" b="0"/>
              <a:pathLst>
                <a:path w="21193" h="41084">
                  <a:moveTo>
                    <a:pt x="21193" y="41084"/>
                  </a:moveTo>
                  <a:lnTo>
                    <a:pt x="0" y="0"/>
                  </a:lnTo>
                </a:path>
              </a:pathLst>
            </a:custGeom>
            <a:noFill/>
            <a:ln w="20003">
              <a:solidFill>
                <a:srgbClr val="E0E5E8"/>
              </a:solidFill>
            </a:ln>
          </p:spPr>
        </p:sp>
        <p:sp>
          <p:nvSpPr>
            <p:cNvPr id="2564" name="Candidate_receptor__2563">
              <a:extLst>
                <a:ext uri="{FF2B5EF4-FFF2-40B4-BE49-F238E27FC236}">
                  <a16:creationId xmlns:a16="http://schemas.microsoft.com/office/drawing/2014/main" id="{D9B60AED-EB2E-CC28-AF80-D33E9C942516}"/>
                </a:ext>
              </a:extLst>
            </p:cNvPr>
            <p:cNvSpPr>
              <a:spLocks noGrp="1"/>
            </p:cNvSpPr>
            <p:nvPr/>
          </p:nvSpPr>
          <p:spPr>
            <a:xfrm>
              <a:off x="5111129" y="4693597"/>
              <a:ext cx="88560" cy="72109"/>
            </a:xfrm>
            <a:custGeom>
              <a:avLst/>
              <a:gdLst/>
              <a:ahLst/>
              <a:cxnLst/>
              <a:rect l="0" t="0" r="0" b="0"/>
              <a:pathLst>
                <a:path w="88560" h="72109">
                  <a:moveTo>
                    <a:pt x="0" y="72109"/>
                  </a:moveTo>
                  <a:lnTo>
                    <a:pt x="88560" y="0"/>
                  </a:lnTo>
                </a:path>
              </a:pathLst>
            </a:custGeom>
            <a:noFill/>
            <a:ln w="20003">
              <a:solidFill>
                <a:srgbClr val="E0E5E8"/>
              </a:solidFill>
            </a:ln>
          </p:spPr>
        </p:sp>
        <p:sp>
          <p:nvSpPr>
            <p:cNvPr id="2565" name="Candidate_receptor__2564">
              <a:extLst>
                <a:ext uri="{FF2B5EF4-FFF2-40B4-BE49-F238E27FC236}">
                  <a16:creationId xmlns:a16="http://schemas.microsoft.com/office/drawing/2014/main" id="{F3C0D833-5752-553C-03DF-A4CD4D87BFCD}"/>
                </a:ext>
              </a:extLst>
            </p:cNvPr>
            <p:cNvSpPr>
              <a:spLocks noGrp="1"/>
            </p:cNvSpPr>
            <p:nvPr/>
          </p:nvSpPr>
          <p:spPr>
            <a:xfrm>
              <a:off x="6293872" y="4263655"/>
              <a:ext cx="73928" cy="16281"/>
            </a:xfrm>
            <a:custGeom>
              <a:avLst/>
              <a:gdLst/>
              <a:ahLst/>
              <a:cxnLst/>
              <a:rect l="0" t="0" r="0" b="0"/>
              <a:pathLst>
                <a:path w="73928" h="16281">
                  <a:moveTo>
                    <a:pt x="73928" y="0"/>
                  </a:moveTo>
                  <a:lnTo>
                    <a:pt x="0" y="16281"/>
                  </a:lnTo>
                </a:path>
              </a:pathLst>
            </a:custGeom>
            <a:noFill/>
            <a:ln w="20003">
              <a:solidFill>
                <a:srgbClr val="E0E5E8"/>
              </a:solidFill>
            </a:ln>
          </p:spPr>
        </p:sp>
        <p:sp>
          <p:nvSpPr>
            <p:cNvPr id="2566" name="Candidate_receptor__2565">
              <a:extLst>
                <a:ext uri="{FF2B5EF4-FFF2-40B4-BE49-F238E27FC236}">
                  <a16:creationId xmlns:a16="http://schemas.microsoft.com/office/drawing/2014/main" id="{A621711D-675F-EE0A-5FF4-C7556F2E34AA}"/>
                </a:ext>
              </a:extLst>
            </p:cNvPr>
            <p:cNvSpPr>
              <a:spLocks noGrp="1"/>
            </p:cNvSpPr>
            <p:nvPr/>
          </p:nvSpPr>
          <p:spPr>
            <a:xfrm>
              <a:off x="5617301" y="5116508"/>
              <a:ext cx="3786" cy="110265"/>
            </a:xfrm>
            <a:custGeom>
              <a:avLst/>
              <a:gdLst/>
              <a:ahLst/>
              <a:cxnLst/>
              <a:rect l="0" t="0" r="0" b="0"/>
              <a:pathLst>
                <a:path w="3786" h="110265">
                  <a:moveTo>
                    <a:pt x="3786" y="110265"/>
                  </a:moveTo>
                  <a:lnTo>
                    <a:pt x="0" y="0"/>
                  </a:lnTo>
                </a:path>
              </a:pathLst>
            </a:custGeom>
            <a:noFill/>
            <a:ln w="20003">
              <a:solidFill>
                <a:srgbClr val="E0E5E8"/>
              </a:solidFill>
            </a:ln>
          </p:spPr>
        </p:sp>
        <p:sp>
          <p:nvSpPr>
            <p:cNvPr id="2567" name="Candidate_receptor__2566">
              <a:extLst>
                <a:ext uri="{FF2B5EF4-FFF2-40B4-BE49-F238E27FC236}">
                  <a16:creationId xmlns:a16="http://schemas.microsoft.com/office/drawing/2014/main" id="{0D0983A6-77EC-6CC8-86BB-0757DAA24F4A}"/>
                </a:ext>
              </a:extLst>
            </p:cNvPr>
            <p:cNvSpPr>
              <a:spLocks noGrp="1"/>
            </p:cNvSpPr>
            <p:nvPr/>
          </p:nvSpPr>
          <p:spPr>
            <a:xfrm>
              <a:off x="5653424" y="4627211"/>
              <a:ext cx="82608" cy="30210"/>
            </a:xfrm>
            <a:custGeom>
              <a:avLst/>
              <a:gdLst/>
              <a:ahLst/>
              <a:cxnLst/>
              <a:rect l="0" t="0" r="0" b="0"/>
              <a:pathLst>
                <a:path w="82608" h="30210">
                  <a:moveTo>
                    <a:pt x="82608" y="30210"/>
                  </a:moveTo>
                  <a:lnTo>
                    <a:pt x="0" y="0"/>
                  </a:lnTo>
                </a:path>
              </a:pathLst>
            </a:custGeom>
            <a:noFill/>
            <a:ln w="20003">
              <a:solidFill>
                <a:srgbClr val="E0E5E8"/>
              </a:solidFill>
            </a:ln>
          </p:spPr>
        </p:sp>
        <p:sp>
          <p:nvSpPr>
            <p:cNvPr id="2568" name="Candidate_receptor__2567">
              <a:extLst>
                <a:ext uri="{FF2B5EF4-FFF2-40B4-BE49-F238E27FC236}">
                  <a16:creationId xmlns:a16="http://schemas.microsoft.com/office/drawing/2014/main" id="{5561C48B-94B4-3699-3B38-9C4C2DF23E13}"/>
                </a:ext>
              </a:extLst>
            </p:cNvPr>
            <p:cNvSpPr>
              <a:spLocks noGrp="1"/>
            </p:cNvSpPr>
            <p:nvPr/>
          </p:nvSpPr>
          <p:spPr>
            <a:xfrm>
              <a:off x="5727142" y="3739302"/>
              <a:ext cx="37035" cy="40771"/>
            </a:xfrm>
            <a:custGeom>
              <a:avLst/>
              <a:gdLst/>
              <a:ahLst/>
              <a:cxnLst/>
              <a:rect l="0" t="0" r="0" b="0"/>
              <a:pathLst>
                <a:path w="37035" h="40771">
                  <a:moveTo>
                    <a:pt x="37035" y="40771"/>
                  </a:moveTo>
                  <a:lnTo>
                    <a:pt x="0" y="0"/>
                  </a:lnTo>
                </a:path>
              </a:pathLst>
            </a:custGeom>
            <a:noFill/>
            <a:ln w="20003">
              <a:solidFill>
                <a:srgbClr val="E0E5E8"/>
              </a:solidFill>
            </a:ln>
          </p:spPr>
        </p:sp>
        <p:sp>
          <p:nvSpPr>
            <p:cNvPr id="2569" name="Candidate_receptor__2568">
              <a:extLst>
                <a:ext uri="{FF2B5EF4-FFF2-40B4-BE49-F238E27FC236}">
                  <a16:creationId xmlns:a16="http://schemas.microsoft.com/office/drawing/2014/main" id="{BED46A82-FA34-2B5B-0EAE-2DB696B1F56F}"/>
                </a:ext>
              </a:extLst>
            </p:cNvPr>
            <p:cNvSpPr>
              <a:spLocks noGrp="1"/>
            </p:cNvSpPr>
            <p:nvPr/>
          </p:nvSpPr>
          <p:spPr>
            <a:xfrm>
              <a:off x="4668737" y="4482695"/>
              <a:ext cx="51659" cy="96956"/>
            </a:xfrm>
            <a:custGeom>
              <a:avLst/>
              <a:gdLst/>
              <a:ahLst/>
              <a:cxnLst/>
              <a:rect l="0" t="0" r="0" b="0"/>
              <a:pathLst>
                <a:path w="51659" h="96956">
                  <a:moveTo>
                    <a:pt x="51659" y="0"/>
                  </a:moveTo>
                  <a:lnTo>
                    <a:pt x="0" y="96956"/>
                  </a:lnTo>
                </a:path>
              </a:pathLst>
            </a:custGeom>
            <a:noFill/>
            <a:ln w="20003">
              <a:solidFill>
                <a:srgbClr val="E0E5E8"/>
              </a:solidFill>
            </a:ln>
          </p:spPr>
        </p:sp>
        <p:sp>
          <p:nvSpPr>
            <p:cNvPr id="2570" name="Candidate_receptor__2569">
              <a:extLst>
                <a:ext uri="{FF2B5EF4-FFF2-40B4-BE49-F238E27FC236}">
                  <a16:creationId xmlns:a16="http://schemas.microsoft.com/office/drawing/2014/main" id="{3A1379BF-A66F-B39A-B399-20BEE7B9F260}"/>
                </a:ext>
              </a:extLst>
            </p:cNvPr>
            <p:cNvSpPr>
              <a:spLocks noGrp="1"/>
            </p:cNvSpPr>
            <p:nvPr/>
          </p:nvSpPr>
          <p:spPr>
            <a:xfrm>
              <a:off x="5997499" y="3848658"/>
              <a:ext cx="29378" cy="11527"/>
            </a:xfrm>
            <a:custGeom>
              <a:avLst/>
              <a:gdLst/>
              <a:ahLst/>
              <a:cxnLst/>
              <a:rect l="0" t="0" r="0" b="0"/>
              <a:pathLst>
                <a:path w="29378" h="11527">
                  <a:moveTo>
                    <a:pt x="0" y="0"/>
                  </a:moveTo>
                  <a:lnTo>
                    <a:pt x="29378" y="11527"/>
                  </a:lnTo>
                </a:path>
              </a:pathLst>
            </a:custGeom>
            <a:noFill/>
            <a:ln w="20003">
              <a:solidFill>
                <a:srgbClr val="E0E5E8"/>
              </a:solidFill>
            </a:ln>
          </p:spPr>
        </p:sp>
        <p:sp>
          <p:nvSpPr>
            <p:cNvPr id="2571" name="Candidate_receptor__2570">
              <a:extLst>
                <a:ext uri="{FF2B5EF4-FFF2-40B4-BE49-F238E27FC236}">
                  <a16:creationId xmlns:a16="http://schemas.microsoft.com/office/drawing/2014/main" id="{B4444A72-C9D3-528E-24C0-EC5787F1FFE3}"/>
                </a:ext>
              </a:extLst>
            </p:cNvPr>
            <p:cNvSpPr>
              <a:spLocks noGrp="1"/>
            </p:cNvSpPr>
            <p:nvPr/>
          </p:nvSpPr>
          <p:spPr>
            <a:xfrm>
              <a:off x="6279163" y="4131076"/>
              <a:ext cx="111249" cy="25913"/>
            </a:xfrm>
            <a:custGeom>
              <a:avLst/>
              <a:gdLst/>
              <a:ahLst/>
              <a:cxnLst/>
              <a:rect l="0" t="0" r="0" b="0"/>
              <a:pathLst>
                <a:path w="111249" h="25913">
                  <a:moveTo>
                    <a:pt x="0" y="0"/>
                  </a:moveTo>
                  <a:lnTo>
                    <a:pt x="111249" y="25913"/>
                  </a:lnTo>
                </a:path>
              </a:pathLst>
            </a:custGeom>
            <a:noFill/>
            <a:ln w="20003">
              <a:solidFill>
                <a:srgbClr val="E0E5E8"/>
              </a:solidFill>
            </a:ln>
          </p:spPr>
        </p:sp>
        <p:sp>
          <p:nvSpPr>
            <p:cNvPr id="2572" name="Candidate_receptor__2571">
              <a:extLst>
                <a:ext uri="{FF2B5EF4-FFF2-40B4-BE49-F238E27FC236}">
                  <a16:creationId xmlns:a16="http://schemas.microsoft.com/office/drawing/2014/main" id="{AD81868C-CBFF-2DE6-429E-0C2CC752B7F1}"/>
                </a:ext>
              </a:extLst>
            </p:cNvPr>
            <p:cNvSpPr>
              <a:spLocks noGrp="1"/>
            </p:cNvSpPr>
            <p:nvPr/>
          </p:nvSpPr>
          <p:spPr>
            <a:xfrm>
              <a:off x="4915892" y="4289862"/>
              <a:ext cx="113483" cy="17045"/>
            </a:xfrm>
            <a:custGeom>
              <a:avLst/>
              <a:gdLst/>
              <a:ahLst/>
              <a:cxnLst/>
              <a:rect l="0" t="0" r="0" b="0"/>
              <a:pathLst>
                <a:path w="113483" h="17045">
                  <a:moveTo>
                    <a:pt x="0" y="0"/>
                  </a:moveTo>
                  <a:lnTo>
                    <a:pt x="113483" y="17045"/>
                  </a:lnTo>
                </a:path>
              </a:pathLst>
            </a:custGeom>
            <a:noFill/>
            <a:ln w="20003">
              <a:solidFill>
                <a:srgbClr val="E0E5E8"/>
              </a:solidFill>
            </a:ln>
          </p:spPr>
        </p:sp>
        <p:sp>
          <p:nvSpPr>
            <p:cNvPr id="2573" name="Candidate_receptor__2572">
              <a:extLst>
                <a:ext uri="{FF2B5EF4-FFF2-40B4-BE49-F238E27FC236}">
                  <a16:creationId xmlns:a16="http://schemas.microsoft.com/office/drawing/2014/main" id="{598C41A0-5C31-1A4D-A180-327941919D5F}"/>
                </a:ext>
              </a:extLst>
            </p:cNvPr>
            <p:cNvSpPr>
              <a:spLocks noGrp="1"/>
            </p:cNvSpPr>
            <p:nvPr/>
          </p:nvSpPr>
          <p:spPr>
            <a:xfrm>
              <a:off x="5602407" y="4243947"/>
              <a:ext cx="9690" cy="38238"/>
            </a:xfrm>
            <a:custGeom>
              <a:avLst/>
              <a:gdLst/>
              <a:ahLst/>
              <a:cxnLst/>
              <a:rect l="0" t="0" r="0" b="0"/>
              <a:pathLst>
                <a:path w="9690" h="38238">
                  <a:moveTo>
                    <a:pt x="0" y="0"/>
                  </a:moveTo>
                  <a:lnTo>
                    <a:pt x="9690" y="38238"/>
                  </a:lnTo>
                </a:path>
              </a:pathLst>
            </a:custGeom>
            <a:noFill/>
            <a:ln w="20003">
              <a:solidFill>
                <a:srgbClr val="E0E5E8"/>
              </a:solidFill>
            </a:ln>
          </p:spPr>
        </p:sp>
        <p:sp>
          <p:nvSpPr>
            <p:cNvPr id="2574" name="Candidate_receptor__2573">
              <a:extLst>
                <a:ext uri="{FF2B5EF4-FFF2-40B4-BE49-F238E27FC236}">
                  <a16:creationId xmlns:a16="http://schemas.microsoft.com/office/drawing/2014/main" id="{ED3947B0-BA4E-356B-A2E2-F10AC0B820FD}"/>
                </a:ext>
              </a:extLst>
            </p:cNvPr>
            <p:cNvSpPr>
              <a:spLocks noGrp="1"/>
            </p:cNvSpPr>
            <p:nvPr/>
          </p:nvSpPr>
          <p:spPr>
            <a:xfrm>
              <a:off x="5994740" y="3981461"/>
              <a:ext cx="67173" cy="31152"/>
            </a:xfrm>
            <a:custGeom>
              <a:avLst/>
              <a:gdLst/>
              <a:ahLst/>
              <a:cxnLst/>
              <a:rect l="0" t="0" r="0" b="0"/>
              <a:pathLst>
                <a:path w="67173" h="31152">
                  <a:moveTo>
                    <a:pt x="67173" y="0"/>
                  </a:moveTo>
                  <a:lnTo>
                    <a:pt x="0" y="31152"/>
                  </a:lnTo>
                </a:path>
              </a:pathLst>
            </a:custGeom>
            <a:noFill/>
            <a:ln w="20003">
              <a:solidFill>
                <a:srgbClr val="E0E5E8"/>
              </a:solidFill>
            </a:ln>
          </p:spPr>
        </p:sp>
        <p:sp>
          <p:nvSpPr>
            <p:cNvPr id="2575" name="Candidate_receptor__2574">
              <a:extLst>
                <a:ext uri="{FF2B5EF4-FFF2-40B4-BE49-F238E27FC236}">
                  <a16:creationId xmlns:a16="http://schemas.microsoft.com/office/drawing/2014/main" id="{F2D50F1D-189F-84DB-3568-36449FEDFA84}"/>
                </a:ext>
              </a:extLst>
            </p:cNvPr>
            <p:cNvSpPr>
              <a:spLocks noGrp="1"/>
            </p:cNvSpPr>
            <p:nvPr/>
          </p:nvSpPr>
          <p:spPr>
            <a:xfrm>
              <a:off x="4847565" y="4909419"/>
              <a:ext cx="77065" cy="58093"/>
            </a:xfrm>
            <a:custGeom>
              <a:avLst/>
              <a:gdLst/>
              <a:ahLst/>
              <a:cxnLst/>
              <a:rect l="0" t="0" r="0" b="0"/>
              <a:pathLst>
                <a:path w="77065" h="58093">
                  <a:moveTo>
                    <a:pt x="77065" y="0"/>
                  </a:moveTo>
                  <a:lnTo>
                    <a:pt x="0" y="58093"/>
                  </a:lnTo>
                </a:path>
              </a:pathLst>
            </a:custGeom>
            <a:noFill/>
            <a:ln w="20003">
              <a:solidFill>
                <a:srgbClr val="E0E5E8"/>
              </a:solidFill>
            </a:ln>
          </p:spPr>
        </p:sp>
        <p:sp>
          <p:nvSpPr>
            <p:cNvPr id="2576" name="Candidate_receptor__2575">
              <a:extLst>
                <a:ext uri="{FF2B5EF4-FFF2-40B4-BE49-F238E27FC236}">
                  <a16:creationId xmlns:a16="http://schemas.microsoft.com/office/drawing/2014/main" id="{13A492A7-DD9F-DAE0-1BD9-FF55F7E7BC81}"/>
                </a:ext>
              </a:extLst>
            </p:cNvPr>
            <p:cNvSpPr>
              <a:spLocks noGrp="1"/>
            </p:cNvSpPr>
            <p:nvPr/>
          </p:nvSpPr>
          <p:spPr>
            <a:xfrm>
              <a:off x="6501520" y="4690607"/>
              <a:ext cx="16012" cy="14341"/>
            </a:xfrm>
            <a:custGeom>
              <a:avLst/>
              <a:gdLst/>
              <a:ahLst/>
              <a:cxnLst/>
              <a:rect l="0" t="0" r="0" b="0"/>
              <a:pathLst>
                <a:path w="16012" h="14341">
                  <a:moveTo>
                    <a:pt x="0" y="0"/>
                  </a:moveTo>
                  <a:lnTo>
                    <a:pt x="16012" y="14341"/>
                  </a:lnTo>
                </a:path>
              </a:pathLst>
            </a:custGeom>
            <a:noFill/>
            <a:ln w="20003">
              <a:solidFill>
                <a:srgbClr val="E0E5E8"/>
              </a:solidFill>
            </a:ln>
          </p:spPr>
        </p:sp>
        <p:sp>
          <p:nvSpPr>
            <p:cNvPr id="2577" name="Candidate_receptor__2576">
              <a:extLst>
                <a:ext uri="{FF2B5EF4-FFF2-40B4-BE49-F238E27FC236}">
                  <a16:creationId xmlns:a16="http://schemas.microsoft.com/office/drawing/2014/main" id="{50F37E77-F438-FC9C-8C1E-7CD67B491067}"/>
                </a:ext>
              </a:extLst>
            </p:cNvPr>
            <p:cNvSpPr>
              <a:spLocks noGrp="1"/>
            </p:cNvSpPr>
            <p:nvPr/>
          </p:nvSpPr>
          <p:spPr>
            <a:xfrm>
              <a:off x="5040760" y="5225869"/>
              <a:ext cx="54946" cy="76789"/>
            </a:xfrm>
            <a:custGeom>
              <a:avLst/>
              <a:gdLst/>
              <a:ahLst/>
              <a:cxnLst/>
              <a:rect l="0" t="0" r="0" b="0"/>
              <a:pathLst>
                <a:path w="54946" h="76789">
                  <a:moveTo>
                    <a:pt x="54946" y="76789"/>
                  </a:moveTo>
                  <a:lnTo>
                    <a:pt x="0" y="0"/>
                  </a:lnTo>
                </a:path>
              </a:pathLst>
            </a:custGeom>
            <a:noFill/>
            <a:ln w="20003">
              <a:solidFill>
                <a:srgbClr val="E0E5E8"/>
              </a:solidFill>
            </a:ln>
          </p:spPr>
        </p:sp>
        <p:sp>
          <p:nvSpPr>
            <p:cNvPr id="2578" name="Candidate_receptor__2577">
              <a:extLst>
                <a:ext uri="{FF2B5EF4-FFF2-40B4-BE49-F238E27FC236}">
                  <a16:creationId xmlns:a16="http://schemas.microsoft.com/office/drawing/2014/main" id="{3A233993-513F-22F9-AE77-5DD56DF26DFD}"/>
                </a:ext>
              </a:extLst>
            </p:cNvPr>
            <p:cNvSpPr>
              <a:spLocks noGrp="1"/>
            </p:cNvSpPr>
            <p:nvPr/>
          </p:nvSpPr>
          <p:spPr>
            <a:xfrm>
              <a:off x="6616793" y="4354007"/>
              <a:ext cx="97278" cy="35185"/>
            </a:xfrm>
            <a:custGeom>
              <a:avLst/>
              <a:gdLst/>
              <a:ahLst/>
              <a:cxnLst/>
              <a:rect l="0" t="0" r="0" b="0"/>
              <a:pathLst>
                <a:path w="97278" h="35185">
                  <a:moveTo>
                    <a:pt x="97278" y="35185"/>
                  </a:moveTo>
                  <a:lnTo>
                    <a:pt x="0" y="0"/>
                  </a:lnTo>
                </a:path>
              </a:pathLst>
            </a:custGeom>
            <a:noFill/>
            <a:ln w="20003">
              <a:solidFill>
                <a:srgbClr val="E0E5E8"/>
              </a:solidFill>
            </a:ln>
          </p:spPr>
        </p:sp>
        <p:sp>
          <p:nvSpPr>
            <p:cNvPr id="2579" name="Candidate_receptor__2578">
              <a:extLst>
                <a:ext uri="{FF2B5EF4-FFF2-40B4-BE49-F238E27FC236}">
                  <a16:creationId xmlns:a16="http://schemas.microsoft.com/office/drawing/2014/main" id="{B2B3532A-5369-53F2-9889-BEB7ACEB948C}"/>
                </a:ext>
              </a:extLst>
            </p:cNvPr>
            <p:cNvSpPr>
              <a:spLocks noGrp="1"/>
            </p:cNvSpPr>
            <p:nvPr/>
          </p:nvSpPr>
          <p:spPr>
            <a:xfrm>
              <a:off x="5541031" y="3158419"/>
              <a:ext cx="111170" cy="24493"/>
            </a:xfrm>
            <a:custGeom>
              <a:avLst/>
              <a:gdLst/>
              <a:ahLst/>
              <a:cxnLst/>
              <a:rect l="0" t="0" r="0" b="0"/>
              <a:pathLst>
                <a:path w="111170" h="24493">
                  <a:moveTo>
                    <a:pt x="111170" y="24493"/>
                  </a:moveTo>
                  <a:lnTo>
                    <a:pt x="0" y="0"/>
                  </a:lnTo>
                </a:path>
              </a:pathLst>
            </a:custGeom>
            <a:noFill/>
            <a:ln w="20003">
              <a:solidFill>
                <a:srgbClr val="E0E5E8"/>
              </a:solidFill>
            </a:ln>
          </p:spPr>
        </p:sp>
        <p:sp>
          <p:nvSpPr>
            <p:cNvPr id="2580" name="Candidate_receptor__2579">
              <a:extLst>
                <a:ext uri="{FF2B5EF4-FFF2-40B4-BE49-F238E27FC236}">
                  <a16:creationId xmlns:a16="http://schemas.microsoft.com/office/drawing/2014/main" id="{DF63F728-59D6-3CD4-C65B-75B27DE42E97}"/>
                </a:ext>
              </a:extLst>
            </p:cNvPr>
            <p:cNvSpPr>
              <a:spLocks noGrp="1"/>
            </p:cNvSpPr>
            <p:nvPr/>
          </p:nvSpPr>
          <p:spPr>
            <a:xfrm>
              <a:off x="6340248" y="3372065"/>
              <a:ext cx="80938" cy="48990"/>
            </a:xfrm>
            <a:custGeom>
              <a:avLst/>
              <a:gdLst/>
              <a:ahLst/>
              <a:cxnLst/>
              <a:rect l="0" t="0" r="0" b="0"/>
              <a:pathLst>
                <a:path w="80938" h="48990">
                  <a:moveTo>
                    <a:pt x="80938" y="48990"/>
                  </a:moveTo>
                  <a:lnTo>
                    <a:pt x="0" y="0"/>
                  </a:lnTo>
                </a:path>
              </a:pathLst>
            </a:custGeom>
            <a:noFill/>
            <a:ln w="8096">
              <a:solidFill>
                <a:srgbClr val="E0E5E8"/>
              </a:solidFill>
            </a:ln>
          </p:spPr>
        </p:sp>
        <p:sp>
          <p:nvSpPr>
            <p:cNvPr id="2581" name="Candidate_receptor__2580">
              <a:extLst>
                <a:ext uri="{FF2B5EF4-FFF2-40B4-BE49-F238E27FC236}">
                  <a16:creationId xmlns:a16="http://schemas.microsoft.com/office/drawing/2014/main" id="{51CF1090-3796-8318-52F1-8857752A3B17}"/>
                </a:ext>
              </a:extLst>
            </p:cNvPr>
            <p:cNvSpPr>
              <a:spLocks noGrp="1"/>
            </p:cNvSpPr>
            <p:nvPr/>
          </p:nvSpPr>
          <p:spPr>
            <a:xfrm>
              <a:off x="5160340" y="5052191"/>
              <a:ext cx="38887" cy="16427"/>
            </a:xfrm>
            <a:custGeom>
              <a:avLst/>
              <a:gdLst/>
              <a:ahLst/>
              <a:cxnLst/>
              <a:rect l="0" t="0" r="0" b="0"/>
              <a:pathLst>
                <a:path w="38887" h="16427">
                  <a:moveTo>
                    <a:pt x="38887" y="0"/>
                  </a:moveTo>
                  <a:lnTo>
                    <a:pt x="0" y="16427"/>
                  </a:lnTo>
                </a:path>
              </a:pathLst>
            </a:custGeom>
            <a:noFill/>
            <a:ln w="20003">
              <a:solidFill>
                <a:srgbClr val="E0E5E8"/>
              </a:solidFill>
            </a:ln>
          </p:spPr>
        </p:sp>
        <p:sp>
          <p:nvSpPr>
            <p:cNvPr id="2582" name="Candidate_receptor__2581">
              <a:extLst>
                <a:ext uri="{FF2B5EF4-FFF2-40B4-BE49-F238E27FC236}">
                  <a16:creationId xmlns:a16="http://schemas.microsoft.com/office/drawing/2014/main" id="{D431D53B-B17C-8AF2-2620-AA23376FBE93}"/>
                </a:ext>
              </a:extLst>
            </p:cNvPr>
            <p:cNvSpPr>
              <a:spLocks noGrp="1"/>
            </p:cNvSpPr>
            <p:nvPr/>
          </p:nvSpPr>
          <p:spPr>
            <a:xfrm>
              <a:off x="6061912" y="3916096"/>
              <a:ext cx="61023" cy="65365"/>
            </a:xfrm>
            <a:custGeom>
              <a:avLst/>
              <a:gdLst/>
              <a:ahLst/>
              <a:cxnLst/>
              <a:rect l="0" t="0" r="0" b="0"/>
              <a:pathLst>
                <a:path w="61023" h="65365">
                  <a:moveTo>
                    <a:pt x="61023" y="0"/>
                  </a:moveTo>
                  <a:lnTo>
                    <a:pt x="0" y="65365"/>
                  </a:lnTo>
                </a:path>
              </a:pathLst>
            </a:custGeom>
            <a:noFill/>
            <a:ln w="20003">
              <a:solidFill>
                <a:srgbClr val="E0E5E8"/>
              </a:solidFill>
            </a:ln>
          </p:spPr>
        </p:sp>
        <p:sp>
          <p:nvSpPr>
            <p:cNvPr id="2583" name="Candidate_receptor__2582">
              <a:extLst>
                <a:ext uri="{FF2B5EF4-FFF2-40B4-BE49-F238E27FC236}">
                  <a16:creationId xmlns:a16="http://schemas.microsoft.com/office/drawing/2014/main" id="{7EA55CE6-88D0-6877-1662-0E897E82F65B}"/>
                </a:ext>
              </a:extLst>
            </p:cNvPr>
            <p:cNvSpPr>
              <a:spLocks noGrp="1"/>
            </p:cNvSpPr>
            <p:nvPr/>
          </p:nvSpPr>
          <p:spPr>
            <a:xfrm>
              <a:off x="6553732" y="4354007"/>
              <a:ext cx="63060" cy="78845"/>
            </a:xfrm>
            <a:custGeom>
              <a:avLst/>
              <a:gdLst/>
              <a:ahLst/>
              <a:cxnLst/>
              <a:rect l="0" t="0" r="0" b="0"/>
              <a:pathLst>
                <a:path w="63060" h="78845">
                  <a:moveTo>
                    <a:pt x="63060" y="0"/>
                  </a:moveTo>
                  <a:lnTo>
                    <a:pt x="0" y="78845"/>
                  </a:lnTo>
                </a:path>
              </a:pathLst>
            </a:custGeom>
            <a:noFill/>
            <a:ln w="20003">
              <a:solidFill>
                <a:srgbClr val="E0E5E8"/>
              </a:solidFill>
            </a:ln>
          </p:spPr>
        </p:sp>
        <p:sp>
          <p:nvSpPr>
            <p:cNvPr id="2584" name="Candidate_receptor__2583">
              <a:extLst>
                <a:ext uri="{FF2B5EF4-FFF2-40B4-BE49-F238E27FC236}">
                  <a16:creationId xmlns:a16="http://schemas.microsoft.com/office/drawing/2014/main" id="{9A4E2F7D-5AD8-B7DB-1CDE-DB2B74C29CB8}"/>
                </a:ext>
              </a:extLst>
            </p:cNvPr>
            <p:cNvSpPr>
              <a:spLocks noGrp="1"/>
            </p:cNvSpPr>
            <p:nvPr/>
          </p:nvSpPr>
          <p:spPr>
            <a:xfrm>
              <a:off x="5458091" y="5360781"/>
              <a:ext cx="18116" cy="111508"/>
            </a:xfrm>
            <a:custGeom>
              <a:avLst/>
              <a:gdLst/>
              <a:ahLst/>
              <a:cxnLst/>
              <a:rect l="0" t="0" r="0" b="0"/>
              <a:pathLst>
                <a:path w="18116" h="111508">
                  <a:moveTo>
                    <a:pt x="0" y="0"/>
                  </a:moveTo>
                  <a:lnTo>
                    <a:pt x="18116" y="111508"/>
                  </a:lnTo>
                </a:path>
              </a:pathLst>
            </a:custGeom>
            <a:noFill/>
            <a:ln w="8096">
              <a:solidFill>
                <a:srgbClr val="E0E5E8"/>
              </a:solidFill>
            </a:ln>
          </p:spPr>
        </p:sp>
        <p:sp>
          <p:nvSpPr>
            <p:cNvPr id="2585" name="Candidate_receptor__2584">
              <a:extLst>
                <a:ext uri="{FF2B5EF4-FFF2-40B4-BE49-F238E27FC236}">
                  <a16:creationId xmlns:a16="http://schemas.microsoft.com/office/drawing/2014/main" id="{C62168AA-76CF-F4FD-440D-F7FE3BCEE46E}"/>
                </a:ext>
              </a:extLst>
            </p:cNvPr>
            <p:cNvSpPr>
              <a:spLocks noGrp="1"/>
            </p:cNvSpPr>
            <p:nvPr/>
          </p:nvSpPr>
          <p:spPr>
            <a:xfrm>
              <a:off x="5847929" y="4226248"/>
              <a:ext cx="41326" cy="35209"/>
            </a:xfrm>
            <a:custGeom>
              <a:avLst/>
              <a:gdLst/>
              <a:ahLst/>
              <a:cxnLst/>
              <a:rect l="0" t="0" r="0" b="0"/>
              <a:pathLst>
                <a:path w="41326" h="35209">
                  <a:moveTo>
                    <a:pt x="41326" y="35209"/>
                  </a:moveTo>
                  <a:lnTo>
                    <a:pt x="0" y="0"/>
                  </a:lnTo>
                </a:path>
              </a:pathLst>
            </a:custGeom>
            <a:noFill/>
            <a:ln w="20003">
              <a:solidFill>
                <a:srgbClr val="E0E5E8"/>
              </a:solidFill>
            </a:ln>
          </p:spPr>
        </p:sp>
        <p:sp>
          <p:nvSpPr>
            <p:cNvPr id="2586" name="Candidate_receptor__2585">
              <a:extLst>
                <a:ext uri="{FF2B5EF4-FFF2-40B4-BE49-F238E27FC236}">
                  <a16:creationId xmlns:a16="http://schemas.microsoft.com/office/drawing/2014/main" id="{E315EFF8-1B68-9423-378B-663167DF95CD}"/>
                </a:ext>
              </a:extLst>
            </p:cNvPr>
            <p:cNvSpPr>
              <a:spLocks noGrp="1"/>
            </p:cNvSpPr>
            <p:nvPr/>
          </p:nvSpPr>
          <p:spPr>
            <a:xfrm>
              <a:off x="5820183" y="3631851"/>
              <a:ext cx="3079" cy="42777"/>
            </a:xfrm>
            <a:custGeom>
              <a:avLst/>
              <a:gdLst/>
              <a:ahLst/>
              <a:cxnLst/>
              <a:rect l="0" t="0" r="0" b="0"/>
              <a:pathLst>
                <a:path w="3079" h="42777">
                  <a:moveTo>
                    <a:pt x="0" y="42777"/>
                  </a:moveTo>
                  <a:lnTo>
                    <a:pt x="3079" y="0"/>
                  </a:lnTo>
                </a:path>
              </a:pathLst>
            </a:custGeom>
            <a:noFill/>
            <a:ln w="20003">
              <a:solidFill>
                <a:srgbClr val="E0E5E8"/>
              </a:solidFill>
            </a:ln>
          </p:spPr>
        </p:sp>
        <p:sp>
          <p:nvSpPr>
            <p:cNvPr id="2587" name="Candidate_receptor__2586">
              <a:extLst>
                <a:ext uri="{FF2B5EF4-FFF2-40B4-BE49-F238E27FC236}">
                  <a16:creationId xmlns:a16="http://schemas.microsoft.com/office/drawing/2014/main" id="{E448B7CA-CB05-9C31-3B70-884367B20E71}"/>
                </a:ext>
              </a:extLst>
            </p:cNvPr>
            <p:cNvSpPr>
              <a:spLocks noGrp="1"/>
            </p:cNvSpPr>
            <p:nvPr/>
          </p:nvSpPr>
          <p:spPr>
            <a:xfrm>
              <a:off x="5235006" y="4762970"/>
              <a:ext cx="35634" cy="90571"/>
            </a:xfrm>
            <a:custGeom>
              <a:avLst/>
              <a:gdLst/>
              <a:ahLst/>
              <a:cxnLst/>
              <a:rect l="0" t="0" r="0" b="0"/>
              <a:pathLst>
                <a:path w="35634" h="90571">
                  <a:moveTo>
                    <a:pt x="35634" y="0"/>
                  </a:moveTo>
                  <a:lnTo>
                    <a:pt x="0" y="90571"/>
                  </a:lnTo>
                </a:path>
              </a:pathLst>
            </a:custGeom>
            <a:noFill/>
            <a:ln w="20003">
              <a:solidFill>
                <a:srgbClr val="E0E5E8"/>
              </a:solidFill>
            </a:ln>
          </p:spPr>
        </p:sp>
        <p:sp>
          <p:nvSpPr>
            <p:cNvPr id="2588" name="Candidate_receptor__2587">
              <a:extLst>
                <a:ext uri="{FF2B5EF4-FFF2-40B4-BE49-F238E27FC236}">
                  <a16:creationId xmlns:a16="http://schemas.microsoft.com/office/drawing/2014/main" id="{9EB2FC75-B1BC-30E6-6116-28DA3B0722A1}"/>
                </a:ext>
              </a:extLst>
            </p:cNvPr>
            <p:cNvSpPr>
              <a:spLocks noGrp="1"/>
            </p:cNvSpPr>
            <p:nvPr/>
          </p:nvSpPr>
          <p:spPr>
            <a:xfrm>
              <a:off x="5199689" y="4693597"/>
              <a:ext cx="70950" cy="69373"/>
            </a:xfrm>
            <a:custGeom>
              <a:avLst/>
              <a:gdLst/>
              <a:ahLst/>
              <a:cxnLst/>
              <a:rect l="0" t="0" r="0" b="0"/>
              <a:pathLst>
                <a:path w="70950" h="69373">
                  <a:moveTo>
                    <a:pt x="0" y="0"/>
                  </a:moveTo>
                  <a:lnTo>
                    <a:pt x="70950" y="69373"/>
                  </a:lnTo>
                </a:path>
              </a:pathLst>
            </a:custGeom>
            <a:noFill/>
            <a:ln w="20003">
              <a:solidFill>
                <a:srgbClr val="E0E5E8"/>
              </a:solidFill>
            </a:ln>
          </p:spPr>
        </p:sp>
        <p:sp>
          <p:nvSpPr>
            <p:cNvPr id="2589" name="Candidate_receptor__2588">
              <a:extLst>
                <a:ext uri="{FF2B5EF4-FFF2-40B4-BE49-F238E27FC236}">
                  <a16:creationId xmlns:a16="http://schemas.microsoft.com/office/drawing/2014/main" id="{7048CC06-2AD1-91BD-FD98-9C39A505EEFE}"/>
                </a:ext>
              </a:extLst>
            </p:cNvPr>
            <p:cNvSpPr>
              <a:spLocks noGrp="1"/>
            </p:cNvSpPr>
            <p:nvPr/>
          </p:nvSpPr>
          <p:spPr>
            <a:xfrm>
              <a:off x="4924630" y="4875169"/>
              <a:ext cx="63387" cy="34250"/>
            </a:xfrm>
            <a:custGeom>
              <a:avLst/>
              <a:gdLst/>
              <a:ahLst/>
              <a:cxnLst/>
              <a:rect l="0" t="0" r="0" b="0"/>
              <a:pathLst>
                <a:path w="63387" h="34250">
                  <a:moveTo>
                    <a:pt x="63387" y="0"/>
                  </a:moveTo>
                  <a:lnTo>
                    <a:pt x="0" y="34250"/>
                  </a:lnTo>
                </a:path>
              </a:pathLst>
            </a:custGeom>
            <a:noFill/>
            <a:ln w="20003">
              <a:solidFill>
                <a:srgbClr val="E0E5E8"/>
              </a:solidFill>
            </a:ln>
          </p:spPr>
        </p:sp>
        <p:sp>
          <p:nvSpPr>
            <p:cNvPr id="2590" name="Candidate_receptor__2589">
              <a:extLst>
                <a:ext uri="{FF2B5EF4-FFF2-40B4-BE49-F238E27FC236}">
                  <a16:creationId xmlns:a16="http://schemas.microsoft.com/office/drawing/2014/main" id="{3ECE69ED-8480-1F3B-F576-D0B22FE80A8A}"/>
                </a:ext>
              </a:extLst>
            </p:cNvPr>
            <p:cNvSpPr>
              <a:spLocks noGrp="1"/>
            </p:cNvSpPr>
            <p:nvPr/>
          </p:nvSpPr>
          <p:spPr>
            <a:xfrm>
              <a:off x="6420332" y="4567122"/>
              <a:ext cx="92832" cy="9511"/>
            </a:xfrm>
            <a:custGeom>
              <a:avLst/>
              <a:gdLst/>
              <a:ahLst/>
              <a:cxnLst/>
              <a:rect l="0" t="0" r="0" b="0"/>
              <a:pathLst>
                <a:path w="92832" h="9511">
                  <a:moveTo>
                    <a:pt x="0" y="0"/>
                  </a:moveTo>
                  <a:lnTo>
                    <a:pt x="92832" y="9511"/>
                  </a:lnTo>
                </a:path>
              </a:pathLst>
            </a:custGeom>
            <a:noFill/>
            <a:ln w="20003">
              <a:solidFill>
                <a:srgbClr val="E0E5E8"/>
              </a:solidFill>
            </a:ln>
          </p:spPr>
        </p:sp>
        <p:sp>
          <p:nvSpPr>
            <p:cNvPr id="2591" name="Candidate_receptor__2590">
              <a:extLst>
                <a:ext uri="{FF2B5EF4-FFF2-40B4-BE49-F238E27FC236}">
                  <a16:creationId xmlns:a16="http://schemas.microsoft.com/office/drawing/2014/main" id="{0B801173-86F7-1D50-438F-7D87C9C6CA99}"/>
                </a:ext>
              </a:extLst>
            </p:cNvPr>
            <p:cNvSpPr>
              <a:spLocks noGrp="1"/>
            </p:cNvSpPr>
            <p:nvPr/>
          </p:nvSpPr>
          <p:spPr>
            <a:xfrm>
              <a:off x="5710717" y="3556564"/>
              <a:ext cx="15406" cy="51220"/>
            </a:xfrm>
            <a:custGeom>
              <a:avLst/>
              <a:gdLst/>
              <a:ahLst/>
              <a:cxnLst/>
              <a:rect l="0" t="0" r="0" b="0"/>
              <a:pathLst>
                <a:path w="15406" h="51220">
                  <a:moveTo>
                    <a:pt x="0" y="51220"/>
                  </a:moveTo>
                  <a:lnTo>
                    <a:pt x="15406" y="0"/>
                  </a:lnTo>
                </a:path>
              </a:pathLst>
            </a:custGeom>
            <a:noFill/>
            <a:ln w="20003">
              <a:solidFill>
                <a:srgbClr val="E0E5E8"/>
              </a:solidFill>
            </a:ln>
          </p:spPr>
        </p:sp>
        <p:sp>
          <p:nvSpPr>
            <p:cNvPr id="2592" name="Candidate_receptor__2591">
              <a:extLst>
                <a:ext uri="{FF2B5EF4-FFF2-40B4-BE49-F238E27FC236}">
                  <a16:creationId xmlns:a16="http://schemas.microsoft.com/office/drawing/2014/main" id="{BE8C81DD-0A49-80D0-D706-E23B88CC6438}"/>
                </a:ext>
              </a:extLst>
            </p:cNvPr>
            <p:cNvSpPr>
              <a:spLocks noGrp="1"/>
            </p:cNvSpPr>
            <p:nvPr/>
          </p:nvSpPr>
          <p:spPr>
            <a:xfrm>
              <a:off x="5917420" y="4114677"/>
              <a:ext cx="16092" cy="34882"/>
            </a:xfrm>
            <a:custGeom>
              <a:avLst/>
              <a:gdLst/>
              <a:ahLst/>
              <a:cxnLst/>
              <a:rect l="0" t="0" r="0" b="0"/>
              <a:pathLst>
                <a:path w="16092" h="34882">
                  <a:moveTo>
                    <a:pt x="16092" y="34882"/>
                  </a:moveTo>
                  <a:lnTo>
                    <a:pt x="0" y="0"/>
                  </a:lnTo>
                </a:path>
              </a:pathLst>
            </a:custGeom>
            <a:noFill/>
            <a:ln w="20003">
              <a:solidFill>
                <a:srgbClr val="E0E5E8"/>
              </a:solidFill>
            </a:ln>
          </p:spPr>
        </p:sp>
        <p:sp>
          <p:nvSpPr>
            <p:cNvPr id="2593" name="Candidate_receptor__2592">
              <a:extLst>
                <a:ext uri="{FF2B5EF4-FFF2-40B4-BE49-F238E27FC236}">
                  <a16:creationId xmlns:a16="http://schemas.microsoft.com/office/drawing/2014/main" id="{6AE53D7F-DADD-614B-8D78-8146A11E25AE}"/>
                </a:ext>
              </a:extLst>
            </p:cNvPr>
            <p:cNvSpPr>
              <a:spLocks noGrp="1"/>
            </p:cNvSpPr>
            <p:nvPr/>
          </p:nvSpPr>
          <p:spPr>
            <a:xfrm>
              <a:off x="6357697" y="4567122"/>
              <a:ext cx="62635" cy="58961"/>
            </a:xfrm>
            <a:custGeom>
              <a:avLst/>
              <a:gdLst/>
              <a:ahLst/>
              <a:cxnLst/>
              <a:rect l="0" t="0" r="0" b="0"/>
              <a:pathLst>
                <a:path w="62635" h="58961">
                  <a:moveTo>
                    <a:pt x="0" y="58961"/>
                  </a:moveTo>
                  <a:lnTo>
                    <a:pt x="62635" y="0"/>
                  </a:lnTo>
                </a:path>
              </a:pathLst>
            </a:custGeom>
            <a:noFill/>
            <a:ln w="20003">
              <a:solidFill>
                <a:srgbClr val="E0E5E8"/>
              </a:solidFill>
            </a:ln>
          </p:spPr>
        </p:sp>
        <p:sp>
          <p:nvSpPr>
            <p:cNvPr id="2594" name="Candidate_receptor__2593">
              <a:extLst>
                <a:ext uri="{FF2B5EF4-FFF2-40B4-BE49-F238E27FC236}">
                  <a16:creationId xmlns:a16="http://schemas.microsoft.com/office/drawing/2014/main" id="{5E694E3B-61F6-12DC-9146-502244080AA3}"/>
                </a:ext>
              </a:extLst>
            </p:cNvPr>
            <p:cNvSpPr>
              <a:spLocks noGrp="1"/>
            </p:cNvSpPr>
            <p:nvPr/>
          </p:nvSpPr>
          <p:spPr>
            <a:xfrm>
              <a:off x="6367800" y="4156989"/>
              <a:ext cx="22612" cy="106665"/>
            </a:xfrm>
            <a:custGeom>
              <a:avLst/>
              <a:gdLst/>
              <a:ahLst/>
              <a:cxnLst/>
              <a:rect l="0" t="0" r="0" b="0"/>
              <a:pathLst>
                <a:path w="22612" h="106665">
                  <a:moveTo>
                    <a:pt x="22612" y="0"/>
                  </a:moveTo>
                  <a:lnTo>
                    <a:pt x="0" y="106665"/>
                  </a:lnTo>
                </a:path>
              </a:pathLst>
            </a:custGeom>
            <a:noFill/>
            <a:ln w="20003">
              <a:solidFill>
                <a:srgbClr val="E0E5E8"/>
              </a:solidFill>
            </a:ln>
          </p:spPr>
        </p:sp>
        <p:sp>
          <p:nvSpPr>
            <p:cNvPr id="2595" name="Candidate_receptor__2594">
              <a:extLst>
                <a:ext uri="{FF2B5EF4-FFF2-40B4-BE49-F238E27FC236}">
                  <a16:creationId xmlns:a16="http://schemas.microsoft.com/office/drawing/2014/main" id="{16EC718F-9EE1-FC56-6982-867584B55F14}"/>
                </a:ext>
              </a:extLst>
            </p:cNvPr>
            <p:cNvSpPr>
              <a:spLocks noGrp="1"/>
            </p:cNvSpPr>
            <p:nvPr/>
          </p:nvSpPr>
          <p:spPr>
            <a:xfrm>
              <a:off x="5025433" y="5302658"/>
              <a:ext cx="70273" cy="85253"/>
            </a:xfrm>
            <a:custGeom>
              <a:avLst/>
              <a:gdLst/>
              <a:ahLst/>
              <a:cxnLst/>
              <a:rect l="0" t="0" r="0" b="0"/>
              <a:pathLst>
                <a:path w="70273" h="85253">
                  <a:moveTo>
                    <a:pt x="0" y="85253"/>
                  </a:moveTo>
                  <a:lnTo>
                    <a:pt x="70273" y="0"/>
                  </a:lnTo>
                </a:path>
              </a:pathLst>
            </a:custGeom>
            <a:noFill/>
            <a:ln w="20003">
              <a:solidFill>
                <a:srgbClr val="E0E5E8"/>
              </a:solidFill>
            </a:ln>
          </p:spPr>
        </p:sp>
        <p:sp>
          <p:nvSpPr>
            <p:cNvPr id="2596" name="Candidate_receptor__2595">
              <a:extLst>
                <a:ext uri="{FF2B5EF4-FFF2-40B4-BE49-F238E27FC236}">
                  <a16:creationId xmlns:a16="http://schemas.microsoft.com/office/drawing/2014/main" id="{BE89DEDE-73AE-4EAC-999A-66AE2225ACA8}"/>
                </a:ext>
              </a:extLst>
            </p:cNvPr>
            <p:cNvSpPr>
              <a:spLocks noGrp="1"/>
            </p:cNvSpPr>
            <p:nvPr/>
          </p:nvSpPr>
          <p:spPr>
            <a:xfrm>
              <a:off x="5004959" y="4306906"/>
              <a:ext cx="24416" cy="108923"/>
            </a:xfrm>
            <a:custGeom>
              <a:avLst/>
              <a:gdLst/>
              <a:ahLst/>
              <a:cxnLst/>
              <a:rect l="0" t="0" r="0" b="0"/>
              <a:pathLst>
                <a:path w="24416" h="108923">
                  <a:moveTo>
                    <a:pt x="24416" y="0"/>
                  </a:moveTo>
                  <a:lnTo>
                    <a:pt x="0" y="108923"/>
                  </a:lnTo>
                </a:path>
              </a:pathLst>
            </a:custGeom>
            <a:noFill/>
            <a:ln w="20003">
              <a:solidFill>
                <a:srgbClr val="E0E5E8"/>
              </a:solidFill>
            </a:ln>
          </p:spPr>
        </p:sp>
        <p:sp>
          <p:nvSpPr>
            <p:cNvPr id="2597" name="Candidate_receptor__2596">
              <a:extLst>
                <a:ext uri="{FF2B5EF4-FFF2-40B4-BE49-F238E27FC236}">
                  <a16:creationId xmlns:a16="http://schemas.microsoft.com/office/drawing/2014/main" id="{FAF0F014-8F89-EA7D-F8C9-21C18430B254}"/>
                </a:ext>
              </a:extLst>
            </p:cNvPr>
            <p:cNvSpPr>
              <a:spLocks noGrp="1"/>
            </p:cNvSpPr>
            <p:nvPr/>
          </p:nvSpPr>
          <p:spPr>
            <a:xfrm>
              <a:off x="4745471" y="4802260"/>
              <a:ext cx="80504" cy="64778"/>
            </a:xfrm>
            <a:custGeom>
              <a:avLst/>
              <a:gdLst/>
              <a:ahLst/>
              <a:cxnLst/>
              <a:rect l="0" t="0" r="0" b="0"/>
              <a:pathLst>
                <a:path w="80504" h="64778">
                  <a:moveTo>
                    <a:pt x="80504" y="0"/>
                  </a:moveTo>
                  <a:lnTo>
                    <a:pt x="0" y="64778"/>
                  </a:lnTo>
                </a:path>
              </a:pathLst>
            </a:custGeom>
            <a:noFill/>
            <a:ln w="20003">
              <a:solidFill>
                <a:srgbClr val="E0E5E8"/>
              </a:solidFill>
            </a:ln>
          </p:spPr>
        </p:sp>
        <p:sp>
          <p:nvSpPr>
            <p:cNvPr id="2598" name="Candidate_receptor__2597">
              <a:extLst>
                <a:ext uri="{FF2B5EF4-FFF2-40B4-BE49-F238E27FC236}">
                  <a16:creationId xmlns:a16="http://schemas.microsoft.com/office/drawing/2014/main" id="{5C51EFF1-C44A-C675-5754-A2AD2AAFC4E9}"/>
                </a:ext>
              </a:extLst>
            </p:cNvPr>
            <p:cNvSpPr>
              <a:spLocks noGrp="1"/>
            </p:cNvSpPr>
            <p:nvPr/>
          </p:nvSpPr>
          <p:spPr>
            <a:xfrm>
              <a:off x="6692225" y="4389191"/>
              <a:ext cx="21846" cy="111910"/>
            </a:xfrm>
            <a:custGeom>
              <a:avLst/>
              <a:gdLst/>
              <a:ahLst/>
              <a:cxnLst/>
              <a:rect l="0" t="0" r="0" b="0"/>
              <a:pathLst>
                <a:path w="21846" h="111910">
                  <a:moveTo>
                    <a:pt x="0" y="111910"/>
                  </a:moveTo>
                  <a:lnTo>
                    <a:pt x="21846" y="0"/>
                  </a:lnTo>
                </a:path>
              </a:pathLst>
            </a:custGeom>
            <a:noFill/>
            <a:ln w="20003">
              <a:solidFill>
                <a:srgbClr val="E0E5E8"/>
              </a:solidFill>
            </a:ln>
          </p:spPr>
        </p:sp>
        <p:sp>
          <p:nvSpPr>
            <p:cNvPr id="2599" name="Candidate_receptor__2598">
              <a:extLst>
                <a:ext uri="{FF2B5EF4-FFF2-40B4-BE49-F238E27FC236}">
                  <a16:creationId xmlns:a16="http://schemas.microsoft.com/office/drawing/2014/main" id="{606476D5-1F21-3574-E6FE-C52F1E44069D}"/>
                </a:ext>
              </a:extLst>
            </p:cNvPr>
            <p:cNvSpPr>
              <a:spLocks noGrp="1"/>
            </p:cNvSpPr>
            <p:nvPr/>
          </p:nvSpPr>
          <p:spPr>
            <a:xfrm>
              <a:off x="5450571" y="5033582"/>
              <a:ext cx="18223" cy="106242"/>
            </a:xfrm>
            <a:custGeom>
              <a:avLst/>
              <a:gdLst/>
              <a:ahLst/>
              <a:cxnLst/>
              <a:rect l="0" t="0" r="0" b="0"/>
              <a:pathLst>
                <a:path w="18223" h="106242">
                  <a:moveTo>
                    <a:pt x="18223" y="106242"/>
                  </a:moveTo>
                  <a:lnTo>
                    <a:pt x="0" y="0"/>
                  </a:lnTo>
                </a:path>
              </a:pathLst>
            </a:custGeom>
            <a:noFill/>
            <a:ln w="20003">
              <a:solidFill>
                <a:srgbClr val="E0E5E8"/>
              </a:solidFill>
            </a:ln>
          </p:spPr>
        </p:sp>
        <p:sp>
          <p:nvSpPr>
            <p:cNvPr id="2600" name="Candidate_receptor__2599">
              <a:extLst>
                <a:ext uri="{FF2B5EF4-FFF2-40B4-BE49-F238E27FC236}">
                  <a16:creationId xmlns:a16="http://schemas.microsoft.com/office/drawing/2014/main" id="{E954F44C-99EC-A8B7-FBA5-61937526E585}"/>
                </a:ext>
              </a:extLst>
            </p:cNvPr>
            <p:cNvSpPr>
              <a:spLocks noGrp="1"/>
            </p:cNvSpPr>
            <p:nvPr/>
          </p:nvSpPr>
          <p:spPr>
            <a:xfrm>
              <a:off x="4757039" y="2311095"/>
              <a:ext cx="34105" cy="19428"/>
            </a:xfrm>
            <a:custGeom>
              <a:avLst/>
              <a:gdLst/>
              <a:ahLst/>
              <a:cxnLst/>
              <a:rect l="0" t="0" r="0" b="0"/>
              <a:pathLst>
                <a:path w="34105" h="19428">
                  <a:moveTo>
                    <a:pt x="0" y="0"/>
                  </a:moveTo>
                  <a:lnTo>
                    <a:pt x="34105" y="19428"/>
                  </a:lnTo>
                </a:path>
              </a:pathLst>
            </a:custGeom>
            <a:noFill/>
            <a:ln w="20003">
              <a:solidFill>
                <a:srgbClr val="E0E5E8"/>
              </a:solidFill>
            </a:ln>
          </p:spPr>
        </p:sp>
        <p:sp>
          <p:nvSpPr>
            <p:cNvPr id="2601" name="Candidate_receptor__2600">
              <a:extLst>
                <a:ext uri="{FF2B5EF4-FFF2-40B4-BE49-F238E27FC236}">
                  <a16:creationId xmlns:a16="http://schemas.microsoft.com/office/drawing/2014/main" id="{EE26C6AB-3B4A-55BF-A4F9-ACAF45CB6CAB}"/>
                </a:ext>
              </a:extLst>
            </p:cNvPr>
            <p:cNvSpPr>
              <a:spLocks noGrp="1"/>
            </p:cNvSpPr>
            <p:nvPr/>
          </p:nvSpPr>
          <p:spPr>
            <a:xfrm>
              <a:off x="5343627" y="5360781"/>
              <a:ext cx="114463" cy="19675"/>
            </a:xfrm>
            <a:custGeom>
              <a:avLst/>
              <a:gdLst/>
              <a:ahLst/>
              <a:cxnLst/>
              <a:rect l="0" t="0" r="0" b="0"/>
              <a:pathLst>
                <a:path w="114463" h="19675">
                  <a:moveTo>
                    <a:pt x="0" y="19675"/>
                  </a:moveTo>
                  <a:lnTo>
                    <a:pt x="114463" y="0"/>
                  </a:lnTo>
                </a:path>
              </a:pathLst>
            </a:custGeom>
            <a:noFill/>
            <a:ln w="8096">
              <a:solidFill>
                <a:srgbClr val="E0E5E8"/>
              </a:solidFill>
            </a:ln>
          </p:spPr>
        </p:sp>
        <p:sp>
          <p:nvSpPr>
            <p:cNvPr id="2602" name="Candidate_receptor__2601">
              <a:extLst>
                <a:ext uri="{FF2B5EF4-FFF2-40B4-BE49-F238E27FC236}">
                  <a16:creationId xmlns:a16="http://schemas.microsoft.com/office/drawing/2014/main" id="{29FC67AA-BE98-8A9B-6C2E-8CA27A2E374B}"/>
                </a:ext>
              </a:extLst>
            </p:cNvPr>
            <p:cNvSpPr>
              <a:spLocks noGrp="1"/>
            </p:cNvSpPr>
            <p:nvPr/>
          </p:nvSpPr>
          <p:spPr>
            <a:xfrm>
              <a:off x="6096244" y="3735075"/>
              <a:ext cx="3710" cy="65030"/>
            </a:xfrm>
            <a:custGeom>
              <a:avLst/>
              <a:gdLst/>
              <a:ahLst/>
              <a:cxnLst/>
              <a:rect l="0" t="0" r="0" b="0"/>
              <a:pathLst>
                <a:path w="3710" h="65030">
                  <a:moveTo>
                    <a:pt x="0" y="0"/>
                  </a:moveTo>
                  <a:lnTo>
                    <a:pt x="3710" y="65030"/>
                  </a:lnTo>
                </a:path>
              </a:pathLst>
            </a:custGeom>
            <a:noFill/>
            <a:ln w="20003">
              <a:solidFill>
                <a:srgbClr val="E0E5E8"/>
              </a:solidFill>
            </a:ln>
          </p:spPr>
        </p:sp>
        <p:sp>
          <p:nvSpPr>
            <p:cNvPr id="2603" name="Candidate_receptor__2602">
              <a:extLst>
                <a:ext uri="{FF2B5EF4-FFF2-40B4-BE49-F238E27FC236}">
                  <a16:creationId xmlns:a16="http://schemas.microsoft.com/office/drawing/2014/main" id="{88028476-EDDB-80D1-6BF6-2241F3FD9B9F}"/>
                </a:ext>
              </a:extLst>
            </p:cNvPr>
            <p:cNvSpPr>
              <a:spLocks noGrp="1"/>
            </p:cNvSpPr>
            <p:nvPr/>
          </p:nvSpPr>
          <p:spPr>
            <a:xfrm>
              <a:off x="5062347" y="3996999"/>
              <a:ext cx="100181" cy="58422"/>
            </a:xfrm>
            <a:custGeom>
              <a:avLst/>
              <a:gdLst/>
              <a:ahLst/>
              <a:cxnLst/>
              <a:rect l="0" t="0" r="0" b="0"/>
              <a:pathLst>
                <a:path w="100181" h="58422">
                  <a:moveTo>
                    <a:pt x="100181" y="58422"/>
                  </a:moveTo>
                  <a:lnTo>
                    <a:pt x="0" y="0"/>
                  </a:lnTo>
                </a:path>
              </a:pathLst>
            </a:custGeom>
            <a:noFill/>
            <a:ln w="8096">
              <a:solidFill>
                <a:srgbClr val="E0E5E8"/>
              </a:solidFill>
            </a:ln>
          </p:spPr>
        </p:sp>
        <p:sp>
          <p:nvSpPr>
            <p:cNvPr id="2604" name="Candidate_receptor__2603">
              <a:extLst>
                <a:ext uri="{FF2B5EF4-FFF2-40B4-BE49-F238E27FC236}">
                  <a16:creationId xmlns:a16="http://schemas.microsoft.com/office/drawing/2014/main" id="{5EF8A2A8-E0ED-F082-C63B-1F5C88BBC90C}"/>
                </a:ext>
              </a:extLst>
            </p:cNvPr>
            <p:cNvSpPr>
              <a:spLocks noGrp="1"/>
            </p:cNvSpPr>
            <p:nvPr/>
          </p:nvSpPr>
          <p:spPr>
            <a:xfrm>
              <a:off x="5240248" y="4546995"/>
              <a:ext cx="18475" cy="77089"/>
            </a:xfrm>
            <a:custGeom>
              <a:avLst/>
              <a:gdLst/>
              <a:ahLst/>
              <a:cxnLst/>
              <a:rect l="0" t="0" r="0" b="0"/>
              <a:pathLst>
                <a:path w="18475" h="77089">
                  <a:moveTo>
                    <a:pt x="0" y="0"/>
                  </a:moveTo>
                  <a:lnTo>
                    <a:pt x="18475" y="77089"/>
                  </a:lnTo>
                </a:path>
              </a:pathLst>
            </a:custGeom>
            <a:noFill/>
            <a:ln w="20003">
              <a:solidFill>
                <a:srgbClr val="E0E5E8"/>
              </a:solidFill>
            </a:ln>
          </p:spPr>
        </p:sp>
        <p:sp>
          <p:nvSpPr>
            <p:cNvPr id="2605" name="Candidate_receptor__2604">
              <a:extLst>
                <a:ext uri="{FF2B5EF4-FFF2-40B4-BE49-F238E27FC236}">
                  <a16:creationId xmlns:a16="http://schemas.microsoft.com/office/drawing/2014/main" id="{AB0A9F67-A129-3C31-E13D-0F2DB1E28556}"/>
                </a:ext>
              </a:extLst>
            </p:cNvPr>
            <p:cNvSpPr>
              <a:spLocks noGrp="1"/>
            </p:cNvSpPr>
            <p:nvPr/>
          </p:nvSpPr>
          <p:spPr>
            <a:xfrm>
              <a:off x="5162528" y="4055421"/>
              <a:ext cx="15183" cy="115197"/>
            </a:xfrm>
            <a:custGeom>
              <a:avLst/>
              <a:gdLst/>
              <a:ahLst/>
              <a:cxnLst/>
              <a:rect l="0" t="0" r="0" b="0"/>
              <a:pathLst>
                <a:path w="15183" h="115197">
                  <a:moveTo>
                    <a:pt x="15183" y="115197"/>
                  </a:moveTo>
                  <a:lnTo>
                    <a:pt x="0" y="0"/>
                  </a:lnTo>
                </a:path>
              </a:pathLst>
            </a:custGeom>
            <a:noFill/>
            <a:ln w="8096">
              <a:solidFill>
                <a:srgbClr val="E0E5E8"/>
              </a:solidFill>
            </a:ln>
          </p:spPr>
        </p:sp>
        <p:sp>
          <p:nvSpPr>
            <p:cNvPr id="2606" name="Candidate_receptor__2605">
              <a:extLst>
                <a:ext uri="{FF2B5EF4-FFF2-40B4-BE49-F238E27FC236}">
                  <a16:creationId xmlns:a16="http://schemas.microsoft.com/office/drawing/2014/main" id="{1EC5E5FC-22A3-5AE1-F3D5-19E19C56A275}"/>
                </a:ext>
              </a:extLst>
            </p:cNvPr>
            <p:cNvSpPr>
              <a:spLocks noGrp="1"/>
            </p:cNvSpPr>
            <p:nvPr/>
          </p:nvSpPr>
          <p:spPr>
            <a:xfrm>
              <a:off x="5104236" y="4937005"/>
              <a:ext cx="45309" cy="18887"/>
            </a:xfrm>
            <a:custGeom>
              <a:avLst/>
              <a:gdLst/>
              <a:ahLst/>
              <a:cxnLst/>
              <a:rect l="0" t="0" r="0" b="0"/>
              <a:pathLst>
                <a:path w="45309" h="18887">
                  <a:moveTo>
                    <a:pt x="45309" y="18887"/>
                  </a:moveTo>
                  <a:lnTo>
                    <a:pt x="0" y="0"/>
                  </a:lnTo>
                </a:path>
              </a:pathLst>
            </a:custGeom>
            <a:noFill/>
            <a:ln w="20003">
              <a:solidFill>
                <a:srgbClr val="E0E5E8"/>
              </a:solidFill>
            </a:ln>
          </p:spPr>
        </p:sp>
        <p:sp>
          <p:nvSpPr>
            <p:cNvPr id="2607" name="Candidate_receptor__2606">
              <a:extLst>
                <a:ext uri="{FF2B5EF4-FFF2-40B4-BE49-F238E27FC236}">
                  <a16:creationId xmlns:a16="http://schemas.microsoft.com/office/drawing/2014/main" id="{283C8705-6F78-F72A-23E2-D94487DFC4F6}"/>
                </a:ext>
              </a:extLst>
            </p:cNvPr>
            <p:cNvSpPr>
              <a:spLocks noGrp="1"/>
            </p:cNvSpPr>
            <p:nvPr/>
          </p:nvSpPr>
          <p:spPr>
            <a:xfrm>
              <a:off x="5805244" y="4040900"/>
              <a:ext cx="20884" cy="55690"/>
            </a:xfrm>
            <a:custGeom>
              <a:avLst/>
              <a:gdLst/>
              <a:ahLst/>
              <a:cxnLst/>
              <a:rect l="0" t="0" r="0" b="0"/>
              <a:pathLst>
                <a:path w="20884" h="55690">
                  <a:moveTo>
                    <a:pt x="0" y="55690"/>
                  </a:moveTo>
                  <a:lnTo>
                    <a:pt x="20884" y="0"/>
                  </a:lnTo>
                </a:path>
              </a:pathLst>
            </a:custGeom>
            <a:noFill/>
            <a:ln w="20003">
              <a:solidFill>
                <a:srgbClr val="E0E5E8"/>
              </a:solidFill>
            </a:ln>
          </p:spPr>
        </p:sp>
        <p:sp>
          <p:nvSpPr>
            <p:cNvPr id="2608" name="Candidate_receptor__2607">
              <a:extLst>
                <a:ext uri="{FF2B5EF4-FFF2-40B4-BE49-F238E27FC236}">
                  <a16:creationId xmlns:a16="http://schemas.microsoft.com/office/drawing/2014/main" id="{1DD1EE10-ECB5-8A74-604B-FB7D4AA905DF}"/>
                </a:ext>
              </a:extLst>
            </p:cNvPr>
            <p:cNvSpPr>
              <a:spLocks noGrp="1"/>
            </p:cNvSpPr>
            <p:nvPr/>
          </p:nvSpPr>
          <p:spPr>
            <a:xfrm>
              <a:off x="5652201" y="3072059"/>
              <a:ext cx="9528" cy="110853"/>
            </a:xfrm>
            <a:custGeom>
              <a:avLst/>
              <a:gdLst/>
              <a:ahLst/>
              <a:cxnLst/>
              <a:rect l="0" t="0" r="0" b="0"/>
              <a:pathLst>
                <a:path w="9528" h="110853">
                  <a:moveTo>
                    <a:pt x="9528" y="0"/>
                  </a:moveTo>
                  <a:lnTo>
                    <a:pt x="0" y="110853"/>
                  </a:lnTo>
                </a:path>
              </a:pathLst>
            </a:custGeom>
            <a:noFill/>
            <a:ln w="20003">
              <a:solidFill>
                <a:srgbClr val="E0E5E8"/>
              </a:solidFill>
            </a:ln>
          </p:spPr>
        </p:sp>
        <p:sp>
          <p:nvSpPr>
            <p:cNvPr id="2609" name="Candidate_receptor__2608">
              <a:extLst>
                <a:ext uri="{FF2B5EF4-FFF2-40B4-BE49-F238E27FC236}">
                  <a16:creationId xmlns:a16="http://schemas.microsoft.com/office/drawing/2014/main" id="{1BF36C0B-8FEF-4FDB-5899-63D0CFFC643D}"/>
                </a:ext>
              </a:extLst>
            </p:cNvPr>
            <p:cNvSpPr>
              <a:spLocks noGrp="1"/>
            </p:cNvSpPr>
            <p:nvPr/>
          </p:nvSpPr>
          <p:spPr>
            <a:xfrm>
              <a:off x="5817692" y="3804176"/>
              <a:ext cx="50837" cy="50317"/>
            </a:xfrm>
            <a:custGeom>
              <a:avLst/>
              <a:gdLst/>
              <a:ahLst/>
              <a:cxnLst/>
              <a:rect l="0" t="0" r="0" b="0"/>
              <a:pathLst>
                <a:path w="50837" h="50317">
                  <a:moveTo>
                    <a:pt x="0" y="50317"/>
                  </a:moveTo>
                  <a:lnTo>
                    <a:pt x="50837" y="0"/>
                  </a:lnTo>
                </a:path>
              </a:pathLst>
            </a:custGeom>
            <a:noFill/>
            <a:ln w="20003">
              <a:solidFill>
                <a:srgbClr val="E0E5E8"/>
              </a:solidFill>
            </a:ln>
          </p:spPr>
        </p:sp>
        <p:sp>
          <p:nvSpPr>
            <p:cNvPr id="2610" name="Candidate_receptor__2609">
              <a:extLst>
                <a:ext uri="{FF2B5EF4-FFF2-40B4-BE49-F238E27FC236}">
                  <a16:creationId xmlns:a16="http://schemas.microsoft.com/office/drawing/2014/main" id="{C30CB7DD-F8DC-BF8B-BE1F-FDA34B6618BB}"/>
                </a:ext>
              </a:extLst>
            </p:cNvPr>
            <p:cNvSpPr>
              <a:spLocks noGrp="1"/>
            </p:cNvSpPr>
            <p:nvPr/>
          </p:nvSpPr>
          <p:spPr>
            <a:xfrm>
              <a:off x="5695364" y="4657421"/>
              <a:ext cx="40668" cy="107743"/>
            </a:xfrm>
            <a:custGeom>
              <a:avLst/>
              <a:gdLst/>
              <a:ahLst/>
              <a:cxnLst/>
              <a:rect l="0" t="0" r="0" b="0"/>
              <a:pathLst>
                <a:path w="40668" h="107743">
                  <a:moveTo>
                    <a:pt x="0" y="107743"/>
                  </a:moveTo>
                  <a:lnTo>
                    <a:pt x="40668" y="0"/>
                  </a:lnTo>
                </a:path>
              </a:pathLst>
            </a:custGeom>
            <a:noFill/>
            <a:ln w="20003">
              <a:solidFill>
                <a:srgbClr val="E0E5E8"/>
              </a:solidFill>
            </a:ln>
          </p:spPr>
        </p:sp>
        <p:sp>
          <p:nvSpPr>
            <p:cNvPr id="2611" name="Candidate_receptor__2610">
              <a:extLst>
                <a:ext uri="{FF2B5EF4-FFF2-40B4-BE49-F238E27FC236}">
                  <a16:creationId xmlns:a16="http://schemas.microsoft.com/office/drawing/2014/main" id="{FFF7FF31-BCCC-6CFC-AD5E-AFB116430191}"/>
                </a:ext>
              </a:extLst>
            </p:cNvPr>
            <p:cNvSpPr>
              <a:spLocks noGrp="1"/>
            </p:cNvSpPr>
            <p:nvPr/>
          </p:nvSpPr>
          <p:spPr>
            <a:xfrm>
              <a:off x="5278193" y="4978485"/>
              <a:ext cx="33664" cy="72960"/>
            </a:xfrm>
            <a:custGeom>
              <a:avLst/>
              <a:gdLst/>
              <a:ahLst/>
              <a:cxnLst/>
              <a:rect l="0" t="0" r="0" b="0"/>
              <a:pathLst>
                <a:path w="33664" h="72960">
                  <a:moveTo>
                    <a:pt x="33664" y="72960"/>
                  </a:moveTo>
                  <a:lnTo>
                    <a:pt x="0" y="0"/>
                  </a:lnTo>
                </a:path>
              </a:pathLst>
            </a:custGeom>
            <a:noFill/>
            <a:ln w="20003">
              <a:solidFill>
                <a:srgbClr val="E0E5E8"/>
              </a:solidFill>
            </a:ln>
          </p:spPr>
        </p:sp>
        <p:sp>
          <p:nvSpPr>
            <p:cNvPr id="2612" name="Candidate_receptor__2611">
              <a:extLst>
                <a:ext uri="{FF2B5EF4-FFF2-40B4-BE49-F238E27FC236}">
                  <a16:creationId xmlns:a16="http://schemas.microsoft.com/office/drawing/2014/main" id="{96D3A48C-6FC2-8766-78CC-DC2A534AAE65}"/>
                </a:ext>
              </a:extLst>
            </p:cNvPr>
            <p:cNvSpPr>
              <a:spLocks noGrp="1"/>
            </p:cNvSpPr>
            <p:nvPr/>
          </p:nvSpPr>
          <p:spPr>
            <a:xfrm>
              <a:off x="4573085" y="4741368"/>
              <a:ext cx="86447" cy="74024"/>
            </a:xfrm>
            <a:custGeom>
              <a:avLst/>
              <a:gdLst/>
              <a:ahLst/>
              <a:cxnLst/>
              <a:rect l="0" t="0" r="0" b="0"/>
              <a:pathLst>
                <a:path w="86447" h="74024">
                  <a:moveTo>
                    <a:pt x="86447" y="0"/>
                  </a:moveTo>
                  <a:lnTo>
                    <a:pt x="0" y="74024"/>
                  </a:lnTo>
                </a:path>
              </a:pathLst>
            </a:custGeom>
            <a:noFill/>
            <a:ln w="20003">
              <a:solidFill>
                <a:srgbClr val="E0E5E8"/>
              </a:solidFill>
            </a:ln>
          </p:spPr>
        </p:sp>
        <p:sp>
          <p:nvSpPr>
            <p:cNvPr id="2613" name="Candidate_receptor__2612">
              <a:extLst>
                <a:ext uri="{FF2B5EF4-FFF2-40B4-BE49-F238E27FC236}">
                  <a16:creationId xmlns:a16="http://schemas.microsoft.com/office/drawing/2014/main" id="{9758B718-B97A-ED39-14BF-5E08E87D47AB}"/>
                </a:ext>
              </a:extLst>
            </p:cNvPr>
            <p:cNvSpPr>
              <a:spLocks noGrp="1"/>
            </p:cNvSpPr>
            <p:nvPr/>
          </p:nvSpPr>
          <p:spPr>
            <a:xfrm>
              <a:off x="5311857" y="5051445"/>
              <a:ext cx="9041" cy="87156"/>
            </a:xfrm>
            <a:custGeom>
              <a:avLst/>
              <a:gdLst/>
              <a:ahLst/>
              <a:cxnLst/>
              <a:rect l="0" t="0" r="0" b="0"/>
              <a:pathLst>
                <a:path w="9041" h="87156">
                  <a:moveTo>
                    <a:pt x="9041" y="87156"/>
                  </a:moveTo>
                  <a:lnTo>
                    <a:pt x="0" y="0"/>
                  </a:lnTo>
                </a:path>
              </a:pathLst>
            </a:custGeom>
            <a:noFill/>
            <a:ln w="20003">
              <a:solidFill>
                <a:srgbClr val="E0E5E8"/>
              </a:solidFill>
            </a:ln>
          </p:spPr>
        </p:sp>
        <p:sp>
          <p:nvSpPr>
            <p:cNvPr id="2614" name="Candidate_receptor__2613">
              <a:extLst>
                <a:ext uri="{FF2B5EF4-FFF2-40B4-BE49-F238E27FC236}">
                  <a16:creationId xmlns:a16="http://schemas.microsoft.com/office/drawing/2014/main" id="{18AA3EAA-3EDE-D983-FE25-E77ACC742451}"/>
                </a:ext>
              </a:extLst>
            </p:cNvPr>
            <p:cNvSpPr>
              <a:spLocks noGrp="1"/>
            </p:cNvSpPr>
            <p:nvPr/>
          </p:nvSpPr>
          <p:spPr>
            <a:xfrm>
              <a:off x="5518061" y="4520036"/>
              <a:ext cx="104142" cy="2642"/>
            </a:xfrm>
            <a:custGeom>
              <a:avLst/>
              <a:gdLst/>
              <a:ahLst/>
              <a:cxnLst/>
              <a:rect l="0" t="0" r="0" b="0"/>
              <a:pathLst>
                <a:path w="104142" h="2642">
                  <a:moveTo>
                    <a:pt x="104142" y="0"/>
                  </a:moveTo>
                  <a:lnTo>
                    <a:pt x="0" y="2642"/>
                  </a:lnTo>
                </a:path>
              </a:pathLst>
            </a:custGeom>
            <a:noFill/>
            <a:ln w="20003">
              <a:solidFill>
                <a:srgbClr val="E0E5E8"/>
              </a:solidFill>
            </a:ln>
          </p:spPr>
        </p:sp>
        <p:sp>
          <p:nvSpPr>
            <p:cNvPr id="2615" name="Candidate_receptor__2614">
              <a:extLst>
                <a:ext uri="{FF2B5EF4-FFF2-40B4-BE49-F238E27FC236}">
                  <a16:creationId xmlns:a16="http://schemas.microsoft.com/office/drawing/2014/main" id="{6B29BD5D-E0AB-A199-FF98-F470BA23386C}"/>
                </a:ext>
              </a:extLst>
            </p:cNvPr>
            <p:cNvSpPr>
              <a:spLocks noGrp="1"/>
            </p:cNvSpPr>
            <p:nvPr/>
          </p:nvSpPr>
          <p:spPr>
            <a:xfrm>
              <a:off x="5606619" y="3368880"/>
              <a:ext cx="74243" cy="36275"/>
            </a:xfrm>
            <a:custGeom>
              <a:avLst/>
              <a:gdLst/>
              <a:ahLst/>
              <a:cxnLst/>
              <a:rect l="0" t="0" r="0" b="0"/>
              <a:pathLst>
                <a:path w="74243" h="36275">
                  <a:moveTo>
                    <a:pt x="74243" y="0"/>
                  </a:moveTo>
                  <a:lnTo>
                    <a:pt x="0" y="36275"/>
                  </a:lnTo>
                </a:path>
              </a:pathLst>
            </a:custGeom>
            <a:noFill/>
            <a:ln w="8096">
              <a:solidFill>
                <a:srgbClr val="E0E5E8"/>
              </a:solidFill>
            </a:ln>
          </p:spPr>
        </p:sp>
        <p:sp>
          <p:nvSpPr>
            <p:cNvPr id="2616" name="Candidate_receptor__2615">
              <a:extLst>
                <a:ext uri="{FF2B5EF4-FFF2-40B4-BE49-F238E27FC236}">
                  <a16:creationId xmlns:a16="http://schemas.microsoft.com/office/drawing/2014/main" id="{32869DBE-5BA8-33FE-CF6C-6D32AB701727}"/>
                </a:ext>
              </a:extLst>
            </p:cNvPr>
            <p:cNvSpPr>
              <a:spLocks noGrp="1"/>
            </p:cNvSpPr>
            <p:nvPr/>
          </p:nvSpPr>
          <p:spPr>
            <a:xfrm>
              <a:off x="6075117" y="3531334"/>
              <a:ext cx="44173" cy="86169"/>
            </a:xfrm>
            <a:custGeom>
              <a:avLst/>
              <a:gdLst/>
              <a:ahLst/>
              <a:cxnLst/>
              <a:rect l="0" t="0" r="0" b="0"/>
              <a:pathLst>
                <a:path w="44173" h="86169">
                  <a:moveTo>
                    <a:pt x="0" y="0"/>
                  </a:moveTo>
                  <a:lnTo>
                    <a:pt x="44173" y="86169"/>
                  </a:lnTo>
                </a:path>
              </a:pathLst>
            </a:custGeom>
            <a:noFill/>
            <a:ln w="20003">
              <a:solidFill>
                <a:srgbClr val="E0E5E8"/>
              </a:solidFill>
            </a:ln>
          </p:spPr>
        </p:sp>
        <p:sp>
          <p:nvSpPr>
            <p:cNvPr id="2617" name="Candidate_receptor__2616">
              <a:extLst>
                <a:ext uri="{FF2B5EF4-FFF2-40B4-BE49-F238E27FC236}">
                  <a16:creationId xmlns:a16="http://schemas.microsoft.com/office/drawing/2014/main" id="{6D65D737-CECF-FB0E-B416-45D6DCD45351}"/>
                </a:ext>
              </a:extLst>
            </p:cNvPr>
            <p:cNvSpPr>
              <a:spLocks noGrp="1"/>
            </p:cNvSpPr>
            <p:nvPr/>
          </p:nvSpPr>
          <p:spPr>
            <a:xfrm>
              <a:off x="5976311" y="4509380"/>
              <a:ext cx="15394" cy="60741"/>
            </a:xfrm>
            <a:custGeom>
              <a:avLst/>
              <a:gdLst/>
              <a:ahLst/>
              <a:cxnLst/>
              <a:rect l="0" t="0" r="0" b="0"/>
              <a:pathLst>
                <a:path w="15394" h="60741">
                  <a:moveTo>
                    <a:pt x="0" y="60741"/>
                  </a:moveTo>
                  <a:lnTo>
                    <a:pt x="15394" y="0"/>
                  </a:lnTo>
                </a:path>
              </a:pathLst>
            </a:custGeom>
            <a:noFill/>
            <a:ln w="20003">
              <a:solidFill>
                <a:srgbClr val="E0E5E8"/>
              </a:solidFill>
            </a:ln>
          </p:spPr>
        </p:sp>
        <p:sp>
          <p:nvSpPr>
            <p:cNvPr id="2618" name="Candidate_receptor__2617">
              <a:extLst>
                <a:ext uri="{FF2B5EF4-FFF2-40B4-BE49-F238E27FC236}">
                  <a16:creationId xmlns:a16="http://schemas.microsoft.com/office/drawing/2014/main" id="{B39A15A7-D059-17C3-F78B-63121D4434C9}"/>
                </a:ext>
              </a:extLst>
            </p:cNvPr>
            <p:cNvSpPr>
              <a:spLocks noGrp="1"/>
            </p:cNvSpPr>
            <p:nvPr/>
          </p:nvSpPr>
          <p:spPr>
            <a:xfrm>
              <a:off x="4998191" y="4984209"/>
              <a:ext cx="25578" cy="34347"/>
            </a:xfrm>
            <a:custGeom>
              <a:avLst/>
              <a:gdLst/>
              <a:ahLst/>
              <a:cxnLst/>
              <a:rect l="0" t="0" r="0" b="0"/>
              <a:pathLst>
                <a:path w="25578" h="34347">
                  <a:moveTo>
                    <a:pt x="25578" y="34347"/>
                  </a:moveTo>
                  <a:lnTo>
                    <a:pt x="0" y="0"/>
                  </a:lnTo>
                </a:path>
              </a:pathLst>
            </a:custGeom>
            <a:noFill/>
            <a:ln w="20003">
              <a:solidFill>
                <a:srgbClr val="E0E5E8"/>
              </a:solidFill>
            </a:ln>
          </p:spPr>
        </p:sp>
        <p:sp>
          <p:nvSpPr>
            <p:cNvPr id="2619" name="Candidate_receptor__2618">
              <a:extLst>
                <a:ext uri="{FF2B5EF4-FFF2-40B4-BE49-F238E27FC236}">
                  <a16:creationId xmlns:a16="http://schemas.microsoft.com/office/drawing/2014/main" id="{0480F264-C4ED-66C4-449D-DDDB7E0ADB1D}"/>
                </a:ext>
              </a:extLst>
            </p:cNvPr>
            <p:cNvSpPr>
              <a:spLocks noGrp="1"/>
            </p:cNvSpPr>
            <p:nvPr/>
          </p:nvSpPr>
          <p:spPr>
            <a:xfrm>
              <a:off x="5754409" y="3854492"/>
              <a:ext cx="63284" cy="66761"/>
            </a:xfrm>
            <a:custGeom>
              <a:avLst/>
              <a:gdLst/>
              <a:ahLst/>
              <a:cxnLst/>
              <a:rect l="0" t="0" r="0" b="0"/>
              <a:pathLst>
                <a:path w="63284" h="66761">
                  <a:moveTo>
                    <a:pt x="0" y="66761"/>
                  </a:moveTo>
                  <a:lnTo>
                    <a:pt x="63284" y="0"/>
                  </a:lnTo>
                </a:path>
              </a:pathLst>
            </a:custGeom>
            <a:noFill/>
            <a:ln w="20003">
              <a:solidFill>
                <a:srgbClr val="E1E5E8"/>
              </a:solidFill>
            </a:ln>
          </p:spPr>
        </p:sp>
        <p:sp>
          <p:nvSpPr>
            <p:cNvPr id="2620" name="Candidate_receptor__2619">
              <a:extLst>
                <a:ext uri="{FF2B5EF4-FFF2-40B4-BE49-F238E27FC236}">
                  <a16:creationId xmlns:a16="http://schemas.microsoft.com/office/drawing/2014/main" id="{DC00BF03-7D03-1667-D1A2-7E2D7D338128}"/>
                </a:ext>
              </a:extLst>
            </p:cNvPr>
            <p:cNvSpPr>
              <a:spLocks noGrp="1"/>
            </p:cNvSpPr>
            <p:nvPr/>
          </p:nvSpPr>
          <p:spPr>
            <a:xfrm>
              <a:off x="5726123" y="3487985"/>
              <a:ext cx="79785" cy="68579"/>
            </a:xfrm>
            <a:custGeom>
              <a:avLst/>
              <a:gdLst/>
              <a:ahLst/>
              <a:cxnLst/>
              <a:rect l="0" t="0" r="0" b="0"/>
              <a:pathLst>
                <a:path w="79785" h="68579">
                  <a:moveTo>
                    <a:pt x="0" y="68579"/>
                  </a:moveTo>
                  <a:lnTo>
                    <a:pt x="79785" y="0"/>
                  </a:lnTo>
                </a:path>
              </a:pathLst>
            </a:custGeom>
            <a:noFill/>
            <a:ln w="20003">
              <a:solidFill>
                <a:srgbClr val="E1E5E8"/>
              </a:solidFill>
            </a:ln>
          </p:spPr>
        </p:sp>
        <p:sp>
          <p:nvSpPr>
            <p:cNvPr id="2621" name="Candidate_receptor__2620">
              <a:extLst>
                <a:ext uri="{FF2B5EF4-FFF2-40B4-BE49-F238E27FC236}">
                  <a16:creationId xmlns:a16="http://schemas.microsoft.com/office/drawing/2014/main" id="{07DC1921-AB75-245B-5500-F5D36E865FAD}"/>
                </a:ext>
              </a:extLst>
            </p:cNvPr>
            <p:cNvSpPr>
              <a:spLocks noGrp="1"/>
            </p:cNvSpPr>
            <p:nvPr/>
          </p:nvSpPr>
          <p:spPr>
            <a:xfrm>
              <a:off x="4883650" y="4289862"/>
              <a:ext cx="32242" cy="37273"/>
            </a:xfrm>
            <a:custGeom>
              <a:avLst/>
              <a:gdLst/>
              <a:ahLst/>
              <a:cxnLst/>
              <a:rect l="0" t="0" r="0" b="0"/>
              <a:pathLst>
                <a:path w="32242" h="37273">
                  <a:moveTo>
                    <a:pt x="0" y="37273"/>
                  </a:moveTo>
                  <a:lnTo>
                    <a:pt x="32242" y="0"/>
                  </a:lnTo>
                </a:path>
              </a:pathLst>
            </a:custGeom>
            <a:noFill/>
            <a:ln w="20003">
              <a:solidFill>
                <a:srgbClr val="E1E5E8"/>
              </a:solidFill>
            </a:ln>
          </p:spPr>
        </p:sp>
        <p:sp>
          <p:nvSpPr>
            <p:cNvPr id="2622" name="Candidate_receptor__2621">
              <a:extLst>
                <a:ext uri="{FF2B5EF4-FFF2-40B4-BE49-F238E27FC236}">
                  <a16:creationId xmlns:a16="http://schemas.microsoft.com/office/drawing/2014/main" id="{AB678E96-189A-EF9D-87EC-F0B4642CCCB0}"/>
                </a:ext>
              </a:extLst>
            </p:cNvPr>
            <p:cNvSpPr>
              <a:spLocks noGrp="1"/>
            </p:cNvSpPr>
            <p:nvPr/>
          </p:nvSpPr>
          <p:spPr>
            <a:xfrm>
              <a:off x="6413669" y="3753346"/>
              <a:ext cx="808" cy="105041"/>
            </a:xfrm>
            <a:custGeom>
              <a:avLst/>
              <a:gdLst/>
              <a:ahLst/>
              <a:cxnLst/>
              <a:rect l="0" t="0" r="0" b="0"/>
              <a:pathLst>
                <a:path w="808" h="105041">
                  <a:moveTo>
                    <a:pt x="808" y="105041"/>
                  </a:moveTo>
                  <a:lnTo>
                    <a:pt x="0" y="0"/>
                  </a:lnTo>
                </a:path>
              </a:pathLst>
            </a:custGeom>
            <a:noFill/>
            <a:ln w="20003">
              <a:solidFill>
                <a:srgbClr val="E1E5E8"/>
              </a:solidFill>
            </a:ln>
          </p:spPr>
        </p:sp>
        <p:sp>
          <p:nvSpPr>
            <p:cNvPr id="2623" name="Candidate_receptor__2622">
              <a:extLst>
                <a:ext uri="{FF2B5EF4-FFF2-40B4-BE49-F238E27FC236}">
                  <a16:creationId xmlns:a16="http://schemas.microsoft.com/office/drawing/2014/main" id="{1EBB2B33-5A0C-425E-6A58-0FC0BE4E80EA}"/>
                </a:ext>
              </a:extLst>
            </p:cNvPr>
            <p:cNvSpPr>
              <a:spLocks noGrp="1"/>
            </p:cNvSpPr>
            <p:nvPr/>
          </p:nvSpPr>
          <p:spPr>
            <a:xfrm>
              <a:off x="6075117" y="3450832"/>
              <a:ext cx="42854" cy="80503"/>
            </a:xfrm>
            <a:custGeom>
              <a:avLst/>
              <a:gdLst/>
              <a:ahLst/>
              <a:cxnLst/>
              <a:rect l="0" t="0" r="0" b="0"/>
              <a:pathLst>
                <a:path w="42854" h="80503">
                  <a:moveTo>
                    <a:pt x="42854" y="0"/>
                  </a:moveTo>
                  <a:lnTo>
                    <a:pt x="0" y="80503"/>
                  </a:lnTo>
                </a:path>
              </a:pathLst>
            </a:custGeom>
            <a:noFill/>
            <a:ln w="20003">
              <a:solidFill>
                <a:srgbClr val="E1E5E8"/>
              </a:solidFill>
            </a:ln>
          </p:spPr>
        </p:sp>
        <p:sp>
          <p:nvSpPr>
            <p:cNvPr id="2624" name="Candidate_receptor__2623">
              <a:extLst>
                <a:ext uri="{FF2B5EF4-FFF2-40B4-BE49-F238E27FC236}">
                  <a16:creationId xmlns:a16="http://schemas.microsoft.com/office/drawing/2014/main" id="{09D3B1B8-CA82-7B18-EDBC-22CDB4C85E0B}"/>
                </a:ext>
              </a:extLst>
            </p:cNvPr>
            <p:cNvSpPr>
              <a:spLocks noGrp="1"/>
            </p:cNvSpPr>
            <p:nvPr/>
          </p:nvSpPr>
          <p:spPr>
            <a:xfrm>
              <a:off x="4691518" y="4867038"/>
              <a:ext cx="53953" cy="19508"/>
            </a:xfrm>
            <a:custGeom>
              <a:avLst/>
              <a:gdLst/>
              <a:ahLst/>
              <a:cxnLst/>
              <a:rect l="0" t="0" r="0" b="0"/>
              <a:pathLst>
                <a:path w="53953" h="19508">
                  <a:moveTo>
                    <a:pt x="53953" y="0"/>
                  </a:moveTo>
                  <a:lnTo>
                    <a:pt x="0" y="19508"/>
                  </a:lnTo>
                </a:path>
              </a:pathLst>
            </a:custGeom>
            <a:noFill/>
            <a:ln w="20003">
              <a:solidFill>
                <a:srgbClr val="E1E5E8"/>
              </a:solidFill>
            </a:ln>
          </p:spPr>
        </p:sp>
        <p:sp>
          <p:nvSpPr>
            <p:cNvPr id="2625" name="Candidate_receptor__2624">
              <a:extLst>
                <a:ext uri="{FF2B5EF4-FFF2-40B4-BE49-F238E27FC236}">
                  <a16:creationId xmlns:a16="http://schemas.microsoft.com/office/drawing/2014/main" id="{911235DD-B587-2109-FD64-53B81752AB1C}"/>
                </a:ext>
              </a:extLst>
            </p:cNvPr>
            <p:cNvSpPr>
              <a:spLocks noGrp="1"/>
            </p:cNvSpPr>
            <p:nvPr/>
          </p:nvSpPr>
          <p:spPr>
            <a:xfrm>
              <a:off x="6258253" y="4131076"/>
              <a:ext cx="20910" cy="35381"/>
            </a:xfrm>
            <a:custGeom>
              <a:avLst/>
              <a:gdLst/>
              <a:ahLst/>
              <a:cxnLst/>
              <a:rect l="0" t="0" r="0" b="0"/>
              <a:pathLst>
                <a:path w="20910" h="35381">
                  <a:moveTo>
                    <a:pt x="0" y="35381"/>
                  </a:moveTo>
                  <a:lnTo>
                    <a:pt x="20910" y="0"/>
                  </a:lnTo>
                </a:path>
              </a:pathLst>
            </a:custGeom>
            <a:noFill/>
            <a:ln w="20003">
              <a:solidFill>
                <a:srgbClr val="E1E5E8"/>
              </a:solidFill>
            </a:ln>
          </p:spPr>
        </p:sp>
        <p:sp>
          <p:nvSpPr>
            <p:cNvPr id="2626" name="Candidate_receptor__2625">
              <a:extLst>
                <a:ext uri="{FF2B5EF4-FFF2-40B4-BE49-F238E27FC236}">
                  <a16:creationId xmlns:a16="http://schemas.microsoft.com/office/drawing/2014/main" id="{5F6E1A58-0B33-EA34-ECCC-6A39CECC7CC9}"/>
                </a:ext>
              </a:extLst>
            </p:cNvPr>
            <p:cNvSpPr>
              <a:spLocks noGrp="1"/>
            </p:cNvSpPr>
            <p:nvPr/>
          </p:nvSpPr>
          <p:spPr>
            <a:xfrm>
              <a:off x="6313435" y="3727690"/>
              <a:ext cx="100234" cy="25656"/>
            </a:xfrm>
            <a:custGeom>
              <a:avLst/>
              <a:gdLst/>
              <a:ahLst/>
              <a:cxnLst/>
              <a:rect l="0" t="0" r="0" b="0"/>
              <a:pathLst>
                <a:path w="100234" h="25656">
                  <a:moveTo>
                    <a:pt x="100234" y="25656"/>
                  </a:moveTo>
                  <a:lnTo>
                    <a:pt x="0" y="0"/>
                  </a:lnTo>
                </a:path>
              </a:pathLst>
            </a:custGeom>
            <a:noFill/>
            <a:ln w="20003">
              <a:solidFill>
                <a:srgbClr val="E1E5E8"/>
              </a:solidFill>
            </a:ln>
          </p:spPr>
        </p:sp>
        <p:sp>
          <p:nvSpPr>
            <p:cNvPr id="2627" name="Candidate_receptor__2626">
              <a:extLst>
                <a:ext uri="{FF2B5EF4-FFF2-40B4-BE49-F238E27FC236}">
                  <a16:creationId xmlns:a16="http://schemas.microsoft.com/office/drawing/2014/main" id="{2F21862F-47A5-73A9-1456-1B0A7B19C8E5}"/>
                </a:ext>
              </a:extLst>
            </p:cNvPr>
            <p:cNvSpPr>
              <a:spLocks noGrp="1"/>
            </p:cNvSpPr>
            <p:nvPr/>
          </p:nvSpPr>
          <p:spPr>
            <a:xfrm>
              <a:off x="4867454" y="2530398"/>
              <a:ext cx="26036" cy="103778"/>
            </a:xfrm>
            <a:custGeom>
              <a:avLst/>
              <a:gdLst/>
              <a:ahLst/>
              <a:cxnLst/>
              <a:rect l="0" t="0" r="0" b="0"/>
              <a:pathLst>
                <a:path w="26036" h="103778">
                  <a:moveTo>
                    <a:pt x="26036" y="103778"/>
                  </a:moveTo>
                  <a:lnTo>
                    <a:pt x="0" y="0"/>
                  </a:lnTo>
                </a:path>
              </a:pathLst>
            </a:custGeom>
            <a:noFill/>
            <a:ln w="8096">
              <a:solidFill>
                <a:srgbClr val="E1E5E8"/>
              </a:solidFill>
            </a:ln>
          </p:spPr>
        </p:sp>
        <p:sp>
          <p:nvSpPr>
            <p:cNvPr id="2628" name="Candidate_receptor__2627">
              <a:extLst>
                <a:ext uri="{FF2B5EF4-FFF2-40B4-BE49-F238E27FC236}">
                  <a16:creationId xmlns:a16="http://schemas.microsoft.com/office/drawing/2014/main" id="{06F0727E-E98D-5142-2567-1C73F537F623}"/>
                </a:ext>
              </a:extLst>
            </p:cNvPr>
            <p:cNvSpPr>
              <a:spLocks noGrp="1"/>
            </p:cNvSpPr>
            <p:nvPr/>
          </p:nvSpPr>
          <p:spPr>
            <a:xfrm>
              <a:off x="5952862" y="4275645"/>
              <a:ext cx="41193" cy="58431"/>
            </a:xfrm>
            <a:custGeom>
              <a:avLst/>
              <a:gdLst/>
              <a:ahLst/>
              <a:cxnLst/>
              <a:rect l="0" t="0" r="0" b="0"/>
              <a:pathLst>
                <a:path w="41193" h="58431">
                  <a:moveTo>
                    <a:pt x="0" y="58431"/>
                  </a:moveTo>
                  <a:lnTo>
                    <a:pt x="41193" y="0"/>
                  </a:lnTo>
                </a:path>
              </a:pathLst>
            </a:custGeom>
            <a:noFill/>
            <a:ln w="20003">
              <a:solidFill>
                <a:srgbClr val="E1E5E8"/>
              </a:solidFill>
            </a:ln>
          </p:spPr>
        </p:sp>
        <p:sp>
          <p:nvSpPr>
            <p:cNvPr id="2629" name="Candidate_receptor__2628">
              <a:extLst>
                <a:ext uri="{FF2B5EF4-FFF2-40B4-BE49-F238E27FC236}">
                  <a16:creationId xmlns:a16="http://schemas.microsoft.com/office/drawing/2014/main" id="{DC464830-24BF-934B-BDA4-22975813B70A}"/>
                </a:ext>
              </a:extLst>
            </p:cNvPr>
            <p:cNvSpPr>
              <a:spLocks noGrp="1"/>
            </p:cNvSpPr>
            <p:nvPr/>
          </p:nvSpPr>
          <p:spPr>
            <a:xfrm>
              <a:off x="5632529" y="4120555"/>
              <a:ext cx="63423" cy="86087"/>
            </a:xfrm>
            <a:custGeom>
              <a:avLst/>
              <a:gdLst/>
              <a:ahLst/>
              <a:cxnLst/>
              <a:rect l="0" t="0" r="0" b="0"/>
              <a:pathLst>
                <a:path w="63423" h="86087">
                  <a:moveTo>
                    <a:pt x="63423" y="86087"/>
                  </a:moveTo>
                  <a:lnTo>
                    <a:pt x="0" y="0"/>
                  </a:lnTo>
                </a:path>
              </a:pathLst>
            </a:custGeom>
            <a:noFill/>
            <a:ln w="20003">
              <a:solidFill>
                <a:srgbClr val="E1E5E8"/>
              </a:solidFill>
            </a:ln>
          </p:spPr>
        </p:sp>
        <p:sp>
          <p:nvSpPr>
            <p:cNvPr id="2630" name="Candidate_receptor__2629">
              <a:extLst>
                <a:ext uri="{FF2B5EF4-FFF2-40B4-BE49-F238E27FC236}">
                  <a16:creationId xmlns:a16="http://schemas.microsoft.com/office/drawing/2014/main" id="{850005E5-8565-5034-B983-323F13122EB8}"/>
                </a:ext>
              </a:extLst>
            </p:cNvPr>
            <p:cNvSpPr>
              <a:spLocks noGrp="1"/>
            </p:cNvSpPr>
            <p:nvPr/>
          </p:nvSpPr>
          <p:spPr>
            <a:xfrm>
              <a:off x="6501520" y="4576634"/>
              <a:ext cx="11644" cy="113974"/>
            </a:xfrm>
            <a:custGeom>
              <a:avLst/>
              <a:gdLst/>
              <a:ahLst/>
              <a:cxnLst/>
              <a:rect l="0" t="0" r="0" b="0"/>
              <a:pathLst>
                <a:path w="11644" h="113974">
                  <a:moveTo>
                    <a:pt x="11644" y="0"/>
                  </a:moveTo>
                  <a:lnTo>
                    <a:pt x="0" y="113974"/>
                  </a:lnTo>
                </a:path>
              </a:pathLst>
            </a:custGeom>
            <a:noFill/>
            <a:ln w="20003">
              <a:solidFill>
                <a:srgbClr val="E1E5E8"/>
              </a:solidFill>
            </a:ln>
          </p:spPr>
        </p:sp>
        <p:sp>
          <p:nvSpPr>
            <p:cNvPr id="2631" name="Candidate_receptor__2630">
              <a:extLst>
                <a:ext uri="{FF2B5EF4-FFF2-40B4-BE49-F238E27FC236}">
                  <a16:creationId xmlns:a16="http://schemas.microsoft.com/office/drawing/2014/main" id="{1EE0AC3A-1313-E77C-5F75-B47DD85676C6}"/>
                </a:ext>
              </a:extLst>
            </p:cNvPr>
            <p:cNvSpPr>
              <a:spLocks noGrp="1"/>
            </p:cNvSpPr>
            <p:nvPr/>
          </p:nvSpPr>
          <p:spPr>
            <a:xfrm>
              <a:off x="6303349" y="3858387"/>
              <a:ext cx="111128" cy="12566"/>
            </a:xfrm>
            <a:custGeom>
              <a:avLst/>
              <a:gdLst/>
              <a:ahLst/>
              <a:cxnLst/>
              <a:rect l="0" t="0" r="0" b="0"/>
              <a:pathLst>
                <a:path w="111128" h="12566">
                  <a:moveTo>
                    <a:pt x="0" y="12566"/>
                  </a:moveTo>
                  <a:lnTo>
                    <a:pt x="111128" y="0"/>
                  </a:lnTo>
                </a:path>
              </a:pathLst>
            </a:custGeom>
            <a:noFill/>
            <a:ln w="20003">
              <a:solidFill>
                <a:srgbClr val="E1E5E8"/>
              </a:solidFill>
            </a:ln>
          </p:spPr>
        </p:sp>
        <p:sp>
          <p:nvSpPr>
            <p:cNvPr id="2632" name="Candidate_receptor__2631">
              <a:extLst>
                <a:ext uri="{FF2B5EF4-FFF2-40B4-BE49-F238E27FC236}">
                  <a16:creationId xmlns:a16="http://schemas.microsoft.com/office/drawing/2014/main" id="{2176D8B6-7FE8-871A-9A9C-8B8FB0F51240}"/>
                </a:ext>
              </a:extLst>
            </p:cNvPr>
            <p:cNvSpPr>
              <a:spLocks noGrp="1"/>
            </p:cNvSpPr>
            <p:nvPr/>
          </p:nvSpPr>
          <p:spPr>
            <a:xfrm>
              <a:off x="5727142" y="3674628"/>
              <a:ext cx="93041" cy="64674"/>
            </a:xfrm>
            <a:custGeom>
              <a:avLst/>
              <a:gdLst/>
              <a:ahLst/>
              <a:cxnLst/>
              <a:rect l="0" t="0" r="0" b="0"/>
              <a:pathLst>
                <a:path w="93041" h="64674">
                  <a:moveTo>
                    <a:pt x="0" y="64674"/>
                  </a:moveTo>
                  <a:lnTo>
                    <a:pt x="93041" y="0"/>
                  </a:lnTo>
                </a:path>
              </a:pathLst>
            </a:custGeom>
            <a:noFill/>
            <a:ln w="20003">
              <a:solidFill>
                <a:srgbClr val="E1E5E8"/>
              </a:solidFill>
            </a:ln>
          </p:spPr>
        </p:sp>
        <p:sp>
          <p:nvSpPr>
            <p:cNvPr id="2633" name="Candidate_receptor__2632">
              <a:extLst>
                <a:ext uri="{FF2B5EF4-FFF2-40B4-BE49-F238E27FC236}">
                  <a16:creationId xmlns:a16="http://schemas.microsoft.com/office/drawing/2014/main" id="{69D07ED8-74D5-12CD-454F-0DCD13F0262F}"/>
                </a:ext>
              </a:extLst>
            </p:cNvPr>
            <p:cNvSpPr>
              <a:spLocks noGrp="1"/>
            </p:cNvSpPr>
            <p:nvPr/>
          </p:nvSpPr>
          <p:spPr>
            <a:xfrm>
              <a:off x="5111129" y="4765705"/>
              <a:ext cx="19902" cy="8719"/>
            </a:xfrm>
            <a:custGeom>
              <a:avLst/>
              <a:gdLst/>
              <a:ahLst/>
              <a:cxnLst/>
              <a:rect l="0" t="0" r="0" b="0"/>
              <a:pathLst>
                <a:path w="19902" h="8719">
                  <a:moveTo>
                    <a:pt x="19902" y="8719"/>
                  </a:moveTo>
                  <a:lnTo>
                    <a:pt x="0" y="0"/>
                  </a:lnTo>
                </a:path>
              </a:pathLst>
            </a:custGeom>
            <a:noFill/>
            <a:ln w="20003">
              <a:solidFill>
                <a:srgbClr val="E1E5E8"/>
              </a:solidFill>
            </a:ln>
          </p:spPr>
        </p:sp>
        <p:sp>
          <p:nvSpPr>
            <p:cNvPr id="2634" name="Candidate_receptor__2633">
              <a:extLst>
                <a:ext uri="{FF2B5EF4-FFF2-40B4-BE49-F238E27FC236}">
                  <a16:creationId xmlns:a16="http://schemas.microsoft.com/office/drawing/2014/main" id="{559739FB-D78B-1EFD-1DF7-67BFB1C97AC0}"/>
                </a:ext>
              </a:extLst>
            </p:cNvPr>
            <p:cNvSpPr>
              <a:spLocks noGrp="1"/>
            </p:cNvSpPr>
            <p:nvPr/>
          </p:nvSpPr>
          <p:spPr>
            <a:xfrm>
              <a:off x="5991333" y="3674902"/>
              <a:ext cx="33290" cy="19408"/>
            </a:xfrm>
            <a:custGeom>
              <a:avLst/>
              <a:gdLst/>
              <a:ahLst/>
              <a:cxnLst/>
              <a:rect l="0" t="0" r="0" b="0"/>
              <a:pathLst>
                <a:path w="33290" h="19408">
                  <a:moveTo>
                    <a:pt x="33290" y="0"/>
                  </a:moveTo>
                  <a:lnTo>
                    <a:pt x="0" y="19408"/>
                  </a:lnTo>
                </a:path>
              </a:pathLst>
            </a:custGeom>
            <a:noFill/>
            <a:ln w="20003">
              <a:solidFill>
                <a:srgbClr val="E1E5E8"/>
              </a:solidFill>
            </a:ln>
          </p:spPr>
        </p:sp>
        <p:sp>
          <p:nvSpPr>
            <p:cNvPr id="2635" name="Candidate_receptor__2634">
              <a:extLst>
                <a:ext uri="{FF2B5EF4-FFF2-40B4-BE49-F238E27FC236}">
                  <a16:creationId xmlns:a16="http://schemas.microsoft.com/office/drawing/2014/main" id="{7B7E7450-3ED7-395A-BC80-A4D8F360E570}"/>
                </a:ext>
              </a:extLst>
            </p:cNvPr>
            <p:cNvSpPr>
              <a:spLocks noGrp="1"/>
            </p:cNvSpPr>
            <p:nvPr/>
          </p:nvSpPr>
          <p:spPr>
            <a:xfrm>
              <a:off x="5826128" y="3975072"/>
              <a:ext cx="82410" cy="65828"/>
            </a:xfrm>
            <a:custGeom>
              <a:avLst/>
              <a:gdLst/>
              <a:ahLst/>
              <a:cxnLst/>
              <a:rect l="0" t="0" r="0" b="0"/>
              <a:pathLst>
                <a:path w="82410" h="65828">
                  <a:moveTo>
                    <a:pt x="0" y="65828"/>
                  </a:moveTo>
                  <a:lnTo>
                    <a:pt x="82410" y="0"/>
                  </a:lnTo>
                </a:path>
              </a:pathLst>
            </a:custGeom>
            <a:noFill/>
            <a:ln w="20003">
              <a:solidFill>
                <a:srgbClr val="E1E5E8"/>
              </a:solidFill>
            </a:ln>
          </p:spPr>
        </p:sp>
        <p:sp>
          <p:nvSpPr>
            <p:cNvPr id="2636" name="Candidate_receptor__2635">
              <a:extLst>
                <a:ext uri="{FF2B5EF4-FFF2-40B4-BE49-F238E27FC236}">
                  <a16:creationId xmlns:a16="http://schemas.microsoft.com/office/drawing/2014/main" id="{B99B430C-4276-0B20-DF4C-006B3F2D0769}"/>
                </a:ext>
              </a:extLst>
            </p:cNvPr>
            <p:cNvSpPr>
              <a:spLocks noGrp="1"/>
            </p:cNvSpPr>
            <p:nvPr/>
          </p:nvSpPr>
          <p:spPr>
            <a:xfrm>
              <a:off x="4936143" y="5258096"/>
              <a:ext cx="32938" cy="2679"/>
            </a:xfrm>
            <a:custGeom>
              <a:avLst/>
              <a:gdLst/>
              <a:ahLst/>
              <a:cxnLst/>
              <a:rect l="0" t="0" r="0" b="0"/>
              <a:pathLst>
                <a:path w="32938" h="2679">
                  <a:moveTo>
                    <a:pt x="0" y="2679"/>
                  </a:moveTo>
                  <a:lnTo>
                    <a:pt x="32938" y="0"/>
                  </a:lnTo>
                </a:path>
              </a:pathLst>
            </a:custGeom>
            <a:noFill/>
            <a:ln w="20003">
              <a:solidFill>
                <a:srgbClr val="E1E5E8"/>
              </a:solidFill>
            </a:ln>
          </p:spPr>
        </p:sp>
        <p:sp>
          <p:nvSpPr>
            <p:cNvPr id="2637" name="Candidate_receptor__2636">
              <a:extLst>
                <a:ext uri="{FF2B5EF4-FFF2-40B4-BE49-F238E27FC236}">
                  <a16:creationId xmlns:a16="http://schemas.microsoft.com/office/drawing/2014/main" id="{65ECB0AF-7D5B-A39D-3799-160C9160EF5A}"/>
                </a:ext>
              </a:extLst>
            </p:cNvPr>
            <p:cNvSpPr>
              <a:spLocks noGrp="1"/>
            </p:cNvSpPr>
            <p:nvPr/>
          </p:nvSpPr>
          <p:spPr>
            <a:xfrm>
              <a:off x="5991705" y="4436197"/>
              <a:ext cx="64441" cy="73184"/>
            </a:xfrm>
            <a:custGeom>
              <a:avLst/>
              <a:gdLst/>
              <a:ahLst/>
              <a:cxnLst/>
              <a:rect l="0" t="0" r="0" b="0"/>
              <a:pathLst>
                <a:path w="64441" h="73184">
                  <a:moveTo>
                    <a:pt x="0" y="73184"/>
                  </a:moveTo>
                  <a:lnTo>
                    <a:pt x="64441" y="0"/>
                  </a:lnTo>
                </a:path>
              </a:pathLst>
            </a:custGeom>
            <a:noFill/>
            <a:ln w="20003">
              <a:solidFill>
                <a:srgbClr val="E1E5E8"/>
              </a:solidFill>
            </a:ln>
          </p:spPr>
        </p:sp>
        <p:sp>
          <p:nvSpPr>
            <p:cNvPr id="2638" name="Candidate_receptor__2637">
              <a:extLst>
                <a:ext uri="{FF2B5EF4-FFF2-40B4-BE49-F238E27FC236}">
                  <a16:creationId xmlns:a16="http://schemas.microsoft.com/office/drawing/2014/main" id="{061E379C-2AC3-25CC-B3BC-9C81EA803A60}"/>
                </a:ext>
              </a:extLst>
            </p:cNvPr>
            <p:cNvSpPr>
              <a:spLocks noGrp="1"/>
            </p:cNvSpPr>
            <p:nvPr/>
          </p:nvSpPr>
          <p:spPr>
            <a:xfrm>
              <a:off x="6117972" y="3450832"/>
              <a:ext cx="106304" cy="20715"/>
            </a:xfrm>
            <a:custGeom>
              <a:avLst/>
              <a:gdLst/>
              <a:ahLst/>
              <a:cxnLst/>
              <a:rect l="0" t="0" r="0" b="0"/>
              <a:pathLst>
                <a:path w="106304" h="20715">
                  <a:moveTo>
                    <a:pt x="106304" y="20715"/>
                  </a:moveTo>
                  <a:lnTo>
                    <a:pt x="0" y="0"/>
                  </a:lnTo>
                </a:path>
              </a:pathLst>
            </a:custGeom>
            <a:noFill/>
            <a:ln w="8096">
              <a:solidFill>
                <a:srgbClr val="E1E5E8"/>
              </a:solidFill>
            </a:ln>
          </p:spPr>
        </p:sp>
        <p:sp>
          <p:nvSpPr>
            <p:cNvPr id="2639" name="Candidate_receptor__2638">
              <a:extLst>
                <a:ext uri="{FF2B5EF4-FFF2-40B4-BE49-F238E27FC236}">
                  <a16:creationId xmlns:a16="http://schemas.microsoft.com/office/drawing/2014/main" id="{8263316E-8A97-A83F-1190-33101FD8D3AD}"/>
                </a:ext>
              </a:extLst>
            </p:cNvPr>
            <p:cNvSpPr>
              <a:spLocks noGrp="1"/>
            </p:cNvSpPr>
            <p:nvPr/>
          </p:nvSpPr>
          <p:spPr>
            <a:xfrm>
              <a:off x="5889372" y="4334076"/>
              <a:ext cx="63491" cy="71922"/>
            </a:xfrm>
            <a:custGeom>
              <a:avLst/>
              <a:gdLst/>
              <a:ahLst/>
              <a:cxnLst/>
              <a:rect l="0" t="0" r="0" b="0"/>
              <a:pathLst>
                <a:path w="63491" h="71922">
                  <a:moveTo>
                    <a:pt x="0" y="71922"/>
                  </a:moveTo>
                  <a:lnTo>
                    <a:pt x="63491" y="0"/>
                  </a:lnTo>
                </a:path>
              </a:pathLst>
            </a:custGeom>
            <a:noFill/>
            <a:ln w="20003">
              <a:solidFill>
                <a:srgbClr val="E1E5E8"/>
              </a:solidFill>
            </a:ln>
          </p:spPr>
        </p:sp>
        <p:sp>
          <p:nvSpPr>
            <p:cNvPr id="2640" name="Candidate_receptor__2639">
              <a:extLst>
                <a:ext uri="{FF2B5EF4-FFF2-40B4-BE49-F238E27FC236}">
                  <a16:creationId xmlns:a16="http://schemas.microsoft.com/office/drawing/2014/main" id="{015394BB-D822-2EC6-53A2-4DA67CA1BD83}"/>
                </a:ext>
              </a:extLst>
            </p:cNvPr>
            <p:cNvSpPr>
              <a:spLocks noGrp="1"/>
            </p:cNvSpPr>
            <p:nvPr/>
          </p:nvSpPr>
          <p:spPr>
            <a:xfrm>
              <a:off x="5997499" y="3800105"/>
              <a:ext cx="102455" cy="48553"/>
            </a:xfrm>
            <a:custGeom>
              <a:avLst/>
              <a:gdLst/>
              <a:ahLst/>
              <a:cxnLst/>
              <a:rect l="0" t="0" r="0" b="0"/>
              <a:pathLst>
                <a:path w="102455" h="48553">
                  <a:moveTo>
                    <a:pt x="102455" y="0"/>
                  </a:moveTo>
                  <a:lnTo>
                    <a:pt x="0" y="48553"/>
                  </a:lnTo>
                </a:path>
              </a:pathLst>
            </a:custGeom>
            <a:noFill/>
            <a:ln w="20003">
              <a:solidFill>
                <a:srgbClr val="E1E5E8"/>
              </a:solidFill>
            </a:ln>
          </p:spPr>
        </p:sp>
        <p:sp>
          <p:nvSpPr>
            <p:cNvPr id="2641" name="Candidate_receptor__2640">
              <a:extLst>
                <a:ext uri="{FF2B5EF4-FFF2-40B4-BE49-F238E27FC236}">
                  <a16:creationId xmlns:a16="http://schemas.microsoft.com/office/drawing/2014/main" id="{3FC6B97D-CC56-A574-7EB6-B0736625F047}"/>
                </a:ext>
              </a:extLst>
            </p:cNvPr>
            <p:cNvSpPr>
              <a:spLocks noGrp="1"/>
            </p:cNvSpPr>
            <p:nvPr/>
          </p:nvSpPr>
          <p:spPr>
            <a:xfrm>
              <a:off x="4404621" y="4689854"/>
              <a:ext cx="85251" cy="36964"/>
            </a:xfrm>
            <a:custGeom>
              <a:avLst/>
              <a:gdLst/>
              <a:ahLst/>
              <a:cxnLst/>
              <a:rect l="0" t="0" r="0" b="0"/>
              <a:pathLst>
                <a:path w="85251" h="36964">
                  <a:moveTo>
                    <a:pt x="85251" y="0"/>
                  </a:moveTo>
                  <a:lnTo>
                    <a:pt x="0" y="36964"/>
                  </a:lnTo>
                </a:path>
              </a:pathLst>
            </a:custGeom>
            <a:noFill/>
            <a:ln w="20003">
              <a:solidFill>
                <a:srgbClr val="E1E5E8"/>
              </a:solidFill>
            </a:ln>
          </p:spPr>
        </p:sp>
        <p:sp>
          <p:nvSpPr>
            <p:cNvPr id="2642" name="Candidate_receptor__2641">
              <a:extLst>
                <a:ext uri="{FF2B5EF4-FFF2-40B4-BE49-F238E27FC236}">
                  <a16:creationId xmlns:a16="http://schemas.microsoft.com/office/drawing/2014/main" id="{68CF75A6-1C9D-D7D0-2F1C-606857612667}"/>
                </a:ext>
              </a:extLst>
            </p:cNvPr>
            <p:cNvSpPr>
              <a:spLocks noGrp="1"/>
            </p:cNvSpPr>
            <p:nvPr/>
          </p:nvSpPr>
          <p:spPr>
            <a:xfrm>
              <a:off x="5612098" y="4206641"/>
              <a:ext cx="83854" cy="75544"/>
            </a:xfrm>
            <a:custGeom>
              <a:avLst/>
              <a:gdLst/>
              <a:ahLst/>
              <a:cxnLst/>
              <a:rect l="0" t="0" r="0" b="0"/>
              <a:pathLst>
                <a:path w="83854" h="75544">
                  <a:moveTo>
                    <a:pt x="0" y="75544"/>
                  </a:moveTo>
                  <a:lnTo>
                    <a:pt x="83854" y="0"/>
                  </a:lnTo>
                </a:path>
              </a:pathLst>
            </a:custGeom>
            <a:noFill/>
            <a:ln w="20003">
              <a:solidFill>
                <a:srgbClr val="E1E5E8"/>
              </a:solidFill>
            </a:ln>
          </p:spPr>
        </p:sp>
        <p:sp>
          <p:nvSpPr>
            <p:cNvPr id="2643" name="Candidate_receptor__2642">
              <a:extLst>
                <a:ext uri="{FF2B5EF4-FFF2-40B4-BE49-F238E27FC236}">
                  <a16:creationId xmlns:a16="http://schemas.microsoft.com/office/drawing/2014/main" id="{116D9EF8-36B9-BD08-A9A9-AED7BF6DBC8E}"/>
                </a:ext>
              </a:extLst>
            </p:cNvPr>
            <p:cNvSpPr>
              <a:spLocks noGrp="1"/>
            </p:cNvSpPr>
            <p:nvPr/>
          </p:nvSpPr>
          <p:spPr>
            <a:xfrm>
              <a:off x="5470723" y="4522677"/>
              <a:ext cx="47338" cy="23363"/>
            </a:xfrm>
            <a:custGeom>
              <a:avLst/>
              <a:gdLst/>
              <a:ahLst/>
              <a:cxnLst/>
              <a:rect l="0" t="0" r="0" b="0"/>
              <a:pathLst>
                <a:path w="47338" h="23363">
                  <a:moveTo>
                    <a:pt x="47338" y="0"/>
                  </a:moveTo>
                  <a:lnTo>
                    <a:pt x="0" y="23363"/>
                  </a:lnTo>
                </a:path>
              </a:pathLst>
            </a:custGeom>
            <a:noFill/>
            <a:ln w="20003">
              <a:solidFill>
                <a:srgbClr val="E1E5E8"/>
              </a:solidFill>
            </a:ln>
          </p:spPr>
        </p:sp>
        <p:sp>
          <p:nvSpPr>
            <p:cNvPr id="2644" name="Candidate_receptor__2643">
              <a:extLst>
                <a:ext uri="{FF2B5EF4-FFF2-40B4-BE49-F238E27FC236}">
                  <a16:creationId xmlns:a16="http://schemas.microsoft.com/office/drawing/2014/main" id="{E5001E74-6877-3AF3-6E69-437A7D06CBE4}"/>
                </a:ext>
              </a:extLst>
            </p:cNvPr>
            <p:cNvSpPr>
              <a:spLocks noGrp="1"/>
            </p:cNvSpPr>
            <p:nvPr/>
          </p:nvSpPr>
          <p:spPr>
            <a:xfrm>
              <a:off x="6263432" y="4466385"/>
              <a:ext cx="109319" cy="33850"/>
            </a:xfrm>
            <a:custGeom>
              <a:avLst/>
              <a:gdLst/>
              <a:ahLst/>
              <a:cxnLst/>
              <a:rect l="0" t="0" r="0" b="0"/>
              <a:pathLst>
                <a:path w="109319" h="33850">
                  <a:moveTo>
                    <a:pt x="0" y="33850"/>
                  </a:moveTo>
                  <a:lnTo>
                    <a:pt x="109319" y="0"/>
                  </a:lnTo>
                </a:path>
              </a:pathLst>
            </a:custGeom>
            <a:noFill/>
            <a:ln w="20003">
              <a:solidFill>
                <a:srgbClr val="E1E5E8"/>
              </a:solidFill>
            </a:ln>
          </p:spPr>
        </p:sp>
        <p:sp>
          <p:nvSpPr>
            <p:cNvPr id="2645" name="Candidate_receptor__2644">
              <a:extLst>
                <a:ext uri="{FF2B5EF4-FFF2-40B4-BE49-F238E27FC236}">
                  <a16:creationId xmlns:a16="http://schemas.microsoft.com/office/drawing/2014/main" id="{A453F99D-B7D3-FD30-08F6-F812061B48A9}"/>
                </a:ext>
              </a:extLst>
            </p:cNvPr>
            <p:cNvSpPr>
              <a:spLocks noGrp="1"/>
            </p:cNvSpPr>
            <p:nvPr/>
          </p:nvSpPr>
          <p:spPr>
            <a:xfrm>
              <a:off x="5543765" y="4120555"/>
              <a:ext cx="88764" cy="29439"/>
            </a:xfrm>
            <a:custGeom>
              <a:avLst/>
              <a:gdLst/>
              <a:ahLst/>
              <a:cxnLst/>
              <a:rect l="0" t="0" r="0" b="0"/>
              <a:pathLst>
                <a:path w="88764" h="29439">
                  <a:moveTo>
                    <a:pt x="88764" y="0"/>
                  </a:moveTo>
                  <a:lnTo>
                    <a:pt x="0" y="29439"/>
                  </a:lnTo>
                </a:path>
              </a:pathLst>
            </a:custGeom>
            <a:noFill/>
            <a:ln w="20003">
              <a:solidFill>
                <a:srgbClr val="E1E5E8"/>
              </a:solidFill>
            </a:ln>
          </p:spPr>
        </p:sp>
        <p:sp>
          <p:nvSpPr>
            <p:cNvPr id="2646" name="Candidate_receptor__2645">
              <a:extLst>
                <a:ext uri="{FF2B5EF4-FFF2-40B4-BE49-F238E27FC236}">
                  <a16:creationId xmlns:a16="http://schemas.microsoft.com/office/drawing/2014/main" id="{2EE7B227-32A5-B8D6-F16B-3FC6467A2D4E}"/>
                </a:ext>
              </a:extLst>
            </p:cNvPr>
            <p:cNvSpPr>
              <a:spLocks noGrp="1"/>
            </p:cNvSpPr>
            <p:nvPr/>
          </p:nvSpPr>
          <p:spPr>
            <a:xfrm>
              <a:off x="5847929" y="4149558"/>
              <a:ext cx="85583" cy="76690"/>
            </a:xfrm>
            <a:custGeom>
              <a:avLst/>
              <a:gdLst/>
              <a:ahLst/>
              <a:cxnLst/>
              <a:rect l="0" t="0" r="0" b="0"/>
              <a:pathLst>
                <a:path w="85583" h="76690">
                  <a:moveTo>
                    <a:pt x="0" y="76690"/>
                  </a:moveTo>
                  <a:lnTo>
                    <a:pt x="85583" y="0"/>
                  </a:lnTo>
                </a:path>
              </a:pathLst>
            </a:custGeom>
            <a:noFill/>
            <a:ln w="20003">
              <a:solidFill>
                <a:srgbClr val="E1E5E8"/>
              </a:solidFill>
            </a:ln>
          </p:spPr>
        </p:sp>
        <p:sp>
          <p:nvSpPr>
            <p:cNvPr id="2647" name="Candidate_receptor__2646">
              <a:extLst>
                <a:ext uri="{FF2B5EF4-FFF2-40B4-BE49-F238E27FC236}">
                  <a16:creationId xmlns:a16="http://schemas.microsoft.com/office/drawing/2014/main" id="{ED183E50-A7CD-92B1-2D14-5DF4B47CE600}"/>
                </a:ext>
              </a:extLst>
            </p:cNvPr>
            <p:cNvSpPr>
              <a:spLocks noGrp="1"/>
            </p:cNvSpPr>
            <p:nvPr/>
          </p:nvSpPr>
          <p:spPr>
            <a:xfrm>
              <a:off x="6369354" y="4900693"/>
              <a:ext cx="104792" cy="19829"/>
            </a:xfrm>
            <a:custGeom>
              <a:avLst/>
              <a:gdLst/>
              <a:ahLst/>
              <a:cxnLst/>
              <a:rect l="0" t="0" r="0" b="0"/>
              <a:pathLst>
                <a:path w="104792" h="19829">
                  <a:moveTo>
                    <a:pt x="0" y="19829"/>
                  </a:moveTo>
                  <a:lnTo>
                    <a:pt x="104792" y="0"/>
                  </a:lnTo>
                </a:path>
              </a:pathLst>
            </a:custGeom>
            <a:noFill/>
            <a:ln w="8096">
              <a:solidFill>
                <a:srgbClr val="E1E5E8"/>
              </a:solidFill>
            </a:ln>
          </p:spPr>
        </p:sp>
        <p:sp>
          <p:nvSpPr>
            <p:cNvPr id="2648" name="Candidate_receptor__2647">
              <a:extLst>
                <a:ext uri="{FF2B5EF4-FFF2-40B4-BE49-F238E27FC236}">
                  <a16:creationId xmlns:a16="http://schemas.microsoft.com/office/drawing/2014/main" id="{07EC3911-06E2-CAA4-42EC-52F9CBF86476}"/>
                </a:ext>
              </a:extLst>
            </p:cNvPr>
            <p:cNvSpPr>
              <a:spLocks noGrp="1"/>
            </p:cNvSpPr>
            <p:nvPr/>
          </p:nvSpPr>
          <p:spPr>
            <a:xfrm>
              <a:off x="5572910" y="4618065"/>
              <a:ext cx="31608" cy="56309"/>
            </a:xfrm>
            <a:custGeom>
              <a:avLst/>
              <a:gdLst/>
              <a:ahLst/>
              <a:cxnLst/>
              <a:rect l="0" t="0" r="0" b="0"/>
              <a:pathLst>
                <a:path w="31608" h="56309">
                  <a:moveTo>
                    <a:pt x="0" y="56309"/>
                  </a:moveTo>
                  <a:lnTo>
                    <a:pt x="31608" y="0"/>
                  </a:lnTo>
                </a:path>
              </a:pathLst>
            </a:custGeom>
            <a:noFill/>
            <a:ln w="20003">
              <a:solidFill>
                <a:srgbClr val="E1E5E8"/>
              </a:solidFill>
            </a:ln>
          </p:spPr>
        </p:sp>
        <p:sp>
          <p:nvSpPr>
            <p:cNvPr id="2649" name="Candidate_receptor__2648">
              <a:extLst>
                <a:ext uri="{FF2B5EF4-FFF2-40B4-BE49-F238E27FC236}">
                  <a16:creationId xmlns:a16="http://schemas.microsoft.com/office/drawing/2014/main" id="{F8232950-9247-3300-7A31-64248A181925}"/>
                </a:ext>
              </a:extLst>
            </p:cNvPr>
            <p:cNvSpPr>
              <a:spLocks noGrp="1"/>
            </p:cNvSpPr>
            <p:nvPr/>
          </p:nvSpPr>
          <p:spPr>
            <a:xfrm>
              <a:off x="5149545" y="4955891"/>
              <a:ext cx="10795" cy="112727"/>
            </a:xfrm>
            <a:custGeom>
              <a:avLst/>
              <a:gdLst/>
              <a:ahLst/>
              <a:cxnLst/>
              <a:rect l="0" t="0" r="0" b="0"/>
              <a:pathLst>
                <a:path w="10795" h="112727">
                  <a:moveTo>
                    <a:pt x="10795" y="112727"/>
                  </a:moveTo>
                  <a:lnTo>
                    <a:pt x="0" y="0"/>
                  </a:lnTo>
                </a:path>
              </a:pathLst>
            </a:custGeom>
            <a:noFill/>
            <a:ln w="20003">
              <a:solidFill>
                <a:srgbClr val="E1E5E8"/>
              </a:solidFill>
            </a:ln>
          </p:spPr>
        </p:sp>
        <p:sp>
          <p:nvSpPr>
            <p:cNvPr id="2650" name="Candidate_receptor__2649">
              <a:extLst>
                <a:ext uri="{FF2B5EF4-FFF2-40B4-BE49-F238E27FC236}">
                  <a16:creationId xmlns:a16="http://schemas.microsoft.com/office/drawing/2014/main" id="{7B45AA08-6E9F-2DF0-C2D6-1F48CE6ACD93}"/>
                </a:ext>
              </a:extLst>
            </p:cNvPr>
            <p:cNvSpPr>
              <a:spLocks noGrp="1"/>
            </p:cNvSpPr>
            <p:nvPr/>
          </p:nvSpPr>
          <p:spPr>
            <a:xfrm>
              <a:off x="4903447" y="3486277"/>
              <a:ext cx="102268" cy="43567"/>
            </a:xfrm>
            <a:custGeom>
              <a:avLst/>
              <a:gdLst/>
              <a:ahLst/>
              <a:cxnLst/>
              <a:rect l="0" t="0" r="0" b="0"/>
              <a:pathLst>
                <a:path w="102268" h="43567">
                  <a:moveTo>
                    <a:pt x="102268" y="43567"/>
                  </a:moveTo>
                  <a:lnTo>
                    <a:pt x="0" y="0"/>
                  </a:lnTo>
                </a:path>
              </a:pathLst>
            </a:custGeom>
            <a:noFill/>
            <a:ln w="8096">
              <a:solidFill>
                <a:srgbClr val="E1E5E8"/>
              </a:solidFill>
            </a:ln>
          </p:spPr>
        </p:sp>
        <p:sp>
          <p:nvSpPr>
            <p:cNvPr id="2651" name="Candidate_receptor__2650">
              <a:extLst>
                <a:ext uri="{FF2B5EF4-FFF2-40B4-BE49-F238E27FC236}">
                  <a16:creationId xmlns:a16="http://schemas.microsoft.com/office/drawing/2014/main" id="{5AD034CC-2E18-55C9-DFCA-247F8A7A8A2A}"/>
                </a:ext>
              </a:extLst>
            </p:cNvPr>
            <p:cNvSpPr>
              <a:spLocks noGrp="1"/>
            </p:cNvSpPr>
            <p:nvPr/>
          </p:nvSpPr>
          <p:spPr>
            <a:xfrm>
              <a:off x="4847565" y="4889872"/>
              <a:ext cx="927" cy="77640"/>
            </a:xfrm>
            <a:custGeom>
              <a:avLst/>
              <a:gdLst/>
              <a:ahLst/>
              <a:cxnLst/>
              <a:rect l="0" t="0" r="0" b="0"/>
              <a:pathLst>
                <a:path w="927" h="77640">
                  <a:moveTo>
                    <a:pt x="0" y="77640"/>
                  </a:moveTo>
                  <a:lnTo>
                    <a:pt x="927" y="0"/>
                  </a:lnTo>
                </a:path>
              </a:pathLst>
            </a:custGeom>
            <a:noFill/>
            <a:ln w="20003">
              <a:solidFill>
                <a:srgbClr val="E1E5E8"/>
              </a:solidFill>
            </a:ln>
          </p:spPr>
        </p:sp>
        <p:sp>
          <p:nvSpPr>
            <p:cNvPr id="2652" name="Candidate_receptor__2651">
              <a:extLst>
                <a:ext uri="{FF2B5EF4-FFF2-40B4-BE49-F238E27FC236}">
                  <a16:creationId xmlns:a16="http://schemas.microsoft.com/office/drawing/2014/main" id="{6E65CFDE-A1B2-A872-8A55-A1F76F6DFA88}"/>
                </a:ext>
              </a:extLst>
            </p:cNvPr>
            <p:cNvSpPr>
              <a:spLocks noGrp="1"/>
            </p:cNvSpPr>
            <p:nvPr/>
          </p:nvSpPr>
          <p:spPr>
            <a:xfrm>
              <a:off x="4489872" y="4662530"/>
              <a:ext cx="67866" cy="27324"/>
            </a:xfrm>
            <a:custGeom>
              <a:avLst/>
              <a:gdLst/>
              <a:ahLst/>
              <a:cxnLst/>
              <a:rect l="0" t="0" r="0" b="0"/>
              <a:pathLst>
                <a:path w="67866" h="27324">
                  <a:moveTo>
                    <a:pt x="67866" y="0"/>
                  </a:moveTo>
                  <a:lnTo>
                    <a:pt x="0" y="27324"/>
                  </a:lnTo>
                </a:path>
              </a:pathLst>
            </a:custGeom>
            <a:noFill/>
            <a:ln w="20003">
              <a:solidFill>
                <a:srgbClr val="E1E5E8"/>
              </a:solidFill>
            </a:ln>
          </p:spPr>
        </p:sp>
        <p:sp>
          <p:nvSpPr>
            <p:cNvPr id="2653" name="Candidate_receptor__2652">
              <a:extLst>
                <a:ext uri="{FF2B5EF4-FFF2-40B4-BE49-F238E27FC236}">
                  <a16:creationId xmlns:a16="http://schemas.microsoft.com/office/drawing/2014/main" id="{2B1BC83A-0E8B-29D3-DCEC-61B043168119}"/>
                </a:ext>
              </a:extLst>
            </p:cNvPr>
            <p:cNvSpPr>
              <a:spLocks noGrp="1"/>
            </p:cNvSpPr>
            <p:nvPr/>
          </p:nvSpPr>
          <p:spPr>
            <a:xfrm>
              <a:off x="4401190" y="4726819"/>
              <a:ext cx="3431" cy="107932"/>
            </a:xfrm>
            <a:custGeom>
              <a:avLst/>
              <a:gdLst/>
              <a:ahLst/>
              <a:cxnLst/>
              <a:rect l="0" t="0" r="0" b="0"/>
              <a:pathLst>
                <a:path w="3431" h="107932">
                  <a:moveTo>
                    <a:pt x="3431" y="0"/>
                  </a:moveTo>
                  <a:lnTo>
                    <a:pt x="0" y="107932"/>
                  </a:lnTo>
                </a:path>
              </a:pathLst>
            </a:custGeom>
            <a:noFill/>
            <a:ln w="8096">
              <a:solidFill>
                <a:srgbClr val="E1E5E8"/>
              </a:solidFill>
            </a:ln>
          </p:spPr>
        </p:sp>
        <p:sp>
          <p:nvSpPr>
            <p:cNvPr id="2654" name="Candidate_receptor__2653">
              <a:extLst>
                <a:ext uri="{FF2B5EF4-FFF2-40B4-BE49-F238E27FC236}">
                  <a16:creationId xmlns:a16="http://schemas.microsoft.com/office/drawing/2014/main" id="{7914D2DA-9397-BEE7-7516-FB9EDA45DD9A}"/>
                </a:ext>
              </a:extLst>
            </p:cNvPr>
            <p:cNvSpPr>
              <a:spLocks noGrp="1"/>
            </p:cNvSpPr>
            <p:nvPr/>
          </p:nvSpPr>
          <p:spPr>
            <a:xfrm>
              <a:off x="6474145" y="4803684"/>
              <a:ext cx="21914" cy="97008"/>
            </a:xfrm>
            <a:custGeom>
              <a:avLst/>
              <a:gdLst/>
              <a:ahLst/>
              <a:cxnLst/>
              <a:rect l="0" t="0" r="0" b="0"/>
              <a:pathLst>
                <a:path w="21914" h="97008">
                  <a:moveTo>
                    <a:pt x="0" y="97008"/>
                  </a:moveTo>
                  <a:lnTo>
                    <a:pt x="21914" y="0"/>
                  </a:lnTo>
                </a:path>
              </a:pathLst>
            </a:custGeom>
            <a:noFill/>
            <a:ln w="8096">
              <a:solidFill>
                <a:srgbClr val="E1E5E8"/>
              </a:solidFill>
            </a:ln>
          </p:spPr>
        </p:sp>
        <p:sp>
          <p:nvSpPr>
            <p:cNvPr id="2655" name="Candidate_receptor__2654">
              <a:extLst>
                <a:ext uri="{FF2B5EF4-FFF2-40B4-BE49-F238E27FC236}">
                  <a16:creationId xmlns:a16="http://schemas.microsoft.com/office/drawing/2014/main" id="{83BE812B-99E3-192E-48B8-7EF109F28834}"/>
                </a:ext>
              </a:extLst>
            </p:cNvPr>
            <p:cNvSpPr>
              <a:spLocks noGrp="1"/>
            </p:cNvSpPr>
            <p:nvPr/>
          </p:nvSpPr>
          <p:spPr>
            <a:xfrm>
              <a:off x="4988017" y="4875169"/>
              <a:ext cx="10174" cy="109040"/>
            </a:xfrm>
            <a:custGeom>
              <a:avLst/>
              <a:gdLst/>
              <a:ahLst/>
              <a:cxnLst/>
              <a:rect l="0" t="0" r="0" b="0"/>
              <a:pathLst>
                <a:path w="10174" h="109040">
                  <a:moveTo>
                    <a:pt x="10174" y="109040"/>
                  </a:moveTo>
                  <a:lnTo>
                    <a:pt x="0" y="0"/>
                  </a:lnTo>
                </a:path>
              </a:pathLst>
            </a:custGeom>
            <a:noFill/>
            <a:ln w="20003">
              <a:solidFill>
                <a:srgbClr val="E1E5E8"/>
              </a:solidFill>
            </a:ln>
          </p:spPr>
        </p:sp>
        <p:sp>
          <p:nvSpPr>
            <p:cNvPr id="2656" name="Candidate_receptor__2655">
              <a:extLst>
                <a:ext uri="{FF2B5EF4-FFF2-40B4-BE49-F238E27FC236}">
                  <a16:creationId xmlns:a16="http://schemas.microsoft.com/office/drawing/2014/main" id="{678AD8BC-B4C4-031D-7EBD-9957A89919A7}"/>
                </a:ext>
              </a:extLst>
            </p:cNvPr>
            <p:cNvSpPr>
              <a:spLocks noGrp="1"/>
            </p:cNvSpPr>
            <p:nvPr/>
          </p:nvSpPr>
          <p:spPr>
            <a:xfrm>
              <a:off x="4905996" y="5120655"/>
              <a:ext cx="101643" cy="29779"/>
            </a:xfrm>
            <a:custGeom>
              <a:avLst/>
              <a:gdLst/>
              <a:ahLst/>
              <a:cxnLst/>
              <a:rect l="0" t="0" r="0" b="0"/>
              <a:pathLst>
                <a:path w="101643" h="29779">
                  <a:moveTo>
                    <a:pt x="101643" y="29779"/>
                  </a:moveTo>
                  <a:lnTo>
                    <a:pt x="0" y="0"/>
                  </a:lnTo>
                </a:path>
              </a:pathLst>
            </a:custGeom>
            <a:noFill/>
            <a:ln w="20003">
              <a:solidFill>
                <a:srgbClr val="E1E5E8"/>
              </a:solidFill>
            </a:ln>
          </p:spPr>
        </p:sp>
        <p:sp>
          <p:nvSpPr>
            <p:cNvPr id="2657" name="Candidate_receptor__2656">
              <a:extLst>
                <a:ext uri="{FF2B5EF4-FFF2-40B4-BE49-F238E27FC236}">
                  <a16:creationId xmlns:a16="http://schemas.microsoft.com/office/drawing/2014/main" id="{747BD4BC-9E96-AD4B-B358-1E472DC33455}"/>
                </a:ext>
              </a:extLst>
            </p:cNvPr>
            <p:cNvSpPr>
              <a:spLocks noGrp="1"/>
            </p:cNvSpPr>
            <p:nvPr/>
          </p:nvSpPr>
          <p:spPr>
            <a:xfrm>
              <a:off x="4659532" y="4741368"/>
              <a:ext cx="44801" cy="35188"/>
            </a:xfrm>
            <a:custGeom>
              <a:avLst/>
              <a:gdLst/>
              <a:ahLst/>
              <a:cxnLst/>
              <a:rect l="0" t="0" r="0" b="0"/>
              <a:pathLst>
                <a:path w="44801" h="35188">
                  <a:moveTo>
                    <a:pt x="44801" y="35188"/>
                  </a:moveTo>
                  <a:lnTo>
                    <a:pt x="0" y="0"/>
                  </a:lnTo>
                </a:path>
              </a:pathLst>
            </a:custGeom>
            <a:noFill/>
            <a:ln w="20003">
              <a:solidFill>
                <a:srgbClr val="E1E5E8"/>
              </a:solidFill>
            </a:ln>
          </p:spPr>
        </p:sp>
        <p:sp>
          <p:nvSpPr>
            <p:cNvPr id="2658" name="Candidate_receptor__2657">
              <a:extLst>
                <a:ext uri="{FF2B5EF4-FFF2-40B4-BE49-F238E27FC236}">
                  <a16:creationId xmlns:a16="http://schemas.microsoft.com/office/drawing/2014/main" id="{760979FA-BCC1-B200-2E11-0EBACDD444A1}"/>
                </a:ext>
              </a:extLst>
            </p:cNvPr>
            <p:cNvSpPr>
              <a:spLocks noGrp="1"/>
            </p:cNvSpPr>
            <p:nvPr/>
          </p:nvSpPr>
          <p:spPr>
            <a:xfrm>
              <a:off x="5379747" y="4389774"/>
              <a:ext cx="108034" cy="36649"/>
            </a:xfrm>
            <a:custGeom>
              <a:avLst/>
              <a:gdLst/>
              <a:ahLst/>
              <a:cxnLst/>
              <a:rect l="0" t="0" r="0" b="0"/>
              <a:pathLst>
                <a:path w="108034" h="36649">
                  <a:moveTo>
                    <a:pt x="108034" y="0"/>
                  </a:moveTo>
                  <a:lnTo>
                    <a:pt x="0" y="36649"/>
                  </a:lnTo>
                </a:path>
              </a:pathLst>
            </a:custGeom>
            <a:noFill/>
            <a:ln w="20003">
              <a:solidFill>
                <a:srgbClr val="E1E5E8"/>
              </a:solidFill>
            </a:ln>
          </p:spPr>
        </p:sp>
        <p:sp>
          <p:nvSpPr>
            <p:cNvPr id="2659" name="Candidate_receptor__2658">
              <a:extLst>
                <a:ext uri="{FF2B5EF4-FFF2-40B4-BE49-F238E27FC236}">
                  <a16:creationId xmlns:a16="http://schemas.microsoft.com/office/drawing/2014/main" id="{F67260F4-A64C-21F7-1D98-59C3F7257641}"/>
                </a:ext>
              </a:extLst>
            </p:cNvPr>
            <p:cNvSpPr>
              <a:spLocks noGrp="1"/>
            </p:cNvSpPr>
            <p:nvPr/>
          </p:nvSpPr>
          <p:spPr>
            <a:xfrm>
              <a:off x="5343627" y="5380456"/>
              <a:ext cx="9719" cy="37860"/>
            </a:xfrm>
            <a:custGeom>
              <a:avLst/>
              <a:gdLst/>
              <a:ahLst/>
              <a:cxnLst/>
              <a:rect l="0" t="0" r="0" b="0"/>
              <a:pathLst>
                <a:path w="9719" h="37860">
                  <a:moveTo>
                    <a:pt x="9719" y="37860"/>
                  </a:moveTo>
                  <a:lnTo>
                    <a:pt x="0" y="0"/>
                  </a:lnTo>
                </a:path>
              </a:pathLst>
            </a:custGeom>
            <a:noFill/>
            <a:ln w="20003">
              <a:solidFill>
                <a:srgbClr val="E1E5E8"/>
              </a:solidFill>
            </a:ln>
          </p:spPr>
        </p:sp>
        <p:sp>
          <p:nvSpPr>
            <p:cNvPr id="2660" name="Candidate_receptor__2659">
              <a:extLst>
                <a:ext uri="{FF2B5EF4-FFF2-40B4-BE49-F238E27FC236}">
                  <a16:creationId xmlns:a16="http://schemas.microsoft.com/office/drawing/2014/main" id="{9759E29E-7273-B67C-2ED6-ACB4F12D4A80}"/>
                </a:ext>
              </a:extLst>
            </p:cNvPr>
            <p:cNvSpPr>
              <a:spLocks noGrp="1"/>
            </p:cNvSpPr>
            <p:nvPr/>
          </p:nvSpPr>
          <p:spPr>
            <a:xfrm>
              <a:off x="4825975" y="4802260"/>
              <a:ext cx="22518" cy="87612"/>
            </a:xfrm>
            <a:custGeom>
              <a:avLst/>
              <a:gdLst/>
              <a:ahLst/>
              <a:cxnLst/>
              <a:rect l="0" t="0" r="0" b="0"/>
              <a:pathLst>
                <a:path w="22518" h="87612">
                  <a:moveTo>
                    <a:pt x="22518" y="87612"/>
                  </a:moveTo>
                  <a:lnTo>
                    <a:pt x="0" y="0"/>
                  </a:lnTo>
                </a:path>
              </a:pathLst>
            </a:custGeom>
            <a:noFill/>
            <a:ln w="20003">
              <a:solidFill>
                <a:srgbClr val="E1E5E8"/>
              </a:solidFill>
            </a:ln>
          </p:spPr>
        </p:sp>
        <p:sp>
          <p:nvSpPr>
            <p:cNvPr id="2661" name="Candidate_receptor__2660">
              <a:extLst>
                <a:ext uri="{FF2B5EF4-FFF2-40B4-BE49-F238E27FC236}">
                  <a16:creationId xmlns:a16="http://schemas.microsoft.com/office/drawing/2014/main" id="{B53DBEE1-C796-6D4B-3914-347395D9BADB}"/>
                </a:ext>
              </a:extLst>
            </p:cNvPr>
            <p:cNvSpPr>
              <a:spLocks noGrp="1"/>
            </p:cNvSpPr>
            <p:nvPr/>
          </p:nvSpPr>
          <p:spPr>
            <a:xfrm>
              <a:off x="6553732" y="4405538"/>
              <a:ext cx="47655" cy="27314"/>
            </a:xfrm>
            <a:custGeom>
              <a:avLst/>
              <a:gdLst/>
              <a:ahLst/>
              <a:cxnLst/>
              <a:rect l="0" t="0" r="0" b="0"/>
              <a:pathLst>
                <a:path w="47655" h="27314">
                  <a:moveTo>
                    <a:pt x="0" y="27314"/>
                  </a:moveTo>
                  <a:lnTo>
                    <a:pt x="47655" y="0"/>
                  </a:lnTo>
                </a:path>
              </a:pathLst>
            </a:custGeom>
            <a:noFill/>
            <a:ln w="20003">
              <a:solidFill>
                <a:srgbClr val="E1E5E8"/>
              </a:solidFill>
            </a:ln>
          </p:spPr>
        </p:sp>
        <p:sp>
          <p:nvSpPr>
            <p:cNvPr id="2662" name="Candidate_receptor__2661">
              <a:extLst>
                <a:ext uri="{FF2B5EF4-FFF2-40B4-BE49-F238E27FC236}">
                  <a16:creationId xmlns:a16="http://schemas.microsoft.com/office/drawing/2014/main" id="{F498AD7A-820E-7DED-0088-F7CB931057F9}"/>
                </a:ext>
              </a:extLst>
            </p:cNvPr>
            <p:cNvSpPr>
              <a:spLocks noGrp="1"/>
            </p:cNvSpPr>
            <p:nvPr/>
          </p:nvSpPr>
          <p:spPr>
            <a:xfrm>
              <a:off x="6421186" y="3421055"/>
              <a:ext cx="24684" cy="57039"/>
            </a:xfrm>
            <a:custGeom>
              <a:avLst/>
              <a:gdLst/>
              <a:ahLst/>
              <a:cxnLst/>
              <a:rect l="0" t="0" r="0" b="0"/>
              <a:pathLst>
                <a:path w="24684" h="57039">
                  <a:moveTo>
                    <a:pt x="24684" y="57039"/>
                  </a:moveTo>
                  <a:lnTo>
                    <a:pt x="0" y="0"/>
                  </a:lnTo>
                </a:path>
              </a:pathLst>
            </a:custGeom>
            <a:noFill/>
            <a:ln w="8096">
              <a:solidFill>
                <a:srgbClr val="E1E5E8"/>
              </a:solidFill>
            </a:ln>
          </p:spPr>
        </p:sp>
        <p:sp>
          <p:nvSpPr>
            <p:cNvPr id="2663" name="Candidate_receptor__2662">
              <a:extLst>
                <a:ext uri="{FF2B5EF4-FFF2-40B4-BE49-F238E27FC236}">
                  <a16:creationId xmlns:a16="http://schemas.microsoft.com/office/drawing/2014/main" id="{324D42AD-5C16-DB76-8F7A-0C6CD8725455}"/>
                </a:ext>
              </a:extLst>
            </p:cNvPr>
            <p:cNvSpPr>
              <a:spLocks noGrp="1"/>
            </p:cNvSpPr>
            <p:nvPr/>
          </p:nvSpPr>
          <p:spPr>
            <a:xfrm>
              <a:off x="5604518" y="4520036"/>
              <a:ext cx="17685" cy="98029"/>
            </a:xfrm>
            <a:custGeom>
              <a:avLst/>
              <a:gdLst/>
              <a:ahLst/>
              <a:cxnLst/>
              <a:rect l="0" t="0" r="0" b="0"/>
              <a:pathLst>
                <a:path w="17685" h="98029">
                  <a:moveTo>
                    <a:pt x="0" y="98029"/>
                  </a:moveTo>
                  <a:lnTo>
                    <a:pt x="17685" y="0"/>
                  </a:lnTo>
                </a:path>
              </a:pathLst>
            </a:custGeom>
            <a:noFill/>
            <a:ln w="20003">
              <a:solidFill>
                <a:srgbClr val="E1E5E8"/>
              </a:solidFill>
            </a:ln>
          </p:spPr>
        </p:sp>
        <p:sp>
          <p:nvSpPr>
            <p:cNvPr id="2664" name="Candidate_receptor__2663">
              <a:extLst>
                <a:ext uri="{FF2B5EF4-FFF2-40B4-BE49-F238E27FC236}">
                  <a16:creationId xmlns:a16="http://schemas.microsoft.com/office/drawing/2014/main" id="{178346CF-2A04-B24F-F438-DA0E43742315}"/>
                </a:ext>
              </a:extLst>
            </p:cNvPr>
            <p:cNvSpPr>
              <a:spLocks noGrp="1"/>
            </p:cNvSpPr>
            <p:nvPr/>
          </p:nvSpPr>
          <p:spPr>
            <a:xfrm>
              <a:off x="4610161" y="2342768"/>
              <a:ext cx="56576" cy="100105"/>
            </a:xfrm>
            <a:custGeom>
              <a:avLst/>
              <a:gdLst/>
              <a:ahLst/>
              <a:cxnLst/>
              <a:rect l="0" t="0" r="0" b="0"/>
              <a:pathLst>
                <a:path w="56576" h="100105">
                  <a:moveTo>
                    <a:pt x="0" y="0"/>
                  </a:moveTo>
                  <a:lnTo>
                    <a:pt x="56576" y="100105"/>
                  </a:lnTo>
                </a:path>
              </a:pathLst>
            </a:custGeom>
            <a:noFill/>
            <a:ln w="20003">
              <a:solidFill>
                <a:srgbClr val="E1E5E8"/>
              </a:solidFill>
            </a:ln>
          </p:spPr>
        </p:sp>
        <p:sp>
          <p:nvSpPr>
            <p:cNvPr id="2665" name="Candidate_receptor__2664">
              <a:extLst>
                <a:ext uri="{FF2B5EF4-FFF2-40B4-BE49-F238E27FC236}">
                  <a16:creationId xmlns:a16="http://schemas.microsoft.com/office/drawing/2014/main" id="{3FD46DD9-0EFF-85E2-7593-40CFCDD9836C}"/>
                </a:ext>
              </a:extLst>
            </p:cNvPr>
            <p:cNvSpPr>
              <a:spLocks noGrp="1"/>
            </p:cNvSpPr>
            <p:nvPr/>
          </p:nvSpPr>
          <p:spPr>
            <a:xfrm>
              <a:off x="6024623" y="3617503"/>
              <a:ext cx="94667" cy="57399"/>
            </a:xfrm>
            <a:custGeom>
              <a:avLst/>
              <a:gdLst/>
              <a:ahLst/>
              <a:cxnLst/>
              <a:rect l="0" t="0" r="0" b="0"/>
              <a:pathLst>
                <a:path w="94667" h="57399">
                  <a:moveTo>
                    <a:pt x="94667" y="0"/>
                  </a:moveTo>
                  <a:lnTo>
                    <a:pt x="0" y="57399"/>
                  </a:lnTo>
                </a:path>
              </a:pathLst>
            </a:custGeom>
            <a:noFill/>
            <a:ln w="20003">
              <a:solidFill>
                <a:srgbClr val="E1E5E8"/>
              </a:solidFill>
            </a:ln>
          </p:spPr>
        </p:sp>
        <p:sp>
          <p:nvSpPr>
            <p:cNvPr id="2666" name="Candidate_receptor__2665">
              <a:extLst>
                <a:ext uri="{FF2B5EF4-FFF2-40B4-BE49-F238E27FC236}">
                  <a16:creationId xmlns:a16="http://schemas.microsoft.com/office/drawing/2014/main" id="{6A220DDE-19B9-CD35-C864-73262AEA4563}"/>
                </a:ext>
              </a:extLst>
            </p:cNvPr>
            <p:cNvSpPr>
              <a:spLocks noGrp="1"/>
            </p:cNvSpPr>
            <p:nvPr/>
          </p:nvSpPr>
          <p:spPr>
            <a:xfrm>
              <a:off x="5039608" y="4647638"/>
              <a:ext cx="99636" cy="12144"/>
            </a:xfrm>
            <a:custGeom>
              <a:avLst/>
              <a:gdLst/>
              <a:ahLst/>
              <a:cxnLst/>
              <a:rect l="0" t="0" r="0" b="0"/>
              <a:pathLst>
                <a:path w="99636" h="12144">
                  <a:moveTo>
                    <a:pt x="0" y="0"/>
                  </a:moveTo>
                  <a:lnTo>
                    <a:pt x="99636" y="12144"/>
                  </a:lnTo>
                </a:path>
              </a:pathLst>
            </a:custGeom>
            <a:noFill/>
            <a:ln w="20003">
              <a:solidFill>
                <a:srgbClr val="E1E5E8"/>
              </a:solidFill>
            </a:ln>
          </p:spPr>
        </p:sp>
        <p:sp>
          <p:nvSpPr>
            <p:cNvPr id="2667" name="Candidate_receptor__2666">
              <a:extLst>
                <a:ext uri="{FF2B5EF4-FFF2-40B4-BE49-F238E27FC236}">
                  <a16:creationId xmlns:a16="http://schemas.microsoft.com/office/drawing/2014/main" id="{D112D685-3312-9C9C-1394-9F4534233681}"/>
                </a:ext>
              </a:extLst>
            </p:cNvPr>
            <p:cNvSpPr>
              <a:spLocks noGrp="1"/>
            </p:cNvSpPr>
            <p:nvPr/>
          </p:nvSpPr>
          <p:spPr>
            <a:xfrm>
              <a:off x="5609856" y="3072059"/>
              <a:ext cx="51873" cy="30865"/>
            </a:xfrm>
            <a:custGeom>
              <a:avLst/>
              <a:gdLst/>
              <a:ahLst/>
              <a:cxnLst/>
              <a:rect l="0" t="0" r="0" b="0"/>
              <a:pathLst>
                <a:path w="51873" h="30865">
                  <a:moveTo>
                    <a:pt x="0" y="30865"/>
                  </a:moveTo>
                  <a:lnTo>
                    <a:pt x="51873" y="0"/>
                  </a:lnTo>
                </a:path>
              </a:pathLst>
            </a:custGeom>
            <a:noFill/>
            <a:ln w="20003">
              <a:solidFill>
                <a:srgbClr val="E1E5E8"/>
              </a:solidFill>
            </a:ln>
          </p:spPr>
        </p:sp>
        <p:sp>
          <p:nvSpPr>
            <p:cNvPr id="2668" name="Candidate_receptor__2667">
              <a:extLst>
                <a:ext uri="{FF2B5EF4-FFF2-40B4-BE49-F238E27FC236}">
                  <a16:creationId xmlns:a16="http://schemas.microsoft.com/office/drawing/2014/main" id="{DAB68DE3-3F7A-8AD0-14ED-BFB5463F0004}"/>
                </a:ext>
              </a:extLst>
            </p:cNvPr>
            <p:cNvSpPr>
              <a:spLocks noGrp="1"/>
            </p:cNvSpPr>
            <p:nvPr/>
          </p:nvSpPr>
          <p:spPr>
            <a:xfrm>
              <a:off x="6357697" y="4556343"/>
              <a:ext cx="40021" cy="69741"/>
            </a:xfrm>
            <a:custGeom>
              <a:avLst/>
              <a:gdLst/>
              <a:ahLst/>
              <a:cxnLst/>
              <a:rect l="0" t="0" r="0" b="0"/>
              <a:pathLst>
                <a:path w="40021" h="69741">
                  <a:moveTo>
                    <a:pt x="40021" y="0"/>
                  </a:moveTo>
                  <a:lnTo>
                    <a:pt x="0" y="69741"/>
                  </a:lnTo>
                </a:path>
              </a:pathLst>
            </a:custGeom>
            <a:noFill/>
            <a:ln w="20003">
              <a:solidFill>
                <a:srgbClr val="E1E5E8"/>
              </a:solidFill>
            </a:ln>
          </p:spPr>
        </p:sp>
        <p:sp>
          <p:nvSpPr>
            <p:cNvPr id="2669" name="Candidate_receptor__2668">
              <a:extLst>
                <a:ext uri="{FF2B5EF4-FFF2-40B4-BE49-F238E27FC236}">
                  <a16:creationId xmlns:a16="http://schemas.microsoft.com/office/drawing/2014/main" id="{FA4FB333-CB7E-B1FC-E04C-EAA635186F43}"/>
                </a:ext>
              </a:extLst>
            </p:cNvPr>
            <p:cNvSpPr>
              <a:spLocks noGrp="1"/>
            </p:cNvSpPr>
            <p:nvPr/>
          </p:nvSpPr>
          <p:spPr>
            <a:xfrm>
              <a:off x="4851322" y="5120655"/>
              <a:ext cx="54674" cy="51055"/>
            </a:xfrm>
            <a:custGeom>
              <a:avLst/>
              <a:gdLst/>
              <a:ahLst/>
              <a:cxnLst/>
              <a:rect l="0" t="0" r="0" b="0"/>
              <a:pathLst>
                <a:path w="54674" h="51055">
                  <a:moveTo>
                    <a:pt x="54674" y="0"/>
                  </a:moveTo>
                  <a:lnTo>
                    <a:pt x="0" y="51055"/>
                  </a:lnTo>
                </a:path>
              </a:pathLst>
            </a:custGeom>
            <a:noFill/>
            <a:ln w="20003">
              <a:solidFill>
                <a:srgbClr val="E1E5E8"/>
              </a:solidFill>
            </a:ln>
          </p:spPr>
        </p:sp>
        <p:sp>
          <p:nvSpPr>
            <p:cNvPr id="2670" name="Candidate_receptor__2669">
              <a:extLst>
                <a:ext uri="{FF2B5EF4-FFF2-40B4-BE49-F238E27FC236}">
                  <a16:creationId xmlns:a16="http://schemas.microsoft.com/office/drawing/2014/main" id="{3DCABBA5-E39F-0127-FFD5-1E26109EE785}"/>
                </a:ext>
              </a:extLst>
            </p:cNvPr>
            <p:cNvSpPr>
              <a:spLocks noGrp="1"/>
            </p:cNvSpPr>
            <p:nvPr/>
          </p:nvSpPr>
          <p:spPr>
            <a:xfrm>
              <a:off x="4557395" y="4772567"/>
              <a:ext cx="15689" cy="42825"/>
            </a:xfrm>
            <a:custGeom>
              <a:avLst/>
              <a:gdLst/>
              <a:ahLst/>
              <a:cxnLst/>
              <a:rect l="0" t="0" r="0" b="0"/>
              <a:pathLst>
                <a:path w="15689" h="42825">
                  <a:moveTo>
                    <a:pt x="15689" y="42825"/>
                  </a:moveTo>
                  <a:lnTo>
                    <a:pt x="0" y="0"/>
                  </a:lnTo>
                </a:path>
              </a:pathLst>
            </a:custGeom>
            <a:noFill/>
            <a:ln w="20003">
              <a:solidFill>
                <a:srgbClr val="E1E5E8"/>
              </a:solidFill>
            </a:ln>
          </p:spPr>
        </p:sp>
        <p:sp>
          <p:nvSpPr>
            <p:cNvPr id="2671" name="Candidate_receptor__2670">
              <a:extLst>
                <a:ext uri="{FF2B5EF4-FFF2-40B4-BE49-F238E27FC236}">
                  <a16:creationId xmlns:a16="http://schemas.microsoft.com/office/drawing/2014/main" id="{108BE539-E5B5-E7CA-9972-507D4DF4EE8D}"/>
                </a:ext>
              </a:extLst>
            </p:cNvPr>
            <p:cNvSpPr>
              <a:spLocks noGrp="1"/>
            </p:cNvSpPr>
            <p:nvPr/>
          </p:nvSpPr>
          <p:spPr>
            <a:xfrm>
              <a:off x="4995950" y="4647638"/>
              <a:ext cx="43658" cy="83761"/>
            </a:xfrm>
            <a:custGeom>
              <a:avLst/>
              <a:gdLst/>
              <a:ahLst/>
              <a:cxnLst/>
              <a:rect l="0" t="0" r="0" b="0"/>
              <a:pathLst>
                <a:path w="43658" h="83761">
                  <a:moveTo>
                    <a:pt x="0" y="83761"/>
                  </a:moveTo>
                  <a:lnTo>
                    <a:pt x="43658" y="0"/>
                  </a:lnTo>
                </a:path>
              </a:pathLst>
            </a:custGeom>
            <a:noFill/>
            <a:ln w="20003">
              <a:solidFill>
                <a:srgbClr val="E1E5E8"/>
              </a:solidFill>
            </a:ln>
          </p:spPr>
        </p:sp>
        <p:sp>
          <p:nvSpPr>
            <p:cNvPr id="2672" name="Candidate_receptor__2671">
              <a:extLst>
                <a:ext uri="{FF2B5EF4-FFF2-40B4-BE49-F238E27FC236}">
                  <a16:creationId xmlns:a16="http://schemas.microsoft.com/office/drawing/2014/main" id="{EB28CC77-E573-334A-EE5B-D07F020FB2B5}"/>
                </a:ext>
              </a:extLst>
            </p:cNvPr>
            <p:cNvSpPr>
              <a:spLocks noGrp="1"/>
            </p:cNvSpPr>
            <p:nvPr/>
          </p:nvSpPr>
          <p:spPr>
            <a:xfrm>
              <a:off x="4835059" y="3486277"/>
              <a:ext cx="68387" cy="30537"/>
            </a:xfrm>
            <a:custGeom>
              <a:avLst/>
              <a:gdLst/>
              <a:ahLst/>
              <a:cxnLst/>
              <a:rect l="0" t="0" r="0" b="0"/>
              <a:pathLst>
                <a:path w="68387" h="30537">
                  <a:moveTo>
                    <a:pt x="68387" y="0"/>
                  </a:moveTo>
                  <a:lnTo>
                    <a:pt x="0" y="30537"/>
                  </a:lnTo>
                </a:path>
              </a:pathLst>
            </a:custGeom>
            <a:noFill/>
            <a:ln w="8096">
              <a:solidFill>
                <a:srgbClr val="E1E5E8"/>
              </a:solidFill>
            </a:ln>
          </p:spPr>
        </p:sp>
        <p:sp>
          <p:nvSpPr>
            <p:cNvPr id="2673" name="Candidate_receptor__2672">
              <a:extLst>
                <a:ext uri="{FF2B5EF4-FFF2-40B4-BE49-F238E27FC236}">
                  <a16:creationId xmlns:a16="http://schemas.microsoft.com/office/drawing/2014/main" id="{6D8F70B3-6531-D645-0D65-6E04C184A95B}"/>
                </a:ext>
              </a:extLst>
            </p:cNvPr>
            <p:cNvSpPr>
              <a:spLocks noGrp="1"/>
            </p:cNvSpPr>
            <p:nvPr/>
          </p:nvSpPr>
          <p:spPr>
            <a:xfrm>
              <a:off x="6468219" y="4294326"/>
              <a:ext cx="108396" cy="26308"/>
            </a:xfrm>
            <a:custGeom>
              <a:avLst/>
              <a:gdLst/>
              <a:ahLst/>
              <a:cxnLst/>
              <a:rect l="0" t="0" r="0" b="0"/>
              <a:pathLst>
                <a:path w="108396" h="26308">
                  <a:moveTo>
                    <a:pt x="108396" y="0"/>
                  </a:moveTo>
                  <a:lnTo>
                    <a:pt x="0" y="26308"/>
                  </a:lnTo>
                </a:path>
              </a:pathLst>
            </a:custGeom>
            <a:noFill/>
            <a:ln w="20003">
              <a:solidFill>
                <a:srgbClr val="E1E5E8"/>
              </a:solidFill>
            </a:ln>
          </p:spPr>
        </p:sp>
        <p:sp>
          <p:nvSpPr>
            <p:cNvPr id="2674" name="Candidate_receptor__2673">
              <a:extLst>
                <a:ext uri="{FF2B5EF4-FFF2-40B4-BE49-F238E27FC236}">
                  <a16:creationId xmlns:a16="http://schemas.microsoft.com/office/drawing/2014/main" id="{830B23A5-1C69-3524-A01A-A8552952CCD8}"/>
                </a:ext>
              </a:extLst>
            </p:cNvPr>
            <p:cNvSpPr>
              <a:spLocks noGrp="1"/>
            </p:cNvSpPr>
            <p:nvPr/>
          </p:nvSpPr>
          <p:spPr>
            <a:xfrm>
              <a:off x="4401190" y="4834751"/>
              <a:ext cx="59428" cy="32255"/>
            </a:xfrm>
            <a:custGeom>
              <a:avLst/>
              <a:gdLst/>
              <a:ahLst/>
              <a:cxnLst/>
              <a:rect l="0" t="0" r="0" b="0"/>
              <a:pathLst>
                <a:path w="59428" h="32255">
                  <a:moveTo>
                    <a:pt x="0" y="0"/>
                  </a:moveTo>
                  <a:lnTo>
                    <a:pt x="59428" y="32255"/>
                  </a:lnTo>
                </a:path>
              </a:pathLst>
            </a:custGeom>
            <a:noFill/>
            <a:ln w="8096">
              <a:solidFill>
                <a:srgbClr val="E1E5E8"/>
              </a:solidFill>
            </a:ln>
          </p:spPr>
        </p:sp>
        <p:sp>
          <p:nvSpPr>
            <p:cNvPr id="2675" name="Candidate_receptor__2674">
              <a:extLst>
                <a:ext uri="{FF2B5EF4-FFF2-40B4-BE49-F238E27FC236}">
                  <a16:creationId xmlns:a16="http://schemas.microsoft.com/office/drawing/2014/main" id="{F15E907A-2D91-C162-AA1F-F567EBE4C5FA}"/>
                </a:ext>
              </a:extLst>
            </p:cNvPr>
            <p:cNvSpPr>
              <a:spLocks noGrp="1"/>
            </p:cNvSpPr>
            <p:nvPr/>
          </p:nvSpPr>
          <p:spPr>
            <a:xfrm>
              <a:off x="6372751" y="4466385"/>
              <a:ext cx="24967" cy="89957"/>
            </a:xfrm>
            <a:custGeom>
              <a:avLst/>
              <a:gdLst/>
              <a:ahLst/>
              <a:cxnLst/>
              <a:rect l="0" t="0" r="0" b="0"/>
              <a:pathLst>
                <a:path w="24967" h="89957">
                  <a:moveTo>
                    <a:pt x="0" y="0"/>
                  </a:moveTo>
                  <a:lnTo>
                    <a:pt x="24967" y="89957"/>
                  </a:lnTo>
                </a:path>
              </a:pathLst>
            </a:custGeom>
            <a:noFill/>
            <a:ln w="20003">
              <a:solidFill>
                <a:srgbClr val="E1E5E8"/>
              </a:solidFill>
            </a:ln>
          </p:spPr>
        </p:sp>
        <p:sp>
          <p:nvSpPr>
            <p:cNvPr id="2676" name="Candidate_receptor__2675">
              <a:extLst>
                <a:ext uri="{FF2B5EF4-FFF2-40B4-BE49-F238E27FC236}">
                  <a16:creationId xmlns:a16="http://schemas.microsoft.com/office/drawing/2014/main" id="{E52F8F1B-BDF2-0065-AD26-F7F27DD3335E}"/>
                </a:ext>
              </a:extLst>
            </p:cNvPr>
            <p:cNvSpPr>
              <a:spLocks noGrp="1"/>
            </p:cNvSpPr>
            <p:nvPr/>
          </p:nvSpPr>
          <p:spPr>
            <a:xfrm>
              <a:off x="5258723" y="4548748"/>
              <a:ext cx="54445" cy="75335"/>
            </a:xfrm>
            <a:custGeom>
              <a:avLst/>
              <a:gdLst/>
              <a:ahLst/>
              <a:cxnLst/>
              <a:rect l="0" t="0" r="0" b="0"/>
              <a:pathLst>
                <a:path w="54445" h="75335">
                  <a:moveTo>
                    <a:pt x="0" y="75335"/>
                  </a:moveTo>
                  <a:lnTo>
                    <a:pt x="54445" y="0"/>
                  </a:lnTo>
                </a:path>
              </a:pathLst>
            </a:custGeom>
            <a:noFill/>
            <a:ln w="20003">
              <a:solidFill>
                <a:srgbClr val="E1E5E8"/>
              </a:solidFill>
            </a:ln>
          </p:spPr>
        </p:sp>
        <p:sp>
          <p:nvSpPr>
            <p:cNvPr id="2677" name="Candidate_receptor__2676">
              <a:extLst>
                <a:ext uri="{FF2B5EF4-FFF2-40B4-BE49-F238E27FC236}">
                  <a16:creationId xmlns:a16="http://schemas.microsoft.com/office/drawing/2014/main" id="{E0F38D11-6CFB-A17E-A8C6-E681E3CBEDFF}"/>
                </a:ext>
              </a:extLst>
            </p:cNvPr>
            <p:cNvSpPr>
              <a:spLocks noGrp="1"/>
            </p:cNvSpPr>
            <p:nvPr/>
          </p:nvSpPr>
          <p:spPr>
            <a:xfrm>
              <a:off x="4700646" y="2287584"/>
              <a:ext cx="90498" cy="42939"/>
            </a:xfrm>
            <a:custGeom>
              <a:avLst/>
              <a:gdLst/>
              <a:ahLst/>
              <a:cxnLst/>
              <a:rect l="0" t="0" r="0" b="0"/>
              <a:pathLst>
                <a:path w="90498" h="42939">
                  <a:moveTo>
                    <a:pt x="90498" y="42939"/>
                  </a:moveTo>
                  <a:lnTo>
                    <a:pt x="0" y="0"/>
                  </a:lnTo>
                </a:path>
              </a:pathLst>
            </a:custGeom>
            <a:noFill/>
            <a:ln w="20003">
              <a:solidFill>
                <a:srgbClr val="E1E5E8"/>
              </a:solidFill>
            </a:ln>
          </p:spPr>
        </p:sp>
        <p:sp>
          <p:nvSpPr>
            <p:cNvPr id="2678" name="Candidate_receptor__2677">
              <a:extLst>
                <a:ext uri="{FF2B5EF4-FFF2-40B4-BE49-F238E27FC236}">
                  <a16:creationId xmlns:a16="http://schemas.microsoft.com/office/drawing/2014/main" id="{6201F262-6F4D-9D8E-55D7-24DCD1D93033}"/>
                </a:ext>
              </a:extLst>
            </p:cNvPr>
            <p:cNvSpPr>
              <a:spLocks noGrp="1"/>
            </p:cNvSpPr>
            <p:nvPr/>
          </p:nvSpPr>
          <p:spPr>
            <a:xfrm>
              <a:off x="6213950" y="4013511"/>
              <a:ext cx="107552" cy="5106"/>
            </a:xfrm>
            <a:custGeom>
              <a:avLst/>
              <a:gdLst/>
              <a:ahLst/>
              <a:cxnLst/>
              <a:rect l="0" t="0" r="0" b="0"/>
              <a:pathLst>
                <a:path w="107552" h="5106">
                  <a:moveTo>
                    <a:pt x="0" y="5106"/>
                  </a:moveTo>
                  <a:lnTo>
                    <a:pt x="107552" y="0"/>
                  </a:lnTo>
                </a:path>
              </a:pathLst>
            </a:custGeom>
            <a:noFill/>
            <a:ln w="20003">
              <a:solidFill>
                <a:srgbClr val="E1E5E8"/>
              </a:solidFill>
            </a:ln>
          </p:spPr>
        </p:sp>
        <p:sp>
          <p:nvSpPr>
            <p:cNvPr id="2679" name="Candidate_receptor__2678">
              <a:extLst>
                <a:ext uri="{FF2B5EF4-FFF2-40B4-BE49-F238E27FC236}">
                  <a16:creationId xmlns:a16="http://schemas.microsoft.com/office/drawing/2014/main" id="{ABC85519-D54F-3DBA-9CD7-2654DB0620FC}"/>
                </a:ext>
              </a:extLst>
            </p:cNvPr>
            <p:cNvSpPr>
              <a:spLocks noGrp="1"/>
            </p:cNvSpPr>
            <p:nvPr/>
          </p:nvSpPr>
          <p:spPr>
            <a:xfrm>
              <a:off x="4969081" y="5150434"/>
              <a:ext cx="38558" cy="107662"/>
            </a:xfrm>
            <a:custGeom>
              <a:avLst/>
              <a:gdLst/>
              <a:ahLst/>
              <a:cxnLst/>
              <a:rect l="0" t="0" r="0" b="0"/>
              <a:pathLst>
                <a:path w="38558" h="107662">
                  <a:moveTo>
                    <a:pt x="0" y="107662"/>
                  </a:moveTo>
                  <a:lnTo>
                    <a:pt x="38558" y="0"/>
                  </a:lnTo>
                </a:path>
              </a:pathLst>
            </a:custGeom>
            <a:noFill/>
            <a:ln w="20003">
              <a:solidFill>
                <a:srgbClr val="E1E5E8"/>
              </a:solidFill>
            </a:ln>
          </p:spPr>
        </p:sp>
        <p:sp>
          <p:nvSpPr>
            <p:cNvPr id="2680" name="Candidate_receptor__2679">
              <a:extLst>
                <a:ext uri="{FF2B5EF4-FFF2-40B4-BE49-F238E27FC236}">
                  <a16:creationId xmlns:a16="http://schemas.microsoft.com/office/drawing/2014/main" id="{501E7F57-4265-69BA-28BE-EA4FA6B2E4B7}"/>
                </a:ext>
              </a:extLst>
            </p:cNvPr>
            <p:cNvSpPr>
              <a:spLocks noGrp="1"/>
            </p:cNvSpPr>
            <p:nvPr/>
          </p:nvSpPr>
          <p:spPr>
            <a:xfrm>
              <a:off x="5005715" y="3425738"/>
              <a:ext cx="31704" cy="104106"/>
            </a:xfrm>
            <a:custGeom>
              <a:avLst/>
              <a:gdLst/>
              <a:ahLst/>
              <a:cxnLst/>
              <a:rect l="0" t="0" r="0" b="0"/>
              <a:pathLst>
                <a:path w="31704" h="104106">
                  <a:moveTo>
                    <a:pt x="31704" y="0"/>
                  </a:moveTo>
                  <a:lnTo>
                    <a:pt x="0" y="104106"/>
                  </a:lnTo>
                </a:path>
              </a:pathLst>
            </a:custGeom>
            <a:noFill/>
            <a:ln w="20003">
              <a:solidFill>
                <a:srgbClr val="E1E5E8"/>
              </a:solidFill>
            </a:ln>
          </p:spPr>
        </p:sp>
        <p:sp>
          <p:nvSpPr>
            <p:cNvPr id="2681" name="Candidate_receptor__2680">
              <a:extLst>
                <a:ext uri="{FF2B5EF4-FFF2-40B4-BE49-F238E27FC236}">
                  <a16:creationId xmlns:a16="http://schemas.microsoft.com/office/drawing/2014/main" id="{D6068034-A01A-6A4E-33BC-C36A18632C8D}"/>
                </a:ext>
              </a:extLst>
            </p:cNvPr>
            <p:cNvSpPr>
              <a:spLocks noGrp="1"/>
            </p:cNvSpPr>
            <p:nvPr/>
          </p:nvSpPr>
          <p:spPr>
            <a:xfrm>
              <a:off x="5168818" y="2462899"/>
              <a:ext cx="28112" cy="107279"/>
            </a:xfrm>
            <a:custGeom>
              <a:avLst/>
              <a:gdLst/>
              <a:ahLst/>
              <a:cxnLst/>
              <a:rect l="0" t="0" r="0" b="0"/>
              <a:pathLst>
                <a:path w="28112" h="107279">
                  <a:moveTo>
                    <a:pt x="0" y="0"/>
                  </a:moveTo>
                  <a:lnTo>
                    <a:pt x="28112" y="107279"/>
                  </a:lnTo>
                </a:path>
              </a:pathLst>
            </a:custGeom>
            <a:noFill/>
            <a:ln w="20003">
              <a:solidFill>
                <a:srgbClr val="E1E5E9"/>
              </a:solidFill>
            </a:ln>
          </p:spPr>
        </p:sp>
        <p:sp>
          <p:nvSpPr>
            <p:cNvPr id="2682" name="Candidate_receptor__2681">
              <a:extLst>
                <a:ext uri="{FF2B5EF4-FFF2-40B4-BE49-F238E27FC236}">
                  <a16:creationId xmlns:a16="http://schemas.microsoft.com/office/drawing/2014/main" id="{4B245FE2-670A-1E4D-08BB-36AE552C038F}"/>
                </a:ext>
              </a:extLst>
            </p:cNvPr>
            <p:cNvSpPr>
              <a:spLocks noGrp="1"/>
            </p:cNvSpPr>
            <p:nvPr/>
          </p:nvSpPr>
          <p:spPr>
            <a:xfrm>
              <a:off x="4691518" y="4776555"/>
              <a:ext cx="12815" cy="109991"/>
            </a:xfrm>
            <a:custGeom>
              <a:avLst/>
              <a:gdLst/>
              <a:ahLst/>
              <a:cxnLst/>
              <a:rect l="0" t="0" r="0" b="0"/>
              <a:pathLst>
                <a:path w="12815" h="109991">
                  <a:moveTo>
                    <a:pt x="0" y="109991"/>
                  </a:moveTo>
                  <a:lnTo>
                    <a:pt x="12815" y="0"/>
                  </a:lnTo>
                </a:path>
              </a:pathLst>
            </a:custGeom>
            <a:noFill/>
            <a:ln w="20003">
              <a:solidFill>
                <a:srgbClr val="E1E5E9"/>
              </a:solidFill>
            </a:ln>
          </p:spPr>
        </p:sp>
        <p:sp>
          <p:nvSpPr>
            <p:cNvPr id="2683" name="Candidate_receptor__2682">
              <a:extLst>
                <a:ext uri="{FF2B5EF4-FFF2-40B4-BE49-F238E27FC236}">
                  <a16:creationId xmlns:a16="http://schemas.microsoft.com/office/drawing/2014/main" id="{05DAC895-098B-14FF-C84C-15EEEB8FF111}"/>
                </a:ext>
              </a:extLst>
            </p:cNvPr>
            <p:cNvSpPr>
              <a:spLocks noGrp="1"/>
            </p:cNvSpPr>
            <p:nvPr/>
          </p:nvSpPr>
          <p:spPr>
            <a:xfrm>
              <a:off x="4610161" y="2287584"/>
              <a:ext cx="90485" cy="55184"/>
            </a:xfrm>
            <a:custGeom>
              <a:avLst/>
              <a:gdLst/>
              <a:ahLst/>
              <a:cxnLst/>
              <a:rect l="0" t="0" r="0" b="0"/>
              <a:pathLst>
                <a:path w="90485" h="55184">
                  <a:moveTo>
                    <a:pt x="90485" y="0"/>
                  </a:moveTo>
                  <a:lnTo>
                    <a:pt x="0" y="55184"/>
                  </a:lnTo>
                </a:path>
              </a:pathLst>
            </a:custGeom>
            <a:noFill/>
            <a:ln w="20003">
              <a:solidFill>
                <a:srgbClr val="E1E5E9"/>
              </a:solidFill>
            </a:ln>
          </p:spPr>
        </p:sp>
        <p:sp>
          <p:nvSpPr>
            <p:cNvPr id="2684" name="Candidate_receptor__2683">
              <a:extLst>
                <a:ext uri="{FF2B5EF4-FFF2-40B4-BE49-F238E27FC236}">
                  <a16:creationId xmlns:a16="http://schemas.microsoft.com/office/drawing/2014/main" id="{1F02393A-9766-D3FC-8B01-B82177949F1C}"/>
                </a:ext>
              </a:extLst>
            </p:cNvPr>
            <p:cNvSpPr>
              <a:spLocks noGrp="1"/>
            </p:cNvSpPr>
            <p:nvPr/>
          </p:nvSpPr>
          <p:spPr>
            <a:xfrm>
              <a:off x="6496059" y="4768475"/>
              <a:ext cx="108531" cy="35210"/>
            </a:xfrm>
            <a:custGeom>
              <a:avLst/>
              <a:gdLst/>
              <a:ahLst/>
              <a:cxnLst/>
              <a:rect l="0" t="0" r="0" b="0"/>
              <a:pathLst>
                <a:path w="108531" h="35210">
                  <a:moveTo>
                    <a:pt x="0" y="35210"/>
                  </a:moveTo>
                  <a:lnTo>
                    <a:pt x="108531" y="0"/>
                  </a:lnTo>
                </a:path>
              </a:pathLst>
            </a:custGeom>
            <a:noFill/>
            <a:ln w="8096">
              <a:solidFill>
                <a:srgbClr val="E1E5E9"/>
              </a:solidFill>
            </a:ln>
          </p:spPr>
        </p:sp>
        <p:sp>
          <p:nvSpPr>
            <p:cNvPr id="2685" name="Candidate_receptor__2684">
              <a:extLst>
                <a:ext uri="{FF2B5EF4-FFF2-40B4-BE49-F238E27FC236}">
                  <a16:creationId xmlns:a16="http://schemas.microsoft.com/office/drawing/2014/main" id="{2802AB6F-039A-9FFF-B506-B87B59F80002}"/>
                </a:ext>
              </a:extLst>
            </p:cNvPr>
            <p:cNvSpPr>
              <a:spLocks noGrp="1"/>
            </p:cNvSpPr>
            <p:nvPr/>
          </p:nvSpPr>
          <p:spPr>
            <a:xfrm>
              <a:off x="6321502" y="4013511"/>
              <a:ext cx="27416" cy="97051"/>
            </a:xfrm>
            <a:custGeom>
              <a:avLst/>
              <a:gdLst/>
              <a:ahLst/>
              <a:cxnLst/>
              <a:rect l="0" t="0" r="0" b="0"/>
              <a:pathLst>
                <a:path w="27416" h="97051">
                  <a:moveTo>
                    <a:pt x="0" y="0"/>
                  </a:moveTo>
                  <a:lnTo>
                    <a:pt x="27416" y="97051"/>
                  </a:lnTo>
                </a:path>
              </a:pathLst>
            </a:custGeom>
            <a:noFill/>
            <a:ln w="20003">
              <a:solidFill>
                <a:srgbClr val="E1E5E9"/>
              </a:solidFill>
            </a:ln>
          </p:spPr>
        </p:sp>
        <p:sp>
          <p:nvSpPr>
            <p:cNvPr id="2686" name="Candidate_receptor__2685">
              <a:extLst>
                <a:ext uri="{FF2B5EF4-FFF2-40B4-BE49-F238E27FC236}">
                  <a16:creationId xmlns:a16="http://schemas.microsoft.com/office/drawing/2014/main" id="{DDC146A3-1B36-97F7-C174-BDF057484B02}"/>
                </a:ext>
              </a:extLst>
            </p:cNvPr>
            <p:cNvSpPr>
              <a:spLocks noGrp="1"/>
            </p:cNvSpPr>
            <p:nvPr/>
          </p:nvSpPr>
          <p:spPr>
            <a:xfrm>
              <a:off x="6255223" y="4500236"/>
              <a:ext cx="8209" cy="14739"/>
            </a:xfrm>
            <a:custGeom>
              <a:avLst/>
              <a:gdLst/>
              <a:ahLst/>
              <a:cxnLst/>
              <a:rect l="0" t="0" r="0" b="0"/>
              <a:pathLst>
                <a:path w="8209" h="14739">
                  <a:moveTo>
                    <a:pt x="0" y="14739"/>
                  </a:moveTo>
                  <a:lnTo>
                    <a:pt x="8209" y="0"/>
                  </a:lnTo>
                </a:path>
              </a:pathLst>
            </a:custGeom>
            <a:noFill/>
            <a:ln w="20003">
              <a:solidFill>
                <a:srgbClr val="E1E5E9"/>
              </a:solidFill>
            </a:ln>
          </p:spPr>
        </p:sp>
        <p:sp>
          <p:nvSpPr>
            <p:cNvPr id="2687" name="Candidate_receptor__2686">
              <a:extLst>
                <a:ext uri="{FF2B5EF4-FFF2-40B4-BE49-F238E27FC236}">
                  <a16:creationId xmlns:a16="http://schemas.microsoft.com/office/drawing/2014/main" id="{2A0C5E9A-712D-07EF-7D0D-DEC96811458C}"/>
                </a:ext>
              </a:extLst>
            </p:cNvPr>
            <p:cNvSpPr>
              <a:spLocks noGrp="1"/>
            </p:cNvSpPr>
            <p:nvPr/>
          </p:nvSpPr>
          <p:spPr>
            <a:xfrm>
              <a:off x="5487781" y="4389774"/>
              <a:ext cx="32801" cy="63680"/>
            </a:xfrm>
            <a:custGeom>
              <a:avLst/>
              <a:gdLst/>
              <a:ahLst/>
              <a:cxnLst/>
              <a:rect l="0" t="0" r="0" b="0"/>
              <a:pathLst>
                <a:path w="32801" h="63680">
                  <a:moveTo>
                    <a:pt x="32801" y="63680"/>
                  </a:moveTo>
                  <a:lnTo>
                    <a:pt x="0" y="0"/>
                  </a:lnTo>
                </a:path>
              </a:pathLst>
            </a:custGeom>
            <a:noFill/>
            <a:ln w="20003">
              <a:solidFill>
                <a:srgbClr val="E1E5E9"/>
              </a:solidFill>
            </a:ln>
          </p:spPr>
        </p:sp>
        <p:sp>
          <p:nvSpPr>
            <p:cNvPr id="2688" name="Candidate_receptor__2687">
              <a:extLst>
                <a:ext uri="{FF2B5EF4-FFF2-40B4-BE49-F238E27FC236}">
                  <a16:creationId xmlns:a16="http://schemas.microsoft.com/office/drawing/2014/main" id="{44E44369-30C1-C213-215A-2AE1D5C283AB}"/>
                </a:ext>
              </a:extLst>
            </p:cNvPr>
            <p:cNvSpPr>
              <a:spLocks noGrp="1"/>
            </p:cNvSpPr>
            <p:nvPr/>
          </p:nvSpPr>
          <p:spPr>
            <a:xfrm>
              <a:off x="5131030" y="4659781"/>
              <a:ext cx="8213" cy="114643"/>
            </a:xfrm>
            <a:custGeom>
              <a:avLst/>
              <a:gdLst/>
              <a:ahLst/>
              <a:cxnLst/>
              <a:rect l="0" t="0" r="0" b="0"/>
              <a:pathLst>
                <a:path w="8213" h="114643">
                  <a:moveTo>
                    <a:pt x="8213" y="0"/>
                  </a:moveTo>
                  <a:lnTo>
                    <a:pt x="0" y="114643"/>
                  </a:lnTo>
                </a:path>
              </a:pathLst>
            </a:custGeom>
            <a:noFill/>
            <a:ln w="20003">
              <a:solidFill>
                <a:srgbClr val="E1E5E9"/>
              </a:solidFill>
            </a:ln>
          </p:spPr>
        </p:sp>
        <p:sp>
          <p:nvSpPr>
            <p:cNvPr id="2689" name="Candidate_receptor__2688">
              <a:extLst>
                <a:ext uri="{FF2B5EF4-FFF2-40B4-BE49-F238E27FC236}">
                  <a16:creationId xmlns:a16="http://schemas.microsoft.com/office/drawing/2014/main" id="{A869D5ED-3047-D470-E6FF-E1DB88D4AE25}"/>
                </a:ext>
              </a:extLst>
            </p:cNvPr>
            <p:cNvSpPr>
              <a:spLocks noGrp="1"/>
            </p:cNvSpPr>
            <p:nvPr/>
          </p:nvSpPr>
          <p:spPr>
            <a:xfrm>
              <a:off x="6317746" y="4835541"/>
              <a:ext cx="51607" cy="84980"/>
            </a:xfrm>
            <a:custGeom>
              <a:avLst/>
              <a:gdLst/>
              <a:ahLst/>
              <a:cxnLst/>
              <a:rect l="0" t="0" r="0" b="0"/>
              <a:pathLst>
                <a:path w="51607" h="84980">
                  <a:moveTo>
                    <a:pt x="0" y="0"/>
                  </a:moveTo>
                  <a:lnTo>
                    <a:pt x="51607" y="84980"/>
                  </a:lnTo>
                </a:path>
              </a:pathLst>
            </a:custGeom>
            <a:noFill/>
            <a:ln w="8096">
              <a:solidFill>
                <a:srgbClr val="E1E5E9"/>
              </a:solidFill>
            </a:ln>
          </p:spPr>
        </p:sp>
        <p:sp>
          <p:nvSpPr>
            <p:cNvPr id="2690" name="Candidate_receptor__2689">
              <a:extLst>
                <a:ext uri="{FF2B5EF4-FFF2-40B4-BE49-F238E27FC236}">
                  <a16:creationId xmlns:a16="http://schemas.microsoft.com/office/drawing/2014/main" id="{0C0F963D-2916-D4E5-B013-6386C2C237DE}"/>
                </a:ext>
              </a:extLst>
            </p:cNvPr>
            <p:cNvSpPr>
              <a:spLocks noGrp="1"/>
            </p:cNvSpPr>
            <p:nvPr/>
          </p:nvSpPr>
          <p:spPr>
            <a:xfrm>
              <a:off x="6258253" y="4110562"/>
              <a:ext cx="90666" cy="55894"/>
            </a:xfrm>
            <a:custGeom>
              <a:avLst/>
              <a:gdLst/>
              <a:ahLst/>
              <a:cxnLst/>
              <a:rect l="0" t="0" r="0" b="0"/>
              <a:pathLst>
                <a:path w="90666" h="55894">
                  <a:moveTo>
                    <a:pt x="90666" y="0"/>
                  </a:moveTo>
                  <a:lnTo>
                    <a:pt x="0" y="55894"/>
                  </a:lnTo>
                </a:path>
              </a:pathLst>
            </a:custGeom>
            <a:noFill/>
            <a:ln w="20003">
              <a:solidFill>
                <a:srgbClr val="E1E5E9"/>
              </a:solidFill>
            </a:ln>
          </p:spPr>
        </p:sp>
        <p:sp>
          <p:nvSpPr>
            <p:cNvPr id="2691" name="Candidate_receptor__2690">
              <a:extLst>
                <a:ext uri="{FF2B5EF4-FFF2-40B4-BE49-F238E27FC236}">
                  <a16:creationId xmlns:a16="http://schemas.microsoft.com/office/drawing/2014/main" id="{3B32D92B-0161-604D-5DB8-E70D4AD7F02B}"/>
                </a:ext>
              </a:extLst>
            </p:cNvPr>
            <p:cNvSpPr>
              <a:spLocks noGrp="1"/>
            </p:cNvSpPr>
            <p:nvPr/>
          </p:nvSpPr>
          <p:spPr>
            <a:xfrm>
              <a:off x="6313435" y="3727690"/>
              <a:ext cx="43548" cy="29792"/>
            </a:xfrm>
            <a:custGeom>
              <a:avLst/>
              <a:gdLst/>
              <a:ahLst/>
              <a:cxnLst/>
              <a:rect l="0" t="0" r="0" b="0"/>
              <a:pathLst>
                <a:path w="43548" h="29792">
                  <a:moveTo>
                    <a:pt x="0" y="0"/>
                  </a:moveTo>
                  <a:lnTo>
                    <a:pt x="43548" y="29792"/>
                  </a:lnTo>
                </a:path>
              </a:pathLst>
            </a:custGeom>
            <a:noFill/>
            <a:ln w="20003">
              <a:solidFill>
                <a:srgbClr val="E1E5E9"/>
              </a:solidFill>
            </a:ln>
          </p:spPr>
        </p:sp>
        <p:sp>
          <p:nvSpPr>
            <p:cNvPr id="2692" name="Candidate_receptor__2691">
              <a:extLst>
                <a:ext uri="{FF2B5EF4-FFF2-40B4-BE49-F238E27FC236}">
                  <a16:creationId xmlns:a16="http://schemas.microsoft.com/office/drawing/2014/main" id="{6595B4AC-1D29-3E80-67C4-0591D0D6A4D2}"/>
                </a:ext>
              </a:extLst>
            </p:cNvPr>
            <p:cNvSpPr>
              <a:spLocks noGrp="1"/>
            </p:cNvSpPr>
            <p:nvPr/>
          </p:nvSpPr>
          <p:spPr>
            <a:xfrm>
              <a:off x="5606619" y="3331025"/>
              <a:ext cx="4663" cy="74130"/>
            </a:xfrm>
            <a:custGeom>
              <a:avLst/>
              <a:gdLst/>
              <a:ahLst/>
              <a:cxnLst/>
              <a:rect l="0" t="0" r="0" b="0"/>
              <a:pathLst>
                <a:path w="4663" h="74130">
                  <a:moveTo>
                    <a:pt x="0" y="74130"/>
                  </a:moveTo>
                  <a:lnTo>
                    <a:pt x="4663" y="0"/>
                  </a:lnTo>
                </a:path>
              </a:pathLst>
            </a:custGeom>
            <a:noFill/>
            <a:ln w="8096">
              <a:solidFill>
                <a:srgbClr val="E1E5E9"/>
              </a:solidFill>
            </a:ln>
          </p:spPr>
        </p:sp>
        <p:sp>
          <p:nvSpPr>
            <p:cNvPr id="2693" name="Candidate_receptor__2692">
              <a:extLst>
                <a:ext uri="{FF2B5EF4-FFF2-40B4-BE49-F238E27FC236}">
                  <a16:creationId xmlns:a16="http://schemas.microsoft.com/office/drawing/2014/main" id="{BA688A98-415C-B757-DFA6-BB5AD922C371}"/>
                </a:ext>
              </a:extLst>
            </p:cNvPr>
            <p:cNvSpPr>
              <a:spLocks noGrp="1"/>
            </p:cNvSpPr>
            <p:nvPr/>
          </p:nvSpPr>
          <p:spPr>
            <a:xfrm>
              <a:off x="4863263" y="2631792"/>
              <a:ext cx="30228" cy="2384"/>
            </a:xfrm>
            <a:custGeom>
              <a:avLst/>
              <a:gdLst/>
              <a:ahLst/>
              <a:cxnLst/>
              <a:rect l="0" t="0" r="0" b="0"/>
              <a:pathLst>
                <a:path w="30228" h="2384">
                  <a:moveTo>
                    <a:pt x="0" y="0"/>
                  </a:moveTo>
                  <a:lnTo>
                    <a:pt x="30228" y="2384"/>
                  </a:lnTo>
                </a:path>
              </a:pathLst>
            </a:custGeom>
            <a:noFill/>
            <a:ln w="8096">
              <a:solidFill>
                <a:srgbClr val="E1E5E9"/>
              </a:solidFill>
            </a:ln>
          </p:spPr>
        </p:sp>
        <p:sp>
          <p:nvSpPr>
            <p:cNvPr id="2694" name="Candidate_receptor__2693">
              <a:extLst>
                <a:ext uri="{FF2B5EF4-FFF2-40B4-BE49-F238E27FC236}">
                  <a16:creationId xmlns:a16="http://schemas.microsoft.com/office/drawing/2014/main" id="{3A3AEE09-5BDB-34DB-3058-2762BC257E58}"/>
                </a:ext>
              </a:extLst>
            </p:cNvPr>
            <p:cNvSpPr>
              <a:spLocks noGrp="1"/>
            </p:cNvSpPr>
            <p:nvPr/>
          </p:nvSpPr>
          <p:spPr>
            <a:xfrm>
              <a:off x="5235508" y="4467845"/>
              <a:ext cx="77660" cy="80903"/>
            </a:xfrm>
            <a:custGeom>
              <a:avLst/>
              <a:gdLst/>
              <a:ahLst/>
              <a:cxnLst/>
              <a:rect l="0" t="0" r="0" b="0"/>
              <a:pathLst>
                <a:path w="77660" h="80903">
                  <a:moveTo>
                    <a:pt x="77660" y="80903"/>
                  </a:moveTo>
                  <a:lnTo>
                    <a:pt x="0" y="0"/>
                  </a:lnTo>
                </a:path>
              </a:pathLst>
            </a:custGeom>
            <a:noFill/>
            <a:ln w="20003">
              <a:solidFill>
                <a:srgbClr val="E1E5E9"/>
              </a:solidFill>
            </a:ln>
          </p:spPr>
        </p:sp>
        <p:sp>
          <p:nvSpPr>
            <p:cNvPr id="2695" name="Candidate_receptor__2694">
              <a:extLst>
                <a:ext uri="{FF2B5EF4-FFF2-40B4-BE49-F238E27FC236}">
                  <a16:creationId xmlns:a16="http://schemas.microsoft.com/office/drawing/2014/main" id="{81AF4F05-8342-EB76-3E7B-B2A3BD6C6650}"/>
                </a:ext>
              </a:extLst>
            </p:cNvPr>
            <p:cNvSpPr>
              <a:spLocks noGrp="1"/>
            </p:cNvSpPr>
            <p:nvPr/>
          </p:nvSpPr>
          <p:spPr>
            <a:xfrm>
              <a:off x="5148012" y="4467845"/>
              <a:ext cx="87496" cy="68806"/>
            </a:xfrm>
            <a:custGeom>
              <a:avLst/>
              <a:gdLst/>
              <a:ahLst/>
              <a:cxnLst/>
              <a:rect l="0" t="0" r="0" b="0"/>
              <a:pathLst>
                <a:path w="87496" h="68806">
                  <a:moveTo>
                    <a:pt x="87496" y="0"/>
                  </a:moveTo>
                  <a:lnTo>
                    <a:pt x="0" y="68806"/>
                  </a:lnTo>
                </a:path>
              </a:pathLst>
            </a:custGeom>
            <a:noFill/>
            <a:ln w="20003">
              <a:solidFill>
                <a:srgbClr val="E1E5E9"/>
              </a:solidFill>
            </a:ln>
          </p:spPr>
        </p:sp>
        <p:sp>
          <p:nvSpPr>
            <p:cNvPr id="2696" name="Candidate_receptor__2695">
              <a:extLst>
                <a:ext uri="{FF2B5EF4-FFF2-40B4-BE49-F238E27FC236}">
                  <a16:creationId xmlns:a16="http://schemas.microsoft.com/office/drawing/2014/main" id="{5AB3C0ED-145E-99A2-379D-F40D68D300DA}"/>
                </a:ext>
              </a:extLst>
            </p:cNvPr>
            <p:cNvSpPr>
              <a:spLocks noGrp="1"/>
            </p:cNvSpPr>
            <p:nvPr/>
          </p:nvSpPr>
          <p:spPr>
            <a:xfrm>
              <a:off x="5252023" y="4271218"/>
              <a:ext cx="89421" cy="23965"/>
            </a:xfrm>
            <a:custGeom>
              <a:avLst/>
              <a:gdLst/>
              <a:ahLst/>
              <a:cxnLst/>
              <a:rect l="0" t="0" r="0" b="0"/>
              <a:pathLst>
                <a:path w="89421" h="23965">
                  <a:moveTo>
                    <a:pt x="89421" y="0"/>
                  </a:moveTo>
                  <a:lnTo>
                    <a:pt x="0" y="23965"/>
                  </a:lnTo>
                </a:path>
              </a:pathLst>
            </a:custGeom>
            <a:noFill/>
            <a:ln w="20003">
              <a:solidFill>
                <a:srgbClr val="E1E5E9"/>
              </a:solidFill>
            </a:ln>
          </p:spPr>
        </p:sp>
        <p:sp>
          <p:nvSpPr>
            <p:cNvPr id="2697" name="Candidate_receptor__2696">
              <a:extLst>
                <a:ext uri="{FF2B5EF4-FFF2-40B4-BE49-F238E27FC236}">
                  <a16:creationId xmlns:a16="http://schemas.microsoft.com/office/drawing/2014/main" id="{13849839-C056-55CF-684B-C1AE9F0A5874}"/>
                </a:ext>
              </a:extLst>
            </p:cNvPr>
            <p:cNvSpPr>
              <a:spLocks noGrp="1"/>
            </p:cNvSpPr>
            <p:nvPr/>
          </p:nvSpPr>
          <p:spPr>
            <a:xfrm>
              <a:off x="6576615" y="4294326"/>
              <a:ext cx="24772" cy="111212"/>
            </a:xfrm>
            <a:custGeom>
              <a:avLst/>
              <a:gdLst/>
              <a:ahLst/>
              <a:cxnLst/>
              <a:rect l="0" t="0" r="0" b="0"/>
              <a:pathLst>
                <a:path w="24772" h="111212">
                  <a:moveTo>
                    <a:pt x="24772" y="111212"/>
                  </a:moveTo>
                  <a:lnTo>
                    <a:pt x="0" y="0"/>
                  </a:lnTo>
                </a:path>
              </a:pathLst>
            </a:custGeom>
            <a:noFill/>
            <a:ln w="20003">
              <a:solidFill>
                <a:srgbClr val="E1E5E9"/>
              </a:solidFill>
            </a:ln>
          </p:spPr>
        </p:sp>
        <p:sp>
          <p:nvSpPr>
            <p:cNvPr id="2698" name="Candidate_receptor__2697">
              <a:extLst>
                <a:ext uri="{FF2B5EF4-FFF2-40B4-BE49-F238E27FC236}">
                  <a16:creationId xmlns:a16="http://schemas.microsoft.com/office/drawing/2014/main" id="{D6DA56B4-2095-B221-DDD4-76F4701569A9}"/>
                </a:ext>
              </a:extLst>
            </p:cNvPr>
            <p:cNvSpPr>
              <a:spLocks noGrp="1"/>
            </p:cNvSpPr>
            <p:nvPr/>
          </p:nvSpPr>
          <p:spPr>
            <a:xfrm>
              <a:off x="5196931" y="2570178"/>
              <a:ext cx="85818" cy="34749"/>
            </a:xfrm>
            <a:custGeom>
              <a:avLst/>
              <a:gdLst/>
              <a:ahLst/>
              <a:cxnLst/>
              <a:rect l="0" t="0" r="0" b="0"/>
              <a:pathLst>
                <a:path w="85818" h="34749">
                  <a:moveTo>
                    <a:pt x="0" y="0"/>
                  </a:moveTo>
                  <a:lnTo>
                    <a:pt x="85818" y="34749"/>
                  </a:lnTo>
                </a:path>
              </a:pathLst>
            </a:custGeom>
            <a:noFill/>
            <a:ln w="20003">
              <a:solidFill>
                <a:srgbClr val="E1E5E9"/>
              </a:solidFill>
            </a:ln>
          </p:spPr>
        </p:sp>
        <p:sp>
          <p:nvSpPr>
            <p:cNvPr id="2699" name="Candidate_receptor__2698">
              <a:extLst>
                <a:ext uri="{FF2B5EF4-FFF2-40B4-BE49-F238E27FC236}">
                  <a16:creationId xmlns:a16="http://schemas.microsoft.com/office/drawing/2014/main" id="{CEF2FEE8-B48B-D0CD-E564-6CAB1AA5A594}"/>
                </a:ext>
              </a:extLst>
            </p:cNvPr>
            <p:cNvSpPr>
              <a:spLocks noGrp="1"/>
            </p:cNvSpPr>
            <p:nvPr/>
          </p:nvSpPr>
          <p:spPr>
            <a:xfrm>
              <a:off x="5341444" y="4271218"/>
              <a:ext cx="83085" cy="21111"/>
            </a:xfrm>
            <a:custGeom>
              <a:avLst/>
              <a:gdLst/>
              <a:ahLst/>
              <a:cxnLst/>
              <a:rect l="0" t="0" r="0" b="0"/>
              <a:pathLst>
                <a:path w="83085" h="21111">
                  <a:moveTo>
                    <a:pt x="83085" y="21111"/>
                  </a:moveTo>
                  <a:lnTo>
                    <a:pt x="0" y="0"/>
                  </a:lnTo>
                </a:path>
              </a:pathLst>
            </a:custGeom>
            <a:noFill/>
            <a:ln w="20003">
              <a:solidFill>
                <a:srgbClr val="E1E5E9"/>
              </a:solidFill>
            </a:ln>
          </p:spPr>
        </p:sp>
        <p:sp>
          <p:nvSpPr>
            <p:cNvPr id="2700" name="Candidate_receptor__2699">
              <a:extLst>
                <a:ext uri="{FF2B5EF4-FFF2-40B4-BE49-F238E27FC236}">
                  <a16:creationId xmlns:a16="http://schemas.microsoft.com/office/drawing/2014/main" id="{2510464A-E9BA-26A0-7BBA-87AF63C82B9F}"/>
                </a:ext>
              </a:extLst>
            </p:cNvPr>
            <p:cNvSpPr>
              <a:spLocks noGrp="1"/>
            </p:cNvSpPr>
            <p:nvPr/>
          </p:nvSpPr>
          <p:spPr>
            <a:xfrm>
              <a:off x="5064863" y="2413811"/>
              <a:ext cx="103956" cy="49089"/>
            </a:xfrm>
            <a:custGeom>
              <a:avLst/>
              <a:gdLst/>
              <a:ahLst/>
              <a:cxnLst/>
              <a:rect l="0" t="0" r="0" b="0"/>
              <a:pathLst>
                <a:path w="103956" h="49089">
                  <a:moveTo>
                    <a:pt x="0" y="0"/>
                  </a:moveTo>
                  <a:lnTo>
                    <a:pt x="103956" y="49089"/>
                  </a:lnTo>
                </a:path>
              </a:pathLst>
            </a:custGeom>
            <a:noFill/>
            <a:ln w="8096">
              <a:solidFill>
                <a:srgbClr val="E1E5E9"/>
              </a:solidFill>
            </a:ln>
          </p:spPr>
        </p:sp>
        <p:sp>
          <p:nvSpPr>
            <p:cNvPr id="2701" name="Candidate_receptor__2700">
              <a:extLst>
                <a:ext uri="{FF2B5EF4-FFF2-40B4-BE49-F238E27FC236}">
                  <a16:creationId xmlns:a16="http://schemas.microsoft.com/office/drawing/2014/main" id="{A2702297-209E-EA49-2419-52AF5C1B999F}"/>
                </a:ext>
              </a:extLst>
            </p:cNvPr>
            <p:cNvSpPr>
              <a:spLocks noGrp="1"/>
            </p:cNvSpPr>
            <p:nvPr/>
          </p:nvSpPr>
          <p:spPr>
            <a:xfrm>
              <a:off x="4883650" y="4279666"/>
              <a:ext cx="77550" cy="47469"/>
            </a:xfrm>
            <a:custGeom>
              <a:avLst/>
              <a:gdLst/>
              <a:ahLst/>
              <a:cxnLst/>
              <a:rect l="0" t="0" r="0" b="0"/>
              <a:pathLst>
                <a:path w="77550" h="47469">
                  <a:moveTo>
                    <a:pt x="77550" y="0"/>
                  </a:moveTo>
                  <a:lnTo>
                    <a:pt x="0" y="47469"/>
                  </a:lnTo>
                </a:path>
              </a:pathLst>
            </a:custGeom>
            <a:noFill/>
            <a:ln w="20003">
              <a:solidFill>
                <a:srgbClr val="E1E5E9"/>
              </a:solidFill>
            </a:ln>
          </p:spPr>
        </p:sp>
        <p:sp>
          <p:nvSpPr>
            <p:cNvPr id="2702" name="Candidate_receptor__2701">
              <a:extLst>
                <a:ext uri="{FF2B5EF4-FFF2-40B4-BE49-F238E27FC236}">
                  <a16:creationId xmlns:a16="http://schemas.microsoft.com/office/drawing/2014/main" id="{4D029293-E179-76A8-62FF-A63094CE7FF4}"/>
                </a:ext>
              </a:extLst>
            </p:cNvPr>
            <p:cNvSpPr>
              <a:spLocks noGrp="1"/>
            </p:cNvSpPr>
            <p:nvPr/>
          </p:nvSpPr>
          <p:spPr>
            <a:xfrm>
              <a:off x="6445870" y="3478094"/>
              <a:ext cx="98878" cy="58864"/>
            </a:xfrm>
            <a:custGeom>
              <a:avLst/>
              <a:gdLst/>
              <a:ahLst/>
              <a:cxnLst/>
              <a:rect l="0" t="0" r="0" b="0"/>
              <a:pathLst>
                <a:path w="98878" h="58864">
                  <a:moveTo>
                    <a:pt x="98878" y="58864"/>
                  </a:moveTo>
                  <a:lnTo>
                    <a:pt x="0" y="0"/>
                  </a:lnTo>
                </a:path>
              </a:pathLst>
            </a:custGeom>
            <a:noFill/>
            <a:ln w="8096">
              <a:solidFill>
                <a:srgbClr val="E1E5E9"/>
              </a:solidFill>
            </a:ln>
          </p:spPr>
        </p:sp>
        <p:sp>
          <p:nvSpPr>
            <p:cNvPr id="2703" name="Candidate_receptor__2702">
              <a:extLst>
                <a:ext uri="{FF2B5EF4-FFF2-40B4-BE49-F238E27FC236}">
                  <a16:creationId xmlns:a16="http://schemas.microsoft.com/office/drawing/2014/main" id="{105EFB95-2815-FF02-6475-AA90F882E43C}"/>
                </a:ext>
              </a:extLst>
            </p:cNvPr>
            <p:cNvSpPr>
              <a:spLocks noGrp="1"/>
            </p:cNvSpPr>
            <p:nvPr/>
          </p:nvSpPr>
          <p:spPr>
            <a:xfrm>
              <a:off x="4557395" y="4662530"/>
              <a:ext cx="343" cy="110037"/>
            </a:xfrm>
            <a:custGeom>
              <a:avLst/>
              <a:gdLst/>
              <a:ahLst/>
              <a:cxnLst/>
              <a:rect l="0" t="0" r="0" b="0"/>
              <a:pathLst>
                <a:path w="343" h="110037">
                  <a:moveTo>
                    <a:pt x="0" y="110037"/>
                  </a:moveTo>
                  <a:lnTo>
                    <a:pt x="343" y="0"/>
                  </a:lnTo>
                </a:path>
              </a:pathLst>
            </a:custGeom>
            <a:noFill/>
            <a:ln w="20003">
              <a:solidFill>
                <a:srgbClr val="E1E5E9"/>
              </a:solidFill>
            </a:ln>
          </p:spPr>
        </p:sp>
        <p:sp>
          <p:nvSpPr>
            <p:cNvPr id="2704" name="Candidate_receptor__2703">
              <a:extLst>
                <a:ext uri="{FF2B5EF4-FFF2-40B4-BE49-F238E27FC236}">
                  <a16:creationId xmlns:a16="http://schemas.microsoft.com/office/drawing/2014/main" id="{B093E3FC-9202-C5DC-0169-EE57592D6982}"/>
                </a:ext>
              </a:extLst>
            </p:cNvPr>
            <p:cNvSpPr>
              <a:spLocks noGrp="1"/>
            </p:cNvSpPr>
            <p:nvPr/>
          </p:nvSpPr>
          <p:spPr>
            <a:xfrm>
              <a:off x="5216213" y="5280157"/>
              <a:ext cx="53854" cy="91297"/>
            </a:xfrm>
            <a:custGeom>
              <a:avLst/>
              <a:gdLst/>
              <a:ahLst/>
              <a:cxnLst/>
              <a:rect l="0" t="0" r="0" b="0"/>
              <a:pathLst>
                <a:path w="53854" h="91297">
                  <a:moveTo>
                    <a:pt x="0" y="91297"/>
                  </a:moveTo>
                  <a:lnTo>
                    <a:pt x="53854" y="0"/>
                  </a:lnTo>
                </a:path>
              </a:pathLst>
            </a:custGeom>
            <a:noFill/>
            <a:ln w="20003">
              <a:solidFill>
                <a:srgbClr val="E1E5E9"/>
              </a:solidFill>
            </a:ln>
          </p:spPr>
        </p:sp>
        <p:sp>
          <p:nvSpPr>
            <p:cNvPr id="2705" name="Candidate_receptor__2704">
              <a:extLst>
                <a:ext uri="{FF2B5EF4-FFF2-40B4-BE49-F238E27FC236}">
                  <a16:creationId xmlns:a16="http://schemas.microsoft.com/office/drawing/2014/main" id="{7CA3CBB6-6F0F-0C31-60AB-088E5B525168}"/>
                </a:ext>
              </a:extLst>
            </p:cNvPr>
            <p:cNvSpPr>
              <a:spLocks noGrp="1"/>
            </p:cNvSpPr>
            <p:nvPr/>
          </p:nvSpPr>
          <p:spPr>
            <a:xfrm>
              <a:off x="6451794" y="4320633"/>
              <a:ext cx="16425" cy="66100"/>
            </a:xfrm>
            <a:custGeom>
              <a:avLst/>
              <a:gdLst/>
              <a:ahLst/>
              <a:cxnLst/>
              <a:rect l="0" t="0" r="0" b="0"/>
              <a:pathLst>
                <a:path w="16425" h="66100">
                  <a:moveTo>
                    <a:pt x="16425" y="0"/>
                  </a:moveTo>
                  <a:lnTo>
                    <a:pt x="0" y="66100"/>
                  </a:lnTo>
                </a:path>
              </a:pathLst>
            </a:custGeom>
            <a:noFill/>
            <a:ln w="20003">
              <a:solidFill>
                <a:srgbClr val="E1E5E9"/>
              </a:solidFill>
            </a:ln>
          </p:spPr>
        </p:sp>
        <p:sp>
          <p:nvSpPr>
            <p:cNvPr id="2706" name="Candidate_receptor__2705">
              <a:extLst>
                <a:ext uri="{FF2B5EF4-FFF2-40B4-BE49-F238E27FC236}">
                  <a16:creationId xmlns:a16="http://schemas.microsoft.com/office/drawing/2014/main" id="{B4FD2C3A-963F-1CCF-DA50-A9F59E4AE40E}"/>
                </a:ext>
              </a:extLst>
            </p:cNvPr>
            <p:cNvSpPr>
              <a:spLocks noGrp="1"/>
            </p:cNvSpPr>
            <p:nvPr/>
          </p:nvSpPr>
          <p:spPr>
            <a:xfrm>
              <a:off x="5470723" y="4453454"/>
              <a:ext cx="49859" cy="92586"/>
            </a:xfrm>
            <a:custGeom>
              <a:avLst/>
              <a:gdLst/>
              <a:ahLst/>
              <a:cxnLst/>
              <a:rect l="0" t="0" r="0" b="0"/>
              <a:pathLst>
                <a:path w="49859" h="92586">
                  <a:moveTo>
                    <a:pt x="0" y="92586"/>
                  </a:moveTo>
                  <a:lnTo>
                    <a:pt x="49859" y="0"/>
                  </a:lnTo>
                </a:path>
              </a:pathLst>
            </a:custGeom>
            <a:noFill/>
            <a:ln w="20003">
              <a:solidFill>
                <a:srgbClr val="E1E5E9"/>
              </a:solidFill>
            </a:ln>
          </p:spPr>
        </p:sp>
        <p:sp>
          <p:nvSpPr>
            <p:cNvPr id="2707" name="Candidate_receptor__2706">
              <a:extLst>
                <a:ext uri="{FF2B5EF4-FFF2-40B4-BE49-F238E27FC236}">
                  <a16:creationId xmlns:a16="http://schemas.microsoft.com/office/drawing/2014/main" id="{01DB62E6-9F29-5E68-2A10-5E53EB96951E}"/>
                </a:ext>
              </a:extLst>
            </p:cNvPr>
            <p:cNvSpPr>
              <a:spLocks noGrp="1"/>
            </p:cNvSpPr>
            <p:nvPr/>
          </p:nvSpPr>
          <p:spPr>
            <a:xfrm>
              <a:off x="6383991" y="3603101"/>
              <a:ext cx="66556" cy="91283"/>
            </a:xfrm>
            <a:custGeom>
              <a:avLst/>
              <a:gdLst/>
              <a:ahLst/>
              <a:cxnLst/>
              <a:rect l="0" t="0" r="0" b="0"/>
              <a:pathLst>
                <a:path w="66556" h="91283">
                  <a:moveTo>
                    <a:pt x="66556" y="91283"/>
                  </a:moveTo>
                  <a:lnTo>
                    <a:pt x="0" y="0"/>
                  </a:lnTo>
                </a:path>
              </a:pathLst>
            </a:custGeom>
            <a:noFill/>
            <a:ln w="20003">
              <a:solidFill>
                <a:srgbClr val="E1E5E9"/>
              </a:solidFill>
            </a:ln>
          </p:spPr>
        </p:sp>
        <p:sp>
          <p:nvSpPr>
            <p:cNvPr id="2708" name="Candidate_receptor__2707">
              <a:extLst>
                <a:ext uri="{FF2B5EF4-FFF2-40B4-BE49-F238E27FC236}">
                  <a16:creationId xmlns:a16="http://schemas.microsoft.com/office/drawing/2014/main" id="{346DFEA8-AC00-33F6-1793-E1EF9A4C9F96}"/>
                </a:ext>
              </a:extLst>
            </p:cNvPr>
            <p:cNvSpPr>
              <a:spLocks noGrp="1"/>
            </p:cNvSpPr>
            <p:nvPr/>
          </p:nvSpPr>
          <p:spPr>
            <a:xfrm>
              <a:off x="5378689" y="4393928"/>
              <a:ext cx="1058" cy="32495"/>
            </a:xfrm>
            <a:custGeom>
              <a:avLst/>
              <a:gdLst/>
              <a:ahLst/>
              <a:cxnLst/>
              <a:rect l="0" t="0" r="0" b="0"/>
              <a:pathLst>
                <a:path w="1058" h="32495">
                  <a:moveTo>
                    <a:pt x="1058" y="32495"/>
                  </a:moveTo>
                  <a:lnTo>
                    <a:pt x="0" y="0"/>
                  </a:lnTo>
                </a:path>
              </a:pathLst>
            </a:custGeom>
            <a:noFill/>
            <a:ln w="20003">
              <a:solidFill>
                <a:srgbClr val="E1E5E9"/>
              </a:solidFill>
            </a:ln>
          </p:spPr>
        </p:sp>
        <p:sp>
          <p:nvSpPr>
            <p:cNvPr id="2709" name="Candidate_receptor__2708">
              <a:extLst>
                <a:ext uri="{FF2B5EF4-FFF2-40B4-BE49-F238E27FC236}">
                  <a16:creationId xmlns:a16="http://schemas.microsoft.com/office/drawing/2014/main" id="{F3F9725C-F45E-CB2D-32CF-06CBEA9A337F}"/>
                </a:ext>
              </a:extLst>
            </p:cNvPr>
            <p:cNvSpPr>
              <a:spLocks noGrp="1"/>
            </p:cNvSpPr>
            <p:nvPr/>
          </p:nvSpPr>
          <p:spPr>
            <a:xfrm>
              <a:off x="4961200" y="4178533"/>
              <a:ext cx="2323" cy="101133"/>
            </a:xfrm>
            <a:custGeom>
              <a:avLst/>
              <a:gdLst/>
              <a:ahLst/>
              <a:cxnLst/>
              <a:rect l="0" t="0" r="0" b="0"/>
              <a:pathLst>
                <a:path w="2323" h="101133">
                  <a:moveTo>
                    <a:pt x="2323" y="0"/>
                  </a:moveTo>
                  <a:lnTo>
                    <a:pt x="0" y="101133"/>
                  </a:lnTo>
                </a:path>
              </a:pathLst>
            </a:custGeom>
            <a:noFill/>
            <a:ln w="20003">
              <a:solidFill>
                <a:srgbClr val="E1E5E9"/>
              </a:solidFill>
            </a:ln>
          </p:spPr>
        </p:sp>
        <p:sp>
          <p:nvSpPr>
            <p:cNvPr id="2710" name="Candidate_receptor__2709">
              <a:extLst>
                <a:ext uri="{FF2B5EF4-FFF2-40B4-BE49-F238E27FC236}">
                  <a16:creationId xmlns:a16="http://schemas.microsoft.com/office/drawing/2014/main" id="{FFCC1799-E466-9964-0944-4A9B33FB5FC4}"/>
                </a:ext>
              </a:extLst>
            </p:cNvPr>
            <p:cNvSpPr>
              <a:spLocks noGrp="1"/>
            </p:cNvSpPr>
            <p:nvPr/>
          </p:nvSpPr>
          <p:spPr>
            <a:xfrm>
              <a:off x="5270068" y="5280157"/>
              <a:ext cx="96640" cy="28752"/>
            </a:xfrm>
            <a:custGeom>
              <a:avLst/>
              <a:gdLst/>
              <a:ahLst/>
              <a:cxnLst/>
              <a:rect l="0" t="0" r="0" b="0"/>
              <a:pathLst>
                <a:path w="96640" h="28752">
                  <a:moveTo>
                    <a:pt x="0" y="0"/>
                  </a:moveTo>
                  <a:lnTo>
                    <a:pt x="96640" y="28752"/>
                  </a:lnTo>
                </a:path>
              </a:pathLst>
            </a:custGeom>
            <a:noFill/>
            <a:ln w="20003">
              <a:solidFill>
                <a:srgbClr val="E1E5E9"/>
              </a:solidFill>
            </a:ln>
          </p:spPr>
        </p:sp>
        <p:sp>
          <p:nvSpPr>
            <p:cNvPr id="2711" name="Candidate_receptor__2710">
              <a:extLst>
                <a:ext uri="{FF2B5EF4-FFF2-40B4-BE49-F238E27FC236}">
                  <a16:creationId xmlns:a16="http://schemas.microsoft.com/office/drawing/2014/main" id="{B2F9DC66-2A52-D064-8E7B-C7D93E354E3E}"/>
                </a:ext>
              </a:extLst>
            </p:cNvPr>
            <p:cNvSpPr>
              <a:spLocks noGrp="1"/>
            </p:cNvSpPr>
            <p:nvPr/>
          </p:nvSpPr>
          <p:spPr>
            <a:xfrm>
              <a:off x="4784581" y="3713182"/>
              <a:ext cx="80922" cy="67040"/>
            </a:xfrm>
            <a:custGeom>
              <a:avLst/>
              <a:gdLst/>
              <a:ahLst/>
              <a:cxnLst/>
              <a:rect l="0" t="0" r="0" b="0"/>
              <a:pathLst>
                <a:path w="80922" h="67040">
                  <a:moveTo>
                    <a:pt x="80922" y="67040"/>
                  </a:moveTo>
                  <a:lnTo>
                    <a:pt x="0" y="0"/>
                  </a:lnTo>
                </a:path>
              </a:pathLst>
            </a:custGeom>
            <a:noFill/>
            <a:ln w="8096">
              <a:solidFill>
                <a:srgbClr val="E1E5E9"/>
              </a:solidFill>
            </a:ln>
          </p:spPr>
        </p:sp>
        <p:sp>
          <p:nvSpPr>
            <p:cNvPr id="2712" name="Candidate_receptor__2711">
              <a:extLst>
                <a:ext uri="{FF2B5EF4-FFF2-40B4-BE49-F238E27FC236}">
                  <a16:creationId xmlns:a16="http://schemas.microsoft.com/office/drawing/2014/main" id="{D3D3FDC0-B8A5-8B66-9ED4-979F6EAB8E94}"/>
                </a:ext>
              </a:extLst>
            </p:cNvPr>
            <p:cNvSpPr>
              <a:spLocks noGrp="1"/>
            </p:cNvSpPr>
            <p:nvPr/>
          </p:nvSpPr>
          <p:spPr>
            <a:xfrm>
              <a:off x="4666737" y="2429131"/>
              <a:ext cx="35207" cy="13741"/>
            </a:xfrm>
            <a:custGeom>
              <a:avLst/>
              <a:gdLst/>
              <a:ahLst/>
              <a:cxnLst/>
              <a:rect l="0" t="0" r="0" b="0"/>
              <a:pathLst>
                <a:path w="35207" h="13741">
                  <a:moveTo>
                    <a:pt x="0" y="13741"/>
                  </a:moveTo>
                  <a:lnTo>
                    <a:pt x="35207" y="0"/>
                  </a:lnTo>
                </a:path>
              </a:pathLst>
            </a:custGeom>
            <a:noFill/>
            <a:ln w="20003">
              <a:solidFill>
                <a:srgbClr val="E1E5E9"/>
              </a:solidFill>
            </a:ln>
          </p:spPr>
        </p:sp>
        <p:sp>
          <p:nvSpPr>
            <p:cNvPr id="2713" name="Candidate_receptor__2712">
              <a:extLst>
                <a:ext uri="{FF2B5EF4-FFF2-40B4-BE49-F238E27FC236}">
                  <a16:creationId xmlns:a16="http://schemas.microsoft.com/office/drawing/2014/main" id="{DF0BEB64-C3AF-1CE8-0019-755BEFC46FB8}"/>
                </a:ext>
              </a:extLst>
            </p:cNvPr>
            <p:cNvSpPr>
              <a:spLocks noGrp="1"/>
            </p:cNvSpPr>
            <p:nvPr/>
          </p:nvSpPr>
          <p:spPr>
            <a:xfrm>
              <a:off x="5543765" y="4149994"/>
              <a:ext cx="67388" cy="8901"/>
            </a:xfrm>
            <a:custGeom>
              <a:avLst/>
              <a:gdLst/>
              <a:ahLst/>
              <a:cxnLst/>
              <a:rect l="0" t="0" r="0" b="0"/>
              <a:pathLst>
                <a:path w="67388" h="8901">
                  <a:moveTo>
                    <a:pt x="0" y="0"/>
                  </a:moveTo>
                  <a:lnTo>
                    <a:pt x="67388" y="8901"/>
                  </a:lnTo>
                </a:path>
              </a:pathLst>
            </a:custGeom>
            <a:noFill/>
            <a:ln w="20003">
              <a:solidFill>
                <a:srgbClr val="E1E5E9"/>
              </a:solidFill>
            </a:ln>
          </p:spPr>
        </p:sp>
        <p:sp>
          <p:nvSpPr>
            <p:cNvPr id="2714" name="Candidate_receptor__2713">
              <a:extLst>
                <a:ext uri="{FF2B5EF4-FFF2-40B4-BE49-F238E27FC236}">
                  <a16:creationId xmlns:a16="http://schemas.microsoft.com/office/drawing/2014/main" id="{B6F6B668-AD6B-5B6A-84C0-07470DDEDEBD}"/>
                </a:ext>
              </a:extLst>
            </p:cNvPr>
            <p:cNvSpPr>
              <a:spLocks noGrp="1"/>
            </p:cNvSpPr>
            <p:nvPr/>
          </p:nvSpPr>
          <p:spPr>
            <a:xfrm>
              <a:off x="4728590" y="3621550"/>
              <a:ext cx="55991" cy="91632"/>
            </a:xfrm>
            <a:custGeom>
              <a:avLst/>
              <a:gdLst/>
              <a:ahLst/>
              <a:cxnLst/>
              <a:rect l="0" t="0" r="0" b="0"/>
              <a:pathLst>
                <a:path w="55991" h="91632">
                  <a:moveTo>
                    <a:pt x="55991" y="91632"/>
                  </a:moveTo>
                  <a:lnTo>
                    <a:pt x="0" y="0"/>
                  </a:lnTo>
                </a:path>
              </a:pathLst>
            </a:custGeom>
            <a:noFill/>
            <a:ln w="8096">
              <a:solidFill>
                <a:srgbClr val="E1E5E9"/>
              </a:solidFill>
            </a:ln>
          </p:spPr>
        </p:sp>
        <p:sp>
          <p:nvSpPr>
            <p:cNvPr id="2715" name="Candidate_receptor__2714">
              <a:extLst>
                <a:ext uri="{FF2B5EF4-FFF2-40B4-BE49-F238E27FC236}">
                  <a16:creationId xmlns:a16="http://schemas.microsoft.com/office/drawing/2014/main" id="{A4DA17AA-A685-D1F8-9703-74033FC4371D}"/>
                </a:ext>
              </a:extLst>
            </p:cNvPr>
            <p:cNvSpPr>
              <a:spLocks noGrp="1"/>
            </p:cNvSpPr>
            <p:nvPr/>
          </p:nvSpPr>
          <p:spPr>
            <a:xfrm>
              <a:off x="6145206" y="4370632"/>
              <a:ext cx="82072" cy="31534"/>
            </a:xfrm>
            <a:custGeom>
              <a:avLst/>
              <a:gdLst/>
              <a:ahLst/>
              <a:cxnLst/>
              <a:rect l="0" t="0" r="0" b="0"/>
              <a:pathLst>
                <a:path w="82072" h="31534">
                  <a:moveTo>
                    <a:pt x="0" y="31534"/>
                  </a:moveTo>
                  <a:lnTo>
                    <a:pt x="82072" y="0"/>
                  </a:lnTo>
                </a:path>
              </a:pathLst>
            </a:custGeom>
            <a:noFill/>
            <a:ln w="20003">
              <a:solidFill>
                <a:srgbClr val="E1E5E9"/>
              </a:solidFill>
            </a:ln>
          </p:spPr>
        </p:sp>
        <p:sp>
          <p:nvSpPr>
            <p:cNvPr id="2716" name="Candidate_receptor__2715">
              <a:extLst>
                <a:ext uri="{FF2B5EF4-FFF2-40B4-BE49-F238E27FC236}">
                  <a16:creationId xmlns:a16="http://schemas.microsoft.com/office/drawing/2014/main" id="{2CD08B98-D7A0-F3CC-E94B-BF877EFA5240}"/>
                </a:ext>
              </a:extLst>
            </p:cNvPr>
            <p:cNvSpPr>
              <a:spLocks noGrp="1"/>
            </p:cNvSpPr>
            <p:nvPr/>
          </p:nvSpPr>
          <p:spPr>
            <a:xfrm>
              <a:off x="4892974" y="4127950"/>
              <a:ext cx="70549" cy="50584"/>
            </a:xfrm>
            <a:custGeom>
              <a:avLst/>
              <a:gdLst/>
              <a:ahLst/>
              <a:cxnLst/>
              <a:rect l="0" t="0" r="0" b="0"/>
              <a:pathLst>
                <a:path w="70549" h="50584">
                  <a:moveTo>
                    <a:pt x="0" y="0"/>
                  </a:moveTo>
                  <a:lnTo>
                    <a:pt x="70549" y="50584"/>
                  </a:lnTo>
                </a:path>
              </a:pathLst>
            </a:custGeom>
            <a:noFill/>
            <a:ln w="20003">
              <a:solidFill>
                <a:srgbClr val="E1E6E9"/>
              </a:solidFill>
            </a:ln>
          </p:spPr>
        </p:sp>
        <p:sp>
          <p:nvSpPr>
            <p:cNvPr id="2717" name="Candidate_receptor__2716">
              <a:extLst>
                <a:ext uri="{FF2B5EF4-FFF2-40B4-BE49-F238E27FC236}">
                  <a16:creationId xmlns:a16="http://schemas.microsoft.com/office/drawing/2014/main" id="{CC638A1F-3708-F543-2FBE-B0AF93FB0EF0}"/>
                </a:ext>
              </a:extLst>
            </p:cNvPr>
            <p:cNvSpPr>
              <a:spLocks noGrp="1"/>
            </p:cNvSpPr>
            <p:nvPr/>
          </p:nvSpPr>
          <p:spPr>
            <a:xfrm>
              <a:off x="6008527" y="4942397"/>
              <a:ext cx="35969" cy="8290"/>
            </a:xfrm>
            <a:custGeom>
              <a:avLst/>
              <a:gdLst/>
              <a:ahLst/>
              <a:cxnLst/>
              <a:rect l="0" t="0" r="0" b="0"/>
              <a:pathLst>
                <a:path w="35969" h="8290">
                  <a:moveTo>
                    <a:pt x="35969" y="0"/>
                  </a:moveTo>
                  <a:lnTo>
                    <a:pt x="0" y="8290"/>
                  </a:lnTo>
                </a:path>
              </a:pathLst>
            </a:custGeom>
            <a:noFill/>
            <a:ln w="8096">
              <a:solidFill>
                <a:srgbClr val="E1E6E9"/>
              </a:solidFill>
            </a:ln>
          </p:spPr>
        </p:sp>
        <p:sp>
          <p:nvSpPr>
            <p:cNvPr id="2718" name="Candidate_receptor__2717">
              <a:extLst>
                <a:ext uri="{FF2B5EF4-FFF2-40B4-BE49-F238E27FC236}">
                  <a16:creationId xmlns:a16="http://schemas.microsoft.com/office/drawing/2014/main" id="{58AD1706-5C75-0A86-6F87-456A32F5BA0F}"/>
                </a:ext>
              </a:extLst>
            </p:cNvPr>
            <p:cNvSpPr>
              <a:spLocks noGrp="1"/>
            </p:cNvSpPr>
            <p:nvPr/>
          </p:nvSpPr>
          <p:spPr>
            <a:xfrm>
              <a:off x="6227278" y="4370632"/>
              <a:ext cx="73044" cy="39440"/>
            </a:xfrm>
            <a:custGeom>
              <a:avLst/>
              <a:gdLst/>
              <a:ahLst/>
              <a:cxnLst/>
              <a:rect l="0" t="0" r="0" b="0"/>
              <a:pathLst>
                <a:path w="73044" h="39440">
                  <a:moveTo>
                    <a:pt x="0" y="0"/>
                  </a:moveTo>
                  <a:lnTo>
                    <a:pt x="73044" y="39440"/>
                  </a:lnTo>
                </a:path>
              </a:pathLst>
            </a:custGeom>
            <a:noFill/>
            <a:ln w="20003">
              <a:solidFill>
                <a:srgbClr val="E1E6E9"/>
              </a:solidFill>
            </a:ln>
          </p:spPr>
        </p:sp>
        <p:sp>
          <p:nvSpPr>
            <p:cNvPr id="2719" name="Candidate_receptor__2718">
              <a:extLst>
                <a:ext uri="{FF2B5EF4-FFF2-40B4-BE49-F238E27FC236}">
                  <a16:creationId xmlns:a16="http://schemas.microsoft.com/office/drawing/2014/main" id="{02C7D674-9C91-A4CD-CEA1-73AE0875A172}"/>
                </a:ext>
              </a:extLst>
            </p:cNvPr>
            <p:cNvSpPr>
              <a:spLocks noGrp="1"/>
            </p:cNvSpPr>
            <p:nvPr/>
          </p:nvSpPr>
          <p:spPr>
            <a:xfrm>
              <a:off x="4865503" y="3746004"/>
              <a:ext cx="89750" cy="34219"/>
            </a:xfrm>
            <a:custGeom>
              <a:avLst/>
              <a:gdLst/>
              <a:ahLst/>
              <a:cxnLst/>
              <a:rect l="0" t="0" r="0" b="0"/>
              <a:pathLst>
                <a:path w="89750" h="34219">
                  <a:moveTo>
                    <a:pt x="89750" y="0"/>
                  </a:moveTo>
                  <a:lnTo>
                    <a:pt x="0" y="34219"/>
                  </a:lnTo>
                </a:path>
              </a:pathLst>
            </a:custGeom>
            <a:noFill/>
            <a:ln w="20003">
              <a:solidFill>
                <a:srgbClr val="E1E6E9"/>
              </a:solidFill>
            </a:ln>
          </p:spPr>
        </p:sp>
        <p:sp>
          <p:nvSpPr>
            <p:cNvPr id="2720" name="Candidate_receptor__2719">
              <a:extLst>
                <a:ext uri="{FF2B5EF4-FFF2-40B4-BE49-F238E27FC236}">
                  <a16:creationId xmlns:a16="http://schemas.microsoft.com/office/drawing/2014/main" id="{2543E281-25BF-1911-C73B-F904BA03E20A}"/>
                </a:ext>
              </a:extLst>
            </p:cNvPr>
            <p:cNvSpPr>
              <a:spLocks noGrp="1"/>
            </p:cNvSpPr>
            <p:nvPr/>
          </p:nvSpPr>
          <p:spPr>
            <a:xfrm>
              <a:off x="5353346" y="5308908"/>
              <a:ext cx="13362" cy="109408"/>
            </a:xfrm>
            <a:custGeom>
              <a:avLst/>
              <a:gdLst/>
              <a:ahLst/>
              <a:cxnLst/>
              <a:rect l="0" t="0" r="0" b="0"/>
              <a:pathLst>
                <a:path w="13362" h="109408">
                  <a:moveTo>
                    <a:pt x="13362" y="0"/>
                  </a:moveTo>
                  <a:lnTo>
                    <a:pt x="0" y="109408"/>
                  </a:lnTo>
                </a:path>
              </a:pathLst>
            </a:custGeom>
            <a:noFill/>
            <a:ln w="20003">
              <a:solidFill>
                <a:srgbClr val="E1E6E9"/>
              </a:solidFill>
            </a:ln>
          </p:spPr>
        </p:sp>
        <p:sp>
          <p:nvSpPr>
            <p:cNvPr id="2721" name="Candidate_receptor__2720">
              <a:extLst>
                <a:ext uri="{FF2B5EF4-FFF2-40B4-BE49-F238E27FC236}">
                  <a16:creationId xmlns:a16="http://schemas.microsoft.com/office/drawing/2014/main" id="{F7470718-1E9C-C2CA-3D2F-177349518181}"/>
                </a:ext>
              </a:extLst>
            </p:cNvPr>
            <p:cNvSpPr>
              <a:spLocks noGrp="1"/>
            </p:cNvSpPr>
            <p:nvPr/>
          </p:nvSpPr>
          <p:spPr>
            <a:xfrm>
              <a:off x="6604591" y="4690996"/>
              <a:ext cx="52890" cy="77478"/>
            </a:xfrm>
            <a:custGeom>
              <a:avLst/>
              <a:gdLst/>
              <a:ahLst/>
              <a:cxnLst/>
              <a:rect l="0" t="0" r="0" b="0"/>
              <a:pathLst>
                <a:path w="52890" h="77478">
                  <a:moveTo>
                    <a:pt x="0" y="77478"/>
                  </a:moveTo>
                  <a:lnTo>
                    <a:pt x="52890" y="0"/>
                  </a:lnTo>
                </a:path>
              </a:pathLst>
            </a:custGeom>
            <a:noFill/>
            <a:ln w="20003">
              <a:solidFill>
                <a:srgbClr val="E1E6E9"/>
              </a:solidFill>
            </a:ln>
          </p:spPr>
        </p:sp>
        <p:sp>
          <p:nvSpPr>
            <p:cNvPr id="2722" name="Candidate_receptor__2721">
              <a:extLst>
                <a:ext uri="{FF2B5EF4-FFF2-40B4-BE49-F238E27FC236}">
                  <a16:creationId xmlns:a16="http://schemas.microsoft.com/office/drawing/2014/main" id="{EA27AC28-2935-53C0-AEE7-F9BB8872A53F}"/>
                </a:ext>
              </a:extLst>
            </p:cNvPr>
            <p:cNvSpPr>
              <a:spLocks noGrp="1"/>
            </p:cNvSpPr>
            <p:nvPr/>
          </p:nvSpPr>
          <p:spPr>
            <a:xfrm>
              <a:off x="5813374" y="2963803"/>
              <a:ext cx="87624" cy="44824"/>
            </a:xfrm>
            <a:custGeom>
              <a:avLst/>
              <a:gdLst/>
              <a:ahLst/>
              <a:cxnLst/>
              <a:rect l="0" t="0" r="0" b="0"/>
              <a:pathLst>
                <a:path w="87624" h="44824">
                  <a:moveTo>
                    <a:pt x="87624" y="0"/>
                  </a:moveTo>
                  <a:lnTo>
                    <a:pt x="0" y="44824"/>
                  </a:lnTo>
                </a:path>
              </a:pathLst>
            </a:custGeom>
            <a:noFill/>
            <a:ln w="8096">
              <a:solidFill>
                <a:srgbClr val="E1E6E9"/>
              </a:solidFill>
            </a:ln>
          </p:spPr>
        </p:sp>
        <p:sp>
          <p:nvSpPr>
            <p:cNvPr id="2723" name="Candidate_receptor__2722">
              <a:extLst>
                <a:ext uri="{FF2B5EF4-FFF2-40B4-BE49-F238E27FC236}">
                  <a16:creationId xmlns:a16="http://schemas.microsoft.com/office/drawing/2014/main" id="{3657F930-8ABB-39A0-8472-297AC2D27AA8}"/>
                </a:ext>
              </a:extLst>
            </p:cNvPr>
            <p:cNvSpPr>
              <a:spLocks noGrp="1"/>
            </p:cNvSpPr>
            <p:nvPr/>
          </p:nvSpPr>
          <p:spPr>
            <a:xfrm>
              <a:off x="4942859" y="3420886"/>
              <a:ext cx="94560" cy="4852"/>
            </a:xfrm>
            <a:custGeom>
              <a:avLst/>
              <a:gdLst/>
              <a:ahLst/>
              <a:cxnLst/>
              <a:rect l="0" t="0" r="0" b="0"/>
              <a:pathLst>
                <a:path w="94560" h="4852">
                  <a:moveTo>
                    <a:pt x="0" y="0"/>
                  </a:moveTo>
                  <a:lnTo>
                    <a:pt x="94560" y="4852"/>
                  </a:lnTo>
                </a:path>
              </a:pathLst>
            </a:custGeom>
            <a:noFill/>
            <a:ln w="20003">
              <a:solidFill>
                <a:srgbClr val="E1E6E9"/>
              </a:solidFill>
            </a:ln>
          </p:spPr>
        </p:sp>
        <p:sp>
          <p:nvSpPr>
            <p:cNvPr id="2724" name="Candidate_receptor__2723">
              <a:extLst>
                <a:ext uri="{FF2B5EF4-FFF2-40B4-BE49-F238E27FC236}">
                  <a16:creationId xmlns:a16="http://schemas.microsoft.com/office/drawing/2014/main" id="{2F272DC8-F6EB-2433-D91C-E7E588666CA8}"/>
                </a:ext>
              </a:extLst>
            </p:cNvPr>
            <p:cNvSpPr>
              <a:spLocks noGrp="1"/>
            </p:cNvSpPr>
            <p:nvPr/>
          </p:nvSpPr>
          <p:spPr>
            <a:xfrm>
              <a:off x="6356983" y="3694383"/>
              <a:ext cx="93564" cy="63099"/>
            </a:xfrm>
            <a:custGeom>
              <a:avLst/>
              <a:gdLst/>
              <a:ahLst/>
              <a:cxnLst/>
              <a:rect l="0" t="0" r="0" b="0"/>
              <a:pathLst>
                <a:path w="93564" h="63099">
                  <a:moveTo>
                    <a:pt x="0" y="63099"/>
                  </a:moveTo>
                  <a:lnTo>
                    <a:pt x="93564" y="0"/>
                  </a:lnTo>
                </a:path>
              </a:pathLst>
            </a:custGeom>
            <a:noFill/>
            <a:ln w="20003">
              <a:solidFill>
                <a:srgbClr val="E1E6E9"/>
              </a:solidFill>
            </a:ln>
          </p:spPr>
        </p:sp>
        <p:sp>
          <p:nvSpPr>
            <p:cNvPr id="2725" name="Candidate_receptor__2724">
              <a:extLst>
                <a:ext uri="{FF2B5EF4-FFF2-40B4-BE49-F238E27FC236}">
                  <a16:creationId xmlns:a16="http://schemas.microsoft.com/office/drawing/2014/main" id="{F90B718F-7E5E-993C-0E6F-47523E4871B1}"/>
                </a:ext>
              </a:extLst>
            </p:cNvPr>
            <p:cNvSpPr>
              <a:spLocks noGrp="1"/>
            </p:cNvSpPr>
            <p:nvPr/>
          </p:nvSpPr>
          <p:spPr>
            <a:xfrm>
              <a:off x="5609856" y="3102924"/>
              <a:ext cx="102623" cy="40479"/>
            </a:xfrm>
            <a:custGeom>
              <a:avLst/>
              <a:gdLst/>
              <a:ahLst/>
              <a:cxnLst/>
              <a:rect l="0" t="0" r="0" b="0"/>
              <a:pathLst>
                <a:path w="102623" h="40479">
                  <a:moveTo>
                    <a:pt x="102623" y="40479"/>
                  </a:moveTo>
                  <a:lnTo>
                    <a:pt x="0" y="0"/>
                  </a:lnTo>
                </a:path>
              </a:pathLst>
            </a:custGeom>
            <a:noFill/>
            <a:ln w="20003">
              <a:solidFill>
                <a:srgbClr val="E1E6E9"/>
              </a:solidFill>
            </a:ln>
          </p:spPr>
        </p:sp>
        <p:sp>
          <p:nvSpPr>
            <p:cNvPr id="2726" name="Candidate_receptor__2725">
              <a:extLst>
                <a:ext uri="{FF2B5EF4-FFF2-40B4-BE49-F238E27FC236}">
                  <a16:creationId xmlns:a16="http://schemas.microsoft.com/office/drawing/2014/main" id="{04BAC808-667B-9441-09D3-0BE58465D54F}"/>
                </a:ext>
              </a:extLst>
            </p:cNvPr>
            <p:cNvSpPr>
              <a:spLocks noGrp="1"/>
            </p:cNvSpPr>
            <p:nvPr/>
          </p:nvSpPr>
          <p:spPr>
            <a:xfrm>
              <a:off x="5572409" y="3996179"/>
              <a:ext cx="94686" cy="63432"/>
            </a:xfrm>
            <a:custGeom>
              <a:avLst/>
              <a:gdLst/>
              <a:ahLst/>
              <a:cxnLst/>
              <a:rect l="0" t="0" r="0" b="0"/>
              <a:pathLst>
                <a:path w="94686" h="63432">
                  <a:moveTo>
                    <a:pt x="94686" y="63432"/>
                  </a:moveTo>
                  <a:lnTo>
                    <a:pt x="0" y="0"/>
                  </a:lnTo>
                </a:path>
              </a:pathLst>
            </a:custGeom>
            <a:noFill/>
            <a:ln w="20003">
              <a:solidFill>
                <a:srgbClr val="E1E6E9"/>
              </a:solidFill>
            </a:ln>
          </p:spPr>
        </p:sp>
        <p:sp>
          <p:nvSpPr>
            <p:cNvPr id="2727" name="Candidate_receptor__2726">
              <a:extLst>
                <a:ext uri="{FF2B5EF4-FFF2-40B4-BE49-F238E27FC236}">
                  <a16:creationId xmlns:a16="http://schemas.microsoft.com/office/drawing/2014/main" id="{E35D46D7-BA1D-FF8E-92FF-9DC85ECFDF3C}"/>
                </a:ext>
              </a:extLst>
            </p:cNvPr>
            <p:cNvSpPr>
              <a:spLocks noGrp="1"/>
            </p:cNvSpPr>
            <p:nvPr/>
          </p:nvSpPr>
          <p:spPr>
            <a:xfrm>
              <a:off x="4881444" y="4573648"/>
              <a:ext cx="97505" cy="57088"/>
            </a:xfrm>
            <a:custGeom>
              <a:avLst/>
              <a:gdLst/>
              <a:ahLst/>
              <a:cxnLst/>
              <a:rect l="0" t="0" r="0" b="0"/>
              <a:pathLst>
                <a:path w="97505" h="57088">
                  <a:moveTo>
                    <a:pt x="0" y="57088"/>
                  </a:moveTo>
                  <a:lnTo>
                    <a:pt x="97505" y="0"/>
                  </a:lnTo>
                </a:path>
              </a:pathLst>
            </a:custGeom>
            <a:noFill/>
            <a:ln w="20003">
              <a:solidFill>
                <a:srgbClr val="E1E6E9"/>
              </a:solidFill>
            </a:ln>
          </p:spPr>
        </p:sp>
        <p:sp>
          <p:nvSpPr>
            <p:cNvPr id="2728" name="Candidate_receptor__2727">
              <a:extLst>
                <a:ext uri="{FF2B5EF4-FFF2-40B4-BE49-F238E27FC236}">
                  <a16:creationId xmlns:a16="http://schemas.microsoft.com/office/drawing/2014/main" id="{0B23F873-1328-9111-EEB1-BA0F0C3C1E9C}"/>
                </a:ext>
              </a:extLst>
            </p:cNvPr>
            <p:cNvSpPr>
              <a:spLocks noGrp="1"/>
            </p:cNvSpPr>
            <p:nvPr/>
          </p:nvSpPr>
          <p:spPr>
            <a:xfrm>
              <a:off x="4779451" y="5015636"/>
              <a:ext cx="112954" cy="22983"/>
            </a:xfrm>
            <a:custGeom>
              <a:avLst/>
              <a:gdLst/>
              <a:ahLst/>
              <a:cxnLst/>
              <a:rect l="0" t="0" r="0" b="0"/>
              <a:pathLst>
                <a:path w="112954" h="22983">
                  <a:moveTo>
                    <a:pt x="112954" y="0"/>
                  </a:moveTo>
                  <a:lnTo>
                    <a:pt x="0" y="22983"/>
                  </a:lnTo>
                </a:path>
              </a:pathLst>
            </a:custGeom>
            <a:noFill/>
            <a:ln w="20003">
              <a:solidFill>
                <a:srgbClr val="E1E6E9"/>
              </a:solidFill>
            </a:ln>
          </p:spPr>
        </p:sp>
        <p:sp>
          <p:nvSpPr>
            <p:cNvPr id="2729" name="Candidate_receptor__2728">
              <a:extLst>
                <a:ext uri="{FF2B5EF4-FFF2-40B4-BE49-F238E27FC236}">
                  <a16:creationId xmlns:a16="http://schemas.microsoft.com/office/drawing/2014/main" id="{BB261B71-9FFD-5276-8747-121E25DA0713}"/>
                </a:ext>
              </a:extLst>
            </p:cNvPr>
            <p:cNvSpPr>
              <a:spLocks noGrp="1"/>
            </p:cNvSpPr>
            <p:nvPr/>
          </p:nvSpPr>
          <p:spPr>
            <a:xfrm>
              <a:off x="4767645" y="3436261"/>
              <a:ext cx="67414" cy="80553"/>
            </a:xfrm>
            <a:custGeom>
              <a:avLst/>
              <a:gdLst/>
              <a:ahLst/>
              <a:cxnLst/>
              <a:rect l="0" t="0" r="0" b="0"/>
              <a:pathLst>
                <a:path w="67414" h="80553">
                  <a:moveTo>
                    <a:pt x="67414" y="80553"/>
                  </a:moveTo>
                  <a:lnTo>
                    <a:pt x="0" y="0"/>
                  </a:lnTo>
                </a:path>
              </a:pathLst>
            </a:custGeom>
            <a:noFill/>
            <a:ln w="20003">
              <a:solidFill>
                <a:srgbClr val="E1E6E9"/>
              </a:solidFill>
            </a:ln>
          </p:spPr>
        </p:sp>
        <p:sp>
          <p:nvSpPr>
            <p:cNvPr id="2730" name="Candidate_receptor__2729">
              <a:extLst>
                <a:ext uri="{FF2B5EF4-FFF2-40B4-BE49-F238E27FC236}">
                  <a16:creationId xmlns:a16="http://schemas.microsoft.com/office/drawing/2014/main" id="{559CBA38-3910-C1C4-A51F-D7A9F3707C97}"/>
                </a:ext>
              </a:extLst>
            </p:cNvPr>
            <p:cNvSpPr>
              <a:spLocks noGrp="1"/>
            </p:cNvSpPr>
            <p:nvPr/>
          </p:nvSpPr>
          <p:spPr>
            <a:xfrm>
              <a:off x="5178404" y="3792131"/>
              <a:ext cx="90922" cy="13073"/>
            </a:xfrm>
            <a:custGeom>
              <a:avLst/>
              <a:gdLst/>
              <a:ahLst/>
              <a:cxnLst/>
              <a:rect l="0" t="0" r="0" b="0"/>
              <a:pathLst>
                <a:path w="90922" h="13073">
                  <a:moveTo>
                    <a:pt x="90922" y="0"/>
                  </a:moveTo>
                  <a:lnTo>
                    <a:pt x="0" y="13073"/>
                  </a:lnTo>
                </a:path>
              </a:pathLst>
            </a:custGeom>
            <a:noFill/>
            <a:ln w="20003">
              <a:solidFill>
                <a:srgbClr val="E1E6E9"/>
              </a:solidFill>
            </a:ln>
          </p:spPr>
        </p:sp>
        <p:sp>
          <p:nvSpPr>
            <p:cNvPr id="2731" name="Candidate_receptor__2730">
              <a:extLst>
                <a:ext uri="{FF2B5EF4-FFF2-40B4-BE49-F238E27FC236}">
                  <a16:creationId xmlns:a16="http://schemas.microsoft.com/office/drawing/2014/main" id="{BB470C1F-02E8-13A2-864D-060676299F0F}"/>
                </a:ext>
              </a:extLst>
            </p:cNvPr>
            <p:cNvSpPr>
              <a:spLocks noGrp="1"/>
            </p:cNvSpPr>
            <p:nvPr/>
          </p:nvSpPr>
          <p:spPr>
            <a:xfrm>
              <a:off x="6315881" y="3603101"/>
              <a:ext cx="68111" cy="15156"/>
            </a:xfrm>
            <a:custGeom>
              <a:avLst/>
              <a:gdLst/>
              <a:ahLst/>
              <a:cxnLst/>
              <a:rect l="0" t="0" r="0" b="0"/>
              <a:pathLst>
                <a:path w="68111" h="15156">
                  <a:moveTo>
                    <a:pt x="68111" y="0"/>
                  </a:moveTo>
                  <a:lnTo>
                    <a:pt x="0" y="15156"/>
                  </a:lnTo>
                </a:path>
              </a:pathLst>
            </a:custGeom>
            <a:noFill/>
            <a:ln w="20003">
              <a:solidFill>
                <a:srgbClr val="E1E6E9"/>
              </a:solidFill>
            </a:ln>
          </p:spPr>
        </p:sp>
        <p:sp>
          <p:nvSpPr>
            <p:cNvPr id="2732" name="Candidate_receptor__2731">
              <a:extLst>
                <a:ext uri="{FF2B5EF4-FFF2-40B4-BE49-F238E27FC236}">
                  <a16:creationId xmlns:a16="http://schemas.microsoft.com/office/drawing/2014/main" id="{94F52ED3-1DC8-DEB9-98C5-EF50A3F19516}"/>
                </a:ext>
              </a:extLst>
            </p:cNvPr>
            <p:cNvSpPr>
              <a:spLocks noGrp="1"/>
            </p:cNvSpPr>
            <p:nvPr/>
          </p:nvSpPr>
          <p:spPr>
            <a:xfrm>
              <a:off x="4684667" y="3579160"/>
              <a:ext cx="43924" cy="42390"/>
            </a:xfrm>
            <a:custGeom>
              <a:avLst/>
              <a:gdLst/>
              <a:ahLst/>
              <a:cxnLst/>
              <a:rect l="0" t="0" r="0" b="0"/>
              <a:pathLst>
                <a:path w="43924" h="42390">
                  <a:moveTo>
                    <a:pt x="43924" y="42390"/>
                  </a:moveTo>
                  <a:lnTo>
                    <a:pt x="0" y="0"/>
                  </a:lnTo>
                </a:path>
              </a:pathLst>
            </a:custGeom>
            <a:noFill/>
            <a:ln w="20003">
              <a:solidFill>
                <a:srgbClr val="E1E6E9"/>
              </a:solidFill>
            </a:ln>
          </p:spPr>
        </p:sp>
        <p:sp>
          <p:nvSpPr>
            <p:cNvPr id="2733" name="Candidate_receptor__2732">
              <a:extLst>
                <a:ext uri="{FF2B5EF4-FFF2-40B4-BE49-F238E27FC236}">
                  <a16:creationId xmlns:a16="http://schemas.microsoft.com/office/drawing/2014/main" id="{CB31F1A4-13CE-D187-0A5E-A1C218DFA330}"/>
                </a:ext>
              </a:extLst>
            </p:cNvPr>
            <p:cNvSpPr>
              <a:spLocks noGrp="1"/>
            </p:cNvSpPr>
            <p:nvPr/>
          </p:nvSpPr>
          <p:spPr>
            <a:xfrm>
              <a:off x="4995950" y="4670113"/>
              <a:ext cx="26599" cy="61286"/>
            </a:xfrm>
            <a:custGeom>
              <a:avLst/>
              <a:gdLst/>
              <a:ahLst/>
              <a:cxnLst/>
              <a:rect l="0" t="0" r="0" b="0"/>
              <a:pathLst>
                <a:path w="26599" h="61286">
                  <a:moveTo>
                    <a:pt x="26599" y="0"/>
                  </a:moveTo>
                  <a:lnTo>
                    <a:pt x="0" y="61286"/>
                  </a:lnTo>
                </a:path>
              </a:pathLst>
            </a:custGeom>
            <a:noFill/>
            <a:ln w="20003">
              <a:solidFill>
                <a:srgbClr val="E2E6E9"/>
              </a:solidFill>
            </a:ln>
          </p:spPr>
        </p:sp>
        <p:sp>
          <p:nvSpPr>
            <p:cNvPr id="2734" name="Candidate_receptor__2733">
              <a:extLst>
                <a:ext uri="{FF2B5EF4-FFF2-40B4-BE49-F238E27FC236}">
                  <a16:creationId xmlns:a16="http://schemas.microsoft.com/office/drawing/2014/main" id="{E76B3F6E-8A59-DCB3-E2D9-18CDFBFF00BB}"/>
                </a:ext>
              </a:extLst>
            </p:cNvPr>
            <p:cNvSpPr>
              <a:spLocks noGrp="1"/>
            </p:cNvSpPr>
            <p:nvPr/>
          </p:nvSpPr>
          <p:spPr>
            <a:xfrm>
              <a:off x="6213950" y="4018617"/>
              <a:ext cx="44450" cy="14702"/>
            </a:xfrm>
            <a:custGeom>
              <a:avLst/>
              <a:gdLst/>
              <a:ahLst/>
              <a:cxnLst/>
              <a:rect l="0" t="0" r="0" b="0"/>
              <a:pathLst>
                <a:path w="44450" h="14702">
                  <a:moveTo>
                    <a:pt x="44450" y="14702"/>
                  </a:moveTo>
                  <a:lnTo>
                    <a:pt x="0" y="0"/>
                  </a:lnTo>
                </a:path>
              </a:pathLst>
            </a:custGeom>
            <a:noFill/>
            <a:ln w="20003">
              <a:solidFill>
                <a:srgbClr val="E2E6E9"/>
              </a:solidFill>
            </a:ln>
          </p:spPr>
        </p:sp>
        <p:sp>
          <p:nvSpPr>
            <p:cNvPr id="2735" name="Candidate_receptor__2734">
              <a:extLst>
                <a:ext uri="{FF2B5EF4-FFF2-40B4-BE49-F238E27FC236}">
                  <a16:creationId xmlns:a16="http://schemas.microsoft.com/office/drawing/2014/main" id="{95464743-959A-8436-EB8B-93DA9447AECD}"/>
                </a:ext>
              </a:extLst>
            </p:cNvPr>
            <p:cNvSpPr>
              <a:spLocks noGrp="1"/>
            </p:cNvSpPr>
            <p:nvPr/>
          </p:nvSpPr>
          <p:spPr>
            <a:xfrm>
              <a:off x="4851322" y="5115121"/>
              <a:ext cx="65634" cy="56589"/>
            </a:xfrm>
            <a:custGeom>
              <a:avLst/>
              <a:gdLst/>
              <a:ahLst/>
              <a:cxnLst/>
              <a:rect l="0" t="0" r="0" b="0"/>
              <a:pathLst>
                <a:path w="65634" h="56589">
                  <a:moveTo>
                    <a:pt x="0" y="56589"/>
                  </a:moveTo>
                  <a:lnTo>
                    <a:pt x="65634" y="0"/>
                  </a:lnTo>
                </a:path>
              </a:pathLst>
            </a:custGeom>
            <a:noFill/>
            <a:ln w="20003">
              <a:solidFill>
                <a:srgbClr val="E2E6E9"/>
              </a:solidFill>
            </a:ln>
          </p:spPr>
        </p:sp>
        <p:sp>
          <p:nvSpPr>
            <p:cNvPr id="2736" name="Candidate_receptor__2735">
              <a:extLst>
                <a:ext uri="{FF2B5EF4-FFF2-40B4-BE49-F238E27FC236}">
                  <a16:creationId xmlns:a16="http://schemas.microsoft.com/office/drawing/2014/main" id="{2F7A11F6-EDFA-A16B-6C6C-56BD6F2E6AED}"/>
                </a:ext>
              </a:extLst>
            </p:cNvPr>
            <p:cNvSpPr>
              <a:spLocks noGrp="1"/>
            </p:cNvSpPr>
            <p:nvPr/>
          </p:nvSpPr>
          <p:spPr>
            <a:xfrm>
              <a:off x="5378689" y="4292329"/>
              <a:ext cx="45841" cy="101599"/>
            </a:xfrm>
            <a:custGeom>
              <a:avLst/>
              <a:gdLst/>
              <a:ahLst/>
              <a:cxnLst/>
              <a:rect l="0" t="0" r="0" b="0"/>
              <a:pathLst>
                <a:path w="45841" h="101599">
                  <a:moveTo>
                    <a:pt x="0" y="101599"/>
                  </a:moveTo>
                  <a:lnTo>
                    <a:pt x="45841" y="0"/>
                  </a:lnTo>
                </a:path>
              </a:pathLst>
            </a:custGeom>
            <a:noFill/>
            <a:ln w="20003">
              <a:solidFill>
                <a:srgbClr val="E2E6E9"/>
              </a:solidFill>
            </a:ln>
          </p:spPr>
        </p:sp>
        <p:sp>
          <p:nvSpPr>
            <p:cNvPr id="2737" name="Candidate_receptor__2736">
              <a:extLst>
                <a:ext uri="{FF2B5EF4-FFF2-40B4-BE49-F238E27FC236}">
                  <a16:creationId xmlns:a16="http://schemas.microsoft.com/office/drawing/2014/main" id="{0D669907-9EE5-D116-F4DC-9FC48C54A821}"/>
                </a:ext>
              </a:extLst>
            </p:cNvPr>
            <p:cNvSpPr>
              <a:spLocks noGrp="1"/>
            </p:cNvSpPr>
            <p:nvPr/>
          </p:nvSpPr>
          <p:spPr>
            <a:xfrm>
              <a:off x="6012425" y="4775110"/>
              <a:ext cx="92685" cy="19801"/>
            </a:xfrm>
            <a:custGeom>
              <a:avLst/>
              <a:gdLst/>
              <a:ahLst/>
              <a:cxnLst/>
              <a:rect l="0" t="0" r="0" b="0"/>
              <a:pathLst>
                <a:path w="92685" h="19801">
                  <a:moveTo>
                    <a:pt x="92685" y="19801"/>
                  </a:moveTo>
                  <a:lnTo>
                    <a:pt x="0" y="0"/>
                  </a:lnTo>
                </a:path>
              </a:pathLst>
            </a:custGeom>
            <a:noFill/>
            <a:ln w="20003">
              <a:solidFill>
                <a:srgbClr val="E2E6E9"/>
              </a:solidFill>
            </a:ln>
          </p:spPr>
        </p:sp>
        <p:sp>
          <p:nvSpPr>
            <p:cNvPr id="2738" name="Candidate_receptor__2737">
              <a:extLst>
                <a:ext uri="{FF2B5EF4-FFF2-40B4-BE49-F238E27FC236}">
                  <a16:creationId xmlns:a16="http://schemas.microsoft.com/office/drawing/2014/main" id="{C6E7BFD2-D823-76F9-883B-B435A3ECA654}"/>
                </a:ext>
              </a:extLst>
            </p:cNvPr>
            <p:cNvSpPr>
              <a:spLocks noGrp="1"/>
            </p:cNvSpPr>
            <p:nvPr/>
          </p:nvSpPr>
          <p:spPr>
            <a:xfrm>
              <a:off x="6255223" y="4410073"/>
              <a:ext cx="45099" cy="104902"/>
            </a:xfrm>
            <a:custGeom>
              <a:avLst/>
              <a:gdLst/>
              <a:ahLst/>
              <a:cxnLst/>
              <a:rect l="0" t="0" r="0" b="0"/>
              <a:pathLst>
                <a:path w="45099" h="104902">
                  <a:moveTo>
                    <a:pt x="45099" y="0"/>
                  </a:moveTo>
                  <a:lnTo>
                    <a:pt x="0" y="104902"/>
                  </a:lnTo>
                </a:path>
              </a:pathLst>
            </a:custGeom>
            <a:noFill/>
            <a:ln w="20003">
              <a:solidFill>
                <a:srgbClr val="E2E6E9"/>
              </a:solidFill>
            </a:ln>
          </p:spPr>
        </p:sp>
        <p:sp>
          <p:nvSpPr>
            <p:cNvPr id="2739" name="Candidate_receptor__2738">
              <a:extLst>
                <a:ext uri="{FF2B5EF4-FFF2-40B4-BE49-F238E27FC236}">
                  <a16:creationId xmlns:a16="http://schemas.microsoft.com/office/drawing/2014/main" id="{9A249715-D24E-6216-DF93-B5F6ECDDC1C4}"/>
                </a:ext>
              </a:extLst>
            </p:cNvPr>
            <p:cNvSpPr>
              <a:spLocks noGrp="1"/>
            </p:cNvSpPr>
            <p:nvPr/>
          </p:nvSpPr>
          <p:spPr>
            <a:xfrm>
              <a:off x="5611153" y="4059611"/>
              <a:ext cx="55943" cy="99284"/>
            </a:xfrm>
            <a:custGeom>
              <a:avLst/>
              <a:gdLst/>
              <a:ahLst/>
              <a:cxnLst/>
              <a:rect l="0" t="0" r="0" b="0"/>
              <a:pathLst>
                <a:path w="55943" h="99284">
                  <a:moveTo>
                    <a:pt x="0" y="99284"/>
                  </a:moveTo>
                  <a:lnTo>
                    <a:pt x="55943" y="0"/>
                  </a:lnTo>
                </a:path>
              </a:pathLst>
            </a:custGeom>
            <a:noFill/>
            <a:ln w="20003">
              <a:solidFill>
                <a:srgbClr val="E2E6E9"/>
              </a:solidFill>
            </a:ln>
          </p:spPr>
        </p:sp>
        <p:sp>
          <p:nvSpPr>
            <p:cNvPr id="2740" name="Candidate_receptor__2739">
              <a:extLst>
                <a:ext uri="{FF2B5EF4-FFF2-40B4-BE49-F238E27FC236}">
                  <a16:creationId xmlns:a16="http://schemas.microsoft.com/office/drawing/2014/main" id="{19F40FCC-0DF0-7A13-554D-BF94B3C67A51}"/>
                </a:ext>
              </a:extLst>
            </p:cNvPr>
            <p:cNvSpPr>
              <a:spLocks noGrp="1"/>
            </p:cNvSpPr>
            <p:nvPr/>
          </p:nvSpPr>
          <p:spPr>
            <a:xfrm>
              <a:off x="5039160" y="2413811"/>
              <a:ext cx="25703" cy="57050"/>
            </a:xfrm>
            <a:custGeom>
              <a:avLst/>
              <a:gdLst/>
              <a:ahLst/>
              <a:cxnLst/>
              <a:rect l="0" t="0" r="0" b="0"/>
              <a:pathLst>
                <a:path w="25703" h="57050">
                  <a:moveTo>
                    <a:pt x="0" y="57050"/>
                  </a:moveTo>
                  <a:lnTo>
                    <a:pt x="25703" y="0"/>
                  </a:lnTo>
                </a:path>
              </a:pathLst>
            </a:custGeom>
            <a:noFill/>
            <a:ln w="8096">
              <a:solidFill>
                <a:srgbClr val="E2E6E9"/>
              </a:solidFill>
            </a:ln>
          </p:spPr>
        </p:sp>
        <p:sp>
          <p:nvSpPr>
            <p:cNvPr id="2741" name="Candidate_receptor__2740">
              <a:extLst>
                <a:ext uri="{FF2B5EF4-FFF2-40B4-BE49-F238E27FC236}">
                  <a16:creationId xmlns:a16="http://schemas.microsoft.com/office/drawing/2014/main" id="{EABB99E6-A23B-EF4F-2987-775A9BDFC0FF}"/>
                </a:ext>
              </a:extLst>
            </p:cNvPr>
            <p:cNvSpPr>
              <a:spLocks noGrp="1"/>
            </p:cNvSpPr>
            <p:nvPr/>
          </p:nvSpPr>
          <p:spPr>
            <a:xfrm>
              <a:off x="6544749" y="3536958"/>
              <a:ext cx="12884" cy="36892"/>
            </a:xfrm>
            <a:custGeom>
              <a:avLst/>
              <a:gdLst/>
              <a:ahLst/>
              <a:cxnLst/>
              <a:rect l="0" t="0" r="0" b="0"/>
              <a:pathLst>
                <a:path w="12884" h="36892">
                  <a:moveTo>
                    <a:pt x="12884" y="36892"/>
                  </a:moveTo>
                  <a:lnTo>
                    <a:pt x="0" y="0"/>
                  </a:lnTo>
                </a:path>
              </a:pathLst>
            </a:custGeom>
            <a:noFill/>
            <a:ln w="8096">
              <a:solidFill>
                <a:srgbClr val="E2E6E9"/>
              </a:solidFill>
            </a:ln>
          </p:spPr>
        </p:sp>
        <p:sp>
          <p:nvSpPr>
            <p:cNvPr id="2742" name="Candidate_receptor__2741">
              <a:extLst>
                <a:ext uri="{FF2B5EF4-FFF2-40B4-BE49-F238E27FC236}">
                  <a16:creationId xmlns:a16="http://schemas.microsoft.com/office/drawing/2014/main" id="{49B8BCFA-B78C-161A-C998-3D05FC126E19}"/>
                </a:ext>
              </a:extLst>
            </p:cNvPr>
            <p:cNvSpPr>
              <a:spLocks noGrp="1"/>
            </p:cNvSpPr>
            <p:nvPr/>
          </p:nvSpPr>
          <p:spPr>
            <a:xfrm>
              <a:off x="5718198" y="2944656"/>
              <a:ext cx="95176" cy="63971"/>
            </a:xfrm>
            <a:custGeom>
              <a:avLst/>
              <a:gdLst/>
              <a:ahLst/>
              <a:cxnLst/>
              <a:rect l="0" t="0" r="0" b="0"/>
              <a:pathLst>
                <a:path w="95176" h="63971">
                  <a:moveTo>
                    <a:pt x="95176" y="63971"/>
                  </a:moveTo>
                  <a:lnTo>
                    <a:pt x="0" y="0"/>
                  </a:lnTo>
                </a:path>
              </a:pathLst>
            </a:custGeom>
            <a:noFill/>
            <a:ln w="8096">
              <a:solidFill>
                <a:srgbClr val="E2E6E9"/>
              </a:solidFill>
            </a:ln>
          </p:spPr>
        </p:sp>
        <p:sp>
          <p:nvSpPr>
            <p:cNvPr id="2743" name="Candidate_receptor__2742">
              <a:extLst>
                <a:ext uri="{FF2B5EF4-FFF2-40B4-BE49-F238E27FC236}">
                  <a16:creationId xmlns:a16="http://schemas.microsoft.com/office/drawing/2014/main" id="{84DDA674-90F9-A8A8-8013-3A8C5F1BBFB6}"/>
                </a:ext>
              </a:extLst>
            </p:cNvPr>
            <p:cNvSpPr>
              <a:spLocks noGrp="1"/>
            </p:cNvSpPr>
            <p:nvPr/>
          </p:nvSpPr>
          <p:spPr>
            <a:xfrm>
              <a:off x="5148012" y="4536651"/>
              <a:ext cx="49150" cy="30000"/>
            </a:xfrm>
            <a:custGeom>
              <a:avLst/>
              <a:gdLst/>
              <a:ahLst/>
              <a:cxnLst/>
              <a:rect l="0" t="0" r="0" b="0"/>
              <a:pathLst>
                <a:path w="49150" h="30000">
                  <a:moveTo>
                    <a:pt x="0" y="0"/>
                  </a:moveTo>
                  <a:lnTo>
                    <a:pt x="49150" y="30000"/>
                  </a:lnTo>
                </a:path>
              </a:pathLst>
            </a:custGeom>
            <a:noFill/>
            <a:ln w="20003">
              <a:solidFill>
                <a:srgbClr val="E2E6E9"/>
              </a:solidFill>
            </a:ln>
          </p:spPr>
        </p:sp>
        <p:sp>
          <p:nvSpPr>
            <p:cNvPr id="2744" name="Candidate_receptor__2743">
              <a:extLst>
                <a:ext uri="{FF2B5EF4-FFF2-40B4-BE49-F238E27FC236}">
                  <a16:creationId xmlns:a16="http://schemas.microsoft.com/office/drawing/2014/main" id="{CC1511C5-4010-9AA9-35EA-435E423E3106}"/>
                </a:ext>
              </a:extLst>
            </p:cNvPr>
            <p:cNvSpPr>
              <a:spLocks noGrp="1"/>
            </p:cNvSpPr>
            <p:nvPr/>
          </p:nvSpPr>
          <p:spPr>
            <a:xfrm>
              <a:off x="6076925" y="4251502"/>
              <a:ext cx="79274" cy="44178"/>
            </a:xfrm>
            <a:custGeom>
              <a:avLst/>
              <a:gdLst/>
              <a:ahLst/>
              <a:cxnLst/>
              <a:rect l="0" t="0" r="0" b="0"/>
              <a:pathLst>
                <a:path w="79274" h="44178">
                  <a:moveTo>
                    <a:pt x="0" y="0"/>
                  </a:moveTo>
                  <a:lnTo>
                    <a:pt x="79274" y="44178"/>
                  </a:lnTo>
                </a:path>
              </a:pathLst>
            </a:custGeom>
            <a:noFill/>
            <a:ln w="8096">
              <a:solidFill>
                <a:srgbClr val="E2E6E9"/>
              </a:solidFill>
            </a:ln>
          </p:spPr>
        </p:sp>
        <p:sp>
          <p:nvSpPr>
            <p:cNvPr id="2745" name="Candidate_receptor__2744">
              <a:extLst>
                <a:ext uri="{FF2B5EF4-FFF2-40B4-BE49-F238E27FC236}">
                  <a16:creationId xmlns:a16="http://schemas.microsoft.com/office/drawing/2014/main" id="{C69AB452-F481-8E71-6B2F-EACA80A3B870}"/>
                </a:ext>
              </a:extLst>
            </p:cNvPr>
            <p:cNvSpPr>
              <a:spLocks noGrp="1"/>
            </p:cNvSpPr>
            <p:nvPr/>
          </p:nvSpPr>
          <p:spPr>
            <a:xfrm>
              <a:off x="4892405" y="5015636"/>
              <a:ext cx="24551" cy="99485"/>
            </a:xfrm>
            <a:custGeom>
              <a:avLst/>
              <a:gdLst/>
              <a:ahLst/>
              <a:cxnLst/>
              <a:rect l="0" t="0" r="0" b="0"/>
              <a:pathLst>
                <a:path w="24551" h="99485">
                  <a:moveTo>
                    <a:pt x="24551" y="99485"/>
                  </a:moveTo>
                  <a:lnTo>
                    <a:pt x="0" y="0"/>
                  </a:lnTo>
                </a:path>
              </a:pathLst>
            </a:custGeom>
            <a:noFill/>
            <a:ln w="20003">
              <a:solidFill>
                <a:srgbClr val="E2E6E9"/>
              </a:solidFill>
            </a:ln>
          </p:spPr>
        </p:sp>
        <p:sp>
          <p:nvSpPr>
            <p:cNvPr id="2746" name="Candidate_receptor__2745">
              <a:extLst>
                <a:ext uri="{FF2B5EF4-FFF2-40B4-BE49-F238E27FC236}">
                  <a16:creationId xmlns:a16="http://schemas.microsoft.com/office/drawing/2014/main" id="{3351B718-6A2D-2EF1-CD23-260290068420}"/>
                </a:ext>
              </a:extLst>
            </p:cNvPr>
            <p:cNvSpPr>
              <a:spLocks noGrp="1"/>
            </p:cNvSpPr>
            <p:nvPr/>
          </p:nvSpPr>
          <p:spPr>
            <a:xfrm>
              <a:off x="5942510" y="4775110"/>
              <a:ext cx="69915" cy="9286"/>
            </a:xfrm>
            <a:custGeom>
              <a:avLst/>
              <a:gdLst/>
              <a:ahLst/>
              <a:cxnLst/>
              <a:rect l="0" t="0" r="0" b="0"/>
              <a:pathLst>
                <a:path w="69915" h="9286">
                  <a:moveTo>
                    <a:pt x="69915" y="0"/>
                  </a:moveTo>
                  <a:lnTo>
                    <a:pt x="0" y="9286"/>
                  </a:lnTo>
                </a:path>
              </a:pathLst>
            </a:custGeom>
            <a:noFill/>
            <a:ln w="20003">
              <a:solidFill>
                <a:srgbClr val="E2E6E9"/>
              </a:solidFill>
            </a:ln>
          </p:spPr>
        </p:sp>
        <p:sp>
          <p:nvSpPr>
            <p:cNvPr id="2747" name="Candidate_receptor__2746">
              <a:extLst>
                <a:ext uri="{FF2B5EF4-FFF2-40B4-BE49-F238E27FC236}">
                  <a16:creationId xmlns:a16="http://schemas.microsoft.com/office/drawing/2014/main" id="{E80AAE9E-412F-DDCA-930F-A0C4EC3560EE}"/>
                </a:ext>
              </a:extLst>
            </p:cNvPr>
            <p:cNvSpPr>
              <a:spLocks noGrp="1"/>
            </p:cNvSpPr>
            <p:nvPr/>
          </p:nvSpPr>
          <p:spPr>
            <a:xfrm>
              <a:off x="6001959" y="4251502"/>
              <a:ext cx="74966" cy="1782"/>
            </a:xfrm>
            <a:custGeom>
              <a:avLst/>
              <a:gdLst/>
              <a:ahLst/>
              <a:cxnLst/>
              <a:rect l="0" t="0" r="0" b="0"/>
              <a:pathLst>
                <a:path w="74966" h="1782">
                  <a:moveTo>
                    <a:pt x="0" y="1782"/>
                  </a:moveTo>
                  <a:lnTo>
                    <a:pt x="74966" y="0"/>
                  </a:lnTo>
                </a:path>
              </a:pathLst>
            </a:custGeom>
            <a:noFill/>
            <a:ln w="20003">
              <a:solidFill>
                <a:srgbClr val="E2E6E9"/>
              </a:solidFill>
            </a:ln>
          </p:spPr>
        </p:sp>
        <p:sp>
          <p:nvSpPr>
            <p:cNvPr id="2748" name="Candidate_receptor__2747">
              <a:extLst>
                <a:ext uri="{FF2B5EF4-FFF2-40B4-BE49-F238E27FC236}">
                  <a16:creationId xmlns:a16="http://schemas.microsoft.com/office/drawing/2014/main" id="{44EC1960-D2F7-ED19-8122-40BD16371A79}"/>
                </a:ext>
              </a:extLst>
            </p:cNvPr>
            <p:cNvSpPr>
              <a:spLocks noGrp="1"/>
            </p:cNvSpPr>
            <p:nvPr/>
          </p:nvSpPr>
          <p:spPr>
            <a:xfrm>
              <a:off x="6328176" y="4224310"/>
              <a:ext cx="92800" cy="67729"/>
            </a:xfrm>
            <a:custGeom>
              <a:avLst/>
              <a:gdLst/>
              <a:ahLst/>
              <a:cxnLst/>
              <a:rect l="0" t="0" r="0" b="0"/>
              <a:pathLst>
                <a:path w="92800" h="67729">
                  <a:moveTo>
                    <a:pt x="92800" y="0"/>
                  </a:moveTo>
                  <a:lnTo>
                    <a:pt x="0" y="67729"/>
                  </a:lnTo>
                </a:path>
              </a:pathLst>
            </a:custGeom>
            <a:noFill/>
            <a:ln w="20003">
              <a:solidFill>
                <a:srgbClr val="E2E6E9"/>
              </a:solidFill>
            </a:ln>
          </p:spPr>
        </p:sp>
        <p:sp>
          <p:nvSpPr>
            <p:cNvPr id="2749" name="Candidate_receptor__2748">
              <a:extLst>
                <a:ext uri="{FF2B5EF4-FFF2-40B4-BE49-F238E27FC236}">
                  <a16:creationId xmlns:a16="http://schemas.microsoft.com/office/drawing/2014/main" id="{17FE55A3-2876-08A0-A198-4F91CB3753E2}"/>
                </a:ext>
              </a:extLst>
            </p:cNvPr>
            <p:cNvSpPr>
              <a:spLocks noGrp="1"/>
            </p:cNvSpPr>
            <p:nvPr/>
          </p:nvSpPr>
          <p:spPr>
            <a:xfrm>
              <a:off x="5883713" y="4635045"/>
              <a:ext cx="114008" cy="16448"/>
            </a:xfrm>
            <a:custGeom>
              <a:avLst/>
              <a:gdLst/>
              <a:ahLst/>
              <a:cxnLst/>
              <a:rect l="0" t="0" r="0" b="0"/>
              <a:pathLst>
                <a:path w="114008" h="16448">
                  <a:moveTo>
                    <a:pt x="114008" y="0"/>
                  </a:moveTo>
                  <a:lnTo>
                    <a:pt x="0" y="16448"/>
                  </a:lnTo>
                </a:path>
              </a:pathLst>
            </a:custGeom>
            <a:noFill/>
            <a:ln w="20003">
              <a:solidFill>
                <a:srgbClr val="E2E6E9"/>
              </a:solidFill>
            </a:ln>
          </p:spPr>
        </p:sp>
        <p:sp>
          <p:nvSpPr>
            <p:cNvPr id="2750" name="Candidate_receptor__2749">
              <a:extLst>
                <a:ext uri="{FF2B5EF4-FFF2-40B4-BE49-F238E27FC236}">
                  <a16:creationId xmlns:a16="http://schemas.microsoft.com/office/drawing/2014/main" id="{781BB3BA-1E56-37BD-82A7-BA6FC031FEF9}"/>
                </a:ext>
              </a:extLst>
            </p:cNvPr>
            <p:cNvSpPr>
              <a:spLocks noGrp="1"/>
            </p:cNvSpPr>
            <p:nvPr/>
          </p:nvSpPr>
          <p:spPr>
            <a:xfrm>
              <a:off x="6233944" y="3877859"/>
              <a:ext cx="90797" cy="61872"/>
            </a:xfrm>
            <a:custGeom>
              <a:avLst/>
              <a:gdLst/>
              <a:ahLst/>
              <a:cxnLst/>
              <a:rect l="0" t="0" r="0" b="0"/>
              <a:pathLst>
                <a:path w="90797" h="61872">
                  <a:moveTo>
                    <a:pt x="0" y="0"/>
                  </a:moveTo>
                  <a:lnTo>
                    <a:pt x="90797" y="61872"/>
                  </a:lnTo>
                </a:path>
              </a:pathLst>
            </a:custGeom>
            <a:noFill/>
            <a:ln w="20003">
              <a:solidFill>
                <a:srgbClr val="E2E6E9"/>
              </a:solidFill>
            </a:ln>
          </p:spPr>
        </p:sp>
        <p:sp>
          <p:nvSpPr>
            <p:cNvPr id="2751" name="Candidate_receptor__2750">
              <a:extLst>
                <a:ext uri="{FF2B5EF4-FFF2-40B4-BE49-F238E27FC236}">
                  <a16:creationId xmlns:a16="http://schemas.microsoft.com/office/drawing/2014/main" id="{502D5C00-B834-B7E6-9253-000AF15A6A7B}"/>
                </a:ext>
              </a:extLst>
            </p:cNvPr>
            <p:cNvSpPr>
              <a:spLocks noGrp="1"/>
            </p:cNvSpPr>
            <p:nvPr/>
          </p:nvSpPr>
          <p:spPr>
            <a:xfrm>
              <a:off x="5765665" y="3231841"/>
              <a:ext cx="77975" cy="72644"/>
            </a:xfrm>
            <a:custGeom>
              <a:avLst/>
              <a:gdLst/>
              <a:ahLst/>
              <a:cxnLst/>
              <a:rect l="0" t="0" r="0" b="0"/>
              <a:pathLst>
                <a:path w="77975" h="72644">
                  <a:moveTo>
                    <a:pt x="77975" y="0"/>
                  </a:moveTo>
                  <a:lnTo>
                    <a:pt x="0" y="72644"/>
                  </a:lnTo>
                </a:path>
              </a:pathLst>
            </a:custGeom>
            <a:noFill/>
            <a:ln w="20003">
              <a:solidFill>
                <a:srgbClr val="E2E6E9"/>
              </a:solidFill>
            </a:ln>
          </p:spPr>
        </p:sp>
        <p:sp>
          <p:nvSpPr>
            <p:cNvPr id="2752" name="Candidate_receptor__2751">
              <a:extLst>
                <a:ext uri="{FF2B5EF4-FFF2-40B4-BE49-F238E27FC236}">
                  <a16:creationId xmlns:a16="http://schemas.microsoft.com/office/drawing/2014/main" id="{FB35A5B8-DA41-7A1B-B4A0-EEE5FAC6A694}"/>
                </a:ext>
              </a:extLst>
            </p:cNvPr>
            <p:cNvSpPr>
              <a:spLocks noGrp="1"/>
            </p:cNvSpPr>
            <p:nvPr/>
          </p:nvSpPr>
          <p:spPr>
            <a:xfrm>
              <a:off x="4978949" y="4573648"/>
              <a:ext cx="43600" cy="96465"/>
            </a:xfrm>
            <a:custGeom>
              <a:avLst/>
              <a:gdLst/>
              <a:ahLst/>
              <a:cxnLst/>
              <a:rect l="0" t="0" r="0" b="0"/>
              <a:pathLst>
                <a:path w="43600" h="96465">
                  <a:moveTo>
                    <a:pt x="0" y="0"/>
                  </a:moveTo>
                  <a:lnTo>
                    <a:pt x="43600" y="96465"/>
                  </a:lnTo>
                </a:path>
              </a:pathLst>
            </a:custGeom>
            <a:noFill/>
            <a:ln w="20003">
              <a:solidFill>
                <a:srgbClr val="E2E6E9"/>
              </a:solidFill>
            </a:ln>
          </p:spPr>
        </p:sp>
        <p:sp>
          <p:nvSpPr>
            <p:cNvPr id="2753" name="Candidate_receptor__2752">
              <a:extLst>
                <a:ext uri="{FF2B5EF4-FFF2-40B4-BE49-F238E27FC236}">
                  <a16:creationId xmlns:a16="http://schemas.microsoft.com/office/drawing/2014/main" id="{432F4D72-3571-CED0-EDEA-BDE606CE240F}"/>
                </a:ext>
              </a:extLst>
            </p:cNvPr>
            <p:cNvSpPr>
              <a:spLocks noGrp="1"/>
            </p:cNvSpPr>
            <p:nvPr/>
          </p:nvSpPr>
          <p:spPr>
            <a:xfrm>
              <a:off x="4863263" y="2631792"/>
              <a:ext cx="85273" cy="60082"/>
            </a:xfrm>
            <a:custGeom>
              <a:avLst/>
              <a:gdLst/>
              <a:ahLst/>
              <a:cxnLst/>
              <a:rect l="0" t="0" r="0" b="0"/>
              <a:pathLst>
                <a:path w="85273" h="60082">
                  <a:moveTo>
                    <a:pt x="85273" y="60082"/>
                  </a:moveTo>
                  <a:lnTo>
                    <a:pt x="0" y="0"/>
                  </a:lnTo>
                </a:path>
              </a:pathLst>
            </a:custGeom>
            <a:noFill/>
            <a:ln w="8096">
              <a:solidFill>
                <a:srgbClr val="E2E6E9"/>
              </a:solidFill>
            </a:ln>
          </p:spPr>
        </p:sp>
        <p:sp>
          <p:nvSpPr>
            <p:cNvPr id="2754" name="Candidate_receptor__2753">
              <a:extLst>
                <a:ext uri="{FF2B5EF4-FFF2-40B4-BE49-F238E27FC236}">
                  <a16:creationId xmlns:a16="http://schemas.microsoft.com/office/drawing/2014/main" id="{F4AB9CA2-C847-66E2-87AE-2426E24106C0}"/>
                </a:ext>
              </a:extLst>
            </p:cNvPr>
            <p:cNvSpPr>
              <a:spLocks noGrp="1"/>
            </p:cNvSpPr>
            <p:nvPr/>
          </p:nvSpPr>
          <p:spPr>
            <a:xfrm>
              <a:off x="4435397" y="4837072"/>
              <a:ext cx="25221" cy="29933"/>
            </a:xfrm>
            <a:custGeom>
              <a:avLst/>
              <a:gdLst/>
              <a:ahLst/>
              <a:cxnLst/>
              <a:rect l="0" t="0" r="0" b="0"/>
              <a:pathLst>
                <a:path w="25221" h="29933">
                  <a:moveTo>
                    <a:pt x="25221" y="29933"/>
                  </a:moveTo>
                  <a:lnTo>
                    <a:pt x="0" y="0"/>
                  </a:lnTo>
                </a:path>
              </a:pathLst>
            </a:custGeom>
            <a:noFill/>
            <a:ln w="8096">
              <a:solidFill>
                <a:srgbClr val="E2E6E9"/>
              </a:solidFill>
            </a:ln>
          </p:spPr>
        </p:sp>
        <p:sp>
          <p:nvSpPr>
            <p:cNvPr id="2755" name="Candidate_receptor__2754">
              <a:extLst>
                <a:ext uri="{FF2B5EF4-FFF2-40B4-BE49-F238E27FC236}">
                  <a16:creationId xmlns:a16="http://schemas.microsoft.com/office/drawing/2014/main" id="{7C8BADD8-C272-C3B8-E812-B5C8BAA56163}"/>
                </a:ext>
              </a:extLst>
            </p:cNvPr>
            <p:cNvSpPr>
              <a:spLocks noGrp="1"/>
            </p:cNvSpPr>
            <p:nvPr/>
          </p:nvSpPr>
          <p:spPr>
            <a:xfrm>
              <a:off x="5135954" y="2646468"/>
              <a:ext cx="75288" cy="86668"/>
            </a:xfrm>
            <a:custGeom>
              <a:avLst/>
              <a:gdLst/>
              <a:ahLst/>
              <a:cxnLst/>
              <a:rect l="0" t="0" r="0" b="0"/>
              <a:pathLst>
                <a:path w="75288" h="86668">
                  <a:moveTo>
                    <a:pt x="0" y="0"/>
                  </a:moveTo>
                  <a:lnTo>
                    <a:pt x="75288" y="86668"/>
                  </a:lnTo>
                </a:path>
              </a:pathLst>
            </a:custGeom>
            <a:noFill/>
            <a:ln w="20003">
              <a:solidFill>
                <a:srgbClr val="E2E6E9"/>
              </a:solidFill>
            </a:ln>
          </p:spPr>
        </p:sp>
        <p:sp>
          <p:nvSpPr>
            <p:cNvPr id="2756" name="Candidate_receptor__2755">
              <a:extLst>
                <a:ext uri="{FF2B5EF4-FFF2-40B4-BE49-F238E27FC236}">
                  <a16:creationId xmlns:a16="http://schemas.microsoft.com/office/drawing/2014/main" id="{20F6616C-DA95-7CEC-69EC-A90036E332D8}"/>
                </a:ext>
              </a:extLst>
            </p:cNvPr>
            <p:cNvSpPr>
              <a:spLocks noGrp="1"/>
            </p:cNvSpPr>
            <p:nvPr/>
          </p:nvSpPr>
          <p:spPr>
            <a:xfrm>
              <a:off x="5531073" y="3996179"/>
              <a:ext cx="41336" cy="27018"/>
            </a:xfrm>
            <a:custGeom>
              <a:avLst/>
              <a:gdLst/>
              <a:ahLst/>
              <a:cxnLst/>
              <a:rect l="0" t="0" r="0" b="0"/>
              <a:pathLst>
                <a:path w="41336" h="27018">
                  <a:moveTo>
                    <a:pt x="41336" y="0"/>
                  </a:moveTo>
                  <a:lnTo>
                    <a:pt x="0" y="27018"/>
                  </a:lnTo>
                </a:path>
              </a:pathLst>
            </a:custGeom>
            <a:noFill/>
            <a:ln w="20003">
              <a:solidFill>
                <a:srgbClr val="E2E6E9"/>
              </a:solidFill>
            </a:ln>
          </p:spPr>
        </p:sp>
        <p:sp>
          <p:nvSpPr>
            <p:cNvPr id="2757" name="Candidate_receptor__2756">
              <a:extLst>
                <a:ext uri="{FF2B5EF4-FFF2-40B4-BE49-F238E27FC236}">
                  <a16:creationId xmlns:a16="http://schemas.microsoft.com/office/drawing/2014/main" id="{82B86CB7-B816-DF37-0833-0AC71055B533}"/>
                </a:ext>
              </a:extLst>
            </p:cNvPr>
            <p:cNvSpPr>
              <a:spLocks noGrp="1"/>
            </p:cNvSpPr>
            <p:nvPr/>
          </p:nvSpPr>
          <p:spPr>
            <a:xfrm>
              <a:off x="6145206" y="4295680"/>
              <a:ext cx="10994" cy="106486"/>
            </a:xfrm>
            <a:custGeom>
              <a:avLst/>
              <a:gdLst/>
              <a:ahLst/>
              <a:cxnLst/>
              <a:rect l="0" t="0" r="0" b="0"/>
              <a:pathLst>
                <a:path w="10994" h="106486">
                  <a:moveTo>
                    <a:pt x="10994" y="0"/>
                  </a:moveTo>
                  <a:lnTo>
                    <a:pt x="0" y="106486"/>
                  </a:lnTo>
                </a:path>
              </a:pathLst>
            </a:custGeom>
            <a:noFill/>
            <a:ln w="20003">
              <a:solidFill>
                <a:srgbClr val="E2E6E9"/>
              </a:solidFill>
            </a:ln>
          </p:spPr>
        </p:sp>
        <p:sp>
          <p:nvSpPr>
            <p:cNvPr id="2758" name="Candidate_receptor__2757">
              <a:extLst>
                <a:ext uri="{FF2B5EF4-FFF2-40B4-BE49-F238E27FC236}">
                  <a16:creationId xmlns:a16="http://schemas.microsoft.com/office/drawing/2014/main" id="{086A488B-A55F-2A87-DE08-2E69123543F9}"/>
                </a:ext>
              </a:extLst>
            </p:cNvPr>
            <p:cNvSpPr>
              <a:spLocks noGrp="1"/>
            </p:cNvSpPr>
            <p:nvPr/>
          </p:nvSpPr>
          <p:spPr>
            <a:xfrm>
              <a:off x="6310108" y="4835541"/>
              <a:ext cx="7639" cy="29803"/>
            </a:xfrm>
            <a:custGeom>
              <a:avLst/>
              <a:gdLst/>
              <a:ahLst/>
              <a:cxnLst/>
              <a:rect l="0" t="0" r="0" b="0"/>
              <a:pathLst>
                <a:path w="7639" h="29803">
                  <a:moveTo>
                    <a:pt x="0" y="29803"/>
                  </a:moveTo>
                  <a:lnTo>
                    <a:pt x="7639" y="0"/>
                  </a:lnTo>
                </a:path>
              </a:pathLst>
            </a:custGeom>
            <a:noFill/>
            <a:ln w="8096">
              <a:solidFill>
                <a:srgbClr val="E2E6E9"/>
              </a:solidFill>
            </a:ln>
          </p:spPr>
        </p:sp>
        <p:sp>
          <p:nvSpPr>
            <p:cNvPr id="2759" name="Candidate_receptor__2758">
              <a:extLst>
                <a:ext uri="{FF2B5EF4-FFF2-40B4-BE49-F238E27FC236}">
                  <a16:creationId xmlns:a16="http://schemas.microsoft.com/office/drawing/2014/main" id="{1339A75D-EB3E-D20F-02D2-B5F292B0627C}"/>
                </a:ext>
              </a:extLst>
            </p:cNvPr>
            <p:cNvSpPr>
              <a:spLocks noGrp="1"/>
            </p:cNvSpPr>
            <p:nvPr/>
          </p:nvSpPr>
          <p:spPr>
            <a:xfrm>
              <a:off x="5252023" y="4237629"/>
              <a:ext cx="28147" cy="57553"/>
            </a:xfrm>
            <a:custGeom>
              <a:avLst/>
              <a:gdLst/>
              <a:ahLst/>
              <a:cxnLst/>
              <a:rect l="0" t="0" r="0" b="0"/>
              <a:pathLst>
                <a:path w="28147" h="57553">
                  <a:moveTo>
                    <a:pt x="0" y="57553"/>
                  </a:moveTo>
                  <a:lnTo>
                    <a:pt x="28147" y="0"/>
                  </a:lnTo>
                </a:path>
              </a:pathLst>
            </a:custGeom>
            <a:noFill/>
            <a:ln w="20003">
              <a:solidFill>
                <a:srgbClr val="E2E6E9"/>
              </a:solidFill>
            </a:ln>
          </p:spPr>
        </p:sp>
        <p:sp>
          <p:nvSpPr>
            <p:cNvPr id="2760" name="Candidate_receptor__2759">
              <a:extLst>
                <a:ext uri="{FF2B5EF4-FFF2-40B4-BE49-F238E27FC236}">
                  <a16:creationId xmlns:a16="http://schemas.microsoft.com/office/drawing/2014/main" id="{68DC8E02-B72A-85FE-9927-7D394A372B28}"/>
                </a:ext>
              </a:extLst>
            </p:cNvPr>
            <p:cNvSpPr>
              <a:spLocks noGrp="1"/>
            </p:cNvSpPr>
            <p:nvPr/>
          </p:nvSpPr>
          <p:spPr>
            <a:xfrm>
              <a:off x="5219656" y="2583858"/>
              <a:ext cx="63092" cy="21069"/>
            </a:xfrm>
            <a:custGeom>
              <a:avLst/>
              <a:gdLst/>
              <a:ahLst/>
              <a:cxnLst/>
              <a:rect l="0" t="0" r="0" b="0"/>
              <a:pathLst>
                <a:path w="63092" h="21069">
                  <a:moveTo>
                    <a:pt x="63092" y="21069"/>
                  </a:moveTo>
                  <a:lnTo>
                    <a:pt x="0" y="0"/>
                  </a:lnTo>
                </a:path>
              </a:pathLst>
            </a:custGeom>
            <a:noFill/>
            <a:ln w="20003">
              <a:solidFill>
                <a:srgbClr val="E2E6E9"/>
              </a:solidFill>
            </a:ln>
          </p:spPr>
        </p:sp>
        <p:sp>
          <p:nvSpPr>
            <p:cNvPr id="2761" name="Candidate_receptor__2760">
              <a:extLst>
                <a:ext uri="{FF2B5EF4-FFF2-40B4-BE49-F238E27FC236}">
                  <a16:creationId xmlns:a16="http://schemas.microsoft.com/office/drawing/2014/main" id="{02D5C959-35B9-E905-1CA3-21388CC1B480}"/>
                </a:ext>
              </a:extLst>
            </p:cNvPr>
            <p:cNvSpPr>
              <a:spLocks noGrp="1"/>
            </p:cNvSpPr>
            <p:nvPr/>
          </p:nvSpPr>
          <p:spPr>
            <a:xfrm>
              <a:off x="4879447" y="4630735"/>
              <a:ext cx="1997" cy="43729"/>
            </a:xfrm>
            <a:custGeom>
              <a:avLst/>
              <a:gdLst/>
              <a:ahLst/>
              <a:cxnLst/>
              <a:rect l="0" t="0" r="0" b="0"/>
              <a:pathLst>
                <a:path w="1997" h="43729">
                  <a:moveTo>
                    <a:pt x="0" y="43729"/>
                  </a:moveTo>
                  <a:lnTo>
                    <a:pt x="1997" y="0"/>
                  </a:lnTo>
                </a:path>
              </a:pathLst>
            </a:custGeom>
            <a:noFill/>
            <a:ln w="20003">
              <a:solidFill>
                <a:srgbClr val="E2E6E9"/>
              </a:solidFill>
            </a:ln>
          </p:spPr>
        </p:sp>
        <p:sp>
          <p:nvSpPr>
            <p:cNvPr id="2762" name="Candidate_receptor__2761">
              <a:extLst>
                <a:ext uri="{FF2B5EF4-FFF2-40B4-BE49-F238E27FC236}">
                  <a16:creationId xmlns:a16="http://schemas.microsoft.com/office/drawing/2014/main" id="{24AE5DD6-83EE-E540-D788-FD843F5C6F1C}"/>
                </a:ext>
              </a:extLst>
            </p:cNvPr>
            <p:cNvSpPr>
              <a:spLocks noGrp="1"/>
            </p:cNvSpPr>
            <p:nvPr/>
          </p:nvSpPr>
          <p:spPr>
            <a:xfrm>
              <a:off x="5663510" y="2701165"/>
              <a:ext cx="6181" cy="20440"/>
            </a:xfrm>
            <a:custGeom>
              <a:avLst/>
              <a:gdLst/>
              <a:ahLst/>
              <a:cxnLst/>
              <a:rect l="0" t="0" r="0" b="0"/>
              <a:pathLst>
                <a:path w="6181" h="20440">
                  <a:moveTo>
                    <a:pt x="0" y="20440"/>
                  </a:moveTo>
                  <a:lnTo>
                    <a:pt x="6181" y="0"/>
                  </a:lnTo>
                </a:path>
              </a:pathLst>
            </a:custGeom>
            <a:noFill/>
            <a:ln w="8096">
              <a:solidFill>
                <a:srgbClr val="E2E6E9"/>
              </a:solidFill>
            </a:ln>
          </p:spPr>
        </p:sp>
        <p:sp>
          <p:nvSpPr>
            <p:cNvPr id="2763" name="Candidate_receptor__2762">
              <a:extLst>
                <a:ext uri="{FF2B5EF4-FFF2-40B4-BE49-F238E27FC236}">
                  <a16:creationId xmlns:a16="http://schemas.microsoft.com/office/drawing/2014/main" id="{E26C985C-5FC4-75D7-3ACD-FBF2900C6FA4}"/>
                </a:ext>
              </a:extLst>
            </p:cNvPr>
            <p:cNvSpPr>
              <a:spLocks noGrp="1"/>
            </p:cNvSpPr>
            <p:nvPr/>
          </p:nvSpPr>
          <p:spPr>
            <a:xfrm>
              <a:off x="5216213" y="5340569"/>
              <a:ext cx="32925" cy="30885"/>
            </a:xfrm>
            <a:custGeom>
              <a:avLst/>
              <a:gdLst/>
              <a:ahLst/>
              <a:cxnLst/>
              <a:rect l="0" t="0" r="0" b="0"/>
              <a:pathLst>
                <a:path w="32925" h="30885">
                  <a:moveTo>
                    <a:pt x="32925" y="0"/>
                  </a:moveTo>
                  <a:lnTo>
                    <a:pt x="0" y="30885"/>
                  </a:lnTo>
                </a:path>
              </a:pathLst>
            </a:custGeom>
            <a:noFill/>
            <a:ln w="20003">
              <a:solidFill>
                <a:srgbClr val="E2E6E9"/>
              </a:solidFill>
            </a:ln>
          </p:spPr>
        </p:sp>
        <p:sp>
          <p:nvSpPr>
            <p:cNvPr id="2764" name="Candidate_receptor__2763">
              <a:extLst>
                <a:ext uri="{FF2B5EF4-FFF2-40B4-BE49-F238E27FC236}">
                  <a16:creationId xmlns:a16="http://schemas.microsoft.com/office/drawing/2014/main" id="{68EDDF61-FACC-A5FD-E863-63A88720F8A5}"/>
                </a:ext>
              </a:extLst>
            </p:cNvPr>
            <p:cNvSpPr>
              <a:spLocks noGrp="1"/>
            </p:cNvSpPr>
            <p:nvPr/>
          </p:nvSpPr>
          <p:spPr>
            <a:xfrm>
              <a:off x="6451794" y="4299638"/>
              <a:ext cx="41455" cy="87095"/>
            </a:xfrm>
            <a:custGeom>
              <a:avLst/>
              <a:gdLst/>
              <a:ahLst/>
              <a:cxnLst/>
              <a:rect l="0" t="0" r="0" b="0"/>
              <a:pathLst>
                <a:path w="41455" h="87095">
                  <a:moveTo>
                    <a:pt x="0" y="87095"/>
                  </a:moveTo>
                  <a:lnTo>
                    <a:pt x="41455" y="0"/>
                  </a:lnTo>
                </a:path>
              </a:pathLst>
            </a:custGeom>
            <a:noFill/>
            <a:ln w="20003">
              <a:solidFill>
                <a:srgbClr val="E2E6E9"/>
              </a:solidFill>
            </a:ln>
          </p:spPr>
        </p:sp>
        <p:sp>
          <p:nvSpPr>
            <p:cNvPr id="2765" name="Candidate_receptor__2764">
              <a:extLst>
                <a:ext uri="{FF2B5EF4-FFF2-40B4-BE49-F238E27FC236}">
                  <a16:creationId xmlns:a16="http://schemas.microsoft.com/office/drawing/2014/main" id="{A30C1C2D-F055-9778-BA49-B5DF1F7ADA09}"/>
                </a:ext>
              </a:extLst>
            </p:cNvPr>
            <p:cNvSpPr>
              <a:spLocks noGrp="1"/>
            </p:cNvSpPr>
            <p:nvPr/>
          </p:nvSpPr>
          <p:spPr>
            <a:xfrm>
              <a:off x="4942859" y="3420886"/>
              <a:ext cx="27438" cy="102186"/>
            </a:xfrm>
            <a:custGeom>
              <a:avLst/>
              <a:gdLst/>
              <a:ahLst/>
              <a:cxnLst/>
              <a:rect l="0" t="0" r="0" b="0"/>
              <a:pathLst>
                <a:path w="27438" h="102186">
                  <a:moveTo>
                    <a:pt x="27438" y="102186"/>
                  </a:moveTo>
                  <a:lnTo>
                    <a:pt x="0" y="0"/>
                  </a:lnTo>
                </a:path>
              </a:pathLst>
            </a:custGeom>
            <a:noFill/>
            <a:ln w="20003">
              <a:solidFill>
                <a:srgbClr val="E2E6E9"/>
              </a:solidFill>
            </a:ln>
          </p:spPr>
        </p:sp>
        <p:sp>
          <p:nvSpPr>
            <p:cNvPr id="2766" name="Candidate_receptor__2765">
              <a:extLst>
                <a:ext uri="{FF2B5EF4-FFF2-40B4-BE49-F238E27FC236}">
                  <a16:creationId xmlns:a16="http://schemas.microsoft.com/office/drawing/2014/main" id="{D9D8ADF0-6B08-BDFB-7EA3-A2F9140D17A8}"/>
                </a:ext>
              </a:extLst>
            </p:cNvPr>
            <p:cNvSpPr>
              <a:spLocks noGrp="1"/>
            </p:cNvSpPr>
            <p:nvPr/>
          </p:nvSpPr>
          <p:spPr>
            <a:xfrm>
              <a:off x="5048223" y="4103615"/>
              <a:ext cx="97619" cy="51338"/>
            </a:xfrm>
            <a:custGeom>
              <a:avLst/>
              <a:gdLst/>
              <a:ahLst/>
              <a:cxnLst/>
              <a:rect l="0" t="0" r="0" b="0"/>
              <a:pathLst>
                <a:path w="97619" h="51338">
                  <a:moveTo>
                    <a:pt x="97619" y="51338"/>
                  </a:moveTo>
                  <a:lnTo>
                    <a:pt x="0" y="0"/>
                  </a:lnTo>
                </a:path>
              </a:pathLst>
            </a:custGeom>
            <a:noFill/>
            <a:ln w="20003">
              <a:solidFill>
                <a:srgbClr val="E2E6E9"/>
              </a:solidFill>
            </a:ln>
          </p:spPr>
        </p:sp>
        <p:sp>
          <p:nvSpPr>
            <p:cNvPr id="2767" name="Candidate_receptor__2766">
              <a:extLst>
                <a:ext uri="{FF2B5EF4-FFF2-40B4-BE49-F238E27FC236}">
                  <a16:creationId xmlns:a16="http://schemas.microsoft.com/office/drawing/2014/main" id="{98172270-5BCF-62DD-7C7F-8D35930D2287}"/>
                </a:ext>
              </a:extLst>
            </p:cNvPr>
            <p:cNvSpPr>
              <a:spLocks noGrp="1"/>
            </p:cNvSpPr>
            <p:nvPr/>
          </p:nvSpPr>
          <p:spPr>
            <a:xfrm>
              <a:off x="4596543" y="2397951"/>
              <a:ext cx="105401" cy="31181"/>
            </a:xfrm>
            <a:custGeom>
              <a:avLst/>
              <a:gdLst/>
              <a:ahLst/>
              <a:cxnLst/>
              <a:rect l="0" t="0" r="0" b="0"/>
              <a:pathLst>
                <a:path w="105401" h="31181">
                  <a:moveTo>
                    <a:pt x="105401" y="31181"/>
                  </a:moveTo>
                  <a:lnTo>
                    <a:pt x="0" y="0"/>
                  </a:lnTo>
                </a:path>
              </a:pathLst>
            </a:custGeom>
            <a:noFill/>
            <a:ln w="20003">
              <a:solidFill>
                <a:srgbClr val="E2E6E9"/>
              </a:solidFill>
            </a:ln>
          </p:spPr>
        </p:sp>
        <p:sp>
          <p:nvSpPr>
            <p:cNvPr id="2768" name="Candidate_receptor__2767">
              <a:extLst>
                <a:ext uri="{FF2B5EF4-FFF2-40B4-BE49-F238E27FC236}">
                  <a16:creationId xmlns:a16="http://schemas.microsoft.com/office/drawing/2014/main" id="{B610A0F1-DF7A-800C-0128-C03E1EFE5FA7}"/>
                </a:ext>
              </a:extLst>
            </p:cNvPr>
            <p:cNvSpPr>
              <a:spLocks noGrp="1"/>
            </p:cNvSpPr>
            <p:nvPr/>
          </p:nvSpPr>
          <p:spPr>
            <a:xfrm>
              <a:off x="6420976" y="4224310"/>
              <a:ext cx="72273" cy="75328"/>
            </a:xfrm>
            <a:custGeom>
              <a:avLst/>
              <a:gdLst/>
              <a:ahLst/>
              <a:cxnLst/>
              <a:rect l="0" t="0" r="0" b="0"/>
              <a:pathLst>
                <a:path w="72273" h="75328">
                  <a:moveTo>
                    <a:pt x="72273" y="75328"/>
                  </a:moveTo>
                  <a:lnTo>
                    <a:pt x="0" y="0"/>
                  </a:lnTo>
                </a:path>
              </a:pathLst>
            </a:custGeom>
            <a:noFill/>
            <a:ln w="20003">
              <a:solidFill>
                <a:srgbClr val="E2E6E9"/>
              </a:solidFill>
            </a:ln>
          </p:spPr>
        </p:sp>
        <p:sp>
          <p:nvSpPr>
            <p:cNvPr id="2769" name="Candidate_receptor__2768">
              <a:extLst>
                <a:ext uri="{FF2B5EF4-FFF2-40B4-BE49-F238E27FC236}">
                  <a16:creationId xmlns:a16="http://schemas.microsoft.com/office/drawing/2014/main" id="{F3E18127-87D1-3D65-630C-AAF86C48182C}"/>
                </a:ext>
              </a:extLst>
            </p:cNvPr>
            <p:cNvSpPr>
              <a:spLocks noGrp="1"/>
            </p:cNvSpPr>
            <p:nvPr/>
          </p:nvSpPr>
          <p:spPr>
            <a:xfrm>
              <a:off x="5586201" y="3322570"/>
              <a:ext cx="25081" cy="8455"/>
            </a:xfrm>
            <a:custGeom>
              <a:avLst/>
              <a:gdLst/>
              <a:ahLst/>
              <a:cxnLst/>
              <a:rect l="0" t="0" r="0" b="0"/>
              <a:pathLst>
                <a:path w="25081" h="8455">
                  <a:moveTo>
                    <a:pt x="25081" y="8455"/>
                  </a:moveTo>
                  <a:lnTo>
                    <a:pt x="0" y="0"/>
                  </a:lnTo>
                </a:path>
              </a:pathLst>
            </a:custGeom>
            <a:noFill/>
            <a:ln w="8096">
              <a:solidFill>
                <a:srgbClr val="E2E6E9"/>
              </a:solidFill>
            </a:ln>
          </p:spPr>
        </p:sp>
        <p:sp>
          <p:nvSpPr>
            <p:cNvPr id="2770" name="Candidate_receptor__2769">
              <a:extLst>
                <a:ext uri="{FF2B5EF4-FFF2-40B4-BE49-F238E27FC236}">
                  <a16:creationId xmlns:a16="http://schemas.microsoft.com/office/drawing/2014/main" id="{462E3774-5AA4-C6D7-D01C-BB3655F08739}"/>
                </a:ext>
              </a:extLst>
            </p:cNvPr>
            <p:cNvSpPr>
              <a:spLocks noGrp="1"/>
            </p:cNvSpPr>
            <p:nvPr/>
          </p:nvSpPr>
          <p:spPr>
            <a:xfrm>
              <a:off x="5228963" y="3690476"/>
              <a:ext cx="40363" cy="101655"/>
            </a:xfrm>
            <a:custGeom>
              <a:avLst/>
              <a:gdLst/>
              <a:ahLst/>
              <a:cxnLst/>
              <a:rect l="0" t="0" r="0" b="0"/>
              <a:pathLst>
                <a:path w="40363" h="101655">
                  <a:moveTo>
                    <a:pt x="0" y="0"/>
                  </a:moveTo>
                  <a:lnTo>
                    <a:pt x="40363" y="101655"/>
                  </a:lnTo>
                </a:path>
              </a:pathLst>
            </a:custGeom>
            <a:noFill/>
            <a:ln w="20003">
              <a:solidFill>
                <a:srgbClr val="E2E6E9"/>
              </a:solidFill>
            </a:ln>
          </p:spPr>
        </p:sp>
        <p:sp>
          <p:nvSpPr>
            <p:cNvPr id="2771" name="Candidate_receptor__2770">
              <a:extLst>
                <a:ext uri="{FF2B5EF4-FFF2-40B4-BE49-F238E27FC236}">
                  <a16:creationId xmlns:a16="http://schemas.microsoft.com/office/drawing/2014/main" id="{C4EB9B5E-A212-F2B4-8F78-B42494C8AE81}"/>
                </a:ext>
              </a:extLst>
            </p:cNvPr>
            <p:cNvSpPr>
              <a:spLocks noGrp="1"/>
            </p:cNvSpPr>
            <p:nvPr/>
          </p:nvSpPr>
          <p:spPr>
            <a:xfrm>
              <a:off x="6258400" y="3939731"/>
              <a:ext cx="66340" cy="93588"/>
            </a:xfrm>
            <a:custGeom>
              <a:avLst/>
              <a:gdLst/>
              <a:ahLst/>
              <a:cxnLst/>
              <a:rect l="0" t="0" r="0" b="0"/>
              <a:pathLst>
                <a:path w="66340" h="93588">
                  <a:moveTo>
                    <a:pt x="66340" y="0"/>
                  </a:moveTo>
                  <a:lnTo>
                    <a:pt x="0" y="93588"/>
                  </a:lnTo>
                </a:path>
              </a:pathLst>
            </a:custGeom>
            <a:noFill/>
            <a:ln w="20003">
              <a:solidFill>
                <a:srgbClr val="E2E6E9"/>
              </a:solidFill>
            </a:ln>
          </p:spPr>
        </p:sp>
        <p:sp>
          <p:nvSpPr>
            <p:cNvPr id="2772" name="Candidate_receptor__2771">
              <a:extLst>
                <a:ext uri="{FF2B5EF4-FFF2-40B4-BE49-F238E27FC236}">
                  <a16:creationId xmlns:a16="http://schemas.microsoft.com/office/drawing/2014/main" id="{4AA3D66E-FD56-AAE3-E558-EDCC888EB522}"/>
                </a:ext>
              </a:extLst>
            </p:cNvPr>
            <p:cNvSpPr>
              <a:spLocks noGrp="1"/>
            </p:cNvSpPr>
            <p:nvPr/>
          </p:nvSpPr>
          <p:spPr>
            <a:xfrm>
              <a:off x="5708043" y="3143404"/>
              <a:ext cx="4436" cy="71926"/>
            </a:xfrm>
            <a:custGeom>
              <a:avLst/>
              <a:gdLst/>
              <a:ahLst/>
              <a:cxnLst/>
              <a:rect l="0" t="0" r="0" b="0"/>
              <a:pathLst>
                <a:path w="4436" h="71926">
                  <a:moveTo>
                    <a:pt x="0" y="71926"/>
                  </a:moveTo>
                  <a:lnTo>
                    <a:pt x="4436" y="0"/>
                  </a:lnTo>
                </a:path>
              </a:pathLst>
            </a:custGeom>
            <a:noFill/>
            <a:ln w="20003">
              <a:solidFill>
                <a:srgbClr val="E2E6E9"/>
              </a:solidFill>
            </a:ln>
          </p:spPr>
        </p:sp>
        <p:sp>
          <p:nvSpPr>
            <p:cNvPr id="2773" name="Candidate_receptor__2772">
              <a:extLst>
                <a:ext uri="{FF2B5EF4-FFF2-40B4-BE49-F238E27FC236}">
                  <a16:creationId xmlns:a16="http://schemas.microsoft.com/office/drawing/2014/main" id="{592BDE1A-EACD-4217-193E-222E90CA56D9}"/>
                </a:ext>
              </a:extLst>
            </p:cNvPr>
            <p:cNvSpPr>
              <a:spLocks noGrp="1"/>
            </p:cNvSpPr>
            <p:nvPr/>
          </p:nvSpPr>
          <p:spPr>
            <a:xfrm>
              <a:off x="4779451" y="5038619"/>
              <a:ext cx="6424" cy="30955"/>
            </a:xfrm>
            <a:custGeom>
              <a:avLst/>
              <a:gdLst/>
              <a:ahLst/>
              <a:cxnLst/>
              <a:rect l="0" t="0" r="0" b="0"/>
              <a:pathLst>
                <a:path w="6424" h="30955">
                  <a:moveTo>
                    <a:pt x="0" y="0"/>
                  </a:moveTo>
                  <a:lnTo>
                    <a:pt x="6424" y="30955"/>
                  </a:lnTo>
                </a:path>
              </a:pathLst>
            </a:custGeom>
            <a:noFill/>
            <a:ln w="20003">
              <a:solidFill>
                <a:srgbClr val="E2E6E9"/>
              </a:solidFill>
            </a:ln>
          </p:spPr>
        </p:sp>
        <p:sp>
          <p:nvSpPr>
            <p:cNvPr id="2774" name="Candidate_receptor__2773">
              <a:extLst>
                <a:ext uri="{FF2B5EF4-FFF2-40B4-BE49-F238E27FC236}">
                  <a16:creationId xmlns:a16="http://schemas.microsoft.com/office/drawing/2014/main" id="{A48875F4-BB5D-9E74-92DF-E2CF52279519}"/>
                </a:ext>
              </a:extLst>
            </p:cNvPr>
            <p:cNvSpPr>
              <a:spLocks noGrp="1"/>
            </p:cNvSpPr>
            <p:nvPr/>
          </p:nvSpPr>
          <p:spPr>
            <a:xfrm>
              <a:off x="5115856" y="5229782"/>
              <a:ext cx="103635" cy="30664"/>
            </a:xfrm>
            <a:custGeom>
              <a:avLst/>
              <a:gdLst/>
              <a:ahLst/>
              <a:cxnLst/>
              <a:rect l="0" t="0" r="0" b="0"/>
              <a:pathLst>
                <a:path w="103635" h="30664">
                  <a:moveTo>
                    <a:pt x="0" y="30664"/>
                  </a:moveTo>
                  <a:lnTo>
                    <a:pt x="103635" y="0"/>
                  </a:lnTo>
                </a:path>
              </a:pathLst>
            </a:custGeom>
            <a:noFill/>
            <a:ln w="20003">
              <a:solidFill>
                <a:srgbClr val="E2E6E9"/>
              </a:solidFill>
            </a:ln>
          </p:spPr>
        </p:sp>
        <p:sp>
          <p:nvSpPr>
            <p:cNvPr id="2775" name="Candidate_receptor__2774">
              <a:extLst>
                <a:ext uri="{FF2B5EF4-FFF2-40B4-BE49-F238E27FC236}">
                  <a16:creationId xmlns:a16="http://schemas.microsoft.com/office/drawing/2014/main" id="{09F67338-C35D-5362-49A9-6125D8DAB470}"/>
                </a:ext>
              </a:extLst>
            </p:cNvPr>
            <p:cNvSpPr>
              <a:spLocks noGrp="1"/>
            </p:cNvSpPr>
            <p:nvPr/>
          </p:nvSpPr>
          <p:spPr>
            <a:xfrm>
              <a:off x="6170544" y="3877859"/>
              <a:ext cx="63400" cy="31362"/>
            </a:xfrm>
            <a:custGeom>
              <a:avLst/>
              <a:gdLst/>
              <a:ahLst/>
              <a:cxnLst/>
              <a:rect l="0" t="0" r="0" b="0"/>
              <a:pathLst>
                <a:path w="63400" h="31362">
                  <a:moveTo>
                    <a:pt x="0" y="31362"/>
                  </a:moveTo>
                  <a:lnTo>
                    <a:pt x="63400" y="0"/>
                  </a:lnTo>
                </a:path>
              </a:pathLst>
            </a:custGeom>
            <a:noFill/>
            <a:ln w="20003">
              <a:solidFill>
                <a:srgbClr val="E2E6E9"/>
              </a:solidFill>
            </a:ln>
          </p:spPr>
        </p:sp>
        <p:sp>
          <p:nvSpPr>
            <p:cNvPr id="2776" name="Candidate_receptor__2775">
              <a:extLst>
                <a:ext uri="{FF2B5EF4-FFF2-40B4-BE49-F238E27FC236}">
                  <a16:creationId xmlns:a16="http://schemas.microsoft.com/office/drawing/2014/main" id="{B76E94D4-8F17-B08E-E7FA-95B14240A980}"/>
                </a:ext>
              </a:extLst>
            </p:cNvPr>
            <p:cNvSpPr>
              <a:spLocks noGrp="1"/>
            </p:cNvSpPr>
            <p:nvPr/>
          </p:nvSpPr>
          <p:spPr>
            <a:xfrm>
              <a:off x="5843640" y="3182285"/>
              <a:ext cx="31726" cy="49556"/>
            </a:xfrm>
            <a:custGeom>
              <a:avLst/>
              <a:gdLst/>
              <a:ahLst/>
              <a:cxnLst/>
              <a:rect l="0" t="0" r="0" b="0"/>
              <a:pathLst>
                <a:path w="31726" h="49556">
                  <a:moveTo>
                    <a:pt x="31726" y="0"/>
                  </a:moveTo>
                  <a:lnTo>
                    <a:pt x="0" y="49556"/>
                  </a:lnTo>
                </a:path>
              </a:pathLst>
            </a:custGeom>
            <a:noFill/>
            <a:ln w="20003">
              <a:solidFill>
                <a:srgbClr val="E2E6E9"/>
              </a:solidFill>
            </a:ln>
          </p:spPr>
        </p:sp>
        <p:sp>
          <p:nvSpPr>
            <p:cNvPr id="2777" name="Candidate_receptor__2776">
              <a:extLst>
                <a:ext uri="{FF2B5EF4-FFF2-40B4-BE49-F238E27FC236}">
                  <a16:creationId xmlns:a16="http://schemas.microsoft.com/office/drawing/2014/main" id="{6B4EF1C7-44A6-AFC0-E003-96E9868312DC}"/>
                </a:ext>
              </a:extLst>
            </p:cNvPr>
            <p:cNvSpPr>
              <a:spLocks noGrp="1"/>
            </p:cNvSpPr>
            <p:nvPr/>
          </p:nvSpPr>
          <p:spPr>
            <a:xfrm>
              <a:off x="5145841" y="4128676"/>
              <a:ext cx="94569" cy="26276"/>
            </a:xfrm>
            <a:custGeom>
              <a:avLst/>
              <a:gdLst/>
              <a:ahLst/>
              <a:cxnLst/>
              <a:rect l="0" t="0" r="0" b="0"/>
              <a:pathLst>
                <a:path w="94569" h="26276">
                  <a:moveTo>
                    <a:pt x="94569" y="0"/>
                  </a:moveTo>
                  <a:lnTo>
                    <a:pt x="0" y="26276"/>
                  </a:lnTo>
                </a:path>
              </a:pathLst>
            </a:custGeom>
            <a:noFill/>
            <a:ln w="8096">
              <a:solidFill>
                <a:srgbClr val="E2E6E9"/>
              </a:solidFill>
            </a:ln>
          </p:spPr>
        </p:sp>
        <p:sp>
          <p:nvSpPr>
            <p:cNvPr id="2778" name="Candidate_receptor__2777">
              <a:extLst>
                <a:ext uri="{FF2B5EF4-FFF2-40B4-BE49-F238E27FC236}">
                  <a16:creationId xmlns:a16="http://schemas.microsoft.com/office/drawing/2014/main" id="{89EFB46A-BC7E-E1E8-D2EE-674BC3BEE669}"/>
                </a:ext>
              </a:extLst>
            </p:cNvPr>
            <p:cNvSpPr>
              <a:spLocks noGrp="1"/>
            </p:cNvSpPr>
            <p:nvPr/>
          </p:nvSpPr>
          <p:spPr>
            <a:xfrm>
              <a:off x="4892974" y="4127950"/>
              <a:ext cx="67039" cy="37451"/>
            </a:xfrm>
            <a:custGeom>
              <a:avLst/>
              <a:gdLst/>
              <a:ahLst/>
              <a:cxnLst/>
              <a:rect l="0" t="0" r="0" b="0"/>
              <a:pathLst>
                <a:path w="67039" h="37451">
                  <a:moveTo>
                    <a:pt x="67039" y="37451"/>
                  </a:moveTo>
                  <a:lnTo>
                    <a:pt x="0" y="0"/>
                  </a:lnTo>
                </a:path>
              </a:pathLst>
            </a:custGeom>
            <a:noFill/>
            <a:ln w="20003">
              <a:solidFill>
                <a:srgbClr val="E2E6E9"/>
              </a:solidFill>
            </a:ln>
          </p:spPr>
        </p:sp>
        <p:sp>
          <p:nvSpPr>
            <p:cNvPr id="2779" name="Candidate_receptor__2778">
              <a:extLst>
                <a:ext uri="{FF2B5EF4-FFF2-40B4-BE49-F238E27FC236}">
                  <a16:creationId xmlns:a16="http://schemas.microsoft.com/office/drawing/2014/main" id="{A19F55FB-2CE2-7FF1-D411-645C69BB39DB}"/>
                </a:ext>
              </a:extLst>
            </p:cNvPr>
            <p:cNvSpPr>
              <a:spLocks noGrp="1"/>
            </p:cNvSpPr>
            <p:nvPr/>
          </p:nvSpPr>
          <p:spPr>
            <a:xfrm>
              <a:off x="6593384" y="4690996"/>
              <a:ext cx="64096" cy="14876"/>
            </a:xfrm>
            <a:custGeom>
              <a:avLst/>
              <a:gdLst/>
              <a:ahLst/>
              <a:cxnLst/>
              <a:rect l="0" t="0" r="0" b="0"/>
              <a:pathLst>
                <a:path w="64096" h="14876">
                  <a:moveTo>
                    <a:pt x="64096" y="0"/>
                  </a:moveTo>
                  <a:lnTo>
                    <a:pt x="0" y="14876"/>
                  </a:lnTo>
                </a:path>
              </a:pathLst>
            </a:custGeom>
            <a:noFill/>
            <a:ln w="20003">
              <a:solidFill>
                <a:srgbClr val="E2E6E9"/>
              </a:solidFill>
            </a:ln>
          </p:spPr>
        </p:sp>
        <p:sp>
          <p:nvSpPr>
            <p:cNvPr id="2780" name="Candidate_receptor__2779">
              <a:extLst>
                <a:ext uri="{FF2B5EF4-FFF2-40B4-BE49-F238E27FC236}">
                  <a16:creationId xmlns:a16="http://schemas.microsoft.com/office/drawing/2014/main" id="{11A430F0-868D-3816-B63F-55EF1161322A}"/>
                </a:ext>
              </a:extLst>
            </p:cNvPr>
            <p:cNvSpPr>
              <a:spLocks noGrp="1"/>
            </p:cNvSpPr>
            <p:nvPr/>
          </p:nvSpPr>
          <p:spPr>
            <a:xfrm>
              <a:off x="4896175" y="3746004"/>
              <a:ext cx="59078" cy="6258"/>
            </a:xfrm>
            <a:custGeom>
              <a:avLst/>
              <a:gdLst/>
              <a:ahLst/>
              <a:cxnLst/>
              <a:rect l="0" t="0" r="0" b="0"/>
              <a:pathLst>
                <a:path w="59078" h="6258">
                  <a:moveTo>
                    <a:pt x="0" y="6258"/>
                  </a:moveTo>
                  <a:lnTo>
                    <a:pt x="59078" y="0"/>
                  </a:lnTo>
                </a:path>
              </a:pathLst>
            </a:custGeom>
            <a:noFill/>
            <a:ln w="20003">
              <a:solidFill>
                <a:srgbClr val="E2E6E9"/>
              </a:solidFill>
            </a:ln>
          </p:spPr>
        </p:sp>
        <p:sp>
          <p:nvSpPr>
            <p:cNvPr id="2781" name="Candidate_receptor__2780">
              <a:extLst>
                <a:ext uri="{FF2B5EF4-FFF2-40B4-BE49-F238E27FC236}">
                  <a16:creationId xmlns:a16="http://schemas.microsoft.com/office/drawing/2014/main" id="{1791588E-925D-915C-DCDA-72BACBC79DBE}"/>
                </a:ext>
              </a:extLst>
            </p:cNvPr>
            <p:cNvSpPr>
              <a:spLocks noGrp="1"/>
            </p:cNvSpPr>
            <p:nvPr/>
          </p:nvSpPr>
          <p:spPr>
            <a:xfrm>
              <a:off x="5135954" y="2583858"/>
              <a:ext cx="83702" cy="62610"/>
            </a:xfrm>
            <a:custGeom>
              <a:avLst/>
              <a:gdLst/>
              <a:ahLst/>
              <a:cxnLst/>
              <a:rect l="0" t="0" r="0" b="0"/>
              <a:pathLst>
                <a:path w="83702" h="62610">
                  <a:moveTo>
                    <a:pt x="83702" y="0"/>
                  </a:moveTo>
                  <a:lnTo>
                    <a:pt x="0" y="62610"/>
                  </a:lnTo>
                </a:path>
              </a:pathLst>
            </a:custGeom>
            <a:noFill/>
            <a:ln w="20003">
              <a:solidFill>
                <a:srgbClr val="E2E6E9"/>
              </a:solidFill>
            </a:ln>
          </p:spPr>
        </p:sp>
        <p:sp>
          <p:nvSpPr>
            <p:cNvPr id="2782" name="Candidate_receptor__2781">
              <a:extLst>
                <a:ext uri="{FF2B5EF4-FFF2-40B4-BE49-F238E27FC236}">
                  <a16:creationId xmlns:a16="http://schemas.microsoft.com/office/drawing/2014/main" id="{8C35977E-9B7D-BD8F-AEEF-EA262D7BB205}"/>
                </a:ext>
              </a:extLst>
            </p:cNvPr>
            <p:cNvSpPr>
              <a:spLocks noGrp="1"/>
            </p:cNvSpPr>
            <p:nvPr/>
          </p:nvSpPr>
          <p:spPr>
            <a:xfrm>
              <a:off x="4551825" y="2397951"/>
              <a:ext cx="44717" cy="106207"/>
            </a:xfrm>
            <a:custGeom>
              <a:avLst/>
              <a:gdLst/>
              <a:ahLst/>
              <a:cxnLst/>
              <a:rect l="0" t="0" r="0" b="0"/>
              <a:pathLst>
                <a:path w="44717" h="106207">
                  <a:moveTo>
                    <a:pt x="44717" y="0"/>
                  </a:moveTo>
                  <a:lnTo>
                    <a:pt x="0" y="106207"/>
                  </a:lnTo>
                </a:path>
              </a:pathLst>
            </a:custGeom>
            <a:noFill/>
            <a:ln w="20003">
              <a:solidFill>
                <a:srgbClr val="E2E6E9"/>
              </a:solidFill>
            </a:ln>
          </p:spPr>
        </p:sp>
        <p:sp>
          <p:nvSpPr>
            <p:cNvPr id="2783" name="Candidate_receptor__2782">
              <a:extLst>
                <a:ext uri="{FF2B5EF4-FFF2-40B4-BE49-F238E27FC236}">
                  <a16:creationId xmlns:a16="http://schemas.microsoft.com/office/drawing/2014/main" id="{1D2E7561-86A7-064A-0FF8-FA93425DA046}"/>
                </a:ext>
              </a:extLst>
            </p:cNvPr>
            <p:cNvSpPr>
              <a:spLocks noGrp="1"/>
            </p:cNvSpPr>
            <p:nvPr/>
          </p:nvSpPr>
          <p:spPr>
            <a:xfrm>
              <a:off x="5753271" y="3525307"/>
              <a:ext cx="93111" cy="57604"/>
            </a:xfrm>
            <a:custGeom>
              <a:avLst/>
              <a:gdLst/>
              <a:ahLst/>
              <a:cxnLst/>
              <a:rect l="0" t="0" r="0" b="0"/>
              <a:pathLst>
                <a:path w="93111" h="57604">
                  <a:moveTo>
                    <a:pt x="0" y="57604"/>
                  </a:moveTo>
                  <a:lnTo>
                    <a:pt x="93111" y="0"/>
                  </a:lnTo>
                </a:path>
              </a:pathLst>
            </a:custGeom>
            <a:noFill/>
            <a:ln w="8096">
              <a:solidFill>
                <a:srgbClr val="E2E6E9"/>
              </a:solidFill>
            </a:ln>
          </p:spPr>
        </p:sp>
        <p:sp>
          <p:nvSpPr>
            <p:cNvPr id="2784" name="Candidate_receptor__2783">
              <a:extLst>
                <a:ext uri="{FF2B5EF4-FFF2-40B4-BE49-F238E27FC236}">
                  <a16:creationId xmlns:a16="http://schemas.microsoft.com/office/drawing/2014/main" id="{5AA1A880-8F54-9A20-3490-B183C80900EE}"/>
                </a:ext>
              </a:extLst>
            </p:cNvPr>
            <p:cNvSpPr>
              <a:spLocks noGrp="1"/>
            </p:cNvSpPr>
            <p:nvPr/>
          </p:nvSpPr>
          <p:spPr>
            <a:xfrm>
              <a:off x="5684213" y="2944656"/>
              <a:ext cx="33985" cy="50928"/>
            </a:xfrm>
            <a:custGeom>
              <a:avLst/>
              <a:gdLst/>
              <a:ahLst/>
              <a:cxnLst/>
              <a:rect l="0" t="0" r="0" b="0"/>
              <a:pathLst>
                <a:path w="33985" h="50928">
                  <a:moveTo>
                    <a:pt x="33985" y="0"/>
                  </a:moveTo>
                  <a:lnTo>
                    <a:pt x="0" y="50928"/>
                  </a:lnTo>
                </a:path>
              </a:pathLst>
            </a:custGeom>
            <a:noFill/>
            <a:ln w="8096">
              <a:solidFill>
                <a:srgbClr val="E2E6E9"/>
              </a:solidFill>
            </a:ln>
          </p:spPr>
        </p:sp>
        <p:sp>
          <p:nvSpPr>
            <p:cNvPr id="2785" name="Candidate_receptor__2784">
              <a:extLst>
                <a:ext uri="{FF2B5EF4-FFF2-40B4-BE49-F238E27FC236}">
                  <a16:creationId xmlns:a16="http://schemas.microsoft.com/office/drawing/2014/main" id="{EA23AA14-43DB-F3B1-E898-64F51742A222}"/>
                </a:ext>
              </a:extLst>
            </p:cNvPr>
            <p:cNvSpPr>
              <a:spLocks noGrp="1"/>
            </p:cNvSpPr>
            <p:nvPr/>
          </p:nvSpPr>
          <p:spPr>
            <a:xfrm>
              <a:off x="5970400" y="4108464"/>
              <a:ext cx="113808" cy="7184"/>
            </a:xfrm>
            <a:custGeom>
              <a:avLst/>
              <a:gdLst/>
              <a:ahLst/>
              <a:cxnLst/>
              <a:rect l="0" t="0" r="0" b="0"/>
              <a:pathLst>
                <a:path w="113808" h="7184">
                  <a:moveTo>
                    <a:pt x="0" y="7184"/>
                  </a:moveTo>
                  <a:lnTo>
                    <a:pt x="113808" y="0"/>
                  </a:lnTo>
                </a:path>
              </a:pathLst>
            </a:custGeom>
            <a:noFill/>
            <a:ln w="20003">
              <a:solidFill>
                <a:srgbClr val="E2E6E9"/>
              </a:solidFill>
            </a:ln>
          </p:spPr>
        </p:sp>
        <p:sp>
          <p:nvSpPr>
            <p:cNvPr id="2786" name="Candidate_receptor__2785">
              <a:extLst>
                <a:ext uri="{FF2B5EF4-FFF2-40B4-BE49-F238E27FC236}">
                  <a16:creationId xmlns:a16="http://schemas.microsoft.com/office/drawing/2014/main" id="{24CBFE7B-F4B0-956E-B7D3-20952C65D052}"/>
                </a:ext>
              </a:extLst>
            </p:cNvPr>
            <p:cNvSpPr>
              <a:spLocks noGrp="1"/>
            </p:cNvSpPr>
            <p:nvPr/>
          </p:nvSpPr>
          <p:spPr>
            <a:xfrm>
              <a:off x="5774709" y="4496080"/>
              <a:ext cx="93772" cy="19937"/>
            </a:xfrm>
            <a:custGeom>
              <a:avLst/>
              <a:gdLst/>
              <a:ahLst/>
              <a:cxnLst/>
              <a:rect l="0" t="0" r="0" b="0"/>
              <a:pathLst>
                <a:path w="93772" h="19937">
                  <a:moveTo>
                    <a:pt x="93772" y="0"/>
                  </a:moveTo>
                  <a:lnTo>
                    <a:pt x="0" y="19937"/>
                  </a:lnTo>
                </a:path>
              </a:pathLst>
            </a:custGeom>
            <a:noFill/>
            <a:ln w="20003">
              <a:solidFill>
                <a:srgbClr val="E2E6E9"/>
              </a:solidFill>
            </a:ln>
          </p:spPr>
        </p:sp>
        <p:sp>
          <p:nvSpPr>
            <p:cNvPr id="2787" name="Candidate_receptor__2786">
              <a:extLst>
                <a:ext uri="{FF2B5EF4-FFF2-40B4-BE49-F238E27FC236}">
                  <a16:creationId xmlns:a16="http://schemas.microsoft.com/office/drawing/2014/main" id="{B0AB6AB3-E673-A489-6909-C534F675F5D3}"/>
                </a:ext>
              </a:extLst>
            </p:cNvPr>
            <p:cNvSpPr>
              <a:spLocks noGrp="1"/>
            </p:cNvSpPr>
            <p:nvPr/>
          </p:nvSpPr>
          <p:spPr>
            <a:xfrm>
              <a:off x="6008527" y="4885583"/>
              <a:ext cx="62761" cy="65103"/>
            </a:xfrm>
            <a:custGeom>
              <a:avLst/>
              <a:gdLst/>
              <a:ahLst/>
              <a:cxnLst/>
              <a:rect l="0" t="0" r="0" b="0"/>
              <a:pathLst>
                <a:path w="62761" h="65103">
                  <a:moveTo>
                    <a:pt x="0" y="65103"/>
                  </a:moveTo>
                  <a:lnTo>
                    <a:pt x="62761" y="0"/>
                  </a:lnTo>
                </a:path>
              </a:pathLst>
            </a:custGeom>
            <a:noFill/>
            <a:ln w="20003">
              <a:solidFill>
                <a:srgbClr val="E2E6E9"/>
              </a:solidFill>
            </a:ln>
          </p:spPr>
        </p:sp>
        <p:sp>
          <p:nvSpPr>
            <p:cNvPr id="2788" name="Candidate_receptor__2787">
              <a:extLst>
                <a:ext uri="{FF2B5EF4-FFF2-40B4-BE49-F238E27FC236}">
                  <a16:creationId xmlns:a16="http://schemas.microsoft.com/office/drawing/2014/main" id="{D4E4B544-51D9-48CE-23F0-87A8D9544C8A}"/>
                </a:ext>
              </a:extLst>
            </p:cNvPr>
            <p:cNvSpPr>
              <a:spLocks noGrp="1"/>
            </p:cNvSpPr>
            <p:nvPr/>
          </p:nvSpPr>
          <p:spPr>
            <a:xfrm>
              <a:off x="6071288" y="4794911"/>
              <a:ext cx="33822" cy="90673"/>
            </a:xfrm>
            <a:custGeom>
              <a:avLst/>
              <a:gdLst/>
              <a:ahLst/>
              <a:cxnLst/>
              <a:rect l="0" t="0" r="0" b="0"/>
              <a:pathLst>
                <a:path w="33822" h="90673">
                  <a:moveTo>
                    <a:pt x="0" y="90673"/>
                  </a:moveTo>
                  <a:lnTo>
                    <a:pt x="33822" y="0"/>
                  </a:lnTo>
                </a:path>
              </a:pathLst>
            </a:custGeom>
            <a:noFill/>
            <a:ln w="20003">
              <a:solidFill>
                <a:srgbClr val="E2E6E9"/>
              </a:solidFill>
            </a:ln>
          </p:spPr>
        </p:sp>
        <p:sp>
          <p:nvSpPr>
            <p:cNvPr id="2789" name="Candidate_receptor__2788">
              <a:extLst>
                <a:ext uri="{FF2B5EF4-FFF2-40B4-BE49-F238E27FC236}">
                  <a16:creationId xmlns:a16="http://schemas.microsoft.com/office/drawing/2014/main" id="{D7E82194-84EB-FA06-E07E-CF6842293452}"/>
                </a:ext>
              </a:extLst>
            </p:cNvPr>
            <p:cNvSpPr>
              <a:spLocks noGrp="1"/>
            </p:cNvSpPr>
            <p:nvPr/>
          </p:nvSpPr>
          <p:spPr>
            <a:xfrm>
              <a:off x="5997721" y="4635045"/>
              <a:ext cx="8304" cy="69486"/>
            </a:xfrm>
            <a:custGeom>
              <a:avLst/>
              <a:gdLst/>
              <a:ahLst/>
              <a:cxnLst/>
              <a:rect l="0" t="0" r="0" b="0"/>
              <a:pathLst>
                <a:path w="8304" h="69486">
                  <a:moveTo>
                    <a:pt x="8304" y="69486"/>
                  </a:moveTo>
                  <a:lnTo>
                    <a:pt x="0" y="0"/>
                  </a:lnTo>
                </a:path>
              </a:pathLst>
            </a:custGeom>
            <a:noFill/>
            <a:ln w="20003">
              <a:solidFill>
                <a:srgbClr val="E2E6E9"/>
              </a:solidFill>
            </a:ln>
          </p:spPr>
        </p:sp>
        <p:sp>
          <p:nvSpPr>
            <p:cNvPr id="2790" name="Candidate_receptor__2789">
              <a:extLst>
                <a:ext uri="{FF2B5EF4-FFF2-40B4-BE49-F238E27FC236}">
                  <a16:creationId xmlns:a16="http://schemas.microsoft.com/office/drawing/2014/main" id="{F2C34E6F-664F-E510-A5D5-B1C93510E58D}"/>
                </a:ext>
              </a:extLst>
            </p:cNvPr>
            <p:cNvSpPr>
              <a:spLocks noGrp="1"/>
            </p:cNvSpPr>
            <p:nvPr/>
          </p:nvSpPr>
          <p:spPr>
            <a:xfrm>
              <a:off x="5708043" y="3215329"/>
              <a:ext cx="57623" cy="89155"/>
            </a:xfrm>
            <a:custGeom>
              <a:avLst/>
              <a:gdLst/>
              <a:ahLst/>
              <a:cxnLst/>
              <a:rect l="0" t="0" r="0" b="0"/>
              <a:pathLst>
                <a:path w="57623" h="89155">
                  <a:moveTo>
                    <a:pt x="57623" y="89155"/>
                  </a:moveTo>
                  <a:lnTo>
                    <a:pt x="0" y="0"/>
                  </a:lnTo>
                </a:path>
              </a:pathLst>
            </a:custGeom>
            <a:noFill/>
            <a:ln w="20003">
              <a:solidFill>
                <a:srgbClr val="E2E6E9"/>
              </a:solidFill>
            </a:ln>
          </p:spPr>
        </p:sp>
        <p:sp>
          <p:nvSpPr>
            <p:cNvPr id="2791" name="Candidate_receptor__2790">
              <a:extLst>
                <a:ext uri="{FF2B5EF4-FFF2-40B4-BE49-F238E27FC236}">
                  <a16:creationId xmlns:a16="http://schemas.microsoft.com/office/drawing/2014/main" id="{E4B3789B-2CD7-4341-61D1-74506049B94B}"/>
                </a:ext>
              </a:extLst>
            </p:cNvPr>
            <p:cNvSpPr>
              <a:spLocks noGrp="1"/>
            </p:cNvSpPr>
            <p:nvPr/>
          </p:nvSpPr>
          <p:spPr>
            <a:xfrm>
              <a:off x="4942463" y="2470861"/>
              <a:ext cx="96697" cy="53301"/>
            </a:xfrm>
            <a:custGeom>
              <a:avLst/>
              <a:gdLst/>
              <a:ahLst/>
              <a:cxnLst/>
              <a:rect l="0" t="0" r="0" b="0"/>
              <a:pathLst>
                <a:path w="96697" h="53301">
                  <a:moveTo>
                    <a:pt x="0" y="53301"/>
                  </a:moveTo>
                  <a:lnTo>
                    <a:pt x="96697" y="0"/>
                  </a:lnTo>
                </a:path>
              </a:pathLst>
            </a:custGeom>
            <a:noFill/>
            <a:ln w="8096">
              <a:solidFill>
                <a:srgbClr val="E2E6E9"/>
              </a:solidFill>
            </a:ln>
          </p:spPr>
        </p:sp>
        <p:sp>
          <p:nvSpPr>
            <p:cNvPr id="2792" name="Candidate_receptor__2791">
              <a:extLst>
                <a:ext uri="{FF2B5EF4-FFF2-40B4-BE49-F238E27FC236}">
                  <a16:creationId xmlns:a16="http://schemas.microsoft.com/office/drawing/2014/main" id="{C786DA29-7E6C-37D9-B298-2AB80E1C6990}"/>
                </a:ext>
              </a:extLst>
            </p:cNvPr>
            <p:cNvSpPr>
              <a:spLocks noGrp="1"/>
            </p:cNvSpPr>
            <p:nvPr/>
          </p:nvSpPr>
          <p:spPr>
            <a:xfrm>
              <a:off x="4767645" y="3435791"/>
              <a:ext cx="17355" cy="470"/>
            </a:xfrm>
            <a:custGeom>
              <a:avLst/>
              <a:gdLst/>
              <a:ahLst/>
              <a:cxnLst/>
              <a:rect l="0" t="0" r="0" b="0"/>
              <a:pathLst>
                <a:path w="17355" h="470">
                  <a:moveTo>
                    <a:pt x="0" y="470"/>
                  </a:moveTo>
                  <a:lnTo>
                    <a:pt x="17355" y="0"/>
                  </a:lnTo>
                </a:path>
              </a:pathLst>
            </a:custGeom>
            <a:noFill/>
            <a:ln w="20003">
              <a:solidFill>
                <a:srgbClr val="E2E6E9"/>
              </a:solidFill>
            </a:ln>
          </p:spPr>
        </p:sp>
        <p:sp>
          <p:nvSpPr>
            <p:cNvPr id="2793" name="Candidate_receptor__2792">
              <a:extLst>
                <a:ext uri="{FF2B5EF4-FFF2-40B4-BE49-F238E27FC236}">
                  <a16:creationId xmlns:a16="http://schemas.microsoft.com/office/drawing/2014/main" id="{5F20879A-487B-0745-0A45-68BAF60E1457}"/>
                </a:ext>
              </a:extLst>
            </p:cNvPr>
            <p:cNvSpPr>
              <a:spLocks noGrp="1"/>
            </p:cNvSpPr>
            <p:nvPr/>
          </p:nvSpPr>
          <p:spPr>
            <a:xfrm>
              <a:off x="5868481" y="4496080"/>
              <a:ext cx="70905" cy="34759"/>
            </a:xfrm>
            <a:custGeom>
              <a:avLst/>
              <a:gdLst/>
              <a:ahLst/>
              <a:cxnLst/>
              <a:rect l="0" t="0" r="0" b="0"/>
              <a:pathLst>
                <a:path w="70905" h="34759">
                  <a:moveTo>
                    <a:pt x="70905" y="34759"/>
                  </a:moveTo>
                  <a:lnTo>
                    <a:pt x="0" y="0"/>
                  </a:lnTo>
                </a:path>
              </a:pathLst>
            </a:custGeom>
            <a:noFill/>
            <a:ln w="20003">
              <a:solidFill>
                <a:srgbClr val="E2E6E9"/>
              </a:solidFill>
            </a:ln>
          </p:spPr>
        </p:sp>
        <p:sp>
          <p:nvSpPr>
            <p:cNvPr id="2794" name="Candidate_receptor__2793">
              <a:extLst>
                <a:ext uri="{FF2B5EF4-FFF2-40B4-BE49-F238E27FC236}">
                  <a16:creationId xmlns:a16="http://schemas.microsoft.com/office/drawing/2014/main" id="{C3C125CC-0ED1-7A7F-37A6-1AD468AD0E78}"/>
                </a:ext>
              </a:extLst>
            </p:cNvPr>
            <p:cNvSpPr>
              <a:spLocks noGrp="1"/>
            </p:cNvSpPr>
            <p:nvPr/>
          </p:nvSpPr>
          <p:spPr>
            <a:xfrm>
              <a:off x="5100685" y="5260446"/>
              <a:ext cx="15172" cy="71138"/>
            </a:xfrm>
            <a:custGeom>
              <a:avLst/>
              <a:gdLst/>
              <a:ahLst/>
              <a:cxnLst/>
              <a:rect l="0" t="0" r="0" b="0"/>
              <a:pathLst>
                <a:path w="15172" h="71138">
                  <a:moveTo>
                    <a:pt x="0" y="71138"/>
                  </a:moveTo>
                  <a:lnTo>
                    <a:pt x="15172" y="0"/>
                  </a:lnTo>
                </a:path>
              </a:pathLst>
            </a:custGeom>
            <a:noFill/>
            <a:ln w="20003">
              <a:solidFill>
                <a:srgbClr val="E2E6E9"/>
              </a:solidFill>
            </a:ln>
          </p:spPr>
        </p:sp>
        <p:sp>
          <p:nvSpPr>
            <p:cNvPr id="2795" name="Candidate_receptor__2794">
              <a:extLst>
                <a:ext uri="{FF2B5EF4-FFF2-40B4-BE49-F238E27FC236}">
                  <a16:creationId xmlns:a16="http://schemas.microsoft.com/office/drawing/2014/main" id="{64C322AA-4AB9-564E-D6BB-6503ADC37567}"/>
                </a:ext>
              </a:extLst>
            </p:cNvPr>
            <p:cNvSpPr>
              <a:spLocks noGrp="1"/>
            </p:cNvSpPr>
            <p:nvPr/>
          </p:nvSpPr>
          <p:spPr>
            <a:xfrm>
              <a:off x="4970297" y="3484758"/>
              <a:ext cx="105761" cy="38314"/>
            </a:xfrm>
            <a:custGeom>
              <a:avLst/>
              <a:gdLst/>
              <a:ahLst/>
              <a:cxnLst/>
              <a:rect l="0" t="0" r="0" b="0"/>
              <a:pathLst>
                <a:path w="105761" h="38314">
                  <a:moveTo>
                    <a:pt x="105761" y="0"/>
                  </a:moveTo>
                  <a:lnTo>
                    <a:pt x="0" y="38314"/>
                  </a:lnTo>
                </a:path>
              </a:pathLst>
            </a:custGeom>
            <a:noFill/>
            <a:ln w="20003">
              <a:solidFill>
                <a:srgbClr val="E2E6E9"/>
              </a:solidFill>
            </a:ln>
          </p:spPr>
        </p:sp>
        <p:sp>
          <p:nvSpPr>
            <p:cNvPr id="2796" name="Candidate_receptor__2795">
              <a:extLst>
                <a:ext uri="{FF2B5EF4-FFF2-40B4-BE49-F238E27FC236}">
                  <a16:creationId xmlns:a16="http://schemas.microsoft.com/office/drawing/2014/main" id="{58002EEF-55A3-89E2-64FE-8087F4C1DF5D}"/>
                </a:ext>
              </a:extLst>
            </p:cNvPr>
            <p:cNvSpPr>
              <a:spLocks noGrp="1"/>
            </p:cNvSpPr>
            <p:nvPr/>
          </p:nvSpPr>
          <p:spPr>
            <a:xfrm>
              <a:off x="5103671" y="4431818"/>
              <a:ext cx="106799" cy="24847"/>
            </a:xfrm>
            <a:custGeom>
              <a:avLst/>
              <a:gdLst/>
              <a:ahLst/>
              <a:cxnLst/>
              <a:rect l="0" t="0" r="0" b="0"/>
              <a:pathLst>
                <a:path w="106799" h="24847">
                  <a:moveTo>
                    <a:pt x="106799" y="24847"/>
                  </a:moveTo>
                  <a:lnTo>
                    <a:pt x="0" y="0"/>
                  </a:lnTo>
                </a:path>
              </a:pathLst>
            </a:custGeom>
            <a:noFill/>
            <a:ln w="20003">
              <a:solidFill>
                <a:srgbClr val="E2E6E9"/>
              </a:solidFill>
            </a:ln>
          </p:spPr>
        </p:sp>
        <p:sp>
          <p:nvSpPr>
            <p:cNvPr id="2797" name="Candidate_receptor__2796">
              <a:extLst>
                <a:ext uri="{FF2B5EF4-FFF2-40B4-BE49-F238E27FC236}">
                  <a16:creationId xmlns:a16="http://schemas.microsoft.com/office/drawing/2014/main" id="{87240633-357F-43C7-BC95-DC5AF29E35E3}"/>
                </a:ext>
              </a:extLst>
            </p:cNvPr>
            <p:cNvSpPr>
              <a:spLocks noGrp="1"/>
            </p:cNvSpPr>
            <p:nvPr/>
          </p:nvSpPr>
          <p:spPr>
            <a:xfrm>
              <a:off x="6453608" y="3533149"/>
              <a:ext cx="104025" cy="40702"/>
            </a:xfrm>
            <a:custGeom>
              <a:avLst/>
              <a:gdLst/>
              <a:ahLst/>
              <a:cxnLst/>
              <a:rect l="0" t="0" r="0" b="0"/>
              <a:pathLst>
                <a:path w="104025" h="40702">
                  <a:moveTo>
                    <a:pt x="0" y="0"/>
                  </a:moveTo>
                  <a:lnTo>
                    <a:pt x="104025" y="40702"/>
                  </a:lnTo>
                </a:path>
              </a:pathLst>
            </a:custGeom>
            <a:noFill/>
            <a:ln w="8096">
              <a:solidFill>
                <a:srgbClr val="E2E6E9"/>
              </a:solidFill>
            </a:ln>
          </p:spPr>
        </p:sp>
        <p:sp>
          <p:nvSpPr>
            <p:cNvPr id="2798" name="Candidate_receptor__2797">
              <a:extLst>
                <a:ext uri="{FF2B5EF4-FFF2-40B4-BE49-F238E27FC236}">
                  <a16:creationId xmlns:a16="http://schemas.microsoft.com/office/drawing/2014/main" id="{9F4F543D-4A11-0179-B44E-4E1CFD1ED5C9}"/>
                </a:ext>
              </a:extLst>
            </p:cNvPr>
            <p:cNvSpPr>
              <a:spLocks noGrp="1"/>
            </p:cNvSpPr>
            <p:nvPr/>
          </p:nvSpPr>
          <p:spPr>
            <a:xfrm>
              <a:off x="5211242" y="2720884"/>
              <a:ext cx="31839" cy="12251"/>
            </a:xfrm>
            <a:custGeom>
              <a:avLst/>
              <a:gdLst/>
              <a:ahLst/>
              <a:cxnLst/>
              <a:rect l="0" t="0" r="0" b="0"/>
              <a:pathLst>
                <a:path w="31839" h="12251">
                  <a:moveTo>
                    <a:pt x="0" y="12251"/>
                  </a:moveTo>
                  <a:lnTo>
                    <a:pt x="31839" y="0"/>
                  </a:lnTo>
                </a:path>
              </a:pathLst>
            </a:custGeom>
            <a:noFill/>
            <a:ln w="20003">
              <a:solidFill>
                <a:srgbClr val="E2E6E9"/>
              </a:solidFill>
            </a:ln>
          </p:spPr>
        </p:sp>
        <p:sp>
          <p:nvSpPr>
            <p:cNvPr id="2799" name="Candidate_receptor__2798">
              <a:extLst>
                <a:ext uri="{FF2B5EF4-FFF2-40B4-BE49-F238E27FC236}">
                  <a16:creationId xmlns:a16="http://schemas.microsoft.com/office/drawing/2014/main" id="{D850775B-76FE-81DC-69C9-7A836242B64F}"/>
                </a:ext>
              </a:extLst>
            </p:cNvPr>
            <p:cNvSpPr>
              <a:spLocks noGrp="1"/>
            </p:cNvSpPr>
            <p:nvPr/>
          </p:nvSpPr>
          <p:spPr>
            <a:xfrm>
              <a:off x="4960012" y="4103615"/>
              <a:ext cx="88210" cy="61786"/>
            </a:xfrm>
            <a:custGeom>
              <a:avLst/>
              <a:gdLst/>
              <a:ahLst/>
              <a:cxnLst/>
              <a:rect l="0" t="0" r="0" b="0"/>
              <a:pathLst>
                <a:path w="88210" h="61786">
                  <a:moveTo>
                    <a:pt x="88210" y="0"/>
                  </a:moveTo>
                  <a:lnTo>
                    <a:pt x="0" y="61786"/>
                  </a:lnTo>
                </a:path>
              </a:pathLst>
            </a:custGeom>
            <a:noFill/>
            <a:ln w="20003">
              <a:solidFill>
                <a:srgbClr val="E2E6E9"/>
              </a:solidFill>
            </a:ln>
          </p:spPr>
        </p:sp>
        <p:sp>
          <p:nvSpPr>
            <p:cNvPr id="2800" name="Candidate_receptor__2799">
              <a:extLst>
                <a:ext uri="{FF2B5EF4-FFF2-40B4-BE49-F238E27FC236}">
                  <a16:creationId xmlns:a16="http://schemas.microsoft.com/office/drawing/2014/main" id="{D247B017-DB06-A8F9-18D9-AB7643D3AC16}"/>
                </a:ext>
              </a:extLst>
            </p:cNvPr>
            <p:cNvSpPr>
              <a:spLocks noGrp="1"/>
            </p:cNvSpPr>
            <p:nvPr/>
          </p:nvSpPr>
          <p:spPr>
            <a:xfrm>
              <a:off x="5197162" y="4456665"/>
              <a:ext cx="13309" cy="109986"/>
            </a:xfrm>
            <a:custGeom>
              <a:avLst/>
              <a:gdLst/>
              <a:ahLst/>
              <a:cxnLst/>
              <a:rect l="0" t="0" r="0" b="0"/>
              <a:pathLst>
                <a:path w="13309" h="109986">
                  <a:moveTo>
                    <a:pt x="0" y="109986"/>
                  </a:moveTo>
                  <a:lnTo>
                    <a:pt x="13309" y="0"/>
                  </a:lnTo>
                </a:path>
              </a:pathLst>
            </a:custGeom>
            <a:noFill/>
            <a:ln w="20003">
              <a:solidFill>
                <a:srgbClr val="E2E6E9"/>
              </a:solidFill>
            </a:ln>
          </p:spPr>
        </p:sp>
        <p:sp>
          <p:nvSpPr>
            <p:cNvPr id="2801" name="Candidate_receptor__2800">
              <a:extLst>
                <a:ext uri="{FF2B5EF4-FFF2-40B4-BE49-F238E27FC236}">
                  <a16:creationId xmlns:a16="http://schemas.microsoft.com/office/drawing/2014/main" id="{C4EC861B-6B24-0FD5-1906-4DC87A5B2F0B}"/>
                </a:ext>
              </a:extLst>
            </p:cNvPr>
            <p:cNvSpPr>
              <a:spLocks noGrp="1"/>
            </p:cNvSpPr>
            <p:nvPr/>
          </p:nvSpPr>
          <p:spPr>
            <a:xfrm>
              <a:off x="4928060" y="2691874"/>
              <a:ext cx="20476" cy="99232"/>
            </a:xfrm>
            <a:custGeom>
              <a:avLst/>
              <a:gdLst/>
              <a:ahLst/>
              <a:cxnLst/>
              <a:rect l="0" t="0" r="0" b="0"/>
              <a:pathLst>
                <a:path w="20476" h="99232">
                  <a:moveTo>
                    <a:pt x="0" y="99232"/>
                  </a:moveTo>
                  <a:lnTo>
                    <a:pt x="20476" y="0"/>
                  </a:lnTo>
                </a:path>
              </a:pathLst>
            </a:custGeom>
            <a:noFill/>
            <a:ln w="20003">
              <a:solidFill>
                <a:srgbClr val="E2E6E9"/>
              </a:solidFill>
            </a:ln>
          </p:spPr>
        </p:sp>
        <p:sp>
          <p:nvSpPr>
            <p:cNvPr id="2802" name="Candidate_receptor__2801">
              <a:extLst>
                <a:ext uri="{FF2B5EF4-FFF2-40B4-BE49-F238E27FC236}">
                  <a16:creationId xmlns:a16="http://schemas.microsoft.com/office/drawing/2014/main" id="{2685442A-C2ED-2FB3-BC2A-625D5271F1CE}"/>
                </a:ext>
              </a:extLst>
            </p:cNvPr>
            <p:cNvSpPr>
              <a:spLocks noGrp="1"/>
            </p:cNvSpPr>
            <p:nvPr/>
          </p:nvSpPr>
          <p:spPr>
            <a:xfrm>
              <a:off x="5876263" y="4625930"/>
              <a:ext cx="7449" cy="25563"/>
            </a:xfrm>
            <a:custGeom>
              <a:avLst/>
              <a:gdLst/>
              <a:ahLst/>
              <a:cxnLst/>
              <a:rect l="0" t="0" r="0" b="0"/>
              <a:pathLst>
                <a:path w="7449" h="25563">
                  <a:moveTo>
                    <a:pt x="7449" y="25563"/>
                  </a:moveTo>
                  <a:lnTo>
                    <a:pt x="0" y="0"/>
                  </a:lnTo>
                </a:path>
              </a:pathLst>
            </a:custGeom>
            <a:noFill/>
            <a:ln w="20003">
              <a:solidFill>
                <a:srgbClr val="E2E6E9"/>
              </a:solidFill>
            </a:ln>
          </p:spPr>
        </p:sp>
        <p:sp>
          <p:nvSpPr>
            <p:cNvPr id="2803" name="Candidate_receptor__2802">
              <a:extLst>
                <a:ext uri="{FF2B5EF4-FFF2-40B4-BE49-F238E27FC236}">
                  <a16:creationId xmlns:a16="http://schemas.microsoft.com/office/drawing/2014/main" id="{15004640-4CBC-383B-96C7-FEA7CCC24B9D}"/>
                </a:ext>
              </a:extLst>
            </p:cNvPr>
            <p:cNvSpPr>
              <a:spLocks noGrp="1"/>
            </p:cNvSpPr>
            <p:nvPr/>
          </p:nvSpPr>
          <p:spPr>
            <a:xfrm>
              <a:off x="5219491" y="5229782"/>
              <a:ext cx="29647" cy="110787"/>
            </a:xfrm>
            <a:custGeom>
              <a:avLst/>
              <a:gdLst/>
              <a:ahLst/>
              <a:cxnLst/>
              <a:rect l="0" t="0" r="0" b="0"/>
              <a:pathLst>
                <a:path w="29647" h="110787">
                  <a:moveTo>
                    <a:pt x="0" y="0"/>
                  </a:moveTo>
                  <a:lnTo>
                    <a:pt x="29647" y="110787"/>
                  </a:lnTo>
                </a:path>
              </a:pathLst>
            </a:custGeom>
            <a:noFill/>
            <a:ln w="20003">
              <a:solidFill>
                <a:srgbClr val="E2E6E9"/>
              </a:solidFill>
            </a:ln>
          </p:spPr>
        </p:sp>
        <p:sp>
          <p:nvSpPr>
            <p:cNvPr id="2804" name="Candidate_receptor__2803">
              <a:extLst>
                <a:ext uri="{FF2B5EF4-FFF2-40B4-BE49-F238E27FC236}">
                  <a16:creationId xmlns:a16="http://schemas.microsoft.com/office/drawing/2014/main" id="{E22924FC-FD76-01B3-16C7-73520AED8219}"/>
                </a:ext>
              </a:extLst>
            </p:cNvPr>
            <p:cNvSpPr>
              <a:spLocks noGrp="1"/>
            </p:cNvSpPr>
            <p:nvPr/>
          </p:nvSpPr>
          <p:spPr>
            <a:xfrm>
              <a:off x="4551825" y="2504158"/>
              <a:ext cx="96657" cy="47803"/>
            </a:xfrm>
            <a:custGeom>
              <a:avLst/>
              <a:gdLst/>
              <a:ahLst/>
              <a:cxnLst/>
              <a:rect l="0" t="0" r="0" b="0"/>
              <a:pathLst>
                <a:path w="96657" h="47803">
                  <a:moveTo>
                    <a:pt x="0" y="0"/>
                  </a:moveTo>
                  <a:lnTo>
                    <a:pt x="96657" y="47803"/>
                  </a:lnTo>
                </a:path>
              </a:pathLst>
            </a:custGeom>
            <a:noFill/>
            <a:ln w="20003">
              <a:solidFill>
                <a:srgbClr val="E2E6E9"/>
              </a:solidFill>
            </a:ln>
          </p:spPr>
        </p:sp>
        <p:sp>
          <p:nvSpPr>
            <p:cNvPr id="2805" name="Candidate_receptor__2804">
              <a:extLst>
                <a:ext uri="{FF2B5EF4-FFF2-40B4-BE49-F238E27FC236}">
                  <a16:creationId xmlns:a16="http://schemas.microsoft.com/office/drawing/2014/main" id="{F36D3B97-C81C-CF7F-7B29-F45EE31CCC24}"/>
                </a:ext>
              </a:extLst>
            </p:cNvPr>
            <p:cNvSpPr>
              <a:spLocks noGrp="1"/>
            </p:cNvSpPr>
            <p:nvPr/>
          </p:nvSpPr>
          <p:spPr>
            <a:xfrm>
              <a:off x="6315881" y="3618257"/>
              <a:ext cx="86559" cy="14311"/>
            </a:xfrm>
            <a:custGeom>
              <a:avLst/>
              <a:gdLst/>
              <a:ahLst/>
              <a:cxnLst/>
              <a:rect l="0" t="0" r="0" b="0"/>
              <a:pathLst>
                <a:path w="86559" h="14311">
                  <a:moveTo>
                    <a:pt x="0" y="0"/>
                  </a:moveTo>
                  <a:lnTo>
                    <a:pt x="86559" y="14311"/>
                  </a:lnTo>
                </a:path>
              </a:pathLst>
            </a:custGeom>
            <a:noFill/>
            <a:ln w="20003">
              <a:solidFill>
                <a:srgbClr val="E2E6E9"/>
              </a:solidFill>
            </a:ln>
          </p:spPr>
        </p:sp>
        <p:sp>
          <p:nvSpPr>
            <p:cNvPr id="2806" name="Candidate_receptor__2805">
              <a:extLst>
                <a:ext uri="{FF2B5EF4-FFF2-40B4-BE49-F238E27FC236}">
                  <a16:creationId xmlns:a16="http://schemas.microsoft.com/office/drawing/2014/main" id="{0638D72A-D83B-C350-8DB3-6C14984C911B}"/>
                </a:ext>
              </a:extLst>
            </p:cNvPr>
            <p:cNvSpPr>
              <a:spLocks noGrp="1"/>
            </p:cNvSpPr>
            <p:nvPr/>
          </p:nvSpPr>
          <p:spPr>
            <a:xfrm>
              <a:off x="5889894" y="3680881"/>
              <a:ext cx="104833" cy="47337"/>
            </a:xfrm>
            <a:custGeom>
              <a:avLst/>
              <a:gdLst/>
              <a:ahLst/>
              <a:cxnLst/>
              <a:rect l="0" t="0" r="0" b="0"/>
              <a:pathLst>
                <a:path w="104833" h="47337">
                  <a:moveTo>
                    <a:pt x="104833" y="0"/>
                  </a:moveTo>
                  <a:lnTo>
                    <a:pt x="0" y="47337"/>
                  </a:lnTo>
                </a:path>
              </a:pathLst>
            </a:custGeom>
            <a:noFill/>
            <a:ln w="8096">
              <a:solidFill>
                <a:srgbClr val="E2E6E9"/>
              </a:solidFill>
            </a:ln>
          </p:spPr>
        </p:sp>
        <p:sp>
          <p:nvSpPr>
            <p:cNvPr id="2807" name="Candidate_receptor__2806">
              <a:extLst>
                <a:ext uri="{FF2B5EF4-FFF2-40B4-BE49-F238E27FC236}">
                  <a16:creationId xmlns:a16="http://schemas.microsoft.com/office/drawing/2014/main" id="{9E34A431-2DF1-FC8B-38E4-DCA7745B9C3C}"/>
                </a:ext>
              </a:extLst>
            </p:cNvPr>
            <p:cNvSpPr>
              <a:spLocks noGrp="1"/>
            </p:cNvSpPr>
            <p:nvPr/>
          </p:nvSpPr>
          <p:spPr>
            <a:xfrm>
              <a:off x="5240410" y="4128676"/>
              <a:ext cx="39760" cy="108953"/>
            </a:xfrm>
            <a:custGeom>
              <a:avLst/>
              <a:gdLst/>
              <a:ahLst/>
              <a:cxnLst/>
              <a:rect l="0" t="0" r="0" b="0"/>
              <a:pathLst>
                <a:path w="39760" h="108953">
                  <a:moveTo>
                    <a:pt x="39760" y="108953"/>
                  </a:moveTo>
                  <a:lnTo>
                    <a:pt x="0" y="0"/>
                  </a:lnTo>
                </a:path>
              </a:pathLst>
            </a:custGeom>
            <a:noFill/>
            <a:ln w="8096">
              <a:solidFill>
                <a:srgbClr val="E2E6E9"/>
              </a:solidFill>
            </a:ln>
          </p:spPr>
        </p:sp>
        <p:sp>
          <p:nvSpPr>
            <p:cNvPr id="2808" name="Candidate_receptor__2807">
              <a:extLst>
                <a:ext uri="{FF2B5EF4-FFF2-40B4-BE49-F238E27FC236}">
                  <a16:creationId xmlns:a16="http://schemas.microsoft.com/office/drawing/2014/main" id="{B9C0BC0B-1BEE-5C1A-D997-82E3138E145D}"/>
                </a:ext>
              </a:extLst>
            </p:cNvPr>
            <p:cNvSpPr>
              <a:spLocks noGrp="1"/>
            </p:cNvSpPr>
            <p:nvPr/>
          </p:nvSpPr>
          <p:spPr>
            <a:xfrm>
              <a:off x="4873119" y="3865081"/>
              <a:ext cx="108372" cy="23566"/>
            </a:xfrm>
            <a:custGeom>
              <a:avLst/>
              <a:gdLst/>
              <a:ahLst/>
              <a:cxnLst/>
              <a:rect l="0" t="0" r="0" b="0"/>
              <a:pathLst>
                <a:path w="108372" h="23566">
                  <a:moveTo>
                    <a:pt x="108372" y="23566"/>
                  </a:moveTo>
                  <a:lnTo>
                    <a:pt x="0" y="0"/>
                  </a:lnTo>
                </a:path>
              </a:pathLst>
            </a:custGeom>
            <a:noFill/>
            <a:ln w="20003">
              <a:solidFill>
                <a:srgbClr val="E2E6E9"/>
              </a:solidFill>
            </a:ln>
          </p:spPr>
        </p:sp>
        <p:sp>
          <p:nvSpPr>
            <p:cNvPr id="2809" name="Candidate_receptor__2808">
              <a:extLst>
                <a:ext uri="{FF2B5EF4-FFF2-40B4-BE49-F238E27FC236}">
                  <a16:creationId xmlns:a16="http://schemas.microsoft.com/office/drawing/2014/main" id="{295C368E-732D-D87D-A49A-831AA111B0C1}"/>
                </a:ext>
              </a:extLst>
            </p:cNvPr>
            <p:cNvSpPr>
              <a:spLocks noGrp="1"/>
            </p:cNvSpPr>
            <p:nvPr/>
          </p:nvSpPr>
          <p:spPr>
            <a:xfrm>
              <a:off x="6328176" y="4292039"/>
              <a:ext cx="20192" cy="31949"/>
            </a:xfrm>
            <a:custGeom>
              <a:avLst/>
              <a:gdLst/>
              <a:ahLst/>
              <a:cxnLst/>
              <a:rect l="0" t="0" r="0" b="0"/>
              <a:pathLst>
                <a:path w="20192" h="31949">
                  <a:moveTo>
                    <a:pt x="0" y="0"/>
                  </a:moveTo>
                  <a:lnTo>
                    <a:pt x="20192" y="31949"/>
                  </a:lnTo>
                </a:path>
              </a:pathLst>
            </a:custGeom>
            <a:noFill/>
            <a:ln w="20003">
              <a:solidFill>
                <a:srgbClr val="E2E6E9"/>
              </a:solidFill>
            </a:ln>
          </p:spPr>
        </p:sp>
        <p:sp>
          <p:nvSpPr>
            <p:cNvPr id="2810" name="Candidate_receptor__2809">
              <a:extLst>
                <a:ext uri="{FF2B5EF4-FFF2-40B4-BE49-F238E27FC236}">
                  <a16:creationId xmlns:a16="http://schemas.microsoft.com/office/drawing/2014/main" id="{713AC280-8265-0736-0498-4D20AC81F92F}"/>
                </a:ext>
              </a:extLst>
            </p:cNvPr>
            <p:cNvSpPr>
              <a:spLocks noGrp="1"/>
            </p:cNvSpPr>
            <p:nvPr/>
          </p:nvSpPr>
          <p:spPr>
            <a:xfrm>
              <a:off x="4743509" y="4534456"/>
              <a:ext cx="63185" cy="88360"/>
            </a:xfrm>
            <a:custGeom>
              <a:avLst/>
              <a:gdLst/>
              <a:ahLst/>
              <a:cxnLst/>
              <a:rect l="0" t="0" r="0" b="0"/>
              <a:pathLst>
                <a:path w="63185" h="88360">
                  <a:moveTo>
                    <a:pt x="0" y="88360"/>
                  </a:moveTo>
                  <a:lnTo>
                    <a:pt x="63185" y="0"/>
                  </a:lnTo>
                </a:path>
              </a:pathLst>
            </a:custGeom>
            <a:noFill/>
            <a:ln w="20003">
              <a:solidFill>
                <a:srgbClr val="E2E6E9"/>
              </a:solidFill>
            </a:ln>
          </p:spPr>
        </p:sp>
        <p:sp>
          <p:nvSpPr>
            <p:cNvPr id="2811" name="Candidate_receptor__2810">
              <a:extLst>
                <a:ext uri="{FF2B5EF4-FFF2-40B4-BE49-F238E27FC236}">
                  <a16:creationId xmlns:a16="http://schemas.microsoft.com/office/drawing/2014/main" id="{DF22AE84-3020-2BAC-3639-0E0B0269BF96}"/>
                </a:ext>
              </a:extLst>
            </p:cNvPr>
            <p:cNvSpPr>
              <a:spLocks noGrp="1"/>
            </p:cNvSpPr>
            <p:nvPr/>
          </p:nvSpPr>
          <p:spPr>
            <a:xfrm>
              <a:off x="5130950" y="3690476"/>
              <a:ext cx="98012" cy="47625"/>
            </a:xfrm>
            <a:custGeom>
              <a:avLst/>
              <a:gdLst/>
              <a:ahLst/>
              <a:cxnLst/>
              <a:rect l="0" t="0" r="0" b="0"/>
              <a:pathLst>
                <a:path w="98012" h="47625">
                  <a:moveTo>
                    <a:pt x="0" y="47625"/>
                  </a:moveTo>
                  <a:lnTo>
                    <a:pt x="98012" y="0"/>
                  </a:lnTo>
                </a:path>
              </a:pathLst>
            </a:custGeom>
            <a:noFill/>
            <a:ln w="20003">
              <a:solidFill>
                <a:srgbClr val="E2E6E9"/>
              </a:solidFill>
            </a:ln>
          </p:spPr>
        </p:sp>
        <p:sp>
          <p:nvSpPr>
            <p:cNvPr id="2812" name="Candidate_receptor__2811">
              <a:extLst>
                <a:ext uri="{FF2B5EF4-FFF2-40B4-BE49-F238E27FC236}">
                  <a16:creationId xmlns:a16="http://schemas.microsoft.com/office/drawing/2014/main" id="{6488ED92-524D-CF00-7692-53991B374F0A}"/>
                </a:ext>
              </a:extLst>
            </p:cNvPr>
            <p:cNvSpPr>
              <a:spLocks noGrp="1"/>
            </p:cNvSpPr>
            <p:nvPr/>
          </p:nvSpPr>
          <p:spPr>
            <a:xfrm>
              <a:off x="4472355" y="3620026"/>
              <a:ext cx="96619" cy="8867"/>
            </a:xfrm>
            <a:custGeom>
              <a:avLst/>
              <a:gdLst/>
              <a:ahLst/>
              <a:cxnLst/>
              <a:rect l="0" t="0" r="0" b="0"/>
              <a:pathLst>
                <a:path w="96619" h="8867">
                  <a:moveTo>
                    <a:pt x="0" y="0"/>
                  </a:moveTo>
                  <a:lnTo>
                    <a:pt x="96619" y="8867"/>
                  </a:lnTo>
                </a:path>
              </a:pathLst>
            </a:custGeom>
            <a:noFill/>
            <a:ln w="8096">
              <a:solidFill>
                <a:srgbClr val="E2E6E9"/>
              </a:solidFill>
            </a:ln>
          </p:spPr>
        </p:sp>
        <p:sp>
          <p:nvSpPr>
            <p:cNvPr id="2813" name="Candidate_receptor__2812">
              <a:extLst>
                <a:ext uri="{FF2B5EF4-FFF2-40B4-BE49-F238E27FC236}">
                  <a16:creationId xmlns:a16="http://schemas.microsoft.com/office/drawing/2014/main" id="{9EF81CE6-1697-E768-68EC-369498CC5CAE}"/>
                </a:ext>
              </a:extLst>
            </p:cNvPr>
            <p:cNvSpPr>
              <a:spLocks noGrp="1"/>
            </p:cNvSpPr>
            <p:nvPr/>
          </p:nvSpPr>
          <p:spPr>
            <a:xfrm>
              <a:off x="5064061" y="4431818"/>
              <a:ext cx="39611" cy="88734"/>
            </a:xfrm>
            <a:custGeom>
              <a:avLst/>
              <a:gdLst/>
              <a:ahLst/>
              <a:cxnLst/>
              <a:rect l="0" t="0" r="0" b="0"/>
              <a:pathLst>
                <a:path w="39611" h="88734">
                  <a:moveTo>
                    <a:pt x="39611" y="0"/>
                  </a:moveTo>
                  <a:lnTo>
                    <a:pt x="0" y="88734"/>
                  </a:lnTo>
                </a:path>
              </a:pathLst>
            </a:custGeom>
            <a:noFill/>
            <a:ln w="20003">
              <a:solidFill>
                <a:srgbClr val="E2E6E9"/>
              </a:solidFill>
            </a:ln>
          </p:spPr>
        </p:sp>
        <p:sp>
          <p:nvSpPr>
            <p:cNvPr id="2814" name="Candidate_receptor__2813">
              <a:extLst>
                <a:ext uri="{FF2B5EF4-FFF2-40B4-BE49-F238E27FC236}">
                  <a16:creationId xmlns:a16="http://schemas.microsoft.com/office/drawing/2014/main" id="{2D93F8F3-4794-2CD5-E355-7983AED2D18B}"/>
                </a:ext>
              </a:extLst>
            </p:cNvPr>
            <p:cNvSpPr>
              <a:spLocks noGrp="1"/>
            </p:cNvSpPr>
            <p:nvPr/>
          </p:nvSpPr>
          <p:spPr>
            <a:xfrm>
              <a:off x="5994726" y="3578342"/>
              <a:ext cx="51910" cy="102539"/>
            </a:xfrm>
            <a:custGeom>
              <a:avLst/>
              <a:gdLst/>
              <a:ahLst/>
              <a:cxnLst/>
              <a:rect l="0" t="0" r="0" b="0"/>
              <a:pathLst>
                <a:path w="51910" h="102539">
                  <a:moveTo>
                    <a:pt x="51910" y="0"/>
                  </a:moveTo>
                  <a:lnTo>
                    <a:pt x="0" y="102539"/>
                  </a:lnTo>
                </a:path>
              </a:pathLst>
            </a:custGeom>
            <a:noFill/>
            <a:ln w="8096">
              <a:solidFill>
                <a:srgbClr val="E2E6E9"/>
              </a:solidFill>
            </a:ln>
          </p:spPr>
        </p:sp>
        <p:sp>
          <p:nvSpPr>
            <p:cNvPr id="2815" name="Candidate_receptor__2814">
              <a:extLst>
                <a:ext uri="{FF2B5EF4-FFF2-40B4-BE49-F238E27FC236}">
                  <a16:creationId xmlns:a16="http://schemas.microsoft.com/office/drawing/2014/main" id="{7F2220F5-35FD-8978-ECCF-44575B2D197C}"/>
                </a:ext>
              </a:extLst>
            </p:cNvPr>
            <p:cNvSpPr>
              <a:spLocks noGrp="1"/>
            </p:cNvSpPr>
            <p:nvPr/>
          </p:nvSpPr>
          <p:spPr>
            <a:xfrm>
              <a:off x="5942510" y="4704531"/>
              <a:ext cx="63515" cy="79866"/>
            </a:xfrm>
            <a:custGeom>
              <a:avLst/>
              <a:gdLst/>
              <a:ahLst/>
              <a:cxnLst/>
              <a:rect l="0" t="0" r="0" b="0"/>
              <a:pathLst>
                <a:path w="63515" h="79866">
                  <a:moveTo>
                    <a:pt x="0" y="79866"/>
                  </a:moveTo>
                  <a:lnTo>
                    <a:pt x="63515" y="0"/>
                  </a:lnTo>
                </a:path>
              </a:pathLst>
            </a:custGeom>
            <a:noFill/>
            <a:ln w="20003">
              <a:solidFill>
                <a:srgbClr val="E2E6E9"/>
              </a:solidFill>
            </a:ln>
          </p:spPr>
        </p:sp>
        <p:sp>
          <p:nvSpPr>
            <p:cNvPr id="2816" name="Candidate_receptor__2815">
              <a:extLst>
                <a:ext uri="{FF2B5EF4-FFF2-40B4-BE49-F238E27FC236}">
                  <a16:creationId xmlns:a16="http://schemas.microsoft.com/office/drawing/2014/main" id="{BC8D2BB6-75D4-A239-EBC8-649A99F6167A}"/>
                </a:ext>
              </a:extLst>
            </p:cNvPr>
            <p:cNvSpPr>
              <a:spLocks noGrp="1"/>
            </p:cNvSpPr>
            <p:nvPr/>
          </p:nvSpPr>
          <p:spPr>
            <a:xfrm>
              <a:off x="5846382" y="3487622"/>
              <a:ext cx="28885" cy="37685"/>
            </a:xfrm>
            <a:custGeom>
              <a:avLst/>
              <a:gdLst/>
              <a:ahLst/>
              <a:cxnLst/>
              <a:rect l="0" t="0" r="0" b="0"/>
              <a:pathLst>
                <a:path w="28885" h="37685">
                  <a:moveTo>
                    <a:pt x="0" y="37685"/>
                  </a:moveTo>
                  <a:lnTo>
                    <a:pt x="28885" y="0"/>
                  </a:lnTo>
                </a:path>
              </a:pathLst>
            </a:custGeom>
            <a:noFill/>
            <a:ln w="8096">
              <a:solidFill>
                <a:srgbClr val="E2E6E9"/>
              </a:solidFill>
            </a:ln>
          </p:spPr>
        </p:sp>
        <p:sp>
          <p:nvSpPr>
            <p:cNvPr id="2817" name="Candidate_receptor__2816">
              <a:extLst>
                <a:ext uri="{FF2B5EF4-FFF2-40B4-BE49-F238E27FC236}">
                  <a16:creationId xmlns:a16="http://schemas.microsoft.com/office/drawing/2014/main" id="{39B6409C-5B2C-9BB4-16C0-40AB677E12C1}"/>
                </a:ext>
              </a:extLst>
            </p:cNvPr>
            <p:cNvSpPr>
              <a:spLocks noGrp="1"/>
            </p:cNvSpPr>
            <p:nvPr/>
          </p:nvSpPr>
          <p:spPr>
            <a:xfrm>
              <a:off x="4413098" y="3620026"/>
              <a:ext cx="59257" cy="53976"/>
            </a:xfrm>
            <a:custGeom>
              <a:avLst/>
              <a:gdLst/>
              <a:ahLst/>
              <a:cxnLst/>
              <a:rect l="0" t="0" r="0" b="0"/>
              <a:pathLst>
                <a:path w="59257" h="53976">
                  <a:moveTo>
                    <a:pt x="0" y="53976"/>
                  </a:moveTo>
                  <a:lnTo>
                    <a:pt x="59257" y="0"/>
                  </a:lnTo>
                </a:path>
              </a:pathLst>
            </a:custGeom>
            <a:noFill/>
            <a:ln w="8096">
              <a:solidFill>
                <a:srgbClr val="E2E6E9"/>
              </a:solidFill>
            </a:ln>
          </p:spPr>
        </p:sp>
        <p:sp>
          <p:nvSpPr>
            <p:cNvPr id="2818" name="Candidate_receptor__2817">
              <a:extLst>
                <a:ext uri="{FF2B5EF4-FFF2-40B4-BE49-F238E27FC236}">
                  <a16:creationId xmlns:a16="http://schemas.microsoft.com/office/drawing/2014/main" id="{92FF16C2-AADB-5BED-924D-F7F58A4FE39C}"/>
                </a:ext>
              </a:extLst>
            </p:cNvPr>
            <p:cNvSpPr>
              <a:spLocks noGrp="1"/>
            </p:cNvSpPr>
            <p:nvPr/>
          </p:nvSpPr>
          <p:spPr>
            <a:xfrm>
              <a:off x="4435397" y="4736357"/>
              <a:ext cx="46438" cy="100716"/>
            </a:xfrm>
            <a:custGeom>
              <a:avLst/>
              <a:gdLst/>
              <a:ahLst/>
              <a:cxnLst/>
              <a:rect l="0" t="0" r="0" b="0"/>
              <a:pathLst>
                <a:path w="46438" h="100716">
                  <a:moveTo>
                    <a:pt x="0" y="100716"/>
                  </a:moveTo>
                  <a:lnTo>
                    <a:pt x="46438" y="0"/>
                  </a:lnTo>
                </a:path>
              </a:pathLst>
            </a:custGeom>
            <a:noFill/>
            <a:ln w="8096">
              <a:solidFill>
                <a:srgbClr val="E2E6E9"/>
              </a:solidFill>
            </a:ln>
          </p:spPr>
        </p:sp>
        <p:sp>
          <p:nvSpPr>
            <p:cNvPr id="2819" name="Candidate_receptor__2818">
              <a:extLst>
                <a:ext uri="{FF2B5EF4-FFF2-40B4-BE49-F238E27FC236}">
                  <a16:creationId xmlns:a16="http://schemas.microsoft.com/office/drawing/2014/main" id="{679E47F9-2E95-9B48-8B3C-3D29E1B2F845}"/>
                </a:ext>
              </a:extLst>
            </p:cNvPr>
            <p:cNvSpPr>
              <a:spLocks noGrp="1"/>
            </p:cNvSpPr>
            <p:nvPr/>
          </p:nvSpPr>
          <p:spPr>
            <a:xfrm>
              <a:off x="6257246" y="4709436"/>
              <a:ext cx="94971" cy="53126"/>
            </a:xfrm>
            <a:custGeom>
              <a:avLst/>
              <a:gdLst/>
              <a:ahLst/>
              <a:cxnLst/>
              <a:rect l="0" t="0" r="0" b="0"/>
              <a:pathLst>
                <a:path w="94971" h="53126">
                  <a:moveTo>
                    <a:pt x="0" y="0"/>
                  </a:moveTo>
                  <a:lnTo>
                    <a:pt x="94971" y="53126"/>
                  </a:lnTo>
                </a:path>
              </a:pathLst>
            </a:custGeom>
            <a:noFill/>
            <a:ln w="20003">
              <a:solidFill>
                <a:srgbClr val="E2E6E9"/>
              </a:solidFill>
            </a:ln>
          </p:spPr>
        </p:sp>
        <p:sp>
          <p:nvSpPr>
            <p:cNvPr id="2820" name="Candidate_receptor__2819">
              <a:extLst>
                <a:ext uri="{FF2B5EF4-FFF2-40B4-BE49-F238E27FC236}">
                  <a16:creationId xmlns:a16="http://schemas.microsoft.com/office/drawing/2014/main" id="{EF7AFDF1-780E-3CA3-3E2B-FE996BC03D85}"/>
                </a:ext>
              </a:extLst>
            </p:cNvPr>
            <p:cNvSpPr>
              <a:spLocks noGrp="1"/>
            </p:cNvSpPr>
            <p:nvPr/>
          </p:nvSpPr>
          <p:spPr>
            <a:xfrm>
              <a:off x="4684667" y="3579160"/>
              <a:ext cx="57111" cy="6110"/>
            </a:xfrm>
            <a:custGeom>
              <a:avLst/>
              <a:gdLst/>
              <a:ahLst/>
              <a:cxnLst/>
              <a:rect l="0" t="0" r="0" b="0"/>
              <a:pathLst>
                <a:path w="57111" h="6110">
                  <a:moveTo>
                    <a:pt x="0" y="0"/>
                  </a:moveTo>
                  <a:lnTo>
                    <a:pt x="57111" y="6110"/>
                  </a:lnTo>
                </a:path>
              </a:pathLst>
            </a:custGeom>
            <a:noFill/>
            <a:ln w="20003">
              <a:solidFill>
                <a:srgbClr val="E2E6E9"/>
              </a:solidFill>
            </a:ln>
          </p:spPr>
        </p:sp>
        <p:sp>
          <p:nvSpPr>
            <p:cNvPr id="2821" name="Candidate_receptor__2820">
              <a:extLst>
                <a:ext uri="{FF2B5EF4-FFF2-40B4-BE49-F238E27FC236}">
                  <a16:creationId xmlns:a16="http://schemas.microsoft.com/office/drawing/2014/main" id="{A0E0F0B7-B083-2022-DAA9-FB192A03F2DD}"/>
                </a:ext>
              </a:extLst>
            </p:cNvPr>
            <p:cNvSpPr>
              <a:spLocks noGrp="1"/>
            </p:cNvSpPr>
            <p:nvPr/>
          </p:nvSpPr>
          <p:spPr>
            <a:xfrm>
              <a:off x="4806694" y="4534456"/>
              <a:ext cx="84478" cy="34709"/>
            </a:xfrm>
            <a:custGeom>
              <a:avLst/>
              <a:gdLst/>
              <a:ahLst/>
              <a:cxnLst/>
              <a:rect l="0" t="0" r="0" b="0"/>
              <a:pathLst>
                <a:path w="84478" h="34709">
                  <a:moveTo>
                    <a:pt x="0" y="0"/>
                  </a:moveTo>
                  <a:lnTo>
                    <a:pt x="84478" y="34709"/>
                  </a:lnTo>
                </a:path>
              </a:pathLst>
            </a:custGeom>
            <a:noFill/>
            <a:ln w="20003">
              <a:solidFill>
                <a:srgbClr val="E2E6E9"/>
              </a:solidFill>
            </a:ln>
          </p:spPr>
        </p:sp>
        <p:sp>
          <p:nvSpPr>
            <p:cNvPr id="2822" name="Candidate_receptor__2821">
              <a:extLst>
                <a:ext uri="{FF2B5EF4-FFF2-40B4-BE49-F238E27FC236}">
                  <a16:creationId xmlns:a16="http://schemas.microsoft.com/office/drawing/2014/main" id="{217C991B-A6FF-F843-71BC-378D7D58FE76}"/>
                </a:ext>
              </a:extLst>
            </p:cNvPr>
            <p:cNvSpPr>
              <a:spLocks noGrp="1"/>
            </p:cNvSpPr>
            <p:nvPr/>
          </p:nvSpPr>
          <p:spPr>
            <a:xfrm>
              <a:off x="6544748" y="4555711"/>
              <a:ext cx="115530" cy="4081"/>
            </a:xfrm>
            <a:custGeom>
              <a:avLst/>
              <a:gdLst/>
              <a:ahLst/>
              <a:cxnLst/>
              <a:rect l="0" t="0" r="0" b="0"/>
              <a:pathLst>
                <a:path w="115530" h="4081">
                  <a:moveTo>
                    <a:pt x="115530" y="0"/>
                  </a:moveTo>
                  <a:lnTo>
                    <a:pt x="0" y="4081"/>
                  </a:lnTo>
                </a:path>
              </a:pathLst>
            </a:custGeom>
            <a:noFill/>
            <a:ln w="20003">
              <a:solidFill>
                <a:srgbClr val="E2E6E9"/>
              </a:solidFill>
            </a:ln>
          </p:spPr>
        </p:sp>
        <p:sp>
          <p:nvSpPr>
            <p:cNvPr id="2823" name="Candidate_receptor__2822">
              <a:extLst>
                <a:ext uri="{FF2B5EF4-FFF2-40B4-BE49-F238E27FC236}">
                  <a16:creationId xmlns:a16="http://schemas.microsoft.com/office/drawing/2014/main" id="{65AE1DF7-FBF2-013C-4138-564014570B32}"/>
                </a:ext>
              </a:extLst>
            </p:cNvPr>
            <p:cNvSpPr>
              <a:spLocks noGrp="1"/>
            </p:cNvSpPr>
            <p:nvPr/>
          </p:nvSpPr>
          <p:spPr>
            <a:xfrm>
              <a:off x="4568974" y="3628894"/>
              <a:ext cx="66772" cy="87361"/>
            </a:xfrm>
            <a:custGeom>
              <a:avLst/>
              <a:gdLst/>
              <a:ahLst/>
              <a:cxnLst/>
              <a:rect l="0" t="0" r="0" b="0"/>
              <a:pathLst>
                <a:path w="66772" h="87361">
                  <a:moveTo>
                    <a:pt x="0" y="0"/>
                  </a:moveTo>
                  <a:lnTo>
                    <a:pt x="66772" y="87361"/>
                  </a:lnTo>
                </a:path>
              </a:pathLst>
            </a:custGeom>
            <a:noFill/>
            <a:ln w="8096">
              <a:solidFill>
                <a:srgbClr val="E2E6EA"/>
              </a:solidFill>
            </a:ln>
          </p:spPr>
        </p:sp>
        <p:sp>
          <p:nvSpPr>
            <p:cNvPr id="2824" name="Candidate_receptor__2823">
              <a:extLst>
                <a:ext uri="{FF2B5EF4-FFF2-40B4-BE49-F238E27FC236}">
                  <a16:creationId xmlns:a16="http://schemas.microsoft.com/office/drawing/2014/main" id="{C10FD6EF-112C-2E01-14D2-7A3F23FF4C00}"/>
                </a:ext>
              </a:extLst>
            </p:cNvPr>
            <p:cNvSpPr>
              <a:spLocks noGrp="1"/>
            </p:cNvSpPr>
            <p:nvPr/>
          </p:nvSpPr>
          <p:spPr>
            <a:xfrm>
              <a:off x="5741034" y="4360343"/>
              <a:ext cx="108154" cy="9852"/>
            </a:xfrm>
            <a:custGeom>
              <a:avLst/>
              <a:gdLst/>
              <a:ahLst/>
              <a:cxnLst/>
              <a:rect l="0" t="0" r="0" b="0"/>
              <a:pathLst>
                <a:path w="108154" h="9852">
                  <a:moveTo>
                    <a:pt x="108154" y="9852"/>
                  </a:moveTo>
                  <a:lnTo>
                    <a:pt x="0" y="0"/>
                  </a:lnTo>
                </a:path>
              </a:pathLst>
            </a:custGeom>
            <a:noFill/>
            <a:ln w="20003">
              <a:solidFill>
                <a:srgbClr val="E2E6EA"/>
              </a:solidFill>
            </a:ln>
          </p:spPr>
        </p:sp>
        <p:sp>
          <p:nvSpPr>
            <p:cNvPr id="2825" name="Candidate_receptor__2824">
              <a:extLst>
                <a:ext uri="{FF2B5EF4-FFF2-40B4-BE49-F238E27FC236}">
                  <a16:creationId xmlns:a16="http://schemas.microsoft.com/office/drawing/2014/main" id="{2240C4BB-A968-12DC-D54C-355CFD522F68}"/>
                </a:ext>
              </a:extLst>
            </p:cNvPr>
            <p:cNvSpPr>
              <a:spLocks noGrp="1"/>
            </p:cNvSpPr>
            <p:nvPr/>
          </p:nvSpPr>
          <p:spPr>
            <a:xfrm>
              <a:off x="6310108" y="4762561"/>
              <a:ext cx="42109" cy="102783"/>
            </a:xfrm>
            <a:custGeom>
              <a:avLst/>
              <a:gdLst/>
              <a:ahLst/>
              <a:cxnLst/>
              <a:rect l="0" t="0" r="0" b="0"/>
              <a:pathLst>
                <a:path w="42109" h="102783">
                  <a:moveTo>
                    <a:pt x="42109" y="0"/>
                  </a:moveTo>
                  <a:lnTo>
                    <a:pt x="0" y="102783"/>
                  </a:lnTo>
                </a:path>
              </a:pathLst>
            </a:custGeom>
            <a:noFill/>
            <a:ln w="8096">
              <a:solidFill>
                <a:srgbClr val="E2E6EA"/>
              </a:solidFill>
            </a:ln>
          </p:spPr>
        </p:sp>
        <p:sp>
          <p:nvSpPr>
            <p:cNvPr id="2826" name="Candidate_receptor__2825">
              <a:extLst>
                <a:ext uri="{FF2B5EF4-FFF2-40B4-BE49-F238E27FC236}">
                  <a16:creationId xmlns:a16="http://schemas.microsoft.com/office/drawing/2014/main" id="{EAEB8D5A-FB3D-180D-F1BC-497A674DC892}"/>
                </a:ext>
              </a:extLst>
            </p:cNvPr>
            <p:cNvSpPr>
              <a:spLocks noGrp="1"/>
            </p:cNvSpPr>
            <p:nvPr/>
          </p:nvSpPr>
          <p:spPr>
            <a:xfrm>
              <a:off x="6001959" y="4199189"/>
              <a:ext cx="69560" cy="54095"/>
            </a:xfrm>
            <a:custGeom>
              <a:avLst/>
              <a:gdLst/>
              <a:ahLst/>
              <a:cxnLst/>
              <a:rect l="0" t="0" r="0" b="0"/>
              <a:pathLst>
                <a:path w="69560" h="54095">
                  <a:moveTo>
                    <a:pt x="69560" y="0"/>
                  </a:moveTo>
                  <a:lnTo>
                    <a:pt x="0" y="54095"/>
                  </a:lnTo>
                </a:path>
              </a:pathLst>
            </a:custGeom>
            <a:noFill/>
            <a:ln w="20003">
              <a:solidFill>
                <a:srgbClr val="E2E6EA"/>
              </a:solidFill>
            </a:ln>
          </p:spPr>
        </p:sp>
        <p:sp>
          <p:nvSpPr>
            <p:cNvPr id="2827" name="Candidate_receptor__2826">
              <a:extLst>
                <a:ext uri="{FF2B5EF4-FFF2-40B4-BE49-F238E27FC236}">
                  <a16:creationId xmlns:a16="http://schemas.microsoft.com/office/drawing/2014/main" id="{CF4208E4-C2B1-09F2-41CB-1D369E9E3B5C}"/>
                </a:ext>
              </a:extLst>
            </p:cNvPr>
            <p:cNvSpPr>
              <a:spLocks noGrp="1"/>
            </p:cNvSpPr>
            <p:nvPr/>
          </p:nvSpPr>
          <p:spPr>
            <a:xfrm>
              <a:off x="4873119" y="3752261"/>
              <a:ext cx="23055" cy="112820"/>
            </a:xfrm>
            <a:custGeom>
              <a:avLst/>
              <a:gdLst/>
              <a:ahLst/>
              <a:cxnLst/>
              <a:rect l="0" t="0" r="0" b="0"/>
              <a:pathLst>
                <a:path w="23055" h="112820">
                  <a:moveTo>
                    <a:pt x="0" y="112820"/>
                  </a:moveTo>
                  <a:lnTo>
                    <a:pt x="23055" y="0"/>
                  </a:lnTo>
                </a:path>
              </a:pathLst>
            </a:custGeom>
            <a:noFill/>
            <a:ln w="20003">
              <a:solidFill>
                <a:srgbClr val="E2E6EA"/>
              </a:solidFill>
            </a:ln>
          </p:spPr>
        </p:sp>
        <p:sp>
          <p:nvSpPr>
            <p:cNvPr id="2828" name="Candidate_receptor__2827">
              <a:extLst>
                <a:ext uri="{FF2B5EF4-FFF2-40B4-BE49-F238E27FC236}">
                  <a16:creationId xmlns:a16="http://schemas.microsoft.com/office/drawing/2014/main" id="{337C6069-38CC-7AE0-FF6C-1CA643AFEB32}"/>
                </a:ext>
              </a:extLst>
            </p:cNvPr>
            <p:cNvSpPr>
              <a:spLocks noGrp="1"/>
            </p:cNvSpPr>
            <p:nvPr/>
          </p:nvSpPr>
          <p:spPr>
            <a:xfrm>
              <a:off x="6071519" y="4108464"/>
              <a:ext cx="12689" cy="90726"/>
            </a:xfrm>
            <a:custGeom>
              <a:avLst/>
              <a:gdLst/>
              <a:ahLst/>
              <a:cxnLst/>
              <a:rect l="0" t="0" r="0" b="0"/>
              <a:pathLst>
                <a:path w="12689" h="90726">
                  <a:moveTo>
                    <a:pt x="12689" y="0"/>
                  </a:moveTo>
                  <a:lnTo>
                    <a:pt x="0" y="90726"/>
                  </a:lnTo>
                </a:path>
              </a:pathLst>
            </a:custGeom>
            <a:noFill/>
            <a:ln w="20003">
              <a:solidFill>
                <a:srgbClr val="E2E6EA"/>
              </a:solidFill>
            </a:ln>
          </p:spPr>
        </p:sp>
        <p:sp>
          <p:nvSpPr>
            <p:cNvPr id="2829" name="Candidate_receptor__2828">
              <a:extLst>
                <a:ext uri="{FF2B5EF4-FFF2-40B4-BE49-F238E27FC236}">
                  <a16:creationId xmlns:a16="http://schemas.microsoft.com/office/drawing/2014/main" id="{9B55CBE8-D4FF-6F37-EAF8-A6A3FF88CD30}"/>
                </a:ext>
              </a:extLst>
            </p:cNvPr>
            <p:cNvSpPr>
              <a:spLocks noGrp="1"/>
            </p:cNvSpPr>
            <p:nvPr/>
          </p:nvSpPr>
          <p:spPr>
            <a:xfrm>
              <a:off x="6402439" y="3533149"/>
              <a:ext cx="51168" cy="99419"/>
            </a:xfrm>
            <a:custGeom>
              <a:avLst/>
              <a:gdLst/>
              <a:ahLst/>
              <a:cxnLst/>
              <a:rect l="0" t="0" r="0" b="0"/>
              <a:pathLst>
                <a:path w="51168" h="99419">
                  <a:moveTo>
                    <a:pt x="0" y="99419"/>
                  </a:moveTo>
                  <a:lnTo>
                    <a:pt x="51168" y="0"/>
                  </a:lnTo>
                </a:path>
              </a:pathLst>
            </a:custGeom>
            <a:noFill/>
            <a:ln w="20003">
              <a:solidFill>
                <a:srgbClr val="E2E6EA"/>
              </a:solidFill>
            </a:ln>
          </p:spPr>
        </p:sp>
        <p:sp>
          <p:nvSpPr>
            <p:cNvPr id="2830" name="Candidate_receptor__2829">
              <a:extLst>
                <a:ext uri="{FF2B5EF4-FFF2-40B4-BE49-F238E27FC236}">
                  <a16:creationId xmlns:a16="http://schemas.microsoft.com/office/drawing/2014/main" id="{5D478902-2332-28CF-FA90-96D578586DEE}"/>
                </a:ext>
              </a:extLst>
            </p:cNvPr>
            <p:cNvSpPr>
              <a:spLocks noGrp="1"/>
            </p:cNvSpPr>
            <p:nvPr/>
          </p:nvSpPr>
          <p:spPr>
            <a:xfrm>
              <a:off x="4772212" y="4905600"/>
              <a:ext cx="77190" cy="70785"/>
            </a:xfrm>
            <a:custGeom>
              <a:avLst/>
              <a:gdLst/>
              <a:ahLst/>
              <a:cxnLst/>
              <a:rect l="0" t="0" r="0" b="0"/>
              <a:pathLst>
                <a:path w="77190" h="70785">
                  <a:moveTo>
                    <a:pt x="77190" y="70785"/>
                  </a:moveTo>
                  <a:lnTo>
                    <a:pt x="0" y="0"/>
                  </a:lnTo>
                </a:path>
              </a:pathLst>
            </a:custGeom>
            <a:noFill/>
            <a:ln w="20003">
              <a:solidFill>
                <a:srgbClr val="E2E6EA"/>
              </a:solidFill>
            </a:ln>
          </p:spPr>
        </p:sp>
        <p:sp>
          <p:nvSpPr>
            <p:cNvPr id="2831" name="Candidate_receptor__2830">
              <a:extLst>
                <a:ext uri="{FF2B5EF4-FFF2-40B4-BE49-F238E27FC236}">
                  <a16:creationId xmlns:a16="http://schemas.microsoft.com/office/drawing/2014/main" id="{3792990A-D8F2-4765-85EE-9A995BDC7BD7}"/>
                </a:ext>
              </a:extLst>
            </p:cNvPr>
            <p:cNvSpPr>
              <a:spLocks noGrp="1"/>
            </p:cNvSpPr>
            <p:nvPr/>
          </p:nvSpPr>
          <p:spPr>
            <a:xfrm>
              <a:off x="4681542" y="4905600"/>
              <a:ext cx="90670" cy="53630"/>
            </a:xfrm>
            <a:custGeom>
              <a:avLst/>
              <a:gdLst/>
              <a:ahLst/>
              <a:cxnLst/>
              <a:rect l="0" t="0" r="0" b="0"/>
              <a:pathLst>
                <a:path w="90670" h="53630">
                  <a:moveTo>
                    <a:pt x="90670" y="0"/>
                  </a:moveTo>
                  <a:lnTo>
                    <a:pt x="0" y="53630"/>
                  </a:lnTo>
                </a:path>
              </a:pathLst>
            </a:custGeom>
            <a:noFill/>
            <a:ln w="20003">
              <a:solidFill>
                <a:srgbClr val="E2E6EA"/>
              </a:solidFill>
            </a:ln>
          </p:spPr>
        </p:sp>
        <p:sp>
          <p:nvSpPr>
            <p:cNvPr id="2832" name="Candidate_receptor__2831">
              <a:extLst>
                <a:ext uri="{FF2B5EF4-FFF2-40B4-BE49-F238E27FC236}">
                  <a16:creationId xmlns:a16="http://schemas.microsoft.com/office/drawing/2014/main" id="{253DB69B-76C4-99DB-58C4-78E4150F42E7}"/>
                </a:ext>
              </a:extLst>
            </p:cNvPr>
            <p:cNvSpPr>
              <a:spLocks noGrp="1"/>
            </p:cNvSpPr>
            <p:nvPr/>
          </p:nvSpPr>
          <p:spPr>
            <a:xfrm>
              <a:off x="4879447" y="4569165"/>
              <a:ext cx="11725" cy="105299"/>
            </a:xfrm>
            <a:custGeom>
              <a:avLst/>
              <a:gdLst/>
              <a:ahLst/>
              <a:cxnLst/>
              <a:rect l="0" t="0" r="0" b="0"/>
              <a:pathLst>
                <a:path w="11725" h="105299">
                  <a:moveTo>
                    <a:pt x="11725" y="0"/>
                  </a:moveTo>
                  <a:lnTo>
                    <a:pt x="0" y="105299"/>
                  </a:lnTo>
                </a:path>
              </a:pathLst>
            </a:custGeom>
            <a:noFill/>
            <a:ln w="20003">
              <a:solidFill>
                <a:srgbClr val="E2E6EA"/>
              </a:solidFill>
            </a:ln>
          </p:spPr>
        </p:sp>
        <p:sp>
          <p:nvSpPr>
            <p:cNvPr id="2833" name="Candidate_receptor__2832">
              <a:extLst>
                <a:ext uri="{FF2B5EF4-FFF2-40B4-BE49-F238E27FC236}">
                  <a16:creationId xmlns:a16="http://schemas.microsoft.com/office/drawing/2014/main" id="{95CD9B58-F2AF-F154-5CFC-1D0B91E780AE}"/>
                </a:ext>
              </a:extLst>
            </p:cNvPr>
            <p:cNvSpPr>
              <a:spLocks noGrp="1"/>
            </p:cNvSpPr>
            <p:nvPr/>
          </p:nvSpPr>
          <p:spPr>
            <a:xfrm>
              <a:off x="5531073" y="3980703"/>
              <a:ext cx="88343" cy="42494"/>
            </a:xfrm>
            <a:custGeom>
              <a:avLst/>
              <a:gdLst/>
              <a:ahLst/>
              <a:cxnLst/>
              <a:rect l="0" t="0" r="0" b="0"/>
              <a:pathLst>
                <a:path w="88343" h="42494">
                  <a:moveTo>
                    <a:pt x="0" y="42494"/>
                  </a:moveTo>
                  <a:lnTo>
                    <a:pt x="88343" y="0"/>
                  </a:lnTo>
                </a:path>
              </a:pathLst>
            </a:custGeom>
            <a:noFill/>
            <a:ln w="8096">
              <a:solidFill>
                <a:srgbClr val="E2E6EA"/>
              </a:solidFill>
            </a:ln>
          </p:spPr>
        </p:sp>
        <p:sp>
          <p:nvSpPr>
            <p:cNvPr id="2834" name="Candidate_receptor__2833">
              <a:extLst>
                <a:ext uri="{FF2B5EF4-FFF2-40B4-BE49-F238E27FC236}">
                  <a16:creationId xmlns:a16="http://schemas.microsoft.com/office/drawing/2014/main" id="{4CE8AF5A-0113-76F7-50D7-70542587D347}"/>
                </a:ext>
              </a:extLst>
            </p:cNvPr>
            <p:cNvSpPr>
              <a:spLocks noGrp="1"/>
            </p:cNvSpPr>
            <p:nvPr/>
          </p:nvSpPr>
          <p:spPr>
            <a:xfrm>
              <a:off x="5033230" y="3387915"/>
              <a:ext cx="42829" cy="96843"/>
            </a:xfrm>
            <a:custGeom>
              <a:avLst/>
              <a:gdLst/>
              <a:ahLst/>
              <a:cxnLst/>
              <a:rect l="0" t="0" r="0" b="0"/>
              <a:pathLst>
                <a:path w="42829" h="96843">
                  <a:moveTo>
                    <a:pt x="0" y="0"/>
                  </a:moveTo>
                  <a:lnTo>
                    <a:pt x="42829" y="96843"/>
                  </a:lnTo>
                </a:path>
              </a:pathLst>
            </a:custGeom>
            <a:noFill/>
            <a:ln w="20003">
              <a:solidFill>
                <a:srgbClr val="E2E6EA"/>
              </a:solidFill>
            </a:ln>
          </p:spPr>
        </p:sp>
        <p:sp>
          <p:nvSpPr>
            <p:cNvPr id="2835" name="Candidate_receptor__2834">
              <a:extLst>
                <a:ext uri="{FF2B5EF4-FFF2-40B4-BE49-F238E27FC236}">
                  <a16:creationId xmlns:a16="http://schemas.microsoft.com/office/drawing/2014/main" id="{EC330EB0-E1C2-3B58-9FC3-0A97653D5BE6}"/>
                </a:ext>
              </a:extLst>
            </p:cNvPr>
            <p:cNvSpPr>
              <a:spLocks noGrp="1"/>
            </p:cNvSpPr>
            <p:nvPr/>
          </p:nvSpPr>
          <p:spPr>
            <a:xfrm>
              <a:off x="4981491" y="3828519"/>
              <a:ext cx="34106" cy="60129"/>
            </a:xfrm>
            <a:custGeom>
              <a:avLst/>
              <a:gdLst/>
              <a:ahLst/>
              <a:cxnLst/>
              <a:rect l="0" t="0" r="0" b="0"/>
              <a:pathLst>
                <a:path w="34106" h="60129">
                  <a:moveTo>
                    <a:pt x="34106" y="0"/>
                  </a:moveTo>
                  <a:lnTo>
                    <a:pt x="0" y="60129"/>
                  </a:lnTo>
                </a:path>
              </a:pathLst>
            </a:custGeom>
            <a:noFill/>
            <a:ln w="20003">
              <a:solidFill>
                <a:srgbClr val="E2E6EA"/>
              </a:solidFill>
            </a:ln>
          </p:spPr>
        </p:sp>
        <p:sp>
          <p:nvSpPr>
            <p:cNvPr id="2836" name="Candidate_receptor__2835">
              <a:extLst>
                <a:ext uri="{FF2B5EF4-FFF2-40B4-BE49-F238E27FC236}">
                  <a16:creationId xmlns:a16="http://schemas.microsoft.com/office/drawing/2014/main" id="{E3D874D3-B853-4969-160E-52C6F13A57B3}"/>
                </a:ext>
              </a:extLst>
            </p:cNvPr>
            <p:cNvSpPr>
              <a:spLocks noGrp="1"/>
            </p:cNvSpPr>
            <p:nvPr/>
          </p:nvSpPr>
          <p:spPr>
            <a:xfrm>
              <a:off x="5502140" y="3245775"/>
              <a:ext cx="84061" cy="76795"/>
            </a:xfrm>
            <a:custGeom>
              <a:avLst/>
              <a:gdLst/>
              <a:ahLst/>
              <a:cxnLst/>
              <a:rect l="0" t="0" r="0" b="0"/>
              <a:pathLst>
                <a:path w="84061" h="76795">
                  <a:moveTo>
                    <a:pt x="84061" y="76795"/>
                  </a:moveTo>
                  <a:lnTo>
                    <a:pt x="0" y="0"/>
                  </a:lnTo>
                </a:path>
              </a:pathLst>
            </a:custGeom>
            <a:noFill/>
            <a:ln w="20003">
              <a:solidFill>
                <a:srgbClr val="E2E6EA"/>
              </a:solidFill>
            </a:ln>
          </p:spPr>
        </p:sp>
        <p:sp>
          <p:nvSpPr>
            <p:cNvPr id="2837" name="Candidate_receptor__2836">
              <a:extLst>
                <a:ext uri="{FF2B5EF4-FFF2-40B4-BE49-F238E27FC236}">
                  <a16:creationId xmlns:a16="http://schemas.microsoft.com/office/drawing/2014/main" id="{FBA665BB-E0F4-4511-8D1C-3DD983869466}"/>
                </a:ext>
              </a:extLst>
            </p:cNvPr>
            <p:cNvSpPr>
              <a:spLocks noGrp="1"/>
            </p:cNvSpPr>
            <p:nvPr/>
          </p:nvSpPr>
          <p:spPr>
            <a:xfrm>
              <a:off x="5958425" y="4111008"/>
              <a:ext cx="11975" cy="4640"/>
            </a:xfrm>
            <a:custGeom>
              <a:avLst/>
              <a:gdLst/>
              <a:ahLst/>
              <a:cxnLst/>
              <a:rect l="0" t="0" r="0" b="0"/>
              <a:pathLst>
                <a:path w="11975" h="4640">
                  <a:moveTo>
                    <a:pt x="0" y="0"/>
                  </a:moveTo>
                  <a:lnTo>
                    <a:pt x="11975" y="4640"/>
                  </a:lnTo>
                </a:path>
              </a:pathLst>
            </a:custGeom>
            <a:noFill/>
            <a:ln w="20003">
              <a:solidFill>
                <a:srgbClr val="E2E6EA"/>
              </a:solidFill>
            </a:ln>
          </p:spPr>
        </p:sp>
        <p:sp>
          <p:nvSpPr>
            <p:cNvPr id="2838" name="Candidate_receptor__2837">
              <a:extLst>
                <a:ext uri="{FF2B5EF4-FFF2-40B4-BE49-F238E27FC236}">
                  <a16:creationId xmlns:a16="http://schemas.microsoft.com/office/drawing/2014/main" id="{EC066834-AE87-7C53-BAAE-93355FBF4404}"/>
                </a:ext>
              </a:extLst>
            </p:cNvPr>
            <p:cNvSpPr>
              <a:spLocks noGrp="1"/>
            </p:cNvSpPr>
            <p:nvPr/>
          </p:nvSpPr>
          <p:spPr>
            <a:xfrm>
              <a:off x="5726473" y="3492476"/>
              <a:ext cx="26798" cy="90434"/>
            </a:xfrm>
            <a:custGeom>
              <a:avLst/>
              <a:gdLst/>
              <a:ahLst/>
              <a:cxnLst/>
              <a:rect l="0" t="0" r="0" b="0"/>
              <a:pathLst>
                <a:path w="26798" h="90434">
                  <a:moveTo>
                    <a:pt x="0" y="0"/>
                  </a:moveTo>
                  <a:lnTo>
                    <a:pt x="26798" y="90434"/>
                  </a:lnTo>
                </a:path>
              </a:pathLst>
            </a:custGeom>
            <a:noFill/>
            <a:ln w="8096">
              <a:solidFill>
                <a:srgbClr val="E2E6EA"/>
              </a:solidFill>
            </a:ln>
          </p:spPr>
        </p:sp>
        <p:sp>
          <p:nvSpPr>
            <p:cNvPr id="2839" name="Candidate_receptor__2838">
              <a:extLst>
                <a:ext uri="{FF2B5EF4-FFF2-40B4-BE49-F238E27FC236}">
                  <a16:creationId xmlns:a16="http://schemas.microsoft.com/office/drawing/2014/main" id="{501CF966-C002-1227-B84B-F7F1937FA687}"/>
                </a:ext>
              </a:extLst>
            </p:cNvPr>
            <p:cNvSpPr>
              <a:spLocks noGrp="1"/>
            </p:cNvSpPr>
            <p:nvPr/>
          </p:nvSpPr>
          <p:spPr>
            <a:xfrm>
              <a:off x="4785875" y="4976386"/>
              <a:ext cx="63527" cy="93188"/>
            </a:xfrm>
            <a:custGeom>
              <a:avLst/>
              <a:gdLst/>
              <a:ahLst/>
              <a:cxnLst/>
              <a:rect l="0" t="0" r="0" b="0"/>
              <a:pathLst>
                <a:path w="63527" h="93188">
                  <a:moveTo>
                    <a:pt x="0" y="93188"/>
                  </a:moveTo>
                  <a:lnTo>
                    <a:pt x="63527" y="0"/>
                  </a:lnTo>
                </a:path>
              </a:pathLst>
            </a:custGeom>
            <a:noFill/>
            <a:ln w="20003">
              <a:solidFill>
                <a:srgbClr val="E2E6EA"/>
              </a:solidFill>
            </a:ln>
          </p:spPr>
        </p:sp>
        <p:sp>
          <p:nvSpPr>
            <p:cNvPr id="2840" name="Candidate_receptor__2839">
              <a:extLst>
                <a:ext uri="{FF2B5EF4-FFF2-40B4-BE49-F238E27FC236}">
                  <a16:creationId xmlns:a16="http://schemas.microsoft.com/office/drawing/2014/main" id="{9158315A-52EA-0681-DA23-21CDF14E45A7}"/>
                </a:ext>
              </a:extLst>
            </p:cNvPr>
            <p:cNvSpPr>
              <a:spLocks noGrp="1"/>
            </p:cNvSpPr>
            <p:nvPr/>
          </p:nvSpPr>
          <p:spPr>
            <a:xfrm>
              <a:off x="6196970" y="4709436"/>
              <a:ext cx="60276" cy="39577"/>
            </a:xfrm>
            <a:custGeom>
              <a:avLst/>
              <a:gdLst/>
              <a:ahLst/>
              <a:cxnLst/>
              <a:rect l="0" t="0" r="0" b="0"/>
              <a:pathLst>
                <a:path w="60276" h="39577">
                  <a:moveTo>
                    <a:pt x="0" y="39577"/>
                  </a:moveTo>
                  <a:lnTo>
                    <a:pt x="60276" y="0"/>
                  </a:lnTo>
                </a:path>
              </a:pathLst>
            </a:custGeom>
            <a:noFill/>
            <a:ln w="20003">
              <a:solidFill>
                <a:srgbClr val="E2E6EA"/>
              </a:solidFill>
            </a:ln>
          </p:spPr>
        </p:sp>
        <p:sp>
          <p:nvSpPr>
            <p:cNvPr id="2841" name="Candidate_receptor__2840">
              <a:extLst>
                <a:ext uri="{FF2B5EF4-FFF2-40B4-BE49-F238E27FC236}">
                  <a16:creationId xmlns:a16="http://schemas.microsoft.com/office/drawing/2014/main" id="{900DF55A-A7A6-A1EF-F09F-6AEEA24B2B94}"/>
                </a:ext>
              </a:extLst>
            </p:cNvPr>
            <p:cNvSpPr>
              <a:spLocks noGrp="1"/>
            </p:cNvSpPr>
            <p:nvPr/>
          </p:nvSpPr>
          <p:spPr>
            <a:xfrm>
              <a:off x="5117541" y="2816856"/>
              <a:ext cx="87841" cy="52351"/>
            </a:xfrm>
            <a:custGeom>
              <a:avLst/>
              <a:gdLst/>
              <a:ahLst/>
              <a:cxnLst/>
              <a:rect l="0" t="0" r="0" b="0"/>
              <a:pathLst>
                <a:path w="87841" h="52351">
                  <a:moveTo>
                    <a:pt x="0" y="0"/>
                  </a:moveTo>
                  <a:lnTo>
                    <a:pt x="87841" y="52351"/>
                  </a:lnTo>
                </a:path>
              </a:pathLst>
            </a:custGeom>
            <a:noFill/>
            <a:ln w="20003">
              <a:solidFill>
                <a:srgbClr val="E2E6EA"/>
              </a:solidFill>
            </a:ln>
          </p:spPr>
        </p:sp>
        <p:sp>
          <p:nvSpPr>
            <p:cNvPr id="2842" name="Candidate_receptor__2841">
              <a:extLst>
                <a:ext uri="{FF2B5EF4-FFF2-40B4-BE49-F238E27FC236}">
                  <a16:creationId xmlns:a16="http://schemas.microsoft.com/office/drawing/2014/main" id="{6E7A4440-959A-DD5C-5EF2-98155CA6AC62}"/>
                </a:ext>
              </a:extLst>
            </p:cNvPr>
            <p:cNvSpPr>
              <a:spLocks noGrp="1"/>
            </p:cNvSpPr>
            <p:nvPr/>
          </p:nvSpPr>
          <p:spPr>
            <a:xfrm>
              <a:off x="5876263" y="4530839"/>
              <a:ext cx="63123" cy="95091"/>
            </a:xfrm>
            <a:custGeom>
              <a:avLst/>
              <a:gdLst/>
              <a:ahLst/>
              <a:cxnLst/>
              <a:rect l="0" t="0" r="0" b="0"/>
              <a:pathLst>
                <a:path w="63123" h="95091">
                  <a:moveTo>
                    <a:pt x="0" y="95091"/>
                  </a:moveTo>
                  <a:lnTo>
                    <a:pt x="63123" y="0"/>
                  </a:lnTo>
                </a:path>
              </a:pathLst>
            </a:custGeom>
            <a:noFill/>
            <a:ln w="20003">
              <a:solidFill>
                <a:srgbClr val="E2E6EA"/>
              </a:solidFill>
            </a:ln>
          </p:spPr>
        </p:sp>
        <p:sp>
          <p:nvSpPr>
            <p:cNvPr id="2843" name="Candidate_receptor__2842">
              <a:extLst>
                <a:ext uri="{FF2B5EF4-FFF2-40B4-BE49-F238E27FC236}">
                  <a16:creationId xmlns:a16="http://schemas.microsoft.com/office/drawing/2014/main" id="{4925DFF8-06A5-EA7E-FA6D-1DFDF3FAB498}"/>
                </a:ext>
              </a:extLst>
            </p:cNvPr>
            <p:cNvSpPr>
              <a:spLocks noGrp="1"/>
            </p:cNvSpPr>
            <p:nvPr/>
          </p:nvSpPr>
          <p:spPr>
            <a:xfrm>
              <a:off x="6156010" y="3766000"/>
              <a:ext cx="114141" cy="15439"/>
            </a:xfrm>
            <a:custGeom>
              <a:avLst/>
              <a:gdLst/>
              <a:ahLst/>
              <a:cxnLst/>
              <a:rect l="0" t="0" r="0" b="0"/>
              <a:pathLst>
                <a:path w="114141" h="15439">
                  <a:moveTo>
                    <a:pt x="0" y="0"/>
                  </a:moveTo>
                  <a:lnTo>
                    <a:pt x="114141" y="15439"/>
                  </a:lnTo>
                </a:path>
              </a:pathLst>
            </a:custGeom>
            <a:noFill/>
            <a:ln w="20003">
              <a:solidFill>
                <a:srgbClr val="E2E6EA"/>
              </a:solidFill>
            </a:ln>
          </p:spPr>
        </p:sp>
        <p:sp>
          <p:nvSpPr>
            <p:cNvPr id="2844" name="Candidate_receptor__2843">
              <a:extLst>
                <a:ext uri="{FF2B5EF4-FFF2-40B4-BE49-F238E27FC236}">
                  <a16:creationId xmlns:a16="http://schemas.microsoft.com/office/drawing/2014/main" id="{BFAA76FA-272A-2B9A-379E-6D764FFC994F}"/>
                </a:ext>
              </a:extLst>
            </p:cNvPr>
            <p:cNvSpPr>
              <a:spLocks noGrp="1"/>
            </p:cNvSpPr>
            <p:nvPr/>
          </p:nvSpPr>
          <p:spPr>
            <a:xfrm>
              <a:off x="4942463" y="2524162"/>
              <a:ext cx="13704" cy="83502"/>
            </a:xfrm>
            <a:custGeom>
              <a:avLst/>
              <a:gdLst/>
              <a:ahLst/>
              <a:cxnLst/>
              <a:rect l="0" t="0" r="0" b="0"/>
              <a:pathLst>
                <a:path w="13704" h="83502">
                  <a:moveTo>
                    <a:pt x="13704" y="83502"/>
                  </a:moveTo>
                  <a:lnTo>
                    <a:pt x="0" y="0"/>
                  </a:lnTo>
                </a:path>
              </a:pathLst>
            </a:custGeom>
            <a:noFill/>
            <a:ln w="8096">
              <a:solidFill>
                <a:srgbClr val="E2E7EA"/>
              </a:solidFill>
            </a:ln>
          </p:spPr>
        </p:sp>
        <p:sp>
          <p:nvSpPr>
            <p:cNvPr id="2845" name="Candidate_receptor__2844">
              <a:extLst>
                <a:ext uri="{FF2B5EF4-FFF2-40B4-BE49-F238E27FC236}">
                  <a16:creationId xmlns:a16="http://schemas.microsoft.com/office/drawing/2014/main" id="{F41956BC-CD39-9C5D-749E-AB44A143997C}"/>
                </a:ext>
              </a:extLst>
            </p:cNvPr>
            <p:cNvSpPr>
              <a:spLocks noGrp="1"/>
            </p:cNvSpPr>
            <p:nvPr/>
          </p:nvSpPr>
          <p:spPr>
            <a:xfrm>
              <a:off x="5865943" y="3966592"/>
              <a:ext cx="94167" cy="34666"/>
            </a:xfrm>
            <a:custGeom>
              <a:avLst/>
              <a:gdLst/>
              <a:ahLst/>
              <a:cxnLst/>
              <a:rect l="0" t="0" r="0" b="0"/>
              <a:pathLst>
                <a:path w="94167" h="34666">
                  <a:moveTo>
                    <a:pt x="0" y="34666"/>
                  </a:moveTo>
                  <a:lnTo>
                    <a:pt x="94167" y="0"/>
                  </a:lnTo>
                </a:path>
              </a:pathLst>
            </a:custGeom>
            <a:noFill/>
            <a:ln w="20003">
              <a:solidFill>
                <a:srgbClr val="E2E7EA"/>
              </a:solidFill>
            </a:ln>
          </p:spPr>
        </p:sp>
        <p:sp>
          <p:nvSpPr>
            <p:cNvPr id="2846" name="Candidate_receptor__2845">
              <a:extLst>
                <a:ext uri="{FF2B5EF4-FFF2-40B4-BE49-F238E27FC236}">
                  <a16:creationId xmlns:a16="http://schemas.microsoft.com/office/drawing/2014/main" id="{399649BD-0135-52BC-CECE-0BE103132831}"/>
                </a:ext>
              </a:extLst>
            </p:cNvPr>
            <p:cNvSpPr>
              <a:spLocks noGrp="1"/>
            </p:cNvSpPr>
            <p:nvPr/>
          </p:nvSpPr>
          <p:spPr>
            <a:xfrm>
              <a:off x="5669691" y="2696519"/>
              <a:ext cx="87450" cy="4646"/>
            </a:xfrm>
            <a:custGeom>
              <a:avLst/>
              <a:gdLst/>
              <a:ahLst/>
              <a:cxnLst/>
              <a:rect l="0" t="0" r="0" b="0"/>
              <a:pathLst>
                <a:path w="87450" h="4646">
                  <a:moveTo>
                    <a:pt x="0" y="4646"/>
                  </a:moveTo>
                  <a:lnTo>
                    <a:pt x="87450" y="0"/>
                  </a:lnTo>
                </a:path>
              </a:pathLst>
            </a:custGeom>
            <a:noFill/>
            <a:ln w="8096">
              <a:solidFill>
                <a:srgbClr val="E2E7EA"/>
              </a:solidFill>
            </a:ln>
          </p:spPr>
        </p:sp>
        <p:sp>
          <p:nvSpPr>
            <p:cNvPr id="2847" name="Candidate_receptor__2846">
              <a:extLst>
                <a:ext uri="{FF2B5EF4-FFF2-40B4-BE49-F238E27FC236}">
                  <a16:creationId xmlns:a16="http://schemas.microsoft.com/office/drawing/2014/main" id="{5D13C566-1047-51E0-DD9F-5D4F0C3245F4}"/>
                </a:ext>
              </a:extLst>
            </p:cNvPr>
            <p:cNvSpPr>
              <a:spLocks noGrp="1"/>
            </p:cNvSpPr>
            <p:nvPr/>
          </p:nvSpPr>
          <p:spPr>
            <a:xfrm>
              <a:off x="5459825" y="3495179"/>
              <a:ext cx="99642" cy="46473"/>
            </a:xfrm>
            <a:custGeom>
              <a:avLst/>
              <a:gdLst/>
              <a:ahLst/>
              <a:cxnLst/>
              <a:rect l="0" t="0" r="0" b="0"/>
              <a:pathLst>
                <a:path w="99642" h="46473">
                  <a:moveTo>
                    <a:pt x="99642" y="0"/>
                  </a:moveTo>
                  <a:lnTo>
                    <a:pt x="0" y="46473"/>
                  </a:lnTo>
                </a:path>
              </a:pathLst>
            </a:custGeom>
            <a:noFill/>
            <a:ln w="20003">
              <a:solidFill>
                <a:srgbClr val="E2E7EA"/>
              </a:solidFill>
            </a:ln>
          </p:spPr>
        </p:sp>
        <p:sp>
          <p:nvSpPr>
            <p:cNvPr id="2848" name="Candidate_receptor__2847">
              <a:extLst>
                <a:ext uri="{FF2B5EF4-FFF2-40B4-BE49-F238E27FC236}">
                  <a16:creationId xmlns:a16="http://schemas.microsoft.com/office/drawing/2014/main" id="{3DED0D10-2A67-B1EA-2BB6-989B545F49BB}"/>
                </a:ext>
              </a:extLst>
            </p:cNvPr>
            <p:cNvSpPr>
              <a:spLocks noGrp="1"/>
            </p:cNvSpPr>
            <p:nvPr/>
          </p:nvSpPr>
          <p:spPr>
            <a:xfrm>
              <a:off x="5840785" y="3717693"/>
              <a:ext cx="49109" cy="10526"/>
            </a:xfrm>
            <a:custGeom>
              <a:avLst/>
              <a:gdLst/>
              <a:ahLst/>
              <a:cxnLst/>
              <a:rect l="0" t="0" r="0" b="0"/>
              <a:pathLst>
                <a:path w="49109" h="10526">
                  <a:moveTo>
                    <a:pt x="49109" y="10526"/>
                  </a:moveTo>
                  <a:lnTo>
                    <a:pt x="0" y="0"/>
                  </a:lnTo>
                </a:path>
              </a:pathLst>
            </a:custGeom>
            <a:noFill/>
            <a:ln w="20003">
              <a:solidFill>
                <a:srgbClr val="E2E7EA"/>
              </a:solidFill>
            </a:ln>
          </p:spPr>
        </p:sp>
        <p:sp>
          <p:nvSpPr>
            <p:cNvPr id="2849" name="Candidate_receptor__2848">
              <a:extLst>
                <a:ext uri="{FF2B5EF4-FFF2-40B4-BE49-F238E27FC236}">
                  <a16:creationId xmlns:a16="http://schemas.microsoft.com/office/drawing/2014/main" id="{0E60E4D6-D1B8-876A-5E30-870491BA0519}"/>
                </a:ext>
              </a:extLst>
            </p:cNvPr>
            <p:cNvSpPr>
              <a:spLocks noGrp="1"/>
            </p:cNvSpPr>
            <p:nvPr/>
          </p:nvSpPr>
          <p:spPr>
            <a:xfrm>
              <a:off x="5117541" y="2724295"/>
              <a:ext cx="14904" cy="92561"/>
            </a:xfrm>
            <a:custGeom>
              <a:avLst/>
              <a:gdLst/>
              <a:ahLst/>
              <a:cxnLst/>
              <a:rect l="0" t="0" r="0" b="0"/>
              <a:pathLst>
                <a:path w="14904" h="92561">
                  <a:moveTo>
                    <a:pt x="14904" y="0"/>
                  </a:moveTo>
                  <a:lnTo>
                    <a:pt x="0" y="92561"/>
                  </a:lnTo>
                </a:path>
              </a:pathLst>
            </a:custGeom>
            <a:noFill/>
            <a:ln w="20003">
              <a:solidFill>
                <a:srgbClr val="E2E7EA"/>
              </a:solidFill>
            </a:ln>
          </p:spPr>
        </p:sp>
        <p:sp>
          <p:nvSpPr>
            <p:cNvPr id="2850" name="Candidate_receptor__2849">
              <a:extLst>
                <a:ext uri="{FF2B5EF4-FFF2-40B4-BE49-F238E27FC236}">
                  <a16:creationId xmlns:a16="http://schemas.microsoft.com/office/drawing/2014/main" id="{6CB7B1FE-841C-6A9E-589A-5AE6BB220CDC}"/>
                </a:ext>
              </a:extLst>
            </p:cNvPr>
            <p:cNvSpPr>
              <a:spLocks noGrp="1"/>
            </p:cNvSpPr>
            <p:nvPr/>
          </p:nvSpPr>
          <p:spPr>
            <a:xfrm>
              <a:off x="4635746" y="3716254"/>
              <a:ext cx="66834" cy="5657"/>
            </a:xfrm>
            <a:custGeom>
              <a:avLst/>
              <a:gdLst/>
              <a:ahLst/>
              <a:cxnLst/>
              <a:rect l="0" t="0" r="0" b="0"/>
              <a:pathLst>
                <a:path w="66834" h="5657">
                  <a:moveTo>
                    <a:pt x="0" y="0"/>
                  </a:moveTo>
                  <a:lnTo>
                    <a:pt x="66834" y="5657"/>
                  </a:lnTo>
                </a:path>
              </a:pathLst>
            </a:custGeom>
            <a:noFill/>
            <a:ln w="20003">
              <a:solidFill>
                <a:srgbClr val="E2E7EA"/>
              </a:solidFill>
            </a:ln>
          </p:spPr>
        </p:sp>
        <p:sp>
          <p:nvSpPr>
            <p:cNvPr id="2851" name="Candidate_receptor__2850">
              <a:extLst>
                <a:ext uri="{FF2B5EF4-FFF2-40B4-BE49-F238E27FC236}">
                  <a16:creationId xmlns:a16="http://schemas.microsoft.com/office/drawing/2014/main" id="{0C3FA981-C5DF-04BF-6DEB-DF463233F413}"/>
                </a:ext>
              </a:extLst>
            </p:cNvPr>
            <p:cNvSpPr>
              <a:spLocks noGrp="1"/>
            </p:cNvSpPr>
            <p:nvPr/>
          </p:nvSpPr>
          <p:spPr>
            <a:xfrm>
              <a:off x="6660278" y="4555711"/>
              <a:ext cx="7094" cy="90276"/>
            </a:xfrm>
            <a:custGeom>
              <a:avLst/>
              <a:gdLst/>
              <a:ahLst/>
              <a:cxnLst/>
              <a:rect l="0" t="0" r="0" b="0"/>
              <a:pathLst>
                <a:path w="7094" h="90276">
                  <a:moveTo>
                    <a:pt x="7094" y="90276"/>
                  </a:moveTo>
                  <a:lnTo>
                    <a:pt x="0" y="0"/>
                  </a:lnTo>
                </a:path>
              </a:pathLst>
            </a:custGeom>
            <a:noFill/>
            <a:ln w="20003">
              <a:solidFill>
                <a:srgbClr val="E2E7EA"/>
              </a:solidFill>
            </a:ln>
          </p:spPr>
        </p:sp>
        <p:sp>
          <p:nvSpPr>
            <p:cNvPr id="2852" name="Candidate_receptor__2851">
              <a:extLst>
                <a:ext uri="{FF2B5EF4-FFF2-40B4-BE49-F238E27FC236}">
                  <a16:creationId xmlns:a16="http://schemas.microsoft.com/office/drawing/2014/main" id="{F86282D4-2C3A-3D66-B683-83ECDB59F705}"/>
                </a:ext>
              </a:extLst>
            </p:cNvPr>
            <p:cNvSpPr>
              <a:spLocks noGrp="1"/>
            </p:cNvSpPr>
            <p:nvPr/>
          </p:nvSpPr>
          <p:spPr>
            <a:xfrm>
              <a:off x="5979402" y="3526906"/>
              <a:ext cx="67234" cy="51436"/>
            </a:xfrm>
            <a:custGeom>
              <a:avLst/>
              <a:gdLst/>
              <a:ahLst/>
              <a:cxnLst/>
              <a:rect l="0" t="0" r="0" b="0"/>
              <a:pathLst>
                <a:path w="67234" h="51436">
                  <a:moveTo>
                    <a:pt x="0" y="0"/>
                  </a:moveTo>
                  <a:lnTo>
                    <a:pt x="67234" y="51436"/>
                  </a:lnTo>
                </a:path>
              </a:pathLst>
            </a:custGeom>
            <a:noFill/>
            <a:ln w="8096">
              <a:solidFill>
                <a:srgbClr val="E2E7EA"/>
              </a:solidFill>
            </a:ln>
          </p:spPr>
        </p:sp>
        <p:sp>
          <p:nvSpPr>
            <p:cNvPr id="2853" name="Candidate_receptor__2852">
              <a:extLst>
                <a:ext uri="{FF2B5EF4-FFF2-40B4-BE49-F238E27FC236}">
                  <a16:creationId xmlns:a16="http://schemas.microsoft.com/office/drawing/2014/main" id="{E2E09743-B825-118B-8EC5-58EFB0FF7EBE}"/>
                </a:ext>
              </a:extLst>
            </p:cNvPr>
            <p:cNvSpPr>
              <a:spLocks noGrp="1"/>
            </p:cNvSpPr>
            <p:nvPr/>
          </p:nvSpPr>
          <p:spPr>
            <a:xfrm>
              <a:off x="6170544" y="3886406"/>
              <a:ext cx="88364" cy="22815"/>
            </a:xfrm>
            <a:custGeom>
              <a:avLst/>
              <a:gdLst/>
              <a:ahLst/>
              <a:cxnLst/>
              <a:rect l="0" t="0" r="0" b="0"/>
              <a:pathLst>
                <a:path w="88364" h="22815">
                  <a:moveTo>
                    <a:pt x="88364" y="0"/>
                  </a:moveTo>
                  <a:lnTo>
                    <a:pt x="0" y="22815"/>
                  </a:lnTo>
                </a:path>
              </a:pathLst>
            </a:custGeom>
            <a:noFill/>
            <a:ln w="20003">
              <a:solidFill>
                <a:srgbClr val="E2E7EA"/>
              </a:solidFill>
            </a:ln>
          </p:spPr>
        </p:sp>
        <p:sp>
          <p:nvSpPr>
            <p:cNvPr id="2854" name="Candidate_receptor__2853">
              <a:extLst>
                <a:ext uri="{FF2B5EF4-FFF2-40B4-BE49-F238E27FC236}">
                  <a16:creationId xmlns:a16="http://schemas.microsoft.com/office/drawing/2014/main" id="{B53E2B2F-CC70-00A5-24E0-DC7D3335582F}"/>
                </a:ext>
              </a:extLst>
            </p:cNvPr>
            <p:cNvSpPr>
              <a:spLocks noGrp="1"/>
            </p:cNvSpPr>
            <p:nvPr/>
          </p:nvSpPr>
          <p:spPr>
            <a:xfrm>
              <a:off x="5130950" y="3738101"/>
              <a:ext cx="60930" cy="75616"/>
            </a:xfrm>
            <a:custGeom>
              <a:avLst/>
              <a:gdLst/>
              <a:ahLst/>
              <a:cxnLst/>
              <a:rect l="0" t="0" r="0" b="0"/>
              <a:pathLst>
                <a:path w="60930" h="75616">
                  <a:moveTo>
                    <a:pt x="60930" y="75616"/>
                  </a:moveTo>
                  <a:lnTo>
                    <a:pt x="0" y="0"/>
                  </a:lnTo>
                </a:path>
              </a:pathLst>
            </a:custGeom>
            <a:noFill/>
            <a:ln w="20003">
              <a:solidFill>
                <a:srgbClr val="E2E7EA"/>
              </a:solidFill>
            </a:ln>
          </p:spPr>
        </p:sp>
        <p:sp>
          <p:nvSpPr>
            <p:cNvPr id="2855" name="Candidate_receptor__2854">
              <a:extLst>
                <a:ext uri="{FF2B5EF4-FFF2-40B4-BE49-F238E27FC236}">
                  <a16:creationId xmlns:a16="http://schemas.microsoft.com/office/drawing/2014/main" id="{11F21DF9-A224-5E27-052F-80D9B4429226}"/>
                </a:ext>
              </a:extLst>
            </p:cNvPr>
            <p:cNvSpPr>
              <a:spLocks noGrp="1"/>
            </p:cNvSpPr>
            <p:nvPr/>
          </p:nvSpPr>
          <p:spPr>
            <a:xfrm>
              <a:off x="5701156" y="4360343"/>
              <a:ext cx="39878" cy="14807"/>
            </a:xfrm>
            <a:custGeom>
              <a:avLst/>
              <a:gdLst/>
              <a:ahLst/>
              <a:cxnLst/>
              <a:rect l="0" t="0" r="0" b="0"/>
              <a:pathLst>
                <a:path w="39878" h="14807">
                  <a:moveTo>
                    <a:pt x="39878" y="0"/>
                  </a:moveTo>
                  <a:lnTo>
                    <a:pt x="0" y="14807"/>
                  </a:lnTo>
                </a:path>
              </a:pathLst>
            </a:custGeom>
            <a:noFill/>
            <a:ln w="20003">
              <a:solidFill>
                <a:srgbClr val="E2E7EA"/>
              </a:solidFill>
            </a:ln>
          </p:spPr>
        </p:sp>
        <p:sp>
          <p:nvSpPr>
            <p:cNvPr id="2856" name="Candidate_receptor__2855">
              <a:extLst>
                <a:ext uri="{FF2B5EF4-FFF2-40B4-BE49-F238E27FC236}">
                  <a16:creationId xmlns:a16="http://schemas.microsoft.com/office/drawing/2014/main" id="{E39C023F-8403-5166-0A44-7BDC4F5F5AE4}"/>
                </a:ext>
              </a:extLst>
            </p:cNvPr>
            <p:cNvSpPr>
              <a:spLocks noGrp="1"/>
            </p:cNvSpPr>
            <p:nvPr/>
          </p:nvSpPr>
          <p:spPr>
            <a:xfrm>
              <a:off x="6593384" y="4645987"/>
              <a:ext cx="73988" cy="59886"/>
            </a:xfrm>
            <a:custGeom>
              <a:avLst/>
              <a:gdLst/>
              <a:ahLst/>
              <a:cxnLst/>
              <a:rect l="0" t="0" r="0" b="0"/>
              <a:pathLst>
                <a:path w="73988" h="59886">
                  <a:moveTo>
                    <a:pt x="0" y="59886"/>
                  </a:moveTo>
                  <a:lnTo>
                    <a:pt x="73988" y="0"/>
                  </a:lnTo>
                </a:path>
              </a:pathLst>
            </a:custGeom>
            <a:noFill/>
            <a:ln w="20003">
              <a:solidFill>
                <a:srgbClr val="E2E7EA"/>
              </a:solidFill>
            </a:ln>
          </p:spPr>
        </p:sp>
        <p:sp>
          <p:nvSpPr>
            <p:cNvPr id="2857" name="Candidate_receptor__2856">
              <a:extLst>
                <a:ext uri="{FF2B5EF4-FFF2-40B4-BE49-F238E27FC236}">
                  <a16:creationId xmlns:a16="http://schemas.microsoft.com/office/drawing/2014/main" id="{5AA44772-5168-2791-684A-DD6873D28E9B}"/>
                </a:ext>
              </a:extLst>
            </p:cNvPr>
            <p:cNvSpPr>
              <a:spLocks noGrp="1"/>
            </p:cNvSpPr>
            <p:nvPr/>
          </p:nvSpPr>
          <p:spPr>
            <a:xfrm>
              <a:off x="5960110" y="3966592"/>
              <a:ext cx="66792" cy="52290"/>
            </a:xfrm>
            <a:custGeom>
              <a:avLst/>
              <a:gdLst/>
              <a:ahLst/>
              <a:cxnLst/>
              <a:rect l="0" t="0" r="0" b="0"/>
              <a:pathLst>
                <a:path w="66792" h="52290">
                  <a:moveTo>
                    <a:pt x="0" y="0"/>
                  </a:moveTo>
                  <a:lnTo>
                    <a:pt x="66792" y="52290"/>
                  </a:lnTo>
                </a:path>
              </a:pathLst>
            </a:custGeom>
            <a:noFill/>
            <a:ln w="20003">
              <a:solidFill>
                <a:srgbClr val="E2E7EA"/>
              </a:solidFill>
            </a:ln>
          </p:spPr>
        </p:sp>
        <p:sp>
          <p:nvSpPr>
            <p:cNvPr id="2858" name="Candidate_receptor__2857">
              <a:extLst>
                <a:ext uri="{FF2B5EF4-FFF2-40B4-BE49-F238E27FC236}">
                  <a16:creationId xmlns:a16="http://schemas.microsoft.com/office/drawing/2014/main" id="{B9E73FCE-0B7E-E2FC-3728-AA0F22AFC71C}"/>
                </a:ext>
              </a:extLst>
            </p:cNvPr>
            <p:cNvSpPr>
              <a:spLocks noGrp="1"/>
            </p:cNvSpPr>
            <p:nvPr/>
          </p:nvSpPr>
          <p:spPr>
            <a:xfrm>
              <a:off x="6205093" y="4181382"/>
              <a:ext cx="65845" cy="80732"/>
            </a:xfrm>
            <a:custGeom>
              <a:avLst/>
              <a:gdLst/>
              <a:ahLst/>
              <a:cxnLst/>
              <a:rect l="0" t="0" r="0" b="0"/>
              <a:pathLst>
                <a:path w="65845" h="80732">
                  <a:moveTo>
                    <a:pt x="65845" y="0"/>
                  </a:moveTo>
                  <a:lnTo>
                    <a:pt x="0" y="80732"/>
                  </a:lnTo>
                </a:path>
              </a:pathLst>
            </a:custGeom>
            <a:noFill/>
            <a:ln w="20003">
              <a:solidFill>
                <a:srgbClr val="E2E7EA"/>
              </a:solidFill>
            </a:ln>
          </p:spPr>
        </p:sp>
        <p:sp>
          <p:nvSpPr>
            <p:cNvPr id="2859" name="Candidate_receptor__2858">
              <a:extLst>
                <a:ext uri="{FF2B5EF4-FFF2-40B4-BE49-F238E27FC236}">
                  <a16:creationId xmlns:a16="http://schemas.microsoft.com/office/drawing/2014/main" id="{58747801-1ED5-AF9D-1C70-DD72022E6355}"/>
                </a:ext>
              </a:extLst>
            </p:cNvPr>
            <p:cNvSpPr>
              <a:spLocks noGrp="1"/>
            </p:cNvSpPr>
            <p:nvPr/>
          </p:nvSpPr>
          <p:spPr>
            <a:xfrm>
              <a:off x="5774709" y="4459773"/>
              <a:ext cx="44180" cy="56244"/>
            </a:xfrm>
            <a:custGeom>
              <a:avLst/>
              <a:gdLst/>
              <a:ahLst/>
              <a:cxnLst/>
              <a:rect l="0" t="0" r="0" b="0"/>
              <a:pathLst>
                <a:path w="44180" h="56244">
                  <a:moveTo>
                    <a:pt x="0" y="56244"/>
                  </a:moveTo>
                  <a:lnTo>
                    <a:pt x="44180" y="0"/>
                  </a:lnTo>
                </a:path>
              </a:pathLst>
            </a:custGeom>
            <a:noFill/>
            <a:ln w="20003">
              <a:solidFill>
                <a:srgbClr val="E2E7EA"/>
              </a:solidFill>
            </a:ln>
          </p:spPr>
        </p:sp>
        <p:sp>
          <p:nvSpPr>
            <p:cNvPr id="2860" name="Candidate_receptor__2859">
              <a:extLst>
                <a:ext uri="{FF2B5EF4-FFF2-40B4-BE49-F238E27FC236}">
                  <a16:creationId xmlns:a16="http://schemas.microsoft.com/office/drawing/2014/main" id="{E892274C-E882-C4C0-AA71-674BEAB29F3E}"/>
                </a:ext>
              </a:extLst>
            </p:cNvPr>
            <p:cNvSpPr>
              <a:spLocks noGrp="1"/>
            </p:cNvSpPr>
            <p:nvPr/>
          </p:nvSpPr>
          <p:spPr>
            <a:xfrm>
              <a:off x="5596114" y="2833299"/>
              <a:ext cx="107243" cy="28067"/>
            </a:xfrm>
            <a:custGeom>
              <a:avLst/>
              <a:gdLst/>
              <a:ahLst/>
              <a:cxnLst/>
              <a:rect l="0" t="0" r="0" b="0"/>
              <a:pathLst>
                <a:path w="107243" h="28067">
                  <a:moveTo>
                    <a:pt x="107243" y="0"/>
                  </a:moveTo>
                  <a:lnTo>
                    <a:pt x="0" y="28067"/>
                  </a:lnTo>
                </a:path>
              </a:pathLst>
            </a:custGeom>
            <a:noFill/>
            <a:ln w="8096">
              <a:solidFill>
                <a:srgbClr val="E2E7EA"/>
              </a:solidFill>
            </a:ln>
          </p:spPr>
        </p:sp>
        <p:sp>
          <p:nvSpPr>
            <p:cNvPr id="2861" name="Candidate_receptor__2860">
              <a:extLst>
                <a:ext uri="{FF2B5EF4-FFF2-40B4-BE49-F238E27FC236}">
                  <a16:creationId xmlns:a16="http://schemas.microsoft.com/office/drawing/2014/main" id="{BA3043FC-367B-F728-7561-BD7CDBAF8C12}"/>
                </a:ext>
              </a:extLst>
            </p:cNvPr>
            <p:cNvSpPr>
              <a:spLocks noGrp="1"/>
            </p:cNvSpPr>
            <p:nvPr/>
          </p:nvSpPr>
          <p:spPr>
            <a:xfrm>
              <a:off x="5684213" y="2926930"/>
              <a:ext cx="67094" cy="68654"/>
            </a:xfrm>
            <a:custGeom>
              <a:avLst/>
              <a:gdLst/>
              <a:ahLst/>
              <a:cxnLst/>
              <a:rect l="0" t="0" r="0" b="0"/>
              <a:pathLst>
                <a:path w="67094" h="68654">
                  <a:moveTo>
                    <a:pt x="0" y="68654"/>
                  </a:moveTo>
                  <a:lnTo>
                    <a:pt x="67094" y="0"/>
                  </a:lnTo>
                </a:path>
              </a:pathLst>
            </a:custGeom>
            <a:noFill/>
            <a:ln w="8096">
              <a:solidFill>
                <a:srgbClr val="E2E7EA"/>
              </a:solidFill>
            </a:ln>
          </p:spPr>
        </p:sp>
        <p:sp>
          <p:nvSpPr>
            <p:cNvPr id="2862" name="Candidate_receptor__2861">
              <a:extLst>
                <a:ext uri="{FF2B5EF4-FFF2-40B4-BE49-F238E27FC236}">
                  <a16:creationId xmlns:a16="http://schemas.microsoft.com/office/drawing/2014/main" id="{30043693-A5E8-1C4F-5524-267B543284F6}"/>
                </a:ext>
              </a:extLst>
            </p:cNvPr>
            <p:cNvSpPr>
              <a:spLocks noGrp="1"/>
            </p:cNvSpPr>
            <p:nvPr/>
          </p:nvSpPr>
          <p:spPr>
            <a:xfrm>
              <a:off x="6270938" y="4181382"/>
              <a:ext cx="95188" cy="34257"/>
            </a:xfrm>
            <a:custGeom>
              <a:avLst/>
              <a:gdLst/>
              <a:ahLst/>
              <a:cxnLst/>
              <a:rect l="0" t="0" r="0" b="0"/>
              <a:pathLst>
                <a:path w="95188" h="34257">
                  <a:moveTo>
                    <a:pt x="95188" y="34257"/>
                  </a:moveTo>
                  <a:lnTo>
                    <a:pt x="0" y="0"/>
                  </a:lnTo>
                </a:path>
              </a:pathLst>
            </a:custGeom>
            <a:noFill/>
            <a:ln w="20003">
              <a:solidFill>
                <a:srgbClr val="E2E7EA"/>
              </a:solidFill>
            </a:ln>
          </p:spPr>
        </p:sp>
        <p:sp>
          <p:nvSpPr>
            <p:cNvPr id="2863" name="Candidate_receptor__2862">
              <a:extLst>
                <a:ext uri="{FF2B5EF4-FFF2-40B4-BE49-F238E27FC236}">
                  <a16:creationId xmlns:a16="http://schemas.microsoft.com/office/drawing/2014/main" id="{842BA99A-12DC-4452-DF3F-C68DBD32DC97}"/>
                </a:ext>
              </a:extLst>
            </p:cNvPr>
            <p:cNvSpPr>
              <a:spLocks noGrp="1"/>
            </p:cNvSpPr>
            <p:nvPr/>
          </p:nvSpPr>
          <p:spPr>
            <a:xfrm>
              <a:off x="4648482" y="2476987"/>
              <a:ext cx="4953" cy="74973"/>
            </a:xfrm>
            <a:custGeom>
              <a:avLst/>
              <a:gdLst/>
              <a:ahLst/>
              <a:cxnLst/>
              <a:rect l="0" t="0" r="0" b="0"/>
              <a:pathLst>
                <a:path w="4953" h="74973">
                  <a:moveTo>
                    <a:pt x="0" y="74973"/>
                  </a:moveTo>
                  <a:lnTo>
                    <a:pt x="4953" y="0"/>
                  </a:lnTo>
                </a:path>
              </a:pathLst>
            </a:custGeom>
            <a:noFill/>
            <a:ln w="20003">
              <a:solidFill>
                <a:srgbClr val="E2E7EA"/>
              </a:solidFill>
            </a:ln>
          </p:spPr>
        </p:sp>
        <p:sp>
          <p:nvSpPr>
            <p:cNvPr id="2864" name="Candidate_receptor__2863">
              <a:extLst>
                <a:ext uri="{FF2B5EF4-FFF2-40B4-BE49-F238E27FC236}">
                  <a16:creationId xmlns:a16="http://schemas.microsoft.com/office/drawing/2014/main" id="{01A53134-EB50-4ECF-803E-8541EC77FA42}"/>
                </a:ext>
              </a:extLst>
            </p:cNvPr>
            <p:cNvSpPr>
              <a:spLocks noGrp="1"/>
            </p:cNvSpPr>
            <p:nvPr/>
          </p:nvSpPr>
          <p:spPr>
            <a:xfrm>
              <a:off x="6258908" y="3781439"/>
              <a:ext cx="11243" cy="104967"/>
            </a:xfrm>
            <a:custGeom>
              <a:avLst/>
              <a:gdLst/>
              <a:ahLst/>
              <a:cxnLst/>
              <a:rect l="0" t="0" r="0" b="0"/>
              <a:pathLst>
                <a:path w="11243" h="104967">
                  <a:moveTo>
                    <a:pt x="11243" y="0"/>
                  </a:moveTo>
                  <a:lnTo>
                    <a:pt x="0" y="104967"/>
                  </a:lnTo>
                </a:path>
              </a:pathLst>
            </a:custGeom>
            <a:noFill/>
            <a:ln w="20003">
              <a:solidFill>
                <a:srgbClr val="E2E7EA"/>
              </a:solidFill>
            </a:ln>
          </p:spPr>
        </p:sp>
        <p:sp>
          <p:nvSpPr>
            <p:cNvPr id="2865" name="Candidate_receptor__2864">
              <a:extLst>
                <a:ext uri="{FF2B5EF4-FFF2-40B4-BE49-F238E27FC236}">
                  <a16:creationId xmlns:a16="http://schemas.microsoft.com/office/drawing/2014/main" id="{966505DA-75D4-F6C8-E165-EFC65B129369}"/>
                </a:ext>
              </a:extLst>
            </p:cNvPr>
            <p:cNvSpPr>
              <a:spLocks noGrp="1"/>
            </p:cNvSpPr>
            <p:nvPr/>
          </p:nvSpPr>
          <p:spPr>
            <a:xfrm>
              <a:off x="4973295" y="5173770"/>
              <a:ext cx="85495" cy="77762"/>
            </a:xfrm>
            <a:custGeom>
              <a:avLst/>
              <a:gdLst/>
              <a:ahLst/>
              <a:cxnLst/>
              <a:rect l="0" t="0" r="0" b="0"/>
              <a:pathLst>
                <a:path w="85495" h="77762">
                  <a:moveTo>
                    <a:pt x="0" y="77762"/>
                  </a:moveTo>
                  <a:lnTo>
                    <a:pt x="85495" y="0"/>
                  </a:lnTo>
                </a:path>
              </a:pathLst>
            </a:custGeom>
            <a:noFill/>
            <a:ln w="20003">
              <a:solidFill>
                <a:srgbClr val="E2E7EA"/>
              </a:solidFill>
            </a:ln>
          </p:spPr>
        </p:sp>
        <p:sp>
          <p:nvSpPr>
            <p:cNvPr id="2866" name="Candidate_receptor__2865">
              <a:extLst>
                <a:ext uri="{FF2B5EF4-FFF2-40B4-BE49-F238E27FC236}">
                  <a16:creationId xmlns:a16="http://schemas.microsoft.com/office/drawing/2014/main" id="{CAEEE2E3-C6DE-E86B-5B29-16915CDFB8CD}"/>
                </a:ext>
              </a:extLst>
            </p:cNvPr>
            <p:cNvSpPr>
              <a:spLocks noGrp="1"/>
            </p:cNvSpPr>
            <p:nvPr/>
          </p:nvSpPr>
          <p:spPr>
            <a:xfrm>
              <a:off x="5132445" y="2720884"/>
              <a:ext cx="110636" cy="3411"/>
            </a:xfrm>
            <a:custGeom>
              <a:avLst/>
              <a:gdLst/>
              <a:ahLst/>
              <a:cxnLst/>
              <a:rect l="0" t="0" r="0" b="0"/>
              <a:pathLst>
                <a:path w="110636" h="3411">
                  <a:moveTo>
                    <a:pt x="110636" y="0"/>
                  </a:moveTo>
                  <a:lnTo>
                    <a:pt x="0" y="3411"/>
                  </a:lnTo>
                </a:path>
              </a:pathLst>
            </a:custGeom>
            <a:noFill/>
            <a:ln w="20003">
              <a:solidFill>
                <a:srgbClr val="E2E7EA"/>
              </a:solidFill>
            </a:ln>
          </p:spPr>
        </p:sp>
        <p:sp>
          <p:nvSpPr>
            <p:cNvPr id="2867" name="Candidate_receptor__2866">
              <a:extLst>
                <a:ext uri="{FF2B5EF4-FFF2-40B4-BE49-F238E27FC236}">
                  <a16:creationId xmlns:a16="http://schemas.microsoft.com/office/drawing/2014/main" id="{5BCBD8C2-EE0C-F508-EE42-07E98604166B}"/>
                </a:ext>
              </a:extLst>
            </p:cNvPr>
            <p:cNvSpPr>
              <a:spLocks noGrp="1"/>
            </p:cNvSpPr>
            <p:nvPr/>
          </p:nvSpPr>
          <p:spPr>
            <a:xfrm>
              <a:off x="5703357" y="2833299"/>
              <a:ext cx="47950" cy="93632"/>
            </a:xfrm>
            <a:custGeom>
              <a:avLst/>
              <a:gdLst/>
              <a:ahLst/>
              <a:cxnLst/>
              <a:rect l="0" t="0" r="0" b="0"/>
              <a:pathLst>
                <a:path w="47950" h="93632">
                  <a:moveTo>
                    <a:pt x="47950" y="93632"/>
                  </a:moveTo>
                  <a:lnTo>
                    <a:pt x="0" y="0"/>
                  </a:lnTo>
                </a:path>
              </a:pathLst>
            </a:custGeom>
            <a:noFill/>
            <a:ln w="8096">
              <a:solidFill>
                <a:srgbClr val="E2E7EA"/>
              </a:solidFill>
            </a:ln>
          </p:spPr>
        </p:sp>
        <p:sp>
          <p:nvSpPr>
            <p:cNvPr id="2868" name="Candidate_receptor__2867">
              <a:extLst>
                <a:ext uri="{FF2B5EF4-FFF2-40B4-BE49-F238E27FC236}">
                  <a16:creationId xmlns:a16="http://schemas.microsoft.com/office/drawing/2014/main" id="{B06912AE-217E-DB93-8961-3425EF4278CE}"/>
                </a:ext>
              </a:extLst>
            </p:cNvPr>
            <p:cNvSpPr>
              <a:spLocks noGrp="1"/>
            </p:cNvSpPr>
            <p:nvPr/>
          </p:nvSpPr>
          <p:spPr>
            <a:xfrm>
              <a:off x="5875366" y="3182285"/>
              <a:ext cx="344" cy="67855"/>
            </a:xfrm>
            <a:custGeom>
              <a:avLst/>
              <a:gdLst/>
              <a:ahLst/>
              <a:cxnLst/>
              <a:rect l="0" t="0" r="0" b="0"/>
              <a:pathLst>
                <a:path w="344" h="67855">
                  <a:moveTo>
                    <a:pt x="344" y="67855"/>
                  </a:moveTo>
                  <a:lnTo>
                    <a:pt x="0" y="0"/>
                  </a:lnTo>
                </a:path>
              </a:pathLst>
            </a:custGeom>
            <a:noFill/>
            <a:ln w="20003">
              <a:solidFill>
                <a:srgbClr val="E2E7EA"/>
              </a:solidFill>
            </a:ln>
          </p:spPr>
        </p:sp>
        <p:sp>
          <p:nvSpPr>
            <p:cNvPr id="2869" name="Candidate_receptor__2868">
              <a:extLst>
                <a:ext uri="{FF2B5EF4-FFF2-40B4-BE49-F238E27FC236}">
                  <a16:creationId xmlns:a16="http://schemas.microsoft.com/office/drawing/2014/main" id="{D5EB6F2F-CE1D-E77F-513C-94F171BDBB7D}"/>
                </a:ext>
              </a:extLst>
            </p:cNvPr>
            <p:cNvSpPr>
              <a:spLocks noGrp="1"/>
            </p:cNvSpPr>
            <p:nvPr/>
          </p:nvSpPr>
          <p:spPr>
            <a:xfrm>
              <a:off x="4928060" y="2791105"/>
              <a:ext cx="70448" cy="375"/>
            </a:xfrm>
            <a:custGeom>
              <a:avLst/>
              <a:gdLst/>
              <a:ahLst/>
              <a:cxnLst/>
              <a:rect l="0" t="0" r="0" b="0"/>
              <a:pathLst>
                <a:path w="70448" h="375">
                  <a:moveTo>
                    <a:pt x="70448" y="375"/>
                  </a:moveTo>
                  <a:lnTo>
                    <a:pt x="0" y="0"/>
                  </a:lnTo>
                </a:path>
              </a:pathLst>
            </a:custGeom>
            <a:noFill/>
            <a:ln w="20003">
              <a:solidFill>
                <a:srgbClr val="E2E7EA"/>
              </a:solidFill>
            </a:ln>
          </p:spPr>
        </p:sp>
        <p:sp>
          <p:nvSpPr>
            <p:cNvPr id="2870" name="Candidate_receptor__2869">
              <a:extLst>
                <a:ext uri="{FF2B5EF4-FFF2-40B4-BE49-F238E27FC236}">
                  <a16:creationId xmlns:a16="http://schemas.microsoft.com/office/drawing/2014/main" id="{0CDB81E8-6550-010C-071B-F434F3A678A5}"/>
                </a:ext>
              </a:extLst>
            </p:cNvPr>
            <p:cNvSpPr>
              <a:spLocks noGrp="1"/>
            </p:cNvSpPr>
            <p:nvPr/>
          </p:nvSpPr>
          <p:spPr>
            <a:xfrm>
              <a:off x="5818889" y="4370195"/>
              <a:ext cx="30298" cy="89578"/>
            </a:xfrm>
            <a:custGeom>
              <a:avLst/>
              <a:gdLst/>
              <a:ahLst/>
              <a:cxnLst/>
              <a:rect l="0" t="0" r="0" b="0"/>
              <a:pathLst>
                <a:path w="30298" h="89578">
                  <a:moveTo>
                    <a:pt x="0" y="89578"/>
                  </a:moveTo>
                  <a:lnTo>
                    <a:pt x="30298" y="0"/>
                  </a:lnTo>
                </a:path>
              </a:pathLst>
            </a:custGeom>
            <a:noFill/>
            <a:ln w="20003">
              <a:solidFill>
                <a:srgbClr val="E2E7EA"/>
              </a:solidFill>
            </a:ln>
          </p:spPr>
        </p:sp>
        <p:sp>
          <p:nvSpPr>
            <p:cNvPr id="2871" name="Candidate_receptor__2870">
              <a:extLst>
                <a:ext uri="{FF2B5EF4-FFF2-40B4-BE49-F238E27FC236}">
                  <a16:creationId xmlns:a16="http://schemas.microsoft.com/office/drawing/2014/main" id="{8BF487B5-461B-367A-4D2B-2452233497BB}"/>
                </a:ext>
              </a:extLst>
            </p:cNvPr>
            <p:cNvSpPr>
              <a:spLocks noGrp="1"/>
            </p:cNvSpPr>
            <p:nvPr/>
          </p:nvSpPr>
          <p:spPr>
            <a:xfrm>
              <a:off x="6348368" y="4215640"/>
              <a:ext cx="17758" cy="108348"/>
            </a:xfrm>
            <a:custGeom>
              <a:avLst/>
              <a:gdLst/>
              <a:ahLst/>
              <a:cxnLst/>
              <a:rect l="0" t="0" r="0" b="0"/>
              <a:pathLst>
                <a:path w="17758" h="108348">
                  <a:moveTo>
                    <a:pt x="0" y="108348"/>
                  </a:moveTo>
                  <a:lnTo>
                    <a:pt x="17758" y="0"/>
                  </a:lnTo>
                </a:path>
              </a:pathLst>
            </a:custGeom>
            <a:noFill/>
            <a:ln w="20003">
              <a:solidFill>
                <a:srgbClr val="E2E7EA"/>
              </a:solidFill>
            </a:ln>
          </p:spPr>
        </p:sp>
        <p:sp>
          <p:nvSpPr>
            <p:cNvPr id="2872" name="Candidate_receptor__2871">
              <a:extLst>
                <a:ext uri="{FF2B5EF4-FFF2-40B4-BE49-F238E27FC236}">
                  <a16:creationId xmlns:a16="http://schemas.microsoft.com/office/drawing/2014/main" id="{DC67AECA-F1D8-DE37-5A47-97FEE4078DD9}"/>
                </a:ext>
              </a:extLst>
            </p:cNvPr>
            <p:cNvSpPr>
              <a:spLocks noGrp="1"/>
            </p:cNvSpPr>
            <p:nvPr/>
          </p:nvSpPr>
          <p:spPr>
            <a:xfrm>
              <a:off x="5100685" y="5248852"/>
              <a:ext cx="30451" cy="82732"/>
            </a:xfrm>
            <a:custGeom>
              <a:avLst/>
              <a:gdLst/>
              <a:ahLst/>
              <a:cxnLst/>
              <a:rect l="0" t="0" r="0" b="0"/>
              <a:pathLst>
                <a:path w="30451" h="82732">
                  <a:moveTo>
                    <a:pt x="30451" y="0"/>
                  </a:moveTo>
                  <a:lnTo>
                    <a:pt x="0" y="82732"/>
                  </a:lnTo>
                </a:path>
              </a:pathLst>
            </a:custGeom>
            <a:noFill/>
            <a:ln w="20003">
              <a:solidFill>
                <a:srgbClr val="E2E7EA"/>
              </a:solidFill>
            </a:ln>
          </p:spPr>
        </p:sp>
        <p:sp>
          <p:nvSpPr>
            <p:cNvPr id="2873" name="Candidate_receptor__2872">
              <a:extLst>
                <a:ext uri="{FF2B5EF4-FFF2-40B4-BE49-F238E27FC236}">
                  <a16:creationId xmlns:a16="http://schemas.microsoft.com/office/drawing/2014/main" id="{7D12F375-40B8-A1F7-9D53-E39766A8F6E5}"/>
                </a:ext>
              </a:extLst>
            </p:cNvPr>
            <p:cNvSpPr>
              <a:spLocks noGrp="1"/>
            </p:cNvSpPr>
            <p:nvPr/>
          </p:nvSpPr>
          <p:spPr>
            <a:xfrm>
              <a:off x="6544748" y="4559791"/>
              <a:ext cx="2093" cy="4765"/>
            </a:xfrm>
            <a:custGeom>
              <a:avLst/>
              <a:gdLst/>
              <a:ahLst/>
              <a:cxnLst/>
              <a:rect l="0" t="0" r="0" b="0"/>
              <a:pathLst>
                <a:path w="2093" h="4765">
                  <a:moveTo>
                    <a:pt x="0" y="0"/>
                  </a:moveTo>
                  <a:lnTo>
                    <a:pt x="2093" y="4765"/>
                  </a:lnTo>
                </a:path>
              </a:pathLst>
            </a:custGeom>
            <a:noFill/>
            <a:ln w="20003">
              <a:solidFill>
                <a:srgbClr val="E2E7EA"/>
              </a:solidFill>
            </a:ln>
          </p:spPr>
        </p:sp>
        <p:sp>
          <p:nvSpPr>
            <p:cNvPr id="2874" name="Candidate_receptor__2873">
              <a:extLst>
                <a:ext uri="{FF2B5EF4-FFF2-40B4-BE49-F238E27FC236}">
                  <a16:creationId xmlns:a16="http://schemas.microsoft.com/office/drawing/2014/main" id="{299D04BF-9016-8B1B-78A1-DAA5ACB18725}"/>
                </a:ext>
              </a:extLst>
            </p:cNvPr>
            <p:cNvSpPr>
              <a:spLocks noGrp="1"/>
            </p:cNvSpPr>
            <p:nvPr/>
          </p:nvSpPr>
          <p:spPr>
            <a:xfrm>
              <a:off x="5628687" y="4221012"/>
              <a:ext cx="110029" cy="21387"/>
            </a:xfrm>
            <a:custGeom>
              <a:avLst/>
              <a:gdLst/>
              <a:ahLst/>
              <a:cxnLst/>
              <a:rect l="0" t="0" r="0" b="0"/>
              <a:pathLst>
                <a:path w="110029" h="21387">
                  <a:moveTo>
                    <a:pt x="110029" y="0"/>
                  </a:moveTo>
                  <a:lnTo>
                    <a:pt x="0" y="21387"/>
                  </a:lnTo>
                </a:path>
              </a:pathLst>
            </a:custGeom>
            <a:noFill/>
            <a:ln w="20003">
              <a:solidFill>
                <a:srgbClr val="E2E7EA"/>
              </a:solidFill>
            </a:ln>
          </p:spPr>
        </p:sp>
        <p:sp>
          <p:nvSpPr>
            <p:cNvPr id="2875" name="Candidate_receptor__2874">
              <a:extLst>
                <a:ext uri="{FF2B5EF4-FFF2-40B4-BE49-F238E27FC236}">
                  <a16:creationId xmlns:a16="http://schemas.microsoft.com/office/drawing/2014/main" id="{3336DB79-876F-2635-DC1D-3E38365A7373}"/>
                </a:ext>
              </a:extLst>
            </p:cNvPr>
            <p:cNvSpPr>
              <a:spLocks noGrp="1"/>
            </p:cNvSpPr>
            <p:nvPr/>
          </p:nvSpPr>
          <p:spPr>
            <a:xfrm>
              <a:off x="5875267" y="3487622"/>
              <a:ext cx="104136" cy="39284"/>
            </a:xfrm>
            <a:custGeom>
              <a:avLst/>
              <a:gdLst/>
              <a:ahLst/>
              <a:cxnLst/>
              <a:rect l="0" t="0" r="0" b="0"/>
              <a:pathLst>
                <a:path w="104136" h="39284">
                  <a:moveTo>
                    <a:pt x="0" y="0"/>
                  </a:moveTo>
                  <a:lnTo>
                    <a:pt x="104136" y="39284"/>
                  </a:lnTo>
                </a:path>
              </a:pathLst>
            </a:custGeom>
            <a:noFill/>
            <a:ln w="8096">
              <a:solidFill>
                <a:srgbClr val="E2E7EA"/>
              </a:solidFill>
            </a:ln>
          </p:spPr>
        </p:sp>
        <p:sp>
          <p:nvSpPr>
            <p:cNvPr id="2876" name="Candidate_receptor__2875">
              <a:extLst>
                <a:ext uri="{FF2B5EF4-FFF2-40B4-BE49-F238E27FC236}">
                  <a16:creationId xmlns:a16="http://schemas.microsoft.com/office/drawing/2014/main" id="{972C9BDA-2628-1916-5599-775E482AA736}"/>
                </a:ext>
              </a:extLst>
            </p:cNvPr>
            <p:cNvSpPr>
              <a:spLocks noGrp="1"/>
            </p:cNvSpPr>
            <p:nvPr/>
          </p:nvSpPr>
          <p:spPr>
            <a:xfrm>
              <a:off x="5410052" y="3541652"/>
              <a:ext cx="49773" cy="13100"/>
            </a:xfrm>
            <a:custGeom>
              <a:avLst/>
              <a:gdLst/>
              <a:ahLst/>
              <a:cxnLst/>
              <a:rect l="0" t="0" r="0" b="0"/>
              <a:pathLst>
                <a:path w="49773" h="13100">
                  <a:moveTo>
                    <a:pt x="49773" y="0"/>
                  </a:moveTo>
                  <a:lnTo>
                    <a:pt x="0" y="13100"/>
                  </a:lnTo>
                </a:path>
              </a:pathLst>
            </a:custGeom>
            <a:noFill/>
            <a:ln w="20003">
              <a:solidFill>
                <a:srgbClr val="E2E7EA"/>
              </a:solidFill>
            </a:ln>
          </p:spPr>
        </p:sp>
        <p:sp>
          <p:nvSpPr>
            <p:cNvPr id="2877" name="Candidate_receptor__2876">
              <a:extLst>
                <a:ext uri="{FF2B5EF4-FFF2-40B4-BE49-F238E27FC236}">
                  <a16:creationId xmlns:a16="http://schemas.microsoft.com/office/drawing/2014/main" id="{62E78104-1A43-E099-F3ED-E7694C934D20}"/>
                </a:ext>
              </a:extLst>
            </p:cNvPr>
            <p:cNvSpPr>
              <a:spLocks noGrp="1"/>
            </p:cNvSpPr>
            <p:nvPr/>
          </p:nvSpPr>
          <p:spPr>
            <a:xfrm>
              <a:off x="4742977" y="4601445"/>
              <a:ext cx="532" cy="21371"/>
            </a:xfrm>
            <a:custGeom>
              <a:avLst/>
              <a:gdLst/>
              <a:ahLst/>
              <a:cxnLst/>
              <a:rect l="0" t="0" r="0" b="0"/>
              <a:pathLst>
                <a:path w="532" h="21371">
                  <a:moveTo>
                    <a:pt x="0" y="0"/>
                  </a:moveTo>
                  <a:lnTo>
                    <a:pt x="532" y="21371"/>
                  </a:lnTo>
                </a:path>
              </a:pathLst>
            </a:custGeom>
            <a:noFill/>
            <a:ln w="20003">
              <a:solidFill>
                <a:srgbClr val="E2E7EA"/>
              </a:solidFill>
            </a:ln>
          </p:spPr>
        </p:sp>
        <p:sp>
          <p:nvSpPr>
            <p:cNvPr id="2878" name="Candidate_receptor__2877">
              <a:extLst>
                <a:ext uri="{FF2B5EF4-FFF2-40B4-BE49-F238E27FC236}">
                  <a16:creationId xmlns:a16="http://schemas.microsoft.com/office/drawing/2014/main" id="{2699EE47-C01D-DFC9-FB7D-2E9FA234C761}"/>
                </a:ext>
              </a:extLst>
            </p:cNvPr>
            <p:cNvSpPr>
              <a:spLocks noGrp="1"/>
            </p:cNvSpPr>
            <p:nvPr/>
          </p:nvSpPr>
          <p:spPr>
            <a:xfrm>
              <a:off x="4478711" y="4736357"/>
              <a:ext cx="3124" cy="37752"/>
            </a:xfrm>
            <a:custGeom>
              <a:avLst/>
              <a:gdLst/>
              <a:ahLst/>
              <a:cxnLst/>
              <a:rect l="0" t="0" r="0" b="0"/>
              <a:pathLst>
                <a:path w="3124" h="37752">
                  <a:moveTo>
                    <a:pt x="3124" y="0"/>
                  </a:moveTo>
                  <a:lnTo>
                    <a:pt x="0" y="37752"/>
                  </a:lnTo>
                </a:path>
              </a:pathLst>
            </a:custGeom>
            <a:noFill/>
            <a:ln w="8096">
              <a:solidFill>
                <a:srgbClr val="E2E7EA"/>
              </a:solidFill>
            </a:ln>
          </p:spPr>
        </p:sp>
        <p:sp>
          <p:nvSpPr>
            <p:cNvPr id="2879" name="Candidate_receptor__2878">
              <a:extLst>
                <a:ext uri="{FF2B5EF4-FFF2-40B4-BE49-F238E27FC236}">
                  <a16:creationId xmlns:a16="http://schemas.microsoft.com/office/drawing/2014/main" id="{D6C1D6EE-A1C9-49A7-B536-8809837B002A}"/>
                </a:ext>
              </a:extLst>
            </p:cNvPr>
            <p:cNvSpPr>
              <a:spLocks noGrp="1"/>
            </p:cNvSpPr>
            <p:nvPr/>
          </p:nvSpPr>
          <p:spPr>
            <a:xfrm>
              <a:off x="4961140" y="3387915"/>
              <a:ext cx="72090" cy="61958"/>
            </a:xfrm>
            <a:custGeom>
              <a:avLst/>
              <a:gdLst/>
              <a:ahLst/>
              <a:cxnLst/>
              <a:rect l="0" t="0" r="0" b="0"/>
              <a:pathLst>
                <a:path w="72090" h="61958">
                  <a:moveTo>
                    <a:pt x="0" y="61958"/>
                  </a:moveTo>
                  <a:lnTo>
                    <a:pt x="72090" y="0"/>
                  </a:lnTo>
                </a:path>
              </a:pathLst>
            </a:custGeom>
            <a:noFill/>
            <a:ln w="20003">
              <a:solidFill>
                <a:srgbClr val="E2E7EA"/>
              </a:solidFill>
            </a:ln>
          </p:spPr>
        </p:sp>
        <p:sp>
          <p:nvSpPr>
            <p:cNvPr id="2880" name="Candidate_receptor__2879">
              <a:extLst>
                <a:ext uri="{FF2B5EF4-FFF2-40B4-BE49-F238E27FC236}">
                  <a16:creationId xmlns:a16="http://schemas.microsoft.com/office/drawing/2014/main" id="{330B6C25-7D5E-DAB6-E9EB-F0B185013B0C}"/>
                </a:ext>
              </a:extLst>
            </p:cNvPr>
            <p:cNvSpPr>
              <a:spLocks noGrp="1"/>
            </p:cNvSpPr>
            <p:nvPr/>
          </p:nvSpPr>
          <p:spPr>
            <a:xfrm>
              <a:off x="5064061" y="4478221"/>
              <a:ext cx="53426" cy="42331"/>
            </a:xfrm>
            <a:custGeom>
              <a:avLst/>
              <a:gdLst/>
              <a:ahLst/>
              <a:cxnLst/>
              <a:rect l="0" t="0" r="0" b="0"/>
              <a:pathLst>
                <a:path w="53426" h="42331">
                  <a:moveTo>
                    <a:pt x="0" y="42331"/>
                  </a:moveTo>
                  <a:lnTo>
                    <a:pt x="53426" y="0"/>
                  </a:lnTo>
                </a:path>
              </a:pathLst>
            </a:custGeom>
            <a:noFill/>
            <a:ln w="20003">
              <a:solidFill>
                <a:srgbClr val="E2E7EA"/>
              </a:solidFill>
            </a:ln>
          </p:spPr>
        </p:sp>
        <p:sp>
          <p:nvSpPr>
            <p:cNvPr id="2881" name="Candidate_receptor__2880">
              <a:extLst>
                <a:ext uri="{FF2B5EF4-FFF2-40B4-BE49-F238E27FC236}">
                  <a16:creationId xmlns:a16="http://schemas.microsoft.com/office/drawing/2014/main" id="{1EE60EC0-7F72-24DC-1985-6FFD5FC97C74}"/>
                </a:ext>
              </a:extLst>
            </p:cNvPr>
            <p:cNvSpPr>
              <a:spLocks noGrp="1"/>
            </p:cNvSpPr>
            <p:nvPr/>
          </p:nvSpPr>
          <p:spPr>
            <a:xfrm>
              <a:off x="5502140" y="3198431"/>
              <a:ext cx="48378" cy="47344"/>
            </a:xfrm>
            <a:custGeom>
              <a:avLst/>
              <a:gdLst/>
              <a:ahLst/>
              <a:cxnLst/>
              <a:rect l="0" t="0" r="0" b="0"/>
              <a:pathLst>
                <a:path w="48378" h="47344">
                  <a:moveTo>
                    <a:pt x="0" y="47344"/>
                  </a:moveTo>
                  <a:lnTo>
                    <a:pt x="48378" y="0"/>
                  </a:lnTo>
                </a:path>
              </a:pathLst>
            </a:custGeom>
            <a:noFill/>
            <a:ln w="20003">
              <a:solidFill>
                <a:srgbClr val="E2E7EA"/>
              </a:solidFill>
            </a:ln>
          </p:spPr>
        </p:sp>
        <p:sp>
          <p:nvSpPr>
            <p:cNvPr id="2882" name="Candidate_receptor__2881">
              <a:extLst>
                <a:ext uri="{FF2B5EF4-FFF2-40B4-BE49-F238E27FC236}">
                  <a16:creationId xmlns:a16="http://schemas.microsoft.com/office/drawing/2014/main" id="{421F784D-9B61-D981-6309-B99E8C24FC14}"/>
                </a:ext>
              </a:extLst>
            </p:cNvPr>
            <p:cNvSpPr>
              <a:spLocks noGrp="1"/>
            </p:cNvSpPr>
            <p:nvPr/>
          </p:nvSpPr>
          <p:spPr>
            <a:xfrm>
              <a:off x="5606074" y="3880305"/>
              <a:ext cx="13343" cy="100398"/>
            </a:xfrm>
            <a:custGeom>
              <a:avLst/>
              <a:gdLst/>
              <a:ahLst/>
              <a:cxnLst/>
              <a:rect l="0" t="0" r="0" b="0"/>
              <a:pathLst>
                <a:path w="13343" h="100398">
                  <a:moveTo>
                    <a:pt x="13343" y="100398"/>
                  </a:moveTo>
                  <a:lnTo>
                    <a:pt x="0" y="0"/>
                  </a:lnTo>
                </a:path>
              </a:pathLst>
            </a:custGeom>
            <a:noFill/>
            <a:ln w="20003">
              <a:solidFill>
                <a:srgbClr val="E2E7EA"/>
              </a:solidFill>
            </a:ln>
          </p:spPr>
        </p:sp>
        <p:sp>
          <p:nvSpPr>
            <p:cNvPr id="2883" name="Candidate_receptor__2882">
              <a:extLst>
                <a:ext uri="{FF2B5EF4-FFF2-40B4-BE49-F238E27FC236}">
                  <a16:creationId xmlns:a16="http://schemas.microsoft.com/office/drawing/2014/main" id="{7542FB58-26F3-CBFE-C628-E5AC8F060BA0}"/>
                </a:ext>
              </a:extLst>
            </p:cNvPr>
            <p:cNvSpPr>
              <a:spLocks noGrp="1"/>
            </p:cNvSpPr>
            <p:nvPr/>
          </p:nvSpPr>
          <p:spPr>
            <a:xfrm>
              <a:off x="5058790" y="5173770"/>
              <a:ext cx="72345" cy="75082"/>
            </a:xfrm>
            <a:custGeom>
              <a:avLst/>
              <a:gdLst/>
              <a:ahLst/>
              <a:cxnLst/>
              <a:rect l="0" t="0" r="0" b="0"/>
              <a:pathLst>
                <a:path w="72345" h="75082">
                  <a:moveTo>
                    <a:pt x="0" y="0"/>
                  </a:moveTo>
                  <a:lnTo>
                    <a:pt x="72345" y="75082"/>
                  </a:lnTo>
                </a:path>
              </a:pathLst>
            </a:custGeom>
            <a:noFill/>
            <a:ln w="20003">
              <a:solidFill>
                <a:srgbClr val="E2E7EA"/>
              </a:solidFill>
            </a:ln>
          </p:spPr>
        </p:sp>
        <p:sp>
          <p:nvSpPr>
            <p:cNvPr id="2884" name="Candidate_receptor__2883">
              <a:extLst>
                <a:ext uri="{FF2B5EF4-FFF2-40B4-BE49-F238E27FC236}">
                  <a16:creationId xmlns:a16="http://schemas.microsoft.com/office/drawing/2014/main" id="{3DBEB8F2-D92D-14A1-2B96-2489A3037516}"/>
                </a:ext>
              </a:extLst>
            </p:cNvPr>
            <p:cNvSpPr>
              <a:spLocks noGrp="1"/>
            </p:cNvSpPr>
            <p:nvPr/>
          </p:nvSpPr>
          <p:spPr>
            <a:xfrm>
              <a:off x="6125739" y="4586578"/>
              <a:ext cx="109325" cy="31572"/>
            </a:xfrm>
            <a:custGeom>
              <a:avLst/>
              <a:gdLst/>
              <a:ahLst/>
              <a:cxnLst/>
              <a:rect l="0" t="0" r="0" b="0"/>
              <a:pathLst>
                <a:path w="109325" h="31572">
                  <a:moveTo>
                    <a:pt x="0" y="31572"/>
                  </a:moveTo>
                  <a:lnTo>
                    <a:pt x="109325" y="0"/>
                  </a:lnTo>
                </a:path>
              </a:pathLst>
            </a:custGeom>
            <a:noFill/>
            <a:ln w="20003">
              <a:solidFill>
                <a:srgbClr val="E2E7EA"/>
              </a:solidFill>
            </a:ln>
          </p:spPr>
        </p:sp>
        <p:sp>
          <p:nvSpPr>
            <p:cNvPr id="2885" name="Candidate_receptor__2884">
              <a:extLst>
                <a:ext uri="{FF2B5EF4-FFF2-40B4-BE49-F238E27FC236}">
                  <a16:creationId xmlns:a16="http://schemas.microsoft.com/office/drawing/2014/main" id="{EEB195E4-B3F6-4015-1961-085944CD2D09}"/>
                </a:ext>
              </a:extLst>
            </p:cNvPr>
            <p:cNvSpPr>
              <a:spLocks noGrp="1"/>
            </p:cNvSpPr>
            <p:nvPr/>
          </p:nvSpPr>
          <p:spPr>
            <a:xfrm>
              <a:off x="4716347" y="3391396"/>
              <a:ext cx="68653" cy="44395"/>
            </a:xfrm>
            <a:custGeom>
              <a:avLst/>
              <a:gdLst/>
              <a:ahLst/>
              <a:cxnLst/>
              <a:rect l="0" t="0" r="0" b="0"/>
              <a:pathLst>
                <a:path w="68653" h="44395">
                  <a:moveTo>
                    <a:pt x="68653" y="44395"/>
                  </a:moveTo>
                  <a:lnTo>
                    <a:pt x="0" y="0"/>
                  </a:lnTo>
                </a:path>
              </a:pathLst>
            </a:custGeom>
            <a:noFill/>
            <a:ln w="20003">
              <a:solidFill>
                <a:srgbClr val="E2E7EA"/>
              </a:solidFill>
            </a:ln>
          </p:spPr>
        </p:sp>
        <p:sp>
          <p:nvSpPr>
            <p:cNvPr id="2886" name="Candidate_receptor__2885">
              <a:extLst>
                <a:ext uri="{FF2B5EF4-FFF2-40B4-BE49-F238E27FC236}">
                  <a16:creationId xmlns:a16="http://schemas.microsoft.com/office/drawing/2014/main" id="{02B2F8D7-6319-9685-4671-2612302C4A27}"/>
                </a:ext>
              </a:extLst>
            </p:cNvPr>
            <p:cNvSpPr>
              <a:spLocks noGrp="1"/>
            </p:cNvSpPr>
            <p:nvPr/>
          </p:nvSpPr>
          <p:spPr>
            <a:xfrm>
              <a:off x="5463987" y="1835302"/>
              <a:ext cx="112192" cy="6821"/>
            </a:xfrm>
            <a:custGeom>
              <a:avLst/>
              <a:gdLst/>
              <a:ahLst/>
              <a:cxnLst/>
              <a:rect l="0" t="0" r="0" b="0"/>
              <a:pathLst>
                <a:path w="112192" h="6821">
                  <a:moveTo>
                    <a:pt x="112192" y="6821"/>
                  </a:moveTo>
                  <a:lnTo>
                    <a:pt x="0" y="0"/>
                  </a:lnTo>
                </a:path>
              </a:pathLst>
            </a:custGeom>
            <a:noFill/>
            <a:ln w="20003">
              <a:solidFill>
                <a:srgbClr val="E2E7EA"/>
              </a:solidFill>
            </a:ln>
          </p:spPr>
        </p:sp>
        <p:sp>
          <p:nvSpPr>
            <p:cNvPr id="2887" name="Candidate_receptor__2886">
              <a:extLst>
                <a:ext uri="{FF2B5EF4-FFF2-40B4-BE49-F238E27FC236}">
                  <a16:creationId xmlns:a16="http://schemas.microsoft.com/office/drawing/2014/main" id="{9C153EF2-4D12-DDDE-4247-867A703AA2FD}"/>
                </a:ext>
              </a:extLst>
            </p:cNvPr>
            <p:cNvSpPr>
              <a:spLocks noGrp="1"/>
            </p:cNvSpPr>
            <p:nvPr/>
          </p:nvSpPr>
          <p:spPr>
            <a:xfrm>
              <a:off x="4514509" y="2161557"/>
              <a:ext cx="69350" cy="91198"/>
            </a:xfrm>
            <a:custGeom>
              <a:avLst/>
              <a:gdLst/>
              <a:ahLst/>
              <a:cxnLst/>
              <a:rect l="0" t="0" r="0" b="0"/>
              <a:pathLst>
                <a:path w="69350" h="91198">
                  <a:moveTo>
                    <a:pt x="0" y="0"/>
                  </a:moveTo>
                  <a:lnTo>
                    <a:pt x="69350" y="91198"/>
                  </a:lnTo>
                </a:path>
              </a:pathLst>
            </a:custGeom>
            <a:noFill/>
            <a:ln w="8096">
              <a:solidFill>
                <a:srgbClr val="E2E7EA"/>
              </a:solidFill>
            </a:ln>
          </p:spPr>
        </p:sp>
        <p:sp>
          <p:nvSpPr>
            <p:cNvPr id="2888" name="Candidate_receptor__2887">
              <a:extLst>
                <a:ext uri="{FF2B5EF4-FFF2-40B4-BE49-F238E27FC236}">
                  <a16:creationId xmlns:a16="http://schemas.microsoft.com/office/drawing/2014/main" id="{B66A91C7-866D-3702-7299-F785B75AAA34}"/>
                </a:ext>
              </a:extLst>
            </p:cNvPr>
            <p:cNvSpPr>
              <a:spLocks noGrp="1"/>
            </p:cNvSpPr>
            <p:nvPr/>
          </p:nvSpPr>
          <p:spPr>
            <a:xfrm>
              <a:off x="4413098" y="3596121"/>
              <a:ext cx="48357" cy="77882"/>
            </a:xfrm>
            <a:custGeom>
              <a:avLst/>
              <a:gdLst/>
              <a:ahLst/>
              <a:cxnLst/>
              <a:rect l="0" t="0" r="0" b="0"/>
              <a:pathLst>
                <a:path w="48357" h="77882">
                  <a:moveTo>
                    <a:pt x="48357" y="0"/>
                  </a:moveTo>
                  <a:lnTo>
                    <a:pt x="0" y="77882"/>
                  </a:lnTo>
                </a:path>
              </a:pathLst>
            </a:custGeom>
            <a:noFill/>
            <a:ln w="8096">
              <a:solidFill>
                <a:srgbClr val="E2E7EA"/>
              </a:solidFill>
            </a:ln>
          </p:spPr>
        </p:sp>
        <p:sp>
          <p:nvSpPr>
            <p:cNvPr id="2889" name="Candidate_receptor__2888">
              <a:extLst>
                <a:ext uri="{FF2B5EF4-FFF2-40B4-BE49-F238E27FC236}">
                  <a16:creationId xmlns:a16="http://schemas.microsoft.com/office/drawing/2014/main" id="{A76B29D5-A6D7-8B7F-3D73-9A6195B763FE}"/>
                </a:ext>
              </a:extLst>
            </p:cNvPr>
            <p:cNvSpPr>
              <a:spLocks noGrp="1"/>
            </p:cNvSpPr>
            <p:nvPr/>
          </p:nvSpPr>
          <p:spPr>
            <a:xfrm>
              <a:off x="5958425" y="4018881"/>
              <a:ext cx="68477" cy="92126"/>
            </a:xfrm>
            <a:custGeom>
              <a:avLst/>
              <a:gdLst/>
              <a:ahLst/>
              <a:cxnLst/>
              <a:rect l="0" t="0" r="0" b="0"/>
              <a:pathLst>
                <a:path w="68477" h="92126">
                  <a:moveTo>
                    <a:pt x="68477" y="0"/>
                  </a:moveTo>
                  <a:lnTo>
                    <a:pt x="0" y="92126"/>
                  </a:lnTo>
                </a:path>
              </a:pathLst>
            </a:custGeom>
            <a:noFill/>
            <a:ln w="20003">
              <a:solidFill>
                <a:srgbClr val="E2E7EA"/>
              </a:solidFill>
            </a:ln>
          </p:spPr>
        </p:sp>
        <p:sp>
          <p:nvSpPr>
            <p:cNvPr id="2890" name="Candidate_receptor__2889">
              <a:extLst>
                <a:ext uri="{FF2B5EF4-FFF2-40B4-BE49-F238E27FC236}">
                  <a16:creationId xmlns:a16="http://schemas.microsoft.com/office/drawing/2014/main" id="{96E5C755-5EFB-0D58-3BDE-16AC74F30ABC}"/>
                </a:ext>
              </a:extLst>
            </p:cNvPr>
            <p:cNvSpPr>
              <a:spLocks noGrp="1"/>
            </p:cNvSpPr>
            <p:nvPr/>
          </p:nvSpPr>
          <p:spPr>
            <a:xfrm>
              <a:off x="6464972" y="4411464"/>
              <a:ext cx="98939" cy="22206"/>
            </a:xfrm>
            <a:custGeom>
              <a:avLst/>
              <a:gdLst/>
              <a:ahLst/>
              <a:cxnLst/>
              <a:rect l="0" t="0" r="0" b="0"/>
              <a:pathLst>
                <a:path w="98939" h="22206">
                  <a:moveTo>
                    <a:pt x="98939" y="0"/>
                  </a:moveTo>
                  <a:lnTo>
                    <a:pt x="0" y="22206"/>
                  </a:lnTo>
                </a:path>
              </a:pathLst>
            </a:custGeom>
            <a:noFill/>
            <a:ln w="20003">
              <a:solidFill>
                <a:srgbClr val="E3E7EA"/>
              </a:solidFill>
            </a:ln>
          </p:spPr>
        </p:sp>
        <p:sp>
          <p:nvSpPr>
            <p:cNvPr id="2891" name="Candidate_receptor__2890">
              <a:extLst>
                <a:ext uri="{FF2B5EF4-FFF2-40B4-BE49-F238E27FC236}">
                  <a16:creationId xmlns:a16="http://schemas.microsoft.com/office/drawing/2014/main" id="{22DEF77E-A063-9F9E-65EB-5D0F099D310B}"/>
                </a:ext>
              </a:extLst>
            </p:cNvPr>
            <p:cNvSpPr>
              <a:spLocks noGrp="1"/>
            </p:cNvSpPr>
            <p:nvPr/>
          </p:nvSpPr>
          <p:spPr>
            <a:xfrm>
              <a:off x="5806855" y="3862527"/>
              <a:ext cx="108375" cy="11779"/>
            </a:xfrm>
            <a:custGeom>
              <a:avLst/>
              <a:gdLst/>
              <a:ahLst/>
              <a:cxnLst/>
              <a:rect l="0" t="0" r="0" b="0"/>
              <a:pathLst>
                <a:path w="108375" h="11779">
                  <a:moveTo>
                    <a:pt x="0" y="11779"/>
                  </a:moveTo>
                  <a:lnTo>
                    <a:pt x="108375" y="0"/>
                  </a:lnTo>
                </a:path>
              </a:pathLst>
            </a:custGeom>
            <a:noFill/>
            <a:ln w="20003">
              <a:solidFill>
                <a:srgbClr val="E3E7EA"/>
              </a:solidFill>
            </a:ln>
          </p:spPr>
        </p:sp>
        <p:sp>
          <p:nvSpPr>
            <p:cNvPr id="2892" name="Candidate_receptor__2891">
              <a:extLst>
                <a:ext uri="{FF2B5EF4-FFF2-40B4-BE49-F238E27FC236}">
                  <a16:creationId xmlns:a16="http://schemas.microsoft.com/office/drawing/2014/main" id="{CB537808-CA28-C51E-6725-A4C1C2320B31}"/>
                </a:ext>
              </a:extLst>
            </p:cNvPr>
            <p:cNvSpPr>
              <a:spLocks noGrp="1"/>
            </p:cNvSpPr>
            <p:nvPr/>
          </p:nvSpPr>
          <p:spPr>
            <a:xfrm>
              <a:off x="5559467" y="3495179"/>
              <a:ext cx="26604" cy="87601"/>
            </a:xfrm>
            <a:custGeom>
              <a:avLst/>
              <a:gdLst/>
              <a:ahLst/>
              <a:cxnLst/>
              <a:rect l="0" t="0" r="0" b="0"/>
              <a:pathLst>
                <a:path w="26604" h="87601">
                  <a:moveTo>
                    <a:pt x="26604" y="87601"/>
                  </a:moveTo>
                  <a:lnTo>
                    <a:pt x="0" y="0"/>
                  </a:lnTo>
                </a:path>
              </a:pathLst>
            </a:custGeom>
            <a:noFill/>
            <a:ln w="20003">
              <a:solidFill>
                <a:srgbClr val="E3E7EA"/>
              </a:solidFill>
            </a:ln>
          </p:spPr>
        </p:sp>
        <p:sp>
          <p:nvSpPr>
            <p:cNvPr id="2893" name="Candidate_receptor__2892">
              <a:extLst>
                <a:ext uri="{FF2B5EF4-FFF2-40B4-BE49-F238E27FC236}">
                  <a16:creationId xmlns:a16="http://schemas.microsoft.com/office/drawing/2014/main" id="{04D092AC-DDE6-A933-BFAB-B7BA843F5F55}"/>
                </a:ext>
              </a:extLst>
            </p:cNvPr>
            <p:cNvSpPr>
              <a:spLocks noGrp="1"/>
            </p:cNvSpPr>
            <p:nvPr/>
          </p:nvSpPr>
          <p:spPr>
            <a:xfrm>
              <a:off x="4596203" y="4538483"/>
              <a:ext cx="51976" cy="87655"/>
            </a:xfrm>
            <a:custGeom>
              <a:avLst/>
              <a:gdLst/>
              <a:ahLst/>
              <a:cxnLst/>
              <a:rect l="0" t="0" r="0" b="0"/>
              <a:pathLst>
                <a:path w="51976" h="87655">
                  <a:moveTo>
                    <a:pt x="0" y="87655"/>
                  </a:moveTo>
                  <a:lnTo>
                    <a:pt x="51976" y="0"/>
                  </a:lnTo>
                </a:path>
              </a:pathLst>
            </a:custGeom>
            <a:noFill/>
            <a:ln w="8096">
              <a:solidFill>
                <a:srgbClr val="E3E7EA"/>
              </a:solidFill>
            </a:ln>
          </p:spPr>
        </p:sp>
        <p:sp>
          <p:nvSpPr>
            <p:cNvPr id="2894" name="Candidate_receptor__2893">
              <a:extLst>
                <a:ext uri="{FF2B5EF4-FFF2-40B4-BE49-F238E27FC236}">
                  <a16:creationId xmlns:a16="http://schemas.microsoft.com/office/drawing/2014/main" id="{92AD7B0D-4724-D947-21E3-211F01EF94E4}"/>
                </a:ext>
              </a:extLst>
            </p:cNvPr>
            <p:cNvSpPr>
              <a:spLocks noGrp="1"/>
            </p:cNvSpPr>
            <p:nvPr/>
          </p:nvSpPr>
          <p:spPr>
            <a:xfrm>
              <a:off x="4884013" y="2607664"/>
              <a:ext cx="72154" cy="83405"/>
            </a:xfrm>
            <a:custGeom>
              <a:avLst/>
              <a:gdLst/>
              <a:ahLst/>
              <a:cxnLst/>
              <a:rect l="0" t="0" r="0" b="0"/>
              <a:pathLst>
                <a:path w="72154" h="83405">
                  <a:moveTo>
                    <a:pt x="0" y="83405"/>
                  </a:moveTo>
                  <a:lnTo>
                    <a:pt x="72154" y="0"/>
                  </a:lnTo>
                </a:path>
              </a:pathLst>
            </a:custGeom>
            <a:noFill/>
            <a:ln w="20003">
              <a:solidFill>
                <a:srgbClr val="E3E7EA"/>
              </a:solidFill>
            </a:ln>
          </p:spPr>
        </p:sp>
        <p:sp>
          <p:nvSpPr>
            <p:cNvPr id="2895" name="Candidate_receptor__2894">
              <a:extLst>
                <a:ext uri="{FF2B5EF4-FFF2-40B4-BE49-F238E27FC236}">
                  <a16:creationId xmlns:a16="http://schemas.microsoft.com/office/drawing/2014/main" id="{E9AAC7F6-E501-4435-D437-2C68A25EDF3A}"/>
                </a:ext>
              </a:extLst>
            </p:cNvPr>
            <p:cNvSpPr>
              <a:spLocks noGrp="1"/>
            </p:cNvSpPr>
            <p:nvPr/>
          </p:nvSpPr>
          <p:spPr>
            <a:xfrm>
              <a:off x="5304429" y="3376295"/>
              <a:ext cx="114233" cy="5435"/>
            </a:xfrm>
            <a:custGeom>
              <a:avLst/>
              <a:gdLst/>
              <a:ahLst/>
              <a:cxnLst/>
              <a:rect l="0" t="0" r="0" b="0"/>
              <a:pathLst>
                <a:path w="114233" h="5435">
                  <a:moveTo>
                    <a:pt x="114233" y="5435"/>
                  </a:moveTo>
                  <a:lnTo>
                    <a:pt x="0" y="0"/>
                  </a:lnTo>
                </a:path>
              </a:pathLst>
            </a:custGeom>
            <a:noFill/>
            <a:ln w="8096">
              <a:solidFill>
                <a:srgbClr val="E3E7EA"/>
              </a:solidFill>
            </a:ln>
          </p:spPr>
        </p:sp>
        <p:sp>
          <p:nvSpPr>
            <p:cNvPr id="2896" name="Candidate_receptor__2895">
              <a:extLst>
                <a:ext uri="{FF2B5EF4-FFF2-40B4-BE49-F238E27FC236}">
                  <a16:creationId xmlns:a16="http://schemas.microsoft.com/office/drawing/2014/main" id="{09602410-7611-11D2-B0DA-83590FC41436}"/>
                </a:ext>
              </a:extLst>
            </p:cNvPr>
            <p:cNvSpPr>
              <a:spLocks noGrp="1"/>
            </p:cNvSpPr>
            <p:nvPr/>
          </p:nvSpPr>
          <p:spPr>
            <a:xfrm>
              <a:off x="4969328" y="4371922"/>
              <a:ext cx="107906" cy="36136"/>
            </a:xfrm>
            <a:custGeom>
              <a:avLst/>
              <a:gdLst/>
              <a:ahLst/>
              <a:cxnLst/>
              <a:rect l="0" t="0" r="0" b="0"/>
              <a:pathLst>
                <a:path w="107906" h="36136">
                  <a:moveTo>
                    <a:pt x="107906" y="0"/>
                  </a:moveTo>
                  <a:lnTo>
                    <a:pt x="0" y="36136"/>
                  </a:lnTo>
                </a:path>
              </a:pathLst>
            </a:custGeom>
            <a:noFill/>
            <a:ln w="20003">
              <a:solidFill>
                <a:srgbClr val="E3E7EA"/>
              </a:solidFill>
            </a:ln>
          </p:spPr>
        </p:sp>
        <p:sp>
          <p:nvSpPr>
            <p:cNvPr id="2897" name="Candidate_receptor__2896">
              <a:extLst>
                <a:ext uri="{FF2B5EF4-FFF2-40B4-BE49-F238E27FC236}">
                  <a16:creationId xmlns:a16="http://schemas.microsoft.com/office/drawing/2014/main" id="{D16734AF-9944-B92C-A07C-05BD7B5ADF94}"/>
                </a:ext>
              </a:extLst>
            </p:cNvPr>
            <p:cNvSpPr>
              <a:spLocks noGrp="1"/>
            </p:cNvSpPr>
            <p:nvPr/>
          </p:nvSpPr>
          <p:spPr>
            <a:xfrm>
              <a:off x="4596203" y="4626138"/>
              <a:ext cx="25671" cy="94900"/>
            </a:xfrm>
            <a:custGeom>
              <a:avLst/>
              <a:gdLst/>
              <a:ahLst/>
              <a:cxnLst/>
              <a:rect l="0" t="0" r="0" b="0"/>
              <a:pathLst>
                <a:path w="25671" h="94900">
                  <a:moveTo>
                    <a:pt x="25671" y="94900"/>
                  </a:moveTo>
                  <a:lnTo>
                    <a:pt x="0" y="0"/>
                  </a:lnTo>
                </a:path>
              </a:pathLst>
            </a:custGeom>
            <a:noFill/>
            <a:ln w="8096">
              <a:solidFill>
                <a:srgbClr val="E3E7EA"/>
              </a:solidFill>
            </a:ln>
          </p:spPr>
        </p:sp>
        <p:sp>
          <p:nvSpPr>
            <p:cNvPr id="2898" name="Candidate_receptor__2897">
              <a:extLst>
                <a:ext uri="{FF2B5EF4-FFF2-40B4-BE49-F238E27FC236}">
                  <a16:creationId xmlns:a16="http://schemas.microsoft.com/office/drawing/2014/main" id="{02C587B6-E8B1-3059-E7A0-28E9CBEE79DA}"/>
                </a:ext>
              </a:extLst>
            </p:cNvPr>
            <p:cNvSpPr>
              <a:spLocks noGrp="1"/>
            </p:cNvSpPr>
            <p:nvPr/>
          </p:nvSpPr>
          <p:spPr>
            <a:xfrm>
              <a:off x="4681542" y="4908601"/>
              <a:ext cx="1044" cy="50628"/>
            </a:xfrm>
            <a:custGeom>
              <a:avLst/>
              <a:gdLst/>
              <a:ahLst/>
              <a:cxnLst/>
              <a:rect l="0" t="0" r="0" b="0"/>
              <a:pathLst>
                <a:path w="1044" h="50628">
                  <a:moveTo>
                    <a:pt x="0" y="50628"/>
                  </a:moveTo>
                  <a:lnTo>
                    <a:pt x="1044" y="0"/>
                  </a:lnTo>
                </a:path>
              </a:pathLst>
            </a:custGeom>
            <a:noFill/>
            <a:ln w="8096">
              <a:solidFill>
                <a:srgbClr val="E3E7EA"/>
              </a:solidFill>
            </a:ln>
          </p:spPr>
        </p:sp>
        <p:sp>
          <p:nvSpPr>
            <p:cNvPr id="2899" name="Candidate_receptor__2898">
              <a:extLst>
                <a:ext uri="{FF2B5EF4-FFF2-40B4-BE49-F238E27FC236}">
                  <a16:creationId xmlns:a16="http://schemas.microsoft.com/office/drawing/2014/main" id="{FF401F8A-70A5-3E9D-F10D-8C0FE98828F0}"/>
                </a:ext>
              </a:extLst>
            </p:cNvPr>
            <p:cNvSpPr>
              <a:spLocks noGrp="1"/>
            </p:cNvSpPr>
            <p:nvPr/>
          </p:nvSpPr>
          <p:spPr>
            <a:xfrm>
              <a:off x="4847453" y="2097241"/>
              <a:ext cx="18348" cy="103702"/>
            </a:xfrm>
            <a:custGeom>
              <a:avLst/>
              <a:gdLst/>
              <a:ahLst/>
              <a:cxnLst/>
              <a:rect l="0" t="0" r="0" b="0"/>
              <a:pathLst>
                <a:path w="18348" h="103702">
                  <a:moveTo>
                    <a:pt x="18348" y="0"/>
                  </a:moveTo>
                  <a:lnTo>
                    <a:pt x="0" y="103702"/>
                  </a:lnTo>
                </a:path>
              </a:pathLst>
            </a:custGeom>
            <a:noFill/>
            <a:ln w="8096">
              <a:solidFill>
                <a:srgbClr val="E3E7EA"/>
              </a:solidFill>
            </a:ln>
          </p:spPr>
        </p:sp>
        <p:sp>
          <p:nvSpPr>
            <p:cNvPr id="2900" name="Candidate_receptor__2899">
              <a:extLst>
                <a:ext uri="{FF2B5EF4-FFF2-40B4-BE49-F238E27FC236}">
                  <a16:creationId xmlns:a16="http://schemas.microsoft.com/office/drawing/2014/main" id="{8A408C2D-2D00-2AD0-0734-D4B3A7AA8518}"/>
                </a:ext>
              </a:extLst>
            </p:cNvPr>
            <p:cNvSpPr>
              <a:spLocks noGrp="1"/>
            </p:cNvSpPr>
            <p:nvPr/>
          </p:nvSpPr>
          <p:spPr>
            <a:xfrm>
              <a:off x="4428045" y="3496639"/>
              <a:ext cx="33409" cy="99482"/>
            </a:xfrm>
            <a:custGeom>
              <a:avLst/>
              <a:gdLst/>
              <a:ahLst/>
              <a:cxnLst/>
              <a:rect l="0" t="0" r="0" b="0"/>
              <a:pathLst>
                <a:path w="33409" h="99482">
                  <a:moveTo>
                    <a:pt x="0" y="0"/>
                  </a:moveTo>
                  <a:lnTo>
                    <a:pt x="33409" y="99482"/>
                  </a:lnTo>
                </a:path>
              </a:pathLst>
            </a:custGeom>
            <a:noFill/>
            <a:ln w="20003">
              <a:solidFill>
                <a:srgbClr val="E3E7EA"/>
              </a:solidFill>
            </a:ln>
          </p:spPr>
        </p:sp>
        <p:sp>
          <p:nvSpPr>
            <p:cNvPr id="2901" name="Candidate_receptor__2900">
              <a:extLst>
                <a:ext uri="{FF2B5EF4-FFF2-40B4-BE49-F238E27FC236}">
                  <a16:creationId xmlns:a16="http://schemas.microsoft.com/office/drawing/2014/main" id="{BAC2DA64-A063-145A-E2D3-B4458C29193F}"/>
                </a:ext>
              </a:extLst>
            </p:cNvPr>
            <p:cNvSpPr>
              <a:spLocks noGrp="1"/>
            </p:cNvSpPr>
            <p:nvPr/>
          </p:nvSpPr>
          <p:spPr>
            <a:xfrm>
              <a:off x="4324911" y="3475700"/>
              <a:ext cx="103134" cy="20938"/>
            </a:xfrm>
            <a:custGeom>
              <a:avLst/>
              <a:gdLst/>
              <a:ahLst/>
              <a:cxnLst/>
              <a:rect l="0" t="0" r="0" b="0"/>
              <a:pathLst>
                <a:path w="103134" h="20938">
                  <a:moveTo>
                    <a:pt x="0" y="0"/>
                  </a:moveTo>
                  <a:lnTo>
                    <a:pt x="103134" y="20938"/>
                  </a:lnTo>
                </a:path>
              </a:pathLst>
            </a:custGeom>
            <a:noFill/>
            <a:ln w="20003">
              <a:solidFill>
                <a:srgbClr val="E3E7EA"/>
              </a:solidFill>
            </a:ln>
          </p:spPr>
        </p:sp>
        <p:sp>
          <p:nvSpPr>
            <p:cNvPr id="2902" name="Candidate_receptor__2901">
              <a:extLst>
                <a:ext uri="{FF2B5EF4-FFF2-40B4-BE49-F238E27FC236}">
                  <a16:creationId xmlns:a16="http://schemas.microsoft.com/office/drawing/2014/main" id="{E7647793-1C9B-EBE1-4E18-E0B5B4904800}"/>
                </a:ext>
              </a:extLst>
            </p:cNvPr>
            <p:cNvSpPr>
              <a:spLocks noGrp="1"/>
            </p:cNvSpPr>
            <p:nvPr/>
          </p:nvSpPr>
          <p:spPr>
            <a:xfrm>
              <a:off x="6155263" y="3766000"/>
              <a:ext cx="747" cy="22933"/>
            </a:xfrm>
            <a:custGeom>
              <a:avLst/>
              <a:gdLst/>
              <a:ahLst/>
              <a:cxnLst/>
              <a:rect l="0" t="0" r="0" b="0"/>
              <a:pathLst>
                <a:path w="747" h="22933">
                  <a:moveTo>
                    <a:pt x="0" y="22933"/>
                  </a:moveTo>
                  <a:lnTo>
                    <a:pt x="747" y="0"/>
                  </a:lnTo>
                </a:path>
              </a:pathLst>
            </a:custGeom>
            <a:noFill/>
            <a:ln w="20003">
              <a:solidFill>
                <a:srgbClr val="E3E7EA"/>
              </a:solidFill>
            </a:ln>
          </p:spPr>
        </p:sp>
        <p:sp>
          <p:nvSpPr>
            <p:cNvPr id="2903" name="Candidate_receptor__2902">
              <a:extLst>
                <a:ext uri="{FF2B5EF4-FFF2-40B4-BE49-F238E27FC236}">
                  <a16:creationId xmlns:a16="http://schemas.microsoft.com/office/drawing/2014/main" id="{B2A5B8DB-0D4A-6CB5-2E5D-BBE17B535F01}"/>
                </a:ext>
              </a:extLst>
            </p:cNvPr>
            <p:cNvSpPr>
              <a:spLocks noGrp="1"/>
            </p:cNvSpPr>
            <p:nvPr/>
          </p:nvSpPr>
          <p:spPr>
            <a:xfrm>
              <a:off x="5606074" y="3790859"/>
              <a:ext cx="68339" cy="89446"/>
            </a:xfrm>
            <a:custGeom>
              <a:avLst/>
              <a:gdLst/>
              <a:ahLst/>
              <a:cxnLst/>
              <a:rect l="0" t="0" r="0" b="0"/>
              <a:pathLst>
                <a:path w="68339" h="89446">
                  <a:moveTo>
                    <a:pt x="0" y="89446"/>
                  </a:moveTo>
                  <a:lnTo>
                    <a:pt x="68339" y="0"/>
                  </a:lnTo>
                </a:path>
              </a:pathLst>
            </a:custGeom>
            <a:noFill/>
            <a:ln w="20003">
              <a:solidFill>
                <a:srgbClr val="E3E7EA"/>
              </a:solidFill>
            </a:ln>
          </p:spPr>
        </p:sp>
        <p:sp>
          <p:nvSpPr>
            <p:cNvPr id="2904" name="Candidate_receptor__2903">
              <a:extLst>
                <a:ext uri="{FF2B5EF4-FFF2-40B4-BE49-F238E27FC236}">
                  <a16:creationId xmlns:a16="http://schemas.microsoft.com/office/drawing/2014/main" id="{F63C254E-E059-6D33-8A7C-6DAFE001A709}"/>
                </a:ext>
              </a:extLst>
            </p:cNvPr>
            <p:cNvSpPr>
              <a:spLocks noGrp="1"/>
            </p:cNvSpPr>
            <p:nvPr/>
          </p:nvSpPr>
          <p:spPr>
            <a:xfrm>
              <a:off x="5191880" y="3725435"/>
              <a:ext cx="61343" cy="88283"/>
            </a:xfrm>
            <a:custGeom>
              <a:avLst/>
              <a:gdLst/>
              <a:ahLst/>
              <a:cxnLst/>
              <a:rect l="0" t="0" r="0" b="0"/>
              <a:pathLst>
                <a:path w="61343" h="88283">
                  <a:moveTo>
                    <a:pt x="61343" y="0"/>
                  </a:moveTo>
                  <a:lnTo>
                    <a:pt x="0" y="88283"/>
                  </a:lnTo>
                </a:path>
              </a:pathLst>
            </a:custGeom>
            <a:noFill/>
            <a:ln w="20003">
              <a:solidFill>
                <a:srgbClr val="E3E7EA"/>
              </a:solidFill>
            </a:ln>
          </p:spPr>
        </p:sp>
        <p:sp>
          <p:nvSpPr>
            <p:cNvPr id="2905" name="Candidate_receptor__2904">
              <a:extLst>
                <a:ext uri="{FF2B5EF4-FFF2-40B4-BE49-F238E27FC236}">
                  <a16:creationId xmlns:a16="http://schemas.microsoft.com/office/drawing/2014/main" id="{14916BC2-B15C-2A41-169E-9242DE0D0339}"/>
                </a:ext>
              </a:extLst>
            </p:cNvPr>
            <p:cNvSpPr>
              <a:spLocks noGrp="1"/>
            </p:cNvSpPr>
            <p:nvPr/>
          </p:nvSpPr>
          <p:spPr>
            <a:xfrm>
              <a:off x="6563911" y="4411464"/>
              <a:ext cx="59952" cy="67566"/>
            </a:xfrm>
            <a:custGeom>
              <a:avLst/>
              <a:gdLst/>
              <a:ahLst/>
              <a:cxnLst/>
              <a:rect l="0" t="0" r="0" b="0"/>
              <a:pathLst>
                <a:path w="59952" h="67566">
                  <a:moveTo>
                    <a:pt x="59952" y="67566"/>
                  </a:moveTo>
                  <a:lnTo>
                    <a:pt x="0" y="0"/>
                  </a:lnTo>
                </a:path>
              </a:pathLst>
            </a:custGeom>
            <a:noFill/>
            <a:ln w="20003">
              <a:solidFill>
                <a:srgbClr val="E3E7EA"/>
              </a:solidFill>
            </a:ln>
          </p:spPr>
        </p:sp>
        <p:sp>
          <p:nvSpPr>
            <p:cNvPr id="2906" name="Candidate_receptor__2905">
              <a:extLst>
                <a:ext uri="{FF2B5EF4-FFF2-40B4-BE49-F238E27FC236}">
                  <a16:creationId xmlns:a16="http://schemas.microsoft.com/office/drawing/2014/main" id="{AC6E1B54-880E-53C3-5CCB-99E35BCF146A}"/>
                </a:ext>
              </a:extLst>
            </p:cNvPr>
            <p:cNvSpPr>
              <a:spLocks noGrp="1"/>
            </p:cNvSpPr>
            <p:nvPr/>
          </p:nvSpPr>
          <p:spPr>
            <a:xfrm>
              <a:off x="5738716" y="4221012"/>
              <a:ext cx="31270" cy="71331"/>
            </a:xfrm>
            <a:custGeom>
              <a:avLst/>
              <a:gdLst/>
              <a:ahLst/>
              <a:cxnLst/>
              <a:rect l="0" t="0" r="0" b="0"/>
              <a:pathLst>
                <a:path w="31270" h="71331">
                  <a:moveTo>
                    <a:pt x="31270" y="71331"/>
                  </a:moveTo>
                  <a:lnTo>
                    <a:pt x="0" y="0"/>
                  </a:lnTo>
                </a:path>
              </a:pathLst>
            </a:custGeom>
            <a:noFill/>
            <a:ln w="20003">
              <a:solidFill>
                <a:srgbClr val="E3E7EA"/>
              </a:solidFill>
            </a:ln>
          </p:spPr>
        </p:sp>
        <p:sp>
          <p:nvSpPr>
            <p:cNvPr id="2907" name="Candidate_receptor__2906">
              <a:extLst>
                <a:ext uri="{FF2B5EF4-FFF2-40B4-BE49-F238E27FC236}">
                  <a16:creationId xmlns:a16="http://schemas.microsoft.com/office/drawing/2014/main" id="{B4DE9F8E-61B7-2E69-94BF-D348FE6F54E5}"/>
                </a:ext>
              </a:extLst>
            </p:cNvPr>
            <p:cNvSpPr>
              <a:spLocks noGrp="1"/>
            </p:cNvSpPr>
            <p:nvPr/>
          </p:nvSpPr>
          <p:spPr>
            <a:xfrm>
              <a:off x="5659460" y="2420072"/>
              <a:ext cx="27724" cy="105457"/>
            </a:xfrm>
            <a:custGeom>
              <a:avLst/>
              <a:gdLst/>
              <a:ahLst/>
              <a:cxnLst/>
              <a:rect l="0" t="0" r="0" b="0"/>
              <a:pathLst>
                <a:path w="27724" h="105457">
                  <a:moveTo>
                    <a:pt x="0" y="0"/>
                  </a:moveTo>
                  <a:lnTo>
                    <a:pt x="27724" y="105457"/>
                  </a:lnTo>
                </a:path>
              </a:pathLst>
            </a:custGeom>
            <a:noFill/>
            <a:ln w="8096">
              <a:solidFill>
                <a:srgbClr val="E3E7EA"/>
              </a:solidFill>
            </a:ln>
          </p:spPr>
        </p:sp>
        <p:sp>
          <p:nvSpPr>
            <p:cNvPr id="2908" name="Candidate_receptor__2907">
              <a:extLst>
                <a:ext uri="{FF2B5EF4-FFF2-40B4-BE49-F238E27FC236}">
                  <a16:creationId xmlns:a16="http://schemas.microsoft.com/office/drawing/2014/main" id="{47AC9CBC-4B7C-07AB-A633-7190A4858601}"/>
                </a:ext>
              </a:extLst>
            </p:cNvPr>
            <p:cNvSpPr>
              <a:spLocks noGrp="1"/>
            </p:cNvSpPr>
            <p:nvPr/>
          </p:nvSpPr>
          <p:spPr>
            <a:xfrm>
              <a:off x="5408807" y="3092887"/>
              <a:ext cx="110142" cy="25368"/>
            </a:xfrm>
            <a:custGeom>
              <a:avLst/>
              <a:gdLst/>
              <a:ahLst/>
              <a:cxnLst/>
              <a:rect l="0" t="0" r="0" b="0"/>
              <a:pathLst>
                <a:path w="110142" h="25368">
                  <a:moveTo>
                    <a:pt x="110142" y="0"/>
                  </a:moveTo>
                  <a:lnTo>
                    <a:pt x="0" y="25368"/>
                  </a:lnTo>
                </a:path>
              </a:pathLst>
            </a:custGeom>
            <a:noFill/>
            <a:ln w="20003">
              <a:solidFill>
                <a:srgbClr val="E3E7EA"/>
              </a:solidFill>
            </a:ln>
          </p:spPr>
        </p:sp>
        <p:sp>
          <p:nvSpPr>
            <p:cNvPr id="2909" name="Candidate_receptor__2908">
              <a:extLst>
                <a:ext uri="{FF2B5EF4-FFF2-40B4-BE49-F238E27FC236}">
                  <a16:creationId xmlns:a16="http://schemas.microsoft.com/office/drawing/2014/main" id="{D58C4DBA-7E5A-E3EF-E1B1-6BF84F5A3501}"/>
                </a:ext>
              </a:extLst>
            </p:cNvPr>
            <p:cNvSpPr>
              <a:spLocks noGrp="1"/>
            </p:cNvSpPr>
            <p:nvPr/>
          </p:nvSpPr>
          <p:spPr>
            <a:xfrm>
              <a:off x="4942746" y="3828519"/>
              <a:ext cx="72851" cy="59496"/>
            </a:xfrm>
            <a:custGeom>
              <a:avLst/>
              <a:gdLst/>
              <a:ahLst/>
              <a:cxnLst/>
              <a:rect l="0" t="0" r="0" b="0"/>
              <a:pathLst>
                <a:path w="72851" h="59496">
                  <a:moveTo>
                    <a:pt x="0" y="59496"/>
                  </a:moveTo>
                  <a:lnTo>
                    <a:pt x="72851" y="0"/>
                  </a:lnTo>
                </a:path>
              </a:pathLst>
            </a:custGeom>
            <a:noFill/>
            <a:ln w="20003">
              <a:solidFill>
                <a:srgbClr val="E3E7EA"/>
              </a:solidFill>
            </a:ln>
          </p:spPr>
        </p:sp>
        <p:sp>
          <p:nvSpPr>
            <p:cNvPr id="2910" name="Candidate_receptor__2909">
              <a:extLst>
                <a:ext uri="{FF2B5EF4-FFF2-40B4-BE49-F238E27FC236}">
                  <a16:creationId xmlns:a16="http://schemas.microsoft.com/office/drawing/2014/main" id="{E860F312-40AE-00F1-4C16-A86FE8FE2E69}"/>
                </a:ext>
              </a:extLst>
            </p:cNvPr>
            <p:cNvSpPr>
              <a:spLocks noGrp="1"/>
            </p:cNvSpPr>
            <p:nvPr/>
          </p:nvSpPr>
          <p:spPr>
            <a:xfrm>
              <a:off x="5570994" y="2359648"/>
              <a:ext cx="88466" cy="60424"/>
            </a:xfrm>
            <a:custGeom>
              <a:avLst/>
              <a:gdLst/>
              <a:ahLst/>
              <a:cxnLst/>
              <a:rect l="0" t="0" r="0" b="0"/>
              <a:pathLst>
                <a:path w="88466" h="60424">
                  <a:moveTo>
                    <a:pt x="0" y="0"/>
                  </a:moveTo>
                  <a:lnTo>
                    <a:pt x="88466" y="60424"/>
                  </a:lnTo>
                </a:path>
              </a:pathLst>
            </a:custGeom>
            <a:noFill/>
            <a:ln w="8096">
              <a:solidFill>
                <a:srgbClr val="E3E7EA"/>
              </a:solidFill>
            </a:ln>
          </p:spPr>
        </p:sp>
        <p:sp>
          <p:nvSpPr>
            <p:cNvPr id="2911" name="Candidate_receptor__2910">
              <a:extLst>
                <a:ext uri="{FF2B5EF4-FFF2-40B4-BE49-F238E27FC236}">
                  <a16:creationId xmlns:a16="http://schemas.microsoft.com/office/drawing/2014/main" id="{C717E656-B19E-E7F8-525C-839795BEAE29}"/>
                </a:ext>
              </a:extLst>
            </p:cNvPr>
            <p:cNvSpPr>
              <a:spLocks noGrp="1"/>
            </p:cNvSpPr>
            <p:nvPr/>
          </p:nvSpPr>
          <p:spPr>
            <a:xfrm>
              <a:off x="4749958" y="2200942"/>
              <a:ext cx="97495" cy="14018"/>
            </a:xfrm>
            <a:custGeom>
              <a:avLst/>
              <a:gdLst/>
              <a:ahLst/>
              <a:cxnLst/>
              <a:rect l="0" t="0" r="0" b="0"/>
              <a:pathLst>
                <a:path w="97495" h="14018">
                  <a:moveTo>
                    <a:pt x="97495" y="0"/>
                  </a:moveTo>
                  <a:lnTo>
                    <a:pt x="0" y="14018"/>
                  </a:lnTo>
                </a:path>
              </a:pathLst>
            </a:custGeom>
            <a:noFill/>
            <a:ln w="8096">
              <a:solidFill>
                <a:srgbClr val="E3E7EA"/>
              </a:solidFill>
            </a:ln>
          </p:spPr>
        </p:sp>
        <p:sp>
          <p:nvSpPr>
            <p:cNvPr id="2912" name="Candidate_receptor__2911">
              <a:extLst>
                <a:ext uri="{FF2B5EF4-FFF2-40B4-BE49-F238E27FC236}">
                  <a16:creationId xmlns:a16="http://schemas.microsoft.com/office/drawing/2014/main" id="{B0084AFF-B45F-A592-DE13-1C3086382F75}"/>
                </a:ext>
              </a:extLst>
            </p:cNvPr>
            <p:cNvSpPr>
              <a:spLocks noGrp="1"/>
            </p:cNvSpPr>
            <p:nvPr/>
          </p:nvSpPr>
          <p:spPr>
            <a:xfrm>
              <a:off x="4549821" y="3825927"/>
              <a:ext cx="93431" cy="19978"/>
            </a:xfrm>
            <a:custGeom>
              <a:avLst/>
              <a:gdLst/>
              <a:ahLst/>
              <a:cxnLst/>
              <a:rect l="0" t="0" r="0" b="0"/>
              <a:pathLst>
                <a:path w="93431" h="19978">
                  <a:moveTo>
                    <a:pt x="0" y="0"/>
                  </a:moveTo>
                  <a:lnTo>
                    <a:pt x="93431" y="19978"/>
                  </a:lnTo>
                </a:path>
              </a:pathLst>
            </a:custGeom>
            <a:noFill/>
            <a:ln w="8096">
              <a:solidFill>
                <a:srgbClr val="E3E7EA"/>
              </a:solidFill>
            </a:ln>
          </p:spPr>
        </p:sp>
        <p:sp>
          <p:nvSpPr>
            <p:cNvPr id="2913" name="Candidate_receptor__2912">
              <a:extLst>
                <a:ext uri="{FF2B5EF4-FFF2-40B4-BE49-F238E27FC236}">
                  <a16:creationId xmlns:a16="http://schemas.microsoft.com/office/drawing/2014/main" id="{8434D6F3-C6E1-F343-798A-60539AD6657F}"/>
                </a:ext>
              </a:extLst>
            </p:cNvPr>
            <p:cNvSpPr>
              <a:spLocks noGrp="1"/>
            </p:cNvSpPr>
            <p:nvPr/>
          </p:nvSpPr>
          <p:spPr>
            <a:xfrm>
              <a:off x="4982379" y="3952939"/>
              <a:ext cx="108200" cy="34879"/>
            </a:xfrm>
            <a:custGeom>
              <a:avLst/>
              <a:gdLst/>
              <a:ahLst/>
              <a:cxnLst/>
              <a:rect l="0" t="0" r="0" b="0"/>
              <a:pathLst>
                <a:path w="108200" h="34879">
                  <a:moveTo>
                    <a:pt x="108200" y="0"/>
                  </a:moveTo>
                  <a:lnTo>
                    <a:pt x="0" y="34879"/>
                  </a:lnTo>
                </a:path>
              </a:pathLst>
            </a:custGeom>
            <a:noFill/>
            <a:ln w="20003">
              <a:solidFill>
                <a:srgbClr val="E3E7EA"/>
              </a:solidFill>
            </a:ln>
          </p:spPr>
        </p:sp>
        <p:sp>
          <p:nvSpPr>
            <p:cNvPr id="2914" name="Candidate_receptor__2913">
              <a:extLst>
                <a:ext uri="{FF2B5EF4-FFF2-40B4-BE49-F238E27FC236}">
                  <a16:creationId xmlns:a16="http://schemas.microsoft.com/office/drawing/2014/main" id="{88B86A2A-C8CF-031E-AFD3-E22D77560BE1}"/>
                </a:ext>
              </a:extLst>
            </p:cNvPr>
            <p:cNvSpPr>
              <a:spLocks noGrp="1"/>
            </p:cNvSpPr>
            <p:nvPr/>
          </p:nvSpPr>
          <p:spPr>
            <a:xfrm>
              <a:off x="4512099" y="3742992"/>
              <a:ext cx="37722" cy="82935"/>
            </a:xfrm>
            <a:custGeom>
              <a:avLst/>
              <a:gdLst/>
              <a:ahLst/>
              <a:cxnLst/>
              <a:rect l="0" t="0" r="0" b="0"/>
              <a:pathLst>
                <a:path w="37722" h="82935">
                  <a:moveTo>
                    <a:pt x="0" y="0"/>
                  </a:moveTo>
                  <a:lnTo>
                    <a:pt x="37722" y="82935"/>
                  </a:lnTo>
                </a:path>
              </a:pathLst>
            </a:custGeom>
            <a:noFill/>
            <a:ln w="8096">
              <a:solidFill>
                <a:srgbClr val="E3E7EA"/>
              </a:solidFill>
            </a:ln>
          </p:spPr>
        </p:sp>
        <p:sp>
          <p:nvSpPr>
            <p:cNvPr id="2915" name="Candidate_receptor__2914">
              <a:extLst>
                <a:ext uri="{FF2B5EF4-FFF2-40B4-BE49-F238E27FC236}">
                  <a16:creationId xmlns:a16="http://schemas.microsoft.com/office/drawing/2014/main" id="{8350A606-0F91-52CB-EF97-5133EAE29A82}"/>
                </a:ext>
              </a:extLst>
            </p:cNvPr>
            <p:cNvSpPr>
              <a:spLocks noGrp="1"/>
            </p:cNvSpPr>
            <p:nvPr/>
          </p:nvSpPr>
          <p:spPr>
            <a:xfrm>
              <a:off x="4702206" y="3537814"/>
              <a:ext cx="39572" cy="47455"/>
            </a:xfrm>
            <a:custGeom>
              <a:avLst/>
              <a:gdLst/>
              <a:ahLst/>
              <a:cxnLst/>
              <a:rect l="0" t="0" r="0" b="0"/>
              <a:pathLst>
                <a:path w="39572" h="47455">
                  <a:moveTo>
                    <a:pt x="39572" y="47455"/>
                  </a:moveTo>
                  <a:lnTo>
                    <a:pt x="0" y="0"/>
                  </a:lnTo>
                </a:path>
              </a:pathLst>
            </a:custGeom>
            <a:noFill/>
            <a:ln w="20003">
              <a:solidFill>
                <a:srgbClr val="E3E7EA"/>
              </a:solidFill>
            </a:ln>
          </p:spPr>
        </p:sp>
        <p:sp>
          <p:nvSpPr>
            <p:cNvPr id="2916" name="Candidate_receptor__2915">
              <a:extLst>
                <a:ext uri="{FF2B5EF4-FFF2-40B4-BE49-F238E27FC236}">
                  <a16:creationId xmlns:a16="http://schemas.microsoft.com/office/drawing/2014/main" id="{2C3BCA4B-0537-107A-4065-4432A02E7394}"/>
                </a:ext>
              </a:extLst>
            </p:cNvPr>
            <p:cNvSpPr>
              <a:spLocks noGrp="1"/>
            </p:cNvSpPr>
            <p:nvPr/>
          </p:nvSpPr>
          <p:spPr>
            <a:xfrm>
              <a:off x="5518950" y="3092887"/>
              <a:ext cx="31569" cy="105544"/>
            </a:xfrm>
            <a:custGeom>
              <a:avLst/>
              <a:gdLst/>
              <a:ahLst/>
              <a:cxnLst/>
              <a:rect l="0" t="0" r="0" b="0"/>
              <a:pathLst>
                <a:path w="31569" h="105544">
                  <a:moveTo>
                    <a:pt x="31569" y="105544"/>
                  </a:moveTo>
                  <a:lnTo>
                    <a:pt x="0" y="0"/>
                  </a:lnTo>
                </a:path>
              </a:pathLst>
            </a:custGeom>
            <a:noFill/>
            <a:ln w="20003">
              <a:solidFill>
                <a:srgbClr val="E3E7EA"/>
              </a:solidFill>
            </a:ln>
          </p:spPr>
        </p:sp>
        <p:sp>
          <p:nvSpPr>
            <p:cNvPr id="2917" name="Candidate_receptor__2916">
              <a:extLst>
                <a:ext uri="{FF2B5EF4-FFF2-40B4-BE49-F238E27FC236}">
                  <a16:creationId xmlns:a16="http://schemas.microsoft.com/office/drawing/2014/main" id="{05CCB486-DA20-1C8E-DF73-15D0BED6D0A0}"/>
                </a:ext>
              </a:extLst>
            </p:cNvPr>
            <p:cNvSpPr>
              <a:spLocks noGrp="1"/>
            </p:cNvSpPr>
            <p:nvPr/>
          </p:nvSpPr>
          <p:spPr>
            <a:xfrm>
              <a:off x="4540817" y="2476987"/>
              <a:ext cx="112618" cy="17192"/>
            </a:xfrm>
            <a:custGeom>
              <a:avLst/>
              <a:gdLst/>
              <a:ahLst/>
              <a:cxnLst/>
              <a:rect l="0" t="0" r="0" b="0"/>
              <a:pathLst>
                <a:path w="112618" h="17192">
                  <a:moveTo>
                    <a:pt x="112618" y="0"/>
                  </a:moveTo>
                  <a:lnTo>
                    <a:pt x="0" y="17192"/>
                  </a:lnTo>
                </a:path>
              </a:pathLst>
            </a:custGeom>
            <a:noFill/>
            <a:ln w="20003">
              <a:solidFill>
                <a:srgbClr val="E3E7EA"/>
              </a:solidFill>
            </a:ln>
          </p:spPr>
        </p:sp>
        <p:sp>
          <p:nvSpPr>
            <p:cNvPr id="2918" name="Candidate_receptor__2917">
              <a:extLst>
                <a:ext uri="{FF2B5EF4-FFF2-40B4-BE49-F238E27FC236}">
                  <a16:creationId xmlns:a16="http://schemas.microsoft.com/office/drawing/2014/main" id="{041307E2-03C0-5FAF-38C2-0E850FBBF040}"/>
                </a:ext>
              </a:extLst>
            </p:cNvPr>
            <p:cNvSpPr>
              <a:spLocks noGrp="1"/>
            </p:cNvSpPr>
            <p:nvPr/>
          </p:nvSpPr>
          <p:spPr>
            <a:xfrm>
              <a:off x="5536250" y="2803925"/>
              <a:ext cx="59864" cy="57440"/>
            </a:xfrm>
            <a:custGeom>
              <a:avLst/>
              <a:gdLst/>
              <a:ahLst/>
              <a:cxnLst/>
              <a:rect l="0" t="0" r="0" b="0"/>
              <a:pathLst>
                <a:path w="59864" h="57440">
                  <a:moveTo>
                    <a:pt x="59864" y="57440"/>
                  </a:moveTo>
                  <a:lnTo>
                    <a:pt x="0" y="0"/>
                  </a:lnTo>
                </a:path>
              </a:pathLst>
            </a:custGeom>
            <a:noFill/>
            <a:ln w="8096">
              <a:solidFill>
                <a:srgbClr val="E3E7EA"/>
              </a:solidFill>
            </a:ln>
          </p:spPr>
        </p:sp>
        <p:sp>
          <p:nvSpPr>
            <p:cNvPr id="2919" name="Candidate_receptor__2918">
              <a:extLst>
                <a:ext uri="{FF2B5EF4-FFF2-40B4-BE49-F238E27FC236}">
                  <a16:creationId xmlns:a16="http://schemas.microsoft.com/office/drawing/2014/main" id="{62849E37-E7F5-A77C-9F5D-C316A616F5C2}"/>
                </a:ext>
              </a:extLst>
            </p:cNvPr>
            <p:cNvSpPr>
              <a:spLocks noGrp="1"/>
            </p:cNvSpPr>
            <p:nvPr/>
          </p:nvSpPr>
          <p:spPr>
            <a:xfrm>
              <a:off x="4865802" y="2096230"/>
              <a:ext cx="113972" cy="1011"/>
            </a:xfrm>
            <a:custGeom>
              <a:avLst/>
              <a:gdLst/>
              <a:ahLst/>
              <a:cxnLst/>
              <a:rect l="0" t="0" r="0" b="0"/>
              <a:pathLst>
                <a:path w="113972" h="1011">
                  <a:moveTo>
                    <a:pt x="113972" y="0"/>
                  </a:moveTo>
                  <a:lnTo>
                    <a:pt x="0" y="1011"/>
                  </a:lnTo>
                </a:path>
              </a:pathLst>
            </a:custGeom>
            <a:noFill/>
            <a:ln w="8096">
              <a:solidFill>
                <a:srgbClr val="E3E7EA"/>
              </a:solidFill>
            </a:ln>
          </p:spPr>
        </p:sp>
        <p:sp>
          <p:nvSpPr>
            <p:cNvPr id="2920" name="Candidate_receptor__2919">
              <a:extLst>
                <a:ext uri="{FF2B5EF4-FFF2-40B4-BE49-F238E27FC236}">
                  <a16:creationId xmlns:a16="http://schemas.microsoft.com/office/drawing/2014/main" id="{6DBB8591-35F4-5E94-41A7-7F4FA86A2B0A}"/>
                </a:ext>
              </a:extLst>
            </p:cNvPr>
            <p:cNvSpPr>
              <a:spLocks noGrp="1"/>
            </p:cNvSpPr>
            <p:nvPr/>
          </p:nvSpPr>
          <p:spPr>
            <a:xfrm>
              <a:off x="4514509" y="2097568"/>
              <a:ext cx="66345" cy="63989"/>
            </a:xfrm>
            <a:custGeom>
              <a:avLst/>
              <a:gdLst/>
              <a:ahLst/>
              <a:cxnLst/>
              <a:rect l="0" t="0" r="0" b="0"/>
              <a:pathLst>
                <a:path w="66345" h="63989">
                  <a:moveTo>
                    <a:pt x="66345" y="0"/>
                  </a:moveTo>
                  <a:lnTo>
                    <a:pt x="0" y="63989"/>
                  </a:lnTo>
                </a:path>
              </a:pathLst>
            </a:custGeom>
            <a:noFill/>
            <a:ln w="8096">
              <a:solidFill>
                <a:srgbClr val="E3E7EA"/>
              </a:solidFill>
            </a:ln>
          </p:spPr>
        </p:sp>
        <p:sp>
          <p:nvSpPr>
            <p:cNvPr id="2921" name="Candidate_receptor__2920">
              <a:extLst>
                <a:ext uri="{FF2B5EF4-FFF2-40B4-BE49-F238E27FC236}">
                  <a16:creationId xmlns:a16="http://schemas.microsoft.com/office/drawing/2014/main" id="{7D53709E-D04F-83AC-2248-CE005CDF881E}"/>
                </a:ext>
              </a:extLst>
            </p:cNvPr>
            <p:cNvSpPr>
              <a:spLocks noGrp="1"/>
            </p:cNvSpPr>
            <p:nvPr/>
          </p:nvSpPr>
          <p:spPr>
            <a:xfrm>
              <a:off x="5162872" y="2842547"/>
              <a:ext cx="42510" cy="26660"/>
            </a:xfrm>
            <a:custGeom>
              <a:avLst/>
              <a:gdLst/>
              <a:ahLst/>
              <a:cxnLst/>
              <a:rect l="0" t="0" r="0" b="0"/>
              <a:pathLst>
                <a:path w="42510" h="26660">
                  <a:moveTo>
                    <a:pt x="42510" y="26660"/>
                  </a:moveTo>
                  <a:lnTo>
                    <a:pt x="0" y="0"/>
                  </a:lnTo>
                </a:path>
              </a:pathLst>
            </a:custGeom>
            <a:noFill/>
            <a:ln w="20003">
              <a:solidFill>
                <a:srgbClr val="E3E7EA"/>
              </a:solidFill>
            </a:ln>
          </p:spPr>
        </p:sp>
        <p:sp>
          <p:nvSpPr>
            <p:cNvPr id="2922" name="Candidate_receptor__2921">
              <a:extLst>
                <a:ext uri="{FF2B5EF4-FFF2-40B4-BE49-F238E27FC236}">
                  <a16:creationId xmlns:a16="http://schemas.microsoft.com/office/drawing/2014/main" id="{A8EEA1D1-F7A0-CFEB-76E6-A8ADEF054E83}"/>
                </a:ext>
              </a:extLst>
            </p:cNvPr>
            <p:cNvSpPr>
              <a:spLocks noGrp="1"/>
            </p:cNvSpPr>
            <p:nvPr/>
          </p:nvSpPr>
          <p:spPr>
            <a:xfrm>
              <a:off x="5757141" y="2696519"/>
              <a:ext cx="48250" cy="72150"/>
            </a:xfrm>
            <a:custGeom>
              <a:avLst/>
              <a:gdLst/>
              <a:ahLst/>
              <a:cxnLst/>
              <a:rect l="0" t="0" r="0" b="0"/>
              <a:pathLst>
                <a:path w="48250" h="72150">
                  <a:moveTo>
                    <a:pt x="0" y="0"/>
                  </a:moveTo>
                  <a:lnTo>
                    <a:pt x="48250" y="72150"/>
                  </a:lnTo>
                </a:path>
              </a:pathLst>
            </a:custGeom>
            <a:noFill/>
            <a:ln w="8096">
              <a:solidFill>
                <a:srgbClr val="E3E7EA"/>
              </a:solidFill>
            </a:ln>
          </p:spPr>
        </p:sp>
        <p:sp>
          <p:nvSpPr>
            <p:cNvPr id="2923" name="Candidate_receptor__2922">
              <a:extLst>
                <a:ext uri="{FF2B5EF4-FFF2-40B4-BE49-F238E27FC236}">
                  <a16:creationId xmlns:a16="http://schemas.microsoft.com/office/drawing/2014/main" id="{E0FD43BA-CBBE-F112-229D-DAC6665E33F1}"/>
                </a:ext>
              </a:extLst>
            </p:cNvPr>
            <p:cNvSpPr>
              <a:spLocks noGrp="1"/>
            </p:cNvSpPr>
            <p:nvPr/>
          </p:nvSpPr>
          <p:spPr>
            <a:xfrm>
              <a:off x="5704916" y="3492476"/>
              <a:ext cx="21557" cy="17633"/>
            </a:xfrm>
            <a:custGeom>
              <a:avLst/>
              <a:gdLst/>
              <a:ahLst/>
              <a:cxnLst/>
              <a:rect l="0" t="0" r="0" b="0"/>
              <a:pathLst>
                <a:path w="21557" h="17633">
                  <a:moveTo>
                    <a:pt x="0" y="17633"/>
                  </a:moveTo>
                  <a:lnTo>
                    <a:pt x="21557" y="0"/>
                  </a:lnTo>
                </a:path>
              </a:pathLst>
            </a:custGeom>
            <a:noFill/>
            <a:ln w="8096">
              <a:solidFill>
                <a:srgbClr val="E3E7EA"/>
              </a:solidFill>
            </a:ln>
          </p:spPr>
        </p:sp>
        <p:sp>
          <p:nvSpPr>
            <p:cNvPr id="2924" name="Candidate_receptor__2923">
              <a:extLst>
                <a:ext uri="{FF2B5EF4-FFF2-40B4-BE49-F238E27FC236}">
                  <a16:creationId xmlns:a16="http://schemas.microsoft.com/office/drawing/2014/main" id="{8BAF4DE1-6066-2734-63EE-191A63F423CD}"/>
                </a:ext>
              </a:extLst>
            </p:cNvPr>
            <p:cNvSpPr>
              <a:spLocks noGrp="1"/>
            </p:cNvSpPr>
            <p:nvPr/>
          </p:nvSpPr>
          <p:spPr>
            <a:xfrm>
              <a:off x="4678223" y="2133746"/>
              <a:ext cx="71735" cy="81215"/>
            </a:xfrm>
            <a:custGeom>
              <a:avLst/>
              <a:gdLst/>
              <a:ahLst/>
              <a:cxnLst/>
              <a:rect l="0" t="0" r="0" b="0"/>
              <a:pathLst>
                <a:path w="71735" h="81215">
                  <a:moveTo>
                    <a:pt x="71735" y="81215"/>
                  </a:moveTo>
                  <a:lnTo>
                    <a:pt x="0" y="0"/>
                  </a:lnTo>
                </a:path>
              </a:pathLst>
            </a:custGeom>
            <a:noFill/>
            <a:ln w="8096">
              <a:solidFill>
                <a:srgbClr val="E3E7EA"/>
              </a:solidFill>
            </a:ln>
          </p:spPr>
        </p:sp>
        <p:sp>
          <p:nvSpPr>
            <p:cNvPr id="2925" name="Candidate_receptor__2924">
              <a:extLst>
                <a:ext uri="{FF2B5EF4-FFF2-40B4-BE49-F238E27FC236}">
                  <a16:creationId xmlns:a16="http://schemas.microsoft.com/office/drawing/2014/main" id="{843BB4A5-E1DC-934C-89CB-0182BDC6F444}"/>
                </a:ext>
              </a:extLst>
            </p:cNvPr>
            <p:cNvSpPr>
              <a:spLocks noGrp="1"/>
            </p:cNvSpPr>
            <p:nvPr/>
          </p:nvSpPr>
          <p:spPr>
            <a:xfrm>
              <a:off x="5077233" y="4371922"/>
              <a:ext cx="40253" cy="106299"/>
            </a:xfrm>
            <a:custGeom>
              <a:avLst/>
              <a:gdLst/>
              <a:ahLst/>
              <a:cxnLst/>
              <a:rect l="0" t="0" r="0" b="0"/>
              <a:pathLst>
                <a:path w="40253" h="106299">
                  <a:moveTo>
                    <a:pt x="40253" y="106299"/>
                  </a:moveTo>
                  <a:lnTo>
                    <a:pt x="0" y="0"/>
                  </a:lnTo>
                </a:path>
              </a:pathLst>
            </a:custGeom>
            <a:noFill/>
            <a:ln w="20003">
              <a:solidFill>
                <a:srgbClr val="E3E7EA"/>
              </a:solidFill>
            </a:ln>
          </p:spPr>
        </p:sp>
        <p:sp>
          <p:nvSpPr>
            <p:cNvPr id="2926" name="Candidate_receptor__2925">
              <a:extLst>
                <a:ext uri="{FF2B5EF4-FFF2-40B4-BE49-F238E27FC236}">
                  <a16:creationId xmlns:a16="http://schemas.microsoft.com/office/drawing/2014/main" id="{5CEF3DC2-135D-C7F6-8CD8-FFD8945F11BD}"/>
                </a:ext>
              </a:extLst>
            </p:cNvPr>
            <p:cNvSpPr>
              <a:spLocks noGrp="1"/>
            </p:cNvSpPr>
            <p:nvPr/>
          </p:nvSpPr>
          <p:spPr>
            <a:xfrm>
              <a:off x="4942746" y="3888015"/>
              <a:ext cx="39632" cy="99803"/>
            </a:xfrm>
            <a:custGeom>
              <a:avLst/>
              <a:gdLst/>
              <a:ahLst/>
              <a:cxnLst/>
              <a:rect l="0" t="0" r="0" b="0"/>
              <a:pathLst>
                <a:path w="39632" h="99803">
                  <a:moveTo>
                    <a:pt x="39632" y="99803"/>
                  </a:moveTo>
                  <a:lnTo>
                    <a:pt x="0" y="0"/>
                  </a:lnTo>
                </a:path>
              </a:pathLst>
            </a:custGeom>
            <a:noFill/>
            <a:ln w="20003">
              <a:solidFill>
                <a:srgbClr val="E3E7EA"/>
              </a:solidFill>
            </a:ln>
          </p:spPr>
        </p:sp>
        <p:sp>
          <p:nvSpPr>
            <p:cNvPr id="2927" name="Candidate_receptor__2926">
              <a:extLst>
                <a:ext uri="{FF2B5EF4-FFF2-40B4-BE49-F238E27FC236}">
                  <a16:creationId xmlns:a16="http://schemas.microsoft.com/office/drawing/2014/main" id="{25F205E2-8DB9-08F1-333B-C624C627A09D}"/>
                </a:ext>
              </a:extLst>
            </p:cNvPr>
            <p:cNvSpPr>
              <a:spLocks noGrp="1"/>
            </p:cNvSpPr>
            <p:nvPr/>
          </p:nvSpPr>
          <p:spPr>
            <a:xfrm>
              <a:off x="4973295" y="5251532"/>
              <a:ext cx="24462" cy="22288"/>
            </a:xfrm>
            <a:custGeom>
              <a:avLst/>
              <a:gdLst/>
              <a:ahLst/>
              <a:cxnLst/>
              <a:rect l="0" t="0" r="0" b="0"/>
              <a:pathLst>
                <a:path w="24462" h="22288">
                  <a:moveTo>
                    <a:pt x="24462" y="22288"/>
                  </a:moveTo>
                  <a:lnTo>
                    <a:pt x="0" y="0"/>
                  </a:lnTo>
                </a:path>
              </a:pathLst>
            </a:custGeom>
            <a:noFill/>
            <a:ln w="20003">
              <a:solidFill>
                <a:srgbClr val="E3E7EA"/>
              </a:solidFill>
            </a:ln>
          </p:spPr>
        </p:sp>
        <p:sp>
          <p:nvSpPr>
            <p:cNvPr id="2928" name="Candidate_receptor__2927">
              <a:extLst>
                <a:ext uri="{FF2B5EF4-FFF2-40B4-BE49-F238E27FC236}">
                  <a16:creationId xmlns:a16="http://schemas.microsoft.com/office/drawing/2014/main" id="{F0C9A3A1-3EC2-559B-ABEE-C673D28D3CE4}"/>
                </a:ext>
              </a:extLst>
            </p:cNvPr>
            <p:cNvSpPr>
              <a:spLocks noGrp="1"/>
            </p:cNvSpPr>
            <p:nvPr/>
          </p:nvSpPr>
          <p:spPr>
            <a:xfrm>
              <a:off x="4950962" y="2412891"/>
              <a:ext cx="99550" cy="50815"/>
            </a:xfrm>
            <a:custGeom>
              <a:avLst/>
              <a:gdLst/>
              <a:ahLst/>
              <a:cxnLst/>
              <a:rect l="0" t="0" r="0" b="0"/>
              <a:pathLst>
                <a:path w="99550" h="50815">
                  <a:moveTo>
                    <a:pt x="0" y="50815"/>
                  </a:moveTo>
                  <a:lnTo>
                    <a:pt x="99550" y="0"/>
                  </a:lnTo>
                </a:path>
              </a:pathLst>
            </a:custGeom>
            <a:noFill/>
            <a:ln w="8096">
              <a:solidFill>
                <a:srgbClr val="E3E7EA"/>
              </a:solidFill>
            </a:ln>
          </p:spPr>
        </p:sp>
        <p:sp>
          <p:nvSpPr>
            <p:cNvPr id="2929" name="Candidate_receptor__2928">
              <a:extLst>
                <a:ext uri="{FF2B5EF4-FFF2-40B4-BE49-F238E27FC236}">
                  <a16:creationId xmlns:a16="http://schemas.microsoft.com/office/drawing/2014/main" id="{E950AB5F-2051-D00F-7B1F-F46B36580184}"/>
                </a:ext>
              </a:extLst>
            </p:cNvPr>
            <p:cNvSpPr>
              <a:spLocks noGrp="1"/>
            </p:cNvSpPr>
            <p:nvPr/>
          </p:nvSpPr>
          <p:spPr>
            <a:xfrm>
              <a:off x="5865943" y="3964515"/>
              <a:ext cx="49527" cy="36742"/>
            </a:xfrm>
            <a:custGeom>
              <a:avLst/>
              <a:gdLst/>
              <a:ahLst/>
              <a:cxnLst/>
              <a:rect l="0" t="0" r="0" b="0"/>
              <a:pathLst>
                <a:path w="49527" h="36742">
                  <a:moveTo>
                    <a:pt x="49527" y="0"/>
                  </a:moveTo>
                  <a:lnTo>
                    <a:pt x="0" y="36742"/>
                  </a:lnTo>
                </a:path>
              </a:pathLst>
            </a:custGeom>
            <a:noFill/>
            <a:ln w="20003">
              <a:solidFill>
                <a:srgbClr val="E3E7EA"/>
              </a:solidFill>
            </a:ln>
          </p:spPr>
        </p:sp>
        <p:sp>
          <p:nvSpPr>
            <p:cNvPr id="2930" name="Candidate_receptor__2929">
              <a:extLst>
                <a:ext uri="{FF2B5EF4-FFF2-40B4-BE49-F238E27FC236}">
                  <a16:creationId xmlns:a16="http://schemas.microsoft.com/office/drawing/2014/main" id="{9C785C8E-CAC4-F91A-BC56-8F286C22CB44}"/>
                </a:ext>
              </a:extLst>
            </p:cNvPr>
            <p:cNvSpPr>
              <a:spLocks noGrp="1"/>
            </p:cNvSpPr>
            <p:nvPr/>
          </p:nvSpPr>
          <p:spPr>
            <a:xfrm>
              <a:off x="5576178" y="1842123"/>
              <a:ext cx="43291" cy="45382"/>
            </a:xfrm>
            <a:custGeom>
              <a:avLst/>
              <a:gdLst/>
              <a:ahLst/>
              <a:cxnLst/>
              <a:rect l="0" t="0" r="0" b="0"/>
              <a:pathLst>
                <a:path w="43291" h="45382">
                  <a:moveTo>
                    <a:pt x="43291" y="45382"/>
                  </a:moveTo>
                  <a:lnTo>
                    <a:pt x="0" y="0"/>
                  </a:lnTo>
                </a:path>
              </a:pathLst>
            </a:custGeom>
            <a:noFill/>
            <a:ln w="20003">
              <a:solidFill>
                <a:srgbClr val="E3E7EA"/>
              </a:solidFill>
            </a:ln>
          </p:spPr>
        </p:sp>
        <p:sp>
          <p:nvSpPr>
            <p:cNvPr id="2931" name="Candidate_receptor__2930">
              <a:extLst>
                <a:ext uri="{FF2B5EF4-FFF2-40B4-BE49-F238E27FC236}">
                  <a16:creationId xmlns:a16="http://schemas.microsoft.com/office/drawing/2014/main" id="{CF7170C4-0819-8876-60C5-F8D67A5A85E7}"/>
                </a:ext>
              </a:extLst>
            </p:cNvPr>
            <p:cNvSpPr>
              <a:spLocks noGrp="1"/>
            </p:cNvSpPr>
            <p:nvPr/>
          </p:nvSpPr>
          <p:spPr>
            <a:xfrm>
              <a:off x="6196970" y="4680669"/>
              <a:ext cx="52700" cy="68344"/>
            </a:xfrm>
            <a:custGeom>
              <a:avLst/>
              <a:gdLst/>
              <a:ahLst/>
              <a:cxnLst/>
              <a:rect l="0" t="0" r="0" b="0"/>
              <a:pathLst>
                <a:path w="52700" h="68344">
                  <a:moveTo>
                    <a:pt x="52700" y="0"/>
                  </a:moveTo>
                  <a:lnTo>
                    <a:pt x="0" y="68344"/>
                  </a:lnTo>
                </a:path>
              </a:pathLst>
            </a:custGeom>
            <a:noFill/>
            <a:ln w="20003">
              <a:solidFill>
                <a:srgbClr val="E3E7EA"/>
              </a:solidFill>
            </a:ln>
          </p:spPr>
        </p:sp>
        <p:sp>
          <p:nvSpPr>
            <p:cNvPr id="2932" name="Candidate_receptor__2931">
              <a:extLst>
                <a:ext uri="{FF2B5EF4-FFF2-40B4-BE49-F238E27FC236}">
                  <a16:creationId xmlns:a16="http://schemas.microsoft.com/office/drawing/2014/main" id="{0A5AEF90-5A15-DDE8-EFA5-01F29F959106}"/>
                </a:ext>
              </a:extLst>
            </p:cNvPr>
            <p:cNvSpPr>
              <a:spLocks noGrp="1"/>
            </p:cNvSpPr>
            <p:nvPr/>
          </p:nvSpPr>
          <p:spPr>
            <a:xfrm>
              <a:off x="5050512" y="2412891"/>
              <a:ext cx="72189" cy="83225"/>
            </a:xfrm>
            <a:custGeom>
              <a:avLst/>
              <a:gdLst/>
              <a:ahLst/>
              <a:cxnLst/>
              <a:rect l="0" t="0" r="0" b="0"/>
              <a:pathLst>
                <a:path w="72189" h="83225">
                  <a:moveTo>
                    <a:pt x="0" y="0"/>
                  </a:moveTo>
                  <a:lnTo>
                    <a:pt x="72189" y="83225"/>
                  </a:lnTo>
                </a:path>
              </a:pathLst>
            </a:custGeom>
            <a:noFill/>
            <a:ln w="8096">
              <a:solidFill>
                <a:srgbClr val="E3E7EA"/>
              </a:solidFill>
            </a:ln>
          </p:spPr>
        </p:sp>
        <p:sp>
          <p:nvSpPr>
            <p:cNvPr id="2933" name="Candidate_receptor__2932">
              <a:extLst>
                <a:ext uri="{FF2B5EF4-FFF2-40B4-BE49-F238E27FC236}">
                  <a16:creationId xmlns:a16="http://schemas.microsoft.com/office/drawing/2014/main" id="{D6C0D3DA-B67F-7FE2-11D5-F34D007B4D01}"/>
                </a:ext>
              </a:extLst>
            </p:cNvPr>
            <p:cNvSpPr>
              <a:spLocks noGrp="1"/>
            </p:cNvSpPr>
            <p:nvPr/>
          </p:nvSpPr>
          <p:spPr>
            <a:xfrm>
              <a:off x="4621873" y="4721038"/>
              <a:ext cx="82745" cy="79190"/>
            </a:xfrm>
            <a:custGeom>
              <a:avLst/>
              <a:gdLst/>
              <a:ahLst/>
              <a:cxnLst/>
              <a:rect l="0" t="0" r="0" b="0"/>
              <a:pathLst>
                <a:path w="82745" h="79190">
                  <a:moveTo>
                    <a:pt x="82745" y="79190"/>
                  </a:moveTo>
                  <a:lnTo>
                    <a:pt x="0" y="0"/>
                  </a:lnTo>
                </a:path>
              </a:pathLst>
            </a:custGeom>
            <a:noFill/>
            <a:ln w="8096">
              <a:solidFill>
                <a:srgbClr val="E3E7EA"/>
              </a:solidFill>
            </a:ln>
          </p:spPr>
        </p:sp>
        <p:sp>
          <p:nvSpPr>
            <p:cNvPr id="2934" name="Candidate_receptor__2933">
              <a:extLst>
                <a:ext uri="{FF2B5EF4-FFF2-40B4-BE49-F238E27FC236}">
                  <a16:creationId xmlns:a16="http://schemas.microsoft.com/office/drawing/2014/main" id="{BF2FA271-D5FD-CB6B-EC3B-2AFEE11DA145}"/>
                </a:ext>
              </a:extLst>
            </p:cNvPr>
            <p:cNvSpPr>
              <a:spLocks noGrp="1"/>
            </p:cNvSpPr>
            <p:nvPr/>
          </p:nvSpPr>
          <p:spPr>
            <a:xfrm>
              <a:off x="5840785" y="3678401"/>
              <a:ext cx="93083" cy="39292"/>
            </a:xfrm>
            <a:custGeom>
              <a:avLst/>
              <a:gdLst/>
              <a:ahLst/>
              <a:cxnLst/>
              <a:rect l="0" t="0" r="0" b="0"/>
              <a:pathLst>
                <a:path w="93083" h="39292">
                  <a:moveTo>
                    <a:pt x="0" y="39292"/>
                  </a:moveTo>
                  <a:lnTo>
                    <a:pt x="93083" y="0"/>
                  </a:lnTo>
                </a:path>
              </a:pathLst>
            </a:custGeom>
            <a:noFill/>
            <a:ln w="20003">
              <a:solidFill>
                <a:srgbClr val="E3E7EA"/>
              </a:solidFill>
            </a:ln>
          </p:spPr>
        </p:sp>
        <p:sp>
          <p:nvSpPr>
            <p:cNvPr id="2935" name="Candidate_receptor__2934">
              <a:extLst>
                <a:ext uri="{FF2B5EF4-FFF2-40B4-BE49-F238E27FC236}">
                  <a16:creationId xmlns:a16="http://schemas.microsoft.com/office/drawing/2014/main" id="{030AA3B1-F78B-6C62-ACD3-1911CB281AD9}"/>
                </a:ext>
              </a:extLst>
            </p:cNvPr>
            <p:cNvSpPr>
              <a:spLocks noGrp="1"/>
            </p:cNvSpPr>
            <p:nvPr/>
          </p:nvSpPr>
          <p:spPr>
            <a:xfrm>
              <a:off x="5473014" y="1685568"/>
              <a:ext cx="87469" cy="32841"/>
            </a:xfrm>
            <a:custGeom>
              <a:avLst/>
              <a:gdLst/>
              <a:ahLst/>
              <a:cxnLst/>
              <a:rect l="0" t="0" r="0" b="0"/>
              <a:pathLst>
                <a:path w="87469" h="32841">
                  <a:moveTo>
                    <a:pt x="87469" y="32841"/>
                  </a:moveTo>
                  <a:lnTo>
                    <a:pt x="0" y="0"/>
                  </a:lnTo>
                </a:path>
              </a:pathLst>
            </a:custGeom>
            <a:noFill/>
            <a:ln w="20003">
              <a:solidFill>
                <a:srgbClr val="E3E7EA"/>
              </a:solidFill>
            </a:ln>
          </p:spPr>
        </p:sp>
        <p:sp>
          <p:nvSpPr>
            <p:cNvPr id="2936" name="Candidate_receptor__2935">
              <a:extLst>
                <a:ext uri="{FF2B5EF4-FFF2-40B4-BE49-F238E27FC236}">
                  <a16:creationId xmlns:a16="http://schemas.microsoft.com/office/drawing/2014/main" id="{18B57FA7-FCA1-63AF-BA4A-4568E52D6CD8}"/>
                </a:ext>
              </a:extLst>
            </p:cNvPr>
            <p:cNvSpPr>
              <a:spLocks noGrp="1"/>
            </p:cNvSpPr>
            <p:nvPr/>
          </p:nvSpPr>
          <p:spPr>
            <a:xfrm>
              <a:off x="4580854" y="2097568"/>
              <a:ext cx="97369" cy="36178"/>
            </a:xfrm>
            <a:custGeom>
              <a:avLst/>
              <a:gdLst/>
              <a:ahLst/>
              <a:cxnLst/>
              <a:rect l="0" t="0" r="0" b="0"/>
              <a:pathLst>
                <a:path w="97369" h="36178">
                  <a:moveTo>
                    <a:pt x="97369" y="36178"/>
                  </a:moveTo>
                  <a:lnTo>
                    <a:pt x="0" y="0"/>
                  </a:lnTo>
                </a:path>
              </a:pathLst>
            </a:custGeom>
            <a:noFill/>
            <a:ln w="8096">
              <a:solidFill>
                <a:srgbClr val="E3E7EA"/>
              </a:solidFill>
            </a:ln>
          </p:spPr>
        </p:sp>
        <p:sp>
          <p:nvSpPr>
            <p:cNvPr id="2937" name="Candidate_receptor__2936">
              <a:extLst>
                <a:ext uri="{FF2B5EF4-FFF2-40B4-BE49-F238E27FC236}">
                  <a16:creationId xmlns:a16="http://schemas.microsoft.com/office/drawing/2014/main" id="{3DBFCDE2-68F7-A5A8-5879-C751542BBF06}"/>
                </a:ext>
              </a:extLst>
            </p:cNvPr>
            <p:cNvSpPr>
              <a:spLocks noGrp="1"/>
            </p:cNvSpPr>
            <p:nvPr/>
          </p:nvSpPr>
          <p:spPr>
            <a:xfrm>
              <a:off x="5701156" y="4292343"/>
              <a:ext cx="68830" cy="82807"/>
            </a:xfrm>
            <a:custGeom>
              <a:avLst/>
              <a:gdLst/>
              <a:ahLst/>
              <a:cxnLst/>
              <a:rect l="0" t="0" r="0" b="0"/>
              <a:pathLst>
                <a:path w="68830" h="82807">
                  <a:moveTo>
                    <a:pt x="0" y="82807"/>
                  </a:moveTo>
                  <a:lnTo>
                    <a:pt x="68830" y="0"/>
                  </a:lnTo>
                </a:path>
              </a:pathLst>
            </a:custGeom>
            <a:noFill/>
            <a:ln w="20003">
              <a:solidFill>
                <a:srgbClr val="E3E7EA"/>
              </a:solidFill>
            </a:ln>
          </p:spPr>
        </p:sp>
        <p:sp>
          <p:nvSpPr>
            <p:cNvPr id="2938" name="Candidate_receptor__2937">
              <a:extLst>
                <a:ext uri="{FF2B5EF4-FFF2-40B4-BE49-F238E27FC236}">
                  <a16:creationId xmlns:a16="http://schemas.microsoft.com/office/drawing/2014/main" id="{0AADB6E9-EC4A-40EE-CD6E-8FF2D5E3EB30}"/>
                </a:ext>
              </a:extLst>
            </p:cNvPr>
            <p:cNvSpPr>
              <a:spLocks noGrp="1"/>
            </p:cNvSpPr>
            <p:nvPr/>
          </p:nvSpPr>
          <p:spPr>
            <a:xfrm>
              <a:off x="4540817" y="2494179"/>
              <a:ext cx="15587" cy="113606"/>
            </a:xfrm>
            <a:custGeom>
              <a:avLst/>
              <a:gdLst/>
              <a:ahLst/>
              <a:cxnLst/>
              <a:rect l="0" t="0" r="0" b="0"/>
              <a:pathLst>
                <a:path w="15587" h="113606">
                  <a:moveTo>
                    <a:pt x="0" y="0"/>
                  </a:moveTo>
                  <a:lnTo>
                    <a:pt x="15587" y="113606"/>
                  </a:lnTo>
                </a:path>
              </a:pathLst>
            </a:custGeom>
            <a:noFill/>
            <a:ln w="20003">
              <a:solidFill>
                <a:srgbClr val="E3E7EA"/>
              </a:solidFill>
            </a:ln>
          </p:spPr>
        </p:sp>
        <p:sp>
          <p:nvSpPr>
            <p:cNvPr id="2939" name="Candidate_receptor__2938">
              <a:extLst>
                <a:ext uri="{FF2B5EF4-FFF2-40B4-BE49-F238E27FC236}">
                  <a16:creationId xmlns:a16="http://schemas.microsoft.com/office/drawing/2014/main" id="{BD235EA2-224A-CCC2-A066-28C1E507B223}"/>
                </a:ext>
              </a:extLst>
            </p:cNvPr>
            <p:cNvSpPr>
              <a:spLocks noGrp="1"/>
            </p:cNvSpPr>
            <p:nvPr/>
          </p:nvSpPr>
          <p:spPr>
            <a:xfrm>
              <a:off x="6235063" y="4586578"/>
              <a:ext cx="14606" cy="94090"/>
            </a:xfrm>
            <a:custGeom>
              <a:avLst/>
              <a:gdLst/>
              <a:ahLst/>
              <a:cxnLst/>
              <a:rect l="0" t="0" r="0" b="0"/>
              <a:pathLst>
                <a:path w="14606" h="94090">
                  <a:moveTo>
                    <a:pt x="0" y="0"/>
                  </a:moveTo>
                  <a:lnTo>
                    <a:pt x="14606" y="94090"/>
                  </a:lnTo>
                </a:path>
              </a:pathLst>
            </a:custGeom>
            <a:noFill/>
            <a:ln w="20003">
              <a:solidFill>
                <a:srgbClr val="E3E7EA"/>
              </a:solidFill>
            </a:ln>
          </p:spPr>
        </p:sp>
        <p:sp>
          <p:nvSpPr>
            <p:cNvPr id="2940" name="Candidate_receptor__2939">
              <a:extLst>
                <a:ext uri="{FF2B5EF4-FFF2-40B4-BE49-F238E27FC236}">
                  <a16:creationId xmlns:a16="http://schemas.microsoft.com/office/drawing/2014/main" id="{4E5131C8-043D-D627-688B-0AF2B487D959}"/>
                </a:ext>
              </a:extLst>
            </p:cNvPr>
            <p:cNvSpPr>
              <a:spLocks noGrp="1"/>
            </p:cNvSpPr>
            <p:nvPr/>
          </p:nvSpPr>
          <p:spPr>
            <a:xfrm>
              <a:off x="4714798" y="3145266"/>
              <a:ext cx="24801" cy="108630"/>
            </a:xfrm>
            <a:custGeom>
              <a:avLst/>
              <a:gdLst/>
              <a:ahLst/>
              <a:cxnLst/>
              <a:rect l="0" t="0" r="0" b="0"/>
              <a:pathLst>
                <a:path w="24801" h="108630">
                  <a:moveTo>
                    <a:pt x="0" y="0"/>
                  </a:moveTo>
                  <a:lnTo>
                    <a:pt x="24801" y="108630"/>
                  </a:lnTo>
                </a:path>
              </a:pathLst>
            </a:custGeom>
            <a:noFill/>
            <a:ln w="8096">
              <a:solidFill>
                <a:srgbClr val="E3E7EA"/>
              </a:solidFill>
            </a:ln>
          </p:spPr>
        </p:sp>
        <p:sp>
          <p:nvSpPr>
            <p:cNvPr id="2941" name="Candidate_receptor__2940">
              <a:extLst>
                <a:ext uri="{FF2B5EF4-FFF2-40B4-BE49-F238E27FC236}">
                  <a16:creationId xmlns:a16="http://schemas.microsoft.com/office/drawing/2014/main" id="{C6EFA084-7906-ECC6-3FCB-50319EBB9581}"/>
                </a:ext>
              </a:extLst>
            </p:cNvPr>
            <p:cNvSpPr>
              <a:spLocks noGrp="1"/>
            </p:cNvSpPr>
            <p:nvPr/>
          </p:nvSpPr>
          <p:spPr>
            <a:xfrm>
              <a:off x="4998508" y="2791481"/>
              <a:ext cx="59950" cy="92340"/>
            </a:xfrm>
            <a:custGeom>
              <a:avLst/>
              <a:gdLst/>
              <a:ahLst/>
              <a:cxnLst/>
              <a:rect l="0" t="0" r="0" b="0"/>
              <a:pathLst>
                <a:path w="59950" h="92340">
                  <a:moveTo>
                    <a:pt x="59950" y="92340"/>
                  </a:moveTo>
                  <a:lnTo>
                    <a:pt x="0" y="0"/>
                  </a:lnTo>
                </a:path>
              </a:pathLst>
            </a:custGeom>
            <a:noFill/>
            <a:ln w="8096">
              <a:solidFill>
                <a:srgbClr val="E3E7EA"/>
              </a:solidFill>
            </a:ln>
          </p:spPr>
        </p:sp>
        <p:sp>
          <p:nvSpPr>
            <p:cNvPr id="2942" name="Candidate_receptor__2941">
              <a:extLst>
                <a:ext uri="{FF2B5EF4-FFF2-40B4-BE49-F238E27FC236}">
                  <a16:creationId xmlns:a16="http://schemas.microsoft.com/office/drawing/2014/main" id="{E5F9304F-1506-B0DF-D64F-BED87F5EECBD}"/>
                </a:ext>
              </a:extLst>
            </p:cNvPr>
            <p:cNvSpPr>
              <a:spLocks noGrp="1"/>
            </p:cNvSpPr>
            <p:nvPr/>
          </p:nvSpPr>
          <p:spPr>
            <a:xfrm>
              <a:off x="5763582" y="3874306"/>
              <a:ext cx="43273" cy="22080"/>
            </a:xfrm>
            <a:custGeom>
              <a:avLst/>
              <a:gdLst/>
              <a:ahLst/>
              <a:cxnLst/>
              <a:rect l="0" t="0" r="0" b="0"/>
              <a:pathLst>
                <a:path w="43273" h="22080">
                  <a:moveTo>
                    <a:pt x="0" y="22080"/>
                  </a:moveTo>
                  <a:lnTo>
                    <a:pt x="43273" y="0"/>
                  </a:lnTo>
                </a:path>
              </a:pathLst>
            </a:custGeom>
            <a:noFill/>
            <a:ln w="20003">
              <a:solidFill>
                <a:srgbClr val="E3E7EA"/>
              </a:solidFill>
            </a:ln>
          </p:spPr>
        </p:sp>
        <p:sp>
          <p:nvSpPr>
            <p:cNvPr id="2943" name="Candidate_receptor__2942">
              <a:extLst>
                <a:ext uri="{FF2B5EF4-FFF2-40B4-BE49-F238E27FC236}">
                  <a16:creationId xmlns:a16="http://schemas.microsoft.com/office/drawing/2014/main" id="{E44A20F3-F9E0-2497-37F1-EA22FA57B8AD}"/>
                </a:ext>
              </a:extLst>
            </p:cNvPr>
            <p:cNvSpPr>
              <a:spLocks noGrp="1"/>
            </p:cNvSpPr>
            <p:nvPr/>
          </p:nvSpPr>
          <p:spPr>
            <a:xfrm>
              <a:off x="4648178" y="4538483"/>
              <a:ext cx="94799" cy="62962"/>
            </a:xfrm>
            <a:custGeom>
              <a:avLst/>
              <a:gdLst/>
              <a:ahLst/>
              <a:cxnLst/>
              <a:rect l="0" t="0" r="0" b="0"/>
              <a:pathLst>
                <a:path w="94799" h="62962">
                  <a:moveTo>
                    <a:pt x="0" y="0"/>
                  </a:moveTo>
                  <a:lnTo>
                    <a:pt x="94799" y="62962"/>
                  </a:lnTo>
                </a:path>
              </a:pathLst>
            </a:custGeom>
            <a:noFill/>
            <a:ln w="20003">
              <a:solidFill>
                <a:srgbClr val="E3E7EA"/>
              </a:solidFill>
            </a:ln>
          </p:spPr>
        </p:sp>
        <p:sp>
          <p:nvSpPr>
            <p:cNvPr id="2944" name="Candidate_receptor__2943">
              <a:extLst>
                <a:ext uri="{FF2B5EF4-FFF2-40B4-BE49-F238E27FC236}">
                  <a16:creationId xmlns:a16="http://schemas.microsoft.com/office/drawing/2014/main" id="{069A2E71-2E18-E9B4-CB94-C54592DC017F}"/>
                </a:ext>
              </a:extLst>
            </p:cNvPr>
            <p:cNvSpPr>
              <a:spLocks noGrp="1"/>
            </p:cNvSpPr>
            <p:nvPr/>
          </p:nvSpPr>
          <p:spPr>
            <a:xfrm>
              <a:off x="5418662" y="3381731"/>
              <a:ext cx="24353" cy="71486"/>
            </a:xfrm>
            <a:custGeom>
              <a:avLst/>
              <a:gdLst/>
              <a:ahLst/>
              <a:cxnLst/>
              <a:rect l="0" t="0" r="0" b="0"/>
              <a:pathLst>
                <a:path w="24353" h="71486">
                  <a:moveTo>
                    <a:pt x="24353" y="71486"/>
                  </a:moveTo>
                  <a:lnTo>
                    <a:pt x="0" y="0"/>
                  </a:lnTo>
                </a:path>
              </a:pathLst>
            </a:custGeom>
            <a:noFill/>
            <a:ln w="20003">
              <a:solidFill>
                <a:srgbClr val="E3E7EA"/>
              </a:solidFill>
            </a:ln>
          </p:spPr>
        </p:sp>
        <p:sp>
          <p:nvSpPr>
            <p:cNvPr id="2945" name="Candidate_receptor__2944">
              <a:extLst>
                <a:ext uri="{FF2B5EF4-FFF2-40B4-BE49-F238E27FC236}">
                  <a16:creationId xmlns:a16="http://schemas.microsoft.com/office/drawing/2014/main" id="{02E284E9-A273-0192-4414-4F4B4CE3F6FC}"/>
                </a:ext>
              </a:extLst>
            </p:cNvPr>
            <p:cNvSpPr>
              <a:spLocks noGrp="1"/>
            </p:cNvSpPr>
            <p:nvPr/>
          </p:nvSpPr>
          <p:spPr>
            <a:xfrm>
              <a:off x="4961140" y="3449873"/>
              <a:ext cx="86528" cy="69094"/>
            </a:xfrm>
            <a:custGeom>
              <a:avLst/>
              <a:gdLst/>
              <a:ahLst/>
              <a:cxnLst/>
              <a:rect l="0" t="0" r="0" b="0"/>
              <a:pathLst>
                <a:path w="86528" h="69094">
                  <a:moveTo>
                    <a:pt x="86528" y="69094"/>
                  </a:moveTo>
                  <a:lnTo>
                    <a:pt x="0" y="0"/>
                  </a:lnTo>
                </a:path>
              </a:pathLst>
            </a:custGeom>
            <a:noFill/>
            <a:ln w="20003">
              <a:solidFill>
                <a:srgbClr val="E3E7EA"/>
              </a:solidFill>
            </a:ln>
          </p:spPr>
        </p:sp>
        <p:sp>
          <p:nvSpPr>
            <p:cNvPr id="2946" name="Candidate_receptor__2945">
              <a:extLst>
                <a:ext uri="{FF2B5EF4-FFF2-40B4-BE49-F238E27FC236}">
                  <a16:creationId xmlns:a16="http://schemas.microsoft.com/office/drawing/2014/main" id="{C51A5E0C-0F0D-15A9-B1ED-157BD8B5EF9D}"/>
                </a:ext>
              </a:extLst>
            </p:cNvPr>
            <p:cNvSpPr>
              <a:spLocks noGrp="1"/>
            </p:cNvSpPr>
            <p:nvPr/>
          </p:nvSpPr>
          <p:spPr>
            <a:xfrm>
              <a:off x="6103193" y="4618151"/>
              <a:ext cx="22546" cy="13419"/>
            </a:xfrm>
            <a:custGeom>
              <a:avLst/>
              <a:gdLst/>
              <a:ahLst/>
              <a:cxnLst/>
              <a:rect l="0" t="0" r="0" b="0"/>
              <a:pathLst>
                <a:path w="22546" h="13419">
                  <a:moveTo>
                    <a:pt x="0" y="13419"/>
                  </a:moveTo>
                  <a:lnTo>
                    <a:pt x="22546" y="0"/>
                  </a:lnTo>
                </a:path>
              </a:pathLst>
            </a:custGeom>
            <a:noFill/>
            <a:ln w="20003">
              <a:solidFill>
                <a:srgbClr val="E3E7EA"/>
              </a:solidFill>
            </a:ln>
          </p:spPr>
        </p:sp>
        <p:sp>
          <p:nvSpPr>
            <p:cNvPr id="2947" name="Candidate_receptor__2946">
              <a:extLst>
                <a:ext uri="{FF2B5EF4-FFF2-40B4-BE49-F238E27FC236}">
                  <a16:creationId xmlns:a16="http://schemas.microsoft.com/office/drawing/2014/main" id="{012B480F-8153-5931-F379-EEEFA6C61059}"/>
                </a:ext>
              </a:extLst>
            </p:cNvPr>
            <p:cNvSpPr>
              <a:spLocks noGrp="1"/>
            </p:cNvSpPr>
            <p:nvPr/>
          </p:nvSpPr>
          <p:spPr>
            <a:xfrm>
              <a:off x="6205093" y="4251649"/>
              <a:ext cx="40823" cy="10465"/>
            </a:xfrm>
            <a:custGeom>
              <a:avLst/>
              <a:gdLst/>
              <a:ahLst/>
              <a:cxnLst/>
              <a:rect l="0" t="0" r="0" b="0"/>
              <a:pathLst>
                <a:path w="40823" h="10465">
                  <a:moveTo>
                    <a:pt x="0" y="10465"/>
                  </a:moveTo>
                  <a:lnTo>
                    <a:pt x="40823" y="0"/>
                  </a:lnTo>
                </a:path>
              </a:pathLst>
            </a:custGeom>
            <a:noFill/>
            <a:ln w="20003">
              <a:solidFill>
                <a:srgbClr val="E3E7EA"/>
              </a:solidFill>
            </a:ln>
          </p:spPr>
        </p:sp>
        <p:sp>
          <p:nvSpPr>
            <p:cNvPr id="2948" name="Candidate_receptor__2947">
              <a:extLst>
                <a:ext uri="{FF2B5EF4-FFF2-40B4-BE49-F238E27FC236}">
                  <a16:creationId xmlns:a16="http://schemas.microsoft.com/office/drawing/2014/main" id="{6011512A-B3AF-D193-245E-2990EE446F12}"/>
                </a:ext>
              </a:extLst>
            </p:cNvPr>
            <p:cNvSpPr>
              <a:spLocks noGrp="1"/>
            </p:cNvSpPr>
            <p:nvPr/>
          </p:nvSpPr>
          <p:spPr>
            <a:xfrm>
              <a:off x="5395028" y="1684627"/>
              <a:ext cx="77986" cy="941"/>
            </a:xfrm>
            <a:custGeom>
              <a:avLst/>
              <a:gdLst/>
              <a:ahLst/>
              <a:cxnLst/>
              <a:rect l="0" t="0" r="0" b="0"/>
              <a:pathLst>
                <a:path w="77986" h="941">
                  <a:moveTo>
                    <a:pt x="77986" y="941"/>
                  </a:moveTo>
                  <a:lnTo>
                    <a:pt x="0" y="0"/>
                  </a:lnTo>
                </a:path>
              </a:pathLst>
            </a:custGeom>
            <a:noFill/>
            <a:ln w="20003">
              <a:solidFill>
                <a:srgbClr val="E3E7EA"/>
              </a:solidFill>
            </a:ln>
          </p:spPr>
        </p:sp>
        <p:sp>
          <p:nvSpPr>
            <p:cNvPr id="2949" name="Candidate_receptor__2948">
              <a:extLst>
                <a:ext uri="{FF2B5EF4-FFF2-40B4-BE49-F238E27FC236}">
                  <a16:creationId xmlns:a16="http://schemas.microsoft.com/office/drawing/2014/main" id="{55CEDAB0-657E-C91E-5283-274C072439BD}"/>
                </a:ext>
              </a:extLst>
            </p:cNvPr>
            <p:cNvSpPr>
              <a:spLocks noGrp="1"/>
            </p:cNvSpPr>
            <p:nvPr/>
          </p:nvSpPr>
          <p:spPr>
            <a:xfrm>
              <a:off x="6546841" y="4479030"/>
              <a:ext cx="77022" cy="85527"/>
            </a:xfrm>
            <a:custGeom>
              <a:avLst/>
              <a:gdLst/>
              <a:ahLst/>
              <a:cxnLst/>
              <a:rect l="0" t="0" r="0" b="0"/>
              <a:pathLst>
                <a:path w="77022" h="85527">
                  <a:moveTo>
                    <a:pt x="0" y="85527"/>
                  </a:moveTo>
                  <a:lnTo>
                    <a:pt x="77022" y="0"/>
                  </a:lnTo>
                </a:path>
              </a:pathLst>
            </a:custGeom>
            <a:noFill/>
            <a:ln w="20003">
              <a:solidFill>
                <a:srgbClr val="E3E7EA"/>
              </a:solidFill>
            </a:ln>
          </p:spPr>
        </p:sp>
        <p:sp>
          <p:nvSpPr>
            <p:cNvPr id="2950" name="Candidate_receptor__2949">
              <a:extLst>
                <a:ext uri="{FF2B5EF4-FFF2-40B4-BE49-F238E27FC236}">
                  <a16:creationId xmlns:a16="http://schemas.microsoft.com/office/drawing/2014/main" id="{2EBC41D5-8FD4-44ED-670B-717B0B8EBCEC}"/>
                </a:ext>
              </a:extLst>
            </p:cNvPr>
            <p:cNvSpPr>
              <a:spLocks noGrp="1"/>
            </p:cNvSpPr>
            <p:nvPr/>
          </p:nvSpPr>
          <p:spPr>
            <a:xfrm>
              <a:off x="4682586" y="4800228"/>
              <a:ext cx="22033" cy="108373"/>
            </a:xfrm>
            <a:custGeom>
              <a:avLst/>
              <a:gdLst/>
              <a:ahLst/>
              <a:cxnLst/>
              <a:rect l="0" t="0" r="0" b="0"/>
              <a:pathLst>
                <a:path w="22033" h="108373">
                  <a:moveTo>
                    <a:pt x="0" y="108373"/>
                  </a:moveTo>
                  <a:lnTo>
                    <a:pt x="22033" y="0"/>
                  </a:lnTo>
                </a:path>
              </a:pathLst>
            </a:custGeom>
            <a:noFill/>
            <a:ln w="8096">
              <a:solidFill>
                <a:srgbClr val="E3E7EA"/>
              </a:solidFill>
            </a:ln>
          </p:spPr>
        </p:sp>
        <p:sp>
          <p:nvSpPr>
            <p:cNvPr id="2951" name="Candidate_receptor__2950">
              <a:extLst>
                <a:ext uri="{FF2B5EF4-FFF2-40B4-BE49-F238E27FC236}">
                  <a16:creationId xmlns:a16="http://schemas.microsoft.com/office/drawing/2014/main" id="{225882FC-27DE-0540-2262-3152A90D2747}"/>
                </a:ext>
              </a:extLst>
            </p:cNvPr>
            <p:cNvSpPr>
              <a:spLocks noGrp="1"/>
            </p:cNvSpPr>
            <p:nvPr/>
          </p:nvSpPr>
          <p:spPr>
            <a:xfrm>
              <a:off x="5160301" y="3661514"/>
              <a:ext cx="92921" cy="63920"/>
            </a:xfrm>
            <a:custGeom>
              <a:avLst/>
              <a:gdLst/>
              <a:ahLst/>
              <a:cxnLst/>
              <a:rect l="0" t="0" r="0" b="0"/>
              <a:pathLst>
                <a:path w="92921" h="63920">
                  <a:moveTo>
                    <a:pt x="0" y="0"/>
                  </a:moveTo>
                  <a:lnTo>
                    <a:pt x="92921" y="63920"/>
                  </a:lnTo>
                </a:path>
              </a:pathLst>
            </a:custGeom>
            <a:noFill/>
            <a:ln w="20003">
              <a:solidFill>
                <a:srgbClr val="E3E7EA"/>
              </a:solidFill>
            </a:ln>
          </p:spPr>
        </p:sp>
        <p:sp>
          <p:nvSpPr>
            <p:cNvPr id="2952" name="Candidate_receptor__2951">
              <a:extLst>
                <a:ext uri="{FF2B5EF4-FFF2-40B4-BE49-F238E27FC236}">
                  <a16:creationId xmlns:a16="http://schemas.microsoft.com/office/drawing/2014/main" id="{103A40CE-9749-2E67-BC7A-DBC889C3CA94}"/>
                </a:ext>
              </a:extLst>
            </p:cNvPr>
            <p:cNvSpPr>
              <a:spLocks noGrp="1"/>
            </p:cNvSpPr>
            <p:nvPr/>
          </p:nvSpPr>
          <p:spPr>
            <a:xfrm>
              <a:off x="4969328" y="4408057"/>
              <a:ext cx="95" cy="64924"/>
            </a:xfrm>
            <a:custGeom>
              <a:avLst/>
              <a:gdLst/>
              <a:ahLst/>
              <a:cxnLst/>
              <a:rect l="0" t="0" r="0" b="0"/>
              <a:pathLst>
                <a:path w="95" h="64924">
                  <a:moveTo>
                    <a:pt x="0" y="0"/>
                  </a:moveTo>
                  <a:lnTo>
                    <a:pt x="93" y="64924"/>
                  </a:lnTo>
                </a:path>
              </a:pathLst>
            </a:custGeom>
            <a:noFill/>
            <a:ln w="20003">
              <a:solidFill>
                <a:srgbClr val="E3E7EA"/>
              </a:solidFill>
            </a:ln>
          </p:spPr>
        </p:sp>
        <p:sp>
          <p:nvSpPr>
            <p:cNvPr id="2953" name="Candidate_receptor__2952">
              <a:extLst>
                <a:ext uri="{FF2B5EF4-FFF2-40B4-BE49-F238E27FC236}">
                  <a16:creationId xmlns:a16="http://schemas.microsoft.com/office/drawing/2014/main" id="{0AA6ED21-E444-11DC-7027-BA9255CD8A64}"/>
                </a:ext>
              </a:extLst>
            </p:cNvPr>
            <p:cNvSpPr>
              <a:spLocks noGrp="1"/>
            </p:cNvSpPr>
            <p:nvPr/>
          </p:nvSpPr>
          <p:spPr>
            <a:xfrm>
              <a:off x="6071504" y="2918879"/>
              <a:ext cx="31164" cy="15369"/>
            </a:xfrm>
            <a:custGeom>
              <a:avLst/>
              <a:gdLst/>
              <a:ahLst/>
              <a:cxnLst/>
              <a:rect l="0" t="0" r="0" b="0"/>
              <a:pathLst>
                <a:path w="31164" h="15369">
                  <a:moveTo>
                    <a:pt x="31164" y="15369"/>
                  </a:moveTo>
                  <a:lnTo>
                    <a:pt x="0" y="0"/>
                  </a:lnTo>
                </a:path>
              </a:pathLst>
            </a:custGeom>
            <a:noFill/>
            <a:ln w="8096">
              <a:solidFill>
                <a:srgbClr val="E3E7EA"/>
              </a:solidFill>
            </a:ln>
          </p:spPr>
        </p:sp>
        <p:sp>
          <p:nvSpPr>
            <p:cNvPr id="2954" name="Candidate_receptor__2953">
              <a:extLst>
                <a:ext uri="{FF2B5EF4-FFF2-40B4-BE49-F238E27FC236}">
                  <a16:creationId xmlns:a16="http://schemas.microsoft.com/office/drawing/2014/main" id="{CDFB7E20-E50A-B020-6B18-2E9F280BEDBB}"/>
                </a:ext>
              </a:extLst>
            </p:cNvPr>
            <p:cNvSpPr>
              <a:spLocks noGrp="1"/>
            </p:cNvSpPr>
            <p:nvPr/>
          </p:nvSpPr>
          <p:spPr>
            <a:xfrm>
              <a:off x="5570994" y="2267945"/>
              <a:ext cx="65987" cy="91703"/>
            </a:xfrm>
            <a:custGeom>
              <a:avLst/>
              <a:gdLst/>
              <a:ahLst/>
              <a:cxnLst/>
              <a:rect l="0" t="0" r="0" b="0"/>
              <a:pathLst>
                <a:path w="65987" h="91703">
                  <a:moveTo>
                    <a:pt x="65987" y="0"/>
                  </a:moveTo>
                  <a:lnTo>
                    <a:pt x="0" y="91703"/>
                  </a:lnTo>
                </a:path>
              </a:pathLst>
            </a:custGeom>
            <a:noFill/>
            <a:ln w="8096">
              <a:solidFill>
                <a:srgbClr val="E3E7EA"/>
              </a:solidFill>
            </a:ln>
          </p:spPr>
        </p:sp>
        <p:sp>
          <p:nvSpPr>
            <p:cNvPr id="2955" name="Candidate_receptor__2954">
              <a:extLst>
                <a:ext uri="{FF2B5EF4-FFF2-40B4-BE49-F238E27FC236}">
                  <a16:creationId xmlns:a16="http://schemas.microsoft.com/office/drawing/2014/main" id="{C27A4E93-7C29-6491-8CE5-2D552745D346}"/>
                </a:ext>
              </a:extLst>
            </p:cNvPr>
            <p:cNvSpPr>
              <a:spLocks noGrp="1"/>
            </p:cNvSpPr>
            <p:nvPr/>
          </p:nvSpPr>
          <p:spPr>
            <a:xfrm>
              <a:off x="5915230" y="3862527"/>
              <a:ext cx="240" cy="101988"/>
            </a:xfrm>
            <a:custGeom>
              <a:avLst/>
              <a:gdLst/>
              <a:ahLst/>
              <a:cxnLst/>
              <a:rect l="0" t="0" r="0" b="0"/>
              <a:pathLst>
                <a:path w="240" h="101988">
                  <a:moveTo>
                    <a:pt x="0" y="0"/>
                  </a:moveTo>
                  <a:lnTo>
                    <a:pt x="240" y="101988"/>
                  </a:lnTo>
                </a:path>
              </a:pathLst>
            </a:custGeom>
            <a:noFill/>
            <a:ln w="20003">
              <a:solidFill>
                <a:srgbClr val="E3E7EA"/>
              </a:solidFill>
            </a:ln>
          </p:spPr>
        </p:sp>
        <p:sp>
          <p:nvSpPr>
            <p:cNvPr id="2956" name="Candidate_receptor__2955">
              <a:extLst>
                <a:ext uri="{FF2B5EF4-FFF2-40B4-BE49-F238E27FC236}">
                  <a16:creationId xmlns:a16="http://schemas.microsoft.com/office/drawing/2014/main" id="{EAFDB751-D27A-071E-C74A-8347E3434E6B}"/>
                </a:ext>
              </a:extLst>
            </p:cNvPr>
            <p:cNvSpPr>
              <a:spLocks noGrp="1"/>
            </p:cNvSpPr>
            <p:nvPr/>
          </p:nvSpPr>
          <p:spPr>
            <a:xfrm>
              <a:off x="5687184" y="2483902"/>
              <a:ext cx="98132" cy="41628"/>
            </a:xfrm>
            <a:custGeom>
              <a:avLst/>
              <a:gdLst/>
              <a:ahLst/>
              <a:cxnLst/>
              <a:rect l="0" t="0" r="0" b="0"/>
              <a:pathLst>
                <a:path w="98132" h="41628">
                  <a:moveTo>
                    <a:pt x="0" y="41628"/>
                  </a:moveTo>
                  <a:lnTo>
                    <a:pt x="98132" y="0"/>
                  </a:lnTo>
                </a:path>
              </a:pathLst>
            </a:custGeom>
            <a:noFill/>
            <a:ln w="8096">
              <a:solidFill>
                <a:srgbClr val="E3E7EA"/>
              </a:solidFill>
            </a:ln>
          </p:spPr>
        </p:sp>
        <p:sp>
          <p:nvSpPr>
            <p:cNvPr id="2957" name="Candidate_receptor__2956">
              <a:extLst>
                <a:ext uri="{FF2B5EF4-FFF2-40B4-BE49-F238E27FC236}">
                  <a16:creationId xmlns:a16="http://schemas.microsoft.com/office/drawing/2014/main" id="{DB0AD091-12DD-B8CB-7C7B-BB0412D078D5}"/>
                </a:ext>
              </a:extLst>
            </p:cNvPr>
            <p:cNvSpPr>
              <a:spLocks noGrp="1"/>
            </p:cNvSpPr>
            <p:nvPr/>
          </p:nvSpPr>
          <p:spPr>
            <a:xfrm>
              <a:off x="4680414" y="3673569"/>
              <a:ext cx="22166" cy="48342"/>
            </a:xfrm>
            <a:custGeom>
              <a:avLst/>
              <a:gdLst/>
              <a:ahLst/>
              <a:cxnLst/>
              <a:rect l="0" t="0" r="0" b="0"/>
              <a:pathLst>
                <a:path w="22166" h="48342">
                  <a:moveTo>
                    <a:pt x="22166" y="48342"/>
                  </a:moveTo>
                  <a:lnTo>
                    <a:pt x="0" y="0"/>
                  </a:lnTo>
                </a:path>
              </a:pathLst>
            </a:custGeom>
            <a:noFill/>
            <a:ln w="20003">
              <a:solidFill>
                <a:srgbClr val="E3E7EA"/>
              </a:solidFill>
            </a:ln>
          </p:spPr>
        </p:sp>
        <p:sp>
          <p:nvSpPr>
            <p:cNvPr id="2958" name="Candidate_receptor__2957">
              <a:extLst>
                <a:ext uri="{FF2B5EF4-FFF2-40B4-BE49-F238E27FC236}">
                  <a16:creationId xmlns:a16="http://schemas.microsoft.com/office/drawing/2014/main" id="{17E7B05B-7529-F88D-C1E6-FB3746A49622}"/>
                </a:ext>
              </a:extLst>
            </p:cNvPr>
            <p:cNvSpPr>
              <a:spLocks noGrp="1"/>
            </p:cNvSpPr>
            <p:nvPr/>
          </p:nvSpPr>
          <p:spPr>
            <a:xfrm>
              <a:off x="5628687" y="4227600"/>
              <a:ext cx="20680" cy="14799"/>
            </a:xfrm>
            <a:custGeom>
              <a:avLst/>
              <a:gdLst/>
              <a:ahLst/>
              <a:cxnLst/>
              <a:rect l="0" t="0" r="0" b="0"/>
              <a:pathLst>
                <a:path w="20680" h="14799">
                  <a:moveTo>
                    <a:pt x="0" y="14799"/>
                  </a:moveTo>
                  <a:lnTo>
                    <a:pt x="20680" y="0"/>
                  </a:lnTo>
                </a:path>
              </a:pathLst>
            </a:custGeom>
            <a:noFill/>
            <a:ln w="20003">
              <a:solidFill>
                <a:srgbClr val="E3E7EA"/>
              </a:solidFill>
            </a:ln>
          </p:spPr>
        </p:sp>
        <p:sp>
          <p:nvSpPr>
            <p:cNvPr id="2959" name="Candidate_receptor__2958">
              <a:extLst>
                <a:ext uri="{FF2B5EF4-FFF2-40B4-BE49-F238E27FC236}">
                  <a16:creationId xmlns:a16="http://schemas.microsoft.com/office/drawing/2014/main" id="{A1C8D03A-7F74-4700-CFA3-FD91682743FA}"/>
                </a:ext>
              </a:extLst>
            </p:cNvPr>
            <p:cNvSpPr>
              <a:spLocks noGrp="1"/>
            </p:cNvSpPr>
            <p:nvPr/>
          </p:nvSpPr>
          <p:spPr>
            <a:xfrm>
              <a:off x="5674413" y="3790859"/>
              <a:ext cx="34660" cy="5536"/>
            </a:xfrm>
            <a:custGeom>
              <a:avLst/>
              <a:gdLst/>
              <a:ahLst/>
              <a:cxnLst/>
              <a:rect l="0" t="0" r="0" b="0"/>
              <a:pathLst>
                <a:path w="34660" h="5536">
                  <a:moveTo>
                    <a:pt x="0" y="0"/>
                  </a:moveTo>
                  <a:lnTo>
                    <a:pt x="34660" y="5536"/>
                  </a:lnTo>
                </a:path>
              </a:pathLst>
            </a:custGeom>
            <a:noFill/>
            <a:ln w="20003">
              <a:solidFill>
                <a:srgbClr val="E3E7EA"/>
              </a:solidFill>
            </a:ln>
          </p:spPr>
        </p:sp>
        <p:sp>
          <p:nvSpPr>
            <p:cNvPr id="2960" name="Candidate_receptor__2959">
              <a:extLst>
                <a:ext uri="{FF2B5EF4-FFF2-40B4-BE49-F238E27FC236}">
                  <a16:creationId xmlns:a16="http://schemas.microsoft.com/office/drawing/2014/main" id="{3ED99D83-521A-0A6C-FD14-6DA7E2BB381A}"/>
                </a:ext>
              </a:extLst>
            </p:cNvPr>
            <p:cNvSpPr>
              <a:spLocks noGrp="1"/>
            </p:cNvSpPr>
            <p:nvPr/>
          </p:nvSpPr>
          <p:spPr>
            <a:xfrm>
              <a:off x="5882684" y="2209281"/>
              <a:ext cx="95109" cy="4102"/>
            </a:xfrm>
            <a:custGeom>
              <a:avLst/>
              <a:gdLst/>
              <a:ahLst/>
              <a:cxnLst/>
              <a:rect l="0" t="0" r="0" b="0"/>
              <a:pathLst>
                <a:path w="95109" h="4102">
                  <a:moveTo>
                    <a:pt x="95109" y="4102"/>
                  </a:moveTo>
                  <a:lnTo>
                    <a:pt x="0" y="0"/>
                  </a:lnTo>
                </a:path>
              </a:pathLst>
            </a:custGeom>
            <a:noFill/>
            <a:ln w="20003">
              <a:solidFill>
                <a:srgbClr val="E3E7EA"/>
              </a:solidFill>
            </a:ln>
          </p:spPr>
        </p:sp>
        <p:sp>
          <p:nvSpPr>
            <p:cNvPr id="2961" name="Candidate_receptor__2960">
              <a:extLst>
                <a:ext uri="{FF2B5EF4-FFF2-40B4-BE49-F238E27FC236}">
                  <a16:creationId xmlns:a16="http://schemas.microsoft.com/office/drawing/2014/main" id="{94DBA45C-7DA3-A8FB-E976-F2D1E233F2BD}"/>
                </a:ext>
              </a:extLst>
            </p:cNvPr>
            <p:cNvSpPr>
              <a:spLocks noGrp="1"/>
            </p:cNvSpPr>
            <p:nvPr/>
          </p:nvSpPr>
          <p:spPr>
            <a:xfrm>
              <a:off x="4478711" y="4774108"/>
              <a:ext cx="85513" cy="70986"/>
            </a:xfrm>
            <a:custGeom>
              <a:avLst/>
              <a:gdLst/>
              <a:ahLst/>
              <a:cxnLst/>
              <a:rect l="0" t="0" r="0" b="0"/>
              <a:pathLst>
                <a:path w="85513" h="70986">
                  <a:moveTo>
                    <a:pt x="0" y="0"/>
                  </a:moveTo>
                  <a:lnTo>
                    <a:pt x="85513" y="70986"/>
                  </a:lnTo>
                </a:path>
              </a:pathLst>
            </a:custGeom>
            <a:noFill/>
            <a:ln w="8096">
              <a:solidFill>
                <a:srgbClr val="E3E7EA"/>
              </a:solidFill>
            </a:ln>
          </p:spPr>
        </p:sp>
        <p:sp>
          <p:nvSpPr>
            <p:cNvPr id="2962" name="Candidate_receptor__2961">
              <a:extLst>
                <a:ext uri="{FF2B5EF4-FFF2-40B4-BE49-F238E27FC236}">
                  <a16:creationId xmlns:a16="http://schemas.microsoft.com/office/drawing/2014/main" id="{6DBD8E5B-DF85-AE0D-0B41-4A060204E877}"/>
                </a:ext>
              </a:extLst>
            </p:cNvPr>
            <p:cNvSpPr>
              <a:spLocks noGrp="1"/>
            </p:cNvSpPr>
            <p:nvPr/>
          </p:nvSpPr>
          <p:spPr>
            <a:xfrm>
              <a:off x="4560095" y="2252754"/>
              <a:ext cx="23764" cy="8426"/>
            </a:xfrm>
            <a:custGeom>
              <a:avLst/>
              <a:gdLst/>
              <a:ahLst/>
              <a:cxnLst/>
              <a:rect l="0" t="0" r="0" b="0"/>
              <a:pathLst>
                <a:path w="23764" h="8426">
                  <a:moveTo>
                    <a:pt x="23764" y="0"/>
                  </a:moveTo>
                  <a:lnTo>
                    <a:pt x="0" y="8426"/>
                  </a:lnTo>
                </a:path>
              </a:pathLst>
            </a:custGeom>
            <a:noFill/>
            <a:ln w="8096">
              <a:solidFill>
                <a:srgbClr val="E3E7EA"/>
              </a:solidFill>
            </a:ln>
          </p:spPr>
        </p:sp>
        <p:sp>
          <p:nvSpPr>
            <p:cNvPr id="2963" name="Candidate_receptor__2962">
              <a:extLst>
                <a:ext uri="{FF2B5EF4-FFF2-40B4-BE49-F238E27FC236}">
                  <a16:creationId xmlns:a16="http://schemas.microsoft.com/office/drawing/2014/main" id="{64EE0834-6FB0-5A4E-5CB9-51B54A9A5468}"/>
                </a:ext>
              </a:extLst>
            </p:cNvPr>
            <p:cNvSpPr>
              <a:spLocks noGrp="1"/>
            </p:cNvSpPr>
            <p:nvPr/>
          </p:nvSpPr>
          <p:spPr>
            <a:xfrm>
              <a:off x="5410052" y="3453217"/>
              <a:ext cx="32964" cy="101535"/>
            </a:xfrm>
            <a:custGeom>
              <a:avLst/>
              <a:gdLst/>
              <a:ahLst/>
              <a:cxnLst/>
              <a:rect l="0" t="0" r="0" b="0"/>
              <a:pathLst>
                <a:path w="32964" h="101535">
                  <a:moveTo>
                    <a:pt x="0" y="101535"/>
                  </a:moveTo>
                  <a:lnTo>
                    <a:pt x="32964" y="0"/>
                  </a:lnTo>
                </a:path>
              </a:pathLst>
            </a:custGeom>
            <a:noFill/>
            <a:ln w="20003">
              <a:solidFill>
                <a:srgbClr val="E3E7EA"/>
              </a:solidFill>
            </a:ln>
          </p:spPr>
        </p:sp>
        <p:sp>
          <p:nvSpPr>
            <p:cNvPr id="2964" name="Candidate_receptor__2963">
              <a:extLst>
                <a:ext uri="{FF2B5EF4-FFF2-40B4-BE49-F238E27FC236}">
                  <a16:creationId xmlns:a16="http://schemas.microsoft.com/office/drawing/2014/main" id="{7F401B7C-C7EB-07B8-AB66-BE1A7B4A630B}"/>
                </a:ext>
              </a:extLst>
            </p:cNvPr>
            <p:cNvSpPr>
              <a:spLocks noGrp="1"/>
            </p:cNvSpPr>
            <p:nvPr/>
          </p:nvSpPr>
          <p:spPr>
            <a:xfrm>
              <a:off x="5463987" y="1799795"/>
              <a:ext cx="29884" cy="35507"/>
            </a:xfrm>
            <a:custGeom>
              <a:avLst/>
              <a:gdLst/>
              <a:ahLst/>
              <a:cxnLst/>
              <a:rect l="0" t="0" r="0" b="0"/>
              <a:pathLst>
                <a:path w="29884" h="35507">
                  <a:moveTo>
                    <a:pt x="0" y="35507"/>
                  </a:moveTo>
                  <a:lnTo>
                    <a:pt x="29884" y="0"/>
                  </a:lnTo>
                </a:path>
              </a:pathLst>
            </a:custGeom>
            <a:noFill/>
            <a:ln w="20003">
              <a:solidFill>
                <a:srgbClr val="E3E7EA"/>
              </a:solidFill>
            </a:ln>
          </p:spPr>
        </p:sp>
        <p:sp>
          <p:nvSpPr>
            <p:cNvPr id="2965" name="Candidate_receptor__2964">
              <a:extLst>
                <a:ext uri="{FF2B5EF4-FFF2-40B4-BE49-F238E27FC236}">
                  <a16:creationId xmlns:a16="http://schemas.microsoft.com/office/drawing/2014/main" id="{6C86CBD1-2043-B2D5-4651-B8BAA46C220A}"/>
                </a:ext>
              </a:extLst>
            </p:cNvPr>
            <p:cNvSpPr>
              <a:spLocks noGrp="1"/>
            </p:cNvSpPr>
            <p:nvPr/>
          </p:nvSpPr>
          <p:spPr>
            <a:xfrm>
              <a:off x="4544102" y="4845094"/>
              <a:ext cx="20122" cy="110814"/>
            </a:xfrm>
            <a:custGeom>
              <a:avLst/>
              <a:gdLst/>
              <a:ahLst/>
              <a:cxnLst/>
              <a:rect l="0" t="0" r="0" b="0"/>
              <a:pathLst>
                <a:path w="20122" h="110814">
                  <a:moveTo>
                    <a:pt x="20122" y="0"/>
                  </a:moveTo>
                  <a:lnTo>
                    <a:pt x="0" y="110814"/>
                  </a:lnTo>
                </a:path>
              </a:pathLst>
            </a:custGeom>
            <a:noFill/>
            <a:ln w="8096">
              <a:solidFill>
                <a:srgbClr val="E3E7EA"/>
              </a:solidFill>
            </a:ln>
          </p:spPr>
        </p:sp>
        <p:sp>
          <p:nvSpPr>
            <p:cNvPr id="2966" name="Candidate_receptor__2965">
              <a:extLst>
                <a:ext uri="{FF2B5EF4-FFF2-40B4-BE49-F238E27FC236}">
                  <a16:creationId xmlns:a16="http://schemas.microsoft.com/office/drawing/2014/main" id="{8CF1BC9D-974F-8191-1BC9-576D4BDD3C26}"/>
                </a:ext>
              </a:extLst>
            </p:cNvPr>
            <p:cNvSpPr>
              <a:spLocks noGrp="1"/>
            </p:cNvSpPr>
            <p:nvPr/>
          </p:nvSpPr>
          <p:spPr>
            <a:xfrm>
              <a:off x="4979773" y="2066594"/>
              <a:ext cx="57015" cy="29636"/>
            </a:xfrm>
            <a:custGeom>
              <a:avLst/>
              <a:gdLst/>
              <a:ahLst/>
              <a:cxnLst/>
              <a:rect l="0" t="0" r="0" b="0"/>
              <a:pathLst>
                <a:path w="57015" h="29636">
                  <a:moveTo>
                    <a:pt x="57015" y="0"/>
                  </a:moveTo>
                  <a:lnTo>
                    <a:pt x="0" y="29636"/>
                  </a:lnTo>
                </a:path>
              </a:pathLst>
            </a:custGeom>
            <a:noFill/>
            <a:ln w="8096">
              <a:solidFill>
                <a:srgbClr val="E3E7EA"/>
              </a:solidFill>
            </a:ln>
          </p:spPr>
        </p:sp>
        <p:sp>
          <p:nvSpPr>
            <p:cNvPr id="2967" name="Candidate_receptor__2966">
              <a:extLst>
                <a:ext uri="{FF2B5EF4-FFF2-40B4-BE49-F238E27FC236}">
                  <a16:creationId xmlns:a16="http://schemas.microsoft.com/office/drawing/2014/main" id="{99CA734D-268B-B595-3AAE-E6D6FD9266E7}"/>
                </a:ext>
              </a:extLst>
            </p:cNvPr>
            <p:cNvSpPr>
              <a:spLocks noGrp="1"/>
            </p:cNvSpPr>
            <p:nvPr/>
          </p:nvSpPr>
          <p:spPr>
            <a:xfrm>
              <a:off x="5875710" y="3242567"/>
              <a:ext cx="71903" cy="7573"/>
            </a:xfrm>
            <a:custGeom>
              <a:avLst/>
              <a:gdLst/>
              <a:ahLst/>
              <a:cxnLst/>
              <a:rect l="0" t="0" r="0" b="0"/>
              <a:pathLst>
                <a:path w="71903" h="7573">
                  <a:moveTo>
                    <a:pt x="71903" y="0"/>
                  </a:moveTo>
                  <a:lnTo>
                    <a:pt x="0" y="7573"/>
                  </a:lnTo>
                </a:path>
              </a:pathLst>
            </a:custGeom>
            <a:noFill/>
            <a:ln w="8096">
              <a:solidFill>
                <a:srgbClr val="E3E7EA"/>
              </a:solidFill>
            </a:ln>
          </p:spPr>
        </p:sp>
        <p:sp>
          <p:nvSpPr>
            <p:cNvPr id="2968" name="Candidate_receptor__2967">
              <a:extLst>
                <a:ext uri="{FF2B5EF4-FFF2-40B4-BE49-F238E27FC236}">
                  <a16:creationId xmlns:a16="http://schemas.microsoft.com/office/drawing/2014/main" id="{6CA0611A-4438-AB21-A871-6899767E93C8}"/>
                </a:ext>
              </a:extLst>
            </p:cNvPr>
            <p:cNvSpPr>
              <a:spLocks noGrp="1"/>
            </p:cNvSpPr>
            <p:nvPr/>
          </p:nvSpPr>
          <p:spPr>
            <a:xfrm>
              <a:off x="5058458" y="2842547"/>
              <a:ext cx="104414" cy="41274"/>
            </a:xfrm>
            <a:custGeom>
              <a:avLst/>
              <a:gdLst/>
              <a:ahLst/>
              <a:cxnLst/>
              <a:rect l="0" t="0" r="0" b="0"/>
              <a:pathLst>
                <a:path w="104414" h="41274">
                  <a:moveTo>
                    <a:pt x="104414" y="0"/>
                  </a:moveTo>
                  <a:lnTo>
                    <a:pt x="0" y="41274"/>
                  </a:lnTo>
                </a:path>
              </a:pathLst>
            </a:custGeom>
            <a:noFill/>
            <a:ln w="20003">
              <a:solidFill>
                <a:srgbClr val="E3E7EA"/>
              </a:solidFill>
            </a:ln>
          </p:spPr>
        </p:sp>
        <p:sp>
          <p:nvSpPr>
            <p:cNvPr id="2969" name="Candidate_receptor__2968">
              <a:extLst>
                <a:ext uri="{FF2B5EF4-FFF2-40B4-BE49-F238E27FC236}">
                  <a16:creationId xmlns:a16="http://schemas.microsoft.com/office/drawing/2014/main" id="{BCBCAF18-0E88-3C92-B2BC-3BA1F6B7EAD4}"/>
                </a:ext>
              </a:extLst>
            </p:cNvPr>
            <p:cNvSpPr>
              <a:spLocks noGrp="1"/>
            </p:cNvSpPr>
            <p:nvPr/>
          </p:nvSpPr>
          <p:spPr>
            <a:xfrm>
              <a:off x="5993243" y="4481336"/>
              <a:ext cx="92752" cy="52876"/>
            </a:xfrm>
            <a:custGeom>
              <a:avLst/>
              <a:gdLst/>
              <a:ahLst/>
              <a:cxnLst/>
              <a:rect l="0" t="0" r="0" b="0"/>
              <a:pathLst>
                <a:path w="92752" h="52876">
                  <a:moveTo>
                    <a:pt x="0" y="52876"/>
                  </a:moveTo>
                  <a:lnTo>
                    <a:pt x="92752" y="0"/>
                  </a:lnTo>
                </a:path>
              </a:pathLst>
            </a:custGeom>
            <a:noFill/>
            <a:ln w="20003">
              <a:solidFill>
                <a:srgbClr val="E3E7EA"/>
              </a:solidFill>
            </a:ln>
          </p:spPr>
        </p:sp>
        <p:sp>
          <p:nvSpPr>
            <p:cNvPr id="2970" name="Candidate_receptor__2969">
              <a:extLst>
                <a:ext uri="{FF2B5EF4-FFF2-40B4-BE49-F238E27FC236}">
                  <a16:creationId xmlns:a16="http://schemas.microsoft.com/office/drawing/2014/main" id="{F0E1D383-4EEE-0789-7124-9FAD84B0180B}"/>
                </a:ext>
              </a:extLst>
            </p:cNvPr>
            <p:cNvSpPr>
              <a:spLocks noGrp="1"/>
            </p:cNvSpPr>
            <p:nvPr/>
          </p:nvSpPr>
          <p:spPr>
            <a:xfrm>
              <a:off x="5122701" y="2464207"/>
              <a:ext cx="103832" cy="31909"/>
            </a:xfrm>
            <a:custGeom>
              <a:avLst/>
              <a:gdLst/>
              <a:ahLst/>
              <a:cxnLst/>
              <a:rect l="0" t="0" r="0" b="0"/>
              <a:pathLst>
                <a:path w="103832" h="31909">
                  <a:moveTo>
                    <a:pt x="0" y="31909"/>
                  </a:moveTo>
                  <a:lnTo>
                    <a:pt x="103832" y="0"/>
                  </a:lnTo>
                </a:path>
              </a:pathLst>
            </a:custGeom>
            <a:noFill/>
            <a:ln w="20003">
              <a:solidFill>
                <a:srgbClr val="E3E7EA"/>
              </a:solidFill>
            </a:ln>
          </p:spPr>
        </p:sp>
        <p:sp>
          <p:nvSpPr>
            <p:cNvPr id="2971" name="Candidate_receptor__2970">
              <a:extLst>
                <a:ext uri="{FF2B5EF4-FFF2-40B4-BE49-F238E27FC236}">
                  <a16:creationId xmlns:a16="http://schemas.microsoft.com/office/drawing/2014/main" id="{40754CF4-BFA6-D23F-6B47-68430F452495}"/>
                </a:ext>
              </a:extLst>
            </p:cNvPr>
            <p:cNvSpPr>
              <a:spLocks noGrp="1"/>
            </p:cNvSpPr>
            <p:nvPr/>
          </p:nvSpPr>
          <p:spPr>
            <a:xfrm>
              <a:off x="4714798" y="3104764"/>
              <a:ext cx="51854" cy="40502"/>
            </a:xfrm>
            <a:custGeom>
              <a:avLst/>
              <a:gdLst/>
              <a:ahLst/>
              <a:cxnLst/>
              <a:rect l="0" t="0" r="0" b="0"/>
              <a:pathLst>
                <a:path w="51854" h="40502">
                  <a:moveTo>
                    <a:pt x="51854" y="0"/>
                  </a:moveTo>
                  <a:lnTo>
                    <a:pt x="0" y="40502"/>
                  </a:lnTo>
                </a:path>
              </a:pathLst>
            </a:custGeom>
            <a:noFill/>
            <a:ln w="8096">
              <a:solidFill>
                <a:srgbClr val="E3E7EA"/>
              </a:solidFill>
            </a:ln>
          </p:spPr>
        </p:sp>
        <p:sp>
          <p:nvSpPr>
            <p:cNvPr id="2972" name="Candidate_receptor__2971">
              <a:extLst>
                <a:ext uri="{FF2B5EF4-FFF2-40B4-BE49-F238E27FC236}">
                  <a16:creationId xmlns:a16="http://schemas.microsoft.com/office/drawing/2014/main" id="{3518CB16-24AC-2FF4-A248-AF24B04C28C4}"/>
                </a:ext>
              </a:extLst>
            </p:cNvPr>
            <p:cNvSpPr>
              <a:spLocks noGrp="1"/>
            </p:cNvSpPr>
            <p:nvPr/>
          </p:nvSpPr>
          <p:spPr>
            <a:xfrm>
              <a:off x="5903941" y="3378447"/>
              <a:ext cx="110292" cy="28332"/>
            </a:xfrm>
            <a:custGeom>
              <a:avLst/>
              <a:gdLst/>
              <a:ahLst/>
              <a:cxnLst/>
              <a:rect l="0" t="0" r="0" b="0"/>
              <a:pathLst>
                <a:path w="110292" h="28332">
                  <a:moveTo>
                    <a:pt x="0" y="0"/>
                  </a:moveTo>
                  <a:lnTo>
                    <a:pt x="110292" y="28332"/>
                  </a:lnTo>
                </a:path>
              </a:pathLst>
            </a:custGeom>
            <a:noFill/>
            <a:ln w="20003">
              <a:solidFill>
                <a:srgbClr val="E3E7EA"/>
              </a:solidFill>
            </a:ln>
          </p:spPr>
        </p:sp>
        <p:sp>
          <p:nvSpPr>
            <p:cNvPr id="2973" name="Candidate_receptor__2972">
              <a:extLst>
                <a:ext uri="{FF2B5EF4-FFF2-40B4-BE49-F238E27FC236}">
                  <a16:creationId xmlns:a16="http://schemas.microsoft.com/office/drawing/2014/main" id="{8E082C0C-0ED1-05EC-C639-7D4DD957DFE4}"/>
                </a:ext>
              </a:extLst>
            </p:cNvPr>
            <p:cNvSpPr>
              <a:spLocks noGrp="1"/>
            </p:cNvSpPr>
            <p:nvPr/>
          </p:nvSpPr>
          <p:spPr>
            <a:xfrm>
              <a:off x="4884013" y="2691069"/>
              <a:ext cx="4535" cy="64209"/>
            </a:xfrm>
            <a:custGeom>
              <a:avLst/>
              <a:gdLst/>
              <a:ahLst/>
              <a:cxnLst/>
              <a:rect l="0" t="0" r="0" b="0"/>
              <a:pathLst>
                <a:path w="4535" h="64209">
                  <a:moveTo>
                    <a:pt x="4535" y="64209"/>
                  </a:moveTo>
                  <a:lnTo>
                    <a:pt x="0" y="0"/>
                  </a:lnTo>
                </a:path>
              </a:pathLst>
            </a:custGeom>
            <a:noFill/>
            <a:ln w="20003">
              <a:solidFill>
                <a:srgbClr val="E3E7EA"/>
              </a:solidFill>
            </a:ln>
          </p:spPr>
        </p:sp>
        <p:sp>
          <p:nvSpPr>
            <p:cNvPr id="2974" name="Candidate_receptor__2973">
              <a:extLst>
                <a:ext uri="{FF2B5EF4-FFF2-40B4-BE49-F238E27FC236}">
                  <a16:creationId xmlns:a16="http://schemas.microsoft.com/office/drawing/2014/main" id="{864AB574-BD54-EF1B-98D9-01A8A201CCDB}"/>
                </a:ext>
              </a:extLst>
            </p:cNvPr>
            <p:cNvSpPr>
              <a:spLocks noGrp="1"/>
            </p:cNvSpPr>
            <p:nvPr/>
          </p:nvSpPr>
          <p:spPr>
            <a:xfrm>
              <a:off x="5812654" y="2209281"/>
              <a:ext cx="70030" cy="21808"/>
            </a:xfrm>
            <a:custGeom>
              <a:avLst/>
              <a:gdLst/>
              <a:ahLst/>
              <a:cxnLst/>
              <a:rect l="0" t="0" r="0" b="0"/>
              <a:pathLst>
                <a:path w="70030" h="21808">
                  <a:moveTo>
                    <a:pt x="70030" y="0"/>
                  </a:moveTo>
                  <a:lnTo>
                    <a:pt x="0" y="21808"/>
                  </a:lnTo>
                </a:path>
              </a:pathLst>
            </a:custGeom>
            <a:noFill/>
            <a:ln w="20003">
              <a:solidFill>
                <a:srgbClr val="E3E7EA"/>
              </a:solidFill>
            </a:ln>
          </p:spPr>
        </p:sp>
        <p:sp>
          <p:nvSpPr>
            <p:cNvPr id="2975" name="Candidate_receptor__2974">
              <a:extLst>
                <a:ext uri="{FF2B5EF4-FFF2-40B4-BE49-F238E27FC236}">
                  <a16:creationId xmlns:a16="http://schemas.microsoft.com/office/drawing/2014/main" id="{F66F2CC0-39E4-82AD-3B81-D829EE2366B2}"/>
                </a:ext>
              </a:extLst>
            </p:cNvPr>
            <p:cNvSpPr>
              <a:spLocks noGrp="1"/>
            </p:cNvSpPr>
            <p:nvPr/>
          </p:nvSpPr>
          <p:spPr>
            <a:xfrm>
              <a:off x="5745724" y="2077175"/>
              <a:ext cx="110230" cy="20848"/>
            </a:xfrm>
            <a:custGeom>
              <a:avLst/>
              <a:gdLst/>
              <a:ahLst/>
              <a:cxnLst/>
              <a:rect l="0" t="0" r="0" b="0"/>
              <a:pathLst>
                <a:path w="110230" h="20848">
                  <a:moveTo>
                    <a:pt x="110230" y="0"/>
                  </a:moveTo>
                  <a:lnTo>
                    <a:pt x="0" y="20848"/>
                  </a:lnTo>
                </a:path>
              </a:pathLst>
            </a:custGeom>
            <a:noFill/>
            <a:ln w="20003">
              <a:solidFill>
                <a:srgbClr val="E3E7EA"/>
              </a:solidFill>
            </a:ln>
          </p:spPr>
        </p:sp>
        <p:sp>
          <p:nvSpPr>
            <p:cNvPr id="2976" name="Candidate_receptor__2975">
              <a:extLst>
                <a:ext uri="{FF2B5EF4-FFF2-40B4-BE49-F238E27FC236}">
                  <a16:creationId xmlns:a16="http://schemas.microsoft.com/office/drawing/2014/main" id="{955D3B8A-9B2E-2044-4E5B-B9B7F77699A1}"/>
                </a:ext>
              </a:extLst>
            </p:cNvPr>
            <p:cNvSpPr>
              <a:spLocks noGrp="1"/>
            </p:cNvSpPr>
            <p:nvPr/>
          </p:nvSpPr>
          <p:spPr>
            <a:xfrm>
              <a:off x="5047668" y="3428764"/>
              <a:ext cx="65718" cy="90203"/>
            </a:xfrm>
            <a:custGeom>
              <a:avLst/>
              <a:gdLst/>
              <a:ahLst/>
              <a:cxnLst/>
              <a:rect l="0" t="0" r="0" b="0"/>
              <a:pathLst>
                <a:path w="65718" h="90203">
                  <a:moveTo>
                    <a:pt x="65718" y="0"/>
                  </a:moveTo>
                  <a:lnTo>
                    <a:pt x="0" y="90203"/>
                  </a:lnTo>
                </a:path>
              </a:pathLst>
            </a:custGeom>
            <a:noFill/>
            <a:ln w="20003">
              <a:solidFill>
                <a:srgbClr val="E3E7EA"/>
              </a:solidFill>
            </a:ln>
          </p:spPr>
        </p:sp>
        <p:sp>
          <p:nvSpPr>
            <p:cNvPr id="2977" name="Candidate_receptor__2976">
              <a:extLst>
                <a:ext uri="{FF2B5EF4-FFF2-40B4-BE49-F238E27FC236}">
                  <a16:creationId xmlns:a16="http://schemas.microsoft.com/office/drawing/2014/main" id="{9850D043-66B3-57EB-D27F-1FF82DB8ADA0}"/>
                </a:ext>
              </a:extLst>
            </p:cNvPr>
            <p:cNvSpPr>
              <a:spLocks noGrp="1"/>
            </p:cNvSpPr>
            <p:nvPr/>
          </p:nvSpPr>
          <p:spPr>
            <a:xfrm>
              <a:off x="6145900" y="4126236"/>
              <a:ext cx="103986" cy="10416"/>
            </a:xfrm>
            <a:custGeom>
              <a:avLst/>
              <a:gdLst/>
              <a:ahLst/>
              <a:cxnLst/>
              <a:rect l="0" t="0" r="0" b="0"/>
              <a:pathLst>
                <a:path w="103986" h="10416">
                  <a:moveTo>
                    <a:pt x="103986" y="10416"/>
                  </a:moveTo>
                  <a:lnTo>
                    <a:pt x="0" y="0"/>
                  </a:lnTo>
                </a:path>
              </a:pathLst>
            </a:custGeom>
            <a:noFill/>
            <a:ln w="20003">
              <a:solidFill>
                <a:srgbClr val="E3E7EA"/>
              </a:solidFill>
            </a:ln>
          </p:spPr>
        </p:sp>
        <p:sp>
          <p:nvSpPr>
            <p:cNvPr id="2978" name="Candidate_receptor__2977">
              <a:extLst>
                <a:ext uri="{FF2B5EF4-FFF2-40B4-BE49-F238E27FC236}">
                  <a16:creationId xmlns:a16="http://schemas.microsoft.com/office/drawing/2014/main" id="{698FAAC0-6629-4386-A500-0ACECC160157}"/>
                </a:ext>
              </a:extLst>
            </p:cNvPr>
            <p:cNvSpPr>
              <a:spLocks noGrp="1"/>
            </p:cNvSpPr>
            <p:nvPr/>
          </p:nvSpPr>
          <p:spPr>
            <a:xfrm>
              <a:off x="6473583" y="4271761"/>
              <a:ext cx="90722" cy="44556"/>
            </a:xfrm>
            <a:custGeom>
              <a:avLst/>
              <a:gdLst/>
              <a:ahLst/>
              <a:cxnLst/>
              <a:rect l="0" t="0" r="0" b="0"/>
              <a:pathLst>
                <a:path w="90722" h="44556">
                  <a:moveTo>
                    <a:pt x="90722" y="44556"/>
                  </a:moveTo>
                  <a:lnTo>
                    <a:pt x="0" y="0"/>
                  </a:lnTo>
                </a:path>
              </a:pathLst>
            </a:custGeom>
            <a:noFill/>
            <a:ln w="20003">
              <a:solidFill>
                <a:srgbClr val="E3E7EA"/>
              </a:solidFill>
            </a:ln>
          </p:spPr>
        </p:sp>
        <p:sp>
          <p:nvSpPr>
            <p:cNvPr id="2979" name="Candidate_receptor__2978">
              <a:extLst>
                <a:ext uri="{FF2B5EF4-FFF2-40B4-BE49-F238E27FC236}">
                  <a16:creationId xmlns:a16="http://schemas.microsoft.com/office/drawing/2014/main" id="{9F945107-1CF0-4464-521C-4CA437B398C3}"/>
                </a:ext>
              </a:extLst>
            </p:cNvPr>
            <p:cNvSpPr>
              <a:spLocks noGrp="1"/>
            </p:cNvSpPr>
            <p:nvPr/>
          </p:nvSpPr>
          <p:spPr>
            <a:xfrm>
              <a:off x="4446920" y="2258833"/>
              <a:ext cx="6591" cy="106929"/>
            </a:xfrm>
            <a:custGeom>
              <a:avLst/>
              <a:gdLst/>
              <a:ahLst/>
              <a:cxnLst/>
              <a:rect l="0" t="0" r="0" b="0"/>
              <a:pathLst>
                <a:path w="6591" h="106929">
                  <a:moveTo>
                    <a:pt x="0" y="0"/>
                  </a:moveTo>
                  <a:lnTo>
                    <a:pt x="6591" y="106929"/>
                  </a:lnTo>
                </a:path>
              </a:pathLst>
            </a:custGeom>
            <a:noFill/>
            <a:ln w="8096">
              <a:solidFill>
                <a:srgbClr val="E3E7EA"/>
              </a:solidFill>
            </a:ln>
          </p:spPr>
        </p:sp>
        <p:sp>
          <p:nvSpPr>
            <p:cNvPr id="2980" name="Candidate_receptor__2979">
              <a:extLst>
                <a:ext uri="{FF2B5EF4-FFF2-40B4-BE49-F238E27FC236}">
                  <a16:creationId xmlns:a16="http://schemas.microsoft.com/office/drawing/2014/main" id="{F30AD086-B92B-F829-6CDB-01079A084DC7}"/>
                </a:ext>
              </a:extLst>
            </p:cNvPr>
            <p:cNvSpPr>
              <a:spLocks noGrp="1"/>
            </p:cNvSpPr>
            <p:nvPr/>
          </p:nvSpPr>
          <p:spPr>
            <a:xfrm>
              <a:off x="5304429" y="3369325"/>
              <a:ext cx="25649" cy="6970"/>
            </a:xfrm>
            <a:custGeom>
              <a:avLst/>
              <a:gdLst/>
              <a:ahLst/>
              <a:cxnLst/>
              <a:rect l="0" t="0" r="0" b="0"/>
              <a:pathLst>
                <a:path w="25649" h="6970">
                  <a:moveTo>
                    <a:pt x="0" y="6970"/>
                  </a:moveTo>
                  <a:lnTo>
                    <a:pt x="25649" y="0"/>
                  </a:lnTo>
                </a:path>
              </a:pathLst>
            </a:custGeom>
            <a:noFill/>
            <a:ln w="20003">
              <a:solidFill>
                <a:srgbClr val="E3E7EA"/>
              </a:solidFill>
            </a:ln>
          </p:spPr>
        </p:sp>
        <p:sp>
          <p:nvSpPr>
            <p:cNvPr id="2981" name="Candidate_receptor__2980">
              <a:extLst>
                <a:ext uri="{FF2B5EF4-FFF2-40B4-BE49-F238E27FC236}">
                  <a16:creationId xmlns:a16="http://schemas.microsoft.com/office/drawing/2014/main" id="{23A757C3-6F64-3A59-81D2-632E8E5D9BCC}"/>
                </a:ext>
              </a:extLst>
            </p:cNvPr>
            <p:cNvSpPr>
              <a:spLocks noGrp="1"/>
            </p:cNvSpPr>
            <p:nvPr/>
          </p:nvSpPr>
          <p:spPr>
            <a:xfrm>
              <a:off x="5593546" y="4081462"/>
              <a:ext cx="105726" cy="43779"/>
            </a:xfrm>
            <a:custGeom>
              <a:avLst/>
              <a:gdLst/>
              <a:ahLst/>
              <a:cxnLst/>
              <a:rect l="0" t="0" r="0" b="0"/>
              <a:pathLst>
                <a:path w="105726" h="43779">
                  <a:moveTo>
                    <a:pt x="105726" y="43779"/>
                  </a:moveTo>
                  <a:lnTo>
                    <a:pt x="0" y="0"/>
                  </a:lnTo>
                </a:path>
              </a:pathLst>
            </a:custGeom>
            <a:noFill/>
            <a:ln w="8096">
              <a:solidFill>
                <a:srgbClr val="E3E7EA"/>
              </a:solidFill>
            </a:ln>
          </p:spPr>
        </p:sp>
        <p:sp>
          <p:nvSpPr>
            <p:cNvPr id="2982" name="Candidate_receptor__2981">
              <a:extLst>
                <a:ext uri="{FF2B5EF4-FFF2-40B4-BE49-F238E27FC236}">
                  <a16:creationId xmlns:a16="http://schemas.microsoft.com/office/drawing/2014/main" id="{91AA5BD4-8EC6-9BA9-82DD-0770B6AD967A}"/>
                </a:ext>
              </a:extLst>
            </p:cNvPr>
            <p:cNvSpPr>
              <a:spLocks noGrp="1"/>
            </p:cNvSpPr>
            <p:nvPr/>
          </p:nvSpPr>
          <p:spPr>
            <a:xfrm>
              <a:off x="4556404" y="2607360"/>
              <a:ext cx="81301" cy="425"/>
            </a:xfrm>
            <a:custGeom>
              <a:avLst/>
              <a:gdLst/>
              <a:ahLst/>
              <a:cxnLst/>
              <a:rect l="0" t="0" r="0" b="0"/>
              <a:pathLst>
                <a:path w="81301" h="425">
                  <a:moveTo>
                    <a:pt x="0" y="425"/>
                  </a:moveTo>
                  <a:lnTo>
                    <a:pt x="81301" y="0"/>
                  </a:lnTo>
                </a:path>
              </a:pathLst>
            </a:custGeom>
            <a:noFill/>
            <a:ln w="20003">
              <a:solidFill>
                <a:srgbClr val="E3E7EA"/>
              </a:solidFill>
            </a:ln>
          </p:spPr>
        </p:sp>
        <p:sp>
          <p:nvSpPr>
            <p:cNvPr id="2983" name="Candidate_receptor__2982">
              <a:extLst>
                <a:ext uri="{FF2B5EF4-FFF2-40B4-BE49-F238E27FC236}">
                  <a16:creationId xmlns:a16="http://schemas.microsoft.com/office/drawing/2014/main" id="{C1C742DD-B377-4E8E-DA33-D45E634183FB}"/>
                </a:ext>
              </a:extLst>
            </p:cNvPr>
            <p:cNvSpPr>
              <a:spLocks noGrp="1"/>
            </p:cNvSpPr>
            <p:nvPr/>
          </p:nvSpPr>
          <p:spPr>
            <a:xfrm>
              <a:off x="5067402" y="3922009"/>
              <a:ext cx="23177" cy="30930"/>
            </a:xfrm>
            <a:custGeom>
              <a:avLst/>
              <a:gdLst/>
              <a:ahLst/>
              <a:cxnLst/>
              <a:rect l="0" t="0" r="0" b="0"/>
              <a:pathLst>
                <a:path w="23177" h="30930">
                  <a:moveTo>
                    <a:pt x="0" y="0"/>
                  </a:moveTo>
                  <a:lnTo>
                    <a:pt x="23177" y="30930"/>
                  </a:lnTo>
                </a:path>
              </a:pathLst>
            </a:custGeom>
            <a:noFill/>
            <a:ln w="20003">
              <a:solidFill>
                <a:srgbClr val="E3E7EA"/>
              </a:solidFill>
            </a:ln>
          </p:spPr>
        </p:sp>
        <p:sp>
          <p:nvSpPr>
            <p:cNvPr id="2984" name="Candidate_receptor__2983">
              <a:extLst>
                <a:ext uri="{FF2B5EF4-FFF2-40B4-BE49-F238E27FC236}">
                  <a16:creationId xmlns:a16="http://schemas.microsoft.com/office/drawing/2014/main" id="{6C31D0E0-2FF5-C773-94DA-0BA5134EBE43}"/>
                </a:ext>
              </a:extLst>
            </p:cNvPr>
            <p:cNvSpPr>
              <a:spLocks noGrp="1"/>
            </p:cNvSpPr>
            <p:nvPr/>
          </p:nvSpPr>
          <p:spPr>
            <a:xfrm>
              <a:off x="5107632" y="3661514"/>
              <a:ext cx="52669" cy="90215"/>
            </a:xfrm>
            <a:custGeom>
              <a:avLst/>
              <a:gdLst/>
              <a:ahLst/>
              <a:cxnLst/>
              <a:rect l="0" t="0" r="0" b="0"/>
              <a:pathLst>
                <a:path w="52669" h="90215">
                  <a:moveTo>
                    <a:pt x="0" y="90215"/>
                  </a:moveTo>
                  <a:lnTo>
                    <a:pt x="52669" y="0"/>
                  </a:lnTo>
                </a:path>
              </a:pathLst>
            </a:custGeom>
            <a:noFill/>
            <a:ln w="20003">
              <a:solidFill>
                <a:srgbClr val="E3E7EA"/>
              </a:solidFill>
            </a:ln>
          </p:spPr>
        </p:sp>
        <p:sp>
          <p:nvSpPr>
            <p:cNvPr id="2985" name="Candidate_receptor__2984">
              <a:extLst>
                <a:ext uri="{FF2B5EF4-FFF2-40B4-BE49-F238E27FC236}">
                  <a16:creationId xmlns:a16="http://schemas.microsoft.com/office/drawing/2014/main" id="{D1C343E4-1391-B964-FB84-078B753B2C34}"/>
                </a:ext>
              </a:extLst>
            </p:cNvPr>
            <p:cNvSpPr>
              <a:spLocks noGrp="1"/>
            </p:cNvSpPr>
            <p:nvPr/>
          </p:nvSpPr>
          <p:spPr>
            <a:xfrm>
              <a:off x="4412468" y="3742992"/>
              <a:ext cx="99630" cy="7887"/>
            </a:xfrm>
            <a:custGeom>
              <a:avLst/>
              <a:gdLst/>
              <a:ahLst/>
              <a:cxnLst/>
              <a:rect l="0" t="0" r="0" b="0"/>
              <a:pathLst>
                <a:path w="99630" h="7887">
                  <a:moveTo>
                    <a:pt x="0" y="7887"/>
                  </a:moveTo>
                  <a:lnTo>
                    <a:pt x="99630" y="0"/>
                  </a:lnTo>
                </a:path>
              </a:pathLst>
            </a:custGeom>
            <a:noFill/>
            <a:ln w="8096">
              <a:solidFill>
                <a:srgbClr val="E3E7EA"/>
              </a:solidFill>
            </a:ln>
          </p:spPr>
        </p:sp>
        <p:sp>
          <p:nvSpPr>
            <p:cNvPr id="2986" name="Candidate_receptor__2985">
              <a:extLst>
                <a:ext uri="{FF2B5EF4-FFF2-40B4-BE49-F238E27FC236}">
                  <a16:creationId xmlns:a16="http://schemas.microsoft.com/office/drawing/2014/main" id="{79B06243-4E8E-B8F6-B6CD-6153783ADFCA}"/>
                </a:ext>
              </a:extLst>
            </p:cNvPr>
            <p:cNvSpPr>
              <a:spLocks noGrp="1"/>
            </p:cNvSpPr>
            <p:nvPr/>
          </p:nvSpPr>
          <p:spPr>
            <a:xfrm>
              <a:off x="6464972" y="4411544"/>
              <a:ext cx="43563" cy="22126"/>
            </a:xfrm>
            <a:custGeom>
              <a:avLst/>
              <a:gdLst/>
              <a:ahLst/>
              <a:cxnLst/>
              <a:rect l="0" t="0" r="0" b="0"/>
              <a:pathLst>
                <a:path w="43563" h="22126">
                  <a:moveTo>
                    <a:pt x="0" y="22126"/>
                  </a:moveTo>
                  <a:lnTo>
                    <a:pt x="43563" y="0"/>
                  </a:lnTo>
                </a:path>
              </a:pathLst>
            </a:custGeom>
            <a:noFill/>
            <a:ln w="20003">
              <a:solidFill>
                <a:srgbClr val="E3E7EA"/>
              </a:solidFill>
            </a:ln>
          </p:spPr>
        </p:sp>
        <p:sp>
          <p:nvSpPr>
            <p:cNvPr id="2987" name="Candidate_receptor__2986">
              <a:extLst>
                <a:ext uri="{FF2B5EF4-FFF2-40B4-BE49-F238E27FC236}">
                  <a16:creationId xmlns:a16="http://schemas.microsoft.com/office/drawing/2014/main" id="{DDA4C762-BC17-3227-BE0D-F3DDBA2D60A6}"/>
                </a:ext>
              </a:extLst>
            </p:cNvPr>
            <p:cNvSpPr>
              <a:spLocks noGrp="1"/>
            </p:cNvSpPr>
            <p:nvPr/>
          </p:nvSpPr>
          <p:spPr>
            <a:xfrm>
              <a:off x="4943252" y="2463706"/>
              <a:ext cx="7710" cy="78609"/>
            </a:xfrm>
            <a:custGeom>
              <a:avLst/>
              <a:gdLst/>
              <a:ahLst/>
              <a:cxnLst/>
              <a:rect l="0" t="0" r="0" b="0"/>
              <a:pathLst>
                <a:path w="7710" h="78609">
                  <a:moveTo>
                    <a:pt x="0" y="78609"/>
                  </a:moveTo>
                  <a:lnTo>
                    <a:pt x="7710" y="0"/>
                  </a:lnTo>
                </a:path>
              </a:pathLst>
            </a:custGeom>
            <a:noFill/>
            <a:ln w="20003">
              <a:solidFill>
                <a:srgbClr val="E3E7EA"/>
              </a:solidFill>
            </a:ln>
          </p:spPr>
        </p:sp>
        <p:sp>
          <p:nvSpPr>
            <p:cNvPr id="2988" name="Candidate_receptor__2987">
              <a:extLst>
                <a:ext uri="{FF2B5EF4-FFF2-40B4-BE49-F238E27FC236}">
                  <a16:creationId xmlns:a16="http://schemas.microsoft.com/office/drawing/2014/main" id="{E14FC8BB-023B-0955-3017-D0C183F16605}"/>
                </a:ext>
              </a:extLst>
            </p:cNvPr>
            <p:cNvSpPr>
              <a:spLocks noGrp="1"/>
            </p:cNvSpPr>
            <p:nvPr/>
          </p:nvSpPr>
          <p:spPr>
            <a:xfrm>
              <a:off x="6085996" y="4481336"/>
              <a:ext cx="67681" cy="49738"/>
            </a:xfrm>
            <a:custGeom>
              <a:avLst/>
              <a:gdLst/>
              <a:ahLst/>
              <a:cxnLst/>
              <a:rect l="0" t="0" r="0" b="0"/>
              <a:pathLst>
                <a:path w="67681" h="49738">
                  <a:moveTo>
                    <a:pt x="0" y="0"/>
                  </a:moveTo>
                  <a:lnTo>
                    <a:pt x="67681" y="49738"/>
                  </a:lnTo>
                </a:path>
              </a:pathLst>
            </a:custGeom>
            <a:noFill/>
            <a:ln w="20003">
              <a:solidFill>
                <a:srgbClr val="E3E7EA"/>
              </a:solidFill>
            </a:ln>
          </p:spPr>
        </p:sp>
        <p:sp>
          <p:nvSpPr>
            <p:cNvPr id="2989" name="Candidate_receptor__2988">
              <a:extLst>
                <a:ext uri="{FF2B5EF4-FFF2-40B4-BE49-F238E27FC236}">
                  <a16:creationId xmlns:a16="http://schemas.microsoft.com/office/drawing/2014/main" id="{DDA80F76-8CEC-68E1-7398-E66BD613B034}"/>
                </a:ext>
              </a:extLst>
            </p:cNvPr>
            <p:cNvSpPr>
              <a:spLocks noGrp="1"/>
            </p:cNvSpPr>
            <p:nvPr/>
          </p:nvSpPr>
          <p:spPr>
            <a:xfrm>
              <a:off x="5408807" y="3118255"/>
              <a:ext cx="23893" cy="477"/>
            </a:xfrm>
            <a:custGeom>
              <a:avLst/>
              <a:gdLst/>
              <a:ahLst/>
              <a:cxnLst/>
              <a:rect l="0" t="0" r="0" b="0"/>
              <a:pathLst>
                <a:path w="23893" h="477">
                  <a:moveTo>
                    <a:pt x="0" y="0"/>
                  </a:moveTo>
                  <a:lnTo>
                    <a:pt x="23893" y="477"/>
                  </a:lnTo>
                </a:path>
              </a:pathLst>
            </a:custGeom>
            <a:noFill/>
            <a:ln w="20003">
              <a:solidFill>
                <a:srgbClr val="E3E7EA"/>
              </a:solidFill>
            </a:ln>
          </p:spPr>
        </p:sp>
        <p:sp>
          <p:nvSpPr>
            <p:cNvPr id="2990" name="Candidate_receptor__2989">
              <a:extLst>
                <a:ext uri="{FF2B5EF4-FFF2-40B4-BE49-F238E27FC236}">
                  <a16:creationId xmlns:a16="http://schemas.microsoft.com/office/drawing/2014/main" id="{F5B90DC0-91A9-E589-D4E7-5CF9B346D21A}"/>
                </a:ext>
              </a:extLst>
            </p:cNvPr>
            <p:cNvSpPr>
              <a:spLocks noGrp="1"/>
            </p:cNvSpPr>
            <p:nvPr/>
          </p:nvSpPr>
          <p:spPr>
            <a:xfrm>
              <a:off x="5977792" y="2125466"/>
              <a:ext cx="74128" cy="87917"/>
            </a:xfrm>
            <a:custGeom>
              <a:avLst/>
              <a:gdLst/>
              <a:ahLst/>
              <a:cxnLst/>
              <a:rect l="0" t="0" r="0" b="0"/>
              <a:pathLst>
                <a:path w="74128" h="87917">
                  <a:moveTo>
                    <a:pt x="74128" y="0"/>
                  </a:moveTo>
                  <a:lnTo>
                    <a:pt x="0" y="87917"/>
                  </a:lnTo>
                </a:path>
              </a:pathLst>
            </a:custGeom>
            <a:noFill/>
            <a:ln w="20003">
              <a:solidFill>
                <a:srgbClr val="E3E7EA"/>
              </a:solidFill>
            </a:ln>
          </p:spPr>
        </p:sp>
        <p:sp>
          <p:nvSpPr>
            <p:cNvPr id="2991" name="Candidate_receptor__2990">
              <a:extLst>
                <a:ext uri="{FF2B5EF4-FFF2-40B4-BE49-F238E27FC236}">
                  <a16:creationId xmlns:a16="http://schemas.microsoft.com/office/drawing/2014/main" id="{77166410-100D-94BD-0DBF-6C5975E10BF9}"/>
                </a:ext>
              </a:extLst>
            </p:cNvPr>
            <p:cNvSpPr>
              <a:spLocks noGrp="1"/>
            </p:cNvSpPr>
            <p:nvPr/>
          </p:nvSpPr>
          <p:spPr>
            <a:xfrm>
              <a:off x="4850093" y="5142285"/>
              <a:ext cx="50106" cy="91951"/>
            </a:xfrm>
            <a:custGeom>
              <a:avLst/>
              <a:gdLst/>
              <a:ahLst/>
              <a:cxnLst/>
              <a:rect l="0" t="0" r="0" b="0"/>
              <a:pathLst>
                <a:path w="50106" h="91951">
                  <a:moveTo>
                    <a:pt x="0" y="91951"/>
                  </a:moveTo>
                  <a:lnTo>
                    <a:pt x="50106" y="0"/>
                  </a:lnTo>
                </a:path>
              </a:pathLst>
            </a:custGeom>
            <a:noFill/>
            <a:ln w="20003">
              <a:solidFill>
                <a:srgbClr val="E3E7EA"/>
              </a:solidFill>
            </a:ln>
          </p:spPr>
        </p:sp>
        <p:sp>
          <p:nvSpPr>
            <p:cNvPr id="2992" name="Candidate_receptor__2991">
              <a:extLst>
                <a:ext uri="{FF2B5EF4-FFF2-40B4-BE49-F238E27FC236}">
                  <a16:creationId xmlns:a16="http://schemas.microsoft.com/office/drawing/2014/main" id="{622DF8AC-E9C3-72B5-0CD8-E4D44E80A90F}"/>
                </a:ext>
              </a:extLst>
            </p:cNvPr>
            <p:cNvSpPr>
              <a:spLocks noGrp="1"/>
            </p:cNvSpPr>
            <p:nvPr/>
          </p:nvSpPr>
          <p:spPr>
            <a:xfrm>
              <a:off x="4900199" y="5142285"/>
              <a:ext cx="102022" cy="19340"/>
            </a:xfrm>
            <a:custGeom>
              <a:avLst/>
              <a:gdLst/>
              <a:ahLst/>
              <a:cxnLst/>
              <a:rect l="0" t="0" r="0" b="0"/>
              <a:pathLst>
                <a:path w="102022" h="19340">
                  <a:moveTo>
                    <a:pt x="0" y="0"/>
                  </a:moveTo>
                  <a:lnTo>
                    <a:pt x="102022" y="19340"/>
                  </a:lnTo>
                </a:path>
              </a:pathLst>
            </a:custGeom>
            <a:noFill/>
            <a:ln w="20003">
              <a:solidFill>
                <a:srgbClr val="E3E7EA"/>
              </a:solidFill>
            </a:ln>
          </p:spPr>
        </p:sp>
        <p:sp>
          <p:nvSpPr>
            <p:cNvPr id="2993" name="Candidate_receptor__2992">
              <a:extLst>
                <a:ext uri="{FF2B5EF4-FFF2-40B4-BE49-F238E27FC236}">
                  <a16:creationId xmlns:a16="http://schemas.microsoft.com/office/drawing/2014/main" id="{BF78227C-750C-23A4-A7E1-9F9F6AE2BA0D}"/>
                </a:ext>
              </a:extLst>
            </p:cNvPr>
            <p:cNvSpPr>
              <a:spLocks noGrp="1"/>
            </p:cNvSpPr>
            <p:nvPr/>
          </p:nvSpPr>
          <p:spPr>
            <a:xfrm>
              <a:off x="4324911" y="3475700"/>
              <a:ext cx="52154" cy="2060"/>
            </a:xfrm>
            <a:custGeom>
              <a:avLst/>
              <a:gdLst/>
              <a:ahLst/>
              <a:cxnLst/>
              <a:rect l="0" t="0" r="0" b="0"/>
              <a:pathLst>
                <a:path w="52154" h="2060">
                  <a:moveTo>
                    <a:pt x="52154" y="2060"/>
                  </a:moveTo>
                  <a:lnTo>
                    <a:pt x="0" y="0"/>
                  </a:lnTo>
                </a:path>
              </a:pathLst>
            </a:custGeom>
            <a:noFill/>
            <a:ln w="20003">
              <a:solidFill>
                <a:srgbClr val="E3E7EA"/>
              </a:solidFill>
            </a:ln>
          </p:spPr>
        </p:sp>
        <p:sp>
          <p:nvSpPr>
            <p:cNvPr id="2994" name="Candidate_receptor__2993">
              <a:extLst>
                <a:ext uri="{FF2B5EF4-FFF2-40B4-BE49-F238E27FC236}">
                  <a16:creationId xmlns:a16="http://schemas.microsoft.com/office/drawing/2014/main" id="{1D062246-6D6E-1031-4FC7-5B9CBC820CC5}"/>
                </a:ext>
              </a:extLst>
            </p:cNvPr>
            <p:cNvSpPr>
              <a:spLocks noGrp="1"/>
            </p:cNvSpPr>
            <p:nvPr/>
          </p:nvSpPr>
          <p:spPr>
            <a:xfrm>
              <a:off x="5619469" y="1840087"/>
              <a:ext cx="103707" cy="47417"/>
            </a:xfrm>
            <a:custGeom>
              <a:avLst/>
              <a:gdLst/>
              <a:ahLst/>
              <a:cxnLst/>
              <a:rect l="0" t="0" r="0" b="0"/>
              <a:pathLst>
                <a:path w="103707" h="47417">
                  <a:moveTo>
                    <a:pt x="103707" y="0"/>
                  </a:moveTo>
                  <a:lnTo>
                    <a:pt x="0" y="47417"/>
                  </a:lnTo>
                </a:path>
              </a:pathLst>
            </a:custGeom>
            <a:noFill/>
            <a:ln w="20003">
              <a:solidFill>
                <a:srgbClr val="E3E7EA"/>
              </a:solidFill>
            </a:ln>
          </p:spPr>
        </p:sp>
        <p:sp>
          <p:nvSpPr>
            <p:cNvPr id="2995" name="Candidate_receptor__2994">
              <a:extLst>
                <a:ext uri="{FF2B5EF4-FFF2-40B4-BE49-F238E27FC236}">
                  <a16:creationId xmlns:a16="http://schemas.microsoft.com/office/drawing/2014/main" id="{9C0C46E7-2575-E6C9-3F76-A4B752E2E1DB}"/>
                </a:ext>
              </a:extLst>
            </p:cNvPr>
            <p:cNvSpPr>
              <a:spLocks noGrp="1"/>
            </p:cNvSpPr>
            <p:nvPr/>
          </p:nvSpPr>
          <p:spPr>
            <a:xfrm>
              <a:off x="6102186" y="4126236"/>
              <a:ext cx="43714" cy="70912"/>
            </a:xfrm>
            <a:custGeom>
              <a:avLst/>
              <a:gdLst/>
              <a:ahLst/>
              <a:cxnLst/>
              <a:rect l="0" t="0" r="0" b="0"/>
              <a:pathLst>
                <a:path w="43714" h="70912">
                  <a:moveTo>
                    <a:pt x="43714" y="0"/>
                  </a:moveTo>
                  <a:lnTo>
                    <a:pt x="0" y="70912"/>
                  </a:lnTo>
                </a:path>
              </a:pathLst>
            </a:custGeom>
            <a:noFill/>
            <a:ln w="20003">
              <a:solidFill>
                <a:srgbClr val="E3E7EA"/>
              </a:solidFill>
            </a:ln>
          </p:spPr>
        </p:sp>
        <p:sp>
          <p:nvSpPr>
            <p:cNvPr id="2996" name="Candidate_receptor__2995">
              <a:extLst>
                <a:ext uri="{FF2B5EF4-FFF2-40B4-BE49-F238E27FC236}">
                  <a16:creationId xmlns:a16="http://schemas.microsoft.com/office/drawing/2014/main" id="{288BD95F-1AB3-B0E1-4A8A-F71538B4CE36}"/>
                </a:ext>
              </a:extLst>
            </p:cNvPr>
            <p:cNvSpPr>
              <a:spLocks noGrp="1"/>
            </p:cNvSpPr>
            <p:nvPr/>
          </p:nvSpPr>
          <p:spPr>
            <a:xfrm>
              <a:off x="6155263" y="3720233"/>
              <a:ext cx="83467" cy="68700"/>
            </a:xfrm>
            <a:custGeom>
              <a:avLst/>
              <a:gdLst/>
              <a:ahLst/>
              <a:cxnLst/>
              <a:rect l="0" t="0" r="0" b="0"/>
              <a:pathLst>
                <a:path w="83467" h="68700">
                  <a:moveTo>
                    <a:pt x="83467" y="0"/>
                  </a:moveTo>
                  <a:lnTo>
                    <a:pt x="0" y="68700"/>
                  </a:lnTo>
                </a:path>
              </a:pathLst>
            </a:custGeom>
            <a:noFill/>
            <a:ln w="20003">
              <a:solidFill>
                <a:srgbClr val="E3E7EA"/>
              </a:solidFill>
            </a:ln>
          </p:spPr>
        </p:sp>
        <p:sp>
          <p:nvSpPr>
            <p:cNvPr id="2997" name="Candidate_receptor__2996">
              <a:extLst>
                <a:ext uri="{FF2B5EF4-FFF2-40B4-BE49-F238E27FC236}">
                  <a16:creationId xmlns:a16="http://schemas.microsoft.com/office/drawing/2014/main" id="{404FE9F4-1A2A-D15A-1875-26200EC7C6D5}"/>
                </a:ext>
              </a:extLst>
            </p:cNvPr>
            <p:cNvSpPr>
              <a:spLocks noGrp="1"/>
            </p:cNvSpPr>
            <p:nvPr/>
          </p:nvSpPr>
          <p:spPr>
            <a:xfrm>
              <a:off x="6401329" y="4271761"/>
              <a:ext cx="72254" cy="24737"/>
            </a:xfrm>
            <a:custGeom>
              <a:avLst/>
              <a:gdLst/>
              <a:ahLst/>
              <a:cxnLst/>
              <a:rect l="0" t="0" r="0" b="0"/>
              <a:pathLst>
                <a:path w="72254" h="24737">
                  <a:moveTo>
                    <a:pt x="72254" y="0"/>
                  </a:moveTo>
                  <a:lnTo>
                    <a:pt x="0" y="24737"/>
                  </a:lnTo>
                </a:path>
              </a:pathLst>
            </a:custGeom>
            <a:noFill/>
            <a:ln w="20003">
              <a:solidFill>
                <a:srgbClr val="E3E7EA"/>
              </a:solidFill>
            </a:ln>
          </p:spPr>
        </p:sp>
        <p:sp>
          <p:nvSpPr>
            <p:cNvPr id="2998" name="Candidate_receptor__2997">
              <a:extLst>
                <a:ext uri="{FF2B5EF4-FFF2-40B4-BE49-F238E27FC236}">
                  <a16:creationId xmlns:a16="http://schemas.microsoft.com/office/drawing/2014/main" id="{C21945FE-C2FC-47B1-D3B7-8CE208D71041}"/>
                </a:ext>
              </a:extLst>
            </p:cNvPr>
            <p:cNvSpPr>
              <a:spLocks noGrp="1"/>
            </p:cNvSpPr>
            <p:nvPr/>
          </p:nvSpPr>
          <p:spPr>
            <a:xfrm>
              <a:off x="5493871" y="1718409"/>
              <a:ext cx="66612" cy="81386"/>
            </a:xfrm>
            <a:custGeom>
              <a:avLst/>
              <a:gdLst/>
              <a:ahLst/>
              <a:cxnLst/>
              <a:rect l="0" t="0" r="0" b="0"/>
              <a:pathLst>
                <a:path w="66612" h="81386">
                  <a:moveTo>
                    <a:pt x="0" y="81386"/>
                  </a:moveTo>
                  <a:lnTo>
                    <a:pt x="66612" y="0"/>
                  </a:lnTo>
                </a:path>
              </a:pathLst>
            </a:custGeom>
            <a:noFill/>
            <a:ln w="20003">
              <a:solidFill>
                <a:srgbClr val="E3E7EA"/>
              </a:solidFill>
            </a:ln>
          </p:spPr>
        </p:sp>
        <p:sp>
          <p:nvSpPr>
            <p:cNvPr id="2999" name="Candidate_receptor__2998">
              <a:extLst>
                <a:ext uri="{FF2B5EF4-FFF2-40B4-BE49-F238E27FC236}">
                  <a16:creationId xmlns:a16="http://schemas.microsoft.com/office/drawing/2014/main" id="{23DA8549-1C6A-333C-299E-70CCC8900593}"/>
                </a:ext>
              </a:extLst>
            </p:cNvPr>
            <p:cNvSpPr>
              <a:spLocks noGrp="1"/>
            </p:cNvSpPr>
            <p:nvPr/>
          </p:nvSpPr>
          <p:spPr>
            <a:xfrm>
              <a:off x="6014233" y="3312105"/>
              <a:ext cx="36097" cy="94674"/>
            </a:xfrm>
            <a:custGeom>
              <a:avLst/>
              <a:gdLst/>
              <a:ahLst/>
              <a:cxnLst/>
              <a:rect l="0" t="0" r="0" b="0"/>
              <a:pathLst>
                <a:path w="36097" h="94674">
                  <a:moveTo>
                    <a:pt x="0" y="94674"/>
                  </a:moveTo>
                  <a:lnTo>
                    <a:pt x="36097" y="0"/>
                  </a:lnTo>
                </a:path>
              </a:pathLst>
            </a:custGeom>
            <a:noFill/>
            <a:ln w="20003">
              <a:solidFill>
                <a:srgbClr val="E3E7EA"/>
              </a:solidFill>
            </a:ln>
          </p:spPr>
        </p:sp>
        <p:sp>
          <p:nvSpPr>
            <p:cNvPr id="3000" name="Candidate_receptor__2999">
              <a:extLst>
                <a:ext uri="{FF2B5EF4-FFF2-40B4-BE49-F238E27FC236}">
                  <a16:creationId xmlns:a16="http://schemas.microsoft.com/office/drawing/2014/main" id="{CB45A9CA-3DDA-A3CC-954A-421A55856871}"/>
                </a:ext>
              </a:extLst>
            </p:cNvPr>
            <p:cNvSpPr>
              <a:spLocks noGrp="1"/>
            </p:cNvSpPr>
            <p:nvPr/>
          </p:nvSpPr>
          <p:spPr>
            <a:xfrm>
              <a:off x="4716347" y="3388593"/>
              <a:ext cx="4806" cy="2803"/>
            </a:xfrm>
            <a:custGeom>
              <a:avLst/>
              <a:gdLst/>
              <a:ahLst/>
              <a:cxnLst/>
              <a:rect l="0" t="0" r="0" b="0"/>
              <a:pathLst>
                <a:path w="4806" h="2803">
                  <a:moveTo>
                    <a:pt x="0" y="2803"/>
                  </a:moveTo>
                  <a:lnTo>
                    <a:pt x="4806" y="0"/>
                  </a:lnTo>
                </a:path>
              </a:pathLst>
            </a:custGeom>
            <a:noFill/>
            <a:ln w="20003">
              <a:solidFill>
                <a:srgbClr val="E3E7EB"/>
              </a:solidFill>
            </a:ln>
          </p:spPr>
        </p:sp>
        <p:sp>
          <p:nvSpPr>
            <p:cNvPr id="3001" name="Candidate_receptor__3000">
              <a:extLst>
                <a:ext uri="{FF2B5EF4-FFF2-40B4-BE49-F238E27FC236}">
                  <a16:creationId xmlns:a16="http://schemas.microsoft.com/office/drawing/2014/main" id="{B0C24606-C673-F272-F4A5-36EE8223E57A}"/>
                </a:ext>
              </a:extLst>
            </p:cNvPr>
            <p:cNvSpPr>
              <a:spLocks noGrp="1"/>
            </p:cNvSpPr>
            <p:nvPr/>
          </p:nvSpPr>
          <p:spPr>
            <a:xfrm>
              <a:off x="5563441" y="3582780"/>
              <a:ext cx="22631" cy="6274"/>
            </a:xfrm>
            <a:custGeom>
              <a:avLst/>
              <a:gdLst/>
              <a:ahLst/>
              <a:cxnLst/>
              <a:rect l="0" t="0" r="0" b="0"/>
              <a:pathLst>
                <a:path w="22631" h="6274">
                  <a:moveTo>
                    <a:pt x="0" y="6274"/>
                  </a:moveTo>
                  <a:lnTo>
                    <a:pt x="22631" y="0"/>
                  </a:lnTo>
                </a:path>
              </a:pathLst>
            </a:custGeom>
            <a:noFill/>
            <a:ln w="20003">
              <a:solidFill>
                <a:srgbClr val="E3E7EB"/>
              </a:solidFill>
            </a:ln>
          </p:spPr>
        </p:sp>
        <p:sp>
          <p:nvSpPr>
            <p:cNvPr id="3002" name="Candidate_receptor__3001">
              <a:extLst>
                <a:ext uri="{FF2B5EF4-FFF2-40B4-BE49-F238E27FC236}">
                  <a16:creationId xmlns:a16="http://schemas.microsoft.com/office/drawing/2014/main" id="{6F1C767F-555A-2383-E9DF-C2F793CA347C}"/>
                </a:ext>
              </a:extLst>
            </p:cNvPr>
            <p:cNvSpPr>
              <a:spLocks noGrp="1"/>
            </p:cNvSpPr>
            <p:nvPr/>
          </p:nvSpPr>
          <p:spPr>
            <a:xfrm>
              <a:off x="6245916" y="4136652"/>
              <a:ext cx="3970" cy="114997"/>
            </a:xfrm>
            <a:custGeom>
              <a:avLst/>
              <a:gdLst/>
              <a:ahLst/>
              <a:cxnLst/>
              <a:rect l="0" t="0" r="0" b="0"/>
              <a:pathLst>
                <a:path w="3970" h="114997">
                  <a:moveTo>
                    <a:pt x="0" y="114997"/>
                  </a:moveTo>
                  <a:lnTo>
                    <a:pt x="3970" y="0"/>
                  </a:lnTo>
                </a:path>
              </a:pathLst>
            </a:custGeom>
            <a:noFill/>
            <a:ln w="20003">
              <a:solidFill>
                <a:srgbClr val="E3E7EB"/>
              </a:solidFill>
            </a:ln>
          </p:spPr>
        </p:sp>
        <p:sp>
          <p:nvSpPr>
            <p:cNvPr id="3003" name="Candidate_receptor__3002">
              <a:extLst>
                <a:ext uri="{FF2B5EF4-FFF2-40B4-BE49-F238E27FC236}">
                  <a16:creationId xmlns:a16="http://schemas.microsoft.com/office/drawing/2014/main" id="{32F663CB-0BBD-0CD2-D490-F1D8C501B19D}"/>
                </a:ext>
              </a:extLst>
            </p:cNvPr>
            <p:cNvSpPr>
              <a:spLocks noGrp="1"/>
            </p:cNvSpPr>
            <p:nvPr/>
          </p:nvSpPr>
          <p:spPr>
            <a:xfrm>
              <a:off x="5883437" y="3604555"/>
              <a:ext cx="50430" cy="73846"/>
            </a:xfrm>
            <a:custGeom>
              <a:avLst/>
              <a:gdLst/>
              <a:ahLst/>
              <a:cxnLst/>
              <a:rect l="0" t="0" r="0" b="0"/>
              <a:pathLst>
                <a:path w="50430" h="73846">
                  <a:moveTo>
                    <a:pt x="50430" y="73846"/>
                  </a:moveTo>
                  <a:lnTo>
                    <a:pt x="0" y="0"/>
                  </a:lnTo>
                </a:path>
              </a:pathLst>
            </a:custGeom>
            <a:noFill/>
            <a:ln w="20003">
              <a:solidFill>
                <a:srgbClr val="E3E7EB"/>
              </a:solidFill>
            </a:ln>
          </p:spPr>
        </p:sp>
        <p:sp>
          <p:nvSpPr>
            <p:cNvPr id="3004" name="Candidate_receptor__3003">
              <a:extLst>
                <a:ext uri="{FF2B5EF4-FFF2-40B4-BE49-F238E27FC236}">
                  <a16:creationId xmlns:a16="http://schemas.microsoft.com/office/drawing/2014/main" id="{766FE613-8DA6-F8CC-C213-1AD3FC8C8C2F}"/>
                </a:ext>
              </a:extLst>
            </p:cNvPr>
            <p:cNvSpPr>
              <a:spLocks noGrp="1"/>
            </p:cNvSpPr>
            <p:nvPr/>
          </p:nvSpPr>
          <p:spPr>
            <a:xfrm>
              <a:off x="4997756" y="5161625"/>
              <a:ext cx="4465" cy="112195"/>
            </a:xfrm>
            <a:custGeom>
              <a:avLst/>
              <a:gdLst/>
              <a:ahLst/>
              <a:cxnLst/>
              <a:rect l="0" t="0" r="0" b="0"/>
              <a:pathLst>
                <a:path w="4465" h="112195">
                  <a:moveTo>
                    <a:pt x="4465" y="0"/>
                  </a:moveTo>
                  <a:lnTo>
                    <a:pt x="0" y="112195"/>
                  </a:lnTo>
                </a:path>
              </a:pathLst>
            </a:custGeom>
            <a:noFill/>
            <a:ln w="20003">
              <a:solidFill>
                <a:srgbClr val="E3E7EB"/>
              </a:solidFill>
            </a:ln>
          </p:spPr>
        </p:sp>
        <p:sp>
          <p:nvSpPr>
            <p:cNvPr id="3005" name="Candidate_receptor__3004">
              <a:extLst>
                <a:ext uri="{FF2B5EF4-FFF2-40B4-BE49-F238E27FC236}">
                  <a16:creationId xmlns:a16="http://schemas.microsoft.com/office/drawing/2014/main" id="{B9579614-5B27-02DF-EA18-EE3CD89F7E04}"/>
                </a:ext>
              </a:extLst>
            </p:cNvPr>
            <p:cNvSpPr>
              <a:spLocks noGrp="1"/>
            </p:cNvSpPr>
            <p:nvPr/>
          </p:nvSpPr>
          <p:spPr>
            <a:xfrm>
              <a:off x="4766652" y="3104764"/>
              <a:ext cx="104685" cy="28860"/>
            </a:xfrm>
            <a:custGeom>
              <a:avLst/>
              <a:gdLst/>
              <a:ahLst/>
              <a:cxnLst/>
              <a:rect l="0" t="0" r="0" b="0"/>
              <a:pathLst>
                <a:path w="104685" h="28860">
                  <a:moveTo>
                    <a:pt x="104685" y="28860"/>
                  </a:moveTo>
                  <a:lnTo>
                    <a:pt x="0" y="0"/>
                  </a:lnTo>
                </a:path>
              </a:pathLst>
            </a:custGeom>
            <a:noFill/>
            <a:ln w="8096">
              <a:solidFill>
                <a:srgbClr val="E3E7EB"/>
              </a:solidFill>
            </a:ln>
          </p:spPr>
        </p:sp>
        <p:sp>
          <p:nvSpPr>
            <p:cNvPr id="3006" name="Candidate_receptor__3005">
              <a:extLst>
                <a:ext uri="{FF2B5EF4-FFF2-40B4-BE49-F238E27FC236}">
                  <a16:creationId xmlns:a16="http://schemas.microsoft.com/office/drawing/2014/main" id="{B4A2E510-A9A1-81B9-B046-61D480DEE7DD}"/>
                </a:ext>
              </a:extLst>
            </p:cNvPr>
            <p:cNvSpPr>
              <a:spLocks noGrp="1"/>
            </p:cNvSpPr>
            <p:nvPr/>
          </p:nvSpPr>
          <p:spPr>
            <a:xfrm>
              <a:off x="5649367" y="4125241"/>
              <a:ext cx="49905" cy="102359"/>
            </a:xfrm>
            <a:custGeom>
              <a:avLst/>
              <a:gdLst/>
              <a:ahLst/>
              <a:cxnLst/>
              <a:rect l="0" t="0" r="0" b="0"/>
              <a:pathLst>
                <a:path w="49905" h="102359">
                  <a:moveTo>
                    <a:pt x="0" y="102359"/>
                  </a:moveTo>
                  <a:lnTo>
                    <a:pt x="49905" y="0"/>
                  </a:lnTo>
                </a:path>
              </a:pathLst>
            </a:custGeom>
            <a:noFill/>
            <a:ln w="20003">
              <a:solidFill>
                <a:srgbClr val="E3E7EB"/>
              </a:solidFill>
            </a:ln>
          </p:spPr>
        </p:sp>
        <p:sp>
          <p:nvSpPr>
            <p:cNvPr id="3007" name="Candidate_receptor__3006">
              <a:extLst>
                <a:ext uri="{FF2B5EF4-FFF2-40B4-BE49-F238E27FC236}">
                  <a16:creationId xmlns:a16="http://schemas.microsoft.com/office/drawing/2014/main" id="{1C712CBC-6E4B-F6C0-4721-15D1692419FF}"/>
                </a:ext>
              </a:extLst>
            </p:cNvPr>
            <p:cNvSpPr>
              <a:spLocks noGrp="1"/>
            </p:cNvSpPr>
            <p:nvPr/>
          </p:nvSpPr>
          <p:spPr>
            <a:xfrm>
              <a:off x="5709073" y="3796396"/>
              <a:ext cx="54509" cy="99990"/>
            </a:xfrm>
            <a:custGeom>
              <a:avLst/>
              <a:gdLst/>
              <a:ahLst/>
              <a:cxnLst/>
              <a:rect l="0" t="0" r="0" b="0"/>
              <a:pathLst>
                <a:path w="54509" h="99990">
                  <a:moveTo>
                    <a:pt x="0" y="0"/>
                  </a:moveTo>
                  <a:lnTo>
                    <a:pt x="54509" y="99990"/>
                  </a:lnTo>
                </a:path>
              </a:pathLst>
            </a:custGeom>
            <a:noFill/>
            <a:ln w="20003">
              <a:solidFill>
                <a:srgbClr val="E3E7EB"/>
              </a:solidFill>
            </a:ln>
          </p:spPr>
        </p:sp>
        <p:sp>
          <p:nvSpPr>
            <p:cNvPr id="3008" name="Candidate_receptor__3007">
              <a:extLst>
                <a:ext uri="{FF2B5EF4-FFF2-40B4-BE49-F238E27FC236}">
                  <a16:creationId xmlns:a16="http://schemas.microsoft.com/office/drawing/2014/main" id="{74EC0068-8EED-C1B3-059D-C0B8707CCEDD}"/>
                </a:ext>
              </a:extLst>
            </p:cNvPr>
            <p:cNvSpPr>
              <a:spLocks noGrp="1"/>
            </p:cNvSpPr>
            <p:nvPr/>
          </p:nvSpPr>
          <p:spPr>
            <a:xfrm>
              <a:off x="4453511" y="2365762"/>
              <a:ext cx="57694" cy="37238"/>
            </a:xfrm>
            <a:custGeom>
              <a:avLst/>
              <a:gdLst/>
              <a:ahLst/>
              <a:cxnLst/>
              <a:rect l="0" t="0" r="0" b="0"/>
              <a:pathLst>
                <a:path w="57694" h="37238">
                  <a:moveTo>
                    <a:pt x="0" y="0"/>
                  </a:moveTo>
                  <a:lnTo>
                    <a:pt x="57694" y="37238"/>
                  </a:lnTo>
                </a:path>
              </a:pathLst>
            </a:custGeom>
            <a:noFill/>
            <a:ln w="8096">
              <a:solidFill>
                <a:srgbClr val="E3E7EB"/>
              </a:solidFill>
            </a:ln>
          </p:spPr>
        </p:sp>
        <p:sp>
          <p:nvSpPr>
            <p:cNvPr id="3009" name="Candidate_receptor__3008">
              <a:extLst>
                <a:ext uri="{FF2B5EF4-FFF2-40B4-BE49-F238E27FC236}">
                  <a16:creationId xmlns:a16="http://schemas.microsoft.com/office/drawing/2014/main" id="{11B8531A-CE81-9BAE-FAC8-6F2DB1438ACD}"/>
                </a:ext>
              </a:extLst>
            </p:cNvPr>
            <p:cNvSpPr>
              <a:spLocks noGrp="1"/>
            </p:cNvSpPr>
            <p:nvPr/>
          </p:nvSpPr>
          <p:spPr>
            <a:xfrm>
              <a:off x="4544102" y="4955909"/>
              <a:ext cx="30509" cy="52566"/>
            </a:xfrm>
            <a:custGeom>
              <a:avLst/>
              <a:gdLst/>
              <a:ahLst/>
              <a:cxnLst/>
              <a:rect l="0" t="0" r="0" b="0"/>
              <a:pathLst>
                <a:path w="30509" h="52566">
                  <a:moveTo>
                    <a:pt x="0" y="0"/>
                  </a:moveTo>
                  <a:lnTo>
                    <a:pt x="30509" y="52566"/>
                  </a:lnTo>
                </a:path>
              </a:pathLst>
            </a:custGeom>
            <a:noFill/>
            <a:ln w="8096">
              <a:solidFill>
                <a:srgbClr val="E3E7EB"/>
              </a:solidFill>
            </a:ln>
          </p:spPr>
        </p:sp>
        <p:sp>
          <p:nvSpPr>
            <p:cNvPr id="3010" name="Candidate_receptor__3009">
              <a:extLst>
                <a:ext uri="{FF2B5EF4-FFF2-40B4-BE49-F238E27FC236}">
                  <a16:creationId xmlns:a16="http://schemas.microsoft.com/office/drawing/2014/main" id="{E1BD1AF1-C870-20B3-CA29-8C5979FDC546}"/>
                </a:ext>
              </a:extLst>
            </p:cNvPr>
            <p:cNvSpPr>
              <a:spLocks noGrp="1"/>
            </p:cNvSpPr>
            <p:nvPr/>
          </p:nvSpPr>
          <p:spPr>
            <a:xfrm>
              <a:off x="5524026" y="2803925"/>
              <a:ext cx="12224" cy="83629"/>
            </a:xfrm>
            <a:custGeom>
              <a:avLst/>
              <a:gdLst/>
              <a:ahLst/>
              <a:cxnLst/>
              <a:rect l="0" t="0" r="0" b="0"/>
              <a:pathLst>
                <a:path w="12224" h="83629">
                  <a:moveTo>
                    <a:pt x="12224" y="0"/>
                  </a:moveTo>
                  <a:lnTo>
                    <a:pt x="0" y="83629"/>
                  </a:lnTo>
                </a:path>
              </a:pathLst>
            </a:custGeom>
            <a:noFill/>
            <a:ln w="8096">
              <a:solidFill>
                <a:srgbClr val="E3E7EB"/>
              </a:solidFill>
            </a:ln>
          </p:spPr>
        </p:sp>
        <p:sp>
          <p:nvSpPr>
            <p:cNvPr id="3011" name="Candidate_receptor__3010">
              <a:extLst>
                <a:ext uri="{FF2B5EF4-FFF2-40B4-BE49-F238E27FC236}">
                  <a16:creationId xmlns:a16="http://schemas.microsoft.com/office/drawing/2014/main" id="{0C7CF0EC-BB79-05E5-BF43-941DCF4B347F}"/>
                </a:ext>
              </a:extLst>
            </p:cNvPr>
            <p:cNvSpPr>
              <a:spLocks noGrp="1"/>
            </p:cNvSpPr>
            <p:nvPr/>
          </p:nvSpPr>
          <p:spPr>
            <a:xfrm>
              <a:off x="5072348" y="2184438"/>
              <a:ext cx="50641" cy="101346"/>
            </a:xfrm>
            <a:custGeom>
              <a:avLst/>
              <a:gdLst/>
              <a:ahLst/>
              <a:cxnLst/>
              <a:rect l="0" t="0" r="0" b="0"/>
              <a:pathLst>
                <a:path w="50641" h="101346">
                  <a:moveTo>
                    <a:pt x="0" y="101346"/>
                  </a:moveTo>
                  <a:lnTo>
                    <a:pt x="50641" y="0"/>
                  </a:lnTo>
                </a:path>
              </a:pathLst>
            </a:custGeom>
            <a:noFill/>
            <a:ln w="8096">
              <a:solidFill>
                <a:srgbClr val="E3E7EB"/>
              </a:solidFill>
            </a:ln>
          </p:spPr>
        </p:sp>
        <p:sp>
          <p:nvSpPr>
            <p:cNvPr id="3012" name="Candidate_receptor__3011">
              <a:extLst>
                <a:ext uri="{FF2B5EF4-FFF2-40B4-BE49-F238E27FC236}">
                  <a16:creationId xmlns:a16="http://schemas.microsoft.com/office/drawing/2014/main" id="{E48830E7-13E9-1F98-2414-DDEBEF795819}"/>
                </a:ext>
              </a:extLst>
            </p:cNvPr>
            <p:cNvSpPr>
              <a:spLocks noGrp="1"/>
            </p:cNvSpPr>
            <p:nvPr/>
          </p:nvSpPr>
          <p:spPr>
            <a:xfrm>
              <a:off x="4643252" y="3816953"/>
              <a:ext cx="30594" cy="28952"/>
            </a:xfrm>
            <a:custGeom>
              <a:avLst/>
              <a:gdLst/>
              <a:ahLst/>
              <a:cxnLst/>
              <a:rect l="0" t="0" r="0" b="0"/>
              <a:pathLst>
                <a:path w="30594" h="28952">
                  <a:moveTo>
                    <a:pt x="0" y="28952"/>
                  </a:moveTo>
                  <a:lnTo>
                    <a:pt x="30594" y="0"/>
                  </a:lnTo>
                </a:path>
              </a:pathLst>
            </a:custGeom>
            <a:noFill/>
            <a:ln w="20003">
              <a:solidFill>
                <a:srgbClr val="E3E7EB"/>
              </a:solidFill>
            </a:ln>
          </p:spPr>
        </p:sp>
        <p:sp>
          <p:nvSpPr>
            <p:cNvPr id="3013" name="Candidate_receptor__3012">
              <a:extLst>
                <a:ext uri="{FF2B5EF4-FFF2-40B4-BE49-F238E27FC236}">
                  <a16:creationId xmlns:a16="http://schemas.microsoft.com/office/drawing/2014/main" id="{0A33EA8F-E160-62EF-32DD-C821D24FFFA5}"/>
                </a:ext>
              </a:extLst>
            </p:cNvPr>
            <p:cNvSpPr>
              <a:spLocks noGrp="1"/>
            </p:cNvSpPr>
            <p:nvPr/>
          </p:nvSpPr>
          <p:spPr>
            <a:xfrm>
              <a:off x="4862299" y="4715119"/>
              <a:ext cx="68156" cy="89092"/>
            </a:xfrm>
            <a:custGeom>
              <a:avLst/>
              <a:gdLst/>
              <a:ahLst/>
              <a:cxnLst/>
              <a:rect l="0" t="0" r="0" b="0"/>
              <a:pathLst>
                <a:path w="68156" h="89092">
                  <a:moveTo>
                    <a:pt x="0" y="0"/>
                  </a:moveTo>
                  <a:lnTo>
                    <a:pt x="68156" y="89092"/>
                  </a:lnTo>
                </a:path>
              </a:pathLst>
            </a:custGeom>
            <a:noFill/>
            <a:ln w="20003">
              <a:solidFill>
                <a:srgbClr val="E3E7EB"/>
              </a:solidFill>
            </a:ln>
          </p:spPr>
        </p:sp>
        <p:sp>
          <p:nvSpPr>
            <p:cNvPr id="3014" name="Candidate_receptor__3013">
              <a:extLst>
                <a:ext uri="{FF2B5EF4-FFF2-40B4-BE49-F238E27FC236}">
                  <a16:creationId xmlns:a16="http://schemas.microsoft.com/office/drawing/2014/main" id="{9329B4F6-9C4B-5342-0DB9-3FEB26068192}"/>
                </a:ext>
              </a:extLst>
            </p:cNvPr>
            <p:cNvSpPr>
              <a:spLocks noGrp="1"/>
            </p:cNvSpPr>
            <p:nvPr/>
          </p:nvSpPr>
          <p:spPr>
            <a:xfrm>
              <a:off x="4702957" y="3244104"/>
              <a:ext cx="36641" cy="9791"/>
            </a:xfrm>
            <a:custGeom>
              <a:avLst/>
              <a:gdLst/>
              <a:ahLst/>
              <a:cxnLst/>
              <a:rect l="0" t="0" r="0" b="0"/>
              <a:pathLst>
                <a:path w="36641" h="9791">
                  <a:moveTo>
                    <a:pt x="36641" y="9791"/>
                  </a:moveTo>
                  <a:lnTo>
                    <a:pt x="0" y="0"/>
                  </a:lnTo>
                </a:path>
              </a:pathLst>
            </a:custGeom>
            <a:noFill/>
            <a:ln w="20003">
              <a:solidFill>
                <a:srgbClr val="E3E8EB"/>
              </a:solidFill>
            </a:ln>
          </p:spPr>
        </p:sp>
        <p:sp>
          <p:nvSpPr>
            <p:cNvPr id="3015" name="Candidate_receptor__3014">
              <a:extLst>
                <a:ext uri="{FF2B5EF4-FFF2-40B4-BE49-F238E27FC236}">
                  <a16:creationId xmlns:a16="http://schemas.microsoft.com/office/drawing/2014/main" id="{6A386925-AFE3-13DE-0D32-54F78D533AA1}"/>
                </a:ext>
              </a:extLst>
            </p:cNvPr>
            <p:cNvSpPr>
              <a:spLocks noGrp="1"/>
            </p:cNvSpPr>
            <p:nvPr/>
          </p:nvSpPr>
          <p:spPr>
            <a:xfrm>
              <a:off x="4446920" y="2258833"/>
              <a:ext cx="113175" cy="2348"/>
            </a:xfrm>
            <a:custGeom>
              <a:avLst/>
              <a:gdLst/>
              <a:ahLst/>
              <a:cxnLst/>
              <a:rect l="0" t="0" r="0" b="0"/>
              <a:pathLst>
                <a:path w="113175" h="2348">
                  <a:moveTo>
                    <a:pt x="113175" y="2348"/>
                  </a:moveTo>
                  <a:lnTo>
                    <a:pt x="0" y="0"/>
                  </a:lnTo>
                </a:path>
              </a:pathLst>
            </a:custGeom>
            <a:noFill/>
            <a:ln w="8096">
              <a:solidFill>
                <a:srgbClr val="E3E8EB"/>
              </a:solidFill>
            </a:ln>
          </p:spPr>
        </p:sp>
        <p:sp>
          <p:nvSpPr>
            <p:cNvPr id="3016" name="Candidate_receptor__3015">
              <a:extLst>
                <a:ext uri="{FF2B5EF4-FFF2-40B4-BE49-F238E27FC236}">
                  <a16:creationId xmlns:a16="http://schemas.microsoft.com/office/drawing/2014/main" id="{30288492-D76F-70A7-99EE-D1A94B458AA8}"/>
                </a:ext>
              </a:extLst>
            </p:cNvPr>
            <p:cNvSpPr>
              <a:spLocks noGrp="1"/>
            </p:cNvSpPr>
            <p:nvPr/>
          </p:nvSpPr>
          <p:spPr>
            <a:xfrm>
              <a:off x="4401248" y="3302420"/>
              <a:ext cx="56223" cy="100182"/>
            </a:xfrm>
            <a:custGeom>
              <a:avLst/>
              <a:gdLst/>
              <a:ahLst/>
              <a:cxnLst/>
              <a:rect l="0" t="0" r="0" b="0"/>
              <a:pathLst>
                <a:path w="56223" h="100182">
                  <a:moveTo>
                    <a:pt x="0" y="0"/>
                  </a:moveTo>
                  <a:lnTo>
                    <a:pt x="56223" y="100182"/>
                  </a:lnTo>
                </a:path>
              </a:pathLst>
            </a:custGeom>
            <a:noFill/>
            <a:ln w="20003">
              <a:solidFill>
                <a:srgbClr val="E3E8EB"/>
              </a:solidFill>
            </a:ln>
          </p:spPr>
        </p:sp>
        <p:sp>
          <p:nvSpPr>
            <p:cNvPr id="3017" name="Candidate_receptor__3016">
              <a:extLst>
                <a:ext uri="{FF2B5EF4-FFF2-40B4-BE49-F238E27FC236}">
                  <a16:creationId xmlns:a16="http://schemas.microsoft.com/office/drawing/2014/main" id="{9710EDA5-3866-6DB0-7D2B-F7A5BD163B70}"/>
                </a:ext>
              </a:extLst>
            </p:cNvPr>
            <p:cNvSpPr>
              <a:spLocks noGrp="1"/>
            </p:cNvSpPr>
            <p:nvPr/>
          </p:nvSpPr>
          <p:spPr>
            <a:xfrm>
              <a:off x="6103193" y="4531075"/>
              <a:ext cx="50484" cy="100495"/>
            </a:xfrm>
            <a:custGeom>
              <a:avLst/>
              <a:gdLst/>
              <a:ahLst/>
              <a:cxnLst/>
              <a:rect l="0" t="0" r="0" b="0"/>
              <a:pathLst>
                <a:path w="50484" h="100495">
                  <a:moveTo>
                    <a:pt x="50484" y="0"/>
                  </a:moveTo>
                  <a:lnTo>
                    <a:pt x="0" y="100495"/>
                  </a:lnTo>
                </a:path>
              </a:pathLst>
            </a:custGeom>
            <a:noFill/>
            <a:ln w="20003">
              <a:solidFill>
                <a:srgbClr val="E3E8EB"/>
              </a:solidFill>
            </a:ln>
          </p:spPr>
        </p:sp>
        <p:sp>
          <p:nvSpPr>
            <p:cNvPr id="3018" name="Candidate_receptor__3017">
              <a:extLst>
                <a:ext uri="{FF2B5EF4-FFF2-40B4-BE49-F238E27FC236}">
                  <a16:creationId xmlns:a16="http://schemas.microsoft.com/office/drawing/2014/main" id="{D0176D4E-3AE1-72D9-75DD-1F357CB6D0A6}"/>
                </a:ext>
              </a:extLst>
            </p:cNvPr>
            <p:cNvSpPr>
              <a:spLocks noGrp="1"/>
            </p:cNvSpPr>
            <p:nvPr/>
          </p:nvSpPr>
          <p:spPr>
            <a:xfrm>
              <a:off x="4838543" y="4304750"/>
              <a:ext cx="96341" cy="62144"/>
            </a:xfrm>
            <a:custGeom>
              <a:avLst/>
              <a:gdLst/>
              <a:ahLst/>
              <a:cxnLst/>
              <a:rect l="0" t="0" r="0" b="0"/>
              <a:pathLst>
                <a:path w="96341" h="62144">
                  <a:moveTo>
                    <a:pt x="96341" y="0"/>
                  </a:moveTo>
                  <a:lnTo>
                    <a:pt x="0" y="62144"/>
                  </a:lnTo>
                </a:path>
              </a:pathLst>
            </a:custGeom>
            <a:noFill/>
            <a:ln w="20003">
              <a:solidFill>
                <a:srgbClr val="E3E8EB"/>
              </a:solidFill>
            </a:ln>
          </p:spPr>
        </p:sp>
        <p:sp>
          <p:nvSpPr>
            <p:cNvPr id="3019" name="Candidate_receptor__3018">
              <a:extLst>
                <a:ext uri="{FF2B5EF4-FFF2-40B4-BE49-F238E27FC236}">
                  <a16:creationId xmlns:a16="http://schemas.microsoft.com/office/drawing/2014/main" id="{1E5EC9EF-DEFC-3416-7374-0BC9C87F3EB8}"/>
                </a:ext>
              </a:extLst>
            </p:cNvPr>
            <p:cNvSpPr>
              <a:spLocks noGrp="1"/>
            </p:cNvSpPr>
            <p:nvPr/>
          </p:nvSpPr>
          <p:spPr>
            <a:xfrm>
              <a:off x="5722191" y="2418823"/>
              <a:ext cx="63125" cy="65079"/>
            </a:xfrm>
            <a:custGeom>
              <a:avLst/>
              <a:gdLst/>
              <a:ahLst/>
              <a:cxnLst/>
              <a:rect l="0" t="0" r="0" b="0"/>
              <a:pathLst>
                <a:path w="63125" h="65079">
                  <a:moveTo>
                    <a:pt x="63125" y="65079"/>
                  </a:moveTo>
                  <a:lnTo>
                    <a:pt x="0" y="0"/>
                  </a:lnTo>
                </a:path>
              </a:pathLst>
            </a:custGeom>
            <a:noFill/>
            <a:ln w="8096">
              <a:solidFill>
                <a:srgbClr val="E3E8EB"/>
              </a:solidFill>
            </a:ln>
          </p:spPr>
        </p:sp>
        <p:sp>
          <p:nvSpPr>
            <p:cNvPr id="3020" name="Candidate_receptor__3019">
              <a:extLst>
                <a:ext uri="{FF2B5EF4-FFF2-40B4-BE49-F238E27FC236}">
                  <a16:creationId xmlns:a16="http://schemas.microsoft.com/office/drawing/2014/main" id="{76D26A6A-523F-716E-DCD9-BC3D04CECB3C}"/>
                </a:ext>
              </a:extLst>
            </p:cNvPr>
            <p:cNvSpPr>
              <a:spLocks noGrp="1"/>
            </p:cNvSpPr>
            <p:nvPr/>
          </p:nvSpPr>
          <p:spPr>
            <a:xfrm>
              <a:off x="4871337" y="3133624"/>
              <a:ext cx="60892" cy="72477"/>
            </a:xfrm>
            <a:custGeom>
              <a:avLst/>
              <a:gdLst/>
              <a:ahLst/>
              <a:cxnLst/>
              <a:rect l="0" t="0" r="0" b="0"/>
              <a:pathLst>
                <a:path w="60892" h="72477">
                  <a:moveTo>
                    <a:pt x="60892" y="72477"/>
                  </a:moveTo>
                  <a:lnTo>
                    <a:pt x="0" y="0"/>
                  </a:lnTo>
                </a:path>
              </a:pathLst>
            </a:custGeom>
            <a:noFill/>
            <a:ln w="8096">
              <a:solidFill>
                <a:srgbClr val="E3E8EB"/>
              </a:solidFill>
            </a:ln>
          </p:spPr>
        </p:sp>
        <p:sp>
          <p:nvSpPr>
            <p:cNvPr id="3021" name="Candidate_receptor__3020">
              <a:extLst>
                <a:ext uri="{FF2B5EF4-FFF2-40B4-BE49-F238E27FC236}">
                  <a16:creationId xmlns:a16="http://schemas.microsoft.com/office/drawing/2014/main" id="{E84A2812-D249-3E02-A3B7-A6409F3BD0EB}"/>
                </a:ext>
              </a:extLst>
            </p:cNvPr>
            <p:cNvSpPr>
              <a:spLocks noGrp="1"/>
            </p:cNvSpPr>
            <p:nvPr/>
          </p:nvSpPr>
          <p:spPr>
            <a:xfrm>
              <a:off x="5036788" y="2066594"/>
              <a:ext cx="86201" cy="117844"/>
            </a:xfrm>
            <a:custGeom>
              <a:avLst/>
              <a:gdLst/>
              <a:ahLst/>
              <a:cxnLst/>
              <a:rect l="0" t="0" r="0" b="0"/>
              <a:pathLst>
                <a:path w="86201" h="117844">
                  <a:moveTo>
                    <a:pt x="86201" y="117844"/>
                  </a:moveTo>
                  <a:lnTo>
                    <a:pt x="0" y="0"/>
                  </a:lnTo>
                </a:path>
              </a:pathLst>
            </a:custGeom>
            <a:noFill/>
            <a:ln w="8096">
              <a:solidFill>
                <a:srgbClr val="E3E8EB"/>
              </a:solidFill>
            </a:ln>
          </p:spPr>
        </p:sp>
        <p:sp>
          <p:nvSpPr>
            <p:cNvPr id="3022" name="Candidate_receptor__3021">
              <a:extLst>
                <a:ext uri="{FF2B5EF4-FFF2-40B4-BE49-F238E27FC236}">
                  <a16:creationId xmlns:a16="http://schemas.microsoft.com/office/drawing/2014/main" id="{3CB7E96E-8610-E060-42CC-5BFA93FCB7DB}"/>
                </a:ext>
              </a:extLst>
            </p:cNvPr>
            <p:cNvSpPr>
              <a:spLocks noGrp="1"/>
            </p:cNvSpPr>
            <p:nvPr/>
          </p:nvSpPr>
          <p:spPr>
            <a:xfrm>
              <a:off x="5633865" y="2223884"/>
              <a:ext cx="3116" cy="44061"/>
            </a:xfrm>
            <a:custGeom>
              <a:avLst/>
              <a:gdLst/>
              <a:ahLst/>
              <a:cxnLst/>
              <a:rect l="0" t="0" r="0" b="0"/>
              <a:pathLst>
                <a:path w="3116" h="44061">
                  <a:moveTo>
                    <a:pt x="0" y="0"/>
                  </a:moveTo>
                  <a:lnTo>
                    <a:pt x="3116" y="44061"/>
                  </a:lnTo>
                </a:path>
              </a:pathLst>
            </a:custGeom>
            <a:noFill/>
            <a:ln w="8096">
              <a:solidFill>
                <a:srgbClr val="E3E8EB"/>
              </a:solidFill>
            </a:ln>
          </p:spPr>
        </p:sp>
        <p:sp>
          <p:nvSpPr>
            <p:cNvPr id="3023" name="Candidate_receptor__3022">
              <a:extLst>
                <a:ext uri="{FF2B5EF4-FFF2-40B4-BE49-F238E27FC236}">
                  <a16:creationId xmlns:a16="http://schemas.microsoft.com/office/drawing/2014/main" id="{2B4C8239-66AE-68BA-DDE0-71D86A734D15}"/>
                </a:ext>
              </a:extLst>
            </p:cNvPr>
            <p:cNvSpPr>
              <a:spLocks noGrp="1"/>
            </p:cNvSpPr>
            <p:nvPr/>
          </p:nvSpPr>
          <p:spPr>
            <a:xfrm>
              <a:off x="5628891" y="3448568"/>
              <a:ext cx="76025" cy="61541"/>
            </a:xfrm>
            <a:custGeom>
              <a:avLst/>
              <a:gdLst/>
              <a:ahLst/>
              <a:cxnLst/>
              <a:rect l="0" t="0" r="0" b="0"/>
              <a:pathLst>
                <a:path w="76025" h="61541">
                  <a:moveTo>
                    <a:pt x="0" y="0"/>
                  </a:moveTo>
                  <a:lnTo>
                    <a:pt x="76025" y="61541"/>
                  </a:lnTo>
                </a:path>
              </a:pathLst>
            </a:custGeom>
            <a:noFill/>
            <a:ln w="8096">
              <a:solidFill>
                <a:srgbClr val="E3E8EB"/>
              </a:solidFill>
            </a:ln>
          </p:spPr>
        </p:sp>
        <p:sp>
          <p:nvSpPr>
            <p:cNvPr id="3024" name="Candidate_receptor__3023">
              <a:extLst>
                <a:ext uri="{FF2B5EF4-FFF2-40B4-BE49-F238E27FC236}">
                  <a16:creationId xmlns:a16="http://schemas.microsoft.com/office/drawing/2014/main" id="{C7C1E11F-DA15-9583-319F-D6CDA8D55A41}"/>
                </a:ext>
              </a:extLst>
            </p:cNvPr>
            <p:cNvSpPr>
              <a:spLocks noGrp="1"/>
            </p:cNvSpPr>
            <p:nvPr/>
          </p:nvSpPr>
          <p:spPr>
            <a:xfrm>
              <a:off x="5710061" y="2098022"/>
              <a:ext cx="35663" cy="1493"/>
            </a:xfrm>
            <a:custGeom>
              <a:avLst/>
              <a:gdLst/>
              <a:ahLst/>
              <a:cxnLst/>
              <a:rect l="0" t="0" r="0" b="0"/>
              <a:pathLst>
                <a:path w="35663" h="1493">
                  <a:moveTo>
                    <a:pt x="35663" y="0"/>
                  </a:moveTo>
                  <a:lnTo>
                    <a:pt x="0" y="1493"/>
                  </a:lnTo>
                </a:path>
              </a:pathLst>
            </a:custGeom>
            <a:noFill/>
            <a:ln w="20003">
              <a:solidFill>
                <a:srgbClr val="E3E8EB"/>
              </a:solidFill>
            </a:ln>
          </p:spPr>
        </p:sp>
        <p:sp>
          <p:nvSpPr>
            <p:cNvPr id="3025" name="Candidate_receptor__3024">
              <a:extLst>
                <a:ext uri="{FF2B5EF4-FFF2-40B4-BE49-F238E27FC236}">
                  <a16:creationId xmlns:a16="http://schemas.microsoft.com/office/drawing/2014/main" id="{53367C22-B159-FD3D-97D4-8E1C06CE2D6F}"/>
                </a:ext>
              </a:extLst>
            </p:cNvPr>
            <p:cNvSpPr>
              <a:spLocks noGrp="1"/>
            </p:cNvSpPr>
            <p:nvPr/>
          </p:nvSpPr>
          <p:spPr>
            <a:xfrm>
              <a:off x="4840334" y="2542315"/>
              <a:ext cx="102918" cy="46686"/>
            </a:xfrm>
            <a:custGeom>
              <a:avLst/>
              <a:gdLst/>
              <a:ahLst/>
              <a:cxnLst/>
              <a:rect l="0" t="0" r="0" b="0"/>
              <a:pathLst>
                <a:path w="102918" h="46686">
                  <a:moveTo>
                    <a:pt x="0" y="46686"/>
                  </a:moveTo>
                  <a:lnTo>
                    <a:pt x="102918" y="0"/>
                  </a:lnTo>
                </a:path>
              </a:pathLst>
            </a:custGeom>
            <a:noFill/>
            <a:ln w="20003">
              <a:solidFill>
                <a:srgbClr val="E3E8EB"/>
              </a:solidFill>
            </a:ln>
          </p:spPr>
        </p:sp>
        <p:sp>
          <p:nvSpPr>
            <p:cNvPr id="3026" name="Candidate_receptor__3025">
              <a:extLst>
                <a:ext uri="{FF2B5EF4-FFF2-40B4-BE49-F238E27FC236}">
                  <a16:creationId xmlns:a16="http://schemas.microsoft.com/office/drawing/2014/main" id="{924E597E-8732-F55F-7241-87801D02DA1C}"/>
                </a:ext>
              </a:extLst>
            </p:cNvPr>
            <p:cNvSpPr>
              <a:spLocks noGrp="1"/>
            </p:cNvSpPr>
            <p:nvPr/>
          </p:nvSpPr>
          <p:spPr>
            <a:xfrm>
              <a:off x="5026150" y="3378518"/>
              <a:ext cx="87235" cy="50246"/>
            </a:xfrm>
            <a:custGeom>
              <a:avLst/>
              <a:gdLst/>
              <a:ahLst/>
              <a:cxnLst/>
              <a:rect l="0" t="0" r="0" b="0"/>
              <a:pathLst>
                <a:path w="87235" h="50246">
                  <a:moveTo>
                    <a:pt x="0" y="0"/>
                  </a:moveTo>
                  <a:lnTo>
                    <a:pt x="87235" y="50246"/>
                  </a:lnTo>
                </a:path>
              </a:pathLst>
            </a:custGeom>
            <a:noFill/>
            <a:ln w="20003">
              <a:solidFill>
                <a:srgbClr val="E3E8EB"/>
              </a:solidFill>
            </a:ln>
          </p:spPr>
        </p:sp>
        <p:sp>
          <p:nvSpPr>
            <p:cNvPr id="3027" name="Candidate_receptor__3026">
              <a:extLst>
                <a:ext uri="{FF2B5EF4-FFF2-40B4-BE49-F238E27FC236}">
                  <a16:creationId xmlns:a16="http://schemas.microsoft.com/office/drawing/2014/main" id="{45A38882-52C3-A2DD-AE42-743166704227}"/>
                </a:ext>
              </a:extLst>
            </p:cNvPr>
            <p:cNvSpPr>
              <a:spLocks noGrp="1"/>
            </p:cNvSpPr>
            <p:nvPr/>
          </p:nvSpPr>
          <p:spPr>
            <a:xfrm>
              <a:off x="6508535" y="4316316"/>
              <a:ext cx="55770" cy="95228"/>
            </a:xfrm>
            <a:custGeom>
              <a:avLst/>
              <a:gdLst/>
              <a:ahLst/>
              <a:cxnLst/>
              <a:rect l="0" t="0" r="0" b="0"/>
              <a:pathLst>
                <a:path w="55770" h="95228">
                  <a:moveTo>
                    <a:pt x="0" y="95228"/>
                  </a:moveTo>
                  <a:lnTo>
                    <a:pt x="55770" y="0"/>
                  </a:lnTo>
                </a:path>
              </a:pathLst>
            </a:custGeom>
            <a:noFill/>
            <a:ln w="20003">
              <a:solidFill>
                <a:srgbClr val="E3E8EB"/>
              </a:solidFill>
            </a:ln>
          </p:spPr>
        </p:sp>
        <p:sp>
          <p:nvSpPr>
            <p:cNvPr id="3028" name="Candidate_receptor__3027">
              <a:extLst>
                <a:ext uri="{FF2B5EF4-FFF2-40B4-BE49-F238E27FC236}">
                  <a16:creationId xmlns:a16="http://schemas.microsoft.com/office/drawing/2014/main" id="{EE4AD580-B615-3C96-5262-253F783F79FE}"/>
                </a:ext>
              </a:extLst>
            </p:cNvPr>
            <p:cNvSpPr>
              <a:spLocks noGrp="1"/>
            </p:cNvSpPr>
            <p:nvPr/>
          </p:nvSpPr>
          <p:spPr>
            <a:xfrm>
              <a:off x="4702206" y="3534346"/>
              <a:ext cx="60508" cy="3468"/>
            </a:xfrm>
            <a:custGeom>
              <a:avLst/>
              <a:gdLst/>
              <a:ahLst/>
              <a:cxnLst/>
              <a:rect l="0" t="0" r="0" b="0"/>
              <a:pathLst>
                <a:path w="60508" h="3468">
                  <a:moveTo>
                    <a:pt x="0" y="3468"/>
                  </a:moveTo>
                  <a:lnTo>
                    <a:pt x="60508" y="0"/>
                  </a:lnTo>
                </a:path>
              </a:pathLst>
            </a:custGeom>
            <a:noFill/>
            <a:ln w="20003">
              <a:solidFill>
                <a:srgbClr val="E3E8EB"/>
              </a:solidFill>
            </a:ln>
          </p:spPr>
        </p:sp>
        <p:sp>
          <p:nvSpPr>
            <p:cNvPr id="3029" name="Candidate_receptor__3028">
              <a:extLst>
                <a:ext uri="{FF2B5EF4-FFF2-40B4-BE49-F238E27FC236}">
                  <a16:creationId xmlns:a16="http://schemas.microsoft.com/office/drawing/2014/main" id="{C897EB55-3375-0448-AFE4-FDF04CC8470D}"/>
                </a:ext>
              </a:extLst>
            </p:cNvPr>
            <p:cNvSpPr>
              <a:spLocks noGrp="1"/>
            </p:cNvSpPr>
            <p:nvPr/>
          </p:nvSpPr>
          <p:spPr>
            <a:xfrm>
              <a:off x="5771946" y="2757382"/>
              <a:ext cx="33445" cy="11287"/>
            </a:xfrm>
            <a:custGeom>
              <a:avLst/>
              <a:gdLst/>
              <a:ahLst/>
              <a:cxnLst/>
              <a:rect l="0" t="0" r="0" b="0"/>
              <a:pathLst>
                <a:path w="33445" h="11287">
                  <a:moveTo>
                    <a:pt x="33445" y="11287"/>
                  </a:moveTo>
                  <a:lnTo>
                    <a:pt x="0" y="0"/>
                  </a:lnTo>
                </a:path>
              </a:pathLst>
            </a:custGeom>
            <a:noFill/>
            <a:ln w="8096">
              <a:solidFill>
                <a:srgbClr val="E3E8EB"/>
              </a:solidFill>
            </a:ln>
          </p:spPr>
        </p:sp>
        <p:sp>
          <p:nvSpPr>
            <p:cNvPr id="3030" name="Candidate_receptor__3029">
              <a:extLst>
                <a:ext uri="{FF2B5EF4-FFF2-40B4-BE49-F238E27FC236}">
                  <a16:creationId xmlns:a16="http://schemas.microsoft.com/office/drawing/2014/main" id="{11C79348-6167-08C2-82CA-A0B4F74F3587}"/>
                </a:ext>
              </a:extLst>
            </p:cNvPr>
            <p:cNvSpPr>
              <a:spLocks noGrp="1"/>
            </p:cNvSpPr>
            <p:nvPr/>
          </p:nvSpPr>
          <p:spPr>
            <a:xfrm>
              <a:off x="5303241" y="3194540"/>
              <a:ext cx="87205" cy="76996"/>
            </a:xfrm>
            <a:custGeom>
              <a:avLst/>
              <a:gdLst/>
              <a:ahLst/>
              <a:cxnLst/>
              <a:rect l="0" t="0" r="0" b="0"/>
              <a:pathLst>
                <a:path w="87205" h="76996">
                  <a:moveTo>
                    <a:pt x="87205" y="76996"/>
                  </a:moveTo>
                  <a:lnTo>
                    <a:pt x="0" y="0"/>
                  </a:lnTo>
                </a:path>
              </a:pathLst>
            </a:custGeom>
            <a:noFill/>
            <a:ln w="20003">
              <a:solidFill>
                <a:srgbClr val="E3E8EB"/>
              </a:solidFill>
            </a:ln>
          </p:spPr>
        </p:sp>
        <p:sp>
          <p:nvSpPr>
            <p:cNvPr id="3031" name="Candidate_receptor__3030">
              <a:extLst>
                <a:ext uri="{FF2B5EF4-FFF2-40B4-BE49-F238E27FC236}">
                  <a16:creationId xmlns:a16="http://schemas.microsoft.com/office/drawing/2014/main" id="{10BA2EEE-6E22-20D9-7812-DC529653AB23}"/>
                </a:ext>
              </a:extLst>
            </p:cNvPr>
            <p:cNvSpPr>
              <a:spLocks noGrp="1"/>
            </p:cNvSpPr>
            <p:nvPr/>
          </p:nvSpPr>
          <p:spPr>
            <a:xfrm>
              <a:off x="4377065" y="3402602"/>
              <a:ext cx="80406" cy="75159"/>
            </a:xfrm>
            <a:custGeom>
              <a:avLst/>
              <a:gdLst/>
              <a:ahLst/>
              <a:cxnLst/>
              <a:rect l="0" t="0" r="0" b="0"/>
              <a:pathLst>
                <a:path w="80406" h="75159">
                  <a:moveTo>
                    <a:pt x="80406" y="0"/>
                  </a:moveTo>
                  <a:lnTo>
                    <a:pt x="0" y="75159"/>
                  </a:lnTo>
                </a:path>
              </a:pathLst>
            </a:custGeom>
            <a:noFill/>
            <a:ln w="20003">
              <a:solidFill>
                <a:srgbClr val="E3E8EB"/>
              </a:solidFill>
            </a:ln>
          </p:spPr>
        </p:sp>
        <p:sp>
          <p:nvSpPr>
            <p:cNvPr id="3032" name="Candidate_receptor__3031">
              <a:extLst>
                <a:ext uri="{FF2B5EF4-FFF2-40B4-BE49-F238E27FC236}">
                  <a16:creationId xmlns:a16="http://schemas.microsoft.com/office/drawing/2014/main" id="{2CB5837B-1700-5032-1A64-EE5F3B8CF217}"/>
                </a:ext>
              </a:extLst>
            </p:cNvPr>
            <p:cNvSpPr>
              <a:spLocks noGrp="1"/>
            </p:cNvSpPr>
            <p:nvPr/>
          </p:nvSpPr>
          <p:spPr>
            <a:xfrm>
              <a:off x="5834623" y="3374479"/>
              <a:ext cx="69318" cy="3968"/>
            </a:xfrm>
            <a:custGeom>
              <a:avLst/>
              <a:gdLst/>
              <a:ahLst/>
              <a:cxnLst/>
              <a:rect l="0" t="0" r="0" b="0"/>
              <a:pathLst>
                <a:path w="69318" h="3968">
                  <a:moveTo>
                    <a:pt x="0" y="0"/>
                  </a:moveTo>
                  <a:lnTo>
                    <a:pt x="69318" y="3968"/>
                  </a:lnTo>
                </a:path>
              </a:pathLst>
            </a:custGeom>
            <a:noFill/>
            <a:ln w="20003">
              <a:solidFill>
                <a:srgbClr val="E3E8EB"/>
              </a:solidFill>
            </a:ln>
          </p:spPr>
        </p:sp>
        <p:sp>
          <p:nvSpPr>
            <p:cNvPr id="3033" name="Candidate_receptor__3032">
              <a:extLst>
                <a:ext uri="{FF2B5EF4-FFF2-40B4-BE49-F238E27FC236}">
                  <a16:creationId xmlns:a16="http://schemas.microsoft.com/office/drawing/2014/main" id="{2BD0C48D-82AA-6110-526E-F938D4A68479}"/>
                </a:ext>
              </a:extLst>
            </p:cNvPr>
            <p:cNvSpPr>
              <a:spLocks noGrp="1"/>
            </p:cNvSpPr>
            <p:nvPr/>
          </p:nvSpPr>
          <p:spPr>
            <a:xfrm>
              <a:off x="4969421" y="4380807"/>
              <a:ext cx="37806" cy="92174"/>
            </a:xfrm>
            <a:custGeom>
              <a:avLst/>
              <a:gdLst/>
              <a:ahLst/>
              <a:cxnLst/>
              <a:rect l="0" t="0" r="0" b="0"/>
              <a:pathLst>
                <a:path w="37806" h="92174">
                  <a:moveTo>
                    <a:pt x="0" y="92174"/>
                  </a:moveTo>
                  <a:lnTo>
                    <a:pt x="37806" y="0"/>
                  </a:lnTo>
                </a:path>
              </a:pathLst>
            </a:custGeom>
            <a:noFill/>
            <a:ln w="20003">
              <a:solidFill>
                <a:srgbClr val="E3E8EB"/>
              </a:solidFill>
            </a:ln>
          </p:spPr>
        </p:sp>
        <p:sp>
          <p:nvSpPr>
            <p:cNvPr id="3034" name="Candidate_receptor__3033">
              <a:extLst>
                <a:ext uri="{FF2B5EF4-FFF2-40B4-BE49-F238E27FC236}">
                  <a16:creationId xmlns:a16="http://schemas.microsoft.com/office/drawing/2014/main" id="{214AA1A4-C2B0-4F50-30D1-61EFCF64E166}"/>
                </a:ext>
              </a:extLst>
            </p:cNvPr>
            <p:cNvSpPr>
              <a:spLocks noGrp="1"/>
            </p:cNvSpPr>
            <p:nvPr/>
          </p:nvSpPr>
          <p:spPr>
            <a:xfrm>
              <a:off x="5395028" y="1632576"/>
              <a:ext cx="71795" cy="52051"/>
            </a:xfrm>
            <a:custGeom>
              <a:avLst/>
              <a:gdLst/>
              <a:ahLst/>
              <a:cxnLst/>
              <a:rect l="0" t="0" r="0" b="0"/>
              <a:pathLst>
                <a:path w="71795" h="52051">
                  <a:moveTo>
                    <a:pt x="0" y="52051"/>
                  </a:moveTo>
                  <a:lnTo>
                    <a:pt x="71795" y="0"/>
                  </a:lnTo>
                </a:path>
              </a:pathLst>
            </a:custGeom>
            <a:noFill/>
            <a:ln w="20003">
              <a:solidFill>
                <a:srgbClr val="E3E8EB"/>
              </a:solidFill>
            </a:ln>
          </p:spPr>
        </p:sp>
        <p:sp>
          <p:nvSpPr>
            <p:cNvPr id="3035" name="Candidate_receptor__3034">
              <a:extLst>
                <a:ext uri="{FF2B5EF4-FFF2-40B4-BE49-F238E27FC236}">
                  <a16:creationId xmlns:a16="http://schemas.microsoft.com/office/drawing/2014/main" id="{B63FF918-557C-3142-F0C8-936468855AF2}"/>
                </a:ext>
              </a:extLst>
            </p:cNvPr>
            <p:cNvSpPr>
              <a:spLocks noGrp="1"/>
            </p:cNvSpPr>
            <p:nvPr/>
          </p:nvSpPr>
          <p:spPr>
            <a:xfrm>
              <a:off x="5927376" y="4390751"/>
              <a:ext cx="101266" cy="11437"/>
            </a:xfrm>
            <a:custGeom>
              <a:avLst/>
              <a:gdLst/>
              <a:ahLst/>
              <a:cxnLst/>
              <a:rect l="0" t="0" r="0" b="0"/>
              <a:pathLst>
                <a:path w="101266" h="11437">
                  <a:moveTo>
                    <a:pt x="0" y="11437"/>
                  </a:moveTo>
                  <a:lnTo>
                    <a:pt x="101266" y="0"/>
                  </a:lnTo>
                </a:path>
              </a:pathLst>
            </a:custGeom>
            <a:noFill/>
            <a:ln w="20003">
              <a:solidFill>
                <a:srgbClr val="E3E8EB"/>
              </a:solidFill>
            </a:ln>
          </p:spPr>
        </p:sp>
        <p:sp>
          <p:nvSpPr>
            <p:cNvPr id="3036" name="Candidate_receptor__3035">
              <a:extLst>
                <a:ext uri="{FF2B5EF4-FFF2-40B4-BE49-F238E27FC236}">
                  <a16:creationId xmlns:a16="http://schemas.microsoft.com/office/drawing/2014/main" id="{D1D76D1B-9721-B6E6-5751-A893B0BABBEC}"/>
                </a:ext>
              </a:extLst>
            </p:cNvPr>
            <p:cNvSpPr>
              <a:spLocks noGrp="1"/>
            </p:cNvSpPr>
            <p:nvPr/>
          </p:nvSpPr>
          <p:spPr>
            <a:xfrm>
              <a:off x="5577342" y="4053447"/>
              <a:ext cx="16204" cy="28015"/>
            </a:xfrm>
            <a:custGeom>
              <a:avLst/>
              <a:gdLst/>
              <a:ahLst/>
              <a:cxnLst/>
              <a:rect l="0" t="0" r="0" b="0"/>
              <a:pathLst>
                <a:path w="16204" h="28015">
                  <a:moveTo>
                    <a:pt x="16204" y="28015"/>
                  </a:moveTo>
                  <a:lnTo>
                    <a:pt x="0" y="0"/>
                  </a:lnTo>
                </a:path>
              </a:pathLst>
            </a:custGeom>
            <a:noFill/>
            <a:ln w="8096">
              <a:solidFill>
                <a:srgbClr val="E3E8EB"/>
              </a:solidFill>
            </a:ln>
          </p:spPr>
        </p:sp>
        <p:sp>
          <p:nvSpPr>
            <p:cNvPr id="3037" name="Candidate_receptor__3036">
              <a:extLst>
                <a:ext uri="{FF2B5EF4-FFF2-40B4-BE49-F238E27FC236}">
                  <a16:creationId xmlns:a16="http://schemas.microsoft.com/office/drawing/2014/main" id="{1FB624E1-5FFB-C21D-C3B0-610658464E5B}"/>
                </a:ext>
              </a:extLst>
            </p:cNvPr>
            <p:cNvSpPr>
              <a:spLocks noGrp="1"/>
            </p:cNvSpPr>
            <p:nvPr/>
          </p:nvSpPr>
          <p:spPr>
            <a:xfrm>
              <a:off x="5330078" y="3271536"/>
              <a:ext cx="60368" cy="97788"/>
            </a:xfrm>
            <a:custGeom>
              <a:avLst/>
              <a:gdLst/>
              <a:ahLst/>
              <a:cxnLst/>
              <a:rect l="0" t="0" r="0" b="0"/>
              <a:pathLst>
                <a:path w="60368" h="97788">
                  <a:moveTo>
                    <a:pt x="0" y="97788"/>
                  </a:moveTo>
                  <a:lnTo>
                    <a:pt x="60368" y="0"/>
                  </a:lnTo>
                </a:path>
              </a:pathLst>
            </a:custGeom>
            <a:noFill/>
            <a:ln w="20003">
              <a:solidFill>
                <a:srgbClr val="E3E8EB"/>
              </a:solidFill>
            </a:ln>
          </p:spPr>
        </p:sp>
        <p:sp>
          <p:nvSpPr>
            <p:cNvPr id="3038" name="Candidate_receptor__3037">
              <a:extLst>
                <a:ext uri="{FF2B5EF4-FFF2-40B4-BE49-F238E27FC236}">
                  <a16:creationId xmlns:a16="http://schemas.microsoft.com/office/drawing/2014/main" id="{B2CB9529-E5B2-8685-A5C1-88EF7853B68D}"/>
                </a:ext>
              </a:extLst>
            </p:cNvPr>
            <p:cNvSpPr>
              <a:spLocks noGrp="1"/>
            </p:cNvSpPr>
            <p:nvPr/>
          </p:nvSpPr>
          <p:spPr>
            <a:xfrm>
              <a:off x="4874423" y="4804211"/>
              <a:ext cx="56032" cy="69089"/>
            </a:xfrm>
            <a:custGeom>
              <a:avLst/>
              <a:gdLst/>
              <a:ahLst/>
              <a:cxnLst/>
              <a:rect l="0" t="0" r="0" b="0"/>
              <a:pathLst>
                <a:path w="56032" h="69089">
                  <a:moveTo>
                    <a:pt x="56032" y="0"/>
                  </a:moveTo>
                  <a:lnTo>
                    <a:pt x="0" y="69089"/>
                  </a:lnTo>
                </a:path>
              </a:pathLst>
            </a:custGeom>
            <a:noFill/>
            <a:ln w="20003">
              <a:solidFill>
                <a:srgbClr val="E3E8EB"/>
              </a:solidFill>
            </a:ln>
          </p:spPr>
        </p:sp>
        <p:sp>
          <p:nvSpPr>
            <p:cNvPr id="3039" name="Candidate_receptor__3038">
              <a:extLst>
                <a:ext uri="{FF2B5EF4-FFF2-40B4-BE49-F238E27FC236}">
                  <a16:creationId xmlns:a16="http://schemas.microsoft.com/office/drawing/2014/main" id="{7A86A249-7F32-A90F-7B76-A498B502C541}"/>
                </a:ext>
              </a:extLst>
            </p:cNvPr>
            <p:cNvSpPr>
              <a:spLocks noGrp="1"/>
            </p:cNvSpPr>
            <p:nvPr/>
          </p:nvSpPr>
          <p:spPr>
            <a:xfrm>
              <a:off x="4934884" y="4304750"/>
              <a:ext cx="72343" cy="76057"/>
            </a:xfrm>
            <a:custGeom>
              <a:avLst/>
              <a:gdLst/>
              <a:ahLst/>
              <a:cxnLst/>
              <a:rect l="0" t="0" r="0" b="0"/>
              <a:pathLst>
                <a:path w="72343" h="76057">
                  <a:moveTo>
                    <a:pt x="72343" y="76057"/>
                  </a:moveTo>
                  <a:lnTo>
                    <a:pt x="0" y="0"/>
                  </a:lnTo>
                </a:path>
              </a:pathLst>
            </a:custGeom>
            <a:noFill/>
            <a:ln w="20003">
              <a:solidFill>
                <a:srgbClr val="E3E8EB"/>
              </a:solidFill>
            </a:ln>
          </p:spPr>
        </p:sp>
        <p:sp>
          <p:nvSpPr>
            <p:cNvPr id="3040" name="Candidate_receptor__3039">
              <a:extLst>
                <a:ext uri="{FF2B5EF4-FFF2-40B4-BE49-F238E27FC236}">
                  <a16:creationId xmlns:a16="http://schemas.microsoft.com/office/drawing/2014/main" id="{0E9AA263-0465-D98C-B7EB-4940641AB58E}"/>
                </a:ext>
              </a:extLst>
            </p:cNvPr>
            <p:cNvSpPr>
              <a:spLocks noGrp="1"/>
            </p:cNvSpPr>
            <p:nvPr/>
          </p:nvSpPr>
          <p:spPr>
            <a:xfrm>
              <a:off x="5226533" y="2464207"/>
              <a:ext cx="56386" cy="43930"/>
            </a:xfrm>
            <a:custGeom>
              <a:avLst/>
              <a:gdLst/>
              <a:ahLst/>
              <a:cxnLst/>
              <a:rect l="0" t="0" r="0" b="0"/>
              <a:pathLst>
                <a:path w="56386" h="43930">
                  <a:moveTo>
                    <a:pt x="0" y="0"/>
                  </a:moveTo>
                  <a:lnTo>
                    <a:pt x="56386" y="43930"/>
                  </a:lnTo>
                </a:path>
              </a:pathLst>
            </a:custGeom>
            <a:noFill/>
            <a:ln w="20003">
              <a:solidFill>
                <a:srgbClr val="E3E8EB"/>
              </a:solidFill>
            </a:ln>
          </p:spPr>
        </p:sp>
        <p:sp>
          <p:nvSpPr>
            <p:cNvPr id="3041" name="Candidate_receptor__3040">
              <a:extLst>
                <a:ext uri="{FF2B5EF4-FFF2-40B4-BE49-F238E27FC236}">
                  <a16:creationId xmlns:a16="http://schemas.microsoft.com/office/drawing/2014/main" id="{49836616-8826-33E9-9483-B1D42163E2C9}"/>
                </a:ext>
              </a:extLst>
            </p:cNvPr>
            <p:cNvSpPr>
              <a:spLocks noGrp="1"/>
            </p:cNvSpPr>
            <p:nvPr/>
          </p:nvSpPr>
          <p:spPr>
            <a:xfrm>
              <a:off x="5854856" y="2077175"/>
              <a:ext cx="1098" cy="67052"/>
            </a:xfrm>
            <a:custGeom>
              <a:avLst/>
              <a:gdLst/>
              <a:ahLst/>
              <a:cxnLst/>
              <a:rect l="0" t="0" r="0" b="0"/>
              <a:pathLst>
                <a:path w="1098" h="67052">
                  <a:moveTo>
                    <a:pt x="0" y="67052"/>
                  </a:moveTo>
                  <a:lnTo>
                    <a:pt x="1098" y="0"/>
                  </a:lnTo>
                </a:path>
              </a:pathLst>
            </a:custGeom>
            <a:noFill/>
            <a:ln w="20003">
              <a:solidFill>
                <a:srgbClr val="E3E8EB"/>
              </a:solidFill>
            </a:ln>
          </p:spPr>
        </p:sp>
        <p:sp>
          <p:nvSpPr>
            <p:cNvPr id="3042" name="Candidate_receptor__3041">
              <a:extLst>
                <a:ext uri="{FF2B5EF4-FFF2-40B4-BE49-F238E27FC236}">
                  <a16:creationId xmlns:a16="http://schemas.microsoft.com/office/drawing/2014/main" id="{D779553C-FCC3-B467-CD27-1F5AA5CB75FF}"/>
                </a:ext>
              </a:extLst>
            </p:cNvPr>
            <p:cNvSpPr>
              <a:spLocks noGrp="1"/>
            </p:cNvSpPr>
            <p:nvPr/>
          </p:nvSpPr>
          <p:spPr>
            <a:xfrm>
              <a:off x="5458960" y="1531829"/>
              <a:ext cx="7863" cy="100747"/>
            </a:xfrm>
            <a:custGeom>
              <a:avLst/>
              <a:gdLst/>
              <a:ahLst/>
              <a:cxnLst/>
              <a:rect l="0" t="0" r="0" b="0"/>
              <a:pathLst>
                <a:path w="7863" h="100747">
                  <a:moveTo>
                    <a:pt x="7863" y="100747"/>
                  </a:moveTo>
                  <a:lnTo>
                    <a:pt x="0" y="0"/>
                  </a:lnTo>
                </a:path>
              </a:pathLst>
            </a:custGeom>
            <a:noFill/>
            <a:ln w="20003">
              <a:solidFill>
                <a:srgbClr val="E3E8EB"/>
              </a:solidFill>
            </a:ln>
          </p:spPr>
        </p:sp>
        <p:sp>
          <p:nvSpPr>
            <p:cNvPr id="3043" name="Candidate_receptor__3042">
              <a:extLst>
                <a:ext uri="{FF2B5EF4-FFF2-40B4-BE49-F238E27FC236}">
                  <a16:creationId xmlns:a16="http://schemas.microsoft.com/office/drawing/2014/main" id="{6D2A91C8-4CE8-E080-951D-004819489C16}"/>
                </a:ext>
              </a:extLst>
            </p:cNvPr>
            <p:cNvSpPr>
              <a:spLocks noGrp="1"/>
            </p:cNvSpPr>
            <p:nvPr/>
          </p:nvSpPr>
          <p:spPr>
            <a:xfrm>
              <a:off x="6162461" y="3647867"/>
              <a:ext cx="76269" cy="72366"/>
            </a:xfrm>
            <a:custGeom>
              <a:avLst/>
              <a:gdLst/>
              <a:ahLst/>
              <a:cxnLst/>
              <a:rect l="0" t="0" r="0" b="0"/>
              <a:pathLst>
                <a:path w="76269" h="72366">
                  <a:moveTo>
                    <a:pt x="0" y="0"/>
                  </a:moveTo>
                  <a:lnTo>
                    <a:pt x="76269" y="72366"/>
                  </a:lnTo>
                </a:path>
              </a:pathLst>
            </a:custGeom>
            <a:noFill/>
            <a:ln w="20003">
              <a:solidFill>
                <a:srgbClr val="E3E8EB"/>
              </a:solidFill>
            </a:ln>
          </p:spPr>
        </p:sp>
        <p:sp>
          <p:nvSpPr>
            <p:cNvPr id="3044" name="Candidate_receptor__3043">
              <a:extLst>
                <a:ext uri="{FF2B5EF4-FFF2-40B4-BE49-F238E27FC236}">
                  <a16:creationId xmlns:a16="http://schemas.microsoft.com/office/drawing/2014/main" id="{2F207026-265B-BCDD-DA2D-1BE21E52F8DD}"/>
                </a:ext>
              </a:extLst>
            </p:cNvPr>
            <p:cNvSpPr>
              <a:spLocks noGrp="1"/>
            </p:cNvSpPr>
            <p:nvPr/>
          </p:nvSpPr>
          <p:spPr>
            <a:xfrm>
              <a:off x="6038576" y="2088464"/>
              <a:ext cx="13344" cy="37003"/>
            </a:xfrm>
            <a:custGeom>
              <a:avLst/>
              <a:gdLst/>
              <a:ahLst/>
              <a:cxnLst/>
              <a:rect l="0" t="0" r="0" b="0"/>
              <a:pathLst>
                <a:path w="13344" h="37003">
                  <a:moveTo>
                    <a:pt x="0" y="0"/>
                  </a:moveTo>
                  <a:lnTo>
                    <a:pt x="13344" y="37003"/>
                  </a:lnTo>
                </a:path>
              </a:pathLst>
            </a:custGeom>
            <a:noFill/>
            <a:ln w="8096">
              <a:solidFill>
                <a:srgbClr val="E3E8EB"/>
              </a:solidFill>
            </a:ln>
          </p:spPr>
        </p:sp>
        <p:sp>
          <p:nvSpPr>
            <p:cNvPr id="3045" name="Candidate_receptor__3044">
              <a:extLst>
                <a:ext uri="{FF2B5EF4-FFF2-40B4-BE49-F238E27FC236}">
                  <a16:creationId xmlns:a16="http://schemas.microsoft.com/office/drawing/2014/main" id="{6CEBFDB9-7DC5-8D9E-083E-6C341617283F}"/>
                </a:ext>
              </a:extLst>
            </p:cNvPr>
            <p:cNvSpPr>
              <a:spLocks noGrp="1"/>
            </p:cNvSpPr>
            <p:nvPr/>
          </p:nvSpPr>
          <p:spPr>
            <a:xfrm>
              <a:off x="4818163" y="2755278"/>
              <a:ext cx="70385" cy="84337"/>
            </a:xfrm>
            <a:custGeom>
              <a:avLst/>
              <a:gdLst/>
              <a:ahLst/>
              <a:cxnLst/>
              <a:rect l="0" t="0" r="0" b="0"/>
              <a:pathLst>
                <a:path w="70385" h="84337">
                  <a:moveTo>
                    <a:pt x="0" y="84337"/>
                  </a:moveTo>
                  <a:lnTo>
                    <a:pt x="70385" y="0"/>
                  </a:lnTo>
                </a:path>
              </a:pathLst>
            </a:custGeom>
            <a:noFill/>
            <a:ln w="20003">
              <a:solidFill>
                <a:srgbClr val="E3E8EB"/>
              </a:solidFill>
            </a:ln>
          </p:spPr>
        </p:sp>
        <p:sp>
          <p:nvSpPr>
            <p:cNvPr id="3046" name="Candidate_receptor__3045">
              <a:extLst>
                <a:ext uri="{FF2B5EF4-FFF2-40B4-BE49-F238E27FC236}">
                  <a16:creationId xmlns:a16="http://schemas.microsoft.com/office/drawing/2014/main" id="{2D340C8D-4E2B-8F53-1B8D-E4163E6DF373}"/>
                </a:ext>
              </a:extLst>
            </p:cNvPr>
            <p:cNvSpPr>
              <a:spLocks noGrp="1"/>
            </p:cNvSpPr>
            <p:nvPr/>
          </p:nvSpPr>
          <p:spPr>
            <a:xfrm>
              <a:off x="5699305" y="1758316"/>
              <a:ext cx="23871" cy="81771"/>
            </a:xfrm>
            <a:custGeom>
              <a:avLst/>
              <a:gdLst/>
              <a:ahLst/>
              <a:cxnLst/>
              <a:rect l="0" t="0" r="0" b="0"/>
              <a:pathLst>
                <a:path w="23871" h="81771">
                  <a:moveTo>
                    <a:pt x="0" y="0"/>
                  </a:moveTo>
                  <a:lnTo>
                    <a:pt x="23871" y="81771"/>
                  </a:lnTo>
                </a:path>
              </a:pathLst>
            </a:custGeom>
            <a:noFill/>
            <a:ln w="8096">
              <a:solidFill>
                <a:srgbClr val="E3E8EB"/>
              </a:solidFill>
            </a:ln>
          </p:spPr>
        </p:sp>
        <p:sp>
          <p:nvSpPr>
            <p:cNvPr id="3047" name="Candidate_receptor__3046">
              <a:extLst>
                <a:ext uri="{FF2B5EF4-FFF2-40B4-BE49-F238E27FC236}">
                  <a16:creationId xmlns:a16="http://schemas.microsoft.com/office/drawing/2014/main" id="{10D9A535-A04B-CE1D-D4C7-6F056D868FDD}"/>
                </a:ext>
              </a:extLst>
            </p:cNvPr>
            <p:cNvSpPr>
              <a:spLocks noGrp="1"/>
            </p:cNvSpPr>
            <p:nvPr/>
          </p:nvSpPr>
          <p:spPr>
            <a:xfrm>
              <a:off x="5056435" y="2285784"/>
              <a:ext cx="15913" cy="73658"/>
            </a:xfrm>
            <a:custGeom>
              <a:avLst/>
              <a:gdLst/>
              <a:ahLst/>
              <a:cxnLst/>
              <a:rect l="0" t="0" r="0" b="0"/>
              <a:pathLst>
                <a:path w="15913" h="73658">
                  <a:moveTo>
                    <a:pt x="0" y="73658"/>
                  </a:moveTo>
                  <a:lnTo>
                    <a:pt x="15913" y="0"/>
                  </a:lnTo>
                </a:path>
              </a:pathLst>
            </a:custGeom>
            <a:noFill/>
            <a:ln w="8096">
              <a:solidFill>
                <a:srgbClr val="E4E8EB"/>
              </a:solidFill>
            </a:ln>
          </p:spPr>
        </p:sp>
        <p:sp>
          <p:nvSpPr>
            <p:cNvPr id="3048" name="Candidate_receptor__3047">
              <a:extLst>
                <a:ext uri="{FF2B5EF4-FFF2-40B4-BE49-F238E27FC236}">
                  <a16:creationId xmlns:a16="http://schemas.microsoft.com/office/drawing/2014/main" id="{F6224272-76F6-5DA4-46D3-A8C5851B2FB5}"/>
                </a:ext>
              </a:extLst>
            </p:cNvPr>
            <p:cNvSpPr>
              <a:spLocks noGrp="1"/>
            </p:cNvSpPr>
            <p:nvPr/>
          </p:nvSpPr>
          <p:spPr>
            <a:xfrm>
              <a:off x="5524026" y="2887554"/>
              <a:ext cx="107898" cy="40798"/>
            </a:xfrm>
            <a:custGeom>
              <a:avLst/>
              <a:gdLst/>
              <a:ahLst/>
              <a:cxnLst/>
              <a:rect l="0" t="0" r="0" b="0"/>
              <a:pathLst>
                <a:path w="107898" h="40798">
                  <a:moveTo>
                    <a:pt x="0" y="0"/>
                  </a:moveTo>
                  <a:lnTo>
                    <a:pt x="107898" y="40798"/>
                  </a:lnTo>
                </a:path>
              </a:pathLst>
            </a:custGeom>
            <a:noFill/>
            <a:ln w="20003">
              <a:solidFill>
                <a:srgbClr val="E4E8EB"/>
              </a:solidFill>
            </a:ln>
          </p:spPr>
        </p:sp>
        <p:sp>
          <p:nvSpPr>
            <p:cNvPr id="3049" name="Candidate_receptor__3048">
              <a:extLst>
                <a:ext uri="{FF2B5EF4-FFF2-40B4-BE49-F238E27FC236}">
                  <a16:creationId xmlns:a16="http://schemas.microsoft.com/office/drawing/2014/main" id="{316CAE2E-BBCA-8FD1-3AA1-AED6CC0C91D7}"/>
                </a:ext>
              </a:extLst>
            </p:cNvPr>
            <p:cNvSpPr>
              <a:spLocks noGrp="1"/>
            </p:cNvSpPr>
            <p:nvPr/>
          </p:nvSpPr>
          <p:spPr>
            <a:xfrm>
              <a:off x="5107632" y="3751730"/>
              <a:ext cx="95018" cy="19954"/>
            </a:xfrm>
            <a:custGeom>
              <a:avLst/>
              <a:gdLst/>
              <a:ahLst/>
              <a:cxnLst/>
              <a:rect l="0" t="0" r="0" b="0"/>
              <a:pathLst>
                <a:path w="95018" h="19954">
                  <a:moveTo>
                    <a:pt x="95018" y="19954"/>
                  </a:moveTo>
                  <a:lnTo>
                    <a:pt x="0" y="0"/>
                  </a:lnTo>
                </a:path>
              </a:pathLst>
            </a:custGeom>
            <a:noFill/>
            <a:ln w="20003">
              <a:solidFill>
                <a:srgbClr val="E4E8EB"/>
              </a:solidFill>
            </a:ln>
          </p:spPr>
        </p:sp>
        <p:sp>
          <p:nvSpPr>
            <p:cNvPr id="3050" name="Candidate_receptor__3049">
              <a:extLst>
                <a:ext uri="{FF2B5EF4-FFF2-40B4-BE49-F238E27FC236}">
                  <a16:creationId xmlns:a16="http://schemas.microsoft.com/office/drawing/2014/main" id="{9E7236D6-8485-7E34-27CE-5779C43711F9}"/>
                </a:ext>
              </a:extLst>
            </p:cNvPr>
            <p:cNvSpPr>
              <a:spLocks noGrp="1"/>
            </p:cNvSpPr>
            <p:nvPr/>
          </p:nvSpPr>
          <p:spPr>
            <a:xfrm>
              <a:off x="4680414" y="3673569"/>
              <a:ext cx="93177" cy="8963"/>
            </a:xfrm>
            <a:custGeom>
              <a:avLst/>
              <a:gdLst/>
              <a:ahLst/>
              <a:cxnLst/>
              <a:rect l="0" t="0" r="0" b="0"/>
              <a:pathLst>
                <a:path w="93177" h="8963">
                  <a:moveTo>
                    <a:pt x="0" y="0"/>
                  </a:moveTo>
                  <a:lnTo>
                    <a:pt x="93177" y="8963"/>
                  </a:lnTo>
                </a:path>
              </a:pathLst>
            </a:custGeom>
            <a:noFill/>
            <a:ln w="20003">
              <a:solidFill>
                <a:srgbClr val="E4E8EB"/>
              </a:solidFill>
            </a:ln>
          </p:spPr>
        </p:sp>
        <p:sp>
          <p:nvSpPr>
            <p:cNvPr id="3051" name="Candidate_receptor__3050">
              <a:extLst>
                <a:ext uri="{FF2B5EF4-FFF2-40B4-BE49-F238E27FC236}">
                  <a16:creationId xmlns:a16="http://schemas.microsoft.com/office/drawing/2014/main" id="{1FDA8788-7BA9-6717-294D-5A952F79C476}"/>
                </a:ext>
              </a:extLst>
            </p:cNvPr>
            <p:cNvSpPr>
              <a:spLocks noGrp="1"/>
            </p:cNvSpPr>
            <p:nvPr/>
          </p:nvSpPr>
          <p:spPr>
            <a:xfrm>
              <a:off x="5993243" y="4496355"/>
              <a:ext cx="25947" cy="37857"/>
            </a:xfrm>
            <a:custGeom>
              <a:avLst/>
              <a:gdLst/>
              <a:ahLst/>
              <a:cxnLst/>
              <a:rect l="0" t="0" r="0" b="0"/>
              <a:pathLst>
                <a:path w="25947" h="37857">
                  <a:moveTo>
                    <a:pt x="25947" y="0"/>
                  </a:moveTo>
                  <a:lnTo>
                    <a:pt x="0" y="37857"/>
                  </a:lnTo>
                </a:path>
              </a:pathLst>
            </a:custGeom>
            <a:noFill/>
            <a:ln w="20003">
              <a:solidFill>
                <a:srgbClr val="E4E8EB"/>
              </a:solidFill>
            </a:ln>
          </p:spPr>
        </p:sp>
        <p:sp>
          <p:nvSpPr>
            <p:cNvPr id="3052" name="Candidate_receptor__3051">
              <a:extLst>
                <a:ext uri="{FF2B5EF4-FFF2-40B4-BE49-F238E27FC236}">
                  <a16:creationId xmlns:a16="http://schemas.microsoft.com/office/drawing/2014/main" id="{4E1F1A1A-25B1-D25D-7066-19B37718595E}"/>
                </a:ext>
              </a:extLst>
            </p:cNvPr>
            <p:cNvSpPr>
              <a:spLocks noGrp="1"/>
            </p:cNvSpPr>
            <p:nvPr/>
          </p:nvSpPr>
          <p:spPr>
            <a:xfrm>
              <a:off x="6389733" y="4135537"/>
              <a:ext cx="107544" cy="22830"/>
            </a:xfrm>
            <a:custGeom>
              <a:avLst/>
              <a:gdLst/>
              <a:ahLst/>
              <a:cxnLst/>
              <a:rect l="0" t="0" r="0" b="0"/>
              <a:pathLst>
                <a:path w="107544" h="22830">
                  <a:moveTo>
                    <a:pt x="107544" y="22830"/>
                  </a:moveTo>
                  <a:lnTo>
                    <a:pt x="0" y="0"/>
                  </a:lnTo>
                </a:path>
              </a:pathLst>
            </a:custGeom>
            <a:noFill/>
            <a:ln w="20003">
              <a:solidFill>
                <a:srgbClr val="E4E8EB"/>
              </a:solidFill>
            </a:ln>
          </p:spPr>
        </p:sp>
        <p:sp>
          <p:nvSpPr>
            <p:cNvPr id="3053" name="Candidate_receptor__3052">
              <a:extLst>
                <a:ext uri="{FF2B5EF4-FFF2-40B4-BE49-F238E27FC236}">
                  <a16:creationId xmlns:a16="http://schemas.microsoft.com/office/drawing/2014/main" id="{E80C1C74-23A4-3258-8629-7CAB4A35CF06}"/>
                </a:ext>
              </a:extLst>
            </p:cNvPr>
            <p:cNvSpPr>
              <a:spLocks noGrp="1"/>
            </p:cNvSpPr>
            <p:nvPr/>
          </p:nvSpPr>
          <p:spPr>
            <a:xfrm>
              <a:off x="6095337" y="2934248"/>
              <a:ext cx="7331" cy="81117"/>
            </a:xfrm>
            <a:custGeom>
              <a:avLst/>
              <a:gdLst/>
              <a:ahLst/>
              <a:cxnLst/>
              <a:rect l="0" t="0" r="0" b="0"/>
              <a:pathLst>
                <a:path w="7331" h="81117">
                  <a:moveTo>
                    <a:pt x="0" y="81117"/>
                  </a:moveTo>
                  <a:lnTo>
                    <a:pt x="7331" y="0"/>
                  </a:lnTo>
                </a:path>
              </a:pathLst>
            </a:custGeom>
            <a:noFill/>
            <a:ln w="8096">
              <a:solidFill>
                <a:srgbClr val="E4E8EB"/>
              </a:solidFill>
            </a:ln>
          </p:spPr>
        </p:sp>
        <p:sp>
          <p:nvSpPr>
            <p:cNvPr id="3054" name="Candidate_receptor__3053">
              <a:extLst>
                <a:ext uri="{FF2B5EF4-FFF2-40B4-BE49-F238E27FC236}">
                  <a16:creationId xmlns:a16="http://schemas.microsoft.com/office/drawing/2014/main" id="{B7CDA0D7-4A76-9B4C-8FA0-6A0AA938F18D}"/>
                </a:ext>
              </a:extLst>
            </p:cNvPr>
            <p:cNvSpPr>
              <a:spLocks noGrp="1"/>
            </p:cNvSpPr>
            <p:nvPr/>
          </p:nvSpPr>
          <p:spPr>
            <a:xfrm>
              <a:off x="5876926" y="4402187"/>
              <a:ext cx="50451" cy="27556"/>
            </a:xfrm>
            <a:custGeom>
              <a:avLst/>
              <a:gdLst/>
              <a:ahLst/>
              <a:cxnLst/>
              <a:rect l="0" t="0" r="0" b="0"/>
              <a:pathLst>
                <a:path w="50451" h="27556">
                  <a:moveTo>
                    <a:pt x="0" y="27556"/>
                  </a:moveTo>
                  <a:lnTo>
                    <a:pt x="50451" y="0"/>
                  </a:lnTo>
                </a:path>
              </a:pathLst>
            </a:custGeom>
            <a:noFill/>
            <a:ln w="20003">
              <a:solidFill>
                <a:srgbClr val="E4E8EB"/>
              </a:solidFill>
            </a:ln>
          </p:spPr>
        </p:sp>
        <p:sp>
          <p:nvSpPr>
            <p:cNvPr id="3055" name="Candidate_receptor__3054">
              <a:extLst>
                <a:ext uri="{FF2B5EF4-FFF2-40B4-BE49-F238E27FC236}">
                  <a16:creationId xmlns:a16="http://schemas.microsoft.com/office/drawing/2014/main" id="{5FB4B4A2-155A-43EC-45EA-082D31686FDF}"/>
                </a:ext>
              </a:extLst>
            </p:cNvPr>
            <p:cNvSpPr>
              <a:spLocks noGrp="1"/>
            </p:cNvSpPr>
            <p:nvPr/>
          </p:nvSpPr>
          <p:spPr>
            <a:xfrm>
              <a:off x="5812654" y="2144226"/>
              <a:ext cx="42202" cy="86863"/>
            </a:xfrm>
            <a:custGeom>
              <a:avLst/>
              <a:gdLst/>
              <a:ahLst/>
              <a:cxnLst/>
              <a:rect l="0" t="0" r="0" b="0"/>
              <a:pathLst>
                <a:path w="42202" h="86863">
                  <a:moveTo>
                    <a:pt x="0" y="86863"/>
                  </a:moveTo>
                  <a:lnTo>
                    <a:pt x="42202" y="0"/>
                  </a:lnTo>
                </a:path>
              </a:pathLst>
            </a:custGeom>
            <a:noFill/>
            <a:ln w="20003">
              <a:solidFill>
                <a:srgbClr val="E4E8EB"/>
              </a:solidFill>
            </a:ln>
          </p:spPr>
        </p:sp>
        <p:sp>
          <p:nvSpPr>
            <p:cNvPr id="3056" name="Candidate_receptor__3055">
              <a:extLst>
                <a:ext uri="{FF2B5EF4-FFF2-40B4-BE49-F238E27FC236}">
                  <a16:creationId xmlns:a16="http://schemas.microsoft.com/office/drawing/2014/main" id="{6618E3D4-BD12-9F4E-775B-1C03BCE099F8}"/>
                </a:ext>
              </a:extLst>
            </p:cNvPr>
            <p:cNvSpPr>
              <a:spLocks noGrp="1"/>
            </p:cNvSpPr>
            <p:nvPr/>
          </p:nvSpPr>
          <p:spPr>
            <a:xfrm>
              <a:off x="4542033" y="3970967"/>
              <a:ext cx="41724" cy="96572"/>
            </a:xfrm>
            <a:custGeom>
              <a:avLst/>
              <a:gdLst/>
              <a:ahLst/>
              <a:cxnLst/>
              <a:rect l="0" t="0" r="0" b="0"/>
              <a:pathLst>
                <a:path w="41724" h="96572">
                  <a:moveTo>
                    <a:pt x="0" y="96572"/>
                  </a:moveTo>
                  <a:lnTo>
                    <a:pt x="41724" y="0"/>
                  </a:lnTo>
                </a:path>
              </a:pathLst>
            </a:custGeom>
            <a:noFill/>
            <a:ln w="8096">
              <a:solidFill>
                <a:srgbClr val="E4E8EB"/>
              </a:solidFill>
            </a:ln>
          </p:spPr>
        </p:sp>
        <p:sp>
          <p:nvSpPr>
            <p:cNvPr id="3057" name="Candidate_receptor__3056">
              <a:extLst>
                <a:ext uri="{FF2B5EF4-FFF2-40B4-BE49-F238E27FC236}">
                  <a16:creationId xmlns:a16="http://schemas.microsoft.com/office/drawing/2014/main" id="{A58F3D3D-E644-96CB-8013-B1D934759FB4}"/>
                </a:ext>
              </a:extLst>
            </p:cNvPr>
            <p:cNvSpPr>
              <a:spLocks noGrp="1"/>
            </p:cNvSpPr>
            <p:nvPr/>
          </p:nvSpPr>
          <p:spPr>
            <a:xfrm>
              <a:off x="4807847" y="2589001"/>
              <a:ext cx="32487" cy="69366"/>
            </a:xfrm>
            <a:custGeom>
              <a:avLst/>
              <a:gdLst/>
              <a:ahLst/>
              <a:cxnLst/>
              <a:rect l="0" t="0" r="0" b="0"/>
              <a:pathLst>
                <a:path w="32487" h="69366">
                  <a:moveTo>
                    <a:pt x="0" y="69366"/>
                  </a:moveTo>
                  <a:lnTo>
                    <a:pt x="32487" y="0"/>
                  </a:lnTo>
                </a:path>
              </a:pathLst>
            </a:custGeom>
            <a:noFill/>
            <a:ln w="20003">
              <a:solidFill>
                <a:srgbClr val="E4E8EB"/>
              </a:solidFill>
            </a:ln>
          </p:spPr>
        </p:sp>
        <p:sp>
          <p:nvSpPr>
            <p:cNvPr id="3058" name="Candidate_receptor__3057">
              <a:extLst>
                <a:ext uri="{FF2B5EF4-FFF2-40B4-BE49-F238E27FC236}">
                  <a16:creationId xmlns:a16="http://schemas.microsoft.com/office/drawing/2014/main" id="{C4A33E05-7850-047A-D245-4A601A98ABEA}"/>
                </a:ext>
              </a:extLst>
            </p:cNvPr>
            <p:cNvSpPr>
              <a:spLocks noGrp="1"/>
            </p:cNvSpPr>
            <p:nvPr/>
          </p:nvSpPr>
          <p:spPr>
            <a:xfrm>
              <a:off x="5028001" y="3922009"/>
              <a:ext cx="39401" cy="105254"/>
            </a:xfrm>
            <a:custGeom>
              <a:avLst/>
              <a:gdLst/>
              <a:ahLst/>
              <a:cxnLst/>
              <a:rect l="0" t="0" r="0" b="0"/>
              <a:pathLst>
                <a:path w="39401" h="105254">
                  <a:moveTo>
                    <a:pt x="0" y="105254"/>
                  </a:moveTo>
                  <a:lnTo>
                    <a:pt x="39401" y="0"/>
                  </a:lnTo>
                </a:path>
              </a:pathLst>
            </a:custGeom>
            <a:noFill/>
            <a:ln w="20003">
              <a:solidFill>
                <a:srgbClr val="E4E8EB"/>
              </a:solidFill>
            </a:ln>
          </p:spPr>
        </p:sp>
        <p:sp>
          <p:nvSpPr>
            <p:cNvPr id="3059" name="Candidate_receptor__3058">
              <a:extLst>
                <a:ext uri="{FF2B5EF4-FFF2-40B4-BE49-F238E27FC236}">
                  <a16:creationId xmlns:a16="http://schemas.microsoft.com/office/drawing/2014/main" id="{86296B74-ACE0-ECE1-B7AD-637440C9FFC1}"/>
                </a:ext>
              </a:extLst>
            </p:cNvPr>
            <p:cNvSpPr>
              <a:spLocks noGrp="1"/>
            </p:cNvSpPr>
            <p:nvPr/>
          </p:nvSpPr>
          <p:spPr>
            <a:xfrm>
              <a:off x="5871405" y="3237844"/>
              <a:ext cx="76209" cy="4723"/>
            </a:xfrm>
            <a:custGeom>
              <a:avLst/>
              <a:gdLst/>
              <a:ahLst/>
              <a:cxnLst/>
              <a:rect l="0" t="0" r="0" b="0"/>
              <a:pathLst>
                <a:path w="76209" h="4723">
                  <a:moveTo>
                    <a:pt x="0" y="0"/>
                  </a:moveTo>
                  <a:lnTo>
                    <a:pt x="76209" y="4723"/>
                  </a:lnTo>
                </a:path>
              </a:pathLst>
            </a:custGeom>
            <a:noFill/>
            <a:ln w="8096">
              <a:solidFill>
                <a:srgbClr val="E4E8EB"/>
              </a:solidFill>
            </a:ln>
          </p:spPr>
        </p:sp>
        <p:sp>
          <p:nvSpPr>
            <p:cNvPr id="3060" name="Candidate_receptor__3059">
              <a:extLst>
                <a:ext uri="{FF2B5EF4-FFF2-40B4-BE49-F238E27FC236}">
                  <a16:creationId xmlns:a16="http://schemas.microsoft.com/office/drawing/2014/main" id="{8FAAA355-F8F2-0DCA-A14F-9EAEB03DC379}"/>
                </a:ext>
              </a:extLst>
            </p:cNvPr>
            <p:cNvSpPr>
              <a:spLocks noGrp="1"/>
            </p:cNvSpPr>
            <p:nvPr/>
          </p:nvSpPr>
          <p:spPr>
            <a:xfrm>
              <a:off x="5812673" y="3604555"/>
              <a:ext cx="70764" cy="81566"/>
            </a:xfrm>
            <a:custGeom>
              <a:avLst/>
              <a:gdLst/>
              <a:ahLst/>
              <a:cxnLst/>
              <a:rect l="0" t="0" r="0" b="0"/>
              <a:pathLst>
                <a:path w="70764" h="81566">
                  <a:moveTo>
                    <a:pt x="70764" y="0"/>
                  </a:moveTo>
                  <a:lnTo>
                    <a:pt x="0" y="81566"/>
                  </a:lnTo>
                </a:path>
              </a:pathLst>
            </a:custGeom>
            <a:noFill/>
            <a:ln w="20003">
              <a:solidFill>
                <a:srgbClr val="E4E8EB"/>
              </a:solidFill>
            </a:ln>
          </p:spPr>
        </p:sp>
        <p:sp>
          <p:nvSpPr>
            <p:cNvPr id="3061" name="Candidate_receptor__3060">
              <a:extLst>
                <a:ext uri="{FF2B5EF4-FFF2-40B4-BE49-F238E27FC236}">
                  <a16:creationId xmlns:a16="http://schemas.microsoft.com/office/drawing/2014/main" id="{B9580DC9-6CC4-84C3-D03D-8C4ADD642D84}"/>
                </a:ext>
              </a:extLst>
            </p:cNvPr>
            <p:cNvSpPr>
              <a:spLocks noGrp="1"/>
            </p:cNvSpPr>
            <p:nvPr/>
          </p:nvSpPr>
          <p:spPr>
            <a:xfrm>
              <a:off x="5641614" y="2418823"/>
              <a:ext cx="80577" cy="81205"/>
            </a:xfrm>
            <a:custGeom>
              <a:avLst/>
              <a:gdLst/>
              <a:ahLst/>
              <a:cxnLst/>
              <a:rect l="0" t="0" r="0" b="0"/>
              <a:pathLst>
                <a:path w="80577" h="81205">
                  <a:moveTo>
                    <a:pt x="80577" y="0"/>
                  </a:moveTo>
                  <a:lnTo>
                    <a:pt x="0" y="81205"/>
                  </a:lnTo>
                </a:path>
              </a:pathLst>
            </a:custGeom>
            <a:noFill/>
            <a:ln w="8096">
              <a:solidFill>
                <a:srgbClr val="E4E8EB"/>
              </a:solidFill>
            </a:ln>
          </p:spPr>
        </p:sp>
        <p:sp>
          <p:nvSpPr>
            <p:cNvPr id="3062" name="Candidate_receptor__3061">
              <a:extLst>
                <a:ext uri="{FF2B5EF4-FFF2-40B4-BE49-F238E27FC236}">
                  <a16:creationId xmlns:a16="http://schemas.microsoft.com/office/drawing/2014/main" id="{8FB23262-348F-9307-B02E-5E6C5AEF1E84}"/>
                </a:ext>
              </a:extLst>
            </p:cNvPr>
            <p:cNvSpPr>
              <a:spLocks noGrp="1"/>
            </p:cNvSpPr>
            <p:nvPr/>
          </p:nvSpPr>
          <p:spPr>
            <a:xfrm>
              <a:off x="4412468" y="3750879"/>
              <a:ext cx="57840" cy="31402"/>
            </a:xfrm>
            <a:custGeom>
              <a:avLst/>
              <a:gdLst/>
              <a:ahLst/>
              <a:cxnLst/>
              <a:rect l="0" t="0" r="0" b="0"/>
              <a:pathLst>
                <a:path w="57840" h="31402">
                  <a:moveTo>
                    <a:pt x="57840" y="31402"/>
                  </a:moveTo>
                  <a:lnTo>
                    <a:pt x="0" y="0"/>
                  </a:lnTo>
                </a:path>
              </a:pathLst>
            </a:custGeom>
            <a:noFill/>
            <a:ln w="8096">
              <a:solidFill>
                <a:srgbClr val="E4E8EB"/>
              </a:solidFill>
            </a:ln>
          </p:spPr>
        </p:sp>
        <p:sp>
          <p:nvSpPr>
            <p:cNvPr id="3063" name="Candidate_receptor__3062">
              <a:extLst>
                <a:ext uri="{FF2B5EF4-FFF2-40B4-BE49-F238E27FC236}">
                  <a16:creationId xmlns:a16="http://schemas.microsoft.com/office/drawing/2014/main" id="{BE900E84-1F74-3B8D-FBBA-279C90C3A29F}"/>
                </a:ext>
              </a:extLst>
            </p:cNvPr>
            <p:cNvSpPr>
              <a:spLocks noGrp="1"/>
            </p:cNvSpPr>
            <p:nvPr/>
          </p:nvSpPr>
          <p:spPr>
            <a:xfrm>
              <a:off x="4785361" y="2166187"/>
              <a:ext cx="109776" cy="9628"/>
            </a:xfrm>
            <a:custGeom>
              <a:avLst/>
              <a:gdLst/>
              <a:ahLst/>
              <a:cxnLst/>
              <a:rect l="0" t="0" r="0" b="0"/>
              <a:pathLst>
                <a:path w="109776" h="9628">
                  <a:moveTo>
                    <a:pt x="109776" y="9628"/>
                  </a:moveTo>
                  <a:lnTo>
                    <a:pt x="0" y="0"/>
                  </a:lnTo>
                </a:path>
              </a:pathLst>
            </a:custGeom>
            <a:noFill/>
            <a:ln w="8096">
              <a:solidFill>
                <a:srgbClr val="E4E8EB"/>
              </a:solidFill>
            </a:ln>
          </p:spPr>
        </p:sp>
        <p:sp>
          <p:nvSpPr>
            <p:cNvPr id="3064" name="Candidate_receptor__3063">
              <a:extLst>
                <a:ext uri="{FF2B5EF4-FFF2-40B4-BE49-F238E27FC236}">
                  <a16:creationId xmlns:a16="http://schemas.microsoft.com/office/drawing/2014/main" id="{36E5D495-2917-63EE-5929-FEB2629B1619}"/>
                </a:ext>
              </a:extLst>
            </p:cNvPr>
            <p:cNvSpPr>
              <a:spLocks noGrp="1"/>
            </p:cNvSpPr>
            <p:nvPr/>
          </p:nvSpPr>
          <p:spPr>
            <a:xfrm>
              <a:off x="5118818" y="2524739"/>
              <a:ext cx="55542" cy="99967"/>
            </a:xfrm>
            <a:custGeom>
              <a:avLst/>
              <a:gdLst/>
              <a:ahLst/>
              <a:cxnLst/>
              <a:rect l="0" t="0" r="0" b="0"/>
              <a:pathLst>
                <a:path w="55542" h="99967">
                  <a:moveTo>
                    <a:pt x="0" y="0"/>
                  </a:moveTo>
                  <a:lnTo>
                    <a:pt x="55542" y="99967"/>
                  </a:lnTo>
                </a:path>
              </a:pathLst>
            </a:custGeom>
            <a:noFill/>
            <a:ln w="20003">
              <a:solidFill>
                <a:srgbClr val="E4E8EB"/>
              </a:solidFill>
            </a:ln>
          </p:spPr>
        </p:sp>
        <p:sp>
          <p:nvSpPr>
            <p:cNvPr id="3065" name="Candidate_receptor__3064">
              <a:extLst>
                <a:ext uri="{FF2B5EF4-FFF2-40B4-BE49-F238E27FC236}">
                  <a16:creationId xmlns:a16="http://schemas.microsoft.com/office/drawing/2014/main" id="{30F9EC01-1F77-6F08-87A6-F6A73BF1A6AE}"/>
                </a:ext>
              </a:extLst>
            </p:cNvPr>
            <p:cNvSpPr>
              <a:spLocks noGrp="1"/>
            </p:cNvSpPr>
            <p:nvPr/>
          </p:nvSpPr>
          <p:spPr>
            <a:xfrm>
              <a:off x="4589631" y="3244104"/>
              <a:ext cx="113326" cy="21312"/>
            </a:xfrm>
            <a:custGeom>
              <a:avLst/>
              <a:gdLst/>
              <a:ahLst/>
              <a:cxnLst/>
              <a:rect l="0" t="0" r="0" b="0"/>
              <a:pathLst>
                <a:path w="113326" h="21312">
                  <a:moveTo>
                    <a:pt x="113326" y="0"/>
                  </a:moveTo>
                  <a:lnTo>
                    <a:pt x="0" y="21312"/>
                  </a:lnTo>
                </a:path>
              </a:pathLst>
            </a:custGeom>
            <a:noFill/>
            <a:ln w="20003">
              <a:solidFill>
                <a:srgbClr val="E4E8EB"/>
              </a:solidFill>
            </a:ln>
          </p:spPr>
        </p:sp>
        <p:sp>
          <p:nvSpPr>
            <p:cNvPr id="3066" name="Candidate_receptor__3065">
              <a:extLst>
                <a:ext uri="{FF2B5EF4-FFF2-40B4-BE49-F238E27FC236}">
                  <a16:creationId xmlns:a16="http://schemas.microsoft.com/office/drawing/2014/main" id="{A8C55642-26CB-B49C-FD00-62E4C38F3812}"/>
                </a:ext>
              </a:extLst>
            </p:cNvPr>
            <p:cNvSpPr>
              <a:spLocks noGrp="1"/>
            </p:cNvSpPr>
            <p:nvPr/>
          </p:nvSpPr>
          <p:spPr>
            <a:xfrm>
              <a:off x="4850093" y="5209246"/>
              <a:ext cx="41653" cy="24990"/>
            </a:xfrm>
            <a:custGeom>
              <a:avLst/>
              <a:gdLst/>
              <a:ahLst/>
              <a:cxnLst/>
              <a:rect l="0" t="0" r="0" b="0"/>
              <a:pathLst>
                <a:path w="41653" h="24990">
                  <a:moveTo>
                    <a:pt x="41653" y="0"/>
                  </a:moveTo>
                  <a:lnTo>
                    <a:pt x="0" y="24990"/>
                  </a:lnTo>
                </a:path>
              </a:pathLst>
            </a:custGeom>
            <a:noFill/>
            <a:ln w="20003">
              <a:solidFill>
                <a:srgbClr val="E4E8EB"/>
              </a:solidFill>
            </a:ln>
          </p:spPr>
        </p:sp>
        <p:sp>
          <p:nvSpPr>
            <p:cNvPr id="3067" name="Candidate_receptor__3066">
              <a:extLst>
                <a:ext uri="{FF2B5EF4-FFF2-40B4-BE49-F238E27FC236}">
                  <a16:creationId xmlns:a16="http://schemas.microsoft.com/office/drawing/2014/main" id="{BB374153-A2A5-E814-A8AB-440729C1D565}"/>
                </a:ext>
              </a:extLst>
            </p:cNvPr>
            <p:cNvSpPr>
              <a:spLocks noGrp="1"/>
            </p:cNvSpPr>
            <p:nvPr/>
          </p:nvSpPr>
          <p:spPr>
            <a:xfrm>
              <a:off x="5781596" y="4271539"/>
              <a:ext cx="105903" cy="43292"/>
            </a:xfrm>
            <a:custGeom>
              <a:avLst/>
              <a:gdLst/>
              <a:ahLst/>
              <a:cxnLst/>
              <a:rect l="0" t="0" r="0" b="0"/>
              <a:pathLst>
                <a:path w="105903" h="43292">
                  <a:moveTo>
                    <a:pt x="0" y="43292"/>
                  </a:moveTo>
                  <a:lnTo>
                    <a:pt x="105903" y="0"/>
                  </a:lnTo>
                </a:path>
              </a:pathLst>
            </a:custGeom>
            <a:noFill/>
            <a:ln w="20003">
              <a:solidFill>
                <a:srgbClr val="E4E8EB"/>
              </a:solidFill>
            </a:ln>
          </p:spPr>
        </p:sp>
        <p:sp>
          <p:nvSpPr>
            <p:cNvPr id="3068" name="Candidate_receptor__3067">
              <a:extLst>
                <a:ext uri="{FF2B5EF4-FFF2-40B4-BE49-F238E27FC236}">
                  <a16:creationId xmlns:a16="http://schemas.microsoft.com/office/drawing/2014/main" id="{AD44F87A-FEC9-D67F-5CC4-6812FF00D91F}"/>
                </a:ext>
              </a:extLst>
            </p:cNvPr>
            <p:cNvSpPr>
              <a:spLocks noGrp="1"/>
            </p:cNvSpPr>
            <p:nvPr/>
          </p:nvSpPr>
          <p:spPr>
            <a:xfrm>
              <a:off x="5578551" y="2122401"/>
              <a:ext cx="55314" cy="101483"/>
            </a:xfrm>
            <a:custGeom>
              <a:avLst/>
              <a:gdLst/>
              <a:ahLst/>
              <a:cxnLst/>
              <a:rect l="0" t="0" r="0" b="0"/>
              <a:pathLst>
                <a:path w="55314" h="101483">
                  <a:moveTo>
                    <a:pt x="0" y="0"/>
                  </a:moveTo>
                  <a:lnTo>
                    <a:pt x="55314" y="101483"/>
                  </a:lnTo>
                </a:path>
              </a:pathLst>
            </a:custGeom>
            <a:noFill/>
            <a:ln w="8096">
              <a:solidFill>
                <a:srgbClr val="E4E8EB"/>
              </a:solidFill>
            </a:ln>
          </p:spPr>
        </p:sp>
        <p:sp>
          <p:nvSpPr>
            <p:cNvPr id="3069" name="Candidate_receptor__3068">
              <a:extLst>
                <a:ext uri="{FF2B5EF4-FFF2-40B4-BE49-F238E27FC236}">
                  <a16:creationId xmlns:a16="http://schemas.microsoft.com/office/drawing/2014/main" id="{63BFB58C-8FB3-E1DB-71FD-3C3C432FF9EC}"/>
                </a:ext>
              </a:extLst>
            </p:cNvPr>
            <p:cNvSpPr>
              <a:spLocks noGrp="1"/>
            </p:cNvSpPr>
            <p:nvPr/>
          </p:nvSpPr>
          <p:spPr>
            <a:xfrm>
              <a:off x="5725319" y="3336286"/>
              <a:ext cx="109305" cy="38193"/>
            </a:xfrm>
            <a:custGeom>
              <a:avLst/>
              <a:gdLst/>
              <a:ahLst/>
              <a:cxnLst/>
              <a:rect l="0" t="0" r="0" b="0"/>
              <a:pathLst>
                <a:path w="109305" h="38193">
                  <a:moveTo>
                    <a:pt x="0" y="0"/>
                  </a:moveTo>
                  <a:lnTo>
                    <a:pt x="109305" y="38193"/>
                  </a:lnTo>
                </a:path>
              </a:pathLst>
            </a:custGeom>
            <a:noFill/>
            <a:ln w="20003">
              <a:solidFill>
                <a:srgbClr val="E4E8EB"/>
              </a:solidFill>
            </a:ln>
          </p:spPr>
        </p:sp>
        <p:sp>
          <p:nvSpPr>
            <p:cNvPr id="3070" name="Candidate_receptor__3069">
              <a:extLst>
                <a:ext uri="{FF2B5EF4-FFF2-40B4-BE49-F238E27FC236}">
                  <a16:creationId xmlns:a16="http://schemas.microsoft.com/office/drawing/2014/main" id="{0EACA489-1328-0F32-8812-8899BA1D5A91}"/>
                </a:ext>
              </a:extLst>
            </p:cNvPr>
            <p:cNvSpPr>
              <a:spLocks noGrp="1"/>
            </p:cNvSpPr>
            <p:nvPr/>
          </p:nvSpPr>
          <p:spPr>
            <a:xfrm>
              <a:off x="6008375" y="4035899"/>
              <a:ext cx="109506" cy="28013"/>
            </a:xfrm>
            <a:custGeom>
              <a:avLst/>
              <a:gdLst/>
              <a:ahLst/>
              <a:cxnLst/>
              <a:rect l="0" t="0" r="0" b="0"/>
              <a:pathLst>
                <a:path w="109506" h="28013">
                  <a:moveTo>
                    <a:pt x="109506" y="0"/>
                  </a:moveTo>
                  <a:lnTo>
                    <a:pt x="0" y="28013"/>
                  </a:lnTo>
                </a:path>
              </a:pathLst>
            </a:custGeom>
            <a:noFill/>
            <a:ln w="20003">
              <a:solidFill>
                <a:srgbClr val="E4E8EB"/>
              </a:solidFill>
            </a:ln>
          </p:spPr>
        </p:sp>
        <p:sp>
          <p:nvSpPr>
            <p:cNvPr id="3071" name="Candidate_receptor__3070">
              <a:extLst>
                <a:ext uri="{FF2B5EF4-FFF2-40B4-BE49-F238E27FC236}">
                  <a16:creationId xmlns:a16="http://schemas.microsoft.com/office/drawing/2014/main" id="{C3B1D0BE-BCF0-BF69-11C0-5F3EEF6BA820}"/>
                </a:ext>
              </a:extLst>
            </p:cNvPr>
            <p:cNvSpPr>
              <a:spLocks noGrp="1"/>
            </p:cNvSpPr>
            <p:nvPr/>
          </p:nvSpPr>
          <p:spPr>
            <a:xfrm>
              <a:off x="4574611" y="5008475"/>
              <a:ext cx="4552" cy="110100"/>
            </a:xfrm>
            <a:custGeom>
              <a:avLst/>
              <a:gdLst/>
              <a:ahLst/>
              <a:cxnLst/>
              <a:rect l="0" t="0" r="0" b="0"/>
              <a:pathLst>
                <a:path w="4552" h="110100">
                  <a:moveTo>
                    <a:pt x="0" y="0"/>
                  </a:moveTo>
                  <a:lnTo>
                    <a:pt x="4552" y="110100"/>
                  </a:lnTo>
                </a:path>
              </a:pathLst>
            </a:custGeom>
            <a:noFill/>
            <a:ln w="8096">
              <a:solidFill>
                <a:srgbClr val="E4E8EB"/>
              </a:solidFill>
            </a:ln>
          </p:spPr>
        </p:sp>
        <p:sp>
          <p:nvSpPr>
            <p:cNvPr id="3072" name="Candidate_receptor__3071">
              <a:extLst>
                <a:ext uri="{FF2B5EF4-FFF2-40B4-BE49-F238E27FC236}">
                  <a16:creationId xmlns:a16="http://schemas.microsoft.com/office/drawing/2014/main" id="{56DDC5B3-4203-B373-6EB5-2558D3EE704F}"/>
                </a:ext>
              </a:extLst>
            </p:cNvPr>
            <p:cNvSpPr>
              <a:spLocks noGrp="1"/>
            </p:cNvSpPr>
            <p:nvPr/>
          </p:nvSpPr>
          <p:spPr>
            <a:xfrm>
              <a:off x="4768249" y="4829304"/>
              <a:ext cx="106174" cy="43996"/>
            </a:xfrm>
            <a:custGeom>
              <a:avLst/>
              <a:gdLst/>
              <a:ahLst/>
              <a:cxnLst/>
              <a:rect l="0" t="0" r="0" b="0"/>
              <a:pathLst>
                <a:path w="106174" h="43996">
                  <a:moveTo>
                    <a:pt x="106174" y="43996"/>
                  </a:moveTo>
                  <a:lnTo>
                    <a:pt x="0" y="0"/>
                  </a:lnTo>
                </a:path>
              </a:pathLst>
            </a:custGeom>
            <a:noFill/>
            <a:ln w="20003">
              <a:solidFill>
                <a:srgbClr val="E4E8EB"/>
              </a:solidFill>
            </a:ln>
          </p:spPr>
        </p:sp>
        <p:sp>
          <p:nvSpPr>
            <p:cNvPr id="3073" name="Candidate_receptor__3072">
              <a:extLst>
                <a:ext uri="{FF2B5EF4-FFF2-40B4-BE49-F238E27FC236}">
                  <a16:creationId xmlns:a16="http://schemas.microsoft.com/office/drawing/2014/main" id="{C979AD3D-939F-A5FB-FA56-D417FCFFF3FB}"/>
                </a:ext>
              </a:extLst>
            </p:cNvPr>
            <p:cNvSpPr>
              <a:spLocks noGrp="1"/>
            </p:cNvSpPr>
            <p:nvPr/>
          </p:nvSpPr>
          <p:spPr>
            <a:xfrm>
              <a:off x="4357389" y="3302420"/>
              <a:ext cx="43859" cy="22061"/>
            </a:xfrm>
            <a:custGeom>
              <a:avLst/>
              <a:gdLst/>
              <a:ahLst/>
              <a:cxnLst/>
              <a:rect l="0" t="0" r="0" b="0"/>
              <a:pathLst>
                <a:path w="43859" h="22061">
                  <a:moveTo>
                    <a:pt x="0" y="22061"/>
                  </a:moveTo>
                  <a:lnTo>
                    <a:pt x="43859" y="0"/>
                  </a:lnTo>
                </a:path>
              </a:pathLst>
            </a:custGeom>
            <a:noFill/>
            <a:ln w="8096">
              <a:solidFill>
                <a:srgbClr val="E4E8EB"/>
              </a:solidFill>
            </a:ln>
          </p:spPr>
        </p:sp>
        <p:sp>
          <p:nvSpPr>
            <p:cNvPr id="3074" name="Candidate_receptor__3073">
              <a:extLst>
                <a:ext uri="{FF2B5EF4-FFF2-40B4-BE49-F238E27FC236}">
                  <a16:creationId xmlns:a16="http://schemas.microsoft.com/office/drawing/2014/main" id="{F70A65F9-3627-A543-C35F-C012BB9F5E75}"/>
                </a:ext>
              </a:extLst>
            </p:cNvPr>
            <p:cNvSpPr>
              <a:spLocks noGrp="1"/>
            </p:cNvSpPr>
            <p:nvPr/>
          </p:nvSpPr>
          <p:spPr>
            <a:xfrm>
              <a:off x="6014561" y="3312105"/>
              <a:ext cx="35770" cy="45763"/>
            </a:xfrm>
            <a:custGeom>
              <a:avLst/>
              <a:gdLst/>
              <a:ahLst/>
              <a:cxnLst/>
              <a:rect l="0" t="0" r="0" b="0"/>
              <a:pathLst>
                <a:path w="35770" h="45763">
                  <a:moveTo>
                    <a:pt x="35770" y="0"/>
                  </a:moveTo>
                  <a:lnTo>
                    <a:pt x="0" y="45763"/>
                  </a:lnTo>
                </a:path>
              </a:pathLst>
            </a:custGeom>
            <a:noFill/>
            <a:ln w="20003">
              <a:solidFill>
                <a:srgbClr val="E4E8EB"/>
              </a:solidFill>
            </a:ln>
          </p:spPr>
        </p:sp>
        <p:sp>
          <p:nvSpPr>
            <p:cNvPr id="3075" name="Candidate_receptor__3074">
              <a:extLst>
                <a:ext uri="{FF2B5EF4-FFF2-40B4-BE49-F238E27FC236}">
                  <a16:creationId xmlns:a16="http://schemas.microsoft.com/office/drawing/2014/main" id="{28B60F18-9328-36D5-EA14-494EF963D52E}"/>
                </a:ext>
              </a:extLst>
            </p:cNvPr>
            <p:cNvSpPr>
              <a:spLocks noGrp="1"/>
            </p:cNvSpPr>
            <p:nvPr/>
          </p:nvSpPr>
          <p:spPr>
            <a:xfrm>
              <a:off x="4583758" y="3941974"/>
              <a:ext cx="62246" cy="28992"/>
            </a:xfrm>
            <a:custGeom>
              <a:avLst/>
              <a:gdLst/>
              <a:ahLst/>
              <a:cxnLst/>
              <a:rect l="0" t="0" r="0" b="0"/>
              <a:pathLst>
                <a:path w="62246" h="28992">
                  <a:moveTo>
                    <a:pt x="0" y="28992"/>
                  </a:moveTo>
                  <a:lnTo>
                    <a:pt x="62246" y="0"/>
                  </a:lnTo>
                </a:path>
              </a:pathLst>
            </a:custGeom>
            <a:noFill/>
            <a:ln w="20003">
              <a:solidFill>
                <a:srgbClr val="E4E8EB"/>
              </a:solidFill>
            </a:ln>
          </p:spPr>
        </p:sp>
        <p:sp>
          <p:nvSpPr>
            <p:cNvPr id="3076" name="Candidate_receptor__3075">
              <a:extLst>
                <a:ext uri="{FF2B5EF4-FFF2-40B4-BE49-F238E27FC236}">
                  <a16:creationId xmlns:a16="http://schemas.microsoft.com/office/drawing/2014/main" id="{C473D8B7-A843-3DC5-1CF3-CD7876190259}"/>
                </a:ext>
              </a:extLst>
            </p:cNvPr>
            <p:cNvSpPr>
              <a:spLocks noGrp="1"/>
            </p:cNvSpPr>
            <p:nvPr/>
          </p:nvSpPr>
          <p:spPr>
            <a:xfrm>
              <a:off x="6019190" y="4390751"/>
              <a:ext cx="9452" cy="105604"/>
            </a:xfrm>
            <a:custGeom>
              <a:avLst/>
              <a:gdLst/>
              <a:ahLst/>
              <a:cxnLst/>
              <a:rect l="0" t="0" r="0" b="0"/>
              <a:pathLst>
                <a:path w="9452" h="105604">
                  <a:moveTo>
                    <a:pt x="9452" y="0"/>
                  </a:moveTo>
                  <a:lnTo>
                    <a:pt x="0" y="105604"/>
                  </a:lnTo>
                </a:path>
              </a:pathLst>
            </a:custGeom>
            <a:noFill/>
            <a:ln w="20003">
              <a:solidFill>
                <a:srgbClr val="E4E8EB"/>
              </a:solidFill>
            </a:ln>
          </p:spPr>
        </p:sp>
        <p:sp>
          <p:nvSpPr>
            <p:cNvPr id="3077" name="Candidate_receptor__3076">
              <a:extLst>
                <a:ext uri="{FF2B5EF4-FFF2-40B4-BE49-F238E27FC236}">
                  <a16:creationId xmlns:a16="http://schemas.microsoft.com/office/drawing/2014/main" id="{1C09BFCB-04C1-E166-CE2D-A4AF2BCF7D01}"/>
                </a:ext>
              </a:extLst>
            </p:cNvPr>
            <p:cNvSpPr>
              <a:spLocks noGrp="1"/>
            </p:cNvSpPr>
            <p:nvPr/>
          </p:nvSpPr>
          <p:spPr>
            <a:xfrm>
              <a:off x="5631925" y="2898691"/>
              <a:ext cx="78478" cy="29662"/>
            </a:xfrm>
            <a:custGeom>
              <a:avLst/>
              <a:gdLst/>
              <a:ahLst/>
              <a:cxnLst/>
              <a:rect l="0" t="0" r="0" b="0"/>
              <a:pathLst>
                <a:path w="78478" h="29662">
                  <a:moveTo>
                    <a:pt x="0" y="29662"/>
                  </a:moveTo>
                  <a:lnTo>
                    <a:pt x="78478" y="0"/>
                  </a:lnTo>
                </a:path>
              </a:pathLst>
            </a:custGeom>
            <a:noFill/>
            <a:ln w="20003">
              <a:solidFill>
                <a:srgbClr val="E4E8EB"/>
              </a:solidFill>
            </a:ln>
          </p:spPr>
        </p:sp>
        <p:sp>
          <p:nvSpPr>
            <p:cNvPr id="3078" name="Candidate_receptor__3077">
              <a:extLst>
                <a:ext uri="{FF2B5EF4-FFF2-40B4-BE49-F238E27FC236}">
                  <a16:creationId xmlns:a16="http://schemas.microsoft.com/office/drawing/2014/main" id="{7BB9DBA4-9DA1-EA46-9805-04DB425C564C}"/>
                </a:ext>
              </a:extLst>
            </p:cNvPr>
            <p:cNvSpPr>
              <a:spLocks noGrp="1"/>
            </p:cNvSpPr>
            <p:nvPr/>
          </p:nvSpPr>
          <p:spPr>
            <a:xfrm>
              <a:off x="4932229" y="3165181"/>
              <a:ext cx="92620" cy="40920"/>
            </a:xfrm>
            <a:custGeom>
              <a:avLst/>
              <a:gdLst/>
              <a:ahLst/>
              <a:cxnLst/>
              <a:rect l="0" t="0" r="0" b="0"/>
              <a:pathLst>
                <a:path w="92620" h="40920">
                  <a:moveTo>
                    <a:pt x="92620" y="0"/>
                  </a:moveTo>
                  <a:lnTo>
                    <a:pt x="0" y="40920"/>
                  </a:lnTo>
                </a:path>
              </a:pathLst>
            </a:custGeom>
            <a:noFill/>
            <a:ln w="8096">
              <a:solidFill>
                <a:srgbClr val="E4E8EB"/>
              </a:solidFill>
            </a:ln>
          </p:spPr>
        </p:sp>
        <p:sp>
          <p:nvSpPr>
            <p:cNvPr id="3079" name="Candidate_receptor__3078">
              <a:extLst>
                <a:ext uri="{FF2B5EF4-FFF2-40B4-BE49-F238E27FC236}">
                  <a16:creationId xmlns:a16="http://schemas.microsoft.com/office/drawing/2014/main" id="{2389DEEC-E730-A073-F557-265B34665DBD}"/>
                </a:ext>
              </a:extLst>
            </p:cNvPr>
            <p:cNvSpPr>
              <a:spLocks noGrp="1"/>
            </p:cNvSpPr>
            <p:nvPr/>
          </p:nvSpPr>
          <p:spPr>
            <a:xfrm>
              <a:off x="6102186" y="4139499"/>
              <a:ext cx="47941" cy="57649"/>
            </a:xfrm>
            <a:custGeom>
              <a:avLst/>
              <a:gdLst/>
              <a:ahLst/>
              <a:cxnLst/>
              <a:rect l="0" t="0" r="0" b="0"/>
              <a:pathLst>
                <a:path w="47941" h="57649">
                  <a:moveTo>
                    <a:pt x="0" y="57649"/>
                  </a:moveTo>
                  <a:lnTo>
                    <a:pt x="47941" y="0"/>
                  </a:lnTo>
                </a:path>
              </a:pathLst>
            </a:custGeom>
            <a:noFill/>
            <a:ln w="20003">
              <a:solidFill>
                <a:srgbClr val="E4E8EB"/>
              </a:solidFill>
            </a:ln>
          </p:spPr>
        </p:sp>
        <p:sp>
          <p:nvSpPr>
            <p:cNvPr id="3080" name="Candidate_receptor__3079">
              <a:extLst>
                <a:ext uri="{FF2B5EF4-FFF2-40B4-BE49-F238E27FC236}">
                  <a16:creationId xmlns:a16="http://schemas.microsoft.com/office/drawing/2014/main" id="{7FA8CF13-21B3-06CC-8FF6-1B968598DD4E}"/>
                </a:ext>
              </a:extLst>
            </p:cNvPr>
            <p:cNvSpPr>
              <a:spLocks noGrp="1"/>
            </p:cNvSpPr>
            <p:nvPr/>
          </p:nvSpPr>
          <p:spPr>
            <a:xfrm>
              <a:off x="5007954" y="3378518"/>
              <a:ext cx="18197" cy="98369"/>
            </a:xfrm>
            <a:custGeom>
              <a:avLst/>
              <a:gdLst/>
              <a:ahLst/>
              <a:cxnLst/>
              <a:rect l="0" t="0" r="0" b="0"/>
              <a:pathLst>
                <a:path w="18197" h="98369">
                  <a:moveTo>
                    <a:pt x="0" y="98369"/>
                  </a:moveTo>
                  <a:lnTo>
                    <a:pt x="18197" y="0"/>
                  </a:lnTo>
                </a:path>
              </a:pathLst>
            </a:custGeom>
            <a:noFill/>
            <a:ln w="20003">
              <a:solidFill>
                <a:srgbClr val="E4E8EB"/>
              </a:solidFill>
            </a:ln>
          </p:spPr>
        </p:sp>
        <p:sp>
          <p:nvSpPr>
            <p:cNvPr id="3081" name="Candidate_receptor__3080">
              <a:extLst>
                <a:ext uri="{FF2B5EF4-FFF2-40B4-BE49-F238E27FC236}">
                  <a16:creationId xmlns:a16="http://schemas.microsoft.com/office/drawing/2014/main" id="{F3DFF8C6-615B-CF15-B299-880F6195AC7B}"/>
                </a:ext>
              </a:extLst>
            </p:cNvPr>
            <p:cNvSpPr>
              <a:spLocks noGrp="1"/>
            </p:cNvSpPr>
            <p:nvPr/>
          </p:nvSpPr>
          <p:spPr>
            <a:xfrm>
              <a:off x="4862299" y="4715119"/>
              <a:ext cx="22799" cy="12407"/>
            </a:xfrm>
            <a:custGeom>
              <a:avLst/>
              <a:gdLst/>
              <a:ahLst/>
              <a:cxnLst/>
              <a:rect l="0" t="0" r="0" b="0"/>
              <a:pathLst>
                <a:path w="22799" h="12407">
                  <a:moveTo>
                    <a:pt x="22799" y="12407"/>
                  </a:moveTo>
                  <a:lnTo>
                    <a:pt x="0" y="0"/>
                  </a:lnTo>
                </a:path>
              </a:pathLst>
            </a:custGeom>
            <a:noFill/>
            <a:ln w="20003">
              <a:solidFill>
                <a:srgbClr val="E4E8EB"/>
              </a:solidFill>
            </a:ln>
          </p:spPr>
        </p:sp>
        <p:sp>
          <p:nvSpPr>
            <p:cNvPr id="3082" name="Candidate_receptor__3081">
              <a:extLst>
                <a:ext uri="{FF2B5EF4-FFF2-40B4-BE49-F238E27FC236}">
                  <a16:creationId xmlns:a16="http://schemas.microsoft.com/office/drawing/2014/main" id="{2AE10BFB-3A66-9A29-4140-A557D035ABC6}"/>
                </a:ext>
              </a:extLst>
            </p:cNvPr>
            <p:cNvSpPr>
              <a:spLocks noGrp="1"/>
            </p:cNvSpPr>
            <p:nvPr/>
          </p:nvSpPr>
          <p:spPr>
            <a:xfrm>
              <a:off x="4838543" y="4366895"/>
              <a:ext cx="25699" cy="27619"/>
            </a:xfrm>
            <a:custGeom>
              <a:avLst/>
              <a:gdLst/>
              <a:ahLst/>
              <a:cxnLst/>
              <a:rect l="0" t="0" r="0" b="0"/>
              <a:pathLst>
                <a:path w="25699" h="27619">
                  <a:moveTo>
                    <a:pt x="0" y="0"/>
                  </a:moveTo>
                  <a:lnTo>
                    <a:pt x="25699" y="27619"/>
                  </a:lnTo>
                </a:path>
              </a:pathLst>
            </a:custGeom>
            <a:noFill/>
            <a:ln w="8096">
              <a:solidFill>
                <a:srgbClr val="E4E8EB"/>
              </a:solidFill>
            </a:ln>
          </p:spPr>
        </p:sp>
        <p:sp>
          <p:nvSpPr>
            <p:cNvPr id="3083" name="Candidate_receptor__3082">
              <a:extLst>
                <a:ext uri="{FF2B5EF4-FFF2-40B4-BE49-F238E27FC236}">
                  <a16:creationId xmlns:a16="http://schemas.microsoft.com/office/drawing/2014/main" id="{3E3C08CF-D623-5C8E-3C56-639A0C508CC4}"/>
                </a:ext>
              </a:extLst>
            </p:cNvPr>
            <p:cNvSpPr>
              <a:spLocks noGrp="1"/>
            </p:cNvSpPr>
            <p:nvPr/>
          </p:nvSpPr>
          <p:spPr>
            <a:xfrm>
              <a:off x="5399638" y="3031536"/>
              <a:ext cx="33062" cy="87197"/>
            </a:xfrm>
            <a:custGeom>
              <a:avLst/>
              <a:gdLst/>
              <a:ahLst/>
              <a:cxnLst/>
              <a:rect l="0" t="0" r="0" b="0"/>
              <a:pathLst>
                <a:path w="33062" h="87197">
                  <a:moveTo>
                    <a:pt x="33062" y="87197"/>
                  </a:moveTo>
                  <a:lnTo>
                    <a:pt x="0" y="0"/>
                  </a:lnTo>
                </a:path>
              </a:pathLst>
            </a:custGeom>
            <a:noFill/>
            <a:ln w="8096">
              <a:solidFill>
                <a:srgbClr val="E4E8EB"/>
              </a:solidFill>
            </a:ln>
          </p:spPr>
        </p:sp>
        <p:sp>
          <p:nvSpPr>
            <p:cNvPr id="3084" name="Candidate_receptor__3083">
              <a:extLst>
                <a:ext uri="{FF2B5EF4-FFF2-40B4-BE49-F238E27FC236}">
                  <a16:creationId xmlns:a16="http://schemas.microsoft.com/office/drawing/2014/main" id="{9125A188-226E-0C87-514C-DB0E3C867C5E}"/>
                </a:ext>
              </a:extLst>
            </p:cNvPr>
            <p:cNvSpPr>
              <a:spLocks noGrp="1"/>
            </p:cNvSpPr>
            <p:nvPr/>
          </p:nvSpPr>
          <p:spPr>
            <a:xfrm>
              <a:off x="6401329" y="4253257"/>
              <a:ext cx="64600" cy="43241"/>
            </a:xfrm>
            <a:custGeom>
              <a:avLst/>
              <a:gdLst/>
              <a:ahLst/>
              <a:cxnLst/>
              <a:rect l="0" t="0" r="0" b="0"/>
              <a:pathLst>
                <a:path w="64600" h="43241">
                  <a:moveTo>
                    <a:pt x="0" y="43241"/>
                  </a:moveTo>
                  <a:lnTo>
                    <a:pt x="64600" y="0"/>
                  </a:lnTo>
                </a:path>
              </a:pathLst>
            </a:custGeom>
            <a:noFill/>
            <a:ln w="20003">
              <a:solidFill>
                <a:srgbClr val="E4E8EB"/>
              </a:solidFill>
            </a:ln>
          </p:spPr>
        </p:sp>
        <p:sp>
          <p:nvSpPr>
            <p:cNvPr id="3085" name="Candidate_receptor__3084">
              <a:extLst>
                <a:ext uri="{FF2B5EF4-FFF2-40B4-BE49-F238E27FC236}">
                  <a16:creationId xmlns:a16="http://schemas.microsoft.com/office/drawing/2014/main" id="{36B49FA5-E74D-D208-EFF7-5B993A87D31F}"/>
                </a:ext>
              </a:extLst>
            </p:cNvPr>
            <p:cNvSpPr>
              <a:spLocks noGrp="1"/>
            </p:cNvSpPr>
            <p:nvPr/>
          </p:nvSpPr>
          <p:spPr>
            <a:xfrm>
              <a:off x="4919473" y="4027263"/>
              <a:ext cx="108528" cy="15749"/>
            </a:xfrm>
            <a:custGeom>
              <a:avLst/>
              <a:gdLst/>
              <a:ahLst/>
              <a:cxnLst/>
              <a:rect l="0" t="0" r="0" b="0"/>
              <a:pathLst>
                <a:path w="108528" h="15749">
                  <a:moveTo>
                    <a:pt x="0" y="15749"/>
                  </a:moveTo>
                  <a:lnTo>
                    <a:pt x="108528" y="0"/>
                  </a:lnTo>
                </a:path>
              </a:pathLst>
            </a:custGeom>
            <a:noFill/>
            <a:ln w="20003">
              <a:solidFill>
                <a:srgbClr val="E4E8EB"/>
              </a:solidFill>
            </a:ln>
          </p:spPr>
        </p:sp>
        <p:sp>
          <p:nvSpPr>
            <p:cNvPr id="3086" name="Candidate_receptor__3085">
              <a:extLst>
                <a:ext uri="{FF2B5EF4-FFF2-40B4-BE49-F238E27FC236}">
                  <a16:creationId xmlns:a16="http://schemas.microsoft.com/office/drawing/2014/main" id="{2AF516C9-C0E5-5EAE-F6E9-8E326CE6482B}"/>
                </a:ext>
              </a:extLst>
            </p:cNvPr>
            <p:cNvSpPr>
              <a:spLocks noGrp="1"/>
            </p:cNvSpPr>
            <p:nvPr/>
          </p:nvSpPr>
          <p:spPr>
            <a:xfrm>
              <a:off x="5992724" y="3015365"/>
              <a:ext cx="102613" cy="49296"/>
            </a:xfrm>
            <a:custGeom>
              <a:avLst/>
              <a:gdLst/>
              <a:ahLst/>
              <a:cxnLst/>
              <a:rect l="0" t="0" r="0" b="0"/>
              <a:pathLst>
                <a:path w="102613" h="49296">
                  <a:moveTo>
                    <a:pt x="0" y="49296"/>
                  </a:moveTo>
                  <a:lnTo>
                    <a:pt x="102613" y="0"/>
                  </a:lnTo>
                </a:path>
              </a:pathLst>
            </a:custGeom>
            <a:noFill/>
            <a:ln w="8096">
              <a:solidFill>
                <a:srgbClr val="E4E8EB"/>
              </a:solidFill>
            </a:ln>
          </p:spPr>
        </p:sp>
        <p:sp>
          <p:nvSpPr>
            <p:cNvPr id="3087" name="Candidate_receptor__3086">
              <a:extLst>
                <a:ext uri="{FF2B5EF4-FFF2-40B4-BE49-F238E27FC236}">
                  <a16:creationId xmlns:a16="http://schemas.microsoft.com/office/drawing/2014/main" id="{58B0C41A-8BBE-7FD0-0EBA-A7A9A14B6E26}"/>
                </a:ext>
              </a:extLst>
            </p:cNvPr>
            <p:cNvSpPr>
              <a:spLocks noGrp="1"/>
            </p:cNvSpPr>
            <p:nvPr/>
          </p:nvSpPr>
          <p:spPr>
            <a:xfrm>
              <a:off x="6345310" y="4135537"/>
              <a:ext cx="44423" cy="19809"/>
            </a:xfrm>
            <a:custGeom>
              <a:avLst/>
              <a:gdLst/>
              <a:ahLst/>
              <a:cxnLst/>
              <a:rect l="0" t="0" r="0" b="0"/>
              <a:pathLst>
                <a:path w="44423" h="19809">
                  <a:moveTo>
                    <a:pt x="44423" y="0"/>
                  </a:moveTo>
                  <a:lnTo>
                    <a:pt x="0" y="19809"/>
                  </a:lnTo>
                </a:path>
              </a:pathLst>
            </a:custGeom>
            <a:noFill/>
            <a:ln w="20003">
              <a:solidFill>
                <a:srgbClr val="E4E8EB"/>
              </a:solidFill>
            </a:ln>
          </p:spPr>
        </p:sp>
        <p:sp>
          <p:nvSpPr>
            <p:cNvPr id="3088" name="Candidate_receptor__3087">
              <a:extLst>
                <a:ext uri="{FF2B5EF4-FFF2-40B4-BE49-F238E27FC236}">
                  <a16:creationId xmlns:a16="http://schemas.microsoft.com/office/drawing/2014/main" id="{A99A0D5A-A51C-B64A-34FA-C249189C5E27}"/>
                </a:ext>
              </a:extLst>
            </p:cNvPr>
            <p:cNvSpPr>
              <a:spLocks noGrp="1"/>
            </p:cNvSpPr>
            <p:nvPr/>
          </p:nvSpPr>
          <p:spPr>
            <a:xfrm>
              <a:off x="4673846" y="3816953"/>
              <a:ext cx="108123" cy="7559"/>
            </a:xfrm>
            <a:custGeom>
              <a:avLst/>
              <a:gdLst/>
              <a:ahLst/>
              <a:cxnLst/>
              <a:rect l="0" t="0" r="0" b="0"/>
              <a:pathLst>
                <a:path w="108123" h="7559">
                  <a:moveTo>
                    <a:pt x="0" y="0"/>
                  </a:moveTo>
                  <a:lnTo>
                    <a:pt x="108123" y="7559"/>
                  </a:lnTo>
                </a:path>
              </a:pathLst>
            </a:custGeom>
            <a:noFill/>
            <a:ln w="20003">
              <a:solidFill>
                <a:srgbClr val="E4E8EB"/>
              </a:solidFill>
            </a:ln>
          </p:spPr>
        </p:sp>
        <p:sp>
          <p:nvSpPr>
            <p:cNvPr id="3089" name="Candidate_receptor__3088">
              <a:extLst>
                <a:ext uri="{FF2B5EF4-FFF2-40B4-BE49-F238E27FC236}">
                  <a16:creationId xmlns:a16="http://schemas.microsoft.com/office/drawing/2014/main" id="{82BD3E58-DF97-91FC-A7D4-FD11D17E6EEC}"/>
                </a:ext>
              </a:extLst>
            </p:cNvPr>
            <p:cNvSpPr>
              <a:spLocks noGrp="1"/>
            </p:cNvSpPr>
            <p:nvPr/>
          </p:nvSpPr>
          <p:spPr>
            <a:xfrm>
              <a:off x="5281043" y="3194540"/>
              <a:ext cx="22198" cy="42094"/>
            </a:xfrm>
            <a:custGeom>
              <a:avLst/>
              <a:gdLst/>
              <a:ahLst/>
              <a:cxnLst/>
              <a:rect l="0" t="0" r="0" b="0"/>
              <a:pathLst>
                <a:path w="22198" h="42094">
                  <a:moveTo>
                    <a:pt x="22198" y="0"/>
                  </a:moveTo>
                  <a:lnTo>
                    <a:pt x="0" y="42094"/>
                  </a:lnTo>
                </a:path>
              </a:pathLst>
            </a:custGeom>
            <a:noFill/>
            <a:ln w="20003">
              <a:solidFill>
                <a:srgbClr val="E4E8EB"/>
              </a:solidFill>
            </a:ln>
          </p:spPr>
        </p:sp>
        <p:sp>
          <p:nvSpPr>
            <p:cNvPr id="3090" name="Candidate_receptor__3089">
              <a:extLst>
                <a:ext uri="{FF2B5EF4-FFF2-40B4-BE49-F238E27FC236}">
                  <a16:creationId xmlns:a16="http://schemas.microsoft.com/office/drawing/2014/main" id="{02B01326-E867-E4AD-1C9E-FF460E7B4CA9}"/>
                </a:ext>
              </a:extLst>
            </p:cNvPr>
            <p:cNvSpPr>
              <a:spLocks noGrp="1"/>
            </p:cNvSpPr>
            <p:nvPr/>
          </p:nvSpPr>
          <p:spPr>
            <a:xfrm>
              <a:off x="4634712" y="2607360"/>
              <a:ext cx="2992" cy="2183"/>
            </a:xfrm>
            <a:custGeom>
              <a:avLst/>
              <a:gdLst/>
              <a:ahLst/>
              <a:cxnLst/>
              <a:rect l="0" t="0" r="0" b="0"/>
              <a:pathLst>
                <a:path w="2992" h="2183">
                  <a:moveTo>
                    <a:pt x="2992" y="0"/>
                  </a:moveTo>
                  <a:lnTo>
                    <a:pt x="0" y="2183"/>
                  </a:lnTo>
                </a:path>
              </a:pathLst>
            </a:custGeom>
            <a:noFill/>
            <a:ln w="8096">
              <a:solidFill>
                <a:srgbClr val="E4E8EB"/>
              </a:solidFill>
            </a:ln>
          </p:spPr>
        </p:sp>
        <p:sp>
          <p:nvSpPr>
            <p:cNvPr id="3091" name="Candidate_receptor__3090">
              <a:extLst>
                <a:ext uri="{FF2B5EF4-FFF2-40B4-BE49-F238E27FC236}">
                  <a16:creationId xmlns:a16="http://schemas.microsoft.com/office/drawing/2014/main" id="{8860C56F-D1E0-16B1-6746-1A13482279B9}"/>
                </a:ext>
              </a:extLst>
            </p:cNvPr>
            <p:cNvSpPr>
              <a:spLocks noGrp="1"/>
            </p:cNvSpPr>
            <p:nvPr/>
          </p:nvSpPr>
          <p:spPr>
            <a:xfrm>
              <a:off x="4442655" y="2402999"/>
              <a:ext cx="68550" cy="67206"/>
            </a:xfrm>
            <a:custGeom>
              <a:avLst/>
              <a:gdLst/>
              <a:ahLst/>
              <a:cxnLst/>
              <a:rect l="0" t="0" r="0" b="0"/>
              <a:pathLst>
                <a:path w="68550" h="67206">
                  <a:moveTo>
                    <a:pt x="68550" y="0"/>
                  </a:moveTo>
                  <a:lnTo>
                    <a:pt x="0" y="67206"/>
                  </a:lnTo>
                </a:path>
              </a:pathLst>
            </a:custGeom>
            <a:noFill/>
            <a:ln w="8096">
              <a:solidFill>
                <a:srgbClr val="E4E8EB"/>
              </a:solidFill>
            </a:ln>
          </p:spPr>
        </p:sp>
        <p:sp>
          <p:nvSpPr>
            <p:cNvPr id="3092" name="Candidate_receptor__3091">
              <a:extLst>
                <a:ext uri="{FF2B5EF4-FFF2-40B4-BE49-F238E27FC236}">
                  <a16:creationId xmlns:a16="http://schemas.microsoft.com/office/drawing/2014/main" id="{C0B1207D-8E56-0A87-C46E-72C8FB8C833C}"/>
                </a:ext>
              </a:extLst>
            </p:cNvPr>
            <p:cNvSpPr>
              <a:spLocks noGrp="1"/>
            </p:cNvSpPr>
            <p:nvPr/>
          </p:nvSpPr>
          <p:spPr>
            <a:xfrm>
              <a:off x="4941789" y="2359442"/>
              <a:ext cx="114646" cy="8976"/>
            </a:xfrm>
            <a:custGeom>
              <a:avLst/>
              <a:gdLst/>
              <a:ahLst/>
              <a:cxnLst/>
              <a:rect l="0" t="0" r="0" b="0"/>
              <a:pathLst>
                <a:path w="114646" h="8976">
                  <a:moveTo>
                    <a:pt x="0" y="8976"/>
                  </a:moveTo>
                  <a:lnTo>
                    <a:pt x="114646" y="0"/>
                  </a:lnTo>
                </a:path>
              </a:pathLst>
            </a:custGeom>
            <a:noFill/>
            <a:ln w="8096">
              <a:solidFill>
                <a:srgbClr val="E4E8EB"/>
              </a:solidFill>
            </a:ln>
          </p:spPr>
        </p:sp>
        <p:sp>
          <p:nvSpPr>
            <p:cNvPr id="3093" name="Candidate_receptor__3092">
              <a:extLst>
                <a:ext uri="{FF2B5EF4-FFF2-40B4-BE49-F238E27FC236}">
                  <a16:creationId xmlns:a16="http://schemas.microsoft.com/office/drawing/2014/main" id="{E3EED22F-2B82-1895-70B9-E5C532CF5DF7}"/>
                </a:ext>
              </a:extLst>
            </p:cNvPr>
            <p:cNvSpPr>
              <a:spLocks noGrp="1"/>
            </p:cNvSpPr>
            <p:nvPr/>
          </p:nvSpPr>
          <p:spPr>
            <a:xfrm>
              <a:off x="4995448" y="4654603"/>
              <a:ext cx="18564" cy="98535"/>
            </a:xfrm>
            <a:custGeom>
              <a:avLst/>
              <a:gdLst/>
              <a:ahLst/>
              <a:cxnLst/>
              <a:rect l="0" t="0" r="0" b="0"/>
              <a:pathLst>
                <a:path w="18564" h="98535">
                  <a:moveTo>
                    <a:pt x="18564" y="0"/>
                  </a:moveTo>
                  <a:lnTo>
                    <a:pt x="0" y="98535"/>
                  </a:lnTo>
                </a:path>
              </a:pathLst>
            </a:custGeom>
            <a:noFill/>
            <a:ln w="20003">
              <a:solidFill>
                <a:srgbClr val="E4E8EB"/>
              </a:solidFill>
            </a:ln>
          </p:spPr>
        </p:sp>
        <p:sp>
          <p:nvSpPr>
            <p:cNvPr id="3094" name="Candidate_receptor__3093">
              <a:extLst>
                <a:ext uri="{FF2B5EF4-FFF2-40B4-BE49-F238E27FC236}">
                  <a16:creationId xmlns:a16="http://schemas.microsoft.com/office/drawing/2014/main" id="{C56F3F1B-05FD-DE98-011A-C044EA38BE6B}"/>
                </a:ext>
              </a:extLst>
            </p:cNvPr>
            <p:cNvSpPr>
              <a:spLocks noGrp="1"/>
            </p:cNvSpPr>
            <p:nvPr/>
          </p:nvSpPr>
          <p:spPr>
            <a:xfrm>
              <a:off x="6115227" y="3647867"/>
              <a:ext cx="47234" cy="91777"/>
            </a:xfrm>
            <a:custGeom>
              <a:avLst/>
              <a:gdLst/>
              <a:ahLst/>
              <a:cxnLst/>
              <a:rect l="0" t="0" r="0" b="0"/>
              <a:pathLst>
                <a:path w="47234" h="91777">
                  <a:moveTo>
                    <a:pt x="0" y="91777"/>
                  </a:moveTo>
                  <a:lnTo>
                    <a:pt x="47234" y="0"/>
                  </a:lnTo>
                </a:path>
              </a:pathLst>
            </a:custGeom>
            <a:noFill/>
            <a:ln w="20003">
              <a:solidFill>
                <a:srgbClr val="E4E8EB"/>
              </a:solidFill>
            </a:ln>
          </p:spPr>
        </p:sp>
        <p:sp>
          <p:nvSpPr>
            <p:cNvPr id="3095" name="Candidate_receptor__3094">
              <a:extLst>
                <a:ext uri="{FF2B5EF4-FFF2-40B4-BE49-F238E27FC236}">
                  <a16:creationId xmlns:a16="http://schemas.microsoft.com/office/drawing/2014/main" id="{5F69E739-99AD-A385-15CD-DCCBE86C0E03}"/>
                </a:ext>
              </a:extLst>
            </p:cNvPr>
            <p:cNvSpPr>
              <a:spLocks noGrp="1"/>
            </p:cNvSpPr>
            <p:nvPr/>
          </p:nvSpPr>
          <p:spPr>
            <a:xfrm>
              <a:off x="4895137" y="2097583"/>
              <a:ext cx="26082" cy="78233"/>
            </a:xfrm>
            <a:custGeom>
              <a:avLst/>
              <a:gdLst/>
              <a:ahLst/>
              <a:cxnLst/>
              <a:rect l="0" t="0" r="0" b="0"/>
              <a:pathLst>
                <a:path w="26082" h="78233">
                  <a:moveTo>
                    <a:pt x="26082" y="0"/>
                  </a:moveTo>
                  <a:lnTo>
                    <a:pt x="0" y="78233"/>
                  </a:lnTo>
                </a:path>
              </a:pathLst>
            </a:custGeom>
            <a:noFill/>
            <a:ln w="8096">
              <a:solidFill>
                <a:srgbClr val="E4E8EB"/>
              </a:solidFill>
            </a:ln>
          </p:spPr>
        </p:sp>
        <p:sp>
          <p:nvSpPr>
            <p:cNvPr id="3096" name="Candidate_receptor__3095">
              <a:extLst>
                <a:ext uri="{FF2B5EF4-FFF2-40B4-BE49-F238E27FC236}">
                  <a16:creationId xmlns:a16="http://schemas.microsoft.com/office/drawing/2014/main" id="{7D883857-D9E8-6345-E2AE-C6EF5DB1EF89}"/>
                </a:ext>
              </a:extLst>
            </p:cNvPr>
            <p:cNvSpPr>
              <a:spLocks noGrp="1"/>
            </p:cNvSpPr>
            <p:nvPr/>
          </p:nvSpPr>
          <p:spPr>
            <a:xfrm>
              <a:off x="4628886" y="3388593"/>
              <a:ext cx="92267" cy="20917"/>
            </a:xfrm>
            <a:custGeom>
              <a:avLst/>
              <a:gdLst/>
              <a:ahLst/>
              <a:cxnLst/>
              <a:rect l="0" t="0" r="0" b="0"/>
              <a:pathLst>
                <a:path w="92267" h="20917">
                  <a:moveTo>
                    <a:pt x="92267" y="0"/>
                  </a:moveTo>
                  <a:lnTo>
                    <a:pt x="0" y="20917"/>
                  </a:lnTo>
                </a:path>
              </a:pathLst>
            </a:custGeom>
            <a:noFill/>
            <a:ln w="20003">
              <a:solidFill>
                <a:srgbClr val="E4E8EB"/>
              </a:solidFill>
            </a:ln>
          </p:spPr>
        </p:sp>
        <p:sp>
          <p:nvSpPr>
            <p:cNvPr id="3097" name="Candidate_receptor__3096">
              <a:extLst>
                <a:ext uri="{FF2B5EF4-FFF2-40B4-BE49-F238E27FC236}">
                  <a16:creationId xmlns:a16="http://schemas.microsoft.com/office/drawing/2014/main" id="{9A857471-9395-2952-4AB0-2FF3EAEA9CFD}"/>
                </a:ext>
              </a:extLst>
            </p:cNvPr>
            <p:cNvSpPr>
              <a:spLocks noGrp="1"/>
            </p:cNvSpPr>
            <p:nvPr/>
          </p:nvSpPr>
          <p:spPr>
            <a:xfrm>
              <a:off x="4721754" y="2658367"/>
              <a:ext cx="86093" cy="75191"/>
            </a:xfrm>
            <a:custGeom>
              <a:avLst/>
              <a:gdLst/>
              <a:ahLst/>
              <a:cxnLst/>
              <a:rect l="0" t="0" r="0" b="0"/>
              <a:pathLst>
                <a:path w="86093" h="75191">
                  <a:moveTo>
                    <a:pt x="0" y="75191"/>
                  </a:moveTo>
                  <a:lnTo>
                    <a:pt x="86093" y="0"/>
                  </a:lnTo>
                </a:path>
              </a:pathLst>
            </a:custGeom>
            <a:noFill/>
            <a:ln w="20003">
              <a:solidFill>
                <a:srgbClr val="E4E8EB"/>
              </a:solidFill>
            </a:ln>
          </p:spPr>
        </p:sp>
        <p:sp>
          <p:nvSpPr>
            <p:cNvPr id="3098" name="Candidate_receptor__3097">
              <a:extLst>
                <a:ext uri="{FF2B5EF4-FFF2-40B4-BE49-F238E27FC236}">
                  <a16:creationId xmlns:a16="http://schemas.microsoft.com/office/drawing/2014/main" id="{2C9473B9-03E7-0339-1407-0BE94538EE86}"/>
                </a:ext>
              </a:extLst>
            </p:cNvPr>
            <p:cNvSpPr>
              <a:spLocks noGrp="1"/>
            </p:cNvSpPr>
            <p:nvPr/>
          </p:nvSpPr>
          <p:spPr>
            <a:xfrm>
              <a:off x="4722991" y="2070674"/>
              <a:ext cx="62371" cy="95513"/>
            </a:xfrm>
            <a:custGeom>
              <a:avLst/>
              <a:gdLst/>
              <a:ahLst/>
              <a:cxnLst/>
              <a:rect l="0" t="0" r="0" b="0"/>
              <a:pathLst>
                <a:path w="62371" h="95513">
                  <a:moveTo>
                    <a:pt x="62371" y="95513"/>
                  </a:moveTo>
                  <a:lnTo>
                    <a:pt x="0" y="0"/>
                  </a:lnTo>
                </a:path>
              </a:pathLst>
            </a:custGeom>
            <a:noFill/>
            <a:ln w="8096">
              <a:solidFill>
                <a:srgbClr val="E4E8EB"/>
              </a:solidFill>
            </a:ln>
          </p:spPr>
        </p:sp>
        <p:sp>
          <p:nvSpPr>
            <p:cNvPr id="3099" name="Candidate_receptor__3098">
              <a:extLst>
                <a:ext uri="{FF2B5EF4-FFF2-40B4-BE49-F238E27FC236}">
                  <a16:creationId xmlns:a16="http://schemas.microsoft.com/office/drawing/2014/main" id="{A77EA4E4-2B39-B427-079F-978545CA5245}"/>
                </a:ext>
              </a:extLst>
            </p:cNvPr>
            <p:cNvSpPr>
              <a:spLocks noGrp="1"/>
            </p:cNvSpPr>
            <p:nvPr/>
          </p:nvSpPr>
          <p:spPr>
            <a:xfrm>
              <a:off x="6073347" y="3394345"/>
              <a:ext cx="94424" cy="60266"/>
            </a:xfrm>
            <a:custGeom>
              <a:avLst/>
              <a:gdLst/>
              <a:ahLst/>
              <a:cxnLst/>
              <a:rect l="0" t="0" r="0" b="0"/>
              <a:pathLst>
                <a:path w="94424" h="60266">
                  <a:moveTo>
                    <a:pt x="0" y="60266"/>
                  </a:moveTo>
                  <a:lnTo>
                    <a:pt x="94424" y="0"/>
                  </a:lnTo>
                </a:path>
              </a:pathLst>
            </a:custGeom>
            <a:noFill/>
            <a:ln w="20003">
              <a:solidFill>
                <a:srgbClr val="E4E8EB"/>
              </a:solidFill>
            </a:ln>
          </p:spPr>
        </p:sp>
        <p:sp>
          <p:nvSpPr>
            <p:cNvPr id="3100" name="Candidate_receptor__3099">
              <a:extLst>
                <a:ext uri="{FF2B5EF4-FFF2-40B4-BE49-F238E27FC236}">
                  <a16:creationId xmlns:a16="http://schemas.microsoft.com/office/drawing/2014/main" id="{2F3A641C-B616-32BA-22C8-25F6E0B6D203}"/>
                </a:ext>
              </a:extLst>
            </p:cNvPr>
            <p:cNvSpPr>
              <a:spLocks noGrp="1"/>
            </p:cNvSpPr>
            <p:nvPr/>
          </p:nvSpPr>
          <p:spPr>
            <a:xfrm>
              <a:off x="5763559" y="3203464"/>
              <a:ext cx="107846" cy="34379"/>
            </a:xfrm>
            <a:custGeom>
              <a:avLst/>
              <a:gdLst/>
              <a:ahLst/>
              <a:cxnLst/>
              <a:rect l="0" t="0" r="0" b="0"/>
              <a:pathLst>
                <a:path w="107846" h="34379">
                  <a:moveTo>
                    <a:pt x="0" y="0"/>
                  </a:moveTo>
                  <a:lnTo>
                    <a:pt x="107846" y="34379"/>
                  </a:lnTo>
                </a:path>
              </a:pathLst>
            </a:custGeom>
            <a:noFill/>
            <a:ln w="20003">
              <a:solidFill>
                <a:srgbClr val="E4E8EB"/>
              </a:solidFill>
            </a:ln>
          </p:spPr>
        </p:sp>
        <p:sp>
          <p:nvSpPr>
            <p:cNvPr id="3101" name="Candidate_receptor__3100">
              <a:extLst>
                <a:ext uri="{FF2B5EF4-FFF2-40B4-BE49-F238E27FC236}">
                  <a16:creationId xmlns:a16="http://schemas.microsoft.com/office/drawing/2014/main" id="{00A25452-7F0C-C3DE-579F-338ED23161AB}"/>
                </a:ext>
              </a:extLst>
            </p:cNvPr>
            <p:cNvSpPr>
              <a:spLocks noGrp="1"/>
            </p:cNvSpPr>
            <p:nvPr/>
          </p:nvSpPr>
          <p:spPr>
            <a:xfrm>
              <a:off x="5710061" y="2000910"/>
              <a:ext cx="46555" cy="98606"/>
            </a:xfrm>
            <a:custGeom>
              <a:avLst/>
              <a:gdLst/>
              <a:ahLst/>
              <a:cxnLst/>
              <a:rect l="0" t="0" r="0" b="0"/>
              <a:pathLst>
                <a:path w="46555" h="98606">
                  <a:moveTo>
                    <a:pt x="0" y="98606"/>
                  </a:moveTo>
                  <a:lnTo>
                    <a:pt x="46555" y="0"/>
                  </a:lnTo>
                </a:path>
              </a:pathLst>
            </a:custGeom>
            <a:noFill/>
            <a:ln w="20003">
              <a:solidFill>
                <a:srgbClr val="E4E8EB"/>
              </a:solidFill>
            </a:ln>
          </p:spPr>
        </p:sp>
        <p:sp>
          <p:nvSpPr>
            <p:cNvPr id="3102" name="Candidate_receptor__3101">
              <a:extLst>
                <a:ext uri="{FF2B5EF4-FFF2-40B4-BE49-F238E27FC236}">
                  <a16:creationId xmlns:a16="http://schemas.microsoft.com/office/drawing/2014/main" id="{18A39E6F-F1D5-714B-3400-967D55FCAFB7}"/>
                </a:ext>
              </a:extLst>
            </p:cNvPr>
            <p:cNvSpPr>
              <a:spLocks noGrp="1"/>
            </p:cNvSpPr>
            <p:nvPr/>
          </p:nvSpPr>
          <p:spPr>
            <a:xfrm>
              <a:off x="5200482" y="3662388"/>
              <a:ext cx="2168" cy="109295"/>
            </a:xfrm>
            <a:custGeom>
              <a:avLst/>
              <a:gdLst/>
              <a:ahLst/>
              <a:cxnLst/>
              <a:rect l="0" t="0" r="0" b="0"/>
              <a:pathLst>
                <a:path w="2168" h="109295">
                  <a:moveTo>
                    <a:pt x="0" y="0"/>
                  </a:moveTo>
                  <a:lnTo>
                    <a:pt x="2168" y="109295"/>
                  </a:lnTo>
                </a:path>
              </a:pathLst>
            </a:custGeom>
            <a:noFill/>
            <a:ln w="20003">
              <a:solidFill>
                <a:srgbClr val="E4E8EB"/>
              </a:solidFill>
            </a:ln>
          </p:spPr>
        </p:sp>
        <p:sp>
          <p:nvSpPr>
            <p:cNvPr id="3103" name="Candidate_receptor__3102">
              <a:extLst>
                <a:ext uri="{FF2B5EF4-FFF2-40B4-BE49-F238E27FC236}">
                  <a16:creationId xmlns:a16="http://schemas.microsoft.com/office/drawing/2014/main" id="{C30EF43B-2366-1319-0B71-00DE234632D6}"/>
                </a:ext>
              </a:extLst>
            </p:cNvPr>
            <p:cNvSpPr>
              <a:spLocks noGrp="1"/>
            </p:cNvSpPr>
            <p:nvPr/>
          </p:nvSpPr>
          <p:spPr>
            <a:xfrm>
              <a:off x="6465929" y="4158367"/>
              <a:ext cx="31348" cy="94890"/>
            </a:xfrm>
            <a:custGeom>
              <a:avLst/>
              <a:gdLst/>
              <a:ahLst/>
              <a:cxnLst/>
              <a:rect l="0" t="0" r="0" b="0"/>
              <a:pathLst>
                <a:path w="31348" h="94890">
                  <a:moveTo>
                    <a:pt x="0" y="94890"/>
                  </a:moveTo>
                  <a:lnTo>
                    <a:pt x="31348" y="0"/>
                  </a:lnTo>
                </a:path>
              </a:pathLst>
            </a:custGeom>
            <a:noFill/>
            <a:ln w="20003">
              <a:solidFill>
                <a:srgbClr val="E4E8EB"/>
              </a:solidFill>
            </a:ln>
          </p:spPr>
        </p:sp>
        <p:sp>
          <p:nvSpPr>
            <p:cNvPr id="3104" name="Candidate_receptor__3103">
              <a:extLst>
                <a:ext uri="{FF2B5EF4-FFF2-40B4-BE49-F238E27FC236}">
                  <a16:creationId xmlns:a16="http://schemas.microsoft.com/office/drawing/2014/main" id="{728DDDA8-C206-7E41-C574-7202D0ED7B08}"/>
                </a:ext>
              </a:extLst>
            </p:cNvPr>
            <p:cNvSpPr>
              <a:spLocks noGrp="1"/>
            </p:cNvSpPr>
            <p:nvPr/>
          </p:nvSpPr>
          <p:spPr>
            <a:xfrm>
              <a:off x="4959121" y="4588539"/>
              <a:ext cx="54891" cy="66064"/>
            </a:xfrm>
            <a:custGeom>
              <a:avLst/>
              <a:gdLst/>
              <a:ahLst/>
              <a:cxnLst/>
              <a:rect l="0" t="0" r="0" b="0"/>
              <a:pathLst>
                <a:path w="54891" h="66064">
                  <a:moveTo>
                    <a:pt x="0" y="0"/>
                  </a:moveTo>
                  <a:lnTo>
                    <a:pt x="54891" y="66064"/>
                  </a:lnTo>
                </a:path>
              </a:pathLst>
            </a:custGeom>
            <a:noFill/>
            <a:ln w="20003">
              <a:solidFill>
                <a:srgbClr val="E4E8EB"/>
              </a:solidFill>
            </a:ln>
          </p:spPr>
        </p:sp>
        <p:sp>
          <p:nvSpPr>
            <p:cNvPr id="3105" name="Candidate_receptor__3104">
              <a:extLst>
                <a:ext uri="{FF2B5EF4-FFF2-40B4-BE49-F238E27FC236}">
                  <a16:creationId xmlns:a16="http://schemas.microsoft.com/office/drawing/2014/main" id="{ABD6F356-4427-E93E-E503-508B3A949A98}"/>
                </a:ext>
              </a:extLst>
            </p:cNvPr>
            <p:cNvSpPr>
              <a:spLocks noGrp="1"/>
            </p:cNvSpPr>
            <p:nvPr/>
          </p:nvSpPr>
          <p:spPr>
            <a:xfrm>
              <a:off x="5699305" y="1688774"/>
              <a:ext cx="85318" cy="69542"/>
            </a:xfrm>
            <a:custGeom>
              <a:avLst/>
              <a:gdLst/>
              <a:ahLst/>
              <a:cxnLst/>
              <a:rect l="0" t="0" r="0" b="0"/>
              <a:pathLst>
                <a:path w="85318" h="69542">
                  <a:moveTo>
                    <a:pt x="85318" y="0"/>
                  </a:moveTo>
                  <a:lnTo>
                    <a:pt x="0" y="69542"/>
                  </a:lnTo>
                </a:path>
              </a:pathLst>
            </a:custGeom>
            <a:noFill/>
            <a:ln w="20003">
              <a:solidFill>
                <a:srgbClr val="E4E8EB"/>
              </a:solidFill>
            </a:ln>
          </p:spPr>
        </p:sp>
        <p:sp>
          <p:nvSpPr>
            <p:cNvPr id="3106" name="Candidate_receptor__3105">
              <a:extLst>
                <a:ext uri="{FF2B5EF4-FFF2-40B4-BE49-F238E27FC236}">
                  <a16:creationId xmlns:a16="http://schemas.microsoft.com/office/drawing/2014/main" id="{5A986D45-0453-AA62-D09A-00F10D481544}"/>
                </a:ext>
              </a:extLst>
            </p:cNvPr>
            <p:cNvSpPr>
              <a:spLocks noGrp="1"/>
            </p:cNvSpPr>
            <p:nvPr/>
          </p:nvSpPr>
          <p:spPr>
            <a:xfrm>
              <a:off x="4757147" y="5097493"/>
              <a:ext cx="107712" cy="26504"/>
            </a:xfrm>
            <a:custGeom>
              <a:avLst/>
              <a:gdLst/>
              <a:ahLst/>
              <a:cxnLst/>
              <a:rect l="0" t="0" r="0" b="0"/>
              <a:pathLst>
                <a:path w="107712" h="26504">
                  <a:moveTo>
                    <a:pt x="0" y="26504"/>
                  </a:moveTo>
                  <a:lnTo>
                    <a:pt x="107712" y="0"/>
                  </a:lnTo>
                </a:path>
              </a:pathLst>
            </a:custGeom>
            <a:noFill/>
            <a:ln w="20003">
              <a:solidFill>
                <a:srgbClr val="E4E8EB"/>
              </a:solidFill>
            </a:ln>
          </p:spPr>
        </p:sp>
        <p:sp>
          <p:nvSpPr>
            <p:cNvPr id="3107" name="Candidate_receptor__3106">
              <a:extLst>
                <a:ext uri="{FF2B5EF4-FFF2-40B4-BE49-F238E27FC236}">
                  <a16:creationId xmlns:a16="http://schemas.microsoft.com/office/drawing/2014/main" id="{E15C4C52-319F-FE75-D049-73DE0ACFBEF4}"/>
                </a:ext>
              </a:extLst>
            </p:cNvPr>
            <p:cNvSpPr>
              <a:spLocks noGrp="1"/>
            </p:cNvSpPr>
            <p:nvPr/>
          </p:nvSpPr>
          <p:spPr>
            <a:xfrm>
              <a:off x="5812673" y="3686120"/>
              <a:ext cx="87524" cy="64468"/>
            </a:xfrm>
            <a:custGeom>
              <a:avLst/>
              <a:gdLst/>
              <a:ahLst/>
              <a:cxnLst/>
              <a:rect l="0" t="0" r="0" b="0"/>
              <a:pathLst>
                <a:path w="87524" h="64468">
                  <a:moveTo>
                    <a:pt x="0" y="0"/>
                  </a:moveTo>
                  <a:lnTo>
                    <a:pt x="87524" y="64468"/>
                  </a:lnTo>
                </a:path>
              </a:pathLst>
            </a:custGeom>
            <a:noFill/>
            <a:ln w="20003">
              <a:solidFill>
                <a:srgbClr val="E4E8EB"/>
              </a:solidFill>
            </a:ln>
          </p:spPr>
        </p:sp>
        <p:sp>
          <p:nvSpPr>
            <p:cNvPr id="3108" name="Candidate_receptor__3107">
              <a:extLst>
                <a:ext uri="{FF2B5EF4-FFF2-40B4-BE49-F238E27FC236}">
                  <a16:creationId xmlns:a16="http://schemas.microsoft.com/office/drawing/2014/main" id="{5EBCF2F0-F754-4067-A953-2B6F2F4C8FFF}"/>
                </a:ext>
              </a:extLst>
            </p:cNvPr>
            <p:cNvSpPr>
              <a:spLocks noGrp="1"/>
            </p:cNvSpPr>
            <p:nvPr/>
          </p:nvSpPr>
          <p:spPr>
            <a:xfrm>
              <a:off x="6117882" y="4035899"/>
              <a:ext cx="32244" cy="103601"/>
            </a:xfrm>
            <a:custGeom>
              <a:avLst/>
              <a:gdLst/>
              <a:ahLst/>
              <a:cxnLst/>
              <a:rect l="0" t="0" r="0" b="0"/>
              <a:pathLst>
                <a:path w="32244" h="103601">
                  <a:moveTo>
                    <a:pt x="32244" y="103601"/>
                  </a:moveTo>
                  <a:lnTo>
                    <a:pt x="0" y="0"/>
                  </a:lnTo>
                </a:path>
              </a:pathLst>
            </a:custGeom>
            <a:noFill/>
            <a:ln w="20003">
              <a:solidFill>
                <a:srgbClr val="E4E8EB"/>
              </a:solidFill>
            </a:ln>
          </p:spPr>
        </p:sp>
        <p:sp>
          <p:nvSpPr>
            <p:cNvPr id="3109" name="Candidate_receptor__3108">
              <a:extLst>
                <a:ext uri="{FF2B5EF4-FFF2-40B4-BE49-F238E27FC236}">
                  <a16:creationId xmlns:a16="http://schemas.microsoft.com/office/drawing/2014/main" id="{58E52F8D-AB96-6283-EED9-248E74702A18}"/>
                </a:ext>
              </a:extLst>
            </p:cNvPr>
            <p:cNvSpPr>
              <a:spLocks noGrp="1"/>
            </p:cNvSpPr>
            <p:nvPr/>
          </p:nvSpPr>
          <p:spPr>
            <a:xfrm>
              <a:off x="5563441" y="3589054"/>
              <a:ext cx="65691" cy="34688"/>
            </a:xfrm>
            <a:custGeom>
              <a:avLst/>
              <a:gdLst/>
              <a:ahLst/>
              <a:cxnLst/>
              <a:rect l="0" t="0" r="0" b="0"/>
              <a:pathLst>
                <a:path w="65691" h="34688">
                  <a:moveTo>
                    <a:pt x="65691" y="34688"/>
                  </a:moveTo>
                  <a:lnTo>
                    <a:pt x="0" y="0"/>
                  </a:lnTo>
                </a:path>
              </a:pathLst>
            </a:custGeom>
            <a:noFill/>
            <a:ln w="20003">
              <a:solidFill>
                <a:srgbClr val="E4E8EB"/>
              </a:solidFill>
            </a:ln>
          </p:spPr>
        </p:sp>
        <p:sp>
          <p:nvSpPr>
            <p:cNvPr id="3110" name="Candidate_receptor__3109">
              <a:extLst>
                <a:ext uri="{FF2B5EF4-FFF2-40B4-BE49-F238E27FC236}">
                  <a16:creationId xmlns:a16="http://schemas.microsoft.com/office/drawing/2014/main" id="{68A78EED-3933-9E23-6F81-1107373F4936}"/>
                </a:ext>
              </a:extLst>
            </p:cNvPr>
            <p:cNvSpPr>
              <a:spLocks noGrp="1"/>
            </p:cNvSpPr>
            <p:nvPr/>
          </p:nvSpPr>
          <p:spPr>
            <a:xfrm>
              <a:off x="5628891" y="3448568"/>
              <a:ext cx="6342" cy="20800"/>
            </a:xfrm>
            <a:custGeom>
              <a:avLst/>
              <a:gdLst/>
              <a:ahLst/>
              <a:cxnLst/>
              <a:rect l="0" t="0" r="0" b="0"/>
              <a:pathLst>
                <a:path w="6342" h="20800">
                  <a:moveTo>
                    <a:pt x="6342" y="20800"/>
                  </a:moveTo>
                  <a:lnTo>
                    <a:pt x="0" y="0"/>
                  </a:lnTo>
                </a:path>
              </a:pathLst>
            </a:custGeom>
            <a:noFill/>
            <a:ln w="20003">
              <a:solidFill>
                <a:srgbClr val="E4E8EB"/>
              </a:solidFill>
            </a:ln>
          </p:spPr>
        </p:sp>
        <p:sp>
          <p:nvSpPr>
            <p:cNvPr id="3111" name="Candidate_receptor__3110">
              <a:extLst>
                <a:ext uri="{FF2B5EF4-FFF2-40B4-BE49-F238E27FC236}">
                  <a16:creationId xmlns:a16="http://schemas.microsoft.com/office/drawing/2014/main" id="{CFFCB181-08F2-4C5A-6BDC-320B544497CB}"/>
                </a:ext>
              </a:extLst>
            </p:cNvPr>
            <p:cNvSpPr>
              <a:spLocks noGrp="1"/>
            </p:cNvSpPr>
            <p:nvPr/>
          </p:nvSpPr>
          <p:spPr>
            <a:xfrm>
              <a:off x="5887499" y="4271539"/>
              <a:ext cx="37539" cy="65948"/>
            </a:xfrm>
            <a:custGeom>
              <a:avLst/>
              <a:gdLst/>
              <a:ahLst/>
              <a:cxnLst/>
              <a:rect l="0" t="0" r="0" b="0"/>
              <a:pathLst>
                <a:path w="37539" h="65948">
                  <a:moveTo>
                    <a:pt x="0" y="0"/>
                  </a:moveTo>
                  <a:lnTo>
                    <a:pt x="37539" y="65948"/>
                  </a:lnTo>
                </a:path>
              </a:pathLst>
            </a:custGeom>
            <a:noFill/>
            <a:ln w="20003">
              <a:solidFill>
                <a:srgbClr val="E4E8EB"/>
              </a:solidFill>
            </a:ln>
          </p:spPr>
        </p:sp>
        <p:sp>
          <p:nvSpPr>
            <p:cNvPr id="3112" name="Candidate_receptor__3111">
              <a:extLst>
                <a:ext uri="{FF2B5EF4-FFF2-40B4-BE49-F238E27FC236}">
                  <a16:creationId xmlns:a16="http://schemas.microsoft.com/office/drawing/2014/main" id="{3158B5FD-F9E1-C3F7-A241-7AAB4EFEC1DD}"/>
                </a:ext>
              </a:extLst>
            </p:cNvPr>
            <p:cNvSpPr>
              <a:spLocks noGrp="1"/>
            </p:cNvSpPr>
            <p:nvPr/>
          </p:nvSpPr>
          <p:spPr>
            <a:xfrm>
              <a:off x="5901207" y="3064662"/>
              <a:ext cx="91517" cy="20281"/>
            </a:xfrm>
            <a:custGeom>
              <a:avLst/>
              <a:gdLst/>
              <a:ahLst/>
              <a:cxnLst/>
              <a:rect l="0" t="0" r="0" b="0"/>
              <a:pathLst>
                <a:path w="91517" h="20281">
                  <a:moveTo>
                    <a:pt x="0" y="20281"/>
                  </a:moveTo>
                  <a:lnTo>
                    <a:pt x="91517" y="0"/>
                  </a:lnTo>
                </a:path>
              </a:pathLst>
            </a:custGeom>
            <a:noFill/>
            <a:ln w="8096">
              <a:solidFill>
                <a:srgbClr val="E4E8EB"/>
              </a:solidFill>
            </a:ln>
          </p:spPr>
        </p:sp>
        <p:sp>
          <p:nvSpPr>
            <p:cNvPr id="3113" name="Candidate_receptor__3112">
              <a:extLst>
                <a:ext uri="{FF2B5EF4-FFF2-40B4-BE49-F238E27FC236}">
                  <a16:creationId xmlns:a16="http://schemas.microsoft.com/office/drawing/2014/main" id="{3CCA76C3-42DE-C65A-5135-0D327BC49B50}"/>
                </a:ext>
              </a:extLst>
            </p:cNvPr>
            <p:cNvSpPr>
              <a:spLocks noGrp="1"/>
            </p:cNvSpPr>
            <p:nvPr/>
          </p:nvSpPr>
          <p:spPr>
            <a:xfrm>
              <a:off x="5498968" y="2122401"/>
              <a:ext cx="79583" cy="22877"/>
            </a:xfrm>
            <a:custGeom>
              <a:avLst/>
              <a:gdLst/>
              <a:ahLst/>
              <a:cxnLst/>
              <a:rect l="0" t="0" r="0" b="0"/>
              <a:pathLst>
                <a:path w="79583" h="22877">
                  <a:moveTo>
                    <a:pt x="0" y="22877"/>
                  </a:moveTo>
                  <a:lnTo>
                    <a:pt x="79583" y="0"/>
                  </a:lnTo>
                </a:path>
              </a:pathLst>
            </a:custGeom>
            <a:noFill/>
            <a:ln w="8096">
              <a:solidFill>
                <a:srgbClr val="E4E8EB"/>
              </a:solidFill>
            </a:ln>
          </p:spPr>
        </p:sp>
        <p:sp>
          <p:nvSpPr>
            <p:cNvPr id="3114" name="Candidate_receptor__3113">
              <a:extLst>
                <a:ext uri="{FF2B5EF4-FFF2-40B4-BE49-F238E27FC236}">
                  <a16:creationId xmlns:a16="http://schemas.microsoft.com/office/drawing/2014/main" id="{346FAFC6-ECF6-188A-CD72-6E170A6D19EF}"/>
                </a:ext>
              </a:extLst>
            </p:cNvPr>
            <p:cNvSpPr>
              <a:spLocks noGrp="1"/>
            </p:cNvSpPr>
            <p:nvPr/>
          </p:nvSpPr>
          <p:spPr>
            <a:xfrm>
              <a:off x="4896852" y="2368418"/>
              <a:ext cx="44937" cy="89851"/>
            </a:xfrm>
            <a:custGeom>
              <a:avLst/>
              <a:gdLst/>
              <a:ahLst/>
              <a:cxnLst/>
              <a:rect l="0" t="0" r="0" b="0"/>
              <a:pathLst>
                <a:path w="44937" h="89851">
                  <a:moveTo>
                    <a:pt x="0" y="89851"/>
                  </a:moveTo>
                  <a:lnTo>
                    <a:pt x="44937" y="0"/>
                  </a:lnTo>
                </a:path>
              </a:pathLst>
            </a:custGeom>
            <a:noFill/>
            <a:ln w="20003">
              <a:solidFill>
                <a:srgbClr val="E4E8EB"/>
              </a:solidFill>
            </a:ln>
          </p:spPr>
        </p:sp>
        <p:sp>
          <p:nvSpPr>
            <p:cNvPr id="3115" name="Candidate_receptor__3114">
              <a:extLst>
                <a:ext uri="{FF2B5EF4-FFF2-40B4-BE49-F238E27FC236}">
                  <a16:creationId xmlns:a16="http://schemas.microsoft.com/office/drawing/2014/main" id="{86251C24-1C41-F670-F5D9-C23759A4903E}"/>
                </a:ext>
              </a:extLst>
            </p:cNvPr>
            <p:cNvSpPr>
              <a:spLocks noGrp="1"/>
            </p:cNvSpPr>
            <p:nvPr/>
          </p:nvSpPr>
          <p:spPr>
            <a:xfrm>
              <a:off x="5118818" y="2484034"/>
              <a:ext cx="74379" cy="40705"/>
            </a:xfrm>
            <a:custGeom>
              <a:avLst/>
              <a:gdLst/>
              <a:ahLst/>
              <a:cxnLst/>
              <a:rect l="0" t="0" r="0" b="0"/>
              <a:pathLst>
                <a:path w="74379" h="40705">
                  <a:moveTo>
                    <a:pt x="74379" y="0"/>
                  </a:moveTo>
                  <a:lnTo>
                    <a:pt x="0" y="40705"/>
                  </a:lnTo>
                </a:path>
              </a:pathLst>
            </a:custGeom>
            <a:noFill/>
            <a:ln w="20003">
              <a:solidFill>
                <a:srgbClr val="E4E8EB"/>
              </a:solidFill>
            </a:ln>
          </p:spPr>
        </p:sp>
        <p:sp>
          <p:nvSpPr>
            <p:cNvPr id="3116" name="Candidate_receptor__3115">
              <a:extLst>
                <a:ext uri="{FF2B5EF4-FFF2-40B4-BE49-F238E27FC236}">
                  <a16:creationId xmlns:a16="http://schemas.microsoft.com/office/drawing/2014/main" id="{59B99B66-4D9D-4EFC-5F08-C6CD2A0D1417}"/>
                </a:ext>
              </a:extLst>
            </p:cNvPr>
            <p:cNvSpPr>
              <a:spLocks noGrp="1"/>
            </p:cNvSpPr>
            <p:nvPr/>
          </p:nvSpPr>
          <p:spPr>
            <a:xfrm>
              <a:off x="5998568" y="4063912"/>
              <a:ext cx="9808" cy="57415"/>
            </a:xfrm>
            <a:custGeom>
              <a:avLst/>
              <a:gdLst/>
              <a:ahLst/>
              <a:cxnLst/>
              <a:rect l="0" t="0" r="0" b="0"/>
              <a:pathLst>
                <a:path w="9808" h="57415">
                  <a:moveTo>
                    <a:pt x="9808" y="0"/>
                  </a:moveTo>
                  <a:lnTo>
                    <a:pt x="0" y="57415"/>
                  </a:lnTo>
                </a:path>
              </a:pathLst>
            </a:custGeom>
            <a:noFill/>
            <a:ln w="20003">
              <a:solidFill>
                <a:srgbClr val="E4E8EB"/>
              </a:solidFill>
            </a:ln>
          </p:spPr>
        </p:sp>
        <p:sp>
          <p:nvSpPr>
            <p:cNvPr id="3117" name="Candidate_receptor__3116">
              <a:extLst>
                <a:ext uri="{FF2B5EF4-FFF2-40B4-BE49-F238E27FC236}">
                  <a16:creationId xmlns:a16="http://schemas.microsoft.com/office/drawing/2014/main" id="{81E8F121-DBDE-C8B1-FE7D-62B2B3A55DEF}"/>
                </a:ext>
              </a:extLst>
            </p:cNvPr>
            <p:cNvSpPr>
              <a:spLocks noGrp="1"/>
            </p:cNvSpPr>
            <p:nvPr/>
          </p:nvSpPr>
          <p:spPr>
            <a:xfrm>
              <a:off x="4516846" y="3265416"/>
              <a:ext cx="72785" cy="16451"/>
            </a:xfrm>
            <a:custGeom>
              <a:avLst/>
              <a:gdLst/>
              <a:ahLst/>
              <a:cxnLst/>
              <a:rect l="0" t="0" r="0" b="0"/>
              <a:pathLst>
                <a:path w="72785" h="16451">
                  <a:moveTo>
                    <a:pt x="72785" y="0"/>
                  </a:moveTo>
                  <a:lnTo>
                    <a:pt x="0" y="16451"/>
                  </a:lnTo>
                </a:path>
              </a:pathLst>
            </a:custGeom>
            <a:noFill/>
            <a:ln w="20003">
              <a:solidFill>
                <a:srgbClr val="E4E8EB"/>
              </a:solidFill>
            </a:ln>
          </p:spPr>
        </p:sp>
        <p:sp>
          <p:nvSpPr>
            <p:cNvPr id="3118" name="Candidate_receptor__3117">
              <a:extLst>
                <a:ext uri="{FF2B5EF4-FFF2-40B4-BE49-F238E27FC236}">
                  <a16:creationId xmlns:a16="http://schemas.microsoft.com/office/drawing/2014/main" id="{8C55DB41-050F-74B7-A624-5C5E2DE15101}"/>
                </a:ext>
              </a:extLst>
            </p:cNvPr>
            <p:cNvSpPr>
              <a:spLocks noGrp="1"/>
            </p:cNvSpPr>
            <p:nvPr/>
          </p:nvSpPr>
          <p:spPr>
            <a:xfrm>
              <a:off x="6014561" y="3357869"/>
              <a:ext cx="58787" cy="96742"/>
            </a:xfrm>
            <a:custGeom>
              <a:avLst/>
              <a:gdLst/>
              <a:ahLst/>
              <a:cxnLst/>
              <a:rect l="0" t="0" r="0" b="0"/>
              <a:pathLst>
                <a:path w="58787" h="96742">
                  <a:moveTo>
                    <a:pt x="0" y="0"/>
                  </a:moveTo>
                  <a:lnTo>
                    <a:pt x="58787" y="96742"/>
                  </a:lnTo>
                </a:path>
              </a:pathLst>
            </a:custGeom>
            <a:noFill/>
            <a:ln w="20003">
              <a:solidFill>
                <a:srgbClr val="E4E8EB"/>
              </a:solidFill>
            </a:ln>
          </p:spPr>
        </p:sp>
        <p:sp>
          <p:nvSpPr>
            <p:cNvPr id="3119" name="Candidate_receptor__3118">
              <a:extLst>
                <a:ext uri="{FF2B5EF4-FFF2-40B4-BE49-F238E27FC236}">
                  <a16:creationId xmlns:a16="http://schemas.microsoft.com/office/drawing/2014/main" id="{A944AE0A-F136-C9BF-CD97-5559ED55EFF4}"/>
                </a:ext>
              </a:extLst>
            </p:cNvPr>
            <p:cNvSpPr>
              <a:spLocks noGrp="1"/>
            </p:cNvSpPr>
            <p:nvPr/>
          </p:nvSpPr>
          <p:spPr>
            <a:xfrm>
              <a:off x="5193197" y="2484034"/>
              <a:ext cx="89722" cy="24103"/>
            </a:xfrm>
            <a:custGeom>
              <a:avLst/>
              <a:gdLst/>
              <a:ahLst/>
              <a:cxnLst/>
              <a:rect l="0" t="0" r="0" b="0"/>
              <a:pathLst>
                <a:path w="89722" h="24103">
                  <a:moveTo>
                    <a:pt x="89722" y="24103"/>
                  </a:moveTo>
                  <a:lnTo>
                    <a:pt x="0" y="0"/>
                  </a:lnTo>
                </a:path>
              </a:pathLst>
            </a:custGeom>
            <a:noFill/>
            <a:ln w="20003">
              <a:solidFill>
                <a:srgbClr val="E4E8EB"/>
              </a:solidFill>
            </a:ln>
          </p:spPr>
        </p:sp>
        <p:sp>
          <p:nvSpPr>
            <p:cNvPr id="3120" name="Candidate_receptor__3119">
              <a:extLst>
                <a:ext uri="{FF2B5EF4-FFF2-40B4-BE49-F238E27FC236}">
                  <a16:creationId xmlns:a16="http://schemas.microsoft.com/office/drawing/2014/main" id="{5AFF7E22-205C-BE27-EDF9-C71D6A3D0180}"/>
                </a:ext>
              </a:extLst>
            </p:cNvPr>
            <p:cNvSpPr>
              <a:spLocks noGrp="1"/>
            </p:cNvSpPr>
            <p:nvPr/>
          </p:nvSpPr>
          <p:spPr>
            <a:xfrm>
              <a:off x="4818163" y="2839615"/>
              <a:ext cx="15684" cy="1817"/>
            </a:xfrm>
            <a:custGeom>
              <a:avLst/>
              <a:gdLst/>
              <a:ahLst/>
              <a:cxnLst/>
              <a:rect l="0" t="0" r="0" b="0"/>
              <a:pathLst>
                <a:path w="15684" h="1817">
                  <a:moveTo>
                    <a:pt x="15684" y="1817"/>
                  </a:moveTo>
                  <a:lnTo>
                    <a:pt x="0" y="0"/>
                  </a:lnTo>
                </a:path>
              </a:pathLst>
            </a:custGeom>
            <a:noFill/>
            <a:ln w="20003">
              <a:solidFill>
                <a:srgbClr val="E4E8EB"/>
              </a:solidFill>
            </a:ln>
          </p:spPr>
        </p:sp>
        <p:sp>
          <p:nvSpPr>
            <p:cNvPr id="3121" name="Candidate_receptor__3120">
              <a:extLst>
                <a:ext uri="{FF2B5EF4-FFF2-40B4-BE49-F238E27FC236}">
                  <a16:creationId xmlns:a16="http://schemas.microsoft.com/office/drawing/2014/main" id="{592AED7E-820C-28F8-987B-297916C772E3}"/>
                </a:ext>
              </a:extLst>
            </p:cNvPr>
            <p:cNvSpPr>
              <a:spLocks noGrp="1"/>
            </p:cNvSpPr>
            <p:nvPr/>
          </p:nvSpPr>
          <p:spPr>
            <a:xfrm>
              <a:off x="5710403" y="2898691"/>
              <a:ext cx="112810" cy="20383"/>
            </a:xfrm>
            <a:custGeom>
              <a:avLst/>
              <a:gdLst/>
              <a:ahLst/>
              <a:cxnLst/>
              <a:rect l="0" t="0" r="0" b="0"/>
              <a:pathLst>
                <a:path w="112810" h="20383">
                  <a:moveTo>
                    <a:pt x="0" y="0"/>
                  </a:moveTo>
                  <a:lnTo>
                    <a:pt x="112810" y="20383"/>
                  </a:lnTo>
                </a:path>
              </a:pathLst>
            </a:custGeom>
            <a:noFill/>
            <a:ln w="20003">
              <a:solidFill>
                <a:srgbClr val="E4E8EB"/>
              </a:solidFill>
            </a:ln>
          </p:spPr>
        </p:sp>
        <p:sp>
          <p:nvSpPr>
            <p:cNvPr id="3122" name="Candidate_receptor__3121">
              <a:extLst>
                <a:ext uri="{FF2B5EF4-FFF2-40B4-BE49-F238E27FC236}">
                  <a16:creationId xmlns:a16="http://schemas.microsoft.com/office/drawing/2014/main" id="{93272E17-CFD0-AF1C-1CED-7A1D0BE0674E}"/>
                </a:ext>
              </a:extLst>
            </p:cNvPr>
            <p:cNvSpPr>
              <a:spLocks noGrp="1"/>
            </p:cNvSpPr>
            <p:nvPr/>
          </p:nvSpPr>
          <p:spPr>
            <a:xfrm>
              <a:off x="5800854" y="3065518"/>
              <a:ext cx="100353" cy="19424"/>
            </a:xfrm>
            <a:custGeom>
              <a:avLst/>
              <a:gdLst/>
              <a:ahLst/>
              <a:cxnLst/>
              <a:rect l="0" t="0" r="0" b="0"/>
              <a:pathLst>
                <a:path w="100353" h="19424">
                  <a:moveTo>
                    <a:pt x="0" y="0"/>
                  </a:moveTo>
                  <a:lnTo>
                    <a:pt x="100353" y="19424"/>
                  </a:lnTo>
                </a:path>
              </a:pathLst>
            </a:custGeom>
            <a:noFill/>
            <a:ln w="20003">
              <a:solidFill>
                <a:srgbClr val="E4E8EB"/>
              </a:solidFill>
            </a:ln>
          </p:spPr>
        </p:sp>
        <p:sp>
          <p:nvSpPr>
            <p:cNvPr id="3123" name="Candidate_receptor__3122">
              <a:extLst>
                <a:ext uri="{FF2B5EF4-FFF2-40B4-BE49-F238E27FC236}">
                  <a16:creationId xmlns:a16="http://schemas.microsoft.com/office/drawing/2014/main" id="{B1563BA6-E105-AE50-CA57-BA0AA3B20EC2}"/>
                </a:ext>
              </a:extLst>
            </p:cNvPr>
            <p:cNvSpPr>
              <a:spLocks noGrp="1"/>
            </p:cNvSpPr>
            <p:nvPr/>
          </p:nvSpPr>
          <p:spPr>
            <a:xfrm>
              <a:off x="6297183" y="4004068"/>
              <a:ext cx="114934" cy="7565"/>
            </a:xfrm>
            <a:custGeom>
              <a:avLst/>
              <a:gdLst/>
              <a:ahLst/>
              <a:cxnLst/>
              <a:rect l="0" t="0" r="0" b="0"/>
              <a:pathLst>
                <a:path w="114934" h="7565">
                  <a:moveTo>
                    <a:pt x="114934" y="0"/>
                  </a:moveTo>
                  <a:lnTo>
                    <a:pt x="0" y="7565"/>
                  </a:lnTo>
                </a:path>
              </a:pathLst>
            </a:custGeom>
            <a:noFill/>
            <a:ln w="20003">
              <a:solidFill>
                <a:srgbClr val="E4E8EB"/>
              </a:solidFill>
            </a:ln>
          </p:spPr>
        </p:sp>
        <p:sp>
          <p:nvSpPr>
            <p:cNvPr id="3124" name="Candidate_receptor__3123">
              <a:extLst>
                <a:ext uri="{FF2B5EF4-FFF2-40B4-BE49-F238E27FC236}">
                  <a16:creationId xmlns:a16="http://schemas.microsoft.com/office/drawing/2014/main" id="{7A4D5307-0BF6-96FB-2D22-70FBEA44F0CE}"/>
                </a:ext>
              </a:extLst>
            </p:cNvPr>
            <p:cNvSpPr>
              <a:spLocks noGrp="1"/>
            </p:cNvSpPr>
            <p:nvPr/>
          </p:nvSpPr>
          <p:spPr>
            <a:xfrm>
              <a:off x="4864859" y="5097493"/>
              <a:ext cx="26887" cy="111753"/>
            </a:xfrm>
            <a:custGeom>
              <a:avLst/>
              <a:gdLst/>
              <a:ahLst/>
              <a:cxnLst/>
              <a:rect l="0" t="0" r="0" b="0"/>
              <a:pathLst>
                <a:path w="26887" h="111753">
                  <a:moveTo>
                    <a:pt x="0" y="0"/>
                  </a:moveTo>
                  <a:lnTo>
                    <a:pt x="26887" y="111753"/>
                  </a:lnTo>
                </a:path>
              </a:pathLst>
            </a:custGeom>
            <a:noFill/>
            <a:ln w="20003">
              <a:solidFill>
                <a:srgbClr val="E4E8EB"/>
              </a:solidFill>
            </a:ln>
          </p:spPr>
        </p:sp>
        <p:sp>
          <p:nvSpPr>
            <p:cNvPr id="3125" name="Candidate_receptor__3124">
              <a:extLst>
                <a:ext uri="{FF2B5EF4-FFF2-40B4-BE49-F238E27FC236}">
                  <a16:creationId xmlns:a16="http://schemas.microsoft.com/office/drawing/2014/main" id="{01E6FCE4-F128-9CA4-1973-A6C058E588D1}"/>
                </a:ext>
              </a:extLst>
            </p:cNvPr>
            <p:cNvSpPr>
              <a:spLocks noGrp="1"/>
            </p:cNvSpPr>
            <p:nvPr/>
          </p:nvSpPr>
          <p:spPr>
            <a:xfrm>
              <a:off x="4470308" y="3674570"/>
              <a:ext cx="40640" cy="107711"/>
            </a:xfrm>
            <a:custGeom>
              <a:avLst/>
              <a:gdLst/>
              <a:ahLst/>
              <a:cxnLst/>
              <a:rect l="0" t="0" r="0" b="0"/>
              <a:pathLst>
                <a:path w="40640" h="107711">
                  <a:moveTo>
                    <a:pt x="40640" y="0"/>
                  </a:moveTo>
                  <a:lnTo>
                    <a:pt x="0" y="107711"/>
                  </a:lnTo>
                </a:path>
              </a:pathLst>
            </a:custGeom>
            <a:noFill/>
            <a:ln w="8096">
              <a:solidFill>
                <a:srgbClr val="E4E8EB"/>
              </a:solidFill>
            </a:ln>
          </p:spPr>
        </p:sp>
        <p:sp>
          <p:nvSpPr>
            <p:cNvPr id="3126" name="Candidate_receptor__3125">
              <a:extLst>
                <a:ext uri="{FF2B5EF4-FFF2-40B4-BE49-F238E27FC236}">
                  <a16:creationId xmlns:a16="http://schemas.microsoft.com/office/drawing/2014/main" id="{8F3C5653-DA71-82F3-7118-E72CD136C024}"/>
                </a:ext>
              </a:extLst>
            </p:cNvPr>
            <p:cNvSpPr>
              <a:spLocks noGrp="1"/>
            </p:cNvSpPr>
            <p:nvPr/>
          </p:nvSpPr>
          <p:spPr>
            <a:xfrm>
              <a:off x="5007954" y="3476886"/>
              <a:ext cx="112719" cy="9202"/>
            </a:xfrm>
            <a:custGeom>
              <a:avLst/>
              <a:gdLst/>
              <a:ahLst/>
              <a:cxnLst/>
              <a:rect l="0" t="0" r="0" b="0"/>
              <a:pathLst>
                <a:path w="112719" h="9202">
                  <a:moveTo>
                    <a:pt x="112719" y="9202"/>
                  </a:moveTo>
                  <a:lnTo>
                    <a:pt x="0" y="0"/>
                  </a:lnTo>
                </a:path>
              </a:pathLst>
            </a:custGeom>
            <a:noFill/>
            <a:ln w="20003">
              <a:solidFill>
                <a:srgbClr val="E4E8EB"/>
              </a:solidFill>
            </a:ln>
          </p:spPr>
        </p:sp>
        <p:sp>
          <p:nvSpPr>
            <p:cNvPr id="3127" name="Candidate_receptor__3126">
              <a:extLst>
                <a:ext uri="{FF2B5EF4-FFF2-40B4-BE49-F238E27FC236}">
                  <a16:creationId xmlns:a16="http://schemas.microsoft.com/office/drawing/2014/main" id="{97680AD2-A260-12EB-4616-D22EE301CD03}"/>
                </a:ext>
              </a:extLst>
            </p:cNvPr>
            <p:cNvSpPr>
              <a:spLocks noGrp="1"/>
            </p:cNvSpPr>
            <p:nvPr/>
          </p:nvSpPr>
          <p:spPr>
            <a:xfrm>
              <a:off x="5174360" y="2624706"/>
              <a:ext cx="9490" cy="10688"/>
            </a:xfrm>
            <a:custGeom>
              <a:avLst/>
              <a:gdLst/>
              <a:ahLst/>
              <a:cxnLst/>
              <a:rect l="0" t="0" r="0" b="0"/>
              <a:pathLst>
                <a:path w="9490" h="10688">
                  <a:moveTo>
                    <a:pt x="0" y="0"/>
                  </a:moveTo>
                  <a:lnTo>
                    <a:pt x="9490" y="10688"/>
                  </a:lnTo>
                </a:path>
              </a:pathLst>
            </a:custGeom>
            <a:noFill/>
            <a:ln w="20003">
              <a:solidFill>
                <a:srgbClr val="E4E8EB"/>
              </a:solidFill>
            </a:ln>
          </p:spPr>
        </p:sp>
        <p:sp>
          <p:nvSpPr>
            <p:cNvPr id="3128" name="Candidate_receptor__3127">
              <a:extLst>
                <a:ext uri="{FF2B5EF4-FFF2-40B4-BE49-F238E27FC236}">
                  <a16:creationId xmlns:a16="http://schemas.microsoft.com/office/drawing/2014/main" id="{60E3F62B-DCE6-65C7-FE37-88844E069FDD}"/>
                </a:ext>
              </a:extLst>
            </p:cNvPr>
            <p:cNvSpPr>
              <a:spLocks noGrp="1"/>
            </p:cNvSpPr>
            <p:nvPr/>
          </p:nvSpPr>
          <p:spPr>
            <a:xfrm>
              <a:off x="6038576" y="2088464"/>
              <a:ext cx="10594" cy="103751"/>
            </a:xfrm>
            <a:custGeom>
              <a:avLst/>
              <a:gdLst/>
              <a:ahLst/>
              <a:cxnLst/>
              <a:rect l="0" t="0" r="0" b="0"/>
              <a:pathLst>
                <a:path w="10594" h="103751">
                  <a:moveTo>
                    <a:pt x="10594" y="103751"/>
                  </a:moveTo>
                  <a:lnTo>
                    <a:pt x="0" y="0"/>
                  </a:lnTo>
                </a:path>
              </a:pathLst>
            </a:custGeom>
            <a:noFill/>
            <a:ln w="8096">
              <a:solidFill>
                <a:srgbClr val="E4E8EB"/>
              </a:solidFill>
            </a:ln>
          </p:spPr>
        </p:sp>
        <p:sp>
          <p:nvSpPr>
            <p:cNvPr id="3129" name="Candidate_receptor__3128">
              <a:extLst>
                <a:ext uri="{FF2B5EF4-FFF2-40B4-BE49-F238E27FC236}">
                  <a16:creationId xmlns:a16="http://schemas.microsoft.com/office/drawing/2014/main" id="{1CA69844-3FFC-C095-948C-101F7B54D38A}"/>
                </a:ext>
              </a:extLst>
            </p:cNvPr>
            <p:cNvSpPr>
              <a:spLocks noGrp="1"/>
            </p:cNvSpPr>
            <p:nvPr/>
          </p:nvSpPr>
          <p:spPr>
            <a:xfrm>
              <a:off x="5641614" y="2500028"/>
              <a:ext cx="34662" cy="30922"/>
            </a:xfrm>
            <a:custGeom>
              <a:avLst/>
              <a:gdLst/>
              <a:ahLst/>
              <a:cxnLst/>
              <a:rect l="0" t="0" r="0" b="0"/>
              <a:pathLst>
                <a:path w="34662" h="30922">
                  <a:moveTo>
                    <a:pt x="0" y="0"/>
                  </a:moveTo>
                  <a:lnTo>
                    <a:pt x="34662" y="30922"/>
                  </a:lnTo>
                </a:path>
              </a:pathLst>
            </a:custGeom>
            <a:noFill/>
            <a:ln w="8096">
              <a:solidFill>
                <a:srgbClr val="E4E8EB"/>
              </a:solidFill>
            </a:ln>
          </p:spPr>
        </p:sp>
        <p:sp>
          <p:nvSpPr>
            <p:cNvPr id="3130" name="Candidate_receptor__3129">
              <a:extLst>
                <a:ext uri="{FF2B5EF4-FFF2-40B4-BE49-F238E27FC236}">
                  <a16:creationId xmlns:a16="http://schemas.microsoft.com/office/drawing/2014/main" id="{E6A3DA58-FBC5-2632-CBBA-60362032AB4F}"/>
                </a:ext>
              </a:extLst>
            </p:cNvPr>
            <p:cNvSpPr>
              <a:spLocks noGrp="1"/>
            </p:cNvSpPr>
            <p:nvPr/>
          </p:nvSpPr>
          <p:spPr>
            <a:xfrm>
              <a:off x="5771946" y="2757382"/>
              <a:ext cx="77359" cy="28660"/>
            </a:xfrm>
            <a:custGeom>
              <a:avLst/>
              <a:gdLst/>
              <a:ahLst/>
              <a:cxnLst/>
              <a:rect l="0" t="0" r="0" b="0"/>
              <a:pathLst>
                <a:path w="77359" h="28660">
                  <a:moveTo>
                    <a:pt x="0" y="0"/>
                  </a:moveTo>
                  <a:lnTo>
                    <a:pt x="77359" y="28660"/>
                  </a:lnTo>
                </a:path>
              </a:pathLst>
            </a:custGeom>
            <a:noFill/>
            <a:ln w="8096">
              <a:solidFill>
                <a:srgbClr val="E4E8EB"/>
              </a:solidFill>
            </a:ln>
          </p:spPr>
        </p:sp>
        <p:sp>
          <p:nvSpPr>
            <p:cNvPr id="3131" name="Candidate_receptor__3130">
              <a:extLst>
                <a:ext uri="{FF2B5EF4-FFF2-40B4-BE49-F238E27FC236}">
                  <a16:creationId xmlns:a16="http://schemas.microsoft.com/office/drawing/2014/main" id="{B4830587-EDF0-65E8-F944-D5C0DCCEC600}"/>
                </a:ext>
              </a:extLst>
            </p:cNvPr>
            <p:cNvSpPr>
              <a:spLocks noGrp="1"/>
            </p:cNvSpPr>
            <p:nvPr/>
          </p:nvSpPr>
          <p:spPr>
            <a:xfrm>
              <a:off x="5676036" y="1921398"/>
              <a:ext cx="80580" cy="79511"/>
            </a:xfrm>
            <a:custGeom>
              <a:avLst/>
              <a:gdLst/>
              <a:ahLst/>
              <a:cxnLst/>
              <a:rect l="0" t="0" r="0" b="0"/>
              <a:pathLst>
                <a:path w="80580" h="79511">
                  <a:moveTo>
                    <a:pt x="80580" y="79511"/>
                  </a:moveTo>
                  <a:lnTo>
                    <a:pt x="0" y="0"/>
                  </a:lnTo>
                </a:path>
              </a:pathLst>
            </a:custGeom>
            <a:noFill/>
            <a:ln w="20003">
              <a:solidFill>
                <a:srgbClr val="E4E8EB"/>
              </a:solidFill>
            </a:ln>
          </p:spPr>
        </p:sp>
        <p:sp>
          <p:nvSpPr>
            <p:cNvPr id="3132" name="Candidate_receptor__3131">
              <a:extLst>
                <a:ext uri="{FF2B5EF4-FFF2-40B4-BE49-F238E27FC236}">
                  <a16:creationId xmlns:a16="http://schemas.microsoft.com/office/drawing/2014/main" id="{4B9B8687-4FE7-57DF-064B-9A8B8A38325B}"/>
                </a:ext>
              </a:extLst>
            </p:cNvPr>
            <p:cNvSpPr>
              <a:spLocks noGrp="1"/>
            </p:cNvSpPr>
            <p:nvPr/>
          </p:nvSpPr>
          <p:spPr>
            <a:xfrm>
              <a:off x="4646003" y="3941974"/>
              <a:ext cx="110091" cy="32171"/>
            </a:xfrm>
            <a:custGeom>
              <a:avLst/>
              <a:gdLst/>
              <a:ahLst/>
              <a:cxnLst/>
              <a:rect l="0" t="0" r="0" b="0"/>
              <a:pathLst>
                <a:path w="110091" h="32171">
                  <a:moveTo>
                    <a:pt x="0" y="0"/>
                  </a:moveTo>
                  <a:lnTo>
                    <a:pt x="110091" y="32171"/>
                  </a:lnTo>
                </a:path>
              </a:pathLst>
            </a:custGeom>
            <a:noFill/>
            <a:ln w="20003">
              <a:solidFill>
                <a:srgbClr val="E4E8EB"/>
              </a:solidFill>
            </a:ln>
          </p:spPr>
        </p:sp>
        <p:sp>
          <p:nvSpPr>
            <p:cNvPr id="3133" name="Candidate_receptor__3132">
              <a:extLst>
                <a:ext uri="{FF2B5EF4-FFF2-40B4-BE49-F238E27FC236}">
                  <a16:creationId xmlns:a16="http://schemas.microsoft.com/office/drawing/2014/main" id="{9D78A988-19AC-7DFA-A90F-86B520FD8C96}"/>
                </a:ext>
              </a:extLst>
            </p:cNvPr>
            <p:cNvSpPr>
              <a:spLocks noGrp="1"/>
            </p:cNvSpPr>
            <p:nvPr/>
          </p:nvSpPr>
          <p:spPr>
            <a:xfrm>
              <a:off x="4739348" y="5123997"/>
              <a:ext cx="17799" cy="77009"/>
            </a:xfrm>
            <a:custGeom>
              <a:avLst/>
              <a:gdLst/>
              <a:ahLst/>
              <a:cxnLst/>
              <a:rect l="0" t="0" r="0" b="0"/>
              <a:pathLst>
                <a:path w="17799" h="77009">
                  <a:moveTo>
                    <a:pt x="0" y="77009"/>
                  </a:moveTo>
                  <a:lnTo>
                    <a:pt x="17799" y="0"/>
                  </a:lnTo>
                </a:path>
              </a:pathLst>
            </a:custGeom>
            <a:noFill/>
            <a:ln w="20003">
              <a:solidFill>
                <a:srgbClr val="E4E8EB"/>
              </a:solidFill>
            </a:ln>
          </p:spPr>
        </p:sp>
        <p:sp>
          <p:nvSpPr>
            <p:cNvPr id="3134" name="Candidate_receptor__3133">
              <a:extLst>
                <a:ext uri="{FF2B5EF4-FFF2-40B4-BE49-F238E27FC236}">
                  <a16:creationId xmlns:a16="http://schemas.microsoft.com/office/drawing/2014/main" id="{76406B6B-B72A-1F98-57B6-5B308B0DA074}"/>
                </a:ext>
              </a:extLst>
            </p:cNvPr>
            <p:cNvSpPr>
              <a:spLocks noGrp="1"/>
            </p:cNvSpPr>
            <p:nvPr/>
          </p:nvSpPr>
          <p:spPr>
            <a:xfrm>
              <a:off x="5709957" y="3043571"/>
              <a:ext cx="90897" cy="21948"/>
            </a:xfrm>
            <a:custGeom>
              <a:avLst/>
              <a:gdLst/>
              <a:ahLst/>
              <a:cxnLst/>
              <a:rect l="0" t="0" r="0" b="0"/>
              <a:pathLst>
                <a:path w="90897" h="21948">
                  <a:moveTo>
                    <a:pt x="0" y="0"/>
                  </a:moveTo>
                  <a:lnTo>
                    <a:pt x="90897" y="21948"/>
                  </a:lnTo>
                </a:path>
              </a:pathLst>
            </a:custGeom>
            <a:noFill/>
            <a:ln w="20003">
              <a:solidFill>
                <a:srgbClr val="E4E8EB"/>
              </a:solidFill>
            </a:ln>
          </p:spPr>
        </p:sp>
        <p:sp>
          <p:nvSpPr>
            <p:cNvPr id="3135" name="Candidate_receptor__3134">
              <a:extLst>
                <a:ext uri="{FF2B5EF4-FFF2-40B4-BE49-F238E27FC236}">
                  <a16:creationId xmlns:a16="http://schemas.microsoft.com/office/drawing/2014/main" id="{DD62BFD1-CA1C-6F2C-416B-813236F5BB36}"/>
                </a:ext>
              </a:extLst>
            </p:cNvPr>
            <p:cNvSpPr>
              <a:spLocks noGrp="1"/>
            </p:cNvSpPr>
            <p:nvPr/>
          </p:nvSpPr>
          <p:spPr>
            <a:xfrm>
              <a:off x="5086930" y="3662388"/>
              <a:ext cx="113552" cy="4827"/>
            </a:xfrm>
            <a:custGeom>
              <a:avLst/>
              <a:gdLst/>
              <a:ahLst/>
              <a:cxnLst/>
              <a:rect l="0" t="0" r="0" b="0"/>
              <a:pathLst>
                <a:path w="113552" h="4827">
                  <a:moveTo>
                    <a:pt x="0" y="4827"/>
                  </a:moveTo>
                  <a:lnTo>
                    <a:pt x="113552" y="0"/>
                  </a:lnTo>
                </a:path>
              </a:pathLst>
            </a:custGeom>
            <a:noFill/>
            <a:ln w="20003">
              <a:solidFill>
                <a:srgbClr val="E4E8EB"/>
              </a:solidFill>
            </a:ln>
          </p:spPr>
        </p:sp>
        <p:sp>
          <p:nvSpPr>
            <p:cNvPr id="3136" name="Candidate_receptor__3135">
              <a:extLst>
                <a:ext uri="{FF2B5EF4-FFF2-40B4-BE49-F238E27FC236}">
                  <a16:creationId xmlns:a16="http://schemas.microsoft.com/office/drawing/2014/main" id="{5F957C45-7F00-D95D-1C3C-7F4206769ADD}"/>
                </a:ext>
              </a:extLst>
            </p:cNvPr>
            <p:cNvSpPr>
              <a:spLocks noGrp="1"/>
            </p:cNvSpPr>
            <p:nvPr/>
          </p:nvSpPr>
          <p:spPr>
            <a:xfrm>
              <a:off x="4881370" y="4506222"/>
              <a:ext cx="77752" cy="82317"/>
            </a:xfrm>
            <a:custGeom>
              <a:avLst/>
              <a:gdLst/>
              <a:ahLst/>
              <a:cxnLst/>
              <a:rect l="0" t="0" r="0" b="0"/>
              <a:pathLst>
                <a:path w="77752" h="82317">
                  <a:moveTo>
                    <a:pt x="0" y="0"/>
                  </a:moveTo>
                  <a:lnTo>
                    <a:pt x="77752" y="82317"/>
                  </a:lnTo>
                </a:path>
              </a:pathLst>
            </a:custGeom>
            <a:noFill/>
            <a:ln w="20003">
              <a:solidFill>
                <a:srgbClr val="E4E8EB"/>
              </a:solidFill>
            </a:ln>
          </p:spPr>
        </p:sp>
        <p:sp>
          <p:nvSpPr>
            <p:cNvPr id="3137" name="Candidate_receptor__3136">
              <a:extLst>
                <a:ext uri="{FF2B5EF4-FFF2-40B4-BE49-F238E27FC236}">
                  <a16:creationId xmlns:a16="http://schemas.microsoft.com/office/drawing/2014/main" id="{41EB59ED-2E24-6FD8-C1D5-DFE1F6DC6180}"/>
                </a:ext>
              </a:extLst>
            </p:cNvPr>
            <p:cNvSpPr>
              <a:spLocks noGrp="1"/>
            </p:cNvSpPr>
            <p:nvPr/>
          </p:nvSpPr>
          <p:spPr>
            <a:xfrm>
              <a:off x="5680710" y="3335129"/>
              <a:ext cx="44609" cy="1157"/>
            </a:xfrm>
            <a:custGeom>
              <a:avLst/>
              <a:gdLst/>
              <a:ahLst/>
              <a:cxnLst/>
              <a:rect l="0" t="0" r="0" b="0"/>
              <a:pathLst>
                <a:path w="44609" h="1157">
                  <a:moveTo>
                    <a:pt x="0" y="0"/>
                  </a:moveTo>
                  <a:lnTo>
                    <a:pt x="44609" y="1157"/>
                  </a:lnTo>
                </a:path>
              </a:pathLst>
            </a:custGeom>
            <a:noFill/>
            <a:ln w="20003">
              <a:solidFill>
                <a:srgbClr val="E4E8EB"/>
              </a:solidFill>
            </a:ln>
          </p:spPr>
        </p:sp>
        <p:sp>
          <p:nvSpPr>
            <p:cNvPr id="3138" name="Candidate_receptor__3137">
              <a:extLst>
                <a:ext uri="{FF2B5EF4-FFF2-40B4-BE49-F238E27FC236}">
                  <a16:creationId xmlns:a16="http://schemas.microsoft.com/office/drawing/2014/main" id="{37FED38F-BE33-5A62-E90E-44A67EF355B7}"/>
                </a:ext>
              </a:extLst>
            </p:cNvPr>
            <p:cNvSpPr>
              <a:spLocks noGrp="1"/>
            </p:cNvSpPr>
            <p:nvPr/>
          </p:nvSpPr>
          <p:spPr>
            <a:xfrm>
              <a:off x="4709733" y="3534346"/>
              <a:ext cx="52981" cy="4831"/>
            </a:xfrm>
            <a:custGeom>
              <a:avLst/>
              <a:gdLst/>
              <a:ahLst/>
              <a:cxnLst/>
              <a:rect l="0" t="0" r="0" b="0"/>
              <a:pathLst>
                <a:path w="52981" h="4831">
                  <a:moveTo>
                    <a:pt x="52981" y="0"/>
                  </a:moveTo>
                  <a:lnTo>
                    <a:pt x="0" y="4831"/>
                  </a:lnTo>
                </a:path>
              </a:pathLst>
            </a:custGeom>
            <a:noFill/>
            <a:ln w="20003">
              <a:solidFill>
                <a:srgbClr val="E4E8EB"/>
              </a:solidFill>
            </a:ln>
          </p:spPr>
        </p:sp>
        <p:sp>
          <p:nvSpPr>
            <p:cNvPr id="3139" name="Candidate_receptor__3138">
              <a:extLst>
                <a:ext uri="{FF2B5EF4-FFF2-40B4-BE49-F238E27FC236}">
                  <a16:creationId xmlns:a16="http://schemas.microsoft.com/office/drawing/2014/main" id="{1BF1A6D9-F91D-CA6A-B2E3-43ADA2AA3310}"/>
                </a:ext>
              </a:extLst>
            </p:cNvPr>
            <p:cNvSpPr>
              <a:spLocks noGrp="1"/>
            </p:cNvSpPr>
            <p:nvPr/>
          </p:nvSpPr>
          <p:spPr>
            <a:xfrm>
              <a:off x="4787172" y="2458269"/>
              <a:ext cx="109680" cy="22654"/>
            </a:xfrm>
            <a:custGeom>
              <a:avLst/>
              <a:gdLst/>
              <a:ahLst/>
              <a:cxnLst/>
              <a:rect l="0" t="0" r="0" b="0"/>
              <a:pathLst>
                <a:path w="109680" h="22654">
                  <a:moveTo>
                    <a:pt x="0" y="22654"/>
                  </a:moveTo>
                  <a:lnTo>
                    <a:pt x="109680" y="0"/>
                  </a:lnTo>
                </a:path>
              </a:pathLst>
            </a:custGeom>
            <a:noFill/>
            <a:ln w="20003">
              <a:solidFill>
                <a:srgbClr val="E4E8EB"/>
              </a:solidFill>
            </a:ln>
          </p:spPr>
        </p:sp>
        <p:sp>
          <p:nvSpPr>
            <p:cNvPr id="3140" name="Candidate_receptor__3139">
              <a:extLst>
                <a:ext uri="{FF2B5EF4-FFF2-40B4-BE49-F238E27FC236}">
                  <a16:creationId xmlns:a16="http://schemas.microsoft.com/office/drawing/2014/main" id="{08F3752A-6CE1-B19A-D628-7737B7EA1202}"/>
                </a:ext>
              </a:extLst>
            </p:cNvPr>
            <p:cNvSpPr>
              <a:spLocks noGrp="1"/>
            </p:cNvSpPr>
            <p:nvPr/>
          </p:nvSpPr>
          <p:spPr>
            <a:xfrm>
              <a:off x="4864242" y="4394513"/>
              <a:ext cx="17128" cy="111709"/>
            </a:xfrm>
            <a:custGeom>
              <a:avLst/>
              <a:gdLst/>
              <a:ahLst/>
              <a:cxnLst/>
              <a:rect l="0" t="0" r="0" b="0"/>
              <a:pathLst>
                <a:path w="17128" h="111709">
                  <a:moveTo>
                    <a:pt x="0" y="0"/>
                  </a:moveTo>
                  <a:lnTo>
                    <a:pt x="17128" y="111709"/>
                  </a:lnTo>
                </a:path>
              </a:pathLst>
            </a:custGeom>
            <a:noFill/>
            <a:ln w="8096">
              <a:solidFill>
                <a:srgbClr val="E4E8EB"/>
              </a:solidFill>
            </a:ln>
          </p:spPr>
        </p:sp>
        <p:sp>
          <p:nvSpPr>
            <p:cNvPr id="3141" name="Candidate_receptor__3140">
              <a:extLst>
                <a:ext uri="{FF2B5EF4-FFF2-40B4-BE49-F238E27FC236}">
                  <a16:creationId xmlns:a16="http://schemas.microsoft.com/office/drawing/2014/main" id="{17A3A3B6-0139-4778-E9E0-A38550920015}"/>
                </a:ext>
              </a:extLst>
            </p:cNvPr>
            <p:cNvSpPr>
              <a:spLocks noGrp="1"/>
            </p:cNvSpPr>
            <p:nvPr/>
          </p:nvSpPr>
          <p:spPr>
            <a:xfrm>
              <a:off x="5577342" y="4009647"/>
              <a:ext cx="74252" cy="43800"/>
            </a:xfrm>
            <a:custGeom>
              <a:avLst/>
              <a:gdLst/>
              <a:ahLst/>
              <a:cxnLst/>
              <a:rect l="0" t="0" r="0" b="0"/>
              <a:pathLst>
                <a:path w="74252" h="43800">
                  <a:moveTo>
                    <a:pt x="0" y="43800"/>
                  </a:moveTo>
                  <a:lnTo>
                    <a:pt x="74252" y="0"/>
                  </a:lnTo>
                </a:path>
              </a:pathLst>
            </a:custGeom>
            <a:noFill/>
            <a:ln w="8096">
              <a:solidFill>
                <a:srgbClr val="E4E8EB"/>
              </a:solidFill>
            </a:ln>
          </p:spPr>
        </p:sp>
        <p:sp>
          <p:nvSpPr>
            <p:cNvPr id="3142" name="Candidate_receptor__3141">
              <a:extLst>
                <a:ext uri="{FF2B5EF4-FFF2-40B4-BE49-F238E27FC236}">
                  <a16:creationId xmlns:a16="http://schemas.microsoft.com/office/drawing/2014/main" id="{65289E65-AE0C-8420-0891-D814E24E7C50}"/>
                </a:ext>
              </a:extLst>
            </p:cNvPr>
            <p:cNvSpPr>
              <a:spLocks noGrp="1"/>
            </p:cNvSpPr>
            <p:nvPr/>
          </p:nvSpPr>
          <p:spPr>
            <a:xfrm>
              <a:off x="4743558" y="4829304"/>
              <a:ext cx="24691" cy="50824"/>
            </a:xfrm>
            <a:custGeom>
              <a:avLst/>
              <a:gdLst/>
              <a:ahLst/>
              <a:cxnLst/>
              <a:rect l="0" t="0" r="0" b="0"/>
              <a:pathLst>
                <a:path w="24691" h="50824">
                  <a:moveTo>
                    <a:pt x="24691" y="0"/>
                  </a:moveTo>
                  <a:lnTo>
                    <a:pt x="0" y="50824"/>
                  </a:lnTo>
                </a:path>
              </a:pathLst>
            </a:custGeom>
            <a:noFill/>
            <a:ln w="8096">
              <a:solidFill>
                <a:srgbClr val="E4E8EB"/>
              </a:solidFill>
            </a:ln>
          </p:spPr>
        </p:sp>
        <p:sp>
          <p:nvSpPr>
            <p:cNvPr id="3143" name="Candidate_receptor__3142">
              <a:extLst>
                <a:ext uri="{FF2B5EF4-FFF2-40B4-BE49-F238E27FC236}">
                  <a16:creationId xmlns:a16="http://schemas.microsoft.com/office/drawing/2014/main" id="{4541F5ED-0EA4-8DC3-740A-7EF6EB848737}"/>
                </a:ext>
              </a:extLst>
            </p:cNvPr>
            <p:cNvSpPr>
              <a:spLocks noGrp="1"/>
            </p:cNvSpPr>
            <p:nvPr/>
          </p:nvSpPr>
          <p:spPr>
            <a:xfrm>
              <a:off x="4885098" y="4727526"/>
              <a:ext cx="110350" cy="25612"/>
            </a:xfrm>
            <a:custGeom>
              <a:avLst/>
              <a:gdLst/>
              <a:ahLst/>
              <a:cxnLst/>
              <a:rect l="0" t="0" r="0" b="0"/>
              <a:pathLst>
                <a:path w="110350" h="25612">
                  <a:moveTo>
                    <a:pt x="110350" y="25612"/>
                  </a:moveTo>
                  <a:lnTo>
                    <a:pt x="0" y="0"/>
                  </a:lnTo>
                </a:path>
              </a:pathLst>
            </a:custGeom>
            <a:noFill/>
            <a:ln w="20003">
              <a:solidFill>
                <a:srgbClr val="E4E8EB"/>
              </a:solidFill>
            </a:ln>
          </p:spPr>
        </p:sp>
        <p:sp>
          <p:nvSpPr>
            <p:cNvPr id="3144" name="Candidate_receptor__3143">
              <a:extLst>
                <a:ext uri="{FF2B5EF4-FFF2-40B4-BE49-F238E27FC236}">
                  <a16:creationId xmlns:a16="http://schemas.microsoft.com/office/drawing/2014/main" id="{7555BC3B-A46B-6DB7-D2F3-2358F963AC84}"/>
                </a:ext>
              </a:extLst>
            </p:cNvPr>
            <p:cNvSpPr>
              <a:spLocks noGrp="1"/>
            </p:cNvSpPr>
            <p:nvPr/>
          </p:nvSpPr>
          <p:spPr>
            <a:xfrm>
              <a:off x="5508509" y="3011906"/>
              <a:ext cx="99370" cy="38947"/>
            </a:xfrm>
            <a:custGeom>
              <a:avLst/>
              <a:gdLst/>
              <a:ahLst/>
              <a:cxnLst/>
              <a:rect l="0" t="0" r="0" b="0"/>
              <a:pathLst>
                <a:path w="99370" h="38947">
                  <a:moveTo>
                    <a:pt x="0" y="0"/>
                  </a:moveTo>
                  <a:lnTo>
                    <a:pt x="99370" y="38947"/>
                  </a:lnTo>
                </a:path>
              </a:pathLst>
            </a:custGeom>
            <a:noFill/>
            <a:ln w="20003">
              <a:solidFill>
                <a:srgbClr val="E4E8EB"/>
              </a:solidFill>
            </a:ln>
          </p:spPr>
        </p:sp>
        <p:sp>
          <p:nvSpPr>
            <p:cNvPr id="3145" name="Candidate_receptor__3144">
              <a:extLst>
                <a:ext uri="{FF2B5EF4-FFF2-40B4-BE49-F238E27FC236}">
                  <a16:creationId xmlns:a16="http://schemas.microsoft.com/office/drawing/2014/main" id="{E917430C-CE05-5CA0-FC48-85F3EE9A2A60}"/>
                </a:ext>
              </a:extLst>
            </p:cNvPr>
            <p:cNvSpPr>
              <a:spLocks noGrp="1"/>
            </p:cNvSpPr>
            <p:nvPr/>
          </p:nvSpPr>
          <p:spPr>
            <a:xfrm>
              <a:off x="6160364" y="3330511"/>
              <a:ext cx="7408" cy="63834"/>
            </a:xfrm>
            <a:custGeom>
              <a:avLst/>
              <a:gdLst/>
              <a:ahLst/>
              <a:cxnLst/>
              <a:rect l="0" t="0" r="0" b="0"/>
              <a:pathLst>
                <a:path w="7408" h="63834">
                  <a:moveTo>
                    <a:pt x="7408" y="63834"/>
                  </a:moveTo>
                  <a:lnTo>
                    <a:pt x="0" y="0"/>
                  </a:lnTo>
                </a:path>
              </a:pathLst>
            </a:custGeom>
            <a:noFill/>
            <a:ln w="20003">
              <a:solidFill>
                <a:srgbClr val="E4E8EB"/>
              </a:solidFill>
            </a:ln>
          </p:spPr>
        </p:sp>
        <p:sp>
          <p:nvSpPr>
            <p:cNvPr id="3146" name="Candidate_receptor__3145">
              <a:extLst>
                <a:ext uri="{FF2B5EF4-FFF2-40B4-BE49-F238E27FC236}">
                  <a16:creationId xmlns:a16="http://schemas.microsoft.com/office/drawing/2014/main" id="{A07D8352-CF95-2033-3A3F-E23B53EFEF56}"/>
                </a:ext>
              </a:extLst>
            </p:cNvPr>
            <p:cNvSpPr>
              <a:spLocks noGrp="1"/>
            </p:cNvSpPr>
            <p:nvPr/>
          </p:nvSpPr>
          <p:spPr>
            <a:xfrm>
              <a:off x="5696233" y="3185789"/>
              <a:ext cx="67326" cy="17676"/>
            </a:xfrm>
            <a:custGeom>
              <a:avLst/>
              <a:gdLst/>
              <a:ahLst/>
              <a:cxnLst/>
              <a:rect l="0" t="0" r="0" b="0"/>
              <a:pathLst>
                <a:path w="67326" h="17676">
                  <a:moveTo>
                    <a:pt x="0" y="0"/>
                  </a:moveTo>
                  <a:lnTo>
                    <a:pt x="67326" y="17676"/>
                  </a:lnTo>
                </a:path>
              </a:pathLst>
            </a:custGeom>
            <a:noFill/>
            <a:ln w="20003">
              <a:solidFill>
                <a:srgbClr val="E4E8EB"/>
              </a:solidFill>
            </a:ln>
          </p:spPr>
        </p:sp>
        <p:sp>
          <p:nvSpPr>
            <p:cNvPr id="3147" name="Candidate_receptor__3146">
              <a:extLst>
                <a:ext uri="{FF2B5EF4-FFF2-40B4-BE49-F238E27FC236}">
                  <a16:creationId xmlns:a16="http://schemas.microsoft.com/office/drawing/2014/main" id="{77E09C50-1E7E-1F4C-7402-572D4442481F}"/>
                </a:ext>
              </a:extLst>
            </p:cNvPr>
            <p:cNvSpPr>
              <a:spLocks noGrp="1"/>
            </p:cNvSpPr>
            <p:nvPr/>
          </p:nvSpPr>
          <p:spPr>
            <a:xfrm>
              <a:off x="5876926" y="4337487"/>
              <a:ext cx="48113" cy="92256"/>
            </a:xfrm>
            <a:custGeom>
              <a:avLst/>
              <a:gdLst/>
              <a:ahLst/>
              <a:cxnLst/>
              <a:rect l="0" t="0" r="0" b="0"/>
              <a:pathLst>
                <a:path w="48113" h="92256">
                  <a:moveTo>
                    <a:pt x="48113" y="0"/>
                  </a:moveTo>
                  <a:lnTo>
                    <a:pt x="0" y="92256"/>
                  </a:lnTo>
                </a:path>
              </a:pathLst>
            </a:custGeom>
            <a:noFill/>
            <a:ln w="20003">
              <a:solidFill>
                <a:srgbClr val="E4E8EB"/>
              </a:solidFill>
            </a:ln>
          </p:spPr>
        </p:sp>
        <p:sp>
          <p:nvSpPr>
            <p:cNvPr id="3148" name="Candidate_receptor__3147">
              <a:extLst>
                <a:ext uri="{FF2B5EF4-FFF2-40B4-BE49-F238E27FC236}">
                  <a16:creationId xmlns:a16="http://schemas.microsoft.com/office/drawing/2014/main" id="{37A4E4D1-1492-E2D6-7729-09139AC14DB6}"/>
                </a:ext>
              </a:extLst>
            </p:cNvPr>
            <p:cNvSpPr>
              <a:spLocks noGrp="1"/>
            </p:cNvSpPr>
            <p:nvPr/>
          </p:nvSpPr>
          <p:spPr>
            <a:xfrm>
              <a:off x="4407706" y="3626294"/>
              <a:ext cx="103242" cy="48275"/>
            </a:xfrm>
            <a:custGeom>
              <a:avLst/>
              <a:gdLst/>
              <a:ahLst/>
              <a:cxnLst/>
              <a:rect l="0" t="0" r="0" b="0"/>
              <a:pathLst>
                <a:path w="103242" h="48275">
                  <a:moveTo>
                    <a:pt x="0" y="0"/>
                  </a:moveTo>
                  <a:lnTo>
                    <a:pt x="103242" y="48275"/>
                  </a:lnTo>
                </a:path>
              </a:pathLst>
            </a:custGeom>
            <a:noFill/>
            <a:ln w="8096">
              <a:solidFill>
                <a:srgbClr val="E4E8EB"/>
              </a:solidFill>
            </a:ln>
          </p:spPr>
        </p:sp>
        <p:sp>
          <p:nvSpPr>
            <p:cNvPr id="3149" name="Candidate_receptor__3148">
              <a:extLst>
                <a:ext uri="{FF2B5EF4-FFF2-40B4-BE49-F238E27FC236}">
                  <a16:creationId xmlns:a16="http://schemas.microsoft.com/office/drawing/2014/main" id="{858D7BFC-494C-78B3-1AE8-5AEB72F733CA}"/>
                </a:ext>
              </a:extLst>
            </p:cNvPr>
            <p:cNvSpPr>
              <a:spLocks noGrp="1"/>
            </p:cNvSpPr>
            <p:nvPr/>
          </p:nvSpPr>
          <p:spPr>
            <a:xfrm>
              <a:off x="4517620" y="4028557"/>
              <a:ext cx="24413" cy="38982"/>
            </a:xfrm>
            <a:custGeom>
              <a:avLst/>
              <a:gdLst/>
              <a:ahLst/>
              <a:cxnLst/>
              <a:rect l="0" t="0" r="0" b="0"/>
              <a:pathLst>
                <a:path w="24413" h="38982">
                  <a:moveTo>
                    <a:pt x="0" y="0"/>
                  </a:moveTo>
                  <a:lnTo>
                    <a:pt x="24413" y="38982"/>
                  </a:lnTo>
                </a:path>
              </a:pathLst>
            </a:custGeom>
            <a:noFill/>
            <a:ln w="8096">
              <a:solidFill>
                <a:srgbClr val="E4E8EB"/>
              </a:solidFill>
            </a:ln>
          </p:spPr>
        </p:sp>
        <p:sp>
          <p:nvSpPr>
            <p:cNvPr id="3150" name="Candidate_receptor__3149">
              <a:extLst>
                <a:ext uri="{FF2B5EF4-FFF2-40B4-BE49-F238E27FC236}">
                  <a16:creationId xmlns:a16="http://schemas.microsoft.com/office/drawing/2014/main" id="{45FB6306-A6B4-B8D1-1A6F-01B67B21039A}"/>
                </a:ext>
              </a:extLst>
            </p:cNvPr>
            <p:cNvSpPr>
              <a:spLocks noGrp="1"/>
            </p:cNvSpPr>
            <p:nvPr/>
          </p:nvSpPr>
          <p:spPr>
            <a:xfrm>
              <a:off x="5607879" y="3043571"/>
              <a:ext cx="102079" cy="7282"/>
            </a:xfrm>
            <a:custGeom>
              <a:avLst/>
              <a:gdLst/>
              <a:ahLst/>
              <a:cxnLst/>
              <a:rect l="0" t="0" r="0" b="0"/>
              <a:pathLst>
                <a:path w="102079" h="7282">
                  <a:moveTo>
                    <a:pt x="0" y="7282"/>
                  </a:moveTo>
                  <a:lnTo>
                    <a:pt x="102079" y="0"/>
                  </a:lnTo>
                </a:path>
              </a:pathLst>
            </a:custGeom>
            <a:noFill/>
            <a:ln w="20003">
              <a:solidFill>
                <a:srgbClr val="E4E8EB"/>
              </a:solidFill>
            </a:ln>
          </p:spPr>
        </p:sp>
        <p:sp>
          <p:nvSpPr>
            <p:cNvPr id="3151" name="Candidate_receptor__3150">
              <a:extLst>
                <a:ext uri="{FF2B5EF4-FFF2-40B4-BE49-F238E27FC236}">
                  <a16:creationId xmlns:a16="http://schemas.microsoft.com/office/drawing/2014/main" id="{359AA5F0-42D0-6C41-B04C-8D05E6CEEF81}"/>
                </a:ext>
              </a:extLst>
            </p:cNvPr>
            <p:cNvSpPr>
              <a:spLocks noGrp="1"/>
            </p:cNvSpPr>
            <p:nvPr/>
          </p:nvSpPr>
          <p:spPr>
            <a:xfrm>
              <a:off x="5399638" y="3011906"/>
              <a:ext cx="108871" cy="19630"/>
            </a:xfrm>
            <a:custGeom>
              <a:avLst/>
              <a:gdLst/>
              <a:ahLst/>
              <a:cxnLst/>
              <a:rect l="0" t="0" r="0" b="0"/>
              <a:pathLst>
                <a:path w="108871" h="19630">
                  <a:moveTo>
                    <a:pt x="0" y="19630"/>
                  </a:moveTo>
                  <a:lnTo>
                    <a:pt x="108871" y="0"/>
                  </a:lnTo>
                </a:path>
              </a:pathLst>
            </a:custGeom>
            <a:noFill/>
            <a:ln w="20003">
              <a:solidFill>
                <a:srgbClr val="E4E8EB"/>
              </a:solidFill>
            </a:ln>
          </p:spPr>
        </p:sp>
        <p:sp>
          <p:nvSpPr>
            <p:cNvPr id="3152" name="Candidate_receptor__3151">
              <a:extLst>
                <a:ext uri="{FF2B5EF4-FFF2-40B4-BE49-F238E27FC236}">
                  <a16:creationId xmlns:a16="http://schemas.microsoft.com/office/drawing/2014/main" id="{176525E1-2D7E-CDF3-3431-E4A6994F22C9}"/>
                </a:ext>
              </a:extLst>
            </p:cNvPr>
            <p:cNvSpPr>
              <a:spLocks noGrp="1"/>
            </p:cNvSpPr>
            <p:nvPr/>
          </p:nvSpPr>
          <p:spPr>
            <a:xfrm>
              <a:off x="4681783" y="2733558"/>
              <a:ext cx="39972" cy="46716"/>
            </a:xfrm>
            <a:custGeom>
              <a:avLst/>
              <a:gdLst/>
              <a:ahLst/>
              <a:cxnLst/>
              <a:rect l="0" t="0" r="0" b="0"/>
              <a:pathLst>
                <a:path w="39972" h="46716">
                  <a:moveTo>
                    <a:pt x="0" y="46716"/>
                  </a:moveTo>
                  <a:lnTo>
                    <a:pt x="39972" y="0"/>
                  </a:lnTo>
                </a:path>
              </a:pathLst>
            </a:custGeom>
            <a:noFill/>
            <a:ln w="20003">
              <a:solidFill>
                <a:srgbClr val="E4E8EB"/>
              </a:solidFill>
            </a:ln>
          </p:spPr>
        </p:sp>
        <p:sp>
          <p:nvSpPr>
            <p:cNvPr id="3153" name="Candidate_receptor__3152">
              <a:extLst>
                <a:ext uri="{FF2B5EF4-FFF2-40B4-BE49-F238E27FC236}">
                  <a16:creationId xmlns:a16="http://schemas.microsoft.com/office/drawing/2014/main" id="{3D3B5233-41EB-9690-D67B-EDDE4C5C597A}"/>
                </a:ext>
              </a:extLst>
            </p:cNvPr>
            <p:cNvSpPr>
              <a:spLocks noGrp="1"/>
            </p:cNvSpPr>
            <p:nvPr/>
          </p:nvSpPr>
          <p:spPr>
            <a:xfrm>
              <a:off x="4579163" y="5118574"/>
              <a:ext cx="48963" cy="56619"/>
            </a:xfrm>
            <a:custGeom>
              <a:avLst/>
              <a:gdLst/>
              <a:ahLst/>
              <a:cxnLst/>
              <a:rect l="0" t="0" r="0" b="0"/>
              <a:pathLst>
                <a:path w="48963" h="56619">
                  <a:moveTo>
                    <a:pt x="0" y="0"/>
                  </a:moveTo>
                  <a:lnTo>
                    <a:pt x="48963" y="56619"/>
                  </a:lnTo>
                </a:path>
              </a:pathLst>
            </a:custGeom>
            <a:noFill/>
            <a:ln w="8096">
              <a:solidFill>
                <a:srgbClr val="E4E8EB"/>
              </a:solidFill>
            </a:ln>
          </p:spPr>
        </p:sp>
        <p:sp>
          <p:nvSpPr>
            <p:cNvPr id="3154" name="Candidate_receptor__3153">
              <a:extLst>
                <a:ext uri="{FF2B5EF4-FFF2-40B4-BE49-F238E27FC236}">
                  <a16:creationId xmlns:a16="http://schemas.microsoft.com/office/drawing/2014/main" id="{CA6F2CC2-918D-BE00-B64E-0FBA8EB607D1}"/>
                </a:ext>
              </a:extLst>
            </p:cNvPr>
            <p:cNvSpPr>
              <a:spLocks noGrp="1"/>
            </p:cNvSpPr>
            <p:nvPr/>
          </p:nvSpPr>
          <p:spPr>
            <a:xfrm>
              <a:off x="5781596" y="4294198"/>
              <a:ext cx="246" cy="20633"/>
            </a:xfrm>
            <a:custGeom>
              <a:avLst/>
              <a:gdLst/>
              <a:ahLst/>
              <a:cxnLst/>
              <a:rect l="0" t="0" r="0" b="0"/>
              <a:pathLst>
                <a:path w="246" h="20633">
                  <a:moveTo>
                    <a:pt x="246" y="0"/>
                  </a:moveTo>
                  <a:lnTo>
                    <a:pt x="0" y="20633"/>
                  </a:lnTo>
                </a:path>
              </a:pathLst>
            </a:custGeom>
            <a:noFill/>
            <a:ln w="20003">
              <a:solidFill>
                <a:srgbClr val="E4E8EB"/>
              </a:solidFill>
            </a:ln>
          </p:spPr>
        </p:sp>
        <p:sp>
          <p:nvSpPr>
            <p:cNvPr id="3155" name="Candidate_receptor__3154">
              <a:extLst>
                <a:ext uri="{FF2B5EF4-FFF2-40B4-BE49-F238E27FC236}">
                  <a16:creationId xmlns:a16="http://schemas.microsoft.com/office/drawing/2014/main" id="{D50F1566-04DA-4036-6BF8-5D0EB1E6101B}"/>
                </a:ext>
              </a:extLst>
            </p:cNvPr>
            <p:cNvSpPr>
              <a:spLocks noGrp="1"/>
            </p:cNvSpPr>
            <p:nvPr/>
          </p:nvSpPr>
          <p:spPr>
            <a:xfrm>
              <a:off x="5052706" y="2696346"/>
              <a:ext cx="68140" cy="75026"/>
            </a:xfrm>
            <a:custGeom>
              <a:avLst/>
              <a:gdLst/>
              <a:ahLst/>
              <a:cxnLst/>
              <a:rect l="0" t="0" r="0" b="0"/>
              <a:pathLst>
                <a:path w="68140" h="75026">
                  <a:moveTo>
                    <a:pt x="0" y="0"/>
                  </a:moveTo>
                  <a:lnTo>
                    <a:pt x="68140" y="75026"/>
                  </a:lnTo>
                </a:path>
              </a:pathLst>
            </a:custGeom>
            <a:noFill/>
            <a:ln w="20003">
              <a:solidFill>
                <a:srgbClr val="E4E8EB"/>
              </a:solidFill>
            </a:ln>
          </p:spPr>
        </p:sp>
        <p:sp>
          <p:nvSpPr>
            <p:cNvPr id="3156" name="Candidate_receptor__3155">
              <a:extLst>
                <a:ext uri="{FF2B5EF4-FFF2-40B4-BE49-F238E27FC236}">
                  <a16:creationId xmlns:a16="http://schemas.microsoft.com/office/drawing/2014/main" id="{713AEC4E-B9FF-427B-E46B-45571788B7E3}"/>
                </a:ext>
              </a:extLst>
            </p:cNvPr>
            <p:cNvSpPr>
              <a:spLocks noGrp="1"/>
            </p:cNvSpPr>
            <p:nvPr/>
          </p:nvSpPr>
          <p:spPr>
            <a:xfrm>
              <a:off x="4750966" y="3675588"/>
              <a:ext cx="22625" cy="6944"/>
            </a:xfrm>
            <a:custGeom>
              <a:avLst/>
              <a:gdLst/>
              <a:ahLst/>
              <a:cxnLst/>
              <a:rect l="0" t="0" r="0" b="0"/>
              <a:pathLst>
                <a:path w="22625" h="6944">
                  <a:moveTo>
                    <a:pt x="22625" y="6944"/>
                  </a:moveTo>
                  <a:lnTo>
                    <a:pt x="0" y="0"/>
                  </a:lnTo>
                </a:path>
              </a:pathLst>
            </a:custGeom>
            <a:noFill/>
            <a:ln w="20003">
              <a:solidFill>
                <a:srgbClr val="E4E8EB"/>
              </a:solidFill>
            </a:ln>
          </p:spPr>
        </p:sp>
        <p:sp>
          <p:nvSpPr>
            <p:cNvPr id="3157" name="Candidate_receptor__3156">
              <a:extLst>
                <a:ext uri="{FF2B5EF4-FFF2-40B4-BE49-F238E27FC236}">
                  <a16:creationId xmlns:a16="http://schemas.microsoft.com/office/drawing/2014/main" id="{58733150-6D67-96BF-D0AB-FCFD3B6F5444}"/>
                </a:ext>
              </a:extLst>
            </p:cNvPr>
            <p:cNvSpPr>
              <a:spLocks noGrp="1"/>
            </p:cNvSpPr>
            <p:nvPr/>
          </p:nvSpPr>
          <p:spPr>
            <a:xfrm>
              <a:off x="5900197" y="3655312"/>
              <a:ext cx="55471" cy="95276"/>
            </a:xfrm>
            <a:custGeom>
              <a:avLst/>
              <a:gdLst/>
              <a:ahLst/>
              <a:cxnLst/>
              <a:rect l="0" t="0" r="0" b="0"/>
              <a:pathLst>
                <a:path w="55471" h="95276">
                  <a:moveTo>
                    <a:pt x="0" y="95276"/>
                  </a:moveTo>
                  <a:lnTo>
                    <a:pt x="55471" y="0"/>
                  </a:lnTo>
                </a:path>
              </a:pathLst>
            </a:custGeom>
            <a:noFill/>
            <a:ln w="20003">
              <a:solidFill>
                <a:srgbClr val="E4E8EB"/>
              </a:solidFill>
            </a:ln>
          </p:spPr>
        </p:sp>
        <p:sp>
          <p:nvSpPr>
            <p:cNvPr id="3158" name="Candidate_receptor__3157">
              <a:extLst>
                <a:ext uri="{FF2B5EF4-FFF2-40B4-BE49-F238E27FC236}">
                  <a16:creationId xmlns:a16="http://schemas.microsoft.com/office/drawing/2014/main" id="{FEF0AF5B-1489-463E-6C0B-B742AAED15E5}"/>
                </a:ext>
              </a:extLst>
            </p:cNvPr>
            <p:cNvSpPr>
              <a:spLocks noGrp="1"/>
            </p:cNvSpPr>
            <p:nvPr/>
          </p:nvSpPr>
          <p:spPr>
            <a:xfrm>
              <a:off x="4921220" y="2005764"/>
              <a:ext cx="65193" cy="91819"/>
            </a:xfrm>
            <a:custGeom>
              <a:avLst/>
              <a:gdLst/>
              <a:ahLst/>
              <a:cxnLst/>
              <a:rect l="0" t="0" r="0" b="0"/>
              <a:pathLst>
                <a:path w="65193" h="91819">
                  <a:moveTo>
                    <a:pt x="65193" y="0"/>
                  </a:moveTo>
                  <a:lnTo>
                    <a:pt x="0" y="91819"/>
                  </a:lnTo>
                </a:path>
              </a:pathLst>
            </a:custGeom>
            <a:noFill/>
            <a:ln w="8096">
              <a:solidFill>
                <a:srgbClr val="E4E8EB"/>
              </a:solidFill>
            </a:ln>
          </p:spPr>
        </p:sp>
        <p:sp>
          <p:nvSpPr>
            <p:cNvPr id="3159" name="Candidate_receptor__3158">
              <a:extLst>
                <a:ext uri="{FF2B5EF4-FFF2-40B4-BE49-F238E27FC236}">
                  <a16:creationId xmlns:a16="http://schemas.microsoft.com/office/drawing/2014/main" id="{5D56F41C-5197-7A1D-7A05-47D770E695B8}"/>
                </a:ext>
              </a:extLst>
            </p:cNvPr>
            <p:cNvSpPr>
              <a:spLocks noGrp="1"/>
            </p:cNvSpPr>
            <p:nvPr/>
          </p:nvSpPr>
          <p:spPr>
            <a:xfrm>
              <a:off x="6115227" y="3739643"/>
              <a:ext cx="98016" cy="26101"/>
            </a:xfrm>
            <a:custGeom>
              <a:avLst/>
              <a:gdLst/>
              <a:ahLst/>
              <a:cxnLst/>
              <a:rect l="0" t="0" r="0" b="0"/>
              <a:pathLst>
                <a:path w="98016" h="26101">
                  <a:moveTo>
                    <a:pt x="98016" y="26101"/>
                  </a:moveTo>
                  <a:lnTo>
                    <a:pt x="0" y="0"/>
                  </a:lnTo>
                </a:path>
              </a:pathLst>
            </a:custGeom>
            <a:noFill/>
            <a:ln w="20003">
              <a:solidFill>
                <a:srgbClr val="E4E8EB"/>
              </a:solidFill>
            </a:ln>
          </p:spPr>
        </p:sp>
        <p:sp>
          <p:nvSpPr>
            <p:cNvPr id="3160" name="Candidate_receptor__3159">
              <a:extLst>
                <a:ext uri="{FF2B5EF4-FFF2-40B4-BE49-F238E27FC236}">
                  <a16:creationId xmlns:a16="http://schemas.microsoft.com/office/drawing/2014/main" id="{9139AA01-F897-548B-FD74-83AE0EC4B8E1}"/>
                </a:ext>
              </a:extLst>
            </p:cNvPr>
            <p:cNvSpPr>
              <a:spLocks noGrp="1"/>
            </p:cNvSpPr>
            <p:nvPr/>
          </p:nvSpPr>
          <p:spPr>
            <a:xfrm>
              <a:off x="5676036" y="1839871"/>
              <a:ext cx="77718" cy="81528"/>
            </a:xfrm>
            <a:custGeom>
              <a:avLst/>
              <a:gdLst/>
              <a:ahLst/>
              <a:cxnLst/>
              <a:rect l="0" t="0" r="0" b="0"/>
              <a:pathLst>
                <a:path w="77718" h="81528">
                  <a:moveTo>
                    <a:pt x="0" y="81528"/>
                  </a:moveTo>
                  <a:lnTo>
                    <a:pt x="77718" y="0"/>
                  </a:lnTo>
                </a:path>
              </a:pathLst>
            </a:custGeom>
            <a:noFill/>
            <a:ln w="20003">
              <a:solidFill>
                <a:srgbClr val="E4E8EB"/>
              </a:solidFill>
            </a:ln>
          </p:spPr>
        </p:sp>
        <p:sp>
          <p:nvSpPr>
            <p:cNvPr id="3161" name="Candidate_receptor__3160">
              <a:extLst>
                <a:ext uri="{FF2B5EF4-FFF2-40B4-BE49-F238E27FC236}">
                  <a16:creationId xmlns:a16="http://schemas.microsoft.com/office/drawing/2014/main" id="{E40A308A-6432-A3B8-5D2C-45D057B92032}"/>
                </a:ext>
              </a:extLst>
            </p:cNvPr>
            <p:cNvSpPr>
              <a:spLocks noGrp="1"/>
            </p:cNvSpPr>
            <p:nvPr/>
          </p:nvSpPr>
          <p:spPr>
            <a:xfrm>
              <a:off x="4735707" y="2480923"/>
              <a:ext cx="51465" cy="82038"/>
            </a:xfrm>
            <a:custGeom>
              <a:avLst/>
              <a:gdLst/>
              <a:ahLst/>
              <a:cxnLst/>
              <a:rect l="0" t="0" r="0" b="0"/>
              <a:pathLst>
                <a:path w="51465" h="82038">
                  <a:moveTo>
                    <a:pt x="0" y="82038"/>
                  </a:moveTo>
                  <a:lnTo>
                    <a:pt x="51465" y="0"/>
                  </a:lnTo>
                </a:path>
              </a:pathLst>
            </a:custGeom>
            <a:noFill/>
            <a:ln w="20003">
              <a:solidFill>
                <a:srgbClr val="E4E8EB"/>
              </a:solidFill>
            </a:ln>
          </p:spPr>
        </p:sp>
        <p:sp>
          <p:nvSpPr>
            <p:cNvPr id="3162" name="Candidate_receptor__3161">
              <a:extLst>
                <a:ext uri="{FF2B5EF4-FFF2-40B4-BE49-F238E27FC236}">
                  <a16:creationId xmlns:a16="http://schemas.microsoft.com/office/drawing/2014/main" id="{96953A51-AAB7-F974-4E3D-D01C87EABE6B}"/>
                </a:ext>
              </a:extLst>
            </p:cNvPr>
            <p:cNvSpPr>
              <a:spLocks noGrp="1"/>
            </p:cNvSpPr>
            <p:nvPr/>
          </p:nvSpPr>
          <p:spPr>
            <a:xfrm>
              <a:off x="4357389" y="3324481"/>
              <a:ext cx="96261" cy="52763"/>
            </a:xfrm>
            <a:custGeom>
              <a:avLst/>
              <a:gdLst/>
              <a:ahLst/>
              <a:cxnLst/>
              <a:rect l="0" t="0" r="0" b="0"/>
              <a:pathLst>
                <a:path w="96261" h="52763">
                  <a:moveTo>
                    <a:pt x="96261" y="52763"/>
                  </a:moveTo>
                  <a:lnTo>
                    <a:pt x="0" y="0"/>
                  </a:lnTo>
                </a:path>
              </a:pathLst>
            </a:custGeom>
            <a:noFill/>
            <a:ln w="8096">
              <a:solidFill>
                <a:srgbClr val="E4E8EB"/>
              </a:solidFill>
            </a:ln>
          </p:spPr>
        </p:sp>
        <p:sp>
          <p:nvSpPr>
            <p:cNvPr id="3163" name="Candidate_receptor__3162">
              <a:extLst>
                <a:ext uri="{FF2B5EF4-FFF2-40B4-BE49-F238E27FC236}">
                  <a16:creationId xmlns:a16="http://schemas.microsoft.com/office/drawing/2014/main" id="{1A5641E4-9124-623F-6194-C3F9EE1E9CCA}"/>
                </a:ext>
              </a:extLst>
            </p:cNvPr>
            <p:cNvSpPr>
              <a:spLocks noGrp="1"/>
            </p:cNvSpPr>
            <p:nvPr/>
          </p:nvSpPr>
          <p:spPr>
            <a:xfrm>
              <a:off x="5052706" y="2615524"/>
              <a:ext cx="18054" cy="80822"/>
            </a:xfrm>
            <a:custGeom>
              <a:avLst/>
              <a:gdLst/>
              <a:ahLst/>
              <a:cxnLst/>
              <a:rect l="0" t="0" r="0" b="0"/>
              <a:pathLst>
                <a:path w="18054" h="80822">
                  <a:moveTo>
                    <a:pt x="18054" y="0"/>
                  </a:moveTo>
                  <a:lnTo>
                    <a:pt x="0" y="80822"/>
                  </a:lnTo>
                </a:path>
              </a:pathLst>
            </a:custGeom>
            <a:noFill/>
            <a:ln w="20003">
              <a:solidFill>
                <a:srgbClr val="E4E8EB"/>
              </a:solidFill>
            </a:ln>
          </p:spPr>
        </p:sp>
        <p:sp>
          <p:nvSpPr>
            <p:cNvPr id="3164" name="Candidate_receptor__3163">
              <a:extLst>
                <a:ext uri="{FF2B5EF4-FFF2-40B4-BE49-F238E27FC236}">
                  <a16:creationId xmlns:a16="http://schemas.microsoft.com/office/drawing/2014/main" id="{7414DC46-AE93-CFD3-544D-82F558A2D6C0}"/>
                </a:ext>
              </a:extLst>
            </p:cNvPr>
            <p:cNvSpPr>
              <a:spLocks noGrp="1"/>
            </p:cNvSpPr>
            <p:nvPr/>
          </p:nvSpPr>
          <p:spPr>
            <a:xfrm>
              <a:off x="5024850" y="3165181"/>
              <a:ext cx="25855" cy="75065"/>
            </a:xfrm>
            <a:custGeom>
              <a:avLst/>
              <a:gdLst/>
              <a:ahLst/>
              <a:cxnLst/>
              <a:rect l="0" t="0" r="0" b="0"/>
              <a:pathLst>
                <a:path w="25855" h="75065">
                  <a:moveTo>
                    <a:pt x="25855" y="75065"/>
                  </a:moveTo>
                  <a:lnTo>
                    <a:pt x="0" y="0"/>
                  </a:lnTo>
                </a:path>
              </a:pathLst>
            </a:custGeom>
            <a:noFill/>
            <a:ln w="20003">
              <a:solidFill>
                <a:srgbClr val="E4E8EB"/>
              </a:solidFill>
            </a:ln>
          </p:spPr>
        </p:sp>
        <p:sp>
          <p:nvSpPr>
            <p:cNvPr id="3165" name="Candidate_receptor__3164">
              <a:extLst>
                <a:ext uri="{FF2B5EF4-FFF2-40B4-BE49-F238E27FC236}">
                  <a16:creationId xmlns:a16="http://schemas.microsoft.com/office/drawing/2014/main" id="{03429B5E-E733-14A4-0867-B13BC9F9ABB2}"/>
                </a:ext>
              </a:extLst>
            </p:cNvPr>
            <p:cNvSpPr>
              <a:spLocks noGrp="1"/>
            </p:cNvSpPr>
            <p:nvPr/>
          </p:nvSpPr>
          <p:spPr>
            <a:xfrm>
              <a:off x="4685339" y="2070674"/>
              <a:ext cx="37651" cy="36188"/>
            </a:xfrm>
            <a:custGeom>
              <a:avLst/>
              <a:gdLst/>
              <a:ahLst/>
              <a:cxnLst/>
              <a:rect l="0" t="0" r="0" b="0"/>
              <a:pathLst>
                <a:path w="37651" h="36188">
                  <a:moveTo>
                    <a:pt x="37651" y="0"/>
                  </a:moveTo>
                  <a:lnTo>
                    <a:pt x="0" y="36188"/>
                  </a:lnTo>
                </a:path>
              </a:pathLst>
            </a:custGeom>
            <a:noFill/>
            <a:ln w="8096">
              <a:solidFill>
                <a:srgbClr val="E4E8EB"/>
              </a:solidFill>
            </a:ln>
          </p:spPr>
        </p:sp>
        <p:sp>
          <p:nvSpPr>
            <p:cNvPr id="3166" name="Candidate_receptor__3165">
              <a:extLst>
                <a:ext uri="{FF2B5EF4-FFF2-40B4-BE49-F238E27FC236}">
                  <a16:creationId xmlns:a16="http://schemas.microsoft.com/office/drawing/2014/main" id="{C23B578F-B4E5-57C8-FDD6-9FABA860D575}"/>
                </a:ext>
              </a:extLst>
            </p:cNvPr>
            <p:cNvSpPr>
              <a:spLocks noGrp="1"/>
            </p:cNvSpPr>
            <p:nvPr/>
          </p:nvSpPr>
          <p:spPr>
            <a:xfrm>
              <a:off x="4893152" y="4043012"/>
              <a:ext cx="26321" cy="43643"/>
            </a:xfrm>
            <a:custGeom>
              <a:avLst/>
              <a:gdLst/>
              <a:ahLst/>
              <a:cxnLst/>
              <a:rect l="0" t="0" r="0" b="0"/>
              <a:pathLst>
                <a:path w="26321" h="43643">
                  <a:moveTo>
                    <a:pt x="0" y="43643"/>
                  </a:moveTo>
                  <a:lnTo>
                    <a:pt x="26321" y="0"/>
                  </a:lnTo>
                </a:path>
              </a:pathLst>
            </a:custGeom>
            <a:noFill/>
            <a:ln w="8096">
              <a:solidFill>
                <a:srgbClr val="E4E8EB"/>
              </a:solidFill>
            </a:ln>
          </p:spPr>
        </p:sp>
        <p:sp>
          <p:nvSpPr>
            <p:cNvPr id="3167" name="Candidate_receptor__3166">
              <a:extLst>
                <a:ext uri="{FF2B5EF4-FFF2-40B4-BE49-F238E27FC236}">
                  <a16:creationId xmlns:a16="http://schemas.microsoft.com/office/drawing/2014/main" id="{09A45685-6B88-01A9-E9D9-70348213546D}"/>
                </a:ext>
              </a:extLst>
            </p:cNvPr>
            <p:cNvSpPr>
              <a:spLocks noGrp="1"/>
            </p:cNvSpPr>
            <p:nvPr/>
          </p:nvSpPr>
          <p:spPr>
            <a:xfrm>
              <a:off x="6412117" y="4004068"/>
              <a:ext cx="11099" cy="85861"/>
            </a:xfrm>
            <a:custGeom>
              <a:avLst/>
              <a:gdLst/>
              <a:ahLst/>
              <a:cxnLst/>
              <a:rect l="0" t="0" r="0" b="0"/>
              <a:pathLst>
                <a:path w="11099" h="85861">
                  <a:moveTo>
                    <a:pt x="11099" y="85861"/>
                  </a:moveTo>
                  <a:lnTo>
                    <a:pt x="0" y="0"/>
                  </a:lnTo>
                </a:path>
              </a:pathLst>
            </a:custGeom>
            <a:noFill/>
            <a:ln w="20003">
              <a:solidFill>
                <a:srgbClr val="E4E8EB"/>
              </a:solidFill>
            </a:ln>
          </p:spPr>
        </p:sp>
        <p:sp>
          <p:nvSpPr>
            <p:cNvPr id="3168" name="Candidate_receptor__3167">
              <a:extLst>
                <a:ext uri="{FF2B5EF4-FFF2-40B4-BE49-F238E27FC236}">
                  <a16:creationId xmlns:a16="http://schemas.microsoft.com/office/drawing/2014/main" id="{9F28DE14-7578-98F5-C6AC-FE5C6F7F3E6F}"/>
                </a:ext>
              </a:extLst>
            </p:cNvPr>
            <p:cNvSpPr>
              <a:spLocks noGrp="1"/>
            </p:cNvSpPr>
            <p:nvPr/>
          </p:nvSpPr>
          <p:spPr>
            <a:xfrm>
              <a:off x="5116876" y="3379961"/>
              <a:ext cx="3796" cy="106128"/>
            </a:xfrm>
            <a:custGeom>
              <a:avLst/>
              <a:gdLst/>
              <a:ahLst/>
              <a:cxnLst/>
              <a:rect l="0" t="0" r="0" b="0"/>
              <a:pathLst>
                <a:path w="3796" h="106128">
                  <a:moveTo>
                    <a:pt x="0" y="0"/>
                  </a:moveTo>
                  <a:lnTo>
                    <a:pt x="3796" y="106128"/>
                  </a:lnTo>
                </a:path>
              </a:pathLst>
            </a:custGeom>
            <a:noFill/>
            <a:ln w="20003">
              <a:solidFill>
                <a:srgbClr val="E4E8EB"/>
              </a:solidFill>
            </a:ln>
          </p:spPr>
        </p:sp>
        <p:sp>
          <p:nvSpPr>
            <p:cNvPr id="3169" name="Candidate_receptor__3168">
              <a:extLst>
                <a:ext uri="{FF2B5EF4-FFF2-40B4-BE49-F238E27FC236}">
                  <a16:creationId xmlns:a16="http://schemas.microsoft.com/office/drawing/2014/main" id="{4290C14C-E563-F90B-3787-5757EE085DED}"/>
                </a:ext>
              </a:extLst>
            </p:cNvPr>
            <p:cNvSpPr>
              <a:spLocks noGrp="1"/>
            </p:cNvSpPr>
            <p:nvPr/>
          </p:nvSpPr>
          <p:spPr>
            <a:xfrm>
              <a:off x="5725586" y="4145931"/>
              <a:ext cx="91059" cy="38406"/>
            </a:xfrm>
            <a:custGeom>
              <a:avLst/>
              <a:gdLst/>
              <a:ahLst/>
              <a:cxnLst/>
              <a:rect l="0" t="0" r="0" b="0"/>
              <a:pathLst>
                <a:path w="91059" h="38406">
                  <a:moveTo>
                    <a:pt x="0" y="0"/>
                  </a:moveTo>
                  <a:lnTo>
                    <a:pt x="91059" y="38406"/>
                  </a:lnTo>
                </a:path>
              </a:pathLst>
            </a:custGeom>
            <a:noFill/>
            <a:ln w="20003">
              <a:solidFill>
                <a:srgbClr val="E4E8EB"/>
              </a:solidFill>
            </a:ln>
          </p:spPr>
        </p:sp>
        <p:sp>
          <p:nvSpPr>
            <p:cNvPr id="3170" name="Candidate_receptor__3169">
              <a:extLst>
                <a:ext uri="{FF2B5EF4-FFF2-40B4-BE49-F238E27FC236}">
                  <a16:creationId xmlns:a16="http://schemas.microsoft.com/office/drawing/2014/main" id="{80281565-E113-24C9-22C0-27641B4D664D}"/>
                </a:ext>
              </a:extLst>
            </p:cNvPr>
            <p:cNvSpPr>
              <a:spLocks noGrp="1"/>
            </p:cNvSpPr>
            <p:nvPr/>
          </p:nvSpPr>
          <p:spPr>
            <a:xfrm>
              <a:off x="5634259" y="4145931"/>
              <a:ext cx="91326" cy="35855"/>
            </a:xfrm>
            <a:custGeom>
              <a:avLst/>
              <a:gdLst/>
              <a:ahLst/>
              <a:cxnLst/>
              <a:rect l="0" t="0" r="0" b="0"/>
              <a:pathLst>
                <a:path w="91326" h="35855">
                  <a:moveTo>
                    <a:pt x="0" y="35855"/>
                  </a:moveTo>
                  <a:lnTo>
                    <a:pt x="91326" y="0"/>
                  </a:lnTo>
                </a:path>
              </a:pathLst>
            </a:custGeom>
            <a:noFill/>
            <a:ln w="20003">
              <a:solidFill>
                <a:srgbClr val="E4E8EB"/>
              </a:solidFill>
            </a:ln>
          </p:spPr>
        </p:sp>
        <p:sp>
          <p:nvSpPr>
            <p:cNvPr id="3171" name="Candidate_receptor__3170">
              <a:extLst>
                <a:ext uri="{FF2B5EF4-FFF2-40B4-BE49-F238E27FC236}">
                  <a16:creationId xmlns:a16="http://schemas.microsoft.com/office/drawing/2014/main" id="{8DECD877-E23E-3A3B-3A08-B4BF0DF91A68}"/>
                </a:ext>
              </a:extLst>
            </p:cNvPr>
            <p:cNvSpPr>
              <a:spLocks noGrp="1"/>
            </p:cNvSpPr>
            <p:nvPr/>
          </p:nvSpPr>
          <p:spPr>
            <a:xfrm>
              <a:off x="5281043" y="3224796"/>
              <a:ext cx="109517" cy="11838"/>
            </a:xfrm>
            <a:custGeom>
              <a:avLst/>
              <a:gdLst/>
              <a:ahLst/>
              <a:cxnLst/>
              <a:rect l="0" t="0" r="0" b="0"/>
              <a:pathLst>
                <a:path w="109517" h="11838">
                  <a:moveTo>
                    <a:pt x="0" y="11838"/>
                  </a:moveTo>
                  <a:lnTo>
                    <a:pt x="109517" y="0"/>
                  </a:lnTo>
                </a:path>
              </a:pathLst>
            </a:custGeom>
            <a:noFill/>
            <a:ln w="20003">
              <a:solidFill>
                <a:srgbClr val="E4E8EB"/>
              </a:solidFill>
            </a:ln>
          </p:spPr>
        </p:sp>
        <p:sp>
          <p:nvSpPr>
            <p:cNvPr id="3172" name="Candidate_receptor__3171">
              <a:extLst>
                <a:ext uri="{FF2B5EF4-FFF2-40B4-BE49-F238E27FC236}">
                  <a16:creationId xmlns:a16="http://schemas.microsoft.com/office/drawing/2014/main" id="{0A6DA750-72D7-6421-E387-B76D2EF6168D}"/>
                </a:ext>
              </a:extLst>
            </p:cNvPr>
            <p:cNvSpPr>
              <a:spLocks noGrp="1"/>
            </p:cNvSpPr>
            <p:nvPr/>
          </p:nvSpPr>
          <p:spPr>
            <a:xfrm>
              <a:off x="5823213" y="2919074"/>
              <a:ext cx="72827" cy="34108"/>
            </a:xfrm>
            <a:custGeom>
              <a:avLst/>
              <a:gdLst/>
              <a:ahLst/>
              <a:cxnLst/>
              <a:rect l="0" t="0" r="0" b="0"/>
              <a:pathLst>
                <a:path w="72827" h="34108">
                  <a:moveTo>
                    <a:pt x="0" y="0"/>
                  </a:moveTo>
                  <a:lnTo>
                    <a:pt x="72827" y="34108"/>
                  </a:lnTo>
                </a:path>
              </a:pathLst>
            </a:custGeom>
            <a:noFill/>
            <a:ln w="20003">
              <a:solidFill>
                <a:srgbClr val="E4E8EB"/>
              </a:solidFill>
            </a:ln>
          </p:spPr>
        </p:sp>
        <p:sp>
          <p:nvSpPr>
            <p:cNvPr id="3173" name="Candidate_receptor__3172">
              <a:extLst>
                <a:ext uri="{FF2B5EF4-FFF2-40B4-BE49-F238E27FC236}">
                  <a16:creationId xmlns:a16="http://schemas.microsoft.com/office/drawing/2014/main" id="{0D4D3B9B-151D-2265-322A-6C97456EC807}"/>
                </a:ext>
              </a:extLst>
            </p:cNvPr>
            <p:cNvSpPr>
              <a:spLocks noGrp="1"/>
            </p:cNvSpPr>
            <p:nvPr/>
          </p:nvSpPr>
          <p:spPr>
            <a:xfrm>
              <a:off x="4634712" y="2562962"/>
              <a:ext cx="100995" cy="46581"/>
            </a:xfrm>
            <a:custGeom>
              <a:avLst/>
              <a:gdLst/>
              <a:ahLst/>
              <a:cxnLst/>
              <a:rect l="0" t="0" r="0" b="0"/>
              <a:pathLst>
                <a:path w="100995" h="46581">
                  <a:moveTo>
                    <a:pt x="0" y="46581"/>
                  </a:moveTo>
                  <a:lnTo>
                    <a:pt x="100995" y="0"/>
                  </a:lnTo>
                </a:path>
              </a:pathLst>
            </a:custGeom>
            <a:noFill/>
            <a:ln w="20003">
              <a:solidFill>
                <a:srgbClr val="E4E8EB"/>
              </a:solidFill>
            </a:ln>
          </p:spPr>
        </p:sp>
        <p:sp>
          <p:nvSpPr>
            <p:cNvPr id="3174" name="Candidate_receptor__3173">
              <a:extLst>
                <a:ext uri="{FF2B5EF4-FFF2-40B4-BE49-F238E27FC236}">
                  <a16:creationId xmlns:a16="http://schemas.microsoft.com/office/drawing/2014/main" id="{E3320C4B-5A8E-1BB7-CCFC-F190D141A430}"/>
                </a:ext>
              </a:extLst>
            </p:cNvPr>
            <p:cNvSpPr>
              <a:spLocks noGrp="1"/>
            </p:cNvSpPr>
            <p:nvPr/>
          </p:nvSpPr>
          <p:spPr>
            <a:xfrm>
              <a:off x="4781968" y="3809980"/>
              <a:ext cx="6026" cy="14532"/>
            </a:xfrm>
            <a:custGeom>
              <a:avLst/>
              <a:gdLst/>
              <a:ahLst/>
              <a:cxnLst/>
              <a:rect l="0" t="0" r="0" b="0"/>
              <a:pathLst>
                <a:path w="6026" h="14532">
                  <a:moveTo>
                    <a:pt x="0" y="14532"/>
                  </a:moveTo>
                  <a:lnTo>
                    <a:pt x="6026" y="0"/>
                  </a:lnTo>
                </a:path>
              </a:pathLst>
            </a:custGeom>
            <a:noFill/>
            <a:ln w="20003">
              <a:solidFill>
                <a:srgbClr val="E4E8EB"/>
              </a:solidFill>
            </a:ln>
          </p:spPr>
        </p:sp>
        <p:sp>
          <p:nvSpPr>
            <p:cNvPr id="3175" name="Candidate_receptor__3174">
              <a:extLst>
                <a:ext uri="{FF2B5EF4-FFF2-40B4-BE49-F238E27FC236}">
                  <a16:creationId xmlns:a16="http://schemas.microsoft.com/office/drawing/2014/main" id="{1F8BCE69-59DF-5D1D-FAF8-A96E93513FCC}"/>
                </a:ext>
              </a:extLst>
            </p:cNvPr>
            <p:cNvSpPr>
              <a:spLocks noGrp="1"/>
            </p:cNvSpPr>
            <p:nvPr/>
          </p:nvSpPr>
          <p:spPr>
            <a:xfrm>
              <a:off x="4453651" y="3281868"/>
              <a:ext cx="63195" cy="95377"/>
            </a:xfrm>
            <a:custGeom>
              <a:avLst/>
              <a:gdLst/>
              <a:ahLst/>
              <a:cxnLst/>
              <a:rect l="0" t="0" r="0" b="0"/>
              <a:pathLst>
                <a:path w="63195" h="95377">
                  <a:moveTo>
                    <a:pt x="63195" y="0"/>
                  </a:moveTo>
                  <a:lnTo>
                    <a:pt x="0" y="95377"/>
                  </a:lnTo>
                </a:path>
              </a:pathLst>
            </a:custGeom>
            <a:noFill/>
            <a:ln w="8096">
              <a:solidFill>
                <a:srgbClr val="E4E8EB"/>
              </a:solidFill>
            </a:ln>
          </p:spPr>
        </p:sp>
        <p:sp>
          <p:nvSpPr>
            <p:cNvPr id="3176" name="Candidate_receptor__3175">
              <a:extLst>
                <a:ext uri="{FF2B5EF4-FFF2-40B4-BE49-F238E27FC236}">
                  <a16:creationId xmlns:a16="http://schemas.microsoft.com/office/drawing/2014/main" id="{03FBD84C-C84A-DD8F-0EA7-85B4874D364F}"/>
                </a:ext>
              </a:extLst>
            </p:cNvPr>
            <p:cNvSpPr>
              <a:spLocks noGrp="1"/>
            </p:cNvSpPr>
            <p:nvPr/>
          </p:nvSpPr>
          <p:spPr>
            <a:xfrm>
              <a:off x="6213244" y="3765744"/>
              <a:ext cx="75054" cy="85793"/>
            </a:xfrm>
            <a:custGeom>
              <a:avLst/>
              <a:gdLst/>
              <a:ahLst/>
              <a:cxnLst/>
              <a:rect l="0" t="0" r="0" b="0"/>
              <a:pathLst>
                <a:path w="75054" h="85793">
                  <a:moveTo>
                    <a:pt x="75054" y="85793"/>
                  </a:moveTo>
                  <a:lnTo>
                    <a:pt x="0" y="0"/>
                  </a:lnTo>
                </a:path>
              </a:pathLst>
            </a:custGeom>
            <a:noFill/>
            <a:ln w="20003">
              <a:solidFill>
                <a:srgbClr val="E4E8EB"/>
              </a:solidFill>
            </a:ln>
          </p:spPr>
        </p:sp>
        <p:sp>
          <p:nvSpPr>
            <p:cNvPr id="3177" name="Candidate_receptor__3176">
              <a:extLst>
                <a:ext uri="{FF2B5EF4-FFF2-40B4-BE49-F238E27FC236}">
                  <a16:creationId xmlns:a16="http://schemas.microsoft.com/office/drawing/2014/main" id="{5BCF6998-6DDF-3B13-73D8-42F712F99DC5}"/>
                </a:ext>
              </a:extLst>
            </p:cNvPr>
            <p:cNvSpPr>
              <a:spLocks noGrp="1"/>
            </p:cNvSpPr>
            <p:nvPr/>
          </p:nvSpPr>
          <p:spPr>
            <a:xfrm>
              <a:off x="5753754" y="1825015"/>
              <a:ext cx="112655" cy="14856"/>
            </a:xfrm>
            <a:custGeom>
              <a:avLst/>
              <a:gdLst/>
              <a:ahLst/>
              <a:cxnLst/>
              <a:rect l="0" t="0" r="0" b="0"/>
              <a:pathLst>
                <a:path w="112655" h="14856">
                  <a:moveTo>
                    <a:pt x="0" y="14856"/>
                  </a:moveTo>
                  <a:lnTo>
                    <a:pt x="112655" y="0"/>
                  </a:lnTo>
                </a:path>
              </a:pathLst>
            </a:custGeom>
            <a:noFill/>
            <a:ln w="20003">
              <a:solidFill>
                <a:srgbClr val="E4E8EB"/>
              </a:solidFill>
            </a:ln>
          </p:spPr>
        </p:sp>
        <p:sp>
          <p:nvSpPr>
            <p:cNvPr id="3178" name="Candidate_receptor__3177">
              <a:extLst>
                <a:ext uri="{FF2B5EF4-FFF2-40B4-BE49-F238E27FC236}">
                  <a16:creationId xmlns:a16="http://schemas.microsoft.com/office/drawing/2014/main" id="{62D0076F-D058-9B18-8F59-FD862C7A9938}"/>
                </a:ext>
              </a:extLst>
            </p:cNvPr>
            <p:cNvSpPr>
              <a:spLocks noGrp="1"/>
            </p:cNvSpPr>
            <p:nvPr/>
          </p:nvSpPr>
          <p:spPr>
            <a:xfrm>
              <a:off x="5583469" y="3185789"/>
              <a:ext cx="112764" cy="600"/>
            </a:xfrm>
            <a:custGeom>
              <a:avLst/>
              <a:gdLst/>
              <a:ahLst/>
              <a:cxnLst/>
              <a:rect l="0" t="0" r="0" b="0"/>
              <a:pathLst>
                <a:path w="112764" h="600">
                  <a:moveTo>
                    <a:pt x="0" y="600"/>
                  </a:moveTo>
                  <a:lnTo>
                    <a:pt x="112764" y="0"/>
                  </a:lnTo>
                </a:path>
              </a:pathLst>
            </a:custGeom>
            <a:noFill/>
            <a:ln w="20003">
              <a:solidFill>
                <a:srgbClr val="E4E8EB"/>
              </a:solidFill>
            </a:ln>
          </p:spPr>
        </p:sp>
        <p:sp>
          <p:nvSpPr>
            <p:cNvPr id="3179" name="Candidate_receptor__3178">
              <a:extLst>
                <a:ext uri="{FF2B5EF4-FFF2-40B4-BE49-F238E27FC236}">
                  <a16:creationId xmlns:a16="http://schemas.microsoft.com/office/drawing/2014/main" id="{A8DE8350-E5C6-08D9-D096-0DAB9C197E98}"/>
                </a:ext>
              </a:extLst>
            </p:cNvPr>
            <p:cNvSpPr>
              <a:spLocks noGrp="1"/>
            </p:cNvSpPr>
            <p:nvPr/>
          </p:nvSpPr>
          <p:spPr>
            <a:xfrm>
              <a:off x="4986413" y="2005764"/>
              <a:ext cx="109528" cy="25106"/>
            </a:xfrm>
            <a:custGeom>
              <a:avLst/>
              <a:gdLst/>
              <a:ahLst/>
              <a:cxnLst/>
              <a:rect l="0" t="0" r="0" b="0"/>
              <a:pathLst>
                <a:path w="109528" h="25106">
                  <a:moveTo>
                    <a:pt x="109528" y="25106"/>
                  </a:moveTo>
                  <a:lnTo>
                    <a:pt x="0" y="0"/>
                  </a:lnTo>
                </a:path>
              </a:pathLst>
            </a:custGeom>
            <a:noFill/>
            <a:ln w="8096">
              <a:solidFill>
                <a:srgbClr val="E4E8EB"/>
              </a:solidFill>
            </a:ln>
          </p:spPr>
        </p:sp>
        <p:sp>
          <p:nvSpPr>
            <p:cNvPr id="3180" name="Candidate_receptor__3179">
              <a:extLst>
                <a:ext uri="{FF2B5EF4-FFF2-40B4-BE49-F238E27FC236}">
                  <a16:creationId xmlns:a16="http://schemas.microsoft.com/office/drawing/2014/main" id="{94752A70-271C-7B29-4114-E50DFDC15A56}"/>
                </a:ext>
              </a:extLst>
            </p:cNvPr>
            <p:cNvSpPr>
              <a:spLocks noGrp="1"/>
            </p:cNvSpPr>
            <p:nvPr/>
          </p:nvSpPr>
          <p:spPr>
            <a:xfrm>
              <a:off x="6345310" y="4089929"/>
              <a:ext cx="77906" cy="65417"/>
            </a:xfrm>
            <a:custGeom>
              <a:avLst/>
              <a:gdLst/>
              <a:ahLst/>
              <a:cxnLst/>
              <a:rect l="0" t="0" r="0" b="0"/>
              <a:pathLst>
                <a:path w="77906" h="65417">
                  <a:moveTo>
                    <a:pt x="0" y="65417"/>
                  </a:moveTo>
                  <a:lnTo>
                    <a:pt x="77906" y="0"/>
                  </a:lnTo>
                </a:path>
              </a:pathLst>
            </a:custGeom>
            <a:noFill/>
            <a:ln w="20003">
              <a:solidFill>
                <a:srgbClr val="E4E8EB"/>
              </a:solidFill>
            </a:ln>
          </p:spPr>
        </p:sp>
        <p:sp>
          <p:nvSpPr>
            <p:cNvPr id="3181" name="Candidate_receptor__3180">
              <a:extLst>
                <a:ext uri="{FF2B5EF4-FFF2-40B4-BE49-F238E27FC236}">
                  <a16:creationId xmlns:a16="http://schemas.microsoft.com/office/drawing/2014/main" id="{C68159D0-B364-DEA7-FAFA-8D96A63070AB}"/>
                </a:ext>
              </a:extLst>
            </p:cNvPr>
            <p:cNvSpPr>
              <a:spLocks noGrp="1"/>
            </p:cNvSpPr>
            <p:nvPr/>
          </p:nvSpPr>
          <p:spPr>
            <a:xfrm>
              <a:off x="5086930" y="3667215"/>
              <a:ext cx="16492" cy="96194"/>
            </a:xfrm>
            <a:custGeom>
              <a:avLst/>
              <a:gdLst/>
              <a:ahLst/>
              <a:cxnLst/>
              <a:rect l="0" t="0" r="0" b="0"/>
              <a:pathLst>
                <a:path w="16492" h="96194">
                  <a:moveTo>
                    <a:pt x="16492" y="96194"/>
                  </a:moveTo>
                  <a:lnTo>
                    <a:pt x="0" y="0"/>
                  </a:lnTo>
                </a:path>
              </a:pathLst>
            </a:custGeom>
            <a:noFill/>
            <a:ln w="20003">
              <a:solidFill>
                <a:srgbClr val="E4E8EB"/>
              </a:solidFill>
            </a:ln>
          </p:spPr>
        </p:sp>
        <p:sp>
          <p:nvSpPr>
            <p:cNvPr id="3182" name="Candidate_receptor__3181">
              <a:extLst>
                <a:ext uri="{FF2B5EF4-FFF2-40B4-BE49-F238E27FC236}">
                  <a16:creationId xmlns:a16="http://schemas.microsoft.com/office/drawing/2014/main" id="{86195EF9-B79B-0434-A634-1A77E3FEF056}"/>
                </a:ext>
              </a:extLst>
            </p:cNvPr>
            <p:cNvSpPr>
              <a:spLocks noGrp="1"/>
            </p:cNvSpPr>
            <p:nvPr/>
          </p:nvSpPr>
          <p:spPr>
            <a:xfrm>
              <a:off x="5871348" y="3960666"/>
              <a:ext cx="92501" cy="64257"/>
            </a:xfrm>
            <a:custGeom>
              <a:avLst/>
              <a:gdLst/>
              <a:ahLst/>
              <a:cxnLst/>
              <a:rect l="0" t="0" r="0" b="0"/>
              <a:pathLst>
                <a:path w="92501" h="64257">
                  <a:moveTo>
                    <a:pt x="92501" y="0"/>
                  </a:moveTo>
                  <a:lnTo>
                    <a:pt x="0" y="64257"/>
                  </a:lnTo>
                </a:path>
              </a:pathLst>
            </a:custGeom>
            <a:noFill/>
            <a:ln w="20003">
              <a:solidFill>
                <a:srgbClr val="E4E8EB"/>
              </a:solidFill>
            </a:ln>
          </p:spPr>
        </p:sp>
        <p:sp>
          <p:nvSpPr>
            <p:cNvPr id="3183" name="Candidate_receptor__3182">
              <a:extLst>
                <a:ext uri="{FF2B5EF4-FFF2-40B4-BE49-F238E27FC236}">
                  <a16:creationId xmlns:a16="http://schemas.microsoft.com/office/drawing/2014/main" id="{2EC18F60-46F8-46CA-B71A-ED891C218283}"/>
                </a:ext>
              </a:extLst>
            </p:cNvPr>
            <p:cNvSpPr>
              <a:spLocks noGrp="1"/>
            </p:cNvSpPr>
            <p:nvPr/>
          </p:nvSpPr>
          <p:spPr>
            <a:xfrm>
              <a:off x="4756095" y="3959397"/>
              <a:ext cx="64189" cy="14749"/>
            </a:xfrm>
            <a:custGeom>
              <a:avLst/>
              <a:gdLst/>
              <a:ahLst/>
              <a:cxnLst/>
              <a:rect l="0" t="0" r="0" b="0"/>
              <a:pathLst>
                <a:path w="64189" h="14749">
                  <a:moveTo>
                    <a:pt x="0" y="14749"/>
                  </a:moveTo>
                  <a:lnTo>
                    <a:pt x="64189" y="0"/>
                  </a:lnTo>
                </a:path>
              </a:pathLst>
            </a:custGeom>
            <a:noFill/>
            <a:ln w="20003">
              <a:solidFill>
                <a:srgbClr val="E4E8EB"/>
              </a:solidFill>
            </a:ln>
          </p:spPr>
        </p:sp>
        <p:sp>
          <p:nvSpPr>
            <p:cNvPr id="3184" name="Candidate_receptor__3183">
              <a:extLst>
                <a:ext uri="{FF2B5EF4-FFF2-40B4-BE49-F238E27FC236}">
                  <a16:creationId xmlns:a16="http://schemas.microsoft.com/office/drawing/2014/main" id="{FB7A7587-8D13-0715-5649-1FEE32A3C20D}"/>
                </a:ext>
              </a:extLst>
            </p:cNvPr>
            <p:cNvSpPr>
              <a:spLocks noGrp="1"/>
            </p:cNvSpPr>
            <p:nvPr/>
          </p:nvSpPr>
          <p:spPr>
            <a:xfrm>
              <a:off x="5784624" y="1688774"/>
              <a:ext cx="8987" cy="5396"/>
            </a:xfrm>
            <a:custGeom>
              <a:avLst/>
              <a:gdLst/>
              <a:ahLst/>
              <a:cxnLst/>
              <a:rect l="0" t="0" r="0" b="0"/>
              <a:pathLst>
                <a:path w="8987" h="5396">
                  <a:moveTo>
                    <a:pt x="8987" y="5396"/>
                  </a:moveTo>
                  <a:lnTo>
                    <a:pt x="0" y="0"/>
                  </a:lnTo>
                </a:path>
              </a:pathLst>
            </a:custGeom>
            <a:noFill/>
            <a:ln w="20003">
              <a:solidFill>
                <a:srgbClr val="E4E8EB"/>
              </a:solidFill>
            </a:ln>
          </p:spPr>
        </p:sp>
        <p:sp>
          <p:nvSpPr>
            <p:cNvPr id="3185" name="Candidate_receptor__3184">
              <a:extLst>
                <a:ext uri="{FF2B5EF4-FFF2-40B4-BE49-F238E27FC236}">
                  <a16:creationId xmlns:a16="http://schemas.microsoft.com/office/drawing/2014/main" id="{EC802487-E0DC-8067-F128-77BD77832813}"/>
                </a:ext>
              </a:extLst>
            </p:cNvPr>
            <p:cNvSpPr>
              <a:spLocks noGrp="1"/>
            </p:cNvSpPr>
            <p:nvPr/>
          </p:nvSpPr>
          <p:spPr>
            <a:xfrm>
              <a:off x="4628127" y="5175193"/>
              <a:ext cx="111222" cy="25813"/>
            </a:xfrm>
            <a:custGeom>
              <a:avLst/>
              <a:gdLst/>
              <a:ahLst/>
              <a:cxnLst/>
              <a:rect l="0" t="0" r="0" b="0"/>
              <a:pathLst>
                <a:path w="111222" h="25813">
                  <a:moveTo>
                    <a:pt x="0" y="0"/>
                  </a:moveTo>
                  <a:lnTo>
                    <a:pt x="111222" y="25813"/>
                  </a:lnTo>
                </a:path>
              </a:pathLst>
            </a:custGeom>
            <a:noFill/>
            <a:ln w="20003">
              <a:solidFill>
                <a:srgbClr val="E4E8EB"/>
              </a:solidFill>
            </a:ln>
          </p:spPr>
        </p:sp>
        <p:sp>
          <p:nvSpPr>
            <p:cNvPr id="3186" name="Candidate_receptor__3185">
              <a:extLst>
                <a:ext uri="{FF2B5EF4-FFF2-40B4-BE49-F238E27FC236}">
                  <a16:creationId xmlns:a16="http://schemas.microsoft.com/office/drawing/2014/main" id="{032C6B79-D4AF-3DB4-DCE2-7902F9FD3621}"/>
                </a:ext>
              </a:extLst>
            </p:cNvPr>
            <p:cNvSpPr>
              <a:spLocks noGrp="1"/>
            </p:cNvSpPr>
            <p:nvPr/>
          </p:nvSpPr>
          <p:spPr>
            <a:xfrm>
              <a:off x="4422563" y="2447475"/>
              <a:ext cx="20091" cy="22731"/>
            </a:xfrm>
            <a:custGeom>
              <a:avLst/>
              <a:gdLst/>
              <a:ahLst/>
              <a:cxnLst/>
              <a:rect l="0" t="0" r="0" b="0"/>
              <a:pathLst>
                <a:path w="20091" h="22731">
                  <a:moveTo>
                    <a:pt x="20091" y="22731"/>
                  </a:moveTo>
                  <a:lnTo>
                    <a:pt x="0" y="0"/>
                  </a:lnTo>
                </a:path>
              </a:pathLst>
            </a:custGeom>
            <a:noFill/>
            <a:ln w="8096">
              <a:solidFill>
                <a:srgbClr val="E4E8EB"/>
              </a:solidFill>
            </a:ln>
          </p:spPr>
        </p:sp>
        <p:sp>
          <p:nvSpPr>
            <p:cNvPr id="3187" name="Candidate_receptor__3186">
              <a:extLst>
                <a:ext uri="{FF2B5EF4-FFF2-40B4-BE49-F238E27FC236}">
                  <a16:creationId xmlns:a16="http://schemas.microsoft.com/office/drawing/2014/main" id="{A87034F3-320B-0DE3-1CB8-BF0CC678DE9E}"/>
                </a:ext>
              </a:extLst>
            </p:cNvPr>
            <p:cNvSpPr>
              <a:spLocks noGrp="1"/>
            </p:cNvSpPr>
            <p:nvPr/>
          </p:nvSpPr>
          <p:spPr>
            <a:xfrm>
              <a:off x="4628886" y="3355090"/>
              <a:ext cx="10592" cy="54420"/>
            </a:xfrm>
            <a:custGeom>
              <a:avLst/>
              <a:gdLst/>
              <a:ahLst/>
              <a:cxnLst/>
              <a:rect l="0" t="0" r="0" b="0"/>
              <a:pathLst>
                <a:path w="10592" h="54420">
                  <a:moveTo>
                    <a:pt x="0" y="54420"/>
                  </a:moveTo>
                  <a:lnTo>
                    <a:pt x="10592" y="0"/>
                  </a:lnTo>
                </a:path>
              </a:pathLst>
            </a:custGeom>
            <a:noFill/>
            <a:ln w="20003">
              <a:solidFill>
                <a:srgbClr val="E4E8EB"/>
              </a:solidFill>
            </a:ln>
          </p:spPr>
        </p:sp>
        <p:sp>
          <p:nvSpPr>
            <p:cNvPr id="3188" name="Candidate_receptor__3187">
              <a:extLst>
                <a:ext uri="{FF2B5EF4-FFF2-40B4-BE49-F238E27FC236}">
                  <a16:creationId xmlns:a16="http://schemas.microsoft.com/office/drawing/2014/main" id="{645F04B1-F7F3-FD33-AC76-0D7715ECD941}"/>
                </a:ext>
              </a:extLst>
            </p:cNvPr>
            <p:cNvSpPr>
              <a:spLocks noGrp="1"/>
            </p:cNvSpPr>
            <p:nvPr/>
          </p:nvSpPr>
          <p:spPr>
            <a:xfrm>
              <a:off x="4407706" y="3557942"/>
              <a:ext cx="35594" cy="68352"/>
            </a:xfrm>
            <a:custGeom>
              <a:avLst/>
              <a:gdLst/>
              <a:ahLst/>
              <a:cxnLst/>
              <a:rect l="0" t="0" r="0" b="0"/>
              <a:pathLst>
                <a:path w="35594" h="68352">
                  <a:moveTo>
                    <a:pt x="35594" y="0"/>
                  </a:moveTo>
                  <a:lnTo>
                    <a:pt x="0" y="68352"/>
                  </a:lnTo>
                </a:path>
              </a:pathLst>
            </a:custGeom>
            <a:noFill/>
            <a:ln w="8096">
              <a:solidFill>
                <a:srgbClr val="E4E8EB"/>
              </a:solidFill>
            </a:ln>
          </p:spPr>
        </p:sp>
        <p:sp>
          <p:nvSpPr>
            <p:cNvPr id="3189" name="Candidate_receptor__3188">
              <a:extLst>
                <a:ext uri="{FF2B5EF4-FFF2-40B4-BE49-F238E27FC236}">
                  <a16:creationId xmlns:a16="http://schemas.microsoft.com/office/drawing/2014/main" id="{20E388E8-323C-C5F1-8228-6F3B3921B9EF}"/>
                </a:ext>
              </a:extLst>
            </p:cNvPr>
            <p:cNvSpPr>
              <a:spLocks noGrp="1"/>
            </p:cNvSpPr>
            <p:nvPr/>
          </p:nvSpPr>
          <p:spPr>
            <a:xfrm>
              <a:off x="6297183" y="4005886"/>
              <a:ext cx="6127" cy="5747"/>
            </a:xfrm>
            <a:custGeom>
              <a:avLst/>
              <a:gdLst/>
              <a:ahLst/>
              <a:cxnLst/>
              <a:rect l="0" t="0" r="0" b="0"/>
              <a:pathLst>
                <a:path w="6127" h="5747">
                  <a:moveTo>
                    <a:pt x="0" y="5747"/>
                  </a:moveTo>
                  <a:lnTo>
                    <a:pt x="6127" y="0"/>
                  </a:lnTo>
                </a:path>
              </a:pathLst>
            </a:custGeom>
            <a:noFill/>
            <a:ln w="20003">
              <a:solidFill>
                <a:srgbClr val="E4E8EB"/>
              </a:solidFill>
            </a:ln>
          </p:spPr>
        </p:sp>
        <p:sp>
          <p:nvSpPr>
            <p:cNvPr id="3190" name="Candidate_receptor__3189">
              <a:extLst>
                <a:ext uri="{FF2B5EF4-FFF2-40B4-BE49-F238E27FC236}">
                  <a16:creationId xmlns:a16="http://schemas.microsoft.com/office/drawing/2014/main" id="{8F56DAF6-3AE5-2B5B-95FE-F36D111D95D2}"/>
                </a:ext>
              </a:extLst>
            </p:cNvPr>
            <p:cNvSpPr>
              <a:spLocks noGrp="1"/>
            </p:cNvSpPr>
            <p:nvPr/>
          </p:nvSpPr>
          <p:spPr>
            <a:xfrm>
              <a:off x="3966357" y="2656714"/>
              <a:ext cx="27178" cy="96714"/>
            </a:xfrm>
            <a:custGeom>
              <a:avLst/>
              <a:gdLst/>
              <a:ahLst/>
              <a:cxnLst/>
              <a:rect l="0" t="0" r="0" b="0"/>
              <a:pathLst>
                <a:path w="27178" h="96714">
                  <a:moveTo>
                    <a:pt x="0" y="0"/>
                  </a:moveTo>
                  <a:lnTo>
                    <a:pt x="27178" y="96714"/>
                  </a:lnTo>
                </a:path>
              </a:pathLst>
            </a:custGeom>
            <a:noFill/>
            <a:ln w="20003">
              <a:solidFill>
                <a:srgbClr val="E5E8EB"/>
              </a:solidFill>
            </a:ln>
          </p:spPr>
        </p:sp>
        <p:sp>
          <p:nvSpPr>
            <p:cNvPr id="3191" name="Candidate_receptor__3190">
              <a:extLst>
                <a:ext uri="{FF2B5EF4-FFF2-40B4-BE49-F238E27FC236}">
                  <a16:creationId xmlns:a16="http://schemas.microsoft.com/office/drawing/2014/main" id="{E5507127-063A-9667-7D23-E1481011C263}"/>
                </a:ext>
              </a:extLst>
            </p:cNvPr>
            <p:cNvSpPr>
              <a:spLocks noGrp="1"/>
            </p:cNvSpPr>
            <p:nvPr/>
          </p:nvSpPr>
          <p:spPr>
            <a:xfrm>
              <a:off x="5070760" y="2615524"/>
              <a:ext cx="113090" cy="19870"/>
            </a:xfrm>
            <a:custGeom>
              <a:avLst/>
              <a:gdLst/>
              <a:ahLst/>
              <a:cxnLst/>
              <a:rect l="0" t="0" r="0" b="0"/>
              <a:pathLst>
                <a:path w="113090" h="19870">
                  <a:moveTo>
                    <a:pt x="113090" y="19870"/>
                  </a:moveTo>
                  <a:lnTo>
                    <a:pt x="0" y="0"/>
                  </a:lnTo>
                </a:path>
              </a:pathLst>
            </a:custGeom>
            <a:noFill/>
            <a:ln w="20003">
              <a:solidFill>
                <a:srgbClr val="E5E8EB"/>
              </a:solidFill>
            </a:ln>
          </p:spPr>
        </p:sp>
        <p:sp>
          <p:nvSpPr>
            <p:cNvPr id="3192" name="Candidate_receptor__3191">
              <a:extLst>
                <a:ext uri="{FF2B5EF4-FFF2-40B4-BE49-F238E27FC236}">
                  <a16:creationId xmlns:a16="http://schemas.microsoft.com/office/drawing/2014/main" id="{6AB37A7C-EE23-9132-77A2-12072775CA2C}"/>
                </a:ext>
              </a:extLst>
            </p:cNvPr>
            <p:cNvSpPr>
              <a:spLocks noGrp="1"/>
            </p:cNvSpPr>
            <p:nvPr/>
          </p:nvSpPr>
          <p:spPr>
            <a:xfrm>
              <a:off x="4681783" y="2780274"/>
              <a:ext cx="8228" cy="113951"/>
            </a:xfrm>
            <a:custGeom>
              <a:avLst/>
              <a:gdLst/>
              <a:ahLst/>
              <a:cxnLst/>
              <a:rect l="0" t="0" r="0" b="0"/>
              <a:pathLst>
                <a:path w="8228" h="113951">
                  <a:moveTo>
                    <a:pt x="8228" y="113951"/>
                  </a:moveTo>
                  <a:lnTo>
                    <a:pt x="0" y="0"/>
                  </a:lnTo>
                </a:path>
              </a:pathLst>
            </a:custGeom>
            <a:noFill/>
            <a:ln w="8096">
              <a:solidFill>
                <a:srgbClr val="E5E8EB"/>
              </a:solidFill>
            </a:ln>
          </p:spPr>
        </p:sp>
        <p:sp>
          <p:nvSpPr>
            <p:cNvPr id="3193" name="Candidate_receptor__3192">
              <a:extLst>
                <a:ext uri="{FF2B5EF4-FFF2-40B4-BE49-F238E27FC236}">
                  <a16:creationId xmlns:a16="http://schemas.microsoft.com/office/drawing/2014/main" id="{98835ABF-51E3-E7FD-A0D1-DB588DAE645F}"/>
                </a:ext>
              </a:extLst>
            </p:cNvPr>
            <p:cNvSpPr>
              <a:spLocks noGrp="1"/>
            </p:cNvSpPr>
            <p:nvPr/>
          </p:nvSpPr>
          <p:spPr>
            <a:xfrm>
              <a:off x="5567000" y="3327341"/>
              <a:ext cx="113709" cy="7788"/>
            </a:xfrm>
            <a:custGeom>
              <a:avLst/>
              <a:gdLst/>
              <a:ahLst/>
              <a:cxnLst/>
              <a:rect l="0" t="0" r="0" b="0"/>
              <a:pathLst>
                <a:path w="113709" h="7788">
                  <a:moveTo>
                    <a:pt x="0" y="0"/>
                  </a:moveTo>
                  <a:lnTo>
                    <a:pt x="113709" y="7788"/>
                  </a:lnTo>
                </a:path>
              </a:pathLst>
            </a:custGeom>
            <a:noFill/>
            <a:ln w="20003">
              <a:solidFill>
                <a:srgbClr val="E5E8EB"/>
              </a:solidFill>
            </a:ln>
          </p:spPr>
        </p:sp>
        <p:sp>
          <p:nvSpPr>
            <p:cNvPr id="3194" name="Candidate_receptor__3193">
              <a:extLst>
                <a:ext uri="{FF2B5EF4-FFF2-40B4-BE49-F238E27FC236}">
                  <a16:creationId xmlns:a16="http://schemas.microsoft.com/office/drawing/2014/main" id="{969ACFAA-0B3B-E9CF-D0F9-4DC851745FB9}"/>
                </a:ext>
              </a:extLst>
            </p:cNvPr>
            <p:cNvSpPr>
              <a:spLocks noGrp="1"/>
            </p:cNvSpPr>
            <p:nvPr/>
          </p:nvSpPr>
          <p:spPr>
            <a:xfrm>
              <a:off x="5963848" y="3960666"/>
              <a:ext cx="69782" cy="66095"/>
            </a:xfrm>
            <a:custGeom>
              <a:avLst/>
              <a:gdLst/>
              <a:ahLst/>
              <a:cxnLst/>
              <a:rect l="0" t="0" r="0" b="0"/>
              <a:pathLst>
                <a:path w="69782" h="66095">
                  <a:moveTo>
                    <a:pt x="69782" y="66095"/>
                  </a:moveTo>
                  <a:lnTo>
                    <a:pt x="0" y="0"/>
                  </a:lnTo>
                </a:path>
              </a:pathLst>
            </a:custGeom>
            <a:noFill/>
            <a:ln w="20003">
              <a:solidFill>
                <a:srgbClr val="E5E8EB"/>
              </a:solidFill>
            </a:ln>
          </p:spPr>
        </p:sp>
        <p:sp>
          <p:nvSpPr>
            <p:cNvPr id="3195" name="Candidate_receptor__3194">
              <a:extLst>
                <a:ext uri="{FF2B5EF4-FFF2-40B4-BE49-F238E27FC236}">
                  <a16:creationId xmlns:a16="http://schemas.microsoft.com/office/drawing/2014/main" id="{73C7AE59-B089-5321-CA52-C078F47A49D0}"/>
                </a:ext>
              </a:extLst>
            </p:cNvPr>
            <p:cNvSpPr>
              <a:spLocks noGrp="1"/>
            </p:cNvSpPr>
            <p:nvPr/>
          </p:nvSpPr>
          <p:spPr>
            <a:xfrm>
              <a:off x="5781842" y="4184337"/>
              <a:ext cx="34803" cy="109860"/>
            </a:xfrm>
            <a:custGeom>
              <a:avLst/>
              <a:gdLst/>
              <a:ahLst/>
              <a:cxnLst/>
              <a:rect l="0" t="0" r="0" b="0"/>
              <a:pathLst>
                <a:path w="34803" h="109860">
                  <a:moveTo>
                    <a:pt x="34803" y="0"/>
                  </a:moveTo>
                  <a:lnTo>
                    <a:pt x="0" y="109860"/>
                  </a:lnTo>
                </a:path>
              </a:pathLst>
            </a:custGeom>
            <a:noFill/>
            <a:ln w="20003">
              <a:solidFill>
                <a:srgbClr val="E5E8EB"/>
              </a:solidFill>
            </a:ln>
          </p:spPr>
        </p:sp>
        <p:sp>
          <p:nvSpPr>
            <p:cNvPr id="3196" name="Candidate_receptor__3195">
              <a:extLst>
                <a:ext uri="{FF2B5EF4-FFF2-40B4-BE49-F238E27FC236}">
                  <a16:creationId xmlns:a16="http://schemas.microsoft.com/office/drawing/2014/main" id="{A02F4EE4-D66D-9CBC-B1FB-8557652B1932}"/>
                </a:ext>
              </a:extLst>
            </p:cNvPr>
            <p:cNvSpPr>
              <a:spLocks noGrp="1"/>
            </p:cNvSpPr>
            <p:nvPr/>
          </p:nvSpPr>
          <p:spPr>
            <a:xfrm>
              <a:off x="5868926" y="3620444"/>
              <a:ext cx="86742" cy="34867"/>
            </a:xfrm>
            <a:custGeom>
              <a:avLst/>
              <a:gdLst/>
              <a:ahLst/>
              <a:cxnLst/>
              <a:rect l="0" t="0" r="0" b="0"/>
              <a:pathLst>
                <a:path w="86742" h="34867">
                  <a:moveTo>
                    <a:pt x="86742" y="34867"/>
                  </a:moveTo>
                  <a:lnTo>
                    <a:pt x="0" y="0"/>
                  </a:lnTo>
                </a:path>
              </a:pathLst>
            </a:custGeom>
            <a:noFill/>
            <a:ln w="20003">
              <a:solidFill>
                <a:srgbClr val="E5E8EB"/>
              </a:solidFill>
            </a:ln>
          </p:spPr>
        </p:sp>
        <p:sp>
          <p:nvSpPr>
            <p:cNvPr id="3197" name="Candidate_receptor__3196">
              <a:extLst>
                <a:ext uri="{FF2B5EF4-FFF2-40B4-BE49-F238E27FC236}">
                  <a16:creationId xmlns:a16="http://schemas.microsoft.com/office/drawing/2014/main" id="{C3CC0072-26D4-DC13-B5D4-512A8A609AE3}"/>
                </a:ext>
              </a:extLst>
            </p:cNvPr>
            <p:cNvSpPr>
              <a:spLocks noGrp="1"/>
            </p:cNvSpPr>
            <p:nvPr/>
          </p:nvSpPr>
          <p:spPr>
            <a:xfrm>
              <a:off x="5421593" y="2323582"/>
              <a:ext cx="9521" cy="110436"/>
            </a:xfrm>
            <a:custGeom>
              <a:avLst/>
              <a:gdLst/>
              <a:ahLst/>
              <a:cxnLst/>
              <a:rect l="0" t="0" r="0" b="0"/>
              <a:pathLst>
                <a:path w="9521" h="110436">
                  <a:moveTo>
                    <a:pt x="9521" y="0"/>
                  </a:moveTo>
                  <a:lnTo>
                    <a:pt x="0" y="110436"/>
                  </a:lnTo>
                </a:path>
              </a:pathLst>
            </a:custGeom>
            <a:noFill/>
            <a:ln w="20003">
              <a:solidFill>
                <a:srgbClr val="E5E8EB"/>
              </a:solidFill>
            </a:ln>
          </p:spPr>
        </p:sp>
        <p:sp>
          <p:nvSpPr>
            <p:cNvPr id="3198" name="Candidate_receptor__3197">
              <a:extLst>
                <a:ext uri="{FF2B5EF4-FFF2-40B4-BE49-F238E27FC236}">
                  <a16:creationId xmlns:a16="http://schemas.microsoft.com/office/drawing/2014/main" id="{07CC5353-F63C-E5F9-5B4C-8B119074874C}"/>
                </a:ext>
              </a:extLst>
            </p:cNvPr>
            <p:cNvSpPr>
              <a:spLocks noGrp="1"/>
            </p:cNvSpPr>
            <p:nvPr/>
          </p:nvSpPr>
          <p:spPr>
            <a:xfrm>
              <a:off x="5525074" y="3125625"/>
              <a:ext cx="58395" cy="60763"/>
            </a:xfrm>
            <a:custGeom>
              <a:avLst/>
              <a:gdLst/>
              <a:ahLst/>
              <a:cxnLst/>
              <a:rect l="0" t="0" r="0" b="0"/>
              <a:pathLst>
                <a:path w="58395" h="60763">
                  <a:moveTo>
                    <a:pt x="0" y="0"/>
                  </a:moveTo>
                  <a:lnTo>
                    <a:pt x="58395" y="60763"/>
                  </a:lnTo>
                </a:path>
              </a:pathLst>
            </a:custGeom>
            <a:noFill/>
            <a:ln w="20003">
              <a:solidFill>
                <a:srgbClr val="E5E8EB"/>
              </a:solidFill>
            </a:ln>
          </p:spPr>
        </p:sp>
        <p:sp>
          <p:nvSpPr>
            <p:cNvPr id="3199" name="Candidate_receptor__3198">
              <a:extLst>
                <a:ext uri="{FF2B5EF4-FFF2-40B4-BE49-F238E27FC236}">
                  <a16:creationId xmlns:a16="http://schemas.microsoft.com/office/drawing/2014/main" id="{9E2A2D41-141E-F2DA-DDBC-E363CA7B6A9E}"/>
                </a:ext>
              </a:extLst>
            </p:cNvPr>
            <p:cNvSpPr>
              <a:spLocks noGrp="1"/>
            </p:cNvSpPr>
            <p:nvPr/>
          </p:nvSpPr>
          <p:spPr>
            <a:xfrm>
              <a:off x="5998568" y="4026761"/>
              <a:ext cx="35062" cy="94566"/>
            </a:xfrm>
            <a:custGeom>
              <a:avLst/>
              <a:gdLst/>
              <a:ahLst/>
              <a:cxnLst/>
              <a:rect l="0" t="0" r="0" b="0"/>
              <a:pathLst>
                <a:path w="35062" h="94566">
                  <a:moveTo>
                    <a:pt x="0" y="94566"/>
                  </a:moveTo>
                  <a:lnTo>
                    <a:pt x="35062" y="0"/>
                  </a:lnTo>
                </a:path>
              </a:pathLst>
            </a:custGeom>
            <a:noFill/>
            <a:ln w="20003">
              <a:solidFill>
                <a:srgbClr val="E5E8EB"/>
              </a:solidFill>
            </a:ln>
          </p:spPr>
        </p:sp>
        <p:sp>
          <p:nvSpPr>
            <p:cNvPr id="3200" name="Candidate_receptor__3199">
              <a:extLst>
                <a:ext uri="{FF2B5EF4-FFF2-40B4-BE49-F238E27FC236}">
                  <a16:creationId xmlns:a16="http://schemas.microsoft.com/office/drawing/2014/main" id="{5846219F-DF96-4076-3CFE-BB770FC1BCD2}"/>
                </a:ext>
              </a:extLst>
            </p:cNvPr>
            <p:cNvSpPr>
              <a:spLocks noGrp="1"/>
            </p:cNvSpPr>
            <p:nvPr/>
          </p:nvSpPr>
          <p:spPr>
            <a:xfrm>
              <a:off x="4589470" y="2894224"/>
              <a:ext cx="100541" cy="56473"/>
            </a:xfrm>
            <a:custGeom>
              <a:avLst/>
              <a:gdLst/>
              <a:ahLst/>
              <a:cxnLst/>
              <a:rect l="0" t="0" r="0" b="0"/>
              <a:pathLst>
                <a:path w="100541" h="56473">
                  <a:moveTo>
                    <a:pt x="0" y="56473"/>
                  </a:moveTo>
                  <a:lnTo>
                    <a:pt x="100541" y="0"/>
                  </a:lnTo>
                </a:path>
              </a:pathLst>
            </a:custGeom>
            <a:noFill/>
            <a:ln w="8096">
              <a:solidFill>
                <a:srgbClr val="E5E8EB"/>
              </a:solidFill>
            </a:ln>
          </p:spPr>
        </p:sp>
        <p:sp>
          <p:nvSpPr>
            <p:cNvPr id="3201" name="Candidate_receptor__3200">
              <a:extLst>
                <a:ext uri="{FF2B5EF4-FFF2-40B4-BE49-F238E27FC236}">
                  <a16:creationId xmlns:a16="http://schemas.microsoft.com/office/drawing/2014/main" id="{0203ACC3-AD57-9238-CBC1-008D46C3451B}"/>
                </a:ext>
              </a:extLst>
            </p:cNvPr>
            <p:cNvSpPr>
              <a:spLocks noGrp="1"/>
            </p:cNvSpPr>
            <p:nvPr/>
          </p:nvSpPr>
          <p:spPr>
            <a:xfrm>
              <a:off x="5498968" y="2145278"/>
              <a:ext cx="78260" cy="24493"/>
            </a:xfrm>
            <a:custGeom>
              <a:avLst/>
              <a:gdLst/>
              <a:ahLst/>
              <a:cxnLst/>
              <a:rect l="0" t="0" r="0" b="0"/>
              <a:pathLst>
                <a:path w="78260" h="24493">
                  <a:moveTo>
                    <a:pt x="78260" y="24493"/>
                  </a:moveTo>
                  <a:lnTo>
                    <a:pt x="0" y="0"/>
                  </a:lnTo>
                </a:path>
              </a:pathLst>
            </a:custGeom>
            <a:noFill/>
            <a:ln w="8096">
              <a:solidFill>
                <a:srgbClr val="E5E8EB"/>
              </a:solidFill>
            </a:ln>
          </p:spPr>
        </p:sp>
        <p:sp>
          <p:nvSpPr>
            <p:cNvPr id="3202" name="Candidate_receptor__3201">
              <a:extLst>
                <a:ext uri="{FF2B5EF4-FFF2-40B4-BE49-F238E27FC236}">
                  <a16:creationId xmlns:a16="http://schemas.microsoft.com/office/drawing/2014/main" id="{E7E73683-8D3A-ECA6-79C7-9B63562DD3B9}"/>
                </a:ext>
              </a:extLst>
            </p:cNvPr>
            <p:cNvSpPr>
              <a:spLocks noGrp="1"/>
            </p:cNvSpPr>
            <p:nvPr/>
          </p:nvSpPr>
          <p:spPr>
            <a:xfrm>
              <a:off x="5896040" y="2944876"/>
              <a:ext cx="114261" cy="8306"/>
            </a:xfrm>
            <a:custGeom>
              <a:avLst/>
              <a:gdLst/>
              <a:ahLst/>
              <a:cxnLst/>
              <a:rect l="0" t="0" r="0" b="0"/>
              <a:pathLst>
                <a:path w="114261" h="8306">
                  <a:moveTo>
                    <a:pt x="0" y="8306"/>
                  </a:moveTo>
                  <a:lnTo>
                    <a:pt x="114261" y="0"/>
                  </a:lnTo>
                </a:path>
              </a:pathLst>
            </a:custGeom>
            <a:noFill/>
            <a:ln w="8096">
              <a:solidFill>
                <a:srgbClr val="E5E8EB"/>
              </a:solidFill>
            </a:ln>
          </p:spPr>
        </p:sp>
        <p:sp>
          <p:nvSpPr>
            <p:cNvPr id="3203" name="Candidate_receptor__3202">
              <a:extLst>
                <a:ext uri="{FF2B5EF4-FFF2-40B4-BE49-F238E27FC236}">
                  <a16:creationId xmlns:a16="http://schemas.microsoft.com/office/drawing/2014/main" id="{59CFA1FA-4F90-8E86-796C-BA7FB3E6FB6F}"/>
                </a:ext>
              </a:extLst>
            </p:cNvPr>
            <p:cNvSpPr>
              <a:spLocks noGrp="1"/>
            </p:cNvSpPr>
            <p:nvPr/>
          </p:nvSpPr>
          <p:spPr>
            <a:xfrm>
              <a:off x="6288297" y="3851537"/>
              <a:ext cx="66610" cy="50906"/>
            </a:xfrm>
            <a:custGeom>
              <a:avLst/>
              <a:gdLst/>
              <a:ahLst/>
              <a:cxnLst/>
              <a:rect l="0" t="0" r="0" b="0"/>
              <a:pathLst>
                <a:path w="66610" h="50906">
                  <a:moveTo>
                    <a:pt x="66610" y="50906"/>
                  </a:moveTo>
                  <a:lnTo>
                    <a:pt x="0" y="0"/>
                  </a:lnTo>
                </a:path>
              </a:pathLst>
            </a:custGeom>
            <a:noFill/>
            <a:ln w="8096">
              <a:solidFill>
                <a:srgbClr val="E5E8EB"/>
              </a:solidFill>
            </a:ln>
          </p:spPr>
        </p:sp>
        <p:sp>
          <p:nvSpPr>
            <p:cNvPr id="3204" name="Candidate_receptor__3203">
              <a:extLst>
                <a:ext uri="{FF2B5EF4-FFF2-40B4-BE49-F238E27FC236}">
                  <a16:creationId xmlns:a16="http://schemas.microsoft.com/office/drawing/2014/main" id="{D4298862-2A96-CE2C-132D-3378FEA51EFC}"/>
                </a:ext>
              </a:extLst>
            </p:cNvPr>
            <p:cNvSpPr>
              <a:spLocks noGrp="1"/>
            </p:cNvSpPr>
            <p:nvPr/>
          </p:nvSpPr>
          <p:spPr>
            <a:xfrm>
              <a:off x="5676276" y="2423014"/>
              <a:ext cx="4685" cy="107936"/>
            </a:xfrm>
            <a:custGeom>
              <a:avLst/>
              <a:gdLst/>
              <a:ahLst/>
              <a:cxnLst/>
              <a:rect l="0" t="0" r="0" b="0"/>
              <a:pathLst>
                <a:path w="4685" h="107936">
                  <a:moveTo>
                    <a:pt x="0" y="107936"/>
                  </a:moveTo>
                  <a:lnTo>
                    <a:pt x="4685" y="0"/>
                  </a:lnTo>
                </a:path>
              </a:pathLst>
            </a:custGeom>
            <a:noFill/>
            <a:ln w="8096">
              <a:solidFill>
                <a:srgbClr val="E5E8EB"/>
              </a:solidFill>
            </a:ln>
          </p:spPr>
        </p:sp>
        <p:sp>
          <p:nvSpPr>
            <p:cNvPr id="3205" name="Candidate_receptor__3204">
              <a:extLst>
                <a:ext uri="{FF2B5EF4-FFF2-40B4-BE49-F238E27FC236}">
                  <a16:creationId xmlns:a16="http://schemas.microsoft.com/office/drawing/2014/main" id="{42E94696-DE7A-670A-A728-F563C5113B25}"/>
                </a:ext>
              </a:extLst>
            </p:cNvPr>
            <p:cNvSpPr>
              <a:spLocks noGrp="1"/>
            </p:cNvSpPr>
            <p:nvPr/>
          </p:nvSpPr>
          <p:spPr>
            <a:xfrm>
              <a:off x="5579161" y="2386965"/>
              <a:ext cx="101801" cy="36049"/>
            </a:xfrm>
            <a:custGeom>
              <a:avLst/>
              <a:gdLst/>
              <a:ahLst/>
              <a:cxnLst/>
              <a:rect l="0" t="0" r="0" b="0"/>
              <a:pathLst>
                <a:path w="101801" h="36049">
                  <a:moveTo>
                    <a:pt x="101801" y="36049"/>
                  </a:moveTo>
                  <a:lnTo>
                    <a:pt x="0" y="0"/>
                  </a:lnTo>
                </a:path>
              </a:pathLst>
            </a:custGeom>
            <a:noFill/>
            <a:ln w="20003">
              <a:solidFill>
                <a:srgbClr val="E5E8EB"/>
              </a:solidFill>
            </a:ln>
          </p:spPr>
        </p:sp>
        <p:sp>
          <p:nvSpPr>
            <p:cNvPr id="3206" name="Candidate_receptor__3205">
              <a:extLst>
                <a:ext uri="{FF2B5EF4-FFF2-40B4-BE49-F238E27FC236}">
                  <a16:creationId xmlns:a16="http://schemas.microsoft.com/office/drawing/2014/main" id="{4364CF2F-B765-3F6E-7D39-9DD0179B87E6}"/>
                </a:ext>
              </a:extLst>
            </p:cNvPr>
            <p:cNvSpPr>
              <a:spLocks noGrp="1"/>
            </p:cNvSpPr>
            <p:nvPr/>
          </p:nvSpPr>
          <p:spPr>
            <a:xfrm>
              <a:off x="4783342" y="4086655"/>
              <a:ext cx="109811" cy="32624"/>
            </a:xfrm>
            <a:custGeom>
              <a:avLst/>
              <a:gdLst/>
              <a:ahLst/>
              <a:cxnLst/>
              <a:rect l="0" t="0" r="0" b="0"/>
              <a:pathLst>
                <a:path w="109811" h="32624">
                  <a:moveTo>
                    <a:pt x="0" y="32624"/>
                  </a:moveTo>
                  <a:lnTo>
                    <a:pt x="109811" y="0"/>
                  </a:lnTo>
                </a:path>
              </a:pathLst>
            </a:custGeom>
            <a:noFill/>
            <a:ln w="8096">
              <a:solidFill>
                <a:srgbClr val="E5E8EB"/>
              </a:solidFill>
            </a:ln>
          </p:spPr>
        </p:sp>
        <p:sp>
          <p:nvSpPr>
            <p:cNvPr id="3207" name="Candidate_receptor__3206">
              <a:extLst>
                <a:ext uri="{FF2B5EF4-FFF2-40B4-BE49-F238E27FC236}">
                  <a16:creationId xmlns:a16="http://schemas.microsoft.com/office/drawing/2014/main" id="{032EB42E-AC7E-AA5A-6D4F-B2D8B926C829}"/>
                </a:ext>
              </a:extLst>
            </p:cNvPr>
            <p:cNvSpPr>
              <a:spLocks noGrp="1"/>
            </p:cNvSpPr>
            <p:nvPr/>
          </p:nvSpPr>
          <p:spPr>
            <a:xfrm>
              <a:off x="5312781" y="1843858"/>
              <a:ext cx="110063" cy="15179"/>
            </a:xfrm>
            <a:custGeom>
              <a:avLst/>
              <a:gdLst/>
              <a:ahLst/>
              <a:cxnLst/>
              <a:rect l="0" t="0" r="0" b="0"/>
              <a:pathLst>
                <a:path w="110063" h="15179">
                  <a:moveTo>
                    <a:pt x="110063" y="15179"/>
                  </a:moveTo>
                  <a:lnTo>
                    <a:pt x="0" y="0"/>
                  </a:lnTo>
                </a:path>
              </a:pathLst>
            </a:custGeom>
            <a:noFill/>
            <a:ln w="8096">
              <a:solidFill>
                <a:srgbClr val="E5E8EB"/>
              </a:solidFill>
            </a:ln>
          </p:spPr>
        </p:sp>
        <p:sp>
          <p:nvSpPr>
            <p:cNvPr id="3208" name="Candidate_receptor__3207">
              <a:extLst>
                <a:ext uri="{FF2B5EF4-FFF2-40B4-BE49-F238E27FC236}">
                  <a16:creationId xmlns:a16="http://schemas.microsoft.com/office/drawing/2014/main" id="{A1E2CC5B-E1DC-CE85-22E5-88A2C9A70322}"/>
                </a:ext>
              </a:extLst>
            </p:cNvPr>
            <p:cNvSpPr>
              <a:spLocks noGrp="1"/>
            </p:cNvSpPr>
            <p:nvPr/>
          </p:nvSpPr>
          <p:spPr>
            <a:xfrm>
              <a:off x="5030445" y="2181969"/>
              <a:ext cx="3696" cy="103771"/>
            </a:xfrm>
            <a:custGeom>
              <a:avLst/>
              <a:gdLst/>
              <a:ahLst/>
              <a:cxnLst/>
              <a:rect l="0" t="0" r="0" b="0"/>
              <a:pathLst>
                <a:path w="3696" h="103771">
                  <a:moveTo>
                    <a:pt x="0" y="103771"/>
                  </a:moveTo>
                  <a:lnTo>
                    <a:pt x="3696" y="0"/>
                  </a:lnTo>
                </a:path>
              </a:pathLst>
            </a:custGeom>
            <a:noFill/>
            <a:ln w="8096">
              <a:solidFill>
                <a:srgbClr val="E5E8EB"/>
              </a:solidFill>
            </a:ln>
          </p:spPr>
        </p:sp>
        <p:sp>
          <p:nvSpPr>
            <p:cNvPr id="3209" name="Candidate_receptor__3208">
              <a:extLst>
                <a:ext uri="{FF2B5EF4-FFF2-40B4-BE49-F238E27FC236}">
                  <a16:creationId xmlns:a16="http://schemas.microsoft.com/office/drawing/2014/main" id="{559E1DB4-579F-434D-5B62-F7F68F558083}"/>
                </a:ext>
              </a:extLst>
            </p:cNvPr>
            <p:cNvSpPr>
              <a:spLocks noGrp="1"/>
            </p:cNvSpPr>
            <p:nvPr/>
          </p:nvSpPr>
          <p:spPr>
            <a:xfrm>
              <a:off x="4965537" y="2758245"/>
              <a:ext cx="29826" cy="96830"/>
            </a:xfrm>
            <a:custGeom>
              <a:avLst/>
              <a:gdLst/>
              <a:ahLst/>
              <a:cxnLst/>
              <a:rect l="0" t="0" r="0" b="0"/>
              <a:pathLst>
                <a:path w="29826" h="96830">
                  <a:moveTo>
                    <a:pt x="0" y="0"/>
                  </a:moveTo>
                  <a:lnTo>
                    <a:pt x="29826" y="96830"/>
                  </a:lnTo>
                </a:path>
              </a:pathLst>
            </a:custGeom>
            <a:noFill/>
            <a:ln w="20003">
              <a:solidFill>
                <a:srgbClr val="E5E8EB"/>
              </a:solidFill>
            </a:ln>
          </p:spPr>
        </p:sp>
        <p:sp>
          <p:nvSpPr>
            <p:cNvPr id="3210" name="Candidate_receptor__3209">
              <a:extLst>
                <a:ext uri="{FF2B5EF4-FFF2-40B4-BE49-F238E27FC236}">
                  <a16:creationId xmlns:a16="http://schemas.microsoft.com/office/drawing/2014/main" id="{BAD2A53B-4CC2-9CF8-70A6-597082A4899B}"/>
                </a:ext>
              </a:extLst>
            </p:cNvPr>
            <p:cNvSpPr>
              <a:spLocks noGrp="1"/>
            </p:cNvSpPr>
            <p:nvPr/>
          </p:nvSpPr>
          <p:spPr>
            <a:xfrm>
              <a:off x="6049170" y="2156693"/>
              <a:ext cx="1108" cy="35522"/>
            </a:xfrm>
            <a:custGeom>
              <a:avLst/>
              <a:gdLst/>
              <a:ahLst/>
              <a:cxnLst/>
              <a:rect l="0" t="0" r="0" b="0"/>
              <a:pathLst>
                <a:path w="1108" h="35522">
                  <a:moveTo>
                    <a:pt x="1108" y="0"/>
                  </a:moveTo>
                  <a:lnTo>
                    <a:pt x="0" y="35522"/>
                  </a:lnTo>
                </a:path>
              </a:pathLst>
            </a:custGeom>
            <a:noFill/>
            <a:ln w="8096">
              <a:solidFill>
                <a:srgbClr val="E5E8EB"/>
              </a:solidFill>
            </a:ln>
          </p:spPr>
        </p:sp>
        <p:sp>
          <p:nvSpPr>
            <p:cNvPr id="3211" name="Candidate_receptor__3210">
              <a:extLst>
                <a:ext uri="{FF2B5EF4-FFF2-40B4-BE49-F238E27FC236}">
                  <a16:creationId xmlns:a16="http://schemas.microsoft.com/office/drawing/2014/main" id="{7D1E7A70-2462-E90E-5F09-60B3A780A64C}"/>
                </a:ext>
              </a:extLst>
            </p:cNvPr>
            <p:cNvSpPr>
              <a:spLocks noGrp="1"/>
            </p:cNvSpPr>
            <p:nvPr/>
          </p:nvSpPr>
          <p:spPr>
            <a:xfrm>
              <a:off x="5576330" y="3615921"/>
              <a:ext cx="52802" cy="7821"/>
            </a:xfrm>
            <a:custGeom>
              <a:avLst/>
              <a:gdLst/>
              <a:ahLst/>
              <a:cxnLst/>
              <a:rect l="0" t="0" r="0" b="0"/>
              <a:pathLst>
                <a:path w="52802" h="7821">
                  <a:moveTo>
                    <a:pt x="0" y="0"/>
                  </a:moveTo>
                  <a:lnTo>
                    <a:pt x="52802" y="7821"/>
                  </a:lnTo>
                </a:path>
              </a:pathLst>
            </a:custGeom>
            <a:noFill/>
            <a:ln w="20003">
              <a:solidFill>
                <a:srgbClr val="E5E8EB"/>
              </a:solidFill>
            </a:ln>
          </p:spPr>
        </p:sp>
        <p:sp>
          <p:nvSpPr>
            <p:cNvPr id="3212" name="Candidate_receptor__3211">
              <a:extLst>
                <a:ext uri="{FF2B5EF4-FFF2-40B4-BE49-F238E27FC236}">
                  <a16:creationId xmlns:a16="http://schemas.microsoft.com/office/drawing/2014/main" id="{CB43CC3D-1A72-FEC1-9736-8D49826E7253}"/>
                </a:ext>
              </a:extLst>
            </p:cNvPr>
            <p:cNvSpPr>
              <a:spLocks noGrp="1"/>
            </p:cNvSpPr>
            <p:nvPr/>
          </p:nvSpPr>
          <p:spPr>
            <a:xfrm>
              <a:off x="5866409" y="1733081"/>
              <a:ext cx="35333" cy="91934"/>
            </a:xfrm>
            <a:custGeom>
              <a:avLst/>
              <a:gdLst/>
              <a:ahLst/>
              <a:cxnLst/>
              <a:rect l="0" t="0" r="0" b="0"/>
              <a:pathLst>
                <a:path w="35333" h="91934">
                  <a:moveTo>
                    <a:pt x="0" y="91934"/>
                  </a:moveTo>
                  <a:lnTo>
                    <a:pt x="35333" y="0"/>
                  </a:lnTo>
                </a:path>
              </a:pathLst>
            </a:custGeom>
            <a:noFill/>
            <a:ln w="8096">
              <a:solidFill>
                <a:srgbClr val="E5E8EB"/>
              </a:solidFill>
            </a:ln>
          </p:spPr>
        </p:sp>
        <p:sp>
          <p:nvSpPr>
            <p:cNvPr id="3213" name="Candidate_receptor__3212">
              <a:extLst>
                <a:ext uri="{FF2B5EF4-FFF2-40B4-BE49-F238E27FC236}">
                  <a16:creationId xmlns:a16="http://schemas.microsoft.com/office/drawing/2014/main" id="{E7D9AACA-0B21-FF70-5C3E-7457567F612C}"/>
                </a:ext>
              </a:extLst>
            </p:cNvPr>
            <p:cNvSpPr>
              <a:spLocks noGrp="1"/>
            </p:cNvSpPr>
            <p:nvPr/>
          </p:nvSpPr>
          <p:spPr>
            <a:xfrm>
              <a:off x="5549517" y="3461261"/>
              <a:ext cx="85716" cy="8107"/>
            </a:xfrm>
            <a:custGeom>
              <a:avLst/>
              <a:gdLst/>
              <a:ahLst/>
              <a:cxnLst/>
              <a:rect l="0" t="0" r="0" b="0"/>
              <a:pathLst>
                <a:path w="85716" h="8107">
                  <a:moveTo>
                    <a:pt x="0" y="0"/>
                  </a:moveTo>
                  <a:lnTo>
                    <a:pt x="85716" y="8107"/>
                  </a:lnTo>
                </a:path>
              </a:pathLst>
            </a:custGeom>
            <a:noFill/>
            <a:ln w="20003">
              <a:solidFill>
                <a:srgbClr val="E5E8EB"/>
              </a:solidFill>
            </a:ln>
          </p:spPr>
        </p:sp>
        <p:sp>
          <p:nvSpPr>
            <p:cNvPr id="3214" name="Candidate_receptor__3213">
              <a:extLst>
                <a:ext uri="{FF2B5EF4-FFF2-40B4-BE49-F238E27FC236}">
                  <a16:creationId xmlns:a16="http://schemas.microsoft.com/office/drawing/2014/main" id="{24C8675A-B334-DB3B-E301-2F9F540A37F9}"/>
                </a:ext>
              </a:extLst>
            </p:cNvPr>
            <p:cNvSpPr>
              <a:spLocks noGrp="1"/>
            </p:cNvSpPr>
            <p:nvPr/>
          </p:nvSpPr>
          <p:spPr>
            <a:xfrm>
              <a:off x="3933729" y="2609890"/>
              <a:ext cx="32628" cy="46825"/>
            </a:xfrm>
            <a:custGeom>
              <a:avLst/>
              <a:gdLst/>
              <a:ahLst/>
              <a:cxnLst/>
              <a:rect l="0" t="0" r="0" b="0"/>
              <a:pathLst>
                <a:path w="32628" h="46825">
                  <a:moveTo>
                    <a:pt x="0" y="0"/>
                  </a:moveTo>
                  <a:lnTo>
                    <a:pt x="32628" y="46825"/>
                  </a:lnTo>
                </a:path>
              </a:pathLst>
            </a:custGeom>
            <a:noFill/>
            <a:ln w="20003">
              <a:solidFill>
                <a:srgbClr val="E5E8EB"/>
              </a:solidFill>
            </a:ln>
          </p:spPr>
        </p:sp>
        <p:sp>
          <p:nvSpPr>
            <p:cNvPr id="3215" name="Candidate_receptor__3214">
              <a:extLst>
                <a:ext uri="{FF2B5EF4-FFF2-40B4-BE49-F238E27FC236}">
                  <a16:creationId xmlns:a16="http://schemas.microsoft.com/office/drawing/2014/main" id="{30BF2D51-5147-944F-E9B0-74D0920006FB}"/>
                </a:ext>
              </a:extLst>
            </p:cNvPr>
            <p:cNvSpPr>
              <a:spLocks noGrp="1"/>
            </p:cNvSpPr>
            <p:nvPr/>
          </p:nvSpPr>
          <p:spPr>
            <a:xfrm>
              <a:off x="4833848" y="2841432"/>
              <a:ext cx="48503" cy="84775"/>
            </a:xfrm>
            <a:custGeom>
              <a:avLst/>
              <a:gdLst/>
              <a:ahLst/>
              <a:cxnLst/>
              <a:rect l="0" t="0" r="0" b="0"/>
              <a:pathLst>
                <a:path w="48503" h="84775">
                  <a:moveTo>
                    <a:pt x="48503" y="84775"/>
                  </a:moveTo>
                  <a:lnTo>
                    <a:pt x="0" y="0"/>
                  </a:lnTo>
                </a:path>
              </a:pathLst>
            </a:custGeom>
            <a:noFill/>
            <a:ln w="8096">
              <a:solidFill>
                <a:srgbClr val="E5E8EB"/>
              </a:solidFill>
            </a:ln>
          </p:spPr>
        </p:sp>
        <p:sp>
          <p:nvSpPr>
            <p:cNvPr id="3216" name="Candidate_receptor__3215">
              <a:extLst>
                <a:ext uri="{FF2B5EF4-FFF2-40B4-BE49-F238E27FC236}">
                  <a16:creationId xmlns:a16="http://schemas.microsoft.com/office/drawing/2014/main" id="{0C393C8C-D722-D77E-F182-AFCEDB943868}"/>
                </a:ext>
              </a:extLst>
            </p:cNvPr>
            <p:cNvSpPr>
              <a:spLocks noGrp="1"/>
            </p:cNvSpPr>
            <p:nvPr/>
          </p:nvSpPr>
          <p:spPr>
            <a:xfrm>
              <a:off x="6129519" y="3330511"/>
              <a:ext cx="30845" cy="94263"/>
            </a:xfrm>
            <a:custGeom>
              <a:avLst/>
              <a:gdLst/>
              <a:ahLst/>
              <a:cxnLst/>
              <a:rect l="0" t="0" r="0" b="0"/>
              <a:pathLst>
                <a:path w="30845" h="94263">
                  <a:moveTo>
                    <a:pt x="30845" y="0"/>
                  </a:moveTo>
                  <a:lnTo>
                    <a:pt x="0" y="94263"/>
                  </a:lnTo>
                </a:path>
              </a:pathLst>
            </a:custGeom>
            <a:noFill/>
            <a:ln w="20003">
              <a:solidFill>
                <a:srgbClr val="E5E9EB"/>
              </a:solidFill>
            </a:ln>
          </p:spPr>
        </p:sp>
        <p:sp>
          <p:nvSpPr>
            <p:cNvPr id="3217" name="Candidate_receptor__3216">
              <a:extLst>
                <a:ext uri="{FF2B5EF4-FFF2-40B4-BE49-F238E27FC236}">
                  <a16:creationId xmlns:a16="http://schemas.microsoft.com/office/drawing/2014/main" id="{176DC1AC-B68C-6E1F-DA7C-0AC689633C46}"/>
                </a:ext>
              </a:extLst>
            </p:cNvPr>
            <p:cNvSpPr>
              <a:spLocks noGrp="1"/>
            </p:cNvSpPr>
            <p:nvPr/>
          </p:nvSpPr>
          <p:spPr>
            <a:xfrm>
              <a:off x="5390560" y="3132784"/>
              <a:ext cx="19563" cy="92013"/>
            </a:xfrm>
            <a:custGeom>
              <a:avLst/>
              <a:gdLst/>
              <a:ahLst/>
              <a:cxnLst/>
              <a:rect l="0" t="0" r="0" b="0"/>
              <a:pathLst>
                <a:path w="19563" h="92013">
                  <a:moveTo>
                    <a:pt x="0" y="92013"/>
                  </a:moveTo>
                  <a:lnTo>
                    <a:pt x="19563" y="0"/>
                  </a:lnTo>
                </a:path>
              </a:pathLst>
            </a:custGeom>
            <a:noFill/>
            <a:ln w="8096">
              <a:solidFill>
                <a:srgbClr val="E5E9EB"/>
              </a:solidFill>
            </a:ln>
          </p:spPr>
        </p:sp>
        <p:sp>
          <p:nvSpPr>
            <p:cNvPr id="3218" name="Candidate_receptor__3217">
              <a:extLst>
                <a:ext uri="{FF2B5EF4-FFF2-40B4-BE49-F238E27FC236}">
                  <a16:creationId xmlns:a16="http://schemas.microsoft.com/office/drawing/2014/main" id="{B24CF43F-284A-1F84-7A37-36668E5C5B5B}"/>
                </a:ext>
              </a:extLst>
            </p:cNvPr>
            <p:cNvSpPr>
              <a:spLocks noGrp="1"/>
            </p:cNvSpPr>
            <p:nvPr/>
          </p:nvSpPr>
          <p:spPr>
            <a:xfrm>
              <a:off x="5622643" y="4009647"/>
              <a:ext cx="28952" cy="75560"/>
            </a:xfrm>
            <a:custGeom>
              <a:avLst/>
              <a:gdLst/>
              <a:ahLst/>
              <a:cxnLst/>
              <a:rect l="0" t="0" r="0" b="0"/>
              <a:pathLst>
                <a:path w="28952" h="75560">
                  <a:moveTo>
                    <a:pt x="28952" y="0"/>
                  </a:moveTo>
                  <a:lnTo>
                    <a:pt x="0" y="75560"/>
                  </a:lnTo>
                </a:path>
              </a:pathLst>
            </a:custGeom>
            <a:noFill/>
            <a:ln w="8096">
              <a:solidFill>
                <a:srgbClr val="E5E9EB"/>
              </a:solidFill>
            </a:ln>
          </p:spPr>
        </p:sp>
        <p:sp>
          <p:nvSpPr>
            <p:cNvPr id="3219" name="Candidate_receptor__3218">
              <a:extLst>
                <a:ext uri="{FF2B5EF4-FFF2-40B4-BE49-F238E27FC236}">
                  <a16:creationId xmlns:a16="http://schemas.microsoft.com/office/drawing/2014/main" id="{1C5CE4D1-2EEB-A699-7FD9-C95854AC9070}"/>
                </a:ext>
              </a:extLst>
            </p:cNvPr>
            <p:cNvSpPr>
              <a:spLocks noGrp="1"/>
            </p:cNvSpPr>
            <p:nvPr/>
          </p:nvSpPr>
          <p:spPr>
            <a:xfrm>
              <a:off x="5021651" y="3379961"/>
              <a:ext cx="95225" cy="19876"/>
            </a:xfrm>
            <a:custGeom>
              <a:avLst/>
              <a:gdLst/>
              <a:ahLst/>
              <a:cxnLst/>
              <a:rect l="0" t="0" r="0" b="0"/>
              <a:pathLst>
                <a:path w="95225" h="19876">
                  <a:moveTo>
                    <a:pt x="0" y="19876"/>
                  </a:moveTo>
                  <a:lnTo>
                    <a:pt x="95225" y="0"/>
                  </a:lnTo>
                </a:path>
              </a:pathLst>
            </a:custGeom>
            <a:noFill/>
            <a:ln w="20003">
              <a:solidFill>
                <a:srgbClr val="E5E9EB"/>
              </a:solidFill>
            </a:ln>
          </p:spPr>
        </p:sp>
        <p:sp>
          <p:nvSpPr>
            <p:cNvPr id="3220" name="Candidate_receptor__3219">
              <a:extLst>
                <a:ext uri="{FF2B5EF4-FFF2-40B4-BE49-F238E27FC236}">
                  <a16:creationId xmlns:a16="http://schemas.microsoft.com/office/drawing/2014/main" id="{589EB536-B87D-F1AF-FB3C-42CF2062EE3B}"/>
                </a:ext>
              </a:extLst>
            </p:cNvPr>
            <p:cNvSpPr>
              <a:spLocks noGrp="1"/>
            </p:cNvSpPr>
            <p:nvPr/>
          </p:nvSpPr>
          <p:spPr>
            <a:xfrm>
              <a:off x="6010300" y="2944876"/>
              <a:ext cx="79996" cy="69521"/>
            </a:xfrm>
            <a:custGeom>
              <a:avLst/>
              <a:gdLst/>
              <a:ahLst/>
              <a:cxnLst/>
              <a:rect l="0" t="0" r="0" b="0"/>
              <a:pathLst>
                <a:path w="79996" h="69521">
                  <a:moveTo>
                    <a:pt x="0" y="0"/>
                  </a:moveTo>
                  <a:lnTo>
                    <a:pt x="79996" y="69521"/>
                  </a:lnTo>
                </a:path>
              </a:pathLst>
            </a:custGeom>
            <a:noFill/>
            <a:ln w="8096">
              <a:solidFill>
                <a:srgbClr val="E5E9EC"/>
              </a:solidFill>
            </a:ln>
          </p:spPr>
        </p:sp>
        <p:sp>
          <p:nvSpPr>
            <p:cNvPr id="3221" name="Candidate_receptor__3220">
              <a:extLst>
                <a:ext uri="{FF2B5EF4-FFF2-40B4-BE49-F238E27FC236}">
                  <a16:creationId xmlns:a16="http://schemas.microsoft.com/office/drawing/2014/main" id="{BEA59AEF-D6FC-F8D0-04AA-AE0B4409DC7B}"/>
                </a:ext>
              </a:extLst>
            </p:cNvPr>
            <p:cNvSpPr>
              <a:spLocks noGrp="1"/>
            </p:cNvSpPr>
            <p:nvPr/>
          </p:nvSpPr>
          <p:spPr>
            <a:xfrm>
              <a:off x="5805314" y="2786042"/>
              <a:ext cx="43991" cy="36091"/>
            </a:xfrm>
            <a:custGeom>
              <a:avLst/>
              <a:gdLst/>
              <a:ahLst/>
              <a:cxnLst/>
              <a:rect l="0" t="0" r="0" b="0"/>
              <a:pathLst>
                <a:path w="43991" h="36091">
                  <a:moveTo>
                    <a:pt x="43991" y="0"/>
                  </a:moveTo>
                  <a:lnTo>
                    <a:pt x="0" y="36091"/>
                  </a:lnTo>
                </a:path>
              </a:pathLst>
            </a:custGeom>
            <a:noFill/>
            <a:ln w="8096">
              <a:solidFill>
                <a:srgbClr val="E5E9EC"/>
              </a:solidFill>
            </a:ln>
          </p:spPr>
        </p:sp>
        <p:sp>
          <p:nvSpPr>
            <p:cNvPr id="3222" name="Candidate_receptor__3221">
              <a:extLst>
                <a:ext uri="{FF2B5EF4-FFF2-40B4-BE49-F238E27FC236}">
                  <a16:creationId xmlns:a16="http://schemas.microsoft.com/office/drawing/2014/main" id="{E40A5153-87BE-1FDC-F0D7-76C66FAF0C15}"/>
                </a:ext>
              </a:extLst>
            </p:cNvPr>
            <p:cNvSpPr>
              <a:spLocks noGrp="1"/>
            </p:cNvSpPr>
            <p:nvPr/>
          </p:nvSpPr>
          <p:spPr>
            <a:xfrm>
              <a:off x="5073438" y="2752923"/>
              <a:ext cx="47408" cy="18450"/>
            </a:xfrm>
            <a:custGeom>
              <a:avLst/>
              <a:gdLst/>
              <a:ahLst/>
              <a:cxnLst/>
              <a:rect l="0" t="0" r="0" b="0"/>
              <a:pathLst>
                <a:path w="47408" h="18450">
                  <a:moveTo>
                    <a:pt x="47408" y="18450"/>
                  </a:moveTo>
                  <a:lnTo>
                    <a:pt x="0" y="0"/>
                  </a:lnTo>
                </a:path>
              </a:pathLst>
            </a:custGeom>
            <a:noFill/>
            <a:ln w="20003">
              <a:solidFill>
                <a:srgbClr val="E5E9EC"/>
              </a:solidFill>
            </a:ln>
          </p:spPr>
        </p:sp>
        <p:sp>
          <p:nvSpPr>
            <p:cNvPr id="3223" name="Candidate_receptor__3222">
              <a:extLst>
                <a:ext uri="{FF2B5EF4-FFF2-40B4-BE49-F238E27FC236}">
                  <a16:creationId xmlns:a16="http://schemas.microsoft.com/office/drawing/2014/main" id="{1DFE95D9-6354-FD3B-F6F7-80239700DC60}"/>
                </a:ext>
              </a:extLst>
            </p:cNvPr>
            <p:cNvSpPr>
              <a:spLocks noGrp="1"/>
            </p:cNvSpPr>
            <p:nvPr/>
          </p:nvSpPr>
          <p:spPr>
            <a:xfrm>
              <a:off x="4985006" y="2123617"/>
              <a:ext cx="49134" cy="58352"/>
            </a:xfrm>
            <a:custGeom>
              <a:avLst/>
              <a:gdLst/>
              <a:ahLst/>
              <a:cxnLst/>
              <a:rect l="0" t="0" r="0" b="0"/>
              <a:pathLst>
                <a:path w="49134" h="58352">
                  <a:moveTo>
                    <a:pt x="49134" y="58352"/>
                  </a:moveTo>
                  <a:lnTo>
                    <a:pt x="0" y="0"/>
                  </a:lnTo>
                </a:path>
              </a:pathLst>
            </a:custGeom>
            <a:noFill/>
            <a:ln w="8096">
              <a:solidFill>
                <a:srgbClr val="E5E9EC"/>
              </a:solidFill>
            </a:ln>
          </p:spPr>
        </p:sp>
        <p:sp>
          <p:nvSpPr>
            <p:cNvPr id="3224" name="Candidate_receptor__3223">
              <a:extLst>
                <a:ext uri="{FF2B5EF4-FFF2-40B4-BE49-F238E27FC236}">
                  <a16:creationId xmlns:a16="http://schemas.microsoft.com/office/drawing/2014/main" id="{A9BC9A31-11D7-F028-0E9B-7D0487AC847B}"/>
                </a:ext>
              </a:extLst>
            </p:cNvPr>
            <p:cNvSpPr>
              <a:spLocks noGrp="1"/>
            </p:cNvSpPr>
            <p:nvPr/>
          </p:nvSpPr>
          <p:spPr>
            <a:xfrm>
              <a:off x="4820284" y="3913609"/>
              <a:ext cx="105012" cy="45787"/>
            </a:xfrm>
            <a:custGeom>
              <a:avLst/>
              <a:gdLst/>
              <a:ahLst/>
              <a:cxnLst/>
              <a:rect l="0" t="0" r="0" b="0"/>
              <a:pathLst>
                <a:path w="105012" h="45787">
                  <a:moveTo>
                    <a:pt x="0" y="45787"/>
                  </a:moveTo>
                  <a:lnTo>
                    <a:pt x="105012" y="0"/>
                  </a:lnTo>
                </a:path>
              </a:pathLst>
            </a:custGeom>
            <a:noFill/>
            <a:ln w="20003">
              <a:solidFill>
                <a:srgbClr val="E5E9EC"/>
              </a:solidFill>
            </a:ln>
          </p:spPr>
        </p:sp>
        <p:sp>
          <p:nvSpPr>
            <p:cNvPr id="3225" name="Candidate_receptor__3224">
              <a:extLst>
                <a:ext uri="{FF2B5EF4-FFF2-40B4-BE49-F238E27FC236}">
                  <a16:creationId xmlns:a16="http://schemas.microsoft.com/office/drawing/2014/main" id="{D66F70D6-6410-79BA-34E6-D56CFE30B542}"/>
                </a:ext>
              </a:extLst>
            </p:cNvPr>
            <p:cNvSpPr>
              <a:spLocks noGrp="1"/>
            </p:cNvSpPr>
            <p:nvPr/>
          </p:nvSpPr>
          <p:spPr>
            <a:xfrm>
              <a:off x="5512018" y="2650649"/>
              <a:ext cx="94159" cy="52531"/>
            </a:xfrm>
            <a:custGeom>
              <a:avLst/>
              <a:gdLst/>
              <a:ahLst/>
              <a:cxnLst/>
              <a:rect l="0" t="0" r="0" b="0"/>
              <a:pathLst>
                <a:path w="94159" h="52531">
                  <a:moveTo>
                    <a:pt x="0" y="52531"/>
                  </a:moveTo>
                  <a:lnTo>
                    <a:pt x="94159" y="0"/>
                  </a:lnTo>
                </a:path>
              </a:pathLst>
            </a:custGeom>
            <a:noFill/>
            <a:ln w="8096">
              <a:solidFill>
                <a:srgbClr val="E5E9EC"/>
              </a:solidFill>
            </a:ln>
          </p:spPr>
        </p:sp>
        <p:sp>
          <p:nvSpPr>
            <p:cNvPr id="3226" name="Candidate_receptor__3225">
              <a:extLst>
                <a:ext uri="{FF2B5EF4-FFF2-40B4-BE49-F238E27FC236}">
                  <a16:creationId xmlns:a16="http://schemas.microsoft.com/office/drawing/2014/main" id="{3F65FC61-034B-A295-12CE-4F0724A9F0B2}"/>
                </a:ext>
              </a:extLst>
            </p:cNvPr>
            <p:cNvSpPr>
              <a:spLocks noGrp="1"/>
            </p:cNvSpPr>
            <p:nvPr/>
          </p:nvSpPr>
          <p:spPr>
            <a:xfrm>
              <a:off x="5622643" y="4085208"/>
              <a:ext cx="11617" cy="96578"/>
            </a:xfrm>
            <a:custGeom>
              <a:avLst/>
              <a:gdLst/>
              <a:ahLst/>
              <a:cxnLst/>
              <a:rect l="0" t="0" r="0" b="0"/>
              <a:pathLst>
                <a:path w="11617" h="96578">
                  <a:moveTo>
                    <a:pt x="0" y="0"/>
                  </a:moveTo>
                  <a:lnTo>
                    <a:pt x="11617" y="96578"/>
                  </a:lnTo>
                </a:path>
              </a:pathLst>
            </a:custGeom>
            <a:noFill/>
            <a:ln w="20003">
              <a:solidFill>
                <a:srgbClr val="E5E9EC"/>
              </a:solidFill>
            </a:ln>
          </p:spPr>
        </p:sp>
        <p:sp>
          <p:nvSpPr>
            <p:cNvPr id="3227" name="Candidate_receptor__3226">
              <a:extLst>
                <a:ext uri="{FF2B5EF4-FFF2-40B4-BE49-F238E27FC236}">
                  <a16:creationId xmlns:a16="http://schemas.microsoft.com/office/drawing/2014/main" id="{F24AD434-C03F-48B7-5175-ACABD2F3B203}"/>
                </a:ext>
              </a:extLst>
            </p:cNvPr>
            <p:cNvSpPr>
              <a:spLocks noGrp="1"/>
            </p:cNvSpPr>
            <p:nvPr/>
          </p:nvSpPr>
          <p:spPr>
            <a:xfrm>
              <a:off x="4911869" y="3139140"/>
              <a:ext cx="19227" cy="113290"/>
            </a:xfrm>
            <a:custGeom>
              <a:avLst/>
              <a:gdLst/>
              <a:ahLst/>
              <a:cxnLst/>
              <a:rect l="0" t="0" r="0" b="0"/>
              <a:pathLst>
                <a:path w="19227" h="113290">
                  <a:moveTo>
                    <a:pt x="0" y="113290"/>
                  </a:moveTo>
                  <a:lnTo>
                    <a:pt x="19227" y="0"/>
                  </a:lnTo>
                </a:path>
              </a:pathLst>
            </a:custGeom>
            <a:noFill/>
            <a:ln w="20003">
              <a:solidFill>
                <a:srgbClr val="E5E9EC"/>
              </a:solidFill>
            </a:ln>
          </p:spPr>
        </p:sp>
        <p:sp>
          <p:nvSpPr>
            <p:cNvPr id="3228" name="Candidate_receptor__3227">
              <a:extLst>
                <a:ext uri="{FF2B5EF4-FFF2-40B4-BE49-F238E27FC236}">
                  <a16:creationId xmlns:a16="http://schemas.microsoft.com/office/drawing/2014/main" id="{7575B606-B490-8C99-ED32-4DB5F3B63728}"/>
                </a:ext>
              </a:extLst>
            </p:cNvPr>
            <p:cNvSpPr>
              <a:spLocks noGrp="1"/>
            </p:cNvSpPr>
            <p:nvPr/>
          </p:nvSpPr>
          <p:spPr>
            <a:xfrm>
              <a:off x="4915859" y="2285740"/>
              <a:ext cx="114586" cy="3658"/>
            </a:xfrm>
            <a:custGeom>
              <a:avLst/>
              <a:gdLst/>
              <a:ahLst/>
              <a:cxnLst/>
              <a:rect l="0" t="0" r="0" b="0"/>
              <a:pathLst>
                <a:path w="114586" h="3658">
                  <a:moveTo>
                    <a:pt x="0" y="3658"/>
                  </a:moveTo>
                  <a:lnTo>
                    <a:pt x="114586" y="0"/>
                  </a:lnTo>
                </a:path>
              </a:pathLst>
            </a:custGeom>
            <a:noFill/>
            <a:ln w="8096">
              <a:solidFill>
                <a:srgbClr val="E5E9EC"/>
              </a:solidFill>
            </a:ln>
          </p:spPr>
        </p:sp>
        <p:sp>
          <p:nvSpPr>
            <p:cNvPr id="3229" name="Candidate_receptor__3228">
              <a:extLst>
                <a:ext uri="{FF2B5EF4-FFF2-40B4-BE49-F238E27FC236}">
                  <a16:creationId xmlns:a16="http://schemas.microsoft.com/office/drawing/2014/main" id="{B3599C65-E957-2577-EA07-29D91FCF2E95}"/>
                </a:ext>
              </a:extLst>
            </p:cNvPr>
            <p:cNvSpPr>
              <a:spLocks noGrp="1"/>
            </p:cNvSpPr>
            <p:nvPr/>
          </p:nvSpPr>
          <p:spPr>
            <a:xfrm>
              <a:off x="4709733" y="3509054"/>
              <a:ext cx="71812" cy="30123"/>
            </a:xfrm>
            <a:custGeom>
              <a:avLst/>
              <a:gdLst/>
              <a:ahLst/>
              <a:cxnLst/>
              <a:rect l="0" t="0" r="0" b="0"/>
              <a:pathLst>
                <a:path w="71812" h="30123">
                  <a:moveTo>
                    <a:pt x="0" y="30123"/>
                  </a:moveTo>
                  <a:lnTo>
                    <a:pt x="71812" y="0"/>
                  </a:lnTo>
                </a:path>
              </a:pathLst>
            </a:custGeom>
            <a:noFill/>
            <a:ln w="20003">
              <a:solidFill>
                <a:srgbClr val="E5E9EC"/>
              </a:solidFill>
            </a:ln>
          </p:spPr>
        </p:sp>
        <p:sp>
          <p:nvSpPr>
            <p:cNvPr id="3230" name="Candidate_receptor__3229">
              <a:extLst>
                <a:ext uri="{FF2B5EF4-FFF2-40B4-BE49-F238E27FC236}">
                  <a16:creationId xmlns:a16="http://schemas.microsoft.com/office/drawing/2014/main" id="{01825348-4A28-9C71-4F36-0D4D340B7723}"/>
                </a:ext>
              </a:extLst>
            </p:cNvPr>
            <p:cNvSpPr>
              <a:spLocks noGrp="1"/>
            </p:cNvSpPr>
            <p:nvPr/>
          </p:nvSpPr>
          <p:spPr>
            <a:xfrm>
              <a:off x="4032453" y="2501353"/>
              <a:ext cx="61150" cy="98112"/>
            </a:xfrm>
            <a:custGeom>
              <a:avLst/>
              <a:gdLst/>
              <a:ahLst/>
              <a:cxnLst/>
              <a:rect l="0" t="0" r="0" b="0"/>
              <a:pathLst>
                <a:path w="61150" h="98112">
                  <a:moveTo>
                    <a:pt x="0" y="0"/>
                  </a:moveTo>
                  <a:lnTo>
                    <a:pt x="61150" y="98112"/>
                  </a:lnTo>
                </a:path>
              </a:pathLst>
            </a:custGeom>
            <a:noFill/>
            <a:ln w="20003">
              <a:solidFill>
                <a:srgbClr val="E5E9EC"/>
              </a:solidFill>
            </a:ln>
          </p:spPr>
        </p:sp>
        <p:sp>
          <p:nvSpPr>
            <p:cNvPr id="3231" name="Candidate_receptor__3230">
              <a:extLst>
                <a:ext uri="{FF2B5EF4-FFF2-40B4-BE49-F238E27FC236}">
                  <a16:creationId xmlns:a16="http://schemas.microsoft.com/office/drawing/2014/main" id="{1643C171-7E2D-1F7E-03A5-8ADCA77970B2}"/>
                </a:ext>
              </a:extLst>
            </p:cNvPr>
            <p:cNvSpPr>
              <a:spLocks noGrp="1"/>
            </p:cNvSpPr>
            <p:nvPr/>
          </p:nvSpPr>
          <p:spPr>
            <a:xfrm>
              <a:off x="4995363" y="2855075"/>
              <a:ext cx="41135" cy="41869"/>
            </a:xfrm>
            <a:custGeom>
              <a:avLst/>
              <a:gdLst/>
              <a:ahLst/>
              <a:cxnLst/>
              <a:rect l="0" t="0" r="0" b="0"/>
              <a:pathLst>
                <a:path w="41135" h="41869">
                  <a:moveTo>
                    <a:pt x="0" y="0"/>
                  </a:moveTo>
                  <a:lnTo>
                    <a:pt x="41135" y="41869"/>
                  </a:lnTo>
                </a:path>
              </a:pathLst>
            </a:custGeom>
            <a:noFill/>
            <a:ln w="20003">
              <a:solidFill>
                <a:srgbClr val="E5E9EC"/>
              </a:solidFill>
            </a:ln>
          </p:spPr>
        </p:sp>
        <p:sp>
          <p:nvSpPr>
            <p:cNvPr id="3232" name="Candidate_receptor__3231">
              <a:extLst>
                <a:ext uri="{FF2B5EF4-FFF2-40B4-BE49-F238E27FC236}">
                  <a16:creationId xmlns:a16="http://schemas.microsoft.com/office/drawing/2014/main" id="{B06FEFD4-ED55-9195-A4E7-5BAF26E1DA2E}"/>
                </a:ext>
              </a:extLst>
            </p:cNvPr>
            <p:cNvSpPr>
              <a:spLocks noGrp="1"/>
            </p:cNvSpPr>
            <p:nvPr/>
          </p:nvSpPr>
          <p:spPr>
            <a:xfrm>
              <a:off x="5523193" y="2352513"/>
              <a:ext cx="55968" cy="34452"/>
            </a:xfrm>
            <a:custGeom>
              <a:avLst/>
              <a:gdLst/>
              <a:ahLst/>
              <a:cxnLst/>
              <a:rect l="0" t="0" r="0" b="0"/>
              <a:pathLst>
                <a:path w="55968" h="34452">
                  <a:moveTo>
                    <a:pt x="55968" y="34452"/>
                  </a:moveTo>
                  <a:lnTo>
                    <a:pt x="0" y="0"/>
                  </a:lnTo>
                </a:path>
              </a:pathLst>
            </a:custGeom>
            <a:noFill/>
            <a:ln w="20003">
              <a:solidFill>
                <a:srgbClr val="E5E9EC"/>
              </a:solidFill>
            </a:ln>
          </p:spPr>
        </p:sp>
        <p:sp>
          <p:nvSpPr>
            <p:cNvPr id="3233" name="Candidate_receptor__3232">
              <a:extLst>
                <a:ext uri="{FF2B5EF4-FFF2-40B4-BE49-F238E27FC236}">
                  <a16:creationId xmlns:a16="http://schemas.microsoft.com/office/drawing/2014/main" id="{069DF191-B72A-563E-1DB9-FAF44AD455FD}"/>
                </a:ext>
              </a:extLst>
            </p:cNvPr>
            <p:cNvSpPr>
              <a:spLocks noGrp="1"/>
            </p:cNvSpPr>
            <p:nvPr/>
          </p:nvSpPr>
          <p:spPr>
            <a:xfrm>
              <a:off x="4750966" y="3641615"/>
              <a:ext cx="93493" cy="33973"/>
            </a:xfrm>
            <a:custGeom>
              <a:avLst/>
              <a:gdLst/>
              <a:ahLst/>
              <a:cxnLst/>
              <a:rect l="0" t="0" r="0" b="0"/>
              <a:pathLst>
                <a:path w="93493" h="33973">
                  <a:moveTo>
                    <a:pt x="0" y="33973"/>
                  </a:moveTo>
                  <a:lnTo>
                    <a:pt x="93493" y="0"/>
                  </a:lnTo>
                </a:path>
              </a:pathLst>
            </a:custGeom>
            <a:noFill/>
            <a:ln w="20003">
              <a:solidFill>
                <a:srgbClr val="E5E9EC"/>
              </a:solidFill>
            </a:ln>
          </p:spPr>
        </p:sp>
        <p:sp>
          <p:nvSpPr>
            <p:cNvPr id="3234" name="Candidate_receptor__3233">
              <a:extLst>
                <a:ext uri="{FF2B5EF4-FFF2-40B4-BE49-F238E27FC236}">
                  <a16:creationId xmlns:a16="http://schemas.microsoft.com/office/drawing/2014/main" id="{6832C3F4-F89F-3267-7D6C-D05975A1C4CE}"/>
                </a:ext>
              </a:extLst>
            </p:cNvPr>
            <p:cNvSpPr>
              <a:spLocks noGrp="1"/>
            </p:cNvSpPr>
            <p:nvPr/>
          </p:nvSpPr>
          <p:spPr>
            <a:xfrm>
              <a:off x="5103423" y="3711386"/>
              <a:ext cx="87290" cy="52024"/>
            </a:xfrm>
            <a:custGeom>
              <a:avLst/>
              <a:gdLst/>
              <a:ahLst/>
              <a:cxnLst/>
              <a:rect l="0" t="0" r="0" b="0"/>
              <a:pathLst>
                <a:path w="87290" h="52024">
                  <a:moveTo>
                    <a:pt x="87290" y="0"/>
                  </a:moveTo>
                  <a:lnTo>
                    <a:pt x="0" y="52024"/>
                  </a:lnTo>
                </a:path>
              </a:pathLst>
            </a:custGeom>
            <a:noFill/>
            <a:ln w="20003">
              <a:solidFill>
                <a:srgbClr val="E5E9EC"/>
              </a:solidFill>
            </a:ln>
          </p:spPr>
        </p:sp>
        <p:sp>
          <p:nvSpPr>
            <p:cNvPr id="3235" name="Candidate_receptor__3234">
              <a:extLst>
                <a:ext uri="{FF2B5EF4-FFF2-40B4-BE49-F238E27FC236}">
                  <a16:creationId xmlns:a16="http://schemas.microsoft.com/office/drawing/2014/main" id="{1F4DA0B5-E93B-511F-AA65-6CC43080E3DC}"/>
                </a:ext>
              </a:extLst>
            </p:cNvPr>
            <p:cNvSpPr>
              <a:spLocks noGrp="1"/>
            </p:cNvSpPr>
            <p:nvPr/>
          </p:nvSpPr>
          <p:spPr>
            <a:xfrm>
              <a:off x="4685339" y="2106862"/>
              <a:ext cx="103119" cy="11938"/>
            </a:xfrm>
            <a:custGeom>
              <a:avLst/>
              <a:gdLst/>
              <a:ahLst/>
              <a:cxnLst/>
              <a:rect l="0" t="0" r="0" b="0"/>
              <a:pathLst>
                <a:path w="103119" h="11938">
                  <a:moveTo>
                    <a:pt x="0" y="0"/>
                  </a:moveTo>
                  <a:lnTo>
                    <a:pt x="103119" y="11938"/>
                  </a:lnTo>
                </a:path>
              </a:pathLst>
            </a:custGeom>
            <a:noFill/>
            <a:ln w="8096">
              <a:solidFill>
                <a:srgbClr val="E5E9EC"/>
              </a:solidFill>
            </a:ln>
          </p:spPr>
        </p:sp>
        <p:sp>
          <p:nvSpPr>
            <p:cNvPr id="3236" name="Candidate_receptor__3235">
              <a:extLst>
                <a:ext uri="{FF2B5EF4-FFF2-40B4-BE49-F238E27FC236}">
                  <a16:creationId xmlns:a16="http://schemas.microsoft.com/office/drawing/2014/main" id="{F107635F-DD41-7A80-9793-48F2B1F884AA}"/>
                </a:ext>
              </a:extLst>
            </p:cNvPr>
            <p:cNvSpPr>
              <a:spLocks noGrp="1"/>
            </p:cNvSpPr>
            <p:nvPr/>
          </p:nvSpPr>
          <p:spPr>
            <a:xfrm>
              <a:off x="5421593" y="2434018"/>
              <a:ext cx="4117" cy="38807"/>
            </a:xfrm>
            <a:custGeom>
              <a:avLst/>
              <a:gdLst/>
              <a:ahLst/>
              <a:cxnLst/>
              <a:rect l="0" t="0" r="0" b="0"/>
              <a:pathLst>
                <a:path w="4117" h="38807">
                  <a:moveTo>
                    <a:pt x="0" y="0"/>
                  </a:moveTo>
                  <a:lnTo>
                    <a:pt x="4117" y="38807"/>
                  </a:lnTo>
                </a:path>
              </a:pathLst>
            </a:custGeom>
            <a:noFill/>
            <a:ln w="20003">
              <a:solidFill>
                <a:srgbClr val="E5E9EC"/>
              </a:solidFill>
            </a:ln>
          </p:spPr>
        </p:sp>
        <p:sp>
          <p:nvSpPr>
            <p:cNvPr id="3237" name="Candidate_receptor__3236">
              <a:extLst>
                <a:ext uri="{FF2B5EF4-FFF2-40B4-BE49-F238E27FC236}">
                  <a16:creationId xmlns:a16="http://schemas.microsoft.com/office/drawing/2014/main" id="{A760C85D-F283-734B-9437-8E0FF5564F95}"/>
                </a:ext>
              </a:extLst>
            </p:cNvPr>
            <p:cNvSpPr>
              <a:spLocks noGrp="1"/>
            </p:cNvSpPr>
            <p:nvPr/>
          </p:nvSpPr>
          <p:spPr>
            <a:xfrm>
              <a:off x="3885244" y="2753428"/>
              <a:ext cx="108291" cy="10082"/>
            </a:xfrm>
            <a:custGeom>
              <a:avLst/>
              <a:gdLst/>
              <a:ahLst/>
              <a:cxnLst/>
              <a:rect l="0" t="0" r="0" b="0"/>
              <a:pathLst>
                <a:path w="108291" h="10082">
                  <a:moveTo>
                    <a:pt x="108291" y="0"/>
                  </a:moveTo>
                  <a:lnTo>
                    <a:pt x="0" y="10082"/>
                  </a:lnTo>
                </a:path>
              </a:pathLst>
            </a:custGeom>
            <a:noFill/>
            <a:ln w="20003">
              <a:solidFill>
                <a:srgbClr val="E5E9EC"/>
              </a:solidFill>
            </a:ln>
          </p:spPr>
        </p:sp>
        <p:sp>
          <p:nvSpPr>
            <p:cNvPr id="3238" name="Candidate_receptor__3237">
              <a:extLst>
                <a:ext uri="{FF2B5EF4-FFF2-40B4-BE49-F238E27FC236}">
                  <a16:creationId xmlns:a16="http://schemas.microsoft.com/office/drawing/2014/main" id="{EE4FA3A3-5C99-E792-3EA5-41F494903281}"/>
                </a:ext>
              </a:extLst>
            </p:cNvPr>
            <p:cNvSpPr>
              <a:spLocks noGrp="1"/>
            </p:cNvSpPr>
            <p:nvPr/>
          </p:nvSpPr>
          <p:spPr>
            <a:xfrm>
              <a:off x="5084383" y="2030870"/>
              <a:ext cx="11557" cy="40010"/>
            </a:xfrm>
            <a:custGeom>
              <a:avLst/>
              <a:gdLst/>
              <a:ahLst/>
              <a:cxnLst/>
              <a:rect l="0" t="0" r="0" b="0"/>
              <a:pathLst>
                <a:path w="11557" h="40010">
                  <a:moveTo>
                    <a:pt x="0" y="40010"/>
                  </a:moveTo>
                  <a:lnTo>
                    <a:pt x="11557" y="0"/>
                  </a:lnTo>
                </a:path>
              </a:pathLst>
            </a:custGeom>
            <a:noFill/>
            <a:ln w="8096">
              <a:solidFill>
                <a:srgbClr val="E5E9EC"/>
              </a:solidFill>
            </a:ln>
          </p:spPr>
        </p:sp>
        <p:sp>
          <p:nvSpPr>
            <p:cNvPr id="3239" name="Candidate_receptor__3238">
              <a:extLst>
                <a:ext uri="{FF2B5EF4-FFF2-40B4-BE49-F238E27FC236}">
                  <a16:creationId xmlns:a16="http://schemas.microsoft.com/office/drawing/2014/main" id="{0D909D08-334C-123B-0D62-C7AFFB8BC40C}"/>
                </a:ext>
              </a:extLst>
            </p:cNvPr>
            <p:cNvSpPr>
              <a:spLocks noGrp="1"/>
            </p:cNvSpPr>
            <p:nvPr/>
          </p:nvSpPr>
          <p:spPr>
            <a:xfrm>
              <a:off x="5029870" y="3159116"/>
              <a:ext cx="20835" cy="81131"/>
            </a:xfrm>
            <a:custGeom>
              <a:avLst/>
              <a:gdLst/>
              <a:ahLst/>
              <a:cxnLst/>
              <a:rect l="0" t="0" r="0" b="0"/>
              <a:pathLst>
                <a:path w="20835" h="81131">
                  <a:moveTo>
                    <a:pt x="0" y="0"/>
                  </a:moveTo>
                  <a:lnTo>
                    <a:pt x="20835" y="81131"/>
                  </a:lnTo>
                </a:path>
              </a:pathLst>
            </a:custGeom>
            <a:noFill/>
            <a:ln w="20003">
              <a:solidFill>
                <a:srgbClr val="E5E9EC"/>
              </a:solidFill>
            </a:ln>
          </p:spPr>
        </p:sp>
        <p:sp>
          <p:nvSpPr>
            <p:cNvPr id="3240" name="Candidate_receptor__3239">
              <a:extLst>
                <a:ext uri="{FF2B5EF4-FFF2-40B4-BE49-F238E27FC236}">
                  <a16:creationId xmlns:a16="http://schemas.microsoft.com/office/drawing/2014/main" id="{7EE90F3C-1AB8-0469-628E-47830049FB85}"/>
                </a:ext>
              </a:extLst>
            </p:cNvPr>
            <p:cNvSpPr>
              <a:spLocks noGrp="1"/>
            </p:cNvSpPr>
            <p:nvPr/>
          </p:nvSpPr>
          <p:spPr>
            <a:xfrm>
              <a:off x="6090296" y="3014398"/>
              <a:ext cx="33381" cy="109603"/>
            </a:xfrm>
            <a:custGeom>
              <a:avLst/>
              <a:gdLst/>
              <a:ahLst/>
              <a:cxnLst/>
              <a:rect l="0" t="0" r="0" b="0"/>
              <a:pathLst>
                <a:path w="33381" h="109603">
                  <a:moveTo>
                    <a:pt x="0" y="0"/>
                  </a:moveTo>
                  <a:lnTo>
                    <a:pt x="33381" y="109603"/>
                  </a:lnTo>
                </a:path>
              </a:pathLst>
            </a:custGeom>
            <a:noFill/>
            <a:ln w="20003">
              <a:solidFill>
                <a:srgbClr val="E5E9EC"/>
              </a:solidFill>
            </a:ln>
          </p:spPr>
        </p:sp>
        <p:sp>
          <p:nvSpPr>
            <p:cNvPr id="3241" name="Candidate_receptor__3240">
              <a:extLst>
                <a:ext uri="{FF2B5EF4-FFF2-40B4-BE49-F238E27FC236}">
                  <a16:creationId xmlns:a16="http://schemas.microsoft.com/office/drawing/2014/main" id="{3A58C7F3-038F-65C9-B9FB-BE7664F59D8E}"/>
                </a:ext>
              </a:extLst>
            </p:cNvPr>
            <p:cNvSpPr>
              <a:spLocks noGrp="1"/>
            </p:cNvSpPr>
            <p:nvPr/>
          </p:nvSpPr>
          <p:spPr>
            <a:xfrm>
              <a:off x="5793611" y="1694170"/>
              <a:ext cx="108131" cy="38910"/>
            </a:xfrm>
            <a:custGeom>
              <a:avLst/>
              <a:gdLst/>
              <a:ahLst/>
              <a:cxnLst/>
              <a:rect l="0" t="0" r="0" b="0"/>
              <a:pathLst>
                <a:path w="108131" h="38910">
                  <a:moveTo>
                    <a:pt x="108131" y="38910"/>
                  </a:moveTo>
                  <a:lnTo>
                    <a:pt x="0" y="0"/>
                  </a:lnTo>
                </a:path>
              </a:pathLst>
            </a:custGeom>
            <a:noFill/>
            <a:ln w="8096">
              <a:solidFill>
                <a:srgbClr val="E5E9EC"/>
              </a:solidFill>
            </a:ln>
          </p:spPr>
        </p:sp>
        <p:sp>
          <p:nvSpPr>
            <p:cNvPr id="3242" name="Candidate_receptor__3241">
              <a:extLst>
                <a:ext uri="{FF2B5EF4-FFF2-40B4-BE49-F238E27FC236}">
                  <a16:creationId xmlns:a16="http://schemas.microsoft.com/office/drawing/2014/main" id="{96382FBC-EB7C-30E5-ECAA-09EBD6C69F8E}"/>
                </a:ext>
              </a:extLst>
            </p:cNvPr>
            <p:cNvSpPr>
              <a:spLocks noGrp="1"/>
            </p:cNvSpPr>
            <p:nvPr/>
          </p:nvSpPr>
          <p:spPr>
            <a:xfrm>
              <a:off x="5577229" y="2062341"/>
              <a:ext cx="39073" cy="107430"/>
            </a:xfrm>
            <a:custGeom>
              <a:avLst/>
              <a:gdLst/>
              <a:ahLst/>
              <a:cxnLst/>
              <a:rect l="0" t="0" r="0" b="0"/>
              <a:pathLst>
                <a:path w="39073" h="107430">
                  <a:moveTo>
                    <a:pt x="39073" y="0"/>
                  </a:moveTo>
                  <a:lnTo>
                    <a:pt x="0" y="107430"/>
                  </a:lnTo>
                </a:path>
              </a:pathLst>
            </a:custGeom>
            <a:noFill/>
            <a:ln w="8096">
              <a:solidFill>
                <a:srgbClr val="E5E9EC"/>
              </a:solidFill>
            </a:ln>
          </p:spPr>
        </p:sp>
        <p:sp>
          <p:nvSpPr>
            <p:cNvPr id="3243" name="Candidate_receptor__3242">
              <a:extLst>
                <a:ext uri="{FF2B5EF4-FFF2-40B4-BE49-F238E27FC236}">
                  <a16:creationId xmlns:a16="http://schemas.microsoft.com/office/drawing/2014/main" id="{CC0D07D7-D415-8F32-9B85-D3548E919958}"/>
                </a:ext>
              </a:extLst>
            </p:cNvPr>
            <p:cNvSpPr>
              <a:spLocks noGrp="1"/>
            </p:cNvSpPr>
            <p:nvPr/>
          </p:nvSpPr>
          <p:spPr>
            <a:xfrm>
              <a:off x="5871348" y="4024923"/>
              <a:ext cx="32870" cy="3182"/>
            </a:xfrm>
            <a:custGeom>
              <a:avLst/>
              <a:gdLst/>
              <a:ahLst/>
              <a:cxnLst/>
              <a:rect l="0" t="0" r="0" b="0"/>
              <a:pathLst>
                <a:path w="32870" h="3182">
                  <a:moveTo>
                    <a:pt x="0" y="0"/>
                  </a:moveTo>
                  <a:lnTo>
                    <a:pt x="32870" y="3182"/>
                  </a:lnTo>
                </a:path>
              </a:pathLst>
            </a:custGeom>
            <a:noFill/>
            <a:ln w="20003">
              <a:solidFill>
                <a:srgbClr val="E5E9EC"/>
              </a:solidFill>
            </a:ln>
          </p:spPr>
        </p:sp>
        <p:sp>
          <p:nvSpPr>
            <p:cNvPr id="3244" name="Candidate_receptor__3243">
              <a:extLst>
                <a:ext uri="{FF2B5EF4-FFF2-40B4-BE49-F238E27FC236}">
                  <a16:creationId xmlns:a16="http://schemas.microsoft.com/office/drawing/2014/main" id="{780BB298-47EE-F705-7EE4-7E20FE0585BD}"/>
                </a:ext>
              </a:extLst>
            </p:cNvPr>
            <p:cNvSpPr>
              <a:spLocks noGrp="1"/>
            </p:cNvSpPr>
            <p:nvPr/>
          </p:nvSpPr>
          <p:spPr>
            <a:xfrm>
              <a:off x="6040916" y="3124000"/>
              <a:ext cx="82761" cy="79206"/>
            </a:xfrm>
            <a:custGeom>
              <a:avLst/>
              <a:gdLst/>
              <a:ahLst/>
              <a:cxnLst/>
              <a:rect l="0" t="0" r="0" b="0"/>
              <a:pathLst>
                <a:path w="82761" h="79206">
                  <a:moveTo>
                    <a:pt x="82761" y="0"/>
                  </a:moveTo>
                  <a:lnTo>
                    <a:pt x="0" y="79206"/>
                  </a:lnTo>
                </a:path>
              </a:pathLst>
            </a:custGeom>
            <a:noFill/>
            <a:ln w="20003">
              <a:solidFill>
                <a:srgbClr val="E5E9EC"/>
              </a:solidFill>
            </a:ln>
          </p:spPr>
        </p:sp>
        <p:sp>
          <p:nvSpPr>
            <p:cNvPr id="3245" name="Candidate_receptor__3244">
              <a:extLst>
                <a:ext uri="{FF2B5EF4-FFF2-40B4-BE49-F238E27FC236}">
                  <a16:creationId xmlns:a16="http://schemas.microsoft.com/office/drawing/2014/main" id="{4C7151FF-9697-E482-11CD-B42931D77BA4}"/>
                </a:ext>
              </a:extLst>
            </p:cNvPr>
            <p:cNvSpPr>
              <a:spLocks noGrp="1"/>
            </p:cNvSpPr>
            <p:nvPr/>
          </p:nvSpPr>
          <p:spPr>
            <a:xfrm>
              <a:off x="5410122" y="3125625"/>
              <a:ext cx="114951" cy="7158"/>
            </a:xfrm>
            <a:custGeom>
              <a:avLst/>
              <a:gdLst/>
              <a:ahLst/>
              <a:cxnLst/>
              <a:rect l="0" t="0" r="0" b="0"/>
              <a:pathLst>
                <a:path w="114951" h="7158">
                  <a:moveTo>
                    <a:pt x="0" y="7158"/>
                  </a:moveTo>
                  <a:lnTo>
                    <a:pt x="114951" y="0"/>
                  </a:lnTo>
                </a:path>
              </a:pathLst>
            </a:custGeom>
            <a:noFill/>
            <a:ln w="20003">
              <a:solidFill>
                <a:srgbClr val="E5E9EC"/>
              </a:solidFill>
            </a:ln>
          </p:spPr>
        </p:sp>
        <p:sp>
          <p:nvSpPr>
            <p:cNvPr id="3246" name="Candidate_receptor__3245">
              <a:extLst>
                <a:ext uri="{FF2B5EF4-FFF2-40B4-BE49-F238E27FC236}">
                  <a16:creationId xmlns:a16="http://schemas.microsoft.com/office/drawing/2014/main" id="{A78B1783-A569-4E4F-1F19-D7427E5D3ADE}"/>
                </a:ext>
              </a:extLst>
            </p:cNvPr>
            <p:cNvSpPr>
              <a:spLocks noGrp="1"/>
            </p:cNvSpPr>
            <p:nvPr/>
          </p:nvSpPr>
          <p:spPr>
            <a:xfrm>
              <a:off x="6303310" y="3902443"/>
              <a:ext cx="51597" cy="103443"/>
            </a:xfrm>
            <a:custGeom>
              <a:avLst/>
              <a:gdLst/>
              <a:ahLst/>
              <a:cxnLst/>
              <a:rect l="0" t="0" r="0" b="0"/>
              <a:pathLst>
                <a:path w="51597" h="103443">
                  <a:moveTo>
                    <a:pt x="0" y="103443"/>
                  </a:moveTo>
                  <a:lnTo>
                    <a:pt x="51597" y="0"/>
                  </a:lnTo>
                </a:path>
              </a:pathLst>
            </a:custGeom>
            <a:noFill/>
            <a:ln w="20003">
              <a:solidFill>
                <a:srgbClr val="E5E9EC"/>
              </a:solidFill>
            </a:ln>
          </p:spPr>
        </p:sp>
        <p:sp>
          <p:nvSpPr>
            <p:cNvPr id="3247" name="Candidate_receptor__3246">
              <a:extLst>
                <a:ext uri="{FF2B5EF4-FFF2-40B4-BE49-F238E27FC236}">
                  <a16:creationId xmlns:a16="http://schemas.microsoft.com/office/drawing/2014/main" id="{152B2976-211D-9D2B-7BBD-7F3BF43966A8}"/>
                </a:ext>
              </a:extLst>
            </p:cNvPr>
            <p:cNvSpPr>
              <a:spLocks noGrp="1"/>
            </p:cNvSpPr>
            <p:nvPr/>
          </p:nvSpPr>
          <p:spPr>
            <a:xfrm>
              <a:off x="5279039" y="1840284"/>
              <a:ext cx="33742" cy="3574"/>
            </a:xfrm>
            <a:custGeom>
              <a:avLst/>
              <a:gdLst/>
              <a:ahLst/>
              <a:cxnLst/>
              <a:rect l="0" t="0" r="0" b="0"/>
              <a:pathLst>
                <a:path w="33742" h="3574">
                  <a:moveTo>
                    <a:pt x="33742" y="3574"/>
                  </a:moveTo>
                  <a:lnTo>
                    <a:pt x="0" y="0"/>
                  </a:lnTo>
                </a:path>
              </a:pathLst>
            </a:custGeom>
            <a:noFill/>
            <a:ln w="8096">
              <a:solidFill>
                <a:srgbClr val="E5E9EC"/>
              </a:solidFill>
            </a:ln>
          </p:spPr>
        </p:sp>
        <p:sp>
          <p:nvSpPr>
            <p:cNvPr id="3248" name="Candidate_receptor__3247">
              <a:extLst>
                <a:ext uri="{FF2B5EF4-FFF2-40B4-BE49-F238E27FC236}">
                  <a16:creationId xmlns:a16="http://schemas.microsoft.com/office/drawing/2014/main" id="{1AE091AB-FE66-D5ED-E6F3-1952F7DF5079}"/>
                </a:ext>
              </a:extLst>
            </p:cNvPr>
            <p:cNvSpPr>
              <a:spLocks noGrp="1"/>
            </p:cNvSpPr>
            <p:nvPr/>
          </p:nvSpPr>
          <p:spPr>
            <a:xfrm>
              <a:off x="4517620" y="4028557"/>
              <a:ext cx="35868" cy="25325"/>
            </a:xfrm>
            <a:custGeom>
              <a:avLst/>
              <a:gdLst/>
              <a:ahLst/>
              <a:cxnLst/>
              <a:rect l="0" t="0" r="0" b="0"/>
              <a:pathLst>
                <a:path w="35868" h="25325">
                  <a:moveTo>
                    <a:pt x="35868" y="25325"/>
                  </a:moveTo>
                  <a:lnTo>
                    <a:pt x="0" y="0"/>
                  </a:lnTo>
                </a:path>
              </a:pathLst>
            </a:custGeom>
            <a:noFill/>
            <a:ln w="8096">
              <a:solidFill>
                <a:srgbClr val="E5E9EC"/>
              </a:solidFill>
            </a:ln>
          </p:spPr>
        </p:sp>
        <p:sp>
          <p:nvSpPr>
            <p:cNvPr id="3249" name="Candidate_receptor__3248">
              <a:extLst>
                <a:ext uri="{FF2B5EF4-FFF2-40B4-BE49-F238E27FC236}">
                  <a16:creationId xmlns:a16="http://schemas.microsoft.com/office/drawing/2014/main" id="{4C2442EA-795B-9BB9-1B39-009301E4E24E}"/>
                </a:ext>
              </a:extLst>
            </p:cNvPr>
            <p:cNvSpPr>
              <a:spLocks noGrp="1"/>
            </p:cNvSpPr>
            <p:nvPr/>
          </p:nvSpPr>
          <p:spPr>
            <a:xfrm>
              <a:off x="4862291" y="2289398"/>
              <a:ext cx="53568" cy="90516"/>
            </a:xfrm>
            <a:custGeom>
              <a:avLst/>
              <a:gdLst/>
              <a:ahLst/>
              <a:cxnLst/>
              <a:rect l="0" t="0" r="0" b="0"/>
              <a:pathLst>
                <a:path w="53568" h="90516">
                  <a:moveTo>
                    <a:pt x="0" y="90516"/>
                  </a:moveTo>
                  <a:lnTo>
                    <a:pt x="53568" y="0"/>
                  </a:lnTo>
                </a:path>
              </a:pathLst>
            </a:custGeom>
            <a:noFill/>
            <a:ln w="20003">
              <a:solidFill>
                <a:srgbClr val="E5E9EC"/>
              </a:solidFill>
            </a:ln>
          </p:spPr>
        </p:sp>
        <p:sp>
          <p:nvSpPr>
            <p:cNvPr id="3250" name="Candidate_receptor__3249">
              <a:extLst>
                <a:ext uri="{FF2B5EF4-FFF2-40B4-BE49-F238E27FC236}">
                  <a16:creationId xmlns:a16="http://schemas.microsoft.com/office/drawing/2014/main" id="{E494548A-2BCC-A42B-D39D-44FC9E7B0598}"/>
                </a:ext>
              </a:extLst>
            </p:cNvPr>
            <p:cNvSpPr>
              <a:spLocks noGrp="1"/>
            </p:cNvSpPr>
            <p:nvPr/>
          </p:nvSpPr>
          <p:spPr>
            <a:xfrm>
              <a:off x="5431114" y="2323582"/>
              <a:ext cx="92079" cy="28932"/>
            </a:xfrm>
            <a:custGeom>
              <a:avLst/>
              <a:gdLst/>
              <a:ahLst/>
              <a:cxnLst/>
              <a:rect l="0" t="0" r="0" b="0"/>
              <a:pathLst>
                <a:path w="92079" h="28932">
                  <a:moveTo>
                    <a:pt x="92079" y="28932"/>
                  </a:moveTo>
                  <a:lnTo>
                    <a:pt x="0" y="0"/>
                  </a:lnTo>
                </a:path>
              </a:pathLst>
            </a:custGeom>
            <a:noFill/>
            <a:ln w="20003">
              <a:solidFill>
                <a:srgbClr val="E5E9EC"/>
              </a:solidFill>
            </a:ln>
          </p:spPr>
        </p:sp>
        <p:sp>
          <p:nvSpPr>
            <p:cNvPr id="3251" name="Candidate_receptor__3250">
              <a:extLst>
                <a:ext uri="{FF2B5EF4-FFF2-40B4-BE49-F238E27FC236}">
                  <a16:creationId xmlns:a16="http://schemas.microsoft.com/office/drawing/2014/main" id="{4847DAD5-895D-0FC8-34C5-CF7440318D17}"/>
                </a:ext>
              </a:extLst>
            </p:cNvPr>
            <p:cNvSpPr>
              <a:spLocks noGrp="1"/>
            </p:cNvSpPr>
            <p:nvPr/>
          </p:nvSpPr>
          <p:spPr>
            <a:xfrm>
              <a:off x="5849532" y="3620444"/>
              <a:ext cx="19394" cy="107809"/>
            </a:xfrm>
            <a:custGeom>
              <a:avLst/>
              <a:gdLst/>
              <a:ahLst/>
              <a:cxnLst/>
              <a:rect l="0" t="0" r="0" b="0"/>
              <a:pathLst>
                <a:path w="19394" h="107809">
                  <a:moveTo>
                    <a:pt x="19394" y="0"/>
                  </a:moveTo>
                  <a:lnTo>
                    <a:pt x="0" y="107809"/>
                  </a:lnTo>
                </a:path>
              </a:pathLst>
            </a:custGeom>
            <a:noFill/>
            <a:ln w="20003">
              <a:solidFill>
                <a:srgbClr val="E5E9EC"/>
              </a:solidFill>
            </a:ln>
          </p:spPr>
        </p:sp>
        <p:sp>
          <p:nvSpPr>
            <p:cNvPr id="3252" name="Candidate_receptor__3251">
              <a:extLst>
                <a:ext uri="{FF2B5EF4-FFF2-40B4-BE49-F238E27FC236}">
                  <a16:creationId xmlns:a16="http://schemas.microsoft.com/office/drawing/2014/main" id="{7FACFCDA-9A52-7123-250A-BF9FD65C96C5}"/>
                </a:ext>
              </a:extLst>
            </p:cNvPr>
            <p:cNvSpPr>
              <a:spLocks noGrp="1"/>
            </p:cNvSpPr>
            <p:nvPr/>
          </p:nvSpPr>
          <p:spPr>
            <a:xfrm>
              <a:off x="4754577" y="2379914"/>
              <a:ext cx="107714" cy="4389"/>
            </a:xfrm>
            <a:custGeom>
              <a:avLst/>
              <a:gdLst/>
              <a:ahLst/>
              <a:cxnLst/>
              <a:rect l="0" t="0" r="0" b="0"/>
              <a:pathLst>
                <a:path w="107714" h="4389">
                  <a:moveTo>
                    <a:pt x="0" y="4389"/>
                  </a:moveTo>
                  <a:lnTo>
                    <a:pt x="107714" y="0"/>
                  </a:lnTo>
                </a:path>
              </a:pathLst>
            </a:custGeom>
            <a:noFill/>
            <a:ln w="20003">
              <a:solidFill>
                <a:srgbClr val="E5E9EC"/>
              </a:solidFill>
            </a:ln>
          </p:spPr>
        </p:sp>
        <p:sp>
          <p:nvSpPr>
            <p:cNvPr id="3253" name="Candidate_receptor__3252">
              <a:extLst>
                <a:ext uri="{FF2B5EF4-FFF2-40B4-BE49-F238E27FC236}">
                  <a16:creationId xmlns:a16="http://schemas.microsoft.com/office/drawing/2014/main" id="{A6BE1111-E305-B528-E4C8-CAF7CADA2A67}"/>
                </a:ext>
              </a:extLst>
            </p:cNvPr>
            <p:cNvSpPr>
              <a:spLocks noGrp="1"/>
            </p:cNvSpPr>
            <p:nvPr/>
          </p:nvSpPr>
          <p:spPr>
            <a:xfrm>
              <a:off x="5526252" y="3274726"/>
              <a:ext cx="40748" cy="52615"/>
            </a:xfrm>
            <a:custGeom>
              <a:avLst/>
              <a:gdLst/>
              <a:ahLst/>
              <a:cxnLst/>
              <a:rect l="0" t="0" r="0" b="0"/>
              <a:pathLst>
                <a:path w="40748" h="52615">
                  <a:moveTo>
                    <a:pt x="0" y="0"/>
                  </a:moveTo>
                  <a:lnTo>
                    <a:pt x="40748" y="52615"/>
                  </a:lnTo>
                </a:path>
              </a:pathLst>
            </a:custGeom>
            <a:noFill/>
            <a:ln w="20003">
              <a:solidFill>
                <a:srgbClr val="E5E9EC"/>
              </a:solidFill>
            </a:ln>
          </p:spPr>
        </p:sp>
        <p:sp>
          <p:nvSpPr>
            <p:cNvPr id="3254" name="Candidate_receptor__3253">
              <a:extLst>
                <a:ext uri="{FF2B5EF4-FFF2-40B4-BE49-F238E27FC236}">
                  <a16:creationId xmlns:a16="http://schemas.microsoft.com/office/drawing/2014/main" id="{7C877E4E-ACA3-5C13-0E29-60B55A59251D}"/>
                </a:ext>
              </a:extLst>
            </p:cNvPr>
            <p:cNvSpPr>
              <a:spLocks noGrp="1"/>
            </p:cNvSpPr>
            <p:nvPr/>
          </p:nvSpPr>
          <p:spPr>
            <a:xfrm>
              <a:off x="4729565" y="4116460"/>
              <a:ext cx="53777" cy="2820"/>
            </a:xfrm>
            <a:custGeom>
              <a:avLst/>
              <a:gdLst/>
              <a:ahLst/>
              <a:cxnLst/>
              <a:rect l="0" t="0" r="0" b="0"/>
              <a:pathLst>
                <a:path w="53777" h="2820">
                  <a:moveTo>
                    <a:pt x="0" y="0"/>
                  </a:moveTo>
                  <a:lnTo>
                    <a:pt x="53777" y="2820"/>
                  </a:lnTo>
                </a:path>
              </a:pathLst>
            </a:custGeom>
            <a:noFill/>
            <a:ln w="8096">
              <a:solidFill>
                <a:srgbClr val="E5E9EC"/>
              </a:solidFill>
            </a:ln>
          </p:spPr>
        </p:sp>
        <p:sp>
          <p:nvSpPr>
            <p:cNvPr id="3255" name="Candidate_receptor__3254">
              <a:extLst>
                <a:ext uri="{FF2B5EF4-FFF2-40B4-BE49-F238E27FC236}">
                  <a16:creationId xmlns:a16="http://schemas.microsoft.com/office/drawing/2014/main" id="{BB6C13EE-843A-09BD-3040-5FC948761E95}"/>
                </a:ext>
              </a:extLst>
            </p:cNvPr>
            <p:cNvSpPr>
              <a:spLocks noGrp="1"/>
            </p:cNvSpPr>
            <p:nvPr/>
          </p:nvSpPr>
          <p:spPr>
            <a:xfrm>
              <a:off x="4787995" y="3782187"/>
              <a:ext cx="101831" cy="27793"/>
            </a:xfrm>
            <a:custGeom>
              <a:avLst/>
              <a:gdLst/>
              <a:ahLst/>
              <a:cxnLst/>
              <a:rect l="0" t="0" r="0" b="0"/>
              <a:pathLst>
                <a:path w="101831" h="27793">
                  <a:moveTo>
                    <a:pt x="0" y="27793"/>
                  </a:moveTo>
                  <a:lnTo>
                    <a:pt x="101831" y="0"/>
                  </a:lnTo>
                </a:path>
              </a:pathLst>
            </a:custGeom>
            <a:noFill/>
            <a:ln w="20003">
              <a:solidFill>
                <a:srgbClr val="E5E9EC"/>
              </a:solidFill>
            </a:ln>
          </p:spPr>
        </p:sp>
        <p:sp>
          <p:nvSpPr>
            <p:cNvPr id="3256" name="Candidate_receptor__3255">
              <a:extLst>
                <a:ext uri="{FF2B5EF4-FFF2-40B4-BE49-F238E27FC236}">
                  <a16:creationId xmlns:a16="http://schemas.microsoft.com/office/drawing/2014/main" id="{724E19F7-DD09-4DF5-D937-81D2DA88C391}"/>
                </a:ext>
              </a:extLst>
            </p:cNvPr>
            <p:cNvSpPr>
              <a:spLocks noGrp="1"/>
            </p:cNvSpPr>
            <p:nvPr/>
          </p:nvSpPr>
          <p:spPr>
            <a:xfrm>
              <a:off x="4931096" y="3139140"/>
              <a:ext cx="98774" cy="19976"/>
            </a:xfrm>
            <a:custGeom>
              <a:avLst/>
              <a:gdLst/>
              <a:ahLst/>
              <a:cxnLst/>
              <a:rect l="0" t="0" r="0" b="0"/>
              <a:pathLst>
                <a:path w="98774" h="19976">
                  <a:moveTo>
                    <a:pt x="0" y="0"/>
                  </a:moveTo>
                  <a:lnTo>
                    <a:pt x="98774" y="19976"/>
                  </a:lnTo>
                </a:path>
              </a:pathLst>
            </a:custGeom>
            <a:noFill/>
            <a:ln w="20003">
              <a:solidFill>
                <a:srgbClr val="E5E9EC"/>
              </a:solidFill>
            </a:ln>
          </p:spPr>
        </p:sp>
        <p:sp>
          <p:nvSpPr>
            <p:cNvPr id="3257" name="Candidate_receptor__3256">
              <a:extLst>
                <a:ext uri="{FF2B5EF4-FFF2-40B4-BE49-F238E27FC236}">
                  <a16:creationId xmlns:a16="http://schemas.microsoft.com/office/drawing/2014/main" id="{0A919103-8B87-B866-883B-00F4590B48BD}"/>
                </a:ext>
              </a:extLst>
            </p:cNvPr>
            <p:cNvSpPr>
              <a:spLocks noGrp="1"/>
            </p:cNvSpPr>
            <p:nvPr/>
          </p:nvSpPr>
          <p:spPr>
            <a:xfrm>
              <a:off x="5397482" y="1859037"/>
              <a:ext cx="25363" cy="97083"/>
            </a:xfrm>
            <a:custGeom>
              <a:avLst/>
              <a:gdLst/>
              <a:ahLst/>
              <a:cxnLst/>
              <a:rect l="0" t="0" r="0" b="0"/>
              <a:pathLst>
                <a:path w="25363" h="97083">
                  <a:moveTo>
                    <a:pt x="0" y="97083"/>
                  </a:moveTo>
                  <a:lnTo>
                    <a:pt x="25363" y="0"/>
                  </a:lnTo>
                </a:path>
              </a:pathLst>
            </a:custGeom>
            <a:noFill/>
            <a:ln w="8096">
              <a:solidFill>
                <a:srgbClr val="E5E9EC"/>
              </a:solidFill>
            </a:ln>
          </p:spPr>
        </p:sp>
        <p:sp>
          <p:nvSpPr>
            <p:cNvPr id="3258" name="Candidate_receptor__3257">
              <a:extLst>
                <a:ext uri="{FF2B5EF4-FFF2-40B4-BE49-F238E27FC236}">
                  <a16:creationId xmlns:a16="http://schemas.microsoft.com/office/drawing/2014/main" id="{F6CE21D5-F1C3-FB9F-7273-EEC7B76C9016}"/>
                </a:ext>
              </a:extLst>
            </p:cNvPr>
            <p:cNvSpPr>
              <a:spLocks noGrp="1"/>
            </p:cNvSpPr>
            <p:nvPr/>
          </p:nvSpPr>
          <p:spPr>
            <a:xfrm>
              <a:off x="5538377" y="3725137"/>
              <a:ext cx="110543" cy="30867"/>
            </a:xfrm>
            <a:custGeom>
              <a:avLst/>
              <a:gdLst/>
              <a:ahLst/>
              <a:cxnLst/>
              <a:rect l="0" t="0" r="0" b="0"/>
              <a:pathLst>
                <a:path w="110543" h="30867">
                  <a:moveTo>
                    <a:pt x="110543" y="30867"/>
                  </a:moveTo>
                  <a:lnTo>
                    <a:pt x="0" y="0"/>
                  </a:lnTo>
                </a:path>
              </a:pathLst>
            </a:custGeom>
            <a:noFill/>
            <a:ln w="20003">
              <a:solidFill>
                <a:srgbClr val="E5E9EC"/>
              </a:solidFill>
            </a:ln>
          </p:spPr>
        </p:sp>
        <p:sp>
          <p:nvSpPr>
            <p:cNvPr id="3259" name="Candidate_receptor__3258">
              <a:extLst>
                <a:ext uri="{FF2B5EF4-FFF2-40B4-BE49-F238E27FC236}">
                  <a16:creationId xmlns:a16="http://schemas.microsoft.com/office/drawing/2014/main" id="{D4C41CE8-321F-3630-32E1-820ED5A88980}"/>
                </a:ext>
              </a:extLst>
            </p:cNvPr>
            <p:cNvSpPr>
              <a:spLocks noGrp="1"/>
            </p:cNvSpPr>
            <p:nvPr/>
          </p:nvSpPr>
          <p:spPr>
            <a:xfrm>
              <a:off x="5616301" y="2037055"/>
              <a:ext cx="109528" cy="25286"/>
            </a:xfrm>
            <a:custGeom>
              <a:avLst/>
              <a:gdLst/>
              <a:ahLst/>
              <a:cxnLst/>
              <a:rect l="0" t="0" r="0" b="0"/>
              <a:pathLst>
                <a:path w="109528" h="25286">
                  <a:moveTo>
                    <a:pt x="109528" y="0"/>
                  </a:moveTo>
                  <a:lnTo>
                    <a:pt x="0" y="25286"/>
                  </a:lnTo>
                </a:path>
              </a:pathLst>
            </a:custGeom>
            <a:noFill/>
            <a:ln w="20003">
              <a:solidFill>
                <a:srgbClr val="E5E9EC"/>
              </a:solidFill>
            </a:ln>
          </p:spPr>
        </p:sp>
        <p:sp>
          <p:nvSpPr>
            <p:cNvPr id="3260" name="Candidate_receptor__3259">
              <a:extLst>
                <a:ext uri="{FF2B5EF4-FFF2-40B4-BE49-F238E27FC236}">
                  <a16:creationId xmlns:a16="http://schemas.microsoft.com/office/drawing/2014/main" id="{F0B64202-3027-3162-1E23-5BA3DA7840AC}"/>
                </a:ext>
              </a:extLst>
            </p:cNvPr>
            <p:cNvSpPr>
              <a:spLocks noGrp="1"/>
            </p:cNvSpPr>
            <p:nvPr/>
          </p:nvSpPr>
          <p:spPr>
            <a:xfrm>
              <a:off x="4549115" y="2950697"/>
              <a:ext cx="40354" cy="40854"/>
            </a:xfrm>
            <a:custGeom>
              <a:avLst/>
              <a:gdLst/>
              <a:ahLst/>
              <a:cxnLst/>
              <a:rect l="0" t="0" r="0" b="0"/>
              <a:pathLst>
                <a:path w="40354" h="40854">
                  <a:moveTo>
                    <a:pt x="0" y="40854"/>
                  </a:moveTo>
                  <a:lnTo>
                    <a:pt x="40354" y="0"/>
                  </a:lnTo>
                </a:path>
              </a:pathLst>
            </a:custGeom>
            <a:noFill/>
            <a:ln w="8096">
              <a:solidFill>
                <a:srgbClr val="E5E9EC"/>
              </a:solidFill>
            </a:ln>
          </p:spPr>
        </p:sp>
        <p:sp>
          <p:nvSpPr>
            <p:cNvPr id="3261" name="Candidate_receptor__3260">
              <a:extLst>
                <a:ext uri="{FF2B5EF4-FFF2-40B4-BE49-F238E27FC236}">
                  <a16:creationId xmlns:a16="http://schemas.microsoft.com/office/drawing/2014/main" id="{D5FD8379-A450-DBBF-5818-C731C71941E1}"/>
                </a:ext>
              </a:extLst>
            </p:cNvPr>
            <p:cNvSpPr>
              <a:spLocks noGrp="1"/>
            </p:cNvSpPr>
            <p:nvPr/>
          </p:nvSpPr>
          <p:spPr>
            <a:xfrm>
              <a:off x="4965537" y="2752923"/>
              <a:ext cx="107901" cy="5323"/>
            </a:xfrm>
            <a:custGeom>
              <a:avLst/>
              <a:gdLst/>
              <a:ahLst/>
              <a:cxnLst/>
              <a:rect l="0" t="0" r="0" b="0"/>
              <a:pathLst>
                <a:path w="107901" h="5323">
                  <a:moveTo>
                    <a:pt x="107901" y="0"/>
                  </a:moveTo>
                  <a:lnTo>
                    <a:pt x="0" y="5323"/>
                  </a:lnTo>
                </a:path>
              </a:pathLst>
            </a:custGeom>
            <a:noFill/>
            <a:ln w="20003">
              <a:solidFill>
                <a:srgbClr val="E5E9EC"/>
              </a:solidFill>
            </a:ln>
          </p:spPr>
        </p:sp>
        <p:sp>
          <p:nvSpPr>
            <p:cNvPr id="3262" name="Candidate_receptor__3261">
              <a:extLst>
                <a:ext uri="{FF2B5EF4-FFF2-40B4-BE49-F238E27FC236}">
                  <a16:creationId xmlns:a16="http://schemas.microsoft.com/office/drawing/2014/main" id="{E01B2E93-AE45-09A8-7F83-90FD9399A749}"/>
                </a:ext>
              </a:extLst>
            </p:cNvPr>
            <p:cNvSpPr>
              <a:spLocks noGrp="1"/>
            </p:cNvSpPr>
            <p:nvPr/>
          </p:nvSpPr>
          <p:spPr>
            <a:xfrm>
              <a:off x="4685189" y="2384303"/>
              <a:ext cx="69388" cy="76351"/>
            </a:xfrm>
            <a:custGeom>
              <a:avLst/>
              <a:gdLst/>
              <a:ahLst/>
              <a:cxnLst/>
              <a:rect l="0" t="0" r="0" b="0"/>
              <a:pathLst>
                <a:path w="69388" h="76351">
                  <a:moveTo>
                    <a:pt x="0" y="76351"/>
                  </a:moveTo>
                  <a:lnTo>
                    <a:pt x="69388" y="0"/>
                  </a:lnTo>
                </a:path>
              </a:pathLst>
            </a:custGeom>
            <a:noFill/>
            <a:ln w="20003">
              <a:solidFill>
                <a:srgbClr val="E5E9EC"/>
              </a:solidFill>
            </a:ln>
          </p:spPr>
        </p:sp>
        <p:sp>
          <p:nvSpPr>
            <p:cNvPr id="3263" name="Candidate_receptor__3262">
              <a:extLst>
                <a:ext uri="{FF2B5EF4-FFF2-40B4-BE49-F238E27FC236}">
                  <a16:creationId xmlns:a16="http://schemas.microsoft.com/office/drawing/2014/main" id="{42F2F904-0E19-EB62-E113-B5EFF4182F22}"/>
                </a:ext>
              </a:extLst>
            </p:cNvPr>
            <p:cNvSpPr>
              <a:spLocks noGrp="1"/>
            </p:cNvSpPr>
            <p:nvPr/>
          </p:nvSpPr>
          <p:spPr>
            <a:xfrm>
              <a:off x="4584690" y="2460655"/>
              <a:ext cx="100499" cy="26262"/>
            </a:xfrm>
            <a:custGeom>
              <a:avLst/>
              <a:gdLst/>
              <a:ahLst/>
              <a:cxnLst/>
              <a:rect l="0" t="0" r="0" b="0"/>
              <a:pathLst>
                <a:path w="100499" h="26262">
                  <a:moveTo>
                    <a:pt x="0" y="26262"/>
                  </a:moveTo>
                  <a:lnTo>
                    <a:pt x="100499" y="0"/>
                  </a:lnTo>
                </a:path>
              </a:pathLst>
            </a:custGeom>
            <a:noFill/>
            <a:ln w="20003">
              <a:solidFill>
                <a:srgbClr val="E5E9EC"/>
              </a:solidFill>
            </a:ln>
          </p:spPr>
        </p:sp>
        <p:sp>
          <p:nvSpPr>
            <p:cNvPr id="3264" name="Candidate_receptor__3263">
              <a:extLst>
                <a:ext uri="{FF2B5EF4-FFF2-40B4-BE49-F238E27FC236}">
                  <a16:creationId xmlns:a16="http://schemas.microsoft.com/office/drawing/2014/main" id="{B70E18FF-538F-4F47-5ED0-5FFF7365D706}"/>
                </a:ext>
              </a:extLst>
            </p:cNvPr>
            <p:cNvSpPr>
              <a:spLocks noGrp="1"/>
            </p:cNvSpPr>
            <p:nvPr/>
          </p:nvSpPr>
          <p:spPr>
            <a:xfrm>
              <a:off x="5606177" y="2604347"/>
              <a:ext cx="23789" cy="46301"/>
            </a:xfrm>
            <a:custGeom>
              <a:avLst/>
              <a:gdLst/>
              <a:ahLst/>
              <a:cxnLst/>
              <a:rect l="0" t="0" r="0" b="0"/>
              <a:pathLst>
                <a:path w="23789" h="46301">
                  <a:moveTo>
                    <a:pt x="0" y="46301"/>
                  </a:moveTo>
                  <a:lnTo>
                    <a:pt x="23789" y="0"/>
                  </a:lnTo>
                </a:path>
              </a:pathLst>
            </a:custGeom>
            <a:noFill/>
            <a:ln w="8096">
              <a:solidFill>
                <a:srgbClr val="E5E9EC"/>
              </a:solidFill>
            </a:ln>
          </p:spPr>
        </p:sp>
        <p:sp>
          <p:nvSpPr>
            <p:cNvPr id="3265" name="Candidate_receptor__3264">
              <a:extLst>
                <a:ext uri="{FF2B5EF4-FFF2-40B4-BE49-F238E27FC236}">
                  <a16:creationId xmlns:a16="http://schemas.microsoft.com/office/drawing/2014/main" id="{DF1F72C1-6E65-981F-BEC9-EAA142E509F7}"/>
                </a:ext>
              </a:extLst>
            </p:cNvPr>
            <p:cNvSpPr>
              <a:spLocks noGrp="1"/>
            </p:cNvSpPr>
            <p:nvPr/>
          </p:nvSpPr>
          <p:spPr>
            <a:xfrm>
              <a:off x="5538377" y="3615921"/>
              <a:ext cx="37953" cy="109216"/>
            </a:xfrm>
            <a:custGeom>
              <a:avLst/>
              <a:gdLst/>
              <a:ahLst/>
              <a:cxnLst/>
              <a:rect l="0" t="0" r="0" b="0"/>
              <a:pathLst>
                <a:path w="37953" h="109216">
                  <a:moveTo>
                    <a:pt x="0" y="109216"/>
                  </a:moveTo>
                  <a:lnTo>
                    <a:pt x="37953" y="0"/>
                  </a:lnTo>
                </a:path>
              </a:pathLst>
            </a:custGeom>
            <a:noFill/>
            <a:ln w="8096">
              <a:solidFill>
                <a:srgbClr val="E5E9EC"/>
              </a:solidFill>
            </a:ln>
          </p:spPr>
        </p:sp>
        <p:sp>
          <p:nvSpPr>
            <p:cNvPr id="3266" name="Candidate_receptor__3265">
              <a:extLst>
                <a:ext uri="{FF2B5EF4-FFF2-40B4-BE49-F238E27FC236}">
                  <a16:creationId xmlns:a16="http://schemas.microsoft.com/office/drawing/2014/main" id="{B22D6932-E166-A28E-6447-E4D6AA40B266}"/>
                </a:ext>
              </a:extLst>
            </p:cNvPr>
            <p:cNvSpPr>
              <a:spLocks noGrp="1"/>
            </p:cNvSpPr>
            <p:nvPr/>
          </p:nvSpPr>
          <p:spPr>
            <a:xfrm>
              <a:off x="5284346" y="2415837"/>
              <a:ext cx="5139" cy="112186"/>
            </a:xfrm>
            <a:custGeom>
              <a:avLst/>
              <a:gdLst/>
              <a:ahLst/>
              <a:cxnLst/>
              <a:rect l="0" t="0" r="0" b="0"/>
              <a:pathLst>
                <a:path w="5139" h="112186">
                  <a:moveTo>
                    <a:pt x="0" y="0"/>
                  </a:moveTo>
                  <a:lnTo>
                    <a:pt x="5139" y="112186"/>
                  </a:lnTo>
                </a:path>
              </a:pathLst>
            </a:custGeom>
            <a:noFill/>
            <a:ln w="20003">
              <a:solidFill>
                <a:srgbClr val="E5E9EC"/>
              </a:solidFill>
            </a:ln>
          </p:spPr>
        </p:sp>
        <p:sp>
          <p:nvSpPr>
            <p:cNvPr id="3267" name="Candidate_receptor__3266">
              <a:extLst>
                <a:ext uri="{FF2B5EF4-FFF2-40B4-BE49-F238E27FC236}">
                  <a16:creationId xmlns:a16="http://schemas.microsoft.com/office/drawing/2014/main" id="{55E28F6C-6835-FF96-3476-7E660D9CD945}"/>
                </a:ext>
              </a:extLst>
            </p:cNvPr>
            <p:cNvSpPr>
              <a:spLocks noGrp="1"/>
            </p:cNvSpPr>
            <p:nvPr/>
          </p:nvSpPr>
          <p:spPr>
            <a:xfrm>
              <a:off x="4497389" y="2486916"/>
              <a:ext cx="87301" cy="16272"/>
            </a:xfrm>
            <a:custGeom>
              <a:avLst/>
              <a:gdLst/>
              <a:ahLst/>
              <a:cxnLst/>
              <a:rect l="0" t="0" r="0" b="0"/>
              <a:pathLst>
                <a:path w="87301" h="16272">
                  <a:moveTo>
                    <a:pt x="0" y="16272"/>
                  </a:moveTo>
                  <a:lnTo>
                    <a:pt x="87301" y="0"/>
                  </a:lnTo>
                </a:path>
              </a:pathLst>
            </a:custGeom>
            <a:noFill/>
            <a:ln w="8096">
              <a:solidFill>
                <a:srgbClr val="E5E9EC"/>
              </a:solidFill>
            </a:ln>
          </p:spPr>
        </p:sp>
        <p:sp>
          <p:nvSpPr>
            <p:cNvPr id="3268" name="Candidate_receptor__3267">
              <a:extLst>
                <a:ext uri="{FF2B5EF4-FFF2-40B4-BE49-F238E27FC236}">
                  <a16:creationId xmlns:a16="http://schemas.microsoft.com/office/drawing/2014/main" id="{2FBF5C24-352D-82F2-0170-9235991F8C74}"/>
                </a:ext>
              </a:extLst>
            </p:cNvPr>
            <p:cNvSpPr>
              <a:spLocks noGrp="1"/>
            </p:cNvSpPr>
            <p:nvPr/>
          </p:nvSpPr>
          <p:spPr>
            <a:xfrm>
              <a:off x="6036513" y="3379363"/>
              <a:ext cx="93006" cy="45411"/>
            </a:xfrm>
            <a:custGeom>
              <a:avLst/>
              <a:gdLst/>
              <a:ahLst/>
              <a:cxnLst/>
              <a:rect l="0" t="0" r="0" b="0"/>
              <a:pathLst>
                <a:path w="93006" h="45411">
                  <a:moveTo>
                    <a:pt x="93006" y="45411"/>
                  </a:moveTo>
                  <a:lnTo>
                    <a:pt x="0" y="0"/>
                  </a:lnTo>
                </a:path>
              </a:pathLst>
            </a:custGeom>
            <a:noFill/>
            <a:ln w="20003">
              <a:solidFill>
                <a:srgbClr val="E5E9EC"/>
              </a:solidFill>
            </a:ln>
          </p:spPr>
        </p:sp>
        <p:sp>
          <p:nvSpPr>
            <p:cNvPr id="3269" name="Candidate_receptor__3268">
              <a:extLst>
                <a:ext uri="{FF2B5EF4-FFF2-40B4-BE49-F238E27FC236}">
                  <a16:creationId xmlns:a16="http://schemas.microsoft.com/office/drawing/2014/main" id="{F35DC683-B043-F7A4-70F6-A345468164E7}"/>
                </a:ext>
              </a:extLst>
            </p:cNvPr>
            <p:cNvSpPr>
              <a:spLocks noGrp="1"/>
            </p:cNvSpPr>
            <p:nvPr/>
          </p:nvSpPr>
          <p:spPr>
            <a:xfrm>
              <a:off x="4925296" y="3913609"/>
              <a:ext cx="56923" cy="11049"/>
            </a:xfrm>
            <a:custGeom>
              <a:avLst/>
              <a:gdLst/>
              <a:ahLst/>
              <a:cxnLst/>
              <a:rect l="0" t="0" r="0" b="0"/>
              <a:pathLst>
                <a:path w="56923" h="11049">
                  <a:moveTo>
                    <a:pt x="0" y="0"/>
                  </a:moveTo>
                  <a:lnTo>
                    <a:pt x="56923" y="11049"/>
                  </a:lnTo>
                </a:path>
              </a:pathLst>
            </a:custGeom>
            <a:noFill/>
            <a:ln w="20003">
              <a:solidFill>
                <a:srgbClr val="E5E9EC"/>
              </a:solidFill>
            </a:ln>
          </p:spPr>
        </p:sp>
        <p:sp>
          <p:nvSpPr>
            <p:cNvPr id="3270" name="Candidate_receptor__3269">
              <a:extLst>
                <a:ext uri="{FF2B5EF4-FFF2-40B4-BE49-F238E27FC236}">
                  <a16:creationId xmlns:a16="http://schemas.microsoft.com/office/drawing/2014/main" id="{42437ADC-EA6C-A38F-6747-6DB1E9D65033}"/>
                </a:ext>
              </a:extLst>
            </p:cNvPr>
            <p:cNvSpPr>
              <a:spLocks noGrp="1"/>
            </p:cNvSpPr>
            <p:nvPr/>
          </p:nvSpPr>
          <p:spPr>
            <a:xfrm>
              <a:off x="4422563" y="2447475"/>
              <a:ext cx="74825" cy="55714"/>
            </a:xfrm>
            <a:custGeom>
              <a:avLst/>
              <a:gdLst/>
              <a:ahLst/>
              <a:cxnLst/>
              <a:rect l="0" t="0" r="0" b="0"/>
              <a:pathLst>
                <a:path w="74825" h="55714">
                  <a:moveTo>
                    <a:pt x="0" y="0"/>
                  </a:moveTo>
                  <a:lnTo>
                    <a:pt x="74825" y="55714"/>
                  </a:lnTo>
                </a:path>
              </a:pathLst>
            </a:custGeom>
            <a:noFill/>
            <a:ln w="8096">
              <a:solidFill>
                <a:srgbClr val="E5E9EC"/>
              </a:solidFill>
            </a:ln>
          </p:spPr>
        </p:sp>
        <p:sp>
          <p:nvSpPr>
            <p:cNvPr id="3271" name="Candidate_receptor__3270">
              <a:extLst>
                <a:ext uri="{FF2B5EF4-FFF2-40B4-BE49-F238E27FC236}">
                  <a16:creationId xmlns:a16="http://schemas.microsoft.com/office/drawing/2014/main" id="{7BF25E1A-FC77-E3F6-7052-E241C434DB3B}"/>
                </a:ext>
              </a:extLst>
            </p:cNvPr>
            <p:cNvSpPr>
              <a:spLocks noGrp="1"/>
            </p:cNvSpPr>
            <p:nvPr/>
          </p:nvSpPr>
          <p:spPr>
            <a:xfrm>
              <a:off x="4031115" y="2599465"/>
              <a:ext cx="62488" cy="44601"/>
            </a:xfrm>
            <a:custGeom>
              <a:avLst/>
              <a:gdLst/>
              <a:ahLst/>
              <a:cxnLst/>
              <a:rect l="0" t="0" r="0" b="0"/>
              <a:pathLst>
                <a:path w="62488" h="44601">
                  <a:moveTo>
                    <a:pt x="62488" y="0"/>
                  </a:moveTo>
                  <a:lnTo>
                    <a:pt x="0" y="44601"/>
                  </a:lnTo>
                </a:path>
              </a:pathLst>
            </a:custGeom>
            <a:noFill/>
            <a:ln w="20003">
              <a:solidFill>
                <a:srgbClr val="E5E9EC"/>
              </a:solidFill>
            </a:ln>
          </p:spPr>
        </p:sp>
        <p:sp>
          <p:nvSpPr>
            <p:cNvPr id="3272" name="Candidate_receptor__3271">
              <a:extLst>
                <a:ext uri="{FF2B5EF4-FFF2-40B4-BE49-F238E27FC236}">
                  <a16:creationId xmlns:a16="http://schemas.microsoft.com/office/drawing/2014/main" id="{250E0E7A-A012-F56C-0C79-50B4FB8EA3E9}"/>
                </a:ext>
              </a:extLst>
            </p:cNvPr>
            <p:cNvSpPr>
              <a:spLocks noGrp="1"/>
            </p:cNvSpPr>
            <p:nvPr/>
          </p:nvSpPr>
          <p:spPr>
            <a:xfrm>
              <a:off x="3868077" y="3019298"/>
              <a:ext cx="14230" cy="82096"/>
            </a:xfrm>
            <a:custGeom>
              <a:avLst/>
              <a:gdLst/>
              <a:ahLst/>
              <a:cxnLst/>
              <a:rect l="0" t="0" r="0" b="0"/>
              <a:pathLst>
                <a:path w="14230" h="82096">
                  <a:moveTo>
                    <a:pt x="14230" y="0"/>
                  </a:moveTo>
                  <a:lnTo>
                    <a:pt x="0" y="82096"/>
                  </a:lnTo>
                </a:path>
              </a:pathLst>
            </a:custGeom>
            <a:noFill/>
            <a:ln w="20003">
              <a:solidFill>
                <a:srgbClr val="E5E9EC"/>
              </a:solidFill>
            </a:ln>
          </p:spPr>
        </p:sp>
        <p:sp>
          <p:nvSpPr>
            <p:cNvPr id="3273" name="Candidate_receptor__3272">
              <a:extLst>
                <a:ext uri="{FF2B5EF4-FFF2-40B4-BE49-F238E27FC236}">
                  <a16:creationId xmlns:a16="http://schemas.microsoft.com/office/drawing/2014/main" id="{CA45640E-BDFD-6794-A6AE-BAC96D79A032}"/>
                </a:ext>
              </a:extLst>
            </p:cNvPr>
            <p:cNvSpPr>
              <a:spLocks noGrp="1"/>
            </p:cNvSpPr>
            <p:nvPr/>
          </p:nvSpPr>
          <p:spPr>
            <a:xfrm>
              <a:off x="4005186" y="2889418"/>
              <a:ext cx="16876" cy="112433"/>
            </a:xfrm>
            <a:custGeom>
              <a:avLst/>
              <a:gdLst/>
              <a:ahLst/>
              <a:cxnLst/>
              <a:rect l="0" t="0" r="0" b="0"/>
              <a:pathLst>
                <a:path w="16876" h="112433">
                  <a:moveTo>
                    <a:pt x="0" y="0"/>
                  </a:moveTo>
                  <a:lnTo>
                    <a:pt x="16876" y="112433"/>
                  </a:lnTo>
                </a:path>
              </a:pathLst>
            </a:custGeom>
            <a:noFill/>
            <a:ln w="20003">
              <a:solidFill>
                <a:srgbClr val="E5E9EC"/>
              </a:solidFill>
            </a:ln>
          </p:spPr>
        </p:sp>
        <p:sp>
          <p:nvSpPr>
            <p:cNvPr id="3274" name="Candidate_receptor__3273">
              <a:extLst>
                <a:ext uri="{FF2B5EF4-FFF2-40B4-BE49-F238E27FC236}">
                  <a16:creationId xmlns:a16="http://schemas.microsoft.com/office/drawing/2014/main" id="{E0C02463-DB0B-580C-41E3-C52C26404DB2}"/>
                </a:ext>
              </a:extLst>
            </p:cNvPr>
            <p:cNvSpPr>
              <a:spLocks noGrp="1"/>
            </p:cNvSpPr>
            <p:nvPr/>
          </p:nvSpPr>
          <p:spPr>
            <a:xfrm>
              <a:off x="5126040" y="3619399"/>
              <a:ext cx="64673" cy="91987"/>
            </a:xfrm>
            <a:custGeom>
              <a:avLst/>
              <a:gdLst/>
              <a:ahLst/>
              <a:cxnLst/>
              <a:rect l="0" t="0" r="0" b="0"/>
              <a:pathLst>
                <a:path w="64673" h="91987">
                  <a:moveTo>
                    <a:pt x="0" y="0"/>
                  </a:moveTo>
                  <a:lnTo>
                    <a:pt x="64673" y="91987"/>
                  </a:lnTo>
                </a:path>
              </a:pathLst>
            </a:custGeom>
            <a:noFill/>
            <a:ln w="20003">
              <a:solidFill>
                <a:srgbClr val="E5E9EC"/>
              </a:solidFill>
            </a:ln>
          </p:spPr>
        </p:sp>
        <p:sp>
          <p:nvSpPr>
            <p:cNvPr id="3275" name="Candidate_receptor__3274">
              <a:extLst>
                <a:ext uri="{FF2B5EF4-FFF2-40B4-BE49-F238E27FC236}">
                  <a16:creationId xmlns:a16="http://schemas.microsoft.com/office/drawing/2014/main" id="{EDFE37A3-0255-CEB1-9B86-788BFECF88B3}"/>
                </a:ext>
              </a:extLst>
            </p:cNvPr>
            <p:cNvSpPr>
              <a:spLocks noGrp="1"/>
            </p:cNvSpPr>
            <p:nvPr/>
          </p:nvSpPr>
          <p:spPr>
            <a:xfrm>
              <a:off x="5021651" y="3399836"/>
              <a:ext cx="38858" cy="94638"/>
            </a:xfrm>
            <a:custGeom>
              <a:avLst/>
              <a:gdLst/>
              <a:ahLst/>
              <a:cxnLst/>
              <a:rect l="0" t="0" r="0" b="0"/>
              <a:pathLst>
                <a:path w="38858" h="94638">
                  <a:moveTo>
                    <a:pt x="38858" y="94638"/>
                  </a:moveTo>
                  <a:lnTo>
                    <a:pt x="0" y="0"/>
                  </a:lnTo>
                </a:path>
              </a:pathLst>
            </a:custGeom>
            <a:noFill/>
            <a:ln w="20003">
              <a:solidFill>
                <a:srgbClr val="E5E9EC"/>
              </a:solidFill>
            </a:ln>
          </p:spPr>
        </p:sp>
        <p:sp>
          <p:nvSpPr>
            <p:cNvPr id="3276" name="Candidate_receptor__3275">
              <a:extLst>
                <a:ext uri="{FF2B5EF4-FFF2-40B4-BE49-F238E27FC236}">
                  <a16:creationId xmlns:a16="http://schemas.microsoft.com/office/drawing/2014/main" id="{1B12FA24-9F36-22E2-99B6-0505889F0472}"/>
                </a:ext>
              </a:extLst>
            </p:cNvPr>
            <p:cNvSpPr>
              <a:spLocks noGrp="1"/>
            </p:cNvSpPr>
            <p:nvPr/>
          </p:nvSpPr>
          <p:spPr>
            <a:xfrm>
              <a:off x="3873119" y="2941661"/>
              <a:ext cx="9188" cy="77636"/>
            </a:xfrm>
            <a:custGeom>
              <a:avLst/>
              <a:gdLst/>
              <a:ahLst/>
              <a:cxnLst/>
              <a:rect l="0" t="0" r="0" b="0"/>
              <a:pathLst>
                <a:path w="9188" h="77636">
                  <a:moveTo>
                    <a:pt x="0" y="0"/>
                  </a:moveTo>
                  <a:lnTo>
                    <a:pt x="9188" y="77636"/>
                  </a:lnTo>
                </a:path>
              </a:pathLst>
            </a:custGeom>
            <a:noFill/>
            <a:ln w="20003">
              <a:solidFill>
                <a:srgbClr val="E5E9EC"/>
              </a:solidFill>
            </a:ln>
          </p:spPr>
        </p:sp>
        <p:sp>
          <p:nvSpPr>
            <p:cNvPr id="3277" name="Candidate_receptor__3276">
              <a:extLst>
                <a:ext uri="{FF2B5EF4-FFF2-40B4-BE49-F238E27FC236}">
                  <a16:creationId xmlns:a16="http://schemas.microsoft.com/office/drawing/2014/main" id="{D487EDA3-8B8A-CAF2-43C7-79A85A349499}"/>
                </a:ext>
              </a:extLst>
            </p:cNvPr>
            <p:cNvSpPr>
              <a:spLocks noGrp="1"/>
            </p:cNvSpPr>
            <p:nvPr/>
          </p:nvSpPr>
          <p:spPr>
            <a:xfrm>
              <a:off x="5483220" y="2703179"/>
              <a:ext cx="28798" cy="92986"/>
            </a:xfrm>
            <a:custGeom>
              <a:avLst/>
              <a:gdLst/>
              <a:ahLst/>
              <a:cxnLst/>
              <a:rect l="0" t="0" r="0" b="0"/>
              <a:pathLst>
                <a:path w="28798" h="92986">
                  <a:moveTo>
                    <a:pt x="0" y="92986"/>
                  </a:moveTo>
                  <a:lnTo>
                    <a:pt x="28798" y="0"/>
                  </a:lnTo>
                </a:path>
              </a:pathLst>
            </a:custGeom>
            <a:noFill/>
            <a:ln w="8096">
              <a:solidFill>
                <a:srgbClr val="E5E9EC"/>
              </a:solidFill>
            </a:ln>
          </p:spPr>
        </p:sp>
        <p:sp>
          <p:nvSpPr>
            <p:cNvPr id="3278" name="Candidate_receptor__3277">
              <a:extLst>
                <a:ext uri="{FF2B5EF4-FFF2-40B4-BE49-F238E27FC236}">
                  <a16:creationId xmlns:a16="http://schemas.microsoft.com/office/drawing/2014/main" id="{4E602DC9-3DE6-CABB-C46A-8E2F19414AD3}"/>
                </a:ext>
              </a:extLst>
            </p:cNvPr>
            <p:cNvSpPr>
              <a:spLocks noGrp="1"/>
            </p:cNvSpPr>
            <p:nvPr/>
          </p:nvSpPr>
          <p:spPr>
            <a:xfrm>
              <a:off x="4369410" y="3557942"/>
              <a:ext cx="73889" cy="1255"/>
            </a:xfrm>
            <a:custGeom>
              <a:avLst/>
              <a:gdLst/>
              <a:ahLst/>
              <a:cxnLst/>
              <a:rect l="0" t="0" r="0" b="0"/>
              <a:pathLst>
                <a:path w="73889" h="1255">
                  <a:moveTo>
                    <a:pt x="0" y="1255"/>
                  </a:moveTo>
                  <a:lnTo>
                    <a:pt x="73889" y="0"/>
                  </a:lnTo>
                </a:path>
              </a:pathLst>
            </a:custGeom>
            <a:noFill/>
            <a:ln w="8096">
              <a:solidFill>
                <a:srgbClr val="E5E9EC"/>
              </a:solidFill>
            </a:ln>
          </p:spPr>
        </p:sp>
        <p:sp>
          <p:nvSpPr>
            <p:cNvPr id="3279" name="Candidate_receptor__3278">
              <a:extLst>
                <a:ext uri="{FF2B5EF4-FFF2-40B4-BE49-F238E27FC236}">
                  <a16:creationId xmlns:a16="http://schemas.microsoft.com/office/drawing/2014/main" id="{338FD4B0-5FE3-1BF3-24FB-3FB2CFA9080C}"/>
                </a:ext>
              </a:extLst>
            </p:cNvPr>
            <p:cNvSpPr>
              <a:spLocks noGrp="1"/>
            </p:cNvSpPr>
            <p:nvPr/>
          </p:nvSpPr>
          <p:spPr>
            <a:xfrm>
              <a:off x="4571793" y="3355090"/>
              <a:ext cx="67685" cy="38787"/>
            </a:xfrm>
            <a:custGeom>
              <a:avLst/>
              <a:gdLst/>
              <a:ahLst/>
              <a:cxnLst/>
              <a:rect l="0" t="0" r="0" b="0"/>
              <a:pathLst>
                <a:path w="67685" h="38787">
                  <a:moveTo>
                    <a:pt x="67685" y="0"/>
                  </a:moveTo>
                  <a:lnTo>
                    <a:pt x="0" y="38787"/>
                  </a:lnTo>
                </a:path>
              </a:pathLst>
            </a:custGeom>
            <a:noFill/>
            <a:ln w="8096">
              <a:solidFill>
                <a:srgbClr val="E5E9EC"/>
              </a:solidFill>
            </a:ln>
          </p:spPr>
        </p:sp>
        <p:sp>
          <p:nvSpPr>
            <p:cNvPr id="3280" name="Candidate_receptor__3279">
              <a:extLst>
                <a:ext uri="{FF2B5EF4-FFF2-40B4-BE49-F238E27FC236}">
                  <a16:creationId xmlns:a16="http://schemas.microsoft.com/office/drawing/2014/main" id="{B4238EB5-3142-2276-3EDE-61FDDD075336}"/>
                </a:ext>
              </a:extLst>
            </p:cNvPr>
            <p:cNvSpPr>
              <a:spLocks noGrp="1"/>
            </p:cNvSpPr>
            <p:nvPr/>
          </p:nvSpPr>
          <p:spPr>
            <a:xfrm>
              <a:off x="5958757" y="2235455"/>
              <a:ext cx="24407" cy="80198"/>
            </a:xfrm>
            <a:custGeom>
              <a:avLst/>
              <a:gdLst/>
              <a:ahLst/>
              <a:cxnLst/>
              <a:rect l="0" t="0" r="0" b="0"/>
              <a:pathLst>
                <a:path w="24407" h="80198">
                  <a:moveTo>
                    <a:pt x="0" y="80198"/>
                  </a:moveTo>
                  <a:lnTo>
                    <a:pt x="24407" y="0"/>
                  </a:lnTo>
                </a:path>
              </a:pathLst>
            </a:custGeom>
            <a:noFill/>
            <a:ln w="8096">
              <a:solidFill>
                <a:srgbClr val="E5E9EC"/>
              </a:solidFill>
            </a:ln>
          </p:spPr>
        </p:sp>
        <p:sp>
          <p:nvSpPr>
            <p:cNvPr id="3281" name="Candidate_receptor__3280">
              <a:extLst>
                <a:ext uri="{FF2B5EF4-FFF2-40B4-BE49-F238E27FC236}">
                  <a16:creationId xmlns:a16="http://schemas.microsoft.com/office/drawing/2014/main" id="{429BAC92-6B85-48E4-E5C8-03617B471879}"/>
                </a:ext>
              </a:extLst>
            </p:cNvPr>
            <p:cNvSpPr>
              <a:spLocks noGrp="1"/>
            </p:cNvSpPr>
            <p:nvPr/>
          </p:nvSpPr>
          <p:spPr>
            <a:xfrm>
              <a:off x="5952366" y="2315653"/>
              <a:ext cx="6392" cy="82056"/>
            </a:xfrm>
            <a:custGeom>
              <a:avLst/>
              <a:gdLst/>
              <a:ahLst/>
              <a:cxnLst/>
              <a:rect l="0" t="0" r="0" b="0"/>
              <a:pathLst>
                <a:path w="6392" h="82056">
                  <a:moveTo>
                    <a:pt x="0" y="82056"/>
                  </a:moveTo>
                  <a:lnTo>
                    <a:pt x="6392" y="0"/>
                  </a:lnTo>
                </a:path>
              </a:pathLst>
            </a:custGeom>
            <a:noFill/>
            <a:ln w="8096">
              <a:solidFill>
                <a:srgbClr val="E5E9EC"/>
              </a:solidFill>
            </a:ln>
          </p:spPr>
        </p:sp>
        <p:sp>
          <p:nvSpPr>
            <p:cNvPr id="3282" name="Candidate_receptor__3281">
              <a:extLst>
                <a:ext uri="{FF2B5EF4-FFF2-40B4-BE49-F238E27FC236}">
                  <a16:creationId xmlns:a16="http://schemas.microsoft.com/office/drawing/2014/main" id="{8D1B993E-8132-6E21-9AE9-1964D2E8660E}"/>
                </a:ext>
              </a:extLst>
            </p:cNvPr>
            <p:cNvSpPr>
              <a:spLocks noGrp="1"/>
            </p:cNvSpPr>
            <p:nvPr/>
          </p:nvSpPr>
          <p:spPr>
            <a:xfrm>
              <a:off x="4985006" y="2070880"/>
              <a:ext cx="99377" cy="52737"/>
            </a:xfrm>
            <a:custGeom>
              <a:avLst/>
              <a:gdLst/>
              <a:ahLst/>
              <a:cxnLst/>
              <a:rect l="0" t="0" r="0" b="0"/>
              <a:pathLst>
                <a:path w="99377" h="52737">
                  <a:moveTo>
                    <a:pt x="0" y="52737"/>
                  </a:moveTo>
                  <a:lnTo>
                    <a:pt x="99377" y="0"/>
                  </a:lnTo>
                </a:path>
              </a:pathLst>
            </a:custGeom>
            <a:noFill/>
            <a:ln w="8096">
              <a:solidFill>
                <a:srgbClr val="E5E9EC"/>
              </a:solidFill>
            </a:ln>
          </p:spPr>
        </p:sp>
        <p:sp>
          <p:nvSpPr>
            <p:cNvPr id="3283" name="Candidate_receptor__3282">
              <a:extLst>
                <a:ext uri="{FF2B5EF4-FFF2-40B4-BE49-F238E27FC236}">
                  <a16:creationId xmlns:a16="http://schemas.microsoft.com/office/drawing/2014/main" id="{B0186949-509C-A6A1-6A9E-82023FD2C000}"/>
                </a:ext>
              </a:extLst>
            </p:cNvPr>
            <p:cNvSpPr>
              <a:spLocks noGrp="1"/>
            </p:cNvSpPr>
            <p:nvPr/>
          </p:nvSpPr>
          <p:spPr>
            <a:xfrm>
              <a:off x="5849532" y="3728254"/>
              <a:ext cx="110848" cy="6506"/>
            </a:xfrm>
            <a:custGeom>
              <a:avLst/>
              <a:gdLst/>
              <a:ahLst/>
              <a:cxnLst/>
              <a:rect l="0" t="0" r="0" b="0"/>
              <a:pathLst>
                <a:path w="110848" h="6506">
                  <a:moveTo>
                    <a:pt x="0" y="0"/>
                  </a:moveTo>
                  <a:lnTo>
                    <a:pt x="110848" y="6506"/>
                  </a:lnTo>
                </a:path>
              </a:pathLst>
            </a:custGeom>
            <a:noFill/>
            <a:ln w="20003">
              <a:solidFill>
                <a:srgbClr val="E5E9EC"/>
              </a:solidFill>
            </a:ln>
          </p:spPr>
        </p:sp>
        <p:sp>
          <p:nvSpPr>
            <p:cNvPr id="3284" name="Candidate_receptor__3283">
              <a:extLst>
                <a:ext uri="{FF2B5EF4-FFF2-40B4-BE49-F238E27FC236}">
                  <a16:creationId xmlns:a16="http://schemas.microsoft.com/office/drawing/2014/main" id="{3881A835-8933-4427-5B2C-F2E5D887F487}"/>
                </a:ext>
              </a:extLst>
            </p:cNvPr>
            <p:cNvSpPr>
              <a:spLocks noGrp="1"/>
            </p:cNvSpPr>
            <p:nvPr/>
          </p:nvSpPr>
          <p:spPr>
            <a:xfrm>
              <a:off x="5725829" y="1929793"/>
              <a:ext cx="14364" cy="107262"/>
            </a:xfrm>
            <a:custGeom>
              <a:avLst/>
              <a:gdLst/>
              <a:ahLst/>
              <a:cxnLst/>
              <a:rect l="0" t="0" r="0" b="0"/>
              <a:pathLst>
                <a:path w="14364" h="107262">
                  <a:moveTo>
                    <a:pt x="14364" y="0"/>
                  </a:moveTo>
                  <a:lnTo>
                    <a:pt x="0" y="107262"/>
                  </a:lnTo>
                </a:path>
              </a:pathLst>
            </a:custGeom>
            <a:noFill/>
            <a:ln w="20003">
              <a:solidFill>
                <a:srgbClr val="E5E9EC"/>
              </a:solidFill>
            </a:ln>
          </p:spPr>
        </p:sp>
        <p:sp>
          <p:nvSpPr>
            <p:cNvPr id="3285" name="Candidate_receptor__3284">
              <a:extLst>
                <a:ext uri="{FF2B5EF4-FFF2-40B4-BE49-F238E27FC236}">
                  <a16:creationId xmlns:a16="http://schemas.microsoft.com/office/drawing/2014/main" id="{B76840BE-9BFD-50B1-7181-056D2CEAEE8E}"/>
                </a:ext>
              </a:extLst>
            </p:cNvPr>
            <p:cNvSpPr>
              <a:spLocks noGrp="1"/>
            </p:cNvSpPr>
            <p:nvPr/>
          </p:nvSpPr>
          <p:spPr>
            <a:xfrm>
              <a:off x="4526978" y="4183614"/>
              <a:ext cx="110176" cy="5690"/>
            </a:xfrm>
            <a:custGeom>
              <a:avLst/>
              <a:gdLst/>
              <a:ahLst/>
              <a:cxnLst/>
              <a:rect l="0" t="0" r="0" b="0"/>
              <a:pathLst>
                <a:path w="110176" h="5690">
                  <a:moveTo>
                    <a:pt x="0" y="5690"/>
                  </a:moveTo>
                  <a:lnTo>
                    <a:pt x="110176" y="0"/>
                  </a:lnTo>
                </a:path>
              </a:pathLst>
            </a:custGeom>
            <a:noFill/>
            <a:ln w="8096">
              <a:solidFill>
                <a:srgbClr val="E5E9EC"/>
              </a:solidFill>
            </a:ln>
          </p:spPr>
        </p:sp>
        <p:sp>
          <p:nvSpPr>
            <p:cNvPr id="3286" name="Candidate_receptor__3285">
              <a:extLst>
                <a:ext uri="{FF2B5EF4-FFF2-40B4-BE49-F238E27FC236}">
                  <a16:creationId xmlns:a16="http://schemas.microsoft.com/office/drawing/2014/main" id="{CAED344D-95D4-B9DD-71D2-438594856D25}"/>
                </a:ext>
              </a:extLst>
            </p:cNvPr>
            <p:cNvSpPr>
              <a:spLocks noGrp="1"/>
            </p:cNvSpPr>
            <p:nvPr/>
          </p:nvSpPr>
          <p:spPr>
            <a:xfrm>
              <a:off x="4882350" y="2871452"/>
              <a:ext cx="53939" cy="54754"/>
            </a:xfrm>
            <a:custGeom>
              <a:avLst/>
              <a:gdLst/>
              <a:ahLst/>
              <a:cxnLst/>
              <a:rect l="0" t="0" r="0" b="0"/>
              <a:pathLst>
                <a:path w="53939" h="54754">
                  <a:moveTo>
                    <a:pt x="53939" y="0"/>
                  </a:moveTo>
                  <a:lnTo>
                    <a:pt x="0" y="54754"/>
                  </a:lnTo>
                </a:path>
              </a:pathLst>
            </a:custGeom>
            <a:noFill/>
            <a:ln w="8096">
              <a:solidFill>
                <a:srgbClr val="E5E9EC"/>
              </a:solidFill>
            </a:ln>
          </p:spPr>
        </p:sp>
        <p:sp>
          <p:nvSpPr>
            <p:cNvPr id="3287" name="Candidate_receptor__3286">
              <a:extLst>
                <a:ext uri="{FF2B5EF4-FFF2-40B4-BE49-F238E27FC236}">
                  <a16:creationId xmlns:a16="http://schemas.microsoft.com/office/drawing/2014/main" id="{40D8140D-C34A-BCFD-E435-4916AC042369}"/>
                </a:ext>
              </a:extLst>
            </p:cNvPr>
            <p:cNvSpPr>
              <a:spLocks noGrp="1"/>
            </p:cNvSpPr>
            <p:nvPr/>
          </p:nvSpPr>
          <p:spPr>
            <a:xfrm>
              <a:off x="4911869" y="3252429"/>
              <a:ext cx="19372" cy="506"/>
            </a:xfrm>
            <a:custGeom>
              <a:avLst/>
              <a:gdLst/>
              <a:ahLst/>
              <a:cxnLst/>
              <a:rect l="0" t="0" r="0" b="0"/>
              <a:pathLst>
                <a:path w="19372" h="506">
                  <a:moveTo>
                    <a:pt x="19372" y="506"/>
                  </a:moveTo>
                  <a:lnTo>
                    <a:pt x="0" y="0"/>
                  </a:lnTo>
                </a:path>
              </a:pathLst>
            </a:custGeom>
            <a:noFill/>
            <a:ln w="20003">
              <a:solidFill>
                <a:srgbClr val="E5E9EC"/>
              </a:solidFill>
            </a:ln>
          </p:spPr>
        </p:sp>
        <p:sp>
          <p:nvSpPr>
            <p:cNvPr id="3288" name="Candidate_receptor__3287">
              <a:extLst>
                <a:ext uri="{FF2B5EF4-FFF2-40B4-BE49-F238E27FC236}">
                  <a16:creationId xmlns:a16="http://schemas.microsoft.com/office/drawing/2014/main" id="{0967486F-0395-4F56-B400-BD0F5715E482}"/>
                </a:ext>
              </a:extLst>
            </p:cNvPr>
            <p:cNvSpPr>
              <a:spLocks noGrp="1"/>
            </p:cNvSpPr>
            <p:nvPr/>
          </p:nvSpPr>
          <p:spPr>
            <a:xfrm>
              <a:off x="5788279" y="3909100"/>
              <a:ext cx="111562" cy="3634"/>
            </a:xfrm>
            <a:custGeom>
              <a:avLst/>
              <a:gdLst/>
              <a:ahLst/>
              <a:cxnLst/>
              <a:rect l="0" t="0" r="0" b="0"/>
              <a:pathLst>
                <a:path w="111562" h="3634">
                  <a:moveTo>
                    <a:pt x="111562" y="3634"/>
                  </a:moveTo>
                  <a:lnTo>
                    <a:pt x="0" y="0"/>
                  </a:lnTo>
                </a:path>
              </a:pathLst>
            </a:custGeom>
            <a:noFill/>
            <a:ln w="20003">
              <a:solidFill>
                <a:srgbClr val="E5E9EC"/>
              </a:solidFill>
            </a:ln>
          </p:spPr>
        </p:sp>
        <p:sp>
          <p:nvSpPr>
            <p:cNvPr id="3289" name="Candidate_receptor__3288">
              <a:extLst>
                <a:ext uri="{FF2B5EF4-FFF2-40B4-BE49-F238E27FC236}">
                  <a16:creationId xmlns:a16="http://schemas.microsoft.com/office/drawing/2014/main" id="{3D5AE4F2-3DE3-50F1-45D4-D8AD776BB0EB}"/>
                </a:ext>
              </a:extLst>
            </p:cNvPr>
            <p:cNvSpPr>
              <a:spLocks noGrp="1"/>
            </p:cNvSpPr>
            <p:nvPr/>
          </p:nvSpPr>
          <p:spPr>
            <a:xfrm>
              <a:off x="4032453" y="2495815"/>
              <a:ext cx="17745" cy="5537"/>
            </a:xfrm>
            <a:custGeom>
              <a:avLst/>
              <a:gdLst/>
              <a:ahLst/>
              <a:cxnLst/>
              <a:rect l="0" t="0" r="0" b="0"/>
              <a:pathLst>
                <a:path w="17745" h="5537">
                  <a:moveTo>
                    <a:pt x="17745" y="0"/>
                  </a:moveTo>
                  <a:lnTo>
                    <a:pt x="0" y="5537"/>
                  </a:lnTo>
                </a:path>
              </a:pathLst>
            </a:custGeom>
            <a:noFill/>
            <a:ln w="20003">
              <a:solidFill>
                <a:srgbClr val="E5E9EC"/>
              </a:solidFill>
            </a:ln>
          </p:spPr>
        </p:sp>
        <p:sp>
          <p:nvSpPr>
            <p:cNvPr id="3290" name="Candidate_receptor__3289">
              <a:extLst>
                <a:ext uri="{FF2B5EF4-FFF2-40B4-BE49-F238E27FC236}">
                  <a16:creationId xmlns:a16="http://schemas.microsoft.com/office/drawing/2014/main" id="{607C8634-20E2-9F00-9088-25B496670DCD}"/>
                </a:ext>
              </a:extLst>
            </p:cNvPr>
            <p:cNvSpPr>
              <a:spLocks noGrp="1"/>
            </p:cNvSpPr>
            <p:nvPr/>
          </p:nvSpPr>
          <p:spPr>
            <a:xfrm>
              <a:off x="3933729" y="2609890"/>
              <a:ext cx="97386" cy="34176"/>
            </a:xfrm>
            <a:custGeom>
              <a:avLst/>
              <a:gdLst/>
              <a:ahLst/>
              <a:cxnLst/>
              <a:rect l="0" t="0" r="0" b="0"/>
              <a:pathLst>
                <a:path w="97386" h="34176">
                  <a:moveTo>
                    <a:pt x="97386" y="34176"/>
                  </a:moveTo>
                  <a:lnTo>
                    <a:pt x="0" y="0"/>
                  </a:lnTo>
                </a:path>
              </a:pathLst>
            </a:custGeom>
            <a:noFill/>
            <a:ln w="20003">
              <a:solidFill>
                <a:srgbClr val="E5E9EC"/>
              </a:solidFill>
            </a:ln>
          </p:spPr>
        </p:sp>
        <p:sp>
          <p:nvSpPr>
            <p:cNvPr id="3291" name="Candidate_receptor__3290">
              <a:extLst>
                <a:ext uri="{FF2B5EF4-FFF2-40B4-BE49-F238E27FC236}">
                  <a16:creationId xmlns:a16="http://schemas.microsoft.com/office/drawing/2014/main" id="{54FF4EF2-FB23-27DA-8232-90A4B25C412B}"/>
                </a:ext>
              </a:extLst>
            </p:cNvPr>
            <p:cNvSpPr>
              <a:spLocks noGrp="1"/>
            </p:cNvSpPr>
            <p:nvPr/>
          </p:nvSpPr>
          <p:spPr>
            <a:xfrm>
              <a:off x="4703869" y="2942536"/>
              <a:ext cx="74682" cy="76721"/>
            </a:xfrm>
            <a:custGeom>
              <a:avLst/>
              <a:gdLst/>
              <a:ahLst/>
              <a:cxnLst/>
              <a:rect l="0" t="0" r="0" b="0"/>
              <a:pathLst>
                <a:path w="74682" h="76721">
                  <a:moveTo>
                    <a:pt x="74682" y="0"/>
                  </a:moveTo>
                  <a:lnTo>
                    <a:pt x="0" y="76721"/>
                  </a:lnTo>
                </a:path>
              </a:pathLst>
            </a:custGeom>
            <a:noFill/>
            <a:ln w="8096">
              <a:solidFill>
                <a:srgbClr val="E5E9EC"/>
              </a:solidFill>
            </a:ln>
          </p:spPr>
        </p:sp>
        <p:sp>
          <p:nvSpPr>
            <p:cNvPr id="3292" name="Candidate_receptor__3291">
              <a:extLst>
                <a:ext uri="{FF2B5EF4-FFF2-40B4-BE49-F238E27FC236}">
                  <a16:creationId xmlns:a16="http://schemas.microsoft.com/office/drawing/2014/main" id="{95361CD8-8A4D-BDE8-0A65-266DA52261E3}"/>
                </a:ext>
              </a:extLst>
            </p:cNvPr>
            <p:cNvSpPr>
              <a:spLocks noGrp="1"/>
            </p:cNvSpPr>
            <p:nvPr/>
          </p:nvSpPr>
          <p:spPr>
            <a:xfrm>
              <a:off x="5284346" y="2394632"/>
              <a:ext cx="68769" cy="21204"/>
            </a:xfrm>
            <a:custGeom>
              <a:avLst/>
              <a:gdLst/>
              <a:ahLst/>
              <a:cxnLst/>
              <a:rect l="0" t="0" r="0" b="0"/>
              <a:pathLst>
                <a:path w="68769" h="21204">
                  <a:moveTo>
                    <a:pt x="68769" y="0"/>
                  </a:moveTo>
                  <a:lnTo>
                    <a:pt x="0" y="21204"/>
                  </a:lnTo>
                </a:path>
              </a:pathLst>
            </a:custGeom>
            <a:noFill/>
            <a:ln w="20003">
              <a:solidFill>
                <a:srgbClr val="E5E9EC"/>
              </a:solidFill>
            </a:ln>
          </p:spPr>
        </p:sp>
        <p:sp>
          <p:nvSpPr>
            <p:cNvPr id="3293" name="Candidate_receptor__3292">
              <a:extLst>
                <a:ext uri="{FF2B5EF4-FFF2-40B4-BE49-F238E27FC236}">
                  <a16:creationId xmlns:a16="http://schemas.microsoft.com/office/drawing/2014/main" id="{125C993C-C6D6-BF51-C444-4BEAD1FBC62C}"/>
                </a:ext>
              </a:extLst>
            </p:cNvPr>
            <p:cNvSpPr>
              <a:spLocks noGrp="1"/>
            </p:cNvSpPr>
            <p:nvPr/>
          </p:nvSpPr>
          <p:spPr>
            <a:xfrm>
              <a:off x="4403730" y="2260703"/>
              <a:ext cx="34922" cy="98357"/>
            </a:xfrm>
            <a:custGeom>
              <a:avLst/>
              <a:gdLst/>
              <a:ahLst/>
              <a:cxnLst/>
              <a:rect l="0" t="0" r="0" b="0"/>
              <a:pathLst>
                <a:path w="34922" h="98357">
                  <a:moveTo>
                    <a:pt x="0" y="0"/>
                  </a:moveTo>
                  <a:lnTo>
                    <a:pt x="34922" y="98357"/>
                  </a:lnTo>
                </a:path>
              </a:pathLst>
            </a:custGeom>
            <a:noFill/>
            <a:ln w="8096">
              <a:solidFill>
                <a:srgbClr val="E5E9EC"/>
              </a:solidFill>
            </a:ln>
          </p:spPr>
        </p:sp>
        <p:sp>
          <p:nvSpPr>
            <p:cNvPr id="3294" name="Candidate_receptor__3293">
              <a:extLst>
                <a:ext uri="{FF2B5EF4-FFF2-40B4-BE49-F238E27FC236}">
                  <a16:creationId xmlns:a16="http://schemas.microsoft.com/office/drawing/2014/main" id="{7C959FE4-5E81-2F83-A167-E61B19716E39}"/>
                </a:ext>
              </a:extLst>
            </p:cNvPr>
            <p:cNvSpPr>
              <a:spLocks noGrp="1"/>
            </p:cNvSpPr>
            <p:nvPr/>
          </p:nvSpPr>
          <p:spPr>
            <a:xfrm>
              <a:off x="4403730" y="2205321"/>
              <a:ext cx="88092" cy="55382"/>
            </a:xfrm>
            <a:custGeom>
              <a:avLst/>
              <a:gdLst/>
              <a:ahLst/>
              <a:cxnLst/>
              <a:rect l="0" t="0" r="0" b="0"/>
              <a:pathLst>
                <a:path w="88092" h="55382">
                  <a:moveTo>
                    <a:pt x="88092" y="0"/>
                  </a:moveTo>
                  <a:lnTo>
                    <a:pt x="0" y="55382"/>
                  </a:lnTo>
                </a:path>
              </a:pathLst>
            </a:custGeom>
            <a:noFill/>
            <a:ln w="8096">
              <a:solidFill>
                <a:srgbClr val="E5E9EC"/>
              </a:solidFill>
            </a:ln>
          </p:spPr>
        </p:sp>
        <p:sp>
          <p:nvSpPr>
            <p:cNvPr id="3295" name="Candidate_receptor__3294">
              <a:extLst>
                <a:ext uri="{FF2B5EF4-FFF2-40B4-BE49-F238E27FC236}">
                  <a16:creationId xmlns:a16="http://schemas.microsoft.com/office/drawing/2014/main" id="{2C164613-1C0E-B8BD-2F6E-282DCDFF60DB}"/>
                </a:ext>
              </a:extLst>
            </p:cNvPr>
            <p:cNvSpPr>
              <a:spLocks noGrp="1"/>
            </p:cNvSpPr>
            <p:nvPr/>
          </p:nvSpPr>
          <p:spPr>
            <a:xfrm>
              <a:off x="4438652" y="2348458"/>
              <a:ext cx="106994" cy="10602"/>
            </a:xfrm>
            <a:custGeom>
              <a:avLst/>
              <a:gdLst/>
              <a:ahLst/>
              <a:cxnLst/>
              <a:rect l="0" t="0" r="0" b="0"/>
              <a:pathLst>
                <a:path w="106994" h="10602">
                  <a:moveTo>
                    <a:pt x="0" y="10602"/>
                  </a:moveTo>
                  <a:lnTo>
                    <a:pt x="106994" y="0"/>
                  </a:lnTo>
                </a:path>
              </a:pathLst>
            </a:custGeom>
            <a:noFill/>
            <a:ln w="20003">
              <a:solidFill>
                <a:srgbClr val="E5E9EC"/>
              </a:solidFill>
            </a:ln>
          </p:spPr>
        </p:sp>
        <p:sp>
          <p:nvSpPr>
            <p:cNvPr id="3296" name="Candidate_receptor__3295">
              <a:extLst>
                <a:ext uri="{FF2B5EF4-FFF2-40B4-BE49-F238E27FC236}">
                  <a16:creationId xmlns:a16="http://schemas.microsoft.com/office/drawing/2014/main" id="{19D5025A-6364-D962-37A9-3D292C94A748}"/>
                </a:ext>
              </a:extLst>
            </p:cNvPr>
            <p:cNvSpPr>
              <a:spLocks noGrp="1"/>
            </p:cNvSpPr>
            <p:nvPr/>
          </p:nvSpPr>
          <p:spPr>
            <a:xfrm>
              <a:off x="6050278" y="2155784"/>
              <a:ext cx="94923" cy="909"/>
            </a:xfrm>
            <a:custGeom>
              <a:avLst/>
              <a:gdLst/>
              <a:ahLst/>
              <a:cxnLst/>
              <a:rect l="0" t="0" r="0" b="0"/>
              <a:pathLst>
                <a:path w="94923" h="909">
                  <a:moveTo>
                    <a:pt x="94923" y="0"/>
                  </a:moveTo>
                  <a:lnTo>
                    <a:pt x="0" y="909"/>
                  </a:lnTo>
                </a:path>
              </a:pathLst>
            </a:custGeom>
            <a:noFill/>
            <a:ln w="8096">
              <a:solidFill>
                <a:srgbClr val="E5E9EC"/>
              </a:solidFill>
            </a:ln>
          </p:spPr>
        </p:sp>
        <p:sp>
          <p:nvSpPr>
            <p:cNvPr id="3297" name="Candidate_receptor__3296">
              <a:extLst>
                <a:ext uri="{FF2B5EF4-FFF2-40B4-BE49-F238E27FC236}">
                  <a16:creationId xmlns:a16="http://schemas.microsoft.com/office/drawing/2014/main" id="{75DB3EE3-8884-E12A-76B2-DB7C505FF066}"/>
                </a:ext>
              </a:extLst>
            </p:cNvPr>
            <p:cNvSpPr>
              <a:spLocks noGrp="1"/>
            </p:cNvSpPr>
            <p:nvPr/>
          </p:nvSpPr>
          <p:spPr>
            <a:xfrm>
              <a:off x="4497721" y="2991551"/>
              <a:ext cx="51394" cy="102072"/>
            </a:xfrm>
            <a:custGeom>
              <a:avLst/>
              <a:gdLst/>
              <a:ahLst/>
              <a:cxnLst/>
              <a:rect l="0" t="0" r="0" b="0"/>
              <a:pathLst>
                <a:path w="51394" h="102072">
                  <a:moveTo>
                    <a:pt x="0" y="102072"/>
                  </a:moveTo>
                  <a:lnTo>
                    <a:pt x="51394" y="0"/>
                  </a:lnTo>
                </a:path>
              </a:pathLst>
            </a:custGeom>
            <a:noFill/>
            <a:ln w="20003">
              <a:solidFill>
                <a:srgbClr val="E5E9EC"/>
              </a:solidFill>
            </a:ln>
          </p:spPr>
        </p:sp>
        <p:sp>
          <p:nvSpPr>
            <p:cNvPr id="3298" name="Candidate_receptor__3297">
              <a:extLst>
                <a:ext uri="{FF2B5EF4-FFF2-40B4-BE49-F238E27FC236}">
                  <a16:creationId xmlns:a16="http://schemas.microsoft.com/office/drawing/2014/main" id="{55BFC69A-DCC9-EDA3-5E1A-B7F7592BA0C0}"/>
                </a:ext>
              </a:extLst>
            </p:cNvPr>
            <p:cNvSpPr>
              <a:spLocks noGrp="1"/>
            </p:cNvSpPr>
            <p:nvPr/>
          </p:nvSpPr>
          <p:spPr>
            <a:xfrm>
              <a:off x="6040916" y="3203206"/>
              <a:ext cx="30383" cy="52734"/>
            </a:xfrm>
            <a:custGeom>
              <a:avLst/>
              <a:gdLst/>
              <a:ahLst/>
              <a:cxnLst/>
              <a:rect l="0" t="0" r="0" b="0"/>
              <a:pathLst>
                <a:path w="30383" h="52734">
                  <a:moveTo>
                    <a:pt x="0" y="0"/>
                  </a:moveTo>
                  <a:lnTo>
                    <a:pt x="30383" y="52734"/>
                  </a:lnTo>
                </a:path>
              </a:pathLst>
            </a:custGeom>
            <a:noFill/>
            <a:ln w="20003">
              <a:solidFill>
                <a:srgbClr val="E5E9EC"/>
              </a:solidFill>
            </a:ln>
          </p:spPr>
        </p:sp>
        <p:sp>
          <p:nvSpPr>
            <p:cNvPr id="3299" name="Candidate_receptor__3298">
              <a:extLst>
                <a:ext uri="{FF2B5EF4-FFF2-40B4-BE49-F238E27FC236}">
                  <a16:creationId xmlns:a16="http://schemas.microsoft.com/office/drawing/2014/main" id="{D7A51F42-6025-D62B-0E21-D9B9A88D830B}"/>
                </a:ext>
              </a:extLst>
            </p:cNvPr>
            <p:cNvSpPr>
              <a:spLocks noGrp="1"/>
            </p:cNvSpPr>
            <p:nvPr/>
          </p:nvSpPr>
          <p:spPr>
            <a:xfrm>
              <a:off x="4427997" y="4184092"/>
              <a:ext cx="98981" cy="5211"/>
            </a:xfrm>
            <a:custGeom>
              <a:avLst/>
              <a:gdLst/>
              <a:ahLst/>
              <a:cxnLst/>
              <a:rect l="0" t="0" r="0" b="0"/>
              <a:pathLst>
                <a:path w="98981" h="5211">
                  <a:moveTo>
                    <a:pt x="0" y="0"/>
                  </a:moveTo>
                  <a:lnTo>
                    <a:pt x="98981" y="5211"/>
                  </a:lnTo>
                </a:path>
              </a:pathLst>
            </a:custGeom>
            <a:noFill/>
            <a:ln w="8096">
              <a:solidFill>
                <a:srgbClr val="E5E9EC"/>
              </a:solidFill>
            </a:ln>
          </p:spPr>
        </p:sp>
        <p:sp>
          <p:nvSpPr>
            <p:cNvPr id="3300" name="Candidate_receptor__3299">
              <a:extLst>
                <a:ext uri="{FF2B5EF4-FFF2-40B4-BE49-F238E27FC236}">
                  <a16:creationId xmlns:a16="http://schemas.microsoft.com/office/drawing/2014/main" id="{D1278153-A7AE-AF7C-EF06-18F5046A8055}"/>
                </a:ext>
              </a:extLst>
            </p:cNvPr>
            <p:cNvSpPr>
              <a:spLocks noGrp="1"/>
            </p:cNvSpPr>
            <p:nvPr/>
          </p:nvSpPr>
          <p:spPr>
            <a:xfrm>
              <a:off x="5966507" y="3379363"/>
              <a:ext cx="70006" cy="91551"/>
            </a:xfrm>
            <a:custGeom>
              <a:avLst/>
              <a:gdLst/>
              <a:ahLst/>
              <a:cxnLst/>
              <a:rect l="0" t="0" r="0" b="0"/>
              <a:pathLst>
                <a:path w="70006" h="91551">
                  <a:moveTo>
                    <a:pt x="70006" y="0"/>
                  </a:moveTo>
                  <a:lnTo>
                    <a:pt x="0" y="91551"/>
                  </a:lnTo>
                </a:path>
              </a:pathLst>
            </a:custGeom>
            <a:noFill/>
            <a:ln w="20003">
              <a:solidFill>
                <a:srgbClr val="E5E9EC"/>
              </a:solidFill>
            </a:ln>
          </p:spPr>
        </p:sp>
        <p:sp>
          <p:nvSpPr>
            <p:cNvPr id="3301" name="Candidate_receptor__3300">
              <a:extLst>
                <a:ext uri="{FF2B5EF4-FFF2-40B4-BE49-F238E27FC236}">
                  <a16:creationId xmlns:a16="http://schemas.microsoft.com/office/drawing/2014/main" id="{8E51037C-550B-54AD-B577-C5C701E66173}"/>
                </a:ext>
              </a:extLst>
            </p:cNvPr>
            <p:cNvSpPr>
              <a:spLocks noGrp="1"/>
            </p:cNvSpPr>
            <p:nvPr/>
          </p:nvSpPr>
          <p:spPr>
            <a:xfrm>
              <a:off x="4127456" y="2773320"/>
              <a:ext cx="29583" cy="98688"/>
            </a:xfrm>
            <a:custGeom>
              <a:avLst/>
              <a:gdLst/>
              <a:ahLst/>
              <a:cxnLst/>
              <a:rect l="0" t="0" r="0" b="0"/>
              <a:pathLst>
                <a:path w="29583" h="98688">
                  <a:moveTo>
                    <a:pt x="0" y="0"/>
                  </a:moveTo>
                  <a:lnTo>
                    <a:pt x="29583" y="98688"/>
                  </a:lnTo>
                </a:path>
              </a:pathLst>
            </a:custGeom>
            <a:noFill/>
            <a:ln w="20003">
              <a:solidFill>
                <a:srgbClr val="E5E9EC"/>
              </a:solidFill>
            </a:ln>
          </p:spPr>
        </p:sp>
        <p:sp>
          <p:nvSpPr>
            <p:cNvPr id="3302" name="Candidate_receptor__3301">
              <a:extLst>
                <a:ext uri="{FF2B5EF4-FFF2-40B4-BE49-F238E27FC236}">
                  <a16:creationId xmlns:a16="http://schemas.microsoft.com/office/drawing/2014/main" id="{0E7D071B-DE24-6C0C-85B4-1F8541333A98}"/>
                </a:ext>
              </a:extLst>
            </p:cNvPr>
            <p:cNvSpPr>
              <a:spLocks noGrp="1"/>
            </p:cNvSpPr>
            <p:nvPr/>
          </p:nvSpPr>
          <p:spPr>
            <a:xfrm>
              <a:off x="5899841" y="3912734"/>
              <a:ext cx="4376" cy="115370"/>
            </a:xfrm>
            <a:custGeom>
              <a:avLst/>
              <a:gdLst/>
              <a:ahLst/>
              <a:cxnLst/>
              <a:rect l="0" t="0" r="0" b="0"/>
              <a:pathLst>
                <a:path w="4376" h="115370">
                  <a:moveTo>
                    <a:pt x="4376" y="115370"/>
                  </a:moveTo>
                  <a:lnTo>
                    <a:pt x="0" y="0"/>
                  </a:lnTo>
                </a:path>
              </a:pathLst>
            </a:custGeom>
            <a:noFill/>
            <a:ln w="20003">
              <a:solidFill>
                <a:srgbClr val="E5E9EC"/>
              </a:solidFill>
            </a:ln>
          </p:spPr>
        </p:sp>
        <p:sp>
          <p:nvSpPr>
            <p:cNvPr id="3303" name="Candidate_receptor__3302">
              <a:extLst>
                <a:ext uri="{FF2B5EF4-FFF2-40B4-BE49-F238E27FC236}">
                  <a16:creationId xmlns:a16="http://schemas.microsoft.com/office/drawing/2014/main" id="{E22233F1-A2F8-1615-CD6A-71285F073C31}"/>
                </a:ext>
              </a:extLst>
            </p:cNvPr>
            <p:cNvSpPr>
              <a:spLocks noGrp="1"/>
            </p:cNvSpPr>
            <p:nvPr/>
          </p:nvSpPr>
          <p:spPr>
            <a:xfrm>
              <a:off x="4637153" y="4116460"/>
              <a:ext cx="92412" cy="67154"/>
            </a:xfrm>
            <a:custGeom>
              <a:avLst/>
              <a:gdLst/>
              <a:ahLst/>
              <a:cxnLst/>
              <a:rect l="0" t="0" r="0" b="0"/>
              <a:pathLst>
                <a:path w="92412" h="67154">
                  <a:moveTo>
                    <a:pt x="0" y="67154"/>
                  </a:moveTo>
                  <a:lnTo>
                    <a:pt x="92412" y="0"/>
                  </a:lnTo>
                </a:path>
              </a:pathLst>
            </a:custGeom>
            <a:noFill/>
            <a:ln w="8096">
              <a:solidFill>
                <a:srgbClr val="E5E9EC"/>
              </a:solidFill>
            </a:ln>
          </p:spPr>
        </p:sp>
        <p:sp>
          <p:nvSpPr>
            <p:cNvPr id="3304" name="Candidate_receptor__3303">
              <a:extLst>
                <a:ext uri="{FF2B5EF4-FFF2-40B4-BE49-F238E27FC236}">
                  <a16:creationId xmlns:a16="http://schemas.microsoft.com/office/drawing/2014/main" id="{B1E07EC5-27B4-D0B7-D1C2-0E3B531B4196}"/>
                </a:ext>
              </a:extLst>
            </p:cNvPr>
            <p:cNvSpPr>
              <a:spLocks noGrp="1"/>
            </p:cNvSpPr>
            <p:nvPr/>
          </p:nvSpPr>
          <p:spPr>
            <a:xfrm>
              <a:off x="5539131" y="3412132"/>
              <a:ext cx="10386" cy="49129"/>
            </a:xfrm>
            <a:custGeom>
              <a:avLst/>
              <a:gdLst/>
              <a:ahLst/>
              <a:cxnLst/>
              <a:rect l="0" t="0" r="0" b="0"/>
              <a:pathLst>
                <a:path w="10386" h="49129">
                  <a:moveTo>
                    <a:pt x="0" y="0"/>
                  </a:moveTo>
                  <a:lnTo>
                    <a:pt x="10386" y="49129"/>
                  </a:lnTo>
                </a:path>
              </a:pathLst>
            </a:custGeom>
            <a:noFill/>
            <a:ln w="20003">
              <a:solidFill>
                <a:srgbClr val="E5E9EC"/>
              </a:solidFill>
            </a:ln>
          </p:spPr>
        </p:sp>
        <p:sp>
          <p:nvSpPr>
            <p:cNvPr id="3305" name="Candidate_receptor__3304">
              <a:extLst>
                <a:ext uri="{FF2B5EF4-FFF2-40B4-BE49-F238E27FC236}">
                  <a16:creationId xmlns:a16="http://schemas.microsoft.com/office/drawing/2014/main" id="{E72B777D-33E8-ED47-8220-17CB39587DBE}"/>
                </a:ext>
              </a:extLst>
            </p:cNvPr>
            <p:cNvSpPr>
              <a:spLocks noGrp="1"/>
            </p:cNvSpPr>
            <p:nvPr/>
          </p:nvSpPr>
          <p:spPr>
            <a:xfrm>
              <a:off x="5648920" y="3722537"/>
              <a:ext cx="24527" cy="33467"/>
            </a:xfrm>
            <a:custGeom>
              <a:avLst/>
              <a:gdLst/>
              <a:ahLst/>
              <a:cxnLst/>
              <a:rect l="0" t="0" r="0" b="0"/>
              <a:pathLst>
                <a:path w="24527" h="33467">
                  <a:moveTo>
                    <a:pt x="24527" y="0"/>
                  </a:moveTo>
                  <a:lnTo>
                    <a:pt x="0" y="33467"/>
                  </a:lnTo>
                </a:path>
              </a:pathLst>
            </a:custGeom>
            <a:noFill/>
            <a:ln w="20003">
              <a:solidFill>
                <a:srgbClr val="E5E9EC"/>
              </a:solidFill>
            </a:ln>
          </p:spPr>
        </p:sp>
        <p:sp>
          <p:nvSpPr>
            <p:cNvPr id="3306" name="Candidate_receptor__3305">
              <a:extLst>
                <a:ext uri="{FF2B5EF4-FFF2-40B4-BE49-F238E27FC236}">
                  <a16:creationId xmlns:a16="http://schemas.microsoft.com/office/drawing/2014/main" id="{63A7D598-4491-DDFF-50EB-95AAC86281E5}"/>
                </a:ext>
              </a:extLst>
            </p:cNvPr>
            <p:cNvSpPr>
              <a:spLocks noGrp="1"/>
            </p:cNvSpPr>
            <p:nvPr/>
          </p:nvSpPr>
          <p:spPr>
            <a:xfrm>
              <a:off x="4553489" y="3960638"/>
              <a:ext cx="68411" cy="93244"/>
            </a:xfrm>
            <a:custGeom>
              <a:avLst/>
              <a:gdLst/>
              <a:ahLst/>
              <a:cxnLst/>
              <a:rect l="0" t="0" r="0" b="0"/>
              <a:pathLst>
                <a:path w="68411" h="93244">
                  <a:moveTo>
                    <a:pt x="68411" y="0"/>
                  </a:moveTo>
                  <a:lnTo>
                    <a:pt x="0" y="93244"/>
                  </a:lnTo>
                </a:path>
              </a:pathLst>
            </a:custGeom>
            <a:noFill/>
            <a:ln w="8096">
              <a:solidFill>
                <a:srgbClr val="E5E9EC"/>
              </a:solidFill>
            </a:ln>
          </p:spPr>
        </p:sp>
        <p:sp>
          <p:nvSpPr>
            <p:cNvPr id="3307" name="Candidate_receptor__3306">
              <a:extLst>
                <a:ext uri="{FF2B5EF4-FFF2-40B4-BE49-F238E27FC236}">
                  <a16:creationId xmlns:a16="http://schemas.microsoft.com/office/drawing/2014/main" id="{8EC368A1-0D5D-66AB-BC13-B7BC6059AF35}"/>
                </a:ext>
              </a:extLst>
            </p:cNvPr>
            <p:cNvSpPr>
              <a:spLocks noGrp="1"/>
            </p:cNvSpPr>
            <p:nvPr/>
          </p:nvSpPr>
          <p:spPr>
            <a:xfrm>
              <a:off x="4532320" y="3889061"/>
              <a:ext cx="89580" cy="71576"/>
            </a:xfrm>
            <a:custGeom>
              <a:avLst/>
              <a:gdLst/>
              <a:ahLst/>
              <a:cxnLst/>
              <a:rect l="0" t="0" r="0" b="0"/>
              <a:pathLst>
                <a:path w="89580" h="71576">
                  <a:moveTo>
                    <a:pt x="0" y="0"/>
                  </a:moveTo>
                  <a:lnTo>
                    <a:pt x="89580" y="71576"/>
                  </a:lnTo>
                </a:path>
              </a:pathLst>
            </a:custGeom>
            <a:noFill/>
            <a:ln w="8096">
              <a:solidFill>
                <a:srgbClr val="E5E9EC"/>
              </a:solidFill>
            </a:ln>
          </p:spPr>
        </p:sp>
        <p:sp>
          <p:nvSpPr>
            <p:cNvPr id="3308" name="Candidate_receptor__3307">
              <a:extLst>
                <a:ext uri="{FF2B5EF4-FFF2-40B4-BE49-F238E27FC236}">
                  <a16:creationId xmlns:a16="http://schemas.microsoft.com/office/drawing/2014/main" id="{21A3EC8C-DAB6-EE26-7942-28A2E75048F0}"/>
                </a:ext>
              </a:extLst>
            </p:cNvPr>
            <p:cNvSpPr>
              <a:spLocks noGrp="1"/>
            </p:cNvSpPr>
            <p:nvPr/>
          </p:nvSpPr>
          <p:spPr>
            <a:xfrm>
              <a:off x="5033559" y="3619399"/>
              <a:ext cx="92481" cy="59583"/>
            </a:xfrm>
            <a:custGeom>
              <a:avLst/>
              <a:gdLst/>
              <a:ahLst/>
              <a:cxnLst/>
              <a:rect l="0" t="0" r="0" b="0"/>
              <a:pathLst>
                <a:path w="92481" h="59583">
                  <a:moveTo>
                    <a:pt x="0" y="59583"/>
                  </a:moveTo>
                  <a:lnTo>
                    <a:pt x="92481" y="0"/>
                  </a:lnTo>
                </a:path>
              </a:pathLst>
            </a:custGeom>
            <a:noFill/>
            <a:ln w="20003">
              <a:solidFill>
                <a:srgbClr val="E5E9EC"/>
              </a:solidFill>
            </a:ln>
          </p:spPr>
        </p:sp>
        <p:sp>
          <p:nvSpPr>
            <p:cNvPr id="3309" name="Candidate_receptor__3308">
              <a:extLst>
                <a:ext uri="{FF2B5EF4-FFF2-40B4-BE49-F238E27FC236}">
                  <a16:creationId xmlns:a16="http://schemas.microsoft.com/office/drawing/2014/main" id="{11A00771-A958-E22C-CF3B-C4EC6D3D110C}"/>
                </a:ext>
              </a:extLst>
            </p:cNvPr>
            <p:cNvSpPr>
              <a:spLocks noGrp="1"/>
            </p:cNvSpPr>
            <p:nvPr/>
          </p:nvSpPr>
          <p:spPr>
            <a:xfrm>
              <a:off x="4936289" y="2871452"/>
              <a:ext cx="100209" cy="25492"/>
            </a:xfrm>
            <a:custGeom>
              <a:avLst/>
              <a:gdLst/>
              <a:ahLst/>
              <a:cxnLst/>
              <a:rect l="0" t="0" r="0" b="0"/>
              <a:pathLst>
                <a:path w="100209" h="25492">
                  <a:moveTo>
                    <a:pt x="100209" y="25492"/>
                  </a:moveTo>
                  <a:lnTo>
                    <a:pt x="0" y="0"/>
                  </a:lnTo>
                </a:path>
              </a:pathLst>
            </a:custGeom>
            <a:noFill/>
            <a:ln w="20003">
              <a:solidFill>
                <a:srgbClr val="E5E9EC"/>
              </a:solidFill>
            </a:ln>
          </p:spPr>
        </p:sp>
        <p:sp>
          <p:nvSpPr>
            <p:cNvPr id="3310" name="Candidate_receptor__3309">
              <a:extLst>
                <a:ext uri="{FF2B5EF4-FFF2-40B4-BE49-F238E27FC236}">
                  <a16:creationId xmlns:a16="http://schemas.microsoft.com/office/drawing/2014/main" id="{B0B50EC5-30F7-4C55-994B-39113854EFC8}"/>
                </a:ext>
              </a:extLst>
            </p:cNvPr>
            <p:cNvSpPr>
              <a:spLocks noGrp="1"/>
            </p:cNvSpPr>
            <p:nvPr/>
          </p:nvSpPr>
          <p:spPr>
            <a:xfrm>
              <a:off x="5740194" y="1868318"/>
              <a:ext cx="97115" cy="61475"/>
            </a:xfrm>
            <a:custGeom>
              <a:avLst/>
              <a:gdLst/>
              <a:ahLst/>
              <a:cxnLst/>
              <a:rect l="0" t="0" r="0" b="0"/>
              <a:pathLst>
                <a:path w="97115" h="61475">
                  <a:moveTo>
                    <a:pt x="97115" y="0"/>
                  </a:moveTo>
                  <a:lnTo>
                    <a:pt x="0" y="61475"/>
                  </a:lnTo>
                </a:path>
              </a:pathLst>
            </a:custGeom>
            <a:noFill/>
            <a:ln w="20003">
              <a:solidFill>
                <a:srgbClr val="E5E9EC"/>
              </a:solidFill>
            </a:ln>
          </p:spPr>
        </p:sp>
        <p:sp>
          <p:nvSpPr>
            <p:cNvPr id="3311" name="Candidate_receptor__3310">
              <a:extLst>
                <a:ext uri="{FF2B5EF4-FFF2-40B4-BE49-F238E27FC236}">
                  <a16:creationId xmlns:a16="http://schemas.microsoft.com/office/drawing/2014/main" id="{9A6682A1-F3A2-72BA-B019-9C93897B9FAE}"/>
                </a:ext>
              </a:extLst>
            </p:cNvPr>
            <p:cNvSpPr>
              <a:spLocks noGrp="1"/>
            </p:cNvSpPr>
            <p:nvPr/>
          </p:nvSpPr>
          <p:spPr>
            <a:xfrm>
              <a:off x="5135023" y="2433744"/>
              <a:ext cx="40275" cy="79680"/>
            </a:xfrm>
            <a:custGeom>
              <a:avLst/>
              <a:gdLst/>
              <a:ahLst/>
              <a:cxnLst/>
              <a:rect l="0" t="0" r="0" b="0"/>
              <a:pathLst>
                <a:path w="40275" h="79680">
                  <a:moveTo>
                    <a:pt x="40275" y="0"/>
                  </a:moveTo>
                  <a:lnTo>
                    <a:pt x="0" y="79680"/>
                  </a:lnTo>
                </a:path>
              </a:pathLst>
            </a:custGeom>
            <a:noFill/>
            <a:ln w="20003">
              <a:solidFill>
                <a:srgbClr val="E5E9EC"/>
              </a:solidFill>
            </a:ln>
          </p:spPr>
        </p:sp>
        <p:sp>
          <p:nvSpPr>
            <p:cNvPr id="3312" name="Candidate_receptor__3311">
              <a:extLst>
                <a:ext uri="{FF2B5EF4-FFF2-40B4-BE49-F238E27FC236}">
                  <a16:creationId xmlns:a16="http://schemas.microsoft.com/office/drawing/2014/main" id="{727E1C22-1D26-F775-AF68-414F68D8D271}"/>
                </a:ext>
              </a:extLst>
            </p:cNvPr>
            <p:cNvSpPr>
              <a:spLocks noGrp="1"/>
            </p:cNvSpPr>
            <p:nvPr/>
          </p:nvSpPr>
          <p:spPr>
            <a:xfrm>
              <a:off x="5397482" y="1956120"/>
              <a:ext cx="101470" cy="17222"/>
            </a:xfrm>
            <a:custGeom>
              <a:avLst/>
              <a:gdLst/>
              <a:ahLst/>
              <a:cxnLst/>
              <a:rect l="0" t="0" r="0" b="0"/>
              <a:pathLst>
                <a:path w="101470" h="17222">
                  <a:moveTo>
                    <a:pt x="101470" y="17222"/>
                  </a:moveTo>
                  <a:lnTo>
                    <a:pt x="0" y="0"/>
                  </a:lnTo>
                </a:path>
              </a:pathLst>
            </a:custGeom>
            <a:noFill/>
            <a:ln w="8096">
              <a:solidFill>
                <a:srgbClr val="E5E9EC"/>
              </a:solidFill>
            </a:ln>
          </p:spPr>
        </p:sp>
        <p:sp>
          <p:nvSpPr>
            <p:cNvPr id="3313" name="Candidate_receptor__3312">
              <a:extLst>
                <a:ext uri="{FF2B5EF4-FFF2-40B4-BE49-F238E27FC236}">
                  <a16:creationId xmlns:a16="http://schemas.microsoft.com/office/drawing/2014/main" id="{938ED6C8-2B58-B136-455F-0F985C07D97D}"/>
                </a:ext>
              </a:extLst>
            </p:cNvPr>
            <p:cNvSpPr>
              <a:spLocks noGrp="1"/>
            </p:cNvSpPr>
            <p:nvPr/>
          </p:nvSpPr>
          <p:spPr>
            <a:xfrm>
              <a:off x="5803609" y="2337510"/>
              <a:ext cx="4213" cy="112188"/>
            </a:xfrm>
            <a:custGeom>
              <a:avLst/>
              <a:gdLst/>
              <a:ahLst/>
              <a:cxnLst/>
              <a:rect l="0" t="0" r="0" b="0"/>
              <a:pathLst>
                <a:path w="4213" h="112188">
                  <a:moveTo>
                    <a:pt x="0" y="112188"/>
                  </a:moveTo>
                  <a:lnTo>
                    <a:pt x="4213" y="0"/>
                  </a:lnTo>
                </a:path>
              </a:pathLst>
            </a:custGeom>
            <a:noFill/>
            <a:ln w="20003">
              <a:solidFill>
                <a:srgbClr val="E5E9EC"/>
              </a:solidFill>
            </a:ln>
          </p:spPr>
        </p:sp>
        <p:sp>
          <p:nvSpPr>
            <p:cNvPr id="3314" name="Candidate_receptor__3313">
              <a:extLst>
                <a:ext uri="{FF2B5EF4-FFF2-40B4-BE49-F238E27FC236}">
                  <a16:creationId xmlns:a16="http://schemas.microsoft.com/office/drawing/2014/main" id="{FE3671EA-A435-164B-5197-B8C0F28E60C3}"/>
                </a:ext>
              </a:extLst>
            </p:cNvPr>
            <p:cNvSpPr>
              <a:spLocks noGrp="1"/>
            </p:cNvSpPr>
            <p:nvPr/>
          </p:nvSpPr>
          <p:spPr>
            <a:xfrm>
              <a:off x="5135023" y="2513424"/>
              <a:ext cx="95" cy="83604"/>
            </a:xfrm>
            <a:custGeom>
              <a:avLst/>
              <a:gdLst/>
              <a:ahLst/>
              <a:cxnLst/>
              <a:rect l="0" t="0" r="0" b="0"/>
              <a:pathLst>
                <a:path w="95" h="83604">
                  <a:moveTo>
                    <a:pt x="0" y="0"/>
                  </a:moveTo>
                  <a:lnTo>
                    <a:pt x="51" y="83604"/>
                  </a:lnTo>
                </a:path>
              </a:pathLst>
            </a:custGeom>
            <a:noFill/>
            <a:ln w="20003">
              <a:solidFill>
                <a:srgbClr val="E5E9EC"/>
              </a:solidFill>
            </a:ln>
          </p:spPr>
        </p:sp>
        <p:sp>
          <p:nvSpPr>
            <p:cNvPr id="3315" name="Candidate_receptor__3314">
              <a:extLst>
                <a:ext uri="{FF2B5EF4-FFF2-40B4-BE49-F238E27FC236}">
                  <a16:creationId xmlns:a16="http://schemas.microsoft.com/office/drawing/2014/main" id="{207E4FD4-915A-926D-E2A9-DFC81D85D1D4}"/>
                </a:ext>
              </a:extLst>
            </p:cNvPr>
            <p:cNvSpPr>
              <a:spLocks noGrp="1"/>
            </p:cNvSpPr>
            <p:nvPr/>
          </p:nvSpPr>
          <p:spPr>
            <a:xfrm>
              <a:off x="3885244" y="2718959"/>
              <a:ext cx="2684" cy="44550"/>
            </a:xfrm>
            <a:custGeom>
              <a:avLst/>
              <a:gdLst/>
              <a:ahLst/>
              <a:cxnLst/>
              <a:rect l="0" t="0" r="0" b="0"/>
              <a:pathLst>
                <a:path w="2684" h="44550">
                  <a:moveTo>
                    <a:pt x="0" y="44550"/>
                  </a:moveTo>
                  <a:lnTo>
                    <a:pt x="2684" y="0"/>
                  </a:lnTo>
                </a:path>
              </a:pathLst>
            </a:custGeom>
            <a:noFill/>
            <a:ln w="8096">
              <a:solidFill>
                <a:srgbClr val="E5E9EC"/>
              </a:solidFill>
            </a:ln>
          </p:spPr>
        </p:sp>
        <p:sp>
          <p:nvSpPr>
            <p:cNvPr id="3316" name="Candidate_receptor__3315">
              <a:extLst>
                <a:ext uri="{FF2B5EF4-FFF2-40B4-BE49-F238E27FC236}">
                  <a16:creationId xmlns:a16="http://schemas.microsoft.com/office/drawing/2014/main" id="{2FA5E809-20B8-7498-C18A-733CA3AE4D0C}"/>
                </a:ext>
              </a:extLst>
            </p:cNvPr>
            <p:cNvSpPr>
              <a:spLocks noGrp="1"/>
            </p:cNvSpPr>
            <p:nvPr/>
          </p:nvSpPr>
          <p:spPr>
            <a:xfrm>
              <a:off x="4657341" y="3019257"/>
              <a:ext cx="46528" cy="64495"/>
            </a:xfrm>
            <a:custGeom>
              <a:avLst/>
              <a:gdLst/>
              <a:ahLst/>
              <a:cxnLst/>
              <a:rect l="0" t="0" r="0" b="0"/>
              <a:pathLst>
                <a:path w="46528" h="64495">
                  <a:moveTo>
                    <a:pt x="46528" y="0"/>
                  </a:moveTo>
                  <a:lnTo>
                    <a:pt x="0" y="64495"/>
                  </a:lnTo>
                </a:path>
              </a:pathLst>
            </a:custGeom>
            <a:noFill/>
            <a:ln w="20003">
              <a:solidFill>
                <a:srgbClr val="E5E9EC"/>
              </a:solidFill>
            </a:ln>
          </p:spPr>
        </p:sp>
        <p:sp>
          <p:nvSpPr>
            <p:cNvPr id="3317" name="Candidate_receptor__3316">
              <a:extLst>
                <a:ext uri="{FF2B5EF4-FFF2-40B4-BE49-F238E27FC236}">
                  <a16:creationId xmlns:a16="http://schemas.microsoft.com/office/drawing/2014/main" id="{923C3C5D-ACE3-A6B9-A3A6-3001132430EC}"/>
                </a:ext>
              </a:extLst>
            </p:cNvPr>
            <p:cNvSpPr>
              <a:spLocks noGrp="1"/>
            </p:cNvSpPr>
            <p:nvPr/>
          </p:nvSpPr>
          <p:spPr>
            <a:xfrm>
              <a:off x="4788458" y="2061997"/>
              <a:ext cx="16840" cy="56804"/>
            </a:xfrm>
            <a:custGeom>
              <a:avLst/>
              <a:gdLst/>
              <a:ahLst/>
              <a:cxnLst/>
              <a:rect l="0" t="0" r="0" b="0"/>
              <a:pathLst>
                <a:path w="16840" h="56804">
                  <a:moveTo>
                    <a:pt x="0" y="56804"/>
                  </a:moveTo>
                  <a:lnTo>
                    <a:pt x="16840" y="0"/>
                  </a:lnTo>
                </a:path>
              </a:pathLst>
            </a:custGeom>
            <a:noFill/>
            <a:ln w="8096">
              <a:solidFill>
                <a:srgbClr val="E5E9EC"/>
              </a:solidFill>
            </a:ln>
          </p:spPr>
        </p:sp>
        <p:sp>
          <p:nvSpPr>
            <p:cNvPr id="3318" name="Candidate_receptor__3317">
              <a:extLst>
                <a:ext uri="{FF2B5EF4-FFF2-40B4-BE49-F238E27FC236}">
                  <a16:creationId xmlns:a16="http://schemas.microsoft.com/office/drawing/2014/main" id="{5B15932F-D1CF-66A6-6AC2-81F1076F0B1B}"/>
                </a:ext>
              </a:extLst>
            </p:cNvPr>
            <p:cNvSpPr>
              <a:spLocks noGrp="1"/>
            </p:cNvSpPr>
            <p:nvPr/>
          </p:nvSpPr>
          <p:spPr>
            <a:xfrm>
              <a:off x="4545646" y="2343130"/>
              <a:ext cx="85838" cy="5329"/>
            </a:xfrm>
            <a:custGeom>
              <a:avLst/>
              <a:gdLst/>
              <a:ahLst/>
              <a:cxnLst/>
              <a:rect l="0" t="0" r="0" b="0"/>
              <a:pathLst>
                <a:path w="85838" h="5329">
                  <a:moveTo>
                    <a:pt x="0" y="5329"/>
                  </a:moveTo>
                  <a:lnTo>
                    <a:pt x="85838" y="0"/>
                  </a:lnTo>
                </a:path>
              </a:pathLst>
            </a:custGeom>
            <a:noFill/>
            <a:ln w="20003">
              <a:solidFill>
                <a:srgbClr val="E5E9EC"/>
              </a:solidFill>
            </a:ln>
          </p:spPr>
        </p:sp>
        <p:sp>
          <p:nvSpPr>
            <p:cNvPr id="3319" name="Candidate_receptor__3318">
              <a:extLst>
                <a:ext uri="{FF2B5EF4-FFF2-40B4-BE49-F238E27FC236}">
                  <a16:creationId xmlns:a16="http://schemas.microsoft.com/office/drawing/2014/main" id="{BF68647F-6115-92B2-0CBF-E0350BD04B37}"/>
                </a:ext>
              </a:extLst>
            </p:cNvPr>
            <p:cNvSpPr>
              <a:spLocks noGrp="1"/>
            </p:cNvSpPr>
            <p:nvPr/>
          </p:nvSpPr>
          <p:spPr>
            <a:xfrm>
              <a:off x="5541405" y="1614107"/>
              <a:ext cx="19592" cy="113490"/>
            </a:xfrm>
            <a:custGeom>
              <a:avLst/>
              <a:gdLst/>
              <a:ahLst/>
              <a:cxnLst/>
              <a:rect l="0" t="0" r="0" b="0"/>
              <a:pathLst>
                <a:path w="19592" h="113490">
                  <a:moveTo>
                    <a:pt x="0" y="113490"/>
                  </a:moveTo>
                  <a:lnTo>
                    <a:pt x="19592" y="0"/>
                  </a:lnTo>
                </a:path>
              </a:pathLst>
            </a:custGeom>
            <a:noFill/>
            <a:ln w="20003">
              <a:solidFill>
                <a:srgbClr val="E5E9EC"/>
              </a:solidFill>
            </a:ln>
          </p:spPr>
        </p:sp>
        <p:sp>
          <p:nvSpPr>
            <p:cNvPr id="3320" name="Candidate_receptor__3319">
              <a:extLst>
                <a:ext uri="{FF2B5EF4-FFF2-40B4-BE49-F238E27FC236}">
                  <a16:creationId xmlns:a16="http://schemas.microsoft.com/office/drawing/2014/main" id="{46DBE754-CD12-BF57-A6AB-E10E21597D80}"/>
                </a:ext>
              </a:extLst>
            </p:cNvPr>
            <p:cNvSpPr>
              <a:spLocks noGrp="1"/>
            </p:cNvSpPr>
            <p:nvPr/>
          </p:nvSpPr>
          <p:spPr>
            <a:xfrm>
              <a:off x="5416103" y="3274726"/>
              <a:ext cx="110149" cy="5201"/>
            </a:xfrm>
            <a:custGeom>
              <a:avLst/>
              <a:gdLst/>
              <a:ahLst/>
              <a:cxnLst/>
              <a:rect l="0" t="0" r="0" b="0"/>
              <a:pathLst>
                <a:path w="110149" h="5201">
                  <a:moveTo>
                    <a:pt x="0" y="5201"/>
                  </a:moveTo>
                  <a:lnTo>
                    <a:pt x="110149" y="0"/>
                  </a:lnTo>
                </a:path>
              </a:pathLst>
            </a:custGeom>
            <a:noFill/>
            <a:ln w="20003">
              <a:solidFill>
                <a:srgbClr val="E5E9EC"/>
              </a:solidFill>
            </a:ln>
          </p:spPr>
        </p:sp>
        <p:sp>
          <p:nvSpPr>
            <p:cNvPr id="3321" name="Candidate_receptor__3320">
              <a:extLst>
                <a:ext uri="{FF2B5EF4-FFF2-40B4-BE49-F238E27FC236}">
                  <a16:creationId xmlns:a16="http://schemas.microsoft.com/office/drawing/2014/main" id="{42BD64F9-D13A-318D-7817-323D6BC8EE16}"/>
                </a:ext>
              </a:extLst>
            </p:cNvPr>
            <p:cNvSpPr>
              <a:spLocks noGrp="1"/>
            </p:cNvSpPr>
            <p:nvPr/>
          </p:nvSpPr>
          <p:spPr>
            <a:xfrm>
              <a:off x="5353116" y="2394632"/>
              <a:ext cx="72594" cy="78192"/>
            </a:xfrm>
            <a:custGeom>
              <a:avLst/>
              <a:gdLst/>
              <a:ahLst/>
              <a:cxnLst/>
              <a:rect l="0" t="0" r="0" b="0"/>
              <a:pathLst>
                <a:path w="72594" h="78192">
                  <a:moveTo>
                    <a:pt x="72594" y="78192"/>
                  </a:moveTo>
                  <a:lnTo>
                    <a:pt x="0" y="0"/>
                  </a:lnTo>
                </a:path>
              </a:pathLst>
            </a:custGeom>
            <a:noFill/>
            <a:ln w="20003">
              <a:solidFill>
                <a:srgbClr val="E5E9EC"/>
              </a:solidFill>
            </a:ln>
          </p:spPr>
        </p:sp>
        <p:sp>
          <p:nvSpPr>
            <p:cNvPr id="3322" name="Candidate_receptor__3321">
              <a:extLst>
                <a:ext uri="{FF2B5EF4-FFF2-40B4-BE49-F238E27FC236}">
                  <a16:creationId xmlns:a16="http://schemas.microsoft.com/office/drawing/2014/main" id="{E7FAC423-5C85-BD61-989F-8B0087D55166}"/>
                </a:ext>
              </a:extLst>
            </p:cNvPr>
            <p:cNvSpPr>
              <a:spLocks noGrp="1"/>
            </p:cNvSpPr>
            <p:nvPr/>
          </p:nvSpPr>
          <p:spPr>
            <a:xfrm>
              <a:off x="4764424" y="2826952"/>
              <a:ext cx="14127" cy="115584"/>
            </a:xfrm>
            <a:custGeom>
              <a:avLst/>
              <a:gdLst/>
              <a:ahLst/>
              <a:cxnLst/>
              <a:rect l="0" t="0" r="0" b="0"/>
              <a:pathLst>
                <a:path w="14127" h="115584">
                  <a:moveTo>
                    <a:pt x="0" y="0"/>
                  </a:moveTo>
                  <a:lnTo>
                    <a:pt x="14127" y="115584"/>
                  </a:lnTo>
                </a:path>
              </a:pathLst>
            </a:custGeom>
            <a:noFill/>
            <a:ln w="8096">
              <a:solidFill>
                <a:srgbClr val="E5E9EC"/>
              </a:solidFill>
            </a:ln>
          </p:spPr>
        </p:sp>
        <p:sp>
          <p:nvSpPr>
            <p:cNvPr id="3323" name="Candidate_receptor__3322">
              <a:extLst>
                <a:ext uri="{FF2B5EF4-FFF2-40B4-BE49-F238E27FC236}">
                  <a16:creationId xmlns:a16="http://schemas.microsoft.com/office/drawing/2014/main" id="{40AF4F43-F47A-D17A-EF1D-25D10EB7B889}"/>
                </a:ext>
              </a:extLst>
            </p:cNvPr>
            <p:cNvSpPr>
              <a:spLocks noGrp="1"/>
            </p:cNvSpPr>
            <p:nvPr/>
          </p:nvSpPr>
          <p:spPr>
            <a:xfrm>
              <a:off x="4005186" y="2863254"/>
              <a:ext cx="27179" cy="26165"/>
            </a:xfrm>
            <a:custGeom>
              <a:avLst/>
              <a:gdLst/>
              <a:ahLst/>
              <a:cxnLst/>
              <a:rect l="0" t="0" r="0" b="0"/>
              <a:pathLst>
                <a:path w="27179" h="26165">
                  <a:moveTo>
                    <a:pt x="27179" y="0"/>
                  </a:moveTo>
                  <a:lnTo>
                    <a:pt x="0" y="26165"/>
                  </a:lnTo>
                </a:path>
              </a:pathLst>
            </a:custGeom>
            <a:noFill/>
            <a:ln w="20003">
              <a:solidFill>
                <a:srgbClr val="E5E9EC"/>
              </a:solidFill>
            </a:ln>
          </p:spPr>
        </p:sp>
        <p:sp>
          <p:nvSpPr>
            <p:cNvPr id="3324" name="Candidate_receptor__3323">
              <a:extLst>
                <a:ext uri="{FF2B5EF4-FFF2-40B4-BE49-F238E27FC236}">
                  <a16:creationId xmlns:a16="http://schemas.microsoft.com/office/drawing/2014/main" id="{8C12F359-62AE-C26B-A25F-EEA9205A31A9}"/>
                </a:ext>
              </a:extLst>
            </p:cNvPr>
            <p:cNvSpPr>
              <a:spLocks noGrp="1"/>
            </p:cNvSpPr>
            <p:nvPr/>
          </p:nvSpPr>
          <p:spPr>
            <a:xfrm>
              <a:off x="5754283" y="3909100"/>
              <a:ext cx="33996" cy="64520"/>
            </a:xfrm>
            <a:custGeom>
              <a:avLst/>
              <a:gdLst/>
              <a:ahLst/>
              <a:cxnLst/>
              <a:rect l="0" t="0" r="0" b="0"/>
              <a:pathLst>
                <a:path w="33996" h="64520">
                  <a:moveTo>
                    <a:pt x="33996" y="0"/>
                  </a:moveTo>
                  <a:lnTo>
                    <a:pt x="0" y="64520"/>
                  </a:lnTo>
                </a:path>
              </a:pathLst>
            </a:custGeom>
            <a:noFill/>
            <a:ln w="8096">
              <a:solidFill>
                <a:srgbClr val="E5E9EC"/>
              </a:solidFill>
            </a:ln>
          </p:spPr>
        </p:sp>
        <p:sp>
          <p:nvSpPr>
            <p:cNvPr id="3325" name="Candidate_receptor__3324">
              <a:extLst>
                <a:ext uri="{FF2B5EF4-FFF2-40B4-BE49-F238E27FC236}">
                  <a16:creationId xmlns:a16="http://schemas.microsoft.com/office/drawing/2014/main" id="{0AF2EFFF-A562-1C5C-279D-49AA82F0FB58}"/>
                </a:ext>
              </a:extLst>
            </p:cNvPr>
            <p:cNvSpPr>
              <a:spLocks noGrp="1"/>
            </p:cNvSpPr>
            <p:nvPr/>
          </p:nvSpPr>
          <p:spPr>
            <a:xfrm>
              <a:off x="4841904" y="3641615"/>
              <a:ext cx="2554" cy="14383"/>
            </a:xfrm>
            <a:custGeom>
              <a:avLst/>
              <a:gdLst/>
              <a:ahLst/>
              <a:cxnLst/>
              <a:rect l="0" t="0" r="0" b="0"/>
              <a:pathLst>
                <a:path w="2554" h="14383">
                  <a:moveTo>
                    <a:pt x="2554" y="0"/>
                  </a:moveTo>
                  <a:lnTo>
                    <a:pt x="0" y="14383"/>
                  </a:lnTo>
                </a:path>
              </a:pathLst>
            </a:custGeom>
            <a:noFill/>
            <a:ln w="8096">
              <a:solidFill>
                <a:srgbClr val="E5E9EC"/>
              </a:solidFill>
            </a:ln>
          </p:spPr>
        </p:sp>
        <p:sp>
          <p:nvSpPr>
            <p:cNvPr id="3326" name="Candidate_receptor__3325">
              <a:extLst>
                <a:ext uri="{FF2B5EF4-FFF2-40B4-BE49-F238E27FC236}">
                  <a16:creationId xmlns:a16="http://schemas.microsoft.com/office/drawing/2014/main" id="{012F2D9F-0A30-07B2-0375-600EF23BA1BB}"/>
                </a:ext>
              </a:extLst>
            </p:cNvPr>
            <p:cNvSpPr>
              <a:spLocks noGrp="1"/>
            </p:cNvSpPr>
            <p:nvPr/>
          </p:nvSpPr>
          <p:spPr>
            <a:xfrm>
              <a:off x="5369035" y="1702412"/>
              <a:ext cx="31972" cy="87467"/>
            </a:xfrm>
            <a:custGeom>
              <a:avLst/>
              <a:gdLst/>
              <a:ahLst/>
              <a:cxnLst/>
              <a:rect l="0" t="0" r="0" b="0"/>
              <a:pathLst>
                <a:path w="31972" h="87467">
                  <a:moveTo>
                    <a:pt x="0" y="87467"/>
                  </a:moveTo>
                  <a:lnTo>
                    <a:pt x="31972" y="0"/>
                  </a:lnTo>
                </a:path>
              </a:pathLst>
            </a:custGeom>
            <a:noFill/>
            <a:ln w="20003">
              <a:solidFill>
                <a:srgbClr val="E5E9EC"/>
              </a:solidFill>
            </a:ln>
          </p:spPr>
        </p:sp>
        <p:sp>
          <p:nvSpPr>
            <p:cNvPr id="3327" name="Candidate_receptor__3326">
              <a:extLst>
                <a:ext uri="{FF2B5EF4-FFF2-40B4-BE49-F238E27FC236}">
                  <a16:creationId xmlns:a16="http://schemas.microsoft.com/office/drawing/2014/main" id="{E3EEF728-5FA1-503A-E9A1-4429398B06EE}"/>
                </a:ext>
              </a:extLst>
            </p:cNvPr>
            <p:cNvSpPr>
              <a:spLocks noGrp="1"/>
            </p:cNvSpPr>
            <p:nvPr/>
          </p:nvSpPr>
          <p:spPr>
            <a:xfrm>
              <a:off x="4124244" y="2872008"/>
              <a:ext cx="32795" cy="61087"/>
            </a:xfrm>
            <a:custGeom>
              <a:avLst/>
              <a:gdLst/>
              <a:ahLst/>
              <a:cxnLst/>
              <a:rect l="0" t="0" r="0" b="0"/>
              <a:pathLst>
                <a:path w="32795" h="61087">
                  <a:moveTo>
                    <a:pt x="32795" y="0"/>
                  </a:moveTo>
                  <a:lnTo>
                    <a:pt x="0" y="61087"/>
                  </a:lnTo>
                </a:path>
              </a:pathLst>
            </a:custGeom>
            <a:noFill/>
            <a:ln w="20003">
              <a:solidFill>
                <a:srgbClr val="E5E9EC"/>
              </a:solidFill>
            </a:ln>
          </p:spPr>
        </p:sp>
        <p:sp>
          <p:nvSpPr>
            <p:cNvPr id="3328" name="Candidate_receptor__3327">
              <a:extLst>
                <a:ext uri="{FF2B5EF4-FFF2-40B4-BE49-F238E27FC236}">
                  <a16:creationId xmlns:a16="http://schemas.microsoft.com/office/drawing/2014/main" id="{E722657C-6C62-9DF6-DBF9-CAAB28915DA9}"/>
                </a:ext>
              </a:extLst>
            </p:cNvPr>
            <p:cNvSpPr>
              <a:spLocks noGrp="1"/>
            </p:cNvSpPr>
            <p:nvPr/>
          </p:nvSpPr>
          <p:spPr>
            <a:xfrm>
              <a:off x="5944262" y="3635627"/>
              <a:ext cx="16118" cy="99132"/>
            </a:xfrm>
            <a:custGeom>
              <a:avLst/>
              <a:gdLst/>
              <a:ahLst/>
              <a:cxnLst/>
              <a:rect l="0" t="0" r="0" b="0"/>
              <a:pathLst>
                <a:path w="16118" h="99132">
                  <a:moveTo>
                    <a:pt x="16118" y="99132"/>
                  </a:moveTo>
                  <a:lnTo>
                    <a:pt x="0" y="0"/>
                  </a:lnTo>
                </a:path>
              </a:pathLst>
            </a:custGeom>
            <a:noFill/>
            <a:ln w="20003">
              <a:solidFill>
                <a:srgbClr val="E5E9EC"/>
              </a:solidFill>
            </a:ln>
          </p:spPr>
        </p:sp>
        <p:sp>
          <p:nvSpPr>
            <p:cNvPr id="3329" name="Candidate_receptor__3328">
              <a:extLst>
                <a:ext uri="{FF2B5EF4-FFF2-40B4-BE49-F238E27FC236}">
                  <a16:creationId xmlns:a16="http://schemas.microsoft.com/office/drawing/2014/main" id="{69CE62AA-1E98-C0C7-7034-F4CD7789C146}"/>
                </a:ext>
              </a:extLst>
            </p:cNvPr>
            <p:cNvSpPr>
              <a:spLocks noGrp="1"/>
            </p:cNvSpPr>
            <p:nvPr/>
          </p:nvSpPr>
          <p:spPr>
            <a:xfrm>
              <a:off x="3767964" y="3052558"/>
              <a:ext cx="100113" cy="48835"/>
            </a:xfrm>
            <a:custGeom>
              <a:avLst/>
              <a:gdLst/>
              <a:ahLst/>
              <a:cxnLst/>
              <a:rect l="0" t="0" r="0" b="0"/>
              <a:pathLst>
                <a:path w="100113" h="48835">
                  <a:moveTo>
                    <a:pt x="100113" y="48835"/>
                  </a:moveTo>
                  <a:lnTo>
                    <a:pt x="0" y="0"/>
                  </a:lnTo>
                </a:path>
              </a:pathLst>
            </a:custGeom>
            <a:noFill/>
            <a:ln w="20003">
              <a:solidFill>
                <a:srgbClr val="E5E9EC"/>
              </a:solidFill>
            </a:ln>
          </p:spPr>
        </p:sp>
        <p:sp>
          <p:nvSpPr>
            <p:cNvPr id="3330" name="Candidate_receptor__3329">
              <a:extLst>
                <a:ext uri="{FF2B5EF4-FFF2-40B4-BE49-F238E27FC236}">
                  <a16:creationId xmlns:a16="http://schemas.microsoft.com/office/drawing/2014/main" id="{798B2538-25CF-F583-9DC4-0F97AB058CC3}"/>
                </a:ext>
              </a:extLst>
            </p:cNvPr>
            <p:cNvSpPr>
              <a:spLocks noGrp="1"/>
            </p:cNvSpPr>
            <p:nvPr/>
          </p:nvSpPr>
          <p:spPr>
            <a:xfrm>
              <a:off x="4415876" y="3093624"/>
              <a:ext cx="81846" cy="32387"/>
            </a:xfrm>
            <a:custGeom>
              <a:avLst/>
              <a:gdLst/>
              <a:ahLst/>
              <a:cxnLst/>
              <a:rect l="0" t="0" r="0" b="0"/>
              <a:pathLst>
                <a:path w="81846" h="32387">
                  <a:moveTo>
                    <a:pt x="0" y="32387"/>
                  </a:moveTo>
                  <a:lnTo>
                    <a:pt x="81846" y="0"/>
                  </a:lnTo>
                </a:path>
              </a:pathLst>
            </a:custGeom>
            <a:noFill/>
            <a:ln w="20003">
              <a:solidFill>
                <a:srgbClr val="E5E9EC"/>
              </a:solidFill>
            </a:ln>
          </p:spPr>
        </p:sp>
        <p:sp>
          <p:nvSpPr>
            <p:cNvPr id="3331" name="Candidate_receptor__3330">
              <a:extLst>
                <a:ext uri="{FF2B5EF4-FFF2-40B4-BE49-F238E27FC236}">
                  <a16:creationId xmlns:a16="http://schemas.microsoft.com/office/drawing/2014/main" id="{12DBD1CB-A9CA-F33D-B3D9-81B46886F5A9}"/>
                </a:ext>
              </a:extLst>
            </p:cNvPr>
            <p:cNvSpPr>
              <a:spLocks noGrp="1"/>
            </p:cNvSpPr>
            <p:nvPr/>
          </p:nvSpPr>
          <p:spPr>
            <a:xfrm>
              <a:off x="5805314" y="2822133"/>
              <a:ext cx="34956" cy="11305"/>
            </a:xfrm>
            <a:custGeom>
              <a:avLst/>
              <a:gdLst/>
              <a:ahLst/>
              <a:cxnLst/>
              <a:rect l="0" t="0" r="0" b="0"/>
              <a:pathLst>
                <a:path w="34956" h="11305">
                  <a:moveTo>
                    <a:pt x="0" y="0"/>
                  </a:moveTo>
                  <a:lnTo>
                    <a:pt x="34956" y="11305"/>
                  </a:lnTo>
                </a:path>
              </a:pathLst>
            </a:custGeom>
            <a:noFill/>
            <a:ln w="20003">
              <a:solidFill>
                <a:srgbClr val="E5E9EC"/>
              </a:solidFill>
            </a:ln>
          </p:spPr>
        </p:sp>
        <p:sp>
          <p:nvSpPr>
            <p:cNvPr id="3332" name="Candidate_receptor__3331">
              <a:extLst>
                <a:ext uri="{FF2B5EF4-FFF2-40B4-BE49-F238E27FC236}">
                  <a16:creationId xmlns:a16="http://schemas.microsoft.com/office/drawing/2014/main" id="{4214EB1D-D63C-52DC-A97E-46175309EBE5}"/>
                </a:ext>
              </a:extLst>
            </p:cNvPr>
            <p:cNvSpPr>
              <a:spLocks noGrp="1"/>
            </p:cNvSpPr>
            <p:nvPr/>
          </p:nvSpPr>
          <p:spPr>
            <a:xfrm>
              <a:off x="5279039" y="1789879"/>
              <a:ext cx="89996" cy="50405"/>
            </a:xfrm>
            <a:custGeom>
              <a:avLst/>
              <a:gdLst/>
              <a:ahLst/>
              <a:cxnLst/>
              <a:rect l="0" t="0" r="0" b="0"/>
              <a:pathLst>
                <a:path w="89996" h="50405">
                  <a:moveTo>
                    <a:pt x="0" y="50405"/>
                  </a:moveTo>
                  <a:lnTo>
                    <a:pt x="89996" y="0"/>
                  </a:lnTo>
                </a:path>
              </a:pathLst>
            </a:custGeom>
            <a:noFill/>
            <a:ln w="20003">
              <a:solidFill>
                <a:srgbClr val="E5E9EC"/>
              </a:solidFill>
            </a:ln>
          </p:spPr>
        </p:sp>
        <p:sp>
          <p:nvSpPr>
            <p:cNvPr id="3333" name="Candidate_receptor__3332">
              <a:extLst>
                <a:ext uri="{FF2B5EF4-FFF2-40B4-BE49-F238E27FC236}">
                  <a16:creationId xmlns:a16="http://schemas.microsoft.com/office/drawing/2014/main" id="{ED2DC696-868F-2E39-4734-ADF433BF5286}"/>
                </a:ext>
              </a:extLst>
            </p:cNvPr>
            <p:cNvSpPr>
              <a:spLocks noGrp="1"/>
            </p:cNvSpPr>
            <p:nvPr/>
          </p:nvSpPr>
          <p:spPr>
            <a:xfrm>
              <a:off x="5258331" y="2504114"/>
              <a:ext cx="31154" cy="23909"/>
            </a:xfrm>
            <a:custGeom>
              <a:avLst/>
              <a:gdLst/>
              <a:ahLst/>
              <a:cxnLst/>
              <a:rect l="0" t="0" r="0" b="0"/>
              <a:pathLst>
                <a:path w="31154" h="23909">
                  <a:moveTo>
                    <a:pt x="31154" y="23909"/>
                  </a:moveTo>
                  <a:lnTo>
                    <a:pt x="0" y="0"/>
                  </a:lnTo>
                </a:path>
              </a:pathLst>
            </a:custGeom>
            <a:noFill/>
            <a:ln w="20003">
              <a:solidFill>
                <a:srgbClr val="E5E9EC"/>
              </a:solidFill>
            </a:ln>
          </p:spPr>
        </p:sp>
        <p:sp>
          <p:nvSpPr>
            <p:cNvPr id="3334" name="Candidate_receptor__3333">
              <a:extLst>
                <a:ext uri="{FF2B5EF4-FFF2-40B4-BE49-F238E27FC236}">
                  <a16:creationId xmlns:a16="http://schemas.microsoft.com/office/drawing/2014/main" id="{FF725A39-4F6C-9581-A106-F62F1BC0A2B1}"/>
                </a:ext>
              </a:extLst>
            </p:cNvPr>
            <p:cNvSpPr>
              <a:spLocks noGrp="1"/>
            </p:cNvSpPr>
            <p:nvPr/>
          </p:nvSpPr>
          <p:spPr>
            <a:xfrm>
              <a:off x="4780353" y="3201417"/>
              <a:ext cx="10983" cy="104516"/>
            </a:xfrm>
            <a:custGeom>
              <a:avLst/>
              <a:gdLst/>
              <a:ahLst/>
              <a:cxnLst/>
              <a:rect l="0" t="0" r="0" b="0"/>
              <a:pathLst>
                <a:path w="10983" h="104516">
                  <a:moveTo>
                    <a:pt x="10983" y="104516"/>
                  </a:moveTo>
                  <a:lnTo>
                    <a:pt x="0" y="0"/>
                  </a:lnTo>
                </a:path>
              </a:pathLst>
            </a:custGeom>
            <a:noFill/>
            <a:ln w="20003">
              <a:solidFill>
                <a:srgbClr val="E5E9EC"/>
              </a:solidFill>
            </a:ln>
          </p:spPr>
        </p:sp>
        <p:sp>
          <p:nvSpPr>
            <p:cNvPr id="3335" name="Candidate_receptor__3334">
              <a:extLst>
                <a:ext uri="{FF2B5EF4-FFF2-40B4-BE49-F238E27FC236}">
                  <a16:creationId xmlns:a16="http://schemas.microsoft.com/office/drawing/2014/main" id="{7A750800-05F0-81D7-3DEC-74821F06763D}"/>
                </a:ext>
              </a:extLst>
            </p:cNvPr>
            <p:cNvSpPr>
              <a:spLocks noGrp="1"/>
            </p:cNvSpPr>
            <p:nvPr/>
          </p:nvSpPr>
          <p:spPr>
            <a:xfrm>
              <a:off x="4764054" y="3509054"/>
              <a:ext cx="17491" cy="13217"/>
            </a:xfrm>
            <a:custGeom>
              <a:avLst/>
              <a:gdLst/>
              <a:ahLst/>
              <a:cxnLst/>
              <a:rect l="0" t="0" r="0" b="0"/>
              <a:pathLst>
                <a:path w="17491" h="13217">
                  <a:moveTo>
                    <a:pt x="17491" y="0"/>
                  </a:moveTo>
                  <a:lnTo>
                    <a:pt x="0" y="13217"/>
                  </a:lnTo>
                </a:path>
              </a:pathLst>
            </a:custGeom>
            <a:noFill/>
            <a:ln w="20003">
              <a:solidFill>
                <a:srgbClr val="E5E9EC"/>
              </a:solidFill>
            </a:ln>
          </p:spPr>
        </p:sp>
        <p:sp>
          <p:nvSpPr>
            <p:cNvPr id="3336" name="Candidate_receptor__3335">
              <a:extLst>
                <a:ext uri="{FF2B5EF4-FFF2-40B4-BE49-F238E27FC236}">
                  <a16:creationId xmlns:a16="http://schemas.microsoft.com/office/drawing/2014/main" id="{2103EC3D-F56E-0527-20A6-FBDD20788480}"/>
                </a:ext>
              </a:extLst>
            </p:cNvPr>
            <p:cNvSpPr>
              <a:spLocks noGrp="1"/>
            </p:cNvSpPr>
            <p:nvPr/>
          </p:nvSpPr>
          <p:spPr>
            <a:xfrm>
              <a:off x="3955105" y="2997164"/>
              <a:ext cx="66956" cy="4687"/>
            </a:xfrm>
            <a:custGeom>
              <a:avLst/>
              <a:gdLst/>
              <a:ahLst/>
              <a:cxnLst/>
              <a:rect l="0" t="0" r="0" b="0"/>
              <a:pathLst>
                <a:path w="66956" h="4687">
                  <a:moveTo>
                    <a:pt x="66956" y="4687"/>
                  </a:moveTo>
                  <a:lnTo>
                    <a:pt x="0" y="0"/>
                  </a:lnTo>
                </a:path>
              </a:pathLst>
            </a:custGeom>
            <a:noFill/>
            <a:ln w="20003">
              <a:solidFill>
                <a:srgbClr val="E5E9EC"/>
              </a:solidFill>
            </a:ln>
          </p:spPr>
        </p:sp>
        <p:sp>
          <p:nvSpPr>
            <p:cNvPr id="3337" name="Candidate_receptor__3336">
              <a:extLst>
                <a:ext uri="{FF2B5EF4-FFF2-40B4-BE49-F238E27FC236}">
                  <a16:creationId xmlns:a16="http://schemas.microsoft.com/office/drawing/2014/main" id="{DCC52112-3197-A447-F629-4694B4A59BAD}"/>
                </a:ext>
              </a:extLst>
            </p:cNvPr>
            <p:cNvSpPr>
              <a:spLocks noGrp="1"/>
            </p:cNvSpPr>
            <p:nvPr/>
          </p:nvSpPr>
          <p:spPr>
            <a:xfrm>
              <a:off x="4889826" y="3782187"/>
              <a:ext cx="11041" cy="17062"/>
            </a:xfrm>
            <a:custGeom>
              <a:avLst/>
              <a:gdLst/>
              <a:ahLst/>
              <a:cxnLst/>
              <a:rect l="0" t="0" r="0" b="0"/>
              <a:pathLst>
                <a:path w="11041" h="17062">
                  <a:moveTo>
                    <a:pt x="0" y="0"/>
                  </a:moveTo>
                  <a:lnTo>
                    <a:pt x="11041" y="17062"/>
                  </a:lnTo>
                </a:path>
              </a:pathLst>
            </a:custGeom>
            <a:noFill/>
            <a:ln w="20003">
              <a:solidFill>
                <a:srgbClr val="E5E9EC"/>
              </a:solidFill>
            </a:ln>
          </p:spPr>
        </p:sp>
        <p:sp>
          <p:nvSpPr>
            <p:cNvPr id="3338" name="Candidate_receptor__3337">
              <a:extLst>
                <a:ext uri="{FF2B5EF4-FFF2-40B4-BE49-F238E27FC236}">
                  <a16:creationId xmlns:a16="http://schemas.microsoft.com/office/drawing/2014/main" id="{D4904092-A618-F486-04A7-9534A24F56F8}"/>
                </a:ext>
              </a:extLst>
            </p:cNvPr>
            <p:cNvSpPr>
              <a:spLocks noGrp="1"/>
            </p:cNvSpPr>
            <p:nvPr/>
          </p:nvSpPr>
          <p:spPr>
            <a:xfrm>
              <a:off x="5401008" y="1637307"/>
              <a:ext cx="21998" cy="65105"/>
            </a:xfrm>
            <a:custGeom>
              <a:avLst/>
              <a:gdLst/>
              <a:ahLst/>
              <a:cxnLst/>
              <a:rect l="0" t="0" r="0" b="0"/>
              <a:pathLst>
                <a:path w="21998" h="65105">
                  <a:moveTo>
                    <a:pt x="0" y="65105"/>
                  </a:moveTo>
                  <a:lnTo>
                    <a:pt x="21998" y="0"/>
                  </a:lnTo>
                </a:path>
              </a:pathLst>
            </a:custGeom>
            <a:noFill/>
            <a:ln w="20003">
              <a:solidFill>
                <a:srgbClr val="E5E9EC"/>
              </a:solidFill>
            </a:ln>
          </p:spPr>
        </p:sp>
        <p:sp>
          <p:nvSpPr>
            <p:cNvPr id="3339" name="Candidate_receptor__3338">
              <a:extLst>
                <a:ext uri="{FF2B5EF4-FFF2-40B4-BE49-F238E27FC236}">
                  <a16:creationId xmlns:a16="http://schemas.microsoft.com/office/drawing/2014/main" id="{3E7589A3-85D6-1494-56FA-934B7423D6F0}"/>
                </a:ext>
              </a:extLst>
            </p:cNvPr>
            <p:cNvSpPr>
              <a:spLocks noGrp="1"/>
            </p:cNvSpPr>
            <p:nvPr/>
          </p:nvSpPr>
          <p:spPr>
            <a:xfrm>
              <a:off x="4631484" y="2277101"/>
              <a:ext cx="85991" cy="66028"/>
            </a:xfrm>
            <a:custGeom>
              <a:avLst/>
              <a:gdLst/>
              <a:ahLst/>
              <a:cxnLst/>
              <a:rect l="0" t="0" r="0" b="0"/>
              <a:pathLst>
                <a:path w="85991" h="66028">
                  <a:moveTo>
                    <a:pt x="0" y="66028"/>
                  </a:moveTo>
                  <a:lnTo>
                    <a:pt x="85991" y="0"/>
                  </a:lnTo>
                </a:path>
              </a:pathLst>
            </a:custGeom>
            <a:noFill/>
            <a:ln w="20003">
              <a:solidFill>
                <a:srgbClr val="E5E9EC"/>
              </a:solidFill>
            </a:ln>
          </p:spPr>
        </p:sp>
        <p:sp>
          <p:nvSpPr>
            <p:cNvPr id="3340" name="Candidate_receptor__3339">
              <a:extLst>
                <a:ext uri="{FF2B5EF4-FFF2-40B4-BE49-F238E27FC236}">
                  <a16:creationId xmlns:a16="http://schemas.microsoft.com/office/drawing/2014/main" id="{E2EA7AA5-12BF-EA74-2751-BCAFDF9580EF}"/>
                </a:ext>
              </a:extLst>
            </p:cNvPr>
            <p:cNvSpPr>
              <a:spLocks noGrp="1"/>
            </p:cNvSpPr>
            <p:nvPr/>
          </p:nvSpPr>
          <p:spPr>
            <a:xfrm>
              <a:off x="4780353" y="3157289"/>
              <a:ext cx="88884" cy="44127"/>
            </a:xfrm>
            <a:custGeom>
              <a:avLst/>
              <a:gdLst/>
              <a:ahLst/>
              <a:cxnLst/>
              <a:rect l="0" t="0" r="0" b="0"/>
              <a:pathLst>
                <a:path w="88884" h="44127">
                  <a:moveTo>
                    <a:pt x="0" y="44127"/>
                  </a:moveTo>
                  <a:lnTo>
                    <a:pt x="88884" y="0"/>
                  </a:lnTo>
                </a:path>
              </a:pathLst>
            </a:custGeom>
            <a:noFill/>
            <a:ln w="20003">
              <a:solidFill>
                <a:srgbClr val="E5E9EC"/>
              </a:solidFill>
            </a:ln>
          </p:spPr>
        </p:sp>
        <p:sp>
          <p:nvSpPr>
            <p:cNvPr id="3341" name="Candidate_receptor__3340">
              <a:extLst>
                <a:ext uri="{FF2B5EF4-FFF2-40B4-BE49-F238E27FC236}">
                  <a16:creationId xmlns:a16="http://schemas.microsoft.com/office/drawing/2014/main" id="{A846BED5-C752-3E44-EB8E-93A6C7B68B9B}"/>
                </a:ext>
              </a:extLst>
            </p:cNvPr>
            <p:cNvSpPr>
              <a:spLocks noGrp="1"/>
            </p:cNvSpPr>
            <p:nvPr/>
          </p:nvSpPr>
          <p:spPr>
            <a:xfrm>
              <a:off x="4975759" y="2493546"/>
              <a:ext cx="34011" cy="108203"/>
            </a:xfrm>
            <a:custGeom>
              <a:avLst/>
              <a:gdLst/>
              <a:ahLst/>
              <a:cxnLst/>
              <a:rect l="0" t="0" r="0" b="0"/>
              <a:pathLst>
                <a:path w="34011" h="108203">
                  <a:moveTo>
                    <a:pt x="34011" y="0"/>
                  </a:moveTo>
                  <a:lnTo>
                    <a:pt x="0" y="108203"/>
                  </a:lnTo>
                </a:path>
              </a:pathLst>
            </a:custGeom>
            <a:noFill/>
            <a:ln w="20003">
              <a:solidFill>
                <a:srgbClr val="E5E9EC"/>
              </a:solidFill>
            </a:ln>
          </p:spPr>
        </p:sp>
        <p:sp>
          <p:nvSpPr>
            <p:cNvPr id="3342" name="Candidate_receptor__3341">
              <a:extLst>
                <a:ext uri="{FF2B5EF4-FFF2-40B4-BE49-F238E27FC236}">
                  <a16:creationId xmlns:a16="http://schemas.microsoft.com/office/drawing/2014/main" id="{CFC3BCE4-BA9E-FB05-B39C-DABB1ACFAF61}"/>
                </a:ext>
              </a:extLst>
            </p:cNvPr>
            <p:cNvSpPr>
              <a:spLocks noGrp="1"/>
            </p:cNvSpPr>
            <p:nvPr/>
          </p:nvSpPr>
          <p:spPr>
            <a:xfrm>
              <a:off x="5807822" y="2316224"/>
              <a:ext cx="84219" cy="21286"/>
            </a:xfrm>
            <a:custGeom>
              <a:avLst/>
              <a:gdLst/>
              <a:ahLst/>
              <a:cxnLst/>
              <a:rect l="0" t="0" r="0" b="0"/>
              <a:pathLst>
                <a:path w="84219" h="21286">
                  <a:moveTo>
                    <a:pt x="0" y="21286"/>
                  </a:moveTo>
                  <a:lnTo>
                    <a:pt x="84219" y="0"/>
                  </a:lnTo>
                </a:path>
              </a:pathLst>
            </a:custGeom>
            <a:noFill/>
            <a:ln w="20003">
              <a:solidFill>
                <a:srgbClr val="E5E9EC"/>
              </a:solidFill>
            </a:ln>
          </p:spPr>
        </p:sp>
        <p:sp>
          <p:nvSpPr>
            <p:cNvPr id="3343" name="Candidate_receptor__3342">
              <a:extLst>
                <a:ext uri="{FF2B5EF4-FFF2-40B4-BE49-F238E27FC236}">
                  <a16:creationId xmlns:a16="http://schemas.microsoft.com/office/drawing/2014/main" id="{6A814265-19C5-26BC-8CCF-7779E6843CAE}"/>
                </a:ext>
              </a:extLst>
            </p:cNvPr>
            <p:cNvSpPr>
              <a:spLocks noGrp="1"/>
            </p:cNvSpPr>
            <p:nvPr/>
          </p:nvSpPr>
          <p:spPr>
            <a:xfrm>
              <a:off x="4050198" y="2492122"/>
              <a:ext cx="112876" cy="3694"/>
            </a:xfrm>
            <a:custGeom>
              <a:avLst/>
              <a:gdLst/>
              <a:ahLst/>
              <a:cxnLst/>
              <a:rect l="0" t="0" r="0" b="0"/>
              <a:pathLst>
                <a:path w="112876" h="3694">
                  <a:moveTo>
                    <a:pt x="112876" y="0"/>
                  </a:moveTo>
                  <a:lnTo>
                    <a:pt x="0" y="3694"/>
                  </a:lnTo>
                </a:path>
              </a:pathLst>
            </a:custGeom>
            <a:noFill/>
            <a:ln w="20003">
              <a:solidFill>
                <a:srgbClr val="E5E9EC"/>
              </a:solidFill>
            </a:ln>
          </p:spPr>
        </p:sp>
        <p:sp>
          <p:nvSpPr>
            <p:cNvPr id="3344" name="Candidate_receptor__3343">
              <a:extLst>
                <a:ext uri="{FF2B5EF4-FFF2-40B4-BE49-F238E27FC236}">
                  <a16:creationId xmlns:a16="http://schemas.microsoft.com/office/drawing/2014/main" id="{C3F79E3C-5054-91BE-ACEA-6EFAB2BD6A46}"/>
                </a:ext>
              </a:extLst>
            </p:cNvPr>
            <p:cNvSpPr>
              <a:spLocks noGrp="1"/>
            </p:cNvSpPr>
            <p:nvPr/>
          </p:nvSpPr>
          <p:spPr>
            <a:xfrm>
              <a:off x="5709538" y="1557659"/>
              <a:ext cx="13166" cy="91597"/>
            </a:xfrm>
            <a:custGeom>
              <a:avLst/>
              <a:gdLst/>
              <a:ahLst/>
              <a:cxnLst/>
              <a:rect l="0" t="0" r="0" b="0"/>
              <a:pathLst>
                <a:path w="13166" h="91597">
                  <a:moveTo>
                    <a:pt x="0" y="91597"/>
                  </a:moveTo>
                  <a:lnTo>
                    <a:pt x="13166" y="0"/>
                  </a:lnTo>
                </a:path>
              </a:pathLst>
            </a:custGeom>
            <a:noFill/>
            <a:ln w="20003">
              <a:solidFill>
                <a:srgbClr val="E5E9EC"/>
              </a:solidFill>
            </a:ln>
          </p:spPr>
        </p:sp>
        <p:sp>
          <p:nvSpPr>
            <p:cNvPr id="3345" name="Candidate_receptor__3344">
              <a:extLst>
                <a:ext uri="{FF2B5EF4-FFF2-40B4-BE49-F238E27FC236}">
                  <a16:creationId xmlns:a16="http://schemas.microsoft.com/office/drawing/2014/main" id="{5B61C3A5-6A66-6FD9-833C-6A24801391BA}"/>
                </a:ext>
              </a:extLst>
            </p:cNvPr>
            <p:cNvSpPr>
              <a:spLocks noGrp="1"/>
            </p:cNvSpPr>
            <p:nvPr/>
          </p:nvSpPr>
          <p:spPr>
            <a:xfrm>
              <a:off x="4163074" y="2492122"/>
              <a:ext cx="73768" cy="86332"/>
            </a:xfrm>
            <a:custGeom>
              <a:avLst/>
              <a:gdLst/>
              <a:ahLst/>
              <a:cxnLst/>
              <a:rect l="0" t="0" r="0" b="0"/>
              <a:pathLst>
                <a:path w="73768" h="86332">
                  <a:moveTo>
                    <a:pt x="73768" y="86332"/>
                  </a:moveTo>
                  <a:lnTo>
                    <a:pt x="0" y="0"/>
                  </a:lnTo>
                </a:path>
              </a:pathLst>
            </a:custGeom>
            <a:noFill/>
            <a:ln w="20003">
              <a:solidFill>
                <a:srgbClr val="E5E9EC"/>
              </a:solidFill>
            </a:ln>
          </p:spPr>
        </p:sp>
        <p:sp>
          <p:nvSpPr>
            <p:cNvPr id="3346" name="Candidate_receptor__3345">
              <a:extLst>
                <a:ext uri="{FF2B5EF4-FFF2-40B4-BE49-F238E27FC236}">
                  <a16:creationId xmlns:a16="http://schemas.microsoft.com/office/drawing/2014/main" id="{74EAB387-C9D7-5831-4EDB-0A51B603D646}"/>
                </a:ext>
              </a:extLst>
            </p:cNvPr>
            <p:cNvSpPr>
              <a:spLocks noGrp="1"/>
            </p:cNvSpPr>
            <p:nvPr/>
          </p:nvSpPr>
          <p:spPr>
            <a:xfrm>
              <a:off x="5826563" y="1774698"/>
              <a:ext cx="10746" cy="93620"/>
            </a:xfrm>
            <a:custGeom>
              <a:avLst/>
              <a:gdLst/>
              <a:ahLst/>
              <a:cxnLst/>
              <a:rect l="0" t="0" r="0" b="0"/>
              <a:pathLst>
                <a:path w="10746" h="93620">
                  <a:moveTo>
                    <a:pt x="0" y="0"/>
                  </a:moveTo>
                  <a:lnTo>
                    <a:pt x="10746" y="93620"/>
                  </a:lnTo>
                </a:path>
              </a:pathLst>
            </a:custGeom>
            <a:noFill/>
            <a:ln w="20003">
              <a:solidFill>
                <a:srgbClr val="E5E9EC"/>
              </a:solidFill>
            </a:ln>
          </p:spPr>
        </p:sp>
        <p:sp>
          <p:nvSpPr>
            <p:cNvPr id="3347" name="Candidate_receptor__3346">
              <a:extLst>
                <a:ext uri="{FF2B5EF4-FFF2-40B4-BE49-F238E27FC236}">
                  <a16:creationId xmlns:a16="http://schemas.microsoft.com/office/drawing/2014/main" id="{DAA442A6-E23E-C240-5759-EFE996B5D099}"/>
                </a:ext>
              </a:extLst>
            </p:cNvPr>
            <p:cNvSpPr>
              <a:spLocks noGrp="1"/>
            </p:cNvSpPr>
            <p:nvPr/>
          </p:nvSpPr>
          <p:spPr>
            <a:xfrm>
              <a:off x="5391857" y="2781006"/>
              <a:ext cx="91363" cy="15159"/>
            </a:xfrm>
            <a:custGeom>
              <a:avLst/>
              <a:gdLst/>
              <a:ahLst/>
              <a:cxnLst/>
              <a:rect l="0" t="0" r="0" b="0"/>
              <a:pathLst>
                <a:path w="91363" h="15159">
                  <a:moveTo>
                    <a:pt x="0" y="0"/>
                  </a:moveTo>
                  <a:lnTo>
                    <a:pt x="91363" y="15159"/>
                  </a:lnTo>
                </a:path>
              </a:pathLst>
            </a:custGeom>
            <a:noFill/>
            <a:ln w="20003">
              <a:solidFill>
                <a:srgbClr val="E5E9EC"/>
              </a:solidFill>
            </a:ln>
          </p:spPr>
        </p:sp>
        <p:sp>
          <p:nvSpPr>
            <p:cNvPr id="3348" name="Candidate_receptor__3347">
              <a:extLst>
                <a:ext uri="{FF2B5EF4-FFF2-40B4-BE49-F238E27FC236}">
                  <a16:creationId xmlns:a16="http://schemas.microsoft.com/office/drawing/2014/main" id="{BB077896-E89A-0234-1545-E92345209E48}"/>
                </a:ext>
              </a:extLst>
            </p:cNvPr>
            <p:cNvSpPr>
              <a:spLocks noGrp="1"/>
            </p:cNvSpPr>
            <p:nvPr/>
          </p:nvSpPr>
          <p:spPr>
            <a:xfrm>
              <a:off x="5624476" y="2604347"/>
              <a:ext cx="5491" cy="93813"/>
            </a:xfrm>
            <a:custGeom>
              <a:avLst/>
              <a:gdLst/>
              <a:ahLst/>
              <a:cxnLst/>
              <a:rect l="0" t="0" r="0" b="0"/>
              <a:pathLst>
                <a:path w="5491" h="93813">
                  <a:moveTo>
                    <a:pt x="5491" y="0"/>
                  </a:moveTo>
                  <a:lnTo>
                    <a:pt x="0" y="93813"/>
                  </a:lnTo>
                </a:path>
              </a:pathLst>
            </a:custGeom>
            <a:noFill/>
            <a:ln w="8096">
              <a:solidFill>
                <a:srgbClr val="E5E9EC"/>
              </a:solidFill>
            </a:ln>
          </p:spPr>
        </p:sp>
        <p:sp>
          <p:nvSpPr>
            <p:cNvPr id="3349" name="Candidate_receptor__3348">
              <a:extLst>
                <a:ext uri="{FF2B5EF4-FFF2-40B4-BE49-F238E27FC236}">
                  <a16:creationId xmlns:a16="http://schemas.microsoft.com/office/drawing/2014/main" id="{562084DE-AB94-8CF8-CB96-5A9AAA0C908A}"/>
                </a:ext>
              </a:extLst>
            </p:cNvPr>
            <p:cNvSpPr>
              <a:spLocks noGrp="1"/>
            </p:cNvSpPr>
            <p:nvPr/>
          </p:nvSpPr>
          <p:spPr>
            <a:xfrm>
              <a:off x="5498074" y="1973342"/>
              <a:ext cx="877" cy="113907"/>
            </a:xfrm>
            <a:custGeom>
              <a:avLst/>
              <a:gdLst/>
              <a:ahLst/>
              <a:cxnLst/>
              <a:rect l="0" t="0" r="0" b="0"/>
              <a:pathLst>
                <a:path w="877" h="113907">
                  <a:moveTo>
                    <a:pt x="0" y="113907"/>
                  </a:moveTo>
                  <a:lnTo>
                    <a:pt x="877" y="0"/>
                  </a:lnTo>
                </a:path>
              </a:pathLst>
            </a:custGeom>
            <a:noFill/>
            <a:ln w="8096">
              <a:solidFill>
                <a:srgbClr val="E5E9EC"/>
              </a:solidFill>
            </a:ln>
          </p:spPr>
        </p:sp>
        <p:sp>
          <p:nvSpPr>
            <p:cNvPr id="3350" name="Candidate_receptor__3349">
              <a:extLst>
                <a:ext uri="{FF2B5EF4-FFF2-40B4-BE49-F238E27FC236}">
                  <a16:creationId xmlns:a16="http://schemas.microsoft.com/office/drawing/2014/main" id="{FCD144C5-FBB4-8204-25C6-B0C7AA1E7F2D}"/>
                </a:ext>
              </a:extLst>
            </p:cNvPr>
            <p:cNvSpPr>
              <a:spLocks noGrp="1"/>
            </p:cNvSpPr>
            <p:nvPr/>
          </p:nvSpPr>
          <p:spPr>
            <a:xfrm>
              <a:off x="4982219" y="3857520"/>
              <a:ext cx="81501" cy="67138"/>
            </a:xfrm>
            <a:custGeom>
              <a:avLst/>
              <a:gdLst/>
              <a:ahLst/>
              <a:cxnLst/>
              <a:rect l="0" t="0" r="0" b="0"/>
              <a:pathLst>
                <a:path w="81501" h="67138">
                  <a:moveTo>
                    <a:pt x="0" y="67138"/>
                  </a:moveTo>
                  <a:lnTo>
                    <a:pt x="81501" y="0"/>
                  </a:lnTo>
                </a:path>
              </a:pathLst>
            </a:custGeom>
            <a:noFill/>
            <a:ln w="8096">
              <a:solidFill>
                <a:srgbClr val="E5E9EC"/>
              </a:solidFill>
            </a:ln>
          </p:spPr>
        </p:sp>
        <p:sp>
          <p:nvSpPr>
            <p:cNvPr id="3351" name="Candidate_receptor__3350">
              <a:extLst>
                <a:ext uri="{FF2B5EF4-FFF2-40B4-BE49-F238E27FC236}">
                  <a16:creationId xmlns:a16="http://schemas.microsoft.com/office/drawing/2014/main" id="{DD400919-93F6-C816-83AF-E7E74AC19609}"/>
                </a:ext>
              </a:extLst>
            </p:cNvPr>
            <p:cNvSpPr>
              <a:spLocks noGrp="1"/>
            </p:cNvSpPr>
            <p:nvPr/>
          </p:nvSpPr>
          <p:spPr>
            <a:xfrm>
              <a:off x="4483270" y="3889061"/>
              <a:ext cx="49050" cy="56531"/>
            </a:xfrm>
            <a:custGeom>
              <a:avLst/>
              <a:gdLst/>
              <a:ahLst/>
              <a:cxnLst/>
              <a:rect l="0" t="0" r="0" b="0"/>
              <a:pathLst>
                <a:path w="49050" h="56531">
                  <a:moveTo>
                    <a:pt x="0" y="56531"/>
                  </a:moveTo>
                  <a:lnTo>
                    <a:pt x="49050" y="0"/>
                  </a:lnTo>
                </a:path>
              </a:pathLst>
            </a:custGeom>
            <a:noFill/>
            <a:ln w="8096">
              <a:solidFill>
                <a:srgbClr val="E5E9EC"/>
              </a:solidFill>
            </a:ln>
          </p:spPr>
        </p:sp>
        <p:sp>
          <p:nvSpPr>
            <p:cNvPr id="3352" name="Candidate_receptor__3351">
              <a:extLst>
                <a:ext uri="{FF2B5EF4-FFF2-40B4-BE49-F238E27FC236}">
                  <a16:creationId xmlns:a16="http://schemas.microsoft.com/office/drawing/2014/main" id="{5D142A4E-5225-981A-7354-9033EA48D552}"/>
                </a:ext>
              </a:extLst>
            </p:cNvPr>
            <p:cNvSpPr>
              <a:spLocks noGrp="1"/>
            </p:cNvSpPr>
            <p:nvPr/>
          </p:nvSpPr>
          <p:spPr>
            <a:xfrm>
              <a:off x="4585705" y="3083752"/>
              <a:ext cx="71636" cy="89006"/>
            </a:xfrm>
            <a:custGeom>
              <a:avLst/>
              <a:gdLst/>
              <a:ahLst/>
              <a:cxnLst/>
              <a:rect l="0" t="0" r="0" b="0"/>
              <a:pathLst>
                <a:path w="71636" h="89006">
                  <a:moveTo>
                    <a:pt x="71636" y="0"/>
                  </a:moveTo>
                  <a:lnTo>
                    <a:pt x="0" y="89006"/>
                  </a:lnTo>
                </a:path>
              </a:pathLst>
            </a:custGeom>
            <a:noFill/>
            <a:ln w="20003">
              <a:solidFill>
                <a:srgbClr val="E5E9EC"/>
              </a:solidFill>
            </a:ln>
          </p:spPr>
        </p:sp>
        <p:sp>
          <p:nvSpPr>
            <p:cNvPr id="3353" name="Candidate_receptor__3352">
              <a:extLst>
                <a:ext uri="{FF2B5EF4-FFF2-40B4-BE49-F238E27FC236}">
                  <a16:creationId xmlns:a16="http://schemas.microsoft.com/office/drawing/2014/main" id="{412D273B-3657-54C6-93AB-C68FD28F8E7D}"/>
                </a:ext>
              </a:extLst>
            </p:cNvPr>
            <p:cNvSpPr>
              <a:spLocks noGrp="1"/>
            </p:cNvSpPr>
            <p:nvPr/>
          </p:nvSpPr>
          <p:spPr>
            <a:xfrm>
              <a:off x="5892041" y="2316224"/>
              <a:ext cx="60325" cy="81485"/>
            </a:xfrm>
            <a:custGeom>
              <a:avLst/>
              <a:gdLst/>
              <a:ahLst/>
              <a:cxnLst/>
              <a:rect l="0" t="0" r="0" b="0"/>
              <a:pathLst>
                <a:path w="60325" h="81485">
                  <a:moveTo>
                    <a:pt x="0" y="0"/>
                  </a:moveTo>
                  <a:lnTo>
                    <a:pt x="60325" y="81485"/>
                  </a:lnTo>
                </a:path>
              </a:pathLst>
            </a:custGeom>
            <a:noFill/>
            <a:ln w="20003">
              <a:solidFill>
                <a:srgbClr val="E5E9EC"/>
              </a:solidFill>
            </a:ln>
          </p:spPr>
        </p:sp>
        <p:sp>
          <p:nvSpPr>
            <p:cNvPr id="3354" name="Candidate_receptor__3353">
              <a:extLst>
                <a:ext uri="{FF2B5EF4-FFF2-40B4-BE49-F238E27FC236}">
                  <a16:creationId xmlns:a16="http://schemas.microsoft.com/office/drawing/2014/main" id="{6A54C28B-D6CD-A672-0560-7DE0646FCCA2}"/>
                </a:ext>
              </a:extLst>
            </p:cNvPr>
            <p:cNvSpPr>
              <a:spLocks noGrp="1"/>
            </p:cNvSpPr>
            <p:nvPr/>
          </p:nvSpPr>
          <p:spPr>
            <a:xfrm>
              <a:off x="4717475" y="2277101"/>
              <a:ext cx="92017" cy="8603"/>
            </a:xfrm>
            <a:custGeom>
              <a:avLst/>
              <a:gdLst/>
              <a:ahLst/>
              <a:cxnLst/>
              <a:rect l="0" t="0" r="0" b="0"/>
              <a:pathLst>
                <a:path w="92017" h="8603">
                  <a:moveTo>
                    <a:pt x="0" y="0"/>
                  </a:moveTo>
                  <a:lnTo>
                    <a:pt x="92017" y="8603"/>
                  </a:lnTo>
                </a:path>
              </a:pathLst>
            </a:custGeom>
            <a:noFill/>
            <a:ln w="20003">
              <a:solidFill>
                <a:srgbClr val="E5E9EC"/>
              </a:solidFill>
            </a:ln>
          </p:spPr>
        </p:sp>
        <p:sp>
          <p:nvSpPr>
            <p:cNvPr id="3355" name="Candidate_receptor__3354">
              <a:extLst>
                <a:ext uri="{FF2B5EF4-FFF2-40B4-BE49-F238E27FC236}">
                  <a16:creationId xmlns:a16="http://schemas.microsoft.com/office/drawing/2014/main" id="{FC929F34-DE0C-D2FB-1D61-6D7C42732147}"/>
                </a:ext>
              </a:extLst>
            </p:cNvPr>
            <p:cNvSpPr>
              <a:spLocks noGrp="1"/>
            </p:cNvSpPr>
            <p:nvPr/>
          </p:nvSpPr>
          <p:spPr>
            <a:xfrm>
              <a:off x="3873119" y="2941661"/>
              <a:ext cx="81986" cy="55503"/>
            </a:xfrm>
            <a:custGeom>
              <a:avLst/>
              <a:gdLst/>
              <a:ahLst/>
              <a:cxnLst/>
              <a:rect l="0" t="0" r="0" b="0"/>
              <a:pathLst>
                <a:path w="81986" h="55503">
                  <a:moveTo>
                    <a:pt x="81986" y="55503"/>
                  </a:moveTo>
                  <a:lnTo>
                    <a:pt x="0" y="0"/>
                  </a:lnTo>
                </a:path>
              </a:pathLst>
            </a:custGeom>
            <a:noFill/>
            <a:ln w="20003">
              <a:solidFill>
                <a:srgbClr val="E5E9EC"/>
              </a:solidFill>
            </a:ln>
          </p:spPr>
        </p:sp>
        <p:sp>
          <p:nvSpPr>
            <p:cNvPr id="3356" name="Candidate_receptor__3355">
              <a:extLst>
                <a:ext uri="{FF2B5EF4-FFF2-40B4-BE49-F238E27FC236}">
                  <a16:creationId xmlns:a16="http://schemas.microsoft.com/office/drawing/2014/main" id="{066CA77D-354E-F45A-8038-4786AEAB9916}"/>
                </a:ext>
              </a:extLst>
            </p:cNvPr>
            <p:cNvSpPr>
              <a:spLocks noGrp="1"/>
            </p:cNvSpPr>
            <p:nvPr/>
          </p:nvSpPr>
          <p:spPr>
            <a:xfrm>
              <a:off x="5670777" y="1649255"/>
              <a:ext cx="38761" cy="59757"/>
            </a:xfrm>
            <a:custGeom>
              <a:avLst/>
              <a:gdLst/>
              <a:ahLst/>
              <a:cxnLst/>
              <a:rect l="0" t="0" r="0" b="0"/>
              <a:pathLst>
                <a:path w="38761" h="59757">
                  <a:moveTo>
                    <a:pt x="0" y="59757"/>
                  </a:moveTo>
                  <a:lnTo>
                    <a:pt x="38761" y="0"/>
                  </a:lnTo>
                </a:path>
              </a:pathLst>
            </a:custGeom>
            <a:noFill/>
            <a:ln w="20003">
              <a:solidFill>
                <a:srgbClr val="E5E9EC"/>
              </a:solidFill>
            </a:ln>
          </p:spPr>
        </p:sp>
        <p:sp>
          <p:nvSpPr>
            <p:cNvPr id="3357" name="Candidate_receptor__3356">
              <a:extLst>
                <a:ext uri="{FF2B5EF4-FFF2-40B4-BE49-F238E27FC236}">
                  <a16:creationId xmlns:a16="http://schemas.microsoft.com/office/drawing/2014/main" id="{130A2E2B-7FFA-7FC7-6B32-DCFE9CFB499B}"/>
                </a:ext>
              </a:extLst>
            </p:cNvPr>
            <p:cNvSpPr>
              <a:spLocks noGrp="1"/>
            </p:cNvSpPr>
            <p:nvPr/>
          </p:nvSpPr>
          <p:spPr>
            <a:xfrm>
              <a:off x="4335315" y="3469789"/>
              <a:ext cx="34094" cy="89408"/>
            </a:xfrm>
            <a:custGeom>
              <a:avLst/>
              <a:gdLst/>
              <a:ahLst/>
              <a:cxnLst/>
              <a:rect l="0" t="0" r="0" b="0"/>
              <a:pathLst>
                <a:path w="34094" h="89408">
                  <a:moveTo>
                    <a:pt x="0" y="0"/>
                  </a:moveTo>
                  <a:lnTo>
                    <a:pt x="34094" y="89408"/>
                  </a:lnTo>
                </a:path>
              </a:pathLst>
            </a:custGeom>
            <a:noFill/>
            <a:ln w="8096">
              <a:solidFill>
                <a:srgbClr val="E5E9EC"/>
              </a:solidFill>
            </a:ln>
          </p:spPr>
        </p:sp>
        <p:sp>
          <p:nvSpPr>
            <p:cNvPr id="3358" name="Candidate_receptor__3357">
              <a:extLst>
                <a:ext uri="{FF2B5EF4-FFF2-40B4-BE49-F238E27FC236}">
                  <a16:creationId xmlns:a16="http://schemas.microsoft.com/office/drawing/2014/main" id="{A1CD1A63-62D8-556F-F70C-2CD78620A38A}"/>
                </a:ext>
              </a:extLst>
            </p:cNvPr>
            <p:cNvSpPr>
              <a:spLocks noGrp="1"/>
            </p:cNvSpPr>
            <p:nvPr/>
          </p:nvSpPr>
          <p:spPr>
            <a:xfrm>
              <a:off x="5060509" y="3451199"/>
              <a:ext cx="25854" cy="43276"/>
            </a:xfrm>
            <a:custGeom>
              <a:avLst/>
              <a:gdLst/>
              <a:ahLst/>
              <a:cxnLst/>
              <a:rect l="0" t="0" r="0" b="0"/>
              <a:pathLst>
                <a:path w="25854" h="43276">
                  <a:moveTo>
                    <a:pt x="25854" y="0"/>
                  </a:moveTo>
                  <a:lnTo>
                    <a:pt x="0" y="43276"/>
                  </a:lnTo>
                </a:path>
              </a:pathLst>
            </a:custGeom>
            <a:noFill/>
            <a:ln w="20003">
              <a:solidFill>
                <a:srgbClr val="E5E9EC"/>
              </a:solidFill>
            </a:ln>
          </p:spPr>
        </p:sp>
        <p:sp>
          <p:nvSpPr>
            <p:cNvPr id="3359" name="Candidate_receptor__3358">
              <a:extLst>
                <a:ext uri="{FF2B5EF4-FFF2-40B4-BE49-F238E27FC236}">
                  <a16:creationId xmlns:a16="http://schemas.microsoft.com/office/drawing/2014/main" id="{C3FA2CE1-2465-051C-350F-50CCF5E15ED8}"/>
                </a:ext>
              </a:extLst>
            </p:cNvPr>
            <p:cNvSpPr>
              <a:spLocks noGrp="1"/>
            </p:cNvSpPr>
            <p:nvPr/>
          </p:nvSpPr>
          <p:spPr>
            <a:xfrm>
              <a:off x="4869237" y="3157289"/>
              <a:ext cx="62004" cy="95646"/>
            </a:xfrm>
            <a:custGeom>
              <a:avLst/>
              <a:gdLst/>
              <a:ahLst/>
              <a:cxnLst/>
              <a:rect l="0" t="0" r="0" b="0"/>
              <a:pathLst>
                <a:path w="62004" h="95646">
                  <a:moveTo>
                    <a:pt x="0" y="0"/>
                  </a:moveTo>
                  <a:lnTo>
                    <a:pt x="62004" y="95646"/>
                  </a:lnTo>
                </a:path>
              </a:pathLst>
            </a:custGeom>
            <a:noFill/>
            <a:ln w="20003">
              <a:solidFill>
                <a:srgbClr val="E5E9EC"/>
              </a:solidFill>
            </a:ln>
          </p:spPr>
        </p:sp>
        <p:sp>
          <p:nvSpPr>
            <p:cNvPr id="3360" name="Candidate_receptor__3359">
              <a:extLst>
                <a:ext uri="{FF2B5EF4-FFF2-40B4-BE49-F238E27FC236}">
                  <a16:creationId xmlns:a16="http://schemas.microsoft.com/office/drawing/2014/main" id="{20A83EFE-3032-2357-0590-DF5C2959A6C6}"/>
                </a:ext>
              </a:extLst>
            </p:cNvPr>
            <p:cNvSpPr>
              <a:spLocks noGrp="1"/>
            </p:cNvSpPr>
            <p:nvPr/>
          </p:nvSpPr>
          <p:spPr>
            <a:xfrm>
              <a:off x="4532659" y="3314649"/>
              <a:ext cx="39135" cy="79228"/>
            </a:xfrm>
            <a:custGeom>
              <a:avLst/>
              <a:gdLst/>
              <a:ahLst/>
              <a:cxnLst/>
              <a:rect l="0" t="0" r="0" b="0"/>
              <a:pathLst>
                <a:path w="39135" h="79228">
                  <a:moveTo>
                    <a:pt x="39135" y="79228"/>
                  </a:moveTo>
                  <a:lnTo>
                    <a:pt x="0" y="0"/>
                  </a:lnTo>
                </a:path>
              </a:pathLst>
            </a:custGeom>
            <a:noFill/>
            <a:ln w="8096">
              <a:solidFill>
                <a:srgbClr val="E5E9EC"/>
              </a:solidFill>
            </a:ln>
          </p:spPr>
        </p:sp>
        <p:sp>
          <p:nvSpPr>
            <p:cNvPr id="3361" name="Candidate_receptor__3360">
              <a:extLst>
                <a:ext uri="{FF2B5EF4-FFF2-40B4-BE49-F238E27FC236}">
                  <a16:creationId xmlns:a16="http://schemas.microsoft.com/office/drawing/2014/main" id="{1C5D79B8-181E-F368-B59F-71504280763D}"/>
                </a:ext>
              </a:extLst>
            </p:cNvPr>
            <p:cNvSpPr>
              <a:spLocks noGrp="1"/>
            </p:cNvSpPr>
            <p:nvPr/>
          </p:nvSpPr>
          <p:spPr>
            <a:xfrm>
              <a:off x="5966507" y="3470914"/>
              <a:ext cx="19705" cy="22454"/>
            </a:xfrm>
            <a:custGeom>
              <a:avLst/>
              <a:gdLst/>
              <a:ahLst/>
              <a:cxnLst/>
              <a:rect l="0" t="0" r="0" b="0"/>
              <a:pathLst>
                <a:path w="19705" h="22454">
                  <a:moveTo>
                    <a:pt x="0" y="0"/>
                  </a:moveTo>
                  <a:lnTo>
                    <a:pt x="19705" y="22454"/>
                  </a:lnTo>
                </a:path>
              </a:pathLst>
            </a:custGeom>
            <a:noFill/>
            <a:ln w="20003">
              <a:solidFill>
                <a:srgbClr val="E5E9EC"/>
              </a:solidFill>
            </a:ln>
          </p:spPr>
        </p:sp>
        <p:sp>
          <p:nvSpPr>
            <p:cNvPr id="3362" name="Candidate_receptor__3361">
              <a:extLst>
                <a:ext uri="{FF2B5EF4-FFF2-40B4-BE49-F238E27FC236}">
                  <a16:creationId xmlns:a16="http://schemas.microsoft.com/office/drawing/2014/main" id="{B6F8CADC-E264-D00E-FE6B-19BD9A6F2872}"/>
                </a:ext>
              </a:extLst>
            </p:cNvPr>
            <p:cNvSpPr>
              <a:spLocks noGrp="1"/>
            </p:cNvSpPr>
            <p:nvPr/>
          </p:nvSpPr>
          <p:spPr>
            <a:xfrm>
              <a:off x="5983165" y="2235455"/>
              <a:ext cx="71211" cy="47904"/>
            </a:xfrm>
            <a:custGeom>
              <a:avLst/>
              <a:gdLst/>
              <a:ahLst/>
              <a:cxnLst/>
              <a:rect l="0" t="0" r="0" b="0"/>
              <a:pathLst>
                <a:path w="71211" h="47904">
                  <a:moveTo>
                    <a:pt x="0" y="0"/>
                  </a:moveTo>
                  <a:lnTo>
                    <a:pt x="71211" y="47904"/>
                  </a:lnTo>
                </a:path>
              </a:pathLst>
            </a:custGeom>
            <a:noFill/>
            <a:ln w="20003">
              <a:solidFill>
                <a:srgbClr val="E5E9EC"/>
              </a:solidFill>
            </a:ln>
          </p:spPr>
        </p:sp>
        <p:sp>
          <p:nvSpPr>
            <p:cNvPr id="3363" name="Candidate_receptor__3362">
              <a:extLst>
                <a:ext uri="{FF2B5EF4-FFF2-40B4-BE49-F238E27FC236}">
                  <a16:creationId xmlns:a16="http://schemas.microsoft.com/office/drawing/2014/main" id="{4F46895F-A400-8895-8203-43FE0178408C}"/>
                </a:ext>
              </a:extLst>
            </p:cNvPr>
            <p:cNvSpPr>
              <a:spLocks noGrp="1"/>
            </p:cNvSpPr>
            <p:nvPr/>
          </p:nvSpPr>
          <p:spPr>
            <a:xfrm>
              <a:off x="5673447" y="3648212"/>
              <a:ext cx="87574" cy="74325"/>
            </a:xfrm>
            <a:custGeom>
              <a:avLst/>
              <a:gdLst/>
              <a:ahLst/>
              <a:cxnLst/>
              <a:rect l="0" t="0" r="0" b="0"/>
              <a:pathLst>
                <a:path w="87574" h="74325">
                  <a:moveTo>
                    <a:pt x="87574" y="0"/>
                  </a:moveTo>
                  <a:lnTo>
                    <a:pt x="0" y="74325"/>
                  </a:lnTo>
                </a:path>
              </a:pathLst>
            </a:custGeom>
            <a:noFill/>
            <a:ln w="20003">
              <a:solidFill>
                <a:srgbClr val="E5E9EC"/>
              </a:solidFill>
            </a:ln>
          </p:spPr>
        </p:sp>
        <p:sp>
          <p:nvSpPr>
            <p:cNvPr id="3364" name="Candidate_receptor__3363">
              <a:extLst>
                <a:ext uri="{FF2B5EF4-FFF2-40B4-BE49-F238E27FC236}">
                  <a16:creationId xmlns:a16="http://schemas.microsoft.com/office/drawing/2014/main" id="{8578E90A-30E5-6934-02A6-CFA40AB90FB1}"/>
                </a:ext>
              </a:extLst>
            </p:cNvPr>
            <p:cNvSpPr>
              <a:spLocks noGrp="1"/>
            </p:cNvSpPr>
            <p:nvPr/>
          </p:nvSpPr>
          <p:spPr>
            <a:xfrm>
              <a:off x="4674605" y="2826952"/>
              <a:ext cx="89819" cy="1702"/>
            </a:xfrm>
            <a:custGeom>
              <a:avLst/>
              <a:gdLst/>
              <a:ahLst/>
              <a:cxnLst/>
              <a:rect l="0" t="0" r="0" b="0"/>
              <a:pathLst>
                <a:path w="89819" h="1702">
                  <a:moveTo>
                    <a:pt x="0" y="1702"/>
                  </a:moveTo>
                  <a:lnTo>
                    <a:pt x="89819" y="0"/>
                  </a:lnTo>
                </a:path>
              </a:pathLst>
            </a:custGeom>
            <a:noFill/>
            <a:ln w="8096">
              <a:solidFill>
                <a:srgbClr val="E5E9EC"/>
              </a:solidFill>
            </a:ln>
          </p:spPr>
        </p:sp>
        <p:sp>
          <p:nvSpPr>
            <p:cNvPr id="3365" name="Candidate_receptor__3364">
              <a:extLst>
                <a:ext uri="{FF2B5EF4-FFF2-40B4-BE49-F238E27FC236}">
                  <a16:creationId xmlns:a16="http://schemas.microsoft.com/office/drawing/2014/main" id="{DF840271-D720-3D73-5252-0AA440E6001D}"/>
                </a:ext>
              </a:extLst>
            </p:cNvPr>
            <p:cNvSpPr>
              <a:spLocks noGrp="1"/>
            </p:cNvSpPr>
            <p:nvPr/>
          </p:nvSpPr>
          <p:spPr>
            <a:xfrm>
              <a:off x="5826563" y="1664841"/>
              <a:ext cx="10534" cy="109858"/>
            </a:xfrm>
            <a:custGeom>
              <a:avLst/>
              <a:gdLst/>
              <a:ahLst/>
              <a:cxnLst/>
              <a:rect l="0" t="0" r="0" b="0"/>
              <a:pathLst>
                <a:path w="10534" h="109858">
                  <a:moveTo>
                    <a:pt x="10534" y="0"/>
                  </a:moveTo>
                  <a:lnTo>
                    <a:pt x="0" y="109858"/>
                  </a:lnTo>
                </a:path>
              </a:pathLst>
            </a:custGeom>
            <a:noFill/>
            <a:ln w="8096">
              <a:solidFill>
                <a:srgbClr val="E5E9EC"/>
              </a:solidFill>
            </a:ln>
          </p:spPr>
        </p:sp>
        <p:sp>
          <p:nvSpPr>
            <p:cNvPr id="3366" name="Candidate_receptor__3365">
              <a:extLst>
                <a:ext uri="{FF2B5EF4-FFF2-40B4-BE49-F238E27FC236}">
                  <a16:creationId xmlns:a16="http://schemas.microsoft.com/office/drawing/2014/main" id="{89358BB6-40FD-DF93-57C8-C9620C961BF9}"/>
                </a:ext>
              </a:extLst>
            </p:cNvPr>
            <p:cNvSpPr>
              <a:spLocks noGrp="1"/>
            </p:cNvSpPr>
            <p:nvPr/>
          </p:nvSpPr>
          <p:spPr>
            <a:xfrm>
              <a:off x="5033559" y="3678982"/>
              <a:ext cx="53546" cy="70908"/>
            </a:xfrm>
            <a:custGeom>
              <a:avLst/>
              <a:gdLst/>
              <a:ahLst/>
              <a:cxnLst/>
              <a:rect l="0" t="0" r="0" b="0"/>
              <a:pathLst>
                <a:path w="53546" h="70908">
                  <a:moveTo>
                    <a:pt x="53546" y="70908"/>
                  </a:moveTo>
                  <a:lnTo>
                    <a:pt x="0" y="0"/>
                  </a:lnTo>
                </a:path>
              </a:pathLst>
            </a:custGeom>
            <a:noFill/>
            <a:ln w="20003">
              <a:solidFill>
                <a:srgbClr val="E5E9EC"/>
              </a:solidFill>
            </a:ln>
          </p:spPr>
        </p:sp>
        <p:sp>
          <p:nvSpPr>
            <p:cNvPr id="3367" name="Candidate_receptor__3366">
              <a:extLst>
                <a:ext uri="{FF2B5EF4-FFF2-40B4-BE49-F238E27FC236}">
                  <a16:creationId xmlns:a16="http://schemas.microsoft.com/office/drawing/2014/main" id="{2D95E3B5-90DA-56A9-C4B9-CDD440A2FEF6}"/>
                </a:ext>
              </a:extLst>
            </p:cNvPr>
            <p:cNvSpPr>
              <a:spLocks noGrp="1"/>
            </p:cNvSpPr>
            <p:nvPr/>
          </p:nvSpPr>
          <p:spPr>
            <a:xfrm>
              <a:off x="5175298" y="2433744"/>
              <a:ext cx="83033" cy="70370"/>
            </a:xfrm>
            <a:custGeom>
              <a:avLst/>
              <a:gdLst/>
              <a:ahLst/>
              <a:cxnLst/>
              <a:rect l="0" t="0" r="0" b="0"/>
              <a:pathLst>
                <a:path w="83033" h="70370">
                  <a:moveTo>
                    <a:pt x="83033" y="70370"/>
                  </a:moveTo>
                  <a:lnTo>
                    <a:pt x="0" y="0"/>
                  </a:lnTo>
                </a:path>
              </a:pathLst>
            </a:custGeom>
            <a:noFill/>
            <a:ln w="20003">
              <a:solidFill>
                <a:srgbClr val="E5E9EC"/>
              </a:solidFill>
            </a:ln>
          </p:spPr>
        </p:sp>
        <p:sp>
          <p:nvSpPr>
            <p:cNvPr id="3368" name="Candidate_receptor__3367">
              <a:extLst>
                <a:ext uri="{FF2B5EF4-FFF2-40B4-BE49-F238E27FC236}">
                  <a16:creationId xmlns:a16="http://schemas.microsoft.com/office/drawing/2014/main" id="{91391AE8-4616-5902-9C08-E04697B90F0D}"/>
                </a:ext>
              </a:extLst>
            </p:cNvPr>
            <p:cNvSpPr>
              <a:spLocks noGrp="1"/>
            </p:cNvSpPr>
            <p:nvPr/>
          </p:nvSpPr>
          <p:spPr>
            <a:xfrm>
              <a:off x="5490361" y="1722648"/>
              <a:ext cx="51044" cy="4949"/>
            </a:xfrm>
            <a:custGeom>
              <a:avLst/>
              <a:gdLst/>
              <a:ahLst/>
              <a:cxnLst/>
              <a:rect l="0" t="0" r="0" b="0"/>
              <a:pathLst>
                <a:path w="51044" h="4949">
                  <a:moveTo>
                    <a:pt x="0" y="0"/>
                  </a:moveTo>
                  <a:lnTo>
                    <a:pt x="51044" y="4949"/>
                  </a:lnTo>
                </a:path>
              </a:pathLst>
            </a:custGeom>
            <a:noFill/>
            <a:ln w="20003">
              <a:solidFill>
                <a:srgbClr val="E6E9EC"/>
              </a:solidFill>
            </a:ln>
          </p:spPr>
        </p:sp>
        <p:sp>
          <p:nvSpPr>
            <p:cNvPr id="3369" name="Candidate_receptor__3368">
              <a:extLst>
                <a:ext uri="{FF2B5EF4-FFF2-40B4-BE49-F238E27FC236}">
                  <a16:creationId xmlns:a16="http://schemas.microsoft.com/office/drawing/2014/main" id="{73ACE555-CB8B-0B48-40C0-135FD1BF0213}"/>
                </a:ext>
              </a:extLst>
            </p:cNvPr>
            <p:cNvSpPr>
              <a:spLocks noGrp="1"/>
            </p:cNvSpPr>
            <p:nvPr/>
          </p:nvSpPr>
          <p:spPr>
            <a:xfrm>
              <a:off x="4491822" y="2205321"/>
              <a:ext cx="58812" cy="47589"/>
            </a:xfrm>
            <a:custGeom>
              <a:avLst/>
              <a:gdLst/>
              <a:ahLst/>
              <a:cxnLst/>
              <a:rect l="0" t="0" r="0" b="0"/>
              <a:pathLst>
                <a:path w="58812" h="47589">
                  <a:moveTo>
                    <a:pt x="58812" y="47589"/>
                  </a:moveTo>
                  <a:lnTo>
                    <a:pt x="0" y="0"/>
                  </a:lnTo>
                </a:path>
              </a:pathLst>
            </a:custGeom>
            <a:noFill/>
            <a:ln w="20003">
              <a:solidFill>
                <a:srgbClr val="E6E9EC"/>
              </a:solidFill>
            </a:ln>
          </p:spPr>
        </p:sp>
        <p:sp>
          <p:nvSpPr>
            <p:cNvPr id="3370" name="Candidate_receptor__3369">
              <a:extLst>
                <a:ext uri="{FF2B5EF4-FFF2-40B4-BE49-F238E27FC236}">
                  <a16:creationId xmlns:a16="http://schemas.microsoft.com/office/drawing/2014/main" id="{B6F9B755-9DEA-4ECA-8B27-A653B083F982}"/>
                </a:ext>
              </a:extLst>
            </p:cNvPr>
            <p:cNvSpPr>
              <a:spLocks noGrp="1"/>
            </p:cNvSpPr>
            <p:nvPr/>
          </p:nvSpPr>
          <p:spPr>
            <a:xfrm>
              <a:off x="4236843" y="2538071"/>
              <a:ext cx="101896" cy="40382"/>
            </a:xfrm>
            <a:custGeom>
              <a:avLst/>
              <a:gdLst/>
              <a:ahLst/>
              <a:cxnLst/>
              <a:rect l="0" t="0" r="0" b="0"/>
              <a:pathLst>
                <a:path w="101896" h="40382">
                  <a:moveTo>
                    <a:pt x="101896" y="0"/>
                  </a:moveTo>
                  <a:lnTo>
                    <a:pt x="0" y="40382"/>
                  </a:lnTo>
                </a:path>
              </a:pathLst>
            </a:custGeom>
            <a:noFill/>
            <a:ln w="8096">
              <a:solidFill>
                <a:srgbClr val="E6E9EC"/>
              </a:solidFill>
            </a:ln>
          </p:spPr>
        </p:sp>
        <p:sp>
          <p:nvSpPr>
            <p:cNvPr id="3371" name="Candidate_receptor__3370">
              <a:extLst>
                <a:ext uri="{FF2B5EF4-FFF2-40B4-BE49-F238E27FC236}">
                  <a16:creationId xmlns:a16="http://schemas.microsoft.com/office/drawing/2014/main" id="{B1541490-4F51-392A-444B-B797597B4D6B}"/>
                </a:ext>
              </a:extLst>
            </p:cNvPr>
            <p:cNvSpPr>
              <a:spLocks noGrp="1"/>
            </p:cNvSpPr>
            <p:nvPr/>
          </p:nvSpPr>
          <p:spPr>
            <a:xfrm>
              <a:off x="4484641" y="3667296"/>
              <a:ext cx="57994" cy="71855"/>
            </a:xfrm>
            <a:custGeom>
              <a:avLst/>
              <a:gdLst/>
              <a:ahLst/>
              <a:cxnLst/>
              <a:rect l="0" t="0" r="0" b="0"/>
              <a:pathLst>
                <a:path w="57994" h="71855">
                  <a:moveTo>
                    <a:pt x="57994" y="0"/>
                  </a:moveTo>
                  <a:lnTo>
                    <a:pt x="0" y="71855"/>
                  </a:lnTo>
                </a:path>
              </a:pathLst>
            </a:custGeom>
            <a:noFill/>
            <a:ln w="20003">
              <a:solidFill>
                <a:srgbClr val="E6E9EC"/>
              </a:solidFill>
            </a:ln>
          </p:spPr>
        </p:sp>
        <p:sp>
          <p:nvSpPr>
            <p:cNvPr id="3372" name="Candidate_receptor__3371">
              <a:extLst>
                <a:ext uri="{FF2B5EF4-FFF2-40B4-BE49-F238E27FC236}">
                  <a16:creationId xmlns:a16="http://schemas.microsoft.com/office/drawing/2014/main" id="{421D370A-5721-0B11-DA61-850ADF102EF1}"/>
                </a:ext>
              </a:extLst>
            </p:cNvPr>
            <p:cNvSpPr>
              <a:spLocks noGrp="1"/>
            </p:cNvSpPr>
            <p:nvPr/>
          </p:nvSpPr>
          <p:spPr>
            <a:xfrm>
              <a:off x="4809493" y="2223155"/>
              <a:ext cx="90621" cy="62549"/>
            </a:xfrm>
            <a:custGeom>
              <a:avLst/>
              <a:gdLst/>
              <a:ahLst/>
              <a:cxnLst/>
              <a:rect l="0" t="0" r="0" b="0"/>
              <a:pathLst>
                <a:path w="90621" h="62549">
                  <a:moveTo>
                    <a:pt x="0" y="62549"/>
                  </a:moveTo>
                  <a:lnTo>
                    <a:pt x="90621" y="0"/>
                  </a:lnTo>
                </a:path>
              </a:pathLst>
            </a:custGeom>
            <a:noFill/>
            <a:ln w="8096">
              <a:solidFill>
                <a:srgbClr val="E6E9EC"/>
              </a:solidFill>
            </a:ln>
          </p:spPr>
        </p:sp>
        <p:sp>
          <p:nvSpPr>
            <p:cNvPr id="3373" name="Candidate_receptor__3372">
              <a:extLst>
                <a:ext uri="{FF2B5EF4-FFF2-40B4-BE49-F238E27FC236}">
                  <a16:creationId xmlns:a16="http://schemas.microsoft.com/office/drawing/2014/main" id="{ABD92B2F-4D30-19CA-12EB-99A2E7381C46}"/>
                </a:ext>
              </a:extLst>
            </p:cNvPr>
            <p:cNvSpPr>
              <a:spLocks noGrp="1"/>
            </p:cNvSpPr>
            <p:nvPr/>
          </p:nvSpPr>
          <p:spPr>
            <a:xfrm>
              <a:off x="4032365" y="2863254"/>
              <a:ext cx="91880" cy="69841"/>
            </a:xfrm>
            <a:custGeom>
              <a:avLst/>
              <a:gdLst/>
              <a:ahLst/>
              <a:cxnLst/>
              <a:rect l="0" t="0" r="0" b="0"/>
              <a:pathLst>
                <a:path w="91880" h="69841">
                  <a:moveTo>
                    <a:pt x="91880" y="69841"/>
                  </a:moveTo>
                  <a:lnTo>
                    <a:pt x="0" y="0"/>
                  </a:lnTo>
                </a:path>
              </a:pathLst>
            </a:custGeom>
            <a:noFill/>
            <a:ln w="20003">
              <a:solidFill>
                <a:srgbClr val="E6EAEC"/>
              </a:solidFill>
            </a:ln>
          </p:spPr>
        </p:sp>
        <p:sp>
          <p:nvSpPr>
            <p:cNvPr id="3374" name="Candidate_receptor__3373">
              <a:extLst>
                <a:ext uri="{FF2B5EF4-FFF2-40B4-BE49-F238E27FC236}">
                  <a16:creationId xmlns:a16="http://schemas.microsoft.com/office/drawing/2014/main" id="{C37C8CD9-CB8D-C908-511F-0643F3E13C9B}"/>
                </a:ext>
              </a:extLst>
            </p:cNvPr>
            <p:cNvSpPr>
              <a:spLocks noGrp="1"/>
            </p:cNvSpPr>
            <p:nvPr/>
          </p:nvSpPr>
          <p:spPr>
            <a:xfrm>
              <a:off x="5560998" y="1614107"/>
              <a:ext cx="38871" cy="9137"/>
            </a:xfrm>
            <a:custGeom>
              <a:avLst/>
              <a:gdLst/>
              <a:ahLst/>
              <a:cxnLst/>
              <a:rect l="0" t="0" r="0" b="0"/>
              <a:pathLst>
                <a:path w="38871" h="9137">
                  <a:moveTo>
                    <a:pt x="0" y="0"/>
                  </a:moveTo>
                  <a:lnTo>
                    <a:pt x="38871" y="9137"/>
                  </a:lnTo>
                </a:path>
              </a:pathLst>
            </a:custGeom>
            <a:noFill/>
            <a:ln w="20003">
              <a:solidFill>
                <a:srgbClr val="E6EAEC"/>
              </a:solidFill>
            </a:ln>
          </p:spPr>
        </p:sp>
        <p:sp>
          <p:nvSpPr>
            <p:cNvPr id="3375" name="Candidate_receptor__3374">
              <a:extLst>
                <a:ext uri="{FF2B5EF4-FFF2-40B4-BE49-F238E27FC236}">
                  <a16:creationId xmlns:a16="http://schemas.microsoft.com/office/drawing/2014/main" id="{503D9F93-4A33-E308-E15F-97180BF7C4E1}"/>
                </a:ext>
              </a:extLst>
            </p:cNvPr>
            <p:cNvSpPr>
              <a:spLocks noGrp="1"/>
            </p:cNvSpPr>
            <p:nvPr/>
          </p:nvSpPr>
          <p:spPr>
            <a:xfrm>
              <a:off x="4127456" y="2773320"/>
              <a:ext cx="70598" cy="17690"/>
            </a:xfrm>
            <a:custGeom>
              <a:avLst/>
              <a:gdLst/>
              <a:ahLst/>
              <a:cxnLst/>
              <a:rect l="0" t="0" r="0" b="0"/>
              <a:pathLst>
                <a:path w="70598" h="17690">
                  <a:moveTo>
                    <a:pt x="70598" y="17690"/>
                  </a:moveTo>
                  <a:lnTo>
                    <a:pt x="0" y="0"/>
                  </a:lnTo>
                </a:path>
              </a:pathLst>
            </a:custGeom>
            <a:noFill/>
            <a:ln w="20003">
              <a:solidFill>
                <a:srgbClr val="E6EAEC"/>
              </a:solidFill>
            </a:ln>
          </p:spPr>
        </p:sp>
        <p:sp>
          <p:nvSpPr>
            <p:cNvPr id="3376" name="Candidate_receptor__3375">
              <a:extLst>
                <a:ext uri="{FF2B5EF4-FFF2-40B4-BE49-F238E27FC236}">
                  <a16:creationId xmlns:a16="http://schemas.microsoft.com/office/drawing/2014/main" id="{1B53C534-1FB7-76C6-DFF8-4AE0A55D7D60}"/>
                </a:ext>
              </a:extLst>
            </p:cNvPr>
            <p:cNvSpPr>
              <a:spLocks noGrp="1"/>
            </p:cNvSpPr>
            <p:nvPr/>
          </p:nvSpPr>
          <p:spPr>
            <a:xfrm>
              <a:off x="4542635" y="3583724"/>
              <a:ext cx="5136" cy="83572"/>
            </a:xfrm>
            <a:custGeom>
              <a:avLst/>
              <a:gdLst/>
              <a:ahLst/>
              <a:cxnLst/>
              <a:rect l="0" t="0" r="0" b="0"/>
              <a:pathLst>
                <a:path w="5136" h="83572">
                  <a:moveTo>
                    <a:pt x="5136" y="0"/>
                  </a:moveTo>
                  <a:lnTo>
                    <a:pt x="0" y="83572"/>
                  </a:lnTo>
                </a:path>
              </a:pathLst>
            </a:custGeom>
            <a:noFill/>
            <a:ln w="8096">
              <a:solidFill>
                <a:srgbClr val="E6EAEC"/>
              </a:solidFill>
            </a:ln>
          </p:spPr>
        </p:sp>
        <p:sp>
          <p:nvSpPr>
            <p:cNvPr id="3377" name="Candidate_receptor__3376">
              <a:extLst>
                <a:ext uri="{FF2B5EF4-FFF2-40B4-BE49-F238E27FC236}">
                  <a16:creationId xmlns:a16="http://schemas.microsoft.com/office/drawing/2014/main" id="{FFA24855-58A2-D90C-4A1A-52F867C1AFA9}"/>
                </a:ext>
              </a:extLst>
            </p:cNvPr>
            <p:cNvSpPr>
              <a:spLocks noGrp="1"/>
            </p:cNvSpPr>
            <p:nvPr/>
          </p:nvSpPr>
          <p:spPr>
            <a:xfrm>
              <a:off x="5498074" y="2087249"/>
              <a:ext cx="101783" cy="28528"/>
            </a:xfrm>
            <a:custGeom>
              <a:avLst/>
              <a:gdLst/>
              <a:ahLst/>
              <a:cxnLst/>
              <a:rect l="0" t="0" r="0" b="0"/>
              <a:pathLst>
                <a:path w="101783" h="28528">
                  <a:moveTo>
                    <a:pt x="101783" y="28528"/>
                  </a:moveTo>
                  <a:lnTo>
                    <a:pt x="0" y="0"/>
                  </a:lnTo>
                </a:path>
              </a:pathLst>
            </a:custGeom>
            <a:noFill/>
            <a:ln w="8096">
              <a:solidFill>
                <a:srgbClr val="E6EAEC"/>
              </a:solidFill>
            </a:ln>
          </p:spPr>
        </p:sp>
        <p:sp>
          <p:nvSpPr>
            <p:cNvPr id="3378" name="Candidate_receptor__3377">
              <a:extLst>
                <a:ext uri="{FF2B5EF4-FFF2-40B4-BE49-F238E27FC236}">
                  <a16:creationId xmlns:a16="http://schemas.microsoft.com/office/drawing/2014/main" id="{35EFEE8F-8DA1-659A-8A5D-567873F093A9}"/>
                </a:ext>
              </a:extLst>
            </p:cNvPr>
            <p:cNvSpPr>
              <a:spLocks noGrp="1"/>
            </p:cNvSpPr>
            <p:nvPr/>
          </p:nvSpPr>
          <p:spPr>
            <a:xfrm>
              <a:off x="6071299" y="3157083"/>
              <a:ext cx="31336" cy="98857"/>
            </a:xfrm>
            <a:custGeom>
              <a:avLst/>
              <a:gdLst/>
              <a:ahLst/>
              <a:cxnLst/>
              <a:rect l="0" t="0" r="0" b="0"/>
              <a:pathLst>
                <a:path w="31336" h="98857">
                  <a:moveTo>
                    <a:pt x="0" y="98857"/>
                  </a:moveTo>
                  <a:lnTo>
                    <a:pt x="31336" y="0"/>
                  </a:lnTo>
                </a:path>
              </a:pathLst>
            </a:custGeom>
            <a:noFill/>
            <a:ln w="20003">
              <a:solidFill>
                <a:srgbClr val="E6EAEC"/>
              </a:solidFill>
            </a:ln>
          </p:spPr>
        </p:sp>
        <p:sp>
          <p:nvSpPr>
            <p:cNvPr id="3379" name="Candidate_receptor__3378">
              <a:extLst>
                <a:ext uri="{FF2B5EF4-FFF2-40B4-BE49-F238E27FC236}">
                  <a16:creationId xmlns:a16="http://schemas.microsoft.com/office/drawing/2014/main" id="{FF82B995-4C3F-8ADC-FCC1-9F17A93582CA}"/>
                </a:ext>
              </a:extLst>
            </p:cNvPr>
            <p:cNvSpPr>
              <a:spLocks noGrp="1"/>
            </p:cNvSpPr>
            <p:nvPr/>
          </p:nvSpPr>
          <p:spPr>
            <a:xfrm>
              <a:off x="5368355" y="3223359"/>
              <a:ext cx="47747" cy="56569"/>
            </a:xfrm>
            <a:custGeom>
              <a:avLst/>
              <a:gdLst/>
              <a:ahLst/>
              <a:cxnLst/>
              <a:rect l="0" t="0" r="0" b="0"/>
              <a:pathLst>
                <a:path w="47747" h="56569">
                  <a:moveTo>
                    <a:pt x="0" y="0"/>
                  </a:moveTo>
                  <a:lnTo>
                    <a:pt x="47747" y="56569"/>
                  </a:lnTo>
                </a:path>
              </a:pathLst>
            </a:custGeom>
            <a:noFill/>
            <a:ln w="20003">
              <a:solidFill>
                <a:srgbClr val="E6EAEC"/>
              </a:solidFill>
            </a:ln>
          </p:spPr>
        </p:sp>
        <p:sp>
          <p:nvSpPr>
            <p:cNvPr id="3380" name="Candidate_receptor__3379">
              <a:extLst>
                <a:ext uri="{FF2B5EF4-FFF2-40B4-BE49-F238E27FC236}">
                  <a16:creationId xmlns:a16="http://schemas.microsoft.com/office/drawing/2014/main" id="{D9A8B407-1E93-D39A-A2B8-E5C612230823}"/>
                </a:ext>
              </a:extLst>
            </p:cNvPr>
            <p:cNvSpPr>
              <a:spLocks noGrp="1"/>
            </p:cNvSpPr>
            <p:nvPr/>
          </p:nvSpPr>
          <p:spPr>
            <a:xfrm>
              <a:off x="5802140" y="2424249"/>
              <a:ext cx="1469" cy="25449"/>
            </a:xfrm>
            <a:custGeom>
              <a:avLst/>
              <a:gdLst/>
              <a:ahLst/>
              <a:cxnLst/>
              <a:rect l="0" t="0" r="0" b="0"/>
              <a:pathLst>
                <a:path w="1469" h="25449">
                  <a:moveTo>
                    <a:pt x="0" y="0"/>
                  </a:moveTo>
                  <a:lnTo>
                    <a:pt x="1469" y="25449"/>
                  </a:lnTo>
                </a:path>
              </a:pathLst>
            </a:custGeom>
            <a:noFill/>
            <a:ln w="20003">
              <a:solidFill>
                <a:srgbClr val="E6EAEC"/>
              </a:solidFill>
            </a:ln>
          </p:spPr>
        </p:sp>
        <p:sp>
          <p:nvSpPr>
            <p:cNvPr id="3381" name="Candidate_receptor__3380">
              <a:extLst>
                <a:ext uri="{FF2B5EF4-FFF2-40B4-BE49-F238E27FC236}">
                  <a16:creationId xmlns:a16="http://schemas.microsoft.com/office/drawing/2014/main" id="{C104B243-83D4-F2D7-E263-FCFDEA7D553C}"/>
                </a:ext>
              </a:extLst>
            </p:cNvPr>
            <p:cNvSpPr>
              <a:spLocks noGrp="1"/>
            </p:cNvSpPr>
            <p:nvPr/>
          </p:nvSpPr>
          <p:spPr>
            <a:xfrm>
              <a:off x="4383049" y="3739151"/>
              <a:ext cx="101592" cy="34761"/>
            </a:xfrm>
            <a:custGeom>
              <a:avLst/>
              <a:gdLst/>
              <a:ahLst/>
              <a:cxnLst/>
              <a:rect l="0" t="0" r="0" b="0"/>
              <a:pathLst>
                <a:path w="101592" h="34761">
                  <a:moveTo>
                    <a:pt x="101592" y="0"/>
                  </a:moveTo>
                  <a:lnTo>
                    <a:pt x="0" y="34761"/>
                  </a:lnTo>
                </a:path>
              </a:pathLst>
            </a:custGeom>
            <a:noFill/>
            <a:ln w="20003">
              <a:solidFill>
                <a:srgbClr val="E6EAEC"/>
              </a:solidFill>
            </a:ln>
          </p:spPr>
        </p:sp>
        <p:sp>
          <p:nvSpPr>
            <p:cNvPr id="3382" name="Candidate_receptor__3381">
              <a:extLst>
                <a:ext uri="{FF2B5EF4-FFF2-40B4-BE49-F238E27FC236}">
                  <a16:creationId xmlns:a16="http://schemas.microsoft.com/office/drawing/2014/main" id="{DD8368CD-1BAB-653D-E808-31D231A4B05A}"/>
                </a:ext>
              </a:extLst>
            </p:cNvPr>
            <p:cNvSpPr>
              <a:spLocks noGrp="1"/>
            </p:cNvSpPr>
            <p:nvPr/>
          </p:nvSpPr>
          <p:spPr>
            <a:xfrm>
              <a:off x="4805298" y="2061997"/>
              <a:ext cx="108735" cy="20673"/>
            </a:xfrm>
            <a:custGeom>
              <a:avLst/>
              <a:gdLst/>
              <a:ahLst/>
              <a:cxnLst/>
              <a:rect l="0" t="0" r="0" b="0"/>
              <a:pathLst>
                <a:path w="108735" h="20673">
                  <a:moveTo>
                    <a:pt x="0" y="0"/>
                  </a:moveTo>
                  <a:lnTo>
                    <a:pt x="108735" y="20673"/>
                  </a:lnTo>
                </a:path>
              </a:pathLst>
            </a:custGeom>
            <a:noFill/>
            <a:ln w="8096">
              <a:solidFill>
                <a:srgbClr val="E6EAEC"/>
              </a:solidFill>
            </a:ln>
          </p:spPr>
        </p:sp>
        <p:sp>
          <p:nvSpPr>
            <p:cNvPr id="3383" name="Candidate_receptor__3382">
              <a:extLst>
                <a:ext uri="{FF2B5EF4-FFF2-40B4-BE49-F238E27FC236}">
                  <a16:creationId xmlns:a16="http://schemas.microsoft.com/office/drawing/2014/main" id="{5551B83D-42A6-AAA2-A256-EA18263CC610}"/>
                </a:ext>
              </a:extLst>
            </p:cNvPr>
            <p:cNvSpPr>
              <a:spLocks noGrp="1"/>
            </p:cNvSpPr>
            <p:nvPr/>
          </p:nvSpPr>
          <p:spPr>
            <a:xfrm>
              <a:off x="5063719" y="3749890"/>
              <a:ext cx="23386" cy="107630"/>
            </a:xfrm>
            <a:custGeom>
              <a:avLst/>
              <a:gdLst/>
              <a:ahLst/>
              <a:cxnLst/>
              <a:rect l="0" t="0" r="0" b="0"/>
              <a:pathLst>
                <a:path w="23386" h="107630">
                  <a:moveTo>
                    <a:pt x="0" y="107630"/>
                  </a:moveTo>
                  <a:lnTo>
                    <a:pt x="23386" y="0"/>
                  </a:lnTo>
                </a:path>
              </a:pathLst>
            </a:custGeom>
            <a:noFill/>
            <a:ln w="20003">
              <a:solidFill>
                <a:srgbClr val="E6EAEC"/>
              </a:solidFill>
            </a:ln>
          </p:spPr>
        </p:sp>
        <p:sp>
          <p:nvSpPr>
            <p:cNvPr id="3384" name="Candidate_receptor__3383">
              <a:extLst>
                <a:ext uri="{FF2B5EF4-FFF2-40B4-BE49-F238E27FC236}">
                  <a16:creationId xmlns:a16="http://schemas.microsoft.com/office/drawing/2014/main" id="{A33C35C2-A22A-AF37-0650-436D6D3589A5}"/>
                </a:ext>
              </a:extLst>
            </p:cNvPr>
            <p:cNvSpPr>
              <a:spLocks noGrp="1"/>
            </p:cNvSpPr>
            <p:nvPr/>
          </p:nvSpPr>
          <p:spPr>
            <a:xfrm>
              <a:off x="4728474" y="3639605"/>
              <a:ext cx="113430" cy="16393"/>
            </a:xfrm>
            <a:custGeom>
              <a:avLst/>
              <a:gdLst/>
              <a:ahLst/>
              <a:cxnLst/>
              <a:rect l="0" t="0" r="0" b="0"/>
              <a:pathLst>
                <a:path w="113430" h="16393">
                  <a:moveTo>
                    <a:pt x="113430" y="16393"/>
                  </a:moveTo>
                  <a:lnTo>
                    <a:pt x="0" y="0"/>
                  </a:lnTo>
                </a:path>
              </a:pathLst>
            </a:custGeom>
            <a:noFill/>
            <a:ln w="8096">
              <a:solidFill>
                <a:srgbClr val="E6EAEC"/>
              </a:solidFill>
            </a:ln>
          </p:spPr>
        </p:sp>
        <p:sp>
          <p:nvSpPr>
            <p:cNvPr id="3385" name="Candidate_receptor__3384">
              <a:extLst>
                <a:ext uri="{FF2B5EF4-FFF2-40B4-BE49-F238E27FC236}">
                  <a16:creationId xmlns:a16="http://schemas.microsoft.com/office/drawing/2014/main" id="{C577FF71-A405-6761-0277-87D5A9177373}"/>
                </a:ext>
              </a:extLst>
            </p:cNvPr>
            <p:cNvSpPr>
              <a:spLocks noGrp="1"/>
            </p:cNvSpPr>
            <p:nvPr/>
          </p:nvSpPr>
          <p:spPr>
            <a:xfrm>
              <a:off x="5856407" y="3635627"/>
              <a:ext cx="87854" cy="50705"/>
            </a:xfrm>
            <a:custGeom>
              <a:avLst/>
              <a:gdLst/>
              <a:ahLst/>
              <a:cxnLst/>
              <a:rect l="0" t="0" r="0" b="0"/>
              <a:pathLst>
                <a:path w="87854" h="50705">
                  <a:moveTo>
                    <a:pt x="87854" y="0"/>
                  </a:moveTo>
                  <a:lnTo>
                    <a:pt x="0" y="50705"/>
                  </a:lnTo>
                </a:path>
              </a:pathLst>
            </a:custGeom>
            <a:noFill/>
            <a:ln w="20003">
              <a:solidFill>
                <a:srgbClr val="E6EAEC"/>
              </a:solidFill>
            </a:ln>
          </p:spPr>
        </p:sp>
        <p:sp>
          <p:nvSpPr>
            <p:cNvPr id="3386" name="Candidate_receptor__3385">
              <a:extLst>
                <a:ext uri="{FF2B5EF4-FFF2-40B4-BE49-F238E27FC236}">
                  <a16:creationId xmlns:a16="http://schemas.microsoft.com/office/drawing/2014/main" id="{CB5B9AC7-5ECE-A4FE-316A-E0C6031CBC9E}"/>
                </a:ext>
              </a:extLst>
            </p:cNvPr>
            <p:cNvSpPr>
              <a:spLocks noGrp="1"/>
            </p:cNvSpPr>
            <p:nvPr/>
          </p:nvSpPr>
          <p:spPr>
            <a:xfrm>
              <a:off x="4971061" y="2601749"/>
              <a:ext cx="4698" cy="18134"/>
            </a:xfrm>
            <a:custGeom>
              <a:avLst/>
              <a:gdLst/>
              <a:ahLst/>
              <a:cxnLst/>
              <a:rect l="0" t="0" r="0" b="0"/>
              <a:pathLst>
                <a:path w="4698" h="18134">
                  <a:moveTo>
                    <a:pt x="4698" y="0"/>
                  </a:moveTo>
                  <a:lnTo>
                    <a:pt x="0" y="18134"/>
                  </a:lnTo>
                </a:path>
              </a:pathLst>
            </a:custGeom>
            <a:noFill/>
            <a:ln w="20003">
              <a:solidFill>
                <a:srgbClr val="E6EAEC"/>
              </a:solidFill>
            </a:ln>
          </p:spPr>
        </p:sp>
        <p:sp>
          <p:nvSpPr>
            <p:cNvPr id="3387" name="Candidate_receptor__3386">
              <a:extLst>
                <a:ext uri="{FF2B5EF4-FFF2-40B4-BE49-F238E27FC236}">
                  <a16:creationId xmlns:a16="http://schemas.microsoft.com/office/drawing/2014/main" id="{832D0A34-6CD5-F590-8080-416FCC716322}"/>
                </a:ext>
              </a:extLst>
            </p:cNvPr>
            <p:cNvSpPr>
              <a:spLocks noGrp="1"/>
            </p:cNvSpPr>
            <p:nvPr/>
          </p:nvSpPr>
          <p:spPr>
            <a:xfrm>
              <a:off x="5761021" y="3648212"/>
              <a:ext cx="95386" cy="38120"/>
            </a:xfrm>
            <a:custGeom>
              <a:avLst/>
              <a:gdLst/>
              <a:ahLst/>
              <a:cxnLst/>
              <a:rect l="0" t="0" r="0" b="0"/>
              <a:pathLst>
                <a:path w="95386" h="38120">
                  <a:moveTo>
                    <a:pt x="95386" y="38120"/>
                  </a:moveTo>
                  <a:lnTo>
                    <a:pt x="0" y="0"/>
                  </a:lnTo>
                </a:path>
              </a:pathLst>
            </a:custGeom>
            <a:noFill/>
            <a:ln w="8096">
              <a:solidFill>
                <a:srgbClr val="E6EAEC"/>
              </a:solidFill>
            </a:ln>
          </p:spPr>
        </p:sp>
        <p:sp>
          <p:nvSpPr>
            <p:cNvPr id="3388" name="Candidate_receptor__3387">
              <a:extLst>
                <a:ext uri="{FF2B5EF4-FFF2-40B4-BE49-F238E27FC236}">
                  <a16:creationId xmlns:a16="http://schemas.microsoft.com/office/drawing/2014/main" id="{B044E2C9-DAC6-96BD-5CDD-E85A90C5DB1F}"/>
                </a:ext>
              </a:extLst>
            </p:cNvPr>
            <p:cNvSpPr>
              <a:spLocks noGrp="1"/>
            </p:cNvSpPr>
            <p:nvPr/>
          </p:nvSpPr>
          <p:spPr>
            <a:xfrm>
              <a:off x="5441447" y="3397132"/>
              <a:ext cx="97684" cy="15000"/>
            </a:xfrm>
            <a:custGeom>
              <a:avLst/>
              <a:gdLst/>
              <a:ahLst/>
              <a:cxnLst/>
              <a:rect l="0" t="0" r="0" b="0"/>
              <a:pathLst>
                <a:path w="97684" h="15000">
                  <a:moveTo>
                    <a:pt x="0" y="0"/>
                  </a:moveTo>
                  <a:lnTo>
                    <a:pt x="97684" y="15000"/>
                  </a:lnTo>
                </a:path>
              </a:pathLst>
            </a:custGeom>
            <a:noFill/>
            <a:ln w="20003">
              <a:solidFill>
                <a:srgbClr val="E6EAEC"/>
              </a:solidFill>
            </a:ln>
          </p:spPr>
        </p:sp>
        <p:sp>
          <p:nvSpPr>
            <p:cNvPr id="3389" name="Candidate_receptor__3388">
              <a:extLst>
                <a:ext uri="{FF2B5EF4-FFF2-40B4-BE49-F238E27FC236}">
                  <a16:creationId xmlns:a16="http://schemas.microsoft.com/office/drawing/2014/main" id="{1286D0DE-1567-7434-8958-39C0B5B44D54}"/>
                </a:ext>
              </a:extLst>
            </p:cNvPr>
            <p:cNvSpPr>
              <a:spLocks noGrp="1"/>
            </p:cNvSpPr>
            <p:nvPr/>
          </p:nvSpPr>
          <p:spPr>
            <a:xfrm>
              <a:off x="6001573" y="3107328"/>
              <a:ext cx="101062" cy="49755"/>
            </a:xfrm>
            <a:custGeom>
              <a:avLst/>
              <a:gdLst/>
              <a:ahLst/>
              <a:cxnLst/>
              <a:rect l="0" t="0" r="0" b="0"/>
              <a:pathLst>
                <a:path w="101062" h="49755">
                  <a:moveTo>
                    <a:pt x="101062" y="49755"/>
                  </a:moveTo>
                  <a:lnTo>
                    <a:pt x="0" y="0"/>
                  </a:lnTo>
                </a:path>
              </a:pathLst>
            </a:custGeom>
            <a:noFill/>
            <a:ln w="20003">
              <a:solidFill>
                <a:srgbClr val="E6EAEC"/>
              </a:solidFill>
            </a:ln>
          </p:spPr>
        </p:sp>
        <p:sp>
          <p:nvSpPr>
            <p:cNvPr id="3390" name="Candidate_receptor__3389">
              <a:extLst>
                <a:ext uri="{FF2B5EF4-FFF2-40B4-BE49-F238E27FC236}">
                  <a16:creationId xmlns:a16="http://schemas.microsoft.com/office/drawing/2014/main" id="{3C0657B5-AD3E-3BDD-D38F-081A1CA9A890}"/>
                </a:ext>
              </a:extLst>
            </p:cNvPr>
            <p:cNvSpPr>
              <a:spLocks noGrp="1"/>
            </p:cNvSpPr>
            <p:nvPr/>
          </p:nvSpPr>
          <p:spPr>
            <a:xfrm>
              <a:off x="3767964" y="2983403"/>
              <a:ext cx="23368" cy="69155"/>
            </a:xfrm>
            <a:custGeom>
              <a:avLst/>
              <a:gdLst/>
              <a:ahLst/>
              <a:cxnLst/>
              <a:rect l="0" t="0" r="0" b="0"/>
              <a:pathLst>
                <a:path w="23368" h="69155">
                  <a:moveTo>
                    <a:pt x="0" y="69155"/>
                  </a:moveTo>
                  <a:lnTo>
                    <a:pt x="23368" y="0"/>
                  </a:lnTo>
                </a:path>
              </a:pathLst>
            </a:custGeom>
            <a:noFill/>
            <a:ln w="8096">
              <a:solidFill>
                <a:srgbClr val="E6EAEC"/>
              </a:solidFill>
            </a:ln>
          </p:spPr>
        </p:sp>
        <p:sp>
          <p:nvSpPr>
            <p:cNvPr id="3391" name="Candidate_receptor__3390">
              <a:extLst>
                <a:ext uri="{FF2B5EF4-FFF2-40B4-BE49-F238E27FC236}">
                  <a16:creationId xmlns:a16="http://schemas.microsoft.com/office/drawing/2014/main" id="{60CB6F54-6308-7D1F-BE88-495E1B340261}"/>
                </a:ext>
              </a:extLst>
            </p:cNvPr>
            <p:cNvSpPr>
              <a:spLocks noGrp="1"/>
            </p:cNvSpPr>
            <p:nvPr/>
          </p:nvSpPr>
          <p:spPr>
            <a:xfrm>
              <a:off x="5009770" y="2493546"/>
              <a:ext cx="72023" cy="36721"/>
            </a:xfrm>
            <a:custGeom>
              <a:avLst/>
              <a:gdLst/>
              <a:ahLst/>
              <a:cxnLst/>
              <a:rect l="0" t="0" r="0" b="0"/>
              <a:pathLst>
                <a:path w="72023" h="36721">
                  <a:moveTo>
                    <a:pt x="72023" y="36721"/>
                  </a:moveTo>
                  <a:lnTo>
                    <a:pt x="0" y="0"/>
                  </a:lnTo>
                </a:path>
              </a:pathLst>
            </a:custGeom>
            <a:noFill/>
            <a:ln w="20003">
              <a:solidFill>
                <a:srgbClr val="E6EAEC"/>
              </a:solidFill>
            </a:ln>
          </p:spPr>
        </p:sp>
        <p:sp>
          <p:nvSpPr>
            <p:cNvPr id="3392" name="Candidate_receptor__3391">
              <a:extLst>
                <a:ext uri="{FF2B5EF4-FFF2-40B4-BE49-F238E27FC236}">
                  <a16:creationId xmlns:a16="http://schemas.microsoft.com/office/drawing/2014/main" id="{029A6021-F85E-3132-EB82-5B68653E1750}"/>
                </a:ext>
              </a:extLst>
            </p:cNvPr>
            <p:cNvSpPr>
              <a:spLocks noGrp="1"/>
            </p:cNvSpPr>
            <p:nvPr/>
          </p:nvSpPr>
          <p:spPr>
            <a:xfrm>
              <a:off x="6054376" y="2283359"/>
              <a:ext cx="99978" cy="54011"/>
            </a:xfrm>
            <a:custGeom>
              <a:avLst/>
              <a:gdLst/>
              <a:ahLst/>
              <a:cxnLst/>
              <a:rect l="0" t="0" r="0" b="0"/>
              <a:pathLst>
                <a:path w="99978" h="54011">
                  <a:moveTo>
                    <a:pt x="0" y="0"/>
                  </a:moveTo>
                  <a:lnTo>
                    <a:pt x="99978" y="54011"/>
                  </a:lnTo>
                </a:path>
              </a:pathLst>
            </a:custGeom>
            <a:noFill/>
            <a:ln w="20003">
              <a:solidFill>
                <a:srgbClr val="E6EAEC"/>
              </a:solidFill>
            </a:ln>
          </p:spPr>
        </p:sp>
        <p:sp>
          <p:nvSpPr>
            <p:cNvPr id="3393" name="Candidate_receptor__3392">
              <a:extLst>
                <a:ext uri="{FF2B5EF4-FFF2-40B4-BE49-F238E27FC236}">
                  <a16:creationId xmlns:a16="http://schemas.microsoft.com/office/drawing/2014/main" id="{8DAF097A-F92A-223E-6511-65B63B870791}"/>
                </a:ext>
              </a:extLst>
            </p:cNvPr>
            <p:cNvSpPr>
              <a:spLocks noGrp="1"/>
            </p:cNvSpPr>
            <p:nvPr/>
          </p:nvSpPr>
          <p:spPr>
            <a:xfrm>
              <a:off x="6127915" y="2133516"/>
              <a:ext cx="17286" cy="22268"/>
            </a:xfrm>
            <a:custGeom>
              <a:avLst/>
              <a:gdLst/>
              <a:ahLst/>
              <a:cxnLst/>
              <a:rect l="0" t="0" r="0" b="0"/>
              <a:pathLst>
                <a:path w="17286" h="22268">
                  <a:moveTo>
                    <a:pt x="0" y="0"/>
                  </a:moveTo>
                  <a:lnTo>
                    <a:pt x="17286" y="22268"/>
                  </a:lnTo>
                </a:path>
              </a:pathLst>
            </a:custGeom>
            <a:noFill/>
            <a:ln w="8096">
              <a:solidFill>
                <a:srgbClr val="E6EAEC"/>
              </a:solidFill>
            </a:ln>
          </p:spPr>
        </p:sp>
        <p:sp>
          <p:nvSpPr>
            <p:cNvPr id="3394" name="Candidate_receptor__3393">
              <a:extLst>
                <a:ext uri="{FF2B5EF4-FFF2-40B4-BE49-F238E27FC236}">
                  <a16:creationId xmlns:a16="http://schemas.microsoft.com/office/drawing/2014/main" id="{05FD2F98-2C4E-C00F-6A6D-82EC9D17DA7E}"/>
                </a:ext>
              </a:extLst>
            </p:cNvPr>
            <p:cNvSpPr>
              <a:spLocks noGrp="1"/>
            </p:cNvSpPr>
            <p:nvPr/>
          </p:nvSpPr>
          <p:spPr>
            <a:xfrm>
              <a:off x="3823409" y="2635216"/>
              <a:ext cx="64520" cy="83744"/>
            </a:xfrm>
            <a:custGeom>
              <a:avLst/>
              <a:gdLst/>
              <a:ahLst/>
              <a:cxnLst/>
              <a:rect l="0" t="0" r="0" b="0"/>
              <a:pathLst>
                <a:path w="64520" h="83744">
                  <a:moveTo>
                    <a:pt x="64520" y="83744"/>
                  </a:moveTo>
                  <a:lnTo>
                    <a:pt x="0" y="0"/>
                  </a:lnTo>
                </a:path>
              </a:pathLst>
            </a:custGeom>
            <a:noFill/>
            <a:ln w="20003">
              <a:solidFill>
                <a:srgbClr val="E6EAEC"/>
              </a:solidFill>
            </a:ln>
          </p:spPr>
        </p:sp>
        <p:sp>
          <p:nvSpPr>
            <p:cNvPr id="3395" name="Candidate_receptor__3394">
              <a:extLst>
                <a:ext uri="{FF2B5EF4-FFF2-40B4-BE49-F238E27FC236}">
                  <a16:creationId xmlns:a16="http://schemas.microsoft.com/office/drawing/2014/main" id="{5147D8C7-103D-13EB-C3CE-A851F17514AB}"/>
                </a:ext>
              </a:extLst>
            </p:cNvPr>
            <p:cNvSpPr>
              <a:spLocks noGrp="1"/>
            </p:cNvSpPr>
            <p:nvPr/>
          </p:nvSpPr>
          <p:spPr>
            <a:xfrm>
              <a:off x="4602880" y="2739906"/>
              <a:ext cx="71725" cy="88749"/>
            </a:xfrm>
            <a:custGeom>
              <a:avLst/>
              <a:gdLst/>
              <a:ahLst/>
              <a:cxnLst/>
              <a:rect l="0" t="0" r="0" b="0"/>
              <a:pathLst>
                <a:path w="71725" h="88749">
                  <a:moveTo>
                    <a:pt x="0" y="0"/>
                  </a:moveTo>
                  <a:lnTo>
                    <a:pt x="71725" y="88749"/>
                  </a:lnTo>
                </a:path>
              </a:pathLst>
            </a:custGeom>
            <a:noFill/>
            <a:ln w="8096">
              <a:solidFill>
                <a:srgbClr val="E6EAED"/>
              </a:solidFill>
            </a:ln>
          </p:spPr>
        </p:sp>
        <p:sp>
          <p:nvSpPr>
            <p:cNvPr id="3396" name="Candidate_receptor__3395">
              <a:extLst>
                <a:ext uri="{FF2B5EF4-FFF2-40B4-BE49-F238E27FC236}">
                  <a16:creationId xmlns:a16="http://schemas.microsoft.com/office/drawing/2014/main" id="{A4754401-7EC3-9D65-5666-CC74C77A1CD9}"/>
                </a:ext>
              </a:extLst>
            </p:cNvPr>
            <p:cNvSpPr>
              <a:spLocks noGrp="1"/>
            </p:cNvSpPr>
            <p:nvPr/>
          </p:nvSpPr>
          <p:spPr>
            <a:xfrm>
              <a:off x="5081793" y="2530266"/>
              <a:ext cx="53281" cy="66762"/>
            </a:xfrm>
            <a:custGeom>
              <a:avLst/>
              <a:gdLst/>
              <a:ahLst/>
              <a:cxnLst/>
              <a:rect l="0" t="0" r="0" b="0"/>
              <a:pathLst>
                <a:path w="53281" h="66762">
                  <a:moveTo>
                    <a:pt x="53281" y="66762"/>
                  </a:moveTo>
                  <a:lnTo>
                    <a:pt x="0" y="0"/>
                  </a:lnTo>
                </a:path>
              </a:pathLst>
            </a:custGeom>
            <a:noFill/>
            <a:ln w="20003">
              <a:solidFill>
                <a:srgbClr val="E6EAED"/>
              </a:solidFill>
            </a:ln>
          </p:spPr>
        </p:sp>
        <p:sp>
          <p:nvSpPr>
            <p:cNvPr id="3397" name="Candidate_receptor__3396">
              <a:extLst>
                <a:ext uri="{FF2B5EF4-FFF2-40B4-BE49-F238E27FC236}">
                  <a16:creationId xmlns:a16="http://schemas.microsoft.com/office/drawing/2014/main" id="{A62D7F78-ABF9-0B48-6D98-384DF704530A}"/>
                </a:ext>
              </a:extLst>
            </p:cNvPr>
            <p:cNvSpPr>
              <a:spLocks noGrp="1"/>
            </p:cNvSpPr>
            <p:nvPr/>
          </p:nvSpPr>
          <p:spPr>
            <a:xfrm>
              <a:off x="5945862" y="3107328"/>
              <a:ext cx="55712" cy="95351"/>
            </a:xfrm>
            <a:custGeom>
              <a:avLst/>
              <a:gdLst/>
              <a:ahLst/>
              <a:cxnLst/>
              <a:rect l="0" t="0" r="0" b="0"/>
              <a:pathLst>
                <a:path w="55712" h="95351">
                  <a:moveTo>
                    <a:pt x="55712" y="0"/>
                  </a:moveTo>
                  <a:lnTo>
                    <a:pt x="0" y="95351"/>
                  </a:lnTo>
                </a:path>
              </a:pathLst>
            </a:custGeom>
            <a:noFill/>
            <a:ln w="20003">
              <a:solidFill>
                <a:srgbClr val="E6EAED"/>
              </a:solidFill>
            </a:ln>
          </p:spPr>
        </p:sp>
        <p:sp>
          <p:nvSpPr>
            <p:cNvPr id="3398" name="Candidate_receptor__3397">
              <a:extLst>
                <a:ext uri="{FF2B5EF4-FFF2-40B4-BE49-F238E27FC236}">
                  <a16:creationId xmlns:a16="http://schemas.microsoft.com/office/drawing/2014/main" id="{DF36629B-C56E-DE4B-FBCF-CD5787EB4E0F}"/>
                </a:ext>
              </a:extLst>
            </p:cNvPr>
            <p:cNvSpPr>
              <a:spLocks noGrp="1"/>
            </p:cNvSpPr>
            <p:nvPr/>
          </p:nvSpPr>
          <p:spPr>
            <a:xfrm>
              <a:off x="5657735" y="2345083"/>
              <a:ext cx="62440" cy="80410"/>
            </a:xfrm>
            <a:custGeom>
              <a:avLst/>
              <a:gdLst/>
              <a:ahLst/>
              <a:cxnLst/>
              <a:rect l="0" t="0" r="0" b="0"/>
              <a:pathLst>
                <a:path w="62440" h="80410">
                  <a:moveTo>
                    <a:pt x="0" y="80410"/>
                  </a:moveTo>
                  <a:lnTo>
                    <a:pt x="62440" y="0"/>
                  </a:lnTo>
                </a:path>
              </a:pathLst>
            </a:custGeom>
            <a:noFill/>
            <a:ln w="20003">
              <a:solidFill>
                <a:srgbClr val="E6EAED"/>
              </a:solidFill>
            </a:ln>
          </p:spPr>
        </p:sp>
        <p:sp>
          <p:nvSpPr>
            <p:cNvPr id="3399" name="Candidate_receptor__3398">
              <a:extLst>
                <a:ext uri="{FF2B5EF4-FFF2-40B4-BE49-F238E27FC236}">
                  <a16:creationId xmlns:a16="http://schemas.microsoft.com/office/drawing/2014/main" id="{B2A597A2-3F29-4ACF-67DD-9E945300FCB4}"/>
                </a:ext>
              </a:extLst>
            </p:cNvPr>
            <p:cNvSpPr>
              <a:spLocks noGrp="1"/>
            </p:cNvSpPr>
            <p:nvPr/>
          </p:nvSpPr>
          <p:spPr>
            <a:xfrm>
              <a:off x="5786302" y="1626119"/>
              <a:ext cx="50795" cy="38721"/>
            </a:xfrm>
            <a:custGeom>
              <a:avLst/>
              <a:gdLst/>
              <a:ahLst/>
              <a:cxnLst/>
              <a:rect l="0" t="0" r="0" b="0"/>
              <a:pathLst>
                <a:path w="50795" h="38721">
                  <a:moveTo>
                    <a:pt x="0" y="0"/>
                  </a:moveTo>
                  <a:lnTo>
                    <a:pt x="50795" y="38721"/>
                  </a:lnTo>
                </a:path>
              </a:pathLst>
            </a:custGeom>
            <a:noFill/>
            <a:ln w="20003">
              <a:solidFill>
                <a:srgbClr val="E6EAED"/>
              </a:solidFill>
            </a:ln>
          </p:spPr>
        </p:sp>
        <p:sp>
          <p:nvSpPr>
            <p:cNvPr id="3400" name="Candidate_receptor__3399">
              <a:extLst>
                <a:ext uri="{FF2B5EF4-FFF2-40B4-BE49-F238E27FC236}">
                  <a16:creationId xmlns:a16="http://schemas.microsoft.com/office/drawing/2014/main" id="{01E25F85-4FFF-D385-86CF-36EDF8AF17AF}"/>
                </a:ext>
              </a:extLst>
            </p:cNvPr>
            <p:cNvSpPr>
              <a:spLocks noGrp="1"/>
            </p:cNvSpPr>
            <p:nvPr/>
          </p:nvSpPr>
          <p:spPr>
            <a:xfrm>
              <a:off x="4900114" y="2223155"/>
              <a:ext cx="79749" cy="21736"/>
            </a:xfrm>
            <a:custGeom>
              <a:avLst/>
              <a:gdLst/>
              <a:ahLst/>
              <a:cxnLst/>
              <a:rect l="0" t="0" r="0" b="0"/>
              <a:pathLst>
                <a:path w="79749" h="21736">
                  <a:moveTo>
                    <a:pt x="0" y="0"/>
                  </a:moveTo>
                  <a:lnTo>
                    <a:pt x="79749" y="21736"/>
                  </a:lnTo>
                </a:path>
              </a:pathLst>
            </a:custGeom>
            <a:noFill/>
            <a:ln w="8096">
              <a:solidFill>
                <a:srgbClr val="E6EAED"/>
              </a:solidFill>
            </a:ln>
          </p:spPr>
        </p:sp>
        <p:sp>
          <p:nvSpPr>
            <p:cNvPr id="3401" name="Candidate_receptor__3400">
              <a:extLst>
                <a:ext uri="{FF2B5EF4-FFF2-40B4-BE49-F238E27FC236}">
                  <a16:creationId xmlns:a16="http://schemas.microsoft.com/office/drawing/2014/main" id="{6CE1B98F-96EB-CD4E-CE41-BDA166220DCE}"/>
                </a:ext>
              </a:extLst>
            </p:cNvPr>
            <p:cNvSpPr>
              <a:spLocks noGrp="1"/>
            </p:cNvSpPr>
            <p:nvPr/>
          </p:nvSpPr>
          <p:spPr>
            <a:xfrm>
              <a:off x="4821145" y="2554575"/>
              <a:ext cx="21348" cy="102250"/>
            </a:xfrm>
            <a:custGeom>
              <a:avLst/>
              <a:gdLst/>
              <a:ahLst/>
              <a:cxnLst/>
              <a:rect l="0" t="0" r="0" b="0"/>
              <a:pathLst>
                <a:path w="21348" h="102250">
                  <a:moveTo>
                    <a:pt x="21348" y="0"/>
                  </a:moveTo>
                  <a:lnTo>
                    <a:pt x="0" y="102250"/>
                  </a:lnTo>
                </a:path>
              </a:pathLst>
            </a:custGeom>
            <a:noFill/>
            <a:ln w="20003">
              <a:solidFill>
                <a:srgbClr val="E6EAED"/>
              </a:solidFill>
            </a:ln>
          </p:spPr>
        </p:sp>
        <p:sp>
          <p:nvSpPr>
            <p:cNvPr id="3402" name="Candidate_receptor__3401">
              <a:extLst>
                <a:ext uri="{FF2B5EF4-FFF2-40B4-BE49-F238E27FC236}">
                  <a16:creationId xmlns:a16="http://schemas.microsoft.com/office/drawing/2014/main" id="{F6950A55-2CDD-4B39-4835-D160A485BDFA}"/>
                </a:ext>
              </a:extLst>
            </p:cNvPr>
            <p:cNvSpPr>
              <a:spLocks noGrp="1"/>
            </p:cNvSpPr>
            <p:nvPr/>
          </p:nvSpPr>
          <p:spPr>
            <a:xfrm>
              <a:off x="5599857" y="2089095"/>
              <a:ext cx="110898" cy="26683"/>
            </a:xfrm>
            <a:custGeom>
              <a:avLst/>
              <a:gdLst/>
              <a:ahLst/>
              <a:cxnLst/>
              <a:rect l="0" t="0" r="0" b="0"/>
              <a:pathLst>
                <a:path w="110898" h="26683">
                  <a:moveTo>
                    <a:pt x="110898" y="0"/>
                  </a:moveTo>
                  <a:lnTo>
                    <a:pt x="0" y="26683"/>
                  </a:lnTo>
                </a:path>
              </a:pathLst>
            </a:custGeom>
            <a:noFill/>
            <a:ln w="20003">
              <a:solidFill>
                <a:srgbClr val="E6EAED"/>
              </a:solidFill>
            </a:ln>
          </p:spPr>
        </p:sp>
        <p:sp>
          <p:nvSpPr>
            <p:cNvPr id="3403" name="Candidate_receptor__3402">
              <a:extLst>
                <a:ext uri="{FF2B5EF4-FFF2-40B4-BE49-F238E27FC236}">
                  <a16:creationId xmlns:a16="http://schemas.microsoft.com/office/drawing/2014/main" id="{CCB5F5B4-E585-843B-3935-B1FA39CAD83B}"/>
                </a:ext>
              </a:extLst>
            </p:cNvPr>
            <p:cNvSpPr>
              <a:spLocks noGrp="1"/>
            </p:cNvSpPr>
            <p:nvPr/>
          </p:nvSpPr>
          <p:spPr>
            <a:xfrm>
              <a:off x="4545149" y="3170705"/>
              <a:ext cx="40556" cy="2053"/>
            </a:xfrm>
            <a:custGeom>
              <a:avLst/>
              <a:gdLst/>
              <a:ahLst/>
              <a:cxnLst/>
              <a:rect l="0" t="0" r="0" b="0"/>
              <a:pathLst>
                <a:path w="40556" h="2053">
                  <a:moveTo>
                    <a:pt x="40556" y="2053"/>
                  </a:moveTo>
                  <a:lnTo>
                    <a:pt x="0" y="0"/>
                  </a:lnTo>
                </a:path>
              </a:pathLst>
            </a:custGeom>
            <a:noFill/>
            <a:ln w="20003">
              <a:solidFill>
                <a:srgbClr val="E6EAED"/>
              </a:solidFill>
            </a:ln>
          </p:spPr>
        </p:sp>
        <p:sp>
          <p:nvSpPr>
            <p:cNvPr id="3404" name="Candidate_receptor__3403">
              <a:extLst>
                <a:ext uri="{FF2B5EF4-FFF2-40B4-BE49-F238E27FC236}">
                  <a16:creationId xmlns:a16="http://schemas.microsoft.com/office/drawing/2014/main" id="{37E79D96-D277-8EE5-3DA8-25D54A388100}"/>
                </a:ext>
              </a:extLst>
            </p:cNvPr>
            <p:cNvSpPr>
              <a:spLocks noGrp="1"/>
            </p:cNvSpPr>
            <p:nvPr/>
          </p:nvSpPr>
          <p:spPr>
            <a:xfrm>
              <a:off x="5563734" y="2698161"/>
              <a:ext cx="60742" cy="88219"/>
            </a:xfrm>
            <a:custGeom>
              <a:avLst/>
              <a:gdLst/>
              <a:ahLst/>
              <a:cxnLst/>
              <a:rect l="0" t="0" r="0" b="0"/>
              <a:pathLst>
                <a:path w="60742" h="88219">
                  <a:moveTo>
                    <a:pt x="60742" y="0"/>
                  </a:moveTo>
                  <a:lnTo>
                    <a:pt x="0" y="88219"/>
                  </a:lnTo>
                </a:path>
              </a:pathLst>
            </a:custGeom>
            <a:noFill/>
            <a:ln w="20003">
              <a:solidFill>
                <a:srgbClr val="E6EAED"/>
              </a:solidFill>
            </a:ln>
          </p:spPr>
        </p:sp>
        <p:sp>
          <p:nvSpPr>
            <p:cNvPr id="3405" name="Candidate_receptor__3404">
              <a:extLst>
                <a:ext uri="{FF2B5EF4-FFF2-40B4-BE49-F238E27FC236}">
                  <a16:creationId xmlns:a16="http://schemas.microsoft.com/office/drawing/2014/main" id="{F4B3B3CF-1C2B-F69B-6B06-11F7067BA8BD}"/>
                </a:ext>
              </a:extLst>
            </p:cNvPr>
            <p:cNvSpPr>
              <a:spLocks noGrp="1"/>
            </p:cNvSpPr>
            <p:nvPr/>
          </p:nvSpPr>
          <p:spPr>
            <a:xfrm>
              <a:off x="5423006" y="1637307"/>
              <a:ext cx="67355" cy="85341"/>
            </a:xfrm>
            <a:custGeom>
              <a:avLst/>
              <a:gdLst/>
              <a:ahLst/>
              <a:cxnLst/>
              <a:rect l="0" t="0" r="0" b="0"/>
              <a:pathLst>
                <a:path w="67355" h="85341">
                  <a:moveTo>
                    <a:pt x="0" y="0"/>
                  </a:moveTo>
                  <a:lnTo>
                    <a:pt x="67355" y="85341"/>
                  </a:lnTo>
                </a:path>
              </a:pathLst>
            </a:custGeom>
            <a:noFill/>
            <a:ln w="20003">
              <a:solidFill>
                <a:srgbClr val="E6EAED"/>
              </a:solidFill>
            </a:ln>
          </p:spPr>
        </p:sp>
        <p:sp>
          <p:nvSpPr>
            <p:cNvPr id="3406" name="Candidate_receptor__3405">
              <a:extLst>
                <a:ext uri="{FF2B5EF4-FFF2-40B4-BE49-F238E27FC236}">
                  <a16:creationId xmlns:a16="http://schemas.microsoft.com/office/drawing/2014/main" id="{B99FF7A4-D4EE-66F2-232F-38704A0643C2}"/>
                </a:ext>
              </a:extLst>
            </p:cNvPr>
            <p:cNvSpPr>
              <a:spLocks noGrp="1"/>
            </p:cNvSpPr>
            <p:nvPr/>
          </p:nvSpPr>
          <p:spPr>
            <a:xfrm>
              <a:off x="5833277" y="3391479"/>
              <a:ext cx="34873" cy="96249"/>
            </a:xfrm>
            <a:custGeom>
              <a:avLst/>
              <a:gdLst/>
              <a:ahLst/>
              <a:cxnLst/>
              <a:rect l="0" t="0" r="0" b="0"/>
              <a:pathLst>
                <a:path w="34873" h="96249">
                  <a:moveTo>
                    <a:pt x="34873" y="0"/>
                  </a:moveTo>
                  <a:lnTo>
                    <a:pt x="0" y="96249"/>
                  </a:lnTo>
                </a:path>
              </a:pathLst>
            </a:custGeom>
            <a:noFill/>
            <a:ln w="20003">
              <a:solidFill>
                <a:srgbClr val="E6EAED"/>
              </a:solidFill>
            </a:ln>
          </p:spPr>
        </p:sp>
        <p:sp>
          <p:nvSpPr>
            <p:cNvPr id="3407" name="Candidate_receptor__3406">
              <a:extLst>
                <a:ext uri="{FF2B5EF4-FFF2-40B4-BE49-F238E27FC236}">
                  <a16:creationId xmlns:a16="http://schemas.microsoft.com/office/drawing/2014/main" id="{AD48E695-F07C-65F8-F9F3-5A5CB03ADAE8}"/>
                </a:ext>
              </a:extLst>
            </p:cNvPr>
            <p:cNvSpPr>
              <a:spLocks noGrp="1"/>
            </p:cNvSpPr>
            <p:nvPr/>
          </p:nvSpPr>
          <p:spPr>
            <a:xfrm>
              <a:off x="5722705" y="1557659"/>
              <a:ext cx="63597" cy="68461"/>
            </a:xfrm>
            <a:custGeom>
              <a:avLst/>
              <a:gdLst/>
              <a:ahLst/>
              <a:cxnLst/>
              <a:rect l="0" t="0" r="0" b="0"/>
              <a:pathLst>
                <a:path w="63597" h="68461">
                  <a:moveTo>
                    <a:pt x="0" y="0"/>
                  </a:moveTo>
                  <a:lnTo>
                    <a:pt x="63597" y="68461"/>
                  </a:lnTo>
                </a:path>
              </a:pathLst>
            </a:custGeom>
            <a:noFill/>
            <a:ln w="20003">
              <a:solidFill>
                <a:srgbClr val="E6EAED"/>
              </a:solidFill>
            </a:ln>
          </p:spPr>
        </p:sp>
        <p:sp>
          <p:nvSpPr>
            <p:cNvPr id="3408" name="Candidate_receptor__3407">
              <a:extLst>
                <a:ext uri="{FF2B5EF4-FFF2-40B4-BE49-F238E27FC236}">
                  <a16:creationId xmlns:a16="http://schemas.microsoft.com/office/drawing/2014/main" id="{29260C62-D1D7-D8E1-EB17-32A671D5CB58}"/>
                </a:ext>
              </a:extLst>
            </p:cNvPr>
            <p:cNvSpPr>
              <a:spLocks noGrp="1"/>
            </p:cNvSpPr>
            <p:nvPr/>
          </p:nvSpPr>
          <p:spPr>
            <a:xfrm>
              <a:off x="4779984" y="3263012"/>
              <a:ext cx="11351" cy="42921"/>
            </a:xfrm>
            <a:custGeom>
              <a:avLst/>
              <a:gdLst/>
              <a:ahLst/>
              <a:cxnLst/>
              <a:rect l="0" t="0" r="0" b="0"/>
              <a:pathLst>
                <a:path w="11351" h="42921">
                  <a:moveTo>
                    <a:pt x="0" y="0"/>
                  </a:moveTo>
                  <a:lnTo>
                    <a:pt x="11351" y="42921"/>
                  </a:lnTo>
                </a:path>
              </a:pathLst>
            </a:custGeom>
            <a:noFill/>
            <a:ln w="20003">
              <a:solidFill>
                <a:srgbClr val="E6EAED"/>
              </a:solidFill>
            </a:ln>
          </p:spPr>
        </p:sp>
        <p:sp>
          <p:nvSpPr>
            <p:cNvPr id="3409" name="Candidate_receptor__3408">
              <a:extLst>
                <a:ext uri="{FF2B5EF4-FFF2-40B4-BE49-F238E27FC236}">
                  <a16:creationId xmlns:a16="http://schemas.microsoft.com/office/drawing/2014/main" id="{49B7BCAB-60CB-B485-B6F7-CF14C9E39256}"/>
                </a:ext>
              </a:extLst>
            </p:cNvPr>
            <p:cNvSpPr>
              <a:spLocks noGrp="1"/>
            </p:cNvSpPr>
            <p:nvPr/>
          </p:nvSpPr>
          <p:spPr>
            <a:xfrm>
              <a:off x="5356559" y="2781006"/>
              <a:ext cx="35298" cy="89531"/>
            </a:xfrm>
            <a:custGeom>
              <a:avLst/>
              <a:gdLst/>
              <a:ahLst/>
              <a:cxnLst/>
              <a:rect l="0" t="0" r="0" b="0"/>
              <a:pathLst>
                <a:path w="35298" h="89531">
                  <a:moveTo>
                    <a:pt x="0" y="89531"/>
                  </a:moveTo>
                  <a:lnTo>
                    <a:pt x="35298" y="0"/>
                  </a:lnTo>
                </a:path>
              </a:pathLst>
            </a:custGeom>
            <a:noFill/>
            <a:ln w="20003">
              <a:solidFill>
                <a:srgbClr val="E6EAED"/>
              </a:solidFill>
            </a:ln>
          </p:spPr>
        </p:sp>
        <p:sp>
          <p:nvSpPr>
            <p:cNvPr id="3410" name="Candidate_receptor__3409">
              <a:extLst>
                <a:ext uri="{FF2B5EF4-FFF2-40B4-BE49-F238E27FC236}">
                  <a16:creationId xmlns:a16="http://schemas.microsoft.com/office/drawing/2014/main" id="{8FE600DF-353D-EAE4-1639-BFDB9A07CF2C}"/>
                </a:ext>
              </a:extLst>
            </p:cNvPr>
            <p:cNvSpPr>
              <a:spLocks noGrp="1"/>
            </p:cNvSpPr>
            <p:nvPr/>
          </p:nvSpPr>
          <p:spPr>
            <a:xfrm>
              <a:off x="5657735" y="2425493"/>
              <a:ext cx="19164" cy="72245"/>
            </a:xfrm>
            <a:custGeom>
              <a:avLst/>
              <a:gdLst/>
              <a:ahLst/>
              <a:cxnLst/>
              <a:rect l="0" t="0" r="0" b="0"/>
              <a:pathLst>
                <a:path w="19164" h="72245">
                  <a:moveTo>
                    <a:pt x="19164" y="72245"/>
                  </a:moveTo>
                  <a:lnTo>
                    <a:pt x="0" y="0"/>
                  </a:lnTo>
                </a:path>
              </a:pathLst>
            </a:custGeom>
            <a:noFill/>
            <a:ln w="20003">
              <a:solidFill>
                <a:srgbClr val="E6EAED"/>
              </a:solidFill>
            </a:ln>
          </p:spPr>
        </p:sp>
        <p:sp>
          <p:nvSpPr>
            <p:cNvPr id="3411" name="Candidate_receptor__3410">
              <a:extLst>
                <a:ext uri="{FF2B5EF4-FFF2-40B4-BE49-F238E27FC236}">
                  <a16:creationId xmlns:a16="http://schemas.microsoft.com/office/drawing/2014/main" id="{979C9F77-01F7-4EC5-0D3C-FC047342AD76}"/>
                </a:ext>
              </a:extLst>
            </p:cNvPr>
            <p:cNvSpPr>
              <a:spLocks noGrp="1"/>
            </p:cNvSpPr>
            <p:nvPr/>
          </p:nvSpPr>
          <p:spPr>
            <a:xfrm>
              <a:off x="5840270" y="2833438"/>
              <a:ext cx="15176" cy="100547"/>
            </a:xfrm>
            <a:custGeom>
              <a:avLst/>
              <a:gdLst/>
              <a:ahLst/>
              <a:cxnLst/>
              <a:rect l="0" t="0" r="0" b="0"/>
              <a:pathLst>
                <a:path w="15176" h="100547">
                  <a:moveTo>
                    <a:pt x="0" y="0"/>
                  </a:moveTo>
                  <a:lnTo>
                    <a:pt x="15176" y="100547"/>
                  </a:lnTo>
                </a:path>
              </a:pathLst>
            </a:custGeom>
            <a:noFill/>
            <a:ln w="20003">
              <a:solidFill>
                <a:srgbClr val="E6EAED"/>
              </a:solidFill>
            </a:ln>
          </p:spPr>
        </p:sp>
        <p:sp>
          <p:nvSpPr>
            <p:cNvPr id="3412" name="Candidate_receptor__3411">
              <a:extLst>
                <a:ext uri="{FF2B5EF4-FFF2-40B4-BE49-F238E27FC236}">
                  <a16:creationId xmlns:a16="http://schemas.microsoft.com/office/drawing/2014/main" id="{63C6C297-7297-744B-28F7-327A6C06CD41}"/>
                </a:ext>
              </a:extLst>
            </p:cNvPr>
            <p:cNvSpPr>
              <a:spLocks noGrp="1"/>
            </p:cNvSpPr>
            <p:nvPr/>
          </p:nvSpPr>
          <p:spPr>
            <a:xfrm>
              <a:off x="5599868" y="1623244"/>
              <a:ext cx="70909" cy="85769"/>
            </a:xfrm>
            <a:custGeom>
              <a:avLst/>
              <a:gdLst/>
              <a:ahLst/>
              <a:cxnLst/>
              <a:rect l="0" t="0" r="0" b="0"/>
              <a:pathLst>
                <a:path w="70909" h="85769">
                  <a:moveTo>
                    <a:pt x="0" y="0"/>
                  </a:moveTo>
                  <a:lnTo>
                    <a:pt x="70909" y="85769"/>
                  </a:lnTo>
                </a:path>
              </a:pathLst>
            </a:custGeom>
            <a:noFill/>
            <a:ln w="20003">
              <a:solidFill>
                <a:srgbClr val="E6EAED"/>
              </a:solidFill>
            </a:ln>
          </p:spPr>
        </p:sp>
        <p:sp>
          <p:nvSpPr>
            <p:cNvPr id="3413" name="Candidate_receptor__3412">
              <a:extLst>
                <a:ext uri="{FF2B5EF4-FFF2-40B4-BE49-F238E27FC236}">
                  <a16:creationId xmlns:a16="http://schemas.microsoft.com/office/drawing/2014/main" id="{52340639-DE5F-9264-B3CB-8C16CF4A7770}"/>
                </a:ext>
              </a:extLst>
            </p:cNvPr>
            <p:cNvSpPr>
              <a:spLocks noGrp="1"/>
            </p:cNvSpPr>
            <p:nvPr/>
          </p:nvSpPr>
          <p:spPr>
            <a:xfrm>
              <a:off x="4344004" y="3773911"/>
              <a:ext cx="39045" cy="15686"/>
            </a:xfrm>
            <a:custGeom>
              <a:avLst/>
              <a:gdLst/>
              <a:ahLst/>
              <a:cxnLst/>
              <a:rect l="0" t="0" r="0" b="0"/>
              <a:pathLst>
                <a:path w="39045" h="15686">
                  <a:moveTo>
                    <a:pt x="39045" y="0"/>
                  </a:moveTo>
                  <a:lnTo>
                    <a:pt x="0" y="15686"/>
                  </a:lnTo>
                </a:path>
              </a:pathLst>
            </a:custGeom>
            <a:noFill/>
            <a:ln w="20003">
              <a:solidFill>
                <a:srgbClr val="E6EAED"/>
              </a:solidFill>
            </a:ln>
          </p:spPr>
        </p:sp>
        <p:sp>
          <p:nvSpPr>
            <p:cNvPr id="3414" name="Candidate_receptor__3413">
              <a:extLst>
                <a:ext uri="{FF2B5EF4-FFF2-40B4-BE49-F238E27FC236}">
                  <a16:creationId xmlns:a16="http://schemas.microsoft.com/office/drawing/2014/main" id="{054575B7-3C9F-A85E-8AE3-A357F3EC0253}"/>
                </a:ext>
              </a:extLst>
            </p:cNvPr>
            <p:cNvSpPr>
              <a:spLocks noGrp="1"/>
            </p:cNvSpPr>
            <p:nvPr/>
          </p:nvSpPr>
          <p:spPr>
            <a:xfrm>
              <a:off x="5868150" y="3387517"/>
              <a:ext cx="89437" cy="3963"/>
            </a:xfrm>
            <a:custGeom>
              <a:avLst/>
              <a:gdLst/>
              <a:ahLst/>
              <a:cxnLst/>
              <a:rect l="0" t="0" r="0" b="0"/>
              <a:pathLst>
                <a:path w="89437" h="3963">
                  <a:moveTo>
                    <a:pt x="89437" y="0"/>
                  </a:moveTo>
                  <a:lnTo>
                    <a:pt x="0" y="3963"/>
                  </a:lnTo>
                </a:path>
              </a:pathLst>
            </a:custGeom>
            <a:noFill/>
            <a:ln w="20003">
              <a:solidFill>
                <a:srgbClr val="E6EAED"/>
              </a:solidFill>
            </a:ln>
          </p:spPr>
        </p:sp>
        <p:sp>
          <p:nvSpPr>
            <p:cNvPr id="3415" name="Candidate_receptor__3414">
              <a:extLst>
                <a:ext uri="{FF2B5EF4-FFF2-40B4-BE49-F238E27FC236}">
                  <a16:creationId xmlns:a16="http://schemas.microsoft.com/office/drawing/2014/main" id="{67179829-71FB-0FA8-F3A2-55A4830C812C}"/>
                </a:ext>
              </a:extLst>
            </p:cNvPr>
            <p:cNvSpPr>
              <a:spLocks noGrp="1"/>
            </p:cNvSpPr>
            <p:nvPr/>
          </p:nvSpPr>
          <p:spPr>
            <a:xfrm>
              <a:off x="4842493" y="2525937"/>
              <a:ext cx="63887" cy="28638"/>
            </a:xfrm>
            <a:custGeom>
              <a:avLst/>
              <a:gdLst/>
              <a:ahLst/>
              <a:cxnLst/>
              <a:rect l="0" t="0" r="0" b="0"/>
              <a:pathLst>
                <a:path w="63887" h="28638">
                  <a:moveTo>
                    <a:pt x="63887" y="0"/>
                  </a:moveTo>
                  <a:lnTo>
                    <a:pt x="0" y="28638"/>
                  </a:lnTo>
                </a:path>
              </a:pathLst>
            </a:custGeom>
            <a:noFill/>
            <a:ln w="20003">
              <a:solidFill>
                <a:srgbClr val="E6EAED"/>
              </a:solidFill>
            </a:ln>
          </p:spPr>
        </p:sp>
        <p:sp>
          <p:nvSpPr>
            <p:cNvPr id="3416" name="Candidate_receptor__3415">
              <a:extLst>
                <a:ext uri="{FF2B5EF4-FFF2-40B4-BE49-F238E27FC236}">
                  <a16:creationId xmlns:a16="http://schemas.microsoft.com/office/drawing/2014/main" id="{EA436D37-55DB-C775-3A4F-044AC7B19109}"/>
                </a:ext>
              </a:extLst>
            </p:cNvPr>
            <p:cNvSpPr>
              <a:spLocks noGrp="1"/>
            </p:cNvSpPr>
            <p:nvPr/>
          </p:nvSpPr>
          <p:spPr>
            <a:xfrm>
              <a:off x="4577250" y="2647279"/>
              <a:ext cx="25630" cy="92627"/>
            </a:xfrm>
            <a:custGeom>
              <a:avLst/>
              <a:gdLst/>
              <a:ahLst/>
              <a:cxnLst/>
              <a:rect l="0" t="0" r="0" b="0"/>
              <a:pathLst>
                <a:path w="25630" h="92627">
                  <a:moveTo>
                    <a:pt x="0" y="0"/>
                  </a:moveTo>
                  <a:lnTo>
                    <a:pt x="25630" y="92627"/>
                  </a:lnTo>
                </a:path>
              </a:pathLst>
            </a:custGeom>
            <a:noFill/>
            <a:ln w="8096">
              <a:solidFill>
                <a:srgbClr val="E6EAED"/>
              </a:solidFill>
            </a:ln>
          </p:spPr>
        </p:sp>
        <p:sp>
          <p:nvSpPr>
            <p:cNvPr id="3417" name="Candidate_receptor__3416">
              <a:extLst>
                <a:ext uri="{FF2B5EF4-FFF2-40B4-BE49-F238E27FC236}">
                  <a16:creationId xmlns:a16="http://schemas.microsoft.com/office/drawing/2014/main" id="{36CEE815-2E5C-B11C-414C-68E95235B384}"/>
                </a:ext>
              </a:extLst>
            </p:cNvPr>
            <p:cNvSpPr>
              <a:spLocks noGrp="1"/>
            </p:cNvSpPr>
            <p:nvPr/>
          </p:nvSpPr>
          <p:spPr>
            <a:xfrm>
              <a:off x="5710755" y="1987611"/>
              <a:ext cx="30781" cy="101484"/>
            </a:xfrm>
            <a:custGeom>
              <a:avLst/>
              <a:gdLst/>
              <a:ahLst/>
              <a:cxnLst/>
              <a:rect l="0" t="0" r="0" b="0"/>
              <a:pathLst>
                <a:path w="30781" h="101484">
                  <a:moveTo>
                    <a:pt x="30781" y="0"/>
                  </a:moveTo>
                  <a:lnTo>
                    <a:pt x="0" y="101484"/>
                  </a:lnTo>
                </a:path>
              </a:pathLst>
            </a:custGeom>
            <a:noFill/>
            <a:ln w="20003">
              <a:solidFill>
                <a:srgbClr val="E6EAED"/>
              </a:solidFill>
            </a:ln>
          </p:spPr>
        </p:sp>
        <p:sp>
          <p:nvSpPr>
            <p:cNvPr id="3418" name="Candidate_receptor__3417">
              <a:extLst>
                <a:ext uri="{FF2B5EF4-FFF2-40B4-BE49-F238E27FC236}">
                  <a16:creationId xmlns:a16="http://schemas.microsoft.com/office/drawing/2014/main" id="{2D082B5A-99AA-9F24-B5E5-9DF40CAED0EC}"/>
                </a:ext>
              </a:extLst>
            </p:cNvPr>
            <p:cNvSpPr>
              <a:spLocks noGrp="1"/>
            </p:cNvSpPr>
            <p:nvPr/>
          </p:nvSpPr>
          <p:spPr>
            <a:xfrm>
              <a:off x="4550634" y="2192218"/>
              <a:ext cx="96161" cy="60692"/>
            </a:xfrm>
            <a:custGeom>
              <a:avLst/>
              <a:gdLst/>
              <a:ahLst/>
              <a:cxnLst/>
              <a:rect l="0" t="0" r="0" b="0"/>
              <a:pathLst>
                <a:path w="96161" h="60692">
                  <a:moveTo>
                    <a:pt x="96161" y="0"/>
                  </a:moveTo>
                  <a:lnTo>
                    <a:pt x="0" y="60692"/>
                  </a:lnTo>
                </a:path>
              </a:pathLst>
            </a:custGeom>
            <a:noFill/>
            <a:ln w="20003">
              <a:solidFill>
                <a:srgbClr val="E6EAED"/>
              </a:solidFill>
            </a:ln>
          </p:spPr>
        </p:sp>
        <p:sp>
          <p:nvSpPr>
            <p:cNvPr id="3419" name="Candidate_receptor__3418">
              <a:extLst>
                <a:ext uri="{FF2B5EF4-FFF2-40B4-BE49-F238E27FC236}">
                  <a16:creationId xmlns:a16="http://schemas.microsoft.com/office/drawing/2014/main" id="{BE650127-B113-EFF5-1DDF-DD58FB429223}"/>
                </a:ext>
              </a:extLst>
            </p:cNvPr>
            <p:cNvSpPr>
              <a:spLocks noGrp="1"/>
            </p:cNvSpPr>
            <p:nvPr/>
          </p:nvSpPr>
          <p:spPr>
            <a:xfrm>
              <a:off x="5725331" y="3943007"/>
              <a:ext cx="28952" cy="30614"/>
            </a:xfrm>
            <a:custGeom>
              <a:avLst/>
              <a:gdLst/>
              <a:ahLst/>
              <a:cxnLst/>
              <a:rect l="0" t="0" r="0" b="0"/>
              <a:pathLst>
                <a:path w="28952" h="30614">
                  <a:moveTo>
                    <a:pt x="28952" y="30614"/>
                  </a:moveTo>
                  <a:lnTo>
                    <a:pt x="0" y="0"/>
                  </a:lnTo>
                </a:path>
              </a:pathLst>
            </a:custGeom>
            <a:noFill/>
            <a:ln w="8096">
              <a:solidFill>
                <a:srgbClr val="E6EAED"/>
              </a:solidFill>
            </a:ln>
          </p:spPr>
        </p:sp>
        <p:sp>
          <p:nvSpPr>
            <p:cNvPr id="3420" name="Candidate_receptor__3419">
              <a:extLst>
                <a:ext uri="{FF2B5EF4-FFF2-40B4-BE49-F238E27FC236}">
                  <a16:creationId xmlns:a16="http://schemas.microsoft.com/office/drawing/2014/main" id="{AF5173EC-7B8C-7C16-C5A2-ED810A7BE1C2}"/>
                </a:ext>
              </a:extLst>
            </p:cNvPr>
            <p:cNvSpPr>
              <a:spLocks noGrp="1"/>
            </p:cNvSpPr>
            <p:nvPr/>
          </p:nvSpPr>
          <p:spPr>
            <a:xfrm>
              <a:off x="4662291" y="3639605"/>
              <a:ext cx="66183" cy="70776"/>
            </a:xfrm>
            <a:custGeom>
              <a:avLst/>
              <a:gdLst/>
              <a:ahLst/>
              <a:cxnLst/>
              <a:rect l="0" t="0" r="0" b="0"/>
              <a:pathLst>
                <a:path w="66183" h="70776">
                  <a:moveTo>
                    <a:pt x="66183" y="0"/>
                  </a:moveTo>
                  <a:lnTo>
                    <a:pt x="0" y="70776"/>
                  </a:lnTo>
                </a:path>
              </a:pathLst>
            </a:custGeom>
            <a:noFill/>
            <a:ln w="8096">
              <a:solidFill>
                <a:srgbClr val="E6EAED"/>
              </a:solidFill>
            </a:ln>
          </p:spPr>
        </p:sp>
        <p:sp>
          <p:nvSpPr>
            <p:cNvPr id="3421" name="Candidate_receptor__3420">
              <a:extLst>
                <a:ext uri="{FF2B5EF4-FFF2-40B4-BE49-F238E27FC236}">
                  <a16:creationId xmlns:a16="http://schemas.microsoft.com/office/drawing/2014/main" id="{58976889-3944-BD34-07F6-1F9A0DB08B52}"/>
                </a:ext>
              </a:extLst>
            </p:cNvPr>
            <p:cNvSpPr>
              <a:spLocks noGrp="1"/>
            </p:cNvSpPr>
            <p:nvPr/>
          </p:nvSpPr>
          <p:spPr>
            <a:xfrm>
              <a:off x="4391913" y="3126010"/>
              <a:ext cx="23962" cy="8569"/>
            </a:xfrm>
            <a:custGeom>
              <a:avLst/>
              <a:gdLst/>
              <a:ahLst/>
              <a:cxnLst/>
              <a:rect l="0" t="0" r="0" b="0"/>
              <a:pathLst>
                <a:path w="23962" h="8569">
                  <a:moveTo>
                    <a:pt x="0" y="8569"/>
                  </a:moveTo>
                  <a:lnTo>
                    <a:pt x="23962" y="0"/>
                  </a:lnTo>
                </a:path>
              </a:pathLst>
            </a:custGeom>
            <a:noFill/>
            <a:ln w="20003">
              <a:solidFill>
                <a:srgbClr val="E6EAED"/>
              </a:solidFill>
            </a:ln>
          </p:spPr>
        </p:sp>
        <p:sp>
          <p:nvSpPr>
            <p:cNvPr id="3422" name="Candidate_receptor__3421">
              <a:extLst>
                <a:ext uri="{FF2B5EF4-FFF2-40B4-BE49-F238E27FC236}">
                  <a16:creationId xmlns:a16="http://schemas.microsoft.com/office/drawing/2014/main" id="{D625E71D-584A-189A-A2D9-9C7DFD126178}"/>
                </a:ext>
              </a:extLst>
            </p:cNvPr>
            <p:cNvSpPr>
              <a:spLocks noGrp="1"/>
            </p:cNvSpPr>
            <p:nvPr/>
          </p:nvSpPr>
          <p:spPr>
            <a:xfrm>
              <a:off x="4890729" y="3528920"/>
              <a:ext cx="49318" cy="68742"/>
            </a:xfrm>
            <a:custGeom>
              <a:avLst/>
              <a:gdLst/>
              <a:ahLst/>
              <a:cxnLst/>
              <a:rect l="0" t="0" r="0" b="0"/>
              <a:pathLst>
                <a:path w="49318" h="68742">
                  <a:moveTo>
                    <a:pt x="0" y="68742"/>
                  </a:moveTo>
                  <a:lnTo>
                    <a:pt x="49318" y="0"/>
                  </a:lnTo>
                </a:path>
              </a:pathLst>
            </a:custGeom>
            <a:noFill/>
            <a:ln w="20003">
              <a:solidFill>
                <a:srgbClr val="E6EAED"/>
              </a:solidFill>
            </a:ln>
          </p:spPr>
        </p:sp>
        <p:sp>
          <p:nvSpPr>
            <p:cNvPr id="3423" name="Candidate_receptor__3422">
              <a:extLst>
                <a:ext uri="{FF2B5EF4-FFF2-40B4-BE49-F238E27FC236}">
                  <a16:creationId xmlns:a16="http://schemas.microsoft.com/office/drawing/2014/main" id="{D0B2F9DA-C209-22F8-A4B1-565F66A3FE49}"/>
                </a:ext>
              </a:extLst>
            </p:cNvPr>
            <p:cNvSpPr>
              <a:spLocks noGrp="1"/>
            </p:cNvSpPr>
            <p:nvPr/>
          </p:nvSpPr>
          <p:spPr>
            <a:xfrm>
              <a:off x="5700579" y="2876282"/>
              <a:ext cx="15412" cy="101495"/>
            </a:xfrm>
            <a:custGeom>
              <a:avLst/>
              <a:gdLst/>
              <a:ahLst/>
              <a:cxnLst/>
              <a:rect l="0" t="0" r="0" b="0"/>
              <a:pathLst>
                <a:path w="15412" h="101495">
                  <a:moveTo>
                    <a:pt x="0" y="0"/>
                  </a:moveTo>
                  <a:lnTo>
                    <a:pt x="15412" y="101495"/>
                  </a:lnTo>
                </a:path>
              </a:pathLst>
            </a:custGeom>
            <a:noFill/>
            <a:ln w="20003">
              <a:solidFill>
                <a:srgbClr val="E6EAED"/>
              </a:solidFill>
            </a:ln>
          </p:spPr>
        </p:sp>
        <p:sp>
          <p:nvSpPr>
            <p:cNvPr id="3424" name="Candidate_receptor__3423">
              <a:extLst>
                <a:ext uri="{FF2B5EF4-FFF2-40B4-BE49-F238E27FC236}">
                  <a16:creationId xmlns:a16="http://schemas.microsoft.com/office/drawing/2014/main" id="{5B304BA2-C293-FB7C-7EDA-F359E532546F}"/>
                </a:ext>
              </a:extLst>
            </p:cNvPr>
            <p:cNvSpPr>
              <a:spLocks noGrp="1"/>
            </p:cNvSpPr>
            <p:nvPr/>
          </p:nvSpPr>
          <p:spPr>
            <a:xfrm>
              <a:off x="5368355" y="3130899"/>
              <a:ext cx="67123" cy="92460"/>
            </a:xfrm>
            <a:custGeom>
              <a:avLst/>
              <a:gdLst/>
              <a:ahLst/>
              <a:cxnLst/>
              <a:rect l="0" t="0" r="0" b="0"/>
              <a:pathLst>
                <a:path w="67123" h="92460">
                  <a:moveTo>
                    <a:pt x="67123" y="0"/>
                  </a:moveTo>
                  <a:lnTo>
                    <a:pt x="0" y="92460"/>
                  </a:lnTo>
                </a:path>
              </a:pathLst>
            </a:custGeom>
            <a:noFill/>
            <a:ln w="8096">
              <a:solidFill>
                <a:srgbClr val="E6EAED"/>
              </a:solidFill>
            </a:ln>
          </p:spPr>
        </p:sp>
        <p:sp>
          <p:nvSpPr>
            <p:cNvPr id="3425" name="Candidate_receptor__3424">
              <a:extLst>
                <a:ext uri="{FF2B5EF4-FFF2-40B4-BE49-F238E27FC236}">
                  <a16:creationId xmlns:a16="http://schemas.microsoft.com/office/drawing/2014/main" id="{6D3C4EBC-6F63-E6B3-400B-F457087418B2}"/>
                </a:ext>
              </a:extLst>
            </p:cNvPr>
            <p:cNvSpPr>
              <a:spLocks noGrp="1"/>
            </p:cNvSpPr>
            <p:nvPr/>
          </p:nvSpPr>
          <p:spPr>
            <a:xfrm>
              <a:off x="6154354" y="2337370"/>
              <a:ext cx="41214" cy="54328"/>
            </a:xfrm>
            <a:custGeom>
              <a:avLst/>
              <a:gdLst/>
              <a:ahLst/>
              <a:cxnLst/>
              <a:rect l="0" t="0" r="0" b="0"/>
              <a:pathLst>
                <a:path w="41214" h="54328">
                  <a:moveTo>
                    <a:pt x="0" y="0"/>
                  </a:moveTo>
                  <a:lnTo>
                    <a:pt x="41214" y="54328"/>
                  </a:lnTo>
                </a:path>
              </a:pathLst>
            </a:custGeom>
            <a:noFill/>
            <a:ln w="8096">
              <a:solidFill>
                <a:srgbClr val="E6EAED"/>
              </a:solidFill>
            </a:ln>
          </p:spPr>
        </p:sp>
        <p:sp>
          <p:nvSpPr>
            <p:cNvPr id="3426" name="Candidate_receptor__3425">
              <a:extLst>
                <a:ext uri="{FF2B5EF4-FFF2-40B4-BE49-F238E27FC236}">
                  <a16:creationId xmlns:a16="http://schemas.microsoft.com/office/drawing/2014/main" id="{82DAC39D-3887-9E92-A454-416E573825D6}"/>
                </a:ext>
              </a:extLst>
            </p:cNvPr>
            <p:cNvSpPr>
              <a:spLocks noGrp="1"/>
            </p:cNvSpPr>
            <p:nvPr/>
          </p:nvSpPr>
          <p:spPr>
            <a:xfrm>
              <a:off x="4938102" y="3447169"/>
              <a:ext cx="1944" cy="81752"/>
            </a:xfrm>
            <a:custGeom>
              <a:avLst/>
              <a:gdLst/>
              <a:ahLst/>
              <a:cxnLst/>
              <a:rect l="0" t="0" r="0" b="0"/>
              <a:pathLst>
                <a:path w="1944" h="81752">
                  <a:moveTo>
                    <a:pt x="1944" y="81752"/>
                  </a:moveTo>
                  <a:lnTo>
                    <a:pt x="0" y="0"/>
                  </a:lnTo>
                </a:path>
              </a:pathLst>
            </a:custGeom>
            <a:noFill/>
            <a:ln w="20003">
              <a:solidFill>
                <a:srgbClr val="E6EAED"/>
              </a:solidFill>
            </a:ln>
          </p:spPr>
        </p:sp>
        <p:sp>
          <p:nvSpPr>
            <p:cNvPr id="3427" name="Candidate_receptor__3426">
              <a:extLst>
                <a:ext uri="{FF2B5EF4-FFF2-40B4-BE49-F238E27FC236}">
                  <a16:creationId xmlns:a16="http://schemas.microsoft.com/office/drawing/2014/main" id="{91204D98-A33A-0A1F-8AB3-4182DB620B9F}"/>
                </a:ext>
              </a:extLst>
            </p:cNvPr>
            <p:cNvSpPr>
              <a:spLocks noGrp="1"/>
            </p:cNvSpPr>
            <p:nvPr/>
          </p:nvSpPr>
          <p:spPr>
            <a:xfrm>
              <a:off x="5569475" y="3003342"/>
              <a:ext cx="28217" cy="110740"/>
            </a:xfrm>
            <a:custGeom>
              <a:avLst/>
              <a:gdLst/>
              <a:ahLst/>
              <a:cxnLst/>
              <a:rect l="0" t="0" r="0" b="0"/>
              <a:pathLst>
                <a:path w="28217" h="110740">
                  <a:moveTo>
                    <a:pt x="0" y="0"/>
                  </a:moveTo>
                  <a:lnTo>
                    <a:pt x="28217" y="110740"/>
                  </a:lnTo>
                </a:path>
              </a:pathLst>
            </a:custGeom>
            <a:noFill/>
            <a:ln w="20003">
              <a:solidFill>
                <a:srgbClr val="E6EAED"/>
              </a:solidFill>
            </a:ln>
          </p:spPr>
        </p:sp>
        <p:sp>
          <p:nvSpPr>
            <p:cNvPr id="3428" name="Candidate_receptor__3427">
              <a:extLst>
                <a:ext uri="{FF2B5EF4-FFF2-40B4-BE49-F238E27FC236}">
                  <a16:creationId xmlns:a16="http://schemas.microsoft.com/office/drawing/2014/main" id="{042C13B1-3A97-E74A-E9DE-8F2020DE610B}"/>
                </a:ext>
              </a:extLst>
            </p:cNvPr>
            <p:cNvSpPr>
              <a:spLocks noGrp="1"/>
            </p:cNvSpPr>
            <p:nvPr/>
          </p:nvSpPr>
          <p:spPr>
            <a:xfrm>
              <a:off x="4900866" y="3799249"/>
              <a:ext cx="74984" cy="47705"/>
            </a:xfrm>
            <a:custGeom>
              <a:avLst/>
              <a:gdLst/>
              <a:ahLst/>
              <a:cxnLst/>
              <a:rect l="0" t="0" r="0" b="0"/>
              <a:pathLst>
                <a:path w="74984" h="47705">
                  <a:moveTo>
                    <a:pt x="0" y="0"/>
                  </a:moveTo>
                  <a:lnTo>
                    <a:pt x="74984" y="47705"/>
                  </a:lnTo>
                </a:path>
              </a:pathLst>
            </a:custGeom>
            <a:noFill/>
            <a:ln w="8096">
              <a:solidFill>
                <a:srgbClr val="E6EAED"/>
              </a:solidFill>
            </a:ln>
          </p:spPr>
        </p:sp>
        <p:sp>
          <p:nvSpPr>
            <p:cNvPr id="3429" name="Candidate_receptor__3428">
              <a:extLst>
                <a:ext uri="{FF2B5EF4-FFF2-40B4-BE49-F238E27FC236}">
                  <a16:creationId xmlns:a16="http://schemas.microsoft.com/office/drawing/2014/main" id="{F2B4772E-3F64-3F03-30CD-6700C9E2DD4F}"/>
                </a:ext>
              </a:extLst>
            </p:cNvPr>
            <p:cNvSpPr>
              <a:spLocks noGrp="1"/>
            </p:cNvSpPr>
            <p:nvPr/>
          </p:nvSpPr>
          <p:spPr>
            <a:xfrm>
              <a:off x="5741535" y="1968441"/>
              <a:ext cx="110500" cy="19170"/>
            </a:xfrm>
            <a:custGeom>
              <a:avLst/>
              <a:gdLst/>
              <a:ahLst/>
              <a:cxnLst/>
              <a:rect l="0" t="0" r="0" b="0"/>
              <a:pathLst>
                <a:path w="110500" h="19170">
                  <a:moveTo>
                    <a:pt x="110500" y="0"/>
                  </a:moveTo>
                  <a:lnTo>
                    <a:pt x="0" y="19170"/>
                  </a:lnTo>
                </a:path>
              </a:pathLst>
            </a:custGeom>
            <a:noFill/>
            <a:ln w="20003">
              <a:solidFill>
                <a:srgbClr val="E6EAED"/>
              </a:solidFill>
            </a:ln>
          </p:spPr>
        </p:sp>
        <p:sp>
          <p:nvSpPr>
            <p:cNvPr id="3430" name="Candidate_receptor__3429">
              <a:extLst>
                <a:ext uri="{FF2B5EF4-FFF2-40B4-BE49-F238E27FC236}">
                  <a16:creationId xmlns:a16="http://schemas.microsoft.com/office/drawing/2014/main" id="{79B1D09D-1850-08ED-87AC-2E383DC212D0}"/>
                </a:ext>
              </a:extLst>
            </p:cNvPr>
            <p:cNvSpPr>
              <a:spLocks noGrp="1"/>
            </p:cNvSpPr>
            <p:nvPr/>
          </p:nvSpPr>
          <p:spPr>
            <a:xfrm>
              <a:off x="5720175" y="2345083"/>
              <a:ext cx="81965" cy="79166"/>
            </a:xfrm>
            <a:custGeom>
              <a:avLst/>
              <a:gdLst/>
              <a:ahLst/>
              <a:cxnLst/>
              <a:rect l="0" t="0" r="0" b="0"/>
              <a:pathLst>
                <a:path w="81965" h="79166">
                  <a:moveTo>
                    <a:pt x="0" y="0"/>
                  </a:moveTo>
                  <a:lnTo>
                    <a:pt x="81965" y="79166"/>
                  </a:lnTo>
                </a:path>
              </a:pathLst>
            </a:custGeom>
            <a:noFill/>
            <a:ln w="20003">
              <a:solidFill>
                <a:srgbClr val="E6EAED"/>
              </a:solidFill>
            </a:ln>
          </p:spPr>
        </p:sp>
        <p:sp>
          <p:nvSpPr>
            <p:cNvPr id="3431" name="Candidate_receptor__3430">
              <a:extLst>
                <a:ext uri="{FF2B5EF4-FFF2-40B4-BE49-F238E27FC236}">
                  <a16:creationId xmlns:a16="http://schemas.microsoft.com/office/drawing/2014/main" id="{F5EB9880-A8BB-49EB-611E-192727BBCC2B}"/>
                </a:ext>
              </a:extLst>
            </p:cNvPr>
            <p:cNvSpPr>
              <a:spLocks noGrp="1"/>
            </p:cNvSpPr>
            <p:nvPr/>
          </p:nvSpPr>
          <p:spPr>
            <a:xfrm>
              <a:off x="4577250" y="2596149"/>
              <a:ext cx="95512" cy="51130"/>
            </a:xfrm>
            <a:custGeom>
              <a:avLst/>
              <a:gdLst/>
              <a:ahLst/>
              <a:cxnLst/>
              <a:rect l="0" t="0" r="0" b="0"/>
              <a:pathLst>
                <a:path w="95512" h="51130">
                  <a:moveTo>
                    <a:pt x="95512" y="0"/>
                  </a:moveTo>
                  <a:lnTo>
                    <a:pt x="0" y="51130"/>
                  </a:lnTo>
                </a:path>
              </a:pathLst>
            </a:custGeom>
            <a:noFill/>
            <a:ln w="8096">
              <a:solidFill>
                <a:srgbClr val="E6EAED"/>
              </a:solidFill>
            </a:ln>
          </p:spPr>
        </p:sp>
        <p:sp>
          <p:nvSpPr>
            <p:cNvPr id="3432" name="Candidate_receptor__3431">
              <a:extLst>
                <a:ext uri="{FF2B5EF4-FFF2-40B4-BE49-F238E27FC236}">
                  <a16:creationId xmlns:a16="http://schemas.microsoft.com/office/drawing/2014/main" id="{104F6AAB-48B3-9303-ED5E-B4E53ED65003}"/>
                </a:ext>
              </a:extLst>
            </p:cNvPr>
            <p:cNvSpPr>
              <a:spLocks noGrp="1"/>
            </p:cNvSpPr>
            <p:nvPr/>
          </p:nvSpPr>
          <p:spPr>
            <a:xfrm>
              <a:off x="4483270" y="3886140"/>
              <a:ext cx="59175" cy="59452"/>
            </a:xfrm>
            <a:custGeom>
              <a:avLst/>
              <a:gdLst/>
              <a:ahLst/>
              <a:cxnLst/>
              <a:rect l="0" t="0" r="0" b="0"/>
              <a:pathLst>
                <a:path w="59175" h="59452">
                  <a:moveTo>
                    <a:pt x="59175" y="0"/>
                  </a:moveTo>
                  <a:lnTo>
                    <a:pt x="0" y="59452"/>
                  </a:lnTo>
                </a:path>
              </a:pathLst>
            </a:custGeom>
            <a:noFill/>
            <a:ln w="8096">
              <a:solidFill>
                <a:srgbClr val="E6EAED"/>
              </a:solidFill>
            </a:ln>
          </p:spPr>
        </p:sp>
        <p:sp>
          <p:nvSpPr>
            <p:cNvPr id="3433" name="Candidate_receptor__3432">
              <a:extLst>
                <a:ext uri="{FF2B5EF4-FFF2-40B4-BE49-F238E27FC236}">
                  <a16:creationId xmlns:a16="http://schemas.microsoft.com/office/drawing/2014/main" id="{52B005A6-218A-734A-F905-C4FFF3479C32}"/>
                </a:ext>
              </a:extLst>
            </p:cNvPr>
            <p:cNvSpPr>
              <a:spLocks noGrp="1"/>
            </p:cNvSpPr>
            <p:nvPr/>
          </p:nvSpPr>
          <p:spPr>
            <a:xfrm>
              <a:off x="4338739" y="2538071"/>
              <a:ext cx="5070" cy="71825"/>
            </a:xfrm>
            <a:custGeom>
              <a:avLst/>
              <a:gdLst/>
              <a:ahLst/>
              <a:cxnLst/>
              <a:rect l="0" t="0" r="0" b="0"/>
              <a:pathLst>
                <a:path w="5070" h="71825">
                  <a:moveTo>
                    <a:pt x="5070" y="71825"/>
                  </a:moveTo>
                  <a:lnTo>
                    <a:pt x="0" y="0"/>
                  </a:lnTo>
                </a:path>
              </a:pathLst>
            </a:custGeom>
            <a:noFill/>
            <a:ln w="8096">
              <a:solidFill>
                <a:srgbClr val="E6EAED"/>
              </a:solidFill>
            </a:ln>
          </p:spPr>
        </p:sp>
        <p:sp>
          <p:nvSpPr>
            <p:cNvPr id="3434" name="Candidate_receptor__3433">
              <a:extLst>
                <a:ext uri="{FF2B5EF4-FFF2-40B4-BE49-F238E27FC236}">
                  <a16:creationId xmlns:a16="http://schemas.microsoft.com/office/drawing/2014/main" id="{1E89E517-A070-E589-2D05-0BAF2077AD1E}"/>
                </a:ext>
              </a:extLst>
            </p:cNvPr>
            <p:cNvSpPr>
              <a:spLocks noGrp="1"/>
            </p:cNvSpPr>
            <p:nvPr/>
          </p:nvSpPr>
          <p:spPr>
            <a:xfrm>
              <a:off x="5957587" y="3387517"/>
              <a:ext cx="28625" cy="105851"/>
            </a:xfrm>
            <a:custGeom>
              <a:avLst/>
              <a:gdLst/>
              <a:ahLst/>
              <a:cxnLst/>
              <a:rect l="0" t="0" r="0" b="0"/>
              <a:pathLst>
                <a:path w="28625" h="105851">
                  <a:moveTo>
                    <a:pt x="28625" y="105851"/>
                  </a:moveTo>
                  <a:lnTo>
                    <a:pt x="0" y="0"/>
                  </a:lnTo>
                </a:path>
              </a:pathLst>
            </a:custGeom>
            <a:noFill/>
            <a:ln w="20003">
              <a:solidFill>
                <a:srgbClr val="E6EAED"/>
              </a:solidFill>
            </a:ln>
          </p:spPr>
        </p:sp>
        <p:sp>
          <p:nvSpPr>
            <p:cNvPr id="3435" name="Candidate_receptor__3434">
              <a:extLst>
                <a:ext uri="{FF2B5EF4-FFF2-40B4-BE49-F238E27FC236}">
                  <a16:creationId xmlns:a16="http://schemas.microsoft.com/office/drawing/2014/main" id="{E115D63F-B9E0-364B-79F8-ED57AB3A702E}"/>
                </a:ext>
              </a:extLst>
            </p:cNvPr>
            <p:cNvSpPr>
              <a:spLocks noGrp="1"/>
            </p:cNvSpPr>
            <p:nvPr/>
          </p:nvSpPr>
          <p:spPr>
            <a:xfrm>
              <a:off x="5069330" y="3451199"/>
              <a:ext cx="17033" cy="102637"/>
            </a:xfrm>
            <a:custGeom>
              <a:avLst/>
              <a:gdLst/>
              <a:ahLst/>
              <a:cxnLst/>
              <a:rect l="0" t="0" r="0" b="0"/>
              <a:pathLst>
                <a:path w="17033" h="102637">
                  <a:moveTo>
                    <a:pt x="0" y="102637"/>
                  </a:moveTo>
                  <a:lnTo>
                    <a:pt x="17033" y="0"/>
                  </a:lnTo>
                </a:path>
              </a:pathLst>
            </a:custGeom>
            <a:noFill/>
            <a:ln w="20003">
              <a:solidFill>
                <a:srgbClr val="E6EAED"/>
              </a:solidFill>
            </a:ln>
          </p:spPr>
        </p:sp>
        <p:sp>
          <p:nvSpPr>
            <p:cNvPr id="3436" name="Candidate_receptor__3435">
              <a:extLst>
                <a:ext uri="{FF2B5EF4-FFF2-40B4-BE49-F238E27FC236}">
                  <a16:creationId xmlns:a16="http://schemas.microsoft.com/office/drawing/2014/main" id="{C791962E-C70B-F909-1D22-2756AD81E92F}"/>
                </a:ext>
              </a:extLst>
            </p:cNvPr>
            <p:cNvSpPr>
              <a:spLocks noGrp="1"/>
            </p:cNvSpPr>
            <p:nvPr/>
          </p:nvSpPr>
          <p:spPr>
            <a:xfrm>
              <a:off x="3823409" y="2550218"/>
              <a:ext cx="62466" cy="84997"/>
            </a:xfrm>
            <a:custGeom>
              <a:avLst/>
              <a:gdLst/>
              <a:ahLst/>
              <a:cxnLst/>
              <a:rect l="0" t="0" r="0" b="0"/>
              <a:pathLst>
                <a:path w="62466" h="84997">
                  <a:moveTo>
                    <a:pt x="0" y="84997"/>
                  </a:moveTo>
                  <a:lnTo>
                    <a:pt x="62466" y="0"/>
                  </a:lnTo>
                </a:path>
              </a:pathLst>
            </a:custGeom>
            <a:noFill/>
            <a:ln w="20003">
              <a:solidFill>
                <a:srgbClr val="E6EAED"/>
              </a:solidFill>
            </a:ln>
          </p:spPr>
        </p:sp>
        <p:sp>
          <p:nvSpPr>
            <p:cNvPr id="3437" name="Candidate_receptor__3436">
              <a:extLst>
                <a:ext uri="{FF2B5EF4-FFF2-40B4-BE49-F238E27FC236}">
                  <a16:creationId xmlns:a16="http://schemas.microsoft.com/office/drawing/2014/main" id="{38DB3850-5C81-D572-6DF1-058A57E22B54}"/>
                </a:ext>
              </a:extLst>
            </p:cNvPr>
            <p:cNvSpPr>
              <a:spLocks noGrp="1"/>
            </p:cNvSpPr>
            <p:nvPr/>
          </p:nvSpPr>
          <p:spPr>
            <a:xfrm>
              <a:off x="4232067" y="3675614"/>
              <a:ext cx="93246" cy="27550"/>
            </a:xfrm>
            <a:custGeom>
              <a:avLst/>
              <a:gdLst/>
              <a:ahLst/>
              <a:cxnLst/>
              <a:rect l="0" t="0" r="0" b="0"/>
              <a:pathLst>
                <a:path w="93246" h="27550">
                  <a:moveTo>
                    <a:pt x="93246" y="0"/>
                  </a:moveTo>
                  <a:lnTo>
                    <a:pt x="0" y="27550"/>
                  </a:lnTo>
                </a:path>
              </a:pathLst>
            </a:custGeom>
            <a:noFill/>
            <a:ln w="20003">
              <a:solidFill>
                <a:srgbClr val="E6EAED"/>
              </a:solidFill>
            </a:ln>
          </p:spPr>
        </p:sp>
        <p:sp>
          <p:nvSpPr>
            <p:cNvPr id="3438" name="Candidate_receptor__3437">
              <a:extLst>
                <a:ext uri="{FF2B5EF4-FFF2-40B4-BE49-F238E27FC236}">
                  <a16:creationId xmlns:a16="http://schemas.microsoft.com/office/drawing/2014/main" id="{F27E38EF-437D-86A1-BAA4-7BDE67502BD4}"/>
                </a:ext>
              </a:extLst>
            </p:cNvPr>
            <p:cNvSpPr>
              <a:spLocks noGrp="1"/>
            </p:cNvSpPr>
            <p:nvPr/>
          </p:nvSpPr>
          <p:spPr>
            <a:xfrm>
              <a:off x="4764054" y="3518152"/>
              <a:ext cx="48390" cy="4119"/>
            </a:xfrm>
            <a:custGeom>
              <a:avLst/>
              <a:gdLst/>
              <a:ahLst/>
              <a:cxnLst/>
              <a:rect l="0" t="0" r="0" b="0"/>
              <a:pathLst>
                <a:path w="48390" h="4119">
                  <a:moveTo>
                    <a:pt x="0" y="4119"/>
                  </a:moveTo>
                  <a:lnTo>
                    <a:pt x="48390" y="0"/>
                  </a:lnTo>
                </a:path>
              </a:pathLst>
            </a:custGeom>
            <a:noFill/>
            <a:ln w="20003">
              <a:solidFill>
                <a:srgbClr val="E6EAED"/>
              </a:solidFill>
            </a:ln>
          </p:spPr>
        </p:sp>
        <p:sp>
          <p:nvSpPr>
            <p:cNvPr id="3439" name="Candidate_receptor__3438">
              <a:extLst>
                <a:ext uri="{FF2B5EF4-FFF2-40B4-BE49-F238E27FC236}">
                  <a16:creationId xmlns:a16="http://schemas.microsoft.com/office/drawing/2014/main" id="{0CCB43C8-8C0A-2C47-403D-E28F55C18FCF}"/>
                </a:ext>
              </a:extLst>
            </p:cNvPr>
            <p:cNvSpPr>
              <a:spLocks noGrp="1"/>
            </p:cNvSpPr>
            <p:nvPr/>
          </p:nvSpPr>
          <p:spPr>
            <a:xfrm>
              <a:off x="3736127" y="3116210"/>
              <a:ext cx="23610" cy="99536"/>
            </a:xfrm>
            <a:custGeom>
              <a:avLst/>
              <a:gdLst/>
              <a:ahLst/>
              <a:cxnLst/>
              <a:rect l="0" t="0" r="0" b="0"/>
              <a:pathLst>
                <a:path w="23610" h="99536">
                  <a:moveTo>
                    <a:pt x="23610" y="99536"/>
                  </a:moveTo>
                  <a:lnTo>
                    <a:pt x="0" y="0"/>
                  </a:lnTo>
                </a:path>
              </a:pathLst>
            </a:custGeom>
            <a:noFill/>
            <a:ln w="8096">
              <a:solidFill>
                <a:srgbClr val="E6EAED"/>
              </a:solidFill>
            </a:ln>
          </p:spPr>
        </p:sp>
        <p:sp>
          <p:nvSpPr>
            <p:cNvPr id="3440" name="Candidate_receptor__3439">
              <a:extLst>
                <a:ext uri="{FF2B5EF4-FFF2-40B4-BE49-F238E27FC236}">
                  <a16:creationId xmlns:a16="http://schemas.microsoft.com/office/drawing/2014/main" id="{5BDDE2F4-45D6-7426-E456-FFAA0DD0D57A}"/>
                </a:ext>
              </a:extLst>
            </p:cNvPr>
            <p:cNvSpPr>
              <a:spLocks noGrp="1"/>
            </p:cNvSpPr>
            <p:nvPr/>
          </p:nvSpPr>
          <p:spPr>
            <a:xfrm>
              <a:off x="4335315" y="3469789"/>
              <a:ext cx="10710" cy="23510"/>
            </a:xfrm>
            <a:custGeom>
              <a:avLst/>
              <a:gdLst/>
              <a:ahLst/>
              <a:cxnLst/>
              <a:rect l="0" t="0" r="0" b="0"/>
              <a:pathLst>
                <a:path w="10710" h="23510">
                  <a:moveTo>
                    <a:pt x="10710" y="23510"/>
                  </a:moveTo>
                  <a:lnTo>
                    <a:pt x="0" y="0"/>
                  </a:lnTo>
                </a:path>
              </a:pathLst>
            </a:custGeom>
            <a:noFill/>
            <a:ln w="8096">
              <a:solidFill>
                <a:srgbClr val="E6EAED"/>
              </a:solidFill>
            </a:ln>
          </p:spPr>
        </p:sp>
        <p:sp>
          <p:nvSpPr>
            <p:cNvPr id="3441" name="Candidate_receptor__3440">
              <a:extLst>
                <a:ext uri="{FF2B5EF4-FFF2-40B4-BE49-F238E27FC236}">
                  <a16:creationId xmlns:a16="http://schemas.microsoft.com/office/drawing/2014/main" id="{E136D06E-24AC-2C43-62E6-FCBFF87714A5}"/>
                </a:ext>
              </a:extLst>
            </p:cNvPr>
            <p:cNvSpPr>
              <a:spLocks noGrp="1"/>
            </p:cNvSpPr>
            <p:nvPr/>
          </p:nvSpPr>
          <p:spPr>
            <a:xfrm>
              <a:off x="3777878" y="2871587"/>
              <a:ext cx="13453" cy="111816"/>
            </a:xfrm>
            <a:custGeom>
              <a:avLst/>
              <a:gdLst/>
              <a:ahLst/>
              <a:cxnLst/>
              <a:rect l="0" t="0" r="0" b="0"/>
              <a:pathLst>
                <a:path w="13453" h="111816">
                  <a:moveTo>
                    <a:pt x="13453" y="111816"/>
                  </a:moveTo>
                  <a:lnTo>
                    <a:pt x="0" y="0"/>
                  </a:lnTo>
                </a:path>
              </a:pathLst>
            </a:custGeom>
            <a:noFill/>
            <a:ln w="20003">
              <a:solidFill>
                <a:srgbClr val="E6EAED"/>
              </a:solidFill>
            </a:ln>
          </p:spPr>
        </p:sp>
        <p:sp>
          <p:nvSpPr>
            <p:cNvPr id="3442" name="Candidate_receptor__3441">
              <a:extLst>
                <a:ext uri="{FF2B5EF4-FFF2-40B4-BE49-F238E27FC236}">
                  <a16:creationId xmlns:a16="http://schemas.microsoft.com/office/drawing/2014/main" id="{02AD4EF4-2DBF-924E-138B-91DDB59B6826}"/>
                </a:ext>
              </a:extLst>
            </p:cNvPr>
            <p:cNvSpPr>
              <a:spLocks noGrp="1"/>
            </p:cNvSpPr>
            <p:nvPr/>
          </p:nvSpPr>
          <p:spPr>
            <a:xfrm>
              <a:off x="4532659" y="3314649"/>
              <a:ext cx="23745" cy="57544"/>
            </a:xfrm>
            <a:custGeom>
              <a:avLst/>
              <a:gdLst/>
              <a:ahLst/>
              <a:cxnLst/>
              <a:rect l="0" t="0" r="0" b="0"/>
              <a:pathLst>
                <a:path w="23745" h="57544">
                  <a:moveTo>
                    <a:pt x="0" y="0"/>
                  </a:moveTo>
                  <a:lnTo>
                    <a:pt x="23745" y="57544"/>
                  </a:lnTo>
                </a:path>
              </a:pathLst>
            </a:custGeom>
            <a:noFill/>
            <a:ln w="8096">
              <a:solidFill>
                <a:srgbClr val="E6EAED"/>
              </a:solidFill>
            </a:ln>
          </p:spPr>
        </p:sp>
        <p:sp>
          <p:nvSpPr>
            <p:cNvPr id="3443" name="Candidate_receptor__3442">
              <a:extLst>
                <a:ext uri="{FF2B5EF4-FFF2-40B4-BE49-F238E27FC236}">
                  <a16:creationId xmlns:a16="http://schemas.microsoft.com/office/drawing/2014/main" id="{C8812A2F-34C6-B6BC-7AB0-E5923ED9E830}"/>
                </a:ext>
              </a:extLst>
            </p:cNvPr>
            <p:cNvSpPr>
              <a:spLocks noGrp="1"/>
            </p:cNvSpPr>
            <p:nvPr/>
          </p:nvSpPr>
          <p:spPr>
            <a:xfrm>
              <a:off x="4672762" y="2525309"/>
              <a:ext cx="57796" cy="70840"/>
            </a:xfrm>
            <a:custGeom>
              <a:avLst/>
              <a:gdLst/>
              <a:ahLst/>
              <a:cxnLst/>
              <a:rect l="0" t="0" r="0" b="0"/>
              <a:pathLst>
                <a:path w="57796" h="70840">
                  <a:moveTo>
                    <a:pt x="57796" y="0"/>
                  </a:moveTo>
                  <a:lnTo>
                    <a:pt x="0" y="70840"/>
                  </a:lnTo>
                </a:path>
              </a:pathLst>
            </a:custGeom>
            <a:noFill/>
            <a:ln w="20003">
              <a:solidFill>
                <a:srgbClr val="E6EAED"/>
              </a:solidFill>
            </a:ln>
          </p:spPr>
        </p:sp>
        <p:sp>
          <p:nvSpPr>
            <p:cNvPr id="3444" name="Candidate_receptor__3443">
              <a:extLst>
                <a:ext uri="{FF2B5EF4-FFF2-40B4-BE49-F238E27FC236}">
                  <a16:creationId xmlns:a16="http://schemas.microsoft.com/office/drawing/2014/main" id="{6FFF7FF1-ABCA-8D0C-59C3-AE8A11F931DD}"/>
                </a:ext>
              </a:extLst>
            </p:cNvPr>
            <p:cNvSpPr>
              <a:spLocks noGrp="1"/>
            </p:cNvSpPr>
            <p:nvPr/>
          </p:nvSpPr>
          <p:spPr>
            <a:xfrm>
              <a:off x="4430883" y="2721945"/>
              <a:ext cx="43446" cy="106194"/>
            </a:xfrm>
            <a:custGeom>
              <a:avLst/>
              <a:gdLst/>
              <a:ahLst/>
              <a:cxnLst/>
              <a:rect l="0" t="0" r="0" b="0"/>
              <a:pathLst>
                <a:path w="43446" h="106194">
                  <a:moveTo>
                    <a:pt x="0" y="0"/>
                  </a:moveTo>
                  <a:lnTo>
                    <a:pt x="43446" y="106194"/>
                  </a:lnTo>
                </a:path>
              </a:pathLst>
            </a:custGeom>
            <a:noFill/>
            <a:ln w="20003">
              <a:solidFill>
                <a:srgbClr val="E6EAED"/>
              </a:solidFill>
            </a:ln>
          </p:spPr>
        </p:sp>
        <p:sp>
          <p:nvSpPr>
            <p:cNvPr id="3445" name="Candidate_receptor__3444">
              <a:extLst>
                <a:ext uri="{FF2B5EF4-FFF2-40B4-BE49-F238E27FC236}">
                  <a16:creationId xmlns:a16="http://schemas.microsoft.com/office/drawing/2014/main" id="{4BFA04D5-98D6-DE46-0582-4032AD7D59F5}"/>
                </a:ext>
              </a:extLst>
            </p:cNvPr>
            <p:cNvSpPr>
              <a:spLocks noGrp="1"/>
            </p:cNvSpPr>
            <p:nvPr/>
          </p:nvSpPr>
          <p:spPr>
            <a:xfrm>
              <a:off x="4191390" y="3703163"/>
              <a:ext cx="40677" cy="69853"/>
            </a:xfrm>
            <a:custGeom>
              <a:avLst/>
              <a:gdLst/>
              <a:ahLst/>
              <a:cxnLst/>
              <a:rect l="0" t="0" r="0" b="0"/>
              <a:pathLst>
                <a:path w="40677" h="69853">
                  <a:moveTo>
                    <a:pt x="40677" y="0"/>
                  </a:moveTo>
                  <a:lnTo>
                    <a:pt x="0" y="69853"/>
                  </a:lnTo>
                </a:path>
              </a:pathLst>
            </a:custGeom>
            <a:noFill/>
            <a:ln w="8096">
              <a:solidFill>
                <a:srgbClr val="E6EAED"/>
              </a:solidFill>
            </a:ln>
          </p:spPr>
        </p:sp>
        <p:sp>
          <p:nvSpPr>
            <p:cNvPr id="3446" name="Candidate_receptor__3445">
              <a:extLst>
                <a:ext uri="{FF2B5EF4-FFF2-40B4-BE49-F238E27FC236}">
                  <a16:creationId xmlns:a16="http://schemas.microsoft.com/office/drawing/2014/main" id="{C6246E32-0A84-C8E8-8168-697508B8DE49}"/>
                </a:ext>
              </a:extLst>
            </p:cNvPr>
            <p:cNvSpPr>
              <a:spLocks noGrp="1"/>
            </p:cNvSpPr>
            <p:nvPr/>
          </p:nvSpPr>
          <p:spPr>
            <a:xfrm>
              <a:off x="5852035" y="1900237"/>
              <a:ext cx="65685" cy="68204"/>
            </a:xfrm>
            <a:custGeom>
              <a:avLst/>
              <a:gdLst/>
              <a:ahLst/>
              <a:cxnLst/>
              <a:rect l="0" t="0" r="0" b="0"/>
              <a:pathLst>
                <a:path w="65685" h="68204">
                  <a:moveTo>
                    <a:pt x="65685" y="0"/>
                  </a:moveTo>
                  <a:lnTo>
                    <a:pt x="0" y="68204"/>
                  </a:lnTo>
                </a:path>
              </a:pathLst>
            </a:custGeom>
            <a:noFill/>
            <a:ln w="20003">
              <a:solidFill>
                <a:srgbClr val="E6EAED"/>
              </a:solidFill>
            </a:ln>
          </p:spPr>
        </p:sp>
        <p:sp>
          <p:nvSpPr>
            <p:cNvPr id="3447" name="Candidate_receptor__3446">
              <a:extLst>
                <a:ext uri="{FF2B5EF4-FFF2-40B4-BE49-F238E27FC236}">
                  <a16:creationId xmlns:a16="http://schemas.microsoft.com/office/drawing/2014/main" id="{9365664D-8325-B53A-CD21-C32E544A8F93}"/>
                </a:ext>
              </a:extLst>
            </p:cNvPr>
            <p:cNvSpPr>
              <a:spLocks noGrp="1"/>
            </p:cNvSpPr>
            <p:nvPr/>
          </p:nvSpPr>
          <p:spPr>
            <a:xfrm>
              <a:off x="5028764" y="2901352"/>
              <a:ext cx="49962" cy="101521"/>
            </a:xfrm>
            <a:custGeom>
              <a:avLst/>
              <a:gdLst/>
              <a:ahLst/>
              <a:cxnLst/>
              <a:rect l="0" t="0" r="0" b="0"/>
              <a:pathLst>
                <a:path w="49962" h="101521">
                  <a:moveTo>
                    <a:pt x="0" y="101521"/>
                  </a:moveTo>
                  <a:lnTo>
                    <a:pt x="49962" y="0"/>
                  </a:lnTo>
                </a:path>
              </a:pathLst>
            </a:custGeom>
            <a:noFill/>
            <a:ln w="20003">
              <a:solidFill>
                <a:srgbClr val="E6EAED"/>
              </a:solidFill>
            </a:ln>
          </p:spPr>
        </p:sp>
        <p:sp>
          <p:nvSpPr>
            <p:cNvPr id="3448" name="Candidate_receptor__3447">
              <a:extLst>
                <a:ext uri="{FF2B5EF4-FFF2-40B4-BE49-F238E27FC236}">
                  <a16:creationId xmlns:a16="http://schemas.microsoft.com/office/drawing/2014/main" id="{FF6F94C7-497D-83E8-0E25-02087E4321D8}"/>
                </a:ext>
              </a:extLst>
            </p:cNvPr>
            <p:cNvSpPr>
              <a:spLocks noGrp="1"/>
            </p:cNvSpPr>
            <p:nvPr/>
          </p:nvSpPr>
          <p:spPr>
            <a:xfrm>
              <a:off x="5710326" y="2977778"/>
              <a:ext cx="5665" cy="50470"/>
            </a:xfrm>
            <a:custGeom>
              <a:avLst/>
              <a:gdLst/>
              <a:ahLst/>
              <a:cxnLst/>
              <a:rect l="0" t="0" r="0" b="0"/>
              <a:pathLst>
                <a:path w="5665" h="50470">
                  <a:moveTo>
                    <a:pt x="5665" y="0"/>
                  </a:moveTo>
                  <a:lnTo>
                    <a:pt x="0" y="50470"/>
                  </a:lnTo>
                </a:path>
              </a:pathLst>
            </a:custGeom>
            <a:noFill/>
            <a:ln w="20003">
              <a:solidFill>
                <a:srgbClr val="E6EAED"/>
              </a:solidFill>
            </a:ln>
          </p:spPr>
        </p:sp>
        <p:sp>
          <p:nvSpPr>
            <p:cNvPr id="3449" name="Candidate_receptor__3448">
              <a:extLst>
                <a:ext uri="{FF2B5EF4-FFF2-40B4-BE49-F238E27FC236}">
                  <a16:creationId xmlns:a16="http://schemas.microsoft.com/office/drawing/2014/main" id="{ACE8CC8C-DB7B-9C13-BACF-0CEDFE02F9DC}"/>
                </a:ext>
              </a:extLst>
            </p:cNvPr>
            <p:cNvSpPr>
              <a:spLocks noGrp="1"/>
            </p:cNvSpPr>
            <p:nvPr/>
          </p:nvSpPr>
          <p:spPr>
            <a:xfrm>
              <a:off x="4979862" y="2174503"/>
              <a:ext cx="83147" cy="70388"/>
            </a:xfrm>
            <a:custGeom>
              <a:avLst/>
              <a:gdLst/>
              <a:ahLst/>
              <a:cxnLst/>
              <a:rect l="0" t="0" r="0" b="0"/>
              <a:pathLst>
                <a:path w="83147" h="70388">
                  <a:moveTo>
                    <a:pt x="0" y="70388"/>
                  </a:moveTo>
                  <a:lnTo>
                    <a:pt x="83147" y="0"/>
                  </a:lnTo>
                </a:path>
              </a:pathLst>
            </a:custGeom>
            <a:noFill/>
            <a:ln w="8096">
              <a:solidFill>
                <a:srgbClr val="E6EAED"/>
              </a:solidFill>
            </a:ln>
          </p:spPr>
        </p:sp>
        <p:sp>
          <p:nvSpPr>
            <p:cNvPr id="3450" name="Candidate_receptor__3449">
              <a:extLst>
                <a:ext uri="{FF2B5EF4-FFF2-40B4-BE49-F238E27FC236}">
                  <a16:creationId xmlns:a16="http://schemas.microsoft.com/office/drawing/2014/main" id="{FD69C118-4108-133B-3749-4ADAD856298D}"/>
                </a:ext>
              </a:extLst>
            </p:cNvPr>
            <p:cNvSpPr>
              <a:spLocks noGrp="1"/>
            </p:cNvSpPr>
            <p:nvPr/>
          </p:nvSpPr>
          <p:spPr>
            <a:xfrm>
              <a:off x="4914033" y="2082670"/>
              <a:ext cx="6703" cy="51221"/>
            </a:xfrm>
            <a:custGeom>
              <a:avLst/>
              <a:gdLst/>
              <a:ahLst/>
              <a:cxnLst/>
              <a:rect l="0" t="0" r="0" b="0"/>
              <a:pathLst>
                <a:path w="6703" h="51221">
                  <a:moveTo>
                    <a:pt x="0" y="0"/>
                  </a:moveTo>
                  <a:lnTo>
                    <a:pt x="6703" y="51221"/>
                  </a:lnTo>
                </a:path>
              </a:pathLst>
            </a:custGeom>
            <a:noFill/>
            <a:ln w="8096">
              <a:solidFill>
                <a:srgbClr val="E6EAED"/>
              </a:solidFill>
            </a:ln>
          </p:spPr>
        </p:sp>
        <p:sp>
          <p:nvSpPr>
            <p:cNvPr id="3451" name="Candidate_receptor__3450">
              <a:extLst>
                <a:ext uri="{FF2B5EF4-FFF2-40B4-BE49-F238E27FC236}">
                  <a16:creationId xmlns:a16="http://schemas.microsoft.com/office/drawing/2014/main" id="{2BC309F4-D424-05E1-04A7-878500F4B91B}"/>
                </a:ext>
              </a:extLst>
            </p:cNvPr>
            <p:cNvSpPr>
              <a:spLocks noGrp="1"/>
            </p:cNvSpPr>
            <p:nvPr/>
          </p:nvSpPr>
          <p:spPr>
            <a:xfrm>
              <a:off x="5245405" y="2856645"/>
              <a:ext cx="111154" cy="13892"/>
            </a:xfrm>
            <a:custGeom>
              <a:avLst/>
              <a:gdLst/>
              <a:ahLst/>
              <a:cxnLst/>
              <a:rect l="0" t="0" r="0" b="0"/>
              <a:pathLst>
                <a:path w="111154" h="13892">
                  <a:moveTo>
                    <a:pt x="0" y="0"/>
                  </a:moveTo>
                  <a:lnTo>
                    <a:pt x="111154" y="13892"/>
                  </a:lnTo>
                </a:path>
              </a:pathLst>
            </a:custGeom>
            <a:noFill/>
            <a:ln w="8096">
              <a:solidFill>
                <a:srgbClr val="E6EAED"/>
              </a:solidFill>
            </a:ln>
          </p:spPr>
        </p:sp>
        <p:sp>
          <p:nvSpPr>
            <p:cNvPr id="3452" name="Candidate_receptor__3451">
              <a:extLst>
                <a:ext uri="{FF2B5EF4-FFF2-40B4-BE49-F238E27FC236}">
                  <a16:creationId xmlns:a16="http://schemas.microsoft.com/office/drawing/2014/main" id="{F9B81ACF-B965-B2B8-EA45-3371B222DA95}"/>
                </a:ext>
              </a:extLst>
            </p:cNvPr>
            <p:cNvSpPr>
              <a:spLocks noGrp="1"/>
            </p:cNvSpPr>
            <p:nvPr/>
          </p:nvSpPr>
          <p:spPr>
            <a:xfrm>
              <a:off x="4906380" y="2525937"/>
              <a:ext cx="64680" cy="93945"/>
            </a:xfrm>
            <a:custGeom>
              <a:avLst/>
              <a:gdLst/>
              <a:ahLst/>
              <a:cxnLst/>
              <a:rect l="0" t="0" r="0" b="0"/>
              <a:pathLst>
                <a:path w="64680" h="93945">
                  <a:moveTo>
                    <a:pt x="64680" y="93945"/>
                  </a:moveTo>
                  <a:lnTo>
                    <a:pt x="0" y="0"/>
                  </a:lnTo>
                </a:path>
              </a:pathLst>
            </a:custGeom>
            <a:noFill/>
            <a:ln w="20003">
              <a:solidFill>
                <a:srgbClr val="E6EAED"/>
              </a:solidFill>
            </a:ln>
          </p:spPr>
        </p:sp>
        <p:sp>
          <p:nvSpPr>
            <p:cNvPr id="3453" name="Candidate_receptor__3452">
              <a:extLst>
                <a:ext uri="{FF2B5EF4-FFF2-40B4-BE49-F238E27FC236}">
                  <a16:creationId xmlns:a16="http://schemas.microsoft.com/office/drawing/2014/main" id="{6C2C6C39-DE92-9E69-904A-71C5204B22EA}"/>
                </a:ext>
              </a:extLst>
            </p:cNvPr>
            <p:cNvSpPr>
              <a:spLocks noGrp="1"/>
            </p:cNvSpPr>
            <p:nvPr/>
          </p:nvSpPr>
          <p:spPr>
            <a:xfrm>
              <a:off x="4699335" y="3182597"/>
              <a:ext cx="80649" cy="80415"/>
            </a:xfrm>
            <a:custGeom>
              <a:avLst/>
              <a:gdLst/>
              <a:ahLst/>
              <a:cxnLst/>
              <a:rect l="0" t="0" r="0" b="0"/>
              <a:pathLst>
                <a:path w="80649" h="80415">
                  <a:moveTo>
                    <a:pt x="0" y="0"/>
                  </a:moveTo>
                  <a:lnTo>
                    <a:pt x="80649" y="80415"/>
                  </a:lnTo>
                </a:path>
              </a:pathLst>
            </a:custGeom>
            <a:noFill/>
            <a:ln w="20003">
              <a:solidFill>
                <a:srgbClr val="E6EAED"/>
              </a:solidFill>
            </a:ln>
          </p:spPr>
        </p:sp>
        <p:sp>
          <p:nvSpPr>
            <p:cNvPr id="3454" name="Candidate_receptor__3453">
              <a:extLst>
                <a:ext uri="{FF2B5EF4-FFF2-40B4-BE49-F238E27FC236}">
                  <a16:creationId xmlns:a16="http://schemas.microsoft.com/office/drawing/2014/main" id="{68B2C797-9EFB-2F18-CDDF-ABA17F43AD71}"/>
                </a:ext>
              </a:extLst>
            </p:cNvPr>
            <p:cNvSpPr>
              <a:spLocks noGrp="1"/>
            </p:cNvSpPr>
            <p:nvPr/>
          </p:nvSpPr>
          <p:spPr>
            <a:xfrm>
              <a:off x="5917721" y="1824820"/>
              <a:ext cx="67913" cy="75417"/>
            </a:xfrm>
            <a:custGeom>
              <a:avLst/>
              <a:gdLst/>
              <a:ahLst/>
              <a:cxnLst/>
              <a:rect l="0" t="0" r="0" b="0"/>
              <a:pathLst>
                <a:path w="67913" h="75417">
                  <a:moveTo>
                    <a:pt x="67913" y="0"/>
                  </a:moveTo>
                  <a:lnTo>
                    <a:pt x="0" y="75417"/>
                  </a:lnTo>
                </a:path>
              </a:pathLst>
            </a:custGeom>
            <a:noFill/>
            <a:ln w="8096">
              <a:solidFill>
                <a:srgbClr val="E6EAED"/>
              </a:solidFill>
            </a:ln>
          </p:spPr>
        </p:sp>
        <p:sp>
          <p:nvSpPr>
            <p:cNvPr id="3455" name="Candidate_receptor__3454">
              <a:extLst>
                <a:ext uri="{FF2B5EF4-FFF2-40B4-BE49-F238E27FC236}">
                  <a16:creationId xmlns:a16="http://schemas.microsoft.com/office/drawing/2014/main" id="{74A29319-0B66-FF19-2C76-C0A73F59543F}"/>
                </a:ext>
              </a:extLst>
            </p:cNvPr>
            <p:cNvSpPr>
              <a:spLocks noGrp="1"/>
            </p:cNvSpPr>
            <p:nvPr/>
          </p:nvSpPr>
          <p:spPr>
            <a:xfrm>
              <a:off x="4547771" y="3583724"/>
              <a:ext cx="19062" cy="78988"/>
            </a:xfrm>
            <a:custGeom>
              <a:avLst/>
              <a:gdLst/>
              <a:ahLst/>
              <a:cxnLst/>
              <a:rect l="0" t="0" r="0" b="0"/>
              <a:pathLst>
                <a:path w="19062" h="78988">
                  <a:moveTo>
                    <a:pt x="19062" y="78988"/>
                  </a:moveTo>
                  <a:lnTo>
                    <a:pt x="0" y="0"/>
                  </a:lnTo>
                </a:path>
              </a:pathLst>
            </a:custGeom>
            <a:noFill/>
            <a:ln w="8096">
              <a:solidFill>
                <a:srgbClr val="E6EAED"/>
              </a:solidFill>
            </a:ln>
          </p:spPr>
        </p:sp>
        <p:sp>
          <p:nvSpPr>
            <p:cNvPr id="3456" name="Candidate_receptor__3455">
              <a:extLst>
                <a:ext uri="{FF2B5EF4-FFF2-40B4-BE49-F238E27FC236}">
                  <a16:creationId xmlns:a16="http://schemas.microsoft.com/office/drawing/2014/main" id="{67F38448-F87D-2729-7F21-6EF717E81181}"/>
                </a:ext>
              </a:extLst>
            </p:cNvPr>
            <p:cNvSpPr>
              <a:spLocks noGrp="1"/>
            </p:cNvSpPr>
            <p:nvPr/>
          </p:nvSpPr>
          <p:spPr>
            <a:xfrm>
              <a:off x="4646795" y="2192218"/>
              <a:ext cx="86887" cy="48962"/>
            </a:xfrm>
            <a:custGeom>
              <a:avLst/>
              <a:gdLst/>
              <a:ahLst/>
              <a:cxnLst/>
              <a:rect l="0" t="0" r="0" b="0"/>
              <a:pathLst>
                <a:path w="86887" h="48962">
                  <a:moveTo>
                    <a:pt x="86887" y="48962"/>
                  </a:moveTo>
                  <a:lnTo>
                    <a:pt x="0" y="0"/>
                  </a:lnTo>
                </a:path>
              </a:pathLst>
            </a:custGeom>
            <a:noFill/>
            <a:ln w="20003">
              <a:solidFill>
                <a:srgbClr val="E6EAED"/>
              </a:solidFill>
            </a:ln>
          </p:spPr>
        </p:sp>
        <p:sp>
          <p:nvSpPr>
            <p:cNvPr id="3457" name="Candidate_receptor__3456">
              <a:extLst>
                <a:ext uri="{FF2B5EF4-FFF2-40B4-BE49-F238E27FC236}">
                  <a16:creationId xmlns:a16="http://schemas.microsoft.com/office/drawing/2014/main" id="{82717CE8-DAE8-DE93-80D2-AB9A3CCDE108}"/>
                </a:ext>
              </a:extLst>
            </p:cNvPr>
            <p:cNvSpPr>
              <a:spLocks noGrp="1"/>
            </p:cNvSpPr>
            <p:nvPr/>
          </p:nvSpPr>
          <p:spPr>
            <a:xfrm>
              <a:off x="5480745" y="2776611"/>
              <a:ext cx="82989" cy="9768"/>
            </a:xfrm>
            <a:custGeom>
              <a:avLst/>
              <a:gdLst/>
              <a:ahLst/>
              <a:cxnLst/>
              <a:rect l="0" t="0" r="0" b="0"/>
              <a:pathLst>
                <a:path w="82989" h="9768">
                  <a:moveTo>
                    <a:pt x="82989" y="9768"/>
                  </a:moveTo>
                  <a:lnTo>
                    <a:pt x="0" y="0"/>
                  </a:lnTo>
                </a:path>
              </a:pathLst>
            </a:custGeom>
            <a:noFill/>
            <a:ln w="20003">
              <a:solidFill>
                <a:srgbClr val="E6EAED"/>
              </a:solidFill>
            </a:ln>
          </p:spPr>
        </p:sp>
        <p:sp>
          <p:nvSpPr>
            <p:cNvPr id="3458" name="Candidate_receptor__3457">
              <a:extLst>
                <a:ext uri="{FF2B5EF4-FFF2-40B4-BE49-F238E27FC236}">
                  <a16:creationId xmlns:a16="http://schemas.microsoft.com/office/drawing/2014/main" id="{BC89403E-AA82-B051-1EC6-1DA07088C51E}"/>
                </a:ext>
              </a:extLst>
            </p:cNvPr>
            <p:cNvSpPr>
              <a:spLocks noGrp="1"/>
            </p:cNvSpPr>
            <p:nvPr/>
          </p:nvSpPr>
          <p:spPr>
            <a:xfrm>
              <a:off x="5441447" y="3320854"/>
              <a:ext cx="19074" cy="76278"/>
            </a:xfrm>
            <a:custGeom>
              <a:avLst/>
              <a:gdLst/>
              <a:ahLst/>
              <a:cxnLst/>
              <a:rect l="0" t="0" r="0" b="0"/>
              <a:pathLst>
                <a:path w="19074" h="76278">
                  <a:moveTo>
                    <a:pt x="19074" y="0"/>
                  </a:moveTo>
                  <a:lnTo>
                    <a:pt x="0" y="76278"/>
                  </a:lnTo>
                </a:path>
              </a:pathLst>
            </a:custGeom>
            <a:noFill/>
            <a:ln w="20003">
              <a:solidFill>
                <a:srgbClr val="E6EAED"/>
              </a:solidFill>
            </a:ln>
          </p:spPr>
        </p:sp>
        <p:sp>
          <p:nvSpPr>
            <p:cNvPr id="3459" name="Candidate_receptor__3458">
              <a:extLst>
                <a:ext uri="{FF2B5EF4-FFF2-40B4-BE49-F238E27FC236}">
                  <a16:creationId xmlns:a16="http://schemas.microsoft.com/office/drawing/2014/main" id="{F27C3FEB-0B37-8B73-B834-9279D9CBFADF}"/>
                </a:ext>
              </a:extLst>
            </p:cNvPr>
            <p:cNvSpPr>
              <a:spLocks noGrp="1"/>
            </p:cNvSpPr>
            <p:nvPr/>
          </p:nvSpPr>
          <p:spPr>
            <a:xfrm>
              <a:off x="5945862" y="3202679"/>
              <a:ext cx="51924" cy="3165"/>
            </a:xfrm>
            <a:custGeom>
              <a:avLst/>
              <a:gdLst/>
              <a:ahLst/>
              <a:cxnLst/>
              <a:rect l="0" t="0" r="0" b="0"/>
              <a:pathLst>
                <a:path w="51924" h="3165">
                  <a:moveTo>
                    <a:pt x="0" y="0"/>
                  </a:moveTo>
                  <a:lnTo>
                    <a:pt x="51924" y="3165"/>
                  </a:lnTo>
                </a:path>
              </a:pathLst>
            </a:custGeom>
            <a:noFill/>
            <a:ln w="20003">
              <a:solidFill>
                <a:srgbClr val="E6EAED"/>
              </a:solidFill>
            </a:ln>
          </p:spPr>
        </p:sp>
        <p:sp>
          <p:nvSpPr>
            <p:cNvPr id="3460" name="Candidate_receptor__3459">
              <a:extLst>
                <a:ext uri="{FF2B5EF4-FFF2-40B4-BE49-F238E27FC236}">
                  <a16:creationId xmlns:a16="http://schemas.microsoft.com/office/drawing/2014/main" id="{AB5328BB-3675-DBE8-B944-4C6BA94B508C}"/>
                </a:ext>
              </a:extLst>
            </p:cNvPr>
            <p:cNvSpPr>
              <a:spLocks noGrp="1"/>
            </p:cNvSpPr>
            <p:nvPr/>
          </p:nvSpPr>
          <p:spPr>
            <a:xfrm>
              <a:off x="5521944" y="2398420"/>
              <a:ext cx="23100" cy="112955"/>
            </a:xfrm>
            <a:custGeom>
              <a:avLst/>
              <a:gdLst/>
              <a:ahLst/>
              <a:cxnLst/>
              <a:rect l="0" t="0" r="0" b="0"/>
              <a:pathLst>
                <a:path w="23100" h="112955">
                  <a:moveTo>
                    <a:pt x="0" y="112955"/>
                  </a:moveTo>
                  <a:lnTo>
                    <a:pt x="23100" y="0"/>
                  </a:lnTo>
                </a:path>
              </a:pathLst>
            </a:custGeom>
            <a:noFill/>
            <a:ln w="20003">
              <a:solidFill>
                <a:srgbClr val="E6EAED"/>
              </a:solidFill>
            </a:ln>
          </p:spPr>
        </p:sp>
        <p:sp>
          <p:nvSpPr>
            <p:cNvPr id="3461" name="Candidate_receptor__3460">
              <a:extLst>
                <a:ext uri="{FF2B5EF4-FFF2-40B4-BE49-F238E27FC236}">
                  <a16:creationId xmlns:a16="http://schemas.microsoft.com/office/drawing/2014/main" id="{F11DFED4-C745-A6C4-391E-154C53CA0869}"/>
                </a:ext>
              </a:extLst>
            </p:cNvPr>
            <p:cNvSpPr>
              <a:spLocks noGrp="1"/>
            </p:cNvSpPr>
            <p:nvPr/>
          </p:nvSpPr>
          <p:spPr>
            <a:xfrm>
              <a:off x="3759738" y="3215747"/>
              <a:ext cx="51425" cy="42094"/>
            </a:xfrm>
            <a:custGeom>
              <a:avLst/>
              <a:gdLst/>
              <a:ahLst/>
              <a:cxnLst/>
              <a:rect l="0" t="0" r="0" b="0"/>
              <a:pathLst>
                <a:path w="51425" h="42094">
                  <a:moveTo>
                    <a:pt x="51425" y="42094"/>
                  </a:moveTo>
                  <a:lnTo>
                    <a:pt x="0" y="0"/>
                  </a:lnTo>
                </a:path>
              </a:pathLst>
            </a:custGeom>
            <a:noFill/>
            <a:ln w="8096">
              <a:solidFill>
                <a:srgbClr val="E6EAED"/>
              </a:solidFill>
            </a:ln>
          </p:spPr>
        </p:sp>
        <p:sp>
          <p:nvSpPr>
            <p:cNvPr id="3462" name="Candidate_receptor__3461">
              <a:extLst>
                <a:ext uri="{FF2B5EF4-FFF2-40B4-BE49-F238E27FC236}">
                  <a16:creationId xmlns:a16="http://schemas.microsoft.com/office/drawing/2014/main" id="{E7370628-3F05-D558-B4E3-C39A84C534C3}"/>
                </a:ext>
              </a:extLst>
            </p:cNvPr>
            <p:cNvSpPr>
              <a:spLocks noGrp="1"/>
            </p:cNvSpPr>
            <p:nvPr/>
          </p:nvSpPr>
          <p:spPr>
            <a:xfrm>
              <a:off x="5965745" y="1741222"/>
              <a:ext cx="19889" cy="83597"/>
            </a:xfrm>
            <a:custGeom>
              <a:avLst/>
              <a:gdLst/>
              <a:ahLst/>
              <a:cxnLst/>
              <a:rect l="0" t="0" r="0" b="0"/>
              <a:pathLst>
                <a:path w="19889" h="83597">
                  <a:moveTo>
                    <a:pt x="0" y="0"/>
                  </a:moveTo>
                  <a:lnTo>
                    <a:pt x="19889" y="83597"/>
                  </a:lnTo>
                </a:path>
              </a:pathLst>
            </a:custGeom>
            <a:noFill/>
            <a:ln w="8096">
              <a:solidFill>
                <a:srgbClr val="E6EAED"/>
              </a:solidFill>
            </a:ln>
          </p:spPr>
        </p:sp>
        <p:sp>
          <p:nvSpPr>
            <p:cNvPr id="3463" name="Candidate_receptor__3462">
              <a:extLst>
                <a:ext uri="{FF2B5EF4-FFF2-40B4-BE49-F238E27FC236}">
                  <a16:creationId xmlns:a16="http://schemas.microsoft.com/office/drawing/2014/main" id="{5FA4A475-4A80-4485-1E2B-1B540ABC2D4A}"/>
                </a:ext>
              </a:extLst>
            </p:cNvPr>
            <p:cNvSpPr>
              <a:spLocks noGrp="1"/>
            </p:cNvSpPr>
            <p:nvPr/>
          </p:nvSpPr>
          <p:spPr>
            <a:xfrm>
              <a:off x="5078727" y="2901352"/>
              <a:ext cx="99805" cy="56025"/>
            </a:xfrm>
            <a:custGeom>
              <a:avLst/>
              <a:gdLst/>
              <a:ahLst/>
              <a:cxnLst/>
              <a:rect l="0" t="0" r="0" b="0"/>
              <a:pathLst>
                <a:path w="99805" h="56025">
                  <a:moveTo>
                    <a:pt x="0" y="0"/>
                  </a:moveTo>
                  <a:lnTo>
                    <a:pt x="99805" y="56025"/>
                  </a:lnTo>
                </a:path>
              </a:pathLst>
            </a:custGeom>
            <a:noFill/>
            <a:ln w="20003">
              <a:solidFill>
                <a:srgbClr val="E6EAED"/>
              </a:solidFill>
            </a:ln>
          </p:spPr>
        </p:sp>
        <p:sp>
          <p:nvSpPr>
            <p:cNvPr id="3464" name="Candidate_receptor__3463">
              <a:extLst>
                <a:ext uri="{FF2B5EF4-FFF2-40B4-BE49-F238E27FC236}">
                  <a16:creationId xmlns:a16="http://schemas.microsoft.com/office/drawing/2014/main" id="{6BD147D2-2159-AB16-B887-B32DEC0F9DA3}"/>
                </a:ext>
              </a:extLst>
            </p:cNvPr>
            <p:cNvSpPr>
              <a:spLocks noGrp="1"/>
            </p:cNvSpPr>
            <p:nvPr/>
          </p:nvSpPr>
          <p:spPr>
            <a:xfrm>
              <a:off x="6127915" y="2133516"/>
              <a:ext cx="63092" cy="83930"/>
            </a:xfrm>
            <a:custGeom>
              <a:avLst/>
              <a:gdLst/>
              <a:ahLst/>
              <a:cxnLst/>
              <a:rect l="0" t="0" r="0" b="0"/>
              <a:pathLst>
                <a:path w="63092" h="83930">
                  <a:moveTo>
                    <a:pt x="63092" y="83930"/>
                  </a:moveTo>
                  <a:lnTo>
                    <a:pt x="0" y="0"/>
                  </a:lnTo>
                </a:path>
              </a:pathLst>
            </a:custGeom>
            <a:noFill/>
            <a:ln w="20003">
              <a:solidFill>
                <a:srgbClr val="E6EAED"/>
              </a:solidFill>
            </a:ln>
          </p:spPr>
        </p:sp>
        <p:sp>
          <p:nvSpPr>
            <p:cNvPr id="3465" name="Candidate_receptor__3464">
              <a:extLst>
                <a:ext uri="{FF2B5EF4-FFF2-40B4-BE49-F238E27FC236}">
                  <a16:creationId xmlns:a16="http://schemas.microsoft.com/office/drawing/2014/main" id="{A0E2F6B0-B7D4-5C07-DDCA-54AEC6EAB6B4}"/>
                </a:ext>
              </a:extLst>
            </p:cNvPr>
            <p:cNvSpPr>
              <a:spLocks noGrp="1"/>
            </p:cNvSpPr>
            <p:nvPr/>
          </p:nvSpPr>
          <p:spPr>
            <a:xfrm>
              <a:off x="4325313" y="3675614"/>
              <a:ext cx="18691" cy="113983"/>
            </a:xfrm>
            <a:custGeom>
              <a:avLst/>
              <a:gdLst/>
              <a:ahLst/>
              <a:cxnLst/>
              <a:rect l="0" t="0" r="0" b="0"/>
              <a:pathLst>
                <a:path w="18691" h="113983">
                  <a:moveTo>
                    <a:pt x="18691" y="113983"/>
                  </a:moveTo>
                  <a:lnTo>
                    <a:pt x="0" y="0"/>
                  </a:lnTo>
                </a:path>
              </a:pathLst>
            </a:custGeom>
            <a:noFill/>
            <a:ln w="20003">
              <a:solidFill>
                <a:srgbClr val="E6EAED"/>
              </a:solidFill>
            </a:ln>
          </p:spPr>
        </p:sp>
        <p:sp>
          <p:nvSpPr>
            <p:cNvPr id="3466" name="Candidate_receptor__3465">
              <a:extLst>
                <a:ext uri="{FF2B5EF4-FFF2-40B4-BE49-F238E27FC236}">
                  <a16:creationId xmlns:a16="http://schemas.microsoft.com/office/drawing/2014/main" id="{65FD2F07-01A1-F9D0-ECFD-38A1C44EFA04}"/>
                </a:ext>
              </a:extLst>
            </p:cNvPr>
            <p:cNvSpPr>
              <a:spLocks noGrp="1"/>
            </p:cNvSpPr>
            <p:nvPr/>
          </p:nvSpPr>
          <p:spPr>
            <a:xfrm>
              <a:off x="4147552" y="2791009"/>
              <a:ext cx="50501" cy="32758"/>
            </a:xfrm>
            <a:custGeom>
              <a:avLst/>
              <a:gdLst/>
              <a:ahLst/>
              <a:cxnLst/>
              <a:rect l="0" t="0" r="0" b="0"/>
              <a:pathLst>
                <a:path w="50501" h="32758">
                  <a:moveTo>
                    <a:pt x="0" y="32758"/>
                  </a:moveTo>
                  <a:lnTo>
                    <a:pt x="50501" y="0"/>
                  </a:lnTo>
                </a:path>
              </a:pathLst>
            </a:custGeom>
            <a:noFill/>
            <a:ln w="20003">
              <a:solidFill>
                <a:srgbClr val="E6EAED"/>
              </a:solidFill>
            </a:ln>
          </p:spPr>
        </p:sp>
        <p:sp>
          <p:nvSpPr>
            <p:cNvPr id="3467" name="Candidate_receptor__3466">
              <a:extLst>
                <a:ext uri="{FF2B5EF4-FFF2-40B4-BE49-F238E27FC236}">
                  <a16:creationId xmlns:a16="http://schemas.microsoft.com/office/drawing/2014/main" id="{01EE4C64-F88A-8194-7CF8-E67B4EB29E40}"/>
                </a:ext>
              </a:extLst>
            </p:cNvPr>
            <p:cNvSpPr>
              <a:spLocks noGrp="1"/>
            </p:cNvSpPr>
            <p:nvPr/>
          </p:nvSpPr>
          <p:spPr>
            <a:xfrm>
              <a:off x="4801707" y="2606994"/>
              <a:ext cx="19437" cy="49831"/>
            </a:xfrm>
            <a:custGeom>
              <a:avLst/>
              <a:gdLst/>
              <a:ahLst/>
              <a:cxnLst/>
              <a:rect l="0" t="0" r="0" b="0"/>
              <a:pathLst>
                <a:path w="19437" h="49831">
                  <a:moveTo>
                    <a:pt x="19437" y="49831"/>
                  </a:moveTo>
                  <a:lnTo>
                    <a:pt x="0" y="0"/>
                  </a:lnTo>
                </a:path>
              </a:pathLst>
            </a:custGeom>
            <a:noFill/>
            <a:ln w="20003">
              <a:solidFill>
                <a:srgbClr val="E6EAED"/>
              </a:solidFill>
            </a:ln>
          </p:spPr>
        </p:sp>
        <p:sp>
          <p:nvSpPr>
            <p:cNvPr id="3468" name="Candidate_receptor__3467">
              <a:extLst>
                <a:ext uri="{FF2B5EF4-FFF2-40B4-BE49-F238E27FC236}">
                  <a16:creationId xmlns:a16="http://schemas.microsoft.com/office/drawing/2014/main" id="{727E5C3F-91DD-2205-6DCA-98807EF85428}"/>
                </a:ext>
              </a:extLst>
            </p:cNvPr>
            <p:cNvSpPr>
              <a:spLocks noGrp="1"/>
            </p:cNvSpPr>
            <p:nvPr/>
          </p:nvSpPr>
          <p:spPr>
            <a:xfrm>
              <a:off x="3777878" y="2809100"/>
              <a:ext cx="91725" cy="62487"/>
            </a:xfrm>
            <a:custGeom>
              <a:avLst/>
              <a:gdLst/>
              <a:ahLst/>
              <a:cxnLst/>
              <a:rect l="0" t="0" r="0" b="0"/>
              <a:pathLst>
                <a:path w="91725" h="62487">
                  <a:moveTo>
                    <a:pt x="0" y="62487"/>
                  </a:moveTo>
                  <a:lnTo>
                    <a:pt x="91725" y="0"/>
                  </a:lnTo>
                </a:path>
              </a:pathLst>
            </a:custGeom>
            <a:noFill/>
            <a:ln w="20003">
              <a:solidFill>
                <a:srgbClr val="E6EAED"/>
              </a:solidFill>
            </a:ln>
          </p:spPr>
        </p:sp>
        <p:sp>
          <p:nvSpPr>
            <p:cNvPr id="3469" name="Candidate_receptor__3468">
              <a:extLst>
                <a:ext uri="{FF2B5EF4-FFF2-40B4-BE49-F238E27FC236}">
                  <a16:creationId xmlns:a16="http://schemas.microsoft.com/office/drawing/2014/main" id="{D7B1A63F-FC64-DC4B-0D00-73D2DA95CBD5}"/>
                </a:ext>
              </a:extLst>
            </p:cNvPr>
            <p:cNvSpPr>
              <a:spLocks noGrp="1"/>
            </p:cNvSpPr>
            <p:nvPr/>
          </p:nvSpPr>
          <p:spPr>
            <a:xfrm>
              <a:off x="4456409" y="3170705"/>
              <a:ext cx="88740" cy="58802"/>
            </a:xfrm>
            <a:custGeom>
              <a:avLst/>
              <a:gdLst/>
              <a:ahLst/>
              <a:cxnLst/>
              <a:rect l="0" t="0" r="0" b="0"/>
              <a:pathLst>
                <a:path w="88740" h="58802">
                  <a:moveTo>
                    <a:pt x="88740" y="0"/>
                  </a:moveTo>
                  <a:lnTo>
                    <a:pt x="0" y="58802"/>
                  </a:lnTo>
                </a:path>
              </a:pathLst>
            </a:custGeom>
            <a:noFill/>
            <a:ln w="8096">
              <a:solidFill>
                <a:srgbClr val="E6EAED"/>
              </a:solidFill>
            </a:ln>
          </p:spPr>
        </p:sp>
        <p:sp>
          <p:nvSpPr>
            <p:cNvPr id="3470" name="Candidate_receptor__3469">
              <a:extLst>
                <a:ext uri="{FF2B5EF4-FFF2-40B4-BE49-F238E27FC236}">
                  <a16:creationId xmlns:a16="http://schemas.microsoft.com/office/drawing/2014/main" id="{09D7E641-9BDC-B62A-8B45-480F7D86EBD5}"/>
                </a:ext>
              </a:extLst>
            </p:cNvPr>
            <p:cNvSpPr>
              <a:spLocks noGrp="1"/>
            </p:cNvSpPr>
            <p:nvPr/>
          </p:nvSpPr>
          <p:spPr>
            <a:xfrm>
              <a:off x="5569475" y="2975834"/>
              <a:ext cx="40140" cy="27508"/>
            </a:xfrm>
            <a:custGeom>
              <a:avLst/>
              <a:gdLst/>
              <a:ahLst/>
              <a:cxnLst/>
              <a:rect l="0" t="0" r="0" b="0"/>
              <a:pathLst>
                <a:path w="40140" h="27508">
                  <a:moveTo>
                    <a:pt x="40140" y="0"/>
                  </a:moveTo>
                  <a:lnTo>
                    <a:pt x="0" y="27508"/>
                  </a:lnTo>
                </a:path>
              </a:pathLst>
            </a:custGeom>
            <a:noFill/>
            <a:ln w="20003">
              <a:solidFill>
                <a:srgbClr val="E6EAED"/>
              </a:solidFill>
            </a:ln>
          </p:spPr>
        </p:sp>
        <p:sp>
          <p:nvSpPr>
            <p:cNvPr id="3471" name="Candidate_receptor__3470">
              <a:extLst>
                <a:ext uri="{FF2B5EF4-FFF2-40B4-BE49-F238E27FC236}">
                  <a16:creationId xmlns:a16="http://schemas.microsoft.com/office/drawing/2014/main" id="{87A9348C-F43A-2B6C-340C-04B64292F17F}"/>
                </a:ext>
              </a:extLst>
            </p:cNvPr>
            <p:cNvSpPr>
              <a:spLocks noGrp="1"/>
            </p:cNvSpPr>
            <p:nvPr/>
          </p:nvSpPr>
          <p:spPr>
            <a:xfrm>
              <a:off x="4556404" y="3372194"/>
              <a:ext cx="93930" cy="52805"/>
            </a:xfrm>
            <a:custGeom>
              <a:avLst/>
              <a:gdLst/>
              <a:ahLst/>
              <a:cxnLst/>
              <a:rect l="0" t="0" r="0" b="0"/>
              <a:pathLst>
                <a:path w="93930" h="52805">
                  <a:moveTo>
                    <a:pt x="0" y="0"/>
                  </a:moveTo>
                  <a:lnTo>
                    <a:pt x="93930" y="52805"/>
                  </a:lnTo>
                </a:path>
              </a:pathLst>
            </a:custGeom>
            <a:noFill/>
            <a:ln w="8096">
              <a:solidFill>
                <a:srgbClr val="E6EAED"/>
              </a:solidFill>
            </a:ln>
          </p:spPr>
        </p:sp>
        <p:sp>
          <p:nvSpPr>
            <p:cNvPr id="3472" name="Candidate_receptor__3471">
              <a:extLst>
                <a:ext uri="{FF2B5EF4-FFF2-40B4-BE49-F238E27FC236}">
                  <a16:creationId xmlns:a16="http://schemas.microsoft.com/office/drawing/2014/main" id="{74D9A207-2310-4CE6-A4E5-807D3EC3C0D4}"/>
                </a:ext>
              </a:extLst>
            </p:cNvPr>
            <p:cNvSpPr>
              <a:spLocks noGrp="1"/>
            </p:cNvSpPr>
            <p:nvPr/>
          </p:nvSpPr>
          <p:spPr>
            <a:xfrm>
              <a:off x="4566833" y="3662712"/>
              <a:ext cx="95458" cy="47669"/>
            </a:xfrm>
            <a:custGeom>
              <a:avLst/>
              <a:gdLst/>
              <a:ahLst/>
              <a:cxnLst/>
              <a:rect l="0" t="0" r="0" b="0"/>
              <a:pathLst>
                <a:path w="95458" h="47669">
                  <a:moveTo>
                    <a:pt x="95458" y="47669"/>
                  </a:moveTo>
                  <a:lnTo>
                    <a:pt x="0" y="0"/>
                  </a:lnTo>
                </a:path>
              </a:pathLst>
            </a:custGeom>
            <a:noFill/>
            <a:ln w="8096">
              <a:solidFill>
                <a:srgbClr val="E6EAED"/>
              </a:solidFill>
            </a:ln>
          </p:spPr>
        </p:sp>
        <p:sp>
          <p:nvSpPr>
            <p:cNvPr id="3473" name="Candidate_receptor__3472">
              <a:extLst>
                <a:ext uri="{FF2B5EF4-FFF2-40B4-BE49-F238E27FC236}">
                  <a16:creationId xmlns:a16="http://schemas.microsoft.com/office/drawing/2014/main" id="{F2A2283E-695C-360D-C73A-329F715D64AE}"/>
                </a:ext>
              </a:extLst>
            </p:cNvPr>
            <p:cNvSpPr>
              <a:spLocks noGrp="1"/>
            </p:cNvSpPr>
            <p:nvPr/>
          </p:nvSpPr>
          <p:spPr>
            <a:xfrm>
              <a:off x="5702520" y="3344697"/>
              <a:ext cx="82576" cy="70723"/>
            </a:xfrm>
            <a:custGeom>
              <a:avLst/>
              <a:gdLst/>
              <a:ahLst/>
              <a:cxnLst/>
              <a:rect l="0" t="0" r="0" b="0"/>
              <a:pathLst>
                <a:path w="82576" h="70723">
                  <a:moveTo>
                    <a:pt x="82576" y="0"/>
                  </a:moveTo>
                  <a:lnTo>
                    <a:pt x="0" y="70723"/>
                  </a:lnTo>
                </a:path>
              </a:pathLst>
            </a:custGeom>
            <a:noFill/>
            <a:ln w="20003">
              <a:solidFill>
                <a:srgbClr val="E6EAED"/>
              </a:solidFill>
            </a:ln>
          </p:spPr>
        </p:sp>
        <p:sp>
          <p:nvSpPr>
            <p:cNvPr id="3474" name="Candidate_receptor__3473">
              <a:extLst>
                <a:ext uri="{FF2B5EF4-FFF2-40B4-BE49-F238E27FC236}">
                  <a16:creationId xmlns:a16="http://schemas.microsoft.com/office/drawing/2014/main" id="{70C277B1-F788-91F2-C949-993AA1C9DACC}"/>
                </a:ext>
              </a:extLst>
            </p:cNvPr>
            <p:cNvSpPr>
              <a:spLocks noGrp="1"/>
            </p:cNvSpPr>
            <p:nvPr/>
          </p:nvSpPr>
          <p:spPr>
            <a:xfrm>
              <a:off x="4812444" y="3518152"/>
              <a:ext cx="78285" cy="79510"/>
            </a:xfrm>
            <a:custGeom>
              <a:avLst/>
              <a:gdLst/>
              <a:ahLst/>
              <a:cxnLst/>
              <a:rect l="0" t="0" r="0" b="0"/>
              <a:pathLst>
                <a:path w="78285" h="79510">
                  <a:moveTo>
                    <a:pt x="0" y="0"/>
                  </a:moveTo>
                  <a:lnTo>
                    <a:pt x="78285" y="79510"/>
                  </a:lnTo>
                </a:path>
              </a:pathLst>
            </a:custGeom>
            <a:noFill/>
            <a:ln w="20003">
              <a:solidFill>
                <a:srgbClr val="E6EAED"/>
              </a:solidFill>
            </a:ln>
          </p:spPr>
        </p:sp>
        <p:sp>
          <p:nvSpPr>
            <p:cNvPr id="3475" name="Candidate_receptor__3474">
              <a:extLst>
                <a:ext uri="{FF2B5EF4-FFF2-40B4-BE49-F238E27FC236}">
                  <a16:creationId xmlns:a16="http://schemas.microsoft.com/office/drawing/2014/main" id="{1C574B90-4854-D4E2-4A82-D324A9B5A78D}"/>
                </a:ext>
              </a:extLst>
            </p:cNvPr>
            <p:cNvSpPr>
              <a:spLocks noGrp="1"/>
            </p:cNvSpPr>
            <p:nvPr/>
          </p:nvSpPr>
          <p:spPr>
            <a:xfrm>
              <a:off x="5435479" y="3079022"/>
              <a:ext cx="19162" cy="51878"/>
            </a:xfrm>
            <a:custGeom>
              <a:avLst/>
              <a:gdLst/>
              <a:ahLst/>
              <a:cxnLst/>
              <a:rect l="0" t="0" r="0" b="0"/>
              <a:pathLst>
                <a:path w="19162" h="51878">
                  <a:moveTo>
                    <a:pt x="19162" y="0"/>
                  </a:moveTo>
                  <a:lnTo>
                    <a:pt x="0" y="51878"/>
                  </a:lnTo>
                </a:path>
              </a:pathLst>
            </a:custGeom>
            <a:noFill/>
            <a:ln w="8096">
              <a:solidFill>
                <a:srgbClr val="E6EAED"/>
              </a:solidFill>
            </a:ln>
          </p:spPr>
        </p:sp>
        <p:sp>
          <p:nvSpPr>
            <p:cNvPr id="3476" name="Candidate_receptor__3475">
              <a:extLst>
                <a:ext uri="{FF2B5EF4-FFF2-40B4-BE49-F238E27FC236}">
                  <a16:creationId xmlns:a16="http://schemas.microsoft.com/office/drawing/2014/main" id="{73F3B2A4-CB63-B785-A867-269DB8434C50}"/>
                </a:ext>
              </a:extLst>
            </p:cNvPr>
            <p:cNvSpPr>
              <a:spLocks noGrp="1"/>
            </p:cNvSpPr>
            <p:nvPr/>
          </p:nvSpPr>
          <p:spPr>
            <a:xfrm>
              <a:off x="5132633" y="2326846"/>
              <a:ext cx="109739" cy="36753"/>
            </a:xfrm>
            <a:custGeom>
              <a:avLst/>
              <a:gdLst/>
              <a:ahLst/>
              <a:cxnLst/>
              <a:rect l="0" t="0" r="0" b="0"/>
              <a:pathLst>
                <a:path w="109739" h="36753">
                  <a:moveTo>
                    <a:pt x="0" y="0"/>
                  </a:moveTo>
                  <a:lnTo>
                    <a:pt x="109739" y="36753"/>
                  </a:lnTo>
                </a:path>
              </a:pathLst>
            </a:custGeom>
            <a:noFill/>
            <a:ln w="20003">
              <a:solidFill>
                <a:srgbClr val="E6EAED"/>
              </a:solidFill>
            </a:ln>
          </p:spPr>
        </p:sp>
        <p:sp>
          <p:nvSpPr>
            <p:cNvPr id="3477" name="Candidate_receptor__3476">
              <a:extLst>
                <a:ext uri="{FF2B5EF4-FFF2-40B4-BE49-F238E27FC236}">
                  <a16:creationId xmlns:a16="http://schemas.microsoft.com/office/drawing/2014/main" id="{7F022BCE-9CBA-BD74-776C-55A66F15999B}"/>
                </a:ext>
              </a:extLst>
            </p:cNvPr>
            <p:cNvSpPr>
              <a:spLocks noGrp="1"/>
            </p:cNvSpPr>
            <p:nvPr/>
          </p:nvSpPr>
          <p:spPr>
            <a:xfrm>
              <a:off x="5833277" y="3434978"/>
              <a:ext cx="13794" cy="52750"/>
            </a:xfrm>
            <a:custGeom>
              <a:avLst/>
              <a:gdLst/>
              <a:ahLst/>
              <a:cxnLst/>
              <a:rect l="0" t="0" r="0" b="0"/>
              <a:pathLst>
                <a:path w="13794" h="52750">
                  <a:moveTo>
                    <a:pt x="0" y="52750"/>
                  </a:moveTo>
                  <a:lnTo>
                    <a:pt x="13794" y="0"/>
                  </a:lnTo>
                </a:path>
              </a:pathLst>
            </a:custGeom>
            <a:noFill/>
            <a:ln w="20003">
              <a:solidFill>
                <a:srgbClr val="E6EAED"/>
              </a:solidFill>
            </a:ln>
          </p:spPr>
        </p:sp>
        <p:sp>
          <p:nvSpPr>
            <p:cNvPr id="3478" name="Candidate_receptor__3477">
              <a:extLst>
                <a:ext uri="{FF2B5EF4-FFF2-40B4-BE49-F238E27FC236}">
                  <a16:creationId xmlns:a16="http://schemas.microsoft.com/office/drawing/2014/main" id="{136D91FF-2FF9-5A9F-D371-24BC75D03393}"/>
                </a:ext>
              </a:extLst>
            </p:cNvPr>
            <p:cNvSpPr>
              <a:spLocks noGrp="1"/>
            </p:cNvSpPr>
            <p:nvPr/>
          </p:nvSpPr>
          <p:spPr>
            <a:xfrm>
              <a:off x="5063010" y="2174503"/>
              <a:ext cx="102610" cy="45450"/>
            </a:xfrm>
            <a:custGeom>
              <a:avLst/>
              <a:gdLst/>
              <a:ahLst/>
              <a:cxnLst/>
              <a:rect l="0" t="0" r="0" b="0"/>
              <a:pathLst>
                <a:path w="102610" h="45450">
                  <a:moveTo>
                    <a:pt x="0" y="0"/>
                  </a:moveTo>
                  <a:lnTo>
                    <a:pt x="102610" y="45450"/>
                  </a:lnTo>
                </a:path>
              </a:pathLst>
            </a:custGeom>
            <a:noFill/>
            <a:ln w="20003">
              <a:solidFill>
                <a:srgbClr val="E6EAED"/>
              </a:solidFill>
            </a:ln>
          </p:spPr>
        </p:sp>
        <p:sp>
          <p:nvSpPr>
            <p:cNvPr id="3479" name="Candidate_receptor__3478">
              <a:extLst>
                <a:ext uri="{FF2B5EF4-FFF2-40B4-BE49-F238E27FC236}">
                  <a16:creationId xmlns:a16="http://schemas.microsoft.com/office/drawing/2014/main" id="{A7BA323E-4D11-1DCC-A2ED-A63D6C0774DF}"/>
                </a:ext>
              </a:extLst>
            </p:cNvPr>
            <p:cNvSpPr>
              <a:spLocks noGrp="1"/>
            </p:cNvSpPr>
            <p:nvPr/>
          </p:nvSpPr>
          <p:spPr>
            <a:xfrm>
              <a:off x="5783335" y="2906852"/>
              <a:ext cx="72112" cy="27133"/>
            </a:xfrm>
            <a:custGeom>
              <a:avLst/>
              <a:gdLst/>
              <a:ahLst/>
              <a:cxnLst/>
              <a:rect l="0" t="0" r="0" b="0"/>
              <a:pathLst>
                <a:path w="72112" h="27133">
                  <a:moveTo>
                    <a:pt x="72112" y="27133"/>
                  </a:moveTo>
                  <a:lnTo>
                    <a:pt x="0" y="0"/>
                  </a:lnTo>
                </a:path>
              </a:pathLst>
            </a:custGeom>
            <a:noFill/>
            <a:ln w="20003">
              <a:solidFill>
                <a:srgbClr val="E6EAED"/>
              </a:solidFill>
            </a:ln>
          </p:spPr>
        </p:sp>
        <p:sp>
          <p:nvSpPr>
            <p:cNvPr id="3480" name="Candidate_receptor__3479">
              <a:extLst>
                <a:ext uri="{FF2B5EF4-FFF2-40B4-BE49-F238E27FC236}">
                  <a16:creationId xmlns:a16="http://schemas.microsoft.com/office/drawing/2014/main" id="{11E4759E-9B55-62C1-2974-72D39AAF7DF1}"/>
                </a:ext>
              </a:extLst>
            </p:cNvPr>
            <p:cNvSpPr>
              <a:spLocks noGrp="1"/>
            </p:cNvSpPr>
            <p:nvPr/>
          </p:nvSpPr>
          <p:spPr>
            <a:xfrm>
              <a:off x="5132633" y="2219954"/>
              <a:ext cx="32987" cy="106892"/>
            </a:xfrm>
            <a:custGeom>
              <a:avLst/>
              <a:gdLst/>
              <a:ahLst/>
              <a:cxnLst/>
              <a:rect l="0" t="0" r="0" b="0"/>
              <a:pathLst>
                <a:path w="32987" h="106892">
                  <a:moveTo>
                    <a:pt x="32987" y="0"/>
                  </a:moveTo>
                  <a:lnTo>
                    <a:pt x="0" y="106892"/>
                  </a:lnTo>
                </a:path>
              </a:pathLst>
            </a:custGeom>
            <a:noFill/>
            <a:ln w="20003">
              <a:solidFill>
                <a:srgbClr val="E6EAED"/>
              </a:solidFill>
            </a:ln>
          </p:spPr>
        </p:sp>
        <p:sp>
          <p:nvSpPr>
            <p:cNvPr id="3481" name="Candidate_receptor__3480">
              <a:extLst>
                <a:ext uri="{FF2B5EF4-FFF2-40B4-BE49-F238E27FC236}">
                  <a16:creationId xmlns:a16="http://schemas.microsoft.com/office/drawing/2014/main" id="{F193FD2C-5432-020B-AAD5-64E7821F5485}"/>
                </a:ext>
              </a:extLst>
            </p:cNvPr>
            <p:cNvSpPr>
              <a:spLocks noGrp="1"/>
            </p:cNvSpPr>
            <p:nvPr/>
          </p:nvSpPr>
          <p:spPr>
            <a:xfrm>
              <a:off x="4391913" y="3134579"/>
              <a:ext cx="64496" cy="94929"/>
            </a:xfrm>
            <a:custGeom>
              <a:avLst/>
              <a:gdLst/>
              <a:ahLst/>
              <a:cxnLst/>
              <a:rect l="0" t="0" r="0" b="0"/>
              <a:pathLst>
                <a:path w="64496" h="94929">
                  <a:moveTo>
                    <a:pt x="64496" y="94929"/>
                  </a:moveTo>
                  <a:lnTo>
                    <a:pt x="0" y="0"/>
                  </a:lnTo>
                </a:path>
              </a:pathLst>
            </a:custGeom>
            <a:noFill/>
            <a:ln w="8096">
              <a:solidFill>
                <a:srgbClr val="E6EAED"/>
              </a:solidFill>
            </a:ln>
          </p:spPr>
        </p:sp>
        <p:sp>
          <p:nvSpPr>
            <p:cNvPr id="3482" name="Candidate_receptor__3481">
              <a:extLst>
                <a:ext uri="{FF2B5EF4-FFF2-40B4-BE49-F238E27FC236}">
                  <a16:creationId xmlns:a16="http://schemas.microsoft.com/office/drawing/2014/main" id="{458BDCDE-9498-995C-8AB6-2232AAF3BA8E}"/>
                </a:ext>
              </a:extLst>
            </p:cNvPr>
            <p:cNvSpPr>
              <a:spLocks noGrp="1"/>
            </p:cNvSpPr>
            <p:nvPr/>
          </p:nvSpPr>
          <p:spPr>
            <a:xfrm>
              <a:off x="4341160" y="2886859"/>
              <a:ext cx="43299" cy="86348"/>
            </a:xfrm>
            <a:custGeom>
              <a:avLst/>
              <a:gdLst/>
              <a:ahLst/>
              <a:cxnLst/>
              <a:rect l="0" t="0" r="0" b="0"/>
              <a:pathLst>
                <a:path w="43299" h="86348">
                  <a:moveTo>
                    <a:pt x="0" y="0"/>
                  </a:moveTo>
                  <a:lnTo>
                    <a:pt x="43299" y="86348"/>
                  </a:lnTo>
                </a:path>
              </a:pathLst>
            </a:custGeom>
            <a:noFill/>
            <a:ln w="20003">
              <a:solidFill>
                <a:srgbClr val="E6EAED"/>
              </a:solidFill>
            </a:ln>
          </p:spPr>
        </p:sp>
        <p:sp>
          <p:nvSpPr>
            <p:cNvPr id="3483" name="Candidate_receptor__3482">
              <a:extLst>
                <a:ext uri="{FF2B5EF4-FFF2-40B4-BE49-F238E27FC236}">
                  <a16:creationId xmlns:a16="http://schemas.microsoft.com/office/drawing/2014/main" id="{281308D8-3FE7-B31F-C873-7C0E9251C95E}"/>
                </a:ext>
              </a:extLst>
            </p:cNvPr>
            <p:cNvSpPr>
              <a:spLocks noGrp="1"/>
            </p:cNvSpPr>
            <p:nvPr/>
          </p:nvSpPr>
          <p:spPr>
            <a:xfrm>
              <a:off x="4205882" y="2474852"/>
              <a:ext cx="54807" cy="100820"/>
            </a:xfrm>
            <a:custGeom>
              <a:avLst/>
              <a:gdLst/>
              <a:ahLst/>
              <a:cxnLst/>
              <a:rect l="0" t="0" r="0" b="0"/>
              <a:pathLst>
                <a:path w="54807" h="100820">
                  <a:moveTo>
                    <a:pt x="0" y="100820"/>
                  </a:moveTo>
                  <a:lnTo>
                    <a:pt x="54807" y="0"/>
                  </a:lnTo>
                </a:path>
              </a:pathLst>
            </a:custGeom>
            <a:noFill/>
            <a:ln w="20003">
              <a:solidFill>
                <a:srgbClr val="E6EAED"/>
              </a:solidFill>
            </a:ln>
          </p:spPr>
        </p:sp>
        <p:sp>
          <p:nvSpPr>
            <p:cNvPr id="3484" name="Candidate_receptor__3483">
              <a:extLst>
                <a:ext uri="{FF2B5EF4-FFF2-40B4-BE49-F238E27FC236}">
                  <a16:creationId xmlns:a16="http://schemas.microsoft.com/office/drawing/2014/main" id="{16975FDA-B08C-FFC1-8D06-FC0CF1B6903C}"/>
                </a:ext>
              </a:extLst>
            </p:cNvPr>
            <p:cNvSpPr>
              <a:spLocks noGrp="1"/>
            </p:cNvSpPr>
            <p:nvPr/>
          </p:nvSpPr>
          <p:spPr>
            <a:xfrm>
              <a:off x="4926214" y="3846953"/>
              <a:ext cx="49636" cy="91191"/>
            </a:xfrm>
            <a:custGeom>
              <a:avLst/>
              <a:gdLst/>
              <a:ahLst/>
              <a:cxnLst/>
              <a:rect l="0" t="0" r="0" b="0"/>
              <a:pathLst>
                <a:path w="49636" h="91191">
                  <a:moveTo>
                    <a:pt x="49636" y="0"/>
                  </a:moveTo>
                  <a:lnTo>
                    <a:pt x="0" y="91191"/>
                  </a:lnTo>
                </a:path>
              </a:pathLst>
            </a:custGeom>
            <a:noFill/>
            <a:ln w="8096">
              <a:solidFill>
                <a:srgbClr val="E6EAED"/>
              </a:solidFill>
            </a:ln>
          </p:spPr>
        </p:sp>
        <p:sp>
          <p:nvSpPr>
            <p:cNvPr id="3485" name="Candidate_receptor__3484">
              <a:extLst>
                <a:ext uri="{FF2B5EF4-FFF2-40B4-BE49-F238E27FC236}">
                  <a16:creationId xmlns:a16="http://schemas.microsoft.com/office/drawing/2014/main" id="{54CBC2D7-6356-6A0E-8D19-6D1EBF645A9F}"/>
                </a:ext>
              </a:extLst>
            </p:cNvPr>
            <p:cNvSpPr>
              <a:spLocks noGrp="1"/>
            </p:cNvSpPr>
            <p:nvPr/>
          </p:nvSpPr>
          <p:spPr>
            <a:xfrm>
              <a:off x="5028764" y="3002873"/>
              <a:ext cx="47344" cy="43475"/>
            </a:xfrm>
            <a:custGeom>
              <a:avLst/>
              <a:gdLst/>
              <a:ahLst/>
              <a:cxnLst/>
              <a:rect l="0" t="0" r="0" b="0"/>
              <a:pathLst>
                <a:path w="47344" h="43475">
                  <a:moveTo>
                    <a:pt x="47344" y="43475"/>
                  </a:moveTo>
                  <a:lnTo>
                    <a:pt x="0" y="0"/>
                  </a:lnTo>
                </a:path>
              </a:pathLst>
            </a:custGeom>
            <a:noFill/>
            <a:ln w="20003">
              <a:solidFill>
                <a:srgbClr val="E6EAED"/>
              </a:solidFill>
            </a:ln>
          </p:spPr>
        </p:sp>
        <p:sp>
          <p:nvSpPr>
            <p:cNvPr id="3486" name="Candidate_receptor__3485">
              <a:extLst>
                <a:ext uri="{FF2B5EF4-FFF2-40B4-BE49-F238E27FC236}">
                  <a16:creationId xmlns:a16="http://schemas.microsoft.com/office/drawing/2014/main" id="{0230C017-4EE4-13DA-AE28-88EDF4CD58A3}"/>
                </a:ext>
              </a:extLst>
            </p:cNvPr>
            <p:cNvSpPr>
              <a:spLocks noGrp="1"/>
            </p:cNvSpPr>
            <p:nvPr/>
          </p:nvSpPr>
          <p:spPr>
            <a:xfrm>
              <a:off x="5700579" y="2876282"/>
              <a:ext cx="82756" cy="30570"/>
            </a:xfrm>
            <a:custGeom>
              <a:avLst/>
              <a:gdLst/>
              <a:ahLst/>
              <a:cxnLst/>
              <a:rect l="0" t="0" r="0" b="0"/>
              <a:pathLst>
                <a:path w="82756" h="30570">
                  <a:moveTo>
                    <a:pt x="82756" y="30570"/>
                  </a:moveTo>
                  <a:lnTo>
                    <a:pt x="0" y="0"/>
                  </a:lnTo>
                </a:path>
              </a:pathLst>
            </a:custGeom>
            <a:noFill/>
            <a:ln w="20003">
              <a:solidFill>
                <a:srgbClr val="E6EAED"/>
              </a:solidFill>
            </a:ln>
          </p:spPr>
        </p:sp>
        <p:sp>
          <p:nvSpPr>
            <p:cNvPr id="3487" name="Candidate_receptor__3486">
              <a:extLst>
                <a:ext uri="{FF2B5EF4-FFF2-40B4-BE49-F238E27FC236}">
                  <a16:creationId xmlns:a16="http://schemas.microsoft.com/office/drawing/2014/main" id="{32D9A10C-317C-14CA-BA25-69EEFE46F6A3}"/>
                </a:ext>
              </a:extLst>
            </p:cNvPr>
            <p:cNvSpPr>
              <a:spLocks noGrp="1"/>
            </p:cNvSpPr>
            <p:nvPr/>
          </p:nvSpPr>
          <p:spPr>
            <a:xfrm>
              <a:off x="5562698" y="3114082"/>
              <a:ext cx="34995" cy="95"/>
            </a:xfrm>
            <a:custGeom>
              <a:avLst/>
              <a:gdLst/>
              <a:ahLst/>
              <a:cxnLst/>
              <a:rect l="0" t="0" r="0" b="0"/>
              <a:pathLst>
                <a:path w="34995" h="95">
                  <a:moveTo>
                    <a:pt x="34995" y="0"/>
                  </a:moveTo>
                  <a:lnTo>
                    <a:pt x="0" y="90"/>
                  </a:lnTo>
                </a:path>
              </a:pathLst>
            </a:custGeom>
            <a:noFill/>
            <a:ln w="20003">
              <a:solidFill>
                <a:srgbClr val="E6EAED"/>
              </a:solidFill>
            </a:ln>
          </p:spPr>
        </p:sp>
        <p:sp>
          <p:nvSpPr>
            <p:cNvPr id="3488" name="Candidate_receptor__3487">
              <a:extLst>
                <a:ext uri="{FF2B5EF4-FFF2-40B4-BE49-F238E27FC236}">
                  <a16:creationId xmlns:a16="http://schemas.microsoft.com/office/drawing/2014/main" id="{F45525B3-70F8-7E97-E206-47F4C4DF0E5D}"/>
                </a:ext>
              </a:extLst>
            </p:cNvPr>
            <p:cNvSpPr>
              <a:spLocks noGrp="1"/>
            </p:cNvSpPr>
            <p:nvPr/>
          </p:nvSpPr>
          <p:spPr>
            <a:xfrm>
              <a:off x="5637743" y="2416667"/>
              <a:ext cx="39156" cy="81072"/>
            </a:xfrm>
            <a:custGeom>
              <a:avLst/>
              <a:gdLst/>
              <a:ahLst/>
              <a:cxnLst/>
              <a:rect l="0" t="0" r="0" b="0"/>
              <a:pathLst>
                <a:path w="39156" h="81072">
                  <a:moveTo>
                    <a:pt x="0" y="0"/>
                  </a:moveTo>
                  <a:lnTo>
                    <a:pt x="39156" y="81072"/>
                  </a:lnTo>
                </a:path>
              </a:pathLst>
            </a:custGeom>
            <a:noFill/>
            <a:ln w="20003">
              <a:solidFill>
                <a:srgbClr val="E6EAED"/>
              </a:solidFill>
            </a:ln>
          </p:spPr>
        </p:sp>
        <p:sp>
          <p:nvSpPr>
            <p:cNvPr id="3489" name="Candidate_receptor__3488">
              <a:extLst>
                <a:ext uri="{FF2B5EF4-FFF2-40B4-BE49-F238E27FC236}">
                  <a16:creationId xmlns:a16="http://schemas.microsoft.com/office/drawing/2014/main" id="{A1EDB044-2FE5-DF7D-BBA5-125E190C0914}"/>
                </a:ext>
              </a:extLst>
            </p:cNvPr>
            <p:cNvSpPr>
              <a:spLocks noGrp="1"/>
            </p:cNvSpPr>
            <p:nvPr/>
          </p:nvSpPr>
          <p:spPr>
            <a:xfrm>
              <a:off x="5545044" y="2398420"/>
              <a:ext cx="92699" cy="18246"/>
            </a:xfrm>
            <a:custGeom>
              <a:avLst/>
              <a:gdLst/>
              <a:ahLst/>
              <a:cxnLst/>
              <a:rect l="0" t="0" r="0" b="0"/>
              <a:pathLst>
                <a:path w="92699" h="18246">
                  <a:moveTo>
                    <a:pt x="0" y="0"/>
                  </a:moveTo>
                  <a:lnTo>
                    <a:pt x="92699" y="18246"/>
                  </a:lnTo>
                </a:path>
              </a:pathLst>
            </a:custGeom>
            <a:noFill/>
            <a:ln w="20003">
              <a:solidFill>
                <a:srgbClr val="E6EAED"/>
              </a:solidFill>
            </a:ln>
          </p:spPr>
        </p:sp>
        <p:sp>
          <p:nvSpPr>
            <p:cNvPr id="3490" name="Candidate_receptor__3489">
              <a:extLst>
                <a:ext uri="{FF2B5EF4-FFF2-40B4-BE49-F238E27FC236}">
                  <a16:creationId xmlns:a16="http://schemas.microsoft.com/office/drawing/2014/main" id="{F2A666F2-56E3-FCE6-5196-A559B59326C1}"/>
                </a:ext>
              </a:extLst>
            </p:cNvPr>
            <p:cNvSpPr>
              <a:spLocks noGrp="1"/>
            </p:cNvSpPr>
            <p:nvPr/>
          </p:nvSpPr>
          <p:spPr>
            <a:xfrm>
              <a:off x="4650334" y="3417913"/>
              <a:ext cx="85118" cy="7086"/>
            </a:xfrm>
            <a:custGeom>
              <a:avLst/>
              <a:gdLst/>
              <a:ahLst/>
              <a:cxnLst/>
              <a:rect l="0" t="0" r="0" b="0"/>
              <a:pathLst>
                <a:path w="85118" h="7086">
                  <a:moveTo>
                    <a:pt x="0" y="7086"/>
                  </a:moveTo>
                  <a:lnTo>
                    <a:pt x="85118" y="0"/>
                  </a:lnTo>
                </a:path>
              </a:pathLst>
            </a:custGeom>
            <a:noFill/>
            <a:ln w="8096">
              <a:solidFill>
                <a:srgbClr val="E6EAED"/>
              </a:solidFill>
            </a:ln>
          </p:spPr>
        </p:sp>
        <p:sp>
          <p:nvSpPr>
            <p:cNvPr id="3491" name="Candidate_receptor__3490">
              <a:extLst>
                <a:ext uri="{FF2B5EF4-FFF2-40B4-BE49-F238E27FC236}">
                  <a16:creationId xmlns:a16="http://schemas.microsoft.com/office/drawing/2014/main" id="{3BF8E7A4-0709-BC35-BF7B-07C91291CD79}"/>
                </a:ext>
              </a:extLst>
            </p:cNvPr>
            <p:cNvSpPr>
              <a:spLocks noGrp="1"/>
            </p:cNvSpPr>
            <p:nvPr/>
          </p:nvSpPr>
          <p:spPr>
            <a:xfrm>
              <a:off x="4641373" y="3182597"/>
              <a:ext cx="57963" cy="15948"/>
            </a:xfrm>
            <a:custGeom>
              <a:avLst/>
              <a:gdLst/>
              <a:ahLst/>
              <a:cxnLst/>
              <a:rect l="0" t="0" r="0" b="0"/>
              <a:pathLst>
                <a:path w="57963" h="15948">
                  <a:moveTo>
                    <a:pt x="0" y="15948"/>
                  </a:moveTo>
                  <a:lnTo>
                    <a:pt x="57963" y="0"/>
                  </a:lnTo>
                </a:path>
              </a:pathLst>
            </a:custGeom>
            <a:noFill/>
            <a:ln w="20003">
              <a:solidFill>
                <a:srgbClr val="E6EAED"/>
              </a:solidFill>
            </a:ln>
          </p:spPr>
        </p:sp>
        <p:sp>
          <p:nvSpPr>
            <p:cNvPr id="3492" name="Candidate_receptor__3491">
              <a:extLst>
                <a:ext uri="{FF2B5EF4-FFF2-40B4-BE49-F238E27FC236}">
                  <a16:creationId xmlns:a16="http://schemas.microsoft.com/office/drawing/2014/main" id="{62CABCCC-11DA-7F7F-A391-5D5D2207C1AC}"/>
                </a:ext>
              </a:extLst>
            </p:cNvPr>
            <p:cNvSpPr>
              <a:spLocks noGrp="1"/>
            </p:cNvSpPr>
            <p:nvPr/>
          </p:nvSpPr>
          <p:spPr>
            <a:xfrm>
              <a:off x="5426327" y="1963699"/>
              <a:ext cx="48686" cy="99512"/>
            </a:xfrm>
            <a:custGeom>
              <a:avLst/>
              <a:gdLst/>
              <a:ahLst/>
              <a:cxnLst/>
              <a:rect l="0" t="0" r="0" b="0"/>
              <a:pathLst>
                <a:path w="48686" h="99512">
                  <a:moveTo>
                    <a:pt x="0" y="99512"/>
                  </a:moveTo>
                  <a:lnTo>
                    <a:pt x="48686" y="0"/>
                  </a:lnTo>
                </a:path>
              </a:pathLst>
            </a:custGeom>
            <a:noFill/>
            <a:ln w="8096">
              <a:solidFill>
                <a:srgbClr val="E6EAED"/>
              </a:solidFill>
            </a:ln>
          </p:spPr>
        </p:sp>
        <p:sp>
          <p:nvSpPr>
            <p:cNvPr id="3493" name="Candidate_receptor__3492">
              <a:extLst>
                <a:ext uri="{FF2B5EF4-FFF2-40B4-BE49-F238E27FC236}">
                  <a16:creationId xmlns:a16="http://schemas.microsoft.com/office/drawing/2014/main" id="{A798EA05-3D21-0A44-FA54-572819D0B500}"/>
                </a:ext>
              </a:extLst>
            </p:cNvPr>
            <p:cNvSpPr>
              <a:spLocks noGrp="1"/>
            </p:cNvSpPr>
            <p:nvPr/>
          </p:nvSpPr>
          <p:spPr>
            <a:xfrm>
              <a:off x="4341160" y="2813124"/>
              <a:ext cx="3948" cy="73735"/>
            </a:xfrm>
            <a:custGeom>
              <a:avLst/>
              <a:gdLst/>
              <a:ahLst/>
              <a:cxnLst/>
              <a:rect l="0" t="0" r="0" b="0"/>
              <a:pathLst>
                <a:path w="3948" h="73735">
                  <a:moveTo>
                    <a:pt x="3948" y="0"/>
                  </a:moveTo>
                  <a:lnTo>
                    <a:pt x="0" y="73735"/>
                  </a:lnTo>
                </a:path>
              </a:pathLst>
            </a:custGeom>
            <a:noFill/>
            <a:ln w="20003">
              <a:solidFill>
                <a:srgbClr val="E6EAED"/>
              </a:solidFill>
            </a:ln>
          </p:spPr>
        </p:sp>
        <p:sp>
          <p:nvSpPr>
            <p:cNvPr id="3494" name="Candidate_receptor__3493">
              <a:extLst>
                <a:ext uri="{FF2B5EF4-FFF2-40B4-BE49-F238E27FC236}">
                  <a16:creationId xmlns:a16="http://schemas.microsoft.com/office/drawing/2014/main" id="{2166F303-AA94-0760-4FD1-5957E24E6AF1}"/>
                </a:ext>
              </a:extLst>
            </p:cNvPr>
            <p:cNvSpPr>
              <a:spLocks noGrp="1"/>
            </p:cNvSpPr>
            <p:nvPr/>
          </p:nvSpPr>
          <p:spPr>
            <a:xfrm>
              <a:off x="4430883" y="2686980"/>
              <a:ext cx="25897" cy="34965"/>
            </a:xfrm>
            <a:custGeom>
              <a:avLst/>
              <a:gdLst/>
              <a:ahLst/>
              <a:cxnLst/>
              <a:rect l="0" t="0" r="0" b="0"/>
              <a:pathLst>
                <a:path w="25897" h="34965">
                  <a:moveTo>
                    <a:pt x="25897" y="0"/>
                  </a:moveTo>
                  <a:lnTo>
                    <a:pt x="0" y="34965"/>
                  </a:lnTo>
                </a:path>
              </a:pathLst>
            </a:custGeom>
            <a:noFill/>
            <a:ln w="20003">
              <a:solidFill>
                <a:srgbClr val="E6EAED"/>
              </a:solidFill>
            </a:ln>
          </p:spPr>
        </p:sp>
        <p:sp>
          <p:nvSpPr>
            <p:cNvPr id="3495" name="Candidate_receptor__3494">
              <a:extLst>
                <a:ext uri="{FF2B5EF4-FFF2-40B4-BE49-F238E27FC236}">
                  <a16:creationId xmlns:a16="http://schemas.microsoft.com/office/drawing/2014/main" id="{A58BAB41-AB57-F415-FC1B-296D6EE8D66A}"/>
                </a:ext>
              </a:extLst>
            </p:cNvPr>
            <p:cNvSpPr>
              <a:spLocks noGrp="1"/>
            </p:cNvSpPr>
            <p:nvPr/>
          </p:nvSpPr>
          <p:spPr>
            <a:xfrm>
              <a:off x="4994927" y="3515955"/>
              <a:ext cx="74403" cy="37880"/>
            </a:xfrm>
            <a:custGeom>
              <a:avLst/>
              <a:gdLst/>
              <a:ahLst/>
              <a:cxnLst/>
              <a:rect l="0" t="0" r="0" b="0"/>
              <a:pathLst>
                <a:path w="74403" h="37880">
                  <a:moveTo>
                    <a:pt x="0" y="0"/>
                  </a:moveTo>
                  <a:lnTo>
                    <a:pt x="74403" y="37880"/>
                  </a:lnTo>
                </a:path>
              </a:pathLst>
            </a:custGeom>
            <a:noFill/>
            <a:ln w="20003">
              <a:solidFill>
                <a:srgbClr val="E6EAED"/>
              </a:solidFill>
            </a:ln>
          </p:spPr>
        </p:sp>
        <p:sp>
          <p:nvSpPr>
            <p:cNvPr id="3496" name="Candidate_receptor__3495">
              <a:extLst>
                <a:ext uri="{FF2B5EF4-FFF2-40B4-BE49-F238E27FC236}">
                  <a16:creationId xmlns:a16="http://schemas.microsoft.com/office/drawing/2014/main" id="{A48F8706-D771-1C9E-5B30-0869EB6AB05B}"/>
                </a:ext>
              </a:extLst>
            </p:cNvPr>
            <p:cNvSpPr>
              <a:spLocks noGrp="1"/>
            </p:cNvSpPr>
            <p:nvPr/>
          </p:nvSpPr>
          <p:spPr>
            <a:xfrm>
              <a:off x="4730558" y="2525309"/>
              <a:ext cx="71149" cy="81685"/>
            </a:xfrm>
            <a:custGeom>
              <a:avLst/>
              <a:gdLst/>
              <a:ahLst/>
              <a:cxnLst/>
              <a:rect l="0" t="0" r="0" b="0"/>
              <a:pathLst>
                <a:path w="71149" h="81685">
                  <a:moveTo>
                    <a:pt x="71149" y="81685"/>
                  </a:moveTo>
                  <a:lnTo>
                    <a:pt x="0" y="0"/>
                  </a:lnTo>
                </a:path>
              </a:pathLst>
            </a:custGeom>
            <a:noFill/>
            <a:ln w="20003">
              <a:solidFill>
                <a:srgbClr val="E6EAED"/>
              </a:solidFill>
            </a:ln>
          </p:spPr>
        </p:sp>
        <p:sp>
          <p:nvSpPr>
            <p:cNvPr id="3497" name="Candidate_receptor__3496">
              <a:extLst>
                <a:ext uri="{FF2B5EF4-FFF2-40B4-BE49-F238E27FC236}">
                  <a16:creationId xmlns:a16="http://schemas.microsoft.com/office/drawing/2014/main" id="{E26F2612-5E0F-2E70-CCAB-7C3E8DC35FC5}"/>
                </a:ext>
              </a:extLst>
            </p:cNvPr>
            <p:cNvSpPr>
              <a:spLocks noGrp="1"/>
            </p:cNvSpPr>
            <p:nvPr/>
          </p:nvSpPr>
          <p:spPr>
            <a:xfrm>
              <a:off x="4938102" y="3447169"/>
              <a:ext cx="56825" cy="68786"/>
            </a:xfrm>
            <a:custGeom>
              <a:avLst/>
              <a:gdLst/>
              <a:ahLst/>
              <a:cxnLst/>
              <a:rect l="0" t="0" r="0" b="0"/>
              <a:pathLst>
                <a:path w="56825" h="68786">
                  <a:moveTo>
                    <a:pt x="0" y="0"/>
                  </a:moveTo>
                  <a:lnTo>
                    <a:pt x="56825" y="68786"/>
                  </a:lnTo>
                </a:path>
              </a:pathLst>
            </a:custGeom>
            <a:noFill/>
            <a:ln w="20003">
              <a:solidFill>
                <a:srgbClr val="E7EAED"/>
              </a:solidFill>
            </a:ln>
          </p:spPr>
        </p:sp>
        <p:sp>
          <p:nvSpPr>
            <p:cNvPr id="3498" name="Candidate_receptor__3497">
              <a:extLst>
                <a:ext uri="{FF2B5EF4-FFF2-40B4-BE49-F238E27FC236}">
                  <a16:creationId xmlns:a16="http://schemas.microsoft.com/office/drawing/2014/main" id="{72793F8B-9899-3B10-1694-A142A6B414D0}"/>
                </a:ext>
              </a:extLst>
            </p:cNvPr>
            <p:cNvSpPr>
              <a:spLocks noGrp="1"/>
            </p:cNvSpPr>
            <p:nvPr/>
          </p:nvSpPr>
          <p:spPr>
            <a:xfrm>
              <a:off x="3831854" y="2505489"/>
              <a:ext cx="54021" cy="44730"/>
            </a:xfrm>
            <a:custGeom>
              <a:avLst/>
              <a:gdLst/>
              <a:ahLst/>
              <a:cxnLst/>
              <a:rect l="0" t="0" r="0" b="0"/>
              <a:pathLst>
                <a:path w="54021" h="44730">
                  <a:moveTo>
                    <a:pt x="54021" y="44730"/>
                  </a:moveTo>
                  <a:lnTo>
                    <a:pt x="0" y="0"/>
                  </a:lnTo>
                </a:path>
              </a:pathLst>
            </a:custGeom>
            <a:noFill/>
            <a:ln w="20003">
              <a:solidFill>
                <a:srgbClr val="E7EAED"/>
              </a:solidFill>
            </a:ln>
          </p:spPr>
        </p:sp>
        <p:sp>
          <p:nvSpPr>
            <p:cNvPr id="3499" name="Candidate_receptor__3498">
              <a:extLst>
                <a:ext uri="{FF2B5EF4-FFF2-40B4-BE49-F238E27FC236}">
                  <a16:creationId xmlns:a16="http://schemas.microsoft.com/office/drawing/2014/main" id="{A3327575-8B02-C855-F6F2-2BDB1C80836B}"/>
                </a:ext>
              </a:extLst>
            </p:cNvPr>
            <p:cNvSpPr>
              <a:spLocks noGrp="1"/>
            </p:cNvSpPr>
            <p:nvPr/>
          </p:nvSpPr>
          <p:spPr>
            <a:xfrm>
              <a:off x="4733681" y="2166848"/>
              <a:ext cx="78924" cy="74332"/>
            </a:xfrm>
            <a:custGeom>
              <a:avLst/>
              <a:gdLst/>
              <a:ahLst/>
              <a:cxnLst/>
              <a:rect l="0" t="0" r="0" b="0"/>
              <a:pathLst>
                <a:path w="78924" h="74332">
                  <a:moveTo>
                    <a:pt x="78924" y="0"/>
                  </a:moveTo>
                  <a:lnTo>
                    <a:pt x="0" y="74332"/>
                  </a:lnTo>
                </a:path>
              </a:pathLst>
            </a:custGeom>
            <a:noFill/>
            <a:ln w="20003">
              <a:solidFill>
                <a:srgbClr val="E7EAED"/>
              </a:solidFill>
            </a:ln>
          </p:spPr>
        </p:sp>
        <p:sp>
          <p:nvSpPr>
            <p:cNvPr id="3500" name="Candidate_receptor__3499">
              <a:extLst>
                <a:ext uri="{FF2B5EF4-FFF2-40B4-BE49-F238E27FC236}">
                  <a16:creationId xmlns:a16="http://schemas.microsoft.com/office/drawing/2014/main" id="{8B11FAA4-892F-4255-AA62-2A0D6C991D41}"/>
                </a:ext>
              </a:extLst>
            </p:cNvPr>
            <p:cNvSpPr>
              <a:spLocks noGrp="1"/>
            </p:cNvSpPr>
            <p:nvPr/>
          </p:nvSpPr>
          <p:spPr>
            <a:xfrm>
              <a:off x="4455339" y="2828139"/>
              <a:ext cx="18990" cy="11419"/>
            </a:xfrm>
            <a:custGeom>
              <a:avLst/>
              <a:gdLst/>
              <a:ahLst/>
              <a:cxnLst/>
              <a:rect l="0" t="0" r="0" b="0"/>
              <a:pathLst>
                <a:path w="18990" h="11419">
                  <a:moveTo>
                    <a:pt x="18990" y="0"/>
                  </a:moveTo>
                  <a:lnTo>
                    <a:pt x="0" y="11419"/>
                  </a:lnTo>
                </a:path>
              </a:pathLst>
            </a:custGeom>
            <a:noFill/>
            <a:ln w="20003">
              <a:solidFill>
                <a:srgbClr val="E7EAED"/>
              </a:solidFill>
            </a:ln>
          </p:spPr>
        </p:sp>
        <p:sp>
          <p:nvSpPr>
            <p:cNvPr id="3501" name="Candidate_receptor__3500">
              <a:extLst>
                <a:ext uri="{FF2B5EF4-FFF2-40B4-BE49-F238E27FC236}">
                  <a16:creationId xmlns:a16="http://schemas.microsoft.com/office/drawing/2014/main" id="{694A7103-12E3-3267-672F-5285DAEFA781}"/>
                </a:ext>
              </a:extLst>
            </p:cNvPr>
            <p:cNvSpPr>
              <a:spLocks noGrp="1"/>
            </p:cNvSpPr>
            <p:nvPr/>
          </p:nvSpPr>
          <p:spPr>
            <a:xfrm>
              <a:off x="5197053" y="2806665"/>
              <a:ext cx="48352" cy="49980"/>
            </a:xfrm>
            <a:custGeom>
              <a:avLst/>
              <a:gdLst/>
              <a:ahLst/>
              <a:cxnLst/>
              <a:rect l="0" t="0" r="0" b="0"/>
              <a:pathLst>
                <a:path w="48352" h="49980">
                  <a:moveTo>
                    <a:pt x="0" y="0"/>
                  </a:moveTo>
                  <a:lnTo>
                    <a:pt x="48352" y="49980"/>
                  </a:lnTo>
                </a:path>
              </a:pathLst>
            </a:custGeom>
            <a:noFill/>
            <a:ln w="8096">
              <a:solidFill>
                <a:srgbClr val="E7EAED"/>
              </a:solidFill>
            </a:ln>
          </p:spPr>
        </p:sp>
        <p:sp>
          <p:nvSpPr>
            <p:cNvPr id="3502" name="Candidate_receptor__3501">
              <a:extLst>
                <a:ext uri="{FF2B5EF4-FFF2-40B4-BE49-F238E27FC236}">
                  <a16:creationId xmlns:a16="http://schemas.microsoft.com/office/drawing/2014/main" id="{607CE391-F50F-2A5B-087F-74A48C7FEB21}"/>
                </a:ext>
              </a:extLst>
            </p:cNvPr>
            <p:cNvSpPr>
              <a:spLocks noGrp="1"/>
            </p:cNvSpPr>
            <p:nvPr/>
          </p:nvSpPr>
          <p:spPr>
            <a:xfrm>
              <a:off x="6152080" y="2311961"/>
              <a:ext cx="43488" cy="79737"/>
            </a:xfrm>
            <a:custGeom>
              <a:avLst/>
              <a:gdLst/>
              <a:ahLst/>
              <a:cxnLst/>
              <a:rect l="0" t="0" r="0" b="0"/>
              <a:pathLst>
                <a:path w="43488" h="79737">
                  <a:moveTo>
                    <a:pt x="43488" y="79737"/>
                  </a:moveTo>
                  <a:lnTo>
                    <a:pt x="0" y="0"/>
                  </a:lnTo>
                </a:path>
              </a:pathLst>
            </a:custGeom>
            <a:noFill/>
            <a:ln w="8096">
              <a:solidFill>
                <a:srgbClr val="E7EAED"/>
              </a:solidFill>
            </a:ln>
          </p:spPr>
        </p:sp>
        <p:sp>
          <p:nvSpPr>
            <p:cNvPr id="3503" name="Candidate_receptor__3502">
              <a:extLst>
                <a:ext uri="{FF2B5EF4-FFF2-40B4-BE49-F238E27FC236}">
                  <a16:creationId xmlns:a16="http://schemas.microsoft.com/office/drawing/2014/main" id="{8E1CC814-6A3C-AE1B-E910-C6F831C9077A}"/>
                </a:ext>
              </a:extLst>
            </p:cNvPr>
            <p:cNvSpPr>
              <a:spLocks noGrp="1"/>
            </p:cNvSpPr>
            <p:nvPr/>
          </p:nvSpPr>
          <p:spPr>
            <a:xfrm>
              <a:off x="5701875" y="3415421"/>
              <a:ext cx="646" cy="51183"/>
            </a:xfrm>
            <a:custGeom>
              <a:avLst/>
              <a:gdLst/>
              <a:ahLst/>
              <a:cxnLst/>
              <a:rect l="0" t="0" r="0" b="0"/>
              <a:pathLst>
                <a:path w="646" h="51183">
                  <a:moveTo>
                    <a:pt x="646" y="0"/>
                  </a:moveTo>
                  <a:lnTo>
                    <a:pt x="0" y="51183"/>
                  </a:lnTo>
                </a:path>
              </a:pathLst>
            </a:custGeom>
            <a:noFill/>
            <a:ln w="20003">
              <a:solidFill>
                <a:srgbClr val="E7EAED"/>
              </a:solidFill>
            </a:ln>
          </p:spPr>
        </p:sp>
        <p:sp>
          <p:nvSpPr>
            <p:cNvPr id="3504" name="Candidate_receptor__3503">
              <a:extLst>
                <a:ext uri="{FF2B5EF4-FFF2-40B4-BE49-F238E27FC236}">
                  <a16:creationId xmlns:a16="http://schemas.microsoft.com/office/drawing/2014/main" id="{C3A18E88-BE7C-AAE7-6BF7-2CB0645B26BF}"/>
                </a:ext>
              </a:extLst>
            </p:cNvPr>
            <p:cNvSpPr>
              <a:spLocks noGrp="1"/>
            </p:cNvSpPr>
            <p:nvPr/>
          </p:nvSpPr>
          <p:spPr>
            <a:xfrm>
              <a:off x="4343808" y="2518307"/>
              <a:ext cx="1370" cy="91589"/>
            </a:xfrm>
            <a:custGeom>
              <a:avLst/>
              <a:gdLst/>
              <a:ahLst/>
              <a:cxnLst/>
              <a:rect l="0" t="0" r="0" b="0"/>
              <a:pathLst>
                <a:path w="1370" h="91589">
                  <a:moveTo>
                    <a:pt x="1370" y="0"/>
                  </a:moveTo>
                  <a:lnTo>
                    <a:pt x="0" y="91589"/>
                  </a:lnTo>
                </a:path>
              </a:pathLst>
            </a:custGeom>
            <a:noFill/>
            <a:ln w="8096">
              <a:solidFill>
                <a:srgbClr val="E7EAED"/>
              </a:solidFill>
            </a:ln>
          </p:spPr>
        </p:sp>
        <p:sp>
          <p:nvSpPr>
            <p:cNvPr id="3505" name="Candidate_receptor__3504">
              <a:extLst>
                <a:ext uri="{FF2B5EF4-FFF2-40B4-BE49-F238E27FC236}">
                  <a16:creationId xmlns:a16="http://schemas.microsoft.com/office/drawing/2014/main" id="{CAD8F16B-CC31-113A-226D-6FB88BEA6471}"/>
                </a:ext>
              </a:extLst>
            </p:cNvPr>
            <p:cNvSpPr>
              <a:spLocks noGrp="1"/>
            </p:cNvSpPr>
            <p:nvPr/>
          </p:nvSpPr>
          <p:spPr>
            <a:xfrm>
              <a:off x="3679094" y="3116210"/>
              <a:ext cx="57034" cy="42703"/>
            </a:xfrm>
            <a:custGeom>
              <a:avLst/>
              <a:gdLst/>
              <a:ahLst/>
              <a:cxnLst/>
              <a:rect l="0" t="0" r="0" b="0"/>
              <a:pathLst>
                <a:path w="57034" h="42703">
                  <a:moveTo>
                    <a:pt x="57034" y="0"/>
                  </a:moveTo>
                  <a:lnTo>
                    <a:pt x="0" y="42703"/>
                  </a:lnTo>
                </a:path>
              </a:pathLst>
            </a:custGeom>
            <a:noFill/>
            <a:ln w="8096">
              <a:solidFill>
                <a:srgbClr val="E7EAED"/>
              </a:solidFill>
            </a:ln>
          </p:spPr>
        </p:sp>
        <p:sp>
          <p:nvSpPr>
            <p:cNvPr id="3506" name="Candidate_receptor__3505">
              <a:extLst>
                <a:ext uri="{FF2B5EF4-FFF2-40B4-BE49-F238E27FC236}">
                  <a16:creationId xmlns:a16="http://schemas.microsoft.com/office/drawing/2014/main" id="{E8E2F486-C6DD-3766-9F6C-C79391E6D46E}"/>
                </a:ext>
              </a:extLst>
            </p:cNvPr>
            <p:cNvSpPr>
              <a:spLocks noGrp="1"/>
            </p:cNvSpPr>
            <p:nvPr/>
          </p:nvSpPr>
          <p:spPr>
            <a:xfrm>
              <a:off x="5869511" y="3091926"/>
              <a:ext cx="111532" cy="20854"/>
            </a:xfrm>
            <a:custGeom>
              <a:avLst/>
              <a:gdLst/>
              <a:ahLst/>
              <a:cxnLst/>
              <a:rect l="0" t="0" r="0" b="0"/>
              <a:pathLst>
                <a:path w="111532" h="20854">
                  <a:moveTo>
                    <a:pt x="111532" y="0"/>
                  </a:moveTo>
                  <a:lnTo>
                    <a:pt x="0" y="20854"/>
                  </a:lnTo>
                </a:path>
              </a:pathLst>
            </a:custGeom>
            <a:noFill/>
            <a:ln w="20003">
              <a:solidFill>
                <a:srgbClr val="E7EAED"/>
              </a:solidFill>
            </a:ln>
          </p:spPr>
        </p:sp>
        <p:sp>
          <p:nvSpPr>
            <p:cNvPr id="3507" name="Candidate_receptor__3506">
              <a:extLst>
                <a:ext uri="{FF2B5EF4-FFF2-40B4-BE49-F238E27FC236}">
                  <a16:creationId xmlns:a16="http://schemas.microsoft.com/office/drawing/2014/main" id="{6EE1BC00-5215-A2F8-CA29-7212452E27D7}"/>
                </a:ext>
              </a:extLst>
            </p:cNvPr>
            <p:cNvSpPr>
              <a:spLocks noGrp="1"/>
            </p:cNvSpPr>
            <p:nvPr/>
          </p:nvSpPr>
          <p:spPr>
            <a:xfrm>
              <a:off x="5609615" y="2975834"/>
              <a:ext cx="100711" cy="52414"/>
            </a:xfrm>
            <a:custGeom>
              <a:avLst/>
              <a:gdLst/>
              <a:ahLst/>
              <a:cxnLst/>
              <a:rect l="0" t="0" r="0" b="0"/>
              <a:pathLst>
                <a:path w="100711" h="52414">
                  <a:moveTo>
                    <a:pt x="100711" y="52414"/>
                  </a:moveTo>
                  <a:lnTo>
                    <a:pt x="0" y="0"/>
                  </a:lnTo>
                </a:path>
              </a:pathLst>
            </a:custGeom>
            <a:noFill/>
            <a:ln w="20003">
              <a:solidFill>
                <a:srgbClr val="E7EAED"/>
              </a:solidFill>
            </a:ln>
          </p:spPr>
        </p:sp>
        <p:sp>
          <p:nvSpPr>
            <p:cNvPr id="3508" name="Candidate_receptor__3507">
              <a:extLst>
                <a:ext uri="{FF2B5EF4-FFF2-40B4-BE49-F238E27FC236}">
                  <a16:creationId xmlns:a16="http://schemas.microsoft.com/office/drawing/2014/main" id="{94FEB7D8-D0AA-7D1A-D886-0F0E846DB6C8}"/>
                </a:ext>
              </a:extLst>
            </p:cNvPr>
            <p:cNvSpPr>
              <a:spLocks noGrp="1"/>
            </p:cNvSpPr>
            <p:nvPr/>
          </p:nvSpPr>
          <p:spPr>
            <a:xfrm>
              <a:off x="4812606" y="2133890"/>
              <a:ext cx="108130" cy="32958"/>
            </a:xfrm>
            <a:custGeom>
              <a:avLst/>
              <a:gdLst/>
              <a:ahLst/>
              <a:cxnLst/>
              <a:rect l="0" t="0" r="0" b="0"/>
              <a:pathLst>
                <a:path w="108130" h="32958">
                  <a:moveTo>
                    <a:pt x="108130" y="0"/>
                  </a:moveTo>
                  <a:lnTo>
                    <a:pt x="0" y="32958"/>
                  </a:lnTo>
                </a:path>
              </a:pathLst>
            </a:custGeom>
            <a:noFill/>
            <a:ln w="8096">
              <a:solidFill>
                <a:srgbClr val="E7EAED"/>
              </a:solidFill>
            </a:ln>
          </p:spPr>
        </p:sp>
        <p:sp>
          <p:nvSpPr>
            <p:cNvPr id="3509" name="Candidate_receptor__3508">
              <a:extLst>
                <a:ext uri="{FF2B5EF4-FFF2-40B4-BE49-F238E27FC236}">
                  <a16:creationId xmlns:a16="http://schemas.microsoft.com/office/drawing/2014/main" id="{FF7A8D8F-458B-A14C-A73F-B528301AA45C}"/>
                </a:ext>
              </a:extLst>
            </p:cNvPr>
            <p:cNvSpPr>
              <a:spLocks noGrp="1"/>
            </p:cNvSpPr>
            <p:nvPr/>
          </p:nvSpPr>
          <p:spPr>
            <a:xfrm>
              <a:off x="5785096" y="3344697"/>
              <a:ext cx="61976" cy="90281"/>
            </a:xfrm>
            <a:custGeom>
              <a:avLst/>
              <a:gdLst/>
              <a:ahLst/>
              <a:cxnLst/>
              <a:rect l="0" t="0" r="0" b="0"/>
              <a:pathLst>
                <a:path w="61976" h="90281">
                  <a:moveTo>
                    <a:pt x="61976" y="90281"/>
                  </a:moveTo>
                  <a:lnTo>
                    <a:pt x="0" y="0"/>
                  </a:lnTo>
                </a:path>
              </a:pathLst>
            </a:custGeom>
            <a:noFill/>
            <a:ln w="20003">
              <a:solidFill>
                <a:srgbClr val="E7EAED"/>
              </a:solidFill>
            </a:ln>
          </p:spPr>
        </p:sp>
        <p:sp>
          <p:nvSpPr>
            <p:cNvPr id="3510" name="Candidate_receptor__3509">
              <a:extLst>
                <a:ext uri="{FF2B5EF4-FFF2-40B4-BE49-F238E27FC236}">
                  <a16:creationId xmlns:a16="http://schemas.microsoft.com/office/drawing/2014/main" id="{067D42A0-3002-55EB-9CFE-9B446E93DF32}"/>
                </a:ext>
              </a:extLst>
            </p:cNvPr>
            <p:cNvSpPr>
              <a:spLocks noGrp="1"/>
            </p:cNvSpPr>
            <p:nvPr/>
          </p:nvSpPr>
          <p:spPr>
            <a:xfrm>
              <a:off x="5426327" y="2063211"/>
              <a:ext cx="64951" cy="94143"/>
            </a:xfrm>
            <a:custGeom>
              <a:avLst/>
              <a:gdLst/>
              <a:ahLst/>
              <a:cxnLst/>
              <a:rect l="0" t="0" r="0" b="0"/>
              <a:pathLst>
                <a:path w="64951" h="94143">
                  <a:moveTo>
                    <a:pt x="64951" y="94143"/>
                  </a:moveTo>
                  <a:lnTo>
                    <a:pt x="0" y="0"/>
                  </a:lnTo>
                </a:path>
              </a:pathLst>
            </a:custGeom>
            <a:noFill/>
            <a:ln w="8096">
              <a:solidFill>
                <a:srgbClr val="E7EAED"/>
              </a:solidFill>
            </a:ln>
          </p:spPr>
        </p:sp>
        <p:sp>
          <p:nvSpPr>
            <p:cNvPr id="3511" name="Candidate_receptor__3510">
              <a:extLst>
                <a:ext uri="{FF2B5EF4-FFF2-40B4-BE49-F238E27FC236}">
                  <a16:creationId xmlns:a16="http://schemas.microsoft.com/office/drawing/2014/main" id="{8EB8AA5E-7326-D4FC-A25B-001B0E014E78}"/>
                </a:ext>
              </a:extLst>
            </p:cNvPr>
            <p:cNvSpPr>
              <a:spLocks noGrp="1"/>
            </p:cNvSpPr>
            <p:nvPr/>
          </p:nvSpPr>
          <p:spPr>
            <a:xfrm>
              <a:off x="3857334" y="2709433"/>
              <a:ext cx="12269" cy="99667"/>
            </a:xfrm>
            <a:custGeom>
              <a:avLst/>
              <a:gdLst/>
              <a:ahLst/>
              <a:cxnLst/>
              <a:rect l="0" t="0" r="0" b="0"/>
              <a:pathLst>
                <a:path w="12269" h="99667">
                  <a:moveTo>
                    <a:pt x="12269" y="99667"/>
                  </a:moveTo>
                  <a:lnTo>
                    <a:pt x="0" y="0"/>
                  </a:lnTo>
                </a:path>
              </a:pathLst>
            </a:custGeom>
            <a:noFill/>
            <a:ln w="20003">
              <a:solidFill>
                <a:srgbClr val="E7EAED"/>
              </a:solidFill>
            </a:ln>
          </p:spPr>
        </p:sp>
        <p:sp>
          <p:nvSpPr>
            <p:cNvPr id="3512" name="Candidate_receptor__3511">
              <a:extLst>
                <a:ext uri="{FF2B5EF4-FFF2-40B4-BE49-F238E27FC236}">
                  <a16:creationId xmlns:a16="http://schemas.microsoft.com/office/drawing/2014/main" id="{31712737-BCDF-FCD4-24D1-1250139DAA26}"/>
                </a:ext>
              </a:extLst>
            </p:cNvPr>
            <p:cNvSpPr>
              <a:spLocks noGrp="1"/>
            </p:cNvSpPr>
            <p:nvPr/>
          </p:nvSpPr>
          <p:spPr>
            <a:xfrm>
              <a:off x="4223840" y="2943139"/>
              <a:ext cx="24317" cy="103223"/>
            </a:xfrm>
            <a:custGeom>
              <a:avLst/>
              <a:gdLst/>
              <a:ahLst/>
              <a:cxnLst/>
              <a:rect l="0" t="0" r="0" b="0"/>
              <a:pathLst>
                <a:path w="24317" h="103223">
                  <a:moveTo>
                    <a:pt x="0" y="0"/>
                  </a:moveTo>
                  <a:lnTo>
                    <a:pt x="24317" y="103223"/>
                  </a:lnTo>
                </a:path>
              </a:pathLst>
            </a:custGeom>
            <a:noFill/>
            <a:ln w="20003">
              <a:solidFill>
                <a:srgbClr val="E7EAED"/>
              </a:solidFill>
            </a:ln>
          </p:spPr>
        </p:sp>
        <p:sp>
          <p:nvSpPr>
            <p:cNvPr id="3513" name="Candidate_receptor__3512">
              <a:extLst>
                <a:ext uri="{FF2B5EF4-FFF2-40B4-BE49-F238E27FC236}">
                  <a16:creationId xmlns:a16="http://schemas.microsoft.com/office/drawing/2014/main" id="{2CF7D72A-4B2F-729C-1ABB-1D1EA86D34F8}"/>
                </a:ext>
              </a:extLst>
            </p:cNvPr>
            <p:cNvSpPr>
              <a:spLocks noGrp="1"/>
            </p:cNvSpPr>
            <p:nvPr/>
          </p:nvSpPr>
          <p:spPr>
            <a:xfrm>
              <a:off x="4260689" y="2474852"/>
              <a:ext cx="84489" cy="43455"/>
            </a:xfrm>
            <a:custGeom>
              <a:avLst/>
              <a:gdLst/>
              <a:ahLst/>
              <a:cxnLst/>
              <a:rect l="0" t="0" r="0" b="0"/>
              <a:pathLst>
                <a:path w="84489" h="43455">
                  <a:moveTo>
                    <a:pt x="0" y="0"/>
                  </a:moveTo>
                  <a:lnTo>
                    <a:pt x="84489" y="43455"/>
                  </a:lnTo>
                </a:path>
              </a:pathLst>
            </a:custGeom>
            <a:noFill/>
            <a:ln w="20003">
              <a:solidFill>
                <a:srgbClr val="E7EAED"/>
              </a:solidFill>
            </a:ln>
          </p:spPr>
        </p:sp>
        <p:sp>
          <p:nvSpPr>
            <p:cNvPr id="3514" name="Candidate_receptor__3513">
              <a:extLst>
                <a:ext uri="{FF2B5EF4-FFF2-40B4-BE49-F238E27FC236}">
                  <a16:creationId xmlns:a16="http://schemas.microsoft.com/office/drawing/2014/main" id="{3F32466E-54B5-DD8A-7F18-2BFEC506CF0A}"/>
                </a:ext>
              </a:extLst>
            </p:cNvPr>
            <p:cNvSpPr>
              <a:spLocks noGrp="1"/>
            </p:cNvSpPr>
            <p:nvPr/>
          </p:nvSpPr>
          <p:spPr>
            <a:xfrm>
              <a:off x="5981043" y="3091926"/>
              <a:ext cx="16743" cy="113918"/>
            </a:xfrm>
            <a:custGeom>
              <a:avLst/>
              <a:gdLst/>
              <a:ahLst/>
              <a:cxnLst/>
              <a:rect l="0" t="0" r="0" b="0"/>
              <a:pathLst>
                <a:path w="16743" h="113918">
                  <a:moveTo>
                    <a:pt x="16743" y="113918"/>
                  </a:moveTo>
                  <a:lnTo>
                    <a:pt x="0" y="0"/>
                  </a:lnTo>
                </a:path>
              </a:pathLst>
            </a:custGeom>
            <a:noFill/>
            <a:ln w="20003">
              <a:solidFill>
                <a:srgbClr val="E7EAED"/>
              </a:solidFill>
            </a:ln>
          </p:spPr>
        </p:sp>
        <p:sp>
          <p:nvSpPr>
            <p:cNvPr id="3515" name="Candidate_receptor__3514">
              <a:extLst>
                <a:ext uri="{FF2B5EF4-FFF2-40B4-BE49-F238E27FC236}">
                  <a16:creationId xmlns:a16="http://schemas.microsoft.com/office/drawing/2014/main" id="{2B609862-262F-56F7-0F22-D5896FFE2252}"/>
                </a:ext>
              </a:extLst>
            </p:cNvPr>
            <p:cNvSpPr>
              <a:spLocks noGrp="1"/>
            </p:cNvSpPr>
            <p:nvPr/>
          </p:nvSpPr>
          <p:spPr>
            <a:xfrm>
              <a:off x="6152080" y="2217446"/>
              <a:ext cx="38927" cy="94515"/>
            </a:xfrm>
            <a:custGeom>
              <a:avLst/>
              <a:gdLst/>
              <a:ahLst/>
              <a:cxnLst/>
              <a:rect l="0" t="0" r="0" b="0"/>
              <a:pathLst>
                <a:path w="38927" h="94515">
                  <a:moveTo>
                    <a:pt x="0" y="94515"/>
                  </a:moveTo>
                  <a:lnTo>
                    <a:pt x="38927" y="0"/>
                  </a:lnTo>
                </a:path>
              </a:pathLst>
            </a:custGeom>
            <a:noFill/>
            <a:ln w="20003">
              <a:solidFill>
                <a:srgbClr val="E7EAED"/>
              </a:solidFill>
            </a:ln>
          </p:spPr>
        </p:sp>
        <p:sp>
          <p:nvSpPr>
            <p:cNvPr id="3516" name="Candidate_receptor__3515">
              <a:extLst>
                <a:ext uri="{FF2B5EF4-FFF2-40B4-BE49-F238E27FC236}">
                  <a16:creationId xmlns:a16="http://schemas.microsoft.com/office/drawing/2014/main" id="{0CAD2EEE-96DE-2B05-D33D-F66200019279}"/>
                </a:ext>
              </a:extLst>
            </p:cNvPr>
            <p:cNvSpPr>
              <a:spLocks noGrp="1"/>
            </p:cNvSpPr>
            <p:nvPr/>
          </p:nvSpPr>
          <p:spPr>
            <a:xfrm>
              <a:off x="5521944" y="2511376"/>
              <a:ext cx="13784" cy="4814"/>
            </a:xfrm>
            <a:custGeom>
              <a:avLst/>
              <a:gdLst/>
              <a:ahLst/>
              <a:cxnLst/>
              <a:rect l="0" t="0" r="0" b="0"/>
              <a:pathLst>
                <a:path w="13784" h="4814">
                  <a:moveTo>
                    <a:pt x="13784" y="4814"/>
                  </a:moveTo>
                  <a:lnTo>
                    <a:pt x="0" y="0"/>
                  </a:lnTo>
                </a:path>
              </a:pathLst>
            </a:custGeom>
            <a:noFill/>
            <a:ln w="20003">
              <a:solidFill>
                <a:srgbClr val="E7EAED"/>
              </a:solidFill>
            </a:ln>
          </p:spPr>
        </p:sp>
        <p:sp>
          <p:nvSpPr>
            <p:cNvPr id="3517" name="Candidate_receptor__3516">
              <a:extLst>
                <a:ext uri="{FF2B5EF4-FFF2-40B4-BE49-F238E27FC236}">
                  <a16:creationId xmlns:a16="http://schemas.microsoft.com/office/drawing/2014/main" id="{5DF96809-A7CB-039D-3087-50FE56433B87}"/>
                </a:ext>
              </a:extLst>
            </p:cNvPr>
            <p:cNvSpPr>
              <a:spLocks noGrp="1"/>
            </p:cNvSpPr>
            <p:nvPr/>
          </p:nvSpPr>
          <p:spPr>
            <a:xfrm>
              <a:off x="4542445" y="3886140"/>
              <a:ext cx="7144" cy="44603"/>
            </a:xfrm>
            <a:custGeom>
              <a:avLst/>
              <a:gdLst/>
              <a:ahLst/>
              <a:cxnLst/>
              <a:rect l="0" t="0" r="0" b="0"/>
              <a:pathLst>
                <a:path w="7144" h="44603">
                  <a:moveTo>
                    <a:pt x="7144" y="44603"/>
                  </a:moveTo>
                  <a:lnTo>
                    <a:pt x="0" y="0"/>
                  </a:lnTo>
                </a:path>
              </a:pathLst>
            </a:custGeom>
            <a:noFill/>
            <a:ln w="8096">
              <a:solidFill>
                <a:srgbClr val="E7EAED"/>
              </a:solidFill>
            </a:ln>
          </p:spPr>
        </p:sp>
        <p:sp>
          <p:nvSpPr>
            <p:cNvPr id="3518" name="Candidate_receptor__3517">
              <a:extLst>
                <a:ext uri="{FF2B5EF4-FFF2-40B4-BE49-F238E27FC236}">
                  <a16:creationId xmlns:a16="http://schemas.microsoft.com/office/drawing/2014/main" id="{F8ED5201-DB5F-322E-FB8A-060719A982FD}"/>
                </a:ext>
              </a:extLst>
            </p:cNvPr>
            <p:cNvSpPr>
              <a:spLocks noGrp="1"/>
            </p:cNvSpPr>
            <p:nvPr/>
          </p:nvSpPr>
          <p:spPr>
            <a:xfrm>
              <a:off x="5475012" y="1914883"/>
              <a:ext cx="49960" cy="48817"/>
            </a:xfrm>
            <a:custGeom>
              <a:avLst/>
              <a:gdLst/>
              <a:ahLst/>
              <a:cxnLst/>
              <a:rect l="0" t="0" r="0" b="0"/>
              <a:pathLst>
                <a:path w="49960" h="48817">
                  <a:moveTo>
                    <a:pt x="0" y="48817"/>
                  </a:moveTo>
                  <a:lnTo>
                    <a:pt x="49960" y="0"/>
                  </a:lnTo>
                </a:path>
              </a:pathLst>
            </a:custGeom>
            <a:noFill/>
            <a:ln w="8096">
              <a:solidFill>
                <a:srgbClr val="E7EAED"/>
              </a:solidFill>
            </a:ln>
          </p:spPr>
        </p:sp>
        <p:sp>
          <p:nvSpPr>
            <p:cNvPr id="3519" name="Candidate_receptor__3518">
              <a:extLst>
                <a:ext uri="{FF2B5EF4-FFF2-40B4-BE49-F238E27FC236}">
                  <a16:creationId xmlns:a16="http://schemas.microsoft.com/office/drawing/2014/main" id="{5338DB3A-2C19-5C73-0E8B-21005B34E528}"/>
                </a:ext>
              </a:extLst>
            </p:cNvPr>
            <p:cNvSpPr>
              <a:spLocks noGrp="1"/>
            </p:cNvSpPr>
            <p:nvPr/>
          </p:nvSpPr>
          <p:spPr>
            <a:xfrm>
              <a:off x="4245552" y="3493299"/>
              <a:ext cx="100473" cy="9630"/>
            </a:xfrm>
            <a:custGeom>
              <a:avLst/>
              <a:gdLst/>
              <a:ahLst/>
              <a:cxnLst/>
              <a:rect l="0" t="0" r="0" b="0"/>
              <a:pathLst>
                <a:path w="100473" h="9630">
                  <a:moveTo>
                    <a:pt x="0" y="9630"/>
                  </a:moveTo>
                  <a:lnTo>
                    <a:pt x="100473" y="0"/>
                  </a:lnTo>
                </a:path>
              </a:pathLst>
            </a:custGeom>
            <a:noFill/>
            <a:ln w="8096">
              <a:solidFill>
                <a:srgbClr val="E7EBED"/>
              </a:solidFill>
            </a:ln>
          </p:spPr>
        </p:sp>
        <p:sp>
          <p:nvSpPr>
            <p:cNvPr id="3520" name="Candidate_receptor__3519">
              <a:extLst>
                <a:ext uri="{FF2B5EF4-FFF2-40B4-BE49-F238E27FC236}">
                  <a16:creationId xmlns:a16="http://schemas.microsoft.com/office/drawing/2014/main" id="{A0E4AF49-E5ED-D68F-0ED7-948DE7B79B5D}"/>
                </a:ext>
              </a:extLst>
            </p:cNvPr>
            <p:cNvSpPr>
              <a:spLocks noGrp="1"/>
            </p:cNvSpPr>
            <p:nvPr/>
          </p:nvSpPr>
          <p:spPr>
            <a:xfrm>
              <a:off x="5447121" y="2776611"/>
              <a:ext cx="33624" cy="90324"/>
            </a:xfrm>
            <a:custGeom>
              <a:avLst/>
              <a:gdLst/>
              <a:ahLst/>
              <a:cxnLst/>
              <a:rect l="0" t="0" r="0" b="0"/>
              <a:pathLst>
                <a:path w="33624" h="90324">
                  <a:moveTo>
                    <a:pt x="33624" y="0"/>
                  </a:moveTo>
                  <a:lnTo>
                    <a:pt x="0" y="90324"/>
                  </a:lnTo>
                </a:path>
              </a:pathLst>
            </a:custGeom>
            <a:noFill/>
            <a:ln w="8096">
              <a:solidFill>
                <a:srgbClr val="E7EBED"/>
              </a:solidFill>
            </a:ln>
          </p:spPr>
        </p:sp>
        <p:sp>
          <p:nvSpPr>
            <p:cNvPr id="3521" name="Candidate_receptor__3520">
              <a:extLst>
                <a:ext uri="{FF2B5EF4-FFF2-40B4-BE49-F238E27FC236}">
                  <a16:creationId xmlns:a16="http://schemas.microsoft.com/office/drawing/2014/main" id="{E6EE7345-E1BE-E9A4-E02D-F91E94B3B964}"/>
                </a:ext>
              </a:extLst>
            </p:cNvPr>
            <p:cNvSpPr>
              <a:spLocks noGrp="1"/>
            </p:cNvSpPr>
            <p:nvPr/>
          </p:nvSpPr>
          <p:spPr>
            <a:xfrm>
              <a:off x="5178532" y="2955963"/>
              <a:ext cx="19890" cy="1414"/>
            </a:xfrm>
            <a:custGeom>
              <a:avLst/>
              <a:gdLst/>
              <a:ahLst/>
              <a:cxnLst/>
              <a:rect l="0" t="0" r="0" b="0"/>
              <a:pathLst>
                <a:path w="19890" h="1414">
                  <a:moveTo>
                    <a:pt x="0" y="1414"/>
                  </a:moveTo>
                  <a:lnTo>
                    <a:pt x="19890" y="0"/>
                  </a:lnTo>
                </a:path>
              </a:pathLst>
            </a:custGeom>
            <a:noFill/>
            <a:ln w="8096">
              <a:solidFill>
                <a:srgbClr val="E7EBED"/>
              </a:solidFill>
            </a:ln>
          </p:spPr>
        </p:sp>
        <p:sp>
          <p:nvSpPr>
            <p:cNvPr id="3522" name="Candidate_receptor__3521">
              <a:extLst>
                <a:ext uri="{FF2B5EF4-FFF2-40B4-BE49-F238E27FC236}">
                  <a16:creationId xmlns:a16="http://schemas.microsoft.com/office/drawing/2014/main" id="{1D21DAB5-9C96-3154-2D42-0548F595A9EF}"/>
                </a:ext>
              </a:extLst>
            </p:cNvPr>
            <p:cNvSpPr>
              <a:spLocks noGrp="1"/>
            </p:cNvSpPr>
            <p:nvPr/>
          </p:nvSpPr>
          <p:spPr>
            <a:xfrm>
              <a:off x="4131877" y="3720718"/>
              <a:ext cx="59513" cy="52299"/>
            </a:xfrm>
            <a:custGeom>
              <a:avLst/>
              <a:gdLst/>
              <a:ahLst/>
              <a:cxnLst/>
              <a:rect l="0" t="0" r="0" b="0"/>
              <a:pathLst>
                <a:path w="59513" h="52299">
                  <a:moveTo>
                    <a:pt x="59513" y="52299"/>
                  </a:moveTo>
                  <a:lnTo>
                    <a:pt x="0" y="0"/>
                  </a:lnTo>
                </a:path>
              </a:pathLst>
            </a:custGeom>
            <a:noFill/>
            <a:ln w="8096">
              <a:solidFill>
                <a:srgbClr val="E7EBED"/>
              </a:solidFill>
            </a:ln>
          </p:spPr>
        </p:sp>
        <p:sp>
          <p:nvSpPr>
            <p:cNvPr id="3523" name="Candidate_receptor__3522">
              <a:extLst>
                <a:ext uri="{FF2B5EF4-FFF2-40B4-BE49-F238E27FC236}">
                  <a16:creationId xmlns:a16="http://schemas.microsoft.com/office/drawing/2014/main" id="{82D1B38D-25A7-4B3B-D12B-72E17EFC3615}"/>
                </a:ext>
              </a:extLst>
            </p:cNvPr>
            <p:cNvSpPr>
              <a:spLocks noGrp="1"/>
            </p:cNvSpPr>
            <p:nvPr/>
          </p:nvSpPr>
          <p:spPr>
            <a:xfrm>
              <a:off x="5491278" y="2114297"/>
              <a:ext cx="101946" cy="43058"/>
            </a:xfrm>
            <a:custGeom>
              <a:avLst/>
              <a:gdLst/>
              <a:ahLst/>
              <a:cxnLst/>
              <a:rect l="0" t="0" r="0" b="0"/>
              <a:pathLst>
                <a:path w="101946" h="43058">
                  <a:moveTo>
                    <a:pt x="101946" y="0"/>
                  </a:moveTo>
                  <a:lnTo>
                    <a:pt x="0" y="43058"/>
                  </a:lnTo>
                </a:path>
              </a:pathLst>
            </a:custGeom>
            <a:noFill/>
            <a:ln w="8096">
              <a:solidFill>
                <a:srgbClr val="E7EBED"/>
              </a:solidFill>
            </a:ln>
          </p:spPr>
        </p:sp>
        <p:sp>
          <p:nvSpPr>
            <p:cNvPr id="3524" name="Candidate_receptor__3523">
              <a:extLst>
                <a:ext uri="{FF2B5EF4-FFF2-40B4-BE49-F238E27FC236}">
                  <a16:creationId xmlns:a16="http://schemas.microsoft.com/office/drawing/2014/main" id="{CE78814D-D8D1-B2F9-6E68-3A2CC731C165}"/>
                </a:ext>
              </a:extLst>
            </p:cNvPr>
            <p:cNvSpPr>
              <a:spLocks noGrp="1"/>
            </p:cNvSpPr>
            <p:nvPr/>
          </p:nvSpPr>
          <p:spPr>
            <a:xfrm>
              <a:off x="4137114" y="2549157"/>
              <a:ext cx="68768" cy="26515"/>
            </a:xfrm>
            <a:custGeom>
              <a:avLst/>
              <a:gdLst/>
              <a:ahLst/>
              <a:cxnLst/>
              <a:rect l="0" t="0" r="0" b="0"/>
              <a:pathLst>
                <a:path w="68768" h="26515">
                  <a:moveTo>
                    <a:pt x="0" y="0"/>
                  </a:moveTo>
                  <a:lnTo>
                    <a:pt x="68768" y="26515"/>
                  </a:lnTo>
                </a:path>
              </a:pathLst>
            </a:custGeom>
            <a:noFill/>
            <a:ln w="20003">
              <a:solidFill>
                <a:srgbClr val="E7EBED"/>
              </a:solidFill>
            </a:ln>
          </p:spPr>
        </p:sp>
        <p:sp>
          <p:nvSpPr>
            <p:cNvPr id="3525" name="Candidate_receptor__3524">
              <a:extLst>
                <a:ext uri="{FF2B5EF4-FFF2-40B4-BE49-F238E27FC236}">
                  <a16:creationId xmlns:a16="http://schemas.microsoft.com/office/drawing/2014/main" id="{2E2EFEA1-70F5-0A49-1CFB-F8E1948E4C2B}"/>
                </a:ext>
              </a:extLst>
            </p:cNvPr>
            <p:cNvSpPr>
              <a:spLocks noGrp="1"/>
            </p:cNvSpPr>
            <p:nvPr/>
          </p:nvSpPr>
          <p:spPr>
            <a:xfrm>
              <a:off x="5454641" y="3079022"/>
              <a:ext cx="108056" cy="35151"/>
            </a:xfrm>
            <a:custGeom>
              <a:avLst/>
              <a:gdLst/>
              <a:ahLst/>
              <a:cxnLst/>
              <a:rect l="0" t="0" r="0" b="0"/>
              <a:pathLst>
                <a:path w="108056" h="35151">
                  <a:moveTo>
                    <a:pt x="108056" y="35151"/>
                  </a:moveTo>
                  <a:lnTo>
                    <a:pt x="0" y="0"/>
                  </a:lnTo>
                </a:path>
              </a:pathLst>
            </a:custGeom>
            <a:noFill/>
            <a:ln w="20003">
              <a:solidFill>
                <a:srgbClr val="E7EBED"/>
              </a:solidFill>
            </a:ln>
          </p:spPr>
        </p:sp>
        <p:sp>
          <p:nvSpPr>
            <p:cNvPr id="3526" name="Candidate_receptor__3525">
              <a:extLst>
                <a:ext uri="{FF2B5EF4-FFF2-40B4-BE49-F238E27FC236}">
                  <a16:creationId xmlns:a16="http://schemas.microsoft.com/office/drawing/2014/main" id="{2C3F77D4-4C48-9787-8BDA-A5C6F67B515C}"/>
                </a:ext>
              </a:extLst>
            </p:cNvPr>
            <p:cNvSpPr>
              <a:spLocks noGrp="1"/>
            </p:cNvSpPr>
            <p:nvPr/>
          </p:nvSpPr>
          <p:spPr>
            <a:xfrm>
              <a:off x="4829664" y="3938144"/>
              <a:ext cx="96550" cy="31439"/>
            </a:xfrm>
            <a:custGeom>
              <a:avLst/>
              <a:gdLst/>
              <a:ahLst/>
              <a:cxnLst/>
              <a:rect l="0" t="0" r="0" b="0"/>
              <a:pathLst>
                <a:path w="96550" h="31439">
                  <a:moveTo>
                    <a:pt x="96550" y="0"/>
                  </a:moveTo>
                  <a:lnTo>
                    <a:pt x="0" y="31439"/>
                  </a:lnTo>
                </a:path>
              </a:pathLst>
            </a:custGeom>
            <a:noFill/>
            <a:ln w="8096">
              <a:solidFill>
                <a:srgbClr val="E7EBED"/>
              </a:solidFill>
            </a:ln>
          </p:spPr>
        </p:sp>
        <p:sp>
          <p:nvSpPr>
            <p:cNvPr id="3527" name="Candidate_receptor__3526">
              <a:extLst>
                <a:ext uri="{FF2B5EF4-FFF2-40B4-BE49-F238E27FC236}">
                  <a16:creationId xmlns:a16="http://schemas.microsoft.com/office/drawing/2014/main" id="{7D862F46-40F8-23D4-B2F4-47F9D049DE70}"/>
                </a:ext>
              </a:extLst>
            </p:cNvPr>
            <p:cNvSpPr>
              <a:spLocks noGrp="1"/>
            </p:cNvSpPr>
            <p:nvPr/>
          </p:nvSpPr>
          <p:spPr>
            <a:xfrm>
              <a:off x="5237186" y="2321767"/>
              <a:ext cx="5186" cy="41831"/>
            </a:xfrm>
            <a:custGeom>
              <a:avLst/>
              <a:gdLst/>
              <a:ahLst/>
              <a:cxnLst/>
              <a:rect l="0" t="0" r="0" b="0"/>
              <a:pathLst>
                <a:path w="5186" h="41831">
                  <a:moveTo>
                    <a:pt x="5186" y="41831"/>
                  </a:moveTo>
                  <a:lnTo>
                    <a:pt x="0" y="0"/>
                  </a:lnTo>
                </a:path>
              </a:pathLst>
            </a:custGeom>
            <a:noFill/>
            <a:ln w="20003">
              <a:solidFill>
                <a:srgbClr val="E7EBED"/>
              </a:solidFill>
            </a:ln>
          </p:spPr>
        </p:sp>
        <p:sp>
          <p:nvSpPr>
            <p:cNvPr id="3528" name="Candidate_receptor__3527">
              <a:extLst>
                <a:ext uri="{FF2B5EF4-FFF2-40B4-BE49-F238E27FC236}">
                  <a16:creationId xmlns:a16="http://schemas.microsoft.com/office/drawing/2014/main" id="{CDF41946-2576-B73E-2B4E-D947FB921078}"/>
                </a:ext>
              </a:extLst>
            </p:cNvPr>
            <p:cNvSpPr>
              <a:spLocks noGrp="1"/>
            </p:cNvSpPr>
            <p:nvPr/>
          </p:nvSpPr>
          <p:spPr>
            <a:xfrm>
              <a:off x="4113394" y="3090177"/>
              <a:ext cx="41332" cy="104372"/>
            </a:xfrm>
            <a:custGeom>
              <a:avLst/>
              <a:gdLst/>
              <a:ahLst/>
              <a:cxnLst/>
              <a:rect l="0" t="0" r="0" b="0"/>
              <a:pathLst>
                <a:path w="41332" h="104372">
                  <a:moveTo>
                    <a:pt x="0" y="0"/>
                  </a:moveTo>
                  <a:lnTo>
                    <a:pt x="41332" y="104372"/>
                  </a:lnTo>
                </a:path>
              </a:pathLst>
            </a:custGeom>
            <a:noFill/>
            <a:ln w="20003">
              <a:solidFill>
                <a:srgbClr val="E7EBED"/>
              </a:solidFill>
            </a:ln>
          </p:spPr>
        </p:sp>
        <p:sp>
          <p:nvSpPr>
            <p:cNvPr id="3529" name="Candidate_receptor__3528">
              <a:extLst>
                <a:ext uri="{FF2B5EF4-FFF2-40B4-BE49-F238E27FC236}">
                  <a16:creationId xmlns:a16="http://schemas.microsoft.com/office/drawing/2014/main" id="{3D45B7AC-B1BC-EAC1-B2B4-6FA1A439D868}"/>
                </a:ext>
              </a:extLst>
            </p:cNvPr>
            <p:cNvSpPr>
              <a:spLocks noGrp="1"/>
            </p:cNvSpPr>
            <p:nvPr/>
          </p:nvSpPr>
          <p:spPr>
            <a:xfrm>
              <a:off x="5869511" y="3112780"/>
              <a:ext cx="5238" cy="84363"/>
            </a:xfrm>
            <a:custGeom>
              <a:avLst/>
              <a:gdLst/>
              <a:ahLst/>
              <a:cxnLst/>
              <a:rect l="0" t="0" r="0" b="0"/>
              <a:pathLst>
                <a:path w="5238" h="84363">
                  <a:moveTo>
                    <a:pt x="0" y="0"/>
                  </a:moveTo>
                  <a:lnTo>
                    <a:pt x="5238" y="84363"/>
                  </a:lnTo>
                </a:path>
              </a:pathLst>
            </a:custGeom>
            <a:noFill/>
            <a:ln w="20003">
              <a:solidFill>
                <a:srgbClr val="E7EBED"/>
              </a:solidFill>
            </a:ln>
          </p:spPr>
        </p:sp>
        <p:sp>
          <p:nvSpPr>
            <p:cNvPr id="3530" name="Candidate_receptor__3529">
              <a:extLst>
                <a:ext uri="{FF2B5EF4-FFF2-40B4-BE49-F238E27FC236}">
                  <a16:creationId xmlns:a16="http://schemas.microsoft.com/office/drawing/2014/main" id="{7B4B6084-CCFC-04AC-7860-1B34B5B92A9A}"/>
                </a:ext>
              </a:extLst>
            </p:cNvPr>
            <p:cNvSpPr>
              <a:spLocks noGrp="1"/>
            </p:cNvSpPr>
            <p:nvPr/>
          </p:nvSpPr>
          <p:spPr>
            <a:xfrm>
              <a:off x="5593224" y="2114297"/>
              <a:ext cx="110499" cy="31312"/>
            </a:xfrm>
            <a:custGeom>
              <a:avLst/>
              <a:gdLst/>
              <a:ahLst/>
              <a:cxnLst/>
              <a:rect l="0" t="0" r="0" b="0"/>
              <a:pathLst>
                <a:path w="110499" h="31312">
                  <a:moveTo>
                    <a:pt x="110499" y="31312"/>
                  </a:moveTo>
                  <a:lnTo>
                    <a:pt x="0" y="0"/>
                  </a:lnTo>
                </a:path>
              </a:pathLst>
            </a:custGeom>
            <a:noFill/>
            <a:ln w="8096">
              <a:solidFill>
                <a:srgbClr val="E7EBED"/>
              </a:solidFill>
            </a:ln>
          </p:spPr>
        </p:sp>
        <p:sp>
          <p:nvSpPr>
            <p:cNvPr id="3531" name="Candidate_receptor__3530">
              <a:extLst>
                <a:ext uri="{FF2B5EF4-FFF2-40B4-BE49-F238E27FC236}">
                  <a16:creationId xmlns:a16="http://schemas.microsoft.com/office/drawing/2014/main" id="{D4B5EDBF-00E2-81DC-7BB6-1D31B8193218}"/>
                </a:ext>
              </a:extLst>
            </p:cNvPr>
            <p:cNvSpPr>
              <a:spLocks noGrp="1"/>
            </p:cNvSpPr>
            <p:nvPr/>
          </p:nvSpPr>
          <p:spPr>
            <a:xfrm>
              <a:off x="3857334" y="2648130"/>
              <a:ext cx="97374" cy="61303"/>
            </a:xfrm>
            <a:custGeom>
              <a:avLst/>
              <a:gdLst/>
              <a:ahLst/>
              <a:cxnLst/>
              <a:rect l="0" t="0" r="0" b="0"/>
              <a:pathLst>
                <a:path w="97374" h="61303">
                  <a:moveTo>
                    <a:pt x="0" y="61303"/>
                  </a:moveTo>
                  <a:lnTo>
                    <a:pt x="97374" y="0"/>
                  </a:lnTo>
                </a:path>
              </a:pathLst>
            </a:custGeom>
            <a:noFill/>
            <a:ln w="20003">
              <a:solidFill>
                <a:srgbClr val="E7EBED"/>
              </a:solidFill>
            </a:ln>
          </p:spPr>
        </p:sp>
        <p:sp>
          <p:nvSpPr>
            <p:cNvPr id="3532" name="Candidate_receptor__3531">
              <a:extLst>
                <a:ext uri="{FF2B5EF4-FFF2-40B4-BE49-F238E27FC236}">
                  <a16:creationId xmlns:a16="http://schemas.microsoft.com/office/drawing/2014/main" id="{749E2FD4-AABF-D76C-7503-7F101DD9CC40}"/>
                </a:ext>
              </a:extLst>
            </p:cNvPr>
            <p:cNvSpPr>
              <a:spLocks noGrp="1"/>
            </p:cNvSpPr>
            <p:nvPr/>
          </p:nvSpPr>
          <p:spPr>
            <a:xfrm>
              <a:off x="4248156" y="3046362"/>
              <a:ext cx="12106" cy="39840"/>
            </a:xfrm>
            <a:custGeom>
              <a:avLst/>
              <a:gdLst/>
              <a:ahLst/>
              <a:cxnLst/>
              <a:rect l="0" t="0" r="0" b="0"/>
              <a:pathLst>
                <a:path w="12106" h="39840">
                  <a:moveTo>
                    <a:pt x="0" y="0"/>
                  </a:moveTo>
                  <a:lnTo>
                    <a:pt x="12106" y="39840"/>
                  </a:lnTo>
                </a:path>
              </a:pathLst>
            </a:custGeom>
            <a:noFill/>
            <a:ln w="20003">
              <a:solidFill>
                <a:srgbClr val="E7EBED"/>
              </a:solidFill>
            </a:ln>
          </p:spPr>
        </p:sp>
        <p:sp>
          <p:nvSpPr>
            <p:cNvPr id="3533" name="Candidate_receptor__3532">
              <a:extLst>
                <a:ext uri="{FF2B5EF4-FFF2-40B4-BE49-F238E27FC236}">
                  <a16:creationId xmlns:a16="http://schemas.microsoft.com/office/drawing/2014/main" id="{8870C3B3-C637-FA03-B54F-E147C16DF47F}"/>
                </a:ext>
              </a:extLst>
            </p:cNvPr>
            <p:cNvSpPr>
              <a:spLocks noGrp="1"/>
            </p:cNvSpPr>
            <p:nvPr/>
          </p:nvSpPr>
          <p:spPr>
            <a:xfrm>
              <a:off x="3999106" y="2444180"/>
              <a:ext cx="112878" cy="12532"/>
            </a:xfrm>
            <a:custGeom>
              <a:avLst/>
              <a:gdLst/>
              <a:ahLst/>
              <a:cxnLst/>
              <a:rect l="0" t="0" r="0" b="0"/>
              <a:pathLst>
                <a:path w="112878" h="12532">
                  <a:moveTo>
                    <a:pt x="0" y="12532"/>
                  </a:moveTo>
                  <a:lnTo>
                    <a:pt x="112878" y="0"/>
                  </a:lnTo>
                </a:path>
              </a:pathLst>
            </a:custGeom>
            <a:noFill/>
            <a:ln w="20003">
              <a:solidFill>
                <a:srgbClr val="E7EBED"/>
              </a:solidFill>
            </a:ln>
          </p:spPr>
        </p:sp>
        <p:sp>
          <p:nvSpPr>
            <p:cNvPr id="3534" name="Candidate_receptor__3533">
              <a:extLst>
                <a:ext uri="{FF2B5EF4-FFF2-40B4-BE49-F238E27FC236}">
                  <a16:creationId xmlns:a16="http://schemas.microsoft.com/office/drawing/2014/main" id="{7CCE4392-DE8D-2ABB-52CD-827C9DC94C7D}"/>
                </a:ext>
              </a:extLst>
            </p:cNvPr>
            <p:cNvSpPr>
              <a:spLocks noGrp="1"/>
            </p:cNvSpPr>
            <p:nvPr/>
          </p:nvSpPr>
          <p:spPr>
            <a:xfrm>
              <a:off x="5872966" y="2007964"/>
              <a:ext cx="93623" cy="60378"/>
            </a:xfrm>
            <a:custGeom>
              <a:avLst/>
              <a:gdLst/>
              <a:ahLst/>
              <a:cxnLst/>
              <a:rect l="0" t="0" r="0" b="0"/>
              <a:pathLst>
                <a:path w="93623" h="60378">
                  <a:moveTo>
                    <a:pt x="93623" y="0"/>
                  </a:moveTo>
                  <a:lnTo>
                    <a:pt x="0" y="60378"/>
                  </a:lnTo>
                </a:path>
              </a:pathLst>
            </a:custGeom>
            <a:noFill/>
            <a:ln w="20003">
              <a:solidFill>
                <a:srgbClr val="E7EBED"/>
              </a:solidFill>
            </a:ln>
          </p:spPr>
        </p:sp>
        <p:sp>
          <p:nvSpPr>
            <p:cNvPr id="3535" name="Candidate_receptor__3534">
              <a:extLst>
                <a:ext uri="{FF2B5EF4-FFF2-40B4-BE49-F238E27FC236}">
                  <a16:creationId xmlns:a16="http://schemas.microsoft.com/office/drawing/2014/main" id="{DCFACD5C-1A0A-5CC1-EE27-18C8A2084330}"/>
                </a:ext>
              </a:extLst>
            </p:cNvPr>
            <p:cNvSpPr>
              <a:spLocks noGrp="1"/>
            </p:cNvSpPr>
            <p:nvPr/>
          </p:nvSpPr>
          <p:spPr>
            <a:xfrm>
              <a:off x="5918916" y="1741222"/>
              <a:ext cx="46829" cy="49921"/>
            </a:xfrm>
            <a:custGeom>
              <a:avLst/>
              <a:gdLst/>
              <a:ahLst/>
              <a:cxnLst/>
              <a:rect l="0" t="0" r="0" b="0"/>
              <a:pathLst>
                <a:path w="46829" h="49921">
                  <a:moveTo>
                    <a:pt x="0" y="49921"/>
                  </a:moveTo>
                  <a:lnTo>
                    <a:pt x="46829" y="0"/>
                  </a:lnTo>
                </a:path>
              </a:pathLst>
            </a:custGeom>
            <a:noFill/>
            <a:ln w="8096">
              <a:solidFill>
                <a:srgbClr val="E7EBED"/>
              </a:solidFill>
            </a:ln>
          </p:spPr>
        </p:sp>
        <p:sp>
          <p:nvSpPr>
            <p:cNvPr id="3536" name="Candidate_receptor__3535">
              <a:extLst>
                <a:ext uri="{FF2B5EF4-FFF2-40B4-BE49-F238E27FC236}">
                  <a16:creationId xmlns:a16="http://schemas.microsoft.com/office/drawing/2014/main" id="{18A724AC-9FBE-73AF-E905-2C5E3E97427A}"/>
                </a:ext>
              </a:extLst>
            </p:cNvPr>
            <p:cNvSpPr>
              <a:spLocks noGrp="1"/>
            </p:cNvSpPr>
            <p:nvPr/>
          </p:nvSpPr>
          <p:spPr>
            <a:xfrm>
              <a:off x="5764656" y="2051600"/>
              <a:ext cx="108310" cy="16743"/>
            </a:xfrm>
            <a:custGeom>
              <a:avLst/>
              <a:gdLst/>
              <a:ahLst/>
              <a:cxnLst/>
              <a:rect l="0" t="0" r="0" b="0"/>
              <a:pathLst>
                <a:path w="108310" h="16743">
                  <a:moveTo>
                    <a:pt x="108310" y="16743"/>
                  </a:moveTo>
                  <a:lnTo>
                    <a:pt x="0" y="0"/>
                  </a:lnTo>
                </a:path>
              </a:pathLst>
            </a:custGeom>
            <a:noFill/>
            <a:ln w="20003">
              <a:solidFill>
                <a:srgbClr val="E7EBED"/>
              </a:solidFill>
            </a:ln>
          </p:spPr>
        </p:sp>
        <p:sp>
          <p:nvSpPr>
            <p:cNvPr id="3537" name="Candidate_receptor__3536">
              <a:extLst>
                <a:ext uri="{FF2B5EF4-FFF2-40B4-BE49-F238E27FC236}">
                  <a16:creationId xmlns:a16="http://schemas.microsoft.com/office/drawing/2014/main" id="{9363B826-3F51-DC33-A692-CFA640A28BF9}"/>
                </a:ext>
              </a:extLst>
            </p:cNvPr>
            <p:cNvSpPr>
              <a:spLocks noGrp="1"/>
            </p:cNvSpPr>
            <p:nvPr/>
          </p:nvSpPr>
          <p:spPr>
            <a:xfrm>
              <a:off x="3601423" y="3000431"/>
              <a:ext cx="94175" cy="30108"/>
            </a:xfrm>
            <a:custGeom>
              <a:avLst/>
              <a:gdLst/>
              <a:ahLst/>
              <a:cxnLst/>
              <a:rect l="0" t="0" r="0" b="0"/>
              <a:pathLst>
                <a:path w="94175" h="30108">
                  <a:moveTo>
                    <a:pt x="0" y="30108"/>
                  </a:moveTo>
                  <a:lnTo>
                    <a:pt x="94175" y="0"/>
                  </a:lnTo>
                </a:path>
              </a:pathLst>
            </a:custGeom>
            <a:noFill/>
            <a:ln w="8096">
              <a:solidFill>
                <a:srgbClr val="E7EBED"/>
              </a:solidFill>
            </a:ln>
          </p:spPr>
        </p:sp>
        <p:sp>
          <p:nvSpPr>
            <p:cNvPr id="3538" name="Candidate_receptor__3537">
              <a:extLst>
                <a:ext uri="{FF2B5EF4-FFF2-40B4-BE49-F238E27FC236}">
                  <a16:creationId xmlns:a16="http://schemas.microsoft.com/office/drawing/2014/main" id="{9B71C4E4-A69C-8117-8A9F-E056221A2022}"/>
                </a:ext>
              </a:extLst>
            </p:cNvPr>
            <p:cNvSpPr>
              <a:spLocks noGrp="1"/>
            </p:cNvSpPr>
            <p:nvPr/>
          </p:nvSpPr>
          <p:spPr>
            <a:xfrm>
              <a:off x="3811163" y="3187696"/>
              <a:ext cx="32760" cy="70145"/>
            </a:xfrm>
            <a:custGeom>
              <a:avLst/>
              <a:gdLst/>
              <a:ahLst/>
              <a:cxnLst/>
              <a:rect l="0" t="0" r="0" b="0"/>
              <a:pathLst>
                <a:path w="32760" h="70145">
                  <a:moveTo>
                    <a:pt x="32760" y="0"/>
                  </a:moveTo>
                  <a:lnTo>
                    <a:pt x="0" y="70145"/>
                  </a:lnTo>
                </a:path>
              </a:pathLst>
            </a:custGeom>
            <a:noFill/>
            <a:ln w="8096">
              <a:solidFill>
                <a:srgbClr val="E7EBED"/>
              </a:solidFill>
            </a:ln>
          </p:spPr>
        </p:sp>
        <p:sp>
          <p:nvSpPr>
            <p:cNvPr id="3539" name="Candidate_receptor__3538">
              <a:extLst>
                <a:ext uri="{FF2B5EF4-FFF2-40B4-BE49-F238E27FC236}">
                  <a16:creationId xmlns:a16="http://schemas.microsoft.com/office/drawing/2014/main" id="{8ADDFE2D-9D65-3332-2F72-D5B3C82F7F56}"/>
                </a:ext>
              </a:extLst>
            </p:cNvPr>
            <p:cNvSpPr>
              <a:spLocks noGrp="1"/>
            </p:cNvSpPr>
            <p:nvPr/>
          </p:nvSpPr>
          <p:spPr>
            <a:xfrm>
              <a:off x="5197053" y="2708630"/>
              <a:ext cx="57728" cy="98035"/>
            </a:xfrm>
            <a:custGeom>
              <a:avLst/>
              <a:gdLst/>
              <a:ahLst/>
              <a:cxnLst/>
              <a:rect l="0" t="0" r="0" b="0"/>
              <a:pathLst>
                <a:path w="57728" h="98035">
                  <a:moveTo>
                    <a:pt x="57728" y="0"/>
                  </a:moveTo>
                  <a:lnTo>
                    <a:pt x="0" y="98035"/>
                  </a:lnTo>
                </a:path>
              </a:pathLst>
            </a:custGeom>
            <a:noFill/>
            <a:ln w="8096">
              <a:solidFill>
                <a:srgbClr val="E7EBED"/>
              </a:solidFill>
            </a:ln>
          </p:spPr>
        </p:sp>
        <p:sp>
          <p:nvSpPr>
            <p:cNvPr id="3540" name="Candidate_receptor__3539">
              <a:extLst>
                <a:ext uri="{FF2B5EF4-FFF2-40B4-BE49-F238E27FC236}">
                  <a16:creationId xmlns:a16="http://schemas.microsoft.com/office/drawing/2014/main" id="{C447CFD8-4745-2A2F-3BA8-C79424C16708}"/>
                </a:ext>
              </a:extLst>
            </p:cNvPr>
            <p:cNvSpPr>
              <a:spLocks noGrp="1"/>
            </p:cNvSpPr>
            <p:nvPr/>
          </p:nvSpPr>
          <p:spPr>
            <a:xfrm>
              <a:off x="4345107" y="2813124"/>
              <a:ext cx="110231" cy="26435"/>
            </a:xfrm>
            <a:custGeom>
              <a:avLst/>
              <a:gdLst/>
              <a:ahLst/>
              <a:cxnLst/>
              <a:rect l="0" t="0" r="0" b="0"/>
              <a:pathLst>
                <a:path w="110231" h="26435">
                  <a:moveTo>
                    <a:pt x="110231" y="26435"/>
                  </a:moveTo>
                  <a:lnTo>
                    <a:pt x="0" y="0"/>
                  </a:lnTo>
                </a:path>
              </a:pathLst>
            </a:custGeom>
            <a:noFill/>
            <a:ln w="20003">
              <a:solidFill>
                <a:srgbClr val="E7EBED"/>
              </a:solidFill>
            </a:ln>
          </p:spPr>
        </p:sp>
        <p:sp>
          <p:nvSpPr>
            <p:cNvPr id="3541" name="Candidate_receptor__3540">
              <a:extLst>
                <a:ext uri="{FF2B5EF4-FFF2-40B4-BE49-F238E27FC236}">
                  <a16:creationId xmlns:a16="http://schemas.microsoft.com/office/drawing/2014/main" id="{C23DB422-5E9F-C2E3-7312-5345C36D3364}"/>
                </a:ext>
              </a:extLst>
            </p:cNvPr>
            <p:cNvSpPr>
              <a:spLocks noGrp="1"/>
            </p:cNvSpPr>
            <p:nvPr/>
          </p:nvSpPr>
          <p:spPr>
            <a:xfrm>
              <a:off x="4456780" y="2686980"/>
              <a:ext cx="112671" cy="19629"/>
            </a:xfrm>
            <a:custGeom>
              <a:avLst/>
              <a:gdLst/>
              <a:ahLst/>
              <a:cxnLst/>
              <a:rect l="0" t="0" r="0" b="0"/>
              <a:pathLst>
                <a:path w="112671" h="19629">
                  <a:moveTo>
                    <a:pt x="112671" y="19629"/>
                  </a:moveTo>
                  <a:lnTo>
                    <a:pt x="0" y="0"/>
                  </a:lnTo>
                </a:path>
              </a:pathLst>
            </a:custGeom>
            <a:noFill/>
            <a:ln w="20003">
              <a:solidFill>
                <a:srgbClr val="E7EBED"/>
              </a:solidFill>
            </a:ln>
          </p:spPr>
        </p:sp>
        <p:sp>
          <p:nvSpPr>
            <p:cNvPr id="3542" name="Candidate_receptor__3541">
              <a:extLst>
                <a:ext uri="{FF2B5EF4-FFF2-40B4-BE49-F238E27FC236}">
                  <a16:creationId xmlns:a16="http://schemas.microsoft.com/office/drawing/2014/main" id="{8CFAA812-8B8D-99C6-FC3A-DE44799F3E39}"/>
                </a:ext>
              </a:extLst>
            </p:cNvPr>
            <p:cNvSpPr>
              <a:spLocks noGrp="1"/>
            </p:cNvSpPr>
            <p:nvPr/>
          </p:nvSpPr>
          <p:spPr>
            <a:xfrm>
              <a:off x="5553003" y="3328588"/>
              <a:ext cx="56680" cy="98814"/>
            </a:xfrm>
            <a:custGeom>
              <a:avLst/>
              <a:gdLst/>
              <a:ahLst/>
              <a:cxnLst/>
              <a:rect l="0" t="0" r="0" b="0"/>
              <a:pathLst>
                <a:path w="56680" h="98814">
                  <a:moveTo>
                    <a:pt x="56680" y="0"/>
                  </a:moveTo>
                  <a:lnTo>
                    <a:pt x="0" y="98814"/>
                  </a:lnTo>
                </a:path>
              </a:pathLst>
            </a:custGeom>
            <a:noFill/>
            <a:ln w="20003">
              <a:solidFill>
                <a:srgbClr val="E7EBED"/>
              </a:solidFill>
            </a:ln>
          </p:spPr>
        </p:sp>
        <p:sp>
          <p:nvSpPr>
            <p:cNvPr id="3543" name="Candidate_receptor__3542">
              <a:extLst>
                <a:ext uri="{FF2B5EF4-FFF2-40B4-BE49-F238E27FC236}">
                  <a16:creationId xmlns:a16="http://schemas.microsoft.com/office/drawing/2014/main" id="{E0F34505-1D90-4EBB-6786-088C006AEBFF}"/>
                </a:ext>
              </a:extLst>
            </p:cNvPr>
            <p:cNvSpPr>
              <a:spLocks noGrp="1"/>
            </p:cNvSpPr>
            <p:nvPr/>
          </p:nvSpPr>
          <p:spPr>
            <a:xfrm>
              <a:off x="5703723" y="2051600"/>
              <a:ext cx="60933" cy="94008"/>
            </a:xfrm>
            <a:custGeom>
              <a:avLst/>
              <a:gdLst/>
              <a:ahLst/>
              <a:cxnLst/>
              <a:rect l="0" t="0" r="0" b="0"/>
              <a:pathLst>
                <a:path w="60933" h="94008">
                  <a:moveTo>
                    <a:pt x="60933" y="0"/>
                  </a:moveTo>
                  <a:lnTo>
                    <a:pt x="0" y="94008"/>
                  </a:lnTo>
                </a:path>
              </a:pathLst>
            </a:custGeom>
            <a:noFill/>
            <a:ln w="20003">
              <a:solidFill>
                <a:srgbClr val="E7EBED"/>
              </a:solidFill>
            </a:ln>
          </p:spPr>
        </p:sp>
        <p:sp>
          <p:nvSpPr>
            <p:cNvPr id="3544" name="Candidate_receptor__3543">
              <a:extLst>
                <a:ext uri="{FF2B5EF4-FFF2-40B4-BE49-F238E27FC236}">
                  <a16:creationId xmlns:a16="http://schemas.microsoft.com/office/drawing/2014/main" id="{ABCF8A04-DB80-C32D-933D-0B03EFC935B1}"/>
                </a:ext>
              </a:extLst>
            </p:cNvPr>
            <p:cNvSpPr>
              <a:spLocks noGrp="1"/>
            </p:cNvSpPr>
            <p:nvPr/>
          </p:nvSpPr>
          <p:spPr>
            <a:xfrm>
              <a:off x="5387590" y="2467718"/>
              <a:ext cx="11665" cy="97202"/>
            </a:xfrm>
            <a:custGeom>
              <a:avLst/>
              <a:gdLst/>
              <a:ahLst/>
              <a:cxnLst/>
              <a:rect l="0" t="0" r="0" b="0"/>
              <a:pathLst>
                <a:path w="11665" h="97202">
                  <a:moveTo>
                    <a:pt x="11665" y="97202"/>
                  </a:moveTo>
                  <a:lnTo>
                    <a:pt x="0" y="0"/>
                  </a:lnTo>
                </a:path>
              </a:pathLst>
            </a:custGeom>
            <a:noFill/>
            <a:ln w="20003">
              <a:solidFill>
                <a:srgbClr val="E7EBED"/>
              </a:solidFill>
            </a:ln>
          </p:spPr>
        </p:sp>
        <p:sp>
          <p:nvSpPr>
            <p:cNvPr id="3545" name="Candidate_receptor__3544">
              <a:extLst>
                <a:ext uri="{FF2B5EF4-FFF2-40B4-BE49-F238E27FC236}">
                  <a16:creationId xmlns:a16="http://schemas.microsoft.com/office/drawing/2014/main" id="{6C9AA489-F2E9-160E-FC49-BEAE27982411}"/>
                </a:ext>
              </a:extLst>
            </p:cNvPr>
            <p:cNvSpPr>
              <a:spLocks noGrp="1"/>
            </p:cNvSpPr>
            <p:nvPr/>
          </p:nvSpPr>
          <p:spPr>
            <a:xfrm>
              <a:off x="4930363" y="2978109"/>
              <a:ext cx="2046" cy="113118"/>
            </a:xfrm>
            <a:custGeom>
              <a:avLst/>
              <a:gdLst/>
              <a:ahLst/>
              <a:cxnLst/>
              <a:rect l="0" t="0" r="0" b="0"/>
              <a:pathLst>
                <a:path w="2046" h="113118">
                  <a:moveTo>
                    <a:pt x="2046" y="113118"/>
                  </a:moveTo>
                  <a:lnTo>
                    <a:pt x="0" y="0"/>
                  </a:lnTo>
                </a:path>
              </a:pathLst>
            </a:custGeom>
            <a:noFill/>
            <a:ln w="20003">
              <a:solidFill>
                <a:srgbClr val="E7EBED"/>
              </a:solidFill>
            </a:ln>
          </p:spPr>
        </p:sp>
        <p:sp>
          <p:nvSpPr>
            <p:cNvPr id="3546" name="Candidate_receptor__3545">
              <a:extLst>
                <a:ext uri="{FF2B5EF4-FFF2-40B4-BE49-F238E27FC236}">
                  <a16:creationId xmlns:a16="http://schemas.microsoft.com/office/drawing/2014/main" id="{00315F15-4C3F-BC02-5B94-305077335095}"/>
                </a:ext>
              </a:extLst>
            </p:cNvPr>
            <p:cNvSpPr>
              <a:spLocks noGrp="1"/>
            </p:cNvSpPr>
            <p:nvPr/>
          </p:nvSpPr>
          <p:spPr>
            <a:xfrm>
              <a:off x="5433143" y="3320854"/>
              <a:ext cx="27378" cy="20988"/>
            </a:xfrm>
            <a:custGeom>
              <a:avLst/>
              <a:gdLst/>
              <a:ahLst/>
              <a:cxnLst/>
              <a:rect l="0" t="0" r="0" b="0"/>
              <a:pathLst>
                <a:path w="27378" h="20988">
                  <a:moveTo>
                    <a:pt x="0" y="20988"/>
                  </a:moveTo>
                  <a:lnTo>
                    <a:pt x="27378" y="0"/>
                  </a:lnTo>
                </a:path>
              </a:pathLst>
            </a:custGeom>
            <a:noFill/>
            <a:ln w="8096">
              <a:solidFill>
                <a:srgbClr val="E7EBED"/>
              </a:solidFill>
            </a:ln>
          </p:spPr>
        </p:sp>
        <p:sp>
          <p:nvSpPr>
            <p:cNvPr id="3547" name="Candidate_receptor__3546">
              <a:extLst>
                <a:ext uri="{FF2B5EF4-FFF2-40B4-BE49-F238E27FC236}">
                  <a16:creationId xmlns:a16="http://schemas.microsoft.com/office/drawing/2014/main" id="{4E8317BA-C25D-BA5D-A34C-7894A0F63D7F}"/>
                </a:ext>
              </a:extLst>
            </p:cNvPr>
            <p:cNvSpPr>
              <a:spLocks noGrp="1"/>
            </p:cNvSpPr>
            <p:nvPr/>
          </p:nvSpPr>
          <p:spPr>
            <a:xfrm>
              <a:off x="5387590" y="2422704"/>
              <a:ext cx="82292" cy="45014"/>
            </a:xfrm>
            <a:custGeom>
              <a:avLst/>
              <a:gdLst/>
              <a:ahLst/>
              <a:cxnLst/>
              <a:rect l="0" t="0" r="0" b="0"/>
              <a:pathLst>
                <a:path w="82292" h="45014">
                  <a:moveTo>
                    <a:pt x="0" y="45014"/>
                  </a:moveTo>
                  <a:lnTo>
                    <a:pt x="82292" y="0"/>
                  </a:lnTo>
                </a:path>
              </a:pathLst>
            </a:custGeom>
            <a:noFill/>
            <a:ln w="20003">
              <a:solidFill>
                <a:srgbClr val="E7EBEE"/>
              </a:solidFill>
            </a:ln>
          </p:spPr>
        </p:sp>
        <p:sp>
          <p:nvSpPr>
            <p:cNvPr id="3548" name="Candidate_receptor__3547">
              <a:extLst>
                <a:ext uri="{FF2B5EF4-FFF2-40B4-BE49-F238E27FC236}">
                  <a16:creationId xmlns:a16="http://schemas.microsoft.com/office/drawing/2014/main" id="{97D78CF3-2B07-A999-B328-95527E5DED92}"/>
                </a:ext>
              </a:extLst>
            </p:cNvPr>
            <p:cNvSpPr>
              <a:spLocks noGrp="1"/>
            </p:cNvSpPr>
            <p:nvPr/>
          </p:nvSpPr>
          <p:spPr>
            <a:xfrm>
              <a:off x="4111985" y="2444180"/>
              <a:ext cx="25129" cy="104977"/>
            </a:xfrm>
            <a:custGeom>
              <a:avLst/>
              <a:gdLst/>
              <a:ahLst/>
              <a:cxnLst/>
              <a:rect l="0" t="0" r="0" b="0"/>
              <a:pathLst>
                <a:path w="25129" h="104977">
                  <a:moveTo>
                    <a:pt x="0" y="0"/>
                  </a:moveTo>
                  <a:lnTo>
                    <a:pt x="25129" y="104977"/>
                  </a:lnTo>
                </a:path>
              </a:pathLst>
            </a:custGeom>
            <a:noFill/>
            <a:ln w="20003">
              <a:solidFill>
                <a:srgbClr val="E7EBEE"/>
              </a:solidFill>
            </a:ln>
          </p:spPr>
        </p:sp>
        <p:sp>
          <p:nvSpPr>
            <p:cNvPr id="3549" name="Candidate_receptor__3548">
              <a:extLst>
                <a:ext uri="{FF2B5EF4-FFF2-40B4-BE49-F238E27FC236}">
                  <a16:creationId xmlns:a16="http://schemas.microsoft.com/office/drawing/2014/main" id="{C11446C7-E159-E88E-5D40-3418AD7523A8}"/>
                </a:ext>
              </a:extLst>
            </p:cNvPr>
            <p:cNvSpPr>
              <a:spLocks noGrp="1"/>
            </p:cNvSpPr>
            <p:nvPr/>
          </p:nvSpPr>
          <p:spPr>
            <a:xfrm>
              <a:off x="4315298" y="2948369"/>
              <a:ext cx="69160" cy="24838"/>
            </a:xfrm>
            <a:custGeom>
              <a:avLst/>
              <a:gdLst/>
              <a:ahLst/>
              <a:cxnLst/>
              <a:rect l="0" t="0" r="0" b="0"/>
              <a:pathLst>
                <a:path w="69160" h="24838">
                  <a:moveTo>
                    <a:pt x="69160" y="24838"/>
                  </a:moveTo>
                  <a:lnTo>
                    <a:pt x="0" y="0"/>
                  </a:lnTo>
                </a:path>
              </a:pathLst>
            </a:custGeom>
            <a:noFill/>
            <a:ln w="20003">
              <a:solidFill>
                <a:srgbClr val="E7EBEE"/>
              </a:solidFill>
            </a:ln>
          </p:spPr>
        </p:sp>
        <p:sp>
          <p:nvSpPr>
            <p:cNvPr id="3550" name="Candidate_receptor__3549">
              <a:extLst>
                <a:ext uri="{FF2B5EF4-FFF2-40B4-BE49-F238E27FC236}">
                  <a16:creationId xmlns:a16="http://schemas.microsoft.com/office/drawing/2014/main" id="{AE1406F6-23E5-4DB9-6FB8-EBC79BB1295B}"/>
                </a:ext>
              </a:extLst>
            </p:cNvPr>
            <p:cNvSpPr>
              <a:spLocks noGrp="1"/>
            </p:cNvSpPr>
            <p:nvPr/>
          </p:nvSpPr>
          <p:spPr>
            <a:xfrm>
              <a:off x="4245552" y="3502929"/>
              <a:ext cx="15165" cy="111786"/>
            </a:xfrm>
            <a:custGeom>
              <a:avLst/>
              <a:gdLst/>
              <a:ahLst/>
              <a:cxnLst/>
              <a:rect l="0" t="0" r="0" b="0"/>
              <a:pathLst>
                <a:path w="15165" h="111786">
                  <a:moveTo>
                    <a:pt x="15165" y="111786"/>
                  </a:moveTo>
                  <a:lnTo>
                    <a:pt x="0" y="0"/>
                  </a:lnTo>
                </a:path>
              </a:pathLst>
            </a:custGeom>
            <a:noFill/>
            <a:ln w="8096">
              <a:solidFill>
                <a:srgbClr val="E7EBEE"/>
              </a:solidFill>
            </a:ln>
          </p:spPr>
        </p:sp>
        <p:sp>
          <p:nvSpPr>
            <p:cNvPr id="3551" name="Candidate_receptor__3550">
              <a:extLst>
                <a:ext uri="{FF2B5EF4-FFF2-40B4-BE49-F238E27FC236}">
                  <a16:creationId xmlns:a16="http://schemas.microsoft.com/office/drawing/2014/main" id="{F101666C-45B5-87ED-C66B-594EE0B5ACE5}"/>
                </a:ext>
              </a:extLst>
            </p:cNvPr>
            <p:cNvSpPr>
              <a:spLocks noGrp="1"/>
            </p:cNvSpPr>
            <p:nvPr/>
          </p:nvSpPr>
          <p:spPr>
            <a:xfrm>
              <a:off x="5032007" y="2958045"/>
              <a:ext cx="44101" cy="88304"/>
            </a:xfrm>
            <a:custGeom>
              <a:avLst/>
              <a:gdLst/>
              <a:ahLst/>
              <a:cxnLst/>
              <a:rect l="0" t="0" r="0" b="0"/>
              <a:pathLst>
                <a:path w="44101" h="88304">
                  <a:moveTo>
                    <a:pt x="0" y="0"/>
                  </a:moveTo>
                  <a:lnTo>
                    <a:pt x="44101" y="88304"/>
                  </a:lnTo>
                </a:path>
              </a:pathLst>
            </a:custGeom>
            <a:noFill/>
            <a:ln w="20003">
              <a:solidFill>
                <a:srgbClr val="E7EBEE"/>
              </a:solidFill>
            </a:ln>
          </p:spPr>
        </p:sp>
        <p:sp>
          <p:nvSpPr>
            <p:cNvPr id="3552" name="Candidate_receptor__3551">
              <a:extLst>
                <a:ext uri="{FF2B5EF4-FFF2-40B4-BE49-F238E27FC236}">
                  <a16:creationId xmlns:a16="http://schemas.microsoft.com/office/drawing/2014/main" id="{BB66E85A-9330-A143-155C-E6195BDB4448}"/>
                </a:ext>
              </a:extLst>
            </p:cNvPr>
            <p:cNvSpPr>
              <a:spLocks noGrp="1"/>
            </p:cNvSpPr>
            <p:nvPr/>
          </p:nvSpPr>
          <p:spPr>
            <a:xfrm>
              <a:off x="4930363" y="2958045"/>
              <a:ext cx="101644" cy="20065"/>
            </a:xfrm>
            <a:custGeom>
              <a:avLst/>
              <a:gdLst/>
              <a:ahLst/>
              <a:cxnLst/>
              <a:rect l="0" t="0" r="0" b="0"/>
              <a:pathLst>
                <a:path w="101644" h="20065">
                  <a:moveTo>
                    <a:pt x="0" y="20065"/>
                  </a:moveTo>
                  <a:lnTo>
                    <a:pt x="101644" y="0"/>
                  </a:lnTo>
                </a:path>
              </a:pathLst>
            </a:custGeom>
            <a:noFill/>
            <a:ln w="20003">
              <a:solidFill>
                <a:srgbClr val="E7EBEE"/>
              </a:solidFill>
            </a:ln>
          </p:spPr>
        </p:sp>
        <p:sp>
          <p:nvSpPr>
            <p:cNvPr id="3553" name="Candidate_receptor__3552">
              <a:extLst>
                <a:ext uri="{FF2B5EF4-FFF2-40B4-BE49-F238E27FC236}">
                  <a16:creationId xmlns:a16="http://schemas.microsoft.com/office/drawing/2014/main" id="{64E2A72A-13A2-5FE2-9B7A-910D0315D6A9}"/>
                </a:ext>
              </a:extLst>
            </p:cNvPr>
            <p:cNvSpPr>
              <a:spLocks noGrp="1"/>
            </p:cNvSpPr>
            <p:nvPr/>
          </p:nvSpPr>
          <p:spPr>
            <a:xfrm>
              <a:off x="4223840" y="2943139"/>
              <a:ext cx="91458" cy="5229"/>
            </a:xfrm>
            <a:custGeom>
              <a:avLst/>
              <a:gdLst/>
              <a:ahLst/>
              <a:cxnLst/>
              <a:rect l="0" t="0" r="0" b="0"/>
              <a:pathLst>
                <a:path w="91458" h="5229">
                  <a:moveTo>
                    <a:pt x="91458" y="5229"/>
                  </a:moveTo>
                  <a:lnTo>
                    <a:pt x="0" y="0"/>
                  </a:lnTo>
                </a:path>
              </a:pathLst>
            </a:custGeom>
            <a:noFill/>
            <a:ln w="20003">
              <a:solidFill>
                <a:srgbClr val="E7EBEE"/>
              </a:solidFill>
            </a:ln>
          </p:spPr>
        </p:sp>
        <p:sp>
          <p:nvSpPr>
            <p:cNvPr id="3554" name="Candidate_receptor__3553">
              <a:extLst>
                <a:ext uri="{FF2B5EF4-FFF2-40B4-BE49-F238E27FC236}">
                  <a16:creationId xmlns:a16="http://schemas.microsoft.com/office/drawing/2014/main" id="{9C7DFA97-CD60-CBEB-538F-FDC6666C208B}"/>
                </a:ext>
              </a:extLst>
            </p:cNvPr>
            <p:cNvSpPr>
              <a:spLocks noGrp="1"/>
            </p:cNvSpPr>
            <p:nvPr/>
          </p:nvSpPr>
          <p:spPr>
            <a:xfrm>
              <a:off x="5335186" y="2866935"/>
              <a:ext cx="111935" cy="20497"/>
            </a:xfrm>
            <a:custGeom>
              <a:avLst/>
              <a:gdLst/>
              <a:ahLst/>
              <a:cxnLst/>
              <a:rect l="0" t="0" r="0" b="0"/>
              <a:pathLst>
                <a:path w="111935" h="20497">
                  <a:moveTo>
                    <a:pt x="111935" y="0"/>
                  </a:moveTo>
                  <a:lnTo>
                    <a:pt x="0" y="20497"/>
                  </a:lnTo>
                </a:path>
              </a:pathLst>
            </a:custGeom>
            <a:noFill/>
            <a:ln w="8096">
              <a:solidFill>
                <a:srgbClr val="E7EBEE"/>
              </a:solidFill>
            </a:ln>
          </p:spPr>
        </p:sp>
        <p:sp>
          <p:nvSpPr>
            <p:cNvPr id="3555" name="Candidate_receptor__3554">
              <a:extLst>
                <a:ext uri="{FF2B5EF4-FFF2-40B4-BE49-F238E27FC236}">
                  <a16:creationId xmlns:a16="http://schemas.microsoft.com/office/drawing/2014/main" id="{F43C7393-D200-5906-88F8-BD04188FE787}"/>
                </a:ext>
              </a:extLst>
            </p:cNvPr>
            <p:cNvSpPr>
              <a:spLocks noGrp="1"/>
            </p:cNvSpPr>
            <p:nvPr/>
          </p:nvSpPr>
          <p:spPr>
            <a:xfrm>
              <a:off x="4147552" y="2809496"/>
              <a:ext cx="31615" cy="14271"/>
            </a:xfrm>
            <a:custGeom>
              <a:avLst/>
              <a:gdLst/>
              <a:ahLst/>
              <a:cxnLst/>
              <a:rect l="0" t="0" r="0" b="0"/>
              <a:pathLst>
                <a:path w="31615" h="14271">
                  <a:moveTo>
                    <a:pt x="31615" y="0"/>
                  </a:moveTo>
                  <a:lnTo>
                    <a:pt x="0" y="14271"/>
                  </a:lnTo>
                </a:path>
              </a:pathLst>
            </a:custGeom>
            <a:noFill/>
            <a:ln w="8096">
              <a:solidFill>
                <a:srgbClr val="E7EBEE"/>
              </a:solidFill>
            </a:ln>
          </p:spPr>
        </p:sp>
        <p:sp>
          <p:nvSpPr>
            <p:cNvPr id="3556" name="Candidate_receptor__3555">
              <a:extLst>
                <a:ext uri="{FF2B5EF4-FFF2-40B4-BE49-F238E27FC236}">
                  <a16:creationId xmlns:a16="http://schemas.microsoft.com/office/drawing/2014/main" id="{F608DFB1-A00A-A682-10DB-D5566D7A2F0C}"/>
                </a:ext>
              </a:extLst>
            </p:cNvPr>
            <p:cNvSpPr>
              <a:spLocks noGrp="1"/>
            </p:cNvSpPr>
            <p:nvPr/>
          </p:nvSpPr>
          <p:spPr>
            <a:xfrm>
              <a:off x="4113394" y="3043798"/>
              <a:ext cx="42965" cy="46380"/>
            </a:xfrm>
            <a:custGeom>
              <a:avLst/>
              <a:gdLst/>
              <a:ahLst/>
              <a:cxnLst/>
              <a:rect l="0" t="0" r="0" b="0"/>
              <a:pathLst>
                <a:path w="42965" h="46380">
                  <a:moveTo>
                    <a:pt x="42965" y="0"/>
                  </a:moveTo>
                  <a:lnTo>
                    <a:pt x="0" y="46380"/>
                  </a:lnTo>
                </a:path>
              </a:pathLst>
            </a:custGeom>
            <a:noFill/>
            <a:ln w="20003">
              <a:solidFill>
                <a:srgbClr val="E7EBEE"/>
              </a:solidFill>
            </a:ln>
          </p:spPr>
        </p:sp>
        <p:sp>
          <p:nvSpPr>
            <p:cNvPr id="3557" name="Candidate_receptor__3556">
              <a:extLst>
                <a:ext uri="{FF2B5EF4-FFF2-40B4-BE49-F238E27FC236}">
                  <a16:creationId xmlns:a16="http://schemas.microsoft.com/office/drawing/2014/main" id="{DAEE8460-1477-60A2-94DA-54D1E5051C2B}"/>
                </a:ext>
              </a:extLst>
            </p:cNvPr>
            <p:cNvSpPr>
              <a:spLocks noGrp="1"/>
            </p:cNvSpPr>
            <p:nvPr/>
          </p:nvSpPr>
          <p:spPr>
            <a:xfrm>
              <a:off x="3954708" y="2552808"/>
              <a:ext cx="13978" cy="95323"/>
            </a:xfrm>
            <a:custGeom>
              <a:avLst/>
              <a:gdLst/>
              <a:ahLst/>
              <a:cxnLst/>
              <a:rect l="0" t="0" r="0" b="0"/>
              <a:pathLst>
                <a:path w="13978" h="95323">
                  <a:moveTo>
                    <a:pt x="0" y="95323"/>
                  </a:moveTo>
                  <a:lnTo>
                    <a:pt x="13978" y="0"/>
                  </a:lnTo>
                </a:path>
              </a:pathLst>
            </a:custGeom>
            <a:noFill/>
            <a:ln w="20003">
              <a:solidFill>
                <a:srgbClr val="E7EBEE"/>
              </a:solidFill>
            </a:ln>
          </p:spPr>
        </p:sp>
        <p:sp>
          <p:nvSpPr>
            <p:cNvPr id="3558" name="Candidate_receptor__3557">
              <a:extLst>
                <a:ext uri="{FF2B5EF4-FFF2-40B4-BE49-F238E27FC236}">
                  <a16:creationId xmlns:a16="http://schemas.microsoft.com/office/drawing/2014/main" id="{DE909355-F28F-87D4-94EB-70E90B967914}"/>
                </a:ext>
              </a:extLst>
            </p:cNvPr>
            <p:cNvSpPr>
              <a:spLocks noGrp="1"/>
            </p:cNvSpPr>
            <p:nvPr/>
          </p:nvSpPr>
          <p:spPr>
            <a:xfrm>
              <a:off x="4641373" y="3198545"/>
              <a:ext cx="63636" cy="61280"/>
            </a:xfrm>
            <a:custGeom>
              <a:avLst/>
              <a:gdLst/>
              <a:ahLst/>
              <a:cxnLst/>
              <a:rect l="0" t="0" r="0" b="0"/>
              <a:pathLst>
                <a:path w="63636" h="61280">
                  <a:moveTo>
                    <a:pt x="63636" y="61280"/>
                  </a:moveTo>
                  <a:lnTo>
                    <a:pt x="0" y="0"/>
                  </a:lnTo>
                </a:path>
              </a:pathLst>
            </a:custGeom>
            <a:noFill/>
            <a:ln w="8096">
              <a:solidFill>
                <a:srgbClr val="E7EBEE"/>
              </a:solidFill>
            </a:ln>
          </p:spPr>
        </p:sp>
        <p:sp>
          <p:nvSpPr>
            <p:cNvPr id="3559" name="Candidate_receptor__3558">
              <a:extLst>
                <a:ext uri="{FF2B5EF4-FFF2-40B4-BE49-F238E27FC236}">
                  <a16:creationId xmlns:a16="http://schemas.microsoft.com/office/drawing/2014/main" id="{AB481E10-E156-4236-809D-5191ACC344CA}"/>
                </a:ext>
              </a:extLst>
            </p:cNvPr>
            <p:cNvSpPr>
              <a:spLocks noGrp="1"/>
            </p:cNvSpPr>
            <p:nvPr/>
          </p:nvSpPr>
          <p:spPr>
            <a:xfrm>
              <a:off x="5609683" y="3328588"/>
              <a:ext cx="85855" cy="35755"/>
            </a:xfrm>
            <a:custGeom>
              <a:avLst/>
              <a:gdLst/>
              <a:ahLst/>
              <a:cxnLst/>
              <a:rect l="0" t="0" r="0" b="0"/>
              <a:pathLst>
                <a:path w="85855" h="35755">
                  <a:moveTo>
                    <a:pt x="85855" y="35755"/>
                  </a:moveTo>
                  <a:lnTo>
                    <a:pt x="0" y="0"/>
                  </a:lnTo>
                </a:path>
              </a:pathLst>
            </a:custGeom>
            <a:noFill/>
            <a:ln w="20003">
              <a:solidFill>
                <a:srgbClr val="E7EBEE"/>
              </a:solidFill>
            </a:ln>
          </p:spPr>
        </p:sp>
        <p:sp>
          <p:nvSpPr>
            <p:cNvPr id="3560" name="Candidate_receptor__3559">
              <a:extLst>
                <a:ext uri="{FF2B5EF4-FFF2-40B4-BE49-F238E27FC236}">
                  <a16:creationId xmlns:a16="http://schemas.microsoft.com/office/drawing/2014/main" id="{B0D77BBB-0FC2-5AB2-8287-22E6E4DEE86C}"/>
                </a:ext>
              </a:extLst>
            </p:cNvPr>
            <p:cNvSpPr>
              <a:spLocks noGrp="1"/>
            </p:cNvSpPr>
            <p:nvPr/>
          </p:nvSpPr>
          <p:spPr>
            <a:xfrm>
              <a:off x="3968687" y="2456713"/>
              <a:ext cx="30420" cy="96095"/>
            </a:xfrm>
            <a:custGeom>
              <a:avLst/>
              <a:gdLst/>
              <a:ahLst/>
              <a:cxnLst/>
              <a:rect l="0" t="0" r="0" b="0"/>
              <a:pathLst>
                <a:path w="30420" h="96095">
                  <a:moveTo>
                    <a:pt x="0" y="96095"/>
                  </a:moveTo>
                  <a:lnTo>
                    <a:pt x="30420" y="0"/>
                  </a:lnTo>
                </a:path>
              </a:pathLst>
            </a:custGeom>
            <a:noFill/>
            <a:ln w="8096">
              <a:solidFill>
                <a:srgbClr val="E7EBEE"/>
              </a:solidFill>
            </a:ln>
          </p:spPr>
        </p:sp>
        <p:sp>
          <p:nvSpPr>
            <p:cNvPr id="3561" name="Candidate_receptor__3560">
              <a:extLst>
                <a:ext uri="{FF2B5EF4-FFF2-40B4-BE49-F238E27FC236}">
                  <a16:creationId xmlns:a16="http://schemas.microsoft.com/office/drawing/2014/main" id="{A8C1DF0E-72C3-CEEF-F82F-CB426A9C25F3}"/>
                </a:ext>
              </a:extLst>
            </p:cNvPr>
            <p:cNvSpPr>
              <a:spLocks noGrp="1"/>
            </p:cNvSpPr>
            <p:nvPr/>
          </p:nvSpPr>
          <p:spPr>
            <a:xfrm>
              <a:off x="4722450" y="3372221"/>
              <a:ext cx="13002" cy="45691"/>
            </a:xfrm>
            <a:custGeom>
              <a:avLst/>
              <a:gdLst/>
              <a:ahLst/>
              <a:cxnLst/>
              <a:rect l="0" t="0" r="0" b="0"/>
              <a:pathLst>
                <a:path w="13002" h="45691">
                  <a:moveTo>
                    <a:pt x="13002" y="45691"/>
                  </a:moveTo>
                  <a:lnTo>
                    <a:pt x="0" y="0"/>
                  </a:lnTo>
                </a:path>
              </a:pathLst>
            </a:custGeom>
            <a:noFill/>
            <a:ln w="8096">
              <a:solidFill>
                <a:srgbClr val="E7EBEE"/>
              </a:solidFill>
            </a:ln>
          </p:spPr>
        </p:sp>
        <p:sp>
          <p:nvSpPr>
            <p:cNvPr id="3562" name="Candidate_receptor__3561">
              <a:extLst>
                <a:ext uri="{FF2B5EF4-FFF2-40B4-BE49-F238E27FC236}">
                  <a16:creationId xmlns:a16="http://schemas.microsoft.com/office/drawing/2014/main" id="{53BEC07B-035B-E13F-C198-756C0625C4CC}"/>
                </a:ext>
              </a:extLst>
            </p:cNvPr>
            <p:cNvSpPr>
              <a:spLocks noGrp="1"/>
            </p:cNvSpPr>
            <p:nvPr/>
          </p:nvSpPr>
          <p:spPr>
            <a:xfrm>
              <a:off x="3695597" y="2902112"/>
              <a:ext cx="59400" cy="98319"/>
            </a:xfrm>
            <a:custGeom>
              <a:avLst/>
              <a:gdLst/>
              <a:ahLst/>
              <a:cxnLst/>
              <a:rect l="0" t="0" r="0" b="0"/>
              <a:pathLst>
                <a:path w="59400" h="98319">
                  <a:moveTo>
                    <a:pt x="0" y="98319"/>
                  </a:moveTo>
                  <a:lnTo>
                    <a:pt x="59400" y="0"/>
                  </a:lnTo>
                </a:path>
              </a:pathLst>
            </a:custGeom>
            <a:noFill/>
            <a:ln w="20003">
              <a:solidFill>
                <a:srgbClr val="E7EBEE"/>
              </a:solidFill>
            </a:ln>
          </p:spPr>
        </p:sp>
        <p:sp>
          <p:nvSpPr>
            <p:cNvPr id="3563" name="Candidate_receptor__3562">
              <a:extLst>
                <a:ext uri="{FF2B5EF4-FFF2-40B4-BE49-F238E27FC236}">
                  <a16:creationId xmlns:a16="http://schemas.microsoft.com/office/drawing/2014/main" id="{255AC103-BD7D-A456-6BD3-747D0DAADD70}"/>
                </a:ext>
              </a:extLst>
            </p:cNvPr>
            <p:cNvSpPr>
              <a:spLocks noGrp="1"/>
            </p:cNvSpPr>
            <p:nvPr/>
          </p:nvSpPr>
          <p:spPr>
            <a:xfrm>
              <a:off x="4986733" y="3259369"/>
              <a:ext cx="113902" cy="19324"/>
            </a:xfrm>
            <a:custGeom>
              <a:avLst/>
              <a:gdLst/>
              <a:ahLst/>
              <a:cxnLst/>
              <a:rect l="0" t="0" r="0" b="0"/>
              <a:pathLst>
                <a:path w="113902" h="19324">
                  <a:moveTo>
                    <a:pt x="0" y="19324"/>
                  </a:moveTo>
                  <a:lnTo>
                    <a:pt x="113902" y="0"/>
                  </a:lnTo>
                </a:path>
              </a:pathLst>
            </a:custGeom>
            <a:noFill/>
            <a:ln w="8096">
              <a:solidFill>
                <a:srgbClr val="E7EBEE"/>
              </a:solidFill>
            </a:ln>
          </p:spPr>
        </p:sp>
        <p:sp>
          <p:nvSpPr>
            <p:cNvPr id="3564" name="Candidate_receptor__3563">
              <a:extLst>
                <a:ext uri="{FF2B5EF4-FFF2-40B4-BE49-F238E27FC236}">
                  <a16:creationId xmlns:a16="http://schemas.microsoft.com/office/drawing/2014/main" id="{29A64A38-06C0-2FEA-271F-1D0FD788D3BB}"/>
                </a:ext>
              </a:extLst>
            </p:cNvPr>
            <p:cNvSpPr>
              <a:spLocks noGrp="1"/>
            </p:cNvSpPr>
            <p:nvPr/>
          </p:nvSpPr>
          <p:spPr>
            <a:xfrm>
              <a:off x="5469883" y="2422704"/>
              <a:ext cx="65845" cy="93486"/>
            </a:xfrm>
            <a:custGeom>
              <a:avLst/>
              <a:gdLst/>
              <a:ahLst/>
              <a:cxnLst/>
              <a:rect l="0" t="0" r="0" b="0"/>
              <a:pathLst>
                <a:path w="65845" h="93486">
                  <a:moveTo>
                    <a:pt x="0" y="0"/>
                  </a:moveTo>
                  <a:lnTo>
                    <a:pt x="65845" y="93486"/>
                  </a:lnTo>
                </a:path>
              </a:pathLst>
            </a:custGeom>
            <a:noFill/>
            <a:ln w="20003">
              <a:solidFill>
                <a:srgbClr val="E7EBEE"/>
              </a:solidFill>
            </a:ln>
          </p:spPr>
        </p:sp>
        <p:sp>
          <p:nvSpPr>
            <p:cNvPr id="3565" name="Candidate_receptor__3564">
              <a:extLst>
                <a:ext uri="{FF2B5EF4-FFF2-40B4-BE49-F238E27FC236}">
                  <a16:creationId xmlns:a16="http://schemas.microsoft.com/office/drawing/2014/main" id="{92EF9D24-5286-B193-B3AE-4F69871C0863}"/>
                </a:ext>
              </a:extLst>
            </p:cNvPr>
            <p:cNvSpPr>
              <a:spLocks noGrp="1"/>
            </p:cNvSpPr>
            <p:nvPr/>
          </p:nvSpPr>
          <p:spPr>
            <a:xfrm>
              <a:off x="5695537" y="3364343"/>
              <a:ext cx="6337" cy="102261"/>
            </a:xfrm>
            <a:custGeom>
              <a:avLst/>
              <a:gdLst/>
              <a:ahLst/>
              <a:cxnLst/>
              <a:rect l="0" t="0" r="0" b="0"/>
              <a:pathLst>
                <a:path w="6337" h="102261">
                  <a:moveTo>
                    <a:pt x="6337" y="102261"/>
                  </a:moveTo>
                  <a:lnTo>
                    <a:pt x="0" y="0"/>
                  </a:lnTo>
                </a:path>
              </a:pathLst>
            </a:custGeom>
            <a:noFill/>
            <a:ln w="20003">
              <a:solidFill>
                <a:srgbClr val="E7EBEE"/>
              </a:solidFill>
            </a:ln>
          </p:spPr>
        </p:sp>
        <p:sp>
          <p:nvSpPr>
            <p:cNvPr id="3566" name="Candidate_receptor__3565">
              <a:extLst>
                <a:ext uri="{FF2B5EF4-FFF2-40B4-BE49-F238E27FC236}">
                  <a16:creationId xmlns:a16="http://schemas.microsoft.com/office/drawing/2014/main" id="{F4C75638-302B-13D4-7FE7-E7DF76AAC1B9}"/>
                </a:ext>
              </a:extLst>
            </p:cNvPr>
            <p:cNvSpPr>
              <a:spLocks noGrp="1"/>
            </p:cNvSpPr>
            <p:nvPr/>
          </p:nvSpPr>
          <p:spPr>
            <a:xfrm>
              <a:off x="4260717" y="3614715"/>
              <a:ext cx="105705" cy="33649"/>
            </a:xfrm>
            <a:custGeom>
              <a:avLst/>
              <a:gdLst/>
              <a:ahLst/>
              <a:cxnLst/>
              <a:rect l="0" t="0" r="0" b="0"/>
              <a:pathLst>
                <a:path w="105705" h="33649">
                  <a:moveTo>
                    <a:pt x="105705" y="33649"/>
                  </a:moveTo>
                  <a:lnTo>
                    <a:pt x="0" y="0"/>
                  </a:lnTo>
                </a:path>
              </a:pathLst>
            </a:custGeom>
            <a:noFill/>
            <a:ln w="8096">
              <a:solidFill>
                <a:srgbClr val="E7EBEE"/>
              </a:solidFill>
            </a:ln>
          </p:spPr>
        </p:sp>
        <p:sp>
          <p:nvSpPr>
            <p:cNvPr id="3567" name="Candidate_receptor__3566">
              <a:extLst>
                <a:ext uri="{FF2B5EF4-FFF2-40B4-BE49-F238E27FC236}">
                  <a16:creationId xmlns:a16="http://schemas.microsoft.com/office/drawing/2014/main" id="{B2CE3C3F-1145-EB4C-123A-5ABB4392F7CD}"/>
                </a:ext>
              </a:extLst>
            </p:cNvPr>
            <p:cNvSpPr>
              <a:spLocks noGrp="1"/>
            </p:cNvSpPr>
            <p:nvPr/>
          </p:nvSpPr>
          <p:spPr>
            <a:xfrm>
              <a:off x="4007357" y="3147994"/>
              <a:ext cx="3964" cy="98683"/>
            </a:xfrm>
            <a:custGeom>
              <a:avLst/>
              <a:gdLst/>
              <a:ahLst/>
              <a:cxnLst/>
              <a:rect l="0" t="0" r="0" b="0"/>
              <a:pathLst>
                <a:path w="3964" h="98683">
                  <a:moveTo>
                    <a:pt x="3964" y="0"/>
                  </a:moveTo>
                  <a:lnTo>
                    <a:pt x="0" y="98683"/>
                  </a:lnTo>
                </a:path>
              </a:pathLst>
            </a:custGeom>
            <a:noFill/>
            <a:ln w="20003">
              <a:solidFill>
                <a:srgbClr val="E7EBEE"/>
              </a:solidFill>
            </a:ln>
          </p:spPr>
        </p:sp>
        <p:sp>
          <p:nvSpPr>
            <p:cNvPr id="3568" name="Candidate_receptor__3567">
              <a:extLst>
                <a:ext uri="{FF2B5EF4-FFF2-40B4-BE49-F238E27FC236}">
                  <a16:creationId xmlns:a16="http://schemas.microsoft.com/office/drawing/2014/main" id="{7335BA3C-21E7-E90E-6B04-B98F13FDC8FE}"/>
                </a:ext>
              </a:extLst>
            </p:cNvPr>
            <p:cNvSpPr>
              <a:spLocks noGrp="1"/>
            </p:cNvSpPr>
            <p:nvPr/>
          </p:nvSpPr>
          <p:spPr>
            <a:xfrm>
              <a:off x="4986733" y="3278693"/>
              <a:ext cx="13375" cy="112725"/>
            </a:xfrm>
            <a:custGeom>
              <a:avLst/>
              <a:gdLst/>
              <a:ahLst/>
              <a:cxnLst/>
              <a:rect l="0" t="0" r="0" b="0"/>
              <a:pathLst>
                <a:path w="13375" h="112725">
                  <a:moveTo>
                    <a:pt x="13375" y="112725"/>
                  </a:moveTo>
                  <a:lnTo>
                    <a:pt x="0" y="0"/>
                  </a:lnTo>
                </a:path>
              </a:pathLst>
            </a:custGeom>
            <a:noFill/>
            <a:ln w="20003">
              <a:solidFill>
                <a:srgbClr val="E7EBEE"/>
              </a:solidFill>
            </a:ln>
          </p:spPr>
        </p:sp>
        <p:sp>
          <p:nvSpPr>
            <p:cNvPr id="3569" name="Candidate_receptor__3568">
              <a:extLst>
                <a:ext uri="{FF2B5EF4-FFF2-40B4-BE49-F238E27FC236}">
                  <a16:creationId xmlns:a16="http://schemas.microsoft.com/office/drawing/2014/main" id="{C56CCDEF-88C3-CEDF-492D-89D15F9F869A}"/>
                </a:ext>
              </a:extLst>
            </p:cNvPr>
            <p:cNvSpPr>
              <a:spLocks noGrp="1"/>
            </p:cNvSpPr>
            <p:nvPr/>
          </p:nvSpPr>
          <p:spPr>
            <a:xfrm>
              <a:off x="4569452" y="2628713"/>
              <a:ext cx="19148" cy="77897"/>
            </a:xfrm>
            <a:custGeom>
              <a:avLst/>
              <a:gdLst/>
              <a:ahLst/>
              <a:cxnLst/>
              <a:rect l="0" t="0" r="0" b="0"/>
              <a:pathLst>
                <a:path w="19148" h="77897">
                  <a:moveTo>
                    <a:pt x="19148" y="0"/>
                  </a:moveTo>
                  <a:lnTo>
                    <a:pt x="0" y="77897"/>
                  </a:lnTo>
                </a:path>
              </a:pathLst>
            </a:custGeom>
            <a:noFill/>
            <a:ln w="20003">
              <a:solidFill>
                <a:srgbClr val="E7EBEE"/>
              </a:solidFill>
            </a:ln>
          </p:spPr>
        </p:sp>
        <p:sp>
          <p:nvSpPr>
            <p:cNvPr id="3570" name="Candidate_receptor__3569">
              <a:extLst>
                <a:ext uri="{FF2B5EF4-FFF2-40B4-BE49-F238E27FC236}">
                  <a16:creationId xmlns:a16="http://schemas.microsoft.com/office/drawing/2014/main" id="{DD9C31B4-981C-0161-3D68-A9A5F4FDDAC6}"/>
                </a:ext>
              </a:extLst>
            </p:cNvPr>
            <p:cNvSpPr>
              <a:spLocks noGrp="1"/>
            </p:cNvSpPr>
            <p:nvPr/>
          </p:nvSpPr>
          <p:spPr>
            <a:xfrm>
              <a:off x="3831854" y="2439125"/>
              <a:ext cx="24538" cy="66364"/>
            </a:xfrm>
            <a:custGeom>
              <a:avLst/>
              <a:gdLst/>
              <a:ahLst/>
              <a:cxnLst/>
              <a:rect l="0" t="0" r="0" b="0"/>
              <a:pathLst>
                <a:path w="24538" h="66364">
                  <a:moveTo>
                    <a:pt x="0" y="66364"/>
                  </a:moveTo>
                  <a:lnTo>
                    <a:pt x="24538" y="0"/>
                  </a:lnTo>
                </a:path>
              </a:pathLst>
            </a:custGeom>
            <a:noFill/>
            <a:ln w="8096">
              <a:solidFill>
                <a:srgbClr val="E7EBEE"/>
              </a:solidFill>
            </a:ln>
          </p:spPr>
        </p:sp>
        <p:sp>
          <p:nvSpPr>
            <p:cNvPr id="3571" name="Candidate_receptor__3570">
              <a:extLst>
                <a:ext uri="{FF2B5EF4-FFF2-40B4-BE49-F238E27FC236}">
                  <a16:creationId xmlns:a16="http://schemas.microsoft.com/office/drawing/2014/main" id="{4D847682-4F58-4BE4-BAA2-65CEA4D317B2}"/>
                </a:ext>
              </a:extLst>
            </p:cNvPr>
            <p:cNvSpPr>
              <a:spLocks noGrp="1"/>
            </p:cNvSpPr>
            <p:nvPr/>
          </p:nvSpPr>
          <p:spPr>
            <a:xfrm>
              <a:off x="5473816" y="1825882"/>
              <a:ext cx="51157" cy="89001"/>
            </a:xfrm>
            <a:custGeom>
              <a:avLst/>
              <a:gdLst/>
              <a:ahLst/>
              <a:cxnLst/>
              <a:rect l="0" t="0" r="0" b="0"/>
              <a:pathLst>
                <a:path w="51157" h="89001">
                  <a:moveTo>
                    <a:pt x="51157" y="89001"/>
                  </a:moveTo>
                  <a:lnTo>
                    <a:pt x="0" y="0"/>
                  </a:lnTo>
                </a:path>
              </a:pathLst>
            </a:custGeom>
            <a:noFill/>
            <a:ln w="20003">
              <a:solidFill>
                <a:srgbClr val="E7EBEE"/>
              </a:solidFill>
            </a:ln>
          </p:spPr>
        </p:sp>
        <p:sp>
          <p:nvSpPr>
            <p:cNvPr id="3572" name="Candidate_receptor__3571">
              <a:extLst>
                <a:ext uri="{FF2B5EF4-FFF2-40B4-BE49-F238E27FC236}">
                  <a16:creationId xmlns:a16="http://schemas.microsoft.com/office/drawing/2014/main" id="{2581C645-2AE3-6F07-A715-D71048BDF009}"/>
                </a:ext>
              </a:extLst>
            </p:cNvPr>
            <p:cNvSpPr>
              <a:spLocks noGrp="1"/>
            </p:cNvSpPr>
            <p:nvPr/>
          </p:nvSpPr>
          <p:spPr>
            <a:xfrm>
              <a:off x="3754998" y="2878322"/>
              <a:ext cx="109579" cy="23791"/>
            </a:xfrm>
            <a:custGeom>
              <a:avLst/>
              <a:gdLst/>
              <a:ahLst/>
              <a:cxnLst/>
              <a:rect l="0" t="0" r="0" b="0"/>
              <a:pathLst>
                <a:path w="109579" h="23791">
                  <a:moveTo>
                    <a:pt x="0" y="23791"/>
                  </a:moveTo>
                  <a:lnTo>
                    <a:pt x="109579" y="0"/>
                  </a:lnTo>
                </a:path>
              </a:pathLst>
            </a:custGeom>
            <a:noFill/>
            <a:ln w="20003">
              <a:solidFill>
                <a:srgbClr val="E7EBEE"/>
              </a:solidFill>
            </a:ln>
          </p:spPr>
        </p:sp>
        <p:sp>
          <p:nvSpPr>
            <p:cNvPr id="3573" name="Candidate_receptor__3572">
              <a:extLst>
                <a:ext uri="{FF2B5EF4-FFF2-40B4-BE49-F238E27FC236}">
                  <a16:creationId xmlns:a16="http://schemas.microsoft.com/office/drawing/2014/main" id="{FA794DD8-2015-C8EF-65F9-0BB7D2CA16E8}"/>
                </a:ext>
              </a:extLst>
            </p:cNvPr>
            <p:cNvSpPr>
              <a:spLocks noGrp="1"/>
            </p:cNvSpPr>
            <p:nvPr/>
          </p:nvSpPr>
          <p:spPr>
            <a:xfrm>
              <a:off x="5254781" y="2653858"/>
              <a:ext cx="15251" cy="54772"/>
            </a:xfrm>
            <a:custGeom>
              <a:avLst/>
              <a:gdLst/>
              <a:ahLst/>
              <a:cxnLst/>
              <a:rect l="0" t="0" r="0" b="0"/>
              <a:pathLst>
                <a:path w="15251" h="54772">
                  <a:moveTo>
                    <a:pt x="15251" y="0"/>
                  </a:moveTo>
                  <a:lnTo>
                    <a:pt x="0" y="54772"/>
                  </a:lnTo>
                </a:path>
              </a:pathLst>
            </a:custGeom>
            <a:noFill/>
            <a:ln w="8096">
              <a:solidFill>
                <a:srgbClr val="E7EBEE"/>
              </a:solidFill>
            </a:ln>
          </p:spPr>
        </p:sp>
        <p:sp>
          <p:nvSpPr>
            <p:cNvPr id="3574" name="Candidate_receptor__3573">
              <a:extLst>
                <a:ext uri="{FF2B5EF4-FFF2-40B4-BE49-F238E27FC236}">
                  <a16:creationId xmlns:a16="http://schemas.microsoft.com/office/drawing/2014/main" id="{3133FF55-7619-916B-5BC9-78DB1565646D}"/>
                </a:ext>
              </a:extLst>
            </p:cNvPr>
            <p:cNvSpPr>
              <a:spLocks noGrp="1"/>
            </p:cNvSpPr>
            <p:nvPr/>
          </p:nvSpPr>
          <p:spPr>
            <a:xfrm>
              <a:off x="4821748" y="3878785"/>
              <a:ext cx="7916" cy="90798"/>
            </a:xfrm>
            <a:custGeom>
              <a:avLst/>
              <a:gdLst/>
              <a:ahLst/>
              <a:cxnLst/>
              <a:rect l="0" t="0" r="0" b="0"/>
              <a:pathLst>
                <a:path w="7916" h="90798">
                  <a:moveTo>
                    <a:pt x="7916" y="90798"/>
                  </a:moveTo>
                  <a:lnTo>
                    <a:pt x="0" y="0"/>
                  </a:lnTo>
                </a:path>
              </a:pathLst>
            </a:custGeom>
            <a:noFill/>
            <a:ln w="8096">
              <a:solidFill>
                <a:srgbClr val="E7EBEE"/>
              </a:solidFill>
            </a:ln>
          </p:spPr>
        </p:sp>
        <p:sp>
          <p:nvSpPr>
            <p:cNvPr id="3575" name="Candidate_receptor__3574">
              <a:extLst>
                <a:ext uri="{FF2B5EF4-FFF2-40B4-BE49-F238E27FC236}">
                  <a16:creationId xmlns:a16="http://schemas.microsoft.com/office/drawing/2014/main" id="{18336398-5499-A668-DFEA-8646A6C053C3}"/>
                </a:ext>
              </a:extLst>
            </p:cNvPr>
            <p:cNvSpPr>
              <a:spLocks noGrp="1"/>
            </p:cNvSpPr>
            <p:nvPr/>
          </p:nvSpPr>
          <p:spPr>
            <a:xfrm>
              <a:off x="5806487" y="1791144"/>
              <a:ext cx="112429" cy="6015"/>
            </a:xfrm>
            <a:custGeom>
              <a:avLst/>
              <a:gdLst/>
              <a:ahLst/>
              <a:cxnLst/>
              <a:rect l="0" t="0" r="0" b="0"/>
              <a:pathLst>
                <a:path w="112429" h="6015">
                  <a:moveTo>
                    <a:pt x="0" y="6015"/>
                  </a:moveTo>
                  <a:lnTo>
                    <a:pt x="112429" y="0"/>
                  </a:lnTo>
                </a:path>
              </a:pathLst>
            </a:custGeom>
            <a:noFill/>
            <a:ln w="8096">
              <a:solidFill>
                <a:srgbClr val="E7EBEE"/>
              </a:solidFill>
            </a:ln>
          </p:spPr>
        </p:sp>
        <p:sp>
          <p:nvSpPr>
            <p:cNvPr id="3576" name="Candidate_receptor__3575">
              <a:extLst>
                <a:ext uri="{FF2B5EF4-FFF2-40B4-BE49-F238E27FC236}">
                  <a16:creationId xmlns:a16="http://schemas.microsoft.com/office/drawing/2014/main" id="{3728F001-8842-308F-DE88-D8897386FAA6}"/>
                </a:ext>
              </a:extLst>
            </p:cNvPr>
            <p:cNvSpPr>
              <a:spLocks noGrp="1"/>
            </p:cNvSpPr>
            <p:nvPr/>
          </p:nvSpPr>
          <p:spPr>
            <a:xfrm>
              <a:off x="4114049" y="3182833"/>
              <a:ext cx="40678" cy="11716"/>
            </a:xfrm>
            <a:custGeom>
              <a:avLst/>
              <a:gdLst/>
              <a:ahLst/>
              <a:cxnLst/>
              <a:rect l="0" t="0" r="0" b="0"/>
              <a:pathLst>
                <a:path w="40678" h="11716">
                  <a:moveTo>
                    <a:pt x="40678" y="11716"/>
                  </a:moveTo>
                  <a:lnTo>
                    <a:pt x="0" y="0"/>
                  </a:lnTo>
                </a:path>
              </a:pathLst>
            </a:custGeom>
            <a:noFill/>
            <a:ln w="20003">
              <a:solidFill>
                <a:srgbClr val="E7EBEE"/>
              </a:solidFill>
            </a:ln>
          </p:spPr>
        </p:sp>
        <p:sp>
          <p:nvSpPr>
            <p:cNvPr id="3577" name="Candidate_receptor__3576">
              <a:extLst>
                <a:ext uri="{FF2B5EF4-FFF2-40B4-BE49-F238E27FC236}">
                  <a16:creationId xmlns:a16="http://schemas.microsoft.com/office/drawing/2014/main" id="{8769424D-30BD-E4FF-2D47-3345ABC0513B}"/>
                </a:ext>
              </a:extLst>
            </p:cNvPr>
            <p:cNvSpPr>
              <a:spLocks noGrp="1"/>
            </p:cNvSpPr>
            <p:nvPr/>
          </p:nvSpPr>
          <p:spPr>
            <a:xfrm>
              <a:off x="5156072" y="2321767"/>
              <a:ext cx="81114" cy="75640"/>
            </a:xfrm>
            <a:custGeom>
              <a:avLst/>
              <a:gdLst/>
              <a:ahLst/>
              <a:cxnLst/>
              <a:rect l="0" t="0" r="0" b="0"/>
              <a:pathLst>
                <a:path w="81114" h="75640">
                  <a:moveTo>
                    <a:pt x="81114" y="0"/>
                  </a:moveTo>
                  <a:lnTo>
                    <a:pt x="0" y="75640"/>
                  </a:lnTo>
                </a:path>
              </a:pathLst>
            </a:custGeom>
            <a:noFill/>
            <a:ln w="20003">
              <a:solidFill>
                <a:srgbClr val="E7EBEE"/>
              </a:solidFill>
            </a:ln>
          </p:spPr>
        </p:sp>
        <p:sp>
          <p:nvSpPr>
            <p:cNvPr id="3578" name="Candidate_receptor__3577">
              <a:extLst>
                <a:ext uri="{FF2B5EF4-FFF2-40B4-BE49-F238E27FC236}">
                  <a16:creationId xmlns:a16="http://schemas.microsoft.com/office/drawing/2014/main" id="{647D4A3A-18FC-41E9-3F2A-7CF1B69F0CE1}"/>
                </a:ext>
              </a:extLst>
            </p:cNvPr>
            <p:cNvSpPr>
              <a:spLocks noGrp="1"/>
            </p:cNvSpPr>
            <p:nvPr/>
          </p:nvSpPr>
          <p:spPr>
            <a:xfrm>
              <a:off x="4156360" y="3043798"/>
              <a:ext cx="103903" cy="42405"/>
            </a:xfrm>
            <a:custGeom>
              <a:avLst/>
              <a:gdLst/>
              <a:ahLst/>
              <a:cxnLst/>
              <a:rect l="0" t="0" r="0" b="0"/>
              <a:pathLst>
                <a:path w="103903" h="42405">
                  <a:moveTo>
                    <a:pt x="103903" y="42405"/>
                  </a:moveTo>
                  <a:lnTo>
                    <a:pt x="0" y="0"/>
                  </a:lnTo>
                </a:path>
              </a:pathLst>
            </a:custGeom>
            <a:noFill/>
            <a:ln w="20003">
              <a:solidFill>
                <a:srgbClr val="E7EBEE"/>
              </a:solidFill>
            </a:ln>
          </p:spPr>
        </p:sp>
        <p:sp>
          <p:nvSpPr>
            <p:cNvPr id="3579" name="Candidate_receptor__3578">
              <a:extLst>
                <a:ext uri="{FF2B5EF4-FFF2-40B4-BE49-F238E27FC236}">
                  <a16:creationId xmlns:a16="http://schemas.microsoft.com/office/drawing/2014/main" id="{6AFFF9BF-C828-DD84-D7BB-2BBE3E04170D}"/>
                </a:ext>
              </a:extLst>
            </p:cNvPr>
            <p:cNvSpPr>
              <a:spLocks noGrp="1"/>
            </p:cNvSpPr>
            <p:nvPr/>
          </p:nvSpPr>
          <p:spPr>
            <a:xfrm>
              <a:off x="3679094" y="3145575"/>
              <a:ext cx="28540" cy="13338"/>
            </a:xfrm>
            <a:custGeom>
              <a:avLst/>
              <a:gdLst/>
              <a:ahLst/>
              <a:cxnLst/>
              <a:rect l="0" t="0" r="0" b="0"/>
              <a:pathLst>
                <a:path w="28540" h="13338">
                  <a:moveTo>
                    <a:pt x="0" y="13338"/>
                  </a:moveTo>
                  <a:lnTo>
                    <a:pt x="28540" y="0"/>
                  </a:lnTo>
                </a:path>
              </a:pathLst>
            </a:custGeom>
            <a:noFill/>
            <a:ln w="8096">
              <a:solidFill>
                <a:srgbClr val="E7EBEE"/>
              </a:solidFill>
            </a:ln>
          </p:spPr>
        </p:sp>
        <p:sp>
          <p:nvSpPr>
            <p:cNvPr id="3580" name="Candidate_receptor__3579">
              <a:extLst>
                <a:ext uri="{FF2B5EF4-FFF2-40B4-BE49-F238E27FC236}">
                  <a16:creationId xmlns:a16="http://schemas.microsoft.com/office/drawing/2014/main" id="{43E5279E-0510-62A7-FC5D-8E558266B2CC}"/>
                </a:ext>
              </a:extLst>
            </p:cNvPr>
            <p:cNvSpPr>
              <a:spLocks noGrp="1"/>
            </p:cNvSpPr>
            <p:nvPr/>
          </p:nvSpPr>
          <p:spPr>
            <a:xfrm>
              <a:off x="4131877" y="3720718"/>
              <a:ext cx="33040" cy="74549"/>
            </a:xfrm>
            <a:custGeom>
              <a:avLst/>
              <a:gdLst/>
              <a:ahLst/>
              <a:cxnLst/>
              <a:rect l="0" t="0" r="0" b="0"/>
              <a:pathLst>
                <a:path w="33040" h="74549">
                  <a:moveTo>
                    <a:pt x="0" y="0"/>
                  </a:moveTo>
                  <a:lnTo>
                    <a:pt x="33040" y="74549"/>
                  </a:lnTo>
                </a:path>
              </a:pathLst>
            </a:custGeom>
            <a:noFill/>
            <a:ln w="8096">
              <a:solidFill>
                <a:srgbClr val="E7EBEE"/>
              </a:solidFill>
            </a:ln>
          </p:spPr>
        </p:sp>
        <p:sp>
          <p:nvSpPr>
            <p:cNvPr id="3581" name="Candidate_receptor__3580">
              <a:extLst>
                <a:ext uri="{FF2B5EF4-FFF2-40B4-BE49-F238E27FC236}">
                  <a16:creationId xmlns:a16="http://schemas.microsoft.com/office/drawing/2014/main" id="{68F85F44-B602-532A-EEDA-DD98370CA3CF}"/>
                </a:ext>
              </a:extLst>
            </p:cNvPr>
            <p:cNvSpPr>
              <a:spLocks noGrp="1"/>
            </p:cNvSpPr>
            <p:nvPr/>
          </p:nvSpPr>
          <p:spPr>
            <a:xfrm>
              <a:off x="5156072" y="2397407"/>
              <a:ext cx="69914" cy="89384"/>
            </a:xfrm>
            <a:custGeom>
              <a:avLst/>
              <a:gdLst/>
              <a:ahLst/>
              <a:cxnLst/>
              <a:rect l="0" t="0" r="0" b="0"/>
              <a:pathLst>
                <a:path w="69914" h="89384">
                  <a:moveTo>
                    <a:pt x="0" y="0"/>
                  </a:moveTo>
                  <a:lnTo>
                    <a:pt x="69914" y="89384"/>
                  </a:lnTo>
                </a:path>
              </a:pathLst>
            </a:custGeom>
            <a:noFill/>
            <a:ln w="20003">
              <a:solidFill>
                <a:srgbClr val="E7EBEE"/>
              </a:solidFill>
            </a:ln>
          </p:spPr>
        </p:sp>
        <p:sp>
          <p:nvSpPr>
            <p:cNvPr id="3582" name="Candidate_receptor__3581">
              <a:extLst>
                <a:ext uri="{FF2B5EF4-FFF2-40B4-BE49-F238E27FC236}">
                  <a16:creationId xmlns:a16="http://schemas.microsoft.com/office/drawing/2014/main" id="{83C8597D-0900-FBDD-96C6-9E1625049074}"/>
                </a:ext>
              </a:extLst>
            </p:cNvPr>
            <p:cNvSpPr>
              <a:spLocks noGrp="1"/>
            </p:cNvSpPr>
            <p:nvPr/>
          </p:nvSpPr>
          <p:spPr>
            <a:xfrm>
              <a:off x="3983707" y="3246677"/>
              <a:ext cx="23649" cy="42561"/>
            </a:xfrm>
            <a:custGeom>
              <a:avLst/>
              <a:gdLst/>
              <a:ahLst/>
              <a:cxnLst/>
              <a:rect l="0" t="0" r="0" b="0"/>
              <a:pathLst>
                <a:path w="23649" h="42561">
                  <a:moveTo>
                    <a:pt x="23649" y="0"/>
                  </a:moveTo>
                  <a:lnTo>
                    <a:pt x="0" y="42561"/>
                  </a:lnTo>
                </a:path>
              </a:pathLst>
            </a:custGeom>
            <a:noFill/>
            <a:ln w="8096">
              <a:solidFill>
                <a:srgbClr val="E7EBEE"/>
              </a:solidFill>
            </a:ln>
          </p:spPr>
        </p:sp>
        <p:sp>
          <p:nvSpPr>
            <p:cNvPr id="3583" name="Candidate_receptor__3582">
              <a:extLst>
                <a:ext uri="{FF2B5EF4-FFF2-40B4-BE49-F238E27FC236}">
                  <a16:creationId xmlns:a16="http://schemas.microsoft.com/office/drawing/2014/main" id="{C3F98E6C-80B7-926A-260E-B36E57A81E44}"/>
                </a:ext>
              </a:extLst>
            </p:cNvPr>
            <p:cNvSpPr>
              <a:spLocks noGrp="1"/>
            </p:cNvSpPr>
            <p:nvPr/>
          </p:nvSpPr>
          <p:spPr>
            <a:xfrm>
              <a:off x="5198421" y="2955963"/>
              <a:ext cx="49085" cy="85281"/>
            </a:xfrm>
            <a:custGeom>
              <a:avLst/>
              <a:gdLst/>
              <a:ahLst/>
              <a:cxnLst/>
              <a:rect l="0" t="0" r="0" b="0"/>
              <a:pathLst>
                <a:path w="49085" h="85281">
                  <a:moveTo>
                    <a:pt x="0" y="0"/>
                  </a:moveTo>
                  <a:lnTo>
                    <a:pt x="49085" y="85281"/>
                  </a:lnTo>
                </a:path>
              </a:pathLst>
            </a:custGeom>
            <a:noFill/>
            <a:ln w="20003">
              <a:solidFill>
                <a:srgbClr val="E7EBEE"/>
              </a:solidFill>
            </a:ln>
          </p:spPr>
        </p:sp>
        <p:sp>
          <p:nvSpPr>
            <p:cNvPr id="3584" name="Candidate_receptor__3583">
              <a:extLst>
                <a:ext uri="{FF2B5EF4-FFF2-40B4-BE49-F238E27FC236}">
                  <a16:creationId xmlns:a16="http://schemas.microsoft.com/office/drawing/2014/main" id="{F4D79236-482E-F7B9-2702-E8962AB902F5}"/>
                </a:ext>
              </a:extLst>
            </p:cNvPr>
            <p:cNvSpPr>
              <a:spLocks noGrp="1"/>
            </p:cNvSpPr>
            <p:nvPr/>
          </p:nvSpPr>
          <p:spPr>
            <a:xfrm>
              <a:off x="4533655" y="3857633"/>
              <a:ext cx="15935" cy="73110"/>
            </a:xfrm>
            <a:custGeom>
              <a:avLst/>
              <a:gdLst/>
              <a:ahLst/>
              <a:cxnLst/>
              <a:rect l="0" t="0" r="0" b="0"/>
              <a:pathLst>
                <a:path w="15935" h="73110">
                  <a:moveTo>
                    <a:pt x="0" y="0"/>
                  </a:moveTo>
                  <a:lnTo>
                    <a:pt x="15935" y="73110"/>
                  </a:lnTo>
                </a:path>
              </a:pathLst>
            </a:custGeom>
            <a:noFill/>
            <a:ln w="8096">
              <a:solidFill>
                <a:srgbClr val="E7EBEE"/>
              </a:solidFill>
            </a:ln>
          </p:spPr>
        </p:sp>
        <p:sp>
          <p:nvSpPr>
            <p:cNvPr id="3585" name="Candidate_receptor__3584">
              <a:extLst>
                <a:ext uri="{FF2B5EF4-FFF2-40B4-BE49-F238E27FC236}">
                  <a16:creationId xmlns:a16="http://schemas.microsoft.com/office/drawing/2014/main" id="{71FEB8C5-62E7-17F7-482E-3AF5D283EC49}"/>
                </a:ext>
              </a:extLst>
            </p:cNvPr>
            <p:cNvSpPr>
              <a:spLocks noGrp="1"/>
            </p:cNvSpPr>
            <p:nvPr/>
          </p:nvSpPr>
          <p:spPr>
            <a:xfrm>
              <a:off x="5953116" y="1997552"/>
              <a:ext cx="13472" cy="10413"/>
            </a:xfrm>
            <a:custGeom>
              <a:avLst/>
              <a:gdLst/>
              <a:ahLst/>
              <a:cxnLst/>
              <a:rect l="0" t="0" r="0" b="0"/>
              <a:pathLst>
                <a:path w="13472" h="10413">
                  <a:moveTo>
                    <a:pt x="0" y="0"/>
                  </a:moveTo>
                  <a:lnTo>
                    <a:pt x="13472" y="10413"/>
                  </a:lnTo>
                </a:path>
              </a:pathLst>
            </a:custGeom>
            <a:noFill/>
            <a:ln w="8096">
              <a:solidFill>
                <a:srgbClr val="E7EBEE"/>
              </a:solidFill>
            </a:ln>
          </p:spPr>
        </p:sp>
        <p:sp>
          <p:nvSpPr>
            <p:cNvPr id="3586" name="Candidate_receptor__3585">
              <a:extLst>
                <a:ext uri="{FF2B5EF4-FFF2-40B4-BE49-F238E27FC236}">
                  <a16:creationId xmlns:a16="http://schemas.microsoft.com/office/drawing/2014/main" id="{BA1C4E80-749A-A0E5-C582-558393C86B98}"/>
                </a:ext>
              </a:extLst>
            </p:cNvPr>
            <p:cNvSpPr>
              <a:spLocks noGrp="1"/>
            </p:cNvSpPr>
            <p:nvPr/>
          </p:nvSpPr>
          <p:spPr>
            <a:xfrm>
              <a:off x="5553003" y="3414309"/>
              <a:ext cx="13975" cy="13094"/>
            </a:xfrm>
            <a:custGeom>
              <a:avLst/>
              <a:gdLst/>
              <a:ahLst/>
              <a:cxnLst/>
              <a:rect l="0" t="0" r="0" b="0"/>
              <a:pathLst>
                <a:path w="13975" h="13094">
                  <a:moveTo>
                    <a:pt x="0" y="13094"/>
                  </a:moveTo>
                  <a:lnTo>
                    <a:pt x="13975" y="0"/>
                  </a:lnTo>
                </a:path>
              </a:pathLst>
            </a:custGeom>
            <a:noFill/>
            <a:ln w="20003">
              <a:solidFill>
                <a:srgbClr val="E7EBEE"/>
              </a:solidFill>
            </a:ln>
          </p:spPr>
        </p:sp>
        <p:sp>
          <p:nvSpPr>
            <p:cNvPr id="3587" name="Candidate_receptor__3586">
              <a:extLst>
                <a:ext uri="{FF2B5EF4-FFF2-40B4-BE49-F238E27FC236}">
                  <a16:creationId xmlns:a16="http://schemas.microsoft.com/office/drawing/2014/main" id="{5B39CDDF-E9A4-CFE6-C5FB-C8F1BA011625}"/>
                </a:ext>
              </a:extLst>
            </p:cNvPr>
            <p:cNvSpPr>
              <a:spLocks noGrp="1"/>
            </p:cNvSpPr>
            <p:nvPr/>
          </p:nvSpPr>
          <p:spPr>
            <a:xfrm>
              <a:off x="5874749" y="3123909"/>
              <a:ext cx="45075" cy="73234"/>
            </a:xfrm>
            <a:custGeom>
              <a:avLst/>
              <a:gdLst/>
              <a:ahLst/>
              <a:cxnLst/>
              <a:rect l="0" t="0" r="0" b="0"/>
              <a:pathLst>
                <a:path w="45075" h="73234">
                  <a:moveTo>
                    <a:pt x="0" y="73234"/>
                  </a:moveTo>
                  <a:lnTo>
                    <a:pt x="45075" y="0"/>
                  </a:lnTo>
                </a:path>
              </a:pathLst>
            </a:custGeom>
            <a:noFill/>
            <a:ln w="20003">
              <a:solidFill>
                <a:srgbClr val="E7EBEE"/>
              </a:solidFill>
            </a:ln>
          </p:spPr>
        </p:sp>
        <p:sp>
          <p:nvSpPr>
            <p:cNvPr id="3588" name="Candidate_receptor__3587">
              <a:extLst>
                <a:ext uri="{FF2B5EF4-FFF2-40B4-BE49-F238E27FC236}">
                  <a16:creationId xmlns:a16="http://schemas.microsoft.com/office/drawing/2014/main" id="{88A9ED6F-AFA9-27B7-2537-3638B7CE3122}"/>
                </a:ext>
              </a:extLst>
            </p:cNvPr>
            <p:cNvSpPr>
              <a:spLocks noGrp="1"/>
            </p:cNvSpPr>
            <p:nvPr/>
          </p:nvSpPr>
          <p:spPr>
            <a:xfrm>
              <a:off x="4179167" y="2710329"/>
              <a:ext cx="55399" cy="99167"/>
            </a:xfrm>
            <a:custGeom>
              <a:avLst/>
              <a:gdLst/>
              <a:ahLst/>
              <a:cxnLst/>
              <a:rect l="0" t="0" r="0" b="0"/>
              <a:pathLst>
                <a:path w="55399" h="99167">
                  <a:moveTo>
                    <a:pt x="55399" y="0"/>
                  </a:moveTo>
                  <a:lnTo>
                    <a:pt x="0" y="99167"/>
                  </a:lnTo>
                </a:path>
              </a:pathLst>
            </a:custGeom>
            <a:noFill/>
            <a:ln w="8096">
              <a:solidFill>
                <a:srgbClr val="E7EBEE"/>
              </a:solidFill>
            </a:ln>
          </p:spPr>
        </p:sp>
        <p:sp>
          <p:nvSpPr>
            <p:cNvPr id="3589" name="Candidate_receptor__3588">
              <a:extLst>
                <a:ext uri="{FF2B5EF4-FFF2-40B4-BE49-F238E27FC236}">
                  <a16:creationId xmlns:a16="http://schemas.microsoft.com/office/drawing/2014/main" id="{AD6ADD3C-35FF-86E7-A6B3-3C81692E0798}"/>
                </a:ext>
              </a:extLst>
            </p:cNvPr>
            <p:cNvSpPr>
              <a:spLocks noGrp="1"/>
            </p:cNvSpPr>
            <p:nvPr/>
          </p:nvSpPr>
          <p:spPr>
            <a:xfrm>
              <a:off x="4343735" y="3261517"/>
              <a:ext cx="40229" cy="75624"/>
            </a:xfrm>
            <a:custGeom>
              <a:avLst/>
              <a:gdLst/>
              <a:ahLst/>
              <a:cxnLst/>
              <a:rect l="0" t="0" r="0" b="0"/>
              <a:pathLst>
                <a:path w="40229" h="75624">
                  <a:moveTo>
                    <a:pt x="40229" y="75624"/>
                  </a:moveTo>
                  <a:lnTo>
                    <a:pt x="0" y="0"/>
                  </a:lnTo>
                </a:path>
              </a:pathLst>
            </a:custGeom>
            <a:noFill/>
            <a:ln w="8096">
              <a:solidFill>
                <a:srgbClr val="E7EBEE"/>
              </a:solidFill>
            </a:ln>
          </p:spPr>
        </p:sp>
        <p:sp>
          <p:nvSpPr>
            <p:cNvPr id="3590" name="Candidate_receptor__3589">
              <a:extLst>
                <a:ext uri="{FF2B5EF4-FFF2-40B4-BE49-F238E27FC236}">
                  <a16:creationId xmlns:a16="http://schemas.microsoft.com/office/drawing/2014/main" id="{EE25B3DF-38F3-CF6C-5078-BE9767489FCF}"/>
                </a:ext>
              </a:extLst>
            </p:cNvPr>
            <p:cNvSpPr>
              <a:spLocks noGrp="1"/>
            </p:cNvSpPr>
            <p:nvPr/>
          </p:nvSpPr>
          <p:spPr>
            <a:xfrm>
              <a:off x="5658648" y="1679951"/>
              <a:ext cx="35514" cy="86548"/>
            </a:xfrm>
            <a:custGeom>
              <a:avLst/>
              <a:gdLst/>
              <a:ahLst/>
              <a:cxnLst/>
              <a:rect l="0" t="0" r="0" b="0"/>
              <a:pathLst>
                <a:path w="35514" h="86548">
                  <a:moveTo>
                    <a:pt x="0" y="86548"/>
                  </a:moveTo>
                  <a:lnTo>
                    <a:pt x="35514" y="0"/>
                  </a:lnTo>
                </a:path>
              </a:pathLst>
            </a:custGeom>
            <a:noFill/>
            <a:ln w="20003">
              <a:solidFill>
                <a:srgbClr val="E7EBEE"/>
              </a:solidFill>
            </a:ln>
          </p:spPr>
        </p:sp>
        <p:sp>
          <p:nvSpPr>
            <p:cNvPr id="3591" name="Candidate_receptor__3590">
              <a:extLst>
                <a:ext uri="{FF2B5EF4-FFF2-40B4-BE49-F238E27FC236}">
                  <a16:creationId xmlns:a16="http://schemas.microsoft.com/office/drawing/2014/main" id="{63901C7F-C070-68BA-15E9-7800B47F35BE}"/>
                </a:ext>
              </a:extLst>
            </p:cNvPr>
            <p:cNvSpPr>
              <a:spLocks noGrp="1"/>
            </p:cNvSpPr>
            <p:nvPr/>
          </p:nvSpPr>
          <p:spPr>
            <a:xfrm>
              <a:off x="4932409" y="3078935"/>
              <a:ext cx="34909" cy="12293"/>
            </a:xfrm>
            <a:custGeom>
              <a:avLst/>
              <a:gdLst/>
              <a:ahLst/>
              <a:cxnLst/>
              <a:rect l="0" t="0" r="0" b="0"/>
              <a:pathLst>
                <a:path w="34909" h="12293">
                  <a:moveTo>
                    <a:pt x="34909" y="0"/>
                  </a:moveTo>
                  <a:lnTo>
                    <a:pt x="0" y="12293"/>
                  </a:lnTo>
                </a:path>
              </a:pathLst>
            </a:custGeom>
            <a:noFill/>
            <a:ln w="20003">
              <a:solidFill>
                <a:srgbClr val="E7EBEE"/>
              </a:solidFill>
            </a:ln>
          </p:spPr>
        </p:sp>
        <p:sp>
          <p:nvSpPr>
            <p:cNvPr id="3592" name="Candidate_receptor__3591">
              <a:extLst>
                <a:ext uri="{FF2B5EF4-FFF2-40B4-BE49-F238E27FC236}">
                  <a16:creationId xmlns:a16="http://schemas.microsoft.com/office/drawing/2014/main" id="{5AD20A79-F5D6-74F6-A2C2-E820739B9B21}"/>
                </a:ext>
              </a:extLst>
            </p:cNvPr>
            <p:cNvSpPr>
              <a:spLocks noGrp="1"/>
            </p:cNvSpPr>
            <p:nvPr/>
          </p:nvSpPr>
          <p:spPr>
            <a:xfrm>
              <a:off x="4277856" y="3210107"/>
              <a:ext cx="65880" cy="51409"/>
            </a:xfrm>
            <a:custGeom>
              <a:avLst/>
              <a:gdLst/>
              <a:ahLst/>
              <a:cxnLst/>
              <a:rect l="0" t="0" r="0" b="0"/>
              <a:pathLst>
                <a:path w="65880" h="51409">
                  <a:moveTo>
                    <a:pt x="65880" y="51409"/>
                  </a:moveTo>
                  <a:lnTo>
                    <a:pt x="0" y="0"/>
                  </a:lnTo>
                </a:path>
              </a:pathLst>
            </a:custGeom>
            <a:noFill/>
            <a:ln w="8096">
              <a:solidFill>
                <a:srgbClr val="E7EBEE"/>
              </a:solidFill>
            </a:ln>
          </p:spPr>
        </p:sp>
        <p:sp>
          <p:nvSpPr>
            <p:cNvPr id="3593" name="Candidate_receptor__3592">
              <a:extLst>
                <a:ext uri="{FF2B5EF4-FFF2-40B4-BE49-F238E27FC236}">
                  <a16:creationId xmlns:a16="http://schemas.microsoft.com/office/drawing/2014/main" id="{E298B6F9-A916-DD90-A236-EE39CED285F3}"/>
                </a:ext>
              </a:extLst>
            </p:cNvPr>
            <p:cNvSpPr>
              <a:spLocks noGrp="1"/>
            </p:cNvSpPr>
            <p:nvPr/>
          </p:nvSpPr>
          <p:spPr>
            <a:xfrm>
              <a:off x="6090531" y="2159746"/>
              <a:ext cx="110940" cy="20285"/>
            </a:xfrm>
            <a:custGeom>
              <a:avLst/>
              <a:gdLst/>
              <a:ahLst/>
              <a:cxnLst/>
              <a:rect l="0" t="0" r="0" b="0"/>
              <a:pathLst>
                <a:path w="110940" h="20285">
                  <a:moveTo>
                    <a:pt x="110940" y="20285"/>
                  </a:moveTo>
                  <a:lnTo>
                    <a:pt x="0" y="0"/>
                  </a:lnTo>
                </a:path>
              </a:pathLst>
            </a:custGeom>
            <a:noFill/>
            <a:ln w="8096">
              <a:solidFill>
                <a:srgbClr val="E7EBEE"/>
              </a:solidFill>
            </a:ln>
          </p:spPr>
        </p:sp>
        <p:sp>
          <p:nvSpPr>
            <p:cNvPr id="3594" name="Candidate_receptor__3593">
              <a:extLst>
                <a:ext uri="{FF2B5EF4-FFF2-40B4-BE49-F238E27FC236}">
                  <a16:creationId xmlns:a16="http://schemas.microsoft.com/office/drawing/2014/main" id="{287374AE-070C-D983-D9C6-0AECAF95E8E0}"/>
                </a:ext>
              </a:extLst>
            </p:cNvPr>
            <p:cNvSpPr>
              <a:spLocks noGrp="1"/>
            </p:cNvSpPr>
            <p:nvPr/>
          </p:nvSpPr>
          <p:spPr>
            <a:xfrm>
              <a:off x="4705008" y="3259825"/>
              <a:ext cx="17442" cy="112397"/>
            </a:xfrm>
            <a:custGeom>
              <a:avLst/>
              <a:gdLst/>
              <a:ahLst/>
              <a:cxnLst/>
              <a:rect l="0" t="0" r="0" b="0"/>
              <a:pathLst>
                <a:path w="17442" h="112397">
                  <a:moveTo>
                    <a:pt x="17442" y="112397"/>
                  </a:moveTo>
                  <a:lnTo>
                    <a:pt x="0" y="0"/>
                  </a:lnTo>
                </a:path>
              </a:pathLst>
            </a:custGeom>
            <a:noFill/>
            <a:ln w="8096">
              <a:solidFill>
                <a:srgbClr val="E7EBEE"/>
              </a:solidFill>
            </a:ln>
          </p:spPr>
        </p:sp>
        <p:sp>
          <p:nvSpPr>
            <p:cNvPr id="3595" name="Candidate_receptor__3594">
              <a:extLst>
                <a:ext uri="{FF2B5EF4-FFF2-40B4-BE49-F238E27FC236}">
                  <a16:creationId xmlns:a16="http://schemas.microsoft.com/office/drawing/2014/main" id="{333C807A-A30B-DEFF-8D26-635B064EEC23}"/>
                </a:ext>
              </a:extLst>
            </p:cNvPr>
            <p:cNvSpPr>
              <a:spLocks noGrp="1"/>
            </p:cNvSpPr>
            <p:nvPr/>
          </p:nvSpPr>
          <p:spPr>
            <a:xfrm>
              <a:off x="5473816" y="1720477"/>
              <a:ext cx="44033" cy="105405"/>
            </a:xfrm>
            <a:custGeom>
              <a:avLst/>
              <a:gdLst/>
              <a:ahLst/>
              <a:cxnLst/>
              <a:rect l="0" t="0" r="0" b="0"/>
              <a:pathLst>
                <a:path w="44033" h="105405">
                  <a:moveTo>
                    <a:pt x="0" y="105405"/>
                  </a:moveTo>
                  <a:lnTo>
                    <a:pt x="44033" y="0"/>
                  </a:lnTo>
                </a:path>
              </a:pathLst>
            </a:custGeom>
            <a:noFill/>
            <a:ln w="20003">
              <a:solidFill>
                <a:srgbClr val="E7EBEE"/>
              </a:solidFill>
            </a:ln>
          </p:spPr>
        </p:sp>
        <p:sp>
          <p:nvSpPr>
            <p:cNvPr id="3596" name="Candidate_receptor__3595">
              <a:extLst>
                <a:ext uri="{FF2B5EF4-FFF2-40B4-BE49-F238E27FC236}">
                  <a16:creationId xmlns:a16="http://schemas.microsoft.com/office/drawing/2014/main" id="{08232D4C-F2A1-D430-AB8F-AFC899731774}"/>
                </a:ext>
              </a:extLst>
            </p:cNvPr>
            <p:cNvSpPr>
              <a:spLocks noGrp="1"/>
            </p:cNvSpPr>
            <p:nvPr/>
          </p:nvSpPr>
          <p:spPr>
            <a:xfrm>
              <a:off x="5581589" y="2278494"/>
              <a:ext cx="70901" cy="78875"/>
            </a:xfrm>
            <a:custGeom>
              <a:avLst/>
              <a:gdLst/>
              <a:ahLst/>
              <a:cxnLst/>
              <a:rect l="0" t="0" r="0" b="0"/>
              <a:pathLst>
                <a:path w="70901" h="78875">
                  <a:moveTo>
                    <a:pt x="0" y="0"/>
                  </a:moveTo>
                  <a:lnTo>
                    <a:pt x="70901" y="78875"/>
                  </a:lnTo>
                </a:path>
              </a:pathLst>
            </a:custGeom>
            <a:noFill/>
            <a:ln w="8096">
              <a:solidFill>
                <a:srgbClr val="E7EBEE"/>
              </a:solidFill>
            </a:ln>
          </p:spPr>
        </p:sp>
        <p:sp>
          <p:nvSpPr>
            <p:cNvPr id="3597" name="Candidate_receptor__3596">
              <a:extLst>
                <a:ext uri="{FF2B5EF4-FFF2-40B4-BE49-F238E27FC236}">
                  <a16:creationId xmlns:a16="http://schemas.microsoft.com/office/drawing/2014/main" id="{F4F10508-E760-AAE2-26F1-F95B8AF17A8A}"/>
                </a:ext>
              </a:extLst>
            </p:cNvPr>
            <p:cNvSpPr>
              <a:spLocks noGrp="1"/>
            </p:cNvSpPr>
            <p:nvPr/>
          </p:nvSpPr>
          <p:spPr>
            <a:xfrm>
              <a:off x="4234566" y="2676847"/>
              <a:ext cx="104217" cy="33482"/>
            </a:xfrm>
            <a:custGeom>
              <a:avLst/>
              <a:gdLst/>
              <a:ahLst/>
              <a:cxnLst/>
              <a:rect l="0" t="0" r="0" b="0"/>
              <a:pathLst>
                <a:path w="104217" h="33482">
                  <a:moveTo>
                    <a:pt x="104217" y="0"/>
                  </a:moveTo>
                  <a:lnTo>
                    <a:pt x="0" y="33482"/>
                  </a:lnTo>
                </a:path>
              </a:pathLst>
            </a:custGeom>
            <a:noFill/>
            <a:ln w="8096">
              <a:solidFill>
                <a:srgbClr val="E7EBEE"/>
              </a:solidFill>
            </a:ln>
          </p:spPr>
        </p:sp>
        <p:sp>
          <p:nvSpPr>
            <p:cNvPr id="3598" name="Candidate_receptor__3597">
              <a:extLst>
                <a:ext uri="{FF2B5EF4-FFF2-40B4-BE49-F238E27FC236}">
                  <a16:creationId xmlns:a16="http://schemas.microsoft.com/office/drawing/2014/main" id="{54B566F8-BC4B-FCEA-B930-8A18D0196F45}"/>
                </a:ext>
              </a:extLst>
            </p:cNvPr>
            <p:cNvSpPr>
              <a:spLocks noGrp="1"/>
            </p:cNvSpPr>
            <p:nvPr/>
          </p:nvSpPr>
          <p:spPr>
            <a:xfrm>
              <a:off x="5290065" y="2855415"/>
              <a:ext cx="45121" cy="32017"/>
            </a:xfrm>
            <a:custGeom>
              <a:avLst/>
              <a:gdLst/>
              <a:ahLst/>
              <a:cxnLst/>
              <a:rect l="0" t="0" r="0" b="0"/>
              <a:pathLst>
                <a:path w="45121" h="32017">
                  <a:moveTo>
                    <a:pt x="45121" y="32017"/>
                  </a:moveTo>
                  <a:lnTo>
                    <a:pt x="0" y="0"/>
                  </a:lnTo>
                </a:path>
              </a:pathLst>
            </a:custGeom>
            <a:noFill/>
            <a:ln w="8096">
              <a:solidFill>
                <a:srgbClr val="E7EBEE"/>
              </a:solidFill>
            </a:ln>
          </p:spPr>
        </p:sp>
        <p:sp>
          <p:nvSpPr>
            <p:cNvPr id="3599" name="Candidate_receptor__3598">
              <a:extLst>
                <a:ext uri="{FF2B5EF4-FFF2-40B4-BE49-F238E27FC236}">
                  <a16:creationId xmlns:a16="http://schemas.microsoft.com/office/drawing/2014/main" id="{CBD88340-7D0B-1139-D227-9BB8F235EE2B}"/>
                </a:ext>
              </a:extLst>
            </p:cNvPr>
            <p:cNvSpPr>
              <a:spLocks noGrp="1"/>
            </p:cNvSpPr>
            <p:nvPr/>
          </p:nvSpPr>
          <p:spPr>
            <a:xfrm>
              <a:off x="5225985" y="2431313"/>
              <a:ext cx="83038" cy="55478"/>
            </a:xfrm>
            <a:custGeom>
              <a:avLst/>
              <a:gdLst/>
              <a:ahLst/>
              <a:cxnLst/>
              <a:rect l="0" t="0" r="0" b="0"/>
              <a:pathLst>
                <a:path w="83038" h="55478">
                  <a:moveTo>
                    <a:pt x="0" y="55478"/>
                  </a:moveTo>
                  <a:lnTo>
                    <a:pt x="83038" y="0"/>
                  </a:lnTo>
                </a:path>
              </a:pathLst>
            </a:custGeom>
            <a:noFill/>
            <a:ln w="20003">
              <a:solidFill>
                <a:srgbClr val="E7EBEE"/>
              </a:solidFill>
            </a:ln>
          </p:spPr>
        </p:sp>
        <p:sp>
          <p:nvSpPr>
            <p:cNvPr id="3600" name="Candidate_receptor__3599">
              <a:extLst>
                <a:ext uri="{FF2B5EF4-FFF2-40B4-BE49-F238E27FC236}">
                  <a16:creationId xmlns:a16="http://schemas.microsoft.com/office/drawing/2014/main" id="{E9AFA8F0-4719-E8D4-0500-AD33121DF36C}"/>
                </a:ext>
              </a:extLst>
            </p:cNvPr>
            <p:cNvSpPr>
              <a:spLocks noGrp="1"/>
            </p:cNvSpPr>
            <p:nvPr/>
          </p:nvSpPr>
          <p:spPr>
            <a:xfrm>
              <a:off x="4771122" y="2792359"/>
              <a:ext cx="12187" cy="107797"/>
            </a:xfrm>
            <a:custGeom>
              <a:avLst/>
              <a:gdLst/>
              <a:ahLst/>
              <a:cxnLst/>
              <a:rect l="0" t="0" r="0" b="0"/>
              <a:pathLst>
                <a:path w="12187" h="107797">
                  <a:moveTo>
                    <a:pt x="12187" y="107797"/>
                  </a:moveTo>
                  <a:lnTo>
                    <a:pt x="0" y="0"/>
                  </a:lnTo>
                </a:path>
              </a:pathLst>
            </a:custGeom>
            <a:noFill/>
            <a:ln w="20003">
              <a:solidFill>
                <a:srgbClr val="E7EBEE"/>
              </a:solidFill>
            </a:ln>
          </p:spPr>
        </p:sp>
        <p:sp>
          <p:nvSpPr>
            <p:cNvPr id="3601" name="Candidate_receptor__3600">
              <a:extLst>
                <a:ext uri="{FF2B5EF4-FFF2-40B4-BE49-F238E27FC236}">
                  <a16:creationId xmlns:a16="http://schemas.microsoft.com/office/drawing/2014/main" id="{420ED5D9-5D6F-5FAE-D7BC-802F860D296B}"/>
                </a:ext>
              </a:extLst>
            </p:cNvPr>
            <p:cNvSpPr>
              <a:spLocks noGrp="1"/>
            </p:cNvSpPr>
            <p:nvPr/>
          </p:nvSpPr>
          <p:spPr>
            <a:xfrm>
              <a:off x="5004329" y="2601506"/>
              <a:ext cx="41407" cy="107508"/>
            </a:xfrm>
            <a:custGeom>
              <a:avLst/>
              <a:gdLst/>
              <a:ahLst/>
              <a:cxnLst/>
              <a:rect l="0" t="0" r="0" b="0"/>
              <a:pathLst>
                <a:path w="41407" h="107508">
                  <a:moveTo>
                    <a:pt x="41407" y="107508"/>
                  </a:moveTo>
                  <a:lnTo>
                    <a:pt x="0" y="0"/>
                  </a:lnTo>
                </a:path>
              </a:pathLst>
            </a:custGeom>
            <a:noFill/>
            <a:ln w="20003">
              <a:solidFill>
                <a:srgbClr val="E7EBEE"/>
              </a:solidFill>
            </a:ln>
          </p:spPr>
        </p:sp>
        <p:sp>
          <p:nvSpPr>
            <p:cNvPr id="3602" name="Candidate_receptor__3601">
              <a:extLst>
                <a:ext uri="{FF2B5EF4-FFF2-40B4-BE49-F238E27FC236}">
                  <a16:creationId xmlns:a16="http://schemas.microsoft.com/office/drawing/2014/main" id="{7AEA3943-A62C-5AC8-BDB9-40B08D9DFA00}"/>
                </a:ext>
              </a:extLst>
            </p:cNvPr>
            <p:cNvSpPr>
              <a:spLocks noGrp="1"/>
            </p:cNvSpPr>
            <p:nvPr/>
          </p:nvSpPr>
          <p:spPr>
            <a:xfrm>
              <a:off x="4699843" y="3709535"/>
              <a:ext cx="22279" cy="112572"/>
            </a:xfrm>
            <a:custGeom>
              <a:avLst/>
              <a:gdLst/>
              <a:ahLst/>
              <a:cxnLst/>
              <a:rect l="0" t="0" r="0" b="0"/>
              <a:pathLst>
                <a:path w="22279" h="112572">
                  <a:moveTo>
                    <a:pt x="22279" y="112572"/>
                  </a:moveTo>
                  <a:lnTo>
                    <a:pt x="0" y="0"/>
                  </a:lnTo>
                </a:path>
              </a:pathLst>
            </a:custGeom>
            <a:noFill/>
            <a:ln w="8096">
              <a:solidFill>
                <a:srgbClr val="E7EBEE"/>
              </a:solidFill>
            </a:ln>
          </p:spPr>
        </p:sp>
        <p:sp>
          <p:nvSpPr>
            <p:cNvPr id="3603" name="Candidate_receptor__3602">
              <a:extLst>
                <a:ext uri="{FF2B5EF4-FFF2-40B4-BE49-F238E27FC236}">
                  <a16:creationId xmlns:a16="http://schemas.microsoft.com/office/drawing/2014/main" id="{DE0F8B88-8F5E-43FE-F963-FB4D8D1CD186}"/>
                </a:ext>
              </a:extLst>
            </p:cNvPr>
            <p:cNvSpPr>
              <a:spLocks noGrp="1"/>
            </p:cNvSpPr>
            <p:nvPr/>
          </p:nvSpPr>
          <p:spPr>
            <a:xfrm>
              <a:off x="5755325" y="3043341"/>
              <a:ext cx="86082" cy="76548"/>
            </a:xfrm>
            <a:custGeom>
              <a:avLst/>
              <a:gdLst/>
              <a:ahLst/>
              <a:cxnLst/>
              <a:rect l="0" t="0" r="0" b="0"/>
              <a:pathLst>
                <a:path w="86082" h="76548">
                  <a:moveTo>
                    <a:pt x="86082" y="0"/>
                  </a:moveTo>
                  <a:lnTo>
                    <a:pt x="0" y="76548"/>
                  </a:lnTo>
                </a:path>
              </a:pathLst>
            </a:custGeom>
            <a:noFill/>
            <a:ln w="20003">
              <a:solidFill>
                <a:srgbClr val="E7EBEE"/>
              </a:solidFill>
            </a:ln>
          </p:spPr>
        </p:sp>
        <p:sp>
          <p:nvSpPr>
            <p:cNvPr id="3604" name="Candidate_receptor__3603">
              <a:extLst>
                <a:ext uri="{FF2B5EF4-FFF2-40B4-BE49-F238E27FC236}">
                  <a16:creationId xmlns:a16="http://schemas.microsoft.com/office/drawing/2014/main" id="{2FE95966-D683-002C-DD4D-7A8DB4787711}"/>
                </a:ext>
              </a:extLst>
            </p:cNvPr>
            <p:cNvSpPr>
              <a:spLocks noGrp="1"/>
            </p:cNvSpPr>
            <p:nvPr/>
          </p:nvSpPr>
          <p:spPr>
            <a:xfrm>
              <a:off x="3864576" y="2780031"/>
              <a:ext cx="34120" cy="98291"/>
            </a:xfrm>
            <a:custGeom>
              <a:avLst/>
              <a:gdLst/>
              <a:ahLst/>
              <a:cxnLst/>
              <a:rect l="0" t="0" r="0" b="0"/>
              <a:pathLst>
                <a:path w="34120" h="98291">
                  <a:moveTo>
                    <a:pt x="0" y="98291"/>
                  </a:moveTo>
                  <a:lnTo>
                    <a:pt x="34120" y="0"/>
                  </a:lnTo>
                </a:path>
              </a:pathLst>
            </a:custGeom>
            <a:noFill/>
            <a:ln w="20003">
              <a:solidFill>
                <a:srgbClr val="E7EBEE"/>
              </a:solidFill>
            </a:ln>
          </p:spPr>
        </p:sp>
        <p:sp>
          <p:nvSpPr>
            <p:cNvPr id="3605" name="Candidate_receptor__3604">
              <a:extLst>
                <a:ext uri="{FF2B5EF4-FFF2-40B4-BE49-F238E27FC236}">
                  <a16:creationId xmlns:a16="http://schemas.microsoft.com/office/drawing/2014/main" id="{50EAEA61-370D-303C-6309-8F2C764B6559}"/>
                </a:ext>
              </a:extLst>
            </p:cNvPr>
            <p:cNvSpPr>
              <a:spLocks noGrp="1"/>
            </p:cNvSpPr>
            <p:nvPr/>
          </p:nvSpPr>
          <p:spPr>
            <a:xfrm>
              <a:off x="5634805" y="1766499"/>
              <a:ext cx="23843" cy="60972"/>
            </a:xfrm>
            <a:custGeom>
              <a:avLst/>
              <a:gdLst/>
              <a:ahLst/>
              <a:cxnLst/>
              <a:rect l="0" t="0" r="0" b="0"/>
              <a:pathLst>
                <a:path w="23843" h="60972">
                  <a:moveTo>
                    <a:pt x="0" y="60972"/>
                  </a:moveTo>
                  <a:lnTo>
                    <a:pt x="23843" y="0"/>
                  </a:lnTo>
                </a:path>
              </a:pathLst>
            </a:custGeom>
            <a:noFill/>
            <a:ln w="20003">
              <a:solidFill>
                <a:srgbClr val="E7EBEE"/>
              </a:solidFill>
            </a:ln>
          </p:spPr>
        </p:sp>
        <p:sp>
          <p:nvSpPr>
            <p:cNvPr id="3606" name="Candidate_receptor__3605">
              <a:extLst>
                <a:ext uri="{FF2B5EF4-FFF2-40B4-BE49-F238E27FC236}">
                  <a16:creationId xmlns:a16="http://schemas.microsoft.com/office/drawing/2014/main" id="{372372ED-308A-AD22-E312-9D687549438A}"/>
                </a:ext>
              </a:extLst>
            </p:cNvPr>
            <p:cNvSpPr>
              <a:spLocks noGrp="1"/>
            </p:cNvSpPr>
            <p:nvPr/>
          </p:nvSpPr>
          <p:spPr>
            <a:xfrm>
              <a:off x="4722122" y="3822107"/>
              <a:ext cx="99625" cy="56678"/>
            </a:xfrm>
            <a:custGeom>
              <a:avLst/>
              <a:gdLst/>
              <a:ahLst/>
              <a:cxnLst/>
              <a:rect l="0" t="0" r="0" b="0"/>
              <a:pathLst>
                <a:path w="99625" h="56678">
                  <a:moveTo>
                    <a:pt x="99625" y="56678"/>
                  </a:moveTo>
                  <a:lnTo>
                    <a:pt x="0" y="0"/>
                  </a:lnTo>
                </a:path>
              </a:pathLst>
            </a:custGeom>
            <a:noFill/>
            <a:ln w="8096">
              <a:solidFill>
                <a:srgbClr val="E7EBEE"/>
              </a:solidFill>
            </a:ln>
          </p:spPr>
        </p:sp>
        <p:sp>
          <p:nvSpPr>
            <p:cNvPr id="3607" name="Candidate_receptor__3606">
              <a:extLst>
                <a:ext uri="{FF2B5EF4-FFF2-40B4-BE49-F238E27FC236}">
                  <a16:creationId xmlns:a16="http://schemas.microsoft.com/office/drawing/2014/main" id="{58B4FDB7-4A89-6E3F-A8C5-46756A90EBF9}"/>
                </a:ext>
              </a:extLst>
            </p:cNvPr>
            <p:cNvSpPr>
              <a:spLocks noGrp="1"/>
            </p:cNvSpPr>
            <p:nvPr/>
          </p:nvSpPr>
          <p:spPr>
            <a:xfrm>
              <a:off x="6084862" y="2402133"/>
              <a:ext cx="45034" cy="90599"/>
            </a:xfrm>
            <a:custGeom>
              <a:avLst/>
              <a:gdLst/>
              <a:ahLst/>
              <a:cxnLst/>
              <a:rect l="0" t="0" r="0" b="0"/>
              <a:pathLst>
                <a:path w="45034" h="90599">
                  <a:moveTo>
                    <a:pt x="0" y="90599"/>
                  </a:moveTo>
                  <a:lnTo>
                    <a:pt x="45034" y="0"/>
                  </a:lnTo>
                </a:path>
              </a:pathLst>
            </a:custGeom>
            <a:noFill/>
            <a:ln w="8096">
              <a:solidFill>
                <a:srgbClr val="E7EBEE"/>
              </a:solidFill>
            </a:ln>
          </p:spPr>
        </p:sp>
        <p:sp>
          <p:nvSpPr>
            <p:cNvPr id="3608" name="Candidate_receptor__3607">
              <a:extLst>
                <a:ext uri="{FF2B5EF4-FFF2-40B4-BE49-F238E27FC236}">
                  <a16:creationId xmlns:a16="http://schemas.microsoft.com/office/drawing/2014/main" id="{3BB2C6DF-BC6F-3E47-8830-F0D1167D0E13}"/>
                </a:ext>
              </a:extLst>
            </p:cNvPr>
            <p:cNvSpPr>
              <a:spLocks noGrp="1"/>
            </p:cNvSpPr>
            <p:nvPr/>
          </p:nvSpPr>
          <p:spPr>
            <a:xfrm>
              <a:off x="5384367" y="2515010"/>
              <a:ext cx="14889" cy="49910"/>
            </a:xfrm>
            <a:custGeom>
              <a:avLst/>
              <a:gdLst/>
              <a:ahLst/>
              <a:cxnLst/>
              <a:rect l="0" t="0" r="0" b="0"/>
              <a:pathLst>
                <a:path w="14889" h="49910">
                  <a:moveTo>
                    <a:pt x="0" y="0"/>
                  </a:moveTo>
                  <a:lnTo>
                    <a:pt x="14889" y="49910"/>
                  </a:lnTo>
                </a:path>
              </a:pathLst>
            </a:custGeom>
            <a:noFill/>
            <a:ln w="20003">
              <a:solidFill>
                <a:srgbClr val="E7EBEE"/>
              </a:solidFill>
            </a:ln>
          </p:spPr>
        </p:sp>
        <p:sp>
          <p:nvSpPr>
            <p:cNvPr id="3609" name="Candidate_receptor__3608">
              <a:extLst>
                <a:ext uri="{FF2B5EF4-FFF2-40B4-BE49-F238E27FC236}">
                  <a16:creationId xmlns:a16="http://schemas.microsoft.com/office/drawing/2014/main" id="{E8D6D54E-FBF9-BB36-C88D-C37EC6E3A27A}"/>
                </a:ext>
              </a:extLst>
            </p:cNvPr>
            <p:cNvSpPr>
              <a:spLocks noGrp="1"/>
            </p:cNvSpPr>
            <p:nvPr/>
          </p:nvSpPr>
          <p:spPr>
            <a:xfrm>
              <a:off x="5100635" y="3223592"/>
              <a:ext cx="19679" cy="35777"/>
            </a:xfrm>
            <a:custGeom>
              <a:avLst/>
              <a:gdLst/>
              <a:ahLst/>
              <a:cxnLst/>
              <a:rect l="0" t="0" r="0" b="0"/>
              <a:pathLst>
                <a:path w="19679" h="35777">
                  <a:moveTo>
                    <a:pt x="0" y="35777"/>
                  </a:moveTo>
                  <a:lnTo>
                    <a:pt x="19679" y="0"/>
                  </a:lnTo>
                </a:path>
              </a:pathLst>
            </a:custGeom>
            <a:noFill/>
            <a:ln w="8096">
              <a:solidFill>
                <a:srgbClr val="E7EBEE"/>
              </a:solidFill>
            </a:ln>
          </p:spPr>
        </p:sp>
        <p:sp>
          <p:nvSpPr>
            <p:cNvPr id="3610" name="Candidate_receptor__3609">
              <a:extLst>
                <a:ext uri="{FF2B5EF4-FFF2-40B4-BE49-F238E27FC236}">
                  <a16:creationId xmlns:a16="http://schemas.microsoft.com/office/drawing/2014/main" id="{9256007E-AB82-8453-8A0F-924155C55304}"/>
                </a:ext>
              </a:extLst>
            </p:cNvPr>
            <p:cNvSpPr>
              <a:spLocks noGrp="1"/>
            </p:cNvSpPr>
            <p:nvPr/>
          </p:nvSpPr>
          <p:spPr>
            <a:xfrm>
              <a:off x="5903770" y="2439315"/>
              <a:ext cx="31436" cy="110690"/>
            </a:xfrm>
            <a:custGeom>
              <a:avLst/>
              <a:gdLst/>
              <a:ahLst/>
              <a:cxnLst/>
              <a:rect l="0" t="0" r="0" b="0"/>
              <a:pathLst>
                <a:path w="31436" h="110690">
                  <a:moveTo>
                    <a:pt x="0" y="110690"/>
                  </a:moveTo>
                  <a:lnTo>
                    <a:pt x="31436" y="0"/>
                  </a:lnTo>
                </a:path>
              </a:pathLst>
            </a:custGeom>
            <a:noFill/>
            <a:ln w="20003">
              <a:solidFill>
                <a:srgbClr val="E7EBEE"/>
              </a:solidFill>
            </a:ln>
          </p:spPr>
        </p:sp>
        <p:sp>
          <p:nvSpPr>
            <p:cNvPr id="3611" name="Candidate_receptor__3610">
              <a:extLst>
                <a:ext uri="{FF2B5EF4-FFF2-40B4-BE49-F238E27FC236}">
                  <a16:creationId xmlns:a16="http://schemas.microsoft.com/office/drawing/2014/main" id="{CED26128-7552-ACB1-5C6D-CFEC340EFC98}"/>
                </a:ext>
              </a:extLst>
            </p:cNvPr>
            <p:cNvSpPr>
              <a:spLocks noGrp="1"/>
            </p:cNvSpPr>
            <p:nvPr/>
          </p:nvSpPr>
          <p:spPr>
            <a:xfrm>
              <a:off x="5433143" y="3306257"/>
              <a:ext cx="94227" cy="35585"/>
            </a:xfrm>
            <a:custGeom>
              <a:avLst/>
              <a:gdLst/>
              <a:ahLst/>
              <a:cxnLst/>
              <a:rect l="0" t="0" r="0" b="0"/>
              <a:pathLst>
                <a:path w="94227" h="35585">
                  <a:moveTo>
                    <a:pt x="94227" y="0"/>
                  </a:moveTo>
                  <a:lnTo>
                    <a:pt x="0" y="35585"/>
                  </a:lnTo>
                </a:path>
              </a:pathLst>
            </a:custGeom>
            <a:noFill/>
            <a:ln w="20003">
              <a:solidFill>
                <a:srgbClr val="E8EBEE"/>
              </a:solidFill>
            </a:ln>
          </p:spPr>
        </p:sp>
        <p:sp>
          <p:nvSpPr>
            <p:cNvPr id="3612" name="Candidate_receptor__3611">
              <a:extLst>
                <a:ext uri="{FF2B5EF4-FFF2-40B4-BE49-F238E27FC236}">
                  <a16:creationId xmlns:a16="http://schemas.microsoft.com/office/drawing/2014/main" id="{EB2786FE-A07B-037D-1B3A-34B668B5EAC7}"/>
                </a:ext>
              </a:extLst>
            </p:cNvPr>
            <p:cNvSpPr>
              <a:spLocks noGrp="1"/>
            </p:cNvSpPr>
            <p:nvPr/>
          </p:nvSpPr>
          <p:spPr>
            <a:xfrm>
              <a:off x="4900229" y="2752875"/>
              <a:ext cx="23219" cy="91381"/>
            </a:xfrm>
            <a:custGeom>
              <a:avLst/>
              <a:gdLst/>
              <a:ahLst/>
              <a:cxnLst/>
              <a:rect l="0" t="0" r="0" b="0"/>
              <a:pathLst>
                <a:path w="23219" h="91381">
                  <a:moveTo>
                    <a:pt x="23219" y="91381"/>
                  </a:moveTo>
                  <a:lnTo>
                    <a:pt x="0" y="0"/>
                  </a:lnTo>
                </a:path>
              </a:pathLst>
            </a:custGeom>
            <a:noFill/>
            <a:ln w="20003">
              <a:solidFill>
                <a:srgbClr val="E8EBEE"/>
              </a:solidFill>
            </a:ln>
          </p:spPr>
        </p:sp>
        <p:sp>
          <p:nvSpPr>
            <p:cNvPr id="3613" name="Candidate_receptor__3612">
              <a:extLst>
                <a:ext uri="{FF2B5EF4-FFF2-40B4-BE49-F238E27FC236}">
                  <a16:creationId xmlns:a16="http://schemas.microsoft.com/office/drawing/2014/main" id="{1759D464-15C6-39C0-1232-E8522818ECB2}"/>
                </a:ext>
              </a:extLst>
            </p:cNvPr>
            <p:cNvSpPr>
              <a:spLocks noGrp="1"/>
            </p:cNvSpPr>
            <p:nvPr/>
          </p:nvSpPr>
          <p:spPr>
            <a:xfrm>
              <a:off x="3843923" y="3187696"/>
              <a:ext cx="59748" cy="21030"/>
            </a:xfrm>
            <a:custGeom>
              <a:avLst/>
              <a:gdLst/>
              <a:ahLst/>
              <a:cxnLst/>
              <a:rect l="0" t="0" r="0" b="0"/>
              <a:pathLst>
                <a:path w="59748" h="21030">
                  <a:moveTo>
                    <a:pt x="59748" y="21030"/>
                  </a:moveTo>
                  <a:lnTo>
                    <a:pt x="0" y="0"/>
                  </a:lnTo>
                </a:path>
              </a:pathLst>
            </a:custGeom>
            <a:noFill/>
            <a:ln w="8096">
              <a:solidFill>
                <a:srgbClr val="E8EBEE"/>
              </a:solidFill>
            </a:ln>
          </p:spPr>
        </p:sp>
        <p:sp>
          <p:nvSpPr>
            <p:cNvPr id="3614" name="Candidate_receptor__3613">
              <a:extLst>
                <a:ext uri="{FF2B5EF4-FFF2-40B4-BE49-F238E27FC236}">
                  <a16:creationId xmlns:a16="http://schemas.microsoft.com/office/drawing/2014/main" id="{99505203-8572-FE79-375D-3BE0700FA527}"/>
                </a:ext>
              </a:extLst>
            </p:cNvPr>
            <p:cNvSpPr>
              <a:spLocks noGrp="1"/>
            </p:cNvSpPr>
            <p:nvPr/>
          </p:nvSpPr>
          <p:spPr>
            <a:xfrm>
              <a:off x="4011321" y="3147994"/>
              <a:ext cx="102728" cy="34839"/>
            </a:xfrm>
            <a:custGeom>
              <a:avLst/>
              <a:gdLst/>
              <a:ahLst/>
              <a:cxnLst/>
              <a:rect l="0" t="0" r="0" b="0"/>
              <a:pathLst>
                <a:path w="102728" h="34839">
                  <a:moveTo>
                    <a:pt x="102728" y="34839"/>
                  </a:moveTo>
                  <a:lnTo>
                    <a:pt x="0" y="0"/>
                  </a:lnTo>
                </a:path>
              </a:pathLst>
            </a:custGeom>
            <a:noFill/>
            <a:ln w="20003">
              <a:solidFill>
                <a:srgbClr val="E8EBEE"/>
              </a:solidFill>
            </a:ln>
          </p:spPr>
        </p:sp>
        <p:sp>
          <p:nvSpPr>
            <p:cNvPr id="3615" name="Candidate_receptor__3614">
              <a:extLst>
                <a:ext uri="{FF2B5EF4-FFF2-40B4-BE49-F238E27FC236}">
                  <a16:creationId xmlns:a16="http://schemas.microsoft.com/office/drawing/2014/main" id="{B0A325FA-21D3-F01C-753F-941947CC5829}"/>
                </a:ext>
              </a:extLst>
            </p:cNvPr>
            <p:cNvSpPr>
              <a:spLocks noGrp="1"/>
            </p:cNvSpPr>
            <p:nvPr/>
          </p:nvSpPr>
          <p:spPr>
            <a:xfrm>
              <a:off x="5995755" y="2135748"/>
              <a:ext cx="94776" cy="23998"/>
            </a:xfrm>
            <a:custGeom>
              <a:avLst/>
              <a:gdLst/>
              <a:ahLst/>
              <a:cxnLst/>
              <a:rect l="0" t="0" r="0" b="0"/>
              <a:pathLst>
                <a:path w="94776" h="23998">
                  <a:moveTo>
                    <a:pt x="94776" y="23998"/>
                  </a:moveTo>
                  <a:lnTo>
                    <a:pt x="0" y="0"/>
                  </a:lnTo>
                </a:path>
              </a:pathLst>
            </a:custGeom>
            <a:noFill/>
            <a:ln w="20003">
              <a:solidFill>
                <a:srgbClr val="E8EBEE"/>
              </a:solidFill>
            </a:ln>
          </p:spPr>
        </p:sp>
        <p:sp>
          <p:nvSpPr>
            <p:cNvPr id="3616" name="Candidate_receptor__3615">
              <a:extLst>
                <a:ext uri="{FF2B5EF4-FFF2-40B4-BE49-F238E27FC236}">
                  <a16:creationId xmlns:a16="http://schemas.microsoft.com/office/drawing/2014/main" id="{5482852B-F17B-465D-0DF4-020F8812046F}"/>
                </a:ext>
              </a:extLst>
            </p:cNvPr>
            <p:cNvSpPr>
              <a:spLocks noGrp="1"/>
            </p:cNvSpPr>
            <p:nvPr/>
          </p:nvSpPr>
          <p:spPr>
            <a:xfrm>
              <a:off x="4626683" y="2905982"/>
              <a:ext cx="18333" cy="112267"/>
            </a:xfrm>
            <a:custGeom>
              <a:avLst/>
              <a:gdLst/>
              <a:ahLst/>
              <a:cxnLst/>
              <a:rect l="0" t="0" r="0" b="0"/>
              <a:pathLst>
                <a:path w="18333" h="112267">
                  <a:moveTo>
                    <a:pt x="18333" y="112267"/>
                  </a:moveTo>
                  <a:lnTo>
                    <a:pt x="0" y="0"/>
                  </a:lnTo>
                </a:path>
              </a:pathLst>
            </a:custGeom>
            <a:noFill/>
            <a:ln w="20003">
              <a:solidFill>
                <a:srgbClr val="E8EBEE"/>
              </a:solidFill>
            </a:ln>
          </p:spPr>
        </p:sp>
        <p:sp>
          <p:nvSpPr>
            <p:cNvPr id="3617" name="Candidate_receptor__3616">
              <a:extLst>
                <a:ext uri="{FF2B5EF4-FFF2-40B4-BE49-F238E27FC236}">
                  <a16:creationId xmlns:a16="http://schemas.microsoft.com/office/drawing/2014/main" id="{8632C499-60C8-9C0D-3789-CA0E607CA6E5}"/>
                </a:ext>
              </a:extLst>
            </p:cNvPr>
            <p:cNvSpPr>
              <a:spLocks noGrp="1"/>
            </p:cNvSpPr>
            <p:nvPr/>
          </p:nvSpPr>
          <p:spPr>
            <a:xfrm>
              <a:off x="5841407" y="3043341"/>
              <a:ext cx="78417" cy="80568"/>
            </a:xfrm>
            <a:custGeom>
              <a:avLst/>
              <a:gdLst/>
              <a:ahLst/>
              <a:cxnLst/>
              <a:rect l="0" t="0" r="0" b="0"/>
              <a:pathLst>
                <a:path w="78417" h="80568">
                  <a:moveTo>
                    <a:pt x="78417" y="80568"/>
                  </a:moveTo>
                  <a:lnTo>
                    <a:pt x="0" y="0"/>
                  </a:lnTo>
                </a:path>
              </a:pathLst>
            </a:custGeom>
            <a:noFill/>
            <a:ln w="20003">
              <a:solidFill>
                <a:srgbClr val="E8EBEE"/>
              </a:solidFill>
            </a:ln>
          </p:spPr>
        </p:sp>
        <p:sp>
          <p:nvSpPr>
            <p:cNvPr id="3618" name="Candidate_receptor__3617">
              <a:extLst>
                <a:ext uri="{FF2B5EF4-FFF2-40B4-BE49-F238E27FC236}">
                  <a16:creationId xmlns:a16="http://schemas.microsoft.com/office/drawing/2014/main" id="{4A9ACE11-CF30-136E-674E-EB639279613E}"/>
                </a:ext>
              </a:extLst>
            </p:cNvPr>
            <p:cNvSpPr>
              <a:spLocks noGrp="1"/>
            </p:cNvSpPr>
            <p:nvPr/>
          </p:nvSpPr>
          <p:spPr>
            <a:xfrm>
              <a:off x="5500244" y="2278494"/>
              <a:ext cx="81345" cy="13750"/>
            </a:xfrm>
            <a:custGeom>
              <a:avLst/>
              <a:gdLst/>
              <a:ahLst/>
              <a:cxnLst/>
              <a:rect l="0" t="0" r="0" b="0"/>
              <a:pathLst>
                <a:path w="81345" h="13750">
                  <a:moveTo>
                    <a:pt x="0" y="13750"/>
                  </a:moveTo>
                  <a:lnTo>
                    <a:pt x="81345" y="0"/>
                  </a:lnTo>
                </a:path>
              </a:pathLst>
            </a:custGeom>
            <a:noFill/>
            <a:ln w="8096">
              <a:solidFill>
                <a:srgbClr val="E8EBEE"/>
              </a:solidFill>
            </a:ln>
          </p:spPr>
        </p:sp>
        <p:sp>
          <p:nvSpPr>
            <p:cNvPr id="3619" name="Candidate_receptor__3618">
              <a:extLst>
                <a:ext uri="{FF2B5EF4-FFF2-40B4-BE49-F238E27FC236}">
                  <a16:creationId xmlns:a16="http://schemas.microsoft.com/office/drawing/2014/main" id="{A8E59866-BAF6-8A98-9A4A-ED0C98291ECE}"/>
                </a:ext>
              </a:extLst>
            </p:cNvPr>
            <p:cNvSpPr>
              <a:spLocks noGrp="1"/>
            </p:cNvSpPr>
            <p:nvPr/>
          </p:nvSpPr>
          <p:spPr>
            <a:xfrm>
              <a:off x="5000108" y="3365027"/>
              <a:ext cx="72499" cy="26391"/>
            </a:xfrm>
            <a:custGeom>
              <a:avLst/>
              <a:gdLst/>
              <a:ahLst/>
              <a:cxnLst/>
              <a:rect l="0" t="0" r="0" b="0"/>
              <a:pathLst>
                <a:path w="72499" h="26391">
                  <a:moveTo>
                    <a:pt x="72499" y="0"/>
                  </a:moveTo>
                  <a:lnTo>
                    <a:pt x="0" y="26391"/>
                  </a:lnTo>
                </a:path>
              </a:pathLst>
            </a:custGeom>
            <a:noFill/>
            <a:ln w="20003">
              <a:solidFill>
                <a:srgbClr val="E8EBEE"/>
              </a:solidFill>
            </a:ln>
          </p:spPr>
        </p:sp>
        <p:sp>
          <p:nvSpPr>
            <p:cNvPr id="3620" name="Candidate_receptor__3619">
              <a:extLst>
                <a:ext uri="{FF2B5EF4-FFF2-40B4-BE49-F238E27FC236}">
                  <a16:creationId xmlns:a16="http://schemas.microsoft.com/office/drawing/2014/main" id="{CEB8A614-49B3-832E-EE05-8E3605D3F999}"/>
                </a:ext>
              </a:extLst>
            </p:cNvPr>
            <p:cNvSpPr>
              <a:spLocks noGrp="1"/>
            </p:cNvSpPr>
            <p:nvPr/>
          </p:nvSpPr>
          <p:spPr>
            <a:xfrm>
              <a:off x="4164917" y="3782708"/>
              <a:ext cx="113579" cy="12560"/>
            </a:xfrm>
            <a:custGeom>
              <a:avLst/>
              <a:gdLst/>
              <a:ahLst/>
              <a:cxnLst/>
              <a:rect l="0" t="0" r="0" b="0"/>
              <a:pathLst>
                <a:path w="113579" h="12560">
                  <a:moveTo>
                    <a:pt x="0" y="12560"/>
                  </a:moveTo>
                  <a:lnTo>
                    <a:pt x="113579" y="0"/>
                  </a:lnTo>
                </a:path>
              </a:pathLst>
            </a:custGeom>
            <a:noFill/>
            <a:ln w="8096">
              <a:solidFill>
                <a:srgbClr val="E8EBEE"/>
              </a:solidFill>
            </a:ln>
          </p:spPr>
        </p:sp>
        <p:sp>
          <p:nvSpPr>
            <p:cNvPr id="3621" name="Candidate_receptor__3620">
              <a:extLst>
                <a:ext uri="{FF2B5EF4-FFF2-40B4-BE49-F238E27FC236}">
                  <a16:creationId xmlns:a16="http://schemas.microsoft.com/office/drawing/2014/main" id="{665663E5-97CB-5C1B-0DAD-202D95043C15}"/>
                </a:ext>
              </a:extLst>
            </p:cNvPr>
            <p:cNvSpPr>
              <a:spLocks noGrp="1"/>
            </p:cNvSpPr>
            <p:nvPr/>
          </p:nvSpPr>
          <p:spPr>
            <a:xfrm>
              <a:off x="4900155" y="2679779"/>
              <a:ext cx="95" cy="73096"/>
            </a:xfrm>
            <a:custGeom>
              <a:avLst/>
              <a:gdLst/>
              <a:ahLst/>
              <a:cxnLst/>
              <a:rect l="0" t="0" r="0" b="0"/>
              <a:pathLst>
                <a:path w="95" h="73096">
                  <a:moveTo>
                    <a:pt x="73" y="73096"/>
                  </a:moveTo>
                  <a:lnTo>
                    <a:pt x="0" y="0"/>
                  </a:lnTo>
                </a:path>
              </a:pathLst>
            </a:custGeom>
            <a:noFill/>
            <a:ln w="20003">
              <a:solidFill>
                <a:srgbClr val="E8EBEE"/>
              </a:solidFill>
            </a:ln>
          </p:spPr>
        </p:sp>
        <p:sp>
          <p:nvSpPr>
            <p:cNvPr id="3622" name="Candidate_receptor__3621">
              <a:extLst>
                <a:ext uri="{FF2B5EF4-FFF2-40B4-BE49-F238E27FC236}">
                  <a16:creationId xmlns:a16="http://schemas.microsoft.com/office/drawing/2014/main" id="{D5F15EB2-EC4D-ECC7-031A-18C9B1CF8E1E}"/>
                </a:ext>
              </a:extLst>
            </p:cNvPr>
            <p:cNvSpPr>
              <a:spLocks noGrp="1"/>
            </p:cNvSpPr>
            <p:nvPr/>
          </p:nvSpPr>
          <p:spPr>
            <a:xfrm>
              <a:off x="4342213" y="3648364"/>
              <a:ext cx="24208" cy="58576"/>
            </a:xfrm>
            <a:custGeom>
              <a:avLst/>
              <a:gdLst/>
              <a:ahLst/>
              <a:cxnLst/>
              <a:rect l="0" t="0" r="0" b="0"/>
              <a:pathLst>
                <a:path w="24208" h="58576">
                  <a:moveTo>
                    <a:pt x="0" y="58576"/>
                  </a:moveTo>
                  <a:lnTo>
                    <a:pt x="24208" y="0"/>
                  </a:lnTo>
                </a:path>
              </a:pathLst>
            </a:custGeom>
            <a:noFill/>
            <a:ln w="8096">
              <a:solidFill>
                <a:srgbClr val="E8EBEE"/>
              </a:solidFill>
            </a:ln>
          </p:spPr>
        </p:sp>
        <p:sp>
          <p:nvSpPr>
            <p:cNvPr id="3623" name="Candidate_receptor__3622">
              <a:extLst>
                <a:ext uri="{FF2B5EF4-FFF2-40B4-BE49-F238E27FC236}">
                  <a16:creationId xmlns:a16="http://schemas.microsoft.com/office/drawing/2014/main" id="{01834FE8-5FA5-EC24-6C33-C5EACD44B89C}"/>
                </a:ext>
              </a:extLst>
            </p:cNvPr>
            <p:cNvSpPr>
              <a:spLocks noGrp="1"/>
            </p:cNvSpPr>
            <p:nvPr/>
          </p:nvSpPr>
          <p:spPr>
            <a:xfrm>
              <a:off x="4338783" y="2570655"/>
              <a:ext cx="39469" cy="106192"/>
            </a:xfrm>
            <a:custGeom>
              <a:avLst/>
              <a:gdLst/>
              <a:ahLst/>
              <a:cxnLst/>
              <a:rect l="0" t="0" r="0" b="0"/>
              <a:pathLst>
                <a:path w="39469" h="106192">
                  <a:moveTo>
                    <a:pt x="39469" y="0"/>
                  </a:moveTo>
                  <a:lnTo>
                    <a:pt x="0" y="106192"/>
                  </a:lnTo>
                </a:path>
              </a:pathLst>
            </a:custGeom>
            <a:noFill/>
            <a:ln w="8096">
              <a:solidFill>
                <a:srgbClr val="E8EBEE"/>
              </a:solidFill>
            </a:ln>
          </p:spPr>
        </p:sp>
        <p:sp>
          <p:nvSpPr>
            <p:cNvPr id="3624" name="Candidate_receptor__3623">
              <a:extLst>
                <a:ext uri="{FF2B5EF4-FFF2-40B4-BE49-F238E27FC236}">
                  <a16:creationId xmlns:a16="http://schemas.microsoft.com/office/drawing/2014/main" id="{B1A1BD35-0A92-1F02-DF61-B0143FF0DAAD}"/>
                </a:ext>
              </a:extLst>
            </p:cNvPr>
            <p:cNvSpPr>
              <a:spLocks noGrp="1"/>
            </p:cNvSpPr>
            <p:nvPr/>
          </p:nvSpPr>
          <p:spPr>
            <a:xfrm>
              <a:off x="6046638" y="2492732"/>
              <a:ext cx="38224" cy="45998"/>
            </a:xfrm>
            <a:custGeom>
              <a:avLst/>
              <a:gdLst/>
              <a:ahLst/>
              <a:cxnLst/>
              <a:rect l="0" t="0" r="0" b="0"/>
              <a:pathLst>
                <a:path w="38224" h="45998">
                  <a:moveTo>
                    <a:pt x="0" y="45998"/>
                  </a:moveTo>
                  <a:lnTo>
                    <a:pt x="38224" y="0"/>
                  </a:lnTo>
                </a:path>
              </a:pathLst>
            </a:custGeom>
            <a:noFill/>
            <a:ln w="20003">
              <a:solidFill>
                <a:srgbClr val="E8EBEE"/>
              </a:solidFill>
            </a:ln>
          </p:spPr>
        </p:sp>
        <p:sp>
          <p:nvSpPr>
            <p:cNvPr id="3625" name="Candidate_receptor__3624">
              <a:extLst>
                <a:ext uri="{FF2B5EF4-FFF2-40B4-BE49-F238E27FC236}">
                  <a16:creationId xmlns:a16="http://schemas.microsoft.com/office/drawing/2014/main" id="{0B793508-E0C5-0CD3-1B2D-734C5D3FDA8E}"/>
                </a:ext>
              </a:extLst>
            </p:cNvPr>
            <p:cNvSpPr>
              <a:spLocks noGrp="1"/>
            </p:cNvSpPr>
            <p:nvPr/>
          </p:nvSpPr>
          <p:spPr>
            <a:xfrm>
              <a:off x="3898696" y="2736541"/>
              <a:ext cx="106173" cy="43490"/>
            </a:xfrm>
            <a:custGeom>
              <a:avLst/>
              <a:gdLst/>
              <a:ahLst/>
              <a:cxnLst/>
              <a:rect l="0" t="0" r="0" b="0"/>
              <a:pathLst>
                <a:path w="106173" h="43490">
                  <a:moveTo>
                    <a:pt x="0" y="43490"/>
                  </a:moveTo>
                  <a:lnTo>
                    <a:pt x="106173" y="0"/>
                  </a:lnTo>
                </a:path>
              </a:pathLst>
            </a:custGeom>
            <a:noFill/>
            <a:ln w="20003">
              <a:solidFill>
                <a:srgbClr val="E8EBEE"/>
              </a:solidFill>
            </a:ln>
          </p:spPr>
        </p:sp>
        <p:sp>
          <p:nvSpPr>
            <p:cNvPr id="3626" name="Candidate_receptor__3625">
              <a:extLst>
                <a:ext uri="{FF2B5EF4-FFF2-40B4-BE49-F238E27FC236}">
                  <a16:creationId xmlns:a16="http://schemas.microsoft.com/office/drawing/2014/main" id="{0B7371E9-8C95-A1AE-9194-ED98AF408079}"/>
                </a:ext>
              </a:extLst>
            </p:cNvPr>
            <p:cNvSpPr>
              <a:spLocks noGrp="1"/>
            </p:cNvSpPr>
            <p:nvPr/>
          </p:nvSpPr>
          <p:spPr>
            <a:xfrm>
              <a:off x="5887114" y="2135748"/>
              <a:ext cx="108642" cy="28858"/>
            </a:xfrm>
            <a:custGeom>
              <a:avLst/>
              <a:gdLst/>
              <a:ahLst/>
              <a:cxnLst/>
              <a:rect l="0" t="0" r="0" b="0"/>
              <a:pathLst>
                <a:path w="108642" h="28858">
                  <a:moveTo>
                    <a:pt x="108642" y="0"/>
                  </a:moveTo>
                  <a:lnTo>
                    <a:pt x="0" y="28858"/>
                  </a:lnTo>
                </a:path>
              </a:pathLst>
            </a:custGeom>
            <a:noFill/>
            <a:ln w="20003">
              <a:solidFill>
                <a:srgbClr val="E8EBEE"/>
              </a:solidFill>
            </a:ln>
          </p:spPr>
        </p:sp>
        <p:sp>
          <p:nvSpPr>
            <p:cNvPr id="3627" name="Candidate_receptor__3626">
              <a:extLst>
                <a:ext uri="{FF2B5EF4-FFF2-40B4-BE49-F238E27FC236}">
                  <a16:creationId xmlns:a16="http://schemas.microsoft.com/office/drawing/2014/main" id="{AF1B268B-A343-0773-05F8-CC73FE19BD6F}"/>
                </a:ext>
              </a:extLst>
            </p:cNvPr>
            <p:cNvSpPr>
              <a:spLocks noGrp="1"/>
            </p:cNvSpPr>
            <p:nvPr/>
          </p:nvSpPr>
          <p:spPr>
            <a:xfrm>
              <a:off x="6046203" y="2322508"/>
              <a:ext cx="83694" cy="79625"/>
            </a:xfrm>
            <a:custGeom>
              <a:avLst/>
              <a:gdLst/>
              <a:ahLst/>
              <a:cxnLst/>
              <a:rect l="0" t="0" r="0" b="0"/>
              <a:pathLst>
                <a:path w="83694" h="79625">
                  <a:moveTo>
                    <a:pt x="83694" y="79625"/>
                  </a:moveTo>
                  <a:lnTo>
                    <a:pt x="0" y="0"/>
                  </a:lnTo>
                </a:path>
              </a:pathLst>
            </a:custGeom>
            <a:noFill/>
            <a:ln w="8096">
              <a:solidFill>
                <a:srgbClr val="E8EBEE"/>
              </a:solidFill>
            </a:ln>
          </p:spPr>
        </p:sp>
        <p:sp>
          <p:nvSpPr>
            <p:cNvPr id="3628" name="Candidate_receptor__3627">
              <a:extLst>
                <a:ext uri="{FF2B5EF4-FFF2-40B4-BE49-F238E27FC236}">
                  <a16:creationId xmlns:a16="http://schemas.microsoft.com/office/drawing/2014/main" id="{B2844B43-531A-F437-0EAC-6618041F5A4D}"/>
                </a:ext>
              </a:extLst>
            </p:cNvPr>
            <p:cNvSpPr>
              <a:spLocks noGrp="1"/>
            </p:cNvSpPr>
            <p:nvPr/>
          </p:nvSpPr>
          <p:spPr>
            <a:xfrm>
              <a:off x="4496489" y="2628713"/>
              <a:ext cx="92111" cy="34249"/>
            </a:xfrm>
            <a:custGeom>
              <a:avLst/>
              <a:gdLst/>
              <a:ahLst/>
              <a:cxnLst/>
              <a:rect l="0" t="0" r="0" b="0"/>
              <a:pathLst>
                <a:path w="92111" h="34249">
                  <a:moveTo>
                    <a:pt x="0" y="34249"/>
                  </a:moveTo>
                  <a:lnTo>
                    <a:pt x="92111" y="0"/>
                  </a:lnTo>
                </a:path>
              </a:pathLst>
            </a:custGeom>
            <a:noFill/>
            <a:ln w="8096">
              <a:solidFill>
                <a:srgbClr val="E8EBEE"/>
              </a:solidFill>
            </a:ln>
          </p:spPr>
        </p:sp>
        <p:sp>
          <p:nvSpPr>
            <p:cNvPr id="3629" name="Candidate_receptor__3628">
              <a:extLst>
                <a:ext uri="{FF2B5EF4-FFF2-40B4-BE49-F238E27FC236}">
                  <a16:creationId xmlns:a16="http://schemas.microsoft.com/office/drawing/2014/main" id="{BFBEA444-1F54-643A-D473-8AD21B739E02}"/>
                </a:ext>
              </a:extLst>
            </p:cNvPr>
            <p:cNvSpPr>
              <a:spLocks noGrp="1"/>
            </p:cNvSpPr>
            <p:nvPr/>
          </p:nvSpPr>
          <p:spPr>
            <a:xfrm>
              <a:off x="4653660" y="3632660"/>
              <a:ext cx="46183" cy="76875"/>
            </a:xfrm>
            <a:custGeom>
              <a:avLst/>
              <a:gdLst/>
              <a:ahLst/>
              <a:cxnLst/>
              <a:rect l="0" t="0" r="0" b="0"/>
              <a:pathLst>
                <a:path w="46183" h="76875">
                  <a:moveTo>
                    <a:pt x="46183" y="76875"/>
                  </a:moveTo>
                  <a:lnTo>
                    <a:pt x="0" y="0"/>
                  </a:lnTo>
                </a:path>
              </a:pathLst>
            </a:custGeom>
            <a:noFill/>
            <a:ln w="8096">
              <a:solidFill>
                <a:srgbClr val="E8EBEE"/>
              </a:solidFill>
            </a:ln>
          </p:spPr>
        </p:sp>
        <p:sp>
          <p:nvSpPr>
            <p:cNvPr id="3630" name="Candidate_receptor__3629">
              <a:extLst>
                <a:ext uri="{FF2B5EF4-FFF2-40B4-BE49-F238E27FC236}">
                  <a16:creationId xmlns:a16="http://schemas.microsoft.com/office/drawing/2014/main" id="{1A07F54F-A51B-932C-369D-7DBF0BEEC3A8}"/>
                </a:ext>
              </a:extLst>
            </p:cNvPr>
            <p:cNvSpPr>
              <a:spLocks noGrp="1"/>
            </p:cNvSpPr>
            <p:nvPr/>
          </p:nvSpPr>
          <p:spPr>
            <a:xfrm>
              <a:off x="4767060" y="2900156"/>
              <a:ext cx="16249" cy="42561"/>
            </a:xfrm>
            <a:custGeom>
              <a:avLst/>
              <a:gdLst/>
              <a:ahLst/>
              <a:cxnLst/>
              <a:rect l="0" t="0" r="0" b="0"/>
              <a:pathLst>
                <a:path w="16249" h="42561">
                  <a:moveTo>
                    <a:pt x="0" y="42561"/>
                  </a:moveTo>
                  <a:lnTo>
                    <a:pt x="16249" y="0"/>
                  </a:lnTo>
                </a:path>
              </a:pathLst>
            </a:custGeom>
            <a:noFill/>
            <a:ln w="20003">
              <a:solidFill>
                <a:srgbClr val="E8EBEE"/>
              </a:solidFill>
            </a:ln>
          </p:spPr>
        </p:sp>
        <p:sp>
          <p:nvSpPr>
            <p:cNvPr id="3631" name="Candidate_receptor__3630">
              <a:extLst>
                <a:ext uri="{FF2B5EF4-FFF2-40B4-BE49-F238E27FC236}">
                  <a16:creationId xmlns:a16="http://schemas.microsoft.com/office/drawing/2014/main" id="{AC1DB80B-5FEA-BFDE-7D6A-9B2FB3E7B2FE}"/>
                </a:ext>
              </a:extLst>
            </p:cNvPr>
            <p:cNvSpPr>
              <a:spLocks noGrp="1"/>
            </p:cNvSpPr>
            <p:nvPr/>
          </p:nvSpPr>
          <p:spPr>
            <a:xfrm>
              <a:off x="5753766" y="1759034"/>
              <a:ext cx="52721" cy="38125"/>
            </a:xfrm>
            <a:custGeom>
              <a:avLst/>
              <a:gdLst/>
              <a:ahLst/>
              <a:cxnLst/>
              <a:rect l="0" t="0" r="0" b="0"/>
              <a:pathLst>
                <a:path w="52721" h="38125">
                  <a:moveTo>
                    <a:pt x="0" y="0"/>
                  </a:moveTo>
                  <a:lnTo>
                    <a:pt x="52721" y="38125"/>
                  </a:lnTo>
                </a:path>
              </a:pathLst>
            </a:custGeom>
            <a:noFill/>
            <a:ln w="8096">
              <a:solidFill>
                <a:srgbClr val="E8EBEE"/>
              </a:solidFill>
            </a:ln>
          </p:spPr>
        </p:sp>
        <p:sp>
          <p:nvSpPr>
            <p:cNvPr id="3632" name="Candidate_receptor__3631">
              <a:extLst>
                <a:ext uri="{FF2B5EF4-FFF2-40B4-BE49-F238E27FC236}">
                  <a16:creationId xmlns:a16="http://schemas.microsoft.com/office/drawing/2014/main" id="{DDF70F25-AF9B-6831-0136-1E9BF6D9C71F}"/>
                </a:ext>
              </a:extLst>
            </p:cNvPr>
            <p:cNvSpPr>
              <a:spLocks noGrp="1"/>
            </p:cNvSpPr>
            <p:nvPr/>
          </p:nvSpPr>
          <p:spPr>
            <a:xfrm>
              <a:off x="5390085" y="2292244"/>
              <a:ext cx="110159" cy="6001"/>
            </a:xfrm>
            <a:custGeom>
              <a:avLst/>
              <a:gdLst/>
              <a:ahLst/>
              <a:cxnLst/>
              <a:rect l="0" t="0" r="0" b="0"/>
              <a:pathLst>
                <a:path w="110159" h="6001">
                  <a:moveTo>
                    <a:pt x="0" y="6001"/>
                  </a:moveTo>
                  <a:lnTo>
                    <a:pt x="110159" y="0"/>
                  </a:lnTo>
                </a:path>
              </a:pathLst>
            </a:custGeom>
            <a:noFill/>
            <a:ln w="8096">
              <a:solidFill>
                <a:srgbClr val="E8EBEE"/>
              </a:solidFill>
            </a:ln>
          </p:spPr>
        </p:sp>
        <p:sp>
          <p:nvSpPr>
            <p:cNvPr id="3633" name="Candidate_receptor__3632">
              <a:extLst>
                <a:ext uri="{FF2B5EF4-FFF2-40B4-BE49-F238E27FC236}">
                  <a16:creationId xmlns:a16="http://schemas.microsoft.com/office/drawing/2014/main" id="{55B79EC7-2181-D285-9D94-066F0DD446E2}"/>
                </a:ext>
              </a:extLst>
            </p:cNvPr>
            <p:cNvSpPr>
              <a:spLocks noGrp="1"/>
            </p:cNvSpPr>
            <p:nvPr/>
          </p:nvSpPr>
          <p:spPr>
            <a:xfrm>
              <a:off x="4278496" y="3706940"/>
              <a:ext cx="63718" cy="75768"/>
            </a:xfrm>
            <a:custGeom>
              <a:avLst/>
              <a:gdLst/>
              <a:ahLst/>
              <a:cxnLst/>
              <a:rect l="0" t="0" r="0" b="0"/>
              <a:pathLst>
                <a:path w="63718" h="75768">
                  <a:moveTo>
                    <a:pt x="0" y="75768"/>
                  </a:moveTo>
                  <a:lnTo>
                    <a:pt x="63718" y="0"/>
                  </a:lnTo>
                </a:path>
              </a:pathLst>
            </a:custGeom>
            <a:noFill/>
            <a:ln w="8096">
              <a:solidFill>
                <a:srgbClr val="E8EBEE"/>
              </a:solidFill>
            </a:ln>
          </p:spPr>
        </p:sp>
        <p:sp>
          <p:nvSpPr>
            <p:cNvPr id="3634" name="Candidate_receptor__3633">
              <a:extLst>
                <a:ext uri="{FF2B5EF4-FFF2-40B4-BE49-F238E27FC236}">
                  <a16:creationId xmlns:a16="http://schemas.microsoft.com/office/drawing/2014/main" id="{44125BCE-DAB1-3016-2BAD-C46A9F0596AA}"/>
                </a:ext>
              </a:extLst>
            </p:cNvPr>
            <p:cNvSpPr>
              <a:spLocks noGrp="1"/>
            </p:cNvSpPr>
            <p:nvPr/>
          </p:nvSpPr>
          <p:spPr>
            <a:xfrm>
              <a:off x="4809053" y="2996948"/>
              <a:ext cx="78633" cy="71044"/>
            </a:xfrm>
            <a:custGeom>
              <a:avLst/>
              <a:gdLst/>
              <a:ahLst/>
              <a:cxnLst/>
              <a:rect l="0" t="0" r="0" b="0"/>
              <a:pathLst>
                <a:path w="78633" h="71044">
                  <a:moveTo>
                    <a:pt x="0" y="71044"/>
                  </a:moveTo>
                  <a:lnTo>
                    <a:pt x="78633" y="0"/>
                  </a:lnTo>
                </a:path>
              </a:pathLst>
            </a:custGeom>
            <a:noFill/>
            <a:ln w="20003">
              <a:solidFill>
                <a:srgbClr val="E8EBEE"/>
              </a:solidFill>
            </a:ln>
          </p:spPr>
        </p:sp>
        <p:sp>
          <p:nvSpPr>
            <p:cNvPr id="3635" name="Candidate_receptor__3634">
              <a:extLst>
                <a:ext uri="{FF2B5EF4-FFF2-40B4-BE49-F238E27FC236}">
                  <a16:creationId xmlns:a16="http://schemas.microsoft.com/office/drawing/2014/main" id="{B02C6CA9-FBE7-33D2-CD15-3269F04D8010}"/>
                </a:ext>
              </a:extLst>
            </p:cNvPr>
            <p:cNvSpPr>
              <a:spLocks noGrp="1"/>
            </p:cNvSpPr>
            <p:nvPr/>
          </p:nvSpPr>
          <p:spPr>
            <a:xfrm>
              <a:off x="5527370" y="3306257"/>
              <a:ext cx="39607" cy="108052"/>
            </a:xfrm>
            <a:custGeom>
              <a:avLst/>
              <a:gdLst/>
              <a:ahLst/>
              <a:cxnLst/>
              <a:rect l="0" t="0" r="0" b="0"/>
              <a:pathLst>
                <a:path w="39607" h="108052">
                  <a:moveTo>
                    <a:pt x="39607" y="108052"/>
                  </a:moveTo>
                  <a:lnTo>
                    <a:pt x="0" y="0"/>
                  </a:lnTo>
                </a:path>
              </a:pathLst>
            </a:custGeom>
            <a:noFill/>
            <a:ln w="20003">
              <a:solidFill>
                <a:srgbClr val="E8EBEE"/>
              </a:solidFill>
            </a:ln>
          </p:spPr>
        </p:sp>
        <p:sp>
          <p:nvSpPr>
            <p:cNvPr id="3636" name="Candidate_receptor__3635">
              <a:extLst>
                <a:ext uri="{FF2B5EF4-FFF2-40B4-BE49-F238E27FC236}">
                  <a16:creationId xmlns:a16="http://schemas.microsoft.com/office/drawing/2014/main" id="{ABAF9D4F-1FDC-13D5-7C21-D3F2EB691427}"/>
                </a:ext>
              </a:extLst>
            </p:cNvPr>
            <p:cNvSpPr>
              <a:spLocks noGrp="1"/>
            </p:cNvSpPr>
            <p:nvPr/>
          </p:nvSpPr>
          <p:spPr>
            <a:xfrm>
              <a:off x="5798205" y="2113263"/>
              <a:ext cx="88909" cy="51343"/>
            </a:xfrm>
            <a:custGeom>
              <a:avLst/>
              <a:gdLst/>
              <a:ahLst/>
              <a:cxnLst/>
              <a:rect l="0" t="0" r="0" b="0"/>
              <a:pathLst>
                <a:path w="88909" h="51343">
                  <a:moveTo>
                    <a:pt x="88909" y="51343"/>
                  </a:moveTo>
                  <a:lnTo>
                    <a:pt x="0" y="0"/>
                  </a:lnTo>
                </a:path>
              </a:pathLst>
            </a:custGeom>
            <a:noFill/>
            <a:ln w="20003">
              <a:solidFill>
                <a:srgbClr val="E8EBEE"/>
              </a:solidFill>
            </a:ln>
          </p:spPr>
        </p:sp>
        <p:sp>
          <p:nvSpPr>
            <p:cNvPr id="3637" name="Candidate_receptor__3636">
              <a:extLst>
                <a:ext uri="{FF2B5EF4-FFF2-40B4-BE49-F238E27FC236}">
                  <a16:creationId xmlns:a16="http://schemas.microsoft.com/office/drawing/2014/main" id="{FB326FA4-AE82-EEF0-F674-63B0268DB2D5}"/>
                </a:ext>
              </a:extLst>
            </p:cNvPr>
            <p:cNvSpPr>
              <a:spLocks noGrp="1"/>
            </p:cNvSpPr>
            <p:nvPr/>
          </p:nvSpPr>
          <p:spPr>
            <a:xfrm>
              <a:off x="5229175" y="2558936"/>
              <a:ext cx="40857" cy="94922"/>
            </a:xfrm>
            <a:custGeom>
              <a:avLst/>
              <a:gdLst/>
              <a:ahLst/>
              <a:cxnLst/>
              <a:rect l="0" t="0" r="0" b="0"/>
              <a:pathLst>
                <a:path w="40857" h="94922">
                  <a:moveTo>
                    <a:pt x="0" y="0"/>
                  </a:moveTo>
                  <a:lnTo>
                    <a:pt x="40857" y="94922"/>
                  </a:lnTo>
                </a:path>
              </a:pathLst>
            </a:custGeom>
            <a:noFill/>
            <a:ln w="8096">
              <a:solidFill>
                <a:srgbClr val="E8EBEE"/>
              </a:solidFill>
            </a:ln>
          </p:spPr>
        </p:sp>
        <p:sp>
          <p:nvSpPr>
            <p:cNvPr id="3638" name="Candidate_receptor__3637">
              <a:extLst>
                <a:ext uri="{FF2B5EF4-FFF2-40B4-BE49-F238E27FC236}">
                  <a16:creationId xmlns:a16="http://schemas.microsoft.com/office/drawing/2014/main" id="{C36BFDE7-C74A-92E2-6FE1-4B3C30FABF99}"/>
                </a:ext>
              </a:extLst>
            </p:cNvPr>
            <p:cNvSpPr>
              <a:spLocks noGrp="1"/>
            </p:cNvSpPr>
            <p:nvPr/>
          </p:nvSpPr>
          <p:spPr>
            <a:xfrm>
              <a:off x="5309024" y="2431313"/>
              <a:ext cx="75343" cy="83697"/>
            </a:xfrm>
            <a:custGeom>
              <a:avLst/>
              <a:gdLst/>
              <a:ahLst/>
              <a:cxnLst/>
              <a:rect l="0" t="0" r="0" b="0"/>
              <a:pathLst>
                <a:path w="75343" h="83697">
                  <a:moveTo>
                    <a:pt x="0" y="0"/>
                  </a:moveTo>
                  <a:lnTo>
                    <a:pt x="75343" y="83697"/>
                  </a:lnTo>
                </a:path>
              </a:pathLst>
            </a:custGeom>
            <a:noFill/>
            <a:ln w="20003">
              <a:solidFill>
                <a:srgbClr val="E8EBEE"/>
              </a:solidFill>
            </a:ln>
          </p:spPr>
        </p:sp>
        <p:sp>
          <p:nvSpPr>
            <p:cNvPr id="3639" name="Candidate_receptor__3638">
              <a:extLst>
                <a:ext uri="{FF2B5EF4-FFF2-40B4-BE49-F238E27FC236}">
                  <a16:creationId xmlns:a16="http://schemas.microsoft.com/office/drawing/2014/main" id="{4E38A77F-E4FA-D535-1D54-C16642238488}"/>
                </a:ext>
              </a:extLst>
            </p:cNvPr>
            <p:cNvSpPr>
              <a:spLocks noGrp="1"/>
            </p:cNvSpPr>
            <p:nvPr/>
          </p:nvSpPr>
          <p:spPr>
            <a:xfrm>
              <a:off x="5762441" y="2442393"/>
              <a:ext cx="44738" cy="68288"/>
            </a:xfrm>
            <a:custGeom>
              <a:avLst/>
              <a:gdLst/>
              <a:ahLst/>
              <a:cxnLst/>
              <a:rect l="0" t="0" r="0" b="0"/>
              <a:pathLst>
                <a:path w="44738" h="68288">
                  <a:moveTo>
                    <a:pt x="0" y="68288"/>
                  </a:moveTo>
                  <a:lnTo>
                    <a:pt x="44738" y="0"/>
                  </a:lnTo>
                </a:path>
              </a:pathLst>
            </a:custGeom>
            <a:noFill/>
            <a:ln w="20003">
              <a:solidFill>
                <a:srgbClr val="E8EBEE"/>
              </a:solidFill>
            </a:ln>
          </p:spPr>
        </p:sp>
        <p:sp>
          <p:nvSpPr>
            <p:cNvPr id="3640" name="Candidate_receptor__3639">
              <a:extLst>
                <a:ext uri="{FF2B5EF4-FFF2-40B4-BE49-F238E27FC236}">
                  <a16:creationId xmlns:a16="http://schemas.microsoft.com/office/drawing/2014/main" id="{51B43FC5-C1AC-6223-068B-BA56C0760C23}"/>
                </a:ext>
              </a:extLst>
            </p:cNvPr>
            <p:cNvSpPr>
              <a:spLocks noGrp="1"/>
            </p:cNvSpPr>
            <p:nvPr/>
          </p:nvSpPr>
          <p:spPr>
            <a:xfrm>
              <a:off x="5159358" y="3041243"/>
              <a:ext cx="88149" cy="37739"/>
            </a:xfrm>
            <a:custGeom>
              <a:avLst/>
              <a:gdLst/>
              <a:ahLst/>
              <a:cxnLst/>
              <a:rect l="0" t="0" r="0" b="0"/>
              <a:pathLst>
                <a:path w="88149" h="37739">
                  <a:moveTo>
                    <a:pt x="88149" y="0"/>
                  </a:moveTo>
                  <a:lnTo>
                    <a:pt x="0" y="37739"/>
                  </a:lnTo>
                </a:path>
              </a:pathLst>
            </a:custGeom>
            <a:noFill/>
            <a:ln w="20003">
              <a:solidFill>
                <a:srgbClr val="E8EBEE"/>
              </a:solidFill>
            </a:ln>
          </p:spPr>
        </p:sp>
        <p:sp>
          <p:nvSpPr>
            <p:cNvPr id="3641" name="Candidate_receptor__3640">
              <a:extLst>
                <a:ext uri="{FF2B5EF4-FFF2-40B4-BE49-F238E27FC236}">
                  <a16:creationId xmlns:a16="http://schemas.microsoft.com/office/drawing/2014/main" id="{07D1AC3A-E597-876E-DD8C-A2CA0090967E}"/>
                </a:ext>
              </a:extLst>
            </p:cNvPr>
            <p:cNvSpPr>
              <a:spLocks noGrp="1"/>
            </p:cNvSpPr>
            <p:nvPr/>
          </p:nvSpPr>
          <p:spPr>
            <a:xfrm>
              <a:off x="5732317" y="2510681"/>
              <a:ext cx="30124" cy="72694"/>
            </a:xfrm>
            <a:custGeom>
              <a:avLst/>
              <a:gdLst/>
              <a:ahLst/>
              <a:cxnLst/>
              <a:rect l="0" t="0" r="0" b="0"/>
              <a:pathLst>
                <a:path w="30124" h="72694">
                  <a:moveTo>
                    <a:pt x="0" y="72694"/>
                  </a:moveTo>
                  <a:lnTo>
                    <a:pt x="30124" y="0"/>
                  </a:lnTo>
                </a:path>
              </a:pathLst>
            </a:custGeom>
            <a:noFill/>
            <a:ln w="20003">
              <a:solidFill>
                <a:srgbClr val="E8EBEE"/>
              </a:solidFill>
            </a:ln>
          </p:spPr>
        </p:sp>
        <p:sp>
          <p:nvSpPr>
            <p:cNvPr id="3642" name="Candidate_receptor__3641">
              <a:extLst>
                <a:ext uri="{FF2B5EF4-FFF2-40B4-BE49-F238E27FC236}">
                  <a16:creationId xmlns:a16="http://schemas.microsoft.com/office/drawing/2014/main" id="{0B6DB83A-7558-D366-B6E1-CE6DE0E37203}"/>
                </a:ext>
              </a:extLst>
            </p:cNvPr>
            <p:cNvSpPr>
              <a:spLocks noGrp="1"/>
            </p:cNvSpPr>
            <p:nvPr/>
          </p:nvSpPr>
          <p:spPr>
            <a:xfrm>
              <a:off x="4263612" y="3458108"/>
              <a:ext cx="110718" cy="26639"/>
            </a:xfrm>
            <a:custGeom>
              <a:avLst/>
              <a:gdLst/>
              <a:ahLst/>
              <a:cxnLst/>
              <a:rect l="0" t="0" r="0" b="0"/>
              <a:pathLst>
                <a:path w="110718" h="26639">
                  <a:moveTo>
                    <a:pt x="110718" y="26639"/>
                  </a:moveTo>
                  <a:lnTo>
                    <a:pt x="0" y="0"/>
                  </a:lnTo>
                </a:path>
              </a:pathLst>
            </a:custGeom>
            <a:noFill/>
            <a:ln w="20003">
              <a:solidFill>
                <a:srgbClr val="E8EBEE"/>
              </a:solidFill>
            </a:ln>
          </p:spPr>
        </p:sp>
        <p:sp>
          <p:nvSpPr>
            <p:cNvPr id="3643" name="Candidate_receptor__3642">
              <a:extLst>
                <a:ext uri="{FF2B5EF4-FFF2-40B4-BE49-F238E27FC236}">
                  <a16:creationId xmlns:a16="http://schemas.microsoft.com/office/drawing/2014/main" id="{A11D8E52-0826-B905-1563-7FCAEF8CCC7B}"/>
                </a:ext>
              </a:extLst>
            </p:cNvPr>
            <p:cNvSpPr>
              <a:spLocks noGrp="1"/>
            </p:cNvSpPr>
            <p:nvPr/>
          </p:nvSpPr>
          <p:spPr>
            <a:xfrm>
              <a:off x="3903671" y="3208726"/>
              <a:ext cx="80036" cy="80511"/>
            </a:xfrm>
            <a:custGeom>
              <a:avLst/>
              <a:gdLst/>
              <a:ahLst/>
              <a:cxnLst/>
              <a:rect l="0" t="0" r="0" b="0"/>
              <a:pathLst>
                <a:path w="80036" h="80511">
                  <a:moveTo>
                    <a:pt x="80036" y="80511"/>
                  </a:moveTo>
                  <a:lnTo>
                    <a:pt x="0" y="0"/>
                  </a:lnTo>
                </a:path>
              </a:pathLst>
            </a:custGeom>
            <a:noFill/>
            <a:ln w="8096">
              <a:solidFill>
                <a:srgbClr val="E8EBEE"/>
              </a:solidFill>
            </a:ln>
          </p:spPr>
        </p:sp>
        <p:sp>
          <p:nvSpPr>
            <p:cNvPr id="3644" name="Candidate_receptor__3643">
              <a:extLst>
                <a:ext uri="{FF2B5EF4-FFF2-40B4-BE49-F238E27FC236}">
                  <a16:creationId xmlns:a16="http://schemas.microsoft.com/office/drawing/2014/main" id="{7D3EFD15-DEB2-E288-CADD-E7097EC13D58}"/>
                </a:ext>
              </a:extLst>
            </p:cNvPr>
            <p:cNvSpPr>
              <a:spLocks noGrp="1"/>
            </p:cNvSpPr>
            <p:nvPr/>
          </p:nvSpPr>
          <p:spPr>
            <a:xfrm>
              <a:off x="5517849" y="1720477"/>
              <a:ext cx="57565" cy="19439"/>
            </a:xfrm>
            <a:custGeom>
              <a:avLst/>
              <a:gdLst/>
              <a:ahLst/>
              <a:cxnLst/>
              <a:rect l="0" t="0" r="0" b="0"/>
              <a:pathLst>
                <a:path w="57565" h="19439">
                  <a:moveTo>
                    <a:pt x="0" y="0"/>
                  </a:moveTo>
                  <a:lnTo>
                    <a:pt x="57565" y="19439"/>
                  </a:lnTo>
                </a:path>
              </a:pathLst>
            </a:custGeom>
            <a:noFill/>
            <a:ln w="20003">
              <a:solidFill>
                <a:srgbClr val="E8EBEE"/>
              </a:solidFill>
            </a:ln>
          </p:spPr>
        </p:sp>
        <p:sp>
          <p:nvSpPr>
            <p:cNvPr id="3645" name="Candidate_receptor__3644">
              <a:extLst>
                <a:ext uri="{FF2B5EF4-FFF2-40B4-BE49-F238E27FC236}">
                  <a16:creationId xmlns:a16="http://schemas.microsoft.com/office/drawing/2014/main" id="{E6A3535B-662B-B090-95A0-B167883616D9}"/>
                </a:ext>
              </a:extLst>
            </p:cNvPr>
            <p:cNvSpPr>
              <a:spLocks noGrp="1"/>
            </p:cNvSpPr>
            <p:nvPr/>
          </p:nvSpPr>
          <p:spPr>
            <a:xfrm>
              <a:off x="5174868" y="2008970"/>
              <a:ext cx="112899" cy="6808"/>
            </a:xfrm>
            <a:custGeom>
              <a:avLst/>
              <a:gdLst/>
              <a:ahLst/>
              <a:cxnLst/>
              <a:rect l="0" t="0" r="0" b="0"/>
              <a:pathLst>
                <a:path w="112899" h="6808">
                  <a:moveTo>
                    <a:pt x="112899" y="0"/>
                  </a:moveTo>
                  <a:lnTo>
                    <a:pt x="0" y="6808"/>
                  </a:lnTo>
                </a:path>
              </a:pathLst>
            </a:custGeom>
            <a:noFill/>
            <a:ln w="8096">
              <a:solidFill>
                <a:srgbClr val="E8EBEE"/>
              </a:solidFill>
            </a:ln>
          </p:spPr>
        </p:sp>
        <p:sp>
          <p:nvSpPr>
            <p:cNvPr id="3646" name="Candidate_receptor__3645">
              <a:extLst>
                <a:ext uri="{FF2B5EF4-FFF2-40B4-BE49-F238E27FC236}">
                  <a16:creationId xmlns:a16="http://schemas.microsoft.com/office/drawing/2014/main" id="{FAFC2F23-C263-7BEF-2E9C-2F6299F55665}"/>
                </a:ext>
              </a:extLst>
            </p:cNvPr>
            <p:cNvSpPr>
              <a:spLocks noGrp="1"/>
            </p:cNvSpPr>
            <p:nvPr/>
          </p:nvSpPr>
          <p:spPr>
            <a:xfrm>
              <a:off x="5621336" y="2357369"/>
              <a:ext cx="31154" cy="94083"/>
            </a:xfrm>
            <a:custGeom>
              <a:avLst/>
              <a:gdLst/>
              <a:ahLst/>
              <a:cxnLst/>
              <a:rect l="0" t="0" r="0" b="0"/>
              <a:pathLst>
                <a:path w="31154" h="94083">
                  <a:moveTo>
                    <a:pt x="31154" y="0"/>
                  </a:moveTo>
                  <a:lnTo>
                    <a:pt x="0" y="94083"/>
                  </a:lnTo>
                </a:path>
              </a:pathLst>
            </a:custGeom>
            <a:noFill/>
            <a:ln w="20003">
              <a:solidFill>
                <a:srgbClr val="E8EBEE"/>
              </a:solidFill>
            </a:ln>
          </p:spPr>
        </p:sp>
        <p:sp>
          <p:nvSpPr>
            <p:cNvPr id="3647" name="Candidate_receptor__3646">
              <a:extLst>
                <a:ext uri="{FF2B5EF4-FFF2-40B4-BE49-F238E27FC236}">
                  <a16:creationId xmlns:a16="http://schemas.microsoft.com/office/drawing/2014/main" id="{8784E75A-6B67-95EF-CBCC-919705D80B84}"/>
                </a:ext>
              </a:extLst>
            </p:cNvPr>
            <p:cNvSpPr>
              <a:spLocks noGrp="1"/>
            </p:cNvSpPr>
            <p:nvPr/>
          </p:nvSpPr>
          <p:spPr>
            <a:xfrm>
              <a:off x="5163844" y="2129909"/>
              <a:ext cx="105291" cy="40897"/>
            </a:xfrm>
            <a:custGeom>
              <a:avLst/>
              <a:gdLst/>
              <a:ahLst/>
              <a:cxnLst/>
              <a:rect l="0" t="0" r="0" b="0"/>
              <a:pathLst>
                <a:path w="105291" h="40897">
                  <a:moveTo>
                    <a:pt x="0" y="0"/>
                  </a:moveTo>
                  <a:lnTo>
                    <a:pt x="105291" y="40897"/>
                  </a:lnTo>
                </a:path>
              </a:pathLst>
            </a:custGeom>
            <a:noFill/>
            <a:ln w="8096">
              <a:solidFill>
                <a:srgbClr val="E8EBEE"/>
              </a:solidFill>
            </a:ln>
          </p:spPr>
        </p:sp>
        <p:sp>
          <p:nvSpPr>
            <p:cNvPr id="3648" name="Candidate_receptor__3647">
              <a:extLst>
                <a:ext uri="{FF2B5EF4-FFF2-40B4-BE49-F238E27FC236}">
                  <a16:creationId xmlns:a16="http://schemas.microsoft.com/office/drawing/2014/main" id="{2BF07411-9C48-6DC5-2D31-A5836DEC0E2B}"/>
                </a:ext>
              </a:extLst>
            </p:cNvPr>
            <p:cNvSpPr>
              <a:spLocks noGrp="1"/>
            </p:cNvSpPr>
            <p:nvPr/>
          </p:nvSpPr>
          <p:spPr>
            <a:xfrm>
              <a:off x="4809053" y="3067992"/>
              <a:ext cx="35569" cy="85241"/>
            </a:xfrm>
            <a:custGeom>
              <a:avLst/>
              <a:gdLst/>
              <a:ahLst/>
              <a:cxnLst/>
              <a:rect l="0" t="0" r="0" b="0"/>
              <a:pathLst>
                <a:path w="35569" h="85241">
                  <a:moveTo>
                    <a:pt x="35569" y="85241"/>
                  </a:moveTo>
                  <a:lnTo>
                    <a:pt x="0" y="0"/>
                  </a:lnTo>
                </a:path>
              </a:pathLst>
            </a:custGeom>
            <a:noFill/>
            <a:ln w="20003">
              <a:solidFill>
                <a:srgbClr val="E8EBEE"/>
              </a:solidFill>
            </a:ln>
          </p:spPr>
        </p:sp>
        <p:sp>
          <p:nvSpPr>
            <p:cNvPr id="3649" name="Candidate_receptor__3648">
              <a:extLst>
                <a:ext uri="{FF2B5EF4-FFF2-40B4-BE49-F238E27FC236}">
                  <a16:creationId xmlns:a16="http://schemas.microsoft.com/office/drawing/2014/main" id="{2E108361-1678-35E0-84D9-66073E2E2B7A}"/>
                </a:ext>
              </a:extLst>
            </p:cNvPr>
            <p:cNvSpPr>
              <a:spLocks noGrp="1"/>
            </p:cNvSpPr>
            <p:nvPr/>
          </p:nvSpPr>
          <p:spPr>
            <a:xfrm>
              <a:off x="5935207" y="2439315"/>
              <a:ext cx="56452" cy="1356"/>
            </a:xfrm>
            <a:custGeom>
              <a:avLst/>
              <a:gdLst/>
              <a:ahLst/>
              <a:cxnLst/>
              <a:rect l="0" t="0" r="0" b="0"/>
              <a:pathLst>
                <a:path w="56452" h="1356">
                  <a:moveTo>
                    <a:pt x="0" y="0"/>
                  </a:moveTo>
                  <a:lnTo>
                    <a:pt x="56452" y="1356"/>
                  </a:lnTo>
                </a:path>
              </a:pathLst>
            </a:custGeom>
            <a:noFill/>
            <a:ln w="20003">
              <a:solidFill>
                <a:srgbClr val="E8EBEE"/>
              </a:solidFill>
            </a:ln>
          </p:spPr>
        </p:sp>
        <p:sp>
          <p:nvSpPr>
            <p:cNvPr id="3650" name="Candidate_receptor__3649">
              <a:extLst>
                <a:ext uri="{FF2B5EF4-FFF2-40B4-BE49-F238E27FC236}">
                  <a16:creationId xmlns:a16="http://schemas.microsoft.com/office/drawing/2014/main" id="{46460E03-7B76-1D54-9A16-F48D243AF95D}"/>
                </a:ext>
              </a:extLst>
            </p:cNvPr>
            <p:cNvSpPr>
              <a:spLocks noGrp="1"/>
            </p:cNvSpPr>
            <p:nvPr/>
          </p:nvSpPr>
          <p:spPr>
            <a:xfrm>
              <a:off x="4499169" y="2958322"/>
              <a:ext cx="11189" cy="91758"/>
            </a:xfrm>
            <a:custGeom>
              <a:avLst/>
              <a:gdLst/>
              <a:ahLst/>
              <a:cxnLst/>
              <a:rect l="0" t="0" r="0" b="0"/>
              <a:pathLst>
                <a:path w="11189" h="91758">
                  <a:moveTo>
                    <a:pt x="0" y="91758"/>
                  </a:moveTo>
                  <a:lnTo>
                    <a:pt x="11189" y="0"/>
                  </a:lnTo>
                </a:path>
              </a:pathLst>
            </a:custGeom>
            <a:noFill/>
            <a:ln w="20003">
              <a:solidFill>
                <a:srgbClr val="E8EBEE"/>
              </a:solidFill>
            </a:ln>
          </p:spPr>
        </p:sp>
        <p:sp>
          <p:nvSpPr>
            <p:cNvPr id="3651" name="Candidate_receptor__3650">
              <a:extLst>
                <a:ext uri="{FF2B5EF4-FFF2-40B4-BE49-F238E27FC236}">
                  <a16:creationId xmlns:a16="http://schemas.microsoft.com/office/drawing/2014/main" id="{7D72B8C4-F362-8F76-FAA5-76A1A718BAB3}"/>
                </a:ext>
              </a:extLst>
            </p:cNvPr>
            <p:cNvSpPr>
              <a:spLocks noGrp="1"/>
            </p:cNvSpPr>
            <p:nvPr/>
          </p:nvSpPr>
          <p:spPr>
            <a:xfrm>
              <a:off x="4995780" y="2709014"/>
              <a:ext cx="49957" cy="20379"/>
            </a:xfrm>
            <a:custGeom>
              <a:avLst/>
              <a:gdLst/>
              <a:ahLst/>
              <a:cxnLst/>
              <a:rect l="0" t="0" r="0" b="0"/>
              <a:pathLst>
                <a:path w="49957" h="20379">
                  <a:moveTo>
                    <a:pt x="0" y="20379"/>
                  </a:moveTo>
                  <a:lnTo>
                    <a:pt x="49957" y="0"/>
                  </a:lnTo>
                </a:path>
              </a:pathLst>
            </a:custGeom>
            <a:noFill/>
            <a:ln w="20003">
              <a:solidFill>
                <a:srgbClr val="E8EBEE"/>
              </a:solidFill>
            </a:ln>
          </p:spPr>
        </p:sp>
        <p:sp>
          <p:nvSpPr>
            <p:cNvPr id="3652" name="Candidate_receptor__3651">
              <a:extLst>
                <a:ext uri="{FF2B5EF4-FFF2-40B4-BE49-F238E27FC236}">
                  <a16:creationId xmlns:a16="http://schemas.microsoft.com/office/drawing/2014/main" id="{19AFF54D-2D95-D9E0-ED14-15D8D00CD8A5}"/>
                </a:ext>
              </a:extLst>
            </p:cNvPr>
            <p:cNvSpPr>
              <a:spLocks noGrp="1"/>
            </p:cNvSpPr>
            <p:nvPr/>
          </p:nvSpPr>
          <p:spPr>
            <a:xfrm>
              <a:off x="5694162" y="1679951"/>
              <a:ext cx="59604" cy="79083"/>
            </a:xfrm>
            <a:custGeom>
              <a:avLst/>
              <a:gdLst/>
              <a:ahLst/>
              <a:cxnLst/>
              <a:rect l="0" t="0" r="0" b="0"/>
              <a:pathLst>
                <a:path w="59604" h="79083">
                  <a:moveTo>
                    <a:pt x="0" y="0"/>
                  </a:moveTo>
                  <a:lnTo>
                    <a:pt x="59604" y="79083"/>
                  </a:lnTo>
                </a:path>
              </a:pathLst>
            </a:custGeom>
            <a:noFill/>
            <a:ln w="20003">
              <a:solidFill>
                <a:srgbClr val="E8EBEE"/>
              </a:solidFill>
            </a:ln>
          </p:spPr>
        </p:sp>
        <p:sp>
          <p:nvSpPr>
            <p:cNvPr id="3653" name="Candidate_receptor__3652">
              <a:extLst>
                <a:ext uri="{FF2B5EF4-FFF2-40B4-BE49-F238E27FC236}">
                  <a16:creationId xmlns:a16="http://schemas.microsoft.com/office/drawing/2014/main" id="{6FD9AE95-EB30-0B2E-4A45-83C52895269E}"/>
                </a:ext>
              </a:extLst>
            </p:cNvPr>
            <p:cNvSpPr>
              <a:spLocks noGrp="1"/>
            </p:cNvSpPr>
            <p:nvPr/>
          </p:nvSpPr>
          <p:spPr>
            <a:xfrm>
              <a:off x="4887687" y="2996948"/>
              <a:ext cx="79631" cy="81986"/>
            </a:xfrm>
            <a:custGeom>
              <a:avLst/>
              <a:gdLst/>
              <a:ahLst/>
              <a:cxnLst/>
              <a:rect l="0" t="0" r="0" b="0"/>
              <a:pathLst>
                <a:path w="79631" h="81986">
                  <a:moveTo>
                    <a:pt x="0" y="0"/>
                  </a:moveTo>
                  <a:lnTo>
                    <a:pt x="79631" y="81986"/>
                  </a:lnTo>
                </a:path>
              </a:pathLst>
            </a:custGeom>
            <a:noFill/>
            <a:ln w="20003">
              <a:solidFill>
                <a:srgbClr val="E8EBEE"/>
              </a:solidFill>
            </a:ln>
          </p:spPr>
        </p:sp>
        <p:sp>
          <p:nvSpPr>
            <p:cNvPr id="3654" name="Candidate_receptor__3653">
              <a:extLst>
                <a:ext uri="{FF2B5EF4-FFF2-40B4-BE49-F238E27FC236}">
                  <a16:creationId xmlns:a16="http://schemas.microsoft.com/office/drawing/2014/main" id="{841C3383-7557-53C4-D3F4-FCE55CD1A2E3}"/>
                </a:ext>
              </a:extLst>
            </p:cNvPr>
            <p:cNvSpPr>
              <a:spLocks noGrp="1"/>
            </p:cNvSpPr>
            <p:nvPr/>
          </p:nvSpPr>
          <p:spPr>
            <a:xfrm>
              <a:off x="4004869" y="2636799"/>
              <a:ext cx="24438" cy="99742"/>
            </a:xfrm>
            <a:custGeom>
              <a:avLst/>
              <a:gdLst/>
              <a:ahLst/>
              <a:cxnLst/>
              <a:rect l="0" t="0" r="0" b="0"/>
              <a:pathLst>
                <a:path w="24438" h="99742">
                  <a:moveTo>
                    <a:pt x="0" y="99742"/>
                  </a:moveTo>
                  <a:lnTo>
                    <a:pt x="24438" y="0"/>
                  </a:lnTo>
                </a:path>
              </a:pathLst>
            </a:custGeom>
            <a:noFill/>
            <a:ln w="8096">
              <a:solidFill>
                <a:srgbClr val="E8EBEE"/>
              </a:solidFill>
            </a:ln>
          </p:spPr>
        </p:sp>
        <p:sp>
          <p:nvSpPr>
            <p:cNvPr id="3655" name="Candidate_receptor__3654">
              <a:extLst>
                <a:ext uri="{FF2B5EF4-FFF2-40B4-BE49-F238E27FC236}">
                  <a16:creationId xmlns:a16="http://schemas.microsoft.com/office/drawing/2014/main" id="{84179773-F758-2B95-56BB-E31C602C53A3}"/>
                </a:ext>
              </a:extLst>
            </p:cNvPr>
            <p:cNvSpPr>
              <a:spLocks noGrp="1"/>
            </p:cNvSpPr>
            <p:nvPr/>
          </p:nvSpPr>
          <p:spPr>
            <a:xfrm>
              <a:off x="4626683" y="2879737"/>
              <a:ext cx="45474" cy="26245"/>
            </a:xfrm>
            <a:custGeom>
              <a:avLst/>
              <a:gdLst/>
              <a:ahLst/>
              <a:cxnLst/>
              <a:rect l="0" t="0" r="0" b="0"/>
              <a:pathLst>
                <a:path w="45474" h="26245">
                  <a:moveTo>
                    <a:pt x="0" y="26245"/>
                  </a:moveTo>
                  <a:lnTo>
                    <a:pt x="45474" y="0"/>
                  </a:lnTo>
                </a:path>
              </a:pathLst>
            </a:custGeom>
            <a:noFill/>
            <a:ln w="20003">
              <a:solidFill>
                <a:srgbClr val="E8EBEE"/>
              </a:solidFill>
            </a:ln>
          </p:spPr>
        </p:sp>
        <p:sp>
          <p:nvSpPr>
            <p:cNvPr id="3656" name="Candidate_receptor__3655">
              <a:extLst>
                <a:ext uri="{FF2B5EF4-FFF2-40B4-BE49-F238E27FC236}">
                  <a16:creationId xmlns:a16="http://schemas.microsoft.com/office/drawing/2014/main" id="{D289914E-3AF6-120D-C0AF-A0590147D12E}"/>
                </a:ext>
              </a:extLst>
            </p:cNvPr>
            <p:cNvSpPr>
              <a:spLocks noGrp="1"/>
            </p:cNvSpPr>
            <p:nvPr/>
          </p:nvSpPr>
          <p:spPr>
            <a:xfrm>
              <a:off x="5755325" y="3119888"/>
              <a:ext cx="29072" cy="43103"/>
            </a:xfrm>
            <a:custGeom>
              <a:avLst/>
              <a:gdLst/>
              <a:ahLst/>
              <a:cxnLst/>
              <a:rect l="0" t="0" r="0" b="0"/>
              <a:pathLst>
                <a:path w="29072" h="43103">
                  <a:moveTo>
                    <a:pt x="0" y="0"/>
                  </a:moveTo>
                  <a:lnTo>
                    <a:pt x="29072" y="43103"/>
                  </a:lnTo>
                </a:path>
              </a:pathLst>
            </a:custGeom>
            <a:noFill/>
            <a:ln w="20003">
              <a:solidFill>
                <a:srgbClr val="E8EBEE"/>
              </a:solidFill>
            </a:ln>
          </p:spPr>
        </p:sp>
        <p:sp>
          <p:nvSpPr>
            <p:cNvPr id="3657" name="Candidate_receptor__3656">
              <a:extLst>
                <a:ext uri="{FF2B5EF4-FFF2-40B4-BE49-F238E27FC236}">
                  <a16:creationId xmlns:a16="http://schemas.microsoft.com/office/drawing/2014/main" id="{AECED027-0039-4035-81A5-31519BDC833D}"/>
                </a:ext>
              </a:extLst>
            </p:cNvPr>
            <p:cNvSpPr>
              <a:spLocks noGrp="1"/>
            </p:cNvSpPr>
            <p:nvPr/>
          </p:nvSpPr>
          <p:spPr>
            <a:xfrm>
              <a:off x="3707633" y="3145575"/>
              <a:ext cx="26175" cy="104561"/>
            </a:xfrm>
            <a:custGeom>
              <a:avLst/>
              <a:gdLst/>
              <a:ahLst/>
              <a:cxnLst/>
              <a:rect l="0" t="0" r="0" b="0"/>
              <a:pathLst>
                <a:path w="26175" h="104561">
                  <a:moveTo>
                    <a:pt x="0" y="0"/>
                  </a:moveTo>
                  <a:lnTo>
                    <a:pt x="26175" y="104561"/>
                  </a:lnTo>
                </a:path>
              </a:pathLst>
            </a:custGeom>
            <a:noFill/>
            <a:ln w="8096">
              <a:solidFill>
                <a:srgbClr val="E8EBEE"/>
              </a:solidFill>
            </a:ln>
          </p:spPr>
        </p:sp>
        <p:sp>
          <p:nvSpPr>
            <p:cNvPr id="3658" name="Candidate_receptor__3657">
              <a:extLst>
                <a:ext uri="{FF2B5EF4-FFF2-40B4-BE49-F238E27FC236}">
                  <a16:creationId xmlns:a16="http://schemas.microsoft.com/office/drawing/2014/main" id="{0CC67BE8-F06C-4CAE-2E04-A7BC4B266AFB}"/>
                </a:ext>
              </a:extLst>
            </p:cNvPr>
            <p:cNvSpPr>
              <a:spLocks noGrp="1"/>
            </p:cNvSpPr>
            <p:nvPr/>
          </p:nvSpPr>
          <p:spPr>
            <a:xfrm>
              <a:off x="4286007" y="3337140"/>
              <a:ext cx="97956" cy="17861"/>
            </a:xfrm>
            <a:custGeom>
              <a:avLst/>
              <a:gdLst/>
              <a:ahLst/>
              <a:cxnLst/>
              <a:rect l="0" t="0" r="0" b="0"/>
              <a:pathLst>
                <a:path w="97956" h="17861">
                  <a:moveTo>
                    <a:pt x="0" y="17861"/>
                  </a:moveTo>
                  <a:lnTo>
                    <a:pt x="97956" y="0"/>
                  </a:lnTo>
                </a:path>
              </a:pathLst>
            </a:custGeom>
            <a:noFill/>
            <a:ln w="20003">
              <a:solidFill>
                <a:srgbClr val="E8EBEE"/>
              </a:solidFill>
            </a:ln>
          </p:spPr>
        </p:sp>
        <p:sp>
          <p:nvSpPr>
            <p:cNvPr id="3659" name="Candidate_receptor__3658">
              <a:extLst>
                <a:ext uri="{FF2B5EF4-FFF2-40B4-BE49-F238E27FC236}">
                  <a16:creationId xmlns:a16="http://schemas.microsoft.com/office/drawing/2014/main" id="{45FA5B1A-950A-DC2E-3EF3-7495F8BBA1F7}"/>
                </a:ext>
              </a:extLst>
            </p:cNvPr>
            <p:cNvSpPr>
              <a:spLocks noGrp="1"/>
            </p:cNvSpPr>
            <p:nvPr/>
          </p:nvSpPr>
          <p:spPr>
            <a:xfrm>
              <a:off x="5004329" y="2575512"/>
              <a:ext cx="30713" cy="25994"/>
            </a:xfrm>
            <a:custGeom>
              <a:avLst/>
              <a:gdLst/>
              <a:ahLst/>
              <a:cxnLst/>
              <a:rect l="0" t="0" r="0" b="0"/>
              <a:pathLst>
                <a:path w="30713" h="25994">
                  <a:moveTo>
                    <a:pt x="0" y="25994"/>
                  </a:moveTo>
                  <a:lnTo>
                    <a:pt x="30713" y="0"/>
                  </a:lnTo>
                </a:path>
              </a:pathLst>
            </a:custGeom>
            <a:noFill/>
            <a:ln w="20003">
              <a:solidFill>
                <a:srgbClr val="E8EBEE"/>
              </a:solidFill>
            </a:ln>
          </p:spPr>
        </p:sp>
        <p:sp>
          <p:nvSpPr>
            <p:cNvPr id="3660" name="Candidate_receptor__3659">
              <a:extLst>
                <a:ext uri="{FF2B5EF4-FFF2-40B4-BE49-F238E27FC236}">
                  <a16:creationId xmlns:a16="http://schemas.microsoft.com/office/drawing/2014/main" id="{44640674-A0FE-E48B-752E-A5F1718F9547}"/>
                </a:ext>
              </a:extLst>
            </p:cNvPr>
            <p:cNvSpPr>
              <a:spLocks noGrp="1"/>
            </p:cNvSpPr>
            <p:nvPr/>
          </p:nvSpPr>
          <p:spPr>
            <a:xfrm>
              <a:off x="5305937" y="2264977"/>
              <a:ext cx="84148" cy="33268"/>
            </a:xfrm>
            <a:custGeom>
              <a:avLst/>
              <a:gdLst/>
              <a:ahLst/>
              <a:cxnLst/>
              <a:rect l="0" t="0" r="0" b="0"/>
              <a:pathLst>
                <a:path w="84148" h="33268">
                  <a:moveTo>
                    <a:pt x="0" y="0"/>
                  </a:moveTo>
                  <a:lnTo>
                    <a:pt x="84148" y="33268"/>
                  </a:lnTo>
                </a:path>
              </a:pathLst>
            </a:custGeom>
            <a:noFill/>
            <a:ln w="8096">
              <a:solidFill>
                <a:srgbClr val="E8EBEE"/>
              </a:solidFill>
            </a:ln>
          </p:spPr>
        </p:sp>
        <p:sp>
          <p:nvSpPr>
            <p:cNvPr id="3661" name="Candidate_receptor__3660">
              <a:extLst>
                <a:ext uri="{FF2B5EF4-FFF2-40B4-BE49-F238E27FC236}">
                  <a16:creationId xmlns:a16="http://schemas.microsoft.com/office/drawing/2014/main" id="{D1239AF0-14BF-17EC-23ED-13704CCB3A99}"/>
                </a:ext>
              </a:extLst>
            </p:cNvPr>
            <p:cNvSpPr>
              <a:spLocks noGrp="1"/>
            </p:cNvSpPr>
            <p:nvPr/>
          </p:nvSpPr>
          <p:spPr>
            <a:xfrm>
              <a:off x="4499169" y="3050080"/>
              <a:ext cx="20853" cy="78437"/>
            </a:xfrm>
            <a:custGeom>
              <a:avLst/>
              <a:gdLst/>
              <a:ahLst/>
              <a:cxnLst/>
              <a:rect l="0" t="0" r="0" b="0"/>
              <a:pathLst>
                <a:path w="20853" h="78437">
                  <a:moveTo>
                    <a:pt x="20853" y="78437"/>
                  </a:moveTo>
                  <a:lnTo>
                    <a:pt x="0" y="0"/>
                  </a:lnTo>
                </a:path>
              </a:pathLst>
            </a:custGeom>
            <a:noFill/>
            <a:ln w="20003">
              <a:solidFill>
                <a:srgbClr val="E8EBEE"/>
              </a:solidFill>
            </a:ln>
          </p:spPr>
        </p:sp>
        <p:sp>
          <p:nvSpPr>
            <p:cNvPr id="3662" name="Candidate_receptor__3661">
              <a:extLst>
                <a:ext uri="{FF2B5EF4-FFF2-40B4-BE49-F238E27FC236}">
                  <a16:creationId xmlns:a16="http://schemas.microsoft.com/office/drawing/2014/main" id="{9C745BBA-D2E3-031A-8656-6282F18DDAA9}"/>
                </a:ext>
              </a:extLst>
            </p:cNvPr>
            <p:cNvSpPr>
              <a:spLocks noGrp="1"/>
            </p:cNvSpPr>
            <p:nvPr/>
          </p:nvSpPr>
          <p:spPr>
            <a:xfrm>
              <a:off x="5163844" y="2015778"/>
              <a:ext cx="11025" cy="114132"/>
            </a:xfrm>
            <a:custGeom>
              <a:avLst/>
              <a:gdLst/>
              <a:ahLst/>
              <a:cxnLst/>
              <a:rect l="0" t="0" r="0" b="0"/>
              <a:pathLst>
                <a:path w="11025" h="114132">
                  <a:moveTo>
                    <a:pt x="11025" y="0"/>
                  </a:moveTo>
                  <a:lnTo>
                    <a:pt x="0" y="114132"/>
                  </a:lnTo>
                </a:path>
              </a:pathLst>
            </a:custGeom>
            <a:noFill/>
            <a:ln w="8096">
              <a:solidFill>
                <a:srgbClr val="E8EBEE"/>
              </a:solidFill>
            </a:ln>
          </p:spPr>
        </p:sp>
        <p:sp>
          <p:nvSpPr>
            <p:cNvPr id="3663" name="Candidate_receptor__3662">
              <a:extLst>
                <a:ext uri="{FF2B5EF4-FFF2-40B4-BE49-F238E27FC236}">
                  <a16:creationId xmlns:a16="http://schemas.microsoft.com/office/drawing/2014/main" id="{BBA358E9-AAC6-26AE-64D8-7AE2D1CA24E4}"/>
                </a:ext>
              </a:extLst>
            </p:cNvPr>
            <p:cNvSpPr>
              <a:spLocks noGrp="1"/>
            </p:cNvSpPr>
            <p:nvPr/>
          </p:nvSpPr>
          <p:spPr>
            <a:xfrm>
              <a:off x="4533655" y="3790896"/>
              <a:ext cx="67880" cy="66737"/>
            </a:xfrm>
            <a:custGeom>
              <a:avLst/>
              <a:gdLst/>
              <a:ahLst/>
              <a:cxnLst/>
              <a:rect l="0" t="0" r="0" b="0"/>
              <a:pathLst>
                <a:path w="67880" h="66737">
                  <a:moveTo>
                    <a:pt x="67880" y="0"/>
                  </a:moveTo>
                  <a:lnTo>
                    <a:pt x="0" y="66737"/>
                  </a:lnTo>
                </a:path>
              </a:pathLst>
            </a:custGeom>
            <a:noFill/>
            <a:ln w="8096">
              <a:solidFill>
                <a:srgbClr val="E8EBEE"/>
              </a:solidFill>
            </a:ln>
          </p:spPr>
        </p:sp>
        <p:sp>
          <p:nvSpPr>
            <p:cNvPr id="3664" name="Candidate_receptor__3663">
              <a:extLst>
                <a:ext uri="{FF2B5EF4-FFF2-40B4-BE49-F238E27FC236}">
                  <a16:creationId xmlns:a16="http://schemas.microsoft.com/office/drawing/2014/main" id="{E4BFEDD6-2712-280A-2C80-655CEEE26977}"/>
                </a:ext>
              </a:extLst>
            </p:cNvPr>
            <p:cNvSpPr>
              <a:spLocks noGrp="1"/>
            </p:cNvSpPr>
            <p:nvPr/>
          </p:nvSpPr>
          <p:spPr>
            <a:xfrm>
              <a:off x="4263612" y="3355002"/>
              <a:ext cx="22396" cy="103107"/>
            </a:xfrm>
            <a:custGeom>
              <a:avLst/>
              <a:gdLst/>
              <a:ahLst/>
              <a:cxnLst/>
              <a:rect l="0" t="0" r="0" b="0"/>
              <a:pathLst>
                <a:path w="22396" h="103107">
                  <a:moveTo>
                    <a:pt x="0" y="103107"/>
                  </a:moveTo>
                  <a:lnTo>
                    <a:pt x="22396" y="0"/>
                  </a:lnTo>
                </a:path>
              </a:pathLst>
            </a:custGeom>
            <a:noFill/>
            <a:ln w="20003">
              <a:solidFill>
                <a:srgbClr val="E8EBEE"/>
              </a:solidFill>
            </a:ln>
          </p:spPr>
        </p:sp>
        <p:sp>
          <p:nvSpPr>
            <p:cNvPr id="3665" name="Candidate_receptor__3664">
              <a:extLst>
                <a:ext uri="{FF2B5EF4-FFF2-40B4-BE49-F238E27FC236}">
                  <a16:creationId xmlns:a16="http://schemas.microsoft.com/office/drawing/2014/main" id="{F5C18CB3-D250-8363-203F-B7972A721BA8}"/>
                </a:ext>
              </a:extLst>
            </p:cNvPr>
            <p:cNvSpPr>
              <a:spLocks noGrp="1"/>
            </p:cNvSpPr>
            <p:nvPr/>
          </p:nvSpPr>
          <p:spPr>
            <a:xfrm>
              <a:off x="3856392" y="2439125"/>
              <a:ext cx="25246" cy="26255"/>
            </a:xfrm>
            <a:custGeom>
              <a:avLst/>
              <a:gdLst/>
              <a:ahLst/>
              <a:cxnLst/>
              <a:rect l="0" t="0" r="0" b="0"/>
              <a:pathLst>
                <a:path w="25246" h="26255">
                  <a:moveTo>
                    <a:pt x="0" y="0"/>
                  </a:moveTo>
                  <a:lnTo>
                    <a:pt x="25246" y="26255"/>
                  </a:lnTo>
                </a:path>
              </a:pathLst>
            </a:custGeom>
            <a:noFill/>
            <a:ln w="8096">
              <a:solidFill>
                <a:srgbClr val="E8EBEE"/>
              </a:solidFill>
            </a:ln>
          </p:spPr>
        </p:sp>
        <p:sp>
          <p:nvSpPr>
            <p:cNvPr id="3666" name="Candidate_receptor__3665">
              <a:extLst>
                <a:ext uri="{FF2B5EF4-FFF2-40B4-BE49-F238E27FC236}">
                  <a16:creationId xmlns:a16="http://schemas.microsoft.com/office/drawing/2014/main" id="{30192E41-DFC4-A17B-D4C4-7F82BD4FE92A}"/>
                </a:ext>
              </a:extLst>
            </p:cNvPr>
            <p:cNvSpPr>
              <a:spLocks noGrp="1"/>
            </p:cNvSpPr>
            <p:nvPr/>
          </p:nvSpPr>
          <p:spPr>
            <a:xfrm>
              <a:off x="5872387" y="2531537"/>
              <a:ext cx="31383" cy="18467"/>
            </a:xfrm>
            <a:custGeom>
              <a:avLst/>
              <a:gdLst/>
              <a:ahLst/>
              <a:cxnLst/>
              <a:rect l="0" t="0" r="0" b="0"/>
              <a:pathLst>
                <a:path w="31383" h="18467">
                  <a:moveTo>
                    <a:pt x="0" y="0"/>
                  </a:moveTo>
                  <a:lnTo>
                    <a:pt x="31383" y="18467"/>
                  </a:lnTo>
                </a:path>
              </a:pathLst>
            </a:custGeom>
            <a:noFill/>
            <a:ln w="20003">
              <a:solidFill>
                <a:srgbClr val="E8EBEE"/>
              </a:solidFill>
            </a:ln>
          </p:spPr>
        </p:sp>
        <p:sp>
          <p:nvSpPr>
            <p:cNvPr id="3667" name="Candidate_receptor__3666">
              <a:extLst>
                <a:ext uri="{FF2B5EF4-FFF2-40B4-BE49-F238E27FC236}">
                  <a16:creationId xmlns:a16="http://schemas.microsoft.com/office/drawing/2014/main" id="{B1CAE1EB-60DD-1491-B66D-1A35AD938A03}"/>
                </a:ext>
              </a:extLst>
            </p:cNvPr>
            <p:cNvSpPr>
              <a:spLocks noGrp="1"/>
            </p:cNvSpPr>
            <p:nvPr/>
          </p:nvSpPr>
          <p:spPr>
            <a:xfrm>
              <a:off x="4277856" y="3187363"/>
              <a:ext cx="89020" cy="22744"/>
            </a:xfrm>
            <a:custGeom>
              <a:avLst/>
              <a:gdLst/>
              <a:ahLst/>
              <a:cxnLst/>
              <a:rect l="0" t="0" r="0" b="0"/>
              <a:pathLst>
                <a:path w="89020" h="22744">
                  <a:moveTo>
                    <a:pt x="0" y="22744"/>
                  </a:moveTo>
                  <a:lnTo>
                    <a:pt x="89020" y="0"/>
                  </a:lnTo>
                </a:path>
              </a:pathLst>
            </a:custGeom>
            <a:noFill/>
            <a:ln w="20003">
              <a:solidFill>
                <a:srgbClr val="E8EBEE"/>
              </a:solidFill>
            </a:ln>
          </p:spPr>
        </p:sp>
        <p:sp>
          <p:nvSpPr>
            <p:cNvPr id="3668" name="Candidate_receptor__3667">
              <a:extLst>
                <a:ext uri="{FF2B5EF4-FFF2-40B4-BE49-F238E27FC236}">
                  <a16:creationId xmlns:a16="http://schemas.microsoft.com/office/drawing/2014/main" id="{238F714F-656E-397A-368A-AA7AF8FFCA32}"/>
                </a:ext>
              </a:extLst>
            </p:cNvPr>
            <p:cNvSpPr>
              <a:spLocks noGrp="1"/>
            </p:cNvSpPr>
            <p:nvPr/>
          </p:nvSpPr>
          <p:spPr>
            <a:xfrm>
              <a:off x="4771122" y="2792359"/>
              <a:ext cx="65998" cy="22634"/>
            </a:xfrm>
            <a:custGeom>
              <a:avLst/>
              <a:gdLst/>
              <a:ahLst/>
              <a:cxnLst/>
              <a:rect l="0" t="0" r="0" b="0"/>
              <a:pathLst>
                <a:path w="65998" h="22634">
                  <a:moveTo>
                    <a:pt x="0" y="0"/>
                  </a:moveTo>
                  <a:lnTo>
                    <a:pt x="65998" y="22634"/>
                  </a:lnTo>
                </a:path>
              </a:pathLst>
            </a:custGeom>
            <a:noFill/>
            <a:ln w="20003">
              <a:solidFill>
                <a:srgbClr val="E8EBEE"/>
              </a:solidFill>
            </a:ln>
          </p:spPr>
        </p:sp>
        <p:sp>
          <p:nvSpPr>
            <p:cNvPr id="3669" name="Candidate_receptor__3668">
              <a:extLst>
                <a:ext uri="{FF2B5EF4-FFF2-40B4-BE49-F238E27FC236}">
                  <a16:creationId xmlns:a16="http://schemas.microsoft.com/office/drawing/2014/main" id="{8EB5415F-2910-54B1-ECA4-E8AD4A82F587}"/>
                </a:ext>
              </a:extLst>
            </p:cNvPr>
            <p:cNvSpPr>
              <a:spLocks noGrp="1"/>
            </p:cNvSpPr>
            <p:nvPr/>
          </p:nvSpPr>
          <p:spPr>
            <a:xfrm>
              <a:off x="5269135" y="2170806"/>
              <a:ext cx="36802" cy="94170"/>
            </a:xfrm>
            <a:custGeom>
              <a:avLst/>
              <a:gdLst/>
              <a:ahLst/>
              <a:cxnLst/>
              <a:rect l="0" t="0" r="0" b="0"/>
              <a:pathLst>
                <a:path w="36802" h="94170">
                  <a:moveTo>
                    <a:pt x="0" y="0"/>
                  </a:moveTo>
                  <a:lnTo>
                    <a:pt x="36802" y="94170"/>
                  </a:lnTo>
                </a:path>
              </a:pathLst>
            </a:custGeom>
            <a:noFill/>
            <a:ln w="8096">
              <a:solidFill>
                <a:srgbClr val="E8EBEE"/>
              </a:solidFill>
            </a:ln>
          </p:spPr>
        </p:sp>
        <p:sp>
          <p:nvSpPr>
            <p:cNvPr id="3670" name="Candidate_receptor__3669">
              <a:extLst>
                <a:ext uri="{FF2B5EF4-FFF2-40B4-BE49-F238E27FC236}">
                  <a16:creationId xmlns:a16="http://schemas.microsoft.com/office/drawing/2014/main" id="{E9BB4DC4-DC43-3F2F-AC70-413AB52B5676}"/>
                </a:ext>
              </a:extLst>
            </p:cNvPr>
            <p:cNvSpPr>
              <a:spLocks noGrp="1"/>
            </p:cNvSpPr>
            <p:nvPr/>
          </p:nvSpPr>
          <p:spPr>
            <a:xfrm>
              <a:off x="4496489" y="2662962"/>
              <a:ext cx="40678" cy="107624"/>
            </a:xfrm>
            <a:custGeom>
              <a:avLst/>
              <a:gdLst/>
              <a:ahLst/>
              <a:cxnLst/>
              <a:rect l="0" t="0" r="0" b="0"/>
              <a:pathLst>
                <a:path w="40678" h="107624">
                  <a:moveTo>
                    <a:pt x="40678" y="107624"/>
                  </a:moveTo>
                  <a:lnTo>
                    <a:pt x="0" y="0"/>
                  </a:lnTo>
                </a:path>
              </a:pathLst>
            </a:custGeom>
            <a:noFill/>
            <a:ln w="8096">
              <a:solidFill>
                <a:srgbClr val="E8EBEE"/>
              </a:solidFill>
            </a:ln>
          </p:spPr>
        </p:sp>
        <p:sp>
          <p:nvSpPr>
            <p:cNvPr id="3671" name="Candidate_receptor__3670">
              <a:extLst>
                <a:ext uri="{FF2B5EF4-FFF2-40B4-BE49-F238E27FC236}">
                  <a16:creationId xmlns:a16="http://schemas.microsoft.com/office/drawing/2014/main" id="{02A9C060-4A81-EC97-2569-4CA96B59947A}"/>
                </a:ext>
              </a:extLst>
            </p:cNvPr>
            <p:cNvSpPr>
              <a:spLocks noGrp="1"/>
            </p:cNvSpPr>
            <p:nvPr/>
          </p:nvSpPr>
          <p:spPr>
            <a:xfrm>
              <a:off x="5692506" y="2113263"/>
              <a:ext cx="105699" cy="45567"/>
            </a:xfrm>
            <a:custGeom>
              <a:avLst/>
              <a:gdLst/>
              <a:ahLst/>
              <a:cxnLst/>
              <a:rect l="0" t="0" r="0" b="0"/>
              <a:pathLst>
                <a:path w="105699" h="45567">
                  <a:moveTo>
                    <a:pt x="105699" y="0"/>
                  </a:moveTo>
                  <a:lnTo>
                    <a:pt x="0" y="45567"/>
                  </a:lnTo>
                </a:path>
              </a:pathLst>
            </a:custGeom>
            <a:noFill/>
            <a:ln w="20003">
              <a:solidFill>
                <a:srgbClr val="E8EBEE"/>
              </a:solidFill>
            </a:ln>
          </p:spPr>
        </p:sp>
        <p:sp>
          <p:nvSpPr>
            <p:cNvPr id="3672" name="Candidate_receptor__3671">
              <a:extLst>
                <a:ext uri="{FF2B5EF4-FFF2-40B4-BE49-F238E27FC236}">
                  <a16:creationId xmlns:a16="http://schemas.microsoft.com/office/drawing/2014/main" id="{28365E8A-75B6-A631-D257-9A9548932E13}"/>
                </a:ext>
              </a:extLst>
            </p:cNvPr>
            <p:cNvSpPr>
              <a:spLocks noGrp="1"/>
            </p:cNvSpPr>
            <p:nvPr/>
          </p:nvSpPr>
          <p:spPr>
            <a:xfrm>
              <a:off x="5575414" y="1739916"/>
              <a:ext cx="59391" cy="87555"/>
            </a:xfrm>
            <a:custGeom>
              <a:avLst/>
              <a:gdLst/>
              <a:ahLst/>
              <a:cxnLst/>
              <a:rect l="0" t="0" r="0" b="0"/>
              <a:pathLst>
                <a:path w="59391" h="87555">
                  <a:moveTo>
                    <a:pt x="0" y="0"/>
                  </a:moveTo>
                  <a:lnTo>
                    <a:pt x="59391" y="87555"/>
                  </a:lnTo>
                </a:path>
              </a:pathLst>
            </a:custGeom>
            <a:noFill/>
            <a:ln w="20003">
              <a:solidFill>
                <a:srgbClr val="E8EBEE"/>
              </a:solidFill>
            </a:ln>
          </p:spPr>
        </p:sp>
        <p:sp>
          <p:nvSpPr>
            <p:cNvPr id="3673" name="Candidate_receptor__3672">
              <a:extLst>
                <a:ext uri="{FF2B5EF4-FFF2-40B4-BE49-F238E27FC236}">
                  <a16:creationId xmlns:a16="http://schemas.microsoft.com/office/drawing/2014/main" id="{59EA3135-6BDC-E44E-6E35-F2FD82610307}"/>
                </a:ext>
              </a:extLst>
            </p:cNvPr>
            <p:cNvSpPr>
              <a:spLocks noGrp="1"/>
            </p:cNvSpPr>
            <p:nvPr/>
          </p:nvSpPr>
          <p:spPr>
            <a:xfrm>
              <a:off x="4029307" y="2560735"/>
              <a:ext cx="83670" cy="76064"/>
            </a:xfrm>
            <a:custGeom>
              <a:avLst/>
              <a:gdLst/>
              <a:ahLst/>
              <a:cxnLst/>
              <a:rect l="0" t="0" r="0" b="0"/>
              <a:pathLst>
                <a:path w="83670" h="76064">
                  <a:moveTo>
                    <a:pt x="0" y="76064"/>
                  </a:moveTo>
                  <a:lnTo>
                    <a:pt x="83670" y="0"/>
                  </a:lnTo>
                </a:path>
              </a:pathLst>
            </a:custGeom>
            <a:noFill/>
            <a:ln w="8096">
              <a:solidFill>
                <a:srgbClr val="E8EBEE"/>
              </a:solidFill>
            </a:ln>
          </p:spPr>
        </p:sp>
        <p:sp>
          <p:nvSpPr>
            <p:cNvPr id="3674" name="Candidate_receptor__3673">
              <a:extLst>
                <a:ext uri="{FF2B5EF4-FFF2-40B4-BE49-F238E27FC236}">
                  <a16:creationId xmlns:a16="http://schemas.microsoft.com/office/drawing/2014/main" id="{812C5EF9-FF6F-6126-B7C5-CFE30DBFC792}"/>
                </a:ext>
              </a:extLst>
            </p:cNvPr>
            <p:cNvSpPr>
              <a:spLocks noGrp="1"/>
            </p:cNvSpPr>
            <p:nvPr/>
          </p:nvSpPr>
          <p:spPr>
            <a:xfrm>
              <a:off x="5953116" y="1938974"/>
              <a:ext cx="74606" cy="58578"/>
            </a:xfrm>
            <a:custGeom>
              <a:avLst/>
              <a:gdLst/>
              <a:ahLst/>
              <a:cxnLst/>
              <a:rect l="0" t="0" r="0" b="0"/>
              <a:pathLst>
                <a:path w="74606" h="58578">
                  <a:moveTo>
                    <a:pt x="74606" y="0"/>
                  </a:moveTo>
                  <a:lnTo>
                    <a:pt x="0" y="58578"/>
                  </a:lnTo>
                </a:path>
              </a:pathLst>
            </a:custGeom>
            <a:noFill/>
            <a:ln w="8096">
              <a:solidFill>
                <a:srgbClr val="E8EBEE"/>
              </a:solidFill>
            </a:ln>
          </p:spPr>
        </p:sp>
        <p:sp>
          <p:nvSpPr>
            <p:cNvPr id="3675" name="Candidate_receptor__3674">
              <a:extLst>
                <a:ext uri="{FF2B5EF4-FFF2-40B4-BE49-F238E27FC236}">
                  <a16:creationId xmlns:a16="http://schemas.microsoft.com/office/drawing/2014/main" id="{1FF49BC7-C5F0-F5C0-C378-E0AB314DEF58}"/>
                </a:ext>
              </a:extLst>
            </p:cNvPr>
            <p:cNvSpPr>
              <a:spLocks noGrp="1"/>
            </p:cNvSpPr>
            <p:nvPr/>
          </p:nvSpPr>
          <p:spPr>
            <a:xfrm>
              <a:off x="4837120" y="2814993"/>
              <a:ext cx="86327" cy="29264"/>
            </a:xfrm>
            <a:custGeom>
              <a:avLst/>
              <a:gdLst/>
              <a:ahLst/>
              <a:cxnLst/>
              <a:rect l="0" t="0" r="0" b="0"/>
              <a:pathLst>
                <a:path w="86327" h="29264">
                  <a:moveTo>
                    <a:pt x="0" y="0"/>
                  </a:moveTo>
                  <a:lnTo>
                    <a:pt x="86327" y="29264"/>
                  </a:lnTo>
                </a:path>
              </a:pathLst>
            </a:custGeom>
            <a:noFill/>
            <a:ln w="20003">
              <a:solidFill>
                <a:srgbClr val="E8EBEE"/>
              </a:solidFill>
            </a:ln>
          </p:spPr>
        </p:sp>
        <p:sp>
          <p:nvSpPr>
            <p:cNvPr id="3676" name="Candidate_receptor__3675">
              <a:extLst>
                <a:ext uri="{FF2B5EF4-FFF2-40B4-BE49-F238E27FC236}">
                  <a16:creationId xmlns:a16="http://schemas.microsoft.com/office/drawing/2014/main" id="{C6D3DFE2-D5F7-BCDC-F3A9-CA69CBDE2BC5}"/>
                </a:ext>
              </a:extLst>
            </p:cNvPr>
            <p:cNvSpPr>
              <a:spLocks noGrp="1"/>
            </p:cNvSpPr>
            <p:nvPr/>
          </p:nvSpPr>
          <p:spPr>
            <a:xfrm>
              <a:off x="4605674" y="3006437"/>
              <a:ext cx="39341" cy="11812"/>
            </a:xfrm>
            <a:custGeom>
              <a:avLst/>
              <a:gdLst/>
              <a:ahLst/>
              <a:cxnLst/>
              <a:rect l="0" t="0" r="0" b="0"/>
              <a:pathLst>
                <a:path w="39341" h="11812">
                  <a:moveTo>
                    <a:pt x="0" y="0"/>
                  </a:moveTo>
                  <a:lnTo>
                    <a:pt x="39341" y="11812"/>
                  </a:lnTo>
                </a:path>
              </a:pathLst>
            </a:custGeom>
            <a:noFill/>
            <a:ln w="20003">
              <a:solidFill>
                <a:srgbClr val="E8EBEE"/>
              </a:solidFill>
            </a:ln>
          </p:spPr>
        </p:sp>
        <p:sp>
          <p:nvSpPr>
            <p:cNvPr id="3677" name="Candidate_receptor__3676">
              <a:extLst>
                <a:ext uri="{FF2B5EF4-FFF2-40B4-BE49-F238E27FC236}">
                  <a16:creationId xmlns:a16="http://schemas.microsoft.com/office/drawing/2014/main" id="{790AAE02-E1E9-EC56-63FE-7536D7DA36B2}"/>
                </a:ext>
              </a:extLst>
            </p:cNvPr>
            <p:cNvSpPr>
              <a:spLocks noGrp="1"/>
            </p:cNvSpPr>
            <p:nvPr/>
          </p:nvSpPr>
          <p:spPr>
            <a:xfrm>
              <a:off x="5998619" y="2260197"/>
              <a:ext cx="47583" cy="62311"/>
            </a:xfrm>
            <a:custGeom>
              <a:avLst/>
              <a:gdLst/>
              <a:ahLst/>
              <a:cxnLst/>
              <a:rect l="0" t="0" r="0" b="0"/>
              <a:pathLst>
                <a:path w="47583" h="62311">
                  <a:moveTo>
                    <a:pt x="47583" y="62311"/>
                  </a:moveTo>
                  <a:lnTo>
                    <a:pt x="0" y="0"/>
                  </a:lnTo>
                </a:path>
              </a:pathLst>
            </a:custGeom>
            <a:noFill/>
            <a:ln w="20003">
              <a:solidFill>
                <a:srgbClr val="E8EBEE"/>
              </a:solidFill>
            </a:ln>
          </p:spPr>
        </p:sp>
        <p:sp>
          <p:nvSpPr>
            <p:cNvPr id="3678" name="Candidate_receptor__3677">
              <a:extLst>
                <a:ext uri="{FF2B5EF4-FFF2-40B4-BE49-F238E27FC236}">
                  <a16:creationId xmlns:a16="http://schemas.microsoft.com/office/drawing/2014/main" id="{D1AA3176-0A70-850A-A1F1-C023378A2572}"/>
                </a:ext>
              </a:extLst>
            </p:cNvPr>
            <p:cNvSpPr>
              <a:spLocks noGrp="1"/>
            </p:cNvSpPr>
            <p:nvPr/>
          </p:nvSpPr>
          <p:spPr>
            <a:xfrm>
              <a:off x="4553197" y="3632660"/>
              <a:ext cx="100463" cy="54413"/>
            </a:xfrm>
            <a:custGeom>
              <a:avLst/>
              <a:gdLst/>
              <a:ahLst/>
              <a:cxnLst/>
              <a:rect l="0" t="0" r="0" b="0"/>
              <a:pathLst>
                <a:path w="100463" h="54413">
                  <a:moveTo>
                    <a:pt x="100463" y="0"/>
                  </a:moveTo>
                  <a:lnTo>
                    <a:pt x="0" y="54413"/>
                  </a:lnTo>
                </a:path>
              </a:pathLst>
            </a:custGeom>
            <a:noFill/>
            <a:ln w="8096">
              <a:solidFill>
                <a:srgbClr val="E8EBEE"/>
              </a:solidFill>
            </a:ln>
          </p:spPr>
        </p:sp>
        <p:sp>
          <p:nvSpPr>
            <p:cNvPr id="3679" name="Candidate_receptor__3678">
              <a:extLst>
                <a:ext uri="{FF2B5EF4-FFF2-40B4-BE49-F238E27FC236}">
                  <a16:creationId xmlns:a16="http://schemas.microsoft.com/office/drawing/2014/main" id="{8411B3C0-CF53-3671-213B-96BBD114505E}"/>
                </a:ext>
              </a:extLst>
            </p:cNvPr>
            <p:cNvSpPr>
              <a:spLocks noGrp="1"/>
            </p:cNvSpPr>
            <p:nvPr/>
          </p:nvSpPr>
          <p:spPr>
            <a:xfrm>
              <a:off x="4990336" y="3296928"/>
              <a:ext cx="82271" cy="68099"/>
            </a:xfrm>
            <a:custGeom>
              <a:avLst/>
              <a:gdLst/>
              <a:ahLst/>
              <a:cxnLst/>
              <a:rect l="0" t="0" r="0" b="0"/>
              <a:pathLst>
                <a:path w="82271" h="68099">
                  <a:moveTo>
                    <a:pt x="0" y="0"/>
                  </a:moveTo>
                  <a:lnTo>
                    <a:pt x="82271" y="68099"/>
                  </a:lnTo>
                </a:path>
              </a:pathLst>
            </a:custGeom>
            <a:noFill/>
            <a:ln w="20003">
              <a:solidFill>
                <a:srgbClr val="E8EBEE"/>
              </a:solidFill>
            </a:ln>
          </p:spPr>
        </p:sp>
        <p:sp>
          <p:nvSpPr>
            <p:cNvPr id="3680" name="Candidate_receptor__3679">
              <a:extLst>
                <a:ext uri="{FF2B5EF4-FFF2-40B4-BE49-F238E27FC236}">
                  <a16:creationId xmlns:a16="http://schemas.microsoft.com/office/drawing/2014/main" id="{A6BD1B9F-6AE3-1933-93E0-1341D83EE85C}"/>
                </a:ext>
              </a:extLst>
            </p:cNvPr>
            <p:cNvSpPr>
              <a:spLocks noGrp="1"/>
            </p:cNvSpPr>
            <p:nvPr/>
          </p:nvSpPr>
          <p:spPr>
            <a:xfrm>
              <a:off x="5287768" y="2008970"/>
              <a:ext cx="69728" cy="805"/>
            </a:xfrm>
            <a:custGeom>
              <a:avLst/>
              <a:gdLst/>
              <a:ahLst/>
              <a:cxnLst/>
              <a:rect l="0" t="0" r="0" b="0"/>
              <a:pathLst>
                <a:path w="69728" h="805">
                  <a:moveTo>
                    <a:pt x="69728" y="805"/>
                  </a:moveTo>
                  <a:lnTo>
                    <a:pt x="0" y="0"/>
                  </a:lnTo>
                </a:path>
              </a:pathLst>
            </a:custGeom>
            <a:noFill/>
            <a:ln w="8096">
              <a:solidFill>
                <a:srgbClr val="E8EBEE"/>
              </a:solidFill>
            </a:ln>
          </p:spPr>
        </p:sp>
        <p:sp>
          <p:nvSpPr>
            <p:cNvPr id="3681" name="Candidate_receptor__3680">
              <a:extLst>
                <a:ext uri="{FF2B5EF4-FFF2-40B4-BE49-F238E27FC236}">
                  <a16:creationId xmlns:a16="http://schemas.microsoft.com/office/drawing/2014/main" id="{DAAC4E2D-8DB7-25A2-0D74-B126694066E4}"/>
                </a:ext>
              </a:extLst>
            </p:cNvPr>
            <p:cNvSpPr>
              <a:spLocks noGrp="1"/>
            </p:cNvSpPr>
            <p:nvPr/>
          </p:nvSpPr>
          <p:spPr>
            <a:xfrm>
              <a:off x="4900155" y="2679779"/>
              <a:ext cx="95624" cy="49613"/>
            </a:xfrm>
            <a:custGeom>
              <a:avLst/>
              <a:gdLst/>
              <a:ahLst/>
              <a:cxnLst/>
              <a:rect l="0" t="0" r="0" b="0"/>
              <a:pathLst>
                <a:path w="95624" h="49613">
                  <a:moveTo>
                    <a:pt x="0" y="0"/>
                  </a:moveTo>
                  <a:lnTo>
                    <a:pt x="95624" y="49613"/>
                  </a:lnTo>
                </a:path>
              </a:pathLst>
            </a:custGeom>
            <a:noFill/>
            <a:ln w="20003">
              <a:solidFill>
                <a:srgbClr val="E8EBEE"/>
              </a:solidFill>
            </a:ln>
          </p:spPr>
        </p:sp>
        <p:sp>
          <p:nvSpPr>
            <p:cNvPr id="3682" name="Candidate_receptor__3681">
              <a:extLst>
                <a:ext uri="{FF2B5EF4-FFF2-40B4-BE49-F238E27FC236}">
                  <a16:creationId xmlns:a16="http://schemas.microsoft.com/office/drawing/2014/main" id="{FDFF5F6A-78DB-13FD-D5BE-267D142C358A}"/>
                </a:ext>
              </a:extLst>
            </p:cNvPr>
            <p:cNvSpPr>
              <a:spLocks noGrp="1"/>
            </p:cNvSpPr>
            <p:nvPr/>
          </p:nvSpPr>
          <p:spPr>
            <a:xfrm>
              <a:off x="5139806" y="2558936"/>
              <a:ext cx="89368" cy="62885"/>
            </a:xfrm>
            <a:custGeom>
              <a:avLst/>
              <a:gdLst/>
              <a:ahLst/>
              <a:cxnLst/>
              <a:rect l="0" t="0" r="0" b="0"/>
              <a:pathLst>
                <a:path w="89368" h="62885">
                  <a:moveTo>
                    <a:pt x="0" y="62885"/>
                  </a:moveTo>
                  <a:lnTo>
                    <a:pt x="89368" y="0"/>
                  </a:lnTo>
                </a:path>
              </a:pathLst>
            </a:custGeom>
            <a:noFill/>
            <a:ln w="8096">
              <a:solidFill>
                <a:srgbClr val="E8ECEE"/>
              </a:solidFill>
            </a:ln>
          </p:spPr>
        </p:sp>
        <p:sp>
          <p:nvSpPr>
            <p:cNvPr id="3683" name="Candidate_receptor__3682">
              <a:extLst>
                <a:ext uri="{FF2B5EF4-FFF2-40B4-BE49-F238E27FC236}">
                  <a16:creationId xmlns:a16="http://schemas.microsoft.com/office/drawing/2014/main" id="{C9FE2359-4CFC-C6A3-B086-C3BD40D3BA67}"/>
                </a:ext>
              </a:extLst>
            </p:cNvPr>
            <p:cNvSpPr>
              <a:spLocks noGrp="1"/>
            </p:cNvSpPr>
            <p:nvPr/>
          </p:nvSpPr>
          <p:spPr>
            <a:xfrm>
              <a:off x="3724152" y="2520007"/>
              <a:ext cx="80704" cy="75679"/>
            </a:xfrm>
            <a:custGeom>
              <a:avLst/>
              <a:gdLst/>
              <a:ahLst/>
              <a:cxnLst/>
              <a:rect l="0" t="0" r="0" b="0"/>
              <a:pathLst>
                <a:path w="80704" h="75679">
                  <a:moveTo>
                    <a:pt x="0" y="0"/>
                  </a:moveTo>
                  <a:lnTo>
                    <a:pt x="80704" y="75679"/>
                  </a:lnTo>
                </a:path>
              </a:pathLst>
            </a:custGeom>
            <a:noFill/>
            <a:ln w="8096">
              <a:solidFill>
                <a:srgbClr val="E8ECEE"/>
              </a:solidFill>
            </a:ln>
          </p:spPr>
        </p:sp>
        <p:sp>
          <p:nvSpPr>
            <p:cNvPr id="3684" name="Candidate_receptor__3683">
              <a:extLst>
                <a:ext uri="{FF2B5EF4-FFF2-40B4-BE49-F238E27FC236}">
                  <a16:creationId xmlns:a16="http://schemas.microsoft.com/office/drawing/2014/main" id="{0705E86C-03EE-5975-38C0-C28615053590}"/>
                </a:ext>
              </a:extLst>
            </p:cNvPr>
            <p:cNvSpPr>
              <a:spLocks noGrp="1"/>
            </p:cNvSpPr>
            <p:nvPr/>
          </p:nvSpPr>
          <p:spPr>
            <a:xfrm>
              <a:off x="5269479" y="2855415"/>
              <a:ext cx="20585" cy="83720"/>
            </a:xfrm>
            <a:custGeom>
              <a:avLst/>
              <a:gdLst/>
              <a:ahLst/>
              <a:cxnLst/>
              <a:rect l="0" t="0" r="0" b="0"/>
              <a:pathLst>
                <a:path w="20585" h="83720">
                  <a:moveTo>
                    <a:pt x="20585" y="0"/>
                  </a:moveTo>
                  <a:lnTo>
                    <a:pt x="0" y="83720"/>
                  </a:lnTo>
                </a:path>
              </a:pathLst>
            </a:custGeom>
            <a:noFill/>
            <a:ln w="20003">
              <a:solidFill>
                <a:srgbClr val="E8ECEE"/>
              </a:solidFill>
            </a:ln>
          </p:spPr>
        </p:sp>
        <p:sp>
          <p:nvSpPr>
            <p:cNvPr id="3685" name="Candidate_receptor__3684">
              <a:extLst>
                <a:ext uri="{FF2B5EF4-FFF2-40B4-BE49-F238E27FC236}">
                  <a16:creationId xmlns:a16="http://schemas.microsoft.com/office/drawing/2014/main" id="{A69C4148-1881-F1CF-88D1-3C561CC6A372}"/>
                </a:ext>
              </a:extLst>
            </p:cNvPr>
            <p:cNvSpPr>
              <a:spLocks noGrp="1"/>
            </p:cNvSpPr>
            <p:nvPr/>
          </p:nvSpPr>
          <p:spPr>
            <a:xfrm>
              <a:off x="5991659" y="2440671"/>
              <a:ext cx="54979" cy="98059"/>
            </a:xfrm>
            <a:custGeom>
              <a:avLst/>
              <a:gdLst/>
              <a:ahLst/>
              <a:cxnLst/>
              <a:rect l="0" t="0" r="0" b="0"/>
              <a:pathLst>
                <a:path w="54979" h="98059">
                  <a:moveTo>
                    <a:pt x="0" y="0"/>
                  </a:moveTo>
                  <a:lnTo>
                    <a:pt x="54979" y="98059"/>
                  </a:lnTo>
                </a:path>
              </a:pathLst>
            </a:custGeom>
            <a:noFill/>
            <a:ln w="20003">
              <a:solidFill>
                <a:srgbClr val="E8ECEE"/>
              </a:solidFill>
            </a:ln>
          </p:spPr>
        </p:sp>
        <p:sp>
          <p:nvSpPr>
            <p:cNvPr id="3686" name="Candidate_receptor__3685">
              <a:extLst>
                <a:ext uri="{FF2B5EF4-FFF2-40B4-BE49-F238E27FC236}">
                  <a16:creationId xmlns:a16="http://schemas.microsoft.com/office/drawing/2014/main" id="{9AD31A2B-7718-650A-F55A-F28670052D29}"/>
                </a:ext>
              </a:extLst>
            </p:cNvPr>
            <p:cNvSpPr>
              <a:spLocks noGrp="1"/>
            </p:cNvSpPr>
            <p:nvPr/>
          </p:nvSpPr>
          <p:spPr>
            <a:xfrm>
              <a:off x="4553197" y="3687073"/>
              <a:ext cx="48338" cy="103823"/>
            </a:xfrm>
            <a:custGeom>
              <a:avLst/>
              <a:gdLst/>
              <a:ahLst/>
              <a:cxnLst/>
              <a:rect l="0" t="0" r="0" b="0"/>
              <a:pathLst>
                <a:path w="48338" h="103823">
                  <a:moveTo>
                    <a:pt x="0" y="0"/>
                  </a:moveTo>
                  <a:lnTo>
                    <a:pt x="48338" y="103823"/>
                  </a:lnTo>
                </a:path>
              </a:pathLst>
            </a:custGeom>
            <a:noFill/>
            <a:ln w="8096">
              <a:solidFill>
                <a:srgbClr val="E8ECEE"/>
              </a:solidFill>
            </a:ln>
          </p:spPr>
        </p:sp>
        <p:sp>
          <p:nvSpPr>
            <p:cNvPr id="3687" name="Candidate_receptor__3686">
              <a:extLst>
                <a:ext uri="{FF2B5EF4-FFF2-40B4-BE49-F238E27FC236}">
                  <a16:creationId xmlns:a16="http://schemas.microsoft.com/office/drawing/2014/main" id="{D43E8CF0-30E7-3C99-CE25-331147F95DDE}"/>
                </a:ext>
              </a:extLst>
            </p:cNvPr>
            <p:cNvSpPr>
              <a:spLocks noGrp="1"/>
            </p:cNvSpPr>
            <p:nvPr/>
          </p:nvSpPr>
          <p:spPr>
            <a:xfrm>
              <a:off x="5120314" y="3223592"/>
              <a:ext cx="80097" cy="47672"/>
            </a:xfrm>
            <a:custGeom>
              <a:avLst/>
              <a:gdLst/>
              <a:ahLst/>
              <a:cxnLst/>
              <a:rect l="0" t="0" r="0" b="0"/>
              <a:pathLst>
                <a:path w="80097" h="47672">
                  <a:moveTo>
                    <a:pt x="0" y="0"/>
                  </a:moveTo>
                  <a:lnTo>
                    <a:pt x="80097" y="47672"/>
                  </a:lnTo>
                </a:path>
              </a:pathLst>
            </a:custGeom>
            <a:noFill/>
            <a:ln w="20003">
              <a:solidFill>
                <a:srgbClr val="E8ECEE"/>
              </a:solidFill>
            </a:ln>
          </p:spPr>
        </p:sp>
        <p:sp>
          <p:nvSpPr>
            <p:cNvPr id="3688" name="Candidate_receptor__3687">
              <a:extLst>
                <a:ext uri="{FF2B5EF4-FFF2-40B4-BE49-F238E27FC236}">
                  <a16:creationId xmlns:a16="http://schemas.microsoft.com/office/drawing/2014/main" id="{F01906C2-7E71-40FB-4D8C-5936715E6580}"/>
                </a:ext>
              </a:extLst>
            </p:cNvPr>
            <p:cNvSpPr>
              <a:spLocks noGrp="1"/>
            </p:cNvSpPr>
            <p:nvPr/>
          </p:nvSpPr>
          <p:spPr>
            <a:xfrm>
              <a:off x="4378251" y="2570655"/>
              <a:ext cx="8765" cy="9006"/>
            </a:xfrm>
            <a:custGeom>
              <a:avLst/>
              <a:gdLst/>
              <a:ahLst/>
              <a:cxnLst/>
              <a:rect l="0" t="0" r="0" b="0"/>
              <a:pathLst>
                <a:path w="8765" h="9006">
                  <a:moveTo>
                    <a:pt x="8765" y="9006"/>
                  </a:moveTo>
                  <a:lnTo>
                    <a:pt x="0" y="0"/>
                  </a:lnTo>
                </a:path>
              </a:pathLst>
            </a:custGeom>
            <a:noFill/>
            <a:ln w="8096">
              <a:solidFill>
                <a:srgbClr val="E8ECEE"/>
              </a:solidFill>
            </a:ln>
          </p:spPr>
        </p:sp>
        <p:sp>
          <p:nvSpPr>
            <p:cNvPr id="3689" name="Candidate_receptor__3688">
              <a:extLst>
                <a:ext uri="{FF2B5EF4-FFF2-40B4-BE49-F238E27FC236}">
                  <a16:creationId xmlns:a16="http://schemas.microsoft.com/office/drawing/2014/main" id="{27C8A71D-3A2D-055B-1B5D-5DB08FD652C1}"/>
                </a:ext>
              </a:extLst>
            </p:cNvPr>
            <p:cNvSpPr>
              <a:spLocks noGrp="1"/>
            </p:cNvSpPr>
            <p:nvPr/>
          </p:nvSpPr>
          <p:spPr>
            <a:xfrm>
              <a:off x="5615300" y="2082837"/>
              <a:ext cx="77205" cy="75993"/>
            </a:xfrm>
            <a:custGeom>
              <a:avLst/>
              <a:gdLst/>
              <a:ahLst/>
              <a:cxnLst/>
              <a:rect l="0" t="0" r="0" b="0"/>
              <a:pathLst>
                <a:path w="77205" h="75993">
                  <a:moveTo>
                    <a:pt x="77205" y="75993"/>
                  </a:moveTo>
                  <a:lnTo>
                    <a:pt x="0" y="0"/>
                  </a:lnTo>
                </a:path>
              </a:pathLst>
            </a:custGeom>
            <a:noFill/>
            <a:ln w="8096">
              <a:solidFill>
                <a:srgbClr val="E8ECEE"/>
              </a:solidFill>
            </a:ln>
          </p:spPr>
        </p:sp>
        <p:sp>
          <p:nvSpPr>
            <p:cNvPr id="3690" name="Candidate_receptor__3689">
              <a:extLst>
                <a:ext uri="{FF2B5EF4-FFF2-40B4-BE49-F238E27FC236}">
                  <a16:creationId xmlns:a16="http://schemas.microsoft.com/office/drawing/2014/main" id="{994A58DF-9A7D-E5B1-799B-1DC9D8883862}"/>
                </a:ext>
              </a:extLst>
            </p:cNvPr>
            <p:cNvSpPr>
              <a:spLocks noGrp="1"/>
            </p:cNvSpPr>
            <p:nvPr/>
          </p:nvSpPr>
          <p:spPr>
            <a:xfrm>
              <a:off x="3626737" y="2760720"/>
              <a:ext cx="99087" cy="58644"/>
            </a:xfrm>
            <a:custGeom>
              <a:avLst/>
              <a:gdLst/>
              <a:ahLst/>
              <a:cxnLst/>
              <a:rect l="0" t="0" r="0" b="0"/>
              <a:pathLst>
                <a:path w="99087" h="58644">
                  <a:moveTo>
                    <a:pt x="0" y="0"/>
                  </a:moveTo>
                  <a:lnTo>
                    <a:pt x="99087" y="58644"/>
                  </a:lnTo>
                </a:path>
              </a:pathLst>
            </a:custGeom>
            <a:noFill/>
            <a:ln w="8096">
              <a:solidFill>
                <a:srgbClr val="E8ECEE"/>
              </a:solidFill>
            </a:ln>
          </p:spPr>
        </p:sp>
        <p:sp>
          <p:nvSpPr>
            <p:cNvPr id="3691" name="Candidate_receptor__3690">
              <a:extLst>
                <a:ext uri="{FF2B5EF4-FFF2-40B4-BE49-F238E27FC236}">
                  <a16:creationId xmlns:a16="http://schemas.microsoft.com/office/drawing/2014/main" id="{9EC02CA0-48FB-4E24-1B19-19384BEF7375}"/>
                </a:ext>
              </a:extLst>
            </p:cNvPr>
            <p:cNvSpPr>
              <a:spLocks noGrp="1"/>
            </p:cNvSpPr>
            <p:nvPr/>
          </p:nvSpPr>
          <p:spPr>
            <a:xfrm>
              <a:off x="4913548" y="3296928"/>
              <a:ext cx="76788" cy="85166"/>
            </a:xfrm>
            <a:custGeom>
              <a:avLst/>
              <a:gdLst/>
              <a:ahLst/>
              <a:cxnLst/>
              <a:rect l="0" t="0" r="0" b="0"/>
              <a:pathLst>
                <a:path w="76788" h="85166">
                  <a:moveTo>
                    <a:pt x="0" y="85166"/>
                  </a:moveTo>
                  <a:lnTo>
                    <a:pt x="76788" y="0"/>
                  </a:lnTo>
                </a:path>
              </a:pathLst>
            </a:custGeom>
            <a:noFill/>
            <a:ln w="20003">
              <a:solidFill>
                <a:srgbClr val="E8ECEE"/>
              </a:solidFill>
            </a:ln>
          </p:spPr>
        </p:sp>
        <p:sp>
          <p:nvSpPr>
            <p:cNvPr id="3692" name="Candidate_receptor__3691">
              <a:extLst>
                <a:ext uri="{FF2B5EF4-FFF2-40B4-BE49-F238E27FC236}">
                  <a16:creationId xmlns:a16="http://schemas.microsoft.com/office/drawing/2014/main" id="{3FABDA8B-B2E8-A80D-60FA-90553D785628}"/>
                </a:ext>
              </a:extLst>
            </p:cNvPr>
            <p:cNvSpPr>
              <a:spLocks noGrp="1"/>
            </p:cNvSpPr>
            <p:nvPr/>
          </p:nvSpPr>
          <p:spPr>
            <a:xfrm>
              <a:off x="4672157" y="2879737"/>
              <a:ext cx="94903" cy="62980"/>
            </a:xfrm>
            <a:custGeom>
              <a:avLst/>
              <a:gdLst/>
              <a:ahLst/>
              <a:cxnLst/>
              <a:rect l="0" t="0" r="0" b="0"/>
              <a:pathLst>
                <a:path w="94903" h="62980">
                  <a:moveTo>
                    <a:pt x="0" y="0"/>
                  </a:moveTo>
                  <a:lnTo>
                    <a:pt x="94903" y="62980"/>
                  </a:lnTo>
                </a:path>
              </a:pathLst>
            </a:custGeom>
            <a:noFill/>
            <a:ln w="20003">
              <a:solidFill>
                <a:srgbClr val="E8ECEE"/>
              </a:solidFill>
            </a:ln>
          </p:spPr>
        </p:sp>
        <p:sp>
          <p:nvSpPr>
            <p:cNvPr id="3693" name="Candidate_receptor__3692">
              <a:extLst>
                <a:ext uri="{FF2B5EF4-FFF2-40B4-BE49-F238E27FC236}">
                  <a16:creationId xmlns:a16="http://schemas.microsoft.com/office/drawing/2014/main" id="{7DB65C0F-E52F-6C19-69D0-30C7A88953F6}"/>
                </a:ext>
              </a:extLst>
            </p:cNvPr>
            <p:cNvSpPr>
              <a:spLocks noGrp="1"/>
            </p:cNvSpPr>
            <p:nvPr/>
          </p:nvSpPr>
          <p:spPr>
            <a:xfrm>
              <a:off x="4366876" y="3072618"/>
              <a:ext cx="1363" cy="114745"/>
            </a:xfrm>
            <a:custGeom>
              <a:avLst/>
              <a:gdLst/>
              <a:ahLst/>
              <a:cxnLst/>
              <a:rect l="0" t="0" r="0" b="0"/>
              <a:pathLst>
                <a:path w="1363" h="114745">
                  <a:moveTo>
                    <a:pt x="0" y="114745"/>
                  </a:moveTo>
                  <a:lnTo>
                    <a:pt x="1363" y="0"/>
                  </a:lnTo>
                </a:path>
              </a:pathLst>
            </a:custGeom>
            <a:noFill/>
            <a:ln w="20003">
              <a:solidFill>
                <a:srgbClr val="E8ECEE"/>
              </a:solidFill>
            </a:ln>
          </p:spPr>
        </p:sp>
        <p:sp>
          <p:nvSpPr>
            <p:cNvPr id="3694" name="Candidate_receptor__3693">
              <a:extLst>
                <a:ext uri="{FF2B5EF4-FFF2-40B4-BE49-F238E27FC236}">
                  <a16:creationId xmlns:a16="http://schemas.microsoft.com/office/drawing/2014/main" id="{A94C5C59-4306-3582-4510-92ABC4796438}"/>
                </a:ext>
              </a:extLst>
            </p:cNvPr>
            <p:cNvSpPr>
              <a:spLocks noGrp="1"/>
            </p:cNvSpPr>
            <p:nvPr/>
          </p:nvSpPr>
          <p:spPr>
            <a:xfrm>
              <a:off x="5807179" y="2442393"/>
              <a:ext cx="65208" cy="89145"/>
            </a:xfrm>
            <a:custGeom>
              <a:avLst/>
              <a:gdLst/>
              <a:ahLst/>
              <a:cxnLst/>
              <a:rect l="0" t="0" r="0" b="0"/>
              <a:pathLst>
                <a:path w="65208" h="89145">
                  <a:moveTo>
                    <a:pt x="0" y="0"/>
                  </a:moveTo>
                  <a:lnTo>
                    <a:pt x="65208" y="89145"/>
                  </a:lnTo>
                </a:path>
              </a:pathLst>
            </a:custGeom>
            <a:noFill/>
            <a:ln w="20003">
              <a:solidFill>
                <a:srgbClr val="E8ECEE"/>
              </a:solidFill>
            </a:ln>
          </p:spPr>
        </p:sp>
        <p:sp>
          <p:nvSpPr>
            <p:cNvPr id="3695" name="Candidate_receptor__3694">
              <a:extLst>
                <a:ext uri="{FF2B5EF4-FFF2-40B4-BE49-F238E27FC236}">
                  <a16:creationId xmlns:a16="http://schemas.microsoft.com/office/drawing/2014/main" id="{C32456F5-6880-DD4C-1079-BE10FA5DCC4B}"/>
                </a:ext>
              </a:extLst>
            </p:cNvPr>
            <p:cNvSpPr>
              <a:spLocks noGrp="1"/>
            </p:cNvSpPr>
            <p:nvPr/>
          </p:nvSpPr>
          <p:spPr>
            <a:xfrm>
              <a:off x="5035042" y="2575512"/>
              <a:ext cx="104764" cy="46309"/>
            </a:xfrm>
            <a:custGeom>
              <a:avLst/>
              <a:gdLst/>
              <a:ahLst/>
              <a:cxnLst/>
              <a:rect l="0" t="0" r="0" b="0"/>
              <a:pathLst>
                <a:path w="104764" h="46309">
                  <a:moveTo>
                    <a:pt x="0" y="0"/>
                  </a:moveTo>
                  <a:lnTo>
                    <a:pt x="104764" y="46309"/>
                  </a:lnTo>
                </a:path>
              </a:pathLst>
            </a:custGeom>
            <a:noFill/>
            <a:ln w="20003">
              <a:solidFill>
                <a:srgbClr val="E8ECEE"/>
              </a:solidFill>
            </a:ln>
          </p:spPr>
        </p:sp>
        <p:sp>
          <p:nvSpPr>
            <p:cNvPr id="3696" name="Candidate_receptor__3695">
              <a:extLst>
                <a:ext uri="{FF2B5EF4-FFF2-40B4-BE49-F238E27FC236}">
                  <a16:creationId xmlns:a16="http://schemas.microsoft.com/office/drawing/2014/main" id="{5F993DF6-F7F6-CD32-E35E-FF0461A94547}"/>
                </a:ext>
              </a:extLst>
            </p:cNvPr>
            <p:cNvSpPr>
              <a:spLocks noGrp="1"/>
            </p:cNvSpPr>
            <p:nvPr/>
          </p:nvSpPr>
          <p:spPr>
            <a:xfrm>
              <a:off x="5357495" y="2009774"/>
              <a:ext cx="80426" cy="71791"/>
            </a:xfrm>
            <a:custGeom>
              <a:avLst/>
              <a:gdLst/>
              <a:ahLst/>
              <a:cxnLst/>
              <a:rect l="0" t="0" r="0" b="0"/>
              <a:pathLst>
                <a:path w="80426" h="71791">
                  <a:moveTo>
                    <a:pt x="80426" y="71791"/>
                  </a:moveTo>
                  <a:lnTo>
                    <a:pt x="0" y="0"/>
                  </a:lnTo>
                </a:path>
              </a:pathLst>
            </a:custGeom>
            <a:noFill/>
            <a:ln w="8096">
              <a:solidFill>
                <a:srgbClr val="E8ECEE"/>
              </a:solidFill>
            </a:ln>
          </p:spPr>
        </p:sp>
        <p:sp>
          <p:nvSpPr>
            <p:cNvPr id="3697" name="Candidate_receptor__3696">
              <a:extLst>
                <a:ext uri="{FF2B5EF4-FFF2-40B4-BE49-F238E27FC236}">
                  <a16:creationId xmlns:a16="http://schemas.microsoft.com/office/drawing/2014/main" id="{6901FBFA-9A1A-03C8-3682-B867C5F62257}"/>
                </a:ext>
              </a:extLst>
            </p:cNvPr>
            <p:cNvSpPr>
              <a:spLocks noGrp="1"/>
            </p:cNvSpPr>
            <p:nvPr/>
          </p:nvSpPr>
          <p:spPr>
            <a:xfrm>
              <a:off x="4510359" y="2958322"/>
              <a:ext cx="95316" cy="48114"/>
            </a:xfrm>
            <a:custGeom>
              <a:avLst/>
              <a:gdLst/>
              <a:ahLst/>
              <a:cxnLst/>
              <a:rect l="0" t="0" r="0" b="0"/>
              <a:pathLst>
                <a:path w="95316" h="48114">
                  <a:moveTo>
                    <a:pt x="0" y="0"/>
                  </a:moveTo>
                  <a:lnTo>
                    <a:pt x="95316" y="48114"/>
                  </a:lnTo>
                </a:path>
              </a:pathLst>
            </a:custGeom>
            <a:noFill/>
            <a:ln w="20003">
              <a:solidFill>
                <a:srgbClr val="E8ECEE"/>
              </a:solidFill>
            </a:ln>
          </p:spPr>
        </p:sp>
        <p:sp>
          <p:nvSpPr>
            <p:cNvPr id="3698" name="Candidate_receptor__3697">
              <a:extLst>
                <a:ext uri="{FF2B5EF4-FFF2-40B4-BE49-F238E27FC236}">
                  <a16:creationId xmlns:a16="http://schemas.microsoft.com/office/drawing/2014/main" id="{BA1517D4-992B-F6E8-BF51-31FAD9AE2DD2}"/>
                </a:ext>
              </a:extLst>
            </p:cNvPr>
            <p:cNvSpPr>
              <a:spLocks noGrp="1"/>
            </p:cNvSpPr>
            <p:nvPr/>
          </p:nvSpPr>
          <p:spPr>
            <a:xfrm>
              <a:off x="3783033" y="2595686"/>
              <a:ext cx="21823" cy="80204"/>
            </a:xfrm>
            <a:custGeom>
              <a:avLst/>
              <a:gdLst/>
              <a:ahLst/>
              <a:cxnLst/>
              <a:rect l="0" t="0" r="0" b="0"/>
              <a:pathLst>
                <a:path w="21823" h="80204">
                  <a:moveTo>
                    <a:pt x="21823" y="0"/>
                  </a:moveTo>
                  <a:lnTo>
                    <a:pt x="0" y="80204"/>
                  </a:lnTo>
                </a:path>
              </a:pathLst>
            </a:custGeom>
            <a:noFill/>
            <a:ln w="8096">
              <a:solidFill>
                <a:srgbClr val="E8ECEE"/>
              </a:solidFill>
            </a:ln>
          </p:spPr>
        </p:sp>
        <p:sp>
          <p:nvSpPr>
            <p:cNvPr id="3699" name="Candidate_receptor__3698">
              <a:extLst>
                <a:ext uri="{FF2B5EF4-FFF2-40B4-BE49-F238E27FC236}">
                  <a16:creationId xmlns:a16="http://schemas.microsoft.com/office/drawing/2014/main" id="{E6805B1C-0853-A0D2-58EC-9397F06C4026}"/>
                </a:ext>
              </a:extLst>
            </p:cNvPr>
            <p:cNvSpPr>
              <a:spLocks noGrp="1"/>
            </p:cNvSpPr>
            <p:nvPr/>
          </p:nvSpPr>
          <p:spPr>
            <a:xfrm>
              <a:off x="3725824" y="2819364"/>
              <a:ext cx="15619" cy="109018"/>
            </a:xfrm>
            <a:custGeom>
              <a:avLst/>
              <a:gdLst/>
              <a:ahLst/>
              <a:cxnLst/>
              <a:rect l="0" t="0" r="0" b="0"/>
              <a:pathLst>
                <a:path w="15619" h="109018">
                  <a:moveTo>
                    <a:pt x="0" y="0"/>
                  </a:moveTo>
                  <a:lnTo>
                    <a:pt x="15619" y="109018"/>
                  </a:lnTo>
                </a:path>
              </a:pathLst>
            </a:custGeom>
            <a:noFill/>
            <a:ln w="8096">
              <a:solidFill>
                <a:srgbClr val="E8ECEE"/>
              </a:solidFill>
            </a:ln>
          </p:spPr>
        </p:sp>
        <p:sp>
          <p:nvSpPr>
            <p:cNvPr id="3700" name="Candidate_receptor__3699">
              <a:extLst>
                <a:ext uri="{FF2B5EF4-FFF2-40B4-BE49-F238E27FC236}">
                  <a16:creationId xmlns:a16="http://schemas.microsoft.com/office/drawing/2014/main" id="{B3994125-4EE9-24C5-CB8A-7179B249D706}"/>
                </a:ext>
              </a:extLst>
            </p:cNvPr>
            <p:cNvSpPr>
              <a:spLocks noGrp="1"/>
            </p:cNvSpPr>
            <p:nvPr/>
          </p:nvSpPr>
          <p:spPr>
            <a:xfrm>
              <a:off x="4537167" y="2728047"/>
              <a:ext cx="86494" cy="42538"/>
            </a:xfrm>
            <a:custGeom>
              <a:avLst/>
              <a:gdLst/>
              <a:ahLst/>
              <a:cxnLst/>
              <a:rect l="0" t="0" r="0" b="0"/>
              <a:pathLst>
                <a:path w="86494" h="42538">
                  <a:moveTo>
                    <a:pt x="86494" y="0"/>
                  </a:moveTo>
                  <a:lnTo>
                    <a:pt x="0" y="42538"/>
                  </a:lnTo>
                </a:path>
              </a:pathLst>
            </a:custGeom>
            <a:noFill/>
            <a:ln w="8096">
              <a:solidFill>
                <a:srgbClr val="E8ECEE"/>
              </a:solidFill>
            </a:ln>
          </p:spPr>
        </p:sp>
        <p:sp>
          <p:nvSpPr>
            <p:cNvPr id="3701" name="Candidate_receptor__3700">
              <a:extLst>
                <a:ext uri="{FF2B5EF4-FFF2-40B4-BE49-F238E27FC236}">
                  <a16:creationId xmlns:a16="http://schemas.microsoft.com/office/drawing/2014/main" id="{4A2D05CF-2C1C-AFDF-2B65-B259B19F185F}"/>
                </a:ext>
              </a:extLst>
            </p:cNvPr>
            <p:cNvSpPr>
              <a:spLocks noGrp="1"/>
            </p:cNvSpPr>
            <p:nvPr/>
          </p:nvSpPr>
          <p:spPr>
            <a:xfrm>
              <a:off x="4112977" y="2560735"/>
              <a:ext cx="74991" cy="22109"/>
            </a:xfrm>
            <a:custGeom>
              <a:avLst/>
              <a:gdLst/>
              <a:ahLst/>
              <a:cxnLst/>
              <a:rect l="0" t="0" r="0" b="0"/>
              <a:pathLst>
                <a:path w="74991" h="22109">
                  <a:moveTo>
                    <a:pt x="0" y="0"/>
                  </a:moveTo>
                  <a:lnTo>
                    <a:pt x="74991" y="22109"/>
                  </a:lnTo>
                </a:path>
              </a:pathLst>
            </a:custGeom>
            <a:noFill/>
            <a:ln w="8096">
              <a:solidFill>
                <a:srgbClr val="E8ECEE"/>
              </a:solidFill>
            </a:ln>
          </p:spPr>
        </p:sp>
        <p:sp>
          <p:nvSpPr>
            <p:cNvPr id="3702" name="Candidate_receptor__3701">
              <a:extLst>
                <a:ext uri="{FF2B5EF4-FFF2-40B4-BE49-F238E27FC236}">
                  <a16:creationId xmlns:a16="http://schemas.microsoft.com/office/drawing/2014/main" id="{26AF4229-C9E3-DDFF-E010-FFD17DD2AF62}"/>
                </a:ext>
              </a:extLst>
            </p:cNvPr>
            <p:cNvSpPr>
              <a:spLocks noGrp="1"/>
            </p:cNvSpPr>
            <p:nvPr/>
          </p:nvSpPr>
          <p:spPr>
            <a:xfrm>
              <a:off x="3733808" y="3250136"/>
              <a:ext cx="95402" cy="6089"/>
            </a:xfrm>
            <a:custGeom>
              <a:avLst/>
              <a:gdLst/>
              <a:ahLst/>
              <a:cxnLst/>
              <a:rect l="0" t="0" r="0" b="0"/>
              <a:pathLst>
                <a:path w="95402" h="6089">
                  <a:moveTo>
                    <a:pt x="0" y="0"/>
                  </a:moveTo>
                  <a:lnTo>
                    <a:pt x="95402" y="6089"/>
                  </a:lnTo>
                </a:path>
              </a:pathLst>
            </a:custGeom>
            <a:noFill/>
            <a:ln w="8096">
              <a:solidFill>
                <a:srgbClr val="E8ECEE"/>
              </a:solidFill>
            </a:ln>
          </p:spPr>
        </p:sp>
        <p:sp>
          <p:nvSpPr>
            <p:cNvPr id="3703" name="Candidate_receptor__3702">
              <a:extLst>
                <a:ext uri="{FF2B5EF4-FFF2-40B4-BE49-F238E27FC236}">
                  <a16:creationId xmlns:a16="http://schemas.microsoft.com/office/drawing/2014/main" id="{DF76163E-3B04-A8EE-A226-C79C9F464F19}"/>
                </a:ext>
              </a:extLst>
            </p:cNvPr>
            <p:cNvSpPr>
              <a:spLocks noGrp="1"/>
            </p:cNvSpPr>
            <p:nvPr/>
          </p:nvSpPr>
          <p:spPr>
            <a:xfrm>
              <a:off x="4367271" y="3469061"/>
              <a:ext cx="7059" cy="15686"/>
            </a:xfrm>
            <a:custGeom>
              <a:avLst/>
              <a:gdLst/>
              <a:ahLst/>
              <a:cxnLst/>
              <a:rect l="0" t="0" r="0" b="0"/>
              <a:pathLst>
                <a:path w="7059" h="15686">
                  <a:moveTo>
                    <a:pt x="0" y="0"/>
                  </a:moveTo>
                  <a:lnTo>
                    <a:pt x="7059" y="15686"/>
                  </a:lnTo>
                </a:path>
              </a:pathLst>
            </a:custGeom>
            <a:noFill/>
            <a:ln w="20003">
              <a:solidFill>
                <a:srgbClr val="E8ECEE"/>
              </a:solidFill>
            </a:ln>
          </p:spPr>
        </p:sp>
        <p:sp>
          <p:nvSpPr>
            <p:cNvPr id="3704" name="Candidate_receptor__3703">
              <a:extLst>
                <a:ext uri="{FF2B5EF4-FFF2-40B4-BE49-F238E27FC236}">
                  <a16:creationId xmlns:a16="http://schemas.microsoft.com/office/drawing/2014/main" id="{78695FB0-1325-E634-454B-78311A232B57}"/>
                </a:ext>
              </a:extLst>
            </p:cNvPr>
            <p:cNvSpPr>
              <a:spLocks noGrp="1"/>
            </p:cNvSpPr>
            <p:nvPr/>
          </p:nvSpPr>
          <p:spPr>
            <a:xfrm>
              <a:off x="4913548" y="3382094"/>
              <a:ext cx="71525" cy="74673"/>
            </a:xfrm>
            <a:custGeom>
              <a:avLst/>
              <a:gdLst/>
              <a:ahLst/>
              <a:cxnLst/>
              <a:rect l="0" t="0" r="0" b="0"/>
              <a:pathLst>
                <a:path w="71525" h="74673">
                  <a:moveTo>
                    <a:pt x="71525" y="74673"/>
                  </a:moveTo>
                  <a:lnTo>
                    <a:pt x="0" y="0"/>
                  </a:lnTo>
                </a:path>
              </a:pathLst>
            </a:custGeom>
            <a:noFill/>
            <a:ln w="20003">
              <a:solidFill>
                <a:srgbClr val="E8ECEE"/>
              </a:solidFill>
            </a:ln>
          </p:spPr>
        </p:sp>
        <p:sp>
          <p:nvSpPr>
            <p:cNvPr id="3705" name="Candidate_receptor__3704">
              <a:extLst>
                <a:ext uri="{FF2B5EF4-FFF2-40B4-BE49-F238E27FC236}">
                  <a16:creationId xmlns:a16="http://schemas.microsoft.com/office/drawing/2014/main" id="{3EE77FF4-58F4-D843-4672-7D28752AFE6E}"/>
                </a:ext>
              </a:extLst>
            </p:cNvPr>
            <p:cNvSpPr>
              <a:spLocks noGrp="1"/>
            </p:cNvSpPr>
            <p:nvPr/>
          </p:nvSpPr>
          <p:spPr>
            <a:xfrm>
              <a:off x="5621336" y="2451452"/>
              <a:ext cx="74665" cy="45976"/>
            </a:xfrm>
            <a:custGeom>
              <a:avLst/>
              <a:gdLst/>
              <a:ahLst/>
              <a:cxnLst/>
              <a:rect l="0" t="0" r="0" b="0"/>
              <a:pathLst>
                <a:path w="74665" h="45976">
                  <a:moveTo>
                    <a:pt x="0" y="0"/>
                  </a:moveTo>
                  <a:lnTo>
                    <a:pt x="74665" y="45976"/>
                  </a:lnTo>
                </a:path>
              </a:pathLst>
            </a:custGeom>
            <a:noFill/>
            <a:ln w="20003">
              <a:solidFill>
                <a:srgbClr val="E8ECEE"/>
              </a:solidFill>
            </a:ln>
          </p:spPr>
        </p:sp>
        <p:sp>
          <p:nvSpPr>
            <p:cNvPr id="3706" name="Candidate_receptor__3705">
              <a:extLst>
                <a:ext uri="{FF2B5EF4-FFF2-40B4-BE49-F238E27FC236}">
                  <a16:creationId xmlns:a16="http://schemas.microsoft.com/office/drawing/2014/main" id="{1D42A818-B8CF-5D6E-4406-85066386289E}"/>
                </a:ext>
              </a:extLst>
            </p:cNvPr>
            <p:cNvSpPr>
              <a:spLocks noGrp="1"/>
            </p:cNvSpPr>
            <p:nvPr/>
          </p:nvSpPr>
          <p:spPr>
            <a:xfrm>
              <a:off x="3626737" y="2666603"/>
              <a:ext cx="41228" cy="94117"/>
            </a:xfrm>
            <a:custGeom>
              <a:avLst/>
              <a:gdLst/>
              <a:ahLst/>
              <a:cxnLst/>
              <a:rect l="0" t="0" r="0" b="0"/>
              <a:pathLst>
                <a:path w="41228" h="94117">
                  <a:moveTo>
                    <a:pt x="41228" y="0"/>
                  </a:moveTo>
                  <a:lnTo>
                    <a:pt x="0" y="94117"/>
                  </a:lnTo>
                </a:path>
              </a:pathLst>
            </a:custGeom>
            <a:noFill/>
            <a:ln w="8096">
              <a:solidFill>
                <a:srgbClr val="E8ECEE"/>
              </a:solidFill>
            </a:ln>
          </p:spPr>
        </p:sp>
        <p:sp>
          <p:nvSpPr>
            <p:cNvPr id="3707" name="Candidate_receptor__3706">
              <a:extLst>
                <a:ext uri="{FF2B5EF4-FFF2-40B4-BE49-F238E27FC236}">
                  <a16:creationId xmlns:a16="http://schemas.microsoft.com/office/drawing/2014/main" id="{894C2B79-BF5C-98AC-AB24-3B0051837079}"/>
                </a:ext>
              </a:extLst>
            </p:cNvPr>
            <p:cNvSpPr>
              <a:spLocks noGrp="1"/>
            </p:cNvSpPr>
            <p:nvPr/>
          </p:nvSpPr>
          <p:spPr>
            <a:xfrm>
              <a:off x="5696001" y="2497428"/>
              <a:ext cx="36316" cy="85947"/>
            </a:xfrm>
            <a:custGeom>
              <a:avLst/>
              <a:gdLst/>
              <a:ahLst/>
              <a:cxnLst/>
              <a:rect l="0" t="0" r="0" b="0"/>
              <a:pathLst>
                <a:path w="36316" h="85947">
                  <a:moveTo>
                    <a:pt x="0" y="0"/>
                  </a:moveTo>
                  <a:lnTo>
                    <a:pt x="36316" y="85947"/>
                  </a:lnTo>
                </a:path>
              </a:pathLst>
            </a:custGeom>
            <a:noFill/>
            <a:ln w="20003">
              <a:solidFill>
                <a:srgbClr val="E8ECEE"/>
              </a:solidFill>
            </a:ln>
          </p:spPr>
        </p:sp>
        <p:sp>
          <p:nvSpPr>
            <p:cNvPr id="3708" name="Candidate_receptor__3707">
              <a:extLst>
                <a:ext uri="{FF2B5EF4-FFF2-40B4-BE49-F238E27FC236}">
                  <a16:creationId xmlns:a16="http://schemas.microsoft.com/office/drawing/2014/main" id="{1061EC14-3601-8B02-C985-9BDFCBD3D07D}"/>
                </a:ext>
              </a:extLst>
            </p:cNvPr>
            <p:cNvSpPr>
              <a:spLocks noGrp="1"/>
            </p:cNvSpPr>
            <p:nvPr/>
          </p:nvSpPr>
          <p:spPr>
            <a:xfrm>
              <a:off x="5883732" y="2256924"/>
              <a:ext cx="114888" cy="3272"/>
            </a:xfrm>
            <a:custGeom>
              <a:avLst/>
              <a:gdLst/>
              <a:ahLst/>
              <a:cxnLst/>
              <a:rect l="0" t="0" r="0" b="0"/>
              <a:pathLst>
                <a:path w="114888" h="3272">
                  <a:moveTo>
                    <a:pt x="114888" y="3272"/>
                  </a:moveTo>
                  <a:lnTo>
                    <a:pt x="0" y="0"/>
                  </a:lnTo>
                </a:path>
              </a:pathLst>
            </a:custGeom>
            <a:noFill/>
            <a:ln w="20003">
              <a:solidFill>
                <a:srgbClr val="E8ECEE"/>
              </a:solidFill>
            </a:ln>
          </p:spPr>
        </p:sp>
        <p:sp>
          <p:nvSpPr>
            <p:cNvPr id="3709" name="Candidate_receptor__3708">
              <a:extLst>
                <a:ext uri="{FF2B5EF4-FFF2-40B4-BE49-F238E27FC236}">
                  <a16:creationId xmlns:a16="http://schemas.microsoft.com/office/drawing/2014/main" id="{5449855C-8424-F58E-6F40-39F1E8B7B18A}"/>
                </a:ext>
              </a:extLst>
            </p:cNvPr>
            <p:cNvSpPr>
              <a:spLocks noGrp="1"/>
            </p:cNvSpPr>
            <p:nvPr/>
          </p:nvSpPr>
          <p:spPr>
            <a:xfrm>
              <a:off x="3741443" y="2928382"/>
              <a:ext cx="115510" cy="2933"/>
            </a:xfrm>
            <a:custGeom>
              <a:avLst/>
              <a:gdLst/>
              <a:ahLst/>
              <a:cxnLst/>
              <a:rect l="0" t="0" r="0" b="0"/>
              <a:pathLst>
                <a:path w="115510" h="2933">
                  <a:moveTo>
                    <a:pt x="0" y="0"/>
                  </a:moveTo>
                  <a:lnTo>
                    <a:pt x="115510" y="2933"/>
                  </a:lnTo>
                </a:path>
              </a:pathLst>
            </a:custGeom>
            <a:noFill/>
            <a:ln w="20003">
              <a:solidFill>
                <a:srgbClr val="E8ECEE"/>
              </a:solidFill>
            </a:ln>
          </p:spPr>
        </p:sp>
        <p:sp>
          <p:nvSpPr>
            <p:cNvPr id="3710" name="Candidate_receptor__3709">
              <a:extLst>
                <a:ext uri="{FF2B5EF4-FFF2-40B4-BE49-F238E27FC236}">
                  <a16:creationId xmlns:a16="http://schemas.microsoft.com/office/drawing/2014/main" id="{8FB55239-18E9-9505-92F0-95283F73BFF9}"/>
                </a:ext>
              </a:extLst>
            </p:cNvPr>
            <p:cNvSpPr>
              <a:spLocks noGrp="1"/>
            </p:cNvSpPr>
            <p:nvPr/>
          </p:nvSpPr>
          <p:spPr>
            <a:xfrm>
              <a:off x="3938356" y="2854842"/>
              <a:ext cx="102407" cy="11324"/>
            </a:xfrm>
            <a:custGeom>
              <a:avLst/>
              <a:gdLst/>
              <a:ahLst/>
              <a:cxnLst/>
              <a:rect l="0" t="0" r="0" b="0"/>
              <a:pathLst>
                <a:path w="102407" h="11324">
                  <a:moveTo>
                    <a:pt x="0" y="0"/>
                  </a:moveTo>
                  <a:lnTo>
                    <a:pt x="102407" y="11324"/>
                  </a:lnTo>
                </a:path>
              </a:pathLst>
            </a:custGeom>
            <a:noFill/>
            <a:ln w="20003">
              <a:solidFill>
                <a:srgbClr val="E8ECEE"/>
              </a:solidFill>
            </a:ln>
          </p:spPr>
        </p:sp>
        <p:sp>
          <p:nvSpPr>
            <p:cNvPr id="3711" name="Candidate_receptor__3710">
              <a:extLst>
                <a:ext uri="{FF2B5EF4-FFF2-40B4-BE49-F238E27FC236}">
                  <a16:creationId xmlns:a16="http://schemas.microsoft.com/office/drawing/2014/main" id="{35D5AC7F-BA5B-4264-5124-173C04C6DBA1}"/>
                </a:ext>
              </a:extLst>
            </p:cNvPr>
            <p:cNvSpPr>
              <a:spLocks noGrp="1"/>
            </p:cNvSpPr>
            <p:nvPr/>
          </p:nvSpPr>
          <p:spPr>
            <a:xfrm>
              <a:off x="5437921" y="2081566"/>
              <a:ext cx="78975" cy="27951"/>
            </a:xfrm>
            <a:custGeom>
              <a:avLst/>
              <a:gdLst/>
              <a:ahLst/>
              <a:cxnLst/>
              <a:rect l="0" t="0" r="0" b="0"/>
              <a:pathLst>
                <a:path w="78975" h="27951">
                  <a:moveTo>
                    <a:pt x="78975" y="27951"/>
                  </a:moveTo>
                  <a:lnTo>
                    <a:pt x="0" y="0"/>
                  </a:lnTo>
                </a:path>
              </a:pathLst>
            </a:custGeom>
            <a:noFill/>
            <a:ln w="8096">
              <a:solidFill>
                <a:srgbClr val="E8ECEE"/>
              </a:solidFill>
            </a:ln>
          </p:spPr>
        </p:sp>
        <p:sp>
          <p:nvSpPr>
            <p:cNvPr id="3712" name="Candidate_receptor__3711">
              <a:extLst>
                <a:ext uri="{FF2B5EF4-FFF2-40B4-BE49-F238E27FC236}">
                  <a16:creationId xmlns:a16="http://schemas.microsoft.com/office/drawing/2014/main" id="{45524AFD-8C16-40D3-E626-CAE267FD1FF1}"/>
                </a:ext>
              </a:extLst>
            </p:cNvPr>
            <p:cNvSpPr>
              <a:spLocks noGrp="1"/>
            </p:cNvSpPr>
            <p:nvPr/>
          </p:nvSpPr>
          <p:spPr>
            <a:xfrm>
              <a:off x="5159358" y="3078983"/>
              <a:ext cx="13076" cy="54672"/>
            </a:xfrm>
            <a:custGeom>
              <a:avLst/>
              <a:gdLst/>
              <a:ahLst/>
              <a:cxnLst/>
              <a:rect l="0" t="0" r="0" b="0"/>
              <a:pathLst>
                <a:path w="13076" h="54672">
                  <a:moveTo>
                    <a:pt x="0" y="0"/>
                  </a:moveTo>
                  <a:lnTo>
                    <a:pt x="13076" y="54672"/>
                  </a:lnTo>
                </a:path>
              </a:pathLst>
            </a:custGeom>
            <a:noFill/>
            <a:ln w="20003">
              <a:solidFill>
                <a:srgbClr val="E8ECEE"/>
              </a:solidFill>
            </a:ln>
          </p:spPr>
        </p:sp>
        <p:sp>
          <p:nvSpPr>
            <p:cNvPr id="3713" name="Candidate_receptor__3712">
              <a:extLst>
                <a:ext uri="{FF2B5EF4-FFF2-40B4-BE49-F238E27FC236}">
                  <a16:creationId xmlns:a16="http://schemas.microsoft.com/office/drawing/2014/main" id="{A719C942-7966-7B32-3989-066CFFB8DC0F}"/>
                </a:ext>
              </a:extLst>
            </p:cNvPr>
            <p:cNvSpPr>
              <a:spLocks noGrp="1"/>
            </p:cNvSpPr>
            <p:nvPr/>
          </p:nvSpPr>
          <p:spPr>
            <a:xfrm>
              <a:off x="4040762" y="2800383"/>
              <a:ext cx="76602" cy="65783"/>
            </a:xfrm>
            <a:custGeom>
              <a:avLst/>
              <a:gdLst/>
              <a:ahLst/>
              <a:cxnLst/>
              <a:rect l="0" t="0" r="0" b="0"/>
              <a:pathLst>
                <a:path w="76602" h="65783">
                  <a:moveTo>
                    <a:pt x="0" y="65783"/>
                  </a:moveTo>
                  <a:lnTo>
                    <a:pt x="76602" y="0"/>
                  </a:lnTo>
                </a:path>
              </a:pathLst>
            </a:custGeom>
            <a:noFill/>
            <a:ln w="8096">
              <a:solidFill>
                <a:srgbClr val="E8ECEE"/>
              </a:solidFill>
            </a:ln>
          </p:spPr>
        </p:sp>
        <p:sp>
          <p:nvSpPr>
            <p:cNvPr id="3714" name="Candidate_receptor__3713">
              <a:extLst>
                <a:ext uri="{FF2B5EF4-FFF2-40B4-BE49-F238E27FC236}">
                  <a16:creationId xmlns:a16="http://schemas.microsoft.com/office/drawing/2014/main" id="{7EEA1DF3-3690-6A83-7966-E50F56454A35}"/>
                </a:ext>
              </a:extLst>
            </p:cNvPr>
            <p:cNvSpPr>
              <a:spLocks noGrp="1"/>
            </p:cNvSpPr>
            <p:nvPr/>
          </p:nvSpPr>
          <p:spPr>
            <a:xfrm>
              <a:off x="5776880" y="3055128"/>
              <a:ext cx="7517" cy="107863"/>
            </a:xfrm>
            <a:custGeom>
              <a:avLst/>
              <a:gdLst/>
              <a:ahLst/>
              <a:cxnLst/>
              <a:rect l="0" t="0" r="0" b="0"/>
              <a:pathLst>
                <a:path w="7517" h="107863">
                  <a:moveTo>
                    <a:pt x="7517" y="107863"/>
                  </a:moveTo>
                  <a:lnTo>
                    <a:pt x="0" y="0"/>
                  </a:lnTo>
                </a:path>
              </a:pathLst>
            </a:custGeom>
            <a:noFill/>
            <a:ln w="20003">
              <a:solidFill>
                <a:srgbClr val="E8ECEE"/>
              </a:solidFill>
            </a:ln>
          </p:spPr>
        </p:sp>
        <p:sp>
          <p:nvSpPr>
            <p:cNvPr id="3715" name="Candidate_receptor__3714">
              <a:extLst>
                <a:ext uri="{FF2B5EF4-FFF2-40B4-BE49-F238E27FC236}">
                  <a16:creationId xmlns:a16="http://schemas.microsoft.com/office/drawing/2014/main" id="{8A7DC7DA-8359-BB28-CCFF-DEA5312920AA}"/>
                </a:ext>
              </a:extLst>
            </p:cNvPr>
            <p:cNvSpPr>
              <a:spLocks noGrp="1"/>
            </p:cNvSpPr>
            <p:nvPr/>
          </p:nvSpPr>
          <p:spPr>
            <a:xfrm>
              <a:off x="5668513" y="3033963"/>
              <a:ext cx="108367" cy="21166"/>
            </a:xfrm>
            <a:custGeom>
              <a:avLst/>
              <a:gdLst/>
              <a:ahLst/>
              <a:cxnLst/>
              <a:rect l="0" t="0" r="0" b="0"/>
              <a:pathLst>
                <a:path w="108367" h="21166">
                  <a:moveTo>
                    <a:pt x="108367" y="21166"/>
                  </a:moveTo>
                  <a:lnTo>
                    <a:pt x="0" y="0"/>
                  </a:lnTo>
                </a:path>
              </a:pathLst>
            </a:custGeom>
            <a:noFill/>
            <a:ln w="20003">
              <a:solidFill>
                <a:srgbClr val="E8ECEE"/>
              </a:solidFill>
            </a:ln>
          </p:spPr>
        </p:sp>
        <p:sp>
          <p:nvSpPr>
            <p:cNvPr id="3716" name="Candidate_receptor__3715">
              <a:extLst>
                <a:ext uri="{FF2B5EF4-FFF2-40B4-BE49-F238E27FC236}">
                  <a16:creationId xmlns:a16="http://schemas.microsoft.com/office/drawing/2014/main" id="{19D93EF3-B4EA-DE22-8BB5-F261783DAD4C}"/>
                </a:ext>
              </a:extLst>
            </p:cNvPr>
            <p:cNvSpPr>
              <a:spLocks noGrp="1"/>
            </p:cNvSpPr>
            <p:nvPr/>
          </p:nvSpPr>
          <p:spPr>
            <a:xfrm>
              <a:off x="4841582" y="3085075"/>
              <a:ext cx="3041" cy="68158"/>
            </a:xfrm>
            <a:custGeom>
              <a:avLst/>
              <a:gdLst/>
              <a:ahLst/>
              <a:cxnLst/>
              <a:rect l="0" t="0" r="0" b="0"/>
              <a:pathLst>
                <a:path w="3041" h="68158">
                  <a:moveTo>
                    <a:pt x="0" y="0"/>
                  </a:moveTo>
                  <a:lnTo>
                    <a:pt x="3041" y="68158"/>
                  </a:lnTo>
                </a:path>
              </a:pathLst>
            </a:custGeom>
            <a:noFill/>
            <a:ln w="20003">
              <a:solidFill>
                <a:srgbClr val="E8ECEE"/>
              </a:solidFill>
            </a:ln>
          </p:spPr>
        </p:sp>
        <p:sp>
          <p:nvSpPr>
            <p:cNvPr id="3717" name="Candidate_receptor__3716">
              <a:extLst>
                <a:ext uri="{FF2B5EF4-FFF2-40B4-BE49-F238E27FC236}">
                  <a16:creationId xmlns:a16="http://schemas.microsoft.com/office/drawing/2014/main" id="{C505D0CF-B2D5-A0E4-FF2D-76C80931FDC7}"/>
                </a:ext>
              </a:extLst>
            </p:cNvPr>
            <p:cNvSpPr>
              <a:spLocks noGrp="1"/>
            </p:cNvSpPr>
            <p:nvPr/>
          </p:nvSpPr>
          <p:spPr>
            <a:xfrm>
              <a:off x="3856953" y="2854842"/>
              <a:ext cx="81403" cy="76473"/>
            </a:xfrm>
            <a:custGeom>
              <a:avLst/>
              <a:gdLst/>
              <a:ahLst/>
              <a:cxnLst/>
              <a:rect l="0" t="0" r="0" b="0"/>
              <a:pathLst>
                <a:path w="81403" h="76473">
                  <a:moveTo>
                    <a:pt x="0" y="76473"/>
                  </a:moveTo>
                  <a:lnTo>
                    <a:pt x="81403" y="0"/>
                  </a:lnTo>
                </a:path>
              </a:pathLst>
            </a:custGeom>
            <a:noFill/>
            <a:ln w="20003">
              <a:solidFill>
                <a:srgbClr val="E8ECEF"/>
              </a:solidFill>
            </a:ln>
          </p:spPr>
        </p:sp>
        <p:sp>
          <p:nvSpPr>
            <p:cNvPr id="3718" name="Candidate_receptor__3717">
              <a:extLst>
                <a:ext uri="{FF2B5EF4-FFF2-40B4-BE49-F238E27FC236}">
                  <a16:creationId xmlns:a16="http://schemas.microsoft.com/office/drawing/2014/main" id="{F167450D-EB74-9704-58BF-F00AE8D9319A}"/>
                </a:ext>
              </a:extLst>
            </p:cNvPr>
            <p:cNvSpPr>
              <a:spLocks noGrp="1"/>
            </p:cNvSpPr>
            <p:nvPr/>
          </p:nvSpPr>
          <p:spPr>
            <a:xfrm>
              <a:off x="5157937" y="2939135"/>
              <a:ext cx="111543" cy="11279"/>
            </a:xfrm>
            <a:custGeom>
              <a:avLst/>
              <a:gdLst/>
              <a:ahLst/>
              <a:cxnLst/>
              <a:rect l="0" t="0" r="0" b="0"/>
              <a:pathLst>
                <a:path w="111543" h="11279">
                  <a:moveTo>
                    <a:pt x="111543" y="0"/>
                  </a:moveTo>
                  <a:lnTo>
                    <a:pt x="0" y="11279"/>
                  </a:lnTo>
                </a:path>
              </a:pathLst>
            </a:custGeom>
            <a:noFill/>
            <a:ln w="20003">
              <a:solidFill>
                <a:srgbClr val="E8ECEF"/>
              </a:solidFill>
            </a:ln>
          </p:spPr>
        </p:sp>
        <p:sp>
          <p:nvSpPr>
            <p:cNvPr id="3719" name="Candidate_receptor__3718">
              <a:extLst>
                <a:ext uri="{FF2B5EF4-FFF2-40B4-BE49-F238E27FC236}">
                  <a16:creationId xmlns:a16="http://schemas.microsoft.com/office/drawing/2014/main" id="{C65ECAFA-E90F-ED5E-8EEF-B37BBEB75367}"/>
                </a:ext>
              </a:extLst>
            </p:cNvPr>
            <p:cNvSpPr>
              <a:spLocks noGrp="1"/>
            </p:cNvSpPr>
            <p:nvPr/>
          </p:nvSpPr>
          <p:spPr>
            <a:xfrm>
              <a:off x="5516896" y="2082837"/>
              <a:ext cx="98404" cy="26679"/>
            </a:xfrm>
            <a:custGeom>
              <a:avLst/>
              <a:gdLst/>
              <a:ahLst/>
              <a:cxnLst/>
              <a:rect l="0" t="0" r="0" b="0"/>
              <a:pathLst>
                <a:path w="98404" h="26679">
                  <a:moveTo>
                    <a:pt x="98404" y="0"/>
                  </a:moveTo>
                  <a:lnTo>
                    <a:pt x="0" y="26679"/>
                  </a:lnTo>
                </a:path>
              </a:pathLst>
            </a:custGeom>
            <a:noFill/>
            <a:ln w="8096">
              <a:solidFill>
                <a:srgbClr val="E8ECEF"/>
              </a:solidFill>
            </a:ln>
          </p:spPr>
        </p:sp>
        <p:sp>
          <p:nvSpPr>
            <p:cNvPr id="3720" name="Candidate_receptor__3719">
              <a:extLst>
                <a:ext uri="{FF2B5EF4-FFF2-40B4-BE49-F238E27FC236}">
                  <a16:creationId xmlns:a16="http://schemas.microsoft.com/office/drawing/2014/main" id="{86F73B62-F078-49C8-52A0-86AC3EA1E01D}"/>
                </a:ext>
              </a:extLst>
            </p:cNvPr>
            <p:cNvSpPr>
              <a:spLocks noGrp="1"/>
            </p:cNvSpPr>
            <p:nvPr/>
          </p:nvSpPr>
          <p:spPr>
            <a:xfrm>
              <a:off x="4452898" y="3078210"/>
              <a:ext cx="67125" cy="50306"/>
            </a:xfrm>
            <a:custGeom>
              <a:avLst/>
              <a:gdLst/>
              <a:ahLst/>
              <a:cxnLst/>
              <a:rect l="0" t="0" r="0" b="0"/>
              <a:pathLst>
                <a:path w="67125" h="50306">
                  <a:moveTo>
                    <a:pt x="0" y="0"/>
                  </a:moveTo>
                  <a:lnTo>
                    <a:pt x="67125" y="50306"/>
                  </a:lnTo>
                </a:path>
              </a:pathLst>
            </a:custGeom>
            <a:noFill/>
            <a:ln w="20003">
              <a:solidFill>
                <a:srgbClr val="E8ECEF"/>
              </a:solidFill>
            </a:ln>
          </p:spPr>
        </p:sp>
        <p:sp>
          <p:nvSpPr>
            <p:cNvPr id="3721" name="Candidate_receptor__3720">
              <a:extLst>
                <a:ext uri="{FF2B5EF4-FFF2-40B4-BE49-F238E27FC236}">
                  <a16:creationId xmlns:a16="http://schemas.microsoft.com/office/drawing/2014/main" id="{FCB604F6-B9A9-3BE8-E5C7-BA33E536661C}"/>
                </a:ext>
              </a:extLst>
            </p:cNvPr>
            <p:cNvSpPr>
              <a:spLocks noGrp="1"/>
            </p:cNvSpPr>
            <p:nvPr/>
          </p:nvSpPr>
          <p:spPr>
            <a:xfrm>
              <a:off x="4368239" y="3072618"/>
              <a:ext cx="84659" cy="5592"/>
            </a:xfrm>
            <a:custGeom>
              <a:avLst/>
              <a:gdLst/>
              <a:ahLst/>
              <a:cxnLst/>
              <a:rect l="0" t="0" r="0" b="0"/>
              <a:pathLst>
                <a:path w="84659" h="5592">
                  <a:moveTo>
                    <a:pt x="0" y="0"/>
                  </a:moveTo>
                  <a:lnTo>
                    <a:pt x="84659" y="5592"/>
                  </a:lnTo>
                </a:path>
              </a:pathLst>
            </a:custGeom>
            <a:noFill/>
            <a:ln w="20003">
              <a:solidFill>
                <a:srgbClr val="E8ECEF"/>
              </a:solidFill>
            </a:ln>
          </p:spPr>
        </p:sp>
        <p:sp>
          <p:nvSpPr>
            <p:cNvPr id="3722" name="Candidate_receptor__3721">
              <a:extLst>
                <a:ext uri="{FF2B5EF4-FFF2-40B4-BE49-F238E27FC236}">
                  <a16:creationId xmlns:a16="http://schemas.microsoft.com/office/drawing/2014/main" id="{AF4D71F3-B6BB-1377-5926-AD151FD54814}"/>
                </a:ext>
              </a:extLst>
            </p:cNvPr>
            <p:cNvSpPr>
              <a:spLocks noGrp="1"/>
            </p:cNvSpPr>
            <p:nvPr/>
          </p:nvSpPr>
          <p:spPr>
            <a:xfrm>
              <a:off x="4695780" y="3049233"/>
              <a:ext cx="40079" cy="107257"/>
            </a:xfrm>
            <a:custGeom>
              <a:avLst/>
              <a:gdLst/>
              <a:ahLst/>
              <a:cxnLst/>
              <a:rect l="0" t="0" r="0" b="0"/>
              <a:pathLst>
                <a:path w="40079" h="107257">
                  <a:moveTo>
                    <a:pt x="0" y="107257"/>
                  </a:moveTo>
                  <a:lnTo>
                    <a:pt x="40079" y="0"/>
                  </a:lnTo>
                </a:path>
              </a:pathLst>
            </a:custGeom>
            <a:noFill/>
            <a:ln w="20003">
              <a:solidFill>
                <a:srgbClr val="E8ECEF"/>
              </a:solidFill>
            </a:ln>
          </p:spPr>
        </p:sp>
        <p:sp>
          <p:nvSpPr>
            <p:cNvPr id="3723" name="Candidate_receptor__3722">
              <a:extLst>
                <a:ext uri="{FF2B5EF4-FFF2-40B4-BE49-F238E27FC236}">
                  <a16:creationId xmlns:a16="http://schemas.microsoft.com/office/drawing/2014/main" id="{4DE17E53-AB5E-8DE6-2762-2A98D720D49D}"/>
                </a:ext>
              </a:extLst>
            </p:cNvPr>
            <p:cNvSpPr>
              <a:spLocks noGrp="1"/>
            </p:cNvSpPr>
            <p:nvPr/>
          </p:nvSpPr>
          <p:spPr>
            <a:xfrm>
              <a:off x="5944832" y="1905520"/>
              <a:ext cx="82890" cy="33454"/>
            </a:xfrm>
            <a:custGeom>
              <a:avLst/>
              <a:gdLst/>
              <a:ahLst/>
              <a:cxnLst/>
              <a:rect l="0" t="0" r="0" b="0"/>
              <a:pathLst>
                <a:path w="82890" h="33454">
                  <a:moveTo>
                    <a:pt x="0" y="0"/>
                  </a:moveTo>
                  <a:lnTo>
                    <a:pt x="82890" y="33454"/>
                  </a:lnTo>
                </a:path>
              </a:pathLst>
            </a:custGeom>
            <a:noFill/>
            <a:ln w="8096">
              <a:solidFill>
                <a:srgbClr val="E8ECEF"/>
              </a:solidFill>
            </a:ln>
          </p:spPr>
        </p:sp>
        <p:sp>
          <p:nvSpPr>
            <p:cNvPr id="3724" name="Candidate_receptor__3723">
              <a:extLst>
                <a:ext uri="{FF2B5EF4-FFF2-40B4-BE49-F238E27FC236}">
                  <a16:creationId xmlns:a16="http://schemas.microsoft.com/office/drawing/2014/main" id="{ABD7569C-197D-2479-99DE-50B5F4F836AB}"/>
                </a:ext>
              </a:extLst>
            </p:cNvPr>
            <p:cNvSpPr>
              <a:spLocks noGrp="1"/>
            </p:cNvSpPr>
            <p:nvPr/>
          </p:nvSpPr>
          <p:spPr>
            <a:xfrm>
              <a:off x="3724152" y="2487888"/>
              <a:ext cx="69694" cy="32118"/>
            </a:xfrm>
            <a:custGeom>
              <a:avLst/>
              <a:gdLst/>
              <a:ahLst/>
              <a:cxnLst/>
              <a:rect l="0" t="0" r="0" b="0"/>
              <a:pathLst>
                <a:path w="69694" h="32118">
                  <a:moveTo>
                    <a:pt x="69694" y="0"/>
                  </a:moveTo>
                  <a:lnTo>
                    <a:pt x="0" y="32118"/>
                  </a:lnTo>
                </a:path>
              </a:pathLst>
            </a:custGeom>
            <a:noFill/>
            <a:ln w="8096">
              <a:solidFill>
                <a:srgbClr val="E8ECEF"/>
              </a:solidFill>
            </a:ln>
          </p:spPr>
        </p:sp>
        <p:sp>
          <p:nvSpPr>
            <p:cNvPr id="3725" name="Candidate_receptor__3724">
              <a:extLst>
                <a:ext uri="{FF2B5EF4-FFF2-40B4-BE49-F238E27FC236}">
                  <a16:creationId xmlns:a16="http://schemas.microsoft.com/office/drawing/2014/main" id="{2D4B8E1B-D47A-669F-8547-7010464BB4D5}"/>
                </a:ext>
              </a:extLst>
            </p:cNvPr>
            <p:cNvSpPr>
              <a:spLocks noGrp="1"/>
            </p:cNvSpPr>
            <p:nvPr/>
          </p:nvSpPr>
          <p:spPr>
            <a:xfrm>
              <a:off x="3667965" y="2666603"/>
              <a:ext cx="115068" cy="9287"/>
            </a:xfrm>
            <a:custGeom>
              <a:avLst/>
              <a:gdLst/>
              <a:ahLst/>
              <a:cxnLst/>
              <a:rect l="0" t="0" r="0" b="0"/>
              <a:pathLst>
                <a:path w="115068" h="9287">
                  <a:moveTo>
                    <a:pt x="115068" y="9287"/>
                  </a:moveTo>
                  <a:lnTo>
                    <a:pt x="0" y="0"/>
                  </a:lnTo>
                </a:path>
              </a:pathLst>
            </a:custGeom>
            <a:noFill/>
            <a:ln w="8096">
              <a:solidFill>
                <a:srgbClr val="E8ECEF"/>
              </a:solidFill>
            </a:ln>
          </p:spPr>
        </p:sp>
        <p:sp>
          <p:nvSpPr>
            <p:cNvPr id="3726" name="Candidate_receptor__3725">
              <a:extLst>
                <a:ext uri="{FF2B5EF4-FFF2-40B4-BE49-F238E27FC236}">
                  <a16:creationId xmlns:a16="http://schemas.microsoft.com/office/drawing/2014/main" id="{AEBAD0A2-E270-8952-AA1A-7FBF08F17C41}"/>
                </a:ext>
              </a:extLst>
            </p:cNvPr>
            <p:cNvSpPr>
              <a:spLocks noGrp="1"/>
            </p:cNvSpPr>
            <p:nvPr/>
          </p:nvSpPr>
          <p:spPr>
            <a:xfrm>
              <a:off x="3829210" y="3256226"/>
              <a:ext cx="40004" cy="106348"/>
            </a:xfrm>
            <a:custGeom>
              <a:avLst/>
              <a:gdLst/>
              <a:ahLst/>
              <a:cxnLst/>
              <a:rect l="0" t="0" r="0" b="0"/>
              <a:pathLst>
                <a:path w="40004" h="106348">
                  <a:moveTo>
                    <a:pt x="0" y="0"/>
                  </a:moveTo>
                  <a:lnTo>
                    <a:pt x="40004" y="106348"/>
                  </a:lnTo>
                </a:path>
              </a:pathLst>
            </a:custGeom>
            <a:noFill/>
            <a:ln w="8096">
              <a:solidFill>
                <a:srgbClr val="E8ECEF"/>
              </a:solidFill>
            </a:ln>
          </p:spPr>
        </p:sp>
        <p:sp>
          <p:nvSpPr>
            <p:cNvPr id="3727" name="Candidate_receptor__3726">
              <a:extLst>
                <a:ext uri="{FF2B5EF4-FFF2-40B4-BE49-F238E27FC236}">
                  <a16:creationId xmlns:a16="http://schemas.microsoft.com/office/drawing/2014/main" id="{9EC3498F-1E27-82B9-3E6A-1446AA7AA704}"/>
                </a:ext>
              </a:extLst>
            </p:cNvPr>
            <p:cNvSpPr>
              <a:spLocks noGrp="1"/>
            </p:cNvSpPr>
            <p:nvPr/>
          </p:nvSpPr>
          <p:spPr>
            <a:xfrm>
              <a:off x="3793846" y="2465381"/>
              <a:ext cx="87792" cy="22508"/>
            </a:xfrm>
            <a:custGeom>
              <a:avLst/>
              <a:gdLst/>
              <a:ahLst/>
              <a:cxnLst/>
              <a:rect l="0" t="0" r="0" b="0"/>
              <a:pathLst>
                <a:path w="87792" h="22508">
                  <a:moveTo>
                    <a:pt x="87792" y="0"/>
                  </a:moveTo>
                  <a:lnTo>
                    <a:pt x="0" y="22508"/>
                  </a:lnTo>
                </a:path>
              </a:pathLst>
            </a:custGeom>
            <a:noFill/>
            <a:ln w="8096">
              <a:solidFill>
                <a:srgbClr val="E8ECEF"/>
              </a:solidFill>
            </a:ln>
          </p:spPr>
        </p:sp>
        <p:sp>
          <p:nvSpPr>
            <p:cNvPr id="3728" name="Candidate_receptor__3727">
              <a:extLst>
                <a:ext uri="{FF2B5EF4-FFF2-40B4-BE49-F238E27FC236}">
                  <a16:creationId xmlns:a16="http://schemas.microsoft.com/office/drawing/2014/main" id="{11530D03-F806-C5C6-8681-5B08A11776F6}"/>
                </a:ext>
              </a:extLst>
            </p:cNvPr>
            <p:cNvSpPr>
              <a:spLocks noGrp="1"/>
            </p:cNvSpPr>
            <p:nvPr/>
          </p:nvSpPr>
          <p:spPr>
            <a:xfrm>
              <a:off x="5840151" y="1905520"/>
              <a:ext cx="104681" cy="16332"/>
            </a:xfrm>
            <a:custGeom>
              <a:avLst/>
              <a:gdLst/>
              <a:ahLst/>
              <a:cxnLst/>
              <a:rect l="0" t="0" r="0" b="0"/>
              <a:pathLst>
                <a:path w="104681" h="16332">
                  <a:moveTo>
                    <a:pt x="0" y="16332"/>
                  </a:moveTo>
                  <a:lnTo>
                    <a:pt x="104681" y="0"/>
                  </a:lnTo>
                </a:path>
              </a:pathLst>
            </a:custGeom>
            <a:noFill/>
            <a:ln w="8096">
              <a:solidFill>
                <a:srgbClr val="E8ECEF"/>
              </a:solidFill>
            </a:ln>
          </p:spPr>
        </p:sp>
        <p:sp>
          <p:nvSpPr>
            <p:cNvPr id="3729" name="Candidate_receptor__3728">
              <a:extLst>
                <a:ext uri="{FF2B5EF4-FFF2-40B4-BE49-F238E27FC236}">
                  <a16:creationId xmlns:a16="http://schemas.microsoft.com/office/drawing/2014/main" id="{A8C35F94-FA78-3656-6933-A67EEFF25A51}"/>
                </a:ext>
              </a:extLst>
            </p:cNvPr>
            <p:cNvSpPr>
              <a:spLocks noGrp="1"/>
            </p:cNvSpPr>
            <p:nvPr/>
          </p:nvSpPr>
          <p:spPr>
            <a:xfrm>
              <a:off x="4117364" y="2795300"/>
              <a:ext cx="114076" cy="5083"/>
            </a:xfrm>
            <a:custGeom>
              <a:avLst/>
              <a:gdLst/>
              <a:ahLst/>
              <a:cxnLst/>
              <a:rect l="0" t="0" r="0" b="0"/>
              <a:pathLst>
                <a:path w="114076" h="5083">
                  <a:moveTo>
                    <a:pt x="0" y="5083"/>
                  </a:moveTo>
                  <a:lnTo>
                    <a:pt x="114076" y="0"/>
                  </a:lnTo>
                </a:path>
              </a:pathLst>
            </a:custGeom>
            <a:noFill/>
            <a:ln w="8096">
              <a:solidFill>
                <a:srgbClr val="E8ECEF"/>
              </a:solidFill>
            </a:ln>
          </p:spPr>
        </p:sp>
        <p:sp>
          <p:nvSpPr>
            <p:cNvPr id="3730" name="Candidate_receptor__3729">
              <a:extLst>
                <a:ext uri="{FF2B5EF4-FFF2-40B4-BE49-F238E27FC236}">
                  <a16:creationId xmlns:a16="http://schemas.microsoft.com/office/drawing/2014/main" id="{72AC5098-CB6D-D1FC-EBA3-33E3B692E332}"/>
                </a:ext>
              </a:extLst>
            </p:cNvPr>
            <p:cNvSpPr>
              <a:spLocks noGrp="1"/>
            </p:cNvSpPr>
            <p:nvPr/>
          </p:nvSpPr>
          <p:spPr>
            <a:xfrm>
              <a:off x="5834983" y="2175801"/>
              <a:ext cx="48749" cy="81124"/>
            </a:xfrm>
            <a:custGeom>
              <a:avLst/>
              <a:gdLst/>
              <a:ahLst/>
              <a:cxnLst/>
              <a:rect l="0" t="0" r="0" b="0"/>
              <a:pathLst>
                <a:path w="48749" h="81124">
                  <a:moveTo>
                    <a:pt x="48749" y="81124"/>
                  </a:moveTo>
                  <a:lnTo>
                    <a:pt x="0" y="0"/>
                  </a:lnTo>
                </a:path>
              </a:pathLst>
            </a:custGeom>
            <a:noFill/>
            <a:ln w="20003">
              <a:solidFill>
                <a:srgbClr val="E8ECEF"/>
              </a:solidFill>
            </a:ln>
          </p:spPr>
        </p:sp>
        <p:sp>
          <p:nvSpPr>
            <p:cNvPr id="3731" name="Candidate_receptor__3730">
              <a:extLst>
                <a:ext uri="{FF2B5EF4-FFF2-40B4-BE49-F238E27FC236}">
                  <a16:creationId xmlns:a16="http://schemas.microsoft.com/office/drawing/2014/main" id="{2C3F31C7-D58A-44F0-1C9B-DFAE5E46EBBD}"/>
                </a:ext>
              </a:extLst>
            </p:cNvPr>
            <p:cNvSpPr>
              <a:spLocks noGrp="1"/>
            </p:cNvSpPr>
            <p:nvPr/>
          </p:nvSpPr>
          <p:spPr>
            <a:xfrm>
              <a:off x="4735859" y="3049233"/>
              <a:ext cx="105723" cy="35841"/>
            </a:xfrm>
            <a:custGeom>
              <a:avLst/>
              <a:gdLst/>
              <a:ahLst/>
              <a:cxnLst/>
              <a:rect l="0" t="0" r="0" b="0"/>
              <a:pathLst>
                <a:path w="105723" h="35841">
                  <a:moveTo>
                    <a:pt x="0" y="0"/>
                  </a:moveTo>
                  <a:lnTo>
                    <a:pt x="105723" y="35841"/>
                  </a:lnTo>
                </a:path>
              </a:pathLst>
            </a:custGeom>
            <a:noFill/>
            <a:ln w="20003">
              <a:solidFill>
                <a:srgbClr val="E8ECEF"/>
              </a:solidFill>
            </a:ln>
          </p:spPr>
        </p:sp>
        <p:sp>
          <p:nvSpPr>
            <p:cNvPr id="3732" name="Candidate_receptor__3731">
              <a:extLst>
                <a:ext uri="{FF2B5EF4-FFF2-40B4-BE49-F238E27FC236}">
                  <a16:creationId xmlns:a16="http://schemas.microsoft.com/office/drawing/2014/main" id="{937A5A3F-AFCB-0A02-F5F2-5C1C75BB50B3}"/>
                </a:ext>
              </a:extLst>
            </p:cNvPr>
            <p:cNvSpPr>
              <a:spLocks noGrp="1"/>
            </p:cNvSpPr>
            <p:nvPr/>
          </p:nvSpPr>
          <p:spPr>
            <a:xfrm>
              <a:off x="4387017" y="2498900"/>
              <a:ext cx="65836" cy="80761"/>
            </a:xfrm>
            <a:custGeom>
              <a:avLst/>
              <a:gdLst/>
              <a:ahLst/>
              <a:cxnLst/>
              <a:rect l="0" t="0" r="0" b="0"/>
              <a:pathLst>
                <a:path w="65836" h="80761">
                  <a:moveTo>
                    <a:pt x="65836" y="0"/>
                  </a:moveTo>
                  <a:lnTo>
                    <a:pt x="0" y="80761"/>
                  </a:lnTo>
                </a:path>
              </a:pathLst>
            </a:custGeom>
            <a:noFill/>
            <a:ln w="8096">
              <a:solidFill>
                <a:srgbClr val="E8ECEF"/>
              </a:solidFill>
            </a:ln>
          </p:spPr>
        </p:sp>
        <p:sp>
          <p:nvSpPr>
            <p:cNvPr id="3733" name="Candidate_receptor__3732">
              <a:extLst>
                <a:ext uri="{FF2B5EF4-FFF2-40B4-BE49-F238E27FC236}">
                  <a16:creationId xmlns:a16="http://schemas.microsoft.com/office/drawing/2014/main" id="{77148036-2796-B3F8-36BD-ECB89579BA5A}"/>
                </a:ext>
              </a:extLst>
            </p:cNvPr>
            <p:cNvSpPr>
              <a:spLocks noGrp="1"/>
            </p:cNvSpPr>
            <p:nvPr/>
          </p:nvSpPr>
          <p:spPr>
            <a:xfrm>
              <a:off x="5150656" y="3271263"/>
              <a:ext cx="49756" cy="27726"/>
            </a:xfrm>
            <a:custGeom>
              <a:avLst/>
              <a:gdLst/>
              <a:ahLst/>
              <a:cxnLst/>
              <a:rect l="0" t="0" r="0" b="0"/>
              <a:pathLst>
                <a:path w="49756" h="27726">
                  <a:moveTo>
                    <a:pt x="49756" y="0"/>
                  </a:moveTo>
                  <a:lnTo>
                    <a:pt x="0" y="27726"/>
                  </a:lnTo>
                </a:path>
              </a:pathLst>
            </a:custGeom>
            <a:noFill/>
            <a:ln w="20003">
              <a:solidFill>
                <a:srgbClr val="E8ECEF"/>
              </a:solidFill>
            </a:ln>
          </p:spPr>
        </p:sp>
        <p:sp>
          <p:nvSpPr>
            <p:cNvPr id="3734" name="Candidate_receptor__3733">
              <a:extLst>
                <a:ext uri="{FF2B5EF4-FFF2-40B4-BE49-F238E27FC236}">
                  <a16:creationId xmlns:a16="http://schemas.microsoft.com/office/drawing/2014/main" id="{3281844B-49DB-7535-5665-C60C34FC3D80}"/>
                </a:ext>
              </a:extLst>
            </p:cNvPr>
            <p:cNvSpPr>
              <a:spLocks noGrp="1"/>
            </p:cNvSpPr>
            <p:nvPr/>
          </p:nvSpPr>
          <p:spPr>
            <a:xfrm>
              <a:off x="5784377" y="1921852"/>
              <a:ext cx="55774" cy="58216"/>
            </a:xfrm>
            <a:custGeom>
              <a:avLst/>
              <a:gdLst/>
              <a:ahLst/>
              <a:cxnLst/>
              <a:rect l="0" t="0" r="0" b="0"/>
              <a:pathLst>
                <a:path w="55774" h="58216">
                  <a:moveTo>
                    <a:pt x="0" y="58216"/>
                  </a:moveTo>
                  <a:lnTo>
                    <a:pt x="55774" y="0"/>
                  </a:lnTo>
                </a:path>
              </a:pathLst>
            </a:custGeom>
            <a:noFill/>
            <a:ln w="8096">
              <a:solidFill>
                <a:srgbClr val="E8ECEF"/>
              </a:solidFill>
            </a:ln>
          </p:spPr>
        </p:sp>
        <p:sp>
          <p:nvSpPr>
            <p:cNvPr id="3735" name="Candidate_receptor__3734">
              <a:extLst>
                <a:ext uri="{FF2B5EF4-FFF2-40B4-BE49-F238E27FC236}">
                  <a16:creationId xmlns:a16="http://schemas.microsoft.com/office/drawing/2014/main" id="{F3DC1045-3335-4EF3-01FE-B6C3CD763475}"/>
                </a:ext>
              </a:extLst>
            </p:cNvPr>
            <p:cNvSpPr>
              <a:spLocks noGrp="1"/>
            </p:cNvSpPr>
            <p:nvPr/>
          </p:nvSpPr>
          <p:spPr>
            <a:xfrm>
              <a:off x="5336528" y="2333597"/>
              <a:ext cx="62296" cy="86798"/>
            </a:xfrm>
            <a:custGeom>
              <a:avLst/>
              <a:gdLst/>
              <a:ahLst/>
              <a:cxnLst/>
              <a:rect l="0" t="0" r="0" b="0"/>
              <a:pathLst>
                <a:path w="62296" h="86798">
                  <a:moveTo>
                    <a:pt x="0" y="0"/>
                  </a:moveTo>
                  <a:lnTo>
                    <a:pt x="62296" y="86798"/>
                  </a:lnTo>
                </a:path>
              </a:pathLst>
            </a:custGeom>
            <a:noFill/>
            <a:ln w="8096">
              <a:solidFill>
                <a:srgbClr val="E9ECEF"/>
              </a:solidFill>
            </a:ln>
          </p:spPr>
        </p:sp>
        <p:sp>
          <p:nvSpPr>
            <p:cNvPr id="3736" name="Candidate_receptor__3735">
              <a:extLst>
                <a:ext uri="{FF2B5EF4-FFF2-40B4-BE49-F238E27FC236}">
                  <a16:creationId xmlns:a16="http://schemas.microsoft.com/office/drawing/2014/main" id="{26BEBC8F-93E9-BF10-E264-4AF6A6F09D67}"/>
                </a:ext>
              </a:extLst>
            </p:cNvPr>
            <p:cNvSpPr>
              <a:spLocks noGrp="1"/>
            </p:cNvSpPr>
            <p:nvPr/>
          </p:nvSpPr>
          <p:spPr>
            <a:xfrm>
              <a:off x="4557283" y="2680495"/>
              <a:ext cx="66378" cy="47553"/>
            </a:xfrm>
            <a:custGeom>
              <a:avLst/>
              <a:gdLst/>
              <a:ahLst/>
              <a:cxnLst/>
              <a:rect l="0" t="0" r="0" b="0"/>
              <a:pathLst>
                <a:path w="66378" h="47553">
                  <a:moveTo>
                    <a:pt x="0" y="0"/>
                  </a:moveTo>
                  <a:lnTo>
                    <a:pt x="66378" y="47553"/>
                  </a:lnTo>
                </a:path>
              </a:pathLst>
            </a:custGeom>
            <a:noFill/>
            <a:ln w="8096">
              <a:solidFill>
                <a:srgbClr val="E9ECEF"/>
              </a:solidFill>
            </a:ln>
          </p:spPr>
        </p:sp>
        <p:sp>
          <p:nvSpPr>
            <p:cNvPr id="3737" name="Candidate_receptor__3736">
              <a:extLst>
                <a:ext uri="{FF2B5EF4-FFF2-40B4-BE49-F238E27FC236}">
                  <a16:creationId xmlns:a16="http://schemas.microsoft.com/office/drawing/2014/main" id="{0AB279F2-F2F7-7A73-DE00-AE049FD56497}"/>
                </a:ext>
              </a:extLst>
            </p:cNvPr>
            <p:cNvSpPr>
              <a:spLocks noGrp="1"/>
            </p:cNvSpPr>
            <p:nvPr/>
          </p:nvSpPr>
          <p:spPr>
            <a:xfrm>
              <a:off x="4695780" y="3156490"/>
              <a:ext cx="51103" cy="34371"/>
            </a:xfrm>
            <a:custGeom>
              <a:avLst/>
              <a:gdLst/>
              <a:ahLst/>
              <a:cxnLst/>
              <a:rect l="0" t="0" r="0" b="0"/>
              <a:pathLst>
                <a:path w="51103" h="34371">
                  <a:moveTo>
                    <a:pt x="51103" y="34371"/>
                  </a:moveTo>
                  <a:lnTo>
                    <a:pt x="0" y="0"/>
                  </a:lnTo>
                </a:path>
              </a:pathLst>
            </a:custGeom>
            <a:noFill/>
            <a:ln w="20003">
              <a:solidFill>
                <a:srgbClr val="E9ECEF"/>
              </a:solidFill>
            </a:ln>
          </p:spPr>
        </p:sp>
        <p:sp>
          <p:nvSpPr>
            <p:cNvPr id="3738" name="Candidate_receptor__3737">
              <a:extLst>
                <a:ext uri="{FF2B5EF4-FFF2-40B4-BE49-F238E27FC236}">
                  <a16:creationId xmlns:a16="http://schemas.microsoft.com/office/drawing/2014/main" id="{3EA2B065-C995-E10E-F912-41D211791FA2}"/>
                </a:ext>
              </a:extLst>
            </p:cNvPr>
            <p:cNvSpPr>
              <a:spLocks noGrp="1"/>
            </p:cNvSpPr>
            <p:nvPr/>
          </p:nvSpPr>
          <p:spPr>
            <a:xfrm>
              <a:off x="4985073" y="3379954"/>
              <a:ext cx="17832" cy="76813"/>
            </a:xfrm>
            <a:custGeom>
              <a:avLst/>
              <a:gdLst/>
              <a:ahLst/>
              <a:cxnLst/>
              <a:rect l="0" t="0" r="0" b="0"/>
              <a:pathLst>
                <a:path w="17832" h="76813">
                  <a:moveTo>
                    <a:pt x="17832" y="0"/>
                  </a:moveTo>
                  <a:lnTo>
                    <a:pt x="0" y="76813"/>
                  </a:lnTo>
                </a:path>
              </a:pathLst>
            </a:custGeom>
            <a:noFill/>
            <a:ln w="20003">
              <a:solidFill>
                <a:srgbClr val="E9ECEF"/>
              </a:solidFill>
            </a:ln>
          </p:spPr>
        </p:sp>
        <p:sp>
          <p:nvSpPr>
            <p:cNvPr id="3739" name="Candidate_receptor__3738">
              <a:extLst>
                <a:ext uri="{FF2B5EF4-FFF2-40B4-BE49-F238E27FC236}">
                  <a16:creationId xmlns:a16="http://schemas.microsoft.com/office/drawing/2014/main" id="{EA3A367A-EA41-7B2C-8D5D-754352D346D3}"/>
                </a:ext>
              </a:extLst>
            </p:cNvPr>
            <p:cNvSpPr>
              <a:spLocks noGrp="1"/>
            </p:cNvSpPr>
            <p:nvPr/>
          </p:nvSpPr>
          <p:spPr>
            <a:xfrm>
              <a:off x="4187968" y="2498968"/>
              <a:ext cx="3496" cy="83876"/>
            </a:xfrm>
            <a:custGeom>
              <a:avLst/>
              <a:gdLst/>
              <a:ahLst/>
              <a:cxnLst/>
              <a:rect l="0" t="0" r="0" b="0"/>
              <a:pathLst>
                <a:path w="3496" h="83876">
                  <a:moveTo>
                    <a:pt x="0" y="83876"/>
                  </a:moveTo>
                  <a:lnTo>
                    <a:pt x="3496" y="0"/>
                  </a:lnTo>
                </a:path>
              </a:pathLst>
            </a:custGeom>
            <a:noFill/>
            <a:ln w="8096">
              <a:solidFill>
                <a:srgbClr val="E9ECEF"/>
              </a:solidFill>
            </a:ln>
          </p:spPr>
        </p:sp>
        <p:sp>
          <p:nvSpPr>
            <p:cNvPr id="3740" name="Candidate_receptor__3739">
              <a:extLst>
                <a:ext uri="{FF2B5EF4-FFF2-40B4-BE49-F238E27FC236}">
                  <a16:creationId xmlns:a16="http://schemas.microsoft.com/office/drawing/2014/main" id="{FC55F680-465C-C342-FF44-9772AE2841CF}"/>
                </a:ext>
              </a:extLst>
            </p:cNvPr>
            <p:cNvSpPr>
              <a:spLocks noGrp="1"/>
            </p:cNvSpPr>
            <p:nvPr/>
          </p:nvSpPr>
          <p:spPr>
            <a:xfrm>
              <a:off x="4367271" y="3377183"/>
              <a:ext cx="51548" cy="91878"/>
            </a:xfrm>
            <a:custGeom>
              <a:avLst/>
              <a:gdLst/>
              <a:ahLst/>
              <a:cxnLst/>
              <a:rect l="0" t="0" r="0" b="0"/>
              <a:pathLst>
                <a:path w="51548" h="91878">
                  <a:moveTo>
                    <a:pt x="51548" y="0"/>
                  </a:moveTo>
                  <a:lnTo>
                    <a:pt x="0" y="91878"/>
                  </a:lnTo>
                </a:path>
              </a:pathLst>
            </a:custGeom>
            <a:noFill/>
            <a:ln w="20003">
              <a:solidFill>
                <a:srgbClr val="E9ECEF"/>
              </a:solidFill>
            </a:ln>
          </p:spPr>
        </p:sp>
        <p:sp>
          <p:nvSpPr>
            <p:cNvPr id="3741" name="Candidate_receptor__3740">
              <a:extLst>
                <a:ext uri="{FF2B5EF4-FFF2-40B4-BE49-F238E27FC236}">
                  <a16:creationId xmlns:a16="http://schemas.microsoft.com/office/drawing/2014/main" id="{A289DE09-6B4E-54A2-B75A-15EC2668ADEA}"/>
                </a:ext>
              </a:extLst>
            </p:cNvPr>
            <p:cNvSpPr>
              <a:spLocks noGrp="1"/>
            </p:cNvSpPr>
            <p:nvPr/>
          </p:nvSpPr>
          <p:spPr>
            <a:xfrm>
              <a:off x="5123463" y="2950414"/>
              <a:ext cx="34474" cy="63220"/>
            </a:xfrm>
            <a:custGeom>
              <a:avLst/>
              <a:gdLst/>
              <a:ahLst/>
              <a:cxnLst/>
              <a:rect l="0" t="0" r="0" b="0"/>
              <a:pathLst>
                <a:path w="34474" h="63220">
                  <a:moveTo>
                    <a:pt x="34474" y="0"/>
                  </a:moveTo>
                  <a:lnTo>
                    <a:pt x="0" y="63220"/>
                  </a:lnTo>
                </a:path>
              </a:pathLst>
            </a:custGeom>
            <a:noFill/>
            <a:ln w="20003">
              <a:solidFill>
                <a:srgbClr val="E9ECEF"/>
              </a:solidFill>
            </a:ln>
          </p:spPr>
        </p:sp>
        <p:sp>
          <p:nvSpPr>
            <p:cNvPr id="3742" name="Candidate_receptor__3741">
              <a:extLst>
                <a:ext uri="{FF2B5EF4-FFF2-40B4-BE49-F238E27FC236}">
                  <a16:creationId xmlns:a16="http://schemas.microsoft.com/office/drawing/2014/main" id="{D6E18118-C7BB-ECF2-5410-2F90B0B75012}"/>
                </a:ext>
              </a:extLst>
            </p:cNvPr>
            <p:cNvSpPr>
              <a:spLocks noGrp="1"/>
            </p:cNvSpPr>
            <p:nvPr/>
          </p:nvSpPr>
          <p:spPr>
            <a:xfrm>
              <a:off x="5723618" y="2175801"/>
              <a:ext cx="111364" cy="16077"/>
            </a:xfrm>
            <a:custGeom>
              <a:avLst/>
              <a:gdLst/>
              <a:ahLst/>
              <a:cxnLst/>
              <a:rect l="0" t="0" r="0" b="0"/>
              <a:pathLst>
                <a:path w="111364" h="16077">
                  <a:moveTo>
                    <a:pt x="111364" y="0"/>
                  </a:moveTo>
                  <a:lnTo>
                    <a:pt x="0" y="16077"/>
                  </a:lnTo>
                </a:path>
              </a:pathLst>
            </a:custGeom>
            <a:noFill/>
            <a:ln w="20003">
              <a:solidFill>
                <a:srgbClr val="E9ECEF"/>
              </a:solidFill>
            </a:ln>
          </p:spPr>
        </p:sp>
        <p:sp>
          <p:nvSpPr>
            <p:cNvPr id="3743" name="Candidate_receptor__3742">
              <a:extLst>
                <a:ext uri="{FF2B5EF4-FFF2-40B4-BE49-F238E27FC236}">
                  <a16:creationId xmlns:a16="http://schemas.microsoft.com/office/drawing/2014/main" id="{A731FCC4-1892-A443-2EC7-E7BA8A26F2A2}"/>
                </a:ext>
              </a:extLst>
            </p:cNvPr>
            <p:cNvSpPr>
              <a:spLocks noGrp="1"/>
            </p:cNvSpPr>
            <p:nvPr/>
          </p:nvSpPr>
          <p:spPr>
            <a:xfrm>
              <a:off x="5085248" y="3133655"/>
              <a:ext cx="87186" cy="47115"/>
            </a:xfrm>
            <a:custGeom>
              <a:avLst/>
              <a:gdLst/>
              <a:ahLst/>
              <a:cxnLst/>
              <a:rect l="0" t="0" r="0" b="0"/>
              <a:pathLst>
                <a:path w="87186" h="47115">
                  <a:moveTo>
                    <a:pt x="87186" y="0"/>
                  </a:moveTo>
                  <a:lnTo>
                    <a:pt x="0" y="47115"/>
                  </a:lnTo>
                </a:path>
              </a:pathLst>
            </a:custGeom>
            <a:noFill/>
            <a:ln w="20003">
              <a:solidFill>
                <a:srgbClr val="E9ECEF"/>
              </a:solidFill>
            </a:ln>
          </p:spPr>
        </p:sp>
        <p:sp>
          <p:nvSpPr>
            <p:cNvPr id="3744" name="Candidate_receptor__3743">
              <a:extLst>
                <a:ext uri="{FF2B5EF4-FFF2-40B4-BE49-F238E27FC236}">
                  <a16:creationId xmlns:a16="http://schemas.microsoft.com/office/drawing/2014/main" id="{3EB5FCCD-D680-B93B-B93B-89683AEDEFBB}"/>
                </a:ext>
              </a:extLst>
            </p:cNvPr>
            <p:cNvSpPr>
              <a:spLocks noGrp="1"/>
            </p:cNvSpPr>
            <p:nvPr/>
          </p:nvSpPr>
          <p:spPr>
            <a:xfrm>
              <a:off x="5393219" y="2420395"/>
              <a:ext cx="5604" cy="52903"/>
            </a:xfrm>
            <a:custGeom>
              <a:avLst/>
              <a:gdLst/>
              <a:ahLst/>
              <a:cxnLst/>
              <a:rect l="0" t="0" r="0" b="0"/>
              <a:pathLst>
                <a:path w="5604" h="52903">
                  <a:moveTo>
                    <a:pt x="5604" y="0"/>
                  </a:moveTo>
                  <a:lnTo>
                    <a:pt x="0" y="52903"/>
                  </a:lnTo>
                </a:path>
              </a:pathLst>
            </a:custGeom>
            <a:noFill/>
            <a:ln w="8096">
              <a:solidFill>
                <a:srgbClr val="E9ECEF"/>
              </a:solidFill>
            </a:ln>
          </p:spPr>
        </p:sp>
        <p:sp>
          <p:nvSpPr>
            <p:cNvPr id="3745" name="Candidate_receptor__3744">
              <a:extLst>
                <a:ext uri="{FF2B5EF4-FFF2-40B4-BE49-F238E27FC236}">
                  <a16:creationId xmlns:a16="http://schemas.microsoft.com/office/drawing/2014/main" id="{804AFEDC-CFE8-27FC-4877-83C56858DFD6}"/>
                </a:ext>
              </a:extLst>
            </p:cNvPr>
            <p:cNvSpPr>
              <a:spLocks noGrp="1"/>
            </p:cNvSpPr>
            <p:nvPr/>
          </p:nvSpPr>
          <p:spPr>
            <a:xfrm>
              <a:off x="4231440" y="2748188"/>
              <a:ext cx="12395" cy="47112"/>
            </a:xfrm>
            <a:custGeom>
              <a:avLst/>
              <a:gdLst/>
              <a:ahLst/>
              <a:cxnLst/>
              <a:rect l="0" t="0" r="0" b="0"/>
              <a:pathLst>
                <a:path w="12395" h="47112">
                  <a:moveTo>
                    <a:pt x="0" y="47112"/>
                  </a:moveTo>
                  <a:lnTo>
                    <a:pt x="12395" y="0"/>
                  </a:lnTo>
                </a:path>
              </a:pathLst>
            </a:custGeom>
            <a:noFill/>
            <a:ln w="8096">
              <a:solidFill>
                <a:srgbClr val="E9ECEF"/>
              </a:solidFill>
            </a:ln>
          </p:spPr>
        </p:sp>
        <p:sp>
          <p:nvSpPr>
            <p:cNvPr id="3746" name="Candidate_receptor__3745">
              <a:extLst>
                <a:ext uri="{FF2B5EF4-FFF2-40B4-BE49-F238E27FC236}">
                  <a16:creationId xmlns:a16="http://schemas.microsoft.com/office/drawing/2014/main" id="{690C15C4-A955-3934-1366-8F2DD44BEC3E}"/>
                </a:ext>
              </a:extLst>
            </p:cNvPr>
            <p:cNvSpPr>
              <a:spLocks noGrp="1"/>
            </p:cNvSpPr>
            <p:nvPr/>
          </p:nvSpPr>
          <p:spPr>
            <a:xfrm>
              <a:off x="4053316" y="2928826"/>
              <a:ext cx="105161" cy="43928"/>
            </a:xfrm>
            <a:custGeom>
              <a:avLst/>
              <a:gdLst/>
              <a:ahLst/>
              <a:cxnLst/>
              <a:rect l="0" t="0" r="0" b="0"/>
              <a:pathLst>
                <a:path w="105161" h="43928">
                  <a:moveTo>
                    <a:pt x="0" y="43928"/>
                  </a:moveTo>
                  <a:lnTo>
                    <a:pt x="105161" y="0"/>
                  </a:lnTo>
                </a:path>
              </a:pathLst>
            </a:custGeom>
            <a:noFill/>
            <a:ln w="20003">
              <a:solidFill>
                <a:srgbClr val="E9ECEF"/>
              </a:solidFill>
            </a:ln>
          </p:spPr>
        </p:sp>
        <p:sp>
          <p:nvSpPr>
            <p:cNvPr id="3747" name="Candidate_receptor__3746">
              <a:extLst>
                <a:ext uri="{FF2B5EF4-FFF2-40B4-BE49-F238E27FC236}">
                  <a16:creationId xmlns:a16="http://schemas.microsoft.com/office/drawing/2014/main" id="{EB6761ED-EA45-5FFB-FD68-6E9B84EBB79E}"/>
                </a:ext>
              </a:extLst>
            </p:cNvPr>
            <p:cNvSpPr>
              <a:spLocks noGrp="1"/>
            </p:cNvSpPr>
            <p:nvPr/>
          </p:nvSpPr>
          <p:spPr>
            <a:xfrm>
              <a:off x="5146757" y="2814031"/>
              <a:ext cx="114220" cy="10751"/>
            </a:xfrm>
            <a:custGeom>
              <a:avLst/>
              <a:gdLst/>
              <a:ahLst/>
              <a:cxnLst/>
              <a:rect l="0" t="0" r="0" b="0"/>
              <a:pathLst>
                <a:path w="114220" h="10751">
                  <a:moveTo>
                    <a:pt x="114220" y="0"/>
                  </a:moveTo>
                  <a:lnTo>
                    <a:pt x="0" y="10751"/>
                  </a:lnTo>
                </a:path>
              </a:pathLst>
            </a:custGeom>
            <a:noFill/>
            <a:ln w="20003">
              <a:solidFill>
                <a:srgbClr val="E9ECEF"/>
              </a:solidFill>
            </a:ln>
          </p:spPr>
        </p:sp>
        <p:sp>
          <p:nvSpPr>
            <p:cNvPr id="3748" name="Candidate_receptor__3747">
              <a:extLst>
                <a:ext uri="{FF2B5EF4-FFF2-40B4-BE49-F238E27FC236}">
                  <a16:creationId xmlns:a16="http://schemas.microsoft.com/office/drawing/2014/main" id="{B12F9ACA-C6FE-58C0-5029-D1943C16D662}"/>
                </a:ext>
              </a:extLst>
            </p:cNvPr>
            <p:cNvSpPr>
              <a:spLocks noGrp="1"/>
            </p:cNvSpPr>
            <p:nvPr/>
          </p:nvSpPr>
          <p:spPr>
            <a:xfrm>
              <a:off x="3869214" y="3362574"/>
              <a:ext cx="11129" cy="4076"/>
            </a:xfrm>
            <a:custGeom>
              <a:avLst/>
              <a:gdLst/>
              <a:ahLst/>
              <a:cxnLst/>
              <a:rect l="0" t="0" r="0" b="0"/>
              <a:pathLst>
                <a:path w="11129" h="4076">
                  <a:moveTo>
                    <a:pt x="0" y="0"/>
                  </a:moveTo>
                  <a:lnTo>
                    <a:pt x="11129" y="4076"/>
                  </a:lnTo>
                </a:path>
              </a:pathLst>
            </a:custGeom>
            <a:noFill/>
            <a:ln w="8096">
              <a:solidFill>
                <a:srgbClr val="E9ECEF"/>
              </a:solidFill>
            </a:ln>
          </p:spPr>
        </p:sp>
        <p:sp>
          <p:nvSpPr>
            <p:cNvPr id="3749" name="Candidate_receptor__3748">
              <a:extLst>
                <a:ext uri="{FF2B5EF4-FFF2-40B4-BE49-F238E27FC236}">
                  <a16:creationId xmlns:a16="http://schemas.microsoft.com/office/drawing/2014/main" id="{C560BC69-5B1F-F75A-0DDF-7BEB5251D655}"/>
                </a:ext>
              </a:extLst>
            </p:cNvPr>
            <p:cNvSpPr>
              <a:spLocks noGrp="1"/>
            </p:cNvSpPr>
            <p:nvPr/>
          </p:nvSpPr>
          <p:spPr>
            <a:xfrm>
              <a:off x="5499003" y="2219372"/>
              <a:ext cx="19727" cy="112520"/>
            </a:xfrm>
            <a:custGeom>
              <a:avLst/>
              <a:gdLst/>
              <a:ahLst/>
              <a:cxnLst/>
              <a:rect l="0" t="0" r="0" b="0"/>
              <a:pathLst>
                <a:path w="19727" h="112520">
                  <a:moveTo>
                    <a:pt x="19727" y="0"/>
                  </a:moveTo>
                  <a:lnTo>
                    <a:pt x="0" y="112520"/>
                  </a:lnTo>
                </a:path>
              </a:pathLst>
            </a:custGeom>
            <a:noFill/>
            <a:ln w="8096">
              <a:solidFill>
                <a:srgbClr val="E9ECEF"/>
              </a:solidFill>
            </a:ln>
          </p:spPr>
        </p:sp>
        <p:sp>
          <p:nvSpPr>
            <p:cNvPr id="3750" name="Candidate_receptor__3749">
              <a:extLst>
                <a:ext uri="{FF2B5EF4-FFF2-40B4-BE49-F238E27FC236}">
                  <a16:creationId xmlns:a16="http://schemas.microsoft.com/office/drawing/2014/main" id="{C99B0FC6-38F6-0853-257C-0EE58F66B75B}"/>
                </a:ext>
              </a:extLst>
            </p:cNvPr>
            <p:cNvSpPr>
              <a:spLocks noGrp="1"/>
            </p:cNvSpPr>
            <p:nvPr/>
          </p:nvSpPr>
          <p:spPr>
            <a:xfrm>
              <a:off x="4888391" y="3368597"/>
              <a:ext cx="114514" cy="11356"/>
            </a:xfrm>
            <a:custGeom>
              <a:avLst/>
              <a:gdLst/>
              <a:ahLst/>
              <a:cxnLst/>
              <a:rect l="0" t="0" r="0" b="0"/>
              <a:pathLst>
                <a:path w="114514" h="11356">
                  <a:moveTo>
                    <a:pt x="0" y="0"/>
                  </a:moveTo>
                  <a:lnTo>
                    <a:pt x="114514" y="11356"/>
                  </a:lnTo>
                </a:path>
              </a:pathLst>
            </a:custGeom>
            <a:noFill/>
            <a:ln w="20003">
              <a:solidFill>
                <a:srgbClr val="E9ECEF"/>
              </a:solidFill>
            </a:ln>
          </p:spPr>
        </p:sp>
        <p:sp>
          <p:nvSpPr>
            <p:cNvPr id="3751" name="Candidate_receptor__3750">
              <a:extLst>
                <a:ext uri="{FF2B5EF4-FFF2-40B4-BE49-F238E27FC236}">
                  <a16:creationId xmlns:a16="http://schemas.microsoft.com/office/drawing/2014/main" id="{87DC3B08-52E4-F41A-8CE3-C59A594650F7}"/>
                </a:ext>
              </a:extLst>
            </p:cNvPr>
            <p:cNvSpPr>
              <a:spLocks noGrp="1"/>
            </p:cNvSpPr>
            <p:nvPr/>
          </p:nvSpPr>
          <p:spPr>
            <a:xfrm>
              <a:off x="3962631" y="2931517"/>
              <a:ext cx="90684" cy="41237"/>
            </a:xfrm>
            <a:custGeom>
              <a:avLst/>
              <a:gdLst/>
              <a:ahLst/>
              <a:cxnLst/>
              <a:rect l="0" t="0" r="0" b="0"/>
              <a:pathLst>
                <a:path w="90684" h="41237">
                  <a:moveTo>
                    <a:pt x="0" y="0"/>
                  </a:moveTo>
                  <a:lnTo>
                    <a:pt x="90684" y="41237"/>
                  </a:lnTo>
                </a:path>
              </a:pathLst>
            </a:custGeom>
            <a:noFill/>
            <a:ln w="20003">
              <a:solidFill>
                <a:srgbClr val="E9EDEF"/>
              </a:solidFill>
            </a:ln>
          </p:spPr>
        </p:sp>
        <p:sp>
          <p:nvSpPr>
            <p:cNvPr id="3752" name="Candidate_receptor__3751">
              <a:extLst>
                <a:ext uri="{FF2B5EF4-FFF2-40B4-BE49-F238E27FC236}">
                  <a16:creationId xmlns:a16="http://schemas.microsoft.com/office/drawing/2014/main" id="{1E1C3C92-8D7C-B8D7-D30C-DBBC4479C845}"/>
                </a:ext>
              </a:extLst>
            </p:cNvPr>
            <p:cNvSpPr>
              <a:spLocks noGrp="1"/>
            </p:cNvSpPr>
            <p:nvPr/>
          </p:nvSpPr>
          <p:spPr>
            <a:xfrm>
              <a:off x="4376376" y="2464477"/>
              <a:ext cx="76477" cy="34423"/>
            </a:xfrm>
            <a:custGeom>
              <a:avLst/>
              <a:gdLst/>
              <a:ahLst/>
              <a:cxnLst/>
              <a:rect l="0" t="0" r="0" b="0"/>
              <a:pathLst>
                <a:path w="76477" h="34423">
                  <a:moveTo>
                    <a:pt x="0" y="0"/>
                  </a:moveTo>
                  <a:lnTo>
                    <a:pt x="76477" y="34423"/>
                  </a:lnTo>
                </a:path>
              </a:pathLst>
            </a:custGeom>
            <a:noFill/>
            <a:ln w="8096">
              <a:solidFill>
                <a:srgbClr val="E9EDEF"/>
              </a:solidFill>
            </a:ln>
          </p:spPr>
        </p:sp>
        <p:sp>
          <p:nvSpPr>
            <p:cNvPr id="3753" name="Candidate_receptor__3752">
              <a:extLst>
                <a:ext uri="{FF2B5EF4-FFF2-40B4-BE49-F238E27FC236}">
                  <a16:creationId xmlns:a16="http://schemas.microsoft.com/office/drawing/2014/main" id="{C4A3C77A-1740-09AC-BC1D-BB08A87D4C62}"/>
                </a:ext>
              </a:extLst>
            </p:cNvPr>
            <p:cNvSpPr>
              <a:spLocks noGrp="1"/>
            </p:cNvSpPr>
            <p:nvPr/>
          </p:nvSpPr>
          <p:spPr>
            <a:xfrm>
              <a:off x="4876627" y="3368597"/>
              <a:ext cx="11764" cy="114041"/>
            </a:xfrm>
            <a:custGeom>
              <a:avLst/>
              <a:gdLst/>
              <a:ahLst/>
              <a:cxnLst/>
              <a:rect l="0" t="0" r="0" b="0"/>
              <a:pathLst>
                <a:path w="11764" h="114041">
                  <a:moveTo>
                    <a:pt x="0" y="114041"/>
                  </a:moveTo>
                  <a:lnTo>
                    <a:pt x="11764" y="0"/>
                  </a:lnTo>
                </a:path>
              </a:pathLst>
            </a:custGeom>
            <a:noFill/>
            <a:ln w="20003">
              <a:solidFill>
                <a:srgbClr val="E9EDEF"/>
              </a:solidFill>
            </a:ln>
          </p:spPr>
        </p:sp>
        <p:sp>
          <p:nvSpPr>
            <p:cNvPr id="3754" name="Candidate_receptor__3753">
              <a:extLst>
                <a:ext uri="{FF2B5EF4-FFF2-40B4-BE49-F238E27FC236}">
                  <a16:creationId xmlns:a16="http://schemas.microsoft.com/office/drawing/2014/main" id="{E4F78F33-0917-53B7-CBE8-63131489B2B4}"/>
                </a:ext>
              </a:extLst>
            </p:cNvPr>
            <p:cNvSpPr>
              <a:spLocks noGrp="1"/>
            </p:cNvSpPr>
            <p:nvPr/>
          </p:nvSpPr>
          <p:spPr>
            <a:xfrm>
              <a:off x="5650508" y="2118339"/>
              <a:ext cx="73110" cy="73538"/>
            </a:xfrm>
            <a:custGeom>
              <a:avLst/>
              <a:gdLst/>
              <a:ahLst/>
              <a:cxnLst/>
              <a:rect l="0" t="0" r="0" b="0"/>
              <a:pathLst>
                <a:path w="73110" h="73538">
                  <a:moveTo>
                    <a:pt x="73110" y="73538"/>
                  </a:moveTo>
                  <a:lnTo>
                    <a:pt x="0" y="0"/>
                  </a:lnTo>
                </a:path>
              </a:pathLst>
            </a:custGeom>
            <a:noFill/>
            <a:ln w="20003">
              <a:solidFill>
                <a:srgbClr val="E9EDEF"/>
              </a:solidFill>
            </a:ln>
          </p:spPr>
        </p:sp>
        <p:sp>
          <p:nvSpPr>
            <p:cNvPr id="3755" name="Candidate_receptor__3754">
              <a:extLst>
                <a:ext uri="{FF2B5EF4-FFF2-40B4-BE49-F238E27FC236}">
                  <a16:creationId xmlns:a16="http://schemas.microsoft.com/office/drawing/2014/main" id="{B468A456-C211-CC4A-AC48-6535F02C5127}"/>
                </a:ext>
              </a:extLst>
            </p:cNvPr>
            <p:cNvSpPr>
              <a:spLocks noGrp="1"/>
            </p:cNvSpPr>
            <p:nvPr/>
          </p:nvSpPr>
          <p:spPr>
            <a:xfrm>
              <a:off x="4746883" y="3190237"/>
              <a:ext cx="112780" cy="624"/>
            </a:xfrm>
            <a:custGeom>
              <a:avLst/>
              <a:gdLst/>
              <a:ahLst/>
              <a:cxnLst/>
              <a:rect l="0" t="0" r="0" b="0"/>
              <a:pathLst>
                <a:path w="112780" h="624">
                  <a:moveTo>
                    <a:pt x="112780" y="0"/>
                  </a:moveTo>
                  <a:lnTo>
                    <a:pt x="0" y="624"/>
                  </a:lnTo>
                </a:path>
              </a:pathLst>
            </a:custGeom>
            <a:noFill/>
            <a:ln w="20003">
              <a:solidFill>
                <a:srgbClr val="E9EDEF"/>
              </a:solidFill>
            </a:ln>
          </p:spPr>
        </p:sp>
        <p:sp>
          <p:nvSpPr>
            <p:cNvPr id="3756" name="Candidate_receptor__3755">
              <a:extLst>
                <a:ext uri="{FF2B5EF4-FFF2-40B4-BE49-F238E27FC236}">
                  <a16:creationId xmlns:a16="http://schemas.microsoft.com/office/drawing/2014/main" id="{D0C2F97C-FBBA-4B5D-3FBE-3855864089CB}"/>
                </a:ext>
              </a:extLst>
            </p:cNvPr>
            <p:cNvSpPr>
              <a:spLocks noGrp="1"/>
            </p:cNvSpPr>
            <p:nvPr/>
          </p:nvSpPr>
          <p:spPr>
            <a:xfrm>
              <a:off x="5012265" y="3013633"/>
              <a:ext cx="111199" cy="28286"/>
            </a:xfrm>
            <a:custGeom>
              <a:avLst/>
              <a:gdLst/>
              <a:ahLst/>
              <a:cxnLst/>
              <a:rect l="0" t="0" r="0" b="0"/>
              <a:pathLst>
                <a:path w="111199" h="28286">
                  <a:moveTo>
                    <a:pt x="111199" y="0"/>
                  </a:moveTo>
                  <a:lnTo>
                    <a:pt x="0" y="28286"/>
                  </a:lnTo>
                </a:path>
              </a:pathLst>
            </a:custGeom>
            <a:noFill/>
            <a:ln w="20003">
              <a:solidFill>
                <a:srgbClr val="E9EDEF"/>
              </a:solidFill>
            </a:ln>
          </p:spPr>
        </p:sp>
        <p:sp>
          <p:nvSpPr>
            <p:cNvPr id="3757" name="Candidate_receptor__3756">
              <a:extLst>
                <a:ext uri="{FF2B5EF4-FFF2-40B4-BE49-F238E27FC236}">
                  <a16:creationId xmlns:a16="http://schemas.microsoft.com/office/drawing/2014/main" id="{2CD4CE0C-CA18-50DF-D443-CF247DBD2417}"/>
                </a:ext>
              </a:extLst>
            </p:cNvPr>
            <p:cNvSpPr>
              <a:spLocks noGrp="1"/>
            </p:cNvSpPr>
            <p:nvPr/>
          </p:nvSpPr>
          <p:spPr>
            <a:xfrm>
              <a:off x="3911689" y="3458441"/>
              <a:ext cx="99407" cy="19309"/>
            </a:xfrm>
            <a:custGeom>
              <a:avLst/>
              <a:gdLst/>
              <a:ahLst/>
              <a:cxnLst/>
              <a:rect l="0" t="0" r="0" b="0"/>
              <a:pathLst>
                <a:path w="99407" h="19309">
                  <a:moveTo>
                    <a:pt x="0" y="19309"/>
                  </a:moveTo>
                  <a:lnTo>
                    <a:pt x="99407" y="0"/>
                  </a:lnTo>
                </a:path>
              </a:pathLst>
            </a:custGeom>
            <a:noFill/>
            <a:ln w="20003">
              <a:solidFill>
                <a:srgbClr val="E9EDEF"/>
              </a:solidFill>
            </a:ln>
          </p:spPr>
        </p:sp>
        <p:sp>
          <p:nvSpPr>
            <p:cNvPr id="3758" name="Candidate_receptor__3757">
              <a:extLst>
                <a:ext uri="{FF2B5EF4-FFF2-40B4-BE49-F238E27FC236}">
                  <a16:creationId xmlns:a16="http://schemas.microsoft.com/office/drawing/2014/main" id="{8D12862B-2242-6ADF-62C0-5901EB7158C5}"/>
                </a:ext>
              </a:extLst>
            </p:cNvPr>
            <p:cNvSpPr>
              <a:spLocks noGrp="1"/>
            </p:cNvSpPr>
            <p:nvPr/>
          </p:nvSpPr>
          <p:spPr>
            <a:xfrm>
              <a:off x="4011097" y="3458441"/>
              <a:ext cx="99775" cy="7781"/>
            </a:xfrm>
            <a:custGeom>
              <a:avLst/>
              <a:gdLst/>
              <a:ahLst/>
              <a:cxnLst/>
              <a:rect l="0" t="0" r="0" b="0"/>
              <a:pathLst>
                <a:path w="99775" h="7781">
                  <a:moveTo>
                    <a:pt x="0" y="0"/>
                  </a:moveTo>
                  <a:lnTo>
                    <a:pt x="99775" y="7781"/>
                  </a:lnTo>
                </a:path>
              </a:pathLst>
            </a:custGeom>
            <a:noFill/>
            <a:ln w="20003">
              <a:solidFill>
                <a:srgbClr val="E9EDEF"/>
              </a:solidFill>
            </a:ln>
          </p:spPr>
        </p:sp>
        <p:sp>
          <p:nvSpPr>
            <p:cNvPr id="3759" name="Candidate_receptor__3758">
              <a:extLst>
                <a:ext uri="{FF2B5EF4-FFF2-40B4-BE49-F238E27FC236}">
                  <a16:creationId xmlns:a16="http://schemas.microsoft.com/office/drawing/2014/main" id="{A98F8F7B-97FB-EC3A-C839-5A2AB2E6C7BE}"/>
                </a:ext>
              </a:extLst>
            </p:cNvPr>
            <p:cNvSpPr>
              <a:spLocks noGrp="1"/>
            </p:cNvSpPr>
            <p:nvPr/>
          </p:nvSpPr>
          <p:spPr>
            <a:xfrm>
              <a:off x="5336528" y="2333597"/>
              <a:ext cx="71186" cy="4825"/>
            </a:xfrm>
            <a:custGeom>
              <a:avLst/>
              <a:gdLst/>
              <a:ahLst/>
              <a:cxnLst/>
              <a:rect l="0" t="0" r="0" b="0"/>
              <a:pathLst>
                <a:path w="71186" h="4825">
                  <a:moveTo>
                    <a:pt x="71186" y="4825"/>
                  </a:moveTo>
                  <a:lnTo>
                    <a:pt x="0" y="0"/>
                  </a:lnTo>
                </a:path>
              </a:pathLst>
            </a:custGeom>
            <a:noFill/>
            <a:ln w="8096">
              <a:solidFill>
                <a:srgbClr val="E9EDEF"/>
              </a:solidFill>
            </a:ln>
          </p:spPr>
        </p:sp>
        <p:sp>
          <p:nvSpPr>
            <p:cNvPr id="3760" name="Candidate_receptor__3759">
              <a:extLst>
                <a:ext uri="{FF2B5EF4-FFF2-40B4-BE49-F238E27FC236}">
                  <a16:creationId xmlns:a16="http://schemas.microsoft.com/office/drawing/2014/main" id="{8A63D777-9847-2E39-ACE7-495516178603}"/>
                </a:ext>
              </a:extLst>
            </p:cNvPr>
            <p:cNvSpPr>
              <a:spLocks noGrp="1"/>
            </p:cNvSpPr>
            <p:nvPr/>
          </p:nvSpPr>
          <p:spPr>
            <a:xfrm>
              <a:off x="4330345" y="3343096"/>
              <a:ext cx="88474" cy="34087"/>
            </a:xfrm>
            <a:custGeom>
              <a:avLst/>
              <a:gdLst/>
              <a:ahLst/>
              <a:cxnLst/>
              <a:rect l="0" t="0" r="0" b="0"/>
              <a:pathLst>
                <a:path w="88474" h="34087">
                  <a:moveTo>
                    <a:pt x="0" y="0"/>
                  </a:moveTo>
                  <a:lnTo>
                    <a:pt x="88474" y="34087"/>
                  </a:lnTo>
                </a:path>
              </a:pathLst>
            </a:custGeom>
            <a:noFill/>
            <a:ln w="8096">
              <a:solidFill>
                <a:srgbClr val="E9EDEF"/>
              </a:solidFill>
            </a:ln>
          </p:spPr>
        </p:sp>
        <p:sp>
          <p:nvSpPr>
            <p:cNvPr id="3761" name="Candidate_receptor__3760">
              <a:extLst>
                <a:ext uri="{FF2B5EF4-FFF2-40B4-BE49-F238E27FC236}">
                  <a16:creationId xmlns:a16="http://schemas.microsoft.com/office/drawing/2014/main" id="{64C0F782-EE11-2EF2-2749-062BC99BA184}"/>
                </a:ext>
              </a:extLst>
            </p:cNvPr>
            <p:cNvSpPr>
              <a:spLocks noGrp="1"/>
            </p:cNvSpPr>
            <p:nvPr/>
          </p:nvSpPr>
          <p:spPr>
            <a:xfrm>
              <a:off x="5260977" y="2814031"/>
              <a:ext cx="29685" cy="96670"/>
            </a:xfrm>
            <a:custGeom>
              <a:avLst/>
              <a:gdLst/>
              <a:ahLst/>
              <a:cxnLst/>
              <a:rect l="0" t="0" r="0" b="0"/>
              <a:pathLst>
                <a:path w="29685" h="96670">
                  <a:moveTo>
                    <a:pt x="29685" y="96670"/>
                  </a:moveTo>
                  <a:lnTo>
                    <a:pt x="0" y="0"/>
                  </a:lnTo>
                </a:path>
              </a:pathLst>
            </a:custGeom>
            <a:noFill/>
            <a:ln w="8096">
              <a:solidFill>
                <a:srgbClr val="E9EDEF"/>
              </a:solidFill>
            </a:ln>
          </p:spPr>
        </p:sp>
        <p:sp>
          <p:nvSpPr>
            <p:cNvPr id="3762" name="Candidate_receptor__3761">
              <a:extLst>
                <a:ext uri="{FF2B5EF4-FFF2-40B4-BE49-F238E27FC236}">
                  <a16:creationId xmlns:a16="http://schemas.microsoft.com/office/drawing/2014/main" id="{FB457713-46D9-0C2A-9D60-B7534B8CD3E2}"/>
                </a:ext>
              </a:extLst>
            </p:cNvPr>
            <p:cNvSpPr>
              <a:spLocks noGrp="1"/>
            </p:cNvSpPr>
            <p:nvPr/>
          </p:nvSpPr>
          <p:spPr>
            <a:xfrm>
              <a:off x="4052900" y="3311549"/>
              <a:ext cx="97118" cy="53337"/>
            </a:xfrm>
            <a:custGeom>
              <a:avLst/>
              <a:gdLst/>
              <a:ahLst/>
              <a:cxnLst/>
              <a:rect l="0" t="0" r="0" b="0"/>
              <a:pathLst>
                <a:path w="97118" h="53337">
                  <a:moveTo>
                    <a:pt x="97118" y="53337"/>
                  </a:moveTo>
                  <a:lnTo>
                    <a:pt x="0" y="0"/>
                  </a:lnTo>
                </a:path>
              </a:pathLst>
            </a:custGeom>
            <a:noFill/>
            <a:ln w="20003">
              <a:solidFill>
                <a:srgbClr val="E9EDEF"/>
              </a:solidFill>
            </a:ln>
          </p:spPr>
        </p:sp>
        <p:sp>
          <p:nvSpPr>
            <p:cNvPr id="3763" name="Candidate_receptor__3762">
              <a:extLst>
                <a:ext uri="{FF2B5EF4-FFF2-40B4-BE49-F238E27FC236}">
                  <a16:creationId xmlns:a16="http://schemas.microsoft.com/office/drawing/2014/main" id="{2AEEF1C7-D4EE-30A5-B35D-CCA775127E8C}"/>
                </a:ext>
              </a:extLst>
            </p:cNvPr>
            <p:cNvSpPr>
              <a:spLocks noGrp="1"/>
            </p:cNvSpPr>
            <p:nvPr/>
          </p:nvSpPr>
          <p:spPr>
            <a:xfrm>
              <a:off x="5084739" y="2824782"/>
              <a:ext cx="62018" cy="52165"/>
            </a:xfrm>
            <a:custGeom>
              <a:avLst/>
              <a:gdLst/>
              <a:ahLst/>
              <a:cxnLst/>
              <a:rect l="0" t="0" r="0" b="0"/>
              <a:pathLst>
                <a:path w="62018" h="52165">
                  <a:moveTo>
                    <a:pt x="62018" y="0"/>
                  </a:moveTo>
                  <a:lnTo>
                    <a:pt x="0" y="52165"/>
                  </a:lnTo>
                </a:path>
              </a:pathLst>
            </a:custGeom>
            <a:noFill/>
            <a:ln w="20003">
              <a:solidFill>
                <a:srgbClr val="E9EDEF"/>
              </a:solidFill>
            </a:ln>
          </p:spPr>
        </p:sp>
        <p:sp>
          <p:nvSpPr>
            <p:cNvPr id="3764" name="Candidate_receptor__3763">
              <a:extLst>
                <a:ext uri="{FF2B5EF4-FFF2-40B4-BE49-F238E27FC236}">
                  <a16:creationId xmlns:a16="http://schemas.microsoft.com/office/drawing/2014/main" id="{C94E626C-87F9-015C-BE59-2A68D9FE8472}"/>
                </a:ext>
              </a:extLst>
            </p:cNvPr>
            <p:cNvSpPr>
              <a:spLocks noGrp="1"/>
            </p:cNvSpPr>
            <p:nvPr/>
          </p:nvSpPr>
          <p:spPr>
            <a:xfrm>
              <a:off x="4110872" y="3364886"/>
              <a:ext cx="39147" cy="101336"/>
            </a:xfrm>
            <a:custGeom>
              <a:avLst/>
              <a:gdLst/>
              <a:ahLst/>
              <a:cxnLst/>
              <a:rect l="0" t="0" r="0" b="0"/>
              <a:pathLst>
                <a:path w="39147" h="101336">
                  <a:moveTo>
                    <a:pt x="0" y="101336"/>
                  </a:moveTo>
                  <a:lnTo>
                    <a:pt x="39147" y="0"/>
                  </a:lnTo>
                </a:path>
              </a:pathLst>
            </a:custGeom>
            <a:noFill/>
            <a:ln w="20003">
              <a:solidFill>
                <a:srgbClr val="E9EDEF"/>
              </a:solidFill>
            </a:ln>
          </p:spPr>
        </p:sp>
        <p:sp>
          <p:nvSpPr>
            <p:cNvPr id="3765" name="Candidate_receptor__3764">
              <a:extLst>
                <a:ext uri="{FF2B5EF4-FFF2-40B4-BE49-F238E27FC236}">
                  <a16:creationId xmlns:a16="http://schemas.microsoft.com/office/drawing/2014/main" id="{7E87CFEB-799A-C0BA-8274-FB44D3057E3C}"/>
                </a:ext>
              </a:extLst>
            </p:cNvPr>
            <p:cNvSpPr>
              <a:spLocks noGrp="1"/>
            </p:cNvSpPr>
            <p:nvPr/>
          </p:nvSpPr>
          <p:spPr>
            <a:xfrm>
              <a:off x="5407714" y="2331892"/>
              <a:ext cx="91289" cy="6530"/>
            </a:xfrm>
            <a:custGeom>
              <a:avLst/>
              <a:gdLst/>
              <a:ahLst/>
              <a:cxnLst/>
              <a:rect l="0" t="0" r="0" b="0"/>
              <a:pathLst>
                <a:path w="91289" h="6530">
                  <a:moveTo>
                    <a:pt x="91289" y="0"/>
                  </a:moveTo>
                  <a:lnTo>
                    <a:pt x="0" y="6530"/>
                  </a:lnTo>
                </a:path>
              </a:pathLst>
            </a:custGeom>
            <a:noFill/>
            <a:ln w="8096">
              <a:solidFill>
                <a:srgbClr val="E9EDEF"/>
              </a:solidFill>
            </a:ln>
          </p:spPr>
        </p:sp>
        <p:sp>
          <p:nvSpPr>
            <p:cNvPr id="3766" name="Candidate_receptor__3765">
              <a:extLst>
                <a:ext uri="{FF2B5EF4-FFF2-40B4-BE49-F238E27FC236}">
                  <a16:creationId xmlns:a16="http://schemas.microsoft.com/office/drawing/2014/main" id="{3EE7ED1C-652C-8E90-161C-BB98A1C3304F}"/>
                </a:ext>
              </a:extLst>
            </p:cNvPr>
            <p:cNvSpPr>
              <a:spLocks noGrp="1"/>
            </p:cNvSpPr>
            <p:nvPr/>
          </p:nvSpPr>
          <p:spPr>
            <a:xfrm>
              <a:off x="4191465" y="2498968"/>
              <a:ext cx="94951" cy="38206"/>
            </a:xfrm>
            <a:custGeom>
              <a:avLst/>
              <a:gdLst/>
              <a:ahLst/>
              <a:cxnLst/>
              <a:rect l="0" t="0" r="0" b="0"/>
              <a:pathLst>
                <a:path w="94951" h="38206">
                  <a:moveTo>
                    <a:pt x="0" y="0"/>
                  </a:moveTo>
                  <a:lnTo>
                    <a:pt x="94951" y="38206"/>
                  </a:lnTo>
                </a:path>
              </a:pathLst>
            </a:custGeom>
            <a:noFill/>
            <a:ln w="8096">
              <a:solidFill>
                <a:srgbClr val="E9EDEF"/>
              </a:solidFill>
            </a:ln>
          </p:spPr>
        </p:sp>
        <p:sp>
          <p:nvSpPr>
            <p:cNvPr id="3767" name="Candidate_receptor__3766">
              <a:extLst>
                <a:ext uri="{FF2B5EF4-FFF2-40B4-BE49-F238E27FC236}">
                  <a16:creationId xmlns:a16="http://schemas.microsoft.com/office/drawing/2014/main" id="{61145852-C12E-AAD0-77E9-29D82A3BF7CC}"/>
                </a:ext>
              </a:extLst>
            </p:cNvPr>
            <p:cNvSpPr>
              <a:spLocks noGrp="1"/>
            </p:cNvSpPr>
            <p:nvPr/>
          </p:nvSpPr>
          <p:spPr>
            <a:xfrm>
              <a:off x="4158477" y="2915916"/>
              <a:ext cx="87717" cy="12910"/>
            </a:xfrm>
            <a:custGeom>
              <a:avLst/>
              <a:gdLst/>
              <a:ahLst/>
              <a:cxnLst/>
              <a:rect l="0" t="0" r="0" b="0"/>
              <a:pathLst>
                <a:path w="87717" h="12910">
                  <a:moveTo>
                    <a:pt x="0" y="12910"/>
                  </a:moveTo>
                  <a:lnTo>
                    <a:pt x="87717" y="0"/>
                  </a:lnTo>
                </a:path>
              </a:pathLst>
            </a:custGeom>
            <a:noFill/>
            <a:ln w="8096">
              <a:solidFill>
                <a:srgbClr val="E9EDEF"/>
              </a:solidFill>
            </a:ln>
          </p:spPr>
        </p:sp>
        <p:sp>
          <p:nvSpPr>
            <p:cNvPr id="3768" name="Candidate_receptor__3767">
              <a:extLst>
                <a:ext uri="{FF2B5EF4-FFF2-40B4-BE49-F238E27FC236}">
                  <a16:creationId xmlns:a16="http://schemas.microsoft.com/office/drawing/2014/main" id="{175D0210-FA87-3D1B-4135-399E2360CBFB}"/>
                </a:ext>
              </a:extLst>
            </p:cNvPr>
            <p:cNvSpPr>
              <a:spLocks noGrp="1"/>
            </p:cNvSpPr>
            <p:nvPr/>
          </p:nvSpPr>
          <p:spPr>
            <a:xfrm>
              <a:off x="5847263" y="2339222"/>
              <a:ext cx="60554" cy="96745"/>
            </a:xfrm>
            <a:custGeom>
              <a:avLst/>
              <a:gdLst/>
              <a:ahLst/>
              <a:cxnLst/>
              <a:rect l="0" t="0" r="0" b="0"/>
              <a:pathLst>
                <a:path w="60554" h="96745">
                  <a:moveTo>
                    <a:pt x="60554" y="96745"/>
                  </a:moveTo>
                  <a:lnTo>
                    <a:pt x="0" y="0"/>
                  </a:lnTo>
                </a:path>
              </a:pathLst>
            </a:custGeom>
            <a:noFill/>
            <a:ln w="8096">
              <a:solidFill>
                <a:srgbClr val="E9EDEF"/>
              </a:solidFill>
            </a:ln>
          </p:spPr>
        </p:sp>
        <p:sp>
          <p:nvSpPr>
            <p:cNvPr id="3769" name="Candidate_receptor__3768">
              <a:extLst>
                <a:ext uri="{FF2B5EF4-FFF2-40B4-BE49-F238E27FC236}">
                  <a16:creationId xmlns:a16="http://schemas.microsoft.com/office/drawing/2014/main" id="{E933F68D-803C-4189-8FB0-379D8B642982}"/>
                </a:ext>
              </a:extLst>
            </p:cNvPr>
            <p:cNvSpPr>
              <a:spLocks noGrp="1"/>
            </p:cNvSpPr>
            <p:nvPr/>
          </p:nvSpPr>
          <p:spPr>
            <a:xfrm>
              <a:off x="5827301" y="2435967"/>
              <a:ext cx="80516" cy="81834"/>
            </a:xfrm>
            <a:custGeom>
              <a:avLst/>
              <a:gdLst/>
              <a:ahLst/>
              <a:cxnLst/>
              <a:rect l="0" t="0" r="0" b="0"/>
              <a:pathLst>
                <a:path w="80516" h="81834">
                  <a:moveTo>
                    <a:pt x="0" y="81834"/>
                  </a:moveTo>
                  <a:lnTo>
                    <a:pt x="80516" y="0"/>
                  </a:lnTo>
                </a:path>
              </a:pathLst>
            </a:custGeom>
            <a:noFill/>
            <a:ln w="20003">
              <a:solidFill>
                <a:srgbClr val="E9EDEF"/>
              </a:solidFill>
            </a:ln>
          </p:spPr>
        </p:sp>
        <p:sp>
          <p:nvSpPr>
            <p:cNvPr id="3770" name="Candidate_receptor__3769">
              <a:extLst>
                <a:ext uri="{FF2B5EF4-FFF2-40B4-BE49-F238E27FC236}">
                  <a16:creationId xmlns:a16="http://schemas.microsoft.com/office/drawing/2014/main" id="{209C506F-00D5-8CAC-098D-BB29FC4ABF34}"/>
                </a:ext>
              </a:extLst>
            </p:cNvPr>
            <p:cNvSpPr>
              <a:spLocks noGrp="1"/>
            </p:cNvSpPr>
            <p:nvPr/>
          </p:nvSpPr>
          <p:spPr>
            <a:xfrm>
              <a:off x="5784377" y="1918071"/>
              <a:ext cx="29944" cy="61998"/>
            </a:xfrm>
            <a:custGeom>
              <a:avLst/>
              <a:gdLst/>
              <a:ahLst/>
              <a:cxnLst/>
              <a:rect l="0" t="0" r="0" b="0"/>
              <a:pathLst>
                <a:path w="29944" h="61998">
                  <a:moveTo>
                    <a:pt x="29944" y="0"/>
                  </a:moveTo>
                  <a:lnTo>
                    <a:pt x="0" y="61998"/>
                  </a:lnTo>
                </a:path>
              </a:pathLst>
            </a:custGeom>
            <a:noFill/>
            <a:ln w="8096">
              <a:solidFill>
                <a:srgbClr val="E9EDEF"/>
              </a:solidFill>
            </a:ln>
          </p:spPr>
        </p:sp>
        <p:sp>
          <p:nvSpPr>
            <p:cNvPr id="3771" name="Candidate_receptor__3770">
              <a:extLst>
                <a:ext uri="{FF2B5EF4-FFF2-40B4-BE49-F238E27FC236}">
                  <a16:creationId xmlns:a16="http://schemas.microsoft.com/office/drawing/2014/main" id="{082F5827-EAE6-B184-9A11-0488ADC9C36A}"/>
                </a:ext>
              </a:extLst>
            </p:cNvPr>
            <p:cNvSpPr>
              <a:spLocks noGrp="1"/>
            </p:cNvSpPr>
            <p:nvPr/>
          </p:nvSpPr>
          <p:spPr>
            <a:xfrm>
              <a:off x="3868413" y="2931517"/>
              <a:ext cx="94219" cy="66045"/>
            </a:xfrm>
            <a:custGeom>
              <a:avLst/>
              <a:gdLst/>
              <a:ahLst/>
              <a:cxnLst/>
              <a:rect l="0" t="0" r="0" b="0"/>
              <a:pathLst>
                <a:path w="94219" h="66045">
                  <a:moveTo>
                    <a:pt x="0" y="66045"/>
                  </a:moveTo>
                  <a:lnTo>
                    <a:pt x="94219" y="0"/>
                  </a:lnTo>
                </a:path>
              </a:pathLst>
            </a:custGeom>
            <a:noFill/>
            <a:ln w="20003">
              <a:solidFill>
                <a:srgbClr val="E9EDEF"/>
              </a:solidFill>
            </a:ln>
          </p:spPr>
        </p:sp>
        <p:sp>
          <p:nvSpPr>
            <p:cNvPr id="3772" name="Candidate_receptor__3771">
              <a:extLst>
                <a:ext uri="{FF2B5EF4-FFF2-40B4-BE49-F238E27FC236}">
                  <a16:creationId xmlns:a16="http://schemas.microsoft.com/office/drawing/2014/main" id="{2F9E2FAB-68C4-D381-6F6B-090A6FDA61B7}"/>
                </a:ext>
              </a:extLst>
            </p:cNvPr>
            <p:cNvSpPr>
              <a:spLocks noGrp="1"/>
            </p:cNvSpPr>
            <p:nvPr/>
          </p:nvSpPr>
          <p:spPr>
            <a:xfrm>
              <a:off x="3761199" y="2956305"/>
              <a:ext cx="107214" cy="41257"/>
            </a:xfrm>
            <a:custGeom>
              <a:avLst/>
              <a:gdLst/>
              <a:ahLst/>
              <a:cxnLst/>
              <a:rect l="0" t="0" r="0" b="0"/>
              <a:pathLst>
                <a:path w="107214" h="41257">
                  <a:moveTo>
                    <a:pt x="0" y="0"/>
                  </a:moveTo>
                  <a:lnTo>
                    <a:pt x="107214" y="41257"/>
                  </a:lnTo>
                </a:path>
              </a:pathLst>
            </a:custGeom>
            <a:noFill/>
            <a:ln w="20003">
              <a:solidFill>
                <a:srgbClr val="E9EDEF"/>
              </a:solidFill>
            </a:ln>
          </p:spPr>
        </p:sp>
        <p:sp>
          <p:nvSpPr>
            <p:cNvPr id="3773" name="Candidate_receptor__3772">
              <a:extLst>
                <a:ext uri="{FF2B5EF4-FFF2-40B4-BE49-F238E27FC236}">
                  <a16:creationId xmlns:a16="http://schemas.microsoft.com/office/drawing/2014/main" id="{AB46BE89-6003-86A2-A2A0-03C49A80C644}"/>
                </a:ext>
              </a:extLst>
            </p:cNvPr>
            <p:cNvSpPr>
              <a:spLocks noGrp="1"/>
            </p:cNvSpPr>
            <p:nvPr/>
          </p:nvSpPr>
          <p:spPr>
            <a:xfrm>
              <a:off x="5393219" y="2472446"/>
              <a:ext cx="113544" cy="852"/>
            </a:xfrm>
            <a:custGeom>
              <a:avLst/>
              <a:gdLst/>
              <a:ahLst/>
              <a:cxnLst/>
              <a:rect l="0" t="0" r="0" b="0"/>
              <a:pathLst>
                <a:path w="113544" h="852">
                  <a:moveTo>
                    <a:pt x="0" y="852"/>
                  </a:moveTo>
                  <a:lnTo>
                    <a:pt x="113544" y="0"/>
                  </a:lnTo>
                </a:path>
              </a:pathLst>
            </a:custGeom>
            <a:noFill/>
            <a:ln w="8096">
              <a:solidFill>
                <a:srgbClr val="E9EDEF"/>
              </a:solidFill>
            </a:ln>
          </p:spPr>
        </p:sp>
        <p:sp>
          <p:nvSpPr>
            <p:cNvPr id="3774" name="Candidate_receptor__3773">
              <a:extLst>
                <a:ext uri="{FF2B5EF4-FFF2-40B4-BE49-F238E27FC236}">
                  <a16:creationId xmlns:a16="http://schemas.microsoft.com/office/drawing/2014/main" id="{31F27A20-E748-AA6D-CE6B-A6A7F34431CB}"/>
                </a:ext>
              </a:extLst>
            </p:cNvPr>
            <p:cNvSpPr>
              <a:spLocks noGrp="1"/>
            </p:cNvSpPr>
            <p:nvPr/>
          </p:nvSpPr>
          <p:spPr>
            <a:xfrm>
              <a:off x="4279297" y="3240368"/>
              <a:ext cx="51048" cy="102729"/>
            </a:xfrm>
            <a:custGeom>
              <a:avLst/>
              <a:gdLst/>
              <a:ahLst/>
              <a:cxnLst/>
              <a:rect l="0" t="0" r="0" b="0"/>
              <a:pathLst>
                <a:path w="51048" h="102729">
                  <a:moveTo>
                    <a:pt x="0" y="0"/>
                  </a:moveTo>
                  <a:lnTo>
                    <a:pt x="51048" y="102729"/>
                  </a:lnTo>
                </a:path>
              </a:pathLst>
            </a:custGeom>
            <a:noFill/>
            <a:ln w="8096">
              <a:solidFill>
                <a:srgbClr val="E9EDEF"/>
              </a:solidFill>
            </a:ln>
          </p:spPr>
        </p:sp>
        <p:sp>
          <p:nvSpPr>
            <p:cNvPr id="3775" name="Candidate_receptor__3774">
              <a:extLst>
                <a:ext uri="{FF2B5EF4-FFF2-40B4-BE49-F238E27FC236}">
                  <a16:creationId xmlns:a16="http://schemas.microsoft.com/office/drawing/2014/main" id="{298E64BA-C671-32D7-A27D-A0BAE2FF69B2}"/>
                </a:ext>
              </a:extLst>
            </p:cNvPr>
            <p:cNvSpPr>
              <a:spLocks noGrp="1"/>
            </p:cNvSpPr>
            <p:nvPr/>
          </p:nvSpPr>
          <p:spPr>
            <a:xfrm>
              <a:off x="3880343" y="3366650"/>
              <a:ext cx="31347" cy="111100"/>
            </a:xfrm>
            <a:custGeom>
              <a:avLst/>
              <a:gdLst/>
              <a:ahLst/>
              <a:cxnLst/>
              <a:rect l="0" t="0" r="0" b="0"/>
              <a:pathLst>
                <a:path w="31347" h="111100">
                  <a:moveTo>
                    <a:pt x="0" y="0"/>
                  </a:moveTo>
                  <a:lnTo>
                    <a:pt x="31347" y="111100"/>
                  </a:lnTo>
                </a:path>
              </a:pathLst>
            </a:custGeom>
            <a:noFill/>
            <a:ln w="8096">
              <a:solidFill>
                <a:srgbClr val="E9EDEF"/>
              </a:solidFill>
            </a:ln>
          </p:spPr>
        </p:sp>
        <p:sp>
          <p:nvSpPr>
            <p:cNvPr id="3776" name="Candidate_receptor__3775">
              <a:extLst>
                <a:ext uri="{FF2B5EF4-FFF2-40B4-BE49-F238E27FC236}">
                  <a16:creationId xmlns:a16="http://schemas.microsoft.com/office/drawing/2014/main" id="{A3616C89-27D6-7849-0EA6-A29865D16421}"/>
                </a:ext>
              </a:extLst>
            </p:cNvPr>
            <p:cNvSpPr>
              <a:spLocks noGrp="1"/>
            </p:cNvSpPr>
            <p:nvPr/>
          </p:nvSpPr>
          <p:spPr>
            <a:xfrm>
              <a:off x="4557283" y="2645615"/>
              <a:ext cx="36909" cy="34880"/>
            </a:xfrm>
            <a:custGeom>
              <a:avLst/>
              <a:gdLst/>
              <a:ahLst/>
              <a:cxnLst/>
              <a:rect l="0" t="0" r="0" b="0"/>
              <a:pathLst>
                <a:path w="36909" h="34880">
                  <a:moveTo>
                    <a:pt x="36909" y="0"/>
                  </a:moveTo>
                  <a:lnTo>
                    <a:pt x="0" y="34880"/>
                  </a:lnTo>
                </a:path>
              </a:pathLst>
            </a:custGeom>
            <a:noFill/>
            <a:ln w="8096">
              <a:solidFill>
                <a:srgbClr val="E9EDEF"/>
              </a:solidFill>
            </a:ln>
          </p:spPr>
        </p:sp>
        <p:sp>
          <p:nvSpPr>
            <p:cNvPr id="3777" name="Candidate_receptor__3776">
              <a:extLst>
                <a:ext uri="{FF2B5EF4-FFF2-40B4-BE49-F238E27FC236}">
                  <a16:creationId xmlns:a16="http://schemas.microsoft.com/office/drawing/2014/main" id="{AC543083-606A-C424-4EBD-2363BE22585C}"/>
                </a:ext>
              </a:extLst>
            </p:cNvPr>
            <p:cNvSpPr>
              <a:spLocks noGrp="1"/>
            </p:cNvSpPr>
            <p:nvPr/>
          </p:nvSpPr>
          <p:spPr>
            <a:xfrm>
              <a:off x="5150656" y="3275117"/>
              <a:ext cx="52369" cy="23872"/>
            </a:xfrm>
            <a:custGeom>
              <a:avLst/>
              <a:gdLst/>
              <a:ahLst/>
              <a:cxnLst/>
              <a:rect l="0" t="0" r="0" b="0"/>
              <a:pathLst>
                <a:path w="52369" h="23872">
                  <a:moveTo>
                    <a:pt x="0" y="23872"/>
                  </a:moveTo>
                  <a:lnTo>
                    <a:pt x="52369" y="0"/>
                  </a:lnTo>
                </a:path>
              </a:pathLst>
            </a:custGeom>
            <a:noFill/>
            <a:ln w="8096">
              <a:solidFill>
                <a:srgbClr val="E9EDEF"/>
              </a:solidFill>
            </a:ln>
          </p:spPr>
        </p:sp>
        <p:sp>
          <p:nvSpPr>
            <p:cNvPr id="3778" name="Candidate_receptor__3777">
              <a:extLst>
                <a:ext uri="{FF2B5EF4-FFF2-40B4-BE49-F238E27FC236}">
                  <a16:creationId xmlns:a16="http://schemas.microsoft.com/office/drawing/2014/main" id="{93515C58-2061-71C2-85F6-41C7459EB908}"/>
                </a:ext>
              </a:extLst>
            </p:cNvPr>
            <p:cNvSpPr>
              <a:spLocks noGrp="1"/>
            </p:cNvSpPr>
            <p:nvPr/>
          </p:nvSpPr>
          <p:spPr>
            <a:xfrm>
              <a:off x="4286416" y="2464477"/>
              <a:ext cx="89960" cy="72698"/>
            </a:xfrm>
            <a:custGeom>
              <a:avLst/>
              <a:gdLst/>
              <a:ahLst/>
              <a:cxnLst/>
              <a:rect l="0" t="0" r="0" b="0"/>
              <a:pathLst>
                <a:path w="89960" h="72698">
                  <a:moveTo>
                    <a:pt x="0" y="72698"/>
                  </a:moveTo>
                  <a:lnTo>
                    <a:pt x="89960" y="0"/>
                  </a:lnTo>
                </a:path>
              </a:pathLst>
            </a:custGeom>
            <a:noFill/>
            <a:ln w="8096">
              <a:solidFill>
                <a:srgbClr val="E9EDEF"/>
              </a:solidFill>
            </a:ln>
          </p:spPr>
        </p:sp>
        <p:sp>
          <p:nvSpPr>
            <p:cNvPr id="3779" name="Candidate_receptor__3778">
              <a:extLst>
                <a:ext uri="{FF2B5EF4-FFF2-40B4-BE49-F238E27FC236}">
                  <a16:creationId xmlns:a16="http://schemas.microsoft.com/office/drawing/2014/main" id="{C3FCE7E7-2F6F-BDD6-3F3A-8BF4BF70C666}"/>
                </a:ext>
              </a:extLst>
            </p:cNvPr>
            <p:cNvSpPr>
              <a:spLocks noGrp="1"/>
            </p:cNvSpPr>
            <p:nvPr/>
          </p:nvSpPr>
          <p:spPr>
            <a:xfrm>
              <a:off x="5104165" y="2690725"/>
              <a:ext cx="111144" cy="2245"/>
            </a:xfrm>
            <a:custGeom>
              <a:avLst/>
              <a:gdLst/>
              <a:ahLst/>
              <a:cxnLst/>
              <a:rect l="0" t="0" r="0" b="0"/>
              <a:pathLst>
                <a:path w="111144" h="2245">
                  <a:moveTo>
                    <a:pt x="111144" y="2245"/>
                  </a:moveTo>
                  <a:lnTo>
                    <a:pt x="0" y="0"/>
                  </a:lnTo>
                </a:path>
              </a:pathLst>
            </a:custGeom>
            <a:noFill/>
            <a:ln w="20003">
              <a:solidFill>
                <a:srgbClr val="E9EDEF"/>
              </a:solidFill>
            </a:ln>
          </p:spPr>
        </p:sp>
        <p:sp>
          <p:nvSpPr>
            <p:cNvPr id="3780" name="Candidate_receptor__3779">
              <a:extLst>
                <a:ext uri="{FF2B5EF4-FFF2-40B4-BE49-F238E27FC236}">
                  <a16:creationId xmlns:a16="http://schemas.microsoft.com/office/drawing/2014/main" id="{ECF2E08E-B5C5-DC99-CF87-79D7A00E9546}"/>
                </a:ext>
              </a:extLst>
            </p:cNvPr>
            <p:cNvSpPr>
              <a:spLocks noGrp="1"/>
            </p:cNvSpPr>
            <p:nvPr/>
          </p:nvSpPr>
          <p:spPr>
            <a:xfrm>
              <a:off x="4974470" y="2876947"/>
              <a:ext cx="110269" cy="24826"/>
            </a:xfrm>
            <a:custGeom>
              <a:avLst/>
              <a:gdLst/>
              <a:ahLst/>
              <a:cxnLst/>
              <a:rect l="0" t="0" r="0" b="0"/>
              <a:pathLst>
                <a:path w="110269" h="24826">
                  <a:moveTo>
                    <a:pt x="110269" y="0"/>
                  </a:moveTo>
                  <a:lnTo>
                    <a:pt x="0" y="24826"/>
                  </a:lnTo>
                </a:path>
              </a:pathLst>
            </a:custGeom>
            <a:noFill/>
            <a:ln w="20003">
              <a:solidFill>
                <a:srgbClr val="E9EDEF"/>
              </a:solidFill>
            </a:ln>
          </p:spPr>
        </p:sp>
        <p:sp>
          <p:nvSpPr>
            <p:cNvPr id="3781" name="Candidate_receptor__3780">
              <a:extLst>
                <a:ext uri="{FF2B5EF4-FFF2-40B4-BE49-F238E27FC236}">
                  <a16:creationId xmlns:a16="http://schemas.microsoft.com/office/drawing/2014/main" id="{3070CE2A-FCF1-98F7-6842-5C54924D52D9}"/>
                </a:ext>
              </a:extLst>
            </p:cNvPr>
            <p:cNvSpPr>
              <a:spLocks noGrp="1"/>
            </p:cNvSpPr>
            <p:nvPr/>
          </p:nvSpPr>
          <p:spPr>
            <a:xfrm>
              <a:off x="5215310" y="2590754"/>
              <a:ext cx="48413" cy="102216"/>
            </a:xfrm>
            <a:custGeom>
              <a:avLst/>
              <a:gdLst/>
              <a:ahLst/>
              <a:cxnLst/>
              <a:rect l="0" t="0" r="0" b="0"/>
              <a:pathLst>
                <a:path w="48413" h="102216">
                  <a:moveTo>
                    <a:pt x="48413" y="0"/>
                  </a:moveTo>
                  <a:lnTo>
                    <a:pt x="0" y="102216"/>
                  </a:lnTo>
                </a:path>
              </a:pathLst>
            </a:custGeom>
            <a:noFill/>
            <a:ln w="8096">
              <a:solidFill>
                <a:srgbClr val="E9EDEF"/>
              </a:solidFill>
            </a:ln>
          </p:spPr>
        </p:sp>
        <p:sp>
          <p:nvSpPr>
            <p:cNvPr id="3782" name="Candidate_receptor__3781">
              <a:extLst>
                <a:ext uri="{FF2B5EF4-FFF2-40B4-BE49-F238E27FC236}">
                  <a16:creationId xmlns:a16="http://schemas.microsoft.com/office/drawing/2014/main" id="{BA2C1742-85B8-2751-2CE2-02C5CDEAF974}"/>
                </a:ext>
              </a:extLst>
            </p:cNvPr>
            <p:cNvSpPr>
              <a:spLocks noGrp="1"/>
            </p:cNvSpPr>
            <p:nvPr/>
          </p:nvSpPr>
          <p:spPr>
            <a:xfrm>
              <a:off x="4876627" y="3482638"/>
              <a:ext cx="79670" cy="2273"/>
            </a:xfrm>
            <a:custGeom>
              <a:avLst/>
              <a:gdLst/>
              <a:ahLst/>
              <a:cxnLst/>
              <a:rect l="0" t="0" r="0" b="0"/>
              <a:pathLst>
                <a:path w="79670" h="2273">
                  <a:moveTo>
                    <a:pt x="79670" y="2273"/>
                  </a:moveTo>
                  <a:lnTo>
                    <a:pt x="0" y="0"/>
                  </a:lnTo>
                </a:path>
              </a:pathLst>
            </a:custGeom>
            <a:noFill/>
            <a:ln w="20003">
              <a:solidFill>
                <a:srgbClr val="E9EDEF"/>
              </a:solidFill>
            </a:ln>
          </p:spPr>
        </p:sp>
        <p:sp>
          <p:nvSpPr>
            <p:cNvPr id="3783" name="Candidate_receptor__3782">
              <a:extLst>
                <a:ext uri="{FF2B5EF4-FFF2-40B4-BE49-F238E27FC236}">
                  <a16:creationId xmlns:a16="http://schemas.microsoft.com/office/drawing/2014/main" id="{145E1DF9-0EA5-FAF2-2E25-2439AB9EF376}"/>
                </a:ext>
              </a:extLst>
            </p:cNvPr>
            <p:cNvSpPr>
              <a:spLocks noGrp="1"/>
            </p:cNvSpPr>
            <p:nvPr/>
          </p:nvSpPr>
          <p:spPr>
            <a:xfrm>
              <a:off x="5847263" y="2244733"/>
              <a:ext cx="13405" cy="94489"/>
            </a:xfrm>
            <a:custGeom>
              <a:avLst/>
              <a:gdLst/>
              <a:ahLst/>
              <a:cxnLst/>
              <a:rect l="0" t="0" r="0" b="0"/>
              <a:pathLst>
                <a:path w="13405" h="94489">
                  <a:moveTo>
                    <a:pt x="0" y="94489"/>
                  </a:moveTo>
                  <a:lnTo>
                    <a:pt x="13405" y="0"/>
                  </a:lnTo>
                </a:path>
              </a:pathLst>
            </a:custGeom>
            <a:noFill/>
            <a:ln w="20003">
              <a:solidFill>
                <a:srgbClr val="E9EDEF"/>
              </a:solidFill>
            </a:ln>
          </p:spPr>
        </p:sp>
        <p:sp>
          <p:nvSpPr>
            <p:cNvPr id="3784" name="Candidate_receptor__3783">
              <a:extLst>
                <a:ext uri="{FF2B5EF4-FFF2-40B4-BE49-F238E27FC236}">
                  <a16:creationId xmlns:a16="http://schemas.microsoft.com/office/drawing/2014/main" id="{F06E511C-8DFE-AD02-46A8-CEA14FBF0B6E}"/>
                </a:ext>
              </a:extLst>
            </p:cNvPr>
            <p:cNvSpPr>
              <a:spLocks noGrp="1"/>
            </p:cNvSpPr>
            <p:nvPr/>
          </p:nvSpPr>
          <p:spPr>
            <a:xfrm>
              <a:off x="5504796" y="2213303"/>
              <a:ext cx="13935" cy="6069"/>
            </a:xfrm>
            <a:custGeom>
              <a:avLst/>
              <a:gdLst/>
              <a:ahLst/>
              <a:cxnLst/>
              <a:rect l="0" t="0" r="0" b="0"/>
              <a:pathLst>
                <a:path w="13935" h="6069">
                  <a:moveTo>
                    <a:pt x="0" y="0"/>
                  </a:moveTo>
                  <a:lnTo>
                    <a:pt x="13935" y="6069"/>
                  </a:lnTo>
                </a:path>
              </a:pathLst>
            </a:custGeom>
            <a:noFill/>
            <a:ln w="8096">
              <a:solidFill>
                <a:srgbClr val="E9EDEF"/>
              </a:solidFill>
            </a:ln>
          </p:spPr>
        </p:sp>
        <p:sp>
          <p:nvSpPr>
            <p:cNvPr id="3785" name="Candidate_receptor__3784">
              <a:extLst>
                <a:ext uri="{FF2B5EF4-FFF2-40B4-BE49-F238E27FC236}">
                  <a16:creationId xmlns:a16="http://schemas.microsoft.com/office/drawing/2014/main" id="{97CCD96F-6315-1EED-2FE4-D9A1F8418E7E}"/>
                </a:ext>
              </a:extLst>
            </p:cNvPr>
            <p:cNvSpPr>
              <a:spLocks noGrp="1"/>
            </p:cNvSpPr>
            <p:nvPr/>
          </p:nvSpPr>
          <p:spPr>
            <a:xfrm>
              <a:off x="5066174" y="3180769"/>
              <a:ext cx="19074" cy="21861"/>
            </a:xfrm>
            <a:custGeom>
              <a:avLst/>
              <a:gdLst/>
              <a:ahLst/>
              <a:cxnLst/>
              <a:rect l="0" t="0" r="0" b="0"/>
              <a:pathLst>
                <a:path w="19074" h="21861">
                  <a:moveTo>
                    <a:pt x="19074" y="0"/>
                  </a:moveTo>
                  <a:lnTo>
                    <a:pt x="0" y="21861"/>
                  </a:lnTo>
                </a:path>
              </a:pathLst>
            </a:custGeom>
            <a:noFill/>
            <a:ln w="20003">
              <a:solidFill>
                <a:srgbClr val="E9EDEF"/>
              </a:solidFill>
            </a:ln>
          </p:spPr>
        </p:sp>
        <p:sp>
          <p:nvSpPr>
            <p:cNvPr id="3786" name="Candidate_receptor__3785">
              <a:extLst>
                <a:ext uri="{FF2B5EF4-FFF2-40B4-BE49-F238E27FC236}">
                  <a16:creationId xmlns:a16="http://schemas.microsoft.com/office/drawing/2014/main" id="{AF0AF34F-9806-DE70-3017-18ED20D0A41F}"/>
                </a:ext>
              </a:extLst>
            </p:cNvPr>
            <p:cNvSpPr>
              <a:spLocks noGrp="1"/>
            </p:cNvSpPr>
            <p:nvPr/>
          </p:nvSpPr>
          <p:spPr>
            <a:xfrm>
              <a:off x="4242570" y="3070081"/>
              <a:ext cx="90065" cy="20820"/>
            </a:xfrm>
            <a:custGeom>
              <a:avLst/>
              <a:gdLst/>
              <a:ahLst/>
              <a:cxnLst/>
              <a:rect l="0" t="0" r="0" b="0"/>
              <a:pathLst>
                <a:path w="90065" h="20820">
                  <a:moveTo>
                    <a:pt x="0" y="0"/>
                  </a:moveTo>
                  <a:lnTo>
                    <a:pt x="90065" y="20820"/>
                  </a:lnTo>
                </a:path>
              </a:pathLst>
            </a:custGeom>
            <a:noFill/>
            <a:ln w="20003">
              <a:solidFill>
                <a:srgbClr val="E9EDEF"/>
              </a:solidFill>
            </a:ln>
          </p:spPr>
        </p:sp>
        <p:sp>
          <p:nvSpPr>
            <p:cNvPr id="3787" name="Candidate_receptor__3786">
              <a:extLst>
                <a:ext uri="{FF2B5EF4-FFF2-40B4-BE49-F238E27FC236}">
                  <a16:creationId xmlns:a16="http://schemas.microsoft.com/office/drawing/2014/main" id="{4E489C3F-2A42-ACFB-F00A-2D96C98A85B9}"/>
                </a:ext>
              </a:extLst>
            </p:cNvPr>
            <p:cNvSpPr>
              <a:spLocks noGrp="1"/>
            </p:cNvSpPr>
            <p:nvPr/>
          </p:nvSpPr>
          <p:spPr>
            <a:xfrm>
              <a:off x="3674078" y="2956305"/>
              <a:ext cx="87121" cy="51031"/>
            </a:xfrm>
            <a:custGeom>
              <a:avLst/>
              <a:gdLst/>
              <a:ahLst/>
              <a:cxnLst/>
              <a:rect l="0" t="0" r="0" b="0"/>
              <a:pathLst>
                <a:path w="87121" h="51031">
                  <a:moveTo>
                    <a:pt x="0" y="51031"/>
                  </a:moveTo>
                  <a:lnTo>
                    <a:pt x="87121" y="0"/>
                  </a:lnTo>
                </a:path>
              </a:pathLst>
            </a:custGeom>
            <a:noFill/>
            <a:ln w="8096">
              <a:solidFill>
                <a:srgbClr val="E9EDEF"/>
              </a:solidFill>
            </a:ln>
          </p:spPr>
        </p:sp>
        <p:sp>
          <p:nvSpPr>
            <p:cNvPr id="3788" name="Candidate_receptor__3787">
              <a:extLst>
                <a:ext uri="{FF2B5EF4-FFF2-40B4-BE49-F238E27FC236}">
                  <a16:creationId xmlns:a16="http://schemas.microsoft.com/office/drawing/2014/main" id="{A3F274FD-F62E-2277-63A1-6E6D0F220F05}"/>
                </a:ext>
              </a:extLst>
            </p:cNvPr>
            <p:cNvSpPr>
              <a:spLocks noGrp="1"/>
            </p:cNvSpPr>
            <p:nvPr/>
          </p:nvSpPr>
          <p:spPr>
            <a:xfrm>
              <a:off x="5030397" y="2690725"/>
              <a:ext cx="73768" cy="60805"/>
            </a:xfrm>
            <a:custGeom>
              <a:avLst/>
              <a:gdLst/>
              <a:ahLst/>
              <a:cxnLst/>
              <a:rect l="0" t="0" r="0" b="0"/>
              <a:pathLst>
                <a:path w="73768" h="60805">
                  <a:moveTo>
                    <a:pt x="73768" y="0"/>
                  </a:moveTo>
                  <a:lnTo>
                    <a:pt x="0" y="60805"/>
                  </a:lnTo>
                </a:path>
              </a:pathLst>
            </a:custGeom>
            <a:noFill/>
            <a:ln w="20003">
              <a:solidFill>
                <a:srgbClr val="E9EDEF"/>
              </a:solidFill>
            </a:ln>
          </p:spPr>
        </p:sp>
        <p:sp>
          <p:nvSpPr>
            <p:cNvPr id="3789" name="Candidate_receptor__3788">
              <a:extLst>
                <a:ext uri="{FF2B5EF4-FFF2-40B4-BE49-F238E27FC236}">
                  <a16:creationId xmlns:a16="http://schemas.microsoft.com/office/drawing/2014/main" id="{ACCD5849-5218-3AEB-2D2E-A1A8F751DE67}"/>
                </a:ext>
              </a:extLst>
            </p:cNvPr>
            <p:cNvSpPr>
              <a:spLocks noGrp="1"/>
            </p:cNvSpPr>
            <p:nvPr/>
          </p:nvSpPr>
          <p:spPr>
            <a:xfrm>
              <a:off x="5653149" y="1852959"/>
              <a:ext cx="66048" cy="93192"/>
            </a:xfrm>
            <a:custGeom>
              <a:avLst/>
              <a:gdLst/>
              <a:ahLst/>
              <a:cxnLst/>
              <a:rect l="0" t="0" r="0" b="0"/>
              <a:pathLst>
                <a:path w="66048" h="93192">
                  <a:moveTo>
                    <a:pt x="0" y="93192"/>
                  </a:moveTo>
                  <a:lnTo>
                    <a:pt x="66048" y="0"/>
                  </a:lnTo>
                </a:path>
              </a:pathLst>
            </a:custGeom>
            <a:noFill/>
            <a:ln w="8096">
              <a:solidFill>
                <a:srgbClr val="E9EDEF"/>
              </a:solidFill>
            </a:ln>
          </p:spPr>
        </p:sp>
        <p:sp>
          <p:nvSpPr>
            <p:cNvPr id="3790" name="Candidate_receptor__3789">
              <a:extLst>
                <a:ext uri="{FF2B5EF4-FFF2-40B4-BE49-F238E27FC236}">
                  <a16:creationId xmlns:a16="http://schemas.microsoft.com/office/drawing/2014/main" id="{4CCC887C-6930-43F3-3C5C-6DA478C5B486}"/>
                </a:ext>
              </a:extLst>
            </p:cNvPr>
            <p:cNvSpPr>
              <a:spLocks noGrp="1"/>
            </p:cNvSpPr>
            <p:nvPr/>
          </p:nvSpPr>
          <p:spPr>
            <a:xfrm>
              <a:off x="4978548" y="3041920"/>
              <a:ext cx="33716" cy="26000"/>
            </a:xfrm>
            <a:custGeom>
              <a:avLst/>
              <a:gdLst/>
              <a:ahLst/>
              <a:cxnLst/>
              <a:rect l="0" t="0" r="0" b="0"/>
              <a:pathLst>
                <a:path w="33716" h="26000">
                  <a:moveTo>
                    <a:pt x="33716" y="0"/>
                  </a:moveTo>
                  <a:lnTo>
                    <a:pt x="0" y="26000"/>
                  </a:lnTo>
                </a:path>
              </a:pathLst>
            </a:custGeom>
            <a:noFill/>
            <a:ln w="20003">
              <a:solidFill>
                <a:srgbClr val="E9EDEF"/>
              </a:solidFill>
            </a:ln>
          </p:spPr>
        </p:sp>
        <p:sp>
          <p:nvSpPr>
            <p:cNvPr id="3791" name="Candidate_receptor__3790">
              <a:extLst>
                <a:ext uri="{FF2B5EF4-FFF2-40B4-BE49-F238E27FC236}">
                  <a16:creationId xmlns:a16="http://schemas.microsoft.com/office/drawing/2014/main" id="{99BFCC6F-EC3E-2E3A-1262-811E8AC31A7E}"/>
                </a:ext>
              </a:extLst>
            </p:cNvPr>
            <p:cNvSpPr>
              <a:spLocks noGrp="1"/>
            </p:cNvSpPr>
            <p:nvPr/>
          </p:nvSpPr>
          <p:spPr>
            <a:xfrm>
              <a:off x="4170103" y="3051602"/>
              <a:ext cx="72466" cy="18480"/>
            </a:xfrm>
            <a:custGeom>
              <a:avLst/>
              <a:gdLst/>
              <a:ahLst/>
              <a:cxnLst/>
              <a:rect l="0" t="0" r="0" b="0"/>
              <a:pathLst>
                <a:path w="72466" h="18480">
                  <a:moveTo>
                    <a:pt x="0" y="0"/>
                  </a:moveTo>
                  <a:lnTo>
                    <a:pt x="72466" y="18480"/>
                  </a:lnTo>
                </a:path>
              </a:pathLst>
            </a:custGeom>
            <a:noFill/>
            <a:ln w="8096">
              <a:solidFill>
                <a:srgbClr val="E9EDF0"/>
              </a:solidFill>
            </a:ln>
          </p:spPr>
        </p:sp>
        <p:sp>
          <p:nvSpPr>
            <p:cNvPr id="3792" name="Candidate_receptor__3791">
              <a:extLst>
                <a:ext uri="{FF2B5EF4-FFF2-40B4-BE49-F238E27FC236}">
                  <a16:creationId xmlns:a16="http://schemas.microsoft.com/office/drawing/2014/main" id="{A7AEC3FF-EB2D-9C41-5C15-E5DD581433A5}"/>
                </a:ext>
              </a:extLst>
            </p:cNvPr>
            <p:cNvSpPr>
              <a:spLocks noGrp="1"/>
            </p:cNvSpPr>
            <p:nvPr/>
          </p:nvSpPr>
          <p:spPr>
            <a:xfrm>
              <a:off x="4859663" y="3133865"/>
              <a:ext cx="25202" cy="56372"/>
            </a:xfrm>
            <a:custGeom>
              <a:avLst/>
              <a:gdLst/>
              <a:ahLst/>
              <a:cxnLst/>
              <a:rect l="0" t="0" r="0" b="0"/>
              <a:pathLst>
                <a:path w="25202" h="56372">
                  <a:moveTo>
                    <a:pt x="25202" y="0"/>
                  </a:moveTo>
                  <a:lnTo>
                    <a:pt x="0" y="56372"/>
                  </a:lnTo>
                </a:path>
              </a:pathLst>
            </a:custGeom>
            <a:noFill/>
            <a:ln w="8096">
              <a:solidFill>
                <a:srgbClr val="E9EDF0"/>
              </a:solidFill>
            </a:ln>
          </p:spPr>
        </p:sp>
        <p:sp>
          <p:nvSpPr>
            <p:cNvPr id="3793" name="Candidate_receptor__3792">
              <a:extLst>
                <a:ext uri="{FF2B5EF4-FFF2-40B4-BE49-F238E27FC236}">
                  <a16:creationId xmlns:a16="http://schemas.microsoft.com/office/drawing/2014/main" id="{322B48FC-C9F6-9C9F-C1EE-58A7CD1A1F09}"/>
                </a:ext>
              </a:extLst>
            </p:cNvPr>
            <p:cNvSpPr>
              <a:spLocks noGrp="1"/>
            </p:cNvSpPr>
            <p:nvPr/>
          </p:nvSpPr>
          <p:spPr>
            <a:xfrm>
              <a:off x="5290662" y="2910701"/>
              <a:ext cx="95028" cy="29202"/>
            </a:xfrm>
            <a:custGeom>
              <a:avLst/>
              <a:gdLst/>
              <a:ahLst/>
              <a:cxnLst/>
              <a:rect l="0" t="0" r="0" b="0"/>
              <a:pathLst>
                <a:path w="95028" h="29202">
                  <a:moveTo>
                    <a:pt x="95028" y="29202"/>
                  </a:moveTo>
                  <a:lnTo>
                    <a:pt x="0" y="0"/>
                  </a:lnTo>
                </a:path>
              </a:pathLst>
            </a:custGeom>
            <a:noFill/>
            <a:ln w="8096">
              <a:solidFill>
                <a:srgbClr val="E9EDF0"/>
              </a:solidFill>
            </a:ln>
          </p:spPr>
        </p:sp>
        <p:sp>
          <p:nvSpPr>
            <p:cNvPr id="3794" name="Candidate_receptor__3793">
              <a:extLst>
                <a:ext uri="{FF2B5EF4-FFF2-40B4-BE49-F238E27FC236}">
                  <a16:creationId xmlns:a16="http://schemas.microsoft.com/office/drawing/2014/main" id="{B717AE34-6FBE-3DDF-C8A1-DA5E76DC5F19}"/>
                </a:ext>
              </a:extLst>
            </p:cNvPr>
            <p:cNvSpPr>
              <a:spLocks noGrp="1"/>
            </p:cNvSpPr>
            <p:nvPr/>
          </p:nvSpPr>
          <p:spPr>
            <a:xfrm>
              <a:off x="5719197" y="1852959"/>
              <a:ext cx="95125" cy="65112"/>
            </a:xfrm>
            <a:custGeom>
              <a:avLst/>
              <a:gdLst/>
              <a:ahLst/>
              <a:cxnLst/>
              <a:rect l="0" t="0" r="0" b="0"/>
              <a:pathLst>
                <a:path w="95125" h="65112">
                  <a:moveTo>
                    <a:pt x="0" y="0"/>
                  </a:moveTo>
                  <a:lnTo>
                    <a:pt x="95125" y="65112"/>
                  </a:lnTo>
                </a:path>
              </a:pathLst>
            </a:custGeom>
            <a:noFill/>
            <a:ln w="8096">
              <a:solidFill>
                <a:srgbClr val="E9EDF0"/>
              </a:solidFill>
            </a:ln>
          </p:spPr>
        </p:sp>
        <p:sp>
          <p:nvSpPr>
            <p:cNvPr id="3795" name="Candidate_receptor__3794">
              <a:extLst>
                <a:ext uri="{FF2B5EF4-FFF2-40B4-BE49-F238E27FC236}">
                  <a16:creationId xmlns:a16="http://schemas.microsoft.com/office/drawing/2014/main" id="{A4839E6A-8EB6-49A3-790A-052070723D7B}"/>
                </a:ext>
              </a:extLst>
            </p:cNvPr>
            <p:cNvSpPr>
              <a:spLocks noGrp="1"/>
            </p:cNvSpPr>
            <p:nvPr/>
          </p:nvSpPr>
          <p:spPr>
            <a:xfrm>
              <a:off x="4594192" y="2645615"/>
              <a:ext cx="108488" cy="5552"/>
            </a:xfrm>
            <a:custGeom>
              <a:avLst/>
              <a:gdLst/>
              <a:ahLst/>
              <a:cxnLst/>
              <a:rect l="0" t="0" r="0" b="0"/>
              <a:pathLst>
                <a:path w="108488" h="5552">
                  <a:moveTo>
                    <a:pt x="108488" y="5552"/>
                  </a:moveTo>
                  <a:lnTo>
                    <a:pt x="0" y="0"/>
                  </a:lnTo>
                </a:path>
              </a:pathLst>
            </a:custGeom>
            <a:noFill/>
            <a:ln w="8096">
              <a:solidFill>
                <a:srgbClr val="E9EDF0"/>
              </a:solidFill>
            </a:ln>
          </p:spPr>
        </p:sp>
        <p:sp>
          <p:nvSpPr>
            <p:cNvPr id="3796" name="Candidate_receptor__3795">
              <a:extLst>
                <a:ext uri="{FF2B5EF4-FFF2-40B4-BE49-F238E27FC236}">
                  <a16:creationId xmlns:a16="http://schemas.microsoft.com/office/drawing/2014/main" id="{B330AEE7-FC91-F699-478F-8F0B543F83CA}"/>
                </a:ext>
              </a:extLst>
            </p:cNvPr>
            <p:cNvSpPr>
              <a:spLocks noGrp="1"/>
            </p:cNvSpPr>
            <p:nvPr/>
          </p:nvSpPr>
          <p:spPr>
            <a:xfrm>
              <a:off x="4923621" y="2751529"/>
              <a:ext cx="106776" cy="16035"/>
            </a:xfrm>
            <a:custGeom>
              <a:avLst/>
              <a:gdLst/>
              <a:ahLst/>
              <a:cxnLst/>
              <a:rect l="0" t="0" r="0" b="0"/>
              <a:pathLst>
                <a:path w="106776" h="16035">
                  <a:moveTo>
                    <a:pt x="106776" y="0"/>
                  </a:moveTo>
                  <a:lnTo>
                    <a:pt x="0" y="16035"/>
                  </a:lnTo>
                </a:path>
              </a:pathLst>
            </a:custGeom>
            <a:noFill/>
            <a:ln w="20003">
              <a:solidFill>
                <a:srgbClr val="E9EDF0"/>
              </a:solidFill>
            </a:ln>
          </p:spPr>
        </p:sp>
        <p:sp>
          <p:nvSpPr>
            <p:cNvPr id="3797" name="Candidate_receptor__3796">
              <a:extLst>
                <a:ext uri="{FF2B5EF4-FFF2-40B4-BE49-F238E27FC236}">
                  <a16:creationId xmlns:a16="http://schemas.microsoft.com/office/drawing/2014/main" id="{FC3FDC76-4713-3A7F-47A3-21409F9ACA3B}"/>
                </a:ext>
              </a:extLst>
            </p:cNvPr>
            <p:cNvSpPr>
              <a:spLocks noGrp="1"/>
            </p:cNvSpPr>
            <p:nvPr/>
          </p:nvSpPr>
          <p:spPr>
            <a:xfrm>
              <a:off x="4174456" y="2748188"/>
              <a:ext cx="69380" cy="21120"/>
            </a:xfrm>
            <a:custGeom>
              <a:avLst/>
              <a:gdLst/>
              <a:ahLst/>
              <a:cxnLst/>
              <a:rect l="0" t="0" r="0" b="0"/>
              <a:pathLst>
                <a:path w="69380" h="21120">
                  <a:moveTo>
                    <a:pt x="69380" y="0"/>
                  </a:moveTo>
                  <a:lnTo>
                    <a:pt x="0" y="21120"/>
                  </a:lnTo>
                </a:path>
              </a:pathLst>
            </a:custGeom>
            <a:noFill/>
            <a:ln w="8096">
              <a:solidFill>
                <a:srgbClr val="E9EDF0"/>
              </a:solidFill>
            </a:ln>
          </p:spPr>
        </p:sp>
        <p:sp>
          <p:nvSpPr>
            <p:cNvPr id="3798" name="Candidate_receptor__3797">
              <a:extLst>
                <a:ext uri="{FF2B5EF4-FFF2-40B4-BE49-F238E27FC236}">
                  <a16:creationId xmlns:a16="http://schemas.microsoft.com/office/drawing/2014/main" id="{BE3D025E-5FB7-0B05-63D4-06A61BF33261}"/>
                </a:ext>
              </a:extLst>
            </p:cNvPr>
            <p:cNvSpPr>
              <a:spLocks noGrp="1"/>
            </p:cNvSpPr>
            <p:nvPr/>
          </p:nvSpPr>
          <p:spPr>
            <a:xfrm>
              <a:off x="4910420" y="2901773"/>
              <a:ext cx="64050" cy="41669"/>
            </a:xfrm>
            <a:custGeom>
              <a:avLst/>
              <a:gdLst/>
              <a:ahLst/>
              <a:cxnLst/>
              <a:rect l="0" t="0" r="0" b="0"/>
              <a:pathLst>
                <a:path w="64050" h="41669">
                  <a:moveTo>
                    <a:pt x="64050" y="0"/>
                  </a:moveTo>
                  <a:lnTo>
                    <a:pt x="0" y="41669"/>
                  </a:lnTo>
                </a:path>
              </a:pathLst>
            </a:custGeom>
            <a:noFill/>
            <a:ln w="20003">
              <a:solidFill>
                <a:srgbClr val="E9EDF0"/>
              </a:solidFill>
            </a:ln>
          </p:spPr>
        </p:sp>
        <p:sp>
          <p:nvSpPr>
            <p:cNvPr id="3799" name="Candidate_receptor__3798">
              <a:extLst>
                <a:ext uri="{FF2B5EF4-FFF2-40B4-BE49-F238E27FC236}">
                  <a16:creationId xmlns:a16="http://schemas.microsoft.com/office/drawing/2014/main" id="{089DA003-77E7-3B15-6F27-71D0C1E24787}"/>
                </a:ext>
              </a:extLst>
            </p:cNvPr>
            <p:cNvSpPr>
              <a:spLocks noGrp="1"/>
            </p:cNvSpPr>
            <p:nvPr/>
          </p:nvSpPr>
          <p:spPr>
            <a:xfrm>
              <a:off x="5827301" y="2517801"/>
              <a:ext cx="2620" cy="8470"/>
            </a:xfrm>
            <a:custGeom>
              <a:avLst/>
              <a:gdLst/>
              <a:ahLst/>
              <a:cxnLst/>
              <a:rect l="0" t="0" r="0" b="0"/>
              <a:pathLst>
                <a:path w="2620" h="8470">
                  <a:moveTo>
                    <a:pt x="2620" y="8470"/>
                  </a:moveTo>
                  <a:lnTo>
                    <a:pt x="0" y="0"/>
                  </a:lnTo>
                </a:path>
              </a:pathLst>
            </a:custGeom>
            <a:noFill/>
            <a:ln w="20003">
              <a:solidFill>
                <a:srgbClr val="E9EDF0"/>
              </a:solidFill>
            </a:ln>
          </p:spPr>
        </p:sp>
        <p:sp>
          <p:nvSpPr>
            <p:cNvPr id="3800" name="Candidate_receptor__3799">
              <a:extLst>
                <a:ext uri="{FF2B5EF4-FFF2-40B4-BE49-F238E27FC236}">
                  <a16:creationId xmlns:a16="http://schemas.microsoft.com/office/drawing/2014/main" id="{39B9A647-C1A2-7237-F758-D5A4AF9E7405}"/>
                </a:ext>
              </a:extLst>
            </p:cNvPr>
            <p:cNvSpPr>
              <a:spLocks noGrp="1"/>
            </p:cNvSpPr>
            <p:nvPr/>
          </p:nvSpPr>
          <p:spPr>
            <a:xfrm>
              <a:off x="4279297" y="3187580"/>
              <a:ext cx="3331" cy="52788"/>
            </a:xfrm>
            <a:custGeom>
              <a:avLst/>
              <a:gdLst/>
              <a:ahLst/>
              <a:cxnLst/>
              <a:rect l="0" t="0" r="0" b="0"/>
              <a:pathLst>
                <a:path w="3331" h="52788">
                  <a:moveTo>
                    <a:pt x="3331" y="0"/>
                  </a:moveTo>
                  <a:lnTo>
                    <a:pt x="0" y="52788"/>
                  </a:lnTo>
                </a:path>
              </a:pathLst>
            </a:custGeom>
            <a:noFill/>
            <a:ln w="20003">
              <a:solidFill>
                <a:srgbClr val="EAEDF0"/>
              </a:solidFill>
            </a:ln>
          </p:spPr>
        </p:sp>
        <p:sp>
          <p:nvSpPr>
            <p:cNvPr id="3801" name="Candidate_receptor__3800">
              <a:extLst>
                <a:ext uri="{FF2B5EF4-FFF2-40B4-BE49-F238E27FC236}">
                  <a16:creationId xmlns:a16="http://schemas.microsoft.com/office/drawing/2014/main" id="{A1FEBCF0-D955-1E07-5332-ABCCEED5A8CC}"/>
                </a:ext>
              </a:extLst>
            </p:cNvPr>
            <p:cNvSpPr>
              <a:spLocks noGrp="1"/>
            </p:cNvSpPr>
            <p:nvPr/>
          </p:nvSpPr>
          <p:spPr>
            <a:xfrm>
              <a:off x="5599001" y="2118339"/>
              <a:ext cx="51507" cy="31466"/>
            </a:xfrm>
            <a:custGeom>
              <a:avLst/>
              <a:gdLst/>
              <a:ahLst/>
              <a:cxnLst/>
              <a:rect l="0" t="0" r="0" b="0"/>
              <a:pathLst>
                <a:path w="51507" h="31466">
                  <a:moveTo>
                    <a:pt x="51507" y="0"/>
                  </a:moveTo>
                  <a:lnTo>
                    <a:pt x="0" y="31466"/>
                  </a:lnTo>
                </a:path>
              </a:pathLst>
            </a:custGeom>
            <a:noFill/>
            <a:ln w="8096">
              <a:solidFill>
                <a:srgbClr val="EAEDF0"/>
              </a:solidFill>
            </a:ln>
          </p:spPr>
        </p:sp>
        <p:sp>
          <p:nvSpPr>
            <p:cNvPr id="3802" name="Candidate_receptor__3801">
              <a:extLst>
                <a:ext uri="{FF2B5EF4-FFF2-40B4-BE49-F238E27FC236}">
                  <a16:creationId xmlns:a16="http://schemas.microsoft.com/office/drawing/2014/main" id="{5D076644-8F48-4ACB-42B6-E7E678E07519}"/>
                </a:ext>
              </a:extLst>
            </p:cNvPr>
            <p:cNvSpPr>
              <a:spLocks noGrp="1"/>
            </p:cNvSpPr>
            <p:nvPr/>
          </p:nvSpPr>
          <p:spPr>
            <a:xfrm>
              <a:off x="4050808" y="3311549"/>
              <a:ext cx="2092" cy="54186"/>
            </a:xfrm>
            <a:custGeom>
              <a:avLst/>
              <a:gdLst/>
              <a:ahLst/>
              <a:cxnLst/>
              <a:rect l="0" t="0" r="0" b="0"/>
              <a:pathLst>
                <a:path w="2092" h="54186">
                  <a:moveTo>
                    <a:pt x="2092" y="0"/>
                  </a:moveTo>
                  <a:lnTo>
                    <a:pt x="0" y="54186"/>
                  </a:lnTo>
                </a:path>
              </a:pathLst>
            </a:custGeom>
            <a:noFill/>
            <a:ln w="20003">
              <a:solidFill>
                <a:srgbClr val="EAEDF0"/>
              </a:solidFill>
            </a:ln>
          </p:spPr>
        </p:sp>
        <p:sp>
          <p:nvSpPr>
            <p:cNvPr id="3803" name="Candidate_receptor__3802">
              <a:extLst>
                <a:ext uri="{FF2B5EF4-FFF2-40B4-BE49-F238E27FC236}">
                  <a16:creationId xmlns:a16="http://schemas.microsoft.com/office/drawing/2014/main" id="{74A41133-1D6B-DABB-AA12-C7D8720928D0}"/>
                </a:ext>
              </a:extLst>
            </p:cNvPr>
            <p:cNvSpPr>
              <a:spLocks noGrp="1"/>
            </p:cNvSpPr>
            <p:nvPr/>
          </p:nvSpPr>
          <p:spPr>
            <a:xfrm>
              <a:off x="5263723" y="2590754"/>
              <a:ext cx="63490" cy="1676"/>
            </a:xfrm>
            <a:custGeom>
              <a:avLst/>
              <a:gdLst/>
              <a:ahLst/>
              <a:cxnLst/>
              <a:rect l="0" t="0" r="0" b="0"/>
              <a:pathLst>
                <a:path w="63490" h="1676">
                  <a:moveTo>
                    <a:pt x="63490" y="1676"/>
                  </a:moveTo>
                  <a:lnTo>
                    <a:pt x="0" y="0"/>
                  </a:lnTo>
                </a:path>
              </a:pathLst>
            </a:custGeom>
            <a:noFill/>
            <a:ln w="8096">
              <a:solidFill>
                <a:srgbClr val="EAEDF0"/>
              </a:solidFill>
            </a:ln>
          </p:spPr>
        </p:sp>
        <p:sp>
          <p:nvSpPr>
            <p:cNvPr id="3804" name="Candidate_receptor__3803">
              <a:extLst>
                <a:ext uri="{FF2B5EF4-FFF2-40B4-BE49-F238E27FC236}">
                  <a16:creationId xmlns:a16="http://schemas.microsoft.com/office/drawing/2014/main" id="{4CAA0C44-8FBA-0BA7-7253-B9B4C47B50A9}"/>
                </a:ext>
              </a:extLst>
            </p:cNvPr>
            <p:cNvSpPr>
              <a:spLocks noGrp="1"/>
            </p:cNvSpPr>
            <p:nvPr/>
          </p:nvSpPr>
          <p:spPr>
            <a:xfrm>
              <a:off x="5671288" y="2423681"/>
              <a:ext cx="50451" cy="84099"/>
            </a:xfrm>
            <a:custGeom>
              <a:avLst/>
              <a:gdLst/>
              <a:ahLst/>
              <a:cxnLst/>
              <a:rect l="0" t="0" r="0" b="0"/>
              <a:pathLst>
                <a:path w="50451" h="84099">
                  <a:moveTo>
                    <a:pt x="0" y="84099"/>
                  </a:moveTo>
                  <a:lnTo>
                    <a:pt x="50451" y="0"/>
                  </a:lnTo>
                </a:path>
              </a:pathLst>
            </a:custGeom>
            <a:noFill/>
            <a:ln w="20003">
              <a:solidFill>
                <a:srgbClr val="EAEDF0"/>
              </a:solidFill>
            </a:ln>
          </p:spPr>
        </p:sp>
        <p:sp>
          <p:nvSpPr>
            <p:cNvPr id="3805" name="Candidate_receptor__3804">
              <a:extLst>
                <a:ext uri="{FF2B5EF4-FFF2-40B4-BE49-F238E27FC236}">
                  <a16:creationId xmlns:a16="http://schemas.microsoft.com/office/drawing/2014/main" id="{FA7613B0-70C2-982F-1667-EA1C1407A057}"/>
                </a:ext>
              </a:extLst>
            </p:cNvPr>
            <p:cNvSpPr>
              <a:spLocks noGrp="1"/>
            </p:cNvSpPr>
            <p:nvPr/>
          </p:nvSpPr>
          <p:spPr>
            <a:xfrm>
              <a:off x="5506763" y="2425460"/>
              <a:ext cx="27861" cy="46986"/>
            </a:xfrm>
            <a:custGeom>
              <a:avLst/>
              <a:gdLst/>
              <a:ahLst/>
              <a:cxnLst/>
              <a:rect l="0" t="0" r="0" b="0"/>
              <a:pathLst>
                <a:path w="27861" h="46986">
                  <a:moveTo>
                    <a:pt x="0" y="46986"/>
                  </a:moveTo>
                  <a:lnTo>
                    <a:pt x="27861" y="0"/>
                  </a:lnTo>
                </a:path>
              </a:pathLst>
            </a:custGeom>
            <a:noFill/>
            <a:ln w="20003">
              <a:solidFill>
                <a:srgbClr val="EAEDF0"/>
              </a:solidFill>
            </a:ln>
          </p:spPr>
        </p:sp>
        <p:sp>
          <p:nvSpPr>
            <p:cNvPr id="3806" name="Candidate_receptor__3805">
              <a:extLst>
                <a:ext uri="{FF2B5EF4-FFF2-40B4-BE49-F238E27FC236}">
                  <a16:creationId xmlns:a16="http://schemas.microsoft.com/office/drawing/2014/main" id="{7DEE1113-9CE0-2D36-4275-84B332D65691}"/>
                </a:ext>
              </a:extLst>
            </p:cNvPr>
            <p:cNvSpPr>
              <a:spLocks noGrp="1"/>
            </p:cNvSpPr>
            <p:nvPr/>
          </p:nvSpPr>
          <p:spPr>
            <a:xfrm>
              <a:off x="4702680" y="2651167"/>
              <a:ext cx="84308" cy="7006"/>
            </a:xfrm>
            <a:custGeom>
              <a:avLst/>
              <a:gdLst/>
              <a:ahLst/>
              <a:cxnLst/>
              <a:rect l="0" t="0" r="0" b="0"/>
              <a:pathLst>
                <a:path w="84308" h="7006">
                  <a:moveTo>
                    <a:pt x="84308" y="7006"/>
                  </a:moveTo>
                  <a:lnTo>
                    <a:pt x="0" y="0"/>
                  </a:lnTo>
                </a:path>
              </a:pathLst>
            </a:custGeom>
            <a:noFill/>
            <a:ln w="8096">
              <a:solidFill>
                <a:srgbClr val="EAEDF0"/>
              </a:solidFill>
            </a:ln>
          </p:spPr>
        </p:sp>
        <p:sp>
          <p:nvSpPr>
            <p:cNvPr id="3807" name="Candidate_receptor__3806">
              <a:extLst>
                <a:ext uri="{FF2B5EF4-FFF2-40B4-BE49-F238E27FC236}">
                  <a16:creationId xmlns:a16="http://schemas.microsoft.com/office/drawing/2014/main" id="{2D863ABF-5D46-4C44-9235-E562B4B80BD5}"/>
                </a:ext>
              </a:extLst>
            </p:cNvPr>
            <p:cNvSpPr>
              <a:spLocks noGrp="1"/>
            </p:cNvSpPr>
            <p:nvPr/>
          </p:nvSpPr>
          <p:spPr>
            <a:xfrm>
              <a:off x="4849969" y="2767564"/>
              <a:ext cx="73653" cy="33325"/>
            </a:xfrm>
            <a:custGeom>
              <a:avLst/>
              <a:gdLst/>
              <a:ahLst/>
              <a:cxnLst/>
              <a:rect l="0" t="0" r="0" b="0"/>
              <a:pathLst>
                <a:path w="73653" h="33325">
                  <a:moveTo>
                    <a:pt x="73653" y="0"/>
                  </a:moveTo>
                  <a:lnTo>
                    <a:pt x="0" y="33325"/>
                  </a:lnTo>
                </a:path>
              </a:pathLst>
            </a:custGeom>
            <a:noFill/>
            <a:ln w="20003">
              <a:solidFill>
                <a:srgbClr val="EAEDF0"/>
              </a:solidFill>
            </a:ln>
          </p:spPr>
        </p:sp>
        <p:sp>
          <p:nvSpPr>
            <p:cNvPr id="3808" name="Candidate_receptor__3807">
              <a:extLst>
                <a:ext uri="{FF2B5EF4-FFF2-40B4-BE49-F238E27FC236}">
                  <a16:creationId xmlns:a16="http://schemas.microsoft.com/office/drawing/2014/main" id="{AAD1F59C-3593-FB8F-33C0-32CA13099D6C}"/>
                </a:ext>
              </a:extLst>
            </p:cNvPr>
            <p:cNvSpPr>
              <a:spLocks noGrp="1"/>
            </p:cNvSpPr>
            <p:nvPr/>
          </p:nvSpPr>
          <p:spPr>
            <a:xfrm>
              <a:off x="3667044" y="2758794"/>
              <a:ext cx="98845" cy="56355"/>
            </a:xfrm>
            <a:custGeom>
              <a:avLst/>
              <a:gdLst/>
              <a:ahLst/>
              <a:cxnLst/>
              <a:rect l="0" t="0" r="0" b="0"/>
              <a:pathLst>
                <a:path w="98845" h="56355">
                  <a:moveTo>
                    <a:pt x="98845" y="0"/>
                  </a:moveTo>
                  <a:lnTo>
                    <a:pt x="0" y="56355"/>
                  </a:lnTo>
                </a:path>
              </a:pathLst>
            </a:custGeom>
            <a:noFill/>
            <a:ln w="8096">
              <a:solidFill>
                <a:srgbClr val="EAEDF0"/>
              </a:solidFill>
            </a:ln>
          </p:spPr>
        </p:sp>
        <p:sp>
          <p:nvSpPr>
            <p:cNvPr id="3809" name="Candidate_receptor__3808">
              <a:extLst>
                <a:ext uri="{FF2B5EF4-FFF2-40B4-BE49-F238E27FC236}">
                  <a16:creationId xmlns:a16="http://schemas.microsoft.com/office/drawing/2014/main" id="{C42E9735-FAE4-E0BE-8E5F-DF8C1AEBE3FC}"/>
                </a:ext>
              </a:extLst>
            </p:cNvPr>
            <p:cNvSpPr>
              <a:spLocks noGrp="1"/>
            </p:cNvSpPr>
            <p:nvPr/>
          </p:nvSpPr>
          <p:spPr>
            <a:xfrm>
              <a:off x="5653149" y="1946151"/>
              <a:ext cx="45438" cy="59564"/>
            </a:xfrm>
            <a:custGeom>
              <a:avLst/>
              <a:gdLst/>
              <a:ahLst/>
              <a:cxnLst/>
              <a:rect l="0" t="0" r="0" b="0"/>
              <a:pathLst>
                <a:path w="45438" h="59564">
                  <a:moveTo>
                    <a:pt x="45438" y="59564"/>
                  </a:moveTo>
                  <a:lnTo>
                    <a:pt x="0" y="0"/>
                  </a:lnTo>
                </a:path>
              </a:pathLst>
            </a:custGeom>
            <a:noFill/>
            <a:ln w="8096">
              <a:solidFill>
                <a:srgbClr val="EAEDF0"/>
              </a:solidFill>
            </a:ln>
          </p:spPr>
        </p:sp>
        <p:sp>
          <p:nvSpPr>
            <p:cNvPr id="3810" name="Candidate_receptor__3809">
              <a:extLst>
                <a:ext uri="{FF2B5EF4-FFF2-40B4-BE49-F238E27FC236}">
                  <a16:creationId xmlns:a16="http://schemas.microsoft.com/office/drawing/2014/main" id="{325001AB-0243-8BF8-BC71-00644BC6C7EA}"/>
                </a:ext>
              </a:extLst>
            </p:cNvPr>
            <p:cNvSpPr>
              <a:spLocks noGrp="1"/>
            </p:cNvSpPr>
            <p:nvPr/>
          </p:nvSpPr>
          <p:spPr>
            <a:xfrm>
              <a:off x="5721739" y="2414959"/>
              <a:ext cx="78545" cy="8722"/>
            </a:xfrm>
            <a:custGeom>
              <a:avLst/>
              <a:gdLst/>
              <a:ahLst/>
              <a:cxnLst/>
              <a:rect l="0" t="0" r="0" b="0"/>
              <a:pathLst>
                <a:path w="78545" h="8722">
                  <a:moveTo>
                    <a:pt x="0" y="8722"/>
                  </a:moveTo>
                  <a:lnTo>
                    <a:pt x="78545" y="0"/>
                  </a:lnTo>
                </a:path>
              </a:pathLst>
            </a:custGeom>
            <a:noFill/>
            <a:ln w="20003">
              <a:solidFill>
                <a:srgbClr val="EAEDF0"/>
              </a:solidFill>
            </a:ln>
          </p:spPr>
        </p:sp>
        <p:sp>
          <p:nvSpPr>
            <p:cNvPr id="3811" name="Candidate_receptor__3810">
              <a:extLst>
                <a:ext uri="{FF2B5EF4-FFF2-40B4-BE49-F238E27FC236}">
                  <a16:creationId xmlns:a16="http://schemas.microsoft.com/office/drawing/2014/main" id="{EF3BD133-09FE-0B53-659B-D67B8D7B16E6}"/>
                </a:ext>
              </a:extLst>
            </p:cNvPr>
            <p:cNvSpPr>
              <a:spLocks noGrp="1"/>
            </p:cNvSpPr>
            <p:nvPr/>
          </p:nvSpPr>
          <p:spPr>
            <a:xfrm>
              <a:off x="3765270" y="2643462"/>
              <a:ext cx="619" cy="115331"/>
            </a:xfrm>
            <a:custGeom>
              <a:avLst/>
              <a:gdLst/>
              <a:ahLst/>
              <a:cxnLst/>
              <a:rect l="0" t="0" r="0" b="0"/>
              <a:pathLst>
                <a:path w="619" h="115331">
                  <a:moveTo>
                    <a:pt x="0" y="0"/>
                  </a:moveTo>
                  <a:lnTo>
                    <a:pt x="619" y="115331"/>
                  </a:lnTo>
                </a:path>
              </a:pathLst>
            </a:custGeom>
            <a:noFill/>
            <a:ln w="8096">
              <a:solidFill>
                <a:srgbClr val="EAEDF0"/>
              </a:solidFill>
            </a:ln>
          </p:spPr>
        </p:sp>
        <p:sp>
          <p:nvSpPr>
            <p:cNvPr id="3812" name="Candidate_receptor__3811">
              <a:extLst>
                <a:ext uri="{FF2B5EF4-FFF2-40B4-BE49-F238E27FC236}">
                  <a16:creationId xmlns:a16="http://schemas.microsoft.com/office/drawing/2014/main" id="{870B17E1-A775-1201-D5C7-C388A484C025}"/>
                </a:ext>
              </a:extLst>
            </p:cNvPr>
            <p:cNvSpPr>
              <a:spLocks noGrp="1"/>
            </p:cNvSpPr>
            <p:nvPr/>
          </p:nvSpPr>
          <p:spPr>
            <a:xfrm>
              <a:off x="5757753" y="2210374"/>
              <a:ext cx="102914" cy="34358"/>
            </a:xfrm>
            <a:custGeom>
              <a:avLst/>
              <a:gdLst/>
              <a:ahLst/>
              <a:cxnLst/>
              <a:rect l="0" t="0" r="0" b="0"/>
              <a:pathLst>
                <a:path w="102914" h="34358">
                  <a:moveTo>
                    <a:pt x="102914" y="34358"/>
                  </a:moveTo>
                  <a:lnTo>
                    <a:pt x="0" y="0"/>
                  </a:lnTo>
                </a:path>
              </a:pathLst>
            </a:custGeom>
            <a:noFill/>
            <a:ln w="20003">
              <a:solidFill>
                <a:srgbClr val="EAEDF0"/>
              </a:solidFill>
            </a:ln>
          </p:spPr>
        </p:sp>
        <p:sp>
          <p:nvSpPr>
            <p:cNvPr id="3813" name="Candidate_receptor__3812">
              <a:extLst>
                <a:ext uri="{FF2B5EF4-FFF2-40B4-BE49-F238E27FC236}">
                  <a16:creationId xmlns:a16="http://schemas.microsoft.com/office/drawing/2014/main" id="{B245D7DD-01D3-C9E1-CF00-C961EECC9963}"/>
                </a:ext>
              </a:extLst>
            </p:cNvPr>
            <p:cNvSpPr>
              <a:spLocks noGrp="1"/>
            </p:cNvSpPr>
            <p:nvPr/>
          </p:nvSpPr>
          <p:spPr>
            <a:xfrm>
              <a:off x="4060222" y="3051602"/>
              <a:ext cx="109881" cy="30605"/>
            </a:xfrm>
            <a:custGeom>
              <a:avLst/>
              <a:gdLst/>
              <a:ahLst/>
              <a:cxnLst/>
              <a:rect l="0" t="0" r="0" b="0"/>
              <a:pathLst>
                <a:path w="109881" h="30605">
                  <a:moveTo>
                    <a:pt x="0" y="30605"/>
                  </a:moveTo>
                  <a:lnTo>
                    <a:pt x="109881" y="0"/>
                  </a:lnTo>
                </a:path>
              </a:pathLst>
            </a:custGeom>
            <a:noFill/>
            <a:ln w="20003">
              <a:solidFill>
                <a:srgbClr val="EAEDF0"/>
              </a:solidFill>
            </a:ln>
          </p:spPr>
        </p:sp>
        <p:sp>
          <p:nvSpPr>
            <p:cNvPr id="3814" name="Candidate_receptor__3813">
              <a:extLst>
                <a:ext uri="{FF2B5EF4-FFF2-40B4-BE49-F238E27FC236}">
                  <a16:creationId xmlns:a16="http://schemas.microsoft.com/office/drawing/2014/main" id="{2EBCF007-AA03-7DA6-4779-0C7300F7FEA1}"/>
                </a:ext>
              </a:extLst>
            </p:cNvPr>
            <p:cNvSpPr>
              <a:spLocks noGrp="1"/>
            </p:cNvSpPr>
            <p:nvPr/>
          </p:nvSpPr>
          <p:spPr>
            <a:xfrm>
              <a:off x="4812692" y="2943442"/>
              <a:ext cx="97728" cy="52122"/>
            </a:xfrm>
            <a:custGeom>
              <a:avLst/>
              <a:gdLst/>
              <a:ahLst/>
              <a:cxnLst/>
              <a:rect l="0" t="0" r="0" b="0"/>
              <a:pathLst>
                <a:path w="97728" h="52122">
                  <a:moveTo>
                    <a:pt x="97728" y="0"/>
                  </a:moveTo>
                  <a:lnTo>
                    <a:pt x="0" y="52122"/>
                  </a:lnTo>
                </a:path>
              </a:pathLst>
            </a:custGeom>
            <a:noFill/>
            <a:ln w="8096">
              <a:solidFill>
                <a:srgbClr val="EAEDF0"/>
              </a:solidFill>
            </a:ln>
          </p:spPr>
        </p:sp>
        <p:sp>
          <p:nvSpPr>
            <p:cNvPr id="3815" name="Candidate_receptor__3814">
              <a:extLst>
                <a:ext uri="{FF2B5EF4-FFF2-40B4-BE49-F238E27FC236}">
                  <a16:creationId xmlns:a16="http://schemas.microsoft.com/office/drawing/2014/main" id="{12F7A999-B9A3-DDC8-C4D4-68640A350895}"/>
                </a:ext>
              </a:extLst>
            </p:cNvPr>
            <p:cNvSpPr>
              <a:spLocks noGrp="1"/>
            </p:cNvSpPr>
            <p:nvPr/>
          </p:nvSpPr>
          <p:spPr>
            <a:xfrm>
              <a:off x="4215099" y="2897229"/>
              <a:ext cx="31095" cy="18687"/>
            </a:xfrm>
            <a:custGeom>
              <a:avLst/>
              <a:gdLst/>
              <a:ahLst/>
              <a:cxnLst/>
              <a:rect l="0" t="0" r="0" b="0"/>
              <a:pathLst>
                <a:path w="31095" h="18687">
                  <a:moveTo>
                    <a:pt x="31095" y="18687"/>
                  </a:moveTo>
                  <a:lnTo>
                    <a:pt x="0" y="0"/>
                  </a:lnTo>
                </a:path>
              </a:pathLst>
            </a:custGeom>
            <a:noFill/>
            <a:ln w="8096">
              <a:solidFill>
                <a:srgbClr val="EAEDF0"/>
              </a:solidFill>
            </a:ln>
          </p:spPr>
        </p:sp>
        <p:sp>
          <p:nvSpPr>
            <p:cNvPr id="3816" name="Candidate_receptor__3815">
              <a:extLst>
                <a:ext uri="{FF2B5EF4-FFF2-40B4-BE49-F238E27FC236}">
                  <a16:creationId xmlns:a16="http://schemas.microsoft.com/office/drawing/2014/main" id="{BB6CF451-63C9-BBE1-6B9D-3624D0230E36}"/>
                </a:ext>
              </a:extLst>
            </p:cNvPr>
            <p:cNvSpPr>
              <a:spLocks noGrp="1"/>
            </p:cNvSpPr>
            <p:nvPr/>
          </p:nvSpPr>
          <p:spPr>
            <a:xfrm>
              <a:off x="4282627" y="3090902"/>
              <a:ext cx="50007" cy="96678"/>
            </a:xfrm>
            <a:custGeom>
              <a:avLst/>
              <a:gdLst/>
              <a:ahLst/>
              <a:cxnLst/>
              <a:rect l="0" t="0" r="0" b="0"/>
              <a:pathLst>
                <a:path w="50007" h="96678">
                  <a:moveTo>
                    <a:pt x="50007" y="0"/>
                  </a:moveTo>
                  <a:lnTo>
                    <a:pt x="0" y="96678"/>
                  </a:lnTo>
                </a:path>
              </a:pathLst>
            </a:custGeom>
            <a:noFill/>
            <a:ln w="20003">
              <a:solidFill>
                <a:srgbClr val="EAEDF0"/>
              </a:solidFill>
            </a:ln>
          </p:spPr>
        </p:sp>
        <p:sp>
          <p:nvSpPr>
            <p:cNvPr id="3817" name="Candidate_receptor__3816">
              <a:extLst>
                <a:ext uri="{FF2B5EF4-FFF2-40B4-BE49-F238E27FC236}">
                  <a16:creationId xmlns:a16="http://schemas.microsoft.com/office/drawing/2014/main" id="{BD594CCD-EB04-A573-C906-6D9222B22585}"/>
                </a:ext>
              </a:extLst>
            </p:cNvPr>
            <p:cNvSpPr>
              <a:spLocks noGrp="1"/>
            </p:cNvSpPr>
            <p:nvPr/>
          </p:nvSpPr>
          <p:spPr>
            <a:xfrm>
              <a:off x="4786987" y="2625403"/>
              <a:ext cx="101862" cy="32770"/>
            </a:xfrm>
            <a:custGeom>
              <a:avLst/>
              <a:gdLst/>
              <a:ahLst/>
              <a:cxnLst/>
              <a:rect l="0" t="0" r="0" b="0"/>
              <a:pathLst>
                <a:path w="101862" h="32770">
                  <a:moveTo>
                    <a:pt x="101862" y="0"/>
                  </a:moveTo>
                  <a:lnTo>
                    <a:pt x="0" y="32770"/>
                  </a:lnTo>
                </a:path>
              </a:pathLst>
            </a:custGeom>
            <a:noFill/>
            <a:ln w="20003">
              <a:solidFill>
                <a:srgbClr val="EAEDF0"/>
              </a:solidFill>
            </a:ln>
          </p:spPr>
        </p:sp>
        <p:sp>
          <p:nvSpPr>
            <p:cNvPr id="3818" name="Candidate_receptor__3817">
              <a:extLst>
                <a:ext uri="{FF2B5EF4-FFF2-40B4-BE49-F238E27FC236}">
                  <a16:creationId xmlns:a16="http://schemas.microsoft.com/office/drawing/2014/main" id="{E65554B0-5996-E02C-A555-B43AFB3C3097}"/>
                </a:ext>
              </a:extLst>
            </p:cNvPr>
            <p:cNvSpPr>
              <a:spLocks noGrp="1"/>
            </p:cNvSpPr>
            <p:nvPr/>
          </p:nvSpPr>
          <p:spPr>
            <a:xfrm>
              <a:off x="4081922" y="2701555"/>
              <a:ext cx="92534" cy="67752"/>
            </a:xfrm>
            <a:custGeom>
              <a:avLst/>
              <a:gdLst/>
              <a:ahLst/>
              <a:cxnLst/>
              <a:rect l="0" t="0" r="0" b="0"/>
              <a:pathLst>
                <a:path w="92534" h="67752">
                  <a:moveTo>
                    <a:pt x="92534" y="67752"/>
                  </a:moveTo>
                  <a:lnTo>
                    <a:pt x="0" y="0"/>
                  </a:lnTo>
                </a:path>
              </a:pathLst>
            </a:custGeom>
            <a:noFill/>
            <a:ln w="8096">
              <a:solidFill>
                <a:srgbClr val="EAEDF0"/>
              </a:solidFill>
            </a:ln>
          </p:spPr>
        </p:sp>
        <p:sp>
          <p:nvSpPr>
            <p:cNvPr id="3819" name="Candidate_receptor__3818">
              <a:extLst>
                <a:ext uri="{FF2B5EF4-FFF2-40B4-BE49-F238E27FC236}">
                  <a16:creationId xmlns:a16="http://schemas.microsoft.com/office/drawing/2014/main" id="{8543BCA6-FC62-D988-4B3B-DB28A2878474}"/>
                </a:ext>
              </a:extLst>
            </p:cNvPr>
            <p:cNvSpPr>
              <a:spLocks noGrp="1"/>
            </p:cNvSpPr>
            <p:nvPr/>
          </p:nvSpPr>
          <p:spPr>
            <a:xfrm>
              <a:off x="4757244" y="2800890"/>
              <a:ext cx="92725" cy="52422"/>
            </a:xfrm>
            <a:custGeom>
              <a:avLst/>
              <a:gdLst/>
              <a:ahLst/>
              <a:cxnLst/>
              <a:rect l="0" t="0" r="0" b="0"/>
              <a:pathLst>
                <a:path w="92725" h="52422">
                  <a:moveTo>
                    <a:pt x="92725" y="0"/>
                  </a:moveTo>
                  <a:lnTo>
                    <a:pt x="0" y="52422"/>
                  </a:lnTo>
                </a:path>
              </a:pathLst>
            </a:custGeom>
            <a:noFill/>
            <a:ln w="8096">
              <a:solidFill>
                <a:srgbClr val="EAEDF0"/>
              </a:solidFill>
            </a:ln>
          </p:spPr>
        </p:sp>
        <p:sp>
          <p:nvSpPr>
            <p:cNvPr id="3820" name="Candidate_receptor__3819">
              <a:extLst>
                <a:ext uri="{FF2B5EF4-FFF2-40B4-BE49-F238E27FC236}">
                  <a16:creationId xmlns:a16="http://schemas.microsoft.com/office/drawing/2014/main" id="{A8257E0D-608A-A302-6B22-CBB1B1363AE0}"/>
                </a:ext>
              </a:extLst>
            </p:cNvPr>
            <p:cNvSpPr>
              <a:spLocks noGrp="1"/>
            </p:cNvSpPr>
            <p:nvPr/>
          </p:nvSpPr>
          <p:spPr>
            <a:xfrm>
              <a:off x="4884864" y="3067920"/>
              <a:ext cx="93684" cy="65946"/>
            </a:xfrm>
            <a:custGeom>
              <a:avLst/>
              <a:gdLst/>
              <a:ahLst/>
              <a:cxnLst/>
              <a:rect l="0" t="0" r="0" b="0"/>
              <a:pathLst>
                <a:path w="93684" h="65946">
                  <a:moveTo>
                    <a:pt x="93684" y="0"/>
                  </a:moveTo>
                  <a:lnTo>
                    <a:pt x="0" y="65946"/>
                  </a:lnTo>
                </a:path>
              </a:pathLst>
            </a:custGeom>
            <a:noFill/>
            <a:ln w="8096">
              <a:solidFill>
                <a:srgbClr val="EAEDF0"/>
              </a:solidFill>
            </a:ln>
          </p:spPr>
        </p:sp>
        <p:sp>
          <p:nvSpPr>
            <p:cNvPr id="3821" name="Candidate_receptor__3820">
              <a:extLst>
                <a:ext uri="{FF2B5EF4-FFF2-40B4-BE49-F238E27FC236}">
                  <a16:creationId xmlns:a16="http://schemas.microsoft.com/office/drawing/2014/main" id="{F0523451-EDE9-2E94-76D8-DB5CA8BFF69B}"/>
                </a:ext>
              </a:extLst>
            </p:cNvPr>
            <p:cNvSpPr>
              <a:spLocks noGrp="1"/>
            </p:cNvSpPr>
            <p:nvPr/>
          </p:nvSpPr>
          <p:spPr>
            <a:xfrm>
              <a:off x="4776120" y="2491080"/>
              <a:ext cx="109143" cy="10312"/>
            </a:xfrm>
            <a:custGeom>
              <a:avLst/>
              <a:gdLst/>
              <a:ahLst/>
              <a:cxnLst/>
              <a:rect l="0" t="0" r="0" b="0"/>
              <a:pathLst>
                <a:path w="109143" h="10312">
                  <a:moveTo>
                    <a:pt x="0" y="0"/>
                  </a:moveTo>
                  <a:lnTo>
                    <a:pt x="109143" y="10312"/>
                  </a:lnTo>
                </a:path>
              </a:pathLst>
            </a:custGeom>
            <a:noFill/>
            <a:ln w="20003">
              <a:solidFill>
                <a:srgbClr val="EAEDF0"/>
              </a:solidFill>
            </a:ln>
          </p:spPr>
        </p:sp>
        <p:sp>
          <p:nvSpPr>
            <p:cNvPr id="3822" name="Candidate_receptor__3821">
              <a:extLst>
                <a:ext uri="{FF2B5EF4-FFF2-40B4-BE49-F238E27FC236}">
                  <a16:creationId xmlns:a16="http://schemas.microsoft.com/office/drawing/2014/main" id="{4BE5AB39-C180-C2F7-0BFE-C90A3E7580A0}"/>
                </a:ext>
              </a:extLst>
            </p:cNvPr>
            <p:cNvSpPr>
              <a:spLocks noGrp="1"/>
            </p:cNvSpPr>
            <p:nvPr/>
          </p:nvSpPr>
          <p:spPr>
            <a:xfrm>
              <a:off x="5203024" y="3275117"/>
              <a:ext cx="10470" cy="98414"/>
            </a:xfrm>
            <a:custGeom>
              <a:avLst/>
              <a:gdLst/>
              <a:ahLst/>
              <a:cxnLst/>
              <a:rect l="0" t="0" r="0" b="0"/>
              <a:pathLst>
                <a:path w="10470" h="98414">
                  <a:moveTo>
                    <a:pt x="0" y="0"/>
                  </a:moveTo>
                  <a:lnTo>
                    <a:pt x="10470" y="98414"/>
                  </a:lnTo>
                </a:path>
              </a:pathLst>
            </a:custGeom>
            <a:noFill/>
            <a:ln w="8096">
              <a:solidFill>
                <a:srgbClr val="EAEDF0"/>
              </a:solidFill>
            </a:ln>
          </p:spPr>
        </p:sp>
        <p:sp>
          <p:nvSpPr>
            <p:cNvPr id="3823" name="Candidate_receptor__3822">
              <a:extLst>
                <a:ext uri="{FF2B5EF4-FFF2-40B4-BE49-F238E27FC236}">
                  <a16:creationId xmlns:a16="http://schemas.microsoft.com/office/drawing/2014/main" id="{2FDFE5D6-F16C-E609-C354-BCE43F68D1CA}"/>
                </a:ext>
              </a:extLst>
            </p:cNvPr>
            <p:cNvSpPr>
              <a:spLocks noGrp="1"/>
            </p:cNvSpPr>
            <p:nvPr/>
          </p:nvSpPr>
          <p:spPr>
            <a:xfrm>
              <a:off x="3650986" y="2913867"/>
              <a:ext cx="23091" cy="93469"/>
            </a:xfrm>
            <a:custGeom>
              <a:avLst/>
              <a:gdLst/>
              <a:ahLst/>
              <a:cxnLst/>
              <a:rect l="0" t="0" r="0" b="0"/>
              <a:pathLst>
                <a:path w="23091" h="93469">
                  <a:moveTo>
                    <a:pt x="0" y="0"/>
                  </a:moveTo>
                  <a:lnTo>
                    <a:pt x="23091" y="93469"/>
                  </a:lnTo>
                </a:path>
              </a:pathLst>
            </a:custGeom>
            <a:noFill/>
            <a:ln w="8096">
              <a:solidFill>
                <a:srgbClr val="EAEDF0"/>
              </a:solidFill>
            </a:ln>
          </p:spPr>
        </p:sp>
        <p:sp>
          <p:nvSpPr>
            <p:cNvPr id="3824" name="Candidate_receptor__3823">
              <a:extLst>
                <a:ext uri="{FF2B5EF4-FFF2-40B4-BE49-F238E27FC236}">
                  <a16:creationId xmlns:a16="http://schemas.microsoft.com/office/drawing/2014/main" id="{BCE98CEB-EB83-32C7-11E6-A82FBFAFEA9B}"/>
                </a:ext>
              </a:extLst>
            </p:cNvPr>
            <p:cNvSpPr>
              <a:spLocks noGrp="1"/>
            </p:cNvSpPr>
            <p:nvPr/>
          </p:nvSpPr>
          <p:spPr>
            <a:xfrm>
              <a:off x="5504796" y="2149805"/>
              <a:ext cx="94204" cy="63498"/>
            </a:xfrm>
            <a:custGeom>
              <a:avLst/>
              <a:gdLst/>
              <a:ahLst/>
              <a:cxnLst/>
              <a:rect l="0" t="0" r="0" b="0"/>
              <a:pathLst>
                <a:path w="94204" h="63498">
                  <a:moveTo>
                    <a:pt x="94204" y="0"/>
                  </a:moveTo>
                  <a:lnTo>
                    <a:pt x="0" y="63498"/>
                  </a:lnTo>
                </a:path>
              </a:pathLst>
            </a:custGeom>
            <a:noFill/>
            <a:ln w="8096">
              <a:solidFill>
                <a:srgbClr val="EAEDF0"/>
              </a:solidFill>
            </a:ln>
          </p:spPr>
        </p:sp>
        <p:sp>
          <p:nvSpPr>
            <p:cNvPr id="3825" name="Candidate_receptor__3824">
              <a:extLst>
                <a:ext uri="{FF2B5EF4-FFF2-40B4-BE49-F238E27FC236}">
                  <a16:creationId xmlns:a16="http://schemas.microsoft.com/office/drawing/2014/main" id="{CB890D1C-04DD-D84E-5281-B60FEBD39000}"/>
                </a:ext>
              </a:extLst>
            </p:cNvPr>
            <p:cNvSpPr>
              <a:spLocks noGrp="1"/>
            </p:cNvSpPr>
            <p:nvPr/>
          </p:nvSpPr>
          <p:spPr>
            <a:xfrm>
              <a:off x="3981647" y="3015698"/>
              <a:ext cx="78575" cy="66509"/>
            </a:xfrm>
            <a:custGeom>
              <a:avLst/>
              <a:gdLst/>
              <a:ahLst/>
              <a:cxnLst/>
              <a:rect l="0" t="0" r="0" b="0"/>
              <a:pathLst>
                <a:path w="78575" h="66509">
                  <a:moveTo>
                    <a:pt x="0" y="0"/>
                  </a:moveTo>
                  <a:lnTo>
                    <a:pt x="78575" y="66509"/>
                  </a:lnTo>
                </a:path>
              </a:pathLst>
            </a:custGeom>
            <a:noFill/>
            <a:ln w="20003">
              <a:solidFill>
                <a:srgbClr val="EAEDF0"/>
              </a:solidFill>
            </a:ln>
          </p:spPr>
        </p:sp>
        <p:sp>
          <p:nvSpPr>
            <p:cNvPr id="3826" name="Candidate_receptor__3825">
              <a:extLst>
                <a:ext uri="{FF2B5EF4-FFF2-40B4-BE49-F238E27FC236}">
                  <a16:creationId xmlns:a16="http://schemas.microsoft.com/office/drawing/2014/main" id="{146C7B22-03EA-03E3-2C43-B558CB1F1CDC}"/>
                </a:ext>
              </a:extLst>
            </p:cNvPr>
            <p:cNvSpPr>
              <a:spLocks noGrp="1"/>
            </p:cNvSpPr>
            <p:nvPr/>
          </p:nvSpPr>
          <p:spPr>
            <a:xfrm>
              <a:off x="3650986" y="2815149"/>
              <a:ext cx="16058" cy="98718"/>
            </a:xfrm>
            <a:custGeom>
              <a:avLst/>
              <a:gdLst/>
              <a:ahLst/>
              <a:cxnLst/>
              <a:rect l="0" t="0" r="0" b="0"/>
              <a:pathLst>
                <a:path w="16058" h="98718">
                  <a:moveTo>
                    <a:pt x="16058" y="0"/>
                  </a:moveTo>
                  <a:lnTo>
                    <a:pt x="0" y="98718"/>
                  </a:lnTo>
                </a:path>
              </a:pathLst>
            </a:custGeom>
            <a:noFill/>
            <a:ln w="8096">
              <a:solidFill>
                <a:srgbClr val="EAEDF0"/>
              </a:solidFill>
            </a:ln>
          </p:spPr>
        </p:sp>
        <p:sp>
          <p:nvSpPr>
            <p:cNvPr id="3827" name="Candidate_receptor__3826">
              <a:extLst>
                <a:ext uri="{FF2B5EF4-FFF2-40B4-BE49-F238E27FC236}">
                  <a16:creationId xmlns:a16="http://schemas.microsoft.com/office/drawing/2014/main" id="{BDEA4B56-5B73-9ED9-A004-27ADED914287}"/>
                </a:ext>
              </a:extLst>
            </p:cNvPr>
            <p:cNvSpPr>
              <a:spLocks noGrp="1"/>
            </p:cNvSpPr>
            <p:nvPr/>
          </p:nvSpPr>
          <p:spPr>
            <a:xfrm>
              <a:off x="3912263" y="2539547"/>
              <a:ext cx="5985" cy="95437"/>
            </a:xfrm>
            <a:custGeom>
              <a:avLst/>
              <a:gdLst/>
              <a:ahLst/>
              <a:cxnLst/>
              <a:rect l="0" t="0" r="0" b="0"/>
              <a:pathLst>
                <a:path w="5985" h="95437">
                  <a:moveTo>
                    <a:pt x="0" y="0"/>
                  </a:moveTo>
                  <a:lnTo>
                    <a:pt x="5985" y="95437"/>
                  </a:lnTo>
                </a:path>
              </a:pathLst>
            </a:custGeom>
            <a:noFill/>
            <a:ln w="20003">
              <a:solidFill>
                <a:srgbClr val="EAEDF0"/>
              </a:solidFill>
            </a:ln>
          </p:spPr>
        </p:sp>
        <p:sp>
          <p:nvSpPr>
            <p:cNvPr id="3828" name="Candidate_receptor__3827">
              <a:extLst>
                <a:ext uri="{FF2B5EF4-FFF2-40B4-BE49-F238E27FC236}">
                  <a16:creationId xmlns:a16="http://schemas.microsoft.com/office/drawing/2014/main" id="{39A06E48-D8DC-3407-FB71-0123515A5414}"/>
                </a:ext>
              </a:extLst>
            </p:cNvPr>
            <p:cNvSpPr>
              <a:spLocks noGrp="1"/>
            </p:cNvSpPr>
            <p:nvPr/>
          </p:nvSpPr>
          <p:spPr>
            <a:xfrm>
              <a:off x="4888850" y="2625403"/>
              <a:ext cx="96122" cy="5292"/>
            </a:xfrm>
            <a:custGeom>
              <a:avLst/>
              <a:gdLst/>
              <a:ahLst/>
              <a:cxnLst/>
              <a:rect l="0" t="0" r="0" b="0"/>
              <a:pathLst>
                <a:path w="96122" h="5292">
                  <a:moveTo>
                    <a:pt x="96122" y="5292"/>
                  </a:moveTo>
                  <a:lnTo>
                    <a:pt x="0" y="0"/>
                  </a:lnTo>
                </a:path>
              </a:pathLst>
            </a:custGeom>
            <a:noFill/>
            <a:ln w="20003">
              <a:solidFill>
                <a:srgbClr val="EAEDF0"/>
              </a:solidFill>
            </a:ln>
          </p:spPr>
        </p:sp>
        <p:sp>
          <p:nvSpPr>
            <p:cNvPr id="3829" name="Candidate_receptor__3828">
              <a:extLst>
                <a:ext uri="{FF2B5EF4-FFF2-40B4-BE49-F238E27FC236}">
                  <a16:creationId xmlns:a16="http://schemas.microsoft.com/office/drawing/2014/main" id="{9AFDE2AF-3BC7-E32D-FC4A-C67A5AF6543B}"/>
                </a:ext>
              </a:extLst>
            </p:cNvPr>
            <p:cNvSpPr>
              <a:spLocks noGrp="1"/>
            </p:cNvSpPr>
            <p:nvPr/>
          </p:nvSpPr>
          <p:spPr>
            <a:xfrm>
              <a:off x="4896531" y="3412667"/>
              <a:ext cx="59767" cy="72244"/>
            </a:xfrm>
            <a:custGeom>
              <a:avLst/>
              <a:gdLst/>
              <a:ahLst/>
              <a:cxnLst/>
              <a:rect l="0" t="0" r="0" b="0"/>
              <a:pathLst>
                <a:path w="59767" h="72244">
                  <a:moveTo>
                    <a:pt x="0" y="0"/>
                  </a:moveTo>
                  <a:lnTo>
                    <a:pt x="59767" y="72244"/>
                  </a:lnTo>
                </a:path>
              </a:pathLst>
            </a:custGeom>
            <a:noFill/>
            <a:ln w="20003">
              <a:solidFill>
                <a:srgbClr val="EAEDF0"/>
              </a:solidFill>
            </a:ln>
          </p:spPr>
        </p:sp>
        <p:sp>
          <p:nvSpPr>
            <p:cNvPr id="3830" name="Candidate_receptor__3829">
              <a:extLst>
                <a:ext uri="{FF2B5EF4-FFF2-40B4-BE49-F238E27FC236}">
                  <a16:creationId xmlns:a16="http://schemas.microsoft.com/office/drawing/2014/main" id="{C1966381-08AF-F6D2-AEAA-F6FE990118C1}"/>
                </a:ext>
              </a:extLst>
            </p:cNvPr>
            <p:cNvSpPr>
              <a:spLocks noGrp="1"/>
            </p:cNvSpPr>
            <p:nvPr/>
          </p:nvSpPr>
          <p:spPr>
            <a:xfrm>
              <a:off x="5757753" y="2096410"/>
              <a:ext cx="11256" cy="113964"/>
            </a:xfrm>
            <a:custGeom>
              <a:avLst/>
              <a:gdLst/>
              <a:ahLst/>
              <a:cxnLst/>
              <a:rect l="0" t="0" r="0" b="0"/>
              <a:pathLst>
                <a:path w="11256" h="113964">
                  <a:moveTo>
                    <a:pt x="0" y="113964"/>
                  </a:moveTo>
                  <a:lnTo>
                    <a:pt x="11256" y="0"/>
                  </a:lnTo>
                </a:path>
              </a:pathLst>
            </a:custGeom>
            <a:noFill/>
            <a:ln w="20003">
              <a:solidFill>
                <a:srgbClr val="EAEDF0"/>
              </a:solidFill>
            </a:ln>
          </p:spPr>
        </p:sp>
        <p:sp>
          <p:nvSpPr>
            <p:cNvPr id="3831" name="Candidate_receptor__3830">
              <a:extLst>
                <a:ext uri="{FF2B5EF4-FFF2-40B4-BE49-F238E27FC236}">
                  <a16:creationId xmlns:a16="http://schemas.microsoft.com/office/drawing/2014/main" id="{5EC86291-A725-6C60-78B8-C2B2AF0F2712}"/>
                </a:ext>
              </a:extLst>
            </p:cNvPr>
            <p:cNvSpPr>
              <a:spLocks noGrp="1"/>
            </p:cNvSpPr>
            <p:nvPr/>
          </p:nvSpPr>
          <p:spPr>
            <a:xfrm>
              <a:off x="4978445" y="3202630"/>
              <a:ext cx="87729" cy="63231"/>
            </a:xfrm>
            <a:custGeom>
              <a:avLst/>
              <a:gdLst/>
              <a:ahLst/>
              <a:cxnLst/>
              <a:rect l="0" t="0" r="0" b="0"/>
              <a:pathLst>
                <a:path w="87729" h="63231">
                  <a:moveTo>
                    <a:pt x="87729" y="0"/>
                  </a:moveTo>
                  <a:lnTo>
                    <a:pt x="0" y="63231"/>
                  </a:lnTo>
                </a:path>
              </a:pathLst>
            </a:custGeom>
            <a:noFill/>
            <a:ln w="8096">
              <a:solidFill>
                <a:srgbClr val="EAEDF0"/>
              </a:solidFill>
            </a:ln>
          </p:spPr>
        </p:sp>
        <p:sp>
          <p:nvSpPr>
            <p:cNvPr id="3832" name="Candidate_receptor__3831">
              <a:extLst>
                <a:ext uri="{FF2B5EF4-FFF2-40B4-BE49-F238E27FC236}">
                  <a16:creationId xmlns:a16="http://schemas.microsoft.com/office/drawing/2014/main" id="{54A31A7C-AF70-DB02-40C6-1C8AAD7AB4C9}"/>
                </a:ext>
              </a:extLst>
            </p:cNvPr>
            <p:cNvSpPr>
              <a:spLocks noGrp="1"/>
            </p:cNvSpPr>
            <p:nvPr/>
          </p:nvSpPr>
          <p:spPr>
            <a:xfrm>
              <a:off x="4672727" y="2491080"/>
              <a:ext cx="103393" cy="48993"/>
            </a:xfrm>
            <a:custGeom>
              <a:avLst/>
              <a:gdLst/>
              <a:ahLst/>
              <a:cxnLst/>
              <a:rect l="0" t="0" r="0" b="0"/>
              <a:pathLst>
                <a:path w="103393" h="48993">
                  <a:moveTo>
                    <a:pt x="0" y="48993"/>
                  </a:moveTo>
                  <a:lnTo>
                    <a:pt x="103393" y="0"/>
                  </a:lnTo>
                </a:path>
              </a:pathLst>
            </a:custGeom>
            <a:noFill/>
            <a:ln w="20003">
              <a:solidFill>
                <a:srgbClr val="EAEDF0"/>
              </a:solidFill>
            </a:ln>
          </p:spPr>
        </p:sp>
        <p:sp>
          <p:nvSpPr>
            <p:cNvPr id="3833" name="Candidate_receptor__3832">
              <a:extLst>
                <a:ext uri="{FF2B5EF4-FFF2-40B4-BE49-F238E27FC236}">
                  <a16:creationId xmlns:a16="http://schemas.microsoft.com/office/drawing/2014/main" id="{E3909FE4-6AFA-97C7-AEFE-14FF2E41CE4E}"/>
                </a:ext>
              </a:extLst>
            </p:cNvPr>
            <p:cNvSpPr>
              <a:spLocks noGrp="1"/>
            </p:cNvSpPr>
            <p:nvPr/>
          </p:nvSpPr>
          <p:spPr>
            <a:xfrm>
              <a:off x="4984972" y="2572272"/>
              <a:ext cx="87909" cy="58423"/>
            </a:xfrm>
            <a:custGeom>
              <a:avLst/>
              <a:gdLst/>
              <a:ahLst/>
              <a:cxnLst/>
              <a:rect l="0" t="0" r="0" b="0"/>
              <a:pathLst>
                <a:path w="87909" h="58423">
                  <a:moveTo>
                    <a:pt x="87909" y="0"/>
                  </a:moveTo>
                  <a:lnTo>
                    <a:pt x="0" y="58423"/>
                  </a:lnTo>
                </a:path>
              </a:pathLst>
            </a:custGeom>
            <a:noFill/>
            <a:ln w="20003">
              <a:solidFill>
                <a:srgbClr val="EAEDF0"/>
              </a:solidFill>
            </a:ln>
          </p:spPr>
        </p:sp>
        <p:sp>
          <p:nvSpPr>
            <p:cNvPr id="3834" name="Candidate_receptor__3833">
              <a:extLst>
                <a:ext uri="{FF2B5EF4-FFF2-40B4-BE49-F238E27FC236}">
                  <a16:creationId xmlns:a16="http://schemas.microsoft.com/office/drawing/2014/main" id="{75A63C19-A65D-70E9-38E8-F205BC10E386}"/>
                </a:ext>
              </a:extLst>
            </p:cNvPr>
            <p:cNvSpPr>
              <a:spLocks noGrp="1"/>
            </p:cNvSpPr>
            <p:nvPr/>
          </p:nvSpPr>
          <p:spPr>
            <a:xfrm>
              <a:off x="3895452" y="2634984"/>
              <a:ext cx="22796" cy="66344"/>
            </a:xfrm>
            <a:custGeom>
              <a:avLst/>
              <a:gdLst/>
              <a:ahLst/>
              <a:cxnLst/>
              <a:rect l="0" t="0" r="0" b="0"/>
              <a:pathLst>
                <a:path w="22796" h="66344">
                  <a:moveTo>
                    <a:pt x="22796" y="0"/>
                  </a:moveTo>
                  <a:lnTo>
                    <a:pt x="0" y="66344"/>
                  </a:lnTo>
                </a:path>
              </a:pathLst>
            </a:custGeom>
            <a:noFill/>
            <a:ln w="20003">
              <a:solidFill>
                <a:srgbClr val="EAEDF0"/>
              </a:solidFill>
            </a:ln>
          </p:spPr>
        </p:sp>
        <p:sp>
          <p:nvSpPr>
            <p:cNvPr id="3835" name="Candidate_receptor__3834">
              <a:extLst>
                <a:ext uri="{FF2B5EF4-FFF2-40B4-BE49-F238E27FC236}">
                  <a16:creationId xmlns:a16="http://schemas.microsoft.com/office/drawing/2014/main" id="{A22541DE-2E0B-522F-D1DD-EDF18AFA46D9}"/>
                </a:ext>
              </a:extLst>
            </p:cNvPr>
            <p:cNvSpPr>
              <a:spLocks noGrp="1"/>
            </p:cNvSpPr>
            <p:nvPr/>
          </p:nvSpPr>
          <p:spPr>
            <a:xfrm>
              <a:off x="4788154" y="2995564"/>
              <a:ext cx="24538" cy="58081"/>
            </a:xfrm>
            <a:custGeom>
              <a:avLst/>
              <a:gdLst/>
              <a:ahLst/>
              <a:cxnLst/>
              <a:rect l="0" t="0" r="0" b="0"/>
              <a:pathLst>
                <a:path w="24538" h="58081">
                  <a:moveTo>
                    <a:pt x="24538" y="0"/>
                  </a:moveTo>
                  <a:lnTo>
                    <a:pt x="0" y="58081"/>
                  </a:lnTo>
                </a:path>
              </a:pathLst>
            </a:custGeom>
            <a:noFill/>
            <a:ln w="8096">
              <a:solidFill>
                <a:srgbClr val="EAEDF0"/>
              </a:solidFill>
            </a:ln>
          </p:spPr>
        </p:sp>
        <p:sp>
          <p:nvSpPr>
            <p:cNvPr id="3836" name="Candidate_receptor__3835">
              <a:extLst>
                <a:ext uri="{FF2B5EF4-FFF2-40B4-BE49-F238E27FC236}">
                  <a16:creationId xmlns:a16="http://schemas.microsoft.com/office/drawing/2014/main" id="{3668268C-A61A-FA25-DF69-8D462B456F46}"/>
                </a:ext>
              </a:extLst>
            </p:cNvPr>
            <p:cNvSpPr>
              <a:spLocks noGrp="1"/>
            </p:cNvSpPr>
            <p:nvPr/>
          </p:nvSpPr>
          <p:spPr>
            <a:xfrm>
              <a:off x="5698587" y="2005715"/>
              <a:ext cx="70422" cy="90695"/>
            </a:xfrm>
            <a:custGeom>
              <a:avLst/>
              <a:gdLst/>
              <a:ahLst/>
              <a:cxnLst/>
              <a:rect l="0" t="0" r="0" b="0"/>
              <a:pathLst>
                <a:path w="70422" h="90695">
                  <a:moveTo>
                    <a:pt x="70422" y="90695"/>
                  </a:moveTo>
                  <a:lnTo>
                    <a:pt x="0" y="0"/>
                  </a:lnTo>
                </a:path>
              </a:pathLst>
            </a:custGeom>
            <a:noFill/>
            <a:ln w="8096">
              <a:solidFill>
                <a:srgbClr val="EAEDF0"/>
              </a:solidFill>
            </a:ln>
          </p:spPr>
        </p:sp>
        <p:sp>
          <p:nvSpPr>
            <p:cNvPr id="3837" name="Candidate_receptor__3836">
              <a:extLst>
                <a:ext uri="{FF2B5EF4-FFF2-40B4-BE49-F238E27FC236}">
                  <a16:creationId xmlns:a16="http://schemas.microsoft.com/office/drawing/2014/main" id="{B9970B2E-E3CC-E2DC-0EA1-642C4F587730}"/>
                </a:ext>
              </a:extLst>
            </p:cNvPr>
            <p:cNvSpPr>
              <a:spLocks noGrp="1"/>
            </p:cNvSpPr>
            <p:nvPr/>
          </p:nvSpPr>
          <p:spPr>
            <a:xfrm>
              <a:off x="5800284" y="2414959"/>
              <a:ext cx="29637" cy="111311"/>
            </a:xfrm>
            <a:custGeom>
              <a:avLst/>
              <a:gdLst/>
              <a:ahLst/>
              <a:cxnLst/>
              <a:rect l="0" t="0" r="0" b="0"/>
              <a:pathLst>
                <a:path w="29637" h="111311">
                  <a:moveTo>
                    <a:pt x="0" y="0"/>
                  </a:moveTo>
                  <a:lnTo>
                    <a:pt x="29637" y="111311"/>
                  </a:lnTo>
                </a:path>
              </a:pathLst>
            </a:custGeom>
            <a:noFill/>
            <a:ln w="20003">
              <a:solidFill>
                <a:srgbClr val="EAEDF0"/>
              </a:solidFill>
            </a:ln>
          </p:spPr>
        </p:sp>
        <p:sp>
          <p:nvSpPr>
            <p:cNvPr id="3838" name="Candidate_receptor__3837">
              <a:extLst>
                <a:ext uri="{FF2B5EF4-FFF2-40B4-BE49-F238E27FC236}">
                  <a16:creationId xmlns:a16="http://schemas.microsoft.com/office/drawing/2014/main" id="{06EB8E07-F152-2AB7-6F4D-A8F3FAA633D7}"/>
                </a:ext>
              </a:extLst>
            </p:cNvPr>
            <p:cNvSpPr>
              <a:spLocks noGrp="1"/>
            </p:cNvSpPr>
            <p:nvPr/>
          </p:nvSpPr>
          <p:spPr>
            <a:xfrm>
              <a:off x="5072881" y="2572272"/>
              <a:ext cx="93421" cy="27474"/>
            </a:xfrm>
            <a:custGeom>
              <a:avLst/>
              <a:gdLst/>
              <a:ahLst/>
              <a:cxnLst/>
              <a:rect l="0" t="0" r="0" b="0"/>
              <a:pathLst>
                <a:path w="93421" h="27474">
                  <a:moveTo>
                    <a:pt x="93421" y="27474"/>
                  </a:moveTo>
                  <a:lnTo>
                    <a:pt x="0" y="0"/>
                  </a:lnTo>
                </a:path>
              </a:pathLst>
            </a:custGeom>
            <a:noFill/>
            <a:ln w="20003">
              <a:solidFill>
                <a:srgbClr val="EAEDF0"/>
              </a:solidFill>
            </a:ln>
          </p:spPr>
        </p:sp>
        <p:sp>
          <p:nvSpPr>
            <p:cNvPr id="3839" name="Candidate_receptor__3838">
              <a:extLst>
                <a:ext uri="{FF2B5EF4-FFF2-40B4-BE49-F238E27FC236}">
                  <a16:creationId xmlns:a16="http://schemas.microsoft.com/office/drawing/2014/main" id="{0503CF0C-27E3-0355-80CE-26765A640980}"/>
                </a:ext>
              </a:extLst>
            </p:cNvPr>
            <p:cNvSpPr>
              <a:spLocks noGrp="1"/>
            </p:cNvSpPr>
            <p:nvPr/>
          </p:nvSpPr>
          <p:spPr>
            <a:xfrm>
              <a:off x="4151881" y="3230206"/>
              <a:ext cx="8983" cy="111269"/>
            </a:xfrm>
            <a:custGeom>
              <a:avLst/>
              <a:gdLst/>
              <a:ahLst/>
              <a:cxnLst/>
              <a:rect l="0" t="0" r="0" b="0"/>
              <a:pathLst>
                <a:path w="8983" h="111269">
                  <a:moveTo>
                    <a:pt x="8983" y="111269"/>
                  </a:moveTo>
                  <a:lnTo>
                    <a:pt x="0" y="0"/>
                  </a:lnTo>
                </a:path>
              </a:pathLst>
            </a:custGeom>
            <a:noFill/>
            <a:ln w="8096">
              <a:solidFill>
                <a:srgbClr val="EAEDF0"/>
              </a:solidFill>
            </a:ln>
          </p:spPr>
        </p:sp>
        <p:sp>
          <p:nvSpPr>
            <p:cNvPr id="3840" name="Candidate_receptor__3839">
              <a:extLst>
                <a:ext uri="{FF2B5EF4-FFF2-40B4-BE49-F238E27FC236}">
                  <a16:creationId xmlns:a16="http://schemas.microsoft.com/office/drawing/2014/main" id="{49DED6DB-7CE9-A5BF-F210-39E21C6C91C3}"/>
                </a:ext>
              </a:extLst>
            </p:cNvPr>
            <p:cNvSpPr>
              <a:spLocks noGrp="1"/>
            </p:cNvSpPr>
            <p:nvPr/>
          </p:nvSpPr>
          <p:spPr>
            <a:xfrm>
              <a:off x="4045713" y="3196742"/>
              <a:ext cx="106168" cy="33464"/>
            </a:xfrm>
            <a:custGeom>
              <a:avLst/>
              <a:gdLst/>
              <a:ahLst/>
              <a:cxnLst/>
              <a:rect l="0" t="0" r="0" b="0"/>
              <a:pathLst>
                <a:path w="106168" h="33464">
                  <a:moveTo>
                    <a:pt x="106168" y="33464"/>
                  </a:moveTo>
                  <a:lnTo>
                    <a:pt x="0" y="0"/>
                  </a:lnTo>
                </a:path>
              </a:pathLst>
            </a:custGeom>
            <a:noFill/>
            <a:ln w="20003">
              <a:solidFill>
                <a:srgbClr val="EAEDF0"/>
              </a:solidFill>
            </a:ln>
          </p:spPr>
        </p:sp>
        <p:sp>
          <p:nvSpPr>
            <p:cNvPr id="3841" name="Candidate_receptor__3840">
              <a:extLst>
                <a:ext uri="{FF2B5EF4-FFF2-40B4-BE49-F238E27FC236}">
                  <a16:creationId xmlns:a16="http://schemas.microsoft.com/office/drawing/2014/main" id="{AB975B83-85D5-4EE6-A9B5-F47D7E0BBE1A}"/>
                </a:ext>
              </a:extLst>
            </p:cNvPr>
            <p:cNvSpPr>
              <a:spLocks noGrp="1"/>
            </p:cNvSpPr>
            <p:nvPr/>
          </p:nvSpPr>
          <p:spPr>
            <a:xfrm>
              <a:off x="4065448" y="2608529"/>
              <a:ext cx="16474" cy="93027"/>
            </a:xfrm>
            <a:custGeom>
              <a:avLst/>
              <a:gdLst/>
              <a:ahLst/>
              <a:cxnLst/>
              <a:rect l="0" t="0" r="0" b="0"/>
              <a:pathLst>
                <a:path w="16474" h="93027">
                  <a:moveTo>
                    <a:pt x="16474" y="93027"/>
                  </a:moveTo>
                  <a:lnTo>
                    <a:pt x="0" y="0"/>
                  </a:lnTo>
                </a:path>
              </a:pathLst>
            </a:custGeom>
            <a:noFill/>
            <a:ln w="20003">
              <a:solidFill>
                <a:srgbClr val="EAEDF0"/>
              </a:solidFill>
            </a:ln>
          </p:spPr>
        </p:sp>
        <p:sp>
          <p:nvSpPr>
            <p:cNvPr id="3842" name="Candidate_receptor__3841">
              <a:extLst>
                <a:ext uri="{FF2B5EF4-FFF2-40B4-BE49-F238E27FC236}">
                  <a16:creationId xmlns:a16="http://schemas.microsoft.com/office/drawing/2014/main" id="{CB0D5810-AED1-6F43-9D4F-B1D624864195}"/>
                </a:ext>
              </a:extLst>
            </p:cNvPr>
            <p:cNvSpPr>
              <a:spLocks noGrp="1"/>
            </p:cNvSpPr>
            <p:nvPr/>
          </p:nvSpPr>
          <p:spPr>
            <a:xfrm>
              <a:off x="4050808" y="3341474"/>
              <a:ext cx="110055" cy="24260"/>
            </a:xfrm>
            <a:custGeom>
              <a:avLst/>
              <a:gdLst/>
              <a:ahLst/>
              <a:cxnLst/>
              <a:rect l="0" t="0" r="0" b="0"/>
              <a:pathLst>
                <a:path w="110055" h="24260">
                  <a:moveTo>
                    <a:pt x="0" y="24260"/>
                  </a:moveTo>
                  <a:lnTo>
                    <a:pt x="110055" y="0"/>
                  </a:lnTo>
                </a:path>
              </a:pathLst>
            </a:custGeom>
            <a:noFill/>
            <a:ln w="20003">
              <a:solidFill>
                <a:srgbClr val="EAEDF0"/>
              </a:solidFill>
            </a:ln>
          </p:spPr>
        </p:sp>
        <p:sp>
          <p:nvSpPr>
            <p:cNvPr id="3843" name="Candidate_receptor__3842">
              <a:extLst>
                <a:ext uri="{FF2B5EF4-FFF2-40B4-BE49-F238E27FC236}">
                  <a16:creationId xmlns:a16="http://schemas.microsoft.com/office/drawing/2014/main" id="{E6495198-9E6A-921E-7BE1-F38FC5FD546E}"/>
                </a:ext>
              </a:extLst>
            </p:cNvPr>
            <p:cNvSpPr>
              <a:spLocks noGrp="1"/>
            </p:cNvSpPr>
            <p:nvPr/>
          </p:nvSpPr>
          <p:spPr>
            <a:xfrm>
              <a:off x="4885263" y="2475183"/>
              <a:ext cx="71415" cy="26208"/>
            </a:xfrm>
            <a:custGeom>
              <a:avLst/>
              <a:gdLst/>
              <a:ahLst/>
              <a:cxnLst/>
              <a:rect l="0" t="0" r="0" b="0"/>
              <a:pathLst>
                <a:path w="71415" h="26208">
                  <a:moveTo>
                    <a:pt x="0" y="26208"/>
                  </a:moveTo>
                  <a:lnTo>
                    <a:pt x="71415" y="0"/>
                  </a:lnTo>
                </a:path>
              </a:pathLst>
            </a:custGeom>
            <a:noFill/>
            <a:ln w="20003">
              <a:solidFill>
                <a:srgbClr val="EAEDF0"/>
              </a:solidFill>
            </a:ln>
          </p:spPr>
        </p:sp>
        <p:sp>
          <p:nvSpPr>
            <p:cNvPr id="3844" name="Candidate_receptor__3843">
              <a:extLst>
                <a:ext uri="{FF2B5EF4-FFF2-40B4-BE49-F238E27FC236}">
                  <a16:creationId xmlns:a16="http://schemas.microsoft.com/office/drawing/2014/main" id="{2901D3E4-E3F5-7B3F-641B-029448B1A738}"/>
                </a:ext>
              </a:extLst>
            </p:cNvPr>
            <p:cNvSpPr>
              <a:spLocks noGrp="1"/>
            </p:cNvSpPr>
            <p:nvPr/>
          </p:nvSpPr>
          <p:spPr>
            <a:xfrm>
              <a:off x="4715254" y="2853312"/>
              <a:ext cx="41990" cy="22721"/>
            </a:xfrm>
            <a:custGeom>
              <a:avLst/>
              <a:gdLst/>
              <a:ahLst/>
              <a:cxnLst/>
              <a:rect l="0" t="0" r="0" b="0"/>
              <a:pathLst>
                <a:path w="41990" h="22721">
                  <a:moveTo>
                    <a:pt x="41990" y="0"/>
                  </a:moveTo>
                  <a:lnTo>
                    <a:pt x="0" y="22721"/>
                  </a:lnTo>
                </a:path>
              </a:pathLst>
            </a:custGeom>
            <a:noFill/>
            <a:ln w="8096">
              <a:solidFill>
                <a:srgbClr val="EAEDF0"/>
              </a:solidFill>
            </a:ln>
          </p:spPr>
        </p:sp>
        <p:sp>
          <p:nvSpPr>
            <p:cNvPr id="3845" name="Candidate_receptor__3844">
              <a:extLst>
                <a:ext uri="{FF2B5EF4-FFF2-40B4-BE49-F238E27FC236}">
                  <a16:creationId xmlns:a16="http://schemas.microsoft.com/office/drawing/2014/main" id="{88585567-3645-F978-96DA-3CEF2AFA87E1}"/>
                </a:ext>
              </a:extLst>
            </p:cNvPr>
            <p:cNvSpPr>
              <a:spLocks noGrp="1"/>
            </p:cNvSpPr>
            <p:nvPr/>
          </p:nvSpPr>
          <p:spPr>
            <a:xfrm>
              <a:off x="5327213" y="2592430"/>
              <a:ext cx="43449" cy="103813"/>
            </a:xfrm>
            <a:custGeom>
              <a:avLst/>
              <a:gdLst/>
              <a:ahLst/>
              <a:cxnLst/>
              <a:rect l="0" t="0" r="0" b="0"/>
              <a:pathLst>
                <a:path w="43449" h="103813">
                  <a:moveTo>
                    <a:pt x="43449" y="103813"/>
                  </a:moveTo>
                  <a:lnTo>
                    <a:pt x="0" y="0"/>
                  </a:lnTo>
                </a:path>
              </a:pathLst>
            </a:custGeom>
            <a:noFill/>
            <a:ln w="8096">
              <a:solidFill>
                <a:srgbClr val="EAEDF0"/>
              </a:solidFill>
            </a:ln>
          </p:spPr>
        </p:sp>
        <p:sp>
          <p:nvSpPr>
            <p:cNvPr id="3846" name="Candidate_receptor__3845">
              <a:extLst>
                <a:ext uri="{FF2B5EF4-FFF2-40B4-BE49-F238E27FC236}">
                  <a16:creationId xmlns:a16="http://schemas.microsoft.com/office/drawing/2014/main" id="{8A5DA573-F712-529F-F9FD-4F7B5A8C2FFE}"/>
                </a:ext>
              </a:extLst>
            </p:cNvPr>
            <p:cNvSpPr>
              <a:spLocks noGrp="1"/>
            </p:cNvSpPr>
            <p:nvPr/>
          </p:nvSpPr>
          <p:spPr>
            <a:xfrm>
              <a:off x="5346095" y="2906146"/>
              <a:ext cx="39595" cy="33757"/>
            </a:xfrm>
            <a:custGeom>
              <a:avLst/>
              <a:gdLst/>
              <a:ahLst/>
              <a:cxnLst/>
              <a:rect l="0" t="0" r="0" b="0"/>
              <a:pathLst>
                <a:path w="39595" h="33757">
                  <a:moveTo>
                    <a:pt x="0" y="0"/>
                  </a:moveTo>
                  <a:lnTo>
                    <a:pt x="39595" y="33757"/>
                  </a:lnTo>
                </a:path>
              </a:pathLst>
            </a:custGeom>
            <a:noFill/>
            <a:ln w="8096">
              <a:solidFill>
                <a:srgbClr val="EAEDF0"/>
              </a:solidFill>
            </a:ln>
          </p:spPr>
        </p:sp>
        <p:sp>
          <p:nvSpPr>
            <p:cNvPr id="3847" name="Candidate_receptor__3846">
              <a:extLst>
                <a:ext uri="{FF2B5EF4-FFF2-40B4-BE49-F238E27FC236}">
                  <a16:creationId xmlns:a16="http://schemas.microsoft.com/office/drawing/2014/main" id="{2803F51C-A21E-1A86-7AEB-BB44526A21DE}"/>
                </a:ext>
              </a:extLst>
            </p:cNvPr>
            <p:cNvSpPr>
              <a:spLocks noGrp="1"/>
            </p:cNvSpPr>
            <p:nvPr/>
          </p:nvSpPr>
          <p:spPr>
            <a:xfrm>
              <a:off x="5534624" y="2357735"/>
              <a:ext cx="90557" cy="67725"/>
            </a:xfrm>
            <a:custGeom>
              <a:avLst/>
              <a:gdLst/>
              <a:ahLst/>
              <a:cxnLst/>
              <a:rect l="0" t="0" r="0" b="0"/>
              <a:pathLst>
                <a:path w="90557" h="67725">
                  <a:moveTo>
                    <a:pt x="0" y="67725"/>
                  </a:moveTo>
                  <a:lnTo>
                    <a:pt x="90557" y="0"/>
                  </a:lnTo>
                </a:path>
              </a:pathLst>
            </a:custGeom>
            <a:noFill/>
            <a:ln w="20003">
              <a:solidFill>
                <a:srgbClr val="EAEDF0"/>
              </a:solidFill>
            </a:ln>
          </p:spPr>
        </p:sp>
        <p:sp>
          <p:nvSpPr>
            <p:cNvPr id="3848" name="Candidate_receptor__3847">
              <a:extLst>
                <a:ext uri="{FF2B5EF4-FFF2-40B4-BE49-F238E27FC236}">
                  <a16:creationId xmlns:a16="http://schemas.microsoft.com/office/drawing/2014/main" id="{DDC70B60-FCB9-DBBF-FAE6-02B20A70C59A}"/>
                </a:ext>
              </a:extLst>
            </p:cNvPr>
            <p:cNvSpPr>
              <a:spLocks noGrp="1"/>
            </p:cNvSpPr>
            <p:nvPr/>
          </p:nvSpPr>
          <p:spPr>
            <a:xfrm>
              <a:off x="3869176" y="3015698"/>
              <a:ext cx="112472" cy="17882"/>
            </a:xfrm>
            <a:custGeom>
              <a:avLst/>
              <a:gdLst/>
              <a:ahLst/>
              <a:cxnLst/>
              <a:rect l="0" t="0" r="0" b="0"/>
              <a:pathLst>
                <a:path w="112472" h="17882">
                  <a:moveTo>
                    <a:pt x="0" y="17882"/>
                  </a:moveTo>
                  <a:lnTo>
                    <a:pt x="112472" y="0"/>
                  </a:lnTo>
                </a:path>
              </a:pathLst>
            </a:custGeom>
            <a:noFill/>
            <a:ln w="20003">
              <a:solidFill>
                <a:srgbClr val="EAEDF0"/>
              </a:solidFill>
            </a:ln>
          </p:spPr>
        </p:sp>
        <p:sp>
          <p:nvSpPr>
            <p:cNvPr id="3849" name="Candidate_receptor__3848">
              <a:extLst>
                <a:ext uri="{FF2B5EF4-FFF2-40B4-BE49-F238E27FC236}">
                  <a16:creationId xmlns:a16="http://schemas.microsoft.com/office/drawing/2014/main" id="{0B210E99-742D-2286-7840-9D58EE6EAD69}"/>
                </a:ext>
              </a:extLst>
            </p:cNvPr>
            <p:cNvSpPr>
              <a:spLocks noGrp="1"/>
            </p:cNvSpPr>
            <p:nvPr/>
          </p:nvSpPr>
          <p:spPr>
            <a:xfrm>
              <a:off x="3765270" y="2642611"/>
              <a:ext cx="35454" cy="852"/>
            </a:xfrm>
            <a:custGeom>
              <a:avLst/>
              <a:gdLst/>
              <a:ahLst/>
              <a:cxnLst/>
              <a:rect l="0" t="0" r="0" b="0"/>
              <a:pathLst>
                <a:path w="35454" h="852">
                  <a:moveTo>
                    <a:pt x="35454" y="0"/>
                  </a:moveTo>
                  <a:lnTo>
                    <a:pt x="0" y="852"/>
                  </a:lnTo>
                </a:path>
              </a:pathLst>
            </a:custGeom>
            <a:noFill/>
            <a:ln w="20003">
              <a:solidFill>
                <a:srgbClr val="EAEEF0"/>
              </a:solidFill>
            </a:ln>
          </p:spPr>
        </p:sp>
        <p:sp>
          <p:nvSpPr>
            <p:cNvPr id="3850" name="Candidate_receptor__3849">
              <a:extLst>
                <a:ext uri="{FF2B5EF4-FFF2-40B4-BE49-F238E27FC236}">
                  <a16:creationId xmlns:a16="http://schemas.microsoft.com/office/drawing/2014/main" id="{5E6C25D1-450C-7BD7-FCD7-F161F1AC6D16}"/>
                </a:ext>
              </a:extLst>
            </p:cNvPr>
            <p:cNvSpPr>
              <a:spLocks noGrp="1"/>
            </p:cNvSpPr>
            <p:nvPr/>
          </p:nvSpPr>
          <p:spPr>
            <a:xfrm>
              <a:off x="5671288" y="2443567"/>
              <a:ext cx="11873" cy="64213"/>
            </a:xfrm>
            <a:custGeom>
              <a:avLst/>
              <a:gdLst/>
              <a:ahLst/>
              <a:cxnLst/>
              <a:rect l="0" t="0" r="0" b="0"/>
              <a:pathLst>
                <a:path w="11873" h="64213">
                  <a:moveTo>
                    <a:pt x="11873" y="0"/>
                  </a:moveTo>
                  <a:lnTo>
                    <a:pt x="0" y="64213"/>
                  </a:lnTo>
                </a:path>
              </a:pathLst>
            </a:custGeom>
            <a:noFill/>
            <a:ln w="20003">
              <a:solidFill>
                <a:srgbClr val="EAEEF0"/>
              </a:solidFill>
            </a:ln>
          </p:spPr>
        </p:sp>
        <p:sp>
          <p:nvSpPr>
            <p:cNvPr id="3851" name="Candidate_receptor__3850">
              <a:extLst>
                <a:ext uri="{FF2B5EF4-FFF2-40B4-BE49-F238E27FC236}">
                  <a16:creationId xmlns:a16="http://schemas.microsoft.com/office/drawing/2014/main" id="{1261EF4A-F340-3CD1-BF35-03DF4567310A}"/>
                </a:ext>
              </a:extLst>
            </p:cNvPr>
            <p:cNvSpPr>
              <a:spLocks noGrp="1"/>
            </p:cNvSpPr>
            <p:nvPr/>
          </p:nvSpPr>
          <p:spPr>
            <a:xfrm>
              <a:off x="4672727" y="2540073"/>
              <a:ext cx="24382" cy="64830"/>
            </a:xfrm>
            <a:custGeom>
              <a:avLst/>
              <a:gdLst/>
              <a:ahLst/>
              <a:cxnLst/>
              <a:rect l="0" t="0" r="0" b="0"/>
              <a:pathLst>
                <a:path w="24382" h="64830">
                  <a:moveTo>
                    <a:pt x="24382" y="64830"/>
                  </a:moveTo>
                  <a:lnTo>
                    <a:pt x="0" y="0"/>
                  </a:lnTo>
                </a:path>
              </a:pathLst>
            </a:custGeom>
            <a:noFill/>
            <a:ln w="8096">
              <a:solidFill>
                <a:srgbClr val="EAEEF0"/>
              </a:solidFill>
            </a:ln>
          </p:spPr>
        </p:sp>
        <p:sp>
          <p:nvSpPr>
            <p:cNvPr id="3852" name="Candidate_receptor__3851">
              <a:extLst>
                <a:ext uri="{FF2B5EF4-FFF2-40B4-BE49-F238E27FC236}">
                  <a16:creationId xmlns:a16="http://schemas.microsoft.com/office/drawing/2014/main" id="{E4F90709-D4DF-AE78-C412-C46FF524F8BD}"/>
                </a:ext>
              </a:extLst>
            </p:cNvPr>
            <p:cNvSpPr>
              <a:spLocks noGrp="1"/>
            </p:cNvSpPr>
            <p:nvPr/>
          </p:nvSpPr>
          <p:spPr>
            <a:xfrm>
              <a:off x="5166303" y="2517282"/>
              <a:ext cx="80471" cy="82464"/>
            </a:xfrm>
            <a:custGeom>
              <a:avLst/>
              <a:gdLst/>
              <a:ahLst/>
              <a:cxnLst/>
              <a:rect l="0" t="0" r="0" b="0"/>
              <a:pathLst>
                <a:path w="80471" h="82464">
                  <a:moveTo>
                    <a:pt x="80471" y="0"/>
                  </a:moveTo>
                  <a:lnTo>
                    <a:pt x="0" y="82464"/>
                  </a:lnTo>
                </a:path>
              </a:pathLst>
            </a:custGeom>
            <a:noFill/>
            <a:ln w="20003">
              <a:solidFill>
                <a:srgbClr val="EAEEF0"/>
              </a:solidFill>
            </a:ln>
          </p:spPr>
        </p:sp>
        <p:sp>
          <p:nvSpPr>
            <p:cNvPr id="3853" name="Candidate_receptor__3852">
              <a:extLst>
                <a:ext uri="{FF2B5EF4-FFF2-40B4-BE49-F238E27FC236}">
                  <a16:creationId xmlns:a16="http://schemas.microsoft.com/office/drawing/2014/main" id="{F837C6E5-1878-BFF6-B39F-2B9154B9E463}"/>
                </a:ext>
              </a:extLst>
            </p:cNvPr>
            <p:cNvSpPr>
              <a:spLocks noGrp="1"/>
            </p:cNvSpPr>
            <p:nvPr/>
          </p:nvSpPr>
          <p:spPr>
            <a:xfrm>
              <a:off x="5254793" y="2975189"/>
              <a:ext cx="66846" cy="94230"/>
            </a:xfrm>
            <a:custGeom>
              <a:avLst/>
              <a:gdLst/>
              <a:ahLst/>
              <a:cxnLst/>
              <a:rect l="0" t="0" r="0" b="0"/>
              <a:pathLst>
                <a:path w="66846" h="94230">
                  <a:moveTo>
                    <a:pt x="66846" y="94230"/>
                  </a:moveTo>
                  <a:lnTo>
                    <a:pt x="0" y="0"/>
                  </a:lnTo>
                </a:path>
              </a:pathLst>
            </a:custGeom>
            <a:noFill/>
            <a:ln w="20003">
              <a:solidFill>
                <a:srgbClr val="EAEEF0"/>
              </a:solidFill>
            </a:ln>
          </p:spPr>
        </p:sp>
        <p:sp>
          <p:nvSpPr>
            <p:cNvPr id="3854" name="Candidate_receptor__3853">
              <a:extLst>
                <a:ext uri="{FF2B5EF4-FFF2-40B4-BE49-F238E27FC236}">
                  <a16:creationId xmlns:a16="http://schemas.microsoft.com/office/drawing/2014/main" id="{C6438CFD-8252-FEB2-A0FA-FE1C6A787DE8}"/>
                </a:ext>
              </a:extLst>
            </p:cNvPr>
            <p:cNvSpPr>
              <a:spLocks noGrp="1"/>
            </p:cNvSpPr>
            <p:nvPr/>
          </p:nvSpPr>
          <p:spPr>
            <a:xfrm>
              <a:off x="5625181" y="2357735"/>
              <a:ext cx="57980" cy="85832"/>
            </a:xfrm>
            <a:custGeom>
              <a:avLst/>
              <a:gdLst/>
              <a:ahLst/>
              <a:cxnLst/>
              <a:rect l="0" t="0" r="0" b="0"/>
              <a:pathLst>
                <a:path w="57980" h="85832">
                  <a:moveTo>
                    <a:pt x="0" y="0"/>
                  </a:moveTo>
                  <a:lnTo>
                    <a:pt x="57980" y="85832"/>
                  </a:lnTo>
                </a:path>
              </a:pathLst>
            </a:custGeom>
            <a:noFill/>
            <a:ln w="20003">
              <a:solidFill>
                <a:srgbClr val="EAEEF0"/>
              </a:solidFill>
            </a:ln>
          </p:spPr>
        </p:sp>
        <p:sp>
          <p:nvSpPr>
            <p:cNvPr id="3855" name="Candidate_receptor__3854">
              <a:extLst>
                <a:ext uri="{FF2B5EF4-FFF2-40B4-BE49-F238E27FC236}">
                  <a16:creationId xmlns:a16="http://schemas.microsoft.com/office/drawing/2014/main" id="{0C10DCD5-9B3C-B364-482F-BC796EDFB133}"/>
                </a:ext>
              </a:extLst>
            </p:cNvPr>
            <p:cNvSpPr>
              <a:spLocks noGrp="1"/>
            </p:cNvSpPr>
            <p:nvPr/>
          </p:nvSpPr>
          <p:spPr>
            <a:xfrm>
              <a:off x="4958578" y="3265861"/>
              <a:ext cx="19867" cy="79987"/>
            </a:xfrm>
            <a:custGeom>
              <a:avLst/>
              <a:gdLst/>
              <a:ahLst/>
              <a:cxnLst/>
              <a:rect l="0" t="0" r="0" b="0"/>
              <a:pathLst>
                <a:path w="19867" h="79987">
                  <a:moveTo>
                    <a:pt x="19867" y="0"/>
                  </a:moveTo>
                  <a:lnTo>
                    <a:pt x="0" y="79987"/>
                  </a:lnTo>
                </a:path>
              </a:pathLst>
            </a:custGeom>
            <a:noFill/>
            <a:ln w="8096">
              <a:solidFill>
                <a:srgbClr val="EAEEF0"/>
              </a:solidFill>
            </a:ln>
          </p:spPr>
        </p:sp>
        <p:sp>
          <p:nvSpPr>
            <p:cNvPr id="3856" name="Candidate_receptor__3855">
              <a:extLst>
                <a:ext uri="{FF2B5EF4-FFF2-40B4-BE49-F238E27FC236}">
                  <a16:creationId xmlns:a16="http://schemas.microsoft.com/office/drawing/2014/main" id="{7166F440-88D9-2D18-9B0D-2180A1589031}"/>
                </a:ext>
              </a:extLst>
            </p:cNvPr>
            <p:cNvSpPr>
              <a:spLocks noGrp="1"/>
            </p:cNvSpPr>
            <p:nvPr/>
          </p:nvSpPr>
          <p:spPr>
            <a:xfrm>
              <a:off x="4956678" y="2471532"/>
              <a:ext cx="114693" cy="3651"/>
            </a:xfrm>
            <a:custGeom>
              <a:avLst/>
              <a:gdLst/>
              <a:ahLst/>
              <a:cxnLst/>
              <a:rect l="0" t="0" r="0" b="0"/>
              <a:pathLst>
                <a:path w="114693" h="3651">
                  <a:moveTo>
                    <a:pt x="0" y="3651"/>
                  </a:moveTo>
                  <a:lnTo>
                    <a:pt x="114693" y="0"/>
                  </a:lnTo>
                </a:path>
              </a:pathLst>
            </a:custGeom>
            <a:noFill/>
            <a:ln w="20003">
              <a:solidFill>
                <a:srgbClr val="EAEEF0"/>
              </a:solidFill>
            </a:ln>
          </p:spPr>
        </p:sp>
        <p:sp>
          <p:nvSpPr>
            <p:cNvPr id="3857" name="Candidate_receptor__3856">
              <a:extLst>
                <a:ext uri="{FF2B5EF4-FFF2-40B4-BE49-F238E27FC236}">
                  <a16:creationId xmlns:a16="http://schemas.microsoft.com/office/drawing/2014/main" id="{D123EE52-1BD4-FD72-E635-1F802671E763}"/>
                </a:ext>
              </a:extLst>
            </p:cNvPr>
            <p:cNvSpPr>
              <a:spLocks noGrp="1"/>
            </p:cNvSpPr>
            <p:nvPr/>
          </p:nvSpPr>
          <p:spPr>
            <a:xfrm>
              <a:off x="3826444" y="2941272"/>
              <a:ext cx="42732" cy="92307"/>
            </a:xfrm>
            <a:custGeom>
              <a:avLst/>
              <a:gdLst/>
              <a:ahLst/>
              <a:cxnLst/>
              <a:rect l="0" t="0" r="0" b="0"/>
              <a:pathLst>
                <a:path w="42732" h="92307">
                  <a:moveTo>
                    <a:pt x="0" y="0"/>
                  </a:moveTo>
                  <a:lnTo>
                    <a:pt x="42732" y="92307"/>
                  </a:lnTo>
                </a:path>
              </a:pathLst>
            </a:custGeom>
            <a:noFill/>
            <a:ln w="20003">
              <a:solidFill>
                <a:srgbClr val="EAEEF0"/>
              </a:solidFill>
            </a:ln>
          </p:spPr>
        </p:sp>
        <p:sp>
          <p:nvSpPr>
            <p:cNvPr id="3858" name="Candidate_receptor__3857">
              <a:extLst>
                <a:ext uri="{FF2B5EF4-FFF2-40B4-BE49-F238E27FC236}">
                  <a16:creationId xmlns:a16="http://schemas.microsoft.com/office/drawing/2014/main" id="{1106C0C2-1EC6-158A-8314-DE3F7493940D}"/>
                </a:ext>
              </a:extLst>
            </p:cNvPr>
            <p:cNvSpPr>
              <a:spLocks noGrp="1"/>
            </p:cNvSpPr>
            <p:nvPr/>
          </p:nvSpPr>
          <p:spPr>
            <a:xfrm>
              <a:off x="5254793" y="2906146"/>
              <a:ext cx="91302" cy="69043"/>
            </a:xfrm>
            <a:custGeom>
              <a:avLst/>
              <a:gdLst/>
              <a:ahLst/>
              <a:cxnLst/>
              <a:rect l="0" t="0" r="0" b="0"/>
              <a:pathLst>
                <a:path w="91302" h="69043">
                  <a:moveTo>
                    <a:pt x="0" y="69043"/>
                  </a:moveTo>
                  <a:lnTo>
                    <a:pt x="91302" y="0"/>
                  </a:lnTo>
                </a:path>
              </a:pathLst>
            </a:custGeom>
            <a:noFill/>
            <a:ln w="20003">
              <a:solidFill>
                <a:srgbClr val="EAEEF0"/>
              </a:solidFill>
            </a:ln>
          </p:spPr>
        </p:sp>
        <p:sp>
          <p:nvSpPr>
            <p:cNvPr id="3859" name="Candidate_receptor__3858">
              <a:extLst>
                <a:ext uri="{FF2B5EF4-FFF2-40B4-BE49-F238E27FC236}">
                  <a16:creationId xmlns:a16="http://schemas.microsoft.com/office/drawing/2014/main" id="{3741E281-1621-BC5A-B5A8-06012E1A0430}"/>
                </a:ext>
              </a:extLst>
            </p:cNvPr>
            <p:cNvSpPr>
              <a:spLocks noGrp="1"/>
            </p:cNvSpPr>
            <p:nvPr/>
          </p:nvSpPr>
          <p:spPr>
            <a:xfrm>
              <a:off x="4896531" y="3345849"/>
              <a:ext cx="62046" cy="66819"/>
            </a:xfrm>
            <a:custGeom>
              <a:avLst/>
              <a:gdLst/>
              <a:ahLst/>
              <a:cxnLst/>
              <a:rect l="0" t="0" r="0" b="0"/>
              <a:pathLst>
                <a:path w="62046" h="66819">
                  <a:moveTo>
                    <a:pt x="62046" y="0"/>
                  </a:moveTo>
                  <a:lnTo>
                    <a:pt x="0" y="66819"/>
                  </a:lnTo>
                </a:path>
              </a:pathLst>
            </a:custGeom>
            <a:noFill/>
            <a:ln w="20003">
              <a:solidFill>
                <a:srgbClr val="EAEEF0"/>
              </a:solidFill>
            </a:ln>
          </p:spPr>
        </p:sp>
        <p:sp>
          <p:nvSpPr>
            <p:cNvPr id="3860" name="Candidate_receptor__3859">
              <a:extLst>
                <a:ext uri="{FF2B5EF4-FFF2-40B4-BE49-F238E27FC236}">
                  <a16:creationId xmlns:a16="http://schemas.microsoft.com/office/drawing/2014/main" id="{21F04EB8-293D-F992-A7EB-6748E757AF52}"/>
                </a:ext>
              </a:extLst>
            </p:cNvPr>
            <p:cNvSpPr>
              <a:spLocks noGrp="1"/>
            </p:cNvSpPr>
            <p:nvPr/>
          </p:nvSpPr>
          <p:spPr>
            <a:xfrm>
              <a:off x="5311720" y="2696243"/>
              <a:ext cx="58942" cy="68116"/>
            </a:xfrm>
            <a:custGeom>
              <a:avLst/>
              <a:gdLst/>
              <a:ahLst/>
              <a:cxnLst/>
              <a:rect l="0" t="0" r="0" b="0"/>
              <a:pathLst>
                <a:path w="58942" h="68116">
                  <a:moveTo>
                    <a:pt x="0" y="68116"/>
                  </a:moveTo>
                  <a:lnTo>
                    <a:pt x="58942" y="0"/>
                  </a:lnTo>
                </a:path>
              </a:pathLst>
            </a:custGeom>
            <a:noFill/>
            <a:ln w="8096">
              <a:solidFill>
                <a:srgbClr val="EAEEF0"/>
              </a:solidFill>
            </a:ln>
          </p:spPr>
        </p:sp>
        <p:sp>
          <p:nvSpPr>
            <p:cNvPr id="3861" name="Candidate_receptor__3860">
              <a:extLst>
                <a:ext uri="{FF2B5EF4-FFF2-40B4-BE49-F238E27FC236}">
                  <a16:creationId xmlns:a16="http://schemas.microsoft.com/office/drawing/2014/main" id="{48D72BBB-E4F5-3E3B-9C0D-B3B9F41D72C5}"/>
                </a:ext>
              </a:extLst>
            </p:cNvPr>
            <p:cNvSpPr>
              <a:spLocks noGrp="1"/>
            </p:cNvSpPr>
            <p:nvPr/>
          </p:nvSpPr>
          <p:spPr>
            <a:xfrm>
              <a:off x="3800724" y="2642611"/>
              <a:ext cx="94727" cy="58717"/>
            </a:xfrm>
            <a:custGeom>
              <a:avLst/>
              <a:gdLst/>
              <a:ahLst/>
              <a:cxnLst/>
              <a:rect l="0" t="0" r="0" b="0"/>
              <a:pathLst>
                <a:path w="94727" h="58717">
                  <a:moveTo>
                    <a:pt x="94727" y="58717"/>
                  </a:moveTo>
                  <a:lnTo>
                    <a:pt x="0" y="0"/>
                  </a:lnTo>
                </a:path>
              </a:pathLst>
            </a:custGeom>
            <a:noFill/>
            <a:ln w="20003">
              <a:solidFill>
                <a:srgbClr val="EAEEF0"/>
              </a:solidFill>
            </a:ln>
          </p:spPr>
        </p:sp>
        <p:sp>
          <p:nvSpPr>
            <p:cNvPr id="3862" name="Candidate_receptor__3861">
              <a:extLst>
                <a:ext uri="{FF2B5EF4-FFF2-40B4-BE49-F238E27FC236}">
                  <a16:creationId xmlns:a16="http://schemas.microsoft.com/office/drawing/2014/main" id="{1A885C05-8526-F3D3-3D31-B02A18DFF581}"/>
                </a:ext>
              </a:extLst>
            </p:cNvPr>
            <p:cNvSpPr>
              <a:spLocks noGrp="1"/>
            </p:cNvSpPr>
            <p:nvPr/>
          </p:nvSpPr>
          <p:spPr>
            <a:xfrm>
              <a:off x="3912263" y="2539547"/>
              <a:ext cx="60568" cy="48898"/>
            </a:xfrm>
            <a:custGeom>
              <a:avLst/>
              <a:gdLst/>
              <a:ahLst/>
              <a:cxnLst/>
              <a:rect l="0" t="0" r="0" b="0"/>
              <a:pathLst>
                <a:path w="60568" h="48898">
                  <a:moveTo>
                    <a:pt x="60568" y="48898"/>
                  </a:moveTo>
                  <a:lnTo>
                    <a:pt x="0" y="0"/>
                  </a:lnTo>
                </a:path>
              </a:pathLst>
            </a:custGeom>
            <a:noFill/>
            <a:ln w="20003">
              <a:solidFill>
                <a:srgbClr val="EAEEF0"/>
              </a:solidFill>
            </a:ln>
          </p:spPr>
        </p:sp>
        <p:sp>
          <p:nvSpPr>
            <p:cNvPr id="3863" name="Candidate_receptor__3862">
              <a:extLst>
                <a:ext uri="{FF2B5EF4-FFF2-40B4-BE49-F238E27FC236}">
                  <a16:creationId xmlns:a16="http://schemas.microsoft.com/office/drawing/2014/main" id="{B70D9B45-768E-D859-878F-F5EEE3196DE9}"/>
                </a:ext>
              </a:extLst>
            </p:cNvPr>
            <p:cNvSpPr>
              <a:spLocks noGrp="1"/>
            </p:cNvSpPr>
            <p:nvPr/>
          </p:nvSpPr>
          <p:spPr>
            <a:xfrm>
              <a:off x="4215099" y="2897229"/>
              <a:ext cx="94545" cy="10275"/>
            </a:xfrm>
            <a:custGeom>
              <a:avLst/>
              <a:gdLst/>
              <a:ahLst/>
              <a:cxnLst/>
              <a:rect l="0" t="0" r="0" b="0"/>
              <a:pathLst>
                <a:path w="94545" h="10275">
                  <a:moveTo>
                    <a:pt x="0" y="0"/>
                  </a:moveTo>
                  <a:lnTo>
                    <a:pt x="94545" y="10275"/>
                  </a:lnTo>
                </a:path>
              </a:pathLst>
            </a:custGeom>
            <a:noFill/>
            <a:ln w="8096">
              <a:solidFill>
                <a:srgbClr val="EAEEF0"/>
              </a:solidFill>
            </a:ln>
          </p:spPr>
        </p:sp>
        <p:sp>
          <p:nvSpPr>
            <p:cNvPr id="3864" name="Candidate_receptor__3863">
              <a:extLst>
                <a:ext uri="{FF2B5EF4-FFF2-40B4-BE49-F238E27FC236}">
                  <a16:creationId xmlns:a16="http://schemas.microsoft.com/office/drawing/2014/main" id="{0685095C-E02C-351B-30D3-EDB10F871EF3}"/>
                </a:ext>
              </a:extLst>
            </p:cNvPr>
            <p:cNvSpPr>
              <a:spLocks noGrp="1"/>
            </p:cNvSpPr>
            <p:nvPr/>
          </p:nvSpPr>
          <p:spPr>
            <a:xfrm>
              <a:off x="4045713" y="3124086"/>
              <a:ext cx="23844" cy="72656"/>
            </a:xfrm>
            <a:custGeom>
              <a:avLst/>
              <a:gdLst/>
              <a:ahLst/>
              <a:cxnLst/>
              <a:rect l="0" t="0" r="0" b="0"/>
              <a:pathLst>
                <a:path w="23844" h="72656">
                  <a:moveTo>
                    <a:pt x="0" y="72656"/>
                  </a:moveTo>
                  <a:lnTo>
                    <a:pt x="23844" y="0"/>
                  </a:lnTo>
                </a:path>
              </a:pathLst>
            </a:custGeom>
            <a:noFill/>
            <a:ln w="20003">
              <a:solidFill>
                <a:srgbClr val="EAEEF0"/>
              </a:solidFill>
            </a:ln>
          </p:spPr>
        </p:sp>
        <p:sp>
          <p:nvSpPr>
            <p:cNvPr id="3865" name="Candidate_receptor__3864">
              <a:extLst>
                <a:ext uri="{FF2B5EF4-FFF2-40B4-BE49-F238E27FC236}">
                  <a16:creationId xmlns:a16="http://schemas.microsoft.com/office/drawing/2014/main" id="{04E9BA60-9B75-4428-40A5-50068A792CB7}"/>
                </a:ext>
              </a:extLst>
            </p:cNvPr>
            <p:cNvSpPr>
              <a:spLocks noGrp="1"/>
            </p:cNvSpPr>
            <p:nvPr/>
          </p:nvSpPr>
          <p:spPr>
            <a:xfrm>
              <a:off x="5213494" y="3353509"/>
              <a:ext cx="16447" cy="20022"/>
            </a:xfrm>
            <a:custGeom>
              <a:avLst/>
              <a:gdLst/>
              <a:ahLst/>
              <a:cxnLst/>
              <a:rect l="0" t="0" r="0" b="0"/>
              <a:pathLst>
                <a:path w="16447" h="20022">
                  <a:moveTo>
                    <a:pt x="0" y="20022"/>
                  </a:moveTo>
                  <a:lnTo>
                    <a:pt x="16447" y="0"/>
                  </a:lnTo>
                </a:path>
              </a:pathLst>
            </a:custGeom>
            <a:noFill/>
            <a:ln w="8096">
              <a:solidFill>
                <a:srgbClr val="EAEEF0"/>
              </a:solidFill>
            </a:ln>
          </p:spPr>
        </p:sp>
        <p:sp>
          <p:nvSpPr>
            <p:cNvPr id="3866" name="Candidate_receptor__3865">
              <a:extLst>
                <a:ext uri="{FF2B5EF4-FFF2-40B4-BE49-F238E27FC236}">
                  <a16:creationId xmlns:a16="http://schemas.microsoft.com/office/drawing/2014/main" id="{CA25BCF0-17C3-B44E-E51D-E1174FED9734}"/>
                </a:ext>
              </a:extLst>
            </p:cNvPr>
            <p:cNvSpPr>
              <a:spLocks noGrp="1"/>
            </p:cNvSpPr>
            <p:nvPr/>
          </p:nvSpPr>
          <p:spPr>
            <a:xfrm>
              <a:off x="3972831" y="2588445"/>
              <a:ext cx="92617" cy="20083"/>
            </a:xfrm>
            <a:custGeom>
              <a:avLst/>
              <a:gdLst/>
              <a:ahLst/>
              <a:cxnLst/>
              <a:rect l="0" t="0" r="0" b="0"/>
              <a:pathLst>
                <a:path w="92617" h="20083">
                  <a:moveTo>
                    <a:pt x="92617" y="20083"/>
                  </a:moveTo>
                  <a:lnTo>
                    <a:pt x="0" y="0"/>
                  </a:lnTo>
                </a:path>
              </a:pathLst>
            </a:custGeom>
            <a:noFill/>
            <a:ln w="20003">
              <a:solidFill>
                <a:srgbClr val="EAEEF0"/>
              </a:solidFill>
            </a:ln>
          </p:spPr>
        </p:sp>
        <p:sp>
          <p:nvSpPr>
            <p:cNvPr id="3867" name="Candidate_receptor__3866">
              <a:extLst>
                <a:ext uri="{FF2B5EF4-FFF2-40B4-BE49-F238E27FC236}">
                  <a16:creationId xmlns:a16="http://schemas.microsoft.com/office/drawing/2014/main" id="{9ED8C15C-E6AD-5A9D-D988-2EBF25352536}"/>
                </a:ext>
              </a:extLst>
            </p:cNvPr>
            <p:cNvSpPr>
              <a:spLocks noGrp="1"/>
            </p:cNvSpPr>
            <p:nvPr/>
          </p:nvSpPr>
          <p:spPr>
            <a:xfrm>
              <a:off x="4694383" y="2765535"/>
              <a:ext cx="20870" cy="110497"/>
            </a:xfrm>
            <a:custGeom>
              <a:avLst/>
              <a:gdLst/>
              <a:ahLst/>
              <a:cxnLst/>
              <a:rect l="0" t="0" r="0" b="0"/>
              <a:pathLst>
                <a:path w="20870" h="110497">
                  <a:moveTo>
                    <a:pt x="20870" y="110497"/>
                  </a:moveTo>
                  <a:lnTo>
                    <a:pt x="0" y="0"/>
                  </a:lnTo>
                </a:path>
              </a:pathLst>
            </a:custGeom>
            <a:noFill/>
            <a:ln w="8096">
              <a:solidFill>
                <a:srgbClr val="EAEEF0"/>
              </a:solidFill>
            </a:ln>
          </p:spPr>
        </p:sp>
        <p:sp>
          <p:nvSpPr>
            <p:cNvPr id="3868" name="Candidate_receptor__3867">
              <a:extLst>
                <a:ext uri="{FF2B5EF4-FFF2-40B4-BE49-F238E27FC236}">
                  <a16:creationId xmlns:a16="http://schemas.microsoft.com/office/drawing/2014/main" id="{20BB1863-B314-0BE2-622F-397E9619C7E3}"/>
                </a:ext>
              </a:extLst>
            </p:cNvPr>
            <p:cNvSpPr>
              <a:spLocks noGrp="1"/>
            </p:cNvSpPr>
            <p:nvPr/>
          </p:nvSpPr>
          <p:spPr>
            <a:xfrm>
              <a:off x="4580774" y="2765535"/>
              <a:ext cx="113609" cy="16362"/>
            </a:xfrm>
            <a:custGeom>
              <a:avLst/>
              <a:gdLst/>
              <a:ahLst/>
              <a:cxnLst/>
              <a:rect l="0" t="0" r="0" b="0"/>
              <a:pathLst>
                <a:path w="113609" h="16362">
                  <a:moveTo>
                    <a:pt x="113609" y="0"/>
                  </a:moveTo>
                  <a:lnTo>
                    <a:pt x="0" y="16362"/>
                  </a:lnTo>
                </a:path>
              </a:pathLst>
            </a:custGeom>
            <a:noFill/>
            <a:ln w="8096">
              <a:solidFill>
                <a:srgbClr val="EBEEF0"/>
              </a:solidFill>
            </a:ln>
          </p:spPr>
        </p:sp>
        <p:sp>
          <p:nvSpPr>
            <p:cNvPr id="3869" name="Candidate_receptor__3868">
              <a:extLst>
                <a:ext uri="{FF2B5EF4-FFF2-40B4-BE49-F238E27FC236}">
                  <a16:creationId xmlns:a16="http://schemas.microsoft.com/office/drawing/2014/main" id="{DE89D8D0-2521-E037-CCAB-AB4573C0CAEE}"/>
                </a:ext>
              </a:extLst>
            </p:cNvPr>
            <p:cNvSpPr>
              <a:spLocks noGrp="1"/>
            </p:cNvSpPr>
            <p:nvPr/>
          </p:nvSpPr>
          <p:spPr>
            <a:xfrm>
              <a:off x="5321639" y="3045564"/>
              <a:ext cx="64958" cy="23855"/>
            </a:xfrm>
            <a:custGeom>
              <a:avLst/>
              <a:gdLst/>
              <a:ahLst/>
              <a:cxnLst/>
              <a:rect l="0" t="0" r="0" b="0"/>
              <a:pathLst>
                <a:path w="64958" h="23855">
                  <a:moveTo>
                    <a:pt x="64958" y="0"/>
                  </a:moveTo>
                  <a:lnTo>
                    <a:pt x="0" y="23855"/>
                  </a:lnTo>
                </a:path>
              </a:pathLst>
            </a:custGeom>
            <a:noFill/>
            <a:ln w="20003">
              <a:solidFill>
                <a:srgbClr val="EBEEF0"/>
              </a:solidFill>
            </a:ln>
          </p:spPr>
        </p:sp>
        <p:sp>
          <p:nvSpPr>
            <p:cNvPr id="3870" name="Candidate_receptor__3869">
              <a:extLst>
                <a:ext uri="{FF2B5EF4-FFF2-40B4-BE49-F238E27FC236}">
                  <a16:creationId xmlns:a16="http://schemas.microsoft.com/office/drawing/2014/main" id="{116CE311-E5DD-7A2D-6B80-84B13F498C16}"/>
                </a:ext>
              </a:extLst>
            </p:cNvPr>
            <p:cNvSpPr>
              <a:spLocks noGrp="1"/>
            </p:cNvSpPr>
            <p:nvPr/>
          </p:nvSpPr>
          <p:spPr>
            <a:xfrm>
              <a:off x="5242687" y="2516756"/>
              <a:ext cx="4086" cy="526"/>
            </a:xfrm>
            <a:custGeom>
              <a:avLst/>
              <a:gdLst/>
              <a:ahLst/>
              <a:cxnLst/>
              <a:rect l="0" t="0" r="0" b="0"/>
              <a:pathLst>
                <a:path w="4086" h="526">
                  <a:moveTo>
                    <a:pt x="0" y="0"/>
                  </a:moveTo>
                  <a:lnTo>
                    <a:pt x="4086" y="526"/>
                  </a:lnTo>
                </a:path>
              </a:pathLst>
            </a:custGeom>
            <a:noFill/>
            <a:ln w="8096">
              <a:solidFill>
                <a:srgbClr val="EBEEF1"/>
              </a:solidFill>
            </a:ln>
          </p:spPr>
        </p:sp>
        <p:sp>
          <p:nvSpPr>
            <p:cNvPr id="3871" name="Candidate_receptor__3870">
              <a:extLst>
                <a:ext uri="{FF2B5EF4-FFF2-40B4-BE49-F238E27FC236}">
                  <a16:creationId xmlns:a16="http://schemas.microsoft.com/office/drawing/2014/main" id="{C2A6A6A7-2DB6-A115-DBF0-8BEA51EE0B60}"/>
                </a:ext>
              </a:extLst>
            </p:cNvPr>
            <p:cNvSpPr>
              <a:spLocks noGrp="1"/>
            </p:cNvSpPr>
            <p:nvPr/>
          </p:nvSpPr>
          <p:spPr>
            <a:xfrm>
              <a:off x="5071371" y="2471532"/>
              <a:ext cx="56221" cy="30996"/>
            </a:xfrm>
            <a:custGeom>
              <a:avLst/>
              <a:gdLst/>
              <a:ahLst/>
              <a:cxnLst/>
              <a:rect l="0" t="0" r="0" b="0"/>
              <a:pathLst>
                <a:path w="56221" h="30996">
                  <a:moveTo>
                    <a:pt x="0" y="0"/>
                  </a:moveTo>
                  <a:lnTo>
                    <a:pt x="56221" y="30996"/>
                  </a:lnTo>
                </a:path>
              </a:pathLst>
            </a:custGeom>
            <a:noFill/>
            <a:ln w="20003">
              <a:solidFill>
                <a:srgbClr val="EBEEF1"/>
              </a:solidFill>
            </a:ln>
          </p:spPr>
        </p:sp>
        <p:sp>
          <p:nvSpPr>
            <p:cNvPr id="3872" name="Candidate_receptor__3871">
              <a:extLst>
                <a:ext uri="{FF2B5EF4-FFF2-40B4-BE49-F238E27FC236}">
                  <a16:creationId xmlns:a16="http://schemas.microsoft.com/office/drawing/2014/main" id="{5CAA47BB-A835-620E-0378-234C65F8D615}"/>
                </a:ext>
              </a:extLst>
            </p:cNvPr>
            <p:cNvSpPr>
              <a:spLocks noGrp="1"/>
            </p:cNvSpPr>
            <p:nvPr/>
          </p:nvSpPr>
          <p:spPr>
            <a:xfrm>
              <a:off x="4697109" y="2577302"/>
              <a:ext cx="82815" cy="27601"/>
            </a:xfrm>
            <a:custGeom>
              <a:avLst/>
              <a:gdLst/>
              <a:ahLst/>
              <a:cxnLst/>
              <a:rect l="0" t="0" r="0" b="0"/>
              <a:pathLst>
                <a:path w="82815" h="27601">
                  <a:moveTo>
                    <a:pt x="82815" y="0"/>
                  </a:moveTo>
                  <a:lnTo>
                    <a:pt x="0" y="27601"/>
                  </a:lnTo>
                </a:path>
              </a:pathLst>
            </a:custGeom>
            <a:noFill/>
            <a:ln w="8096">
              <a:solidFill>
                <a:srgbClr val="EBEEF1"/>
              </a:solidFill>
            </a:ln>
          </p:spPr>
        </p:sp>
        <p:sp>
          <p:nvSpPr>
            <p:cNvPr id="3873" name="Candidate_receptor__3872">
              <a:extLst>
                <a:ext uri="{FF2B5EF4-FFF2-40B4-BE49-F238E27FC236}">
                  <a16:creationId xmlns:a16="http://schemas.microsoft.com/office/drawing/2014/main" id="{D4749395-1D0C-5C9C-37D4-0E3C490D2CE4}"/>
                </a:ext>
              </a:extLst>
            </p:cNvPr>
            <p:cNvSpPr>
              <a:spLocks noGrp="1"/>
            </p:cNvSpPr>
            <p:nvPr/>
          </p:nvSpPr>
          <p:spPr>
            <a:xfrm>
              <a:off x="3959615" y="3105492"/>
              <a:ext cx="109941" cy="18594"/>
            </a:xfrm>
            <a:custGeom>
              <a:avLst/>
              <a:gdLst/>
              <a:ahLst/>
              <a:cxnLst/>
              <a:rect l="0" t="0" r="0" b="0"/>
              <a:pathLst>
                <a:path w="109941" h="18594">
                  <a:moveTo>
                    <a:pt x="109941" y="18594"/>
                  </a:moveTo>
                  <a:lnTo>
                    <a:pt x="0" y="0"/>
                  </a:lnTo>
                </a:path>
              </a:pathLst>
            </a:custGeom>
            <a:noFill/>
            <a:ln w="20003">
              <a:solidFill>
                <a:srgbClr val="EBEEF1"/>
              </a:solidFill>
            </a:ln>
          </p:spPr>
        </p:sp>
        <p:sp>
          <p:nvSpPr>
            <p:cNvPr id="3874" name="Candidate_receptor__3873">
              <a:extLst>
                <a:ext uri="{FF2B5EF4-FFF2-40B4-BE49-F238E27FC236}">
                  <a16:creationId xmlns:a16="http://schemas.microsoft.com/office/drawing/2014/main" id="{8FF291CF-C00E-4F5C-02C7-CBD875BF708E}"/>
                </a:ext>
              </a:extLst>
            </p:cNvPr>
            <p:cNvSpPr>
              <a:spLocks noGrp="1"/>
            </p:cNvSpPr>
            <p:nvPr/>
          </p:nvSpPr>
          <p:spPr>
            <a:xfrm>
              <a:off x="3855971" y="3105492"/>
              <a:ext cx="103644" cy="41975"/>
            </a:xfrm>
            <a:custGeom>
              <a:avLst/>
              <a:gdLst/>
              <a:ahLst/>
              <a:cxnLst/>
              <a:rect l="0" t="0" r="0" b="0"/>
              <a:pathLst>
                <a:path w="103644" h="41975">
                  <a:moveTo>
                    <a:pt x="103644" y="0"/>
                  </a:moveTo>
                  <a:lnTo>
                    <a:pt x="0" y="41975"/>
                  </a:lnTo>
                </a:path>
              </a:pathLst>
            </a:custGeom>
            <a:noFill/>
            <a:ln w="8096">
              <a:solidFill>
                <a:srgbClr val="EBEEF1"/>
              </a:solidFill>
            </a:ln>
          </p:spPr>
        </p:sp>
        <p:sp>
          <p:nvSpPr>
            <p:cNvPr id="3875" name="Candidate_receptor__3874">
              <a:extLst>
                <a:ext uri="{FF2B5EF4-FFF2-40B4-BE49-F238E27FC236}">
                  <a16:creationId xmlns:a16="http://schemas.microsoft.com/office/drawing/2014/main" id="{2E5F3FD9-2CDA-0205-8977-EF00AFB65333}"/>
                </a:ext>
              </a:extLst>
            </p:cNvPr>
            <p:cNvSpPr>
              <a:spLocks noGrp="1"/>
            </p:cNvSpPr>
            <p:nvPr/>
          </p:nvSpPr>
          <p:spPr>
            <a:xfrm>
              <a:off x="4580774" y="2781897"/>
              <a:ext cx="1939" cy="68517"/>
            </a:xfrm>
            <a:custGeom>
              <a:avLst/>
              <a:gdLst/>
              <a:ahLst/>
              <a:cxnLst/>
              <a:rect l="0" t="0" r="0" b="0"/>
              <a:pathLst>
                <a:path w="1939" h="68517">
                  <a:moveTo>
                    <a:pt x="0" y="0"/>
                  </a:moveTo>
                  <a:lnTo>
                    <a:pt x="1939" y="68517"/>
                  </a:lnTo>
                </a:path>
              </a:pathLst>
            </a:custGeom>
            <a:noFill/>
            <a:ln w="8096">
              <a:solidFill>
                <a:srgbClr val="EBEEF1"/>
              </a:solidFill>
            </a:ln>
          </p:spPr>
        </p:sp>
        <p:sp>
          <p:nvSpPr>
            <p:cNvPr id="3876" name="Candidate_receptor__3875">
              <a:extLst>
                <a:ext uri="{FF2B5EF4-FFF2-40B4-BE49-F238E27FC236}">
                  <a16:creationId xmlns:a16="http://schemas.microsoft.com/office/drawing/2014/main" id="{A1041C8E-22FC-4172-8853-EB5205C20A76}"/>
                </a:ext>
              </a:extLst>
            </p:cNvPr>
            <p:cNvSpPr>
              <a:spLocks noGrp="1"/>
            </p:cNvSpPr>
            <p:nvPr/>
          </p:nvSpPr>
          <p:spPr>
            <a:xfrm>
              <a:off x="3785081" y="3063472"/>
              <a:ext cx="70891" cy="83995"/>
            </a:xfrm>
            <a:custGeom>
              <a:avLst/>
              <a:gdLst/>
              <a:ahLst/>
              <a:cxnLst/>
              <a:rect l="0" t="0" r="0" b="0"/>
              <a:pathLst>
                <a:path w="70891" h="83995">
                  <a:moveTo>
                    <a:pt x="70891" y="83995"/>
                  </a:moveTo>
                  <a:lnTo>
                    <a:pt x="0" y="0"/>
                  </a:lnTo>
                </a:path>
              </a:pathLst>
            </a:custGeom>
            <a:noFill/>
            <a:ln w="8096">
              <a:solidFill>
                <a:srgbClr val="EBEEF1"/>
              </a:solidFill>
            </a:ln>
          </p:spPr>
        </p:sp>
        <p:sp>
          <p:nvSpPr>
            <p:cNvPr id="3877" name="Candidate_receptor__3876">
              <a:extLst>
                <a:ext uri="{FF2B5EF4-FFF2-40B4-BE49-F238E27FC236}">
                  <a16:creationId xmlns:a16="http://schemas.microsoft.com/office/drawing/2014/main" id="{EBF386C3-9AC7-CA3E-4A60-A6471B4A1A70}"/>
                </a:ext>
              </a:extLst>
            </p:cNvPr>
            <p:cNvSpPr>
              <a:spLocks noGrp="1"/>
            </p:cNvSpPr>
            <p:nvPr/>
          </p:nvSpPr>
          <p:spPr>
            <a:xfrm>
              <a:off x="3785853" y="2941272"/>
              <a:ext cx="40590" cy="176"/>
            </a:xfrm>
            <a:custGeom>
              <a:avLst/>
              <a:gdLst/>
              <a:ahLst/>
              <a:cxnLst/>
              <a:rect l="0" t="0" r="0" b="0"/>
              <a:pathLst>
                <a:path w="40590" h="176">
                  <a:moveTo>
                    <a:pt x="0" y="176"/>
                  </a:moveTo>
                  <a:lnTo>
                    <a:pt x="40590" y="0"/>
                  </a:lnTo>
                </a:path>
              </a:pathLst>
            </a:custGeom>
            <a:noFill/>
            <a:ln w="8096">
              <a:solidFill>
                <a:srgbClr val="EBEEF1"/>
              </a:solidFill>
            </a:ln>
          </p:spPr>
        </p:sp>
        <p:sp>
          <p:nvSpPr>
            <p:cNvPr id="3878" name="Candidate_receptor__3877">
              <a:extLst>
                <a:ext uri="{FF2B5EF4-FFF2-40B4-BE49-F238E27FC236}">
                  <a16:creationId xmlns:a16="http://schemas.microsoft.com/office/drawing/2014/main" id="{A6098B4A-6B55-472F-8A8A-DBE8E9D5B1B6}"/>
                </a:ext>
              </a:extLst>
            </p:cNvPr>
            <p:cNvSpPr>
              <a:spLocks noGrp="1"/>
            </p:cNvSpPr>
            <p:nvPr/>
          </p:nvSpPr>
          <p:spPr>
            <a:xfrm>
              <a:off x="5311720" y="2764359"/>
              <a:ext cx="59719" cy="25261"/>
            </a:xfrm>
            <a:custGeom>
              <a:avLst/>
              <a:gdLst/>
              <a:ahLst/>
              <a:cxnLst/>
              <a:rect l="0" t="0" r="0" b="0"/>
              <a:pathLst>
                <a:path w="59719" h="25261">
                  <a:moveTo>
                    <a:pt x="59719" y="25261"/>
                  </a:moveTo>
                  <a:lnTo>
                    <a:pt x="0" y="0"/>
                  </a:lnTo>
                </a:path>
              </a:pathLst>
            </a:custGeom>
            <a:noFill/>
            <a:ln w="20003">
              <a:solidFill>
                <a:srgbClr val="EBEEF1"/>
              </a:solidFill>
            </a:ln>
          </p:spPr>
        </p:sp>
        <p:sp>
          <p:nvSpPr>
            <p:cNvPr id="3879" name="Candidate_receptor__3878">
              <a:extLst>
                <a:ext uri="{FF2B5EF4-FFF2-40B4-BE49-F238E27FC236}">
                  <a16:creationId xmlns:a16="http://schemas.microsoft.com/office/drawing/2014/main" id="{CD8D1A7E-53F7-D009-951C-A39879696CD7}"/>
                </a:ext>
              </a:extLst>
            </p:cNvPr>
            <p:cNvSpPr>
              <a:spLocks noGrp="1"/>
            </p:cNvSpPr>
            <p:nvPr/>
          </p:nvSpPr>
          <p:spPr>
            <a:xfrm>
              <a:off x="4251139" y="2907504"/>
              <a:ext cx="58505" cy="12820"/>
            </a:xfrm>
            <a:custGeom>
              <a:avLst/>
              <a:gdLst/>
              <a:ahLst/>
              <a:cxnLst/>
              <a:rect l="0" t="0" r="0" b="0"/>
              <a:pathLst>
                <a:path w="58505" h="12820">
                  <a:moveTo>
                    <a:pt x="58505" y="0"/>
                  </a:moveTo>
                  <a:lnTo>
                    <a:pt x="0" y="12820"/>
                  </a:lnTo>
                </a:path>
              </a:pathLst>
            </a:custGeom>
            <a:noFill/>
            <a:ln w="8096">
              <a:solidFill>
                <a:srgbClr val="EBEEF1"/>
              </a:solidFill>
            </a:ln>
          </p:spPr>
        </p:sp>
        <p:sp>
          <p:nvSpPr>
            <p:cNvPr id="3880" name="Candidate_receptor__3879">
              <a:extLst>
                <a:ext uri="{FF2B5EF4-FFF2-40B4-BE49-F238E27FC236}">
                  <a16:creationId xmlns:a16="http://schemas.microsoft.com/office/drawing/2014/main" id="{AE6B412C-75A7-6D0C-D037-A6EC3BBA29DF}"/>
                </a:ext>
              </a:extLst>
            </p:cNvPr>
            <p:cNvSpPr>
              <a:spLocks noGrp="1"/>
            </p:cNvSpPr>
            <p:nvPr/>
          </p:nvSpPr>
          <p:spPr>
            <a:xfrm>
              <a:off x="5229941" y="3353509"/>
              <a:ext cx="69115" cy="72446"/>
            </a:xfrm>
            <a:custGeom>
              <a:avLst/>
              <a:gdLst/>
              <a:ahLst/>
              <a:cxnLst/>
              <a:rect l="0" t="0" r="0" b="0"/>
              <a:pathLst>
                <a:path w="69115" h="72446">
                  <a:moveTo>
                    <a:pt x="0" y="0"/>
                  </a:moveTo>
                  <a:lnTo>
                    <a:pt x="69115" y="72446"/>
                  </a:lnTo>
                </a:path>
              </a:pathLst>
            </a:custGeom>
            <a:noFill/>
            <a:ln w="8096">
              <a:solidFill>
                <a:srgbClr val="EBEEF1"/>
              </a:solidFill>
            </a:ln>
          </p:spPr>
        </p:sp>
        <p:sp>
          <p:nvSpPr>
            <p:cNvPr id="3881" name="Candidate_receptor__3880">
              <a:extLst>
                <a:ext uri="{FF2B5EF4-FFF2-40B4-BE49-F238E27FC236}">
                  <a16:creationId xmlns:a16="http://schemas.microsoft.com/office/drawing/2014/main" id="{D7920312-F1DB-D5E1-313A-3A01C9CDB1A8}"/>
                </a:ext>
              </a:extLst>
            </p:cNvPr>
            <p:cNvSpPr>
              <a:spLocks noGrp="1"/>
            </p:cNvSpPr>
            <p:nvPr/>
          </p:nvSpPr>
          <p:spPr>
            <a:xfrm>
              <a:off x="5127592" y="2502528"/>
              <a:ext cx="115096" cy="14227"/>
            </a:xfrm>
            <a:custGeom>
              <a:avLst/>
              <a:gdLst/>
              <a:ahLst/>
              <a:cxnLst/>
              <a:rect l="0" t="0" r="0" b="0"/>
              <a:pathLst>
                <a:path w="115096" h="14227">
                  <a:moveTo>
                    <a:pt x="0" y="0"/>
                  </a:moveTo>
                  <a:lnTo>
                    <a:pt x="115096" y="14227"/>
                  </a:lnTo>
                </a:path>
              </a:pathLst>
            </a:custGeom>
            <a:noFill/>
            <a:ln w="8096">
              <a:solidFill>
                <a:srgbClr val="EBEEF1"/>
              </a:solidFill>
            </a:ln>
          </p:spPr>
        </p:sp>
        <p:sp>
          <p:nvSpPr>
            <p:cNvPr id="3882" name="Candidate_receptor__3881">
              <a:extLst>
                <a:ext uri="{FF2B5EF4-FFF2-40B4-BE49-F238E27FC236}">
                  <a16:creationId xmlns:a16="http://schemas.microsoft.com/office/drawing/2014/main" id="{8A83D8DF-B042-97D7-5574-CBC4016CDDBF}"/>
                </a:ext>
              </a:extLst>
            </p:cNvPr>
            <p:cNvSpPr>
              <a:spLocks noGrp="1"/>
            </p:cNvSpPr>
            <p:nvPr/>
          </p:nvSpPr>
          <p:spPr>
            <a:xfrm>
              <a:off x="4779925" y="2577302"/>
              <a:ext cx="78466" cy="83654"/>
            </a:xfrm>
            <a:custGeom>
              <a:avLst/>
              <a:gdLst/>
              <a:ahLst/>
              <a:cxnLst/>
              <a:rect l="0" t="0" r="0" b="0"/>
              <a:pathLst>
                <a:path w="78466" h="83654">
                  <a:moveTo>
                    <a:pt x="78466" y="83654"/>
                  </a:moveTo>
                  <a:lnTo>
                    <a:pt x="0" y="0"/>
                  </a:lnTo>
                </a:path>
              </a:pathLst>
            </a:custGeom>
            <a:noFill/>
            <a:ln w="8096">
              <a:solidFill>
                <a:srgbClr val="EBEEF1"/>
              </a:solidFill>
            </a:ln>
          </p:spPr>
        </p:sp>
        <p:sp>
          <p:nvSpPr>
            <p:cNvPr id="3883" name="Candidate_receptor__3882">
              <a:extLst>
                <a:ext uri="{FF2B5EF4-FFF2-40B4-BE49-F238E27FC236}">
                  <a16:creationId xmlns:a16="http://schemas.microsoft.com/office/drawing/2014/main" id="{1A1574A7-E7BB-D6AA-7C77-C422F8462316}"/>
                </a:ext>
              </a:extLst>
            </p:cNvPr>
            <p:cNvSpPr>
              <a:spLocks noGrp="1"/>
            </p:cNvSpPr>
            <p:nvPr/>
          </p:nvSpPr>
          <p:spPr>
            <a:xfrm>
              <a:off x="5293202" y="3017199"/>
              <a:ext cx="93396" cy="28365"/>
            </a:xfrm>
            <a:custGeom>
              <a:avLst/>
              <a:gdLst/>
              <a:ahLst/>
              <a:cxnLst/>
              <a:rect l="0" t="0" r="0" b="0"/>
              <a:pathLst>
                <a:path w="93396" h="28365">
                  <a:moveTo>
                    <a:pt x="0" y="0"/>
                  </a:moveTo>
                  <a:lnTo>
                    <a:pt x="93396" y="28365"/>
                  </a:lnTo>
                </a:path>
              </a:pathLst>
            </a:custGeom>
            <a:noFill/>
            <a:ln w="20003">
              <a:solidFill>
                <a:srgbClr val="EBEEF1"/>
              </a:solidFill>
            </a:ln>
          </p:spPr>
        </p:sp>
        <p:sp>
          <p:nvSpPr>
            <p:cNvPr id="3884" name="Candidate_receptor__3883">
              <a:extLst>
                <a:ext uri="{FF2B5EF4-FFF2-40B4-BE49-F238E27FC236}">
                  <a16:creationId xmlns:a16="http://schemas.microsoft.com/office/drawing/2014/main" id="{8675E49C-8CA8-16D9-01D4-CB8DA3478383}"/>
                </a:ext>
              </a:extLst>
            </p:cNvPr>
            <p:cNvSpPr>
              <a:spLocks noGrp="1"/>
            </p:cNvSpPr>
            <p:nvPr/>
          </p:nvSpPr>
          <p:spPr>
            <a:xfrm>
              <a:off x="4766523" y="2807290"/>
              <a:ext cx="85441" cy="76609"/>
            </a:xfrm>
            <a:custGeom>
              <a:avLst/>
              <a:gdLst/>
              <a:ahLst/>
              <a:cxnLst/>
              <a:rect l="0" t="0" r="0" b="0"/>
              <a:pathLst>
                <a:path w="85441" h="76609">
                  <a:moveTo>
                    <a:pt x="0" y="0"/>
                  </a:moveTo>
                  <a:lnTo>
                    <a:pt x="85441" y="76609"/>
                  </a:lnTo>
                </a:path>
              </a:pathLst>
            </a:custGeom>
            <a:noFill/>
            <a:ln w="8096">
              <a:solidFill>
                <a:srgbClr val="EBEEF1"/>
              </a:solidFill>
            </a:ln>
          </p:spPr>
        </p:sp>
        <p:sp>
          <p:nvSpPr>
            <p:cNvPr id="3885" name="Candidate_receptor__3884">
              <a:extLst>
                <a:ext uri="{FF2B5EF4-FFF2-40B4-BE49-F238E27FC236}">
                  <a16:creationId xmlns:a16="http://schemas.microsoft.com/office/drawing/2014/main" id="{FCC3EC42-A528-FE70-3F19-30325760A0AC}"/>
                </a:ext>
              </a:extLst>
            </p:cNvPr>
            <p:cNvSpPr>
              <a:spLocks noGrp="1"/>
            </p:cNvSpPr>
            <p:nvPr/>
          </p:nvSpPr>
          <p:spPr>
            <a:xfrm>
              <a:off x="5242346" y="3017199"/>
              <a:ext cx="50855" cy="98301"/>
            </a:xfrm>
            <a:custGeom>
              <a:avLst/>
              <a:gdLst/>
              <a:ahLst/>
              <a:cxnLst/>
              <a:rect l="0" t="0" r="0" b="0"/>
              <a:pathLst>
                <a:path w="50855" h="98301">
                  <a:moveTo>
                    <a:pt x="0" y="98301"/>
                  </a:moveTo>
                  <a:lnTo>
                    <a:pt x="50855" y="0"/>
                  </a:lnTo>
                </a:path>
              </a:pathLst>
            </a:custGeom>
            <a:noFill/>
            <a:ln w="20003">
              <a:solidFill>
                <a:srgbClr val="EBEEF1"/>
              </a:solidFill>
            </a:ln>
          </p:spPr>
        </p:sp>
        <p:sp>
          <p:nvSpPr>
            <p:cNvPr id="3886" name="Candidate_receptor__3885">
              <a:extLst>
                <a:ext uri="{FF2B5EF4-FFF2-40B4-BE49-F238E27FC236}">
                  <a16:creationId xmlns:a16="http://schemas.microsoft.com/office/drawing/2014/main" id="{62EA0E77-9028-58E2-4FAB-638AB374AC68}"/>
                </a:ext>
              </a:extLst>
            </p:cNvPr>
            <p:cNvSpPr>
              <a:spLocks noGrp="1"/>
            </p:cNvSpPr>
            <p:nvPr/>
          </p:nvSpPr>
          <p:spPr>
            <a:xfrm>
              <a:off x="5242346" y="3115500"/>
              <a:ext cx="92873" cy="57910"/>
            </a:xfrm>
            <a:custGeom>
              <a:avLst/>
              <a:gdLst/>
              <a:ahLst/>
              <a:cxnLst/>
              <a:rect l="0" t="0" r="0" b="0"/>
              <a:pathLst>
                <a:path w="92873" h="57910">
                  <a:moveTo>
                    <a:pt x="92873" y="57910"/>
                  </a:moveTo>
                  <a:lnTo>
                    <a:pt x="0" y="0"/>
                  </a:lnTo>
                </a:path>
              </a:pathLst>
            </a:custGeom>
            <a:noFill/>
            <a:ln w="20003">
              <a:solidFill>
                <a:srgbClr val="EBEEF1"/>
              </a:solidFill>
            </a:ln>
          </p:spPr>
        </p:sp>
        <p:sp>
          <p:nvSpPr>
            <p:cNvPr id="3887" name="Candidate_receptor__3886">
              <a:extLst>
                <a:ext uri="{FF2B5EF4-FFF2-40B4-BE49-F238E27FC236}">
                  <a16:creationId xmlns:a16="http://schemas.microsoft.com/office/drawing/2014/main" id="{CF431620-7B98-C77F-BDC1-23A4F00C2CD6}"/>
                </a:ext>
              </a:extLst>
            </p:cNvPr>
            <p:cNvSpPr>
              <a:spLocks noGrp="1"/>
            </p:cNvSpPr>
            <p:nvPr/>
          </p:nvSpPr>
          <p:spPr>
            <a:xfrm>
              <a:off x="4851964" y="2806645"/>
              <a:ext cx="82152" cy="77254"/>
            </a:xfrm>
            <a:custGeom>
              <a:avLst/>
              <a:gdLst/>
              <a:ahLst/>
              <a:cxnLst/>
              <a:rect l="0" t="0" r="0" b="0"/>
              <a:pathLst>
                <a:path w="82152" h="77254">
                  <a:moveTo>
                    <a:pt x="0" y="77254"/>
                  </a:moveTo>
                  <a:lnTo>
                    <a:pt x="82152" y="0"/>
                  </a:lnTo>
                </a:path>
              </a:pathLst>
            </a:custGeom>
            <a:noFill/>
            <a:ln w="8096">
              <a:solidFill>
                <a:srgbClr val="EBEEF1"/>
              </a:solidFill>
            </a:ln>
          </p:spPr>
        </p:sp>
        <p:sp>
          <p:nvSpPr>
            <p:cNvPr id="3888" name="Candidate_receptor__3887">
              <a:extLst>
                <a:ext uri="{FF2B5EF4-FFF2-40B4-BE49-F238E27FC236}">
                  <a16:creationId xmlns:a16="http://schemas.microsoft.com/office/drawing/2014/main" id="{CE92126F-BCC4-3C3D-2AA0-58F0B3A31EB2}"/>
                </a:ext>
              </a:extLst>
            </p:cNvPr>
            <p:cNvSpPr>
              <a:spLocks noGrp="1"/>
            </p:cNvSpPr>
            <p:nvPr/>
          </p:nvSpPr>
          <p:spPr>
            <a:xfrm>
              <a:off x="4858391" y="2648599"/>
              <a:ext cx="92042" cy="12357"/>
            </a:xfrm>
            <a:custGeom>
              <a:avLst/>
              <a:gdLst/>
              <a:ahLst/>
              <a:cxnLst/>
              <a:rect l="0" t="0" r="0" b="0"/>
              <a:pathLst>
                <a:path w="92042" h="12357">
                  <a:moveTo>
                    <a:pt x="92042" y="0"/>
                  </a:moveTo>
                  <a:lnTo>
                    <a:pt x="0" y="12357"/>
                  </a:lnTo>
                </a:path>
              </a:pathLst>
            </a:custGeom>
            <a:noFill/>
            <a:ln w="8096">
              <a:solidFill>
                <a:srgbClr val="EBEEF1"/>
              </a:solidFill>
            </a:ln>
          </p:spPr>
        </p:sp>
        <p:sp>
          <p:nvSpPr>
            <p:cNvPr id="3889" name="Candidate_receptor__3888">
              <a:extLst>
                <a:ext uri="{FF2B5EF4-FFF2-40B4-BE49-F238E27FC236}">
                  <a16:creationId xmlns:a16="http://schemas.microsoft.com/office/drawing/2014/main" id="{1A896D5E-C859-A0CD-4992-BA5780BC5BD5}"/>
                </a:ext>
              </a:extLst>
            </p:cNvPr>
            <p:cNvSpPr>
              <a:spLocks noGrp="1"/>
            </p:cNvSpPr>
            <p:nvPr/>
          </p:nvSpPr>
          <p:spPr>
            <a:xfrm>
              <a:off x="3785081" y="3030315"/>
              <a:ext cx="42371" cy="33157"/>
            </a:xfrm>
            <a:custGeom>
              <a:avLst/>
              <a:gdLst/>
              <a:ahLst/>
              <a:cxnLst/>
              <a:rect l="0" t="0" r="0" b="0"/>
              <a:pathLst>
                <a:path w="42371" h="33157">
                  <a:moveTo>
                    <a:pt x="0" y="33157"/>
                  </a:moveTo>
                  <a:lnTo>
                    <a:pt x="42371" y="0"/>
                  </a:lnTo>
                </a:path>
              </a:pathLst>
            </a:custGeom>
            <a:noFill/>
            <a:ln w="8096">
              <a:solidFill>
                <a:srgbClr val="EBEEF1"/>
              </a:solidFill>
            </a:ln>
          </p:spPr>
        </p:sp>
        <p:sp>
          <p:nvSpPr>
            <p:cNvPr id="3890" name="Candidate_receptor__3889">
              <a:extLst>
                <a:ext uri="{FF2B5EF4-FFF2-40B4-BE49-F238E27FC236}">
                  <a16:creationId xmlns:a16="http://schemas.microsoft.com/office/drawing/2014/main" id="{480E6940-6673-66C2-D112-9544111987FE}"/>
                </a:ext>
              </a:extLst>
            </p:cNvPr>
            <p:cNvSpPr>
              <a:spLocks noGrp="1"/>
            </p:cNvSpPr>
            <p:nvPr/>
          </p:nvSpPr>
          <p:spPr>
            <a:xfrm>
              <a:off x="3772935" y="2826459"/>
              <a:ext cx="12918" cy="114989"/>
            </a:xfrm>
            <a:custGeom>
              <a:avLst/>
              <a:gdLst/>
              <a:ahLst/>
              <a:cxnLst/>
              <a:rect l="0" t="0" r="0" b="0"/>
              <a:pathLst>
                <a:path w="12918" h="114989">
                  <a:moveTo>
                    <a:pt x="0" y="0"/>
                  </a:moveTo>
                  <a:lnTo>
                    <a:pt x="12918" y="114989"/>
                  </a:lnTo>
                </a:path>
              </a:pathLst>
            </a:custGeom>
            <a:noFill/>
            <a:ln w="20003">
              <a:solidFill>
                <a:srgbClr val="EBEEF1"/>
              </a:solidFill>
            </a:ln>
          </p:spPr>
        </p:sp>
        <p:sp>
          <p:nvSpPr>
            <p:cNvPr id="3891" name="Candidate_receptor__3890">
              <a:extLst>
                <a:ext uri="{FF2B5EF4-FFF2-40B4-BE49-F238E27FC236}">
                  <a16:creationId xmlns:a16="http://schemas.microsoft.com/office/drawing/2014/main" id="{3D91D326-BA1B-C10A-581E-0CF0E9D944A2}"/>
                </a:ext>
              </a:extLst>
            </p:cNvPr>
            <p:cNvSpPr>
              <a:spLocks noGrp="1"/>
            </p:cNvSpPr>
            <p:nvPr/>
          </p:nvSpPr>
          <p:spPr>
            <a:xfrm>
              <a:off x="4670839" y="2807290"/>
              <a:ext cx="95684" cy="227"/>
            </a:xfrm>
            <a:custGeom>
              <a:avLst/>
              <a:gdLst/>
              <a:ahLst/>
              <a:cxnLst/>
              <a:rect l="0" t="0" r="0" b="0"/>
              <a:pathLst>
                <a:path w="95684" h="227">
                  <a:moveTo>
                    <a:pt x="0" y="227"/>
                  </a:moveTo>
                  <a:lnTo>
                    <a:pt x="95684" y="0"/>
                  </a:lnTo>
                </a:path>
              </a:pathLst>
            </a:custGeom>
            <a:noFill/>
            <a:ln w="8096">
              <a:solidFill>
                <a:srgbClr val="EBEEF1"/>
              </a:solidFill>
            </a:ln>
          </p:spPr>
        </p:sp>
        <p:sp>
          <p:nvSpPr>
            <p:cNvPr id="3892" name="Candidate_receptor__3891">
              <a:extLst>
                <a:ext uri="{FF2B5EF4-FFF2-40B4-BE49-F238E27FC236}">
                  <a16:creationId xmlns:a16="http://schemas.microsoft.com/office/drawing/2014/main" id="{83BAA27D-DF6C-C225-323C-4C087FB739F7}"/>
                </a:ext>
              </a:extLst>
            </p:cNvPr>
            <p:cNvSpPr>
              <a:spLocks noGrp="1"/>
            </p:cNvSpPr>
            <p:nvPr/>
          </p:nvSpPr>
          <p:spPr>
            <a:xfrm>
              <a:off x="4582714" y="2807517"/>
              <a:ext cx="88126" cy="42897"/>
            </a:xfrm>
            <a:custGeom>
              <a:avLst/>
              <a:gdLst/>
              <a:ahLst/>
              <a:cxnLst/>
              <a:rect l="0" t="0" r="0" b="0"/>
              <a:pathLst>
                <a:path w="88126" h="42897">
                  <a:moveTo>
                    <a:pt x="0" y="42897"/>
                  </a:moveTo>
                  <a:lnTo>
                    <a:pt x="88126" y="0"/>
                  </a:lnTo>
                </a:path>
              </a:pathLst>
            </a:custGeom>
            <a:noFill/>
            <a:ln w="8096">
              <a:solidFill>
                <a:srgbClr val="EBEEF1"/>
              </a:solidFill>
            </a:ln>
          </p:spPr>
        </p:sp>
        <p:sp>
          <p:nvSpPr>
            <p:cNvPr id="3893" name="Candidate_receptor__3892">
              <a:extLst>
                <a:ext uri="{FF2B5EF4-FFF2-40B4-BE49-F238E27FC236}">
                  <a16:creationId xmlns:a16="http://schemas.microsoft.com/office/drawing/2014/main" id="{8D44A01E-0214-DACF-5497-39D48FB91CAA}"/>
                </a:ext>
              </a:extLst>
            </p:cNvPr>
            <p:cNvSpPr>
              <a:spLocks noGrp="1"/>
            </p:cNvSpPr>
            <p:nvPr/>
          </p:nvSpPr>
          <p:spPr>
            <a:xfrm>
              <a:off x="5213296" y="2749924"/>
              <a:ext cx="27988" cy="109499"/>
            </a:xfrm>
            <a:custGeom>
              <a:avLst/>
              <a:gdLst/>
              <a:ahLst/>
              <a:cxnLst/>
              <a:rect l="0" t="0" r="0" b="0"/>
              <a:pathLst>
                <a:path w="27988" h="109499">
                  <a:moveTo>
                    <a:pt x="27988" y="109499"/>
                  </a:moveTo>
                  <a:lnTo>
                    <a:pt x="0" y="0"/>
                  </a:lnTo>
                </a:path>
              </a:pathLst>
            </a:custGeom>
            <a:noFill/>
            <a:ln w="20003">
              <a:solidFill>
                <a:srgbClr val="EBEFF1"/>
              </a:solidFill>
            </a:ln>
          </p:spPr>
        </p:sp>
        <p:sp>
          <p:nvSpPr>
            <p:cNvPr id="3894" name="Candidate_receptor__3893">
              <a:extLst>
                <a:ext uri="{FF2B5EF4-FFF2-40B4-BE49-F238E27FC236}">
                  <a16:creationId xmlns:a16="http://schemas.microsoft.com/office/drawing/2014/main" id="{E2652D57-DCA4-1999-C79F-EE6F36F40565}"/>
                </a:ext>
              </a:extLst>
            </p:cNvPr>
            <p:cNvSpPr>
              <a:spLocks noGrp="1"/>
            </p:cNvSpPr>
            <p:nvPr/>
          </p:nvSpPr>
          <p:spPr>
            <a:xfrm>
              <a:off x="5213743" y="3425954"/>
              <a:ext cx="85313" cy="32411"/>
            </a:xfrm>
            <a:custGeom>
              <a:avLst/>
              <a:gdLst/>
              <a:ahLst/>
              <a:cxnLst/>
              <a:rect l="0" t="0" r="0" b="0"/>
              <a:pathLst>
                <a:path w="85313" h="32411">
                  <a:moveTo>
                    <a:pt x="85313" y="0"/>
                  </a:moveTo>
                  <a:lnTo>
                    <a:pt x="0" y="32411"/>
                  </a:lnTo>
                </a:path>
              </a:pathLst>
            </a:custGeom>
            <a:noFill/>
            <a:ln w="8096">
              <a:solidFill>
                <a:srgbClr val="EBEFF1"/>
              </a:solidFill>
            </a:ln>
          </p:spPr>
        </p:sp>
        <p:sp>
          <p:nvSpPr>
            <p:cNvPr id="3895" name="Candidate_receptor__3894">
              <a:extLst>
                <a:ext uri="{FF2B5EF4-FFF2-40B4-BE49-F238E27FC236}">
                  <a16:creationId xmlns:a16="http://schemas.microsoft.com/office/drawing/2014/main" id="{DD65E9B0-8BBE-9664-D1BE-5B310DAB0CC8}"/>
                </a:ext>
              </a:extLst>
            </p:cNvPr>
            <p:cNvSpPr>
              <a:spLocks noGrp="1"/>
            </p:cNvSpPr>
            <p:nvPr/>
          </p:nvSpPr>
          <p:spPr>
            <a:xfrm>
              <a:off x="4065048" y="2749896"/>
              <a:ext cx="17972" cy="110065"/>
            </a:xfrm>
            <a:custGeom>
              <a:avLst/>
              <a:gdLst/>
              <a:ahLst/>
              <a:cxnLst/>
              <a:rect l="0" t="0" r="0" b="0"/>
              <a:pathLst>
                <a:path w="17972" h="110065">
                  <a:moveTo>
                    <a:pt x="17972" y="0"/>
                  </a:moveTo>
                  <a:lnTo>
                    <a:pt x="0" y="110065"/>
                  </a:lnTo>
                </a:path>
              </a:pathLst>
            </a:custGeom>
            <a:noFill/>
            <a:ln w="20003">
              <a:solidFill>
                <a:srgbClr val="EBEFF1"/>
              </a:solidFill>
            </a:ln>
          </p:spPr>
        </p:sp>
        <p:sp>
          <p:nvSpPr>
            <p:cNvPr id="3896" name="Candidate_receptor__3895">
              <a:extLst>
                <a:ext uri="{FF2B5EF4-FFF2-40B4-BE49-F238E27FC236}">
                  <a16:creationId xmlns:a16="http://schemas.microsoft.com/office/drawing/2014/main" id="{08B0FED8-1DE6-9C4A-BF48-62E9E759BA7B}"/>
                </a:ext>
              </a:extLst>
            </p:cNvPr>
            <p:cNvSpPr>
              <a:spLocks noGrp="1"/>
            </p:cNvSpPr>
            <p:nvPr/>
          </p:nvSpPr>
          <p:spPr>
            <a:xfrm>
              <a:off x="5311075" y="2712069"/>
              <a:ext cx="60365" cy="77550"/>
            </a:xfrm>
            <a:custGeom>
              <a:avLst/>
              <a:gdLst/>
              <a:ahLst/>
              <a:cxnLst/>
              <a:rect l="0" t="0" r="0" b="0"/>
              <a:pathLst>
                <a:path w="60365" h="77550">
                  <a:moveTo>
                    <a:pt x="0" y="0"/>
                  </a:moveTo>
                  <a:lnTo>
                    <a:pt x="60365" y="77550"/>
                  </a:lnTo>
                </a:path>
              </a:pathLst>
            </a:custGeom>
            <a:noFill/>
            <a:ln w="20003">
              <a:solidFill>
                <a:srgbClr val="EBEFF1"/>
              </a:solidFill>
            </a:ln>
          </p:spPr>
        </p:sp>
        <p:sp>
          <p:nvSpPr>
            <p:cNvPr id="3897" name="Candidate_receptor__3896">
              <a:extLst>
                <a:ext uri="{FF2B5EF4-FFF2-40B4-BE49-F238E27FC236}">
                  <a16:creationId xmlns:a16="http://schemas.microsoft.com/office/drawing/2014/main" id="{4517F738-3BB8-B1AC-E3FF-8CDB08E3A2F3}"/>
                </a:ext>
              </a:extLst>
            </p:cNvPr>
            <p:cNvSpPr>
              <a:spLocks noGrp="1"/>
            </p:cNvSpPr>
            <p:nvPr/>
          </p:nvSpPr>
          <p:spPr>
            <a:xfrm>
              <a:off x="4235888" y="2773386"/>
              <a:ext cx="114037" cy="18574"/>
            </a:xfrm>
            <a:custGeom>
              <a:avLst/>
              <a:gdLst/>
              <a:ahLst/>
              <a:cxnLst/>
              <a:rect l="0" t="0" r="0" b="0"/>
              <a:pathLst>
                <a:path w="114037" h="18574">
                  <a:moveTo>
                    <a:pt x="114037" y="18574"/>
                  </a:moveTo>
                  <a:lnTo>
                    <a:pt x="0" y="0"/>
                  </a:lnTo>
                </a:path>
              </a:pathLst>
            </a:custGeom>
            <a:noFill/>
            <a:ln w="20003">
              <a:solidFill>
                <a:srgbClr val="EBEFF1"/>
              </a:solidFill>
            </a:ln>
          </p:spPr>
        </p:sp>
        <p:sp>
          <p:nvSpPr>
            <p:cNvPr id="3898" name="Candidate_receptor__3897">
              <a:extLst>
                <a:ext uri="{FF2B5EF4-FFF2-40B4-BE49-F238E27FC236}">
                  <a16:creationId xmlns:a16="http://schemas.microsoft.com/office/drawing/2014/main" id="{E498F1A7-7438-8D6C-03F0-455EE43EEA24}"/>
                </a:ext>
              </a:extLst>
            </p:cNvPr>
            <p:cNvSpPr>
              <a:spLocks noGrp="1"/>
            </p:cNvSpPr>
            <p:nvPr/>
          </p:nvSpPr>
          <p:spPr>
            <a:xfrm>
              <a:off x="4967999" y="2900059"/>
              <a:ext cx="78127" cy="84649"/>
            </a:xfrm>
            <a:custGeom>
              <a:avLst/>
              <a:gdLst/>
              <a:ahLst/>
              <a:cxnLst/>
              <a:rect l="0" t="0" r="0" b="0"/>
              <a:pathLst>
                <a:path w="78127" h="84649">
                  <a:moveTo>
                    <a:pt x="0" y="84649"/>
                  </a:moveTo>
                  <a:lnTo>
                    <a:pt x="78127" y="0"/>
                  </a:lnTo>
                </a:path>
              </a:pathLst>
            </a:custGeom>
            <a:noFill/>
            <a:ln w="8096">
              <a:solidFill>
                <a:srgbClr val="EBEFF1"/>
              </a:solidFill>
            </a:ln>
          </p:spPr>
        </p:sp>
        <p:sp>
          <p:nvSpPr>
            <p:cNvPr id="3899" name="Candidate_receptor__3898">
              <a:extLst>
                <a:ext uri="{FF2B5EF4-FFF2-40B4-BE49-F238E27FC236}">
                  <a16:creationId xmlns:a16="http://schemas.microsoft.com/office/drawing/2014/main" id="{51FA9C53-418E-9EF4-7E55-CCC6D555B7A7}"/>
                </a:ext>
              </a:extLst>
            </p:cNvPr>
            <p:cNvSpPr>
              <a:spLocks noGrp="1"/>
            </p:cNvSpPr>
            <p:nvPr/>
          </p:nvSpPr>
          <p:spPr>
            <a:xfrm>
              <a:off x="4036787" y="3209820"/>
              <a:ext cx="113708" cy="20019"/>
            </a:xfrm>
            <a:custGeom>
              <a:avLst/>
              <a:gdLst/>
              <a:ahLst/>
              <a:cxnLst/>
              <a:rect l="0" t="0" r="0" b="0"/>
              <a:pathLst>
                <a:path w="113708" h="20019">
                  <a:moveTo>
                    <a:pt x="0" y="20019"/>
                  </a:moveTo>
                  <a:lnTo>
                    <a:pt x="113708" y="0"/>
                  </a:lnTo>
                </a:path>
              </a:pathLst>
            </a:custGeom>
            <a:noFill/>
            <a:ln w="20003">
              <a:solidFill>
                <a:srgbClr val="EBEFF1"/>
              </a:solidFill>
            </a:ln>
          </p:spPr>
        </p:sp>
        <p:sp>
          <p:nvSpPr>
            <p:cNvPr id="3900" name="Candidate_receptor__3899">
              <a:extLst>
                <a:ext uri="{FF2B5EF4-FFF2-40B4-BE49-F238E27FC236}">
                  <a16:creationId xmlns:a16="http://schemas.microsoft.com/office/drawing/2014/main" id="{03F5013B-6916-3BBD-7E7B-470A1D0C6407}"/>
                </a:ext>
              </a:extLst>
            </p:cNvPr>
            <p:cNvSpPr>
              <a:spLocks noGrp="1"/>
            </p:cNvSpPr>
            <p:nvPr/>
          </p:nvSpPr>
          <p:spPr>
            <a:xfrm>
              <a:off x="3924946" y="2757517"/>
              <a:ext cx="15554" cy="90750"/>
            </a:xfrm>
            <a:custGeom>
              <a:avLst/>
              <a:gdLst/>
              <a:ahLst/>
              <a:cxnLst/>
              <a:rect l="0" t="0" r="0" b="0"/>
              <a:pathLst>
                <a:path w="15554" h="90750">
                  <a:moveTo>
                    <a:pt x="15554" y="0"/>
                  </a:moveTo>
                  <a:lnTo>
                    <a:pt x="0" y="90750"/>
                  </a:lnTo>
                </a:path>
              </a:pathLst>
            </a:custGeom>
            <a:noFill/>
            <a:ln w="20003">
              <a:solidFill>
                <a:srgbClr val="EBEFF1"/>
              </a:solidFill>
            </a:ln>
          </p:spPr>
        </p:sp>
        <p:sp>
          <p:nvSpPr>
            <p:cNvPr id="3901" name="Candidate_receptor__3900">
              <a:extLst>
                <a:ext uri="{FF2B5EF4-FFF2-40B4-BE49-F238E27FC236}">
                  <a16:creationId xmlns:a16="http://schemas.microsoft.com/office/drawing/2014/main" id="{66D9A0DE-C9D6-11E6-73C2-FD249EFDD3CF}"/>
                </a:ext>
              </a:extLst>
            </p:cNvPr>
            <p:cNvSpPr>
              <a:spLocks noGrp="1"/>
            </p:cNvSpPr>
            <p:nvPr/>
          </p:nvSpPr>
          <p:spPr>
            <a:xfrm>
              <a:off x="5213296" y="2712069"/>
              <a:ext cx="97780" cy="37855"/>
            </a:xfrm>
            <a:custGeom>
              <a:avLst/>
              <a:gdLst/>
              <a:ahLst/>
              <a:cxnLst/>
              <a:rect l="0" t="0" r="0" b="0"/>
              <a:pathLst>
                <a:path w="97780" h="37855">
                  <a:moveTo>
                    <a:pt x="0" y="37855"/>
                  </a:moveTo>
                  <a:lnTo>
                    <a:pt x="97780" y="0"/>
                  </a:lnTo>
                </a:path>
              </a:pathLst>
            </a:custGeom>
            <a:noFill/>
            <a:ln w="20003">
              <a:solidFill>
                <a:srgbClr val="EBEFF1"/>
              </a:solidFill>
            </a:ln>
          </p:spPr>
        </p:sp>
        <p:sp>
          <p:nvSpPr>
            <p:cNvPr id="3902" name="Candidate_receptor__3901">
              <a:extLst>
                <a:ext uri="{FF2B5EF4-FFF2-40B4-BE49-F238E27FC236}">
                  <a16:creationId xmlns:a16="http://schemas.microsoft.com/office/drawing/2014/main" id="{A649F5AE-2511-40AC-1D1A-7771008633D5}"/>
                </a:ext>
              </a:extLst>
            </p:cNvPr>
            <p:cNvSpPr>
              <a:spLocks noGrp="1"/>
            </p:cNvSpPr>
            <p:nvPr/>
          </p:nvSpPr>
          <p:spPr>
            <a:xfrm>
              <a:off x="4251139" y="2900837"/>
              <a:ext cx="91777" cy="19487"/>
            </a:xfrm>
            <a:custGeom>
              <a:avLst/>
              <a:gdLst/>
              <a:ahLst/>
              <a:cxnLst/>
              <a:rect l="0" t="0" r="0" b="0"/>
              <a:pathLst>
                <a:path w="91777" h="19487">
                  <a:moveTo>
                    <a:pt x="0" y="19487"/>
                  </a:moveTo>
                  <a:lnTo>
                    <a:pt x="91777" y="0"/>
                  </a:lnTo>
                </a:path>
              </a:pathLst>
            </a:custGeom>
            <a:noFill/>
            <a:ln w="8096">
              <a:solidFill>
                <a:srgbClr val="EBEFF1"/>
              </a:solidFill>
            </a:ln>
          </p:spPr>
        </p:sp>
        <p:sp>
          <p:nvSpPr>
            <p:cNvPr id="3903" name="Candidate_receptor__3902">
              <a:extLst>
                <a:ext uri="{FF2B5EF4-FFF2-40B4-BE49-F238E27FC236}">
                  <a16:creationId xmlns:a16="http://schemas.microsoft.com/office/drawing/2014/main" id="{84BF53CD-094D-B6C1-2A63-1D9E70B250E9}"/>
                </a:ext>
              </a:extLst>
            </p:cNvPr>
            <p:cNvSpPr>
              <a:spLocks noGrp="1"/>
            </p:cNvSpPr>
            <p:nvPr/>
          </p:nvSpPr>
          <p:spPr>
            <a:xfrm>
              <a:off x="3898350" y="2848267"/>
              <a:ext cx="26596" cy="61549"/>
            </a:xfrm>
            <a:custGeom>
              <a:avLst/>
              <a:gdLst/>
              <a:ahLst/>
              <a:cxnLst/>
              <a:rect l="0" t="0" r="0" b="0"/>
              <a:pathLst>
                <a:path w="26596" h="61549">
                  <a:moveTo>
                    <a:pt x="26596" y="0"/>
                  </a:moveTo>
                  <a:lnTo>
                    <a:pt x="0" y="61549"/>
                  </a:lnTo>
                </a:path>
              </a:pathLst>
            </a:custGeom>
            <a:noFill/>
            <a:ln w="20003">
              <a:solidFill>
                <a:srgbClr val="EBEFF1"/>
              </a:solidFill>
            </a:ln>
          </p:spPr>
        </p:sp>
        <p:sp>
          <p:nvSpPr>
            <p:cNvPr id="3904" name="Candidate_receptor__3903">
              <a:extLst>
                <a:ext uri="{FF2B5EF4-FFF2-40B4-BE49-F238E27FC236}">
                  <a16:creationId xmlns:a16="http://schemas.microsoft.com/office/drawing/2014/main" id="{9045224F-1041-2FFC-B9CD-DC3082FEC1D1}"/>
                </a:ext>
              </a:extLst>
            </p:cNvPr>
            <p:cNvSpPr>
              <a:spLocks noGrp="1"/>
            </p:cNvSpPr>
            <p:nvPr/>
          </p:nvSpPr>
          <p:spPr>
            <a:xfrm>
              <a:off x="4934116" y="2743914"/>
              <a:ext cx="2228" cy="62731"/>
            </a:xfrm>
            <a:custGeom>
              <a:avLst/>
              <a:gdLst/>
              <a:ahLst/>
              <a:cxnLst/>
              <a:rect l="0" t="0" r="0" b="0"/>
              <a:pathLst>
                <a:path w="2228" h="62731">
                  <a:moveTo>
                    <a:pt x="0" y="62731"/>
                  </a:moveTo>
                  <a:lnTo>
                    <a:pt x="2228" y="0"/>
                  </a:lnTo>
                </a:path>
              </a:pathLst>
            </a:custGeom>
            <a:noFill/>
            <a:ln w="8096">
              <a:solidFill>
                <a:srgbClr val="EBEFF1"/>
              </a:solidFill>
            </a:ln>
          </p:spPr>
        </p:sp>
        <p:sp>
          <p:nvSpPr>
            <p:cNvPr id="3905" name="Candidate_receptor__3904">
              <a:extLst>
                <a:ext uri="{FF2B5EF4-FFF2-40B4-BE49-F238E27FC236}">
                  <a16:creationId xmlns:a16="http://schemas.microsoft.com/office/drawing/2014/main" id="{AE8CBB8F-602C-2D4A-8D0D-D07E87B281D5}"/>
                </a:ext>
              </a:extLst>
            </p:cNvPr>
            <p:cNvSpPr>
              <a:spLocks noGrp="1"/>
            </p:cNvSpPr>
            <p:nvPr/>
          </p:nvSpPr>
          <p:spPr>
            <a:xfrm>
              <a:off x="4342916" y="2791960"/>
              <a:ext cx="7008" cy="108877"/>
            </a:xfrm>
            <a:custGeom>
              <a:avLst/>
              <a:gdLst/>
              <a:ahLst/>
              <a:cxnLst/>
              <a:rect l="0" t="0" r="0" b="0"/>
              <a:pathLst>
                <a:path w="7008" h="108877">
                  <a:moveTo>
                    <a:pt x="0" y="108877"/>
                  </a:moveTo>
                  <a:lnTo>
                    <a:pt x="7008" y="0"/>
                  </a:lnTo>
                </a:path>
              </a:pathLst>
            </a:custGeom>
            <a:noFill/>
            <a:ln w="8096">
              <a:solidFill>
                <a:srgbClr val="EBEFF1"/>
              </a:solidFill>
            </a:ln>
          </p:spPr>
        </p:sp>
        <p:sp>
          <p:nvSpPr>
            <p:cNvPr id="3906" name="Candidate_receptor__3905">
              <a:extLst>
                <a:ext uri="{FF2B5EF4-FFF2-40B4-BE49-F238E27FC236}">
                  <a16:creationId xmlns:a16="http://schemas.microsoft.com/office/drawing/2014/main" id="{56AD3C53-2B3F-FE0F-2D6A-6B33EC6E73A6}"/>
                </a:ext>
              </a:extLst>
            </p:cNvPr>
            <p:cNvSpPr>
              <a:spLocks noGrp="1"/>
            </p:cNvSpPr>
            <p:nvPr/>
          </p:nvSpPr>
          <p:spPr>
            <a:xfrm>
              <a:off x="4003300" y="3128755"/>
              <a:ext cx="33487" cy="101084"/>
            </a:xfrm>
            <a:custGeom>
              <a:avLst/>
              <a:gdLst/>
              <a:ahLst/>
              <a:cxnLst/>
              <a:rect l="0" t="0" r="0" b="0"/>
              <a:pathLst>
                <a:path w="33487" h="101084">
                  <a:moveTo>
                    <a:pt x="0" y="0"/>
                  </a:moveTo>
                  <a:lnTo>
                    <a:pt x="33487" y="101084"/>
                  </a:lnTo>
                </a:path>
              </a:pathLst>
            </a:custGeom>
            <a:noFill/>
            <a:ln w="8096">
              <a:solidFill>
                <a:srgbClr val="EBEFF1"/>
              </a:solidFill>
            </a:ln>
          </p:spPr>
        </p:sp>
        <p:sp>
          <p:nvSpPr>
            <p:cNvPr id="3907" name="Candidate_receptor__3906">
              <a:extLst>
                <a:ext uri="{FF2B5EF4-FFF2-40B4-BE49-F238E27FC236}">
                  <a16:creationId xmlns:a16="http://schemas.microsoft.com/office/drawing/2014/main" id="{F3428434-1D19-A04A-08B3-6F8EDDFEDF3B}"/>
                </a:ext>
              </a:extLst>
            </p:cNvPr>
            <p:cNvSpPr>
              <a:spLocks noGrp="1"/>
            </p:cNvSpPr>
            <p:nvPr/>
          </p:nvSpPr>
          <p:spPr>
            <a:xfrm>
              <a:off x="5326016" y="3115452"/>
              <a:ext cx="9203" cy="57959"/>
            </a:xfrm>
            <a:custGeom>
              <a:avLst/>
              <a:gdLst/>
              <a:ahLst/>
              <a:cxnLst/>
              <a:rect l="0" t="0" r="0" b="0"/>
              <a:pathLst>
                <a:path w="9203" h="57959">
                  <a:moveTo>
                    <a:pt x="0" y="0"/>
                  </a:moveTo>
                  <a:lnTo>
                    <a:pt x="9203" y="57959"/>
                  </a:lnTo>
                </a:path>
              </a:pathLst>
            </a:custGeom>
            <a:noFill/>
            <a:ln w="20003">
              <a:solidFill>
                <a:srgbClr val="EBEFF1"/>
              </a:solidFill>
            </a:ln>
          </p:spPr>
        </p:sp>
        <p:sp>
          <p:nvSpPr>
            <p:cNvPr id="3908" name="Candidate_receptor__3907">
              <a:extLst>
                <a:ext uri="{FF2B5EF4-FFF2-40B4-BE49-F238E27FC236}">
                  <a16:creationId xmlns:a16="http://schemas.microsoft.com/office/drawing/2014/main" id="{30BF43F0-B9D4-6766-6551-BF3E3DAC801C}"/>
                </a:ext>
              </a:extLst>
            </p:cNvPr>
            <p:cNvSpPr>
              <a:spLocks noGrp="1"/>
            </p:cNvSpPr>
            <p:nvPr/>
          </p:nvSpPr>
          <p:spPr>
            <a:xfrm>
              <a:off x="4890515" y="2948027"/>
              <a:ext cx="77484" cy="36681"/>
            </a:xfrm>
            <a:custGeom>
              <a:avLst/>
              <a:gdLst/>
              <a:ahLst/>
              <a:cxnLst/>
              <a:rect l="0" t="0" r="0" b="0"/>
              <a:pathLst>
                <a:path w="77484" h="36681">
                  <a:moveTo>
                    <a:pt x="0" y="0"/>
                  </a:moveTo>
                  <a:lnTo>
                    <a:pt x="77484" y="36681"/>
                  </a:lnTo>
                </a:path>
              </a:pathLst>
            </a:custGeom>
            <a:noFill/>
            <a:ln w="8096">
              <a:solidFill>
                <a:srgbClr val="ECEFF1"/>
              </a:solidFill>
            </a:ln>
          </p:spPr>
        </p:sp>
        <p:sp>
          <p:nvSpPr>
            <p:cNvPr id="3909" name="Candidate_receptor__3908">
              <a:extLst>
                <a:ext uri="{FF2B5EF4-FFF2-40B4-BE49-F238E27FC236}">
                  <a16:creationId xmlns:a16="http://schemas.microsoft.com/office/drawing/2014/main" id="{69A21F57-169A-4F7C-AE51-C1145AFA7727}"/>
                </a:ext>
              </a:extLst>
            </p:cNvPr>
            <p:cNvSpPr>
              <a:spLocks noGrp="1"/>
            </p:cNvSpPr>
            <p:nvPr/>
          </p:nvSpPr>
          <p:spPr>
            <a:xfrm>
              <a:off x="3772935" y="2826459"/>
              <a:ext cx="47125" cy="3075"/>
            </a:xfrm>
            <a:custGeom>
              <a:avLst/>
              <a:gdLst/>
              <a:ahLst/>
              <a:cxnLst/>
              <a:rect l="0" t="0" r="0" b="0"/>
              <a:pathLst>
                <a:path w="47125" h="3075">
                  <a:moveTo>
                    <a:pt x="47125" y="3075"/>
                  </a:moveTo>
                  <a:lnTo>
                    <a:pt x="0" y="0"/>
                  </a:lnTo>
                </a:path>
              </a:pathLst>
            </a:custGeom>
            <a:noFill/>
            <a:ln w="20003">
              <a:solidFill>
                <a:srgbClr val="ECEFF1"/>
              </a:solidFill>
            </a:ln>
          </p:spPr>
        </p:sp>
        <p:sp>
          <p:nvSpPr>
            <p:cNvPr id="3910" name="Candidate_receptor__3909">
              <a:extLst>
                <a:ext uri="{FF2B5EF4-FFF2-40B4-BE49-F238E27FC236}">
                  <a16:creationId xmlns:a16="http://schemas.microsoft.com/office/drawing/2014/main" id="{4592D74C-FDBB-D79D-EF16-5EA601AC817A}"/>
                </a:ext>
              </a:extLst>
            </p:cNvPr>
            <p:cNvSpPr>
              <a:spLocks noGrp="1"/>
            </p:cNvSpPr>
            <p:nvPr/>
          </p:nvSpPr>
          <p:spPr>
            <a:xfrm>
              <a:off x="4936344" y="2648599"/>
              <a:ext cx="14089" cy="95315"/>
            </a:xfrm>
            <a:custGeom>
              <a:avLst/>
              <a:gdLst/>
              <a:ahLst/>
              <a:cxnLst/>
              <a:rect l="0" t="0" r="0" b="0"/>
              <a:pathLst>
                <a:path w="14089" h="95315">
                  <a:moveTo>
                    <a:pt x="0" y="95315"/>
                  </a:moveTo>
                  <a:lnTo>
                    <a:pt x="14089" y="0"/>
                  </a:lnTo>
                </a:path>
              </a:pathLst>
            </a:custGeom>
            <a:noFill/>
            <a:ln w="8096">
              <a:solidFill>
                <a:srgbClr val="ECEFF1"/>
              </a:solidFill>
            </a:ln>
          </p:spPr>
        </p:sp>
        <p:sp>
          <p:nvSpPr>
            <p:cNvPr id="3911" name="Candidate_receptor__3910">
              <a:extLst>
                <a:ext uri="{FF2B5EF4-FFF2-40B4-BE49-F238E27FC236}">
                  <a16:creationId xmlns:a16="http://schemas.microsoft.com/office/drawing/2014/main" id="{F1AF22E1-8C28-8A04-7D5B-71CD9C438569}"/>
                </a:ext>
              </a:extLst>
            </p:cNvPr>
            <p:cNvSpPr>
              <a:spLocks noGrp="1"/>
            </p:cNvSpPr>
            <p:nvPr/>
          </p:nvSpPr>
          <p:spPr>
            <a:xfrm>
              <a:off x="4083020" y="2720549"/>
              <a:ext cx="29901" cy="29347"/>
            </a:xfrm>
            <a:custGeom>
              <a:avLst/>
              <a:gdLst/>
              <a:ahLst/>
              <a:cxnLst/>
              <a:rect l="0" t="0" r="0" b="0"/>
              <a:pathLst>
                <a:path w="29901" h="29347">
                  <a:moveTo>
                    <a:pt x="29901" y="0"/>
                  </a:moveTo>
                  <a:lnTo>
                    <a:pt x="0" y="29347"/>
                  </a:lnTo>
                </a:path>
              </a:pathLst>
            </a:custGeom>
            <a:noFill/>
            <a:ln w="20003">
              <a:solidFill>
                <a:srgbClr val="ECEFF1"/>
              </a:solidFill>
            </a:ln>
          </p:spPr>
        </p:sp>
        <p:sp>
          <p:nvSpPr>
            <p:cNvPr id="3912" name="Candidate_receptor__3911">
              <a:extLst>
                <a:ext uri="{FF2B5EF4-FFF2-40B4-BE49-F238E27FC236}">
                  <a16:creationId xmlns:a16="http://schemas.microsoft.com/office/drawing/2014/main" id="{1B538516-5831-6AAE-E2F4-507174016023}"/>
                </a:ext>
              </a:extLst>
            </p:cNvPr>
            <p:cNvSpPr>
              <a:spLocks noGrp="1"/>
            </p:cNvSpPr>
            <p:nvPr/>
          </p:nvSpPr>
          <p:spPr>
            <a:xfrm>
              <a:off x="3827452" y="3030315"/>
              <a:ext cx="62622" cy="89503"/>
            </a:xfrm>
            <a:custGeom>
              <a:avLst/>
              <a:gdLst/>
              <a:ahLst/>
              <a:cxnLst/>
              <a:rect l="0" t="0" r="0" b="0"/>
              <a:pathLst>
                <a:path w="62622" h="89503">
                  <a:moveTo>
                    <a:pt x="0" y="0"/>
                  </a:moveTo>
                  <a:lnTo>
                    <a:pt x="62622" y="89503"/>
                  </a:lnTo>
                </a:path>
              </a:pathLst>
            </a:custGeom>
            <a:noFill/>
            <a:ln w="8096">
              <a:solidFill>
                <a:srgbClr val="ECEFF1"/>
              </a:solidFill>
            </a:ln>
          </p:spPr>
        </p:sp>
        <p:sp>
          <p:nvSpPr>
            <p:cNvPr id="3913" name="Candidate_receptor__3912">
              <a:extLst>
                <a:ext uri="{FF2B5EF4-FFF2-40B4-BE49-F238E27FC236}">
                  <a16:creationId xmlns:a16="http://schemas.microsoft.com/office/drawing/2014/main" id="{3697A0E5-C635-C5D4-6463-84610DC36CC9}"/>
                </a:ext>
              </a:extLst>
            </p:cNvPr>
            <p:cNvSpPr>
              <a:spLocks noGrp="1"/>
            </p:cNvSpPr>
            <p:nvPr/>
          </p:nvSpPr>
          <p:spPr>
            <a:xfrm>
              <a:off x="4150495" y="3209820"/>
              <a:ext cx="55273" cy="51543"/>
            </a:xfrm>
            <a:custGeom>
              <a:avLst/>
              <a:gdLst/>
              <a:ahLst/>
              <a:cxnLst/>
              <a:rect l="0" t="0" r="0" b="0"/>
              <a:pathLst>
                <a:path w="55273" h="51543">
                  <a:moveTo>
                    <a:pt x="0" y="0"/>
                  </a:moveTo>
                  <a:lnTo>
                    <a:pt x="55273" y="51543"/>
                  </a:lnTo>
                </a:path>
              </a:pathLst>
            </a:custGeom>
            <a:noFill/>
            <a:ln w="20003">
              <a:solidFill>
                <a:srgbClr val="ECEFF1"/>
              </a:solidFill>
            </a:ln>
          </p:spPr>
        </p:sp>
        <p:sp>
          <p:nvSpPr>
            <p:cNvPr id="3914" name="Candidate_receptor__3913">
              <a:extLst>
                <a:ext uri="{FF2B5EF4-FFF2-40B4-BE49-F238E27FC236}">
                  <a16:creationId xmlns:a16="http://schemas.microsoft.com/office/drawing/2014/main" id="{BA3C60F3-F820-F6D4-4F43-3AFF046F5877}"/>
                </a:ext>
              </a:extLst>
            </p:cNvPr>
            <p:cNvSpPr>
              <a:spLocks noGrp="1"/>
            </p:cNvSpPr>
            <p:nvPr/>
          </p:nvSpPr>
          <p:spPr>
            <a:xfrm>
              <a:off x="4187640" y="2773386"/>
              <a:ext cx="48247" cy="34803"/>
            </a:xfrm>
            <a:custGeom>
              <a:avLst/>
              <a:gdLst/>
              <a:ahLst/>
              <a:cxnLst/>
              <a:rect l="0" t="0" r="0" b="0"/>
              <a:pathLst>
                <a:path w="48247" h="34803">
                  <a:moveTo>
                    <a:pt x="48247" y="0"/>
                  </a:moveTo>
                  <a:lnTo>
                    <a:pt x="0" y="34803"/>
                  </a:lnTo>
                </a:path>
              </a:pathLst>
            </a:custGeom>
            <a:noFill/>
            <a:ln w="20003">
              <a:solidFill>
                <a:srgbClr val="ECEFF1"/>
              </a:solidFill>
            </a:ln>
          </p:spPr>
        </p:sp>
        <p:sp>
          <p:nvSpPr>
            <p:cNvPr id="3915" name="Candidate_receptor__3914">
              <a:extLst>
                <a:ext uri="{FF2B5EF4-FFF2-40B4-BE49-F238E27FC236}">
                  <a16:creationId xmlns:a16="http://schemas.microsoft.com/office/drawing/2014/main" id="{652AF3B0-9BF7-F94F-E5AE-BB7A7F2FEF13}"/>
                </a:ext>
              </a:extLst>
            </p:cNvPr>
            <p:cNvSpPr>
              <a:spLocks noGrp="1"/>
            </p:cNvSpPr>
            <p:nvPr/>
          </p:nvSpPr>
          <p:spPr>
            <a:xfrm>
              <a:off x="3890074" y="3119818"/>
              <a:ext cx="113226" cy="8937"/>
            </a:xfrm>
            <a:custGeom>
              <a:avLst/>
              <a:gdLst/>
              <a:ahLst/>
              <a:cxnLst/>
              <a:rect l="0" t="0" r="0" b="0"/>
              <a:pathLst>
                <a:path w="113226" h="8937">
                  <a:moveTo>
                    <a:pt x="0" y="0"/>
                  </a:moveTo>
                  <a:lnTo>
                    <a:pt x="113226" y="8937"/>
                  </a:lnTo>
                </a:path>
              </a:pathLst>
            </a:custGeom>
            <a:noFill/>
            <a:ln w="8096">
              <a:solidFill>
                <a:srgbClr val="ECEFF1"/>
              </a:solidFill>
            </a:ln>
          </p:spPr>
        </p:sp>
        <p:sp>
          <p:nvSpPr>
            <p:cNvPr id="3916" name="Candidate_receptor__3915">
              <a:extLst>
                <a:ext uri="{FF2B5EF4-FFF2-40B4-BE49-F238E27FC236}">
                  <a16:creationId xmlns:a16="http://schemas.microsoft.com/office/drawing/2014/main" id="{D59DEAF0-471C-4D33-B23F-CCE5728FBCCA}"/>
                </a:ext>
              </a:extLst>
            </p:cNvPr>
            <p:cNvSpPr>
              <a:spLocks noGrp="1"/>
            </p:cNvSpPr>
            <p:nvPr/>
          </p:nvSpPr>
          <p:spPr>
            <a:xfrm>
              <a:off x="5046126" y="2870053"/>
              <a:ext cx="57987" cy="30006"/>
            </a:xfrm>
            <a:custGeom>
              <a:avLst/>
              <a:gdLst/>
              <a:ahLst/>
              <a:cxnLst/>
              <a:rect l="0" t="0" r="0" b="0"/>
              <a:pathLst>
                <a:path w="57987" h="30006">
                  <a:moveTo>
                    <a:pt x="0" y="30006"/>
                  </a:moveTo>
                  <a:lnTo>
                    <a:pt x="57987" y="0"/>
                  </a:lnTo>
                </a:path>
              </a:pathLst>
            </a:custGeom>
            <a:noFill/>
            <a:ln w="20003">
              <a:solidFill>
                <a:srgbClr val="ECEFF1"/>
              </a:solidFill>
            </a:ln>
          </p:spPr>
        </p:sp>
        <p:sp>
          <p:nvSpPr>
            <p:cNvPr id="3917" name="Candidate_receptor__3916">
              <a:extLst>
                <a:ext uri="{FF2B5EF4-FFF2-40B4-BE49-F238E27FC236}">
                  <a16:creationId xmlns:a16="http://schemas.microsoft.com/office/drawing/2014/main" id="{BEE50BBA-AEC7-85FD-AAA4-CC296B2596C1}"/>
                </a:ext>
              </a:extLst>
            </p:cNvPr>
            <p:cNvSpPr>
              <a:spLocks noGrp="1"/>
            </p:cNvSpPr>
            <p:nvPr/>
          </p:nvSpPr>
          <p:spPr>
            <a:xfrm>
              <a:off x="4006758" y="2823790"/>
              <a:ext cx="58290" cy="36172"/>
            </a:xfrm>
            <a:custGeom>
              <a:avLst/>
              <a:gdLst/>
              <a:ahLst/>
              <a:cxnLst/>
              <a:rect l="0" t="0" r="0" b="0"/>
              <a:pathLst>
                <a:path w="58290" h="36172">
                  <a:moveTo>
                    <a:pt x="58290" y="36172"/>
                  </a:moveTo>
                  <a:lnTo>
                    <a:pt x="0" y="0"/>
                  </a:lnTo>
                </a:path>
              </a:pathLst>
            </a:custGeom>
            <a:noFill/>
            <a:ln w="20003">
              <a:solidFill>
                <a:srgbClr val="ECEFF1"/>
              </a:solidFill>
            </a:ln>
          </p:spPr>
        </p:sp>
        <p:sp>
          <p:nvSpPr>
            <p:cNvPr id="3918" name="Candidate_receptor__3917">
              <a:extLst>
                <a:ext uri="{FF2B5EF4-FFF2-40B4-BE49-F238E27FC236}">
                  <a16:creationId xmlns:a16="http://schemas.microsoft.com/office/drawing/2014/main" id="{4131058C-6E48-1678-D2B9-87C8BA9A67D6}"/>
                </a:ext>
              </a:extLst>
            </p:cNvPr>
            <p:cNvSpPr>
              <a:spLocks noGrp="1"/>
            </p:cNvSpPr>
            <p:nvPr/>
          </p:nvSpPr>
          <p:spPr>
            <a:xfrm>
              <a:off x="5241284" y="2832063"/>
              <a:ext cx="27461" cy="27359"/>
            </a:xfrm>
            <a:custGeom>
              <a:avLst/>
              <a:gdLst/>
              <a:ahLst/>
              <a:cxnLst/>
              <a:rect l="0" t="0" r="0" b="0"/>
              <a:pathLst>
                <a:path w="27461" h="27359">
                  <a:moveTo>
                    <a:pt x="27461" y="0"/>
                  </a:moveTo>
                  <a:lnTo>
                    <a:pt x="0" y="27359"/>
                  </a:lnTo>
                </a:path>
              </a:pathLst>
            </a:custGeom>
            <a:noFill/>
            <a:ln w="20003">
              <a:solidFill>
                <a:srgbClr val="ECEFF1"/>
              </a:solidFill>
            </a:ln>
          </p:spPr>
        </p:sp>
        <p:sp>
          <p:nvSpPr>
            <p:cNvPr id="3919" name="Candidate_receptor__3918">
              <a:extLst>
                <a:ext uri="{FF2B5EF4-FFF2-40B4-BE49-F238E27FC236}">
                  <a16:creationId xmlns:a16="http://schemas.microsoft.com/office/drawing/2014/main" id="{8E1F6370-4CA0-AB64-5BB4-C52F850C47F1}"/>
                </a:ext>
              </a:extLst>
            </p:cNvPr>
            <p:cNvSpPr>
              <a:spLocks noGrp="1"/>
            </p:cNvSpPr>
            <p:nvPr/>
          </p:nvSpPr>
          <p:spPr>
            <a:xfrm>
              <a:off x="4793320" y="2948027"/>
              <a:ext cx="97195" cy="58321"/>
            </a:xfrm>
            <a:custGeom>
              <a:avLst/>
              <a:gdLst/>
              <a:ahLst/>
              <a:cxnLst/>
              <a:rect l="0" t="0" r="0" b="0"/>
              <a:pathLst>
                <a:path w="97195" h="58321">
                  <a:moveTo>
                    <a:pt x="0" y="58321"/>
                  </a:moveTo>
                  <a:lnTo>
                    <a:pt x="97195" y="0"/>
                  </a:lnTo>
                </a:path>
              </a:pathLst>
            </a:custGeom>
            <a:noFill/>
            <a:ln w="8096">
              <a:solidFill>
                <a:srgbClr val="ECEFF1"/>
              </a:solidFill>
            </a:ln>
          </p:spPr>
        </p:sp>
        <p:sp>
          <p:nvSpPr>
            <p:cNvPr id="3920" name="Candidate_receptor__3919">
              <a:extLst>
                <a:ext uri="{FF2B5EF4-FFF2-40B4-BE49-F238E27FC236}">
                  <a16:creationId xmlns:a16="http://schemas.microsoft.com/office/drawing/2014/main" id="{6B0B4BBD-CF02-A2FF-4180-92328E479BBB}"/>
                </a:ext>
              </a:extLst>
            </p:cNvPr>
            <p:cNvSpPr>
              <a:spLocks noGrp="1"/>
            </p:cNvSpPr>
            <p:nvPr/>
          </p:nvSpPr>
          <p:spPr>
            <a:xfrm>
              <a:off x="3940501" y="2757517"/>
              <a:ext cx="66258" cy="66273"/>
            </a:xfrm>
            <a:custGeom>
              <a:avLst/>
              <a:gdLst/>
              <a:ahLst/>
              <a:cxnLst/>
              <a:rect l="0" t="0" r="0" b="0"/>
              <a:pathLst>
                <a:path w="66258" h="66273">
                  <a:moveTo>
                    <a:pt x="66258" y="66273"/>
                  </a:moveTo>
                  <a:lnTo>
                    <a:pt x="0" y="0"/>
                  </a:lnTo>
                </a:path>
              </a:pathLst>
            </a:custGeom>
            <a:noFill/>
            <a:ln w="20003">
              <a:solidFill>
                <a:srgbClr val="ECEFF1"/>
              </a:solidFill>
            </a:ln>
          </p:spPr>
        </p:sp>
        <p:sp>
          <p:nvSpPr>
            <p:cNvPr id="3921" name="Candidate_receptor__3920">
              <a:extLst>
                <a:ext uri="{FF2B5EF4-FFF2-40B4-BE49-F238E27FC236}">
                  <a16:creationId xmlns:a16="http://schemas.microsoft.com/office/drawing/2014/main" id="{03DB92EF-952C-4799-DB64-93A6B1473A24}"/>
                </a:ext>
              </a:extLst>
            </p:cNvPr>
            <p:cNvSpPr>
              <a:spLocks noGrp="1"/>
            </p:cNvSpPr>
            <p:nvPr/>
          </p:nvSpPr>
          <p:spPr>
            <a:xfrm>
              <a:off x="5214640" y="3143920"/>
              <a:ext cx="16972" cy="111129"/>
            </a:xfrm>
            <a:custGeom>
              <a:avLst/>
              <a:gdLst/>
              <a:ahLst/>
              <a:cxnLst/>
              <a:rect l="0" t="0" r="0" b="0"/>
              <a:pathLst>
                <a:path w="16972" h="111129">
                  <a:moveTo>
                    <a:pt x="16972" y="111129"/>
                  </a:moveTo>
                  <a:lnTo>
                    <a:pt x="0" y="0"/>
                  </a:lnTo>
                </a:path>
              </a:pathLst>
            </a:custGeom>
            <a:noFill/>
            <a:ln w="20003">
              <a:solidFill>
                <a:srgbClr val="ECEFF1"/>
              </a:solidFill>
            </a:ln>
          </p:spPr>
        </p:sp>
        <p:sp>
          <p:nvSpPr>
            <p:cNvPr id="3922" name="Candidate_receptor__3921">
              <a:extLst>
                <a:ext uri="{FF2B5EF4-FFF2-40B4-BE49-F238E27FC236}">
                  <a16:creationId xmlns:a16="http://schemas.microsoft.com/office/drawing/2014/main" id="{9F0C5D51-8396-28D8-C5D6-51367B881745}"/>
                </a:ext>
              </a:extLst>
            </p:cNvPr>
            <p:cNvSpPr>
              <a:spLocks noGrp="1"/>
            </p:cNvSpPr>
            <p:nvPr/>
          </p:nvSpPr>
          <p:spPr>
            <a:xfrm>
              <a:off x="3820060" y="2829534"/>
              <a:ext cx="78290" cy="80282"/>
            </a:xfrm>
            <a:custGeom>
              <a:avLst/>
              <a:gdLst/>
              <a:ahLst/>
              <a:cxnLst/>
              <a:rect l="0" t="0" r="0" b="0"/>
              <a:pathLst>
                <a:path w="78290" h="80282">
                  <a:moveTo>
                    <a:pt x="78290" y="80282"/>
                  </a:moveTo>
                  <a:lnTo>
                    <a:pt x="0" y="0"/>
                  </a:lnTo>
                </a:path>
              </a:pathLst>
            </a:custGeom>
            <a:noFill/>
            <a:ln w="20003">
              <a:solidFill>
                <a:srgbClr val="ECEFF1"/>
              </a:solidFill>
            </a:ln>
          </p:spPr>
        </p:sp>
        <p:sp>
          <p:nvSpPr>
            <p:cNvPr id="3923" name="Candidate_receptor__3922">
              <a:extLst>
                <a:ext uri="{FF2B5EF4-FFF2-40B4-BE49-F238E27FC236}">
                  <a16:creationId xmlns:a16="http://schemas.microsoft.com/office/drawing/2014/main" id="{272634C1-6CBC-2451-4D89-BACA5F4C14D0}"/>
                </a:ext>
              </a:extLst>
            </p:cNvPr>
            <p:cNvSpPr>
              <a:spLocks noGrp="1"/>
            </p:cNvSpPr>
            <p:nvPr/>
          </p:nvSpPr>
          <p:spPr>
            <a:xfrm>
              <a:off x="5214640" y="3115452"/>
              <a:ext cx="111377" cy="28468"/>
            </a:xfrm>
            <a:custGeom>
              <a:avLst/>
              <a:gdLst/>
              <a:ahLst/>
              <a:cxnLst/>
              <a:rect l="0" t="0" r="0" b="0"/>
              <a:pathLst>
                <a:path w="111377" h="28468">
                  <a:moveTo>
                    <a:pt x="0" y="28468"/>
                  </a:moveTo>
                  <a:lnTo>
                    <a:pt x="111377" y="0"/>
                  </a:lnTo>
                </a:path>
              </a:pathLst>
            </a:custGeom>
            <a:noFill/>
            <a:ln w="20003">
              <a:solidFill>
                <a:srgbClr val="ECEFF1"/>
              </a:solidFill>
            </a:ln>
          </p:spPr>
        </p:sp>
        <p:sp>
          <p:nvSpPr>
            <p:cNvPr id="3924" name="Candidate_receptor__3923">
              <a:extLst>
                <a:ext uri="{FF2B5EF4-FFF2-40B4-BE49-F238E27FC236}">
                  <a16:creationId xmlns:a16="http://schemas.microsoft.com/office/drawing/2014/main" id="{0627B5D1-76AA-36A5-0405-ADCCDEC76A83}"/>
                </a:ext>
              </a:extLst>
            </p:cNvPr>
            <p:cNvSpPr>
              <a:spLocks noGrp="1"/>
            </p:cNvSpPr>
            <p:nvPr/>
          </p:nvSpPr>
          <p:spPr>
            <a:xfrm>
              <a:off x="4112922" y="2720549"/>
              <a:ext cx="74718" cy="87639"/>
            </a:xfrm>
            <a:custGeom>
              <a:avLst/>
              <a:gdLst/>
              <a:ahLst/>
              <a:cxnLst/>
              <a:rect l="0" t="0" r="0" b="0"/>
              <a:pathLst>
                <a:path w="74718" h="87639">
                  <a:moveTo>
                    <a:pt x="74718" y="87639"/>
                  </a:moveTo>
                  <a:lnTo>
                    <a:pt x="0" y="0"/>
                  </a:lnTo>
                </a:path>
              </a:pathLst>
            </a:custGeom>
            <a:noFill/>
            <a:ln w="20003">
              <a:solidFill>
                <a:srgbClr val="ECEFF2"/>
              </a:solidFill>
            </a:ln>
          </p:spPr>
        </p:sp>
        <p:sp>
          <p:nvSpPr>
            <p:cNvPr id="3925" name="Candidate_receptor__3924">
              <a:extLst>
                <a:ext uri="{FF2B5EF4-FFF2-40B4-BE49-F238E27FC236}">
                  <a16:creationId xmlns:a16="http://schemas.microsoft.com/office/drawing/2014/main" id="{DDDB1BB8-A66F-41EA-1F62-CCCEB48EC64B}"/>
                </a:ext>
              </a:extLst>
            </p:cNvPr>
            <p:cNvSpPr>
              <a:spLocks noGrp="1"/>
            </p:cNvSpPr>
            <p:nvPr/>
          </p:nvSpPr>
          <p:spPr>
            <a:xfrm>
              <a:off x="4205768" y="3185506"/>
              <a:ext cx="85260" cy="75857"/>
            </a:xfrm>
            <a:custGeom>
              <a:avLst/>
              <a:gdLst/>
              <a:ahLst/>
              <a:cxnLst/>
              <a:rect l="0" t="0" r="0" b="0"/>
              <a:pathLst>
                <a:path w="85260" h="75857">
                  <a:moveTo>
                    <a:pt x="0" y="75857"/>
                  </a:moveTo>
                  <a:lnTo>
                    <a:pt x="85260" y="0"/>
                  </a:lnTo>
                </a:path>
              </a:pathLst>
            </a:custGeom>
            <a:noFill/>
            <a:ln w="20003">
              <a:solidFill>
                <a:srgbClr val="ECEFF2"/>
              </a:solidFill>
            </a:ln>
          </p:spPr>
        </p:sp>
        <p:sp>
          <p:nvSpPr>
            <p:cNvPr id="3926" name="Candidate_receptor__3925">
              <a:extLst>
                <a:ext uri="{FF2B5EF4-FFF2-40B4-BE49-F238E27FC236}">
                  <a16:creationId xmlns:a16="http://schemas.microsoft.com/office/drawing/2014/main" id="{6E39B21E-D042-4921-9A56-AC6E715DF51F}"/>
                </a:ext>
              </a:extLst>
            </p:cNvPr>
            <p:cNvSpPr>
              <a:spLocks noGrp="1"/>
            </p:cNvSpPr>
            <p:nvPr/>
          </p:nvSpPr>
          <p:spPr>
            <a:xfrm>
              <a:off x="5231611" y="3255049"/>
              <a:ext cx="88380" cy="9148"/>
            </a:xfrm>
            <a:custGeom>
              <a:avLst/>
              <a:gdLst/>
              <a:ahLst/>
              <a:cxnLst/>
              <a:rect l="0" t="0" r="0" b="0"/>
              <a:pathLst>
                <a:path w="88380" h="9148">
                  <a:moveTo>
                    <a:pt x="88380" y="9148"/>
                  </a:moveTo>
                  <a:lnTo>
                    <a:pt x="0" y="0"/>
                  </a:lnTo>
                </a:path>
              </a:pathLst>
            </a:custGeom>
            <a:noFill/>
            <a:ln w="20003">
              <a:solidFill>
                <a:srgbClr val="ECEFF2"/>
              </a:solidFill>
            </a:ln>
          </p:spPr>
        </p:sp>
        <p:sp>
          <p:nvSpPr>
            <p:cNvPr id="3927" name="Candidate_receptor__3926">
              <a:extLst>
                <a:ext uri="{FF2B5EF4-FFF2-40B4-BE49-F238E27FC236}">
                  <a16:creationId xmlns:a16="http://schemas.microsoft.com/office/drawing/2014/main" id="{D4BBE212-2279-80FB-CEE9-D93BCD485C58}"/>
                </a:ext>
              </a:extLst>
            </p:cNvPr>
            <p:cNvSpPr>
              <a:spLocks noGrp="1"/>
            </p:cNvSpPr>
            <p:nvPr/>
          </p:nvSpPr>
          <p:spPr>
            <a:xfrm>
              <a:off x="4216115" y="3098123"/>
              <a:ext cx="74913" cy="87383"/>
            </a:xfrm>
            <a:custGeom>
              <a:avLst/>
              <a:gdLst/>
              <a:ahLst/>
              <a:cxnLst/>
              <a:rect l="0" t="0" r="0" b="0"/>
              <a:pathLst>
                <a:path w="74913" h="87383">
                  <a:moveTo>
                    <a:pt x="74913" y="87383"/>
                  </a:moveTo>
                  <a:lnTo>
                    <a:pt x="0" y="0"/>
                  </a:lnTo>
                </a:path>
              </a:pathLst>
            </a:custGeom>
            <a:noFill/>
            <a:ln w="20003">
              <a:solidFill>
                <a:srgbClr val="ECEFF2"/>
              </a:solidFill>
            </a:ln>
          </p:spPr>
        </p:sp>
        <p:sp>
          <p:nvSpPr>
            <p:cNvPr id="3928" name="Candidate_receptor__3927">
              <a:extLst>
                <a:ext uri="{FF2B5EF4-FFF2-40B4-BE49-F238E27FC236}">
                  <a16:creationId xmlns:a16="http://schemas.microsoft.com/office/drawing/2014/main" id="{08E69EC4-385A-BC10-32AE-0CE86434AC6B}"/>
                </a:ext>
              </a:extLst>
            </p:cNvPr>
            <p:cNvSpPr>
              <a:spLocks noGrp="1"/>
            </p:cNvSpPr>
            <p:nvPr/>
          </p:nvSpPr>
          <p:spPr>
            <a:xfrm>
              <a:off x="5104112" y="2777524"/>
              <a:ext cx="63554" cy="92529"/>
            </a:xfrm>
            <a:custGeom>
              <a:avLst/>
              <a:gdLst/>
              <a:ahLst/>
              <a:cxnLst/>
              <a:rect l="0" t="0" r="0" b="0"/>
              <a:pathLst>
                <a:path w="63554" h="92529">
                  <a:moveTo>
                    <a:pt x="0" y="92529"/>
                  </a:moveTo>
                  <a:lnTo>
                    <a:pt x="63554" y="0"/>
                  </a:lnTo>
                </a:path>
              </a:pathLst>
            </a:custGeom>
            <a:noFill/>
            <a:ln w="20003">
              <a:solidFill>
                <a:srgbClr val="ECEFF2"/>
              </a:solidFill>
            </a:ln>
          </p:spPr>
        </p:sp>
        <p:sp>
          <p:nvSpPr>
            <p:cNvPr id="3929" name="Candidate_receptor__3928">
              <a:extLst>
                <a:ext uri="{FF2B5EF4-FFF2-40B4-BE49-F238E27FC236}">
                  <a16:creationId xmlns:a16="http://schemas.microsoft.com/office/drawing/2014/main" id="{76FB47C5-6716-0DC0-1F84-91C0386D7E50}"/>
                </a:ext>
              </a:extLst>
            </p:cNvPr>
            <p:cNvSpPr>
              <a:spLocks noGrp="1"/>
            </p:cNvSpPr>
            <p:nvPr/>
          </p:nvSpPr>
          <p:spPr>
            <a:xfrm>
              <a:off x="5167666" y="2777524"/>
              <a:ext cx="101078" cy="54539"/>
            </a:xfrm>
            <a:custGeom>
              <a:avLst/>
              <a:gdLst/>
              <a:ahLst/>
              <a:cxnLst/>
              <a:rect l="0" t="0" r="0" b="0"/>
              <a:pathLst>
                <a:path w="101078" h="54539">
                  <a:moveTo>
                    <a:pt x="0" y="0"/>
                  </a:moveTo>
                  <a:lnTo>
                    <a:pt x="101078" y="54539"/>
                  </a:lnTo>
                </a:path>
              </a:pathLst>
            </a:custGeom>
            <a:noFill/>
            <a:ln w="20003">
              <a:solidFill>
                <a:srgbClr val="ECEFF2"/>
              </a:solidFill>
            </a:ln>
          </p:spPr>
        </p:sp>
        <p:sp>
          <p:nvSpPr>
            <p:cNvPr id="3930" name="Candidate_receptor__3929">
              <a:extLst>
                <a:ext uri="{FF2B5EF4-FFF2-40B4-BE49-F238E27FC236}">
                  <a16:creationId xmlns:a16="http://schemas.microsoft.com/office/drawing/2014/main" id="{1AB3ACBB-6A9A-3F99-DC9F-6C87A265B197}"/>
                </a:ext>
              </a:extLst>
            </p:cNvPr>
            <p:cNvSpPr>
              <a:spLocks noGrp="1"/>
            </p:cNvSpPr>
            <p:nvPr/>
          </p:nvSpPr>
          <p:spPr>
            <a:xfrm>
              <a:off x="4153606" y="3098123"/>
              <a:ext cx="62509" cy="48674"/>
            </a:xfrm>
            <a:custGeom>
              <a:avLst/>
              <a:gdLst/>
              <a:ahLst/>
              <a:cxnLst/>
              <a:rect l="0" t="0" r="0" b="0"/>
              <a:pathLst>
                <a:path w="62509" h="48674">
                  <a:moveTo>
                    <a:pt x="62509" y="0"/>
                  </a:moveTo>
                  <a:lnTo>
                    <a:pt x="0" y="48674"/>
                  </a:lnTo>
                </a:path>
              </a:pathLst>
            </a:custGeom>
            <a:noFill/>
            <a:ln w="20003">
              <a:solidFill>
                <a:srgbClr val="ECEFF2"/>
              </a:solidFill>
            </a:ln>
          </p:spPr>
        </p:sp>
        <p:sp>
          <p:nvSpPr>
            <p:cNvPr id="3931" name="Candidate_receptor__3930">
              <a:extLst>
                <a:ext uri="{FF2B5EF4-FFF2-40B4-BE49-F238E27FC236}">
                  <a16:creationId xmlns:a16="http://schemas.microsoft.com/office/drawing/2014/main" id="{36FED9B0-D364-6FDB-55A8-CB592688A32F}"/>
                </a:ext>
              </a:extLst>
            </p:cNvPr>
            <p:cNvSpPr>
              <a:spLocks noGrp="1"/>
            </p:cNvSpPr>
            <p:nvPr/>
          </p:nvSpPr>
          <p:spPr>
            <a:xfrm>
              <a:off x="5266933" y="3205219"/>
              <a:ext cx="53058" cy="58978"/>
            </a:xfrm>
            <a:custGeom>
              <a:avLst/>
              <a:gdLst/>
              <a:ahLst/>
              <a:cxnLst/>
              <a:rect l="0" t="0" r="0" b="0"/>
              <a:pathLst>
                <a:path w="53058" h="58978">
                  <a:moveTo>
                    <a:pt x="0" y="0"/>
                  </a:moveTo>
                  <a:lnTo>
                    <a:pt x="53058" y="58978"/>
                  </a:lnTo>
                </a:path>
              </a:pathLst>
            </a:custGeom>
            <a:noFill/>
            <a:ln w="20003">
              <a:solidFill>
                <a:srgbClr val="EDF0F2"/>
              </a:solidFill>
            </a:ln>
          </p:spPr>
        </p:sp>
        <p:sp>
          <p:nvSpPr>
            <p:cNvPr id="3932" name="Candidate_receptor__3931">
              <a:extLst>
                <a:ext uri="{FF2B5EF4-FFF2-40B4-BE49-F238E27FC236}">
                  <a16:creationId xmlns:a16="http://schemas.microsoft.com/office/drawing/2014/main" id="{A9716A69-658D-6B25-5BC1-270A8E313E79}"/>
                </a:ext>
              </a:extLst>
            </p:cNvPr>
            <p:cNvSpPr>
              <a:spLocks noGrp="1"/>
            </p:cNvSpPr>
            <p:nvPr/>
          </p:nvSpPr>
          <p:spPr>
            <a:xfrm>
              <a:off x="4153606" y="3146798"/>
              <a:ext cx="98419" cy="16470"/>
            </a:xfrm>
            <a:custGeom>
              <a:avLst/>
              <a:gdLst/>
              <a:ahLst/>
              <a:cxnLst/>
              <a:rect l="0" t="0" r="0" b="0"/>
              <a:pathLst>
                <a:path w="98419" h="16470">
                  <a:moveTo>
                    <a:pt x="0" y="0"/>
                  </a:moveTo>
                  <a:lnTo>
                    <a:pt x="98419" y="16470"/>
                  </a:lnTo>
                </a:path>
              </a:pathLst>
            </a:custGeom>
            <a:noFill/>
            <a:ln w="20003">
              <a:solidFill>
                <a:srgbClr val="EDF0F2"/>
              </a:solidFill>
            </a:ln>
          </p:spPr>
        </p:sp>
        <p:sp>
          <p:nvSpPr>
            <p:cNvPr id="3933" name="Candidate_receptor__3932">
              <a:extLst>
                <a:ext uri="{FF2B5EF4-FFF2-40B4-BE49-F238E27FC236}">
                  <a16:creationId xmlns:a16="http://schemas.microsoft.com/office/drawing/2014/main" id="{9B6ED684-9768-BAF4-C7E6-56364E9EECB2}"/>
                </a:ext>
              </a:extLst>
            </p:cNvPr>
            <p:cNvSpPr>
              <a:spLocks noGrp="1"/>
            </p:cNvSpPr>
            <p:nvPr/>
          </p:nvSpPr>
          <p:spPr>
            <a:xfrm>
              <a:off x="5175879" y="3205219"/>
              <a:ext cx="91055" cy="69640"/>
            </a:xfrm>
            <a:custGeom>
              <a:avLst/>
              <a:gdLst/>
              <a:ahLst/>
              <a:cxnLst/>
              <a:rect l="0" t="0" r="0" b="0"/>
              <a:pathLst>
                <a:path w="91055" h="69640">
                  <a:moveTo>
                    <a:pt x="0" y="69640"/>
                  </a:moveTo>
                  <a:lnTo>
                    <a:pt x="91055" y="0"/>
                  </a:lnTo>
                </a:path>
              </a:pathLst>
            </a:custGeom>
            <a:noFill/>
            <a:ln w="20003">
              <a:solidFill>
                <a:srgbClr val="EDF0F2"/>
              </a:solidFill>
            </a:ln>
          </p:spPr>
        </p:sp>
        <p:sp>
          <p:nvSpPr>
            <p:cNvPr id="3934" name="Candidate_receptor__3933">
              <a:extLst>
                <a:ext uri="{FF2B5EF4-FFF2-40B4-BE49-F238E27FC236}">
                  <a16:creationId xmlns:a16="http://schemas.microsoft.com/office/drawing/2014/main" id="{BFE1D2B5-20BC-5294-A7F6-71B1192991D7}"/>
                </a:ext>
              </a:extLst>
            </p:cNvPr>
            <p:cNvSpPr>
              <a:spLocks noGrp="1"/>
            </p:cNvSpPr>
            <p:nvPr/>
          </p:nvSpPr>
          <p:spPr>
            <a:xfrm>
              <a:off x="5175879" y="3274859"/>
              <a:ext cx="69726" cy="91188"/>
            </a:xfrm>
            <a:custGeom>
              <a:avLst/>
              <a:gdLst/>
              <a:ahLst/>
              <a:cxnLst/>
              <a:rect l="0" t="0" r="0" b="0"/>
              <a:pathLst>
                <a:path w="69726" h="91188">
                  <a:moveTo>
                    <a:pt x="69726" y="91188"/>
                  </a:moveTo>
                  <a:lnTo>
                    <a:pt x="0" y="0"/>
                  </a:lnTo>
                </a:path>
              </a:pathLst>
            </a:custGeom>
            <a:noFill/>
            <a:ln w="20003">
              <a:solidFill>
                <a:srgbClr val="EDF0F2"/>
              </a:solidFill>
            </a:ln>
          </p:spPr>
        </p:sp>
        <p:sp>
          <p:nvSpPr>
            <p:cNvPr id="3935" name="Candidate_receptor__3934">
              <a:extLst>
                <a:ext uri="{FF2B5EF4-FFF2-40B4-BE49-F238E27FC236}">
                  <a16:creationId xmlns:a16="http://schemas.microsoft.com/office/drawing/2014/main" id="{43EC57FC-E570-35BD-AC04-114490BC89E1}"/>
                </a:ext>
              </a:extLst>
            </p:cNvPr>
            <p:cNvSpPr>
              <a:spLocks noGrp="1"/>
            </p:cNvSpPr>
            <p:nvPr/>
          </p:nvSpPr>
          <p:spPr>
            <a:xfrm>
              <a:off x="4252025" y="3051927"/>
              <a:ext cx="29894" cy="111341"/>
            </a:xfrm>
            <a:custGeom>
              <a:avLst/>
              <a:gdLst/>
              <a:ahLst/>
              <a:cxnLst/>
              <a:rect l="0" t="0" r="0" b="0"/>
              <a:pathLst>
                <a:path w="29894" h="111341">
                  <a:moveTo>
                    <a:pt x="0" y="111341"/>
                  </a:moveTo>
                  <a:lnTo>
                    <a:pt x="29894" y="0"/>
                  </a:lnTo>
                </a:path>
              </a:pathLst>
            </a:custGeom>
            <a:noFill/>
            <a:ln w="20003">
              <a:solidFill>
                <a:srgbClr val="EDF0F2"/>
              </a:solidFill>
            </a:ln>
          </p:spPr>
        </p:sp>
        <p:sp>
          <p:nvSpPr>
            <p:cNvPr id="3936" name="Candidate_receptor__3935">
              <a:extLst>
                <a:ext uri="{FF2B5EF4-FFF2-40B4-BE49-F238E27FC236}">
                  <a16:creationId xmlns:a16="http://schemas.microsoft.com/office/drawing/2014/main" id="{C02E3F39-58D9-DB21-4DBE-F5ECE7DEEB0E}"/>
                </a:ext>
              </a:extLst>
            </p:cNvPr>
            <p:cNvSpPr>
              <a:spLocks noGrp="1"/>
            </p:cNvSpPr>
            <p:nvPr/>
          </p:nvSpPr>
          <p:spPr>
            <a:xfrm>
              <a:off x="4182436" y="3017153"/>
              <a:ext cx="99483" cy="34774"/>
            </a:xfrm>
            <a:custGeom>
              <a:avLst/>
              <a:gdLst/>
              <a:ahLst/>
              <a:cxnLst/>
              <a:rect l="0" t="0" r="0" b="0"/>
              <a:pathLst>
                <a:path w="99483" h="34774">
                  <a:moveTo>
                    <a:pt x="99483" y="34774"/>
                  </a:moveTo>
                  <a:lnTo>
                    <a:pt x="0" y="0"/>
                  </a:lnTo>
                </a:path>
              </a:pathLst>
            </a:custGeom>
            <a:noFill/>
            <a:ln w="20003">
              <a:solidFill>
                <a:srgbClr val="EDF0F3"/>
              </a:solidFill>
            </a:ln>
          </p:spPr>
        </p:sp>
        <p:sp>
          <p:nvSpPr>
            <p:cNvPr id="3937" name="Candidate_receptor__3936">
              <a:extLst>
                <a:ext uri="{FF2B5EF4-FFF2-40B4-BE49-F238E27FC236}">
                  <a16:creationId xmlns:a16="http://schemas.microsoft.com/office/drawing/2014/main" id="{94CDACA0-9853-01A8-4280-718EDC6A36E1}"/>
                </a:ext>
              </a:extLst>
            </p:cNvPr>
            <p:cNvSpPr>
              <a:spLocks noGrp="1"/>
            </p:cNvSpPr>
            <p:nvPr/>
          </p:nvSpPr>
          <p:spPr>
            <a:xfrm>
              <a:off x="5245605" y="3355075"/>
              <a:ext cx="29656" cy="10973"/>
            </a:xfrm>
            <a:custGeom>
              <a:avLst/>
              <a:gdLst/>
              <a:ahLst/>
              <a:cxnLst/>
              <a:rect l="0" t="0" r="0" b="0"/>
              <a:pathLst>
                <a:path w="29656" h="10973">
                  <a:moveTo>
                    <a:pt x="29656" y="0"/>
                  </a:moveTo>
                  <a:lnTo>
                    <a:pt x="0" y="10973"/>
                  </a:lnTo>
                </a:path>
              </a:pathLst>
            </a:custGeom>
            <a:noFill/>
            <a:ln w="20003">
              <a:solidFill>
                <a:srgbClr val="EDF0F3"/>
              </a:solidFill>
            </a:ln>
          </p:spPr>
        </p:sp>
        <p:sp>
          <p:nvSpPr>
            <p:cNvPr id="3938" name="Candidate_receptor__3937">
              <a:extLst>
                <a:ext uri="{FF2B5EF4-FFF2-40B4-BE49-F238E27FC236}">
                  <a16:creationId xmlns:a16="http://schemas.microsoft.com/office/drawing/2014/main" id="{B70D6F2E-0B0F-797C-13ED-9EFDACC4B400}"/>
                </a:ext>
              </a:extLst>
            </p:cNvPr>
            <p:cNvSpPr>
              <a:spLocks noGrp="1"/>
            </p:cNvSpPr>
            <p:nvPr/>
          </p:nvSpPr>
          <p:spPr>
            <a:xfrm>
              <a:off x="5110865" y="3312613"/>
              <a:ext cx="66151" cy="79192"/>
            </a:xfrm>
            <a:custGeom>
              <a:avLst/>
              <a:gdLst/>
              <a:ahLst/>
              <a:cxnLst/>
              <a:rect l="0" t="0" r="0" b="0"/>
              <a:pathLst>
                <a:path w="66151" h="79192">
                  <a:moveTo>
                    <a:pt x="0" y="79192"/>
                  </a:moveTo>
                  <a:lnTo>
                    <a:pt x="66151" y="0"/>
                  </a:lnTo>
                </a:path>
              </a:pathLst>
            </a:custGeom>
            <a:noFill/>
            <a:ln w="8096">
              <a:solidFill>
                <a:srgbClr val="EEF1F3"/>
              </a:solidFill>
            </a:ln>
          </p:spPr>
        </p:sp>
        <p:sp>
          <p:nvSpPr>
            <p:cNvPr id="3939" name="Candidate_receptor__3938">
              <a:extLst>
                <a:ext uri="{FF2B5EF4-FFF2-40B4-BE49-F238E27FC236}">
                  <a16:creationId xmlns:a16="http://schemas.microsoft.com/office/drawing/2014/main" id="{7AFE43DD-0E88-12BB-0265-022A823E6446}"/>
                </a:ext>
              </a:extLst>
            </p:cNvPr>
            <p:cNvSpPr>
              <a:spLocks noGrp="1"/>
            </p:cNvSpPr>
            <p:nvPr/>
          </p:nvSpPr>
          <p:spPr>
            <a:xfrm>
              <a:off x="5177016" y="3312613"/>
              <a:ext cx="98245" cy="42462"/>
            </a:xfrm>
            <a:custGeom>
              <a:avLst/>
              <a:gdLst/>
              <a:ahLst/>
              <a:cxnLst/>
              <a:rect l="0" t="0" r="0" b="0"/>
              <a:pathLst>
                <a:path w="98245" h="42462">
                  <a:moveTo>
                    <a:pt x="0" y="0"/>
                  </a:moveTo>
                  <a:lnTo>
                    <a:pt x="98245" y="42462"/>
                  </a:lnTo>
                </a:path>
              </a:pathLst>
            </a:custGeom>
            <a:noFill/>
            <a:ln w="8096">
              <a:solidFill>
                <a:srgbClr val="EEF1F3"/>
              </a:solidFill>
            </a:ln>
          </p:spPr>
        </p:sp>
      </p:grpSp>
      <p:grpSp>
        <p:nvGrpSpPr>
          <p:cNvPr id="6217" name="Candidate_B1">
            <a:extLst>
              <a:ext uri="{FF2B5EF4-FFF2-40B4-BE49-F238E27FC236}">
                <a16:creationId xmlns:a16="http://schemas.microsoft.com/office/drawing/2014/main" id="{EA56F1EE-4299-AE74-E254-1B241AB85B65}"/>
              </a:ext>
            </a:extLst>
          </p:cNvPr>
          <p:cNvGrpSpPr/>
          <p:nvPr/>
        </p:nvGrpSpPr>
        <p:grpSpPr>
          <a:xfrm>
            <a:off x="4545641" y="2002862"/>
            <a:ext cx="134697" cy="203420"/>
            <a:chOff x="4100513" y="2257425"/>
            <a:chExt cx="466725" cy="704850"/>
          </a:xfrm>
        </p:grpSpPr>
        <p:sp>
          <p:nvSpPr>
            <p:cNvPr id="3940" name="Candidate_B1__3939">
              <a:extLst>
                <a:ext uri="{FF2B5EF4-FFF2-40B4-BE49-F238E27FC236}">
                  <a16:creationId xmlns:a16="http://schemas.microsoft.com/office/drawing/2014/main" id="{6C2F8672-424B-D254-F6AF-AB913CFF5046}"/>
                </a:ext>
              </a:extLst>
            </p:cNvPr>
            <p:cNvSpPr>
              <a:spLocks noGrp="1"/>
            </p:cNvSpPr>
            <p:nvPr/>
          </p:nvSpPr>
          <p:spPr>
            <a:xfrm>
              <a:off x="4100513" y="2257425"/>
              <a:ext cx="464774" cy="704850"/>
            </a:xfrm>
            <a:custGeom>
              <a:avLst/>
              <a:gdLst/>
              <a:ahLst/>
              <a:cxnLst/>
              <a:rect l="0" t="0" r="0" b="0"/>
              <a:pathLst>
                <a:path w="464774" h="704850">
                  <a:moveTo>
                    <a:pt x="129832" y="704404"/>
                  </a:moveTo>
                  <a:lnTo>
                    <a:pt x="81983" y="692757"/>
                  </a:lnTo>
                  <a:lnTo>
                    <a:pt x="129832" y="693382"/>
                  </a:lnTo>
                  <a:close/>
                  <a:moveTo>
                    <a:pt x="129832" y="704404"/>
                  </a:moveTo>
                  <a:lnTo>
                    <a:pt x="129832" y="693382"/>
                  </a:lnTo>
                  <a:lnTo>
                    <a:pt x="177681" y="704850"/>
                  </a:lnTo>
                  <a:close/>
                  <a:moveTo>
                    <a:pt x="177681" y="704850"/>
                  </a:moveTo>
                  <a:lnTo>
                    <a:pt x="177681" y="694035"/>
                  </a:lnTo>
                  <a:lnTo>
                    <a:pt x="225530" y="694518"/>
                  </a:lnTo>
                  <a:close/>
                  <a:moveTo>
                    <a:pt x="276610" y="656342"/>
                  </a:moveTo>
                  <a:lnTo>
                    <a:pt x="293701" y="656342"/>
                  </a:lnTo>
                  <a:lnTo>
                    <a:pt x="273379" y="671513"/>
                  </a:lnTo>
                  <a:close/>
                  <a:moveTo>
                    <a:pt x="315843" y="620457"/>
                  </a:moveTo>
                  <a:lnTo>
                    <a:pt x="321227" y="628671"/>
                  </a:lnTo>
                  <a:lnTo>
                    <a:pt x="293701" y="656342"/>
                  </a:lnTo>
                  <a:close/>
                  <a:moveTo>
                    <a:pt x="3309" y="620457"/>
                  </a:moveTo>
                  <a:lnTo>
                    <a:pt x="18540" y="620457"/>
                  </a:lnTo>
                  <a:lnTo>
                    <a:pt x="24946" y="656342"/>
                  </a:lnTo>
                  <a:close/>
                  <a:moveTo>
                    <a:pt x="13874" y="584573"/>
                  </a:moveTo>
                  <a:lnTo>
                    <a:pt x="3309" y="620457"/>
                  </a:lnTo>
                  <a:lnTo>
                    <a:pt x="0" y="584573"/>
                  </a:lnTo>
                  <a:close/>
                  <a:moveTo>
                    <a:pt x="23823" y="548689"/>
                  </a:moveTo>
                  <a:lnTo>
                    <a:pt x="0" y="584573"/>
                  </a:lnTo>
                  <a:lnTo>
                    <a:pt x="10555" y="548689"/>
                  </a:lnTo>
                  <a:close/>
                  <a:moveTo>
                    <a:pt x="355764" y="584573"/>
                  </a:moveTo>
                  <a:lnTo>
                    <a:pt x="328549" y="620457"/>
                  </a:lnTo>
                  <a:lnTo>
                    <a:pt x="347311" y="584573"/>
                  </a:lnTo>
                  <a:close/>
                  <a:moveTo>
                    <a:pt x="355764" y="584573"/>
                  </a:moveTo>
                  <a:lnTo>
                    <a:pt x="347311" y="584573"/>
                  </a:lnTo>
                  <a:lnTo>
                    <a:pt x="369076" y="566498"/>
                  </a:lnTo>
                  <a:close/>
                  <a:moveTo>
                    <a:pt x="10555" y="548689"/>
                  </a:moveTo>
                  <a:lnTo>
                    <a:pt x="32179" y="512805"/>
                  </a:lnTo>
                  <a:lnTo>
                    <a:pt x="23823" y="548689"/>
                  </a:lnTo>
                  <a:close/>
                  <a:moveTo>
                    <a:pt x="377739" y="548689"/>
                  </a:moveTo>
                  <a:lnTo>
                    <a:pt x="382585" y="548689"/>
                  </a:lnTo>
                  <a:lnTo>
                    <a:pt x="369076" y="566498"/>
                  </a:lnTo>
                  <a:close/>
                  <a:moveTo>
                    <a:pt x="407065" y="512805"/>
                  </a:moveTo>
                  <a:lnTo>
                    <a:pt x="382585" y="548689"/>
                  </a:lnTo>
                  <a:lnTo>
                    <a:pt x="405273" y="512805"/>
                  </a:lnTo>
                  <a:close/>
                  <a:moveTo>
                    <a:pt x="43163" y="512805"/>
                  </a:moveTo>
                  <a:lnTo>
                    <a:pt x="34135" y="509993"/>
                  </a:lnTo>
                  <a:lnTo>
                    <a:pt x="54572" y="476921"/>
                  </a:lnTo>
                  <a:close/>
                  <a:moveTo>
                    <a:pt x="407065" y="512805"/>
                  </a:moveTo>
                  <a:lnTo>
                    <a:pt x="405273" y="512805"/>
                  </a:lnTo>
                  <a:lnTo>
                    <a:pt x="416925" y="492776"/>
                  </a:lnTo>
                  <a:close/>
                  <a:moveTo>
                    <a:pt x="77429" y="441036"/>
                  </a:moveTo>
                  <a:lnTo>
                    <a:pt x="54572" y="476921"/>
                  </a:lnTo>
                  <a:lnTo>
                    <a:pt x="71053" y="441036"/>
                  </a:lnTo>
                  <a:close/>
                  <a:moveTo>
                    <a:pt x="424545" y="476921"/>
                  </a:moveTo>
                  <a:lnTo>
                    <a:pt x="425067" y="476921"/>
                  </a:lnTo>
                  <a:lnTo>
                    <a:pt x="416925" y="492776"/>
                  </a:lnTo>
                  <a:close/>
                  <a:moveTo>
                    <a:pt x="433095" y="441036"/>
                  </a:moveTo>
                  <a:lnTo>
                    <a:pt x="425067" y="476921"/>
                  </a:lnTo>
                  <a:lnTo>
                    <a:pt x="432783" y="441036"/>
                  </a:lnTo>
                  <a:close/>
                  <a:moveTo>
                    <a:pt x="71053" y="441036"/>
                  </a:moveTo>
                  <a:lnTo>
                    <a:pt x="77677" y="405152"/>
                  </a:lnTo>
                  <a:lnTo>
                    <a:pt x="77429" y="441036"/>
                  </a:lnTo>
                  <a:close/>
                  <a:moveTo>
                    <a:pt x="430903" y="405152"/>
                  </a:moveTo>
                  <a:lnTo>
                    <a:pt x="433095" y="441036"/>
                  </a:lnTo>
                  <a:lnTo>
                    <a:pt x="429788" y="405152"/>
                  </a:lnTo>
                  <a:close/>
                  <a:moveTo>
                    <a:pt x="421806" y="369268"/>
                  </a:moveTo>
                  <a:lnTo>
                    <a:pt x="430903" y="405152"/>
                  </a:lnTo>
                  <a:lnTo>
                    <a:pt x="418538" y="369268"/>
                  </a:lnTo>
                  <a:close/>
                  <a:moveTo>
                    <a:pt x="416925" y="364720"/>
                  </a:moveTo>
                  <a:lnTo>
                    <a:pt x="416925" y="351482"/>
                  </a:lnTo>
                  <a:lnTo>
                    <a:pt x="421806" y="369268"/>
                  </a:lnTo>
                  <a:close/>
                  <a:moveTo>
                    <a:pt x="416925" y="351482"/>
                  </a:moveTo>
                  <a:lnTo>
                    <a:pt x="416925" y="364720"/>
                  </a:lnTo>
                  <a:lnTo>
                    <a:pt x="412675" y="333384"/>
                  </a:lnTo>
                  <a:close/>
                  <a:moveTo>
                    <a:pt x="65716" y="333384"/>
                  </a:moveTo>
                  <a:lnTo>
                    <a:pt x="77004" y="333384"/>
                  </a:lnTo>
                  <a:lnTo>
                    <a:pt x="74239" y="369268"/>
                  </a:lnTo>
                  <a:close/>
                  <a:moveTo>
                    <a:pt x="71970" y="297499"/>
                  </a:moveTo>
                  <a:lnTo>
                    <a:pt x="65716" y="333384"/>
                  </a:lnTo>
                  <a:lnTo>
                    <a:pt x="59345" y="297499"/>
                  </a:lnTo>
                  <a:close/>
                  <a:moveTo>
                    <a:pt x="409196" y="297499"/>
                  </a:moveTo>
                  <a:lnTo>
                    <a:pt x="412675" y="333384"/>
                  </a:lnTo>
                  <a:lnTo>
                    <a:pt x="400824" y="297499"/>
                  </a:lnTo>
                  <a:close/>
                  <a:moveTo>
                    <a:pt x="73541" y="261615"/>
                  </a:moveTo>
                  <a:lnTo>
                    <a:pt x="59345" y="297499"/>
                  </a:lnTo>
                  <a:lnTo>
                    <a:pt x="60057" y="261615"/>
                  </a:lnTo>
                  <a:close/>
                  <a:moveTo>
                    <a:pt x="412689" y="261615"/>
                  </a:moveTo>
                  <a:lnTo>
                    <a:pt x="409196" y="297499"/>
                  </a:lnTo>
                  <a:lnTo>
                    <a:pt x="402930" y="261615"/>
                  </a:lnTo>
                  <a:close/>
                  <a:moveTo>
                    <a:pt x="60057" y="261615"/>
                  </a:moveTo>
                  <a:lnTo>
                    <a:pt x="69701" y="225731"/>
                  </a:lnTo>
                  <a:lnTo>
                    <a:pt x="73541" y="261615"/>
                  </a:lnTo>
                  <a:close/>
                  <a:moveTo>
                    <a:pt x="414041" y="225731"/>
                  </a:moveTo>
                  <a:lnTo>
                    <a:pt x="416925" y="247369"/>
                  </a:lnTo>
                  <a:lnTo>
                    <a:pt x="412689" y="261615"/>
                  </a:lnTo>
                  <a:close/>
                  <a:moveTo>
                    <a:pt x="83723" y="225731"/>
                  </a:moveTo>
                  <a:lnTo>
                    <a:pt x="81983" y="200163"/>
                  </a:lnTo>
                  <a:lnTo>
                    <a:pt x="86762" y="189847"/>
                  </a:lnTo>
                  <a:close/>
                  <a:moveTo>
                    <a:pt x="116357" y="153963"/>
                  </a:moveTo>
                  <a:lnTo>
                    <a:pt x="86762" y="189847"/>
                  </a:lnTo>
                  <a:lnTo>
                    <a:pt x="105028" y="153963"/>
                  </a:lnTo>
                  <a:close/>
                  <a:moveTo>
                    <a:pt x="442757" y="189847"/>
                  </a:moveTo>
                  <a:lnTo>
                    <a:pt x="424800" y="225731"/>
                  </a:lnTo>
                  <a:lnTo>
                    <a:pt x="433345" y="189847"/>
                  </a:lnTo>
                  <a:close/>
                  <a:moveTo>
                    <a:pt x="458848" y="153963"/>
                  </a:moveTo>
                  <a:lnTo>
                    <a:pt x="442757" y="189847"/>
                  </a:lnTo>
                  <a:lnTo>
                    <a:pt x="450850" y="153963"/>
                  </a:lnTo>
                  <a:close/>
                  <a:moveTo>
                    <a:pt x="105028" y="153963"/>
                  </a:moveTo>
                  <a:lnTo>
                    <a:pt x="123642" y="118079"/>
                  </a:lnTo>
                  <a:lnTo>
                    <a:pt x="116357" y="153963"/>
                  </a:lnTo>
                  <a:close/>
                  <a:moveTo>
                    <a:pt x="459070" y="118079"/>
                  </a:moveTo>
                  <a:lnTo>
                    <a:pt x="464774" y="126234"/>
                  </a:lnTo>
                  <a:lnTo>
                    <a:pt x="458848" y="153963"/>
                  </a:lnTo>
                  <a:close/>
                  <a:moveTo>
                    <a:pt x="133551" y="118079"/>
                  </a:moveTo>
                  <a:lnTo>
                    <a:pt x="129832" y="107319"/>
                  </a:lnTo>
                  <a:lnTo>
                    <a:pt x="144348" y="82194"/>
                  </a:lnTo>
                  <a:close/>
                  <a:moveTo>
                    <a:pt x="144348" y="82194"/>
                  </a:moveTo>
                  <a:lnTo>
                    <a:pt x="175793" y="46310"/>
                  </a:lnTo>
                  <a:lnTo>
                    <a:pt x="153160" y="82194"/>
                  </a:lnTo>
                  <a:close/>
                  <a:moveTo>
                    <a:pt x="436976" y="46310"/>
                  </a:moveTo>
                  <a:lnTo>
                    <a:pt x="461104" y="82194"/>
                  </a:lnTo>
                  <a:lnTo>
                    <a:pt x="427658" y="46310"/>
                  </a:lnTo>
                  <a:close/>
                  <a:moveTo>
                    <a:pt x="225530" y="16032"/>
                  </a:moveTo>
                  <a:lnTo>
                    <a:pt x="225530" y="22216"/>
                  </a:lnTo>
                  <a:lnTo>
                    <a:pt x="177681" y="44751"/>
                  </a:lnTo>
                  <a:close/>
                  <a:moveTo>
                    <a:pt x="225530" y="16032"/>
                  </a:moveTo>
                  <a:lnTo>
                    <a:pt x="244186" y="10426"/>
                  </a:lnTo>
                  <a:lnTo>
                    <a:pt x="264429" y="10426"/>
                  </a:lnTo>
                  <a:close/>
                  <a:moveTo>
                    <a:pt x="369076" y="14233"/>
                  </a:moveTo>
                  <a:lnTo>
                    <a:pt x="374412" y="10426"/>
                  </a:lnTo>
                  <a:lnTo>
                    <a:pt x="416925" y="30615"/>
                  </a:lnTo>
                  <a:close/>
                  <a:moveTo>
                    <a:pt x="416925" y="37902"/>
                  </a:moveTo>
                  <a:lnTo>
                    <a:pt x="416925" y="30615"/>
                  </a:lnTo>
                  <a:lnTo>
                    <a:pt x="436976" y="46310"/>
                  </a:lnTo>
                  <a:close/>
                  <a:moveTo>
                    <a:pt x="273379" y="2397"/>
                  </a:moveTo>
                  <a:lnTo>
                    <a:pt x="264429" y="10426"/>
                  </a:lnTo>
                  <a:lnTo>
                    <a:pt x="244186" y="10426"/>
                  </a:lnTo>
                  <a:close/>
                  <a:moveTo>
                    <a:pt x="321227" y="0"/>
                  </a:moveTo>
                  <a:lnTo>
                    <a:pt x="273379" y="7957"/>
                  </a:lnTo>
                  <a:lnTo>
                    <a:pt x="273379" y="2397"/>
                  </a:lnTo>
                  <a:close/>
                  <a:moveTo>
                    <a:pt x="321227" y="0"/>
                  </a:moveTo>
                  <a:lnTo>
                    <a:pt x="369076" y="8357"/>
                  </a:lnTo>
                  <a:lnTo>
                    <a:pt x="321227" y="5408"/>
                  </a:lnTo>
                  <a:close/>
                  <a:moveTo>
                    <a:pt x="77677" y="405152"/>
                  </a:moveTo>
                  <a:lnTo>
                    <a:pt x="74239" y="369268"/>
                  </a:lnTo>
                  <a:lnTo>
                    <a:pt x="81983" y="369268"/>
                  </a:lnTo>
                  <a:close/>
                  <a:moveTo>
                    <a:pt x="81983" y="200163"/>
                  </a:moveTo>
                  <a:lnTo>
                    <a:pt x="81983" y="225731"/>
                  </a:lnTo>
                  <a:lnTo>
                    <a:pt x="69701" y="225731"/>
                  </a:lnTo>
                  <a:close/>
                </a:path>
              </a:pathLst>
            </a:custGeom>
            <a:solidFill>
              <a:srgbClr val="4FB981"/>
            </a:solidFill>
            <a:ln w="4001">
              <a:solidFill>
                <a:srgbClr val="B0E0C7"/>
              </a:solidFill>
            </a:ln>
          </p:spPr>
        </p:sp>
        <p:sp>
          <p:nvSpPr>
            <p:cNvPr id="3941" name="Candidate_B1__3940">
              <a:extLst>
                <a:ext uri="{FF2B5EF4-FFF2-40B4-BE49-F238E27FC236}">
                  <a16:creationId xmlns:a16="http://schemas.microsoft.com/office/drawing/2014/main" id="{D3A3B3DB-8D6F-EAFB-BD75-8C32FDD61886}"/>
                </a:ext>
              </a:extLst>
            </p:cNvPr>
            <p:cNvSpPr>
              <a:spLocks noGrp="1"/>
            </p:cNvSpPr>
            <p:nvPr/>
          </p:nvSpPr>
          <p:spPr>
            <a:xfrm>
              <a:off x="4125459" y="2265782"/>
              <a:ext cx="441779" cy="686161"/>
            </a:xfrm>
            <a:custGeom>
              <a:avLst/>
              <a:gdLst/>
              <a:ahLst/>
              <a:cxnLst/>
              <a:rect l="0" t="0" r="0" b="0"/>
              <a:pathLst>
                <a:path w="441779" h="686161">
                  <a:moveTo>
                    <a:pt x="9188" y="647984"/>
                  </a:moveTo>
                  <a:lnTo>
                    <a:pt x="55866" y="683868"/>
                  </a:lnTo>
                  <a:lnTo>
                    <a:pt x="9188" y="656150"/>
                  </a:lnTo>
                  <a:close/>
                  <a:moveTo>
                    <a:pt x="9188" y="647984"/>
                  </a:moveTo>
                  <a:lnTo>
                    <a:pt x="57037" y="683868"/>
                  </a:lnTo>
                  <a:lnTo>
                    <a:pt x="55866" y="683868"/>
                  </a:lnTo>
                  <a:close/>
                  <a:moveTo>
                    <a:pt x="205993" y="683868"/>
                  </a:moveTo>
                  <a:lnTo>
                    <a:pt x="200583" y="683868"/>
                  </a:lnTo>
                  <a:lnTo>
                    <a:pt x="248432" y="663156"/>
                  </a:lnTo>
                  <a:close/>
                  <a:moveTo>
                    <a:pt x="439827" y="97478"/>
                  </a:moveTo>
                  <a:lnTo>
                    <a:pt x="439827" y="109721"/>
                  </a:lnTo>
                  <a:lnTo>
                    <a:pt x="436158" y="73837"/>
                  </a:lnTo>
                  <a:close/>
                  <a:moveTo>
                    <a:pt x="55866" y="683868"/>
                  </a:moveTo>
                  <a:lnTo>
                    <a:pt x="57037" y="683868"/>
                  </a:lnTo>
                  <a:lnTo>
                    <a:pt x="57037" y="684400"/>
                  </a:lnTo>
                  <a:close/>
                  <a:moveTo>
                    <a:pt x="205993" y="683868"/>
                  </a:moveTo>
                  <a:lnTo>
                    <a:pt x="200583" y="686161"/>
                  </a:lnTo>
                  <a:lnTo>
                    <a:pt x="200583" y="683868"/>
                  </a:lnTo>
                  <a:close/>
                  <a:moveTo>
                    <a:pt x="0" y="647984"/>
                  </a:moveTo>
                  <a:lnTo>
                    <a:pt x="9188" y="647984"/>
                  </a:lnTo>
                  <a:lnTo>
                    <a:pt x="9188" y="656150"/>
                  </a:lnTo>
                  <a:close/>
                  <a:moveTo>
                    <a:pt x="303603" y="612100"/>
                  </a:moveTo>
                  <a:lnTo>
                    <a:pt x="296281" y="620314"/>
                  </a:lnTo>
                  <a:lnTo>
                    <a:pt x="296281" y="612100"/>
                  </a:lnTo>
                  <a:close/>
                  <a:moveTo>
                    <a:pt x="9188" y="501636"/>
                  </a:moveTo>
                  <a:lnTo>
                    <a:pt x="9188" y="504447"/>
                  </a:lnTo>
                  <a:lnTo>
                    <a:pt x="7232" y="504447"/>
                  </a:lnTo>
                  <a:close/>
                  <a:moveTo>
                    <a:pt x="399853" y="217374"/>
                  </a:moveTo>
                  <a:lnTo>
                    <a:pt x="391978" y="239011"/>
                  </a:lnTo>
                  <a:lnTo>
                    <a:pt x="391978" y="217374"/>
                  </a:lnTo>
                  <a:close/>
                  <a:moveTo>
                    <a:pt x="104886" y="98962"/>
                  </a:moveTo>
                  <a:lnTo>
                    <a:pt x="104886" y="109721"/>
                  </a:lnTo>
                  <a:lnTo>
                    <a:pt x="98696" y="109721"/>
                  </a:lnTo>
                  <a:close/>
                  <a:moveTo>
                    <a:pt x="441779" y="109721"/>
                  </a:moveTo>
                  <a:lnTo>
                    <a:pt x="439827" y="117877"/>
                  </a:lnTo>
                  <a:lnTo>
                    <a:pt x="439827" y="109721"/>
                  </a:lnTo>
                  <a:close/>
                  <a:moveTo>
                    <a:pt x="439827" y="97478"/>
                  </a:moveTo>
                  <a:lnTo>
                    <a:pt x="441779" y="109721"/>
                  </a:lnTo>
                  <a:lnTo>
                    <a:pt x="439827" y="109721"/>
                  </a:lnTo>
                  <a:close/>
                  <a:moveTo>
                    <a:pt x="152735" y="36393"/>
                  </a:moveTo>
                  <a:lnTo>
                    <a:pt x="152735" y="37953"/>
                  </a:lnTo>
                  <a:lnTo>
                    <a:pt x="150847" y="37953"/>
                  </a:lnTo>
                  <a:close/>
                  <a:moveTo>
                    <a:pt x="344130" y="0"/>
                  </a:moveTo>
                  <a:lnTo>
                    <a:pt x="349465" y="2069"/>
                  </a:lnTo>
                  <a:lnTo>
                    <a:pt x="344130" y="2069"/>
                  </a:lnTo>
                  <a:close/>
                  <a:moveTo>
                    <a:pt x="9188" y="501636"/>
                  </a:moveTo>
                  <a:lnTo>
                    <a:pt x="7232" y="504447"/>
                  </a:lnTo>
                  <a:lnTo>
                    <a:pt x="9188" y="504447"/>
                  </a:lnTo>
                  <a:close/>
                  <a:moveTo>
                    <a:pt x="9188" y="501636"/>
                  </a:moveTo>
                  <a:lnTo>
                    <a:pt x="9188" y="504447"/>
                  </a:lnTo>
                  <a:lnTo>
                    <a:pt x="29626" y="468563"/>
                  </a:lnTo>
                  <a:close/>
                  <a:moveTo>
                    <a:pt x="391978" y="360911"/>
                  </a:moveTo>
                  <a:lnTo>
                    <a:pt x="405956" y="396795"/>
                  </a:lnTo>
                  <a:lnTo>
                    <a:pt x="396859" y="360911"/>
                  </a:lnTo>
                  <a:close/>
                  <a:moveTo>
                    <a:pt x="391978" y="360911"/>
                  </a:moveTo>
                  <a:lnTo>
                    <a:pt x="396859" y="360911"/>
                  </a:lnTo>
                  <a:lnTo>
                    <a:pt x="391978" y="343124"/>
                  </a:lnTo>
                  <a:close/>
                  <a:moveTo>
                    <a:pt x="439827" y="117877"/>
                  </a:moveTo>
                  <a:lnTo>
                    <a:pt x="439827" y="109721"/>
                  </a:lnTo>
                  <a:lnTo>
                    <a:pt x="433901" y="145605"/>
                  </a:lnTo>
                  <a:close/>
                  <a:moveTo>
                    <a:pt x="439827" y="109721"/>
                  </a:moveTo>
                  <a:lnTo>
                    <a:pt x="439827" y="117877"/>
                  </a:lnTo>
                  <a:lnTo>
                    <a:pt x="441779" y="109721"/>
                  </a:lnTo>
                  <a:close/>
                  <a:moveTo>
                    <a:pt x="439827" y="109721"/>
                  </a:moveTo>
                  <a:lnTo>
                    <a:pt x="441779" y="109721"/>
                  </a:lnTo>
                  <a:lnTo>
                    <a:pt x="439827" y="97478"/>
                  </a:lnTo>
                  <a:close/>
                  <a:moveTo>
                    <a:pt x="152735" y="36393"/>
                  </a:moveTo>
                  <a:lnTo>
                    <a:pt x="150847" y="37953"/>
                  </a:lnTo>
                  <a:lnTo>
                    <a:pt x="152735" y="37953"/>
                  </a:lnTo>
                  <a:close/>
                  <a:moveTo>
                    <a:pt x="349465" y="2069"/>
                  </a:moveTo>
                  <a:lnTo>
                    <a:pt x="344130" y="2069"/>
                  </a:lnTo>
                  <a:lnTo>
                    <a:pt x="391978" y="22257"/>
                  </a:lnTo>
                  <a:close/>
                  <a:moveTo>
                    <a:pt x="344130" y="2069"/>
                  </a:moveTo>
                  <a:lnTo>
                    <a:pt x="349465" y="2069"/>
                  </a:lnTo>
                  <a:lnTo>
                    <a:pt x="344130" y="0"/>
                  </a:lnTo>
                  <a:close/>
                </a:path>
              </a:pathLst>
            </a:custGeom>
            <a:solidFill>
              <a:srgbClr val="54BA85"/>
            </a:solidFill>
            <a:ln w="4001">
              <a:solidFill>
                <a:srgbClr val="B0E0C7"/>
              </a:solidFill>
            </a:ln>
          </p:spPr>
        </p:sp>
        <p:sp>
          <p:nvSpPr>
            <p:cNvPr id="3942" name="Candidate_B1__3941">
              <a:extLst>
                <a:ext uri="{FF2B5EF4-FFF2-40B4-BE49-F238E27FC236}">
                  <a16:creationId xmlns:a16="http://schemas.microsoft.com/office/drawing/2014/main" id="{4E031F34-FB34-2D6D-7290-77D04AAC85CE}"/>
                </a:ext>
              </a:extLst>
            </p:cNvPr>
            <p:cNvSpPr>
              <a:spLocks noGrp="1"/>
            </p:cNvSpPr>
            <p:nvPr/>
          </p:nvSpPr>
          <p:spPr>
            <a:xfrm>
              <a:off x="4100513" y="2257425"/>
              <a:ext cx="464774" cy="704850"/>
            </a:xfrm>
            <a:custGeom>
              <a:avLst/>
              <a:gdLst/>
              <a:ahLst/>
              <a:cxnLst/>
              <a:rect l="0" t="0" r="0" b="0"/>
              <a:pathLst>
                <a:path w="464774" h="704850">
                  <a:moveTo>
                    <a:pt x="81111" y="692226"/>
                  </a:moveTo>
                  <a:lnTo>
                    <a:pt x="80813" y="692226"/>
                  </a:lnTo>
                  <a:lnTo>
                    <a:pt x="81983" y="692757"/>
                  </a:lnTo>
                  <a:close/>
                  <a:moveTo>
                    <a:pt x="80813" y="692226"/>
                  </a:moveTo>
                  <a:lnTo>
                    <a:pt x="81111" y="692226"/>
                  </a:lnTo>
                  <a:lnTo>
                    <a:pt x="34135" y="664507"/>
                  </a:lnTo>
                  <a:close/>
                  <a:moveTo>
                    <a:pt x="81983" y="692757"/>
                  </a:moveTo>
                  <a:lnTo>
                    <a:pt x="129832" y="704404"/>
                  </a:lnTo>
                  <a:lnTo>
                    <a:pt x="129832" y="704255"/>
                  </a:lnTo>
                  <a:close/>
                  <a:moveTo>
                    <a:pt x="129832" y="704404"/>
                  </a:moveTo>
                  <a:lnTo>
                    <a:pt x="177681" y="704850"/>
                  </a:lnTo>
                  <a:lnTo>
                    <a:pt x="177681" y="704643"/>
                  </a:lnTo>
                  <a:close/>
                  <a:moveTo>
                    <a:pt x="177681" y="704850"/>
                  </a:moveTo>
                  <a:lnTo>
                    <a:pt x="225530" y="694518"/>
                  </a:lnTo>
                  <a:lnTo>
                    <a:pt x="225530" y="694155"/>
                  </a:lnTo>
                  <a:close/>
                  <a:moveTo>
                    <a:pt x="230939" y="692226"/>
                  </a:moveTo>
                  <a:lnTo>
                    <a:pt x="225530" y="694155"/>
                  </a:lnTo>
                  <a:lnTo>
                    <a:pt x="225530" y="694518"/>
                  </a:lnTo>
                  <a:close/>
                  <a:moveTo>
                    <a:pt x="230939" y="692226"/>
                  </a:moveTo>
                  <a:lnTo>
                    <a:pt x="273379" y="671513"/>
                  </a:lnTo>
                  <a:lnTo>
                    <a:pt x="273379" y="670495"/>
                  </a:lnTo>
                  <a:close/>
                  <a:moveTo>
                    <a:pt x="25230" y="656342"/>
                  </a:moveTo>
                  <a:lnTo>
                    <a:pt x="24946" y="656342"/>
                  </a:lnTo>
                  <a:lnTo>
                    <a:pt x="34135" y="664507"/>
                  </a:lnTo>
                  <a:close/>
                  <a:moveTo>
                    <a:pt x="3309" y="620457"/>
                  </a:moveTo>
                  <a:lnTo>
                    <a:pt x="24946" y="656342"/>
                  </a:lnTo>
                  <a:lnTo>
                    <a:pt x="25230" y="656342"/>
                  </a:lnTo>
                  <a:close/>
                  <a:moveTo>
                    <a:pt x="293701" y="656342"/>
                  </a:moveTo>
                  <a:lnTo>
                    <a:pt x="273379" y="670495"/>
                  </a:lnTo>
                  <a:lnTo>
                    <a:pt x="273379" y="671513"/>
                  </a:lnTo>
                  <a:close/>
                  <a:moveTo>
                    <a:pt x="293701" y="656342"/>
                  </a:moveTo>
                  <a:lnTo>
                    <a:pt x="321227" y="628671"/>
                  </a:lnTo>
                  <a:lnTo>
                    <a:pt x="321227" y="624629"/>
                  </a:lnTo>
                  <a:close/>
                  <a:moveTo>
                    <a:pt x="0" y="584573"/>
                  </a:moveTo>
                  <a:lnTo>
                    <a:pt x="3309" y="620457"/>
                  </a:lnTo>
                  <a:lnTo>
                    <a:pt x="3743" y="620457"/>
                  </a:lnTo>
                  <a:close/>
                  <a:moveTo>
                    <a:pt x="328549" y="620457"/>
                  </a:moveTo>
                  <a:lnTo>
                    <a:pt x="321227" y="624629"/>
                  </a:lnTo>
                  <a:lnTo>
                    <a:pt x="321227" y="628671"/>
                  </a:lnTo>
                  <a:close/>
                  <a:moveTo>
                    <a:pt x="324727" y="620457"/>
                  </a:moveTo>
                  <a:lnTo>
                    <a:pt x="328549" y="620457"/>
                  </a:lnTo>
                  <a:lnTo>
                    <a:pt x="355764" y="584573"/>
                  </a:lnTo>
                  <a:close/>
                  <a:moveTo>
                    <a:pt x="10555" y="548689"/>
                  </a:moveTo>
                  <a:lnTo>
                    <a:pt x="0" y="584573"/>
                  </a:lnTo>
                  <a:lnTo>
                    <a:pt x="819" y="584573"/>
                  </a:lnTo>
                  <a:close/>
                  <a:moveTo>
                    <a:pt x="355764" y="584573"/>
                  </a:moveTo>
                  <a:lnTo>
                    <a:pt x="369076" y="566498"/>
                  </a:lnTo>
                  <a:lnTo>
                    <a:pt x="369076" y="552501"/>
                  </a:lnTo>
                  <a:close/>
                  <a:moveTo>
                    <a:pt x="32179" y="512805"/>
                  </a:moveTo>
                  <a:lnTo>
                    <a:pt x="34135" y="515715"/>
                  </a:lnTo>
                  <a:lnTo>
                    <a:pt x="34135" y="512805"/>
                  </a:lnTo>
                  <a:close/>
                  <a:moveTo>
                    <a:pt x="10555" y="548689"/>
                  </a:moveTo>
                  <a:lnTo>
                    <a:pt x="12380" y="548689"/>
                  </a:lnTo>
                  <a:lnTo>
                    <a:pt x="32179" y="512805"/>
                  </a:lnTo>
                  <a:close/>
                  <a:moveTo>
                    <a:pt x="382585" y="548689"/>
                  </a:moveTo>
                  <a:lnTo>
                    <a:pt x="369076" y="552501"/>
                  </a:lnTo>
                  <a:lnTo>
                    <a:pt x="369076" y="566498"/>
                  </a:lnTo>
                  <a:close/>
                  <a:moveTo>
                    <a:pt x="371611" y="548689"/>
                  </a:moveTo>
                  <a:lnTo>
                    <a:pt x="382585" y="548689"/>
                  </a:lnTo>
                  <a:lnTo>
                    <a:pt x="407065" y="512805"/>
                  </a:lnTo>
                  <a:close/>
                  <a:moveTo>
                    <a:pt x="54572" y="476921"/>
                  </a:moveTo>
                  <a:lnTo>
                    <a:pt x="34135" y="512805"/>
                  </a:lnTo>
                  <a:lnTo>
                    <a:pt x="36062" y="512805"/>
                  </a:lnTo>
                  <a:close/>
                  <a:moveTo>
                    <a:pt x="416925" y="492776"/>
                  </a:moveTo>
                  <a:lnTo>
                    <a:pt x="416925" y="476921"/>
                  </a:lnTo>
                  <a:lnTo>
                    <a:pt x="407065" y="512805"/>
                  </a:lnTo>
                  <a:close/>
                  <a:moveTo>
                    <a:pt x="407065" y="512805"/>
                  </a:moveTo>
                  <a:lnTo>
                    <a:pt x="416925" y="476921"/>
                  </a:lnTo>
                  <a:lnTo>
                    <a:pt x="410583" y="476921"/>
                  </a:lnTo>
                  <a:close/>
                  <a:moveTo>
                    <a:pt x="71053" y="441036"/>
                  </a:moveTo>
                  <a:lnTo>
                    <a:pt x="54572" y="476921"/>
                  </a:lnTo>
                  <a:lnTo>
                    <a:pt x="61416" y="476921"/>
                  </a:lnTo>
                  <a:close/>
                  <a:moveTo>
                    <a:pt x="416925" y="476921"/>
                  </a:moveTo>
                  <a:lnTo>
                    <a:pt x="416925" y="492776"/>
                  </a:lnTo>
                  <a:lnTo>
                    <a:pt x="425067" y="476921"/>
                  </a:lnTo>
                  <a:close/>
                  <a:moveTo>
                    <a:pt x="425067" y="476921"/>
                  </a:moveTo>
                  <a:lnTo>
                    <a:pt x="416925" y="446747"/>
                  </a:lnTo>
                  <a:lnTo>
                    <a:pt x="416925" y="476921"/>
                  </a:lnTo>
                  <a:close/>
                  <a:moveTo>
                    <a:pt x="433095" y="441036"/>
                  </a:moveTo>
                  <a:lnTo>
                    <a:pt x="418226" y="441036"/>
                  </a:lnTo>
                  <a:lnTo>
                    <a:pt x="425067" y="476921"/>
                  </a:lnTo>
                  <a:close/>
                  <a:moveTo>
                    <a:pt x="77677" y="405152"/>
                  </a:moveTo>
                  <a:lnTo>
                    <a:pt x="81983" y="431635"/>
                  </a:lnTo>
                  <a:lnTo>
                    <a:pt x="81983" y="405152"/>
                  </a:lnTo>
                  <a:close/>
                  <a:moveTo>
                    <a:pt x="71053" y="441036"/>
                  </a:moveTo>
                  <a:lnTo>
                    <a:pt x="80284" y="441036"/>
                  </a:lnTo>
                  <a:lnTo>
                    <a:pt x="77677" y="405152"/>
                  </a:lnTo>
                  <a:close/>
                  <a:moveTo>
                    <a:pt x="433095" y="441036"/>
                  </a:moveTo>
                  <a:lnTo>
                    <a:pt x="430903" y="405152"/>
                  </a:lnTo>
                  <a:lnTo>
                    <a:pt x="418226" y="441036"/>
                  </a:lnTo>
                  <a:close/>
                  <a:moveTo>
                    <a:pt x="77677" y="405152"/>
                  </a:moveTo>
                  <a:lnTo>
                    <a:pt x="81983" y="405152"/>
                  </a:lnTo>
                  <a:lnTo>
                    <a:pt x="80659" y="369268"/>
                  </a:lnTo>
                  <a:close/>
                  <a:moveTo>
                    <a:pt x="74239" y="369268"/>
                  </a:moveTo>
                  <a:lnTo>
                    <a:pt x="77677" y="405152"/>
                  </a:lnTo>
                  <a:lnTo>
                    <a:pt x="80659" y="369268"/>
                  </a:lnTo>
                  <a:close/>
                  <a:moveTo>
                    <a:pt x="416925" y="369268"/>
                  </a:moveTo>
                  <a:lnTo>
                    <a:pt x="416925" y="405152"/>
                  </a:lnTo>
                  <a:lnTo>
                    <a:pt x="430903" y="405152"/>
                  </a:lnTo>
                  <a:close/>
                  <a:moveTo>
                    <a:pt x="65716" y="333384"/>
                  </a:moveTo>
                  <a:lnTo>
                    <a:pt x="74239" y="369268"/>
                  </a:lnTo>
                  <a:lnTo>
                    <a:pt x="80659" y="369268"/>
                  </a:lnTo>
                  <a:close/>
                  <a:moveTo>
                    <a:pt x="416925" y="369268"/>
                  </a:moveTo>
                  <a:lnTo>
                    <a:pt x="416925" y="351482"/>
                  </a:lnTo>
                  <a:lnTo>
                    <a:pt x="410521" y="369268"/>
                  </a:lnTo>
                  <a:close/>
                  <a:moveTo>
                    <a:pt x="410521" y="369268"/>
                  </a:moveTo>
                  <a:lnTo>
                    <a:pt x="416925" y="351482"/>
                  </a:lnTo>
                  <a:lnTo>
                    <a:pt x="412675" y="333384"/>
                  </a:lnTo>
                  <a:close/>
                  <a:moveTo>
                    <a:pt x="59345" y="297499"/>
                  </a:moveTo>
                  <a:lnTo>
                    <a:pt x="65716" y="333384"/>
                  </a:lnTo>
                  <a:lnTo>
                    <a:pt x="69396" y="333384"/>
                  </a:lnTo>
                  <a:close/>
                  <a:moveTo>
                    <a:pt x="404922" y="333384"/>
                  </a:moveTo>
                  <a:lnTo>
                    <a:pt x="412675" y="333384"/>
                  </a:lnTo>
                  <a:lnTo>
                    <a:pt x="409196" y="297499"/>
                  </a:lnTo>
                  <a:close/>
                  <a:moveTo>
                    <a:pt x="60057" y="261615"/>
                  </a:moveTo>
                  <a:lnTo>
                    <a:pt x="59345" y="297499"/>
                  </a:lnTo>
                  <a:lnTo>
                    <a:pt x="61378" y="297499"/>
                  </a:lnTo>
                  <a:close/>
                  <a:moveTo>
                    <a:pt x="403949" y="297499"/>
                  </a:moveTo>
                  <a:lnTo>
                    <a:pt x="409196" y="297499"/>
                  </a:lnTo>
                  <a:lnTo>
                    <a:pt x="412689" y="261615"/>
                  </a:lnTo>
                  <a:close/>
                  <a:moveTo>
                    <a:pt x="69701" y="225731"/>
                  </a:moveTo>
                  <a:lnTo>
                    <a:pt x="60057" y="261615"/>
                  </a:lnTo>
                  <a:lnTo>
                    <a:pt x="61488" y="261615"/>
                  </a:lnTo>
                  <a:close/>
                  <a:moveTo>
                    <a:pt x="412689" y="261615"/>
                  </a:moveTo>
                  <a:lnTo>
                    <a:pt x="416925" y="247369"/>
                  </a:lnTo>
                  <a:lnTo>
                    <a:pt x="416925" y="233344"/>
                  </a:lnTo>
                  <a:close/>
                  <a:moveTo>
                    <a:pt x="81983" y="204397"/>
                  </a:moveTo>
                  <a:lnTo>
                    <a:pt x="81983" y="200163"/>
                  </a:lnTo>
                  <a:lnTo>
                    <a:pt x="69701" y="225731"/>
                  </a:lnTo>
                  <a:close/>
                  <a:moveTo>
                    <a:pt x="81983" y="200163"/>
                  </a:moveTo>
                  <a:lnTo>
                    <a:pt x="81983" y="204397"/>
                  </a:lnTo>
                  <a:lnTo>
                    <a:pt x="86762" y="189847"/>
                  </a:lnTo>
                  <a:close/>
                  <a:moveTo>
                    <a:pt x="424800" y="225731"/>
                  </a:moveTo>
                  <a:lnTo>
                    <a:pt x="416925" y="233344"/>
                  </a:lnTo>
                  <a:lnTo>
                    <a:pt x="416925" y="247369"/>
                  </a:lnTo>
                  <a:close/>
                  <a:moveTo>
                    <a:pt x="419691" y="225731"/>
                  </a:moveTo>
                  <a:lnTo>
                    <a:pt x="424800" y="225731"/>
                  </a:lnTo>
                  <a:lnTo>
                    <a:pt x="442757" y="189847"/>
                  </a:lnTo>
                  <a:close/>
                  <a:moveTo>
                    <a:pt x="105028" y="153963"/>
                  </a:moveTo>
                  <a:lnTo>
                    <a:pt x="86762" y="189847"/>
                  </a:lnTo>
                  <a:lnTo>
                    <a:pt x="89066" y="189847"/>
                  </a:lnTo>
                  <a:close/>
                  <a:moveTo>
                    <a:pt x="437026" y="189847"/>
                  </a:moveTo>
                  <a:lnTo>
                    <a:pt x="442757" y="189847"/>
                  </a:lnTo>
                  <a:lnTo>
                    <a:pt x="458848" y="153963"/>
                  </a:lnTo>
                  <a:close/>
                  <a:moveTo>
                    <a:pt x="123642" y="118079"/>
                  </a:moveTo>
                  <a:lnTo>
                    <a:pt x="105028" y="153963"/>
                  </a:lnTo>
                  <a:lnTo>
                    <a:pt x="108855" y="153963"/>
                  </a:lnTo>
                  <a:close/>
                  <a:moveTo>
                    <a:pt x="458848" y="153963"/>
                  </a:moveTo>
                  <a:lnTo>
                    <a:pt x="464774" y="118079"/>
                  </a:lnTo>
                  <a:lnTo>
                    <a:pt x="459851" y="118079"/>
                  </a:lnTo>
                  <a:close/>
                  <a:moveTo>
                    <a:pt x="129832" y="117132"/>
                  </a:moveTo>
                  <a:lnTo>
                    <a:pt x="129832" y="107319"/>
                  </a:lnTo>
                  <a:lnTo>
                    <a:pt x="123642" y="118079"/>
                  </a:lnTo>
                  <a:close/>
                  <a:moveTo>
                    <a:pt x="129832" y="107319"/>
                  </a:moveTo>
                  <a:lnTo>
                    <a:pt x="129832" y="117132"/>
                  </a:lnTo>
                  <a:lnTo>
                    <a:pt x="144348" y="82194"/>
                  </a:lnTo>
                  <a:close/>
                  <a:moveTo>
                    <a:pt x="464774" y="118079"/>
                  </a:moveTo>
                  <a:lnTo>
                    <a:pt x="464774" y="105835"/>
                  </a:lnTo>
                  <a:lnTo>
                    <a:pt x="459851" y="118079"/>
                  </a:lnTo>
                  <a:close/>
                  <a:moveTo>
                    <a:pt x="459851" y="118079"/>
                  </a:moveTo>
                  <a:lnTo>
                    <a:pt x="464774" y="105835"/>
                  </a:lnTo>
                  <a:lnTo>
                    <a:pt x="461104" y="82194"/>
                  </a:lnTo>
                  <a:close/>
                  <a:moveTo>
                    <a:pt x="175793" y="46310"/>
                  </a:moveTo>
                  <a:lnTo>
                    <a:pt x="177681" y="52589"/>
                  </a:lnTo>
                  <a:lnTo>
                    <a:pt x="177681" y="46310"/>
                  </a:lnTo>
                  <a:close/>
                  <a:moveTo>
                    <a:pt x="144348" y="82194"/>
                  </a:moveTo>
                  <a:lnTo>
                    <a:pt x="151032" y="82194"/>
                  </a:lnTo>
                  <a:lnTo>
                    <a:pt x="175793" y="46310"/>
                  </a:lnTo>
                  <a:close/>
                  <a:moveTo>
                    <a:pt x="453680" y="82194"/>
                  </a:moveTo>
                  <a:lnTo>
                    <a:pt x="461104" y="82194"/>
                  </a:lnTo>
                  <a:lnTo>
                    <a:pt x="436976" y="46310"/>
                  </a:lnTo>
                  <a:close/>
                  <a:moveTo>
                    <a:pt x="177681" y="44751"/>
                  </a:moveTo>
                  <a:lnTo>
                    <a:pt x="177681" y="46310"/>
                  </a:lnTo>
                  <a:lnTo>
                    <a:pt x="225530" y="21863"/>
                  </a:lnTo>
                  <a:close/>
                  <a:moveTo>
                    <a:pt x="225530" y="16032"/>
                  </a:moveTo>
                  <a:lnTo>
                    <a:pt x="177681" y="44751"/>
                  </a:lnTo>
                  <a:lnTo>
                    <a:pt x="225530" y="21863"/>
                  </a:lnTo>
                  <a:close/>
                  <a:moveTo>
                    <a:pt x="225530" y="16032"/>
                  </a:moveTo>
                  <a:lnTo>
                    <a:pt x="225530" y="21863"/>
                  </a:lnTo>
                  <a:lnTo>
                    <a:pt x="244186" y="10426"/>
                  </a:lnTo>
                  <a:close/>
                  <a:moveTo>
                    <a:pt x="416925" y="30615"/>
                  </a:moveTo>
                  <a:lnTo>
                    <a:pt x="427904" y="46310"/>
                  </a:lnTo>
                  <a:lnTo>
                    <a:pt x="436976" y="46310"/>
                  </a:lnTo>
                  <a:close/>
                  <a:moveTo>
                    <a:pt x="416925" y="30615"/>
                  </a:moveTo>
                  <a:lnTo>
                    <a:pt x="369076" y="10426"/>
                  </a:lnTo>
                  <a:lnTo>
                    <a:pt x="369076" y="14121"/>
                  </a:lnTo>
                  <a:close/>
                  <a:moveTo>
                    <a:pt x="273379" y="7803"/>
                  </a:moveTo>
                  <a:lnTo>
                    <a:pt x="273379" y="2397"/>
                  </a:lnTo>
                  <a:lnTo>
                    <a:pt x="244186" y="10426"/>
                  </a:lnTo>
                  <a:close/>
                  <a:moveTo>
                    <a:pt x="321227" y="5298"/>
                  </a:moveTo>
                  <a:lnTo>
                    <a:pt x="321227" y="0"/>
                  </a:lnTo>
                  <a:lnTo>
                    <a:pt x="273379" y="2397"/>
                  </a:lnTo>
                  <a:close/>
                  <a:moveTo>
                    <a:pt x="369076" y="8357"/>
                  </a:moveTo>
                  <a:lnTo>
                    <a:pt x="349932" y="10426"/>
                  </a:lnTo>
                  <a:lnTo>
                    <a:pt x="369076" y="10426"/>
                  </a:lnTo>
                  <a:close/>
                  <a:moveTo>
                    <a:pt x="321227" y="0"/>
                  </a:moveTo>
                  <a:lnTo>
                    <a:pt x="321227" y="5298"/>
                  </a:lnTo>
                  <a:lnTo>
                    <a:pt x="369076" y="8357"/>
                  </a:lnTo>
                  <a:close/>
                </a:path>
              </a:pathLst>
            </a:custGeom>
            <a:solidFill>
              <a:srgbClr val="58BC88"/>
            </a:solidFill>
            <a:ln w="4001">
              <a:solidFill>
                <a:srgbClr val="B0E0C7"/>
              </a:solidFill>
            </a:ln>
          </p:spPr>
        </p:sp>
        <p:sp>
          <p:nvSpPr>
            <p:cNvPr id="3943" name="Candidate_B1__3942">
              <a:extLst>
                <a:ext uri="{FF2B5EF4-FFF2-40B4-BE49-F238E27FC236}">
                  <a16:creationId xmlns:a16="http://schemas.microsoft.com/office/drawing/2014/main" id="{42A80C1B-6613-8E22-5730-C5A6AFCE17AF}"/>
                </a:ext>
              </a:extLst>
            </p:cNvPr>
            <p:cNvSpPr>
              <a:spLocks noGrp="1"/>
            </p:cNvSpPr>
            <p:nvPr/>
          </p:nvSpPr>
          <p:spPr>
            <a:xfrm>
              <a:off x="4100513" y="2259822"/>
              <a:ext cx="461104" cy="702453"/>
            </a:xfrm>
            <a:custGeom>
              <a:avLst/>
              <a:gdLst/>
              <a:ahLst/>
              <a:cxnLst/>
              <a:rect l="0" t="0" r="0" b="0"/>
              <a:pathLst>
                <a:path w="461104" h="702453">
                  <a:moveTo>
                    <a:pt x="81111" y="689829"/>
                  </a:moveTo>
                  <a:lnTo>
                    <a:pt x="81983" y="690360"/>
                  </a:lnTo>
                  <a:lnTo>
                    <a:pt x="81983" y="690225"/>
                  </a:lnTo>
                  <a:close/>
                  <a:moveTo>
                    <a:pt x="81111" y="689829"/>
                  </a:moveTo>
                  <a:lnTo>
                    <a:pt x="34135" y="661872"/>
                  </a:lnTo>
                  <a:lnTo>
                    <a:pt x="34135" y="662110"/>
                  </a:lnTo>
                  <a:close/>
                  <a:moveTo>
                    <a:pt x="81983" y="690225"/>
                  </a:moveTo>
                  <a:lnTo>
                    <a:pt x="81983" y="690360"/>
                  </a:lnTo>
                  <a:lnTo>
                    <a:pt x="129832" y="701858"/>
                  </a:lnTo>
                  <a:close/>
                  <a:moveTo>
                    <a:pt x="129832" y="701858"/>
                  </a:moveTo>
                  <a:lnTo>
                    <a:pt x="129832" y="702007"/>
                  </a:lnTo>
                  <a:lnTo>
                    <a:pt x="177681" y="702246"/>
                  </a:lnTo>
                  <a:close/>
                  <a:moveTo>
                    <a:pt x="177681" y="702246"/>
                  </a:moveTo>
                  <a:lnTo>
                    <a:pt x="177681" y="702453"/>
                  </a:lnTo>
                  <a:lnTo>
                    <a:pt x="225530" y="691758"/>
                  </a:lnTo>
                  <a:close/>
                  <a:moveTo>
                    <a:pt x="230939" y="689829"/>
                  </a:moveTo>
                  <a:lnTo>
                    <a:pt x="230042" y="689829"/>
                  </a:lnTo>
                  <a:lnTo>
                    <a:pt x="225530" y="691758"/>
                  </a:lnTo>
                  <a:close/>
                  <a:moveTo>
                    <a:pt x="230042" y="689829"/>
                  </a:moveTo>
                  <a:lnTo>
                    <a:pt x="230939" y="689829"/>
                  </a:lnTo>
                  <a:lnTo>
                    <a:pt x="273379" y="668098"/>
                  </a:lnTo>
                  <a:close/>
                  <a:moveTo>
                    <a:pt x="25230" y="653944"/>
                  </a:moveTo>
                  <a:lnTo>
                    <a:pt x="34135" y="662110"/>
                  </a:lnTo>
                  <a:lnTo>
                    <a:pt x="34135" y="661872"/>
                  </a:lnTo>
                  <a:close/>
                  <a:moveTo>
                    <a:pt x="3309" y="618060"/>
                  </a:moveTo>
                  <a:lnTo>
                    <a:pt x="25230" y="653944"/>
                  </a:lnTo>
                  <a:lnTo>
                    <a:pt x="3743" y="618060"/>
                  </a:lnTo>
                  <a:close/>
                  <a:moveTo>
                    <a:pt x="293701" y="653944"/>
                  </a:moveTo>
                  <a:lnTo>
                    <a:pt x="291897" y="653944"/>
                  </a:lnTo>
                  <a:lnTo>
                    <a:pt x="273379" y="668098"/>
                  </a:lnTo>
                  <a:close/>
                  <a:moveTo>
                    <a:pt x="291897" y="653944"/>
                  </a:moveTo>
                  <a:lnTo>
                    <a:pt x="293701" y="653944"/>
                  </a:lnTo>
                  <a:lnTo>
                    <a:pt x="321227" y="622232"/>
                  </a:lnTo>
                  <a:close/>
                  <a:moveTo>
                    <a:pt x="0" y="582176"/>
                  </a:moveTo>
                  <a:lnTo>
                    <a:pt x="3743" y="618060"/>
                  </a:lnTo>
                  <a:lnTo>
                    <a:pt x="819" y="582176"/>
                  </a:lnTo>
                  <a:close/>
                  <a:moveTo>
                    <a:pt x="328549" y="618060"/>
                  </a:moveTo>
                  <a:lnTo>
                    <a:pt x="324727" y="618060"/>
                  </a:lnTo>
                  <a:lnTo>
                    <a:pt x="321227" y="622232"/>
                  </a:lnTo>
                  <a:close/>
                  <a:moveTo>
                    <a:pt x="349184" y="582176"/>
                  </a:moveTo>
                  <a:lnTo>
                    <a:pt x="324727" y="618060"/>
                  </a:lnTo>
                  <a:lnTo>
                    <a:pt x="355764" y="582176"/>
                  </a:lnTo>
                  <a:close/>
                  <a:moveTo>
                    <a:pt x="10555" y="546292"/>
                  </a:moveTo>
                  <a:lnTo>
                    <a:pt x="819" y="582176"/>
                  </a:lnTo>
                  <a:lnTo>
                    <a:pt x="12380" y="546292"/>
                  </a:lnTo>
                  <a:close/>
                  <a:moveTo>
                    <a:pt x="349184" y="582176"/>
                  </a:moveTo>
                  <a:lnTo>
                    <a:pt x="355764" y="582176"/>
                  </a:lnTo>
                  <a:lnTo>
                    <a:pt x="369076" y="550104"/>
                  </a:lnTo>
                  <a:close/>
                  <a:moveTo>
                    <a:pt x="12380" y="546292"/>
                  </a:moveTo>
                  <a:lnTo>
                    <a:pt x="34135" y="513318"/>
                  </a:lnTo>
                  <a:lnTo>
                    <a:pt x="32179" y="510408"/>
                  </a:lnTo>
                  <a:close/>
                  <a:moveTo>
                    <a:pt x="382585" y="546292"/>
                  </a:moveTo>
                  <a:lnTo>
                    <a:pt x="371611" y="546292"/>
                  </a:lnTo>
                  <a:lnTo>
                    <a:pt x="369076" y="550104"/>
                  </a:lnTo>
                  <a:close/>
                  <a:moveTo>
                    <a:pt x="394205" y="510408"/>
                  </a:moveTo>
                  <a:lnTo>
                    <a:pt x="371611" y="546292"/>
                  </a:lnTo>
                  <a:lnTo>
                    <a:pt x="407065" y="510408"/>
                  </a:lnTo>
                  <a:close/>
                  <a:moveTo>
                    <a:pt x="54572" y="474523"/>
                  </a:moveTo>
                  <a:lnTo>
                    <a:pt x="36062" y="510408"/>
                  </a:lnTo>
                  <a:lnTo>
                    <a:pt x="61416" y="474523"/>
                  </a:lnTo>
                  <a:close/>
                  <a:moveTo>
                    <a:pt x="34135" y="510408"/>
                  </a:moveTo>
                  <a:lnTo>
                    <a:pt x="34135" y="513318"/>
                  </a:lnTo>
                  <a:lnTo>
                    <a:pt x="36062" y="510408"/>
                  </a:lnTo>
                  <a:close/>
                  <a:moveTo>
                    <a:pt x="407065" y="510408"/>
                  </a:moveTo>
                  <a:lnTo>
                    <a:pt x="410583" y="474523"/>
                  </a:lnTo>
                  <a:lnTo>
                    <a:pt x="394205" y="510408"/>
                  </a:lnTo>
                  <a:close/>
                  <a:moveTo>
                    <a:pt x="71053" y="438639"/>
                  </a:moveTo>
                  <a:lnTo>
                    <a:pt x="61416" y="474523"/>
                  </a:lnTo>
                  <a:lnTo>
                    <a:pt x="80284" y="438639"/>
                  </a:lnTo>
                  <a:close/>
                  <a:moveTo>
                    <a:pt x="418226" y="438639"/>
                  </a:moveTo>
                  <a:lnTo>
                    <a:pt x="416925" y="444350"/>
                  </a:lnTo>
                  <a:lnTo>
                    <a:pt x="425067" y="474523"/>
                  </a:lnTo>
                  <a:close/>
                  <a:moveTo>
                    <a:pt x="410583" y="474523"/>
                  </a:moveTo>
                  <a:lnTo>
                    <a:pt x="416925" y="474523"/>
                  </a:lnTo>
                  <a:lnTo>
                    <a:pt x="416925" y="444350"/>
                  </a:lnTo>
                  <a:close/>
                  <a:moveTo>
                    <a:pt x="80284" y="438639"/>
                  </a:moveTo>
                  <a:lnTo>
                    <a:pt x="81983" y="429238"/>
                  </a:lnTo>
                  <a:lnTo>
                    <a:pt x="77677" y="402755"/>
                  </a:lnTo>
                  <a:close/>
                  <a:moveTo>
                    <a:pt x="418226" y="438639"/>
                  </a:moveTo>
                  <a:lnTo>
                    <a:pt x="416925" y="402755"/>
                  </a:lnTo>
                  <a:lnTo>
                    <a:pt x="416925" y="405792"/>
                  </a:lnTo>
                  <a:close/>
                  <a:moveTo>
                    <a:pt x="430903" y="402755"/>
                  </a:moveTo>
                  <a:lnTo>
                    <a:pt x="416925" y="402755"/>
                  </a:lnTo>
                  <a:lnTo>
                    <a:pt x="418226" y="438639"/>
                  </a:lnTo>
                  <a:close/>
                  <a:moveTo>
                    <a:pt x="80659" y="366871"/>
                  </a:moveTo>
                  <a:lnTo>
                    <a:pt x="81983" y="402755"/>
                  </a:lnTo>
                  <a:lnTo>
                    <a:pt x="81983" y="375237"/>
                  </a:lnTo>
                  <a:close/>
                  <a:moveTo>
                    <a:pt x="81983" y="402755"/>
                  </a:moveTo>
                  <a:lnTo>
                    <a:pt x="85973" y="402755"/>
                  </a:lnTo>
                  <a:lnTo>
                    <a:pt x="81983" y="375237"/>
                  </a:lnTo>
                  <a:close/>
                  <a:moveTo>
                    <a:pt x="81983" y="402755"/>
                  </a:moveTo>
                  <a:lnTo>
                    <a:pt x="81983" y="429238"/>
                  </a:lnTo>
                  <a:lnTo>
                    <a:pt x="85973" y="402755"/>
                  </a:lnTo>
                  <a:close/>
                  <a:moveTo>
                    <a:pt x="416925" y="402755"/>
                  </a:moveTo>
                  <a:lnTo>
                    <a:pt x="416925" y="366871"/>
                  </a:lnTo>
                  <a:lnTo>
                    <a:pt x="416820" y="402755"/>
                  </a:lnTo>
                  <a:close/>
                  <a:moveTo>
                    <a:pt x="416925" y="366871"/>
                  </a:moveTo>
                  <a:lnTo>
                    <a:pt x="410521" y="366871"/>
                  </a:lnTo>
                  <a:lnTo>
                    <a:pt x="416820" y="402755"/>
                  </a:lnTo>
                  <a:close/>
                  <a:moveTo>
                    <a:pt x="416925" y="405792"/>
                  </a:moveTo>
                  <a:lnTo>
                    <a:pt x="416925" y="402755"/>
                  </a:lnTo>
                  <a:lnTo>
                    <a:pt x="416820" y="402755"/>
                  </a:lnTo>
                  <a:close/>
                  <a:moveTo>
                    <a:pt x="65716" y="330987"/>
                  </a:moveTo>
                  <a:lnTo>
                    <a:pt x="80659" y="366871"/>
                  </a:lnTo>
                  <a:lnTo>
                    <a:pt x="69396" y="330987"/>
                  </a:lnTo>
                  <a:close/>
                  <a:moveTo>
                    <a:pt x="410521" y="366871"/>
                  </a:moveTo>
                  <a:lnTo>
                    <a:pt x="412675" y="330987"/>
                  </a:lnTo>
                  <a:lnTo>
                    <a:pt x="404922" y="330987"/>
                  </a:lnTo>
                  <a:close/>
                  <a:moveTo>
                    <a:pt x="59345" y="295102"/>
                  </a:moveTo>
                  <a:lnTo>
                    <a:pt x="69396" y="330987"/>
                  </a:lnTo>
                  <a:lnTo>
                    <a:pt x="61378" y="295102"/>
                  </a:lnTo>
                  <a:close/>
                  <a:moveTo>
                    <a:pt x="403949" y="295102"/>
                  </a:moveTo>
                  <a:lnTo>
                    <a:pt x="404922" y="330987"/>
                  </a:lnTo>
                  <a:lnTo>
                    <a:pt x="409196" y="295102"/>
                  </a:lnTo>
                  <a:close/>
                  <a:moveTo>
                    <a:pt x="60057" y="259218"/>
                  </a:moveTo>
                  <a:lnTo>
                    <a:pt x="61378" y="295102"/>
                  </a:lnTo>
                  <a:lnTo>
                    <a:pt x="61488" y="259218"/>
                  </a:lnTo>
                  <a:close/>
                  <a:moveTo>
                    <a:pt x="408593" y="259218"/>
                  </a:moveTo>
                  <a:lnTo>
                    <a:pt x="403949" y="295102"/>
                  </a:lnTo>
                  <a:lnTo>
                    <a:pt x="412689" y="259218"/>
                  </a:lnTo>
                  <a:close/>
                  <a:moveTo>
                    <a:pt x="69701" y="223334"/>
                  </a:moveTo>
                  <a:lnTo>
                    <a:pt x="61488" y="259218"/>
                  </a:lnTo>
                  <a:lnTo>
                    <a:pt x="71332" y="223334"/>
                  </a:lnTo>
                  <a:close/>
                  <a:moveTo>
                    <a:pt x="408593" y="259218"/>
                  </a:moveTo>
                  <a:lnTo>
                    <a:pt x="412689" y="259218"/>
                  </a:lnTo>
                  <a:lnTo>
                    <a:pt x="416925" y="230947"/>
                  </a:lnTo>
                  <a:close/>
                  <a:moveTo>
                    <a:pt x="81983" y="202000"/>
                  </a:moveTo>
                  <a:lnTo>
                    <a:pt x="69701" y="223334"/>
                  </a:lnTo>
                  <a:lnTo>
                    <a:pt x="71332" y="223334"/>
                  </a:lnTo>
                  <a:close/>
                  <a:moveTo>
                    <a:pt x="81983" y="202000"/>
                  </a:moveTo>
                  <a:lnTo>
                    <a:pt x="89066" y="187450"/>
                  </a:lnTo>
                  <a:lnTo>
                    <a:pt x="86762" y="187450"/>
                  </a:lnTo>
                  <a:close/>
                  <a:moveTo>
                    <a:pt x="424800" y="223334"/>
                  </a:moveTo>
                  <a:lnTo>
                    <a:pt x="419691" y="223334"/>
                  </a:lnTo>
                  <a:lnTo>
                    <a:pt x="416925" y="230947"/>
                  </a:lnTo>
                  <a:close/>
                  <a:moveTo>
                    <a:pt x="437026" y="187450"/>
                  </a:moveTo>
                  <a:lnTo>
                    <a:pt x="419691" y="223334"/>
                  </a:lnTo>
                  <a:lnTo>
                    <a:pt x="442757" y="187450"/>
                  </a:lnTo>
                  <a:close/>
                  <a:moveTo>
                    <a:pt x="105028" y="151566"/>
                  </a:moveTo>
                  <a:lnTo>
                    <a:pt x="89066" y="187450"/>
                  </a:lnTo>
                  <a:lnTo>
                    <a:pt x="108855" y="151566"/>
                  </a:lnTo>
                  <a:close/>
                  <a:moveTo>
                    <a:pt x="452592" y="151566"/>
                  </a:moveTo>
                  <a:lnTo>
                    <a:pt x="437026" y="187450"/>
                  </a:lnTo>
                  <a:lnTo>
                    <a:pt x="458848" y="151566"/>
                  </a:lnTo>
                  <a:close/>
                  <a:moveTo>
                    <a:pt x="123642" y="115681"/>
                  </a:moveTo>
                  <a:lnTo>
                    <a:pt x="108855" y="151566"/>
                  </a:lnTo>
                  <a:lnTo>
                    <a:pt x="129265" y="115681"/>
                  </a:lnTo>
                  <a:close/>
                  <a:moveTo>
                    <a:pt x="458848" y="151566"/>
                  </a:moveTo>
                  <a:lnTo>
                    <a:pt x="459851" y="115681"/>
                  </a:lnTo>
                  <a:lnTo>
                    <a:pt x="452592" y="151566"/>
                  </a:lnTo>
                  <a:close/>
                  <a:moveTo>
                    <a:pt x="129832" y="114735"/>
                  </a:moveTo>
                  <a:lnTo>
                    <a:pt x="123642" y="115681"/>
                  </a:lnTo>
                  <a:lnTo>
                    <a:pt x="129265" y="115681"/>
                  </a:lnTo>
                  <a:close/>
                  <a:moveTo>
                    <a:pt x="129832" y="114735"/>
                  </a:moveTo>
                  <a:lnTo>
                    <a:pt x="151032" y="79797"/>
                  </a:lnTo>
                  <a:lnTo>
                    <a:pt x="144348" y="79797"/>
                  </a:lnTo>
                  <a:close/>
                  <a:moveTo>
                    <a:pt x="459851" y="115681"/>
                  </a:moveTo>
                  <a:lnTo>
                    <a:pt x="461104" y="79797"/>
                  </a:lnTo>
                  <a:lnTo>
                    <a:pt x="453680" y="79797"/>
                  </a:lnTo>
                  <a:close/>
                  <a:moveTo>
                    <a:pt x="151032" y="79797"/>
                  </a:moveTo>
                  <a:lnTo>
                    <a:pt x="177681" y="50192"/>
                  </a:lnTo>
                  <a:lnTo>
                    <a:pt x="175793" y="43913"/>
                  </a:lnTo>
                  <a:close/>
                  <a:moveTo>
                    <a:pt x="427904" y="43913"/>
                  </a:moveTo>
                  <a:lnTo>
                    <a:pt x="453680" y="79797"/>
                  </a:lnTo>
                  <a:lnTo>
                    <a:pt x="436976" y="43913"/>
                  </a:lnTo>
                  <a:close/>
                  <a:moveTo>
                    <a:pt x="225530" y="19466"/>
                  </a:moveTo>
                  <a:lnTo>
                    <a:pt x="177681" y="43913"/>
                  </a:lnTo>
                  <a:lnTo>
                    <a:pt x="185054" y="43913"/>
                  </a:lnTo>
                  <a:close/>
                  <a:moveTo>
                    <a:pt x="177681" y="43913"/>
                  </a:moveTo>
                  <a:lnTo>
                    <a:pt x="177681" y="50192"/>
                  </a:lnTo>
                  <a:lnTo>
                    <a:pt x="185054" y="43913"/>
                  </a:lnTo>
                  <a:close/>
                  <a:moveTo>
                    <a:pt x="225530" y="19466"/>
                  </a:moveTo>
                  <a:lnTo>
                    <a:pt x="263821" y="8029"/>
                  </a:lnTo>
                  <a:lnTo>
                    <a:pt x="244186" y="8029"/>
                  </a:lnTo>
                  <a:close/>
                  <a:moveTo>
                    <a:pt x="416925" y="28218"/>
                  </a:moveTo>
                  <a:lnTo>
                    <a:pt x="416925" y="35323"/>
                  </a:lnTo>
                  <a:lnTo>
                    <a:pt x="427904" y="43913"/>
                  </a:lnTo>
                  <a:close/>
                  <a:moveTo>
                    <a:pt x="416925" y="28218"/>
                  </a:moveTo>
                  <a:lnTo>
                    <a:pt x="369076" y="11724"/>
                  </a:lnTo>
                  <a:lnTo>
                    <a:pt x="416925" y="35323"/>
                  </a:lnTo>
                  <a:close/>
                  <a:moveTo>
                    <a:pt x="273379" y="5405"/>
                  </a:moveTo>
                  <a:lnTo>
                    <a:pt x="244186" y="8029"/>
                  </a:lnTo>
                  <a:lnTo>
                    <a:pt x="263821" y="8029"/>
                  </a:lnTo>
                  <a:close/>
                  <a:moveTo>
                    <a:pt x="321227" y="2901"/>
                  </a:moveTo>
                  <a:lnTo>
                    <a:pt x="273379" y="0"/>
                  </a:lnTo>
                  <a:lnTo>
                    <a:pt x="273379" y="5405"/>
                  </a:lnTo>
                  <a:close/>
                  <a:moveTo>
                    <a:pt x="321227" y="2901"/>
                  </a:moveTo>
                  <a:lnTo>
                    <a:pt x="349932" y="8029"/>
                  </a:lnTo>
                  <a:lnTo>
                    <a:pt x="369076" y="5960"/>
                  </a:lnTo>
                  <a:close/>
                  <a:moveTo>
                    <a:pt x="369076" y="11724"/>
                  </a:moveTo>
                  <a:lnTo>
                    <a:pt x="369076" y="8029"/>
                  </a:lnTo>
                  <a:lnTo>
                    <a:pt x="349932" y="8029"/>
                  </a:lnTo>
                  <a:close/>
                  <a:moveTo>
                    <a:pt x="81111" y="689829"/>
                  </a:moveTo>
                  <a:lnTo>
                    <a:pt x="81983" y="690225"/>
                  </a:lnTo>
                  <a:lnTo>
                    <a:pt x="81983" y="689829"/>
                  </a:lnTo>
                  <a:close/>
                  <a:moveTo>
                    <a:pt x="369076" y="550104"/>
                  </a:moveTo>
                  <a:lnTo>
                    <a:pt x="369076" y="546292"/>
                  </a:lnTo>
                  <a:lnTo>
                    <a:pt x="349184" y="582176"/>
                  </a:lnTo>
                  <a:close/>
                  <a:moveTo>
                    <a:pt x="369076" y="546292"/>
                  </a:moveTo>
                  <a:lnTo>
                    <a:pt x="369076" y="550104"/>
                  </a:lnTo>
                  <a:lnTo>
                    <a:pt x="371611" y="546292"/>
                  </a:lnTo>
                  <a:close/>
                  <a:moveTo>
                    <a:pt x="416925" y="444350"/>
                  </a:moveTo>
                  <a:lnTo>
                    <a:pt x="416925" y="438639"/>
                  </a:lnTo>
                  <a:lnTo>
                    <a:pt x="410583" y="474523"/>
                  </a:lnTo>
                  <a:close/>
                  <a:moveTo>
                    <a:pt x="81983" y="429238"/>
                  </a:moveTo>
                  <a:lnTo>
                    <a:pt x="80284" y="438639"/>
                  </a:lnTo>
                  <a:lnTo>
                    <a:pt x="81983" y="438639"/>
                  </a:lnTo>
                  <a:close/>
                  <a:moveTo>
                    <a:pt x="81983" y="429238"/>
                  </a:moveTo>
                  <a:lnTo>
                    <a:pt x="81983" y="438639"/>
                  </a:lnTo>
                  <a:lnTo>
                    <a:pt x="85973" y="402755"/>
                  </a:lnTo>
                  <a:close/>
                  <a:moveTo>
                    <a:pt x="416925" y="438639"/>
                  </a:moveTo>
                  <a:lnTo>
                    <a:pt x="416925" y="444350"/>
                  </a:lnTo>
                  <a:lnTo>
                    <a:pt x="418226" y="438639"/>
                  </a:lnTo>
                  <a:close/>
                  <a:moveTo>
                    <a:pt x="416925" y="438639"/>
                  </a:moveTo>
                  <a:lnTo>
                    <a:pt x="418226" y="438639"/>
                  </a:lnTo>
                  <a:lnTo>
                    <a:pt x="416925" y="405792"/>
                  </a:lnTo>
                  <a:close/>
                  <a:moveTo>
                    <a:pt x="80659" y="366871"/>
                  </a:moveTo>
                  <a:lnTo>
                    <a:pt x="81983" y="375237"/>
                  </a:lnTo>
                  <a:lnTo>
                    <a:pt x="81983" y="366871"/>
                  </a:lnTo>
                  <a:close/>
                  <a:moveTo>
                    <a:pt x="69396" y="330987"/>
                  </a:moveTo>
                  <a:lnTo>
                    <a:pt x="80659" y="366871"/>
                  </a:lnTo>
                  <a:lnTo>
                    <a:pt x="81983" y="366871"/>
                  </a:lnTo>
                  <a:close/>
                  <a:moveTo>
                    <a:pt x="416925" y="230947"/>
                  </a:moveTo>
                  <a:lnTo>
                    <a:pt x="416925" y="223334"/>
                  </a:lnTo>
                  <a:lnTo>
                    <a:pt x="408593" y="259218"/>
                  </a:lnTo>
                  <a:close/>
                  <a:moveTo>
                    <a:pt x="416925" y="223334"/>
                  </a:moveTo>
                  <a:lnTo>
                    <a:pt x="416925" y="230947"/>
                  </a:lnTo>
                  <a:lnTo>
                    <a:pt x="419691" y="223334"/>
                  </a:lnTo>
                  <a:close/>
                  <a:moveTo>
                    <a:pt x="129832" y="114735"/>
                  </a:moveTo>
                  <a:lnTo>
                    <a:pt x="129265" y="115681"/>
                  </a:lnTo>
                  <a:lnTo>
                    <a:pt x="129832" y="115681"/>
                  </a:lnTo>
                  <a:close/>
                  <a:moveTo>
                    <a:pt x="129832" y="114735"/>
                  </a:moveTo>
                  <a:lnTo>
                    <a:pt x="129832" y="115681"/>
                  </a:lnTo>
                  <a:lnTo>
                    <a:pt x="151032" y="79797"/>
                  </a:lnTo>
                  <a:close/>
                </a:path>
              </a:pathLst>
            </a:custGeom>
            <a:solidFill>
              <a:srgbClr val="5DBE8B"/>
            </a:solidFill>
            <a:ln w="4001">
              <a:solidFill>
                <a:srgbClr val="B0E0C7"/>
              </a:solidFill>
            </a:ln>
          </p:spPr>
        </p:sp>
        <p:sp>
          <p:nvSpPr>
            <p:cNvPr id="3944" name="Candidate_B1__3943">
              <a:extLst>
                <a:ext uri="{FF2B5EF4-FFF2-40B4-BE49-F238E27FC236}">
                  <a16:creationId xmlns:a16="http://schemas.microsoft.com/office/drawing/2014/main" id="{46E02323-0FF8-C410-BAF2-00702896CDEC}"/>
                </a:ext>
              </a:extLst>
            </p:cNvPr>
            <p:cNvSpPr>
              <a:spLocks noGrp="1"/>
            </p:cNvSpPr>
            <p:nvPr/>
          </p:nvSpPr>
          <p:spPr>
            <a:xfrm>
              <a:off x="4101332" y="2262723"/>
              <a:ext cx="459032" cy="699346"/>
            </a:xfrm>
            <a:custGeom>
              <a:avLst/>
              <a:gdLst/>
              <a:ahLst/>
              <a:cxnLst/>
              <a:rect l="0" t="0" r="0" b="0"/>
              <a:pathLst>
                <a:path w="459032" h="699346">
                  <a:moveTo>
                    <a:pt x="33315" y="658971"/>
                  </a:moveTo>
                  <a:lnTo>
                    <a:pt x="80291" y="686928"/>
                  </a:lnTo>
                  <a:lnTo>
                    <a:pt x="44602" y="651044"/>
                  </a:lnTo>
                  <a:close/>
                  <a:moveTo>
                    <a:pt x="81164" y="674101"/>
                  </a:moveTo>
                  <a:lnTo>
                    <a:pt x="80291" y="686928"/>
                  </a:lnTo>
                  <a:lnTo>
                    <a:pt x="81164" y="686928"/>
                  </a:lnTo>
                  <a:close/>
                  <a:moveTo>
                    <a:pt x="81164" y="687324"/>
                  </a:moveTo>
                  <a:lnTo>
                    <a:pt x="126609" y="686928"/>
                  </a:lnTo>
                  <a:lnTo>
                    <a:pt x="81164" y="686928"/>
                  </a:lnTo>
                  <a:close/>
                  <a:moveTo>
                    <a:pt x="129013" y="698957"/>
                  </a:moveTo>
                  <a:lnTo>
                    <a:pt x="129013" y="687513"/>
                  </a:lnTo>
                  <a:lnTo>
                    <a:pt x="81164" y="687324"/>
                  </a:lnTo>
                  <a:close/>
                  <a:moveTo>
                    <a:pt x="129013" y="698957"/>
                  </a:moveTo>
                  <a:lnTo>
                    <a:pt x="176862" y="699346"/>
                  </a:lnTo>
                  <a:lnTo>
                    <a:pt x="176862" y="687943"/>
                  </a:lnTo>
                  <a:close/>
                  <a:moveTo>
                    <a:pt x="224710" y="688858"/>
                  </a:moveTo>
                  <a:lnTo>
                    <a:pt x="224710" y="686928"/>
                  </a:lnTo>
                  <a:lnTo>
                    <a:pt x="176862" y="687943"/>
                  </a:lnTo>
                  <a:close/>
                  <a:moveTo>
                    <a:pt x="176862" y="699346"/>
                  </a:moveTo>
                  <a:lnTo>
                    <a:pt x="224710" y="688858"/>
                  </a:lnTo>
                  <a:lnTo>
                    <a:pt x="176862" y="687943"/>
                  </a:lnTo>
                  <a:close/>
                  <a:moveTo>
                    <a:pt x="224710" y="686928"/>
                  </a:moveTo>
                  <a:lnTo>
                    <a:pt x="224710" y="688858"/>
                  </a:lnTo>
                  <a:lnTo>
                    <a:pt x="229222" y="686928"/>
                  </a:lnTo>
                  <a:close/>
                  <a:moveTo>
                    <a:pt x="224710" y="686928"/>
                  </a:moveTo>
                  <a:lnTo>
                    <a:pt x="272559" y="665197"/>
                  </a:lnTo>
                  <a:lnTo>
                    <a:pt x="224710" y="676276"/>
                  </a:lnTo>
                  <a:close/>
                  <a:moveTo>
                    <a:pt x="229222" y="686928"/>
                  </a:moveTo>
                  <a:lnTo>
                    <a:pt x="272559" y="665197"/>
                  </a:lnTo>
                  <a:lnTo>
                    <a:pt x="224710" y="686928"/>
                  </a:lnTo>
                  <a:close/>
                  <a:moveTo>
                    <a:pt x="24410" y="651044"/>
                  </a:moveTo>
                  <a:lnTo>
                    <a:pt x="33315" y="658971"/>
                  </a:lnTo>
                  <a:lnTo>
                    <a:pt x="33315" y="651044"/>
                  </a:lnTo>
                  <a:close/>
                  <a:moveTo>
                    <a:pt x="2924" y="615160"/>
                  </a:moveTo>
                  <a:lnTo>
                    <a:pt x="24410" y="651044"/>
                  </a:lnTo>
                  <a:lnTo>
                    <a:pt x="19354" y="615160"/>
                  </a:lnTo>
                  <a:close/>
                  <a:moveTo>
                    <a:pt x="272559" y="651044"/>
                  </a:moveTo>
                  <a:lnTo>
                    <a:pt x="272559" y="665197"/>
                  </a:lnTo>
                  <a:lnTo>
                    <a:pt x="291078" y="651044"/>
                  </a:lnTo>
                  <a:close/>
                  <a:moveTo>
                    <a:pt x="272559" y="648972"/>
                  </a:moveTo>
                  <a:lnTo>
                    <a:pt x="320408" y="619331"/>
                  </a:lnTo>
                  <a:lnTo>
                    <a:pt x="320408" y="615160"/>
                  </a:lnTo>
                  <a:close/>
                  <a:moveTo>
                    <a:pt x="291078" y="651044"/>
                  </a:moveTo>
                  <a:lnTo>
                    <a:pt x="320408" y="619331"/>
                  </a:lnTo>
                  <a:lnTo>
                    <a:pt x="272559" y="651044"/>
                  </a:lnTo>
                  <a:close/>
                  <a:moveTo>
                    <a:pt x="0" y="579275"/>
                  </a:moveTo>
                  <a:lnTo>
                    <a:pt x="2924" y="615160"/>
                  </a:lnTo>
                  <a:lnTo>
                    <a:pt x="19354" y="615160"/>
                  </a:lnTo>
                  <a:close/>
                  <a:moveTo>
                    <a:pt x="320408" y="615160"/>
                  </a:moveTo>
                  <a:lnTo>
                    <a:pt x="320408" y="619331"/>
                  </a:lnTo>
                  <a:lnTo>
                    <a:pt x="323907" y="615160"/>
                  </a:lnTo>
                  <a:close/>
                  <a:moveTo>
                    <a:pt x="323907" y="615160"/>
                  </a:moveTo>
                  <a:lnTo>
                    <a:pt x="320408" y="588061"/>
                  </a:lnTo>
                  <a:lnTo>
                    <a:pt x="320408" y="615160"/>
                  </a:lnTo>
                  <a:close/>
                  <a:moveTo>
                    <a:pt x="348364" y="579275"/>
                  </a:moveTo>
                  <a:lnTo>
                    <a:pt x="325696" y="579275"/>
                  </a:lnTo>
                  <a:lnTo>
                    <a:pt x="323907" y="615160"/>
                  </a:lnTo>
                  <a:close/>
                  <a:moveTo>
                    <a:pt x="11560" y="543391"/>
                  </a:moveTo>
                  <a:lnTo>
                    <a:pt x="0" y="579275"/>
                  </a:lnTo>
                  <a:lnTo>
                    <a:pt x="16139" y="579275"/>
                  </a:lnTo>
                  <a:close/>
                  <a:moveTo>
                    <a:pt x="348364" y="579275"/>
                  </a:moveTo>
                  <a:lnTo>
                    <a:pt x="368257" y="543391"/>
                  </a:lnTo>
                  <a:lnTo>
                    <a:pt x="343929" y="543391"/>
                  </a:lnTo>
                  <a:close/>
                  <a:moveTo>
                    <a:pt x="33315" y="538307"/>
                  </a:moveTo>
                  <a:lnTo>
                    <a:pt x="33315" y="510417"/>
                  </a:lnTo>
                  <a:lnTo>
                    <a:pt x="11560" y="543391"/>
                  </a:lnTo>
                  <a:close/>
                  <a:moveTo>
                    <a:pt x="33315" y="510417"/>
                  </a:moveTo>
                  <a:lnTo>
                    <a:pt x="33315" y="538307"/>
                  </a:lnTo>
                  <a:lnTo>
                    <a:pt x="35243" y="507507"/>
                  </a:lnTo>
                  <a:close/>
                  <a:moveTo>
                    <a:pt x="368257" y="507507"/>
                  </a:moveTo>
                  <a:lnTo>
                    <a:pt x="370791" y="543391"/>
                  </a:lnTo>
                  <a:lnTo>
                    <a:pt x="393385" y="507507"/>
                  </a:lnTo>
                  <a:close/>
                  <a:moveTo>
                    <a:pt x="368257" y="507507"/>
                  </a:moveTo>
                  <a:lnTo>
                    <a:pt x="368257" y="543391"/>
                  </a:lnTo>
                  <a:lnTo>
                    <a:pt x="370791" y="543391"/>
                  </a:lnTo>
                  <a:close/>
                  <a:moveTo>
                    <a:pt x="35243" y="507507"/>
                  </a:moveTo>
                  <a:lnTo>
                    <a:pt x="56258" y="507507"/>
                  </a:lnTo>
                  <a:lnTo>
                    <a:pt x="60597" y="471623"/>
                  </a:lnTo>
                  <a:close/>
                  <a:moveTo>
                    <a:pt x="409764" y="471623"/>
                  </a:moveTo>
                  <a:lnTo>
                    <a:pt x="377608" y="471623"/>
                  </a:lnTo>
                  <a:lnTo>
                    <a:pt x="393385" y="507507"/>
                  </a:lnTo>
                  <a:close/>
                  <a:moveTo>
                    <a:pt x="79465" y="435739"/>
                  </a:moveTo>
                  <a:lnTo>
                    <a:pt x="81164" y="471623"/>
                  </a:lnTo>
                  <a:lnTo>
                    <a:pt x="81164" y="435739"/>
                  </a:lnTo>
                  <a:close/>
                  <a:moveTo>
                    <a:pt x="79465" y="435739"/>
                  </a:moveTo>
                  <a:lnTo>
                    <a:pt x="60597" y="471623"/>
                  </a:lnTo>
                  <a:lnTo>
                    <a:pt x="81164" y="471623"/>
                  </a:lnTo>
                  <a:close/>
                  <a:moveTo>
                    <a:pt x="409764" y="471623"/>
                  </a:moveTo>
                  <a:lnTo>
                    <a:pt x="416106" y="435739"/>
                  </a:lnTo>
                  <a:lnTo>
                    <a:pt x="385499" y="435739"/>
                  </a:lnTo>
                  <a:close/>
                  <a:moveTo>
                    <a:pt x="85154" y="399854"/>
                  </a:moveTo>
                  <a:lnTo>
                    <a:pt x="81164" y="435739"/>
                  </a:lnTo>
                  <a:lnTo>
                    <a:pt x="106209" y="435739"/>
                  </a:lnTo>
                  <a:close/>
                  <a:moveTo>
                    <a:pt x="416106" y="435739"/>
                  </a:moveTo>
                  <a:lnTo>
                    <a:pt x="416106" y="402891"/>
                  </a:lnTo>
                  <a:lnTo>
                    <a:pt x="385499" y="435739"/>
                  </a:lnTo>
                  <a:close/>
                  <a:moveTo>
                    <a:pt x="385499" y="435739"/>
                  </a:moveTo>
                  <a:lnTo>
                    <a:pt x="416106" y="402891"/>
                  </a:lnTo>
                  <a:lnTo>
                    <a:pt x="416001" y="399854"/>
                  </a:lnTo>
                  <a:close/>
                  <a:moveTo>
                    <a:pt x="81164" y="363970"/>
                  </a:moveTo>
                  <a:lnTo>
                    <a:pt x="81164" y="372336"/>
                  </a:lnTo>
                  <a:lnTo>
                    <a:pt x="102235" y="363970"/>
                  </a:lnTo>
                  <a:close/>
                  <a:moveTo>
                    <a:pt x="102235" y="363970"/>
                  </a:moveTo>
                  <a:lnTo>
                    <a:pt x="81164" y="372336"/>
                  </a:lnTo>
                  <a:lnTo>
                    <a:pt x="85154" y="399854"/>
                  </a:lnTo>
                  <a:close/>
                  <a:moveTo>
                    <a:pt x="385600" y="399854"/>
                  </a:moveTo>
                  <a:lnTo>
                    <a:pt x="416001" y="399854"/>
                  </a:lnTo>
                  <a:lnTo>
                    <a:pt x="409702" y="363970"/>
                  </a:lnTo>
                  <a:close/>
                  <a:moveTo>
                    <a:pt x="68577" y="328086"/>
                  </a:moveTo>
                  <a:lnTo>
                    <a:pt x="81164" y="363970"/>
                  </a:lnTo>
                  <a:lnTo>
                    <a:pt x="81164" y="328086"/>
                  </a:lnTo>
                  <a:close/>
                  <a:moveTo>
                    <a:pt x="382088" y="363970"/>
                  </a:moveTo>
                  <a:lnTo>
                    <a:pt x="409702" y="363970"/>
                  </a:lnTo>
                  <a:lnTo>
                    <a:pt x="404103" y="328086"/>
                  </a:lnTo>
                  <a:close/>
                  <a:moveTo>
                    <a:pt x="60559" y="292202"/>
                  </a:moveTo>
                  <a:lnTo>
                    <a:pt x="68577" y="328086"/>
                  </a:lnTo>
                  <a:lnTo>
                    <a:pt x="78485" y="292202"/>
                  </a:lnTo>
                  <a:close/>
                  <a:moveTo>
                    <a:pt x="380294" y="328086"/>
                  </a:moveTo>
                  <a:lnTo>
                    <a:pt x="404103" y="328086"/>
                  </a:lnTo>
                  <a:lnTo>
                    <a:pt x="403129" y="292202"/>
                  </a:lnTo>
                  <a:close/>
                  <a:moveTo>
                    <a:pt x="60668" y="256318"/>
                  </a:moveTo>
                  <a:lnTo>
                    <a:pt x="60559" y="292202"/>
                  </a:lnTo>
                  <a:lnTo>
                    <a:pt x="78485" y="292202"/>
                  </a:lnTo>
                  <a:close/>
                  <a:moveTo>
                    <a:pt x="382518" y="292202"/>
                  </a:moveTo>
                  <a:lnTo>
                    <a:pt x="403129" y="292202"/>
                  </a:lnTo>
                  <a:lnTo>
                    <a:pt x="407774" y="256318"/>
                  </a:lnTo>
                  <a:close/>
                  <a:moveTo>
                    <a:pt x="60668" y="256318"/>
                  </a:moveTo>
                  <a:lnTo>
                    <a:pt x="77897" y="256318"/>
                  </a:lnTo>
                  <a:lnTo>
                    <a:pt x="70512" y="220433"/>
                  </a:lnTo>
                  <a:close/>
                  <a:moveTo>
                    <a:pt x="407774" y="256318"/>
                  </a:moveTo>
                  <a:lnTo>
                    <a:pt x="416106" y="220433"/>
                  </a:lnTo>
                  <a:lnTo>
                    <a:pt x="398686" y="220433"/>
                  </a:lnTo>
                  <a:close/>
                  <a:moveTo>
                    <a:pt x="81164" y="199100"/>
                  </a:moveTo>
                  <a:lnTo>
                    <a:pt x="70512" y="220433"/>
                  </a:lnTo>
                  <a:lnTo>
                    <a:pt x="81164" y="220433"/>
                  </a:lnTo>
                  <a:close/>
                  <a:moveTo>
                    <a:pt x="81164" y="199100"/>
                  </a:moveTo>
                  <a:lnTo>
                    <a:pt x="81164" y="220433"/>
                  </a:lnTo>
                  <a:lnTo>
                    <a:pt x="88247" y="184549"/>
                  </a:lnTo>
                  <a:close/>
                  <a:moveTo>
                    <a:pt x="416106" y="184549"/>
                  </a:moveTo>
                  <a:lnTo>
                    <a:pt x="418872" y="220433"/>
                  </a:lnTo>
                  <a:lnTo>
                    <a:pt x="436206" y="184549"/>
                  </a:lnTo>
                  <a:close/>
                  <a:moveTo>
                    <a:pt x="416106" y="184549"/>
                  </a:moveTo>
                  <a:lnTo>
                    <a:pt x="416106" y="220433"/>
                  </a:lnTo>
                  <a:lnTo>
                    <a:pt x="418872" y="220433"/>
                  </a:lnTo>
                  <a:close/>
                  <a:moveTo>
                    <a:pt x="108035" y="148665"/>
                  </a:moveTo>
                  <a:lnTo>
                    <a:pt x="88247" y="184549"/>
                  </a:lnTo>
                  <a:lnTo>
                    <a:pt x="106647" y="184549"/>
                  </a:lnTo>
                  <a:close/>
                  <a:moveTo>
                    <a:pt x="451773" y="148665"/>
                  </a:moveTo>
                  <a:lnTo>
                    <a:pt x="429027" y="148665"/>
                  </a:lnTo>
                  <a:lnTo>
                    <a:pt x="436206" y="184549"/>
                  </a:lnTo>
                  <a:close/>
                  <a:moveTo>
                    <a:pt x="128445" y="112781"/>
                  </a:moveTo>
                  <a:lnTo>
                    <a:pt x="129013" y="148642"/>
                  </a:lnTo>
                  <a:lnTo>
                    <a:pt x="129013" y="112781"/>
                  </a:lnTo>
                  <a:close/>
                  <a:moveTo>
                    <a:pt x="108035" y="148665"/>
                  </a:moveTo>
                  <a:lnTo>
                    <a:pt x="128999" y="148665"/>
                  </a:lnTo>
                  <a:lnTo>
                    <a:pt x="128445" y="112781"/>
                  </a:lnTo>
                  <a:close/>
                  <a:moveTo>
                    <a:pt x="429027" y="148665"/>
                  </a:moveTo>
                  <a:lnTo>
                    <a:pt x="451773" y="148665"/>
                  </a:lnTo>
                  <a:lnTo>
                    <a:pt x="459032" y="112781"/>
                  </a:lnTo>
                  <a:close/>
                  <a:moveTo>
                    <a:pt x="150213" y="76896"/>
                  </a:moveTo>
                  <a:lnTo>
                    <a:pt x="129013" y="112781"/>
                  </a:lnTo>
                  <a:lnTo>
                    <a:pt x="150607" y="112781"/>
                  </a:lnTo>
                  <a:close/>
                  <a:moveTo>
                    <a:pt x="435799" y="112781"/>
                  </a:moveTo>
                  <a:lnTo>
                    <a:pt x="459032" y="112781"/>
                  </a:lnTo>
                  <a:lnTo>
                    <a:pt x="452860" y="76896"/>
                  </a:lnTo>
                  <a:close/>
                  <a:moveTo>
                    <a:pt x="176862" y="75035"/>
                  </a:moveTo>
                  <a:lnTo>
                    <a:pt x="176862" y="47291"/>
                  </a:lnTo>
                  <a:lnTo>
                    <a:pt x="150213" y="76896"/>
                  </a:lnTo>
                  <a:close/>
                  <a:moveTo>
                    <a:pt x="176862" y="47291"/>
                  </a:moveTo>
                  <a:lnTo>
                    <a:pt x="176862" y="75035"/>
                  </a:lnTo>
                  <a:lnTo>
                    <a:pt x="184235" y="41012"/>
                  </a:lnTo>
                  <a:close/>
                  <a:moveTo>
                    <a:pt x="427085" y="41012"/>
                  </a:moveTo>
                  <a:lnTo>
                    <a:pt x="416106" y="41012"/>
                  </a:lnTo>
                  <a:lnTo>
                    <a:pt x="427428" y="76896"/>
                  </a:lnTo>
                  <a:close/>
                  <a:moveTo>
                    <a:pt x="452860" y="76896"/>
                  </a:moveTo>
                  <a:lnTo>
                    <a:pt x="427085" y="41012"/>
                  </a:lnTo>
                  <a:lnTo>
                    <a:pt x="427428" y="76896"/>
                  </a:lnTo>
                  <a:close/>
                  <a:moveTo>
                    <a:pt x="224710" y="36498"/>
                  </a:moveTo>
                  <a:lnTo>
                    <a:pt x="224710" y="16565"/>
                  </a:lnTo>
                  <a:lnTo>
                    <a:pt x="184235" y="41012"/>
                  </a:lnTo>
                  <a:close/>
                  <a:moveTo>
                    <a:pt x="272559" y="5128"/>
                  </a:moveTo>
                  <a:lnTo>
                    <a:pt x="263001" y="5128"/>
                  </a:lnTo>
                  <a:lnTo>
                    <a:pt x="272559" y="20264"/>
                  </a:lnTo>
                  <a:close/>
                  <a:moveTo>
                    <a:pt x="272559" y="20264"/>
                  </a:moveTo>
                  <a:lnTo>
                    <a:pt x="263001" y="5128"/>
                  </a:lnTo>
                  <a:lnTo>
                    <a:pt x="224710" y="16565"/>
                  </a:lnTo>
                  <a:close/>
                  <a:moveTo>
                    <a:pt x="349113" y="5128"/>
                  </a:moveTo>
                  <a:lnTo>
                    <a:pt x="320408" y="5128"/>
                  </a:lnTo>
                  <a:lnTo>
                    <a:pt x="368257" y="8823"/>
                  </a:lnTo>
                  <a:close/>
                  <a:moveTo>
                    <a:pt x="368257" y="8823"/>
                  </a:moveTo>
                  <a:lnTo>
                    <a:pt x="320408" y="5128"/>
                  </a:lnTo>
                  <a:lnTo>
                    <a:pt x="320408" y="17637"/>
                  </a:lnTo>
                  <a:close/>
                  <a:moveTo>
                    <a:pt x="416106" y="32423"/>
                  </a:moveTo>
                  <a:lnTo>
                    <a:pt x="392431" y="41012"/>
                  </a:lnTo>
                  <a:lnTo>
                    <a:pt x="416106" y="41012"/>
                  </a:lnTo>
                  <a:close/>
                  <a:moveTo>
                    <a:pt x="368257" y="8823"/>
                  </a:moveTo>
                  <a:lnTo>
                    <a:pt x="368257" y="28244"/>
                  </a:lnTo>
                  <a:lnTo>
                    <a:pt x="416106" y="32423"/>
                  </a:lnTo>
                  <a:close/>
                  <a:moveTo>
                    <a:pt x="416106" y="41012"/>
                  </a:moveTo>
                  <a:lnTo>
                    <a:pt x="427085" y="41012"/>
                  </a:lnTo>
                  <a:lnTo>
                    <a:pt x="416106" y="32423"/>
                  </a:lnTo>
                  <a:close/>
                  <a:moveTo>
                    <a:pt x="272559" y="2505"/>
                  </a:moveTo>
                  <a:lnTo>
                    <a:pt x="263001" y="5128"/>
                  </a:lnTo>
                  <a:lnTo>
                    <a:pt x="272559" y="5128"/>
                  </a:lnTo>
                  <a:close/>
                  <a:moveTo>
                    <a:pt x="272559" y="5128"/>
                  </a:moveTo>
                  <a:lnTo>
                    <a:pt x="320408" y="0"/>
                  </a:lnTo>
                  <a:lnTo>
                    <a:pt x="272559" y="2505"/>
                  </a:lnTo>
                  <a:close/>
                  <a:moveTo>
                    <a:pt x="272559" y="5128"/>
                  </a:moveTo>
                  <a:lnTo>
                    <a:pt x="320408" y="5128"/>
                  </a:lnTo>
                  <a:lnTo>
                    <a:pt x="320408" y="0"/>
                  </a:lnTo>
                  <a:close/>
                  <a:moveTo>
                    <a:pt x="320408" y="5128"/>
                  </a:moveTo>
                  <a:lnTo>
                    <a:pt x="349113" y="5128"/>
                  </a:lnTo>
                  <a:lnTo>
                    <a:pt x="320408" y="0"/>
                  </a:lnTo>
                  <a:close/>
                </a:path>
              </a:pathLst>
            </a:custGeom>
            <a:solidFill>
              <a:srgbClr val="62C08F"/>
            </a:solidFill>
            <a:ln w="4001">
              <a:solidFill>
                <a:srgbClr val="B0E0C7"/>
              </a:solidFill>
            </a:ln>
          </p:spPr>
        </p:sp>
        <p:sp>
          <p:nvSpPr>
            <p:cNvPr id="3945" name="Candidate_B1__3944">
              <a:extLst>
                <a:ext uri="{FF2B5EF4-FFF2-40B4-BE49-F238E27FC236}">
                  <a16:creationId xmlns:a16="http://schemas.microsoft.com/office/drawing/2014/main" id="{B7BDFF52-5337-D9B8-8088-B39C4B94FB95}"/>
                </a:ext>
              </a:extLst>
            </p:cNvPr>
            <p:cNvSpPr>
              <a:spLocks noGrp="1"/>
            </p:cNvSpPr>
            <p:nvPr/>
          </p:nvSpPr>
          <p:spPr>
            <a:xfrm>
              <a:off x="4101332" y="2267851"/>
              <a:ext cx="459032" cy="693829"/>
            </a:xfrm>
            <a:custGeom>
              <a:avLst/>
              <a:gdLst/>
              <a:ahLst/>
              <a:cxnLst/>
              <a:rect l="0" t="0" r="0" b="0"/>
              <a:pathLst>
                <a:path w="459032" h="693829">
                  <a:moveTo>
                    <a:pt x="33315" y="645916"/>
                  </a:moveTo>
                  <a:lnTo>
                    <a:pt x="33315" y="653843"/>
                  </a:lnTo>
                  <a:lnTo>
                    <a:pt x="44602" y="645916"/>
                  </a:lnTo>
                  <a:close/>
                  <a:moveTo>
                    <a:pt x="44602" y="645916"/>
                  </a:moveTo>
                  <a:lnTo>
                    <a:pt x="80291" y="681800"/>
                  </a:lnTo>
                  <a:lnTo>
                    <a:pt x="81164" y="668973"/>
                  </a:lnTo>
                  <a:close/>
                  <a:moveTo>
                    <a:pt x="129013" y="682385"/>
                  </a:moveTo>
                  <a:lnTo>
                    <a:pt x="126609" y="681800"/>
                  </a:lnTo>
                  <a:lnTo>
                    <a:pt x="81164" y="682196"/>
                  </a:lnTo>
                  <a:close/>
                  <a:moveTo>
                    <a:pt x="81164" y="681800"/>
                  </a:moveTo>
                  <a:lnTo>
                    <a:pt x="126609" y="681800"/>
                  </a:lnTo>
                  <a:lnTo>
                    <a:pt x="81164" y="668973"/>
                  </a:lnTo>
                  <a:close/>
                  <a:moveTo>
                    <a:pt x="129013" y="682385"/>
                  </a:moveTo>
                  <a:lnTo>
                    <a:pt x="129013" y="693829"/>
                  </a:lnTo>
                  <a:lnTo>
                    <a:pt x="176862" y="682815"/>
                  </a:lnTo>
                  <a:close/>
                  <a:moveTo>
                    <a:pt x="176862" y="682815"/>
                  </a:moveTo>
                  <a:lnTo>
                    <a:pt x="224710" y="681800"/>
                  </a:lnTo>
                  <a:lnTo>
                    <a:pt x="181357" y="681800"/>
                  </a:lnTo>
                  <a:close/>
                  <a:moveTo>
                    <a:pt x="224710" y="671148"/>
                  </a:moveTo>
                  <a:lnTo>
                    <a:pt x="272559" y="660069"/>
                  </a:lnTo>
                  <a:lnTo>
                    <a:pt x="272559" y="645916"/>
                  </a:lnTo>
                  <a:close/>
                  <a:moveTo>
                    <a:pt x="181357" y="681800"/>
                  </a:moveTo>
                  <a:lnTo>
                    <a:pt x="224710" y="681800"/>
                  </a:lnTo>
                  <a:lnTo>
                    <a:pt x="224710" y="671148"/>
                  </a:lnTo>
                  <a:close/>
                  <a:moveTo>
                    <a:pt x="19354" y="610032"/>
                  </a:moveTo>
                  <a:lnTo>
                    <a:pt x="33315" y="645916"/>
                  </a:lnTo>
                  <a:lnTo>
                    <a:pt x="33315" y="632139"/>
                  </a:lnTo>
                  <a:close/>
                  <a:moveTo>
                    <a:pt x="24410" y="645916"/>
                  </a:moveTo>
                  <a:lnTo>
                    <a:pt x="33315" y="645916"/>
                  </a:lnTo>
                  <a:lnTo>
                    <a:pt x="19354" y="610032"/>
                  </a:lnTo>
                  <a:close/>
                  <a:moveTo>
                    <a:pt x="33315" y="645916"/>
                  </a:moveTo>
                  <a:lnTo>
                    <a:pt x="44602" y="645916"/>
                  </a:lnTo>
                  <a:lnTo>
                    <a:pt x="33315" y="632139"/>
                  </a:lnTo>
                  <a:close/>
                  <a:moveTo>
                    <a:pt x="272559" y="643844"/>
                  </a:moveTo>
                  <a:lnTo>
                    <a:pt x="320408" y="610032"/>
                  </a:lnTo>
                  <a:lnTo>
                    <a:pt x="303927" y="610032"/>
                  </a:lnTo>
                  <a:close/>
                  <a:moveTo>
                    <a:pt x="272559" y="645916"/>
                  </a:moveTo>
                  <a:lnTo>
                    <a:pt x="320408" y="614203"/>
                  </a:lnTo>
                  <a:lnTo>
                    <a:pt x="272559" y="643844"/>
                  </a:lnTo>
                  <a:close/>
                  <a:moveTo>
                    <a:pt x="0" y="574147"/>
                  </a:moveTo>
                  <a:lnTo>
                    <a:pt x="19354" y="610032"/>
                  </a:lnTo>
                  <a:lnTo>
                    <a:pt x="16139" y="574147"/>
                  </a:lnTo>
                  <a:close/>
                  <a:moveTo>
                    <a:pt x="325696" y="574147"/>
                  </a:moveTo>
                  <a:lnTo>
                    <a:pt x="320408" y="582932"/>
                  </a:lnTo>
                  <a:lnTo>
                    <a:pt x="323907" y="610032"/>
                  </a:lnTo>
                  <a:close/>
                  <a:moveTo>
                    <a:pt x="303927" y="610032"/>
                  </a:moveTo>
                  <a:lnTo>
                    <a:pt x="320408" y="610032"/>
                  </a:lnTo>
                  <a:lnTo>
                    <a:pt x="320408" y="582932"/>
                  </a:lnTo>
                  <a:close/>
                  <a:moveTo>
                    <a:pt x="11560" y="538263"/>
                  </a:moveTo>
                  <a:lnTo>
                    <a:pt x="16139" y="574147"/>
                  </a:lnTo>
                  <a:lnTo>
                    <a:pt x="29691" y="538263"/>
                  </a:lnTo>
                  <a:close/>
                  <a:moveTo>
                    <a:pt x="348364" y="574147"/>
                  </a:moveTo>
                  <a:lnTo>
                    <a:pt x="343929" y="538263"/>
                  </a:lnTo>
                  <a:lnTo>
                    <a:pt x="325696" y="574147"/>
                  </a:lnTo>
                  <a:close/>
                  <a:moveTo>
                    <a:pt x="33315" y="533179"/>
                  </a:moveTo>
                  <a:lnTo>
                    <a:pt x="11560" y="538263"/>
                  </a:lnTo>
                  <a:lnTo>
                    <a:pt x="29691" y="538263"/>
                  </a:lnTo>
                  <a:close/>
                  <a:moveTo>
                    <a:pt x="33315" y="533179"/>
                  </a:moveTo>
                  <a:lnTo>
                    <a:pt x="56258" y="502379"/>
                  </a:lnTo>
                  <a:lnTo>
                    <a:pt x="35243" y="502379"/>
                  </a:lnTo>
                  <a:close/>
                  <a:moveTo>
                    <a:pt x="368257" y="538263"/>
                  </a:moveTo>
                  <a:lnTo>
                    <a:pt x="368257" y="502379"/>
                  </a:lnTo>
                  <a:lnTo>
                    <a:pt x="343929" y="538263"/>
                  </a:lnTo>
                  <a:close/>
                  <a:moveTo>
                    <a:pt x="60597" y="466495"/>
                  </a:moveTo>
                  <a:lnTo>
                    <a:pt x="81164" y="472566"/>
                  </a:lnTo>
                  <a:lnTo>
                    <a:pt x="81164" y="466495"/>
                  </a:lnTo>
                  <a:close/>
                  <a:moveTo>
                    <a:pt x="56258" y="502379"/>
                  </a:moveTo>
                  <a:lnTo>
                    <a:pt x="81164" y="472566"/>
                  </a:lnTo>
                  <a:lnTo>
                    <a:pt x="60597" y="466495"/>
                  </a:lnTo>
                  <a:close/>
                  <a:moveTo>
                    <a:pt x="393385" y="502379"/>
                  </a:moveTo>
                  <a:lnTo>
                    <a:pt x="368257" y="488155"/>
                  </a:lnTo>
                  <a:lnTo>
                    <a:pt x="368257" y="502379"/>
                  </a:lnTo>
                  <a:close/>
                  <a:moveTo>
                    <a:pt x="377608" y="466495"/>
                  </a:moveTo>
                  <a:lnTo>
                    <a:pt x="368257" y="488155"/>
                  </a:lnTo>
                  <a:lnTo>
                    <a:pt x="393385" y="502379"/>
                  </a:lnTo>
                  <a:close/>
                  <a:moveTo>
                    <a:pt x="106209" y="430610"/>
                  </a:moveTo>
                  <a:lnTo>
                    <a:pt x="81164" y="430610"/>
                  </a:lnTo>
                  <a:lnTo>
                    <a:pt x="81164" y="466495"/>
                  </a:lnTo>
                  <a:close/>
                  <a:moveTo>
                    <a:pt x="409764" y="466495"/>
                  </a:moveTo>
                  <a:lnTo>
                    <a:pt x="385499" y="430610"/>
                  </a:lnTo>
                  <a:lnTo>
                    <a:pt x="377608" y="466495"/>
                  </a:lnTo>
                  <a:close/>
                  <a:moveTo>
                    <a:pt x="85154" y="394726"/>
                  </a:moveTo>
                  <a:lnTo>
                    <a:pt x="106209" y="430610"/>
                  </a:lnTo>
                  <a:lnTo>
                    <a:pt x="110676" y="394726"/>
                  </a:lnTo>
                  <a:close/>
                  <a:moveTo>
                    <a:pt x="385499" y="430610"/>
                  </a:moveTo>
                  <a:lnTo>
                    <a:pt x="416001" y="394726"/>
                  </a:lnTo>
                  <a:lnTo>
                    <a:pt x="385600" y="394726"/>
                  </a:lnTo>
                  <a:close/>
                  <a:moveTo>
                    <a:pt x="102235" y="358842"/>
                  </a:moveTo>
                  <a:lnTo>
                    <a:pt x="85154" y="394726"/>
                  </a:lnTo>
                  <a:lnTo>
                    <a:pt x="110676" y="394726"/>
                  </a:lnTo>
                  <a:close/>
                  <a:moveTo>
                    <a:pt x="382088" y="358842"/>
                  </a:moveTo>
                  <a:lnTo>
                    <a:pt x="385600" y="394726"/>
                  </a:lnTo>
                  <a:lnTo>
                    <a:pt x="409702" y="358842"/>
                  </a:lnTo>
                  <a:close/>
                  <a:moveTo>
                    <a:pt x="102235" y="358842"/>
                  </a:moveTo>
                  <a:lnTo>
                    <a:pt x="88534" y="322958"/>
                  </a:lnTo>
                  <a:lnTo>
                    <a:pt x="81164" y="358842"/>
                  </a:lnTo>
                  <a:close/>
                  <a:moveTo>
                    <a:pt x="88534" y="322958"/>
                  </a:moveTo>
                  <a:lnTo>
                    <a:pt x="81164" y="322958"/>
                  </a:lnTo>
                  <a:lnTo>
                    <a:pt x="81164" y="358842"/>
                  </a:lnTo>
                  <a:close/>
                  <a:moveTo>
                    <a:pt x="380294" y="322958"/>
                  </a:moveTo>
                  <a:lnTo>
                    <a:pt x="382088" y="358842"/>
                  </a:lnTo>
                  <a:lnTo>
                    <a:pt x="404103" y="322958"/>
                  </a:lnTo>
                  <a:close/>
                  <a:moveTo>
                    <a:pt x="78485" y="287074"/>
                  </a:moveTo>
                  <a:lnTo>
                    <a:pt x="81164" y="322958"/>
                  </a:lnTo>
                  <a:lnTo>
                    <a:pt x="81164" y="296483"/>
                  </a:lnTo>
                  <a:close/>
                  <a:moveTo>
                    <a:pt x="68577" y="322958"/>
                  </a:moveTo>
                  <a:lnTo>
                    <a:pt x="81164" y="322958"/>
                  </a:lnTo>
                  <a:lnTo>
                    <a:pt x="78485" y="287074"/>
                  </a:lnTo>
                  <a:close/>
                  <a:moveTo>
                    <a:pt x="81164" y="322958"/>
                  </a:moveTo>
                  <a:lnTo>
                    <a:pt x="88534" y="322958"/>
                  </a:lnTo>
                  <a:lnTo>
                    <a:pt x="81164" y="296483"/>
                  </a:lnTo>
                  <a:close/>
                  <a:moveTo>
                    <a:pt x="382518" y="287074"/>
                  </a:moveTo>
                  <a:lnTo>
                    <a:pt x="380294" y="322958"/>
                  </a:lnTo>
                  <a:lnTo>
                    <a:pt x="403129" y="287074"/>
                  </a:lnTo>
                  <a:close/>
                  <a:moveTo>
                    <a:pt x="60668" y="251189"/>
                  </a:moveTo>
                  <a:lnTo>
                    <a:pt x="78485" y="287074"/>
                  </a:lnTo>
                  <a:lnTo>
                    <a:pt x="77897" y="251189"/>
                  </a:lnTo>
                  <a:close/>
                  <a:moveTo>
                    <a:pt x="388534" y="251189"/>
                  </a:moveTo>
                  <a:lnTo>
                    <a:pt x="382518" y="287074"/>
                  </a:lnTo>
                  <a:lnTo>
                    <a:pt x="407774" y="251189"/>
                  </a:lnTo>
                  <a:close/>
                  <a:moveTo>
                    <a:pt x="70512" y="215305"/>
                  </a:moveTo>
                  <a:lnTo>
                    <a:pt x="81164" y="240047"/>
                  </a:lnTo>
                  <a:lnTo>
                    <a:pt x="81164" y="215305"/>
                  </a:lnTo>
                  <a:close/>
                  <a:moveTo>
                    <a:pt x="77897" y="251189"/>
                  </a:moveTo>
                  <a:lnTo>
                    <a:pt x="81164" y="240047"/>
                  </a:lnTo>
                  <a:lnTo>
                    <a:pt x="70512" y="215305"/>
                  </a:lnTo>
                  <a:close/>
                  <a:moveTo>
                    <a:pt x="407774" y="251189"/>
                  </a:moveTo>
                  <a:lnTo>
                    <a:pt x="398686" y="215305"/>
                  </a:lnTo>
                  <a:lnTo>
                    <a:pt x="388534" y="251189"/>
                  </a:lnTo>
                  <a:close/>
                  <a:moveTo>
                    <a:pt x="88247" y="179421"/>
                  </a:moveTo>
                  <a:lnTo>
                    <a:pt x="81164" y="215305"/>
                  </a:lnTo>
                  <a:lnTo>
                    <a:pt x="88176" y="215305"/>
                  </a:lnTo>
                  <a:close/>
                  <a:moveTo>
                    <a:pt x="88247" y="179421"/>
                  </a:moveTo>
                  <a:lnTo>
                    <a:pt x="88176" y="215305"/>
                  </a:lnTo>
                  <a:lnTo>
                    <a:pt x="106647" y="179421"/>
                  </a:lnTo>
                  <a:close/>
                  <a:moveTo>
                    <a:pt x="81164" y="215305"/>
                  </a:moveTo>
                  <a:lnTo>
                    <a:pt x="81164" y="240047"/>
                  </a:lnTo>
                  <a:lnTo>
                    <a:pt x="88176" y="215305"/>
                  </a:lnTo>
                  <a:close/>
                  <a:moveTo>
                    <a:pt x="416106" y="215305"/>
                  </a:moveTo>
                  <a:lnTo>
                    <a:pt x="416106" y="179421"/>
                  </a:lnTo>
                  <a:lnTo>
                    <a:pt x="398686" y="215305"/>
                  </a:lnTo>
                  <a:close/>
                  <a:moveTo>
                    <a:pt x="108035" y="143537"/>
                  </a:moveTo>
                  <a:lnTo>
                    <a:pt x="106647" y="179421"/>
                  </a:lnTo>
                  <a:lnTo>
                    <a:pt x="128999" y="143537"/>
                  </a:lnTo>
                  <a:close/>
                  <a:moveTo>
                    <a:pt x="436206" y="179421"/>
                  </a:moveTo>
                  <a:lnTo>
                    <a:pt x="416106" y="173106"/>
                  </a:lnTo>
                  <a:lnTo>
                    <a:pt x="416106" y="179421"/>
                  </a:lnTo>
                  <a:close/>
                  <a:moveTo>
                    <a:pt x="429027" y="143537"/>
                  </a:moveTo>
                  <a:lnTo>
                    <a:pt x="416106" y="173106"/>
                  </a:lnTo>
                  <a:lnTo>
                    <a:pt x="436206" y="179421"/>
                  </a:lnTo>
                  <a:close/>
                  <a:moveTo>
                    <a:pt x="128999" y="143537"/>
                  </a:moveTo>
                  <a:lnTo>
                    <a:pt x="129013" y="143514"/>
                  </a:lnTo>
                  <a:lnTo>
                    <a:pt x="128445" y="107653"/>
                  </a:lnTo>
                  <a:close/>
                  <a:moveTo>
                    <a:pt x="435799" y="107653"/>
                  </a:moveTo>
                  <a:lnTo>
                    <a:pt x="429027" y="143537"/>
                  </a:lnTo>
                  <a:lnTo>
                    <a:pt x="459032" y="107653"/>
                  </a:lnTo>
                  <a:close/>
                  <a:moveTo>
                    <a:pt x="150213" y="71768"/>
                  </a:moveTo>
                  <a:lnTo>
                    <a:pt x="150607" y="107653"/>
                  </a:lnTo>
                  <a:lnTo>
                    <a:pt x="175172" y="71768"/>
                  </a:lnTo>
                  <a:close/>
                  <a:moveTo>
                    <a:pt x="129013" y="107653"/>
                  </a:moveTo>
                  <a:lnTo>
                    <a:pt x="129013" y="143514"/>
                  </a:lnTo>
                  <a:lnTo>
                    <a:pt x="150607" y="107653"/>
                  </a:lnTo>
                  <a:close/>
                  <a:moveTo>
                    <a:pt x="427428" y="71768"/>
                  </a:moveTo>
                  <a:lnTo>
                    <a:pt x="435799" y="107653"/>
                  </a:lnTo>
                  <a:lnTo>
                    <a:pt x="452860" y="71768"/>
                  </a:lnTo>
                  <a:close/>
                  <a:moveTo>
                    <a:pt x="176862" y="69907"/>
                  </a:moveTo>
                  <a:lnTo>
                    <a:pt x="150213" y="71768"/>
                  </a:lnTo>
                  <a:lnTo>
                    <a:pt x="175172" y="71768"/>
                  </a:lnTo>
                  <a:close/>
                  <a:moveTo>
                    <a:pt x="176862" y="69907"/>
                  </a:moveTo>
                  <a:lnTo>
                    <a:pt x="217216" y="35884"/>
                  </a:lnTo>
                  <a:lnTo>
                    <a:pt x="184235" y="35884"/>
                  </a:lnTo>
                  <a:close/>
                  <a:moveTo>
                    <a:pt x="427428" y="71768"/>
                  </a:moveTo>
                  <a:lnTo>
                    <a:pt x="416106" y="35884"/>
                  </a:lnTo>
                  <a:lnTo>
                    <a:pt x="416106" y="57119"/>
                  </a:lnTo>
                  <a:close/>
                  <a:moveTo>
                    <a:pt x="224710" y="31370"/>
                  </a:moveTo>
                  <a:lnTo>
                    <a:pt x="184235" y="35884"/>
                  </a:lnTo>
                  <a:lnTo>
                    <a:pt x="217216" y="35884"/>
                  </a:lnTo>
                  <a:close/>
                  <a:moveTo>
                    <a:pt x="272559" y="15136"/>
                  </a:moveTo>
                  <a:lnTo>
                    <a:pt x="224710" y="11437"/>
                  </a:lnTo>
                  <a:lnTo>
                    <a:pt x="224710" y="31370"/>
                  </a:lnTo>
                  <a:close/>
                  <a:moveTo>
                    <a:pt x="368257" y="3695"/>
                  </a:moveTo>
                  <a:lnTo>
                    <a:pt x="320408" y="12509"/>
                  </a:lnTo>
                  <a:lnTo>
                    <a:pt x="368257" y="23116"/>
                  </a:lnTo>
                  <a:close/>
                  <a:moveTo>
                    <a:pt x="368257" y="23116"/>
                  </a:moveTo>
                  <a:lnTo>
                    <a:pt x="392431" y="35884"/>
                  </a:lnTo>
                  <a:lnTo>
                    <a:pt x="416106" y="27294"/>
                  </a:lnTo>
                  <a:close/>
                  <a:moveTo>
                    <a:pt x="416106" y="57119"/>
                  </a:moveTo>
                  <a:lnTo>
                    <a:pt x="416106" y="35884"/>
                  </a:lnTo>
                  <a:lnTo>
                    <a:pt x="392431" y="35884"/>
                  </a:lnTo>
                  <a:close/>
                  <a:moveTo>
                    <a:pt x="320408" y="0"/>
                  </a:moveTo>
                  <a:lnTo>
                    <a:pt x="272559" y="0"/>
                  </a:lnTo>
                  <a:lnTo>
                    <a:pt x="320408" y="12509"/>
                  </a:lnTo>
                  <a:close/>
                  <a:moveTo>
                    <a:pt x="272559" y="0"/>
                  </a:moveTo>
                  <a:lnTo>
                    <a:pt x="272559" y="15136"/>
                  </a:lnTo>
                  <a:lnTo>
                    <a:pt x="320408" y="12509"/>
                  </a:lnTo>
                  <a:close/>
                </a:path>
              </a:pathLst>
            </a:custGeom>
            <a:solidFill>
              <a:srgbClr val="66C292"/>
            </a:solidFill>
            <a:ln w="4001">
              <a:solidFill>
                <a:srgbClr val="B0E0C7"/>
              </a:solidFill>
            </a:ln>
          </p:spPr>
        </p:sp>
        <p:sp>
          <p:nvSpPr>
            <p:cNvPr id="3946" name="Candidate_B1__3945">
              <a:extLst>
                <a:ext uri="{FF2B5EF4-FFF2-40B4-BE49-F238E27FC236}">
                  <a16:creationId xmlns:a16="http://schemas.microsoft.com/office/drawing/2014/main" id="{2BB1AAFF-A2FB-6BBA-825A-8266A0DFEBF8}"/>
                </a:ext>
              </a:extLst>
            </p:cNvPr>
            <p:cNvSpPr>
              <a:spLocks noGrp="1"/>
            </p:cNvSpPr>
            <p:nvPr/>
          </p:nvSpPr>
          <p:spPr>
            <a:xfrm>
              <a:off x="4117471" y="2280360"/>
              <a:ext cx="419659" cy="670306"/>
            </a:xfrm>
            <a:custGeom>
              <a:avLst/>
              <a:gdLst/>
              <a:ahLst/>
              <a:cxnLst/>
              <a:rect l="0" t="0" r="0" b="0"/>
              <a:pathLst>
                <a:path w="419659" h="670306">
                  <a:moveTo>
                    <a:pt x="208571" y="658639"/>
                  </a:moveTo>
                  <a:lnTo>
                    <a:pt x="256420" y="633407"/>
                  </a:lnTo>
                  <a:lnTo>
                    <a:pt x="253837" y="633407"/>
                  </a:lnTo>
                  <a:close/>
                  <a:moveTo>
                    <a:pt x="253837" y="633407"/>
                  </a:moveTo>
                  <a:lnTo>
                    <a:pt x="256420" y="633407"/>
                  </a:lnTo>
                  <a:lnTo>
                    <a:pt x="256420" y="631335"/>
                  </a:lnTo>
                  <a:close/>
                  <a:moveTo>
                    <a:pt x="352118" y="489870"/>
                  </a:moveTo>
                  <a:lnTo>
                    <a:pt x="345795" y="489870"/>
                  </a:lnTo>
                  <a:lnTo>
                    <a:pt x="327789" y="525754"/>
                  </a:lnTo>
                  <a:close/>
                  <a:moveTo>
                    <a:pt x="345795" y="489870"/>
                  </a:moveTo>
                  <a:lnTo>
                    <a:pt x="352118" y="489870"/>
                  </a:lnTo>
                  <a:lnTo>
                    <a:pt x="352118" y="475646"/>
                  </a:lnTo>
                  <a:close/>
                  <a:moveTo>
                    <a:pt x="70267" y="453986"/>
                  </a:moveTo>
                  <a:lnTo>
                    <a:pt x="90070" y="418102"/>
                  </a:lnTo>
                  <a:lnTo>
                    <a:pt x="65025" y="453986"/>
                  </a:lnTo>
                  <a:close/>
                  <a:moveTo>
                    <a:pt x="65025" y="453986"/>
                  </a:moveTo>
                  <a:lnTo>
                    <a:pt x="65025" y="460057"/>
                  </a:lnTo>
                  <a:lnTo>
                    <a:pt x="70267" y="453986"/>
                  </a:lnTo>
                  <a:close/>
                  <a:moveTo>
                    <a:pt x="399966" y="166912"/>
                  </a:moveTo>
                  <a:lnTo>
                    <a:pt x="397328" y="166912"/>
                  </a:lnTo>
                  <a:lnTo>
                    <a:pt x="382547" y="202796"/>
                  </a:lnTo>
                  <a:close/>
                  <a:moveTo>
                    <a:pt x="397328" y="166912"/>
                  </a:moveTo>
                  <a:lnTo>
                    <a:pt x="399966" y="166912"/>
                  </a:lnTo>
                  <a:lnTo>
                    <a:pt x="399966" y="160597"/>
                  </a:lnTo>
                  <a:close/>
                  <a:moveTo>
                    <a:pt x="110470" y="669291"/>
                  </a:moveTo>
                  <a:lnTo>
                    <a:pt x="112874" y="669876"/>
                  </a:lnTo>
                  <a:lnTo>
                    <a:pt x="112874" y="669291"/>
                  </a:lnTo>
                  <a:close/>
                  <a:moveTo>
                    <a:pt x="65025" y="656464"/>
                  </a:moveTo>
                  <a:lnTo>
                    <a:pt x="110470" y="669291"/>
                  </a:lnTo>
                  <a:lnTo>
                    <a:pt x="87484" y="633407"/>
                  </a:lnTo>
                  <a:close/>
                  <a:moveTo>
                    <a:pt x="112874" y="642072"/>
                  </a:moveTo>
                  <a:lnTo>
                    <a:pt x="110470" y="669291"/>
                  </a:lnTo>
                  <a:lnTo>
                    <a:pt x="112874" y="669291"/>
                  </a:lnTo>
                  <a:close/>
                  <a:moveTo>
                    <a:pt x="160723" y="669291"/>
                  </a:moveTo>
                  <a:lnTo>
                    <a:pt x="112874" y="669876"/>
                  </a:lnTo>
                  <a:lnTo>
                    <a:pt x="160723" y="670306"/>
                  </a:lnTo>
                  <a:close/>
                  <a:moveTo>
                    <a:pt x="160723" y="669291"/>
                  </a:moveTo>
                  <a:lnTo>
                    <a:pt x="112874" y="669291"/>
                  </a:lnTo>
                  <a:lnTo>
                    <a:pt x="112874" y="669876"/>
                  </a:lnTo>
                  <a:close/>
                  <a:moveTo>
                    <a:pt x="112874" y="669291"/>
                  </a:moveTo>
                  <a:lnTo>
                    <a:pt x="160723" y="669291"/>
                  </a:lnTo>
                  <a:lnTo>
                    <a:pt x="112874" y="642072"/>
                  </a:lnTo>
                  <a:close/>
                  <a:moveTo>
                    <a:pt x="160723" y="669291"/>
                  </a:moveTo>
                  <a:lnTo>
                    <a:pt x="160723" y="670306"/>
                  </a:lnTo>
                  <a:lnTo>
                    <a:pt x="165218" y="669291"/>
                  </a:lnTo>
                  <a:close/>
                  <a:moveTo>
                    <a:pt x="160723" y="669291"/>
                  </a:moveTo>
                  <a:lnTo>
                    <a:pt x="208571" y="658639"/>
                  </a:lnTo>
                  <a:lnTo>
                    <a:pt x="160723" y="642971"/>
                  </a:lnTo>
                  <a:close/>
                  <a:moveTo>
                    <a:pt x="165218" y="669291"/>
                  </a:moveTo>
                  <a:lnTo>
                    <a:pt x="208571" y="658639"/>
                  </a:lnTo>
                  <a:lnTo>
                    <a:pt x="160723" y="669291"/>
                  </a:lnTo>
                  <a:close/>
                  <a:moveTo>
                    <a:pt x="28463" y="633407"/>
                  </a:moveTo>
                  <a:lnTo>
                    <a:pt x="65025" y="656464"/>
                  </a:lnTo>
                  <a:lnTo>
                    <a:pt x="65025" y="633407"/>
                  </a:lnTo>
                  <a:close/>
                  <a:moveTo>
                    <a:pt x="17176" y="619630"/>
                  </a:moveTo>
                  <a:lnTo>
                    <a:pt x="28463" y="633407"/>
                  </a:lnTo>
                  <a:lnTo>
                    <a:pt x="44528" y="597523"/>
                  </a:lnTo>
                  <a:close/>
                  <a:moveTo>
                    <a:pt x="208571" y="633407"/>
                  </a:moveTo>
                  <a:lnTo>
                    <a:pt x="208571" y="658639"/>
                  </a:lnTo>
                  <a:lnTo>
                    <a:pt x="253837" y="633407"/>
                  </a:lnTo>
                  <a:close/>
                  <a:moveTo>
                    <a:pt x="253837" y="633407"/>
                  </a:moveTo>
                  <a:lnTo>
                    <a:pt x="256420" y="631335"/>
                  </a:lnTo>
                  <a:lnTo>
                    <a:pt x="208571" y="633407"/>
                  </a:lnTo>
                  <a:close/>
                  <a:moveTo>
                    <a:pt x="3215" y="597523"/>
                  </a:moveTo>
                  <a:lnTo>
                    <a:pt x="17176" y="619630"/>
                  </a:lnTo>
                  <a:lnTo>
                    <a:pt x="17176" y="597523"/>
                  </a:lnTo>
                  <a:close/>
                  <a:moveTo>
                    <a:pt x="0" y="561638"/>
                  </a:moveTo>
                  <a:lnTo>
                    <a:pt x="17176" y="597523"/>
                  </a:lnTo>
                  <a:lnTo>
                    <a:pt x="17176" y="561638"/>
                  </a:lnTo>
                  <a:close/>
                  <a:moveTo>
                    <a:pt x="0" y="561638"/>
                  </a:moveTo>
                  <a:lnTo>
                    <a:pt x="3215" y="597523"/>
                  </a:lnTo>
                  <a:lnTo>
                    <a:pt x="17176" y="597523"/>
                  </a:lnTo>
                  <a:close/>
                  <a:moveTo>
                    <a:pt x="256420" y="597523"/>
                  </a:moveTo>
                  <a:lnTo>
                    <a:pt x="256420" y="631335"/>
                  </a:lnTo>
                  <a:lnTo>
                    <a:pt x="287787" y="597523"/>
                  </a:lnTo>
                  <a:close/>
                  <a:moveTo>
                    <a:pt x="287787" y="597523"/>
                  </a:moveTo>
                  <a:lnTo>
                    <a:pt x="304269" y="570424"/>
                  </a:lnTo>
                  <a:lnTo>
                    <a:pt x="256420" y="597523"/>
                  </a:lnTo>
                  <a:close/>
                  <a:moveTo>
                    <a:pt x="13552" y="525754"/>
                  </a:moveTo>
                  <a:lnTo>
                    <a:pt x="17176" y="561638"/>
                  </a:lnTo>
                  <a:lnTo>
                    <a:pt x="17176" y="525754"/>
                  </a:lnTo>
                  <a:close/>
                  <a:moveTo>
                    <a:pt x="13552" y="525754"/>
                  </a:moveTo>
                  <a:lnTo>
                    <a:pt x="0" y="561638"/>
                  </a:lnTo>
                  <a:lnTo>
                    <a:pt x="17176" y="561638"/>
                  </a:lnTo>
                  <a:close/>
                  <a:moveTo>
                    <a:pt x="304269" y="561638"/>
                  </a:moveTo>
                  <a:lnTo>
                    <a:pt x="304269" y="570424"/>
                  </a:lnTo>
                  <a:lnTo>
                    <a:pt x="309556" y="561638"/>
                  </a:lnTo>
                  <a:close/>
                  <a:moveTo>
                    <a:pt x="304269" y="525754"/>
                  </a:moveTo>
                  <a:lnTo>
                    <a:pt x="309556" y="561638"/>
                  </a:lnTo>
                  <a:lnTo>
                    <a:pt x="327789" y="525754"/>
                  </a:lnTo>
                  <a:close/>
                  <a:moveTo>
                    <a:pt x="304269" y="525754"/>
                  </a:moveTo>
                  <a:lnTo>
                    <a:pt x="304269" y="561638"/>
                  </a:lnTo>
                  <a:lnTo>
                    <a:pt x="309556" y="561638"/>
                  </a:lnTo>
                  <a:close/>
                  <a:moveTo>
                    <a:pt x="17176" y="520670"/>
                  </a:moveTo>
                  <a:lnTo>
                    <a:pt x="13552" y="525754"/>
                  </a:lnTo>
                  <a:lnTo>
                    <a:pt x="17176" y="525754"/>
                  </a:lnTo>
                  <a:close/>
                  <a:moveTo>
                    <a:pt x="40119" y="489870"/>
                  </a:moveTo>
                  <a:lnTo>
                    <a:pt x="17176" y="520670"/>
                  </a:lnTo>
                  <a:lnTo>
                    <a:pt x="65025" y="515575"/>
                  </a:lnTo>
                  <a:close/>
                  <a:moveTo>
                    <a:pt x="304269" y="489870"/>
                  </a:moveTo>
                  <a:lnTo>
                    <a:pt x="327789" y="525754"/>
                  </a:lnTo>
                  <a:lnTo>
                    <a:pt x="345795" y="489870"/>
                  </a:lnTo>
                  <a:close/>
                  <a:moveTo>
                    <a:pt x="65025" y="460057"/>
                  </a:moveTo>
                  <a:lnTo>
                    <a:pt x="40119" y="489870"/>
                  </a:lnTo>
                  <a:lnTo>
                    <a:pt x="65025" y="489870"/>
                  </a:lnTo>
                  <a:close/>
                  <a:moveTo>
                    <a:pt x="70267" y="453986"/>
                  </a:moveTo>
                  <a:lnTo>
                    <a:pt x="65025" y="460057"/>
                  </a:lnTo>
                  <a:lnTo>
                    <a:pt x="112874" y="470550"/>
                  </a:lnTo>
                  <a:close/>
                  <a:moveTo>
                    <a:pt x="352118" y="453986"/>
                  </a:moveTo>
                  <a:lnTo>
                    <a:pt x="345795" y="489870"/>
                  </a:lnTo>
                  <a:lnTo>
                    <a:pt x="352118" y="475646"/>
                  </a:lnTo>
                  <a:close/>
                  <a:moveTo>
                    <a:pt x="304269" y="489870"/>
                  </a:moveTo>
                  <a:lnTo>
                    <a:pt x="345795" y="489870"/>
                  </a:lnTo>
                  <a:lnTo>
                    <a:pt x="352118" y="453986"/>
                  </a:lnTo>
                  <a:close/>
                  <a:moveTo>
                    <a:pt x="90070" y="418102"/>
                  </a:moveTo>
                  <a:lnTo>
                    <a:pt x="70267" y="453986"/>
                  </a:lnTo>
                  <a:lnTo>
                    <a:pt x="112874" y="453986"/>
                  </a:lnTo>
                  <a:close/>
                  <a:moveTo>
                    <a:pt x="352118" y="453986"/>
                  </a:moveTo>
                  <a:lnTo>
                    <a:pt x="352118" y="475646"/>
                  </a:lnTo>
                  <a:lnTo>
                    <a:pt x="361469" y="453986"/>
                  </a:lnTo>
                  <a:close/>
                  <a:moveTo>
                    <a:pt x="352118" y="418102"/>
                  </a:moveTo>
                  <a:lnTo>
                    <a:pt x="361469" y="453986"/>
                  </a:lnTo>
                  <a:lnTo>
                    <a:pt x="369359" y="418102"/>
                  </a:lnTo>
                  <a:close/>
                  <a:moveTo>
                    <a:pt x="352118" y="418102"/>
                  </a:moveTo>
                  <a:lnTo>
                    <a:pt x="352118" y="453986"/>
                  </a:lnTo>
                  <a:lnTo>
                    <a:pt x="361469" y="453986"/>
                  </a:lnTo>
                  <a:close/>
                  <a:moveTo>
                    <a:pt x="94537" y="382217"/>
                  </a:moveTo>
                  <a:lnTo>
                    <a:pt x="112874" y="418102"/>
                  </a:lnTo>
                  <a:lnTo>
                    <a:pt x="112874" y="382217"/>
                  </a:lnTo>
                  <a:close/>
                  <a:moveTo>
                    <a:pt x="94537" y="382217"/>
                  </a:moveTo>
                  <a:lnTo>
                    <a:pt x="90070" y="418102"/>
                  </a:lnTo>
                  <a:lnTo>
                    <a:pt x="112874" y="418102"/>
                  </a:lnTo>
                  <a:close/>
                  <a:moveTo>
                    <a:pt x="352118" y="382217"/>
                  </a:moveTo>
                  <a:lnTo>
                    <a:pt x="369359" y="418102"/>
                  </a:lnTo>
                  <a:lnTo>
                    <a:pt x="369461" y="382217"/>
                  </a:lnTo>
                  <a:close/>
                  <a:moveTo>
                    <a:pt x="352118" y="382217"/>
                  </a:moveTo>
                  <a:lnTo>
                    <a:pt x="352118" y="418102"/>
                  </a:lnTo>
                  <a:lnTo>
                    <a:pt x="369359" y="418102"/>
                  </a:lnTo>
                  <a:close/>
                  <a:moveTo>
                    <a:pt x="86096" y="346333"/>
                  </a:moveTo>
                  <a:lnTo>
                    <a:pt x="112874" y="382217"/>
                  </a:lnTo>
                  <a:lnTo>
                    <a:pt x="112874" y="346333"/>
                  </a:lnTo>
                  <a:close/>
                  <a:moveTo>
                    <a:pt x="86096" y="346333"/>
                  </a:moveTo>
                  <a:lnTo>
                    <a:pt x="94537" y="382217"/>
                  </a:lnTo>
                  <a:lnTo>
                    <a:pt x="112874" y="382217"/>
                  </a:lnTo>
                  <a:close/>
                  <a:moveTo>
                    <a:pt x="352118" y="346333"/>
                  </a:moveTo>
                  <a:lnTo>
                    <a:pt x="369461" y="382217"/>
                  </a:lnTo>
                  <a:lnTo>
                    <a:pt x="365949" y="346333"/>
                  </a:lnTo>
                  <a:close/>
                  <a:moveTo>
                    <a:pt x="352118" y="346333"/>
                  </a:moveTo>
                  <a:lnTo>
                    <a:pt x="352118" y="382217"/>
                  </a:lnTo>
                  <a:lnTo>
                    <a:pt x="369461" y="382217"/>
                  </a:lnTo>
                  <a:close/>
                  <a:moveTo>
                    <a:pt x="72395" y="310449"/>
                  </a:moveTo>
                  <a:lnTo>
                    <a:pt x="86096" y="346333"/>
                  </a:lnTo>
                  <a:lnTo>
                    <a:pt x="112874" y="346333"/>
                  </a:lnTo>
                  <a:close/>
                  <a:moveTo>
                    <a:pt x="352118" y="310449"/>
                  </a:moveTo>
                  <a:lnTo>
                    <a:pt x="365949" y="346333"/>
                  </a:lnTo>
                  <a:lnTo>
                    <a:pt x="364155" y="310449"/>
                  </a:lnTo>
                  <a:close/>
                  <a:moveTo>
                    <a:pt x="352118" y="310449"/>
                  </a:moveTo>
                  <a:lnTo>
                    <a:pt x="352118" y="346333"/>
                  </a:lnTo>
                  <a:lnTo>
                    <a:pt x="365949" y="346333"/>
                  </a:lnTo>
                  <a:close/>
                  <a:moveTo>
                    <a:pt x="65025" y="283974"/>
                  </a:moveTo>
                  <a:lnTo>
                    <a:pt x="72395" y="310449"/>
                  </a:lnTo>
                  <a:lnTo>
                    <a:pt x="102013" y="274565"/>
                  </a:lnTo>
                  <a:close/>
                  <a:moveTo>
                    <a:pt x="352118" y="274565"/>
                  </a:moveTo>
                  <a:lnTo>
                    <a:pt x="364155" y="310449"/>
                  </a:lnTo>
                  <a:lnTo>
                    <a:pt x="366379" y="274565"/>
                  </a:lnTo>
                  <a:close/>
                  <a:moveTo>
                    <a:pt x="352118" y="274565"/>
                  </a:moveTo>
                  <a:lnTo>
                    <a:pt x="352118" y="310449"/>
                  </a:lnTo>
                  <a:lnTo>
                    <a:pt x="364155" y="310449"/>
                  </a:lnTo>
                  <a:close/>
                  <a:moveTo>
                    <a:pt x="62345" y="274565"/>
                  </a:moveTo>
                  <a:lnTo>
                    <a:pt x="65025" y="283974"/>
                  </a:lnTo>
                  <a:lnTo>
                    <a:pt x="65025" y="274565"/>
                  </a:lnTo>
                  <a:close/>
                  <a:moveTo>
                    <a:pt x="61758" y="238681"/>
                  </a:moveTo>
                  <a:lnTo>
                    <a:pt x="65025" y="274565"/>
                  </a:lnTo>
                  <a:lnTo>
                    <a:pt x="65025" y="238681"/>
                  </a:lnTo>
                  <a:close/>
                  <a:moveTo>
                    <a:pt x="61758" y="238681"/>
                  </a:moveTo>
                  <a:lnTo>
                    <a:pt x="62345" y="274565"/>
                  </a:lnTo>
                  <a:lnTo>
                    <a:pt x="65025" y="274565"/>
                  </a:lnTo>
                  <a:close/>
                  <a:moveTo>
                    <a:pt x="352118" y="238681"/>
                  </a:moveTo>
                  <a:lnTo>
                    <a:pt x="366379" y="274565"/>
                  </a:lnTo>
                  <a:lnTo>
                    <a:pt x="372395" y="238681"/>
                  </a:lnTo>
                  <a:close/>
                  <a:moveTo>
                    <a:pt x="352118" y="238681"/>
                  </a:moveTo>
                  <a:lnTo>
                    <a:pt x="352118" y="274565"/>
                  </a:lnTo>
                  <a:lnTo>
                    <a:pt x="366379" y="274565"/>
                  </a:lnTo>
                  <a:close/>
                  <a:moveTo>
                    <a:pt x="65025" y="227538"/>
                  </a:moveTo>
                  <a:lnTo>
                    <a:pt x="61758" y="238681"/>
                  </a:lnTo>
                  <a:lnTo>
                    <a:pt x="65025" y="238681"/>
                  </a:lnTo>
                  <a:close/>
                  <a:moveTo>
                    <a:pt x="65025" y="227538"/>
                  </a:moveTo>
                  <a:lnTo>
                    <a:pt x="65025" y="238681"/>
                  </a:lnTo>
                  <a:lnTo>
                    <a:pt x="72036" y="202796"/>
                  </a:lnTo>
                  <a:close/>
                  <a:moveTo>
                    <a:pt x="352118" y="202796"/>
                  </a:moveTo>
                  <a:lnTo>
                    <a:pt x="372395" y="238681"/>
                  </a:lnTo>
                  <a:lnTo>
                    <a:pt x="382547" y="202796"/>
                  </a:lnTo>
                  <a:close/>
                  <a:moveTo>
                    <a:pt x="72036" y="202796"/>
                  </a:moveTo>
                  <a:lnTo>
                    <a:pt x="111683" y="202796"/>
                  </a:lnTo>
                  <a:lnTo>
                    <a:pt x="90508" y="166912"/>
                  </a:lnTo>
                  <a:close/>
                  <a:moveTo>
                    <a:pt x="352118" y="166912"/>
                  </a:moveTo>
                  <a:lnTo>
                    <a:pt x="382547" y="202796"/>
                  </a:lnTo>
                  <a:lnTo>
                    <a:pt x="397328" y="166912"/>
                  </a:lnTo>
                  <a:close/>
                  <a:moveTo>
                    <a:pt x="112860" y="131028"/>
                  </a:moveTo>
                  <a:lnTo>
                    <a:pt x="112874" y="166912"/>
                  </a:lnTo>
                  <a:lnTo>
                    <a:pt x="112874" y="131028"/>
                  </a:lnTo>
                  <a:close/>
                  <a:moveTo>
                    <a:pt x="112860" y="131028"/>
                  </a:moveTo>
                  <a:lnTo>
                    <a:pt x="90508" y="166912"/>
                  </a:lnTo>
                  <a:lnTo>
                    <a:pt x="112874" y="166912"/>
                  </a:lnTo>
                  <a:close/>
                  <a:moveTo>
                    <a:pt x="397328" y="166912"/>
                  </a:moveTo>
                  <a:lnTo>
                    <a:pt x="399966" y="160597"/>
                  </a:lnTo>
                  <a:lnTo>
                    <a:pt x="352118" y="166912"/>
                  </a:lnTo>
                  <a:close/>
                  <a:moveTo>
                    <a:pt x="112874" y="131005"/>
                  </a:moveTo>
                  <a:lnTo>
                    <a:pt x="112860" y="131028"/>
                  </a:lnTo>
                  <a:lnTo>
                    <a:pt x="112874" y="131028"/>
                  </a:lnTo>
                  <a:close/>
                  <a:moveTo>
                    <a:pt x="134468" y="95144"/>
                  </a:moveTo>
                  <a:lnTo>
                    <a:pt x="112874" y="131005"/>
                  </a:lnTo>
                  <a:lnTo>
                    <a:pt x="160723" y="129598"/>
                  </a:lnTo>
                  <a:close/>
                  <a:moveTo>
                    <a:pt x="159827" y="131028"/>
                  </a:moveTo>
                  <a:lnTo>
                    <a:pt x="112874" y="131005"/>
                  </a:lnTo>
                  <a:lnTo>
                    <a:pt x="112874" y="131028"/>
                  </a:lnTo>
                  <a:close/>
                  <a:moveTo>
                    <a:pt x="399966" y="131028"/>
                  </a:moveTo>
                  <a:lnTo>
                    <a:pt x="399966" y="160597"/>
                  </a:lnTo>
                  <a:lnTo>
                    <a:pt x="412888" y="131028"/>
                  </a:lnTo>
                  <a:close/>
                  <a:moveTo>
                    <a:pt x="399966" y="95144"/>
                  </a:moveTo>
                  <a:lnTo>
                    <a:pt x="412888" y="131028"/>
                  </a:lnTo>
                  <a:lnTo>
                    <a:pt x="419659" y="95144"/>
                  </a:lnTo>
                  <a:close/>
                  <a:moveTo>
                    <a:pt x="399966" y="95144"/>
                  </a:moveTo>
                  <a:lnTo>
                    <a:pt x="399966" y="131028"/>
                  </a:lnTo>
                  <a:lnTo>
                    <a:pt x="412888" y="131028"/>
                  </a:lnTo>
                  <a:close/>
                  <a:moveTo>
                    <a:pt x="159032" y="59259"/>
                  </a:moveTo>
                  <a:lnTo>
                    <a:pt x="160723" y="95144"/>
                  </a:lnTo>
                  <a:lnTo>
                    <a:pt x="160723" y="59259"/>
                  </a:lnTo>
                  <a:close/>
                  <a:moveTo>
                    <a:pt x="159032" y="59259"/>
                  </a:moveTo>
                  <a:lnTo>
                    <a:pt x="134468" y="95144"/>
                  </a:lnTo>
                  <a:lnTo>
                    <a:pt x="160723" y="95144"/>
                  </a:lnTo>
                  <a:close/>
                  <a:moveTo>
                    <a:pt x="399966" y="59259"/>
                  </a:moveTo>
                  <a:lnTo>
                    <a:pt x="419659" y="95144"/>
                  </a:lnTo>
                  <a:lnTo>
                    <a:pt x="411289" y="59259"/>
                  </a:lnTo>
                  <a:close/>
                  <a:moveTo>
                    <a:pt x="399966" y="59259"/>
                  </a:moveTo>
                  <a:lnTo>
                    <a:pt x="399966" y="95144"/>
                  </a:lnTo>
                  <a:lnTo>
                    <a:pt x="419659" y="95144"/>
                  </a:lnTo>
                  <a:close/>
                  <a:moveTo>
                    <a:pt x="160723" y="57398"/>
                  </a:moveTo>
                  <a:lnTo>
                    <a:pt x="159032" y="59259"/>
                  </a:lnTo>
                  <a:lnTo>
                    <a:pt x="160723" y="59259"/>
                  </a:lnTo>
                  <a:close/>
                  <a:moveTo>
                    <a:pt x="160723" y="59259"/>
                  </a:moveTo>
                  <a:lnTo>
                    <a:pt x="201077" y="23375"/>
                  </a:lnTo>
                  <a:lnTo>
                    <a:pt x="160723" y="57398"/>
                  </a:lnTo>
                  <a:close/>
                  <a:moveTo>
                    <a:pt x="208571" y="23375"/>
                  </a:moveTo>
                  <a:lnTo>
                    <a:pt x="201077" y="23375"/>
                  </a:lnTo>
                  <a:lnTo>
                    <a:pt x="160723" y="59259"/>
                  </a:lnTo>
                  <a:close/>
                  <a:moveTo>
                    <a:pt x="208571" y="59259"/>
                  </a:moveTo>
                  <a:lnTo>
                    <a:pt x="208571" y="23375"/>
                  </a:lnTo>
                  <a:lnTo>
                    <a:pt x="160723" y="59259"/>
                  </a:lnTo>
                  <a:close/>
                  <a:moveTo>
                    <a:pt x="352118" y="23375"/>
                  </a:moveTo>
                  <a:lnTo>
                    <a:pt x="399966" y="44610"/>
                  </a:lnTo>
                  <a:lnTo>
                    <a:pt x="376291" y="23375"/>
                  </a:lnTo>
                  <a:close/>
                  <a:moveTo>
                    <a:pt x="399966" y="59259"/>
                  </a:moveTo>
                  <a:lnTo>
                    <a:pt x="399966" y="44610"/>
                  </a:lnTo>
                  <a:lnTo>
                    <a:pt x="352118" y="23375"/>
                  </a:lnTo>
                  <a:close/>
                  <a:moveTo>
                    <a:pt x="399966" y="59259"/>
                  </a:moveTo>
                  <a:lnTo>
                    <a:pt x="411289" y="59259"/>
                  </a:lnTo>
                  <a:lnTo>
                    <a:pt x="399966" y="44610"/>
                  </a:lnTo>
                  <a:close/>
                  <a:moveTo>
                    <a:pt x="208571" y="18861"/>
                  </a:moveTo>
                  <a:lnTo>
                    <a:pt x="201077" y="23375"/>
                  </a:lnTo>
                  <a:lnTo>
                    <a:pt x="208571" y="23375"/>
                  </a:lnTo>
                  <a:close/>
                  <a:moveTo>
                    <a:pt x="208571" y="23375"/>
                  </a:moveTo>
                  <a:lnTo>
                    <a:pt x="256420" y="2627"/>
                  </a:lnTo>
                  <a:lnTo>
                    <a:pt x="208571" y="18861"/>
                  </a:lnTo>
                  <a:close/>
                  <a:moveTo>
                    <a:pt x="208571" y="23375"/>
                  </a:moveTo>
                  <a:lnTo>
                    <a:pt x="256420" y="23375"/>
                  </a:lnTo>
                  <a:lnTo>
                    <a:pt x="256420" y="2627"/>
                  </a:lnTo>
                  <a:close/>
                  <a:moveTo>
                    <a:pt x="256420" y="23375"/>
                  </a:moveTo>
                  <a:lnTo>
                    <a:pt x="304269" y="0"/>
                  </a:lnTo>
                  <a:lnTo>
                    <a:pt x="256420" y="2627"/>
                  </a:lnTo>
                  <a:close/>
                  <a:moveTo>
                    <a:pt x="304269" y="23375"/>
                  </a:moveTo>
                  <a:lnTo>
                    <a:pt x="352118" y="10607"/>
                  </a:lnTo>
                  <a:lnTo>
                    <a:pt x="304269" y="0"/>
                  </a:lnTo>
                  <a:close/>
                  <a:moveTo>
                    <a:pt x="304269" y="23375"/>
                  </a:moveTo>
                  <a:lnTo>
                    <a:pt x="352118" y="23375"/>
                  </a:lnTo>
                  <a:lnTo>
                    <a:pt x="352118" y="10607"/>
                  </a:lnTo>
                  <a:close/>
                  <a:moveTo>
                    <a:pt x="352118" y="23375"/>
                  </a:moveTo>
                  <a:lnTo>
                    <a:pt x="376291" y="23375"/>
                  </a:lnTo>
                  <a:lnTo>
                    <a:pt x="352118" y="10607"/>
                  </a:lnTo>
                  <a:close/>
                </a:path>
              </a:pathLst>
            </a:custGeom>
            <a:solidFill>
              <a:srgbClr val="6BC495"/>
            </a:solidFill>
            <a:ln w="4001">
              <a:solidFill>
                <a:srgbClr val="B0E0C7"/>
              </a:solidFill>
            </a:ln>
          </p:spPr>
        </p:sp>
        <p:sp>
          <p:nvSpPr>
            <p:cNvPr id="3947" name="Candidate_B1__3946">
              <a:extLst>
                <a:ext uri="{FF2B5EF4-FFF2-40B4-BE49-F238E27FC236}">
                  <a16:creationId xmlns:a16="http://schemas.microsoft.com/office/drawing/2014/main" id="{64F1E2BF-0986-F8E7-B333-A8924C8D5697}"/>
                </a:ext>
              </a:extLst>
            </p:cNvPr>
            <p:cNvSpPr>
              <a:spLocks noGrp="1"/>
            </p:cNvSpPr>
            <p:nvPr/>
          </p:nvSpPr>
          <p:spPr>
            <a:xfrm>
              <a:off x="4134647" y="2280360"/>
              <a:ext cx="382790" cy="669291"/>
            </a:xfrm>
            <a:custGeom>
              <a:avLst/>
              <a:gdLst/>
              <a:ahLst/>
              <a:cxnLst/>
              <a:rect l="0" t="0" r="0" b="0"/>
              <a:pathLst>
                <a:path w="382790" h="669291">
                  <a:moveTo>
                    <a:pt x="47849" y="633407"/>
                  </a:moveTo>
                  <a:lnTo>
                    <a:pt x="47849" y="656464"/>
                  </a:lnTo>
                  <a:lnTo>
                    <a:pt x="70308" y="633407"/>
                  </a:lnTo>
                  <a:close/>
                  <a:moveTo>
                    <a:pt x="70308" y="633407"/>
                  </a:moveTo>
                  <a:lnTo>
                    <a:pt x="93293" y="669291"/>
                  </a:lnTo>
                  <a:lnTo>
                    <a:pt x="95698" y="642072"/>
                  </a:lnTo>
                  <a:close/>
                  <a:moveTo>
                    <a:pt x="143546" y="669291"/>
                  </a:moveTo>
                  <a:lnTo>
                    <a:pt x="143546" y="642971"/>
                  </a:lnTo>
                  <a:lnTo>
                    <a:pt x="95698" y="642072"/>
                  </a:lnTo>
                  <a:close/>
                  <a:moveTo>
                    <a:pt x="143546" y="642971"/>
                  </a:moveTo>
                  <a:lnTo>
                    <a:pt x="191395" y="658639"/>
                  </a:lnTo>
                  <a:lnTo>
                    <a:pt x="191395" y="633407"/>
                  </a:lnTo>
                  <a:close/>
                  <a:moveTo>
                    <a:pt x="0" y="597523"/>
                  </a:moveTo>
                  <a:lnTo>
                    <a:pt x="0" y="619630"/>
                  </a:lnTo>
                  <a:lnTo>
                    <a:pt x="27351" y="597523"/>
                  </a:lnTo>
                  <a:close/>
                  <a:moveTo>
                    <a:pt x="27351" y="597523"/>
                  </a:moveTo>
                  <a:lnTo>
                    <a:pt x="11286" y="633407"/>
                  </a:lnTo>
                  <a:lnTo>
                    <a:pt x="47849" y="620408"/>
                  </a:lnTo>
                  <a:close/>
                  <a:moveTo>
                    <a:pt x="47849" y="620408"/>
                  </a:moveTo>
                  <a:lnTo>
                    <a:pt x="11286" y="633407"/>
                  </a:lnTo>
                  <a:lnTo>
                    <a:pt x="47849" y="633407"/>
                  </a:lnTo>
                  <a:close/>
                  <a:moveTo>
                    <a:pt x="191395" y="626824"/>
                  </a:moveTo>
                  <a:lnTo>
                    <a:pt x="239244" y="631335"/>
                  </a:lnTo>
                  <a:lnTo>
                    <a:pt x="239244" y="597523"/>
                  </a:lnTo>
                  <a:close/>
                  <a:moveTo>
                    <a:pt x="191395" y="633407"/>
                  </a:moveTo>
                  <a:lnTo>
                    <a:pt x="239244" y="631335"/>
                  </a:lnTo>
                  <a:lnTo>
                    <a:pt x="191395" y="626824"/>
                  </a:lnTo>
                  <a:close/>
                  <a:moveTo>
                    <a:pt x="22265" y="561638"/>
                  </a:moveTo>
                  <a:lnTo>
                    <a:pt x="0" y="561638"/>
                  </a:lnTo>
                  <a:lnTo>
                    <a:pt x="0" y="597523"/>
                  </a:lnTo>
                  <a:close/>
                  <a:moveTo>
                    <a:pt x="239244" y="576927"/>
                  </a:moveTo>
                  <a:lnTo>
                    <a:pt x="287093" y="561638"/>
                  </a:lnTo>
                  <a:lnTo>
                    <a:pt x="247325" y="561638"/>
                  </a:lnTo>
                  <a:close/>
                  <a:moveTo>
                    <a:pt x="239244" y="576927"/>
                  </a:moveTo>
                  <a:lnTo>
                    <a:pt x="287093" y="570424"/>
                  </a:lnTo>
                  <a:lnTo>
                    <a:pt x="287093" y="561638"/>
                  </a:lnTo>
                  <a:close/>
                  <a:moveTo>
                    <a:pt x="239244" y="597523"/>
                  </a:moveTo>
                  <a:lnTo>
                    <a:pt x="287093" y="570424"/>
                  </a:lnTo>
                  <a:lnTo>
                    <a:pt x="239244" y="576927"/>
                  </a:lnTo>
                  <a:close/>
                  <a:moveTo>
                    <a:pt x="38989" y="525754"/>
                  </a:moveTo>
                  <a:lnTo>
                    <a:pt x="0" y="525754"/>
                  </a:lnTo>
                  <a:lnTo>
                    <a:pt x="0" y="561638"/>
                  </a:lnTo>
                  <a:close/>
                  <a:moveTo>
                    <a:pt x="287093" y="561638"/>
                  </a:moveTo>
                  <a:lnTo>
                    <a:pt x="287093" y="525754"/>
                  </a:lnTo>
                  <a:lnTo>
                    <a:pt x="247325" y="561638"/>
                  </a:lnTo>
                  <a:close/>
                  <a:moveTo>
                    <a:pt x="47849" y="489870"/>
                  </a:moveTo>
                  <a:lnTo>
                    <a:pt x="22943" y="489870"/>
                  </a:lnTo>
                  <a:lnTo>
                    <a:pt x="47849" y="515575"/>
                  </a:lnTo>
                  <a:close/>
                  <a:moveTo>
                    <a:pt x="47849" y="515575"/>
                  </a:moveTo>
                  <a:lnTo>
                    <a:pt x="0" y="520670"/>
                  </a:lnTo>
                  <a:lnTo>
                    <a:pt x="38989" y="525754"/>
                  </a:lnTo>
                  <a:close/>
                  <a:moveTo>
                    <a:pt x="38989" y="525754"/>
                  </a:moveTo>
                  <a:lnTo>
                    <a:pt x="0" y="520670"/>
                  </a:lnTo>
                  <a:lnTo>
                    <a:pt x="0" y="525754"/>
                  </a:lnTo>
                  <a:close/>
                  <a:moveTo>
                    <a:pt x="287093" y="489870"/>
                  </a:moveTo>
                  <a:lnTo>
                    <a:pt x="287093" y="525754"/>
                  </a:lnTo>
                  <a:lnTo>
                    <a:pt x="310613" y="525754"/>
                  </a:lnTo>
                  <a:close/>
                  <a:moveTo>
                    <a:pt x="287093" y="525754"/>
                  </a:moveTo>
                  <a:lnTo>
                    <a:pt x="287093" y="489870"/>
                  </a:lnTo>
                  <a:lnTo>
                    <a:pt x="257488" y="525754"/>
                  </a:lnTo>
                  <a:close/>
                  <a:moveTo>
                    <a:pt x="95698" y="453986"/>
                  </a:moveTo>
                  <a:lnTo>
                    <a:pt x="53091" y="453986"/>
                  </a:lnTo>
                  <a:lnTo>
                    <a:pt x="95698" y="470550"/>
                  </a:lnTo>
                  <a:close/>
                  <a:moveTo>
                    <a:pt x="95698" y="470550"/>
                  </a:moveTo>
                  <a:lnTo>
                    <a:pt x="47849" y="460057"/>
                  </a:lnTo>
                  <a:lnTo>
                    <a:pt x="75733" y="489870"/>
                  </a:lnTo>
                  <a:close/>
                  <a:moveTo>
                    <a:pt x="75733" y="489870"/>
                  </a:moveTo>
                  <a:lnTo>
                    <a:pt x="47849" y="460057"/>
                  </a:lnTo>
                  <a:lnTo>
                    <a:pt x="47849" y="489870"/>
                  </a:lnTo>
                  <a:close/>
                  <a:moveTo>
                    <a:pt x="287093" y="453986"/>
                  </a:moveTo>
                  <a:lnTo>
                    <a:pt x="287093" y="489870"/>
                  </a:lnTo>
                  <a:lnTo>
                    <a:pt x="334941" y="453986"/>
                  </a:lnTo>
                  <a:close/>
                  <a:moveTo>
                    <a:pt x="72893" y="418102"/>
                  </a:moveTo>
                  <a:lnTo>
                    <a:pt x="95698" y="453986"/>
                  </a:lnTo>
                  <a:lnTo>
                    <a:pt x="95698" y="418102"/>
                  </a:lnTo>
                  <a:close/>
                  <a:moveTo>
                    <a:pt x="138727" y="418102"/>
                  </a:moveTo>
                  <a:lnTo>
                    <a:pt x="95698" y="418102"/>
                  </a:lnTo>
                  <a:lnTo>
                    <a:pt x="95698" y="453986"/>
                  </a:lnTo>
                  <a:close/>
                  <a:moveTo>
                    <a:pt x="287093" y="453986"/>
                  </a:moveTo>
                  <a:lnTo>
                    <a:pt x="334941" y="453986"/>
                  </a:lnTo>
                  <a:lnTo>
                    <a:pt x="334941" y="418102"/>
                  </a:lnTo>
                  <a:close/>
                  <a:moveTo>
                    <a:pt x="287093" y="453986"/>
                  </a:moveTo>
                  <a:lnTo>
                    <a:pt x="334941" y="418102"/>
                  </a:lnTo>
                  <a:lnTo>
                    <a:pt x="287093" y="418102"/>
                  </a:lnTo>
                  <a:close/>
                  <a:moveTo>
                    <a:pt x="139378" y="382217"/>
                  </a:moveTo>
                  <a:lnTo>
                    <a:pt x="95698" y="382217"/>
                  </a:lnTo>
                  <a:lnTo>
                    <a:pt x="95698" y="418102"/>
                  </a:lnTo>
                  <a:close/>
                  <a:moveTo>
                    <a:pt x="287093" y="418102"/>
                  </a:moveTo>
                  <a:lnTo>
                    <a:pt x="334941" y="418102"/>
                  </a:lnTo>
                  <a:lnTo>
                    <a:pt x="334941" y="382217"/>
                  </a:lnTo>
                  <a:close/>
                  <a:moveTo>
                    <a:pt x="287093" y="418102"/>
                  </a:moveTo>
                  <a:lnTo>
                    <a:pt x="334941" y="382217"/>
                  </a:lnTo>
                  <a:lnTo>
                    <a:pt x="287093" y="382217"/>
                  </a:lnTo>
                  <a:close/>
                  <a:moveTo>
                    <a:pt x="123550" y="346333"/>
                  </a:moveTo>
                  <a:lnTo>
                    <a:pt x="95698" y="346333"/>
                  </a:lnTo>
                  <a:lnTo>
                    <a:pt x="95698" y="382217"/>
                  </a:lnTo>
                  <a:close/>
                  <a:moveTo>
                    <a:pt x="290219" y="346333"/>
                  </a:moveTo>
                  <a:lnTo>
                    <a:pt x="287093" y="374306"/>
                  </a:lnTo>
                  <a:lnTo>
                    <a:pt x="334941" y="346333"/>
                  </a:lnTo>
                  <a:close/>
                  <a:moveTo>
                    <a:pt x="334941" y="346333"/>
                  </a:moveTo>
                  <a:lnTo>
                    <a:pt x="287093" y="374306"/>
                  </a:lnTo>
                  <a:lnTo>
                    <a:pt x="287093" y="382217"/>
                  </a:lnTo>
                  <a:close/>
                  <a:moveTo>
                    <a:pt x="334941" y="346333"/>
                  </a:moveTo>
                  <a:lnTo>
                    <a:pt x="287093" y="382217"/>
                  </a:lnTo>
                  <a:lnTo>
                    <a:pt x="334941" y="382217"/>
                  </a:lnTo>
                  <a:close/>
                  <a:moveTo>
                    <a:pt x="55219" y="310449"/>
                  </a:moveTo>
                  <a:lnTo>
                    <a:pt x="95698" y="346333"/>
                  </a:lnTo>
                  <a:lnTo>
                    <a:pt x="95698" y="310449"/>
                  </a:lnTo>
                  <a:close/>
                  <a:moveTo>
                    <a:pt x="334941" y="346333"/>
                  </a:moveTo>
                  <a:lnTo>
                    <a:pt x="334941" y="310449"/>
                  </a:lnTo>
                  <a:lnTo>
                    <a:pt x="290219" y="346333"/>
                  </a:lnTo>
                  <a:close/>
                  <a:moveTo>
                    <a:pt x="334941" y="310449"/>
                  </a:moveTo>
                  <a:lnTo>
                    <a:pt x="297237" y="310449"/>
                  </a:lnTo>
                  <a:lnTo>
                    <a:pt x="290219" y="346333"/>
                  </a:lnTo>
                  <a:close/>
                  <a:moveTo>
                    <a:pt x="47849" y="274565"/>
                  </a:moveTo>
                  <a:lnTo>
                    <a:pt x="47849" y="283974"/>
                  </a:lnTo>
                  <a:lnTo>
                    <a:pt x="84836" y="274565"/>
                  </a:lnTo>
                  <a:close/>
                  <a:moveTo>
                    <a:pt x="84836" y="274565"/>
                  </a:moveTo>
                  <a:lnTo>
                    <a:pt x="55219" y="310449"/>
                  </a:lnTo>
                  <a:lnTo>
                    <a:pt x="95698" y="302267"/>
                  </a:lnTo>
                  <a:close/>
                  <a:moveTo>
                    <a:pt x="95698" y="302267"/>
                  </a:moveTo>
                  <a:lnTo>
                    <a:pt x="55219" y="310449"/>
                  </a:lnTo>
                  <a:lnTo>
                    <a:pt x="95698" y="310449"/>
                  </a:lnTo>
                  <a:close/>
                  <a:moveTo>
                    <a:pt x="334941" y="310449"/>
                  </a:moveTo>
                  <a:lnTo>
                    <a:pt x="334941" y="274565"/>
                  </a:lnTo>
                  <a:lnTo>
                    <a:pt x="297237" y="310449"/>
                  </a:lnTo>
                  <a:close/>
                  <a:moveTo>
                    <a:pt x="334941" y="274565"/>
                  </a:moveTo>
                  <a:lnTo>
                    <a:pt x="305264" y="274565"/>
                  </a:lnTo>
                  <a:lnTo>
                    <a:pt x="297237" y="310449"/>
                  </a:lnTo>
                  <a:close/>
                  <a:moveTo>
                    <a:pt x="84836" y="274565"/>
                  </a:moveTo>
                  <a:lnTo>
                    <a:pt x="82984" y="238681"/>
                  </a:lnTo>
                  <a:lnTo>
                    <a:pt x="47849" y="274565"/>
                  </a:lnTo>
                  <a:close/>
                  <a:moveTo>
                    <a:pt x="82984" y="238681"/>
                  </a:moveTo>
                  <a:lnTo>
                    <a:pt x="47849" y="238681"/>
                  </a:lnTo>
                  <a:lnTo>
                    <a:pt x="47849" y="274565"/>
                  </a:lnTo>
                  <a:close/>
                  <a:moveTo>
                    <a:pt x="334941" y="274565"/>
                  </a:moveTo>
                  <a:lnTo>
                    <a:pt x="334941" y="238681"/>
                  </a:lnTo>
                  <a:lnTo>
                    <a:pt x="305264" y="274565"/>
                  </a:lnTo>
                  <a:close/>
                  <a:moveTo>
                    <a:pt x="54860" y="202796"/>
                  </a:moveTo>
                  <a:lnTo>
                    <a:pt x="47849" y="238681"/>
                  </a:lnTo>
                  <a:lnTo>
                    <a:pt x="82984" y="238681"/>
                  </a:lnTo>
                  <a:close/>
                  <a:moveTo>
                    <a:pt x="54860" y="202796"/>
                  </a:moveTo>
                  <a:lnTo>
                    <a:pt x="82984" y="238681"/>
                  </a:lnTo>
                  <a:lnTo>
                    <a:pt x="94507" y="202796"/>
                  </a:lnTo>
                  <a:close/>
                  <a:moveTo>
                    <a:pt x="334941" y="202796"/>
                  </a:moveTo>
                  <a:lnTo>
                    <a:pt x="334941" y="238681"/>
                  </a:lnTo>
                  <a:lnTo>
                    <a:pt x="355219" y="238681"/>
                  </a:lnTo>
                  <a:close/>
                  <a:moveTo>
                    <a:pt x="334941" y="238681"/>
                  </a:moveTo>
                  <a:lnTo>
                    <a:pt x="334941" y="202796"/>
                  </a:lnTo>
                  <a:lnTo>
                    <a:pt x="312677" y="238681"/>
                  </a:lnTo>
                  <a:close/>
                  <a:moveTo>
                    <a:pt x="73331" y="166912"/>
                  </a:moveTo>
                  <a:lnTo>
                    <a:pt x="95698" y="200680"/>
                  </a:lnTo>
                  <a:lnTo>
                    <a:pt x="95698" y="166912"/>
                  </a:lnTo>
                  <a:close/>
                  <a:moveTo>
                    <a:pt x="94507" y="202796"/>
                  </a:moveTo>
                  <a:lnTo>
                    <a:pt x="95698" y="200680"/>
                  </a:lnTo>
                  <a:lnTo>
                    <a:pt x="73331" y="166912"/>
                  </a:lnTo>
                  <a:close/>
                  <a:moveTo>
                    <a:pt x="334941" y="166912"/>
                  </a:moveTo>
                  <a:lnTo>
                    <a:pt x="334941" y="202796"/>
                  </a:lnTo>
                  <a:lnTo>
                    <a:pt x="365371" y="202796"/>
                  </a:lnTo>
                  <a:close/>
                  <a:moveTo>
                    <a:pt x="142651" y="131028"/>
                  </a:moveTo>
                  <a:lnTo>
                    <a:pt x="95698" y="131028"/>
                  </a:lnTo>
                  <a:lnTo>
                    <a:pt x="95698" y="166912"/>
                  </a:lnTo>
                  <a:close/>
                  <a:moveTo>
                    <a:pt x="334941" y="161843"/>
                  </a:moveTo>
                  <a:lnTo>
                    <a:pt x="382790" y="131028"/>
                  </a:lnTo>
                  <a:lnTo>
                    <a:pt x="345683" y="131028"/>
                  </a:lnTo>
                  <a:close/>
                  <a:moveTo>
                    <a:pt x="334941" y="161843"/>
                  </a:moveTo>
                  <a:lnTo>
                    <a:pt x="382790" y="160597"/>
                  </a:lnTo>
                  <a:lnTo>
                    <a:pt x="382790" y="131028"/>
                  </a:lnTo>
                  <a:close/>
                  <a:moveTo>
                    <a:pt x="334941" y="166912"/>
                  </a:moveTo>
                  <a:lnTo>
                    <a:pt x="382790" y="160597"/>
                  </a:lnTo>
                  <a:lnTo>
                    <a:pt x="334941" y="161843"/>
                  </a:lnTo>
                  <a:close/>
                  <a:moveTo>
                    <a:pt x="143546" y="95144"/>
                  </a:moveTo>
                  <a:lnTo>
                    <a:pt x="117292" y="95144"/>
                  </a:lnTo>
                  <a:lnTo>
                    <a:pt x="143546" y="129598"/>
                  </a:lnTo>
                  <a:close/>
                  <a:moveTo>
                    <a:pt x="143546" y="129598"/>
                  </a:moveTo>
                  <a:lnTo>
                    <a:pt x="95698" y="131005"/>
                  </a:lnTo>
                  <a:lnTo>
                    <a:pt x="142651" y="131028"/>
                  </a:lnTo>
                  <a:close/>
                  <a:moveTo>
                    <a:pt x="382790" y="131028"/>
                  </a:moveTo>
                  <a:lnTo>
                    <a:pt x="382790" y="95144"/>
                  </a:lnTo>
                  <a:lnTo>
                    <a:pt x="345683" y="131028"/>
                  </a:lnTo>
                  <a:close/>
                  <a:moveTo>
                    <a:pt x="143546" y="95144"/>
                  </a:moveTo>
                  <a:lnTo>
                    <a:pt x="191395" y="59259"/>
                  </a:lnTo>
                  <a:lnTo>
                    <a:pt x="143546" y="59259"/>
                  </a:lnTo>
                  <a:close/>
                  <a:moveTo>
                    <a:pt x="334941" y="59259"/>
                  </a:moveTo>
                  <a:lnTo>
                    <a:pt x="382790" y="95144"/>
                  </a:lnTo>
                  <a:lnTo>
                    <a:pt x="382790" y="59259"/>
                  </a:lnTo>
                  <a:close/>
                  <a:moveTo>
                    <a:pt x="191395" y="59259"/>
                  </a:moveTo>
                  <a:lnTo>
                    <a:pt x="239244" y="23375"/>
                  </a:lnTo>
                  <a:lnTo>
                    <a:pt x="191395" y="23375"/>
                  </a:lnTo>
                  <a:close/>
                  <a:moveTo>
                    <a:pt x="334941" y="59259"/>
                  </a:moveTo>
                  <a:lnTo>
                    <a:pt x="382790" y="59259"/>
                  </a:lnTo>
                  <a:lnTo>
                    <a:pt x="334941" y="23375"/>
                  </a:lnTo>
                  <a:close/>
                  <a:moveTo>
                    <a:pt x="287093" y="23375"/>
                  </a:moveTo>
                  <a:lnTo>
                    <a:pt x="334941" y="59259"/>
                  </a:lnTo>
                  <a:lnTo>
                    <a:pt x="334941" y="23375"/>
                  </a:lnTo>
                  <a:close/>
                  <a:moveTo>
                    <a:pt x="239244" y="23375"/>
                  </a:moveTo>
                  <a:lnTo>
                    <a:pt x="287093" y="23375"/>
                  </a:lnTo>
                  <a:lnTo>
                    <a:pt x="287093" y="0"/>
                  </a:lnTo>
                  <a:close/>
                  <a:moveTo>
                    <a:pt x="287093" y="23375"/>
                  </a:moveTo>
                  <a:lnTo>
                    <a:pt x="239244" y="23375"/>
                  </a:lnTo>
                  <a:lnTo>
                    <a:pt x="287093" y="40658"/>
                  </a:lnTo>
                  <a:close/>
                </a:path>
              </a:pathLst>
            </a:custGeom>
            <a:solidFill>
              <a:srgbClr val="70C699"/>
            </a:solidFill>
            <a:ln w="4001">
              <a:solidFill>
                <a:srgbClr val="B0E0C7"/>
              </a:solidFill>
            </a:ln>
          </p:spPr>
        </p:sp>
        <p:sp>
          <p:nvSpPr>
            <p:cNvPr id="3948" name="Candidate_B1__3947">
              <a:extLst>
                <a:ext uri="{FF2B5EF4-FFF2-40B4-BE49-F238E27FC236}">
                  <a16:creationId xmlns:a16="http://schemas.microsoft.com/office/drawing/2014/main" id="{90B4CD71-3F1C-6892-2C43-3B3CE13FD05C}"/>
                </a:ext>
              </a:extLst>
            </p:cNvPr>
            <p:cNvSpPr>
              <a:spLocks noGrp="1"/>
            </p:cNvSpPr>
            <p:nvPr/>
          </p:nvSpPr>
          <p:spPr>
            <a:xfrm>
              <a:off x="4134647" y="2303735"/>
              <a:ext cx="382790" cy="619596"/>
            </a:xfrm>
            <a:custGeom>
              <a:avLst/>
              <a:gdLst/>
              <a:ahLst/>
              <a:cxnLst/>
              <a:rect l="0" t="0" r="0" b="0"/>
              <a:pathLst>
                <a:path w="382790" h="619596">
                  <a:moveTo>
                    <a:pt x="143546" y="619596"/>
                  </a:moveTo>
                  <a:lnTo>
                    <a:pt x="191395" y="610031"/>
                  </a:lnTo>
                  <a:lnTo>
                    <a:pt x="175859" y="610031"/>
                  </a:lnTo>
                  <a:close/>
                  <a:moveTo>
                    <a:pt x="47849" y="610031"/>
                  </a:moveTo>
                  <a:lnTo>
                    <a:pt x="70308" y="610031"/>
                  </a:lnTo>
                  <a:lnTo>
                    <a:pt x="47849" y="597033"/>
                  </a:lnTo>
                  <a:close/>
                  <a:moveTo>
                    <a:pt x="191395" y="603448"/>
                  </a:moveTo>
                  <a:lnTo>
                    <a:pt x="239244" y="574147"/>
                  </a:lnTo>
                  <a:lnTo>
                    <a:pt x="226171" y="574147"/>
                  </a:lnTo>
                  <a:close/>
                  <a:moveTo>
                    <a:pt x="175859" y="610031"/>
                  </a:moveTo>
                  <a:lnTo>
                    <a:pt x="191395" y="610031"/>
                  </a:lnTo>
                  <a:lnTo>
                    <a:pt x="191395" y="603448"/>
                  </a:lnTo>
                  <a:close/>
                  <a:moveTo>
                    <a:pt x="27351" y="574147"/>
                  </a:moveTo>
                  <a:lnTo>
                    <a:pt x="22265" y="538263"/>
                  </a:lnTo>
                  <a:lnTo>
                    <a:pt x="0" y="574147"/>
                  </a:lnTo>
                  <a:close/>
                  <a:moveTo>
                    <a:pt x="226171" y="574147"/>
                  </a:moveTo>
                  <a:lnTo>
                    <a:pt x="239244" y="574147"/>
                  </a:lnTo>
                  <a:lnTo>
                    <a:pt x="239244" y="553552"/>
                  </a:lnTo>
                  <a:close/>
                  <a:moveTo>
                    <a:pt x="22265" y="538263"/>
                  </a:moveTo>
                  <a:lnTo>
                    <a:pt x="38989" y="502379"/>
                  </a:lnTo>
                  <a:lnTo>
                    <a:pt x="0" y="538263"/>
                  </a:lnTo>
                  <a:close/>
                  <a:moveTo>
                    <a:pt x="287093" y="502379"/>
                  </a:moveTo>
                  <a:lnTo>
                    <a:pt x="257488" y="502379"/>
                  </a:lnTo>
                  <a:lnTo>
                    <a:pt x="247325" y="538263"/>
                  </a:lnTo>
                  <a:close/>
                  <a:moveTo>
                    <a:pt x="287093" y="466495"/>
                  </a:moveTo>
                  <a:lnTo>
                    <a:pt x="265025" y="466495"/>
                  </a:lnTo>
                  <a:lnTo>
                    <a:pt x="257488" y="502379"/>
                  </a:lnTo>
                  <a:close/>
                  <a:moveTo>
                    <a:pt x="47849" y="466495"/>
                  </a:moveTo>
                  <a:lnTo>
                    <a:pt x="47849" y="492200"/>
                  </a:lnTo>
                  <a:lnTo>
                    <a:pt x="75733" y="466495"/>
                  </a:lnTo>
                  <a:close/>
                  <a:moveTo>
                    <a:pt x="287093" y="466495"/>
                  </a:moveTo>
                  <a:lnTo>
                    <a:pt x="287093" y="430610"/>
                  </a:lnTo>
                  <a:lnTo>
                    <a:pt x="265025" y="466495"/>
                  </a:lnTo>
                  <a:close/>
                  <a:moveTo>
                    <a:pt x="287093" y="430610"/>
                  </a:moveTo>
                  <a:lnTo>
                    <a:pt x="273149" y="430610"/>
                  </a:lnTo>
                  <a:lnTo>
                    <a:pt x="265025" y="466495"/>
                  </a:lnTo>
                  <a:close/>
                  <a:moveTo>
                    <a:pt x="116791" y="430610"/>
                  </a:moveTo>
                  <a:lnTo>
                    <a:pt x="138727" y="394726"/>
                  </a:lnTo>
                  <a:lnTo>
                    <a:pt x="95698" y="430610"/>
                  </a:lnTo>
                  <a:close/>
                  <a:moveTo>
                    <a:pt x="95698" y="430610"/>
                  </a:moveTo>
                  <a:lnTo>
                    <a:pt x="95698" y="447175"/>
                  </a:lnTo>
                  <a:lnTo>
                    <a:pt x="116791" y="430610"/>
                  </a:lnTo>
                  <a:close/>
                  <a:moveTo>
                    <a:pt x="287093" y="430610"/>
                  </a:moveTo>
                  <a:lnTo>
                    <a:pt x="287093" y="394726"/>
                  </a:lnTo>
                  <a:lnTo>
                    <a:pt x="273149" y="430610"/>
                  </a:lnTo>
                  <a:close/>
                  <a:moveTo>
                    <a:pt x="287093" y="394726"/>
                  </a:moveTo>
                  <a:lnTo>
                    <a:pt x="280562" y="394726"/>
                  </a:lnTo>
                  <a:lnTo>
                    <a:pt x="273149" y="430610"/>
                  </a:lnTo>
                  <a:close/>
                  <a:moveTo>
                    <a:pt x="138727" y="394726"/>
                  </a:moveTo>
                  <a:lnTo>
                    <a:pt x="139378" y="358842"/>
                  </a:lnTo>
                  <a:lnTo>
                    <a:pt x="95698" y="394726"/>
                  </a:lnTo>
                  <a:close/>
                  <a:moveTo>
                    <a:pt x="287093" y="394726"/>
                  </a:moveTo>
                  <a:lnTo>
                    <a:pt x="287093" y="358842"/>
                  </a:lnTo>
                  <a:lnTo>
                    <a:pt x="280562" y="394726"/>
                  </a:lnTo>
                  <a:close/>
                  <a:moveTo>
                    <a:pt x="287093" y="358842"/>
                  </a:moveTo>
                  <a:lnTo>
                    <a:pt x="285522" y="358842"/>
                  </a:lnTo>
                  <a:lnTo>
                    <a:pt x="280562" y="394726"/>
                  </a:lnTo>
                  <a:close/>
                  <a:moveTo>
                    <a:pt x="139378" y="358842"/>
                  </a:moveTo>
                  <a:lnTo>
                    <a:pt x="123550" y="322958"/>
                  </a:lnTo>
                  <a:lnTo>
                    <a:pt x="95698" y="358842"/>
                  </a:lnTo>
                  <a:close/>
                  <a:moveTo>
                    <a:pt x="285522" y="358842"/>
                  </a:moveTo>
                  <a:lnTo>
                    <a:pt x="287093" y="358842"/>
                  </a:lnTo>
                  <a:lnTo>
                    <a:pt x="287093" y="350930"/>
                  </a:lnTo>
                  <a:close/>
                  <a:moveTo>
                    <a:pt x="123550" y="322958"/>
                  </a:moveTo>
                  <a:lnTo>
                    <a:pt x="99914" y="287074"/>
                  </a:lnTo>
                  <a:lnTo>
                    <a:pt x="95698" y="322958"/>
                  </a:lnTo>
                  <a:close/>
                  <a:moveTo>
                    <a:pt x="99914" y="287074"/>
                  </a:moveTo>
                  <a:lnTo>
                    <a:pt x="95698" y="287074"/>
                  </a:lnTo>
                  <a:lnTo>
                    <a:pt x="95698" y="322958"/>
                  </a:lnTo>
                  <a:close/>
                  <a:moveTo>
                    <a:pt x="95698" y="287074"/>
                  </a:moveTo>
                  <a:lnTo>
                    <a:pt x="99914" y="287074"/>
                  </a:lnTo>
                  <a:lnTo>
                    <a:pt x="95698" y="278891"/>
                  </a:lnTo>
                  <a:close/>
                  <a:moveTo>
                    <a:pt x="334941" y="215305"/>
                  </a:moveTo>
                  <a:lnTo>
                    <a:pt x="312677" y="215305"/>
                  </a:lnTo>
                  <a:lnTo>
                    <a:pt x="305264" y="251189"/>
                  </a:lnTo>
                  <a:close/>
                  <a:moveTo>
                    <a:pt x="334941" y="179421"/>
                  </a:moveTo>
                  <a:lnTo>
                    <a:pt x="320773" y="179421"/>
                  </a:lnTo>
                  <a:lnTo>
                    <a:pt x="312677" y="215305"/>
                  </a:lnTo>
                  <a:close/>
                  <a:moveTo>
                    <a:pt x="334941" y="179421"/>
                  </a:moveTo>
                  <a:lnTo>
                    <a:pt x="334941" y="143537"/>
                  </a:lnTo>
                  <a:lnTo>
                    <a:pt x="320773" y="179421"/>
                  </a:lnTo>
                  <a:close/>
                  <a:moveTo>
                    <a:pt x="334941" y="143537"/>
                  </a:moveTo>
                  <a:lnTo>
                    <a:pt x="333015" y="143537"/>
                  </a:lnTo>
                  <a:lnTo>
                    <a:pt x="320773" y="179421"/>
                  </a:lnTo>
                  <a:close/>
                  <a:moveTo>
                    <a:pt x="118145" y="143537"/>
                  </a:moveTo>
                  <a:lnTo>
                    <a:pt x="142651" y="107653"/>
                  </a:lnTo>
                  <a:lnTo>
                    <a:pt x="95698" y="143537"/>
                  </a:lnTo>
                  <a:close/>
                  <a:moveTo>
                    <a:pt x="95698" y="143537"/>
                  </a:moveTo>
                  <a:lnTo>
                    <a:pt x="95698" y="177305"/>
                  </a:lnTo>
                  <a:lnTo>
                    <a:pt x="118145" y="143537"/>
                  </a:lnTo>
                  <a:close/>
                  <a:moveTo>
                    <a:pt x="333015" y="143537"/>
                  </a:moveTo>
                  <a:lnTo>
                    <a:pt x="334941" y="143537"/>
                  </a:lnTo>
                  <a:lnTo>
                    <a:pt x="334941" y="138467"/>
                  </a:lnTo>
                  <a:close/>
                  <a:moveTo>
                    <a:pt x="382790" y="71768"/>
                  </a:moveTo>
                  <a:lnTo>
                    <a:pt x="349687" y="71768"/>
                  </a:lnTo>
                  <a:lnTo>
                    <a:pt x="345683" y="107653"/>
                  </a:lnTo>
                  <a:close/>
                  <a:moveTo>
                    <a:pt x="169676" y="71768"/>
                  </a:moveTo>
                  <a:lnTo>
                    <a:pt x="191395" y="46456"/>
                  </a:lnTo>
                  <a:lnTo>
                    <a:pt x="143546" y="71768"/>
                  </a:lnTo>
                  <a:close/>
                  <a:moveTo>
                    <a:pt x="143546" y="71768"/>
                  </a:moveTo>
                  <a:lnTo>
                    <a:pt x="191395" y="46456"/>
                  </a:lnTo>
                  <a:lnTo>
                    <a:pt x="191395" y="35884"/>
                  </a:lnTo>
                  <a:close/>
                  <a:moveTo>
                    <a:pt x="143546" y="71768"/>
                  </a:moveTo>
                  <a:lnTo>
                    <a:pt x="143546" y="106223"/>
                  </a:lnTo>
                  <a:lnTo>
                    <a:pt x="169676" y="71768"/>
                  </a:lnTo>
                  <a:close/>
                  <a:moveTo>
                    <a:pt x="334941" y="39186"/>
                  </a:moveTo>
                  <a:lnTo>
                    <a:pt x="349687" y="71768"/>
                  </a:lnTo>
                  <a:lnTo>
                    <a:pt x="334941" y="35884"/>
                  </a:lnTo>
                  <a:close/>
                  <a:moveTo>
                    <a:pt x="334941" y="35884"/>
                  </a:moveTo>
                  <a:lnTo>
                    <a:pt x="349687" y="71768"/>
                  </a:lnTo>
                  <a:lnTo>
                    <a:pt x="382790" y="71768"/>
                  </a:lnTo>
                  <a:close/>
                  <a:moveTo>
                    <a:pt x="206472" y="35884"/>
                  </a:moveTo>
                  <a:lnTo>
                    <a:pt x="239244" y="20149"/>
                  </a:lnTo>
                  <a:lnTo>
                    <a:pt x="191395" y="35884"/>
                  </a:lnTo>
                  <a:close/>
                  <a:moveTo>
                    <a:pt x="191395" y="35884"/>
                  </a:moveTo>
                  <a:lnTo>
                    <a:pt x="239244" y="20149"/>
                  </a:lnTo>
                  <a:lnTo>
                    <a:pt x="239244" y="0"/>
                  </a:lnTo>
                  <a:close/>
                  <a:moveTo>
                    <a:pt x="191395" y="35884"/>
                  </a:moveTo>
                  <a:lnTo>
                    <a:pt x="191395" y="46456"/>
                  </a:lnTo>
                  <a:lnTo>
                    <a:pt x="206472" y="35884"/>
                  </a:lnTo>
                  <a:close/>
                  <a:moveTo>
                    <a:pt x="287093" y="17282"/>
                  </a:moveTo>
                  <a:lnTo>
                    <a:pt x="331872" y="35884"/>
                  </a:lnTo>
                  <a:lnTo>
                    <a:pt x="287093" y="0"/>
                  </a:lnTo>
                  <a:close/>
                  <a:moveTo>
                    <a:pt x="287093" y="0"/>
                  </a:moveTo>
                  <a:lnTo>
                    <a:pt x="331872" y="35884"/>
                  </a:lnTo>
                  <a:lnTo>
                    <a:pt x="334941" y="35884"/>
                  </a:lnTo>
                  <a:close/>
                  <a:moveTo>
                    <a:pt x="334941" y="39186"/>
                  </a:moveTo>
                  <a:lnTo>
                    <a:pt x="334941" y="35884"/>
                  </a:lnTo>
                  <a:lnTo>
                    <a:pt x="331872" y="35884"/>
                  </a:lnTo>
                  <a:close/>
                  <a:moveTo>
                    <a:pt x="239244" y="0"/>
                  </a:moveTo>
                  <a:lnTo>
                    <a:pt x="239244" y="20149"/>
                  </a:lnTo>
                  <a:lnTo>
                    <a:pt x="287093" y="17282"/>
                  </a:lnTo>
                  <a:close/>
                  <a:moveTo>
                    <a:pt x="70308" y="610031"/>
                  </a:moveTo>
                  <a:lnTo>
                    <a:pt x="95698" y="618697"/>
                  </a:lnTo>
                  <a:lnTo>
                    <a:pt x="95698" y="610031"/>
                  </a:lnTo>
                  <a:close/>
                  <a:moveTo>
                    <a:pt x="95698" y="610031"/>
                  </a:moveTo>
                  <a:lnTo>
                    <a:pt x="47849" y="597033"/>
                  </a:lnTo>
                  <a:lnTo>
                    <a:pt x="70308" y="610031"/>
                  </a:lnTo>
                  <a:close/>
                  <a:moveTo>
                    <a:pt x="47849" y="574147"/>
                  </a:moveTo>
                  <a:lnTo>
                    <a:pt x="47849" y="597033"/>
                  </a:lnTo>
                  <a:lnTo>
                    <a:pt x="95698" y="610031"/>
                  </a:lnTo>
                  <a:close/>
                  <a:moveTo>
                    <a:pt x="143546" y="610031"/>
                  </a:moveTo>
                  <a:lnTo>
                    <a:pt x="95698" y="618697"/>
                  </a:lnTo>
                  <a:lnTo>
                    <a:pt x="143546" y="619596"/>
                  </a:lnTo>
                  <a:close/>
                  <a:moveTo>
                    <a:pt x="143546" y="610031"/>
                  </a:moveTo>
                  <a:lnTo>
                    <a:pt x="95698" y="610031"/>
                  </a:lnTo>
                  <a:lnTo>
                    <a:pt x="95698" y="618697"/>
                  </a:lnTo>
                  <a:close/>
                  <a:moveTo>
                    <a:pt x="143546" y="610031"/>
                  </a:moveTo>
                  <a:lnTo>
                    <a:pt x="143546" y="619596"/>
                  </a:lnTo>
                  <a:lnTo>
                    <a:pt x="175859" y="610031"/>
                  </a:lnTo>
                  <a:close/>
                  <a:moveTo>
                    <a:pt x="191395" y="574147"/>
                  </a:moveTo>
                  <a:lnTo>
                    <a:pt x="175859" y="610031"/>
                  </a:lnTo>
                  <a:lnTo>
                    <a:pt x="191395" y="603448"/>
                  </a:lnTo>
                  <a:close/>
                  <a:moveTo>
                    <a:pt x="143546" y="610031"/>
                  </a:moveTo>
                  <a:lnTo>
                    <a:pt x="175859" y="610031"/>
                  </a:lnTo>
                  <a:lnTo>
                    <a:pt x="191395" y="574147"/>
                  </a:lnTo>
                  <a:close/>
                  <a:moveTo>
                    <a:pt x="27351" y="574147"/>
                  </a:moveTo>
                  <a:lnTo>
                    <a:pt x="47849" y="597033"/>
                  </a:lnTo>
                  <a:lnTo>
                    <a:pt x="47849" y="574147"/>
                  </a:lnTo>
                  <a:close/>
                  <a:moveTo>
                    <a:pt x="22265" y="538263"/>
                  </a:moveTo>
                  <a:lnTo>
                    <a:pt x="27351" y="574147"/>
                  </a:lnTo>
                  <a:lnTo>
                    <a:pt x="47849" y="574147"/>
                  </a:lnTo>
                  <a:close/>
                  <a:moveTo>
                    <a:pt x="191395" y="574147"/>
                  </a:moveTo>
                  <a:lnTo>
                    <a:pt x="191395" y="603448"/>
                  </a:lnTo>
                  <a:lnTo>
                    <a:pt x="226171" y="574147"/>
                  </a:lnTo>
                  <a:close/>
                  <a:moveTo>
                    <a:pt x="239244" y="538263"/>
                  </a:moveTo>
                  <a:lnTo>
                    <a:pt x="226171" y="574147"/>
                  </a:lnTo>
                  <a:lnTo>
                    <a:pt x="239244" y="553552"/>
                  </a:lnTo>
                  <a:close/>
                  <a:moveTo>
                    <a:pt x="191395" y="574147"/>
                  </a:moveTo>
                  <a:lnTo>
                    <a:pt x="226171" y="574147"/>
                  </a:lnTo>
                  <a:lnTo>
                    <a:pt x="239244" y="538263"/>
                  </a:lnTo>
                  <a:close/>
                  <a:moveTo>
                    <a:pt x="38989" y="502379"/>
                  </a:moveTo>
                  <a:lnTo>
                    <a:pt x="47849" y="538263"/>
                  </a:lnTo>
                  <a:lnTo>
                    <a:pt x="47849" y="502379"/>
                  </a:lnTo>
                  <a:close/>
                  <a:moveTo>
                    <a:pt x="38989" y="502379"/>
                  </a:moveTo>
                  <a:lnTo>
                    <a:pt x="22265" y="538263"/>
                  </a:lnTo>
                  <a:lnTo>
                    <a:pt x="47849" y="538263"/>
                  </a:lnTo>
                  <a:close/>
                  <a:moveTo>
                    <a:pt x="239244" y="538263"/>
                  </a:moveTo>
                  <a:lnTo>
                    <a:pt x="239244" y="553552"/>
                  </a:lnTo>
                  <a:lnTo>
                    <a:pt x="247325" y="538263"/>
                  </a:lnTo>
                  <a:close/>
                  <a:moveTo>
                    <a:pt x="239244" y="502379"/>
                  </a:moveTo>
                  <a:lnTo>
                    <a:pt x="247325" y="538263"/>
                  </a:lnTo>
                  <a:lnTo>
                    <a:pt x="257488" y="502379"/>
                  </a:lnTo>
                  <a:close/>
                  <a:moveTo>
                    <a:pt x="239244" y="502379"/>
                  </a:moveTo>
                  <a:lnTo>
                    <a:pt x="239244" y="538263"/>
                  </a:lnTo>
                  <a:lnTo>
                    <a:pt x="247325" y="538263"/>
                  </a:lnTo>
                  <a:close/>
                  <a:moveTo>
                    <a:pt x="47849" y="492200"/>
                  </a:moveTo>
                  <a:lnTo>
                    <a:pt x="38989" y="502379"/>
                  </a:lnTo>
                  <a:lnTo>
                    <a:pt x="47849" y="502379"/>
                  </a:lnTo>
                  <a:close/>
                  <a:moveTo>
                    <a:pt x="47849" y="502379"/>
                  </a:moveTo>
                  <a:lnTo>
                    <a:pt x="75733" y="466495"/>
                  </a:lnTo>
                  <a:lnTo>
                    <a:pt x="47849" y="492200"/>
                  </a:lnTo>
                  <a:close/>
                  <a:moveTo>
                    <a:pt x="95698" y="466495"/>
                  </a:moveTo>
                  <a:lnTo>
                    <a:pt x="75733" y="466495"/>
                  </a:lnTo>
                  <a:lnTo>
                    <a:pt x="47849" y="502379"/>
                  </a:lnTo>
                  <a:close/>
                  <a:moveTo>
                    <a:pt x="239244" y="466495"/>
                  </a:moveTo>
                  <a:lnTo>
                    <a:pt x="257488" y="502379"/>
                  </a:lnTo>
                  <a:lnTo>
                    <a:pt x="265025" y="466495"/>
                  </a:lnTo>
                  <a:close/>
                  <a:moveTo>
                    <a:pt x="239244" y="466495"/>
                  </a:moveTo>
                  <a:lnTo>
                    <a:pt x="239244" y="502379"/>
                  </a:lnTo>
                  <a:lnTo>
                    <a:pt x="257488" y="502379"/>
                  </a:lnTo>
                  <a:close/>
                  <a:moveTo>
                    <a:pt x="95698" y="447175"/>
                  </a:moveTo>
                  <a:lnTo>
                    <a:pt x="75733" y="466495"/>
                  </a:lnTo>
                  <a:lnTo>
                    <a:pt x="95698" y="466495"/>
                  </a:lnTo>
                  <a:close/>
                  <a:moveTo>
                    <a:pt x="95698" y="466495"/>
                  </a:moveTo>
                  <a:lnTo>
                    <a:pt x="116791" y="430610"/>
                  </a:lnTo>
                  <a:lnTo>
                    <a:pt x="95698" y="447175"/>
                  </a:lnTo>
                  <a:close/>
                  <a:moveTo>
                    <a:pt x="143546" y="430610"/>
                  </a:moveTo>
                  <a:lnTo>
                    <a:pt x="116791" y="430610"/>
                  </a:lnTo>
                  <a:lnTo>
                    <a:pt x="95698" y="466495"/>
                  </a:lnTo>
                  <a:close/>
                  <a:moveTo>
                    <a:pt x="239244" y="430610"/>
                  </a:moveTo>
                  <a:lnTo>
                    <a:pt x="265025" y="466495"/>
                  </a:lnTo>
                  <a:lnTo>
                    <a:pt x="273149" y="430610"/>
                  </a:lnTo>
                  <a:close/>
                  <a:moveTo>
                    <a:pt x="239244" y="430610"/>
                  </a:moveTo>
                  <a:lnTo>
                    <a:pt x="239244" y="466495"/>
                  </a:lnTo>
                  <a:lnTo>
                    <a:pt x="265025" y="466495"/>
                  </a:lnTo>
                  <a:close/>
                  <a:moveTo>
                    <a:pt x="138727" y="394726"/>
                  </a:moveTo>
                  <a:lnTo>
                    <a:pt x="143546" y="430610"/>
                  </a:lnTo>
                  <a:lnTo>
                    <a:pt x="143546" y="394726"/>
                  </a:lnTo>
                  <a:close/>
                  <a:moveTo>
                    <a:pt x="138727" y="394726"/>
                  </a:moveTo>
                  <a:lnTo>
                    <a:pt x="116791" y="430610"/>
                  </a:lnTo>
                  <a:lnTo>
                    <a:pt x="143546" y="430610"/>
                  </a:lnTo>
                  <a:close/>
                  <a:moveTo>
                    <a:pt x="143546" y="430610"/>
                  </a:moveTo>
                  <a:lnTo>
                    <a:pt x="191395" y="394726"/>
                  </a:lnTo>
                  <a:lnTo>
                    <a:pt x="143546" y="394726"/>
                  </a:lnTo>
                  <a:close/>
                  <a:moveTo>
                    <a:pt x="239244" y="394726"/>
                  </a:moveTo>
                  <a:lnTo>
                    <a:pt x="273149" y="430610"/>
                  </a:lnTo>
                  <a:lnTo>
                    <a:pt x="280562" y="394726"/>
                  </a:lnTo>
                  <a:close/>
                  <a:moveTo>
                    <a:pt x="239244" y="394726"/>
                  </a:moveTo>
                  <a:lnTo>
                    <a:pt x="239244" y="430610"/>
                  </a:lnTo>
                  <a:lnTo>
                    <a:pt x="273149" y="430610"/>
                  </a:lnTo>
                  <a:close/>
                  <a:moveTo>
                    <a:pt x="139378" y="358842"/>
                  </a:moveTo>
                  <a:lnTo>
                    <a:pt x="143546" y="394726"/>
                  </a:lnTo>
                  <a:lnTo>
                    <a:pt x="143546" y="358842"/>
                  </a:lnTo>
                  <a:close/>
                  <a:moveTo>
                    <a:pt x="139378" y="358842"/>
                  </a:moveTo>
                  <a:lnTo>
                    <a:pt x="138727" y="394726"/>
                  </a:lnTo>
                  <a:lnTo>
                    <a:pt x="143546" y="394726"/>
                  </a:lnTo>
                  <a:close/>
                  <a:moveTo>
                    <a:pt x="143546" y="394726"/>
                  </a:moveTo>
                  <a:lnTo>
                    <a:pt x="191395" y="394726"/>
                  </a:lnTo>
                  <a:lnTo>
                    <a:pt x="191395" y="358842"/>
                  </a:lnTo>
                  <a:close/>
                  <a:moveTo>
                    <a:pt x="143546" y="394726"/>
                  </a:moveTo>
                  <a:lnTo>
                    <a:pt x="191395" y="358842"/>
                  </a:lnTo>
                  <a:lnTo>
                    <a:pt x="143546" y="358842"/>
                  </a:lnTo>
                  <a:close/>
                  <a:moveTo>
                    <a:pt x="239244" y="358842"/>
                  </a:moveTo>
                  <a:lnTo>
                    <a:pt x="280562" y="394726"/>
                  </a:lnTo>
                  <a:lnTo>
                    <a:pt x="285522" y="358842"/>
                  </a:lnTo>
                  <a:close/>
                  <a:moveTo>
                    <a:pt x="239244" y="358842"/>
                  </a:moveTo>
                  <a:lnTo>
                    <a:pt x="239244" y="394726"/>
                  </a:lnTo>
                  <a:lnTo>
                    <a:pt x="280562" y="394726"/>
                  </a:lnTo>
                  <a:close/>
                  <a:moveTo>
                    <a:pt x="123550" y="322958"/>
                  </a:moveTo>
                  <a:lnTo>
                    <a:pt x="143546" y="358842"/>
                  </a:lnTo>
                  <a:lnTo>
                    <a:pt x="143546" y="322958"/>
                  </a:lnTo>
                  <a:close/>
                  <a:moveTo>
                    <a:pt x="123550" y="322958"/>
                  </a:moveTo>
                  <a:lnTo>
                    <a:pt x="139378" y="358842"/>
                  </a:lnTo>
                  <a:lnTo>
                    <a:pt x="143546" y="358842"/>
                  </a:lnTo>
                  <a:close/>
                  <a:moveTo>
                    <a:pt x="287093" y="322958"/>
                  </a:moveTo>
                  <a:lnTo>
                    <a:pt x="285522" y="358842"/>
                  </a:lnTo>
                  <a:lnTo>
                    <a:pt x="287093" y="350930"/>
                  </a:lnTo>
                  <a:close/>
                  <a:moveTo>
                    <a:pt x="239244" y="358842"/>
                  </a:moveTo>
                  <a:lnTo>
                    <a:pt x="285522" y="358842"/>
                  </a:lnTo>
                  <a:lnTo>
                    <a:pt x="287093" y="322958"/>
                  </a:lnTo>
                  <a:close/>
                  <a:moveTo>
                    <a:pt x="99914" y="287074"/>
                  </a:moveTo>
                  <a:lnTo>
                    <a:pt x="123550" y="322958"/>
                  </a:lnTo>
                  <a:lnTo>
                    <a:pt x="143546" y="322958"/>
                  </a:lnTo>
                  <a:close/>
                  <a:moveTo>
                    <a:pt x="239244" y="322958"/>
                  </a:moveTo>
                  <a:lnTo>
                    <a:pt x="287093" y="322958"/>
                  </a:lnTo>
                  <a:lnTo>
                    <a:pt x="287093" y="287074"/>
                  </a:lnTo>
                  <a:close/>
                  <a:moveTo>
                    <a:pt x="287093" y="322958"/>
                  </a:moveTo>
                  <a:lnTo>
                    <a:pt x="287093" y="350930"/>
                  </a:lnTo>
                  <a:lnTo>
                    <a:pt x="290219" y="322958"/>
                  </a:lnTo>
                  <a:close/>
                  <a:moveTo>
                    <a:pt x="287093" y="287074"/>
                  </a:moveTo>
                  <a:lnTo>
                    <a:pt x="290219" y="322958"/>
                  </a:lnTo>
                  <a:lnTo>
                    <a:pt x="297237" y="287074"/>
                  </a:lnTo>
                  <a:close/>
                  <a:moveTo>
                    <a:pt x="287093" y="287074"/>
                  </a:moveTo>
                  <a:lnTo>
                    <a:pt x="287093" y="322958"/>
                  </a:lnTo>
                  <a:lnTo>
                    <a:pt x="290219" y="322958"/>
                  </a:lnTo>
                  <a:close/>
                  <a:moveTo>
                    <a:pt x="143546" y="287074"/>
                  </a:moveTo>
                  <a:lnTo>
                    <a:pt x="95698" y="278891"/>
                  </a:lnTo>
                  <a:lnTo>
                    <a:pt x="99914" y="287074"/>
                  </a:lnTo>
                  <a:close/>
                  <a:moveTo>
                    <a:pt x="95698" y="251189"/>
                  </a:moveTo>
                  <a:lnTo>
                    <a:pt x="95698" y="278891"/>
                  </a:lnTo>
                  <a:lnTo>
                    <a:pt x="143546" y="287074"/>
                  </a:lnTo>
                  <a:close/>
                  <a:moveTo>
                    <a:pt x="287093" y="251189"/>
                  </a:moveTo>
                  <a:lnTo>
                    <a:pt x="297237" y="287074"/>
                  </a:lnTo>
                  <a:lnTo>
                    <a:pt x="305264" y="251189"/>
                  </a:lnTo>
                  <a:close/>
                  <a:moveTo>
                    <a:pt x="287093" y="251189"/>
                  </a:moveTo>
                  <a:lnTo>
                    <a:pt x="287093" y="287074"/>
                  </a:lnTo>
                  <a:lnTo>
                    <a:pt x="297237" y="287074"/>
                  </a:lnTo>
                  <a:close/>
                  <a:moveTo>
                    <a:pt x="84836" y="251189"/>
                  </a:moveTo>
                  <a:lnTo>
                    <a:pt x="95698" y="278891"/>
                  </a:lnTo>
                  <a:lnTo>
                    <a:pt x="95698" y="251189"/>
                  </a:lnTo>
                  <a:close/>
                  <a:moveTo>
                    <a:pt x="82984" y="215305"/>
                  </a:moveTo>
                  <a:lnTo>
                    <a:pt x="95698" y="251189"/>
                  </a:lnTo>
                  <a:lnTo>
                    <a:pt x="95698" y="215305"/>
                  </a:lnTo>
                  <a:close/>
                  <a:moveTo>
                    <a:pt x="82984" y="215305"/>
                  </a:moveTo>
                  <a:lnTo>
                    <a:pt x="84836" y="251189"/>
                  </a:lnTo>
                  <a:lnTo>
                    <a:pt x="95698" y="251189"/>
                  </a:lnTo>
                  <a:close/>
                  <a:moveTo>
                    <a:pt x="287093" y="215305"/>
                  </a:moveTo>
                  <a:lnTo>
                    <a:pt x="305264" y="251189"/>
                  </a:lnTo>
                  <a:lnTo>
                    <a:pt x="312677" y="215305"/>
                  </a:lnTo>
                  <a:close/>
                  <a:moveTo>
                    <a:pt x="287093" y="215305"/>
                  </a:moveTo>
                  <a:lnTo>
                    <a:pt x="287093" y="251189"/>
                  </a:lnTo>
                  <a:lnTo>
                    <a:pt x="305264" y="251189"/>
                  </a:lnTo>
                  <a:close/>
                  <a:moveTo>
                    <a:pt x="94507" y="179421"/>
                  </a:moveTo>
                  <a:lnTo>
                    <a:pt x="95698" y="215305"/>
                  </a:lnTo>
                  <a:lnTo>
                    <a:pt x="95698" y="179421"/>
                  </a:lnTo>
                  <a:close/>
                  <a:moveTo>
                    <a:pt x="94507" y="179421"/>
                  </a:moveTo>
                  <a:lnTo>
                    <a:pt x="82984" y="215305"/>
                  </a:lnTo>
                  <a:lnTo>
                    <a:pt x="95698" y="215305"/>
                  </a:lnTo>
                  <a:close/>
                  <a:moveTo>
                    <a:pt x="287093" y="179421"/>
                  </a:moveTo>
                  <a:lnTo>
                    <a:pt x="312677" y="215305"/>
                  </a:lnTo>
                  <a:lnTo>
                    <a:pt x="320773" y="179421"/>
                  </a:lnTo>
                  <a:close/>
                  <a:moveTo>
                    <a:pt x="95698" y="177305"/>
                  </a:moveTo>
                  <a:lnTo>
                    <a:pt x="94507" y="179421"/>
                  </a:lnTo>
                  <a:lnTo>
                    <a:pt x="95698" y="179421"/>
                  </a:lnTo>
                  <a:close/>
                  <a:moveTo>
                    <a:pt x="95698" y="179421"/>
                  </a:moveTo>
                  <a:lnTo>
                    <a:pt x="118145" y="143537"/>
                  </a:lnTo>
                  <a:lnTo>
                    <a:pt x="95698" y="177305"/>
                  </a:lnTo>
                  <a:close/>
                  <a:moveTo>
                    <a:pt x="143546" y="143537"/>
                  </a:moveTo>
                  <a:lnTo>
                    <a:pt x="118145" y="143537"/>
                  </a:lnTo>
                  <a:lnTo>
                    <a:pt x="95698" y="179421"/>
                  </a:lnTo>
                  <a:close/>
                  <a:moveTo>
                    <a:pt x="287093" y="143537"/>
                  </a:moveTo>
                  <a:lnTo>
                    <a:pt x="320773" y="179421"/>
                  </a:lnTo>
                  <a:lnTo>
                    <a:pt x="333015" y="143537"/>
                  </a:lnTo>
                  <a:close/>
                  <a:moveTo>
                    <a:pt x="142651" y="107653"/>
                  </a:moveTo>
                  <a:lnTo>
                    <a:pt x="143546" y="143537"/>
                  </a:lnTo>
                  <a:lnTo>
                    <a:pt x="143546" y="107653"/>
                  </a:lnTo>
                  <a:close/>
                  <a:moveTo>
                    <a:pt x="142651" y="107653"/>
                  </a:moveTo>
                  <a:lnTo>
                    <a:pt x="118145" y="143537"/>
                  </a:lnTo>
                  <a:lnTo>
                    <a:pt x="143546" y="143537"/>
                  </a:lnTo>
                  <a:close/>
                  <a:moveTo>
                    <a:pt x="334941" y="107653"/>
                  </a:moveTo>
                  <a:lnTo>
                    <a:pt x="333015" y="143537"/>
                  </a:lnTo>
                  <a:lnTo>
                    <a:pt x="334941" y="138467"/>
                  </a:lnTo>
                  <a:close/>
                  <a:moveTo>
                    <a:pt x="287093" y="143537"/>
                  </a:moveTo>
                  <a:lnTo>
                    <a:pt x="333015" y="143537"/>
                  </a:lnTo>
                  <a:lnTo>
                    <a:pt x="334941" y="107653"/>
                  </a:lnTo>
                  <a:close/>
                  <a:moveTo>
                    <a:pt x="143546" y="106223"/>
                  </a:moveTo>
                  <a:lnTo>
                    <a:pt x="142651" y="107653"/>
                  </a:lnTo>
                  <a:lnTo>
                    <a:pt x="143546" y="107653"/>
                  </a:lnTo>
                  <a:close/>
                  <a:moveTo>
                    <a:pt x="143546" y="107653"/>
                  </a:moveTo>
                  <a:lnTo>
                    <a:pt x="169676" y="71768"/>
                  </a:lnTo>
                  <a:lnTo>
                    <a:pt x="143546" y="106223"/>
                  </a:lnTo>
                  <a:close/>
                  <a:moveTo>
                    <a:pt x="191395" y="71768"/>
                  </a:moveTo>
                  <a:lnTo>
                    <a:pt x="169676" y="71768"/>
                  </a:lnTo>
                  <a:lnTo>
                    <a:pt x="143546" y="107653"/>
                  </a:lnTo>
                  <a:close/>
                  <a:moveTo>
                    <a:pt x="334941" y="107653"/>
                  </a:moveTo>
                  <a:lnTo>
                    <a:pt x="334941" y="138467"/>
                  </a:lnTo>
                  <a:lnTo>
                    <a:pt x="345683" y="107653"/>
                  </a:lnTo>
                  <a:close/>
                  <a:moveTo>
                    <a:pt x="334941" y="71768"/>
                  </a:moveTo>
                  <a:lnTo>
                    <a:pt x="345683" y="107653"/>
                  </a:lnTo>
                  <a:lnTo>
                    <a:pt x="349687" y="71768"/>
                  </a:lnTo>
                  <a:close/>
                  <a:moveTo>
                    <a:pt x="334941" y="71768"/>
                  </a:moveTo>
                  <a:lnTo>
                    <a:pt x="334941" y="107653"/>
                  </a:lnTo>
                  <a:lnTo>
                    <a:pt x="345683" y="107653"/>
                  </a:lnTo>
                  <a:close/>
                  <a:moveTo>
                    <a:pt x="191395" y="46456"/>
                  </a:moveTo>
                  <a:lnTo>
                    <a:pt x="169676" y="71768"/>
                  </a:lnTo>
                  <a:lnTo>
                    <a:pt x="191395" y="71768"/>
                  </a:lnTo>
                  <a:close/>
                  <a:moveTo>
                    <a:pt x="191395" y="71768"/>
                  </a:moveTo>
                  <a:lnTo>
                    <a:pt x="206472" y="35884"/>
                  </a:lnTo>
                  <a:lnTo>
                    <a:pt x="191395" y="46456"/>
                  </a:lnTo>
                  <a:close/>
                  <a:moveTo>
                    <a:pt x="239244" y="35884"/>
                  </a:moveTo>
                  <a:lnTo>
                    <a:pt x="206472" y="35884"/>
                  </a:lnTo>
                  <a:lnTo>
                    <a:pt x="191395" y="71768"/>
                  </a:lnTo>
                  <a:close/>
                  <a:moveTo>
                    <a:pt x="287093" y="35884"/>
                  </a:moveTo>
                  <a:lnTo>
                    <a:pt x="334941" y="39186"/>
                  </a:lnTo>
                  <a:lnTo>
                    <a:pt x="331872" y="35884"/>
                  </a:lnTo>
                  <a:close/>
                  <a:moveTo>
                    <a:pt x="334941" y="71768"/>
                  </a:moveTo>
                  <a:lnTo>
                    <a:pt x="334941" y="39186"/>
                  </a:lnTo>
                  <a:lnTo>
                    <a:pt x="287093" y="35884"/>
                  </a:lnTo>
                  <a:close/>
                  <a:moveTo>
                    <a:pt x="334941" y="71768"/>
                  </a:moveTo>
                  <a:lnTo>
                    <a:pt x="349687" y="71768"/>
                  </a:lnTo>
                  <a:lnTo>
                    <a:pt x="334941" y="39186"/>
                  </a:lnTo>
                  <a:close/>
                  <a:moveTo>
                    <a:pt x="239244" y="20149"/>
                  </a:moveTo>
                  <a:lnTo>
                    <a:pt x="206472" y="35884"/>
                  </a:lnTo>
                  <a:lnTo>
                    <a:pt x="239244" y="35884"/>
                  </a:lnTo>
                  <a:close/>
                  <a:moveTo>
                    <a:pt x="239244" y="35884"/>
                  </a:moveTo>
                  <a:lnTo>
                    <a:pt x="287093" y="17282"/>
                  </a:lnTo>
                  <a:lnTo>
                    <a:pt x="239244" y="20149"/>
                  </a:lnTo>
                  <a:close/>
                  <a:moveTo>
                    <a:pt x="239244" y="35884"/>
                  </a:moveTo>
                  <a:lnTo>
                    <a:pt x="287093" y="35884"/>
                  </a:lnTo>
                  <a:lnTo>
                    <a:pt x="287093" y="17282"/>
                  </a:lnTo>
                  <a:close/>
                  <a:moveTo>
                    <a:pt x="287093" y="35884"/>
                  </a:moveTo>
                  <a:lnTo>
                    <a:pt x="331872" y="35884"/>
                  </a:lnTo>
                  <a:lnTo>
                    <a:pt x="287093" y="17282"/>
                  </a:lnTo>
                  <a:close/>
                </a:path>
              </a:pathLst>
            </a:custGeom>
            <a:solidFill>
              <a:srgbClr val="74C79C"/>
            </a:solidFill>
            <a:ln w="4001">
              <a:solidFill>
                <a:srgbClr val="B0E0C7"/>
              </a:solidFill>
            </a:ln>
          </p:spPr>
        </p:sp>
        <p:sp>
          <p:nvSpPr>
            <p:cNvPr id="3949" name="Candidate_B1__3948">
              <a:extLst>
                <a:ext uri="{FF2B5EF4-FFF2-40B4-BE49-F238E27FC236}">
                  <a16:creationId xmlns:a16="http://schemas.microsoft.com/office/drawing/2014/main" id="{6E2E392E-472D-56A4-7AAE-B7B84631FACB}"/>
                </a:ext>
              </a:extLst>
            </p:cNvPr>
            <p:cNvSpPr>
              <a:spLocks noGrp="1"/>
            </p:cNvSpPr>
            <p:nvPr/>
          </p:nvSpPr>
          <p:spPr>
            <a:xfrm>
              <a:off x="4156913" y="2339619"/>
              <a:ext cx="312676" cy="574147"/>
            </a:xfrm>
            <a:custGeom>
              <a:avLst/>
              <a:gdLst/>
              <a:ahLst/>
              <a:cxnLst/>
              <a:rect l="0" t="0" r="0" b="0"/>
              <a:pathLst>
                <a:path w="312676" h="574147">
                  <a:moveTo>
                    <a:pt x="73432" y="538263"/>
                  </a:moveTo>
                  <a:lnTo>
                    <a:pt x="25583" y="538263"/>
                  </a:lnTo>
                  <a:lnTo>
                    <a:pt x="73432" y="574147"/>
                  </a:lnTo>
                  <a:close/>
                  <a:moveTo>
                    <a:pt x="73432" y="574147"/>
                  </a:moveTo>
                  <a:lnTo>
                    <a:pt x="121281" y="574147"/>
                  </a:lnTo>
                  <a:lnTo>
                    <a:pt x="121281" y="538263"/>
                  </a:lnTo>
                  <a:close/>
                  <a:moveTo>
                    <a:pt x="73432" y="574147"/>
                  </a:moveTo>
                  <a:lnTo>
                    <a:pt x="121281" y="538263"/>
                  </a:lnTo>
                  <a:lnTo>
                    <a:pt x="73432" y="538263"/>
                  </a:lnTo>
                  <a:close/>
                  <a:moveTo>
                    <a:pt x="121281" y="538263"/>
                  </a:moveTo>
                  <a:lnTo>
                    <a:pt x="121281" y="574147"/>
                  </a:lnTo>
                  <a:lnTo>
                    <a:pt x="169130" y="538263"/>
                  </a:lnTo>
                  <a:close/>
                  <a:moveTo>
                    <a:pt x="0" y="502379"/>
                  </a:moveTo>
                  <a:lnTo>
                    <a:pt x="25583" y="538263"/>
                  </a:lnTo>
                  <a:lnTo>
                    <a:pt x="25583" y="502379"/>
                  </a:lnTo>
                  <a:close/>
                  <a:moveTo>
                    <a:pt x="25583" y="538263"/>
                  </a:moveTo>
                  <a:lnTo>
                    <a:pt x="73432" y="538263"/>
                  </a:lnTo>
                  <a:lnTo>
                    <a:pt x="73432" y="502379"/>
                  </a:lnTo>
                  <a:close/>
                  <a:moveTo>
                    <a:pt x="25583" y="538263"/>
                  </a:moveTo>
                  <a:lnTo>
                    <a:pt x="73432" y="502379"/>
                  </a:lnTo>
                  <a:lnTo>
                    <a:pt x="25583" y="502379"/>
                  </a:lnTo>
                  <a:close/>
                  <a:moveTo>
                    <a:pt x="121281" y="538263"/>
                  </a:moveTo>
                  <a:lnTo>
                    <a:pt x="169130" y="538263"/>
                  </a:lnTo>
                  <a:lnTo>
                    <a:pt x="169130" y="502379"/>
                  </a:lnTo>
                  <a:close/>
                  <a:moveTo>
                    <a:pt x="169130" y="502379"/>
                  </a:moveTo>
                  <a:lnTo>
                    <a:pt x="169130" y="538263"/>
                  </a:lnTo>
                  <a:lnTo>
                    <a:pt x="216978" y="502379"/>
                  </a:lnTo>
                  <a:close/>
                  <a:moveTo>
                    <a:pt x="25583" y="502379"/>
                  </a:moveTo>
                  <a:lnTo>
                    <a:pt x="73432" y="502379"/>
                  </a:lnTo>
                  <a:lnTo>
                    <a:pt x="73432" y="466495"/>
                  </a:lnTo>
                  <a:close/>
                  <a:moveTo>
                    <a:pt x="25583" y="502379"/>
                  </a:moveTo>
                  <a:lnTo>
                    <a:pt x="73432" y="466495"/>
                  </a:lnTo>
                  <a:lnTo>
                    <a:pt x="25583" y="466495"/>
                  </a:lnTo>
                  <a:close/>
                  <a:moveTo>
                    <a:pt x="169130" y="502379"/>
                  </a:moveTo>
                  <a:lnTo>
                    <a:pt x="216978" y="502379"/>
                  </a:lnTo>
                  <a:lnTo>
                    <a:pt x="216978" y="466495"/>
                  </a:lnTo>
                  <a:close/>
                  <a:moveTo>
                    <a:pt x="169130" y="502379"/>
                  </a:moveTo>
                  <a:lnTo>
                    <a:pt x="216978" y="466495"/>
                  </a:lnTo>
                  <a:lnTo>
                    <a:pt x="169130" y="466495"/>
                  </a:lnTo>
                  <a:close/>
                  <a:moveTo>
                    <a:pt x="73432" y="466495"/>
                  </a:moveTo>
                  <a:lnTo>
                    <a:pt x="73432" y="430610"/>
                  </a:lnTo>
                  <a:lnTo>
                    <a:pt x="25583" y="466495"/>
                  </a:lnTo>
                  <a:close/>
                  <a:moveTo>
                    <a:pt x="73432" y="466495"/>
                  </a:moveTo>
                  <a:lnTo>
                    <a:pt x="121281" y="466495"/>
                  </a:lnTo>
                  <a:lnTo>
                    <a:pt x="121281" y="430610"/>
                  </a:lnTo>
                  <a:close/>
                  <a:moveTo>
                    <a:pt x="73432" y="466495"/>
                  </a:moveTo>
                  <a:lnTo>
                    <a:pt x="121281" y="430610"/>
                  </a:lnTo>
                  <a:lnTo>
                    <a:pt x="73432" y="430610"/>
                  </a:lnTo>
                  <a:close/>
                  <a:moveTo>
                    <a:pt x="121281" y="466495"/>
                  </a:moveTo>
                  <a:lnTo>
                    <a:pt x="169130" y="466495"/>
                  </a:lnTo>
                  <a:lnTo>
                    <a:pt x="169130" y="430610"/>
                  </a:lnTo>
                  <a:close/>
                  <a:moveTo>
                    <a:pt x="121281" y="466495"/>
                  </a:moveTo>
                  <a:lnTo>
                    <a:pt x="169130" y="430610"/>
                  </a:lnTo>
                  <a:lnTo>
                    <a:pt x="121281" y="430610"/>
                  </a:lnTo>
                  <a:close/>
                  <a:moveTo>
                    <a:pt x="169130" y="466495"/>
                  </a:moveTo>
                  <a:lnTo>
                    <a:pt x="216978" y="466495"/>
                  </a:lnTo>
                  <a:lnTo>
                    <a:pt x="216978" y="430610"/>
                  </a:lnTo>
                  <a:close/>
                  <a:moveTo>
                    <a:pt x="169130" y="466495"/>
                  </a:moveTo>
                  <a:lnTo>
                    <a:pt x="216978" y="430610"/>
                  </a:lnTo>
                  <a:lnTo>
                    <a:pt x="169130" y="430610"/>
                  </a:lnTo>
                  <a:close/>
                  <a:moveTo>
                    <a:pt x="121281" y="430610"/>
                  </a:moveTo>
                  <a:lnTo>
                    <a:pt x="121281" y="394726"/>
                  </a:lnTo>
                  <a:lnTo>
                    <a:pt x="73432" y="430610"/>
                  </a:lnTo>
                  <a:close/>
                  <a:moveTo>
                    <a:pt x="121281" y="430610"/>
                  </a:moveTo>
                  <a:lnTo>
                    <a:pt x="169130" y="430610"/>
                  </a:lnTo>
                  <a:lnTo>
                    <a:pt x="169130" y="394726"/>
                  </a:lnTo>
                  <a:close/>
                  <a:moveTo>
                    <a:pt x="121281" y="430610"/>
                  </a:moveTo>
                  <a:lnTo>
                    <a:pt x="169130" y="394726"/>
                  </a:lnTo>
                  <a:lnTo>
                    <a:pt x="121281" y="394726"/>
                  </a:lnTo>
                  <a:close/>
                  <a:moveTo>
                    <a:pt x="169130" y="430610"/>
                  </a:moveTo>
                  <a:lnTo>
                    <a:pt x="216978" y="430610"/>
                  </a:lnTo>
                  <a:lnTo>
                    <a:pt x="216978" y="394726"/>
                  </a:lnTo>
                  <a:close/>
                  <a:moveTo>
                    <a:pt x="169130" y="430610"/>
                  </a:moveTo>
                  <a:lnTo>
                    <a:pt x="216978" y="394726"/>
                  </a:lnTo>
                  <a:lnTo>
                    <a:pt x="169130" y="394726"/>
                  </a:lnTo>
                  <a:close/>
                  <a:moveTo>
                    <a:pt x="121281" y="394726"/>
                  </a:moveTo>
                  <a:lnTo>
                    <a:pt x="169130" y="394726"/>
                  </a:lnTo>
                  <a:lnTo>
                    <a:pt x="169130" y="358842"/>
                  </a:lnTo>
                  <a:close/>
                  <a:moveTo>
                    <a:pt x="169130" y="394726"/>
                  </a:moveTo>
                  <a:lnTo>
                    <a:pt x="216978" y="394726"/>
                  </a:lnTo>
                  <a:lnTo>
                    <a:pt x="216978" y="358842"/>
                  </a:lnTo>
                  <a:close/>
                  <a:moveTo>
                    <a:pt x="169130" y="394726"/>
                  </a:moveTo>
                  <a:lnTo>
                    <a:pt x="216978" y="358842"/>
                  </a:lnTo>
                  <a:lnTo>
                    <a:pt x="169130" y="358842"/>
                  </a:lnTo>
                  <a:close/>
                  <a:moveTo>
                    <a:pt x="169130" y="358842"/>
                  </a:moveTo>
                  <a:lnTo>
                    <a:pt x="216978" y="358842"/>
                  </a:lnTo>
                  <a:lnTo>
                    <a:pt x="216978" y="322958"/>
                  </a:lnTo>
                  <a:close/>
                  <a:moveTo>
                    <a:pt x="169130" y="358842"/>
                  </a:moveTo>
                  <a:lnTo>
                    <a:pt x="216978" y="322958"/>
                  </a:lnTo>
                  <a:lnTo>
                    <a:pt x="169130" y="322958"/>
                  </a:lnTo>
                  <a:close/>
                  <a:moveTo>
                    <a:pt x="121281" y="322958"/>
                  </a:moveTo>
                  <a:lnTo>
                    <a:pt x="169130" y="322958"/>
                  </a:lnTo>
                  <a:lnTo>
                    <a:pt x="169130" y="287074"/>
                  </a:lnTo>
                  <a:close/>
                  <a:moveTo>
                    <a:pt x="121281" y="322958"/>
                  </a:moveTo>
                  <a:lnTo>
                    <a:pt x="169130" y="287074"/>
                  </a:lnTo>
                  <a:lnTo>
                    <a:pt x="121281" y="287074"/>
                  </a:lnTo>
                  <a:close/>
                  <a:moveTo>
                    <a:pt x="169130" y="322958"/>
                  </a:moveTo>
                  <a:lnTo>
                    <a:pt x="216978" y="322958"/>
                  </a:lnTo>
                  <a:lnTo>
                    <a:pt x="216978" y="287074"/>
                  </a:lnTo>
                  <a:close/>
                  <a:moveTo>
                    <a:pt x="169130" y="322958"/>
                  </a:moveTo>
                  <a:lnTo>
                    <a:pt x="216978" y="287074"/>
                  </a:lnTo>
                  <a:lnTo>
                    <a:pt x="169130" y="287074"/>
                  </a:lnTo>
                  <a:close/>
                  <a:moveTo>
                    <a:pt x="216978" y="287074"/>
                  </a:moveTo>
                  <a:lnTo>
                    <a:pt x="216978" y="322958"/>
                  </a:lnTo>
                  <a:lnTo>
                    <a:pt x="264827" y="287074"/>
                  </a:lnTo>
                  <a:close/>
                  <a:moveTo>
                    <a:pt x="77649" y="251189"/>
                  </a:moveTo>
                  <a:lnTo>
                    <a:pt x="121281" y="287074"/>
                  </a:lnTo>
                  <a:lnTo>
                    <a:pt x="121281" y="251189"/>
                  </a:lnTo>
                  <a:close/>
                  <a:moveTo>
                    <a:pt x="121281" y="287074"/>
                  </a:moveTo>
                  <a:lnTo>
                    <a:pt x="169130" y="287074"/>
                  </a:lnTo>
                  <a:lnTo>
                    <a:pt x="169130" y="251189"/>
                  </a:lnTo>
                  <a:close/>
                  <a:moveTo>
                    <a:pt x="121281" y="287074"/>
                  </a:moveTo>
                  <a:lnTo>
                    <a:pt x="169130" y="251189"/>
                  </a:lnTo>
                  <a:lnTo>
                    <a:pt x="121281" y="251189"/>
                  </a:lnTo>
                  <a:close/>
                  <a:moveTo>
                    <a:pt x="169130" y="287074"/>
                  </a:moveTo>
                  <a:lnTo>
                    <a:pt x="216978" y="287074"/>
                  </a:lnTo>
                  <a:lnTo>
                    <a:pt x="216978" y="251189"/>
                  </a:lnTo>
                  <a:close/>
                  <a:moveTo>
                    <a:pt x="169130" y="287074"/>
                  </a:moveTo>
                  <a:lnTo>
                    <a:pt x="216978" y="251189"/>
                  </a:lnTo>
                  <a:lnTo>
                    <a:pt x="169130" y="251189"/>
                  </a:lnTo>
                  <a:close/>
                  <a:moveTo>
                    <a:pt x="216978" y="287074"/>
                  </a:moveTo>
                  <a:lnTo>
                    <a:pt x="264827" y="251189"/>
                  </a:lnTo>
                  <a:lnTo>
                    <a:pt x="216978" y="251189"/>
                  </a:lnTo>
                  <a:close/>
                  <a:moveTo>
                    <a:pt x="121281" y="215305"/>
                  </a:moveTo>
                  <a:lnTo>
                    <a:pt x="73432" y="215305"/>
                  </a:lnTo>
                  <a:lnTo>
                    <a:pt x="121281" y="251189"/>
                  </a:lnTo>
                  <a:close/>
                  <a:moveTo>
                    <a:pt x="121281" y="251189"/>
                  </a:moveTo>
                  <a:lnTo>
                    <a:pt x="169130" y="251189"/>
                  </a:lnTo>
                  <a:lnTo>
                    <a:pt x="169130" y="215305"/>
                  </a:lnTo>
                  <a:close/>
                  <a:moveTo>
                    <a:pt x="169130" y="251189"/>
                  </a:moveTo>
                  <a:lnTo>
                    <a:pt x="216978" y="251189"/>
                  </a:lnTo>
                  <a:lnTo>
                    <a:pt x="216978" y="215305"/>
                  </a:lnTo>
                  <a:close/>
                  <a:moveTo>
                    <a:pt x="216978" y="251189"/>
                  </a:moveTo>
                  <a:lnTo>
                    <a:pt x="264827" y="251189"/>
                  </a:lnTo>
                  <a:lnTo>
                    <a:pt x="264827" y="215305"/>
                  </a:lnTo>
                  <a:close/>
                  <a:moveTo>
                    <a:pt x="216978" y="251189"/>
                  </a:moveTo>
                  <a:lnTo>
                    <a:pt x="264827" y="215305"/>
                  </a:lnTo>
                  <a:lnTo>
                    <a:pt x="216978" y="215305"/>
                  </a:lnTo>
                  <a:close/>
                  <a:moveTo>
                    <a:pt x="73432" y="215305"/>
                  </a:moveTo>
                  <a:lnTo>
                    <a:pt x="121281" y="215305"/>
                  </a:lnTo>
                  <a:lnTo>
                    <a:pt x="121281" y="179421"/>
                  </a:lnTo>
                  <a:close/>
                  <a:moveTo>
                    <a:pt x="73432" y="215305"/>
                  </a:moveTo>
                  <a:lnTo>
                    <a:pt x="121281" y="179421"/>
                  </a:lnTo>
                  <a:lnTo>
                    <a:pt x="73432" y="179421"/>
                  </a:lnTo>
                  <a:close/>
                  <a:moveTo>
                    <a:pt x="216978" y="215305"/>
                  </a:moveTo>
                  <a:lnTo>
                    <a:pt x="264827" y="215305"/>
                  </a:lnTo>
                  <a:lnTo>
                    <a:pt x="264827" y="179421"/>
                  </a:lnTo>
                  <a:close/>
                  <a:moveTo>
                    <a:pt x="216978" y="215305"/>
                  </a:moveTo>
                  <a:lnTo>
                    <a:pt x="264827" y="179421"/>
                  </a:lnTo>
                  <a:lnTo>
                    <a:pt x="216978" y="179421"/>
                  </a:lnTo>
                  <a:close/>
                  <a:moveTo>
                    <a:pt x="73432" y="179421"/>
                  </a:moveTo>
                  <a:lnTo>
                    <a:pt x="121281" y="179421"/>
                  </a:lnTo>
                  <a:lnTo>
                    <a:pt x="121281" y="143537"/>
                  </a:lnTo>
                  <a:close/>
                  <a:moveTo>
                    <a:pt x="73432" y="179421"/>
                  </a:moveTo>
                  <a:lnTo>
                    <a:pt x="121281" y="143537"/>
                  </a:lnTo>
                  <a:lnTo>
                    <a:pt x="73432" y="143537"/>
                  </a:lnTo>
                  <a:close/>
                  <a:moveTo>
                    <a:pt x="216978" y="179421"/>
                  </a:moveTo>
                  <a:lnTo>
                    <a:pt x="264827" y="179421"/>
                  </a:lnTo>
                  <a:lnTo>
                    <a:pt x="264827" y="143537"/>
                  </a:lnTo>
                  <a:close/>
                  <a:moveTo>
                    <a:pt x="264827" y="143537"/>
                  </a:moveTo>
                  <a:lnTo>
                    <a:pt x="264827" y="179421"/>
                  </a:lnTo>
                  <a:lnTo>
                    <a:pt x="290411" y="179421"/>
                  </a:lnTo>
                  <a:close/>
                  <a:moveTo>
                    <a:pt x="121281" y="143537"/>
                  </a:moveTo>
                  <a:lnTo>
                    <a:pt x="121281" y="107653"/>
                  </a:lnTo>
                  <a:lnTo>
                    <a:pt x="73432" y="143537"/>
                  </a:lnTo>
                  <a:close/>
                  <a:moveTo>
                    <a:pt x="121281" y="143537"/>
                  </a:moveTo>
                  <a:lnTo>
                    <a:pt x="169130" y="107653"/>
                  </a:lnTo>
                  <a:lnTo>
                    <a:pt x="121281" y="107653"/>
                  </a:lnTo>
                  <a:close/>
                  <a:moveTo>
                    <a:pt x="216978" y="143537"/>
                  </a:moveTo>
                  <a:lnTo>
                    <a:pt x="264827" y="143537"/>
                  </a:lnTo>
                  <a:lnTo>
                    <a:pt x="264827" y="107653"/>
                  </a:lnTo>
                  <a:close/>
                  <a:moveTo>
                    <a:pt x="264827" y="107653"/>
                  </a:moveTo>
                  <a:lnTo>
                    <a:pt x="264827" y="143537"/>
                  </a:lnTo>
                  <a:lnTo>
                    <a:pt x="298508" y="143537"/>
                  </a:lnTo>
                  <a:close/>
                  <a:moveTo>
                    <a:pt x="121281" y="107653"/>
                  </a:moveTo>
                  <a:lnTo>
                    <a:pt x="169130" y="107653"/>
                  </a:lnTo>
                  <a:lnTo>
                    <a:pt x="169130" y="71768"/>
                  </a:lnTo>
                  <a:close/>
                  <a:moveTo>
                    <a:pt x="121281" y="107653"/>
                  </a:moveTo>
                  <a:lnTo>
                    <a:pt x="169130" y="71768"/>
                  </a:lnTo>
                  <a:lnTo>
                    <a:pt x="121281" y="71768"/>
                  </a:lnTo>
                  <a:close/>
                  <a:moveTo>
                    <a:pt x="169130" y="107653"/>
                  </a:moveTo>
                  <a:lnTo>
                    <a:pt x="216978" y="71768"/>
                  </a:lnTo>
                  <a:lnTo>
                    <a:pt x="169130" y="71768"/>
                  </a:lnTo>
                  <a:close/>
                  <a:moveTo>
                    <a:pt x="216978" y="107653"/>
                  </a:moveTo>
                  <a:lnTo>
                    <a:pt x="264827" y="107653"/>
                  </a:lnTo>
                  <a:lnTo>
                    <a:pt x="264827" y="71768"/>
                  </a:lnTo>
                  <a:close/>
                  <a:moveTo>
                    <a:pt x="216978" y="107653"/>
                  </a:moveTo>
                  <a:lnTo>
                    <a:pt x="264827" y="71768"/>
                  </a:lnTo>
                  <a:lnTo>
                    <a:pt x="216978" y="71768"/>
                  </a:lnTo>
                  <a:close/>
                  <a:moveTo>
                    <a:pt x="264827" y="71768"/>
                  </a:moveTo>
                  <a:lnTo>
                    <a:pt x="264827" y="107653"/>
                  </a:lnTo>
                  <a:lnTo>
                    <a:pt x="312676" y="71768"/>
                  </a:lnTo>
                  <a:close/>
                  <a:moveTo>
                    <a:pt x="169130" y="71768"/>
                  </a:moveTo>
                  <a:lnTo>
                    <a:pt x="169130" y="35884"/>
                  </a:lnTo>
                  <a:lnTo>
                    <a:pt x="121281" y="71768"/>
                  </a:lnTo>
                  <a:close/>
                  <a:moveTo>
                    <a:pt x="169130" y="71768"/>
                  </a:moveTo>
                  <a:lnTo>
                    <a:pt x="216978" y="71768"/>
                  </a:lnTo>
                  <a:lnTo>
                    <a:pt x="216978" y="35884"/>
                  </a:lnTo>
                  <a:close/>
                  <a:moveTo>
                    <a:pt x="169130" y="71768"/>
                  </a:moveTo>
                  <a:lnTo>
                    <a:pt x="216978" y="35884"/>
                  </a:lnTo>
                  <a:lnTo>
                    <a:pt x="169130" y="35884"/>
                  </a:lnTo>
                  <a:close/>
                  <a:moveTo>
                    <a:pt x="216978" y="71768"/>
                  </a:moveTo>
                  <a:lnTo>
                    <a:pt x="264827" y="71768"/>
                  </a:lnTo>
                  <a:lnTo>
                    <a:pt x="264827" y="35884"/>
                  </a:lnTo>
                  <a:close/>
                  <a:moveTo>
                    <a:pt x="216978" y="71768"/>
                  </a:moveTo>
                  <a:lnTo>
                    <a:pt x="264827" y="35884"/>
                  </a:lnTo>
                  <a:lnTo>
                    <a:pt x="216978" y="35884"/>
                  </a:lnTo>
                  <a:close/>
                  <a:moveTo>
                    <a:pt x="264827" y="71768"/>
                  </a:moveTo>
                  <a:lnTo>
                    <a:pt x="312676" y="71768"/>
                  </a:lnTo>
                  <a:lnTo>
                    <a:pt x="312676" y="35884"/>
                  </a:lnTo>
                  <a:close/>
                  <a:moveTo>
                    <a:pt x="264827" y="71768"/>
                  </a:moveTo>
                  <a:lnTo>
                    <a:pt x="312676" y="35884"/>
                  </a:lnTo>
                  <a:lnTo>
                    <a:pt x="264827" y="35884"/>
                  </a:lnTo>
                  <a:close/>
                  <a:moveTo>
                    <a:pt x="216978" y="35884"/>
                  </a:moveTo>
                  <a:lnTo>
                    <a:pt x="216978" y="0"/>
                  </a:lnTo>
                  <a:lnTo>
                    <a:pt x="169130" y="35884"/>
                  </a:lnTo>
                  <a:close/>
                  <a:moveTo>
                    <a:pt x="216978" y="35884"/>
                  </a:moveTo>
                  <a:lnTo>
                    <a:pt x="264827" y="35884"/>
                  </a:lnTo>
                  <a:lnTo>
                    <a:pt x="264827" y="0"/>
                  </a:lnTo>
                  <a:close/>
                  <a:moveTo>
                    <a:pt x="216978" y="35884"/>
                  </a:moveTo>
                  <a:lnTo>
                    <a:pt x="264827" y="0"/>
                  </a:lnTo>
                  <a:lnTo>
                    <a:pt x="216978" y="0"/>
                  </a:lnTo>
                  <a:close/>
                  <a:moveTo>
                    <a:pt x="264827" y="35884"/>
                  </a:moveTo>
                  <a:lnTo>
                    <a:pt x="312676" y="35884"/>
                  </a:lnTo>
                  <a:lnTo>
                    <a:pt x="264827" y="0"/>
                  </a:lnTo>
                  <a:close/>
                </a:path>
              </a:pathLst>
            </a:custGeom>
            <a:solidFill>
              <a:srgbClr val="79C99F"/>
            </a:solidFill>
            <a:ln w="4001">
              <a:solidFill>
                <a:srgbClr val="B0E0C7"/>
              </a:solidFill>
            </a:ln>
          </p:spPr>
        </p:sp>
        <p:sp>
          <p:nvSpPr>
            <p:cNvPr id="3950" name="Candidate_B1__3949">
              <a:extLst>
                <a:ext uri="{FF2B5EF4-FFF2-40B4-BE49-F238E27FC236}">
                  <a16:creationId xmlns:a16="http://schemas.microsoft.com/office/drawing/2014/main" id="{78D89C79-CDBF-C9AF-6CE0-B2DB2FC94422}"/>
                </a:ext>
              </a:extLst>
            </p:cNvPr>
            <p:cNvSpPr>
              <a:spLocks noGrp="1"/>
            </p:cNvSpPr>
            <p:nvPr/>
          </p:nvSpPr>
          <p:spPr>
            <a:xfrm>
              <a:off x="4230345" y="2411388"/>
              <a:ext cx="191395" cy="466495"/>
            </a:xfrm>
            <a:custGeom>
              <a:avLst/>
              <a:gdLst/>
              <a:ahLst/>
              <a:cxnLst/>
              <a:rect l="0" t="0" r="0" b="0"/>
              <a:pathLst>
                <a:path w="191395" h="466495">
                  <a:moveTo>
                    <a:pt x="0" y="466495"/>
                  </a:moveTo>
                  <a:lnTo>
                    <a:pt x="47849" y="466495"/>
                  </a:lnTo>
                  <a:lnTo>
                    <a:pt x="47849" y="430610"/>
                  </a:lnTo>
                  <a:close/>
                  <a:moveTo>
                    <a:pt x="0" y="466495"/>
                  </a:moveTo>
                  <a:lnTo>
                    <a:pt x="47849" y="430610"/>
                  </a:lnTo>
                  <a:lnTo>
                    <a:pt x="0" y="430610"/>
                  </a:lnTo>
                  <a:close/>
                  <a:moveTo>
                    <a:pt x="47849" y="466495"/>
                  </a:moveTo>
                  <a:lnTo>
                    <a:pt x="95698" y="430610"/>
                  </a:lnTo>
                  <a:lnTo>
                    <a:pt x="47849" y="430610"/>
                  </a:lnTo>
                  <a:close/>
                  <a:moveTo>
                    <a:pt x="0" y="430610"/>
                  </a:moveTo>
                  <a:lnTo>
                    <a:pt x="47849" y="430610"/>
                  </a:lnTo>
                  <a:lnTo>
                    <a:pt x="47849" y="394726"/>
                  </a:lnTo>
                  <a:close/>
                  <a:moveTo>
                    <a:pt x="0" y="430610"/>
                  </a:moveTo>
                  <a:lnTo>
                    <a:pt x="47849" y="394726"/>
                  </a:lnTo>
                  <a:lnTo>
                    <a:pt x="0" y="394726"/>
                  </a:lnTo>
                  <a:close/>
                  <a:moveTo>
                    <a:pt x="47849" y="430610"/>
                  </a:moveTo>
                  <a:lnTo>
                    <a:pt x="95698" y="430610"/>
                  </a:lnTo>
                  <a:lnTo>
                    <a:pt x="95698" y="394726"/>
                  </a:lnTo>
                  <a:close/>
                  <a:moveTo>
                    <a:pt x="47849" y="430610"/>
                  </a:moveTo>
                  <a:lnTo>
                    <a:pt x="95698" y="394726"/>
                  </a:lnTo>
                  <a:lnTo>
                    <a:pt x="47849" y="394726"/>
                  </a:lnTo>
                  <a:close/>
                  <a:moveTo>
                    <a:pt x="47849" y="179421"/>
                  </a:moveTo>
                  <a:lnTo>
                    <a:pt x="95698" y="143537"/>
                  </a:lnTo>
                  <a:lnTo>
                    <a:pt x="47849" y="143537"/>
                  </a:lnTo>
                  <a:close/>
                  <a:moveTo>
                    <a:pt x="95698" y="179421"/>
                  </a:moveTo>
                  <a:lnTo>
                    <a:pt x="143546" y="143537"/>
                  </a:lnTo>
                  <a:lnTo>
                    <a:pt x="95698" y="143537"/>
                  </a:lnTo>
                  <a:close/>
                  <a:moveTo>
                    <a:pt x="47849" y="143537"/>
                  </a:moveTo>
                  <a:lnTo>
                    <a:pt x="95698" y="143537"/>
                  </a:lnTo>
                  <a:lnTo>
                    <a:pt x="95698" y="107653"/>
                  </a:lnTo>
                  <a:close/>
                  <a:moveTo>
                    <a:pt x="47849" y="143537"/>
                  </a:moveTo>
                  <a:lnTo>
                    <a:pt x="95698" y="107653"/>
                  </a:lnTo>
                  <a:lnTo>
                    <a:pt x="47849" y="107653"/>
                  </a:lnTo>
                  <a:close/>
                  <a:moveTo>
                    <a:pt x="95698" y="143537"/>
                  </a:moveTo>
                  <a:lnTo>
                    <a:pt x="143546" y="143537"/>
                  </a:lnTo>
                  <a:lnTo>
                    <a:pt x="143546" y="107653"/>
                  </a:lnTo>
                  <a:close/>
                  <a:moveTo>
                    <a:pt x="95698" y="143537"/>
                  </a:moveTo>
                  <a:lnTo>
                    <a:pt x="143546" y="107653"/>
                  </a:lnTo>
                  <a:lnTo>
                    <a:pt x="95698" y="107653"/>
                  </a:lnTo>
                  <a:close/>
                  <a:moveTo>
                    <a:pt x="47849" y="107653"/>
                  </a:moveTo>
                  <a:lnTo>
                    <a:pt x="95698" y="107653"/>
                  </a:lnTo>
                  <a:lnTo>
                    <a:pt x="95698" y="71768"/>
                  </a:lnTo>
                  <a:close/>
                  <a:moveTo>
                    <a:pt x="47849" y="107653"/>
                  </a:moveTo>
                  <a:lnTo>
                    <a:pt x="95698" y="71768"/>
                  </a:lnTo>
                  <a:lnTo>
                    <a:pt x="47849" y="71768"/>
                  </a:lnTo>
                  <a:close/>
                  <a:moveTo>
                    <a:pt x="95698" y="107653"/>
                  </a:moveTo>
                  <a:lnTo>
                    <a:pt x="143546" y="107653"/>
                  </a:lnTo>
                  <a:lnTo>
                    <a:pt x="143546" y="71768"/>
                  </a:lnTo>
                  <a:close/>
                  <a:moveTo>
                    <a:pt x="95698" y="107653"/>
                  </a:moveTo>
                  <a:lnTo>
                    <a:pt x="143546" y="71768"/>
                  </a:lnTo>
                  <a:lnTo>
                    <a:pt x="95698" y="71768"/>
                  </a:lnTo>
                  <a:close/>
                  <a:moveTo>
                    <a:pt x="143546" y="107653"/>
                  </a:moveTo>
                  <a:lnTo>
                    <a:pt x="191395" y="71768"/>
                  </a:lnTo>
                  <a:lnTo>
                    <a:pt x="143546" y="71768"/>
                  </a:lnTo>
                  <a:close/>
                  <a:moveTo>
                    <a:pt x="47849" y="71768"/>
                  </a:moveTo>
                  <a:lnTo>
                    <a:pt x="95698" y="71768"/>
                  </a:lnTo>
                  <a:lnTo>
                    <a:pt x="95698" y="35884"/>
                  </a:lnTo>
                  <a:close/>
                  <a:moveTo>
                    <a:pt x="95698" y="71768"/>
                  </a:moveTo>
                  <a:lnTo>
                    <a:pt x="143546" y="71768"/>
                  </a:lnTo>
                  <a:lnTo>
                    <a:pt x="143546" y="35884"/>
                  </a:lnTo>
                  <a:close/>
                  <a:moveTo>
                    <a:pt x="95698" y="71768"/>
                  </a:moveTo>
                  <a:lnTo>
                    <a:pt x="143546" y="35884"/>
                  </a:lnTo>
                  <a:lnTo>
                    <a:pt x="95698" y="35884"/>
                  </a:lnTo>
                  <a:close/>
                  <a:moveTo>
                    <a:pt x="143546" y="71768"/>
                  </a:moveTo>
                  <a:lnTo>
                    <a:pt x="191395" y="35884"/>
                  </a:lnTo>
                  <a:lnTo>
                    <a:pt x="143546" y="35884"/>
                  </a:lnTo>
                  <a:close/>
                  <a:moveTo>
                    <a:pt x="95698" y="35884"/>
                  </a:moveTo>
                  <a:lnTo>
                    <a:pt x="143546" y="35884"/>
                  </a:lnTo>
                  <a:lnTo>
                    <a:pt x="143546" y="0"/>
                  </a:lnTo>
                  <a:close/>
                </a:path>
              </a:pathLst>
            </a:custGeom>
            <a:solidFill>
              <a:srgbClr val="7ECBA3"/>
            </a:solidFill>
            <a:ln w="4001">
              <a:solidFill>
                <a:srgbClr val="B0E0C7"/>
              </a:solidFill>
            </a:ln>
          </p:spPr>
        </p:sp>
      </p:grpSp>
      <p:sp>
        <p:nvSpPr>
          <p:cNvPr id="3951" name="label__3950">
            <a:extLst>
              <a:ext uri="{FF2B5EF4-FFF2-40B4-BE49-F238E27FC236}">
                <a16:creationId xmlns:a16="http://schemas.microsoft.com/office/drawing/2014/main" id="{7A56397E-2AEB-4EE2-C040-F392CA579551}"/>
              </a:ext>
            </a:extLst>
          </p:cNvPr>
          <p:cNvSpPr>
            <a:spLocks noGrp="1"/>
          </p:cNvSpPr>
          <p:nvPr/>
        </p:nvSpPr>
        <p:spPr>
          <a:xfrm>
            <a:off x="4675116" y="2071585"/>
            <a:ext cx="96212" cy="71472"/>
          </a:xfrm>
          <a:prstGeom prst="rect">
            <a:avLst/>
          </a:prstGeom>
          <a:noFill/>
          <a:ln w="0">
            <a:noFill/>
          </a:ln>
        </p:spPr>
        <p:txBody>
          <a:bodyPr wrap="none" lIns="0" tIns="0" rIns="0" bIns="0" anchor="ctr">
            <a:noAutofit/>
          </a:bodyPr>
          <a:lstStyle/>
          <a:p>
            <a:pPr algn="l">
              <a:defRPr sz="1200" b="1">
                <a:solidFill>
                  <a:srgbClr val="469872"/>
                </a:solidFill>
                <a:latin typeface="Arial"/>
                <a:ea typeface="Arial"/>
                <a:cs typeface="Arial"/>
              </a:defRPr>
            </a:pPr>
            <a:r>
              <a:rPr sz="416" b="1" dirty="0">
                <a:solidFill>
                  <a:srgbClr val="469872"/>
                </a:solidFill>
                <a:latin typeface="Arial"/>
                <a:ea typeface="Arial"/>
                <a:cs typeface="Arial"/>
              </a:rPr>
              <a:t>B1</a:t>
            </a:r>
          </a:p>
        </p:txBody>
      </p:sp>
      <p:grpSp>
        <p:nvGrpSpPr>
          <p:cNvPr id="6218" name="Candidate_B2">
            <a:extLst>
              <a:ext uri="{FF2B5EF4-FFF2-40B4-BE49-F238E27FC236}">
                <a16:creationId xmlns:a16="http://schemas.microsoft.com/office/drawing/2014/main" id="{4CB23180-B747-59C4-C4EB-229892B54127}"/>
              </a:ext>
            </a:extLst>
          </p:cNvPr>
          <p:cNvGrpSpPr/>
          <p:nvPr/>
        </p:nvGrpSpPr>
        <p:grpSpPr>
          <a:xfrm>
            <a:off x="5037698" y="2431693"/>
            <a:ext cx="134697" cy="203420"/>
            <a:chOff x="5805488" y="3743325"/>
            <a:chExt cx="466725" cy="704850"/>
          </a:xfrm>
        </p:grpSpPr>
        <p:sp>
          <p:nvSpPr>
            <p:cNvPr id="3952" name="Candidate_B2__3951">
              <a:extLst>
                <a:ext uri="{FF2B5EF4-FFF2-40B4-BE49-F238E27FC236}">
                  <a16:creationId xmlns:a16="http://schemas.microsoft.com/office/drawing/2014/main" id="{29368BB5-70D4-81D9-4E37-7D9372995C21}"/>
                </a:ext>
              </a:extLst>
            </p:cNvPr>
            <p:cNvSpPr>
              <a:spLocks noGrp="1"/>
            </p:cNvSpPr>
            <p:nvPr/>
          </p:nvSpPr>
          <p:spPr>
            <a:xfrm>
              <a:off x="5805488" y="3743325"/>
              <a:ext cx="464774" cy="704850"/>
            </a:xfrm>
            <a:custGeom>
              <a:avLst/>
              <a:gdLst/>
              <a:ahLst/>
              <a:cxnLst/>
              <a:rect l="0" t="0" r="0" b="0"/>
              <a:pathLst>
                <a:path w="464774" h="704850">
                  <a:moveTo>
                    <a:pt x="129832" y="704404"/>
                  </a:moveTo>
                  <a:lnTo>
                    <a:pt x="81983" y="692757"/>
                  </a:lnTo>
                  <a:lnTo>
                    <a:pt x="129832" y="693382"/>
                  </a:lnTo>
                  <a:close/>
                  <a:moveTo>
                    <a:pt x="129832" y="704404"/>
                  </a:moveTo>
                  <a:lnTo>
                    <a:pt x="129832" y="693382"/>
                  </a:lnTo>
                  <a:lnTo>
                    <a:pt x="177681" y="704850"/>
                  </a:lnTo>
                  <a:close/>
                  <a:moveTo>
                    <a:pt x="177681" y="704850"/>
                  </a:moveTo>
                  <a:lnTo>
                    <a:pt x="177681" y="694035"/>
                  </a:lnTo>
                  <a:lnTo>
                    <a:pt x="225530" y="694518"/>
                  </a:lnTo>
                  <a:close/>
                  <a:moveTo>
                    <a:pt x="276610" y="656342"/>
                  </a:moveTo>
                  <a:lnTo>
                    <a:pt x="293701" y="656342"/>
                  </a:lnTo>
                  <a:lnTo>
                    <a:pt x="273379" y="671513"/>
                  </a:lnTo>
                  <a:close/>
                  <a:moveTo>
                    <a:pt x="315843" y="620457"/>
                  </a:moveTo>
                  <a:lnTo>
                    <a:pt x="321227" y="628671"/>
                  </a:lnTo>
                  <a:lnTo>
                    <a:pt x="293701" y="656342"/>
                  </a:lnTo>
                  <a:close/>
                  <a:moveTo>
                    <a:pt x="3309" y="620457"/>
                  </a:moveTo>
                  <a:lnTo>
                    <a:pt x="18540" y="620457"/>
                  </a:lnTo>
                  <a:lnTo>
                    <a:pt x="24946" y="656342"/>
                  </a:lnTo>
                  <a:close/>
                  <a:moveTo>
                    <a:pt x="13874" y="584573"/>
                  </a:moveTo>
                  <a:lnTo>
                    <a:pt x="3309" y="620457"/>
                  </a:lnTo>
                  <a:lnTo>
                    <a:pt x="0" y="584573"/>
                  </a:lnTo>
                  <a:close/>
                  <a:moveTo>
                    <a:pt x="23823" y="548689"/>
                  </a:moveTo>
                  <a:lnTo>
                    <a:pt x="0" y="584573"/>
                  </a:lnTo>
                  <a:lnTo>
                    <a:pt x="10555" y="548689"/>
                  </a:lnTo>
                  <a:close/>
                  <a:moveTo>
                    <a:pt x="355764" y="584573"/>
                  </a:moveTo>
                  <a:lnTo>
                    <a:pt x="328549" y="620457"/>
                  </a:lnTo>
                  <a:lnTo>
                    <a:pt x="347311" y="584573"/>
                  </a:lnTo>
                  <a:close/>
                  <a:moveTo>
                    <a:pt x="355764" y="584573"/>
                  </a:moveTo>
                  <a:lnTo>
                    <a:pt x="347311" y="584573"/>
                  </a:lnTo>
                  <a:lnTo>
                    <a:pt x="369076" y="566498"/>
                  </a:lnTo>
                  <a:close/>
                  <a:moveTo>
                    <a:pt x="10555" y="548689"/>
                  </a:moveTo>
                  <a:lnTo>
                    <a:pt x="32179" y="512805"/>
                  </a:lnTo>
                  <a:lnTo>
                    <a:pt x="23823" y="548689"/>
                  </a:lnTo>
                  <a:close/>
                  <a:moveTo>
                    <a:pt x="377739" y="548689"/>
                  </a:moveTo>
                  <a:lnTo>
                    <a:pt x="382585" y="548689"/>
                  </a:lnTo>
                  <a:lnTo>
                    <a:pt x="369076" y="566498"/>
                  </a:lnTo>
                  <a:close/>
                  <a:moveTo>
                    <a:pt x="407065" y="512805"/>
                  </a:moveTo>
                  <a:lnTo>
                    <a:pt x="382585" y="548689"/>
                  </a:lnTo>
                  <a:lnTo>
                    <a:pt x="405273" y="512805"/>
                  </a:lnTo>
                  <a:close/>
                  <a:moveTo>
                    <a:pt x="43163" y="512805"/>
                  </a:moveTo>
                  <a:lnTo>
                    <a:pt x="34135" y="509993"/>
                  </a:lnTo>
                  <a:lnTo>
                    <a:pt x="54572" y="476921"/>
                  </a:lnTo>
                  <a:close/>
                  <a:moveTo>
                    <a:pt x="407065" y="512805"/>
                  </a:moveTo>
                  <a:lnTo>
                    <a:pt x="405273" y="512805"/>
                  </a:lnTo>
                  <a:lnTo>
                    <a:pt x="416925" y="492776"/>
                  </a:lnTo>
                  <a:close/>
                  <a:moveTo>
                    <a:pt x="77429" y="441036"/>
                  </a:moveTo>
                  <a:lnTo>
                    <a:pt x="54572" y="476921"/>
                  </a:lnTo>
                  <a:lnTo>
                    <a:pt x="71053" y="441036"/>
                  </a:lnTo>
                  <a:close/>
                  <a:moveTo>
                    <a:pt x="424545" y="476921"/>
                  </a:moveTo>
                  <a:lnTo>
                    <a:pt x="425067" y="476921"/>
                  </a:lnTo>
                  <a:lnTo>
                    <a:pt x="416925" y="492776"/>
                  </a:lnTo>
                  <a:close/>
                  <a:moveTo>
                    <a:pt x="433095" y="441036"/>
                  </a:moveTo>
                  <a:lnTo>
                    <a:pt x="425067" y="476921"/>
                  </a:lnTo>
                  <a:lnTo>
                    <a:pt x="432783" y="441036"/>
                  </a:lnTo>
                  <a:close/>
                  <a:moveTo>
                    <a:pt x="71053" y="441036"/>
                  </a:moveTo>
                  <a:lnTo>
                    <a:pt x="77677" y="405152"/>
                  </a:lnTo>
                  <a:lnTo>
                    <a:pt x="77429" y="441036"/>
                  </a:lnTo>
                  <a:close/>
                  <a:moveTo>
                    <a:pt x="430903" y="405152"/>
                  </a:moveTo>
                  <a:lnTo>
                    <a:pt x="433095" y="441036"/>
                  </a:lnTo>
                  <a:lnTo>
                    <a:pt x="429788" y="405152"/>
                  </a:lnTo>
                  <a:close/>
                  <a:moveTo>
                    <a:pt x="421806" y="369268"/>
                  </a:moveTo>
                  <a:lnTo>
                    <a:pt x="430903" y="405152"/>
                  </a:lnTo>
                  <a:lnTo>
                    <a:pt x="418538" y="369268"/>
                  </a:lnTo>
                  <a:close/>
                  <a:moveTo>
                    <a:pt x="416925" y="364720"/>
                  </a:moveTo>
                  <a:lnTo>
                    <a:pt x="416925" y="351482"/>
                  </a:lnTo>
                  <a:lnTo>
                    <a:pt x="421806" y="369268"/>
                  </a:lnTo>
                  <a:close/>
                  <a:moveTo>
                    <a:pt x="416925" y="351482"/>
                  </a:moveTo>
                  <a:lnTo>
                    <a:pt x="416925" y="364720"/>
                  </a:lnTo>
                  <a:lnTo>
                    <a:pt x="412675" y="333384"/>
                  </a:lnTo>
                  <a:close/>
                  <a:moveTo>
                    <a:pt x="65716" y="333384"/>
                  </a:moveTo>
                  <a:lnTo>
                    <a:pt x="77004" y="333384"/>
                  </a:lnTo>
                  <a:lnTo>
                    <a:pt x="74239" y="369268"/>
                  </a:lnTo>
                  <a:close/>
                  <a:moveTo>
                    <a:pt x="71970" y="297499"/>
                  </a:moveTo>
                  <a:lnTo>
                    <a:pt x="65716" y="333384"/>
                  </a:lnTo>
                  <a:lnTo>
                    <a:pt x="59345" y="297499"/>
                  </a:lnTo>
                  <a:close/>
                  <a:moveTo>
                    <a:pt x="409196" y="297499"/>
                  </a:moveTo>
                  <a:lnTo>
                    <a:pt x="412675" y="333384"/>
                  </a:lnTo>
                  <a:lnTo>
                    <a:pt x="400824" y="297499"/>
                  </a:lnTo>
                  <a:close/>
                  <a:moveTo>
                    <a:pt x="73541" y="261615"/>
                  </a:moveTo>
                  <a:lnTo>
                    <a:pt x="59345" y="297499"/>
                  </a:lnTo>
                  <a:lnTo>
                    <a:pt x="60057" y="261615"/>
                  </a:lnTo>
                  <a:close/>
                  <a:moveTo>
                    <a:pt x="412689" y="261615"/>
                  </a:moveTo>
                  <a:lnTo>
                    <a:pt x="409196" y="297499"/>
                  </a:lnTo>
                  <a:lnTo>
                    <a:pt x="402930" y="261615"/>
                  </a:lnTo>
                  <a:close/>
                  <a:moveTo>
                    <a:pt x="60057" y="261615"/>
                  </a:moveTo>
                  <a:lnTo>
                    <a:pt x="69701" y="225731"/>
                  </a:lnTo>
                  <a:lnTo>
                    <a:pt x="73541" y="261615"/>
                  </a:lnTo>
                  <a:close/>
                  <a:moveTo>
                    <a:pt x="414041" y="225731"/>
                  </a:moveTo>
                  <a:lnTo>
                    <a:pt x="416925" y="247369"/>
                  </a:lnTo>
                  <a:lnTo>
                    <a:pt x="412689" y="261615"/>
                  </a:lnTo>
                  <a:close/>
                  <a:moveTo>
                    <a:pt x="83723" y="225731"/>
                  </a:moveTo>
                  <a:lnTo>
                    <a:pt x="81983" y="200163"/>
                  </a:lnTo>
                  <a:lnTo>
                    <a:pt x="86762" y="189847"/>
                  </a:lnTo>
                  <a:close/>
                  <a:moveTo>
                    <a:pt x="116357" y="153963"/>
                  </a:moveTo>
                  <a:lnTo>
                    <a:pt x="86762" y="189847"/>
                  </a:lnTo>
                  <a:lnTo>
                    <a:pt x="105028" y="153963"/>
                  </a:lnTo>
                  <a:close/>
                  <a:moveTo>
                    <a:pt x="442757" y="189847"/>
                  </a:moveTo>
                  <a:lnTo>
                    <a:pt x="424800" y="225731"/>
                  </a:lnTo>
                  <a:lnTo>
                    <a:pt x="433345" y="189847"/>
                  </a:lnTo>
                  <a:close/>
                  <a:moveTo>
                    <a:pt x="458848" y="153963"/>
                  </a:moveTo>
                  <a:lnTo>
                    <a:pt x="442757" y="189847"/>
                  </a:lnTo>
                  <a:lnTo>
                    <a:pt x="450850" y="153963"/>
                  </a:lnTo>
                  <a:close/>
                  <a:moveTo>
                    <a:pt x="105028" y="153963"/>
                  </a:moveTo>
                  <a:lnTo>
                    <a:pt x="123642" y="118079"/>
                  </a:lnTo>
                  <a:lnTo>
                    <a:pt x="116357" y="153963"/>
                  </a:lnTo>
                  <a:close/>
                  <a:moveTo>
                    <a:pt x="459070" y="118079"/>
                  </a:moveTo>
                  <a:lnTo>
                    <a:pt x="464774" y="126234"/>
                  </a:lnTo>
                  <a:lnTo>
                    <a:pt x="458848" y="153963"/>
                  </a:lnTo>
                  <a:close/>
                  <a:moveTo>
                    <a:pt x="133551" y="118079"/>
                  </a:moveTo>
                  <a:lnTo>
                    <a:pt x="129832" y="107319"/>
                  </a:lnTo>
                  <a:lnTo>
                    <a:pt x="144348" y="82194"/>
                  </a:lnTo>
                  <a:close/>
                  <a:moveTo>
                    <a:pt x="144348" y="82194"/>
                  </a:moveTo>
                  <a:lnTo>
                    <a:pt x="175793" y="46310"/>
                  </a:lnTo>
                  <a:lnTo>
                    <a:pt x="153160" y="82194"/>
                  </a:lnTo>
                  <a:close/>
                  <a:moveTo>
                    <a:pt x="436976" y="46310"/>
                  </a:moveTo>
                  <a:lnTo>
                    <a:pt x="461104" y="82194"/>
                  </a:lnTo>
                  <a:lnTo>
                    <a:pt x="427658" y="46310"/>
                  </a:lnTo>
                  <a:close/>
                  <a:moveTo>
                    <a:pt x="225530" y="16032"/>
                  </a:moveTo>
                  <a:lnTo>
                    <a:pt x="225530" y="22216"/>
                  </a:lnTo>
                  <a:lnTo>
                    <a:pt x="177681" y="44751"/>
                  </a:lnTo>
                  <a:close/>
                  <a:moveTo>
                    <a:pt x="225530" y="16032"/>
                  </a:moveTo>
                  <a:lnTo>
                    <a:pt x="244186" y="10426"/>
                  </a:lnTo>
                  <a:lnTo>
                    <a:pt x="264429" y="10426"/>
                  </a:lnTo>
                  <a:close/>
                  <a:moveTo>
                    <a:pt x="369076" y="14233"/>
                  </a:moveTo>
                  <a:lnTo>
                    <a:pt x="374412" y="10426"/>
                  </a:lnTo>
                  <a:lnTo>
                    <a:pt x="416925" y="30615"/>
                  </a:lnTo>
                  <a:close/>
                  <a:moveTo>
                    <a:pt x="416925" y="37902"/>
                  </a:moveTo>
                  <a:lnTo>
                    <a:pt x="416925" y="30615"/>
                  </a:lnTo>
                  <a:lnTo>
                    <a:pt x="436976" y="46310"/>
                  </a:lnTo>
                  <a:close/>
                  <a:moveTo>
                    <a:pt x="273379" y="2397"/>
                  </a:moveTo>
                  <a:lnTo>
                    <a:pt x="264429" y="10426"/>
                  </a:lnTo>
                  <a:lnTo>
                    <a:pt x="244186" y="10426"/>
                  </a:lnTo>
                  <a:close/>
                  <a:moveTo>
                    <a:pt x="321227" y="0"/>
                  </a:moveTo>
                  <a:lnTo>
                    <a:pt x="273379" y="7957"/>
                  </a:lnTo>
                  <a:lnTo>
                    <a:pt x="273379" y="2397"/>
                  </a:lnTo>
                  <a:close/>
                  <a:moveTo>
                    <a:pt x="321227" y="0"/>
                  </a:moveTo>
                  <a:lnTo>
                    <a:pt x="369076" y="8357"/>
                  </a:lnTo>
                  <a:lnTo>
                    <a:pt x="321227" y="5408"/>
                  </a:lnTo>
                  <a:close/>
                  <a:moveTo>
                    <a:pt x="77677" y="405152"/>
                  </a:moveTo>
                  <a:lnTo>
                    <a:pt x="74239" y="369268"/>
                  </a:lnTo>
                  <a:lnTo>
                    <a:pt x="81983" y="369268"/>
                  </a:lnTo>
                  <a:close/>
                  <a:moveTo>
                    <a:pt x="81983" y="200163"/>
                  </a:moveTo>
                  <a:lnTo>
                    <a:pt x="81983" y="225731"/>
                  </a:lnTo>
                  <a:lnTo>
                    <a:pt x="69701" y="225731"/>
                  </a:lnTo>
                  <a:close/>
                </a:path>
              </a:pathLst>
            </a:custGeom>
            <a:solidFill>
              <a:srgbClr val="4FB981"/>
            </a:solidFill>
            <a:ln w="4001">
              <a:solidFill>
                <a:srgbClr val="B0E0C7"/>
              </a:solidFill>
            </a:ln>
          </p:spPr>
        </p:sp>
        <p:sp>
          <p:nvSpPr>
            <p:cNvPr id="3953" name="Candidate_B2__3952">
              <a:extLst>
                <a:ext uri="{FF2B5EF4-FFF2-40B4-BE49-F238E27FC236}">
                  <a16:creationId xmlns:a16="http://schemas.microsoft.com/office/drawing/2014/main" id="{C644913F-1C2D-EDFA-4D80-ABA32600805E}"/>
                </a:ext>
              </a:extLst>
            </p:cNvPr>
            <p:cNvSpPr>
              <a:spLocks noGrp="1"/>
            </p:cNvSpPr>
            <p:nvPr/>
          </p:nvSpPr>
          <p:spPr>
            <a:xfrm>
              <a:off x="5830434" y="3751682"/>
              <a:ext cx="441779" cy="686161"/>
            </a:xfrm>
            <a:custGeom>
              <a:avLst/>
              <a:gdLst/>
              <a:ahLst/>
              <a:cxnLst/>
              <a:rect l="0" t="0" r="0" b="0"/>
              <a:pathLst>
                <a:path w="441779" h="686161">
                  <a:moveTo>
                    <a:pt x="9188" y="647984"/>
                  </a:moveTo>
                  <a:lnTo>
                    <a:pt x="55866" y="683868"/>
                  </a:lnTo>
                  <a:lnTo>
                    <a:pt x="9188" y="656150"/>
                  </a:lnTo>
                  <a:close/>
                  <a:moveTo>
                    <a:pt x="9188" y="647984"/>
                  </a:moveTo>
                  <a:lnTo>
                    <a:pt x="57037" y="683868"/>
                  </a:lnTo>
                  <a:lnTo>
                    <a:pt x="55866" y="683868"/>
                  </a:lnTo>
                  <a:close/>
                  <a:moveTo>
                    <a:pt x="205993" y="683868"/>
                  </a:moveTo>
                  <a:lnTo>
                    <a:pt x="200583" y="683868"/>
                  </a:lnTo>
                  <a:lnTo>
                    <a:pt x="248432" y="663156"/>
                  </a:lnTo>
                  <a:close/>
                  <a:moveTo>
                    <a:pt x="439827" y="97478"/>
                  </a:moveTo>
                  <a:lnTo>
                    <a:pt x="439827" y="109721"/>
                  </a:lnTo>
                  <a:lnTo>
                    <a:pt x="436158" y="73837"/>
                  </a:lnTo>
                  <a:close/>
                  <a:moveTo>
                    <a:pt x="55866" y="683868"/>
                  </a:moveTo>
                  <a:lnTo>
                    <a:pt x="57037" y="683868"/>
                  </a:lnTo>
                  <a:lnTo>
                    <a:pt x="57037" y="684400"/>
                  </a:lnTo>
                  <a:close/>
                  <a:moveTo>
                    <a:pt x="205993" y="683868"/>
                  </a:moveTo>
                  <a:lnTo>
                    <a:pt x="200583" y="686161"/>
                  </a:lnTo>
                  <a:lnTo>
                    <a:pt x="200583" y="683868"/>
                  </a:lnTo>
                  <a:close/>
                  <a:moveTo>
                    <a:pt x="0" y="647984"/>
                  </a:moveTo>
                  <a:lnTo>
                    <a:pt x="9188" y="647984"/>
                  </a:lnTo>
                  <a:lnTo>
                    <a:pt x="9188" y="656150"/>
                  </a:lnTo>
                  <a:close/>
                  <a:moveTo>
                    <a:pt x="303603" y="612100"/>
                  </a:moveTo>
                  <a:lnTo>
                    <a:pt x="296281" y="620314"/>
                  </a:lnTo>
                  <a:lnTo>
                    <a:pt x="296281" y="612100"/>
                  </a:lnTo>
                  <a:close/>
                  <a:moveTo>
                    <a:pt x="9188" y="501636"/>
                  </a:moveTo>
                  <a:lnTo>
                    <a:pt x="9188" y="504447"/>
                  </a:lnTo>
                  <a:lnTo>
                    <a:pt x="7232" y="504447"/>
                  </a:lnTo>
                  <a:close/>
                  <a:moveTo>
                    <a:pt x="399853" y="217374"/>
                  </a:moveTo>
                  <a:lnTo>
                    <a:pt x="391978" y="239011"/>
                  </a:lnTo>
                  <a:lnTo>
                    <a:pt x="391978" y="217374"/>
                  </a:lnTo>
                  <a:close/>
                  <a:moveTo>
                    <a:pt x="104886" y="98962"/>
                  </a:moveTo>
                  <a:lnTo>
                    <a:pt x="104886" y="109721"/>
                  </a:lnTo>
                  <a:lnTo>
                    <a:pt x="98696" y="109721"/>
                  </a:lnTo>
                  <a:close/>
                  <a:moveTo>
                    <a:pt x="441779" y="109721"/>
                  </a:moveTo>
                  <a:lnTo>
                    <a:pt x="439827" y="117877"/>
                  </a:lnTo>
                  <a:lnTo>
                    <a:pt x="439827" y="109721"/>
                  </a:lnTo>
                  <a:close/>
                  <a:moveTo>
                    <a:pt x="439827" y="97478"/>
                  </a:moveTo>
                  <a:lnTo>
                    <a:pt x="441779" y="109721"/>
                  </a:lnTo>
                  <a:lnTo>
                    <a:pt x="439827" y="109721"/>
                  </a:lnTo>
                  <a:close/>
                  <a:moveTo>
                    <a:pt x="152735" y="36393"/>
                  </a:moveTo>
                  <a:lnTo>
                    <a:pt x="152735" y="37953"/>
                  </a:lnTo>
                  <a:lnTo>
                    <a:pt x="150847" y="37953"/>
                  </a:lnTo>
                  <a:close/>
                  <a:moveTo>
                    <a:pt x="344130" y="0"/>
                  </a:moveTo>
                  <a:lnTo>
                    <a:pt x="349465" y="2069"/>
                  </a:lnTo>
                  <a:lnTo>
                    <a:pt x="344130" y="2069"/>
                  </a:lnTo>
                  <a:close/>
                  <a:moveTo>
                    <a:pt x="9188" y="501636"/>
                  </a:moveTo>
                  <a:lnTo>
                    <a:pt x="7232" y="504447"/>
                  </a:lnTo>
                  <a:lnTo>
                    <a:pt x="9188" y="504447"/>
                  </a:lnTo>
                  <a:close/>
                  <a:moveTo>
                    <a:pt x="9188" y="501636"/>
                  </a:moveTo>
                  <a:lnTo>
                    <a:pt x="9188" y="504447"/>
                  </a:lnTo>
                  <a:lnTo>
                    <a:pt x="29626" y="468563"/>
                  </a:lnTo>
                  <a:close/>
                  <a:moveTo>
                    <a:pt x="391978" y="360911"/>
                  </a:moveTo>
                  <a:lnTo>
                    <a:pt x="405956" y="396795"/>
                  </a:lnTo>
                  <a:lnTo>
                    <a:pt x="396859" y="360911"/>
                  </a:lnTo>
                  <a:close/>
                  <a:moveTo>
                    <a:pt x="391978" y="360911"/>
                  </a:moveTo>
                  <a:lnTo>
                    <a:pt x="396859" y="360911"/>
                  </a:lnTo>
                  <a:lnTo>
                    <a:pt x="391978" y="343124"/>
                  </a:lnTo>
                  <a:close/>
                  <a:moveTo>
                    <a:pt x="439827" y="117877"/>
                  </a:moveTo>
                  <a:lnTo>
                    <a:pt x="439827" y="109721"/>
                  </a:lnTo>
                  <a:lnTo>
                    <a:pt x="433901" y="145605"/>
                  </a:lnTo>
                  <a:close/>
                  <a:moveTo>
                    <a:pt x="439827" y="109721"/>
                  </a:moveTo>
                  <a:lnTo>
                    <a:pt x="439827" y="117877"/>
                  </a:lnTo>
                  <a:lnTo>
                    <a:pt x="441779" y="109721"/>
                  </a:lnTo>
                  <a:close/>
                  <a:moveTo>
                    <a:pt x="439827" y="109721"/>
                  </a:moveTo>
                  <a:lnTo>
                    <a:pt x="441779" y="109721"/>
                  </a:lnTo>
                  <a:lnTo>
                    <a:pt x="439827" y="97478"/>
                  </a:lnTo>
                  <a:close/>
                  <a:moveTo>
                    <a:pt x="152735" y="36393"/>
                  </a:moveTo>
                  <a:lnTo>
                    <a:pt x="150847" y="37953"/>
                  </a:lnTo>
                  <a:lnTo>
                    <a:pt x="152735" y="37953"/>
                  </a:lnTo>
                  <a:close/>
                  <a:moveTo>
                    <a:pt x="349465" y="2069"/>
                  </a:moveTo>
                  <a:lnTo>
                    <a:pt x="344130" y="2069"/>
                  </a:lnTo>
                  <a:lnTo>
                    <a:pt x="391978" y="22257"/>
                  </a:lnTo>
                  <a:close/>
                  <a:moveTo>
                    <a:pt x="344130" y="2069"/>
                  </a:moveTo>
                  <a:lnTo>
                    <a:pt x="349465" y="2069"/>
                  </a:lnTo>
                  <a:lnTo>
                    <a:pt x="344130" y="0"/>
                  </a:lnTo>
                  <a:close/>
                </a:path>
              </a:pathLst>
            </a:custGeom>
            <a:solidFill>
              <a:srgbClr val="54BA85"/>
            </a:solidFill>
            <a:ln w="4001">
              <a:solidFill>
                <a:srgbClr val="B0E0C7"/>
              </a:solidFill>
            </a:ln>
          </p:spPr>
        </p:sp>
        <p:sp>
          <p:nvSpPr>
            <p:cNvPr id="3954" name="Candidate_B2__3953">
              <a:extLst>
                <a:ext uri="{FF2B5EF4-FFF2-40B4-BE49-F238E27FC236}">
                  <a16:creationId xmlns:a16="http://schemas.microsoft.com/office/drawing/2014/main" id="{16B0BD28-B914-6FE5-3209-7884854EAC26}"/>
                </a:ext>
              </a:extLst>
            </p:cNvPr>
            <p:cNvSpPr>
              <a:spLocks noGrp="1"/>
            </p:cNvSpPr>
            <p:nvPr/>
          </p:nvSpPr>
          <p:spPr>
            <a:xfrm>
              <a:off x="5805488" y="3743325"/>
              <a:ext cx="464774" cy="704850"/>
            </a:xfrm>
            <a:custGeom>
              <a:avLst/>
              <a:gdLst/>
              <a:ahLst/>
              <a:cxnLst/>
              <a:rect l="0" t="0" r="0" b="0"/>
              <a:pathLst>
                <a:path w="464774" h="704850">
                  <a:moveTo>
                    <a:pt x="81111" y="692226"/>
                  </a:moveTo>
                  <a:lnTo>
                    <a:pt x="80813" y="692226"/>
                  </a:lnTo>
                  <a:lnTo>
                    <a:pt x="81983" y="692757"/>
                  </a:lnTo>
                  <a:close/>
                  <a:moveTo>
                    <a:pt x="80813" y="692226"/>
                  </a:moveTo>
                  <a:lnTo>
                    <a:pt x="81111" y="692226"/>
                  </a:lnTo>
                  <a:lnTo>
                    <a:pt x="34135" y="664507"/>
                  </a:lnTo>
                  <a:close/>
                  <a:moveTo>
                    <a:pt x="81983" y="692757"/>
                  </a:moveTo>
                  <a:lnTo>
                    <a:pt x="129832" y="704404"/>
                  </a:lnTo>
                  <a:lnTo>
                    <a:pt x="129832" y="704255"/>
                  </a:lnTo>
                  <a:close/>
                  <a:moveTo>
                    <a:pt x="129832" y="704404"/>
                  </a:moveTo>
                  <a:lnTo>
                    <a:pt x="177681" y="704850"/>
                  </a:lnTo>
                  <a:lnTo>
                    <a:pt x="177681" y="704643"/>
                  </a:lnTo>
                  <a:close/>
                  <a:moveTo>
                    <a:pt x="177681" y="704850"/>
                  </a:moveTo>
                  <a:lnTo>
                    <a:pt x="225530" y="694518"/>
                  </a:lnTo>
                  <a:lnTo>
                    <a:pt x="225530" y="694155"/>
                  </a:lnTo>
                  <a:close/>
                  <a:moveTo>
                    <a:pt x="230939" y="692226"/>
                  </a:moveTo>
                  <a:lnTo>
                    <a:pt x="225530" y="694155"/>
                  </a:lnTo>
                  <a:lnTo>
                    <a:pt x="225530" y="694518"/>
                  </a:lnTo>
                  <a:close/>
                  <a:moveTo>
                    <a:pt x="230939" y="692226"/>
                  </a:moveTo>
                  <a:lnTo>
                    <a:pt x="273379" y="671513"/>
                  </a:lnTo>
                  <a:lnTo>
                    <a:pt x="273379" y="670495"/>
                  </a:lnTo>
                  <a:close/>
                  <a:moveTo>
                    <a:pt x="25230" y="656342"/>
                  </a:moveTo>
                  <a:lnTo>
                    <a:pt x="24946" y="656342"/>
                  </a:lnTo>
                  <a:lnTo>
                    <a:pt x="34135" y="664507"/>
                  </a:lnTo>
                  <a:close/>
                  <a:moveTo>
                    <a:pt x="3309" y="620457"/>
                  </a:moveTo>
                  <a:lnTo>
                    <a:pt x="24946" y="656342"/>
                  </a:lnTo>
                  <a:lnTo>
                    <a:pt x="25230" y="656342"/>
                  </a:lnTo>
                  <a:close/>
                  <a:moveTo>
                    <a:pt x="293701" y="656342"/>
                  </a:moveTo>
                  <a:lnTo>
                    <a:pt x="273379" y="670495"/>
                  </a:lnTo>
                  <a:lnTo>
                    <a:pt x="273379" y="671513"/>
                  </a:lnTo>
                  <a:close/>
                  <a:moveTo>
                    <a:pt x="293701" y="656342"/>
                  </a:moveTo>
                  <a:lnTo>
                    <a:pt x="321227" y="628671"/>
                  </a:lnTo>
                  <a:lnTo>
                    <a:pt x="321227" y="624629"/>
                  </a:lnTo>
                  <a:close/>
                  <a:moveTo>
                    <a:pt x="0" y="584573"/>
                  </a:moveTo>
                  <a:lnTo>
                    <a:pt x="3309" y="620457"/>
                  </a:lnTo>
                  <a:lnTo>
                    <a:pt x="3743" y="620457"/>
                  </a:lnTo>
                  <a:close/>
                  <a:moveTo>
                    <a:pt x="328549" y="620457"/>
                  </a:moveTo>
                  <a:lnTo>
                    <a:pt x="321227" y="624629"/>
                  </a:lnTo>
                  <a:lnTo>
                    <a:pt x="321227" y="628671"/>
                  </a:lnTo>
                  <a:close/>
                  <a:moveTo>
                    <a:pt x="324727" y="620457"/>
                  </a:moveTo>
                  <a:lnTo>
                    <a:pt x="328549" y="620457"/>
                  </a:lnTo>
                  <a:lnTo>
                    <a:pt x="355764" y="584573"/>
                  </a:lnTo>
                  <a:close/>
                  <a:moveTo>
                    <a:pt x="10555" y="548689"/>
                  </a:moveTo>
                  <a:lnTo>
                    <a:pt x="0" y="584573"/>
                  </a:lnTo>
                  <a:lnTo>
                    <a:pt x="819" y="584573"/>
                  </a:lnTo>
                  <a:close/>
                  <a:moveTo>
                    <a:pt x="355764" y="584573"/>
                  </a:moveTo>
                  <a:lnTo>
                    <a:pt x="369076" y="566498"/>
                  </a:lnTo>
                  <a:lnTo>
                    <a:pt x="369076" y="552501"/>
                  </a:lnTo>
                  <a:close/>
                  <a:moveTo>
                    <a:pt x="32179" y="512805"/>
                  </a:moveTo>
                  <a:lnTo>
                    <a:pt x="34135" y="515715"/>
                  </a:lnTo>
                  <a:lnTo>
                    <a:pt x="34135" y="512805"/>
                  </a:lnTo>
                  <a:close/>
                  <a:moveTo>
                    <a:pt x="10555" y="548689"/>
                  </a:moveTo>
                  <a:lnTo>
                    <a:pt x="12380" y="548689"/>
                  </a:lnTo>
                  <a:lnTo>
                    <a:pt x="32179" y="512805"/>
                  </a:lnTo>
                  <a:close/>
                  <a:moveTo>
                    <a:pt x="382585" y="548689"/>
                  </a:moveTo>
                  <a:lnTo>
                    <a:pt x="369076" y="552501"/>
                  </a:lnTo>
                  <a:lnTo>
                    <a:pt x="369076" y="566498"/>
                  </a:lnTo>
                  <a:close/>
                  <a:moveTo>
                    <a:pt x="371611" y="548689"/>
                  </a:moveTo>
                  <a:lnTo>
                    <a:pt x="382585" y="548689"/>
                  </a:lnTo>
                  <a:lnTo>
                    <a:pt x="407065" y="512805"/>
                  </a:lnTo>
                  <a:close/>
                  <a:moveTo>
                    <a:pt x="54572" y="476921"/>
                  </a:moveTo>
                  <a:lnTo>
                    <a:pt x="34135" y="512805"/>
                  </a:lnTo>
                  <a:lnTo>
                    <a:pt x="36062" y="512805"/>
                  </a:lnTo>
                  <a:close/>
                  <a:moveTo>
                    <a:pt x="416925" y="492776"/>
                  </a:moveTo>
                  <a:lnTo>
                    <a:pt x="416925" y="476921"/>
                  </a:lnTo>
                  <a:lnTo>
                    <a:pt x="407065" y="512805"/>
                  </a:lnTo>
                  <a:close/>
                  <a:moveTo>
                    <a:pt x="407065" y="512805"/>
                  </a:moveTo>
                  <a:lnTo>
                    <a:pt x="416925" y="476921"/>
                  </a:lnTo>
                  <a:lnTo>
                    <a:pt x="410583" y="476921"/>
                  </a:lnTo>
                  <a:close/>
                  <a:moveTo>
                    <a:pt x="71053" y="441036"/>
                  </a:moveTo>
                  <a:lnTo>
                    <a:pt x="54572" y="476921"/>
                  </a:lnTo>
                  <a:lnTo>
                    <a:pt x="61416" y="476921"/>
                  </a:lnTo>
                  <a:close/>
                  <a:moveTo>
                    <a:pt x="416925" y="476921"/>
                  </a:moveTo>
                  <a:lnTo>
                    <a:pt x="416925" y="492776"/>
                  </a:lnTo>
                  <a:lnTo>
                    <a:pt x="425067" y="476921"/>
                  </a:lnTo>
                  <a:close/>
                  <a:moveTo>
                    <a:pt x="425067" y="476921"/>
                  </a:moveTo>
                  <a:lnTo>
                    <a:pt x="416925" y="446747"/>
                  </a:lnTo>
                  <a:lnTo>
                    <a:pt x="416925" y="476921"/>
                  </a:lnTo>
                  <a:close/>
                  <a:moveTo>
                    <a:pt x="433095" y="441036"/>
                  </a:moveTo>
                  <a:lnTo>
                    <a:pt x="418226" y="441036"/>
                  </a:lnTo>
                  <a:lnTo>
                    <a:pt x="425067" y="476921"/>
                  </a:lnTo>
                  <a:close/>
                  <a:moveTo>
                    <a:pt x="77677" y="405152"/>
                  </a:moveTo>
                  <a:lnTo>
                    <a:pt x="81983" y="431635"/>
                  </a:lnTo>
                  <a:lnTo>
                    <a:pt x="81983" y="405152"/>
                  </a:lnTo>
                  <a:close/>
                  <a:moveTo>
                    <a:pt x="71053" y="441036"/>
                  </a:moveTo>
                  <a:lnTo>
                    <a:pt x="80284" y="441036"/>
                  </a:lnTo>
                  <a:lnTo>
                    <a:pt x="77677" y="405152"/>
                  </a:lnTo>
                  <a:close/>
                  <a:moveTo>
                    <a:pt x="433095" y="441036"/>
                  </a:moveTo>
                  <a:lnTo>
                    <a:pt x="430903" y="405152"/>
                  </a:lnTo>
                  <a:lnTo>
                    <a:pt x="418226" y="441036"/>
                  </a:lnTo>
                  <a:close/>
                  <a:moveTo>
                    <a:pt x="77677" y="405152"/>
                  </a:moveTo>
                  <a:lnTo>
                    <a:pt x="81983" y="405152"/>
                  </a:lnTo>
                  <a:lnTo>
                    <a:pt x="80659" y="369268"/>
                  </a:lnTo>
                  <a:close/>
                  <a:moveTo>
                    <a:pt x="74239" y="369268"/>
                  </a:moveTo>
                  <a:lnTo>
                    <a:pt x="77677" y="405152"/>
                  </a:lnTo>
                  <a:lnTo>
                    <a:pt x="80659" y="369268"/>
                  </a:lnTo>
                  <a:close/>
                  <a:moveTo>
                    <a:pt x="416925" y="369268"/>
                  </a:moveTo>
                  <a:lnTo>
                    <a:pt x="416925" y="405152"/>
                  </a:lnTo>
                  <a:lnTo>
                    <a:pt x="430903" y="405152"/>
                  </a:lnTo>
                  <a:close/>
                  <a:moveTo>
                    <a:pt x="65716" y="333384"/>
                  </a:moveTo>
                  <a:lnTo>
                    <a:pt x="74239" y="369268"/>
                  </a:lnTo>
                  <a:lnTo>
                    <a:pt x="80659" y="369268"/>
                  </a:lnTo>
                  <a:close/>
                  <a:moveTo>
                    <a:pt x="416925" y="369268"/>
                  </a:moveTo>
                  <a:lnTo>
                    <a:pt x="416925" y="351482"/>
                  </a:lnTo>
                  <a:lnTo>
                    <a:pt x="410521" y="369268"/>
                  </a:lnTo>
                  <a:close/>
                  <a:moveTo>
                    <a:pt x="410521" y="369268"/>
                  </a:moveTo>
                  <a:lnTo>
                    <a:pt x="416925" y="351482"/>
                  </a:lnTo>
                  <a:lnTo>
                    <a:pt x="412675" y="333384"/>
                  </a:lnTo>
                  <a:close/>
                  <a:moveTo>
                    <a:pt x="59345" y="297499"/>
                  </a:moveTo>
                  <a:lnTo>
                    <a:pt x="65716" y="333384"/>
                  </a:lnTo>
                  <a:lnTo>
                    <a:pt x="69396" y="333384"/>
                  </a:lnTo>
                  <a:close/>
                  <a:moveTo>
                    <a:pt x="404922" y="333384"/>
                  </a:moveTo>
                  <a:lnTo>
                    <a:pt x="412675" y="333384"/>
                  </a:lnTo>
                  <a:lnTo>
                    <a:pt x="409196" y="297499"/>
                  </a:lnTo>
                  <a:close/>
                  <a:moveTo>
                    <a:pt x="60057" y="261615"/>
                  </a:moveTo>
                  <a:lnTo>
                    <a:pt x="59345" y="297499"/>
                  </a:lnTo>
                  <a:lnTo>
                    <a:pt x="61378" y="297499"/>
                  </a:lnTo>
                  <a:close/>
                  <a:moveTo>
                    <a:pt x="403949" y="297499"/>
                  </a:moveTo>
                  <a:lnTo>
                    <a:pt x="409196" y="297499"/>
                  </a:lnTo>
                  <a:lnTo>
                    <a:pt x="412689" y="261615"/>
                  </a:lnTo>
                  <a:close/>
                  <a:moveTo>
                    <a:pt x="69701" y="225731"/>
                  </a:moveTo>
                  <a:lnTo>
                    <a:pt x="60057" y="261615"/>
                  </a:lnTo>
                  <a:lnTo>
                    <a:pt x="61488" y="261615"/>
                  </a:lnTo>
                  <a:close/>
                  <a:moveTo>
                    <a:pt x="412689" y="261615"/>
                  </a:moveTo>
                  <a:lnTo>
                    <a:pt x="416925" y="247369"/>
                  </a:lnTo>
                  <a:lnTo>
                    <a:pt x="416925" y="233344"/>
                  </a:lnTo>
                  <a:close/>
                  <a:moveTo>
                    <a:pt x="81983" y="204397"/>
                  </a:moveTo>
                  <a:lnTo>
                    <a:pt x="81983" y="200163"/>
                  </a:lnTo>
                  <a:lnTo>
                    <a:pt x="69701" y="225731"/>
                  </a:lnTo>
                  <a:close/>
                  <a:moveTo>
                    <a:pt x="81983" y="200163"/>
                  </a:moveTo>
                  <a:lnTo>
                    <a:pt x="81983" y="204397"/>
                  </a:lnTo>
                  <a:lnTo>
                    <a:pt x="86762" y="189847"/>
                  </a:lnTo>
                  <a:close/>
                  <a:moveTo>
                    <a:pt x="424800" y="225731"/>
                  </a:moveTo>
                  <a:lnTo>
                    <a:pt x="416925" y="233344"/>
                  </a:lnTo>
                  <a:lnTo>
                    <a:pt x="416925" y="247369"/>
                  </a:lnTo>
                  <a:close/>
                  <a:moveTo>
                    <a:pt x="419691" y="225731"/>
                  </a:moveTo>
                  <a:lnTo>
                    <a:pt x="424800" y="225731"/>
                  </a:lnTo>
                  <a:lnTo>
                    <a:pt x="442757" y="189847"/>
                  </a:lnTo>
                  <a:close/>
                  <a:moveTo>
                    <a:pt x="105028" y="153963"/>
                  </a:moveTo>
                  <a:lnTo>
                    <a:pt x="86762" y="189847"/>
                  </a:lnTo>
                  <a:lnTo>
                    <a:pt x="89066" y="189847"/>
                  </a:lnTo>
                  <a:close/>
                  <a:moveTo>
                    <a:pt x="437026" y="189847"/>
                  </a:moveTo>
                  <a:lnTo>
                    <a:pt x="442757" y="189847"/>
                  </a:lnTo>
                  <a:lnTo>
                    <a:pt x="458848" y="153963"/>
                  </a:lnTo>
                  <a:close/>
                  <a:moveTo>
                    <a:pt x="123642" y="118079"/>
                  </a:moveTo>
                  <a:lnTo>
                    <a:pt x="105028" y="153963"/>
                  </a:lnTo>
                  <a:lnTo>
                    <a:pt x="108855" y="153963"/>
                  </a:lnTo>
                  <a:close/>
                  <a:moveTo>
                    <a:pt x="458848" y="153963"/>
                  </a:moveTo>
                  <a:lnTo>
                    <a:pt x="464774" y="118079"/>
                  </a:lnTo>
                  <a:lnTo>
                    <a:pt x="459851" y="118079"/>
                  </a:lnTo>
                  <a:close/>
                  <a:moveTo>
                    <a:pt x="129832" y="117132"/>
                  </a:moveTo>
                  <a:lnTo>
                    <a:pt x="129832" y="107319"/>
                  </a:lnTo>
                  <a:lnTo>
                    <a:pt x="123642" y="118079"/>
                  </a:lnTo>
                  <a:close/>
                  <a:moveTo>
                    <a:pt x="129832" y="107319"/>
                  </a:moveTo>
                  <a:lnTo>
                    <a:pt x="129832" y="117132"/>
                  </a:lnTo>
                  <a:lnTo>
                    <a:pt x="144348" y="82194"/>
                  </a:lnTo>
                  <a:close/>
                  <a:moveTo>
                    <a:pt x="464774" y="118079"/>
                  </a:moveTo>
                  <a:lnTo>
                    <a:pt x="464774" y="105835"/>
                  </a:lnTo>
                  <a:lnTo>
                    <a:pt x="459851" y="118079"/>
                  </a:lnTo>
                  <a:close/>
                  <a:moveTo>
                    <a:pt x="459851" y="118079"/>
                  </a:moveTo>
                  <a:lnTo>
                    <a:pt x="464774" y="105835"/>
                  </a:lnTo>
                  <a:lnTo>
                    <a:pt x="461104" y="82194"/>
                  </a:lnTo>
                  <a:close/>
                  <a:moveTo>
                    <a:pt x="175793" y="46310"/>
                  </a:moveTo>
                  <a:lnTo>
                    <a:pt x="177681" y="52589"/>
                  </a:lnTo>
                  <a:lnTo>
                    <a:pt x="177681" y="46310"/>
                  </a:lnTo>
                  <a:close/>
                  <a:moveTo>
                    <a:pt x="144348" y="82194"/>
                  </a:moveTo>
                  <a:lnTo>
                    <a:pt x="151032" y="82194"/>
                  </a:lnTo>
                  <a:lnTo>
                    <a:pt x="175793" y="46310"/>
                  </a:lnTo>
                  <a:close/>
                  <a:moveTo>
                    <a:pt x="453680" y="82194"/>
                  </a:moveTo>
                  <a:lnTo>
                    <a:pt x="461104" y="82194"/>
                  </a:lnTo>
                  <a:lnTo>
                    <a:pt x="436976" y="46310"/>
                  </a:lnTo>
                  <a:close/>
                  <a:moveTo>
                    <a:pt x="177681" y="44751"/>
                  </a:moveTo>
                  <a:lnTo>
                    <a:pt x="177681" y="46310"/>
                  </a:lnTo>
                  <a:lnTo>
                    <a:pt x="225530" y="21863"/>
                  </a:lnTo>
                  <a:close/>
                  <a:moveTo>
                    <a:pt x="225530" y="16032"/>
                  </a:moveTo>
                  <a:lnTo>
                    <a:pt x="177681" y="44751"/>
                  </a:lnTo>
                  <a:lnTo>
                    <a:pt x="225530" y="21863"/>
                  </a:lnTo>
                  <a:close/>
                  <a:moveTo>
                    <a:pt x="225530" y="16032"/>
                  </a:moveTo>
                  <a:lnTo>
                    <a:pt x="225530" y="21863"/>
                  </a:lnTo>
                  <a:lnTo>
                    <a:pt x="244186" y="10426"/>
                  </a:lnTo>
                  <a:close/>
                  <a:moveTo>
                    <a:pt x="416925" y="30615"/>
                  </a:moveTo>
                  <a:lnTo>
                    <a:pt x="427904" y="46310"/>
                  </a:lnTo>
                  <a:lnTo>
                    <a:pt x="436976" y="46310"/>
                  </a:lnTo>
                  <a:close/>
                  <a:moveTo>
                    <a:pt x="416925" y="30615"/>
                  </a:moveTo>
                  <a:lnTo>
                    <a:pt x="369076" y="10426"/>
                  </a:lnTo>
                  <a:lnTo>
                    <a:pt x="369076" y="14121"/>
                  </a:lnTo>
                  <a:close/>
                  <a:moveTo>
                    <a:pt x="273379" y="7803"/>
                  </a:moveTo>
                  <a:lnTo>
                    <a:pt x="273379" y="2397"/>
                  </a:lnTo>
                  <a:lnTo>
                    <a:pt x="244186" y="10426"/>
                  </a:lnTo>
                  <a:close/>
                  <a:moveTo>
                    <a:pt x="321227" y="5298"/>
                  </a:moveTo>
                  <a:lnTo>
                    <a:pt x="321227" y="0"/>
                  </a:lnTo>
                  <a:lnTo>
                    <a:pt x="273379" y="2397"/>
                  </a:lnTo>
                  <a:close/>
                  <a:moveTo>
                    <a:pt x="369076" y="8357"/>
                  </a:moveTo>
                  <a:lnTo>
                    <a:pt x="349932" y="10426"/>
                  </a:lnTo>
                  <a:lnTo>
                    <a:pt x="369076" y="10426"/>
                  </a:lnTo>
                  <a:close/>
                  <a:moveTo>
                    <a:pt x="321227" y="0"/>
                  </a:moveTo>
                  <a:lnTo>
                    <a:pt x="321227" y="5298"/>
                  </a:lnTo>
                  <a:lnTo>
                    <a:pt x="369076" y="8357"/>
                  </a:lnTo>
                  <a:close/>
                </a:path>
              </a:pathLst>
            </a:custGeom>
            <a:solidFill>
              <a:srgbClr val="58BC88"/>
            </a:solidFill>
            <a:ln w="4001">
              <a:solidFill>
                <a:srgbClr val="B0E0C7"/>
              </a:solidFill>
            </a:ln>
          </p:spPr>
        </p:sp>
        <p:sp>
          <p:nvSpPr>
            <p:cNvPr id="3955" name="Candidate_B2__3954">
              <a:extLst>
                <a:ext uri="{FF2B5EF4-FFF2-40B4-BE49-F238E27FC236}">
                  <a16:creationId xmlns:a16="http://schemas.microsoft.com/office/drawing/2014/main" id="{6734B000-C2F5-4A0E-9BD5-BFF6819F6134}"/>
                </a:ext>
              </a:extLst>
            </p:cNvPr>
            <p:cNvSpPr>
              <a:spLocks noGrp="1"/>
            </p:cNvSpPr>
            <p:nvPr/>
          </p:nvSpPr>
          <p:spPr>
            <a:xfrm>
              <a:off x="5805488" y="3745722"/>
              <a:ext cx="461104" cy="702453"/>
            </a:xfrm>
            <a:custGeom>
              <a:avLst/>
              <a:gdLst/>
              <a:ahLst/>
              <a:cxnLst/>
              <a:rect l="0" t="0" r="0" b="0"/>
              <a:pathLst>
                <a:path w="461104" h="702453">
                  <a:moveTo>
                    <a:pt x="81111" y="689829"/>
                  </a:moveTo>
                  <a:lnTo>
                    <a:pt x="81983" y="690360"/>
                  </a:lnTo>
                  <a:lnTo>
                    <a:pt x="81983" y="690225"/>
                  </a:lnTo>
                  <a:close/>
                  <a:moveTo>
                    <a:pt x="81111" y="689829"/>
                  </a:moveTo>
                  <a:lnTo>
                    <a:pt x="34135" y="661872"/>
                  </a:lnTo>
                  <a:lnTo>
                    <a:pt x="34135" y="662110"/>
                  </a:lnTo>
                  <a:close/>
                  <a:moveTo>
                    <a:pt x="81983" y="690225"/>
                  </a:moveTo>
                  <a:lnTo>
                    <a:pt x="81983" y="690360"/>
                  </a:lnTo>
                  <a:lnTo>
                    <a:pt x="129832" y="701858"/>
                  </a:lnTo>
                  <a:close/>
                  <a:moveTo>
                    <a:pt x="129832" y="701858"/>
                  </a:moveTo>
                  <a:lnTo>
                    <a:pt x="129832" y="702007"/>
                  </a:lnTo>
                  <a:lnTo>
                    <a:pt x="177681" y="702246"/>
                  </a:lnTo>
                  <a:close/>
                  <a:moveTo>
                    <a:pt x="177681" y="702246"/>
                  </a:moveTo>
                  <a:lnTo>
                    <a:pt x="177681" y="702453"/>
                  </a:lnTo>
                  <a:lnTo>
                    <a:pt x="225530" y="691758"/>
                  </a:lnTo>
                  <a:close/>
                  <a:moveTo>
                    <a:pt x="230939" y="689829"/>
                  </a:moveTo>
                  <a:lnTo>
                    <a:pt x="230042" y="689829"/>
                  </a:lnTo>
                  <a:lnTo>
                    <a:pt x="225530" y="691758"/>
                  </a:lnTo>
                  <a:close/>
                  <a:moveTo>
                    <a:pt x="230042" y="689829"/>
                  </a:moveTo>
                  <a:lnTo>
                    <a:pt x="230939" y="689829"/>
                  </a:lnTo>
                  <a:lnTo>
                    <a:pt x="273379" y="668098"/>
                  </a:lnTo>
                  <a:close/>
                  <a:moveTo>
                    <a:pt x="25230" y="653944"/>
                  </a:moveTo>
                  <a:lnTo>
                    <a:pt x="34135" y="662110"/>
                  </a:lnTo>
                  <a:lnTo>
                    <a:pt x="34135" y="661872"/>
                  </a:lnTo>
                  <a:close/>
                  <a:moveTo>
                    <a:pt x="3309" y="618060"/>
                  </a:moveTo>
                  <a:lnTo>
                    <a:pt x="25230" y="653944"/>
                  </a:lnTo>
                  <a:lnTo>
                    <a:pt x="3743" y="618060"/>
                  </a:lnTo>
                  <a:close/>
                  <a:moveTo>
                    <a:pt x="293701" y="653944"/>
                  </a:moveTo>
                  <a:lnTo>
                    <a:pt x="291897" y="653944"/>
                  </a:lnTo>
                  <a:lnTo>
                    <a:pt x="273379" y="668098"/>
                  </a:lnTo>
                  <a:close/>
                  <a:moveTo>
                    <a:pt x="291897" y="653944"/>
                  </a:moveTo>
                  <a:lnTo>
                    <a:pt x="293701" y="653944"/>
                  </a:lnTo>
                  <a:lnTo>
                    <a:pt x="321227" y="622232"/>
                  </a:lnTo>
                  <a:close/>
                  <a:moveTo>
                    <a:pt x="0" y="582176"/>
                  </a:moveTo>
                  <a:lnTo>
                    <a:pt x="3743" y="618060"/>
                  </a:lnTo>
                  <a:lnTo>
                    <a:pt x="819" y="582176"/>
                  </a:lnTo>
                  <a:close/>
                  <a:moveTo>
                    <a:pt x="328549" y="618060"/>
                  </a:moveTo>
                  <a:lnTo>
                    <a:pt x="324727" y="618060"/>
                  </a:lnTo>
                  <a:lnTo>
                    <a:pt x="321227" y="622232"/>
                  </a:lnTo>
                  <a:close/>
                  <a:moveTo>
                    <a:pt x="349184" y="582176"/>
                  </a:moveTo>
                  <a:lnTo>
                    <a:pt x="324727" y="618060"/>
                  </a:lnTo>
                  <a:lnTo>
                    <a:pt x="355764" y="582176"/>
                  </a:lnTo>
                  <a:close/>
                  <a:moveTo>
                    <a:pt x="10555" y="546292"/>
                  </a:moveTo>
                  <a:lnTo>
                    <a:pt x="819" y="582176"/>
                  </a:lnTo>
                  <a:lnTo>
                    <a:pt x="12380" y="546292"/>
                  </a:lnTo>
                  <a:close/>
                  <a:moveTo>
                    <a:pt x="349184" y="582176"/>
                  </a:moveTo>
                  <a:lnTo>
                    <a:pt x="355764" y="582176"/>
                  </a:lnTo>
                  <a:lnTo>
                    <a:pt x="369076" y="550104"/>
                  </a:lnTo>
                  <a:close/>
                  <a:moveTo>
                    <a:pt x="12380" y="546292"/>
                  </a:moveTo>
                  <a:lnTo>
                    <a:pt x="34135" y="513318"/>
                  </a:lnTo>
                  <a:lnTo>
                    <a:pt x="32179" y="510408"/>
                  </a:lnTo>
                  <a:close/>
                  <a:moveTo>
                    <a:pt x="382585" y="546292"/>
                  </a:moveTo>
                  <a:lnTo>
                    <a:pt x="371611" y="546292"/>
                  </a:lnTo>
                  <a:lnTo>
                    <a:pt x="369076" y="550104"/>
                  </a:lnTo>
                  <a:close/>
                  <a:moveTo>
                    <a:pt x="394205" y="510408"/>
                  </a:moveTo>
                  <a:lnTo>
                    <a:pt x="371611" y="546292"/>
                  </a:lnTo>
                  <a:lnTo>
                    <a:pt x="407065" y="510408"/>
                  </a:lnTo>
                  <a:close/>
                  <a:moveTo>
                    <a:pt x="54572" y="474523"/>
                  </a:moveTo>
                  <a:lnTo>
                    <a:pt x="36062" y="510408"/>
                  </a:lnTo>
                  <a:lnTo>
                    <a:pt x="61416" y="474523"/>
                  </a:lnTo>
                  <a:close/>
                  <a:moveTo>
                    <a:pt x="34135" y="510408"/>
                  </a:moveTo>
                  <a:lnTo>
                    <a:pt x="34135" y="513318"/>
                  </a:lnTo>
                  <a:lnTo>
                    <a:pt x="36062" y="510408"/>
                  </a:lnTo>
                  <a:close/>
                  <a:moveTo>
                    <a:pt x="407065" y="510408"/>
                  </a:moveTo>
                  <a:lnTo>
                    <a:pt x="410583" y="474523"/>
                  </a:lnTo>
                  <a:lnTo>
                    <a:pt x="394205" y="510408"/>
                  </a:lnTo>
                  <a:close/>
                  <a:moveTo>
                    <a:pt x="71053" y="438639"/>
                  </a:moveTo>
                  <a:lnTo>
                    <a:pt x="61416" y="474523"/>
                  </a:lnTo>
                  <a:lnTo>
                    <a:pt x="80284" y="438639"/>
                  </a:lnTo>
                  <a:close/>
                  <a:moveTo>
                    <a:pt x="418226" y="438639"/>
                  </a:moveTo>
                  <a:lnTo>
                    <a:pt x="416925" y="444350"/>
                  </a:lnTo>
                  <a:lnTo>
                    <a:pt x="425067" y="474523"/>
                  </a:lnTo>
                  <a:close/>
                  <a:moveTo>
                    <a:pt x="410583" y="474523"/>
                  </a:moveTo>
                  <a:lnTo>
                    <a:pt x="416925" y="474523"/>
                  </a:lnTo>
                  <a:lnTo>
                    <a:pt x="416925" y="444350"/>
                  </a:lnTo>
                  <a:close/>
                  <a:moveTo>
                    <a:pt x="80284" y="438639"/>
                  </a:moveTo>
                  <a:lnTo>
                    <a:pt x="81983" y="429238"/>
                  </a:lnTo>
                  <a:lnTo>
                    <a:pt x="77677" y="402755"/>
                  </a:lnTo>
                  <a:close/>
                  <a:moveTo>
                    <a:pt x="418226" y="438639"/>
                  </a:moveTo>
                  <a:lnTo>
                    <a:pt x="416925" y="402755"/>
                  </a:lnTo>
                  <a:lnTo>
                    <a:pt x="416925" y="405792"/>
                  </a:lnTo>
                  <a:close/>
                  <a:moveTo>
                    <a:pt x="430903" y="402755"/>
                  </a:moveTo>
                  <a:lnTo>
                    <a:pt x="416925" y="402755"/>
                  </a:lnTo>
                  <a:lnTo>
                    <a:pt x="418226" y="438639"/>
                  </a:lnTo>
                  <a:close/>
                  <a:moveTo>
                    <a:pt x="80659" y="366871"/>
                  </a:moveTo>
                  <a:lnTo>
                    <a:pt x="81983" y="402755"/>
                  </a:lnTo>
                  <a:lnTo>
                    <a:pt x="81983" y="375237"/>
                  </a:lnTo>
                  <a:close/>
                  <a:moveTo>
                    <a:pt x="81983" y="402755"/>
                  </a:moveTo>
                  <a:lnTo>
                    <a:pt x="85973" y="402755"/>
                  </a:lnTo>
                  <a:lnTo>
                    <a:pt x="81983" y="375237"/>
                  </a:lnTo>
                  <a:close/>
                  <a:moveTo>
                    <a:pt x="81983" y="402755"/>
                  </a:moveTo>
                  <a:lnTo>
                    <a:pt x="81983" y="429238"/>
                  </a:lnTo>
                  <a:lnTo>
                    <a:pt x="85973" y="402755"/>
                  </a:lnTo>
                  <a:close/>
                  <a:moveTo>
                    <a:pt x="416925" y="402755"/>
                  </a:moveTo>
                  <a:lnTo>
                    <a:pt x="416925" y="366871"/>
                  </a:lnTo>
                  <a:lnTo>
                    <a:pt x="416820" y="402755"/>
                  </a:lnTo>
                  <a:close/>
                  <a:moveTo>
                    <a:pt x="416925" y="366871"/>
                  </a:moveTo>
                  <a:lnTo>
                    <a:pt x="410521" y="366871"/>
                  </a:lnTo>
                  <a:lnTo>
                    <a:pt x="416820" y="402755"/>
                  </a:lnTo>
                  <a:close/>
                  <a:moveTo>
                    <a:pt x="416925" y="405792"/>
                  </a:moveTo>
                  <a:lnTo>
                    <a:pt x="416925" y="402755"/>
                  </a:lnTo>
                  <a:lnTo>
                    <a:pt x="416820" y="402755"/>
                  </a:lnTo>
                  <a:close/>
                  <a:moveTo>
                    <a:pt x="65716" y="330987"/>
                  </a:moveTo>
                  <a:lnTo>
                    <a:pt x="80659" y="366871"/>
                  </a:lnTo>
                  <a:lnTo>
                    <a:pt x="69396" y="330987"/>
                  </a:lnTo>
                  <a:close/>
                  <a:moveTo>
                    <a:pt x="410521" y="366871"/>
                  </a:moveTo>
                  <a:lnTo>
                    <a:pt x="412675" y="330987"/>
                  </a:lnTo>
                  <a:lnTo>
                    <a:pt x="404922" y="330987"/>
                  </a:lnTo>
                  <a:close/>
                  <a:moveTo>
                    <a:pt x="59345" y="295102"/>
                  </a:moveTo>
                  <a:lnTo>
                    <a:pt x="69396" y="330987"/>
                  </a:lnTo>
                  <a:lnTo>
                    <a:pt x="61378" y="295102"/>
                  </a:lnTo>
                  <a:close/>
                  <a:moveTo>
                    <a:pt x="403949" y="295102"/>
                  </a:moveTo>
                  <a:lnTo>
                    <a:pt x="404922" y="330987"/>
                  </a:lnTo>
                  <a:lnTo>
                    <a:pt x="409196" y="295102"/>
                  </a:lnTo>
                  <a:close/>
                  <a:moveTo>
                    <a:pt x="60057" y="259218"/>
                  </a:moveTo>
                  <a:lnTo>
                    <a:pt x="61378" y="295102"/>
                  </a:lnTo>
                  <a:lnTo>
                    <a:pt x="61488" y="259218"/>
                  </a:lnTo>
                  <a:close/>
                  <a:moveTo>
                    <a:pt x="408593" y="259218"/>
                  </a:moveTo>
                  <a:lnTo>
                    <a:pt x="403949" y="295102"/>
                  </a:lnTo>
                  <a:lnTo>
                    <a:pt x="412689" y="259218"/>
                  </a:lnTo>
                  <a:close/>
                  <a:moveTo>
                    <a:pt x="69701" y="223334"/>
                  </a:moveTo>
                  <a:lnTo>
                    <a:pt x="61488" y="259218"/>
                  </a:lnTo>
                  <a:lnTo>
                    <a:pt x="71332" y="223334"/>
                  </a:lnTo>
                  <a:close/>
                  <a:moveTo>
                    <a:pt x="408593" y="259218"/>
                  </a:moveTo>
                  <a:lnTo>
                    <a:pt x="412689" y="259218"/>
                  </a:lnTo>
                  <a:lnTo>
                    <a:pt x="416925" y="230947"/>
                  </a:lnTo>
                  <a:close/>
                  <a:moveTo>
                    <a:pt x="81983" y="202000"/>
                  </a:moveTo>
                  <a:lnTo>
                    <a:pt x="69701" y="223334"/>
                  </a:lnTo>
                  <a:lnTo>
                    <a:pt x="71332" y="223334"/>
                  </a:lnTo>
                  <a:close/>
                  <a:moveTo>
                    <a:pt x="81983" y="202000"/>
                  </a:moveTo>
                  <a:lnTo>
                    <a:pt x="89066" y="187450"/>
                  </a:lnTo>
                  <a:lnTo>
                    <a:pt x="86762" y="187450"/>
                  </a:lnTo>
                  <a:close/>
                  <a:moveTo>
                    <a:pt x="424800" y="223334"/>
                  </a:moveTo>
                  <a:lnTo>
                    <a:pt x="419691" y="223334"/>
                  </a:lnTo>
                  <a:lnTo>
                    <a:pt x="416925" y="230947"/>
                  </a:lnTo>
                  <a:close/>
                  <a:moveTo>
                    <a:pt x="437026" y="187450"/>
                  </a:moveTo>
                  <a:lnTo>
                    <a:pt x="419691" y="223334"/>
                  </a:lnTo>
                  <a:lnTo>
                    <a:pt x="442757" y="187450"/>
                  </a:lnTo>
                  <a:close/>
                  <a:moveTo>
                    <a:pt x="105028" y="151566"/>
                  </a:moveTo>
                  <a:lnTo>
                    <a:pt x="89066" y="187450"/>
                  </a:lnTo>
                  <a:lnTo>
                    <a:pt x="108855" y="151566"/>
                  </a:lnTo>
                  <a:close/>
                  <a:moveTo>
                    <a:pt x="452592" y="151566"/>
                  </a:moveTo>
                  <a:lnTo>
                    <a:pt x="437026" y="187450"/>
                  </a:lnTo>
                  <a:lnTo>
                    <a:pt x="458848" y="151566"/>
                  </a:lnTo>
                  <a:close/>
                  <a:moveTo>
                    <a:pt x="123642" y="115681"/>
                  </a:moveTo>
                  <a:lnTo>
                    <a:pt x="108855" y="151566"/>
                  </a:lnTo>
                  <a:lnTo>
                    <a:pt x="129265" y="115681"/>
                  </a:lnTo>
                  <a:close/>
                  <a:moveTo>
                    <a:pt x="458848" y="151566"/>
                  </a:moveTo>
                  <a:lnTo>
                    <a:pt x="459851" y="115681"/>
                  </a:lnTo>
                  <a:lnTo>
                    <a:pt x="452592" y="151566"/>
                  </a:lnTo>
                  <a:close/>
                  <a:moveTo>
                    <a:pt x="129832" y="114735"/>
                  </a:moveTo>
                  <a:lnTo>
                    <a:pt x="123642" y="115681"/>
                  </a:lnTo>
                  <a:lnTo>
                    <a:pt x="129265" y="115681"/>
                  </a:lnTo>
                  <a:close/>
                  <a:moveTo>
                    <a:pt x="129832" y="114735"/>
                  </a:moveTo>
                  <a:lnTo>
                    <a:pt x="151032" y="79797"/>
                  </a:lnTo>
                  <a:lnTo>
                    <a:pt x="144348" y="79797"/>
                  </a:lnTo>
                  <a:close/>
                  <a:moveTo>
                    <a:pt x="459851" y="115681"/>
                  </a:moveTo>
                  <a:lnTo>
                    <a:pt x="461104" y="79797"/>
                  </a:lnTo>
                  <a:lnTo>
                    <a:pt x="453680" y="79797"/>
                  </a:lnTo>
                  <a:close/>
                  <a:moveTo>
                    <a:pt x="151032" y="79797"/>
                  </a:moveTo>
                  <a:lnTo>
                    <a:pt x="177681" y="50192"/>
                  </a:lnTo>
                  <a:lnTo>
                    <a:pt x="175793" y="43913"/>
                  </a:lnTo>
                  <a:close/>
                  <a:moveTo>
                    <a:pt x="427904" y="43913"/>
                  </a:moveTo>
                  <a:lnTo>
                    <a:pt x="453680" y="79797"/>
                  </a:lnTo>
                  <a:lnTo>
                    <a:pt x="436976" y="43913"/>
                  </a:lnTo>
                  <a:close/>
                  <a:moveTo>
                    <a:pt x="225530" y="19466"/>
                  </a:moveTo>
                  <a:lnTo>
                    <a:pt x="177681" y="43913"/>
                  </a:lnTo>
                  <a:lnTo>
                    <a:pt x="185054" y="43913"/>
                  </a:lnTo>
                  <a:close/>
                  <a:moveTo>
                    <a:pt x="177681" y="43913"/>
                  </a:moveTo>
                  <a:lnTo>
                    <a:pt x="177681" y="50192"/>
                  </a:lnTo>
                  <a:lnTo>
                    <a:pt x="185054" y="43913"/>
                  </a:lnTo>
                  <a:close/>
                  <a:moveTo>
                    <a:pt x="225530" y="19466"/>
                  </a:moveTo>
                  <a:lnTo>
                    <a:pt x="263821" y="8029"/>
                  </a:lnTo>
                  <a:lnTo>
                    <a:pt x="244186" y="8029"/>
                  </a:lnTo>
                  <a:close/>
                  <a:moveTo>
                    <a:pt x="416925" y="28218"/>
                  </a:moveTo>
                  <a:lnTo>
                    <a:pt x="416925" y="35323"/>
                  </a:lnTo>
                  <a:lnTo>
                    <a:pt x="427904" y="43913"/>
                  </a:lnTo>
                  <a:close/>
                  <a:moveTo>
                    <a:pt x="416925" y="28218"/>
                  </a:moveTo>
                  <a:lnTo>
                    <a:pt x="369076" y="11724"/>
                  </a:lnTo>
                  <a:lnTo>
                    <a:pt x="416925" y="35323"/>
                  </a:lnTo>
                  <a:close/>
                  <a:moveTo>
                    <a:pt x="273379" y="5405"/>
                  </a:moveTo>
                  <a:lnTo>
                    <a:pt x="244186" y="8029"/>
                  </a:lnTo>
                  <a:lnTo>
                    <a:pt x="263821" y="8029"/>
                  </a:lnTo>
                  <a:close/>
                  <a:moveTo>
                    <a:pt x="321227" y="2901"/>
                  </a:moveTo>
                  <a:lnTo>
                    <a:pt x="273379" y="0"/>
                  </a:lnTo>
                  <a:lnTo>
                    <a:pt x="273379" y="5405"/>
                  </a:lnTo>
                  <a:close/>
                  <a:moveTo>
                    <a:pt x="321227" y="2901"/>
                  </a:moveTo>
                  <a:lnTo>
                    <a:pt x="349932" y="8029"/>
                  </a:lnTo>
                  <a:lnTo>
                    <a:pt x="369076" y="5960"/>
                  </a:lnTo>
                  <a:close/>
                  <a:moveTo>
                    <a:pt x="369076" y="11724"/>
                  </a:moveTo>
                  <a:lnTo>
                    <a:pt x="369076" y="8029"/>
                  </a:lnTo>
                  <a:lnTo>
                    <a:pt x="349932" y="8029"/>
                  </a:lnTo>
                  <a:close/>
                  <a:moveTo>
                    <a:pt x="81111" y="689829"/>
                  </a:moveTo>
                  <a:lnTo>
                    <a:pt x="81983" y="690225"/>
                  </a:lnTo>
                  <a:lnTo>
                    <a:pt x="81983" y="689829"/>
                  </a:lnTo>
                  <a:close/>
                  <a:moveTo>
                    <a:pt x="369076" y="550104"/>
                  </a:moveTo>
                  <a:lnTo>
                    <a:pt x="369076" y="546292"/>
                  </a:lnTo>
                  <a:lnTo>
                    <a:pt x="349184" y="582176"/>
                  </a:lnTo>
                  <a:close/>
                  <a:moveTo>
                    <a:pt x="369076" y="546292"/>
                  </a:moveTo>
                  <a:lnTo>
                    <a:pt x="369076" y="550104"/>
                  </a:lnTo>
                  <a:lnTo>
                    <a:pt x="371611" y="546292"/>
                  </a:lnTo>
                  <a:close/>
                  <a:moveTo>
                    <a:pt x="416925" y="444350"/>
                  </a:moveTo>
                  <a:lnTo>
                    <a:pt x="416925" y="438639"/>
                  </a:lnTo>
                  <a:lnTo>
                    <a:pt x="410583" y="474523"/>
                  </a:lnTo>
                  <a:close/>
                  <a:moveTo>
                    <a:pt x="81983" y="429238"/>
                  </a:moveTo>
                  <a:lnTo>
                    <a:pt x="80284" y="438639"/>
                  </a:lnTo>
                  <a:lnTo>
                    <a:pt x="81983" y="438639"/>
                  </a:lnTo>
                  <a:close/>
                  <a:moveTo>
                    <a:pt x="81983" y="429238"/>
                  </a:moveTo>
                  <a:lnTo>
                    <a:pt x="81983" y="438639"/>
                  </a:lnTo>
                  <a:lnTo>
                    <a:pt x="85973" y="402755"/>
                  </a:lnTo>
                  <a:close/>
                  <a:moveTo>
                    <a:pt x="416925" y="438639"/>
                  </a:moveTo>
                  <a:lnTo>
                    <a:pt x="416925" y="444350"/>
                  </a:lnTo>
                  <a:lnTo>
                    <a:pt x="418226" y="438639"/>
                  </a:lnTo>
                  <a:close/>
                  <a:moveTo>
                    <a:pt x="416925" y="438639"/>
                  </a:moveTo>
                  <a:lnTo>
                    <a:pt x="418226" y="438639"/>
                  </a:lnTo>
                  <a:lnTo>
                    <a:pt x="416925" y="405792"/>
                  </a:lnTo>
                  <a:close/>
                  <a:moveTo>
                    <a:pt x="80659" y="366871"/>
                  </a:moveTo>
                  <a:lnTo>
                    <a:pt x="81983" y="375237"/>
                  </a:lnTo>
                  <a:lnTo>
                    <a:pt x="81983" y="366871"/>
                  </a:lnTo>
                  <a:close/>
                  <a:moveTo>
                    <a:pt x="69396" y="330987"/>
                  </a:moveTo>
                  <a:lnTo>
                    <a:pt x="80659" y="366871"/>
                  </a:lnTo>
                  <a:lnTo>
                    <a:pt x="81983" y="366871"/>
                  </a:lnTo>
                  <a:close/>
                  <a:moveTo>
                    <a:pt x="416925" y="230947"/>
                  </a:moveTo>
                  <a:lnTo>
                    <a:pt x="416925" y="223334"/>
                  </a:lnTo>
                  <a:lnTo>
                    <a:pt x="408593" y="259218"/>
                  </a:lnTo>
                  <a:close/>
                  <a:moveTo>
                    <a:pt x="416925" y="223334"/>
                  </a:moveTo>
                  <a:lnTo>
                    <a:pt x="416925" y="230947"/>
                  </a:lnTo>
                  <a:lnTo>
                    <a:pt x="419691" y="223334"/>
                  </a:lnTo>
                  <a:close/>
                  <a:moveTo>
                    <a:pt x="129832" y="114735"/>
                  </a:moveTo>
                  <a:lnTo>
                    <a:pt x="129265" y="115681"/>
                  </a:lnTo>
                  <a:lnTo>
                    <a:pt x="129832" y="115681"/>
                  </a:lnTo>
                  <a:close/>
                  <a:moveTo>
                    <a:pt x="129832" y="114735"/>
                  </a:moveTo>
                  <a:lnTo>
                    <a:pt x="129832" y="115681"/>
                  </a:lnTo>
                  <a:lnTo>
                    <a:pt x="151032" y="79797"/>
                  </a:lnTo>
                  <a:close/>
                </a:path>
              </a:pathLst>
            </a:custGeom>
            <a:solidFill>
              <a:srgbClr val="5DBE8B"/>
            </a:solidFill>
            <a:ln w="4001">
              <a:solidFill>
                <a:srgbClr val="B0E0C7"/>
              </a:solidFill>
            </a:ln>
          </p:spPr>
        </p:sp>
        <p:sp>
          <p:nvSpPr>
            <p:cNvPr id="3956" name="Candidate_B2__3955">
              <a:extLst>
                <a:ext uri="{FF2B5EF4-FFF2-40B4-BE49-F238E27FC236}">
                  <a16:creationId xmlns:a16="http://schemas.microsoft.com/office/drawing/2014/main" id="{B2210482-2084-4C4B-4B53-CB850943E6E0}"/>
                </a:ext>
              </a:extLst>
            </p:cNvPr>
            <p:cNvSpPr>
              <a:spLocks noGrp="1"/>
            </p:cNvSpPr>
            <p:nvPr/>
          </p:nvSpPr>
          <p:spPr>
            <a:xfrm>
              <a:off x="5806307" y="3748623"/>
              <a:ext cx="459032" cy="699346"/>
            </a:xfrm>
            <a:custGeom>
              <a:avLst/>
              <a:gdLst/>
              <a:ahLst/>
              <a:cxnLst/>
              <a:rect l="0" t="0" r="0" b="0"/>
              <a:pathLst>
                <a:path w="459032" h="699346">
                  <a:moveTo>
                    <a:pt x="33315" y="658971"/>
                  </a:moveTo>
                  <a:lnTo>
                    <a:pt x="80291" y="686928"/>
                  </a:lnTo>
                  <a:lnTo>
                    <a:pt x="44602" y="651044"/>
                  </a:lnTo>
                  <a:close/>
                  <a:moveTo>
                    <a:pt x="81164" y="674101"/>
                  </a:moveTo>
                  <a:lnTo>
                    <a:pt x="80291" y="686928"/>
                  </a:lnTo>
                  <a:lnTo>
                    <a:pt x="81164" y="686928"/>
                  </a:lnTo>
                  <a:close/>
                  <a:moveTo>
                    <a:pt x="81164" y="687324"/>
                  </a:moveTo>
                  <a:lnTo>
                    <a:pt x="126609" y="686928"/>
                  </a:lnTo>
                  <a:lnTo>
                    <a:pt x="81164" y="686928"/>
                  </a:lnTo>
                  <a:close/>
                  <a:moveTo>
                    <a:pt x="129013" y="698957"/>
                  </a:moveTo>
                  <a:lnTo>
                    <a:pt x="129013" y="687513"/>
                  </a:lnTo>
                  <a:lnTo>
                    <a:pt x="81164" y="687324"/>
                  </a:lnTo>
                  <a:close/>
                  <a:moveTo>
                    <a:pt x="129013" y="698957"/>
                  </a:moveTo>
                  <a:lnTo>
                    <a:pt x="176862" y="699346"/>
                  </a:lnTo>
                  <a:lnTo>
                    <a:pt x="176862" y="687943"/>
                  </a:lnTo>
                  <a:close/>
                  <a:moveTo>
                    <a:pt x="224710" y="688858"/>
                  </a:moveTo>
                  <a:lnTo>
                    <a:pt x="224710" y="686928"/>
                  </a:lnTo>
                  <a:lnTo>
                    <a:pt x="176862" y="687943"/>
                  </a:lnTo>
                  <a:close/>
                  <a:moveTo>
                    <a:pt x="176862" y="699346"/>
                  </a:moveTo>
                  <a:lnTo>
                    <a:pt x="224710" y="688858"/>
                  </a:lnTo>
                  <a:lnTo>
                    <a:pt x="176862" y="687943"/>
                  </a:lnTo>
                  <a:close/>
                  <a:moveTo>
                    <a:pt x="224710" y="686928"/>
                  </a:moveTo>
                  <a:lnTo>
                    <a:pt x="224710" y="688858"/>
                  </a:lnTo>
                  <a:lnTo>
                    <a:pt x="229222" y="686928"/>
                  </a:lnTo>
                  <a:close/>
                  <a:moveTo>
                    <a:pt x="224710" y="686928"/>
                  </a:moveTo>
                  <a:lnTo>
                    <a:pt x="272559" y="665197"/>
                  </a:lnTo>
                  <a:lnTo>
                    <a:pt x="224710" y="676276"/>
                  </a:lnTo>
                  <a:close/>
                  <a:moveTo>
                    <a:pt x="229222" y="686928"/>
                  </a:moveTo>
                  <a:lnTo>
                    <a:pt x="272559" y="665197"/>
                  </a:lnTo>
                  <a:lnTo>
                    <a:pt x="224710" y="686928"/>
                  </a:lnTo>
                  <a:close/>
                  <a:moveTo>
                    <a:pt x="24410" y="651044"/>
                  </a:moveTo>
                  <a:lnTo>
                    <a:pt x="33315" y="658971"/>
                  </a:lnTo>
                  <a:lnTo>
                    <a:pt x="33315" y="651044"/>
                  </a:lnTo>
                  <a:close/>
                  <a:moveTo>
                    <a:pt x="2924" y="615160"/>
                  </a:moveTo>
                  <a:lnTo>
                    <a:pt x="24410" y="651044"/>
                  </a:lnTo>
                  <a:lnTo>
                    <a:pt x="19354" y="615160"/>
                  </a:lnTo>
                  <a:close/>
                  <a:moveTo>
                    <a:pt x="272559" y="651044"/>
                  </a:moveTo>
                  <a:lnTo>
                    <a:pt x="272559" y="665197"/>
                  </a:lnTo>
                  <a:lnTo>
                    <a:pt x="291078" y="651044"/>
                  </a:lnTo>
                  <a:close/>
                  <a:moveTo>
                    <a:pt x="272559" y="648972"/>
                  </a:moveTo>
                  <a:lnTo>
                    <a:pt x="320408" y="619331"/>
                  </a:lnTo>
                  <a:lnTo>
                    <a:pt x="320408" y="615160"/>
                  </a:lnTo>
                  <a:close/>
                  <a:moveTo>
                    <a:pt x="291078" y="651044"/>
                  </a:moveTo>
                  <a:lnTo>
                    <a:pt x="320408" y="619331"/>
                  </a:lnTo>
                  <a:lnTo>
                    <a:pt x="272559" y="651044"/>
                  </a:lnTo>
                  <a:close/>
                  <a:moveTo>
                    <a:pt x="0" y="579275"/>
                  </a:moveTo>
                  <a:lnTo>
                    <a:pt x="2924" y="615160"/>
                  </a:lnTo>
                  <a:lnTo>
                    <a:pt x="19354" y="615160"/>
                  </a:lnTo>
                  <a:close/>
                  <a:moveTo>
                    <a:pt x="320408" y="615160"/>
                  </a:moveTo>
                  <a:lnTo>
                    <a:pt x="320408" y="619331"/>
                  </a:lnTo>
                  <a:lnTo>
                    <a:pt x="323907" y="615160"/>
                  </a:lnTo>
                  <a:close/>
                  <a:moveTo>
                    <a:pt x="323907" y="615160"/>
                  </a:moveTo>
                  <a:lnTo>
                    <a:pt x="320408" y="588061"/>
                  </a:lnTo>
                  <a:lnTo>
                    <a:pt x="320408" y="615160"/>
                  </a:lnTo>
                  <a:close/>
                  <a:moveTo>
                    <a:pt x="348364" y="579275"/>
                  </a:moveTo>
                  <a:lnTo>
                    <a:pt x="325696" y="579275"/>
                  </a:lnTo>
                  <a:lnTo>
                    <a:pt x="323907" y="615160"/>
                  </a:lnTo>
                  <a:close/>
                  <a:moveTo>
                    <a:pt x="11560" y="543391"/>
                  </a:moveTo>
                  <a:lnTo>
                    <a:pt x="0" y="579275"/>
                  </a:lnTo>
                  <a:lnTo>
                    <a:pt x="16139" y="579275"/>
                  </a:lnTo>
                  <a:close/>
                  <a:moveTo>
                    <a:pt x="348364" y="579275"/>
                  </a:moveTo>
                  <a:lnTo>
                    <a:pt x="368257" y="543391"/>
                  </a:lnTo>
                  <a:lnTo>
                    <a:pt x="343929" y="543391"/>
                  </a:lnTo>
                  <a:close/>
                  <a:moveTo>
                    <a:pt x="33315" y="538307"/>
                  </a:moveTo>
                  <a:lnTo>
                    <a:pt x="33315" y="510417"/>
                  </a:lnTo>
                  <a:lnTo>
                    <a:pt x="11560" y="543391"/>
                  </a:lnTo>
                  <a:close/>
                  <a:moveTo>
                    <a:pt x="33315" y="510417"/>
                  </a:moveTo>
                  <a:lnTo>
                    <a:pt x="33315" y="538307"/>
                  </a:lnTo>
                  <a:lnTo>
                    <a:pt x="35243" y="507507"/>
                  </a:lnTo>
                  <a:close/>
                  <a:moveTo>
                    <a:pt x="368257" y="507507"/>
                  </a:moveTo>
                  <a:lnTo>
                    <a:pt x="370791" y="543391"/>
                  </a:lnTo>
                  <a:lnTo>
                    <a:pt x="393385" y="507507"/>
                  </a:lnTo>
                  <a:close/>
                  <a:moveTo>
                    <a:pt x="368257" y="507507"/>
                  </a:moveTo>
                  <a:lnTo>
                    <a:pt x="368257" y="543391"/>
                  </a:lnTo>
                  <a:lnTo>
                    <a:pt x="370791" y="543391"/>
                  </a:lnTo>
                  <a:close/>
                  <a:moveTo>
                    <a:pt x="35243" y="507507"/>
                  </a:moveTo>
                  <a:lnTo>
                    <a:pt x="56258" y="507507"/>
                  </a:lnTo>
                  <a:lnTo>
                    <a:pt x="60597" y="471623"/>
                  </a:lnTo>
                  <a:close/>
                  <a:moveTo>
                    <a:pt x="409764" y="471623"/>
                  </a:moveTo>
                  <a:lnTo>
                    <a:pt x="377608" y="471623"/>
                  </a:lnTo>
                  <a:lnTo>
                    <a:pt x="393385" y="507507"/>
                  </a:lnTo>
                  <a:close/>
                  <a:moveTo>
                    <a:pt x="79465" y="435739"/>
                  </a:moveTo>
                  <a:lnTo>
                    <a:pt x="81164" y="471623"/>
                  </a:lnTo>
                  <a:lnTo>
                    <a:pt x="81164" y="435739"/>
                  </a:lnTo>
                  <a:close/>
                  <a:moveTo>
                    <a:pt x="79465" y="435739"/>
                  </a:moveTo>
                  <a:lnTo>
                    <a:pt x="60597" y="471623"/>
                  </a:lnTo>
                  <a:lnTo>
                    <a:pt x="81164" y="471623"/>
                  </a:lnTo>
                  <a:close/>
                  <a:moveTo>
                    <a:pt x="409764" y="471623"/>
                  </a:moveTo>
                  <a:lnTo>
                    <a:pt x="416106" y="435739"/>
                  </a:lnTo>
                  <a:lnTo>
                    <a:pt x="385499" y="435739"/>
                  </a:lnTo>
                  <a:close/>
                  <a:moveTo>
                    <a:pt x="85154" y="399854"/>
                  </a:moveTo>
                  <a:lnTo>
                    <a:pt x="81164" y="435739"/>
                  </a:lnTo>
                  <a:lnTo>
                    <a:pt x="106209" y="435739"/>
                  </a:lnTo>
                  <a:close/>
                  <a:moveTo>
                    <a:pt x="416106" y="435739"/>
                  </a:moveTo>
                  <a:lnTo>
                    <a:pt x="416106" y="402891"/>
                  </a:lnTo>
                  <a:lnTo>
                    <a:pt x="385499" y="435739"/>
                  </a:lnTo>
                  <a:close/>
                  <a:moveTo>
                    <a:pt x="385499" y="435739"/>
                  </a:moveTo>
                  <a:lnTo>
                    <a:pt x="416106" y="402891"/>
                  </a:lnTo>
                  <a:lnTo>
                    <a:pt x="416001" y="399854"/>
                  </a:lnTo>
                  <a:close/>
                  <a:moveTo>
                    <a:pt x="81164" y="363970"/>
                  </a:moveTo>
                  <a:lnTo>
                    <a:pt x="81164" y="372336"/>
                  </a:lnTo>
                  <a:lnTo>
                    <a:pt x="102235" y="363970"/>
                  </a:lnTo>
                  <a:close/>
                  <a:moveTo>
                    <a:pt x="102235" y="363970"/>
                  </a:moveTo>
                  <a:lnTo>
                    <a:pt x="81164" y="372336"/>
                  </a:lnTo>
                  <a:lnTo>
                    <a:pt x="85154" y="399854"/>
                  </a:lnTo>
                  <a:close/>
                  <a:moveTo>
                    <a:pt x="385600" y="399854"/>
                  </a:moveTo>
                  <a:lnTo>
                    <a:pt x="416001" y="399854"/>
                  </a:lnTo>
                  <a:lnTo>
                    <a:pt x="409702" y="363970"/>
                  </a:lnTo>
                  <a:close/>
                  <a:moveTo>
                    <a:pt x="68577" y="328086"/>
                  </a:moveTo>
                  <a:lnTo>
                    <a:pt x="81164" y="363970"/>
                  </a:lnTo>
                  <a:lnTo>
                    <a:pt x="81164" y="328086"/>
                  </a:lnTo>
                  <a:close/>
                  <a:moveTo>
                    <a:pt x="382088" y="363970"/>
                  </a:moveTo>
                  <a:lnTo>
                    <a:pt x="409702" y="363970"/>
                  </a:lnTo>
                  <a:lnTo>
                    <a:pt x="404103" y="328086"/>
                  </a:lnTo>
                  <a:close/>
                  <a:moveTo>
                    <a:pt x="60559" y="292202"/>
                  </a:moveTo>
                  <a:lnTo>
                    <a:pt x="68577" y="328086"/>
                  </a:lnTo>
                  <a:lnTo>
                    <a:pt x="78485" y="292202"/>
                  </a:lnTo>
                  <a:close/>
                  <a:moveTo>
                    <a:pt x="380294" y="328086"/>
                  </a:moveTo>
                  <a:lnTo>
                    <a:pt x="404103" y="328086"/>
                  </a:lnTo>
                  <a:lnTo>
                    <a:pt x="403129" y="292202"/>
                  </a:lnTo>
                  <a:close/>
                  <a:moveTo>
                    <a:pt x="60668" y="256318"/>
                  </a:moveTo>
                  <a:lnTo>
                    <a:pt x="60559" y="292202"/>
                  </a:lnTo>
                  <a:lnTo>
                    <a:pt x="78485" y="292202"/>
                  </a:lnTo>
                  <a:close/>
                  <a:moveTo>
                    <a:pt x="382518" y="292202"/>
                  </a:moveTo>
                  <a:lnTo>
                    <a:pt x="403129" y="292202"/>
                  </a:lnTo>
                  <a:lnTo>
                    <a:pt x="407774" y="256318"/>
                  </a:lnTo>
                  <a:close/>
                  <a:moveTo>
                    <a:pt x="60668" y="256318"/>
                  </a:moveTo>
                  <a:lnTo>
                    <a:pt x="77897" y="256318"/>
                  </a:lnTo>
                  <a:lnTo>
                    <a:pt x="70512" y="220433"/>
                  </a:lnTo>
                  <a:close/>
                  <a:moveTo>
                    <a:pt x="407774" y="256318"/>
                  </a:moveTo>
                  <a:lnTo>
                    <a:pt x="416106" y="220433"/>
                  </a:lnTo>
                  <a:lnTo>
                    <a:pt x="398686" y="220433"/>
                  </a:lnTo>
                  <a:close/>
                  <a:moveTo>
                    <a:pt x="81164" y="199100"/>
                  </a:moveTo>
                  <a:lnTo>
                    <a:pt x="70512" y="220433"/>
                  </a:lnTo>
                  <a:lnTo>
                    <a:pt x="81164" y="220433"/>
                  </a:lnTo>
                  <a:close/>
                  <a:moveTo>
                    <a:pt x="81164" y="199100"/>
                  </a:moveTo>
                  <a:lnTo>
                    <a:pt x="81164" y="220433"/>
                  </a:lnTo>
                  <a:lnTo>
                    <a:pt x="88247" y="184549"/>
                  </a:lnTo>
                  <a:close/>
                  <a:moveTo>
                    <a:pt x="416106" y="184549"/>
                  </a:moveTo>
                  <a:lnTo>
                    <a:pt x="418872" y="220433"/>
                  </a:lnTo>
                  <a:lnTo>
                    <a:pt x="436206" y="184549"/>
                  </a:lnTo>
                  <a:close/>
                  <a:moveTo>
                    <a:pt x="416106" y="184549"/>
                  </a:moveTo>
                  <a:lnTo>
                    <a:pt x="416106" y="220433"/>
                  </a:lnTo>
                  <a:lnTo>
                    <a:pt x="418872" y="220433"/>
                  </a:lnTo>
                  <a:close/>
                  <a:moveTo>
                    <a:pt x="108035" y="148665"/>
                  </a:moveTo>
                  <a:lnTo>
                    <a:pt x="88247" y="184549"/>
                  </a:lnTo>
                  <a:lnTo>
                    <a:pt x="106647" y="184549"/>
                  </a:lnTo>
                  <a:close/>
                  <a:moveTo>
                    <a:pt x="451773" y="148665"/>
                  </a:moveTo>
                  <a:lnTo>
                    <a:pt x="429027" y="148665"/>
                  </a:lnTo>
                  <a:lnTo>
                    <a:pt x="436206" y="184549"/>
                  </a:lnTo>
                  <a:close/>
                  <a:moveTo>
                    <a:pt x="128445" y="112781"/>
                  </a:moveTo>
                  <a:lnTo>
                    <a:pt x="129013" y="148642"/>
                  </a:lnTo>
                  <a:lnTo>
                    <a:pt x="129013" y="112781"/>
                  </a:lnTo>
                  <a:close/>
                  <a:moveTo>
                    <a:pt x="108035" y="148665"/>
                  </a:moveTo>
                  <a:lnTo>
                    <a:pt x="128999" y="148665"/>
                  </a:lnTo>
                  <a:lnTo>
                    <a:pt x="128445" y="112781"/>
                  </a:lnTo>
                  <a:close/>
                  <a:moveTo>
                    <a:pt x="429027" y="148665"/>
                  </a:moveTo>
                  <a:lnTo>
                    <a:pt x="451773" y="148665"/>
                  </a:lnTo>
                  <a:lnTo>
                    <a:pt x="459032" y="112781"/>
                  </a:lnTo>
                  <a:close/>
                  <a:moveTo>
                    <a:pt x="150213" y="76896"/>
                  </a:moveTo>
                  <a:lnTo>
                    <a:pt x="129013" y="112781"/>
                  </a:lnTo>
                  <a:lnTo>
                    <a:pt x="150607" y="112781"/>
                  </a:lnTo>
                  <a:close/>
                  <a:moveTo>
                    <a:pt x="435799" y="112781"/>
                  </a:moveTo>
                  <a:lnTo>
                    <a:pt x="459032" y="112781"/>
                  </a:lnTo>
                  <a:lnTo>
                    <a:pt x="452860" y="76896"/>
                  </a:lnTo>
                  <a:close/>
                  <a:moveTo>
                    <a:pt x="176862" y="75035"/>
                  </a:moveTo>
                  <a:lnTo>
                    <a:pt x="176862" y="47291"/>
                  </a:lnTo>
                  <a:lnTo>
                    <a:pt x="150213" y="76896"/>
                  </a:lnTo>
                  <a:close/>
                  <a:moveTo>
                    <a:pt x="176862" y="47291"/>
                  </a:moveTo>
                  <a:lnTo>
                    <a:pt x="176862" y="75035"/>
                  </a:lnTo>
                  <a:lnTo>
                    <a:pt x="184235" y="41012"/>
                  </a:lnTo>
                  <a:close/>
                  <a:moveTo>
                    <a:pt x="427085" y="41012"/>
                  </a:moveTo>
                  <a:lnTo>
                    <a:pt x="416106" y="41012"/>
                  </a:lnTo>
                  <a:lnTo>
                    <a:pt x="427428" y="76896"/>
                  </a:lnTo>
                  <a:close/>
                  <a:moveTo>
                    <a:pt x="452860" y="76896"/>
                  </a:moveTo>
                  <a:lnTo>
                    <a:pt x="427085" y="41012"/>
                  </a:lnTo>
                  <a:lnTo>
                    <a:pt x="427428" y="76896"/>
                  </a:lnTo>
                  <a:close/>
                  <a:moveTo>
                    <a:pt x="224710" y="36498"/>
                  </a:moveTo>
                  <a:lnTo>
                    <a:pt x="224710" y="16565"/>
                  </a:lnTo>
                  <a:lnTo>
                    <a:pt x="184235" y="41012"/>
                  </a:lnTo>
                  <a:close/>
                  <a:moveTo>
                    <a:pt x="272559" y="5128"/>
                  </a:moveTo>
                  <a:lnTo>
                    <a:pt x="263001" y="5128"/>
                  </a:lnTo>
                  <a:lnTo>
                    <a:pt x="272559" y="20264"/>
                  </a:lnTo>
                  <a:close/>
                  <a:moveTo>
                    <a:pt x="272559" y="20264"/>
                  </a:moveTo>
                  <a:lnTo>
                    <a:pt x="263001" y="5128"/>
                  </a:lnTo>
                  <a:lnTo>
                    <a:pt x="224710" y="16565"/>
                  </a:lnTo>
                  <a:close/>
                  <a:moveTo>
                    <a:pt x="349113" y="5128"/>
                  </a:moveTo>
                  <a:lnTo>
                    <a:pt x="320408" y="5128"/>
                  </a:lnTo>
                  <a:lnTo>
                    <a:pt x="368257" y="8823"/>
                  </a:lnTo>
                  <a:close/>
                  <a:moveTo>
                    <a:pt x="368257" y="8823"/>
                  </a:moveTo>
                  <a:lnTo>
                    <a:pt x="320408" y="5128"/>
                  </a:lnTo>
                  <a:lnTo>
                    <a:pt x="320408" y="17637"/>
                  </a:lnTo>
                  <a:close/>
                  <a:moveTo>
                    <a:pt x="416106" y="32423"/>
                  </a:moveTo>
                  <a:lnTo>
                    <a:pt x="392431" y="41012"/>
                  </a:lnTo>
                  <a:lnTo>
                    <a:pt x="416106" y="41012"/>
                  </a:lnTo>
                  <a:close/>
                  <a:moveTo>
                    <a:pt x="368257" y="8823"/>
                  </a:moveTo>
                  <a:lnTo>
                    <a:pt x="368257" y="28244"/>
                  </a:lnTo>
                  <a:lnTo>
                    <a:pt x="416106" y="32423"/>
                  </a:lnTo>
                  <a:close/>
                  <a:moveTo>
                    <a:pt x="416106" y="41012"/>
                  </a:moveTo>
                  <a:lnTo>
                    <a:pt x="427085" y="41012"/>
                  </a:lnTo>
                  <a:lnTo>
                    <a:pt x="416106" y="32423"/>
                  </a:lnTo>
                  <a:close/>
                  <a:moveTo>
                    <a:pt x="272559" y="2505"/>
                  </a:moveTo>
                  <a:lnTo>
                    <a:pt x="263001" y="5128"/>
                  </a:lnTo>
                  <a:lnTo>
                    <a:pt x="272559" y="5128"/>
                  </a:lnTo>
                  <a:close/>
                  <a:moveTo>
                    <a:pt x="272559" y="5128"/>
                  </a:moveTo>
                  <a:lnTo>
                    <a:pt x="320408" y="0"/>
                  </a:lnTo>
                  <a:lnTo>
                    <a:pt x="272559" y="2505"/>
                  </a:lnTo>
                  <a:close/>
                  <a:moveTo>
                    <a:pt x="272559" y="5128"/>
                  </a:moveTo>
                  <a:lnTo>
                    <a:pt x="320408" y="5128"/>
                  </a:lnTo>
                  <a:lnTo>
                    <a:pt x="320408" y="0"/>
                  </a:lnTo>
                  <a:close/>
                  <a:moveTo>
                    <a:pt x="320408" y="5128"/>
                  </a:moveTo>
                  <a:lnTo>
                    <a:pt x="349113" y="5128"/>
                  </a:lnTo>
                  <a:lnTo>
                    <a:pt x="320408" y="0"/>
                  </a:lnTo>
                  <a:close/>
                </a:path>
              </a:pathLst>
            </a:custGeom>
            <a:solidFill>
              <a:srgbClr val="62C08F"/>
            </a:solidFill>
            <a:ln w="4001">
              <a:solidFill>
                <a:srgbClr val="B0E0C7"/>
              </a:solidFill>
            </a:ln>
          </p:spPr>
        </p:sp>
        <p:sp>
          <p:nvSpPr>
            <p:cNvPr id="3957" name="Candidate_B2__3956">
              <a:extLst>
                <a:ext uri="{FF2B5EF4-FFF2-40B4-BE49-F238E27FC236}">
                  <a16:creationId xmlns:a16="http://schemas.microsoft.com/office/drawing/2014/main" id="{BB6E5E18-E9E4-3A51-D819-F7465B14BC4A}"/>
                </a:ext>
              </a:extLst>
            </p:cNvPr>
            <p:cNvSpPr>
              <a:spLocks noGrp="1"/>
            </p:cNvSpPr>
            <p:nvPr/>
          </p:nvSpPr>
          <p:spPr>
            <a:xfrm>
              <a:off x="5806307" y="3753751"/>
              <a:ext cx="459032" cy="693829"/>
            </a:xfrm>
            <a:custGeom>
              <a:avLst/>
              <a:gdLst/>
              <a:ahLst/>
              <a:cxnLst/>
              <a:rect l="0" t="0" r="0" b="0"/>
              <a:pathLst>
                <a:path w="459032" h="693829">
                  <a:moveTo>
                    <a:pt x="33315" y="645916"/>
                  </a:moveTo>
                  <a:lnTo>
                    <a:pt x="33315" y="653843"/>
                  </a:lnTo>
                  <a:lnTo>
                    <a:pt x="44602" y="645916"/>
                  </a:lnTo>
                  <a:close/>
                  <a:moveTo>
                    <a:pt x="44602" y="645916"/>
                  </a:moveTo>
                  <a:lnTo>
                    <a:pt x="80291" y="681800"/>
                  </a:lnTo>
                  <a:lnTo>
                    <a:pt x="81164" y="668973"/>
                  </a:lnTo>
                  <a:close/>
                  <a:moveTo>
                    <a:pt x="129013" y="682385"/>
                  </a:moveTo>
                  <a:lnTo>
                    <a:pt x="126609" y="681800"/>
                  </a:lnTo>
                  <a:lnTo>
                    <a:pt x="81164" y="682196"/>
                  </a:lnTo>
                  <a:close/>
                  <a:moveTo>
                    <a:pt x="81164" y="681800"/>
                  </a:moveTo>
                  <a:lnTo>
                    <a:pt x="126609" y="681800"/>
                  </a:lnTo>
                  <a:lnTo>
                    <a:pt x="81164" y="668973"/>
                  </a:lnTo>
                  <a:close/>
                  <a:moveTo>
                    <a:pt x="129013" y="682385"/>
                  </a:moveTo>
                  <a:lnTo>
                    <a:pt x="129013" y="693829"/>
                  </a:lnTo>
                  <a:lnTo>
                    <a:pt x="176862" y="682815"/>
                  </a:lnTo>
                  <a:close/>
                  <a:moveTo>
                    <a:pt x="176862" y="682815"/>
                  </a:moveTo>
                  <a:lnTo>
                    <a:pt x="224710" y="681800"/>
                  </a:lnTo>
                  <a:lnTo>
                    <a:pt x="181357" y="681800"/>
                  </a:lnTo>
                  <a:close/>
                  <a:moveTo>
                    <a:pt x="224710" y="671148"/>
                  </a:moveTo>
                  <a:lnTo>
                    <a:pt x="272559" y="660069"/>
                  </a:lnTo>
                  <a:lnTo>
                    <a:pt x="272559" y="645916"/>
                  </a:lnTo>
                  <a:close/>
                  <a:moveTo>
                    <a:pt x="181357" y="681800"/>
                  </a:moveTo>
                  <a:lnTo>
                    <a:pt x="224710" y="681800"/>
                  </a:lnTo>
                  <a:lnTo>
                    <a:pt x="224710" y="671148"/>
                  </a:lnTo>
                  <a:close/>
                  <a:moveTo>
                    <a:pt x="19354" y="610032"/>
                  </a:moveTo>
                  <a:lnTo>
                    <a:pt x="33315" y="645916"/>
                  </a:lnTo>
                  <a:lnTo>
                    <a:pt x="33315" y="632139"/>
                  </a:lnTo>
                  <a:close/>
                  <a:moveTo>
                    <a:pt x="24410" y="645916"/>
                  </a:moveTo>
                  <a:lnTo>
                    <a:pt x="33315" y="645916"/>
                  </a:lnTo>
                  <a:lnTo>
                    <a:pt x="19354" y="610032"/>
                  </a:lnTo>
                  <a:close/>
                  <a:moveTo>
                    <a:pt x="33315" y="645916"/>
                  </a:moveTo>
                  <a:lnTo>
                    <a:pt x="44602" y="645916"/>
                  </a:lnTo>
                  <a:lnTo>
                    <a:pt x="33315" y="632139"/>
                  </a:lnTo>
                  <a:close/>
                  <a:moveTo>
                    <a:pt x="272559" y="643844"/>
                  </a:moveTo>
                  <a:lnTo>
                    <a:pt x="320408" y="610032"/>
                  </a:lnTo>
                  <a:lnTo>
                    <a:pt x="303927" y="610032"/>
                  </a:lnTo>
                  <a:close/>
                  <a:moveTo>
                    <a:pt x="272559" y="645916"/>
                  </a:moveTo>
                  <a:lnTo>
                    <a:pt x="320408" y="614203"/>
                  </a:lnTo>
                  <a:lnTo>
                    <a:pt x="272559" y="643844"/>
                  </a:lnTo>
                  <a:close/>
                  <a:moveTo>
                    <a:pt x="0" y="574147"/>
                  </a:moveTo>
                  <a:lnTo>
                    <a:pt x="19354" y="610032"/>
                  </a:lnTo>
                  <a:lnTo>
                    <a:pt x="16139" y="574147"/>
                  </a:lnTo>
                  <a:close/>
                  <a:moveTo>
                    <a:pt x="325696" y="574147"/>
                  </a:moveTo>
                  <a:lnTo>
                    <a:pt x="320408" y="582932"/>
                  </a:lnTo>
                  <a:lnTo>
                    <a:pt x="323907" y="610032"/>
                  </a:lnTo>
                  <a:close/>
                  <a:moveTo>
                    <a:pt x="303927" y="610032"/>
                  </a:moveTo>
                  <a:lnTo>
                    <a:pt x="320408" y="610032"/>
                  </a:lnTo>
                  <a:lnTo>
                    <a:pt x="320408" y="582932"/>
                  </a:lnTo>
                  <a:close/>
                  <a:moveTo>
                    <a:pt x="11560" y="538263"/>
                  </a:moveTo>
                  <a:lnTo>
                    <a:pt x="16139" y="574147"/>
                  </a:lnTo>
                  <a:lnTo>
                    <a:pt x="29691" y="538263"/>
                  </a:lnTo>
                  <a:close/>
                  <a:moveTo>
                    <a:pt x="348364" y="574147"/>
                  </a:moveTo>
                  <a:lnTo>
                    <a:pt x="343929" y="538263"/>
                  </a:lnTo>
                  <a:lnTo>
                    <a:pt x="325696" y="574147"/>
                  </a:lnTo>
                  <a:close/>
                  <a:moveTo>
                    <a:pt x="33315" y="533179"/>
                  </a:moveTo>
                  <a:lnTo>
                    <a:pt x="11560" y="538263"/>
                  </a:lnTo>
                  <a:lnTo>
                    <a:pt x="29691" y="538263"/>
                  </a:lnTo>
                  <a:close/>
                  <a:moveTo>
                    <a:pt x="33315" y="533179"/>
                  </a:moveTo>
                  <a:lnTo>
                    <a:pt x="56258" y="502379"/>
                  </a:lnTo>
                  <a:lnTo>
                    <a:pt x="35243" y="502379"/>
                  </a:lnTo>
                  <a:close/>
                  <a:moveTo>
                    <a:pt x="368257" y="538263"/>
                  </a:moveTo>
                  <a:lnTo>
                    <a:pt x="368257" y="502379"/>
                  </a:lnTo>
                  <a:lnTo>
                    <a:pt x="343929" y="538263"/>
                  </a:lnTo>
                  <a:close/>
                  <a:moveTo>
                    <a:pt x="60597" y="466495"/>
                  </a:moveTo>
                  <a:lnTo>
                    <a:pt x="81164" y="472566"/>
                  </a:lnTo>
                  <a:lnTo>
                    <a:pt x="81164" y="466495"/>
                  </a:lnTo>
                  <a:close/>
                  <a:moveTo>
                    <a:pt x="56258" y="502379"/>
                  </a:moveTo>
                  <a:lnTo>
                    <a:pt x="81164" y="472566"/>
                  </a:lnTo>
                  <a:lnTo>
                    <a:pt x="60597" y="466495"/>
                  </a:lnTo>
                  <a:close/>
                  <a:moveTo>
                    <a:pt x="393385" y="502379"/>
                  </a:moveTo>
                  <a:lnTo>
                    <a:pt x="368257" y="488155"/>
                  </a:lnTo>
                  <a:lnTo>
                    <a:pt x="368257" y="502379"/>
                  </a:lnTo>
                  <a:close/>
                  <a:moveTo>
                    <a:pt x="377608" y="466495"/>
                  </a:moveTo>
                  <a:lnTo>
                    <a:pt x="368257" y="488155"/>
                  </a:lnTo>
                  <a:lnTo>
                    <a:pt x="393385" y="502379"/>
                  </a:lnTo>
                  <a:close/>
                  <a:moveTo>
                    <a:pt x="106209" y="430610"/>
                  </a:moveTo>
                  <a:lnTo>
                    <a:pt x="81164" y="430610"/>
                  </a:lnTo>
                  <a:lnTo>
                    <a:pt x="81164" y="466495"/>
                  </a:lnTo>
                  <a:close/>
                  <a:moveTo>
                    <a:pt x="409764" y="466495"/>
                  </a:moveTo>
                  <a:lnTo>
                    <a:pt x="385499" y="430610"/>
                  </a:lnTo>
                  <a:lnTo>
                    <a:pt x="377608" y="466495"/>
                  </a:lnTo>
                  <a:close/>
                  <a:moveTo>
                    <a:pt x="85154" y="394726"/>
                  </a:moveTo>
                  <a:lnTo>
                    <a:pt x="106209" y="430610"/>
                  </a:lnTo>
                  <a:lnTo>
                    <a:pt x="110676" y="394726"/>
                  </a:lnTo>
                  <a:close/>
                  <a:moveTo>
                    <a:pt x="385499" y="430610"/>
                  </a:moveTo>
                  <a:lnTo>
                    <a:pt x="416001" y="394726"/>
                  </a:lnTo>
                  <a:lnTo>
                    <a:pt x="385600" y="394726"/>
                  </a:lnTo>
                  <a:close/>
                  <a:moveTo>
                    <a:pt x="102235" y="358842"/>
                  </a:moveTo>
                  <a:lnTo>
                    <a:pt x="85154" y="394726"/>
                  </a:lnTo>
                  <a:lnTo>
                    <a:pt x="110676" y="394726"/>
                  </a:lnTo>
                  <a:close/>
                  <a:moveTo>
                    <a:pt x="382088" y="358842"/>
                  </a:moveTo>
                  <a:lnTo>
                    <a:pt x="385600" y="394726"/>
                  </a:lnTo>
                  <a:lnTo>
                    <a:pt x="409702" y="358842"/>
                  </a:lnTo>
                  <a:close/>
                  <a:moveTo>
                    <a:pt x="102235" y="358842"/>
                  </a:moveTo>
                  <a:lnTo>
                    <a:pt x="88534" y="322958"/>
                  </a:lnTo>
                  <a:lnTo>
                    <a:pt x="81164" y="358842"/>
                  </a:lnTo>
                  <a:close/>
                  <a:moveTo>
                    <a:pt x="88534" y="322958"/>
                  </a:moveTo>
                  <a:lnTo>
                    <a:pt x="81164" y="322958"/>
                  </a:lnTo>
                  <a:lnTo>
                    <a:pt x="81164" y="358842"/>
                  </a:lnTo>
                  <a:close/>
                  <a:moveTo>
                    <a:pt x="380294" y="322958"/>
                  </a:moveTo>
                  <a:lnTo>
                    <a:pt x="382088" y="358842"/>
                  </a:lnTo>
                  <a:lnTo>
                    <a:pt x="404103" y="322958"/>
                  </a:lnTo>
                  <a:close/>
                  <a:moveTo>
                    <a:pt x="78485" y="287074"/>
                  </a:moveTo>
                  <a:lnTo>
                    <a:pt x="81164" y="322958"/>
                  </a:lnTo>
                  <a:lnTo>
                    <a:pt x="81164" y="296483"/>
                  </a:lnTo>
                  <a:close/>
                  <a:moveTo>
                    <a:pt x="68577" y="322958"/>
                  </a:moveTo>
                  <a:lnTo>
                    <a:pt x="81164" y="322958"/>
                  </a:lnTo>
                  <a:lnTo>
                    <a:pt x="78485" y="287074"/>
                  </a:lnTo>
                  <a:close/>
                  <a:moveTo>
                    <a:pt x="81164" y="322958"/>
                  </a:moveTo>
                  <a:lnTo>
                    <a:pt x="88534" y="322958"/>
                  </a:lnTo>
                  <a:lnTo>
                    <a:pt x="81164" y="296483"/>
                  </a:lnTo>
                  <a:close/>
                  <a:moveTo>
                    <a:pt x="382518" y="287074"/>
                  </a:moveTo>
                  <a:lnTo>
                    <a:pt x="380294" y="322958"/>
                  </a:lnTo>
                  <a:lnTo>
                    <a:pt x="403129" y="287074"/>
                  </a:lnTo>
                  <a:close/>
                  <a:moveTo>
                    <a:pt x="60668" y="251189"/>
                  </a:moveTo>
                  <a:lnTo>
                    <a:pt x="78485" y="287074"/>
                  </a:lnTo>
                  <a:lnTo>
                    <a:pt x="77897" y="251189"/>
                  </a:lnTo>
                  <a:close/>
                  <a:moveTo>
                    <a:pt x="388534" y="251189"/>
                  </a:moveTo>
                  <a:lnTo>
                    <a:pt x="382518" y="287074"/>
                  </a:lnTo>
                  <a:lnTo>
                    <a:pt x="407774" y="251189"/>
                  </a:lnTo>
                  <a:close/>
                  <a:moveTo>
                    <a:pt x="70512" y="215305"/>
                  </a:moveTo>
                  <a:lnTo>
                    <a:pt x="81164" y="240047"/>
                  </a:lnTo>
                  <a:lnTo>
                    <a:pt x="81164" y="215305"/>
                  </a:lnTo>
                  <a:close/>
                  <a:moveTo>
                    <a:pt x="77897" y="251189"/>
                  </a:moveTo>
                  <a:lnTo>
                    <a:pt x="81164" y="240047"/>
                  </a:lnTo>
                  <a:lnTo>
                    <a:pt x="70512" y="215305"/>
                  </a:lnTo>
                  <a:close/>
                  <a:moveTo>
                    <a:pt x="407774" y="251189"/>
                  </a:moveTo>
                  <a:lnTo>
                    <a:pt x="398686" y="215305"/>
                  </a:lnTo>
                  <a:lnTo>
                    <a:pt x="388534" y="251189"/>
                  </a:lnTo>
                  <a:close/>
                  <a:moveTo>
                    <a:pt x="88247" y="179421"/>
                  </a:moveTo>
                  <a:lnTo>
                    <a:pt x="81164" y="215305"/>
                  </a:lnTo>
                  <a:lnTo>
                    <a:pt x="88176" y="215305"/>
                  </a:lnTo>
                  <a:close/>
                  <a:moveTo>
                    <a:pt x="88247" y="179421"/>
                  </a:moveTo>
                  <a:lnTo>
                    <a:pt x="88176" y="215305"/>
                  </a:lnTo>
                  <a:lnTo>
                    <a:pt x="106647" y="179421"/>
                  </a:lnTo>
                  <a:close/>
                  <a:moveTo>
                    <a:pt x="81164" y="215305"/>
                  </a:moveTo>
                  <a:lnTo>
                    <a:pt x="81164" y="240047"/>
                  </a:lnTo>
                  <a:lnTo>
                    <a:pt x="88176" y="215305"/>
                  </a:lnTo>
                  <a:close/>
                  <a:moveTo>
                    <a:pt x="416106" y="215305"/>
                  </a:moveTo>
                  <a:lnTo>
                    <a:pt x="416106" y="179421"/>
                  </a:lnTo>
                  <a:lnTo>
                    <a:pt x="398686" y="215305"/>
                  </a:lnTo>
                  <a:close/>
                  <a:moveTo>
                    <a:pt x="108035" y="143537"/>
                  </a:moveTo>
                  <a:lnTo>
                    <a:pt x="106647" y="179421"/>
                  </a:lnTo>
                  <a:lnTo>
                    <a:pt x="128999" y="143537"/>
                  </a:lnTo>
                  <a:close/>
                  <a:moveTo>
                    <a:pt x="436206" y="179421"/>
                  </a:moveTo>
                  <a:lnTo>
                    <a:pt x="416106" y="173106"/>
                  </a:lnTo>
                  <a:lnTo>
                    <a:pt x="416106" y="179421"/>
                  </a:lnTo>
                  <a:close/>
                  <a:moveTo>
                    <a:pt x="429027" y="143537"/>
                  </a:moveTo>
                  <a:lnTo>
                    <a:pt x="416106" y="173106"/>
                  </a:lnTo>
                  <a:lnTo>
                    <a:pt x="436206" y="179421"/>
                  </a:lnTo>
                  <a:close/>
                  <a:moveTo>
                    <a:pt x="128999" y="143537"/>
                  </a:moveTo>
                  <a:lnTo>
                    <a:pt x="129013" y="143514"/>
                  </a:lnTo>
                  <a:lnTo>
                    <a:pt x="128445" y="107653"/>
                  </a:lnTo>
                  <a:close/>
                  <a:moveTo>
                    <a:pt x="435799" y="107653"/>
                  </a:moveTo>
                  <a:lnTo>
                    <a:pt x="429027" y="143537"/>
                  </a:lnTo>
                  <a:lnTo>
                    <a:pt x="459032" y="107653"/>
                  </a:lnTo>
                  <a:close/>
                  <a:moveTo>
                    <a:pt x="150213" y="71768"/>
                  </a:moveTo>
                  <a:lnTo>
                    <a:pt x="150607" y="107653"/>
                  </a:lnTo>
                  <a:lnTo>
                    <a:pt x="175172" y="71768"/>
                  </a:lnTo>
                  <a:close/>
                  <a:moveTo>
                    <a:pt x="129013" y="107653"/>
                  </a:moveTo>
                  <a:lnTo>
                    <a:pt x="129013" y="143514"/>
                  </a:lnTo>
                  <a:lnTo>
                    <a:pt x="150607" y="107653"/>
                  </a:lnTo>
                  <a:close/>
                  <a:moveTo>
                    <a:pt x="427428" y="71768"/>
                  </a:moveTo>
                  <a:lnTo>
                    <a:pt x="435799" y="107653"/>
                  </a:lnTo>
                  <a:lnTo>
                    <a:pt x="452860" y="71768"/>
                  </a:lnTo>
                  <a:close/>
                  <a:moveTo>
                    <a:pt x="176862" y="69907"/>
                  </a:moveTo>
                  <a:lnTo>
                    <a:pt x="150213" y="71768"/>
                  </a:lnTo>
                  <a:lnTo>
                    <a:pt x="175172" y="71768"/>
                  </a:lnTo>
                  <a:close/>
                  <a:moveTo>
                    <a:pt x="176862" y="69907"/>
                  </a:moveTo>
                  <a:lnTo>
                    <a:pt x="217216" y="35884"/>
                  </a:lnTo>
                  <a:lnTo>
                    <a:pt x="184235" y="35884"/>
                  </a:lnTo>
                  <a:close/>
                  <a:moveTo>
                    <a:pt x="427428" y="71768"/>
                  </a:moveTo>
                  <a:lnTo>
                    <a:pt x="416106" y="35884"/>
                  </a:lnTo>
                  <a:lnTo>
                    <a:pt x="416106" y="57119"/>
                  </a:lnTo>
                  <a:close/>
                  <a:moveTo>
                    <a:pt x="224710" y="31370"/>
                  </a:moveTo>
                  <a:lnTo>
                    <a:pt x="184235" y="35884"/>
                  </a:lnTo>
                  <a:lnTo>
                    <a:pt x="217216" y="35884"/>
                  </a:lnTo>
                  <a:close/>
                  <a:moveTo>
                    <a:pt x="272559" y="15136"/>
                  </a:moveTo>
                  <a:lnTo>
                    <a:pt x="224710" y="11437"/>
                  </a:lnTo>
                  <a:lnTo>
                    <a:pt x="224710" y="31370"/>
                  </a:lnTo>
                  <a:close/>
                  <a:moveTo>
                    <a:pt x="368257" y="3695"/>
                  </a:moveTo>
                  <a:lnTo>
                    <a:pt x="320408" y="12509"/>
                  </a:lnTo>
                  <a:lnTo>
                    <a:pt x="368257" y="23116"/>
                  </a:lnTo>
                  <a:close/>
                  <a:moveTo>
                    <a:pt x="368257" y="23116"/>
                  </a:moveTo>
                  <a:lnTo>
                    <a:pt x="392431" y="35884"/>
                  </a:lnTo>
                  <a:lnTo>
                    <a:pt x="416106" y="27294"/>
                  </a:lnTo>
                  <a:close/>
                  <a:moveTo>
                    <a:pt x="416106" y="57119"/>
                  </a:moveTo>
                  <a:lnTo>
                    <a:pt x="416106" y="35884"/>
                  </a:lnTo>
                  <a:lnTo>
                    <a:pt x="392431" y="35884"/>
                  </a:lnTo>
                  <a:close/>
                  <a:moveTo>
                    <a:pt x="320408" y="0"/>
                  </a:moveTo>
                  <a:lnTo>
                    <a:pt x="272559" y="0"/>
                  </a:lnTo>
                  <a:lnTo>
                    <a:pt x="320408" y="12509"/>
                  </a:lnTo>
                  <a:close/>
                  <a:moveTo>
                    <a:pt x="272559" y="0"/>
                  </a:moveTo>
                  <a:lnTo>
                    <a:pt x="272559" y="15136"/>
                  </a:lnTo>
                  <a:lnTo>
                    <a:pt x="320408" y="12509"/>
                  </a:lnTo>
                  <a:close/>
                </a:path>
              </a:pathLst>
            </a:custGeom>
            <a:solidFill>
              <a:srgbClr val="66C292"/>
            </a:solidFill>
            <a:ln w="4001">
              <a:solidFill>
                <a:srgbClr val="B0E0C7"/>
              </a:solidFill>
            </a:ln>
          </p:spPr>
        </p:sp>
        <p:sp>
          <p:nvSpPr>
            <p:cNvPr id="3958" name="Candidate_B2__3957">
              <a:extLst>
                <a:ext uri="{FF2B5EF4-FFF2-40B4-BE49-F238E27FC236}">
                  <a16:creationId xmlns:a16="http://schemas.microsoft.com/office/drawing/2014/main" id="{0FF71950-9222-AD9C-12D3-0AE1B8D27B9F}"/>
                </a:ext>
              </a:extLst>
            </p:cNvPr>
            <p:cNvSpPr>
              <a:spLocks noGrp="1"/>
            </p:cNvSpPr>
            <p:nvPr/>
          </p:nvSpPr>
          <p:spPr>
            <a:xfrm>
              <a:off x="5822446" y="3766260"/>
              <a:ext cx="419659" cy="670306"/>
            </a:xfrm>
            <a:custGeom>
              <a:avLst/>
              <a:gdLst/>
              <a:ahLst/>
              <a:cxnLst/>
              <a:rect l="0" t="0" r="0" b="0"/>
              <a:pathLst>
                <a:path w="419659" h="670306">
                  <a:moveTo>
                    <a:pt x="208571" y="658639"/>
                  </a:moveTo>
                  <a:lnTo>
                    <a:pt x="256420" y="633407"/>
                  </a:lnTo>
                  <a:lnTo>
                    <a:pt x="253837" y="633407"/>
                  </a:lnTo>
                  <a:close/>
                  <a:moveTo>
                    <a:pt x="253837" y="633407"/>
                  </a:moveTo>
                  <a:lnTo>
                    <a:pt x="256420" y="633407"/>
                  </a:lnTo>
                  <a:lnTo>
                    <a:pt x="256420" y="631335"/>
                  </a:lnTo>
                  <a:close/>
                  <a:moveTo>
                    <a:pt x="352118" y="489870"/>
                  </a:moveTo>
                  <a:lnTo>
                    <a:pt x="345795" y="489870"/>
                  </a:lnTo>
                  <a:lnTo>
                    <a:pt x="327789" y="525754"/>
                  </a:lnTo>
                  <a:close/>
                  <a:moveTo>
                    <a:pt x="345795" y="489870"/>
                  </a:moveTo>
                  <a:lnTo>
                    <a:pt x="352118" y="489870"/>
                  </a:lnTo>
                  <a:lnTo>
                    <a:pt x="352118" y="475646"/>
                  </a:lnTo>
                  <a:close/>
                  <a:moveTo>
                    <a:pt x="70267" y="453986"/>
                  </a:moveTo>
                  <a:lnTo>
                    <a:pt x="90070" y="418102"/>
                  </a:lnTo>
                  <a:lnTo>
                    <a:pt x="65025" y="453986"/>
                  </a:lnTo>
                  <a:close/>
                  <a:moveTo>
                    <a:pt x="65025" y="453986"/>
                  </a:moveTo>
                  <a:lnTo>
                    <a:pt x="65025" y="460057"/>
                  </a:lnTo>
                  <a:lnTo>
                    <a:pt x="70267" y="453986"/>
                  </a:lnTo>
                  <a:close/>
                  <a:moveTo>
                    <a:pt x="399966" y="166912"/>
                  </a:moveTo>
                  <a:lnTo>
                    <a:pt x="397328" y="166912"/>
                  </a:lnTo>
                  <a:lnTo>
                    <a:pt x="382547" y="202796"/>
                  </a:lnTo>
                  <a:close/>
                  <a:moveTo>
                    <a:pt x="397328" y="166912"/>
                  </a:moveTo>
                  <a:lnTo>
                    <a:pt x="399966" y="166912"/>
                  </a:lnTo>
                  <a:lnTo>
                    <a:pt x="399966" y="160597"/>
                  </a:lnTo>
                  <a:close/>
                  <a:moveTo>
                    <a:pt x="110470" y="669291"/>
                  </a:moveTo>
                  <a:lnTo>
                    <a:pt x="112874" y="669876"/>
                  </a:lnTo>
                  <a:lnTo>
                    <a:pt x="112874" y="669291"/>
                  </a:lnTo>
                  <a:close/>
                  <a:moveTo>
                    <a:pt x="65025" y="656464"/>
                  </a:moveTo>
                  <a:lnTo>
                    <a:pt x="110470" y="669291"/>
                  </a:lnTo>
                  <a:lnTo>
                    <a:pt x="87484" y="633407"/>
                  </a:lnTo>
                  <a:close/>
                  <a:moveTo>
                    <a:pt x="112874" y="642072"/>
                  </a:moveTo>
                  <a:lnTo>
                    <a:pt x="110470" y="669291"/>
                  </a:lnTo>
                  <a:lnTo>
                    <a:pt x="112874" y="669291"/>
                  </a:lnTo>
                  <a:close/>
                  <a:moveTo>
                    <a:pt x="160723" y="669291"/>
                  </a:moveTo>
                  <a:lnTo>
                    <a:pt x="112874" y="669876"/>
                  </a:lnTo>
                  <a:lnTo>
                    <a:pt x="160723" y="670306"/>
                  </a:lnTo>
                  <a:close/>
                  <a:moveTo>
                    <a:pt x="160723" y="669291"/>
                  </a:moveTo>
                  <a:lnTo>
                    <a:pt x="112874" y="669291"/>
                  </a:lnTo>
                  <a:lnTo>
                    <a:pt x="112874" y="669876"/>
                  </a:lnTo>
                  <a:close/>
                  <a:moveTo>
                    <a:pt x="112874" y="669291"/>
                  </a:moveTo>
                  <a:lnTo>
                    <a:pt x="160723" y="669291"/>
                  </a:lnTo>
                  <a:lnTo>
                    <a:pt x="112874" y="642072"/>
                  </a:lnTo>
                  <a:close/>
                  <a:moveTo>
                    <a:pt x="160723" y="669291"/>
                  </a:moveTo>
                  <a:lnTo>
                    <a:pt x="160723" y="670306"/>
                  </a:lnTo>
                  <a:lnTo>
                    <a:pt x="165218" y="669291"/>
                  </a:lnTo>
                  <a:close/>
                  <a:moveTo>
                    <a:pt x="160723" y="669291"/>
                  </a:moveTo>
                  <a:lnTo>
                    <a:pt x="208571" y="658639"/>
                  </a:lnTo>
                  <a:lnTo>
                    <a:pt x="160723" y="642971"/>
                  </a:lnTo>
                  <a:close/>
                  <a:moveTo>
                    <a:pt x="165218" y="669291"/>
                  </a:moveTo>
                  <a:lnTo>
                    <a:pt x="208571" y="658639"/>
                  </a:lnTo>
                  <a:lnTo>
                    <a:pt x="160723" y="669291"/>
                  </a:lnTo>
                  <a:close/>
                  <a:moveTo>
                    <a:pt x="28463" y="633407"/>
                  </a:moveTo>
                  <a:lnTo>
                    <a:pt x="65025" y="656464"/>
                  </a:lnTo>
                  <a:lnTo>
                    <a:pt x="65025" y="633407"/>
                  </a:lnTo>
                  <a:close/>
                  <a:moveTo>
                    <a:pt x="17176" y="619630"/>
                  </a:moveTo>
                  <a:lnTo>
                    <a:pt x="28463" y="633407"/>
                  </a:lnTo>
                  <a:lnTo>
                    <a:pt x="44528" y="597523"/>
                  </a:lnTo>
                  <a:close/>
                  <a:moveTo>
                    <a:pt x="208571" y="633407"/>
                  </a:moveTo>
                  <a:lnTo>
                    <a:pt x="208571" y="658639"/>
                  </a:lnTo>
                  <a:lnTo>
                    <a:pt x="253837" y="633407"/>
                  </a:lnTo>
                  <a:close/>
                  <a:moveTo>
                    <a:pt x="253837" y="633407"/>
                  </a:moveTo>
                  <a:lnTo>
                    <a:pt x="256420" y="631335"/>
                  </a:lnTo>
                  <a:lnTo>
                    <a:pt x="208571" y="633407"/>
                  </a:lnTo>
                  <a:close/>
                  <a:moveTo>
                    <a:pt x="3215" y="597523"/>
                  </a:moveTo>
                  <a:lnTo>
                    <a:pt x="17176" y="619630"/>
                  </a:lnTo>
                  <a:lnTo>
                    <a:pt x="17176" y="597523"/>
                  </a:lnTo>
                  <a:close/>
                  <a:moveTo>
                    <a:pt x="0" y="561638"/>
                  </a:moveTo>
                  <a:lnTo>
                    <a:pt x="17176" y="597523"/>
                  </a:lnTo>
                  <a:lnTo>
                    <a:pt x="17176" y="561638"/>
                  </a:lnTo>
                  <a:close/>
                  <a:moveTo>
                    <a:pt x="0" y="561638"/>
                  </a:moveTo>
                  <a:lnTo>
                    <a:pt x="3215" y="597523"/>
                  </a:lnTo>
                  <a:lnTo>
                    <a:pt x="17176" y="597523"/>
                  </a:lnTo>
                  <a:close/>
                  <a:moveTo>
                    <a:pt x="256420" y="597523"/>
                  </a:moveTo>
                  <a:lnTo>
                    <a:pt x="256420" y="631335"/>
                  </a:lnTo>
                  <a:lnTo>
                    <a:pt x="287787" y="597523"/>
                  </a:lnTo>
                  <a:close/>
                  <a:moveTo>
                    <a:pt x="287787" y="597523"/>
                  </a:moveTo>
                  <a:lnTo>
                    <a:pt x="304269" y="570424"/>
                  </a:lnTo>
                  <a:lnTo>
                    <a:pt x="256420" y="597523"/>
                  </a:lnTo>
                  <a:close/>
                  <a:moveTo>
                    <a:pt x="13552" y="525754"/>
                  </a:moveTo>
                  <a:lnTo>
                    <a:pt x="17176" y="561638"/>
                  </a:lnTo>
                  <a:lnTo>
                    <a:pt x="17176" y="525754"/>
                  </a:lnTo>
                  <a:close/>
                  <a:moveTo>
                    <a:pt x="13552" y="525754"/>
                  </a:moveTo>
                  <a:lnTo>
                    <a:pt x="0" y="561638"/>
                  </a:lnTo>
                  <a:lnTo>
                    <a:pt x="17176" y="561638"/>
                  </a:lnTo>
                  <a:close/>
                  <a:moveTo>
                    <a:pt x="304269" y="561638"/>
                  </a:moveTo>
                  <a:lnTo>
                    <a:pt x="304269" y="570424"/>
                  </a:lnTo>
                  <a:lnTo>
                    <a:pt x="309556" y="561638"/>
                  </a:lnTo>
                  <a:close/>
                  <a:moveTo>
                    <a:pt x="304269" y="525754"/>
                  </a:moveTo>
                  <a:lnTo>
                    <a:pt x="309556" y="561638"/>
                  </a:lnTo>
                  <a:lnTo>
                    <a:pt x="327789" y="525754"/>
                  </a:lnTo>
                  <a:close/>
                  <a:moveTo>
                    <a:pt x="304269" y="525754"/>
                  </a:moveTo>
                  <a:lnTo>
                    <a:pt x="304269" y="561638"/>
                  </a:lnTo>
                  <a:lnTo>
                    <a:pt x="309556" y="561638"/>
                  </a:lnTo>
                  <a:close/>
                  <a:moveTo>
                    <a:pt x="17176" y="520670"/>
                  </a:moveTo>
                  <a:lnTo>
                    <a:pt x="13552" y="525754"/>
                  </a:lnTo>
                  <a:lnTo>
                    <a:pt x="17176" y="525754"/>
                  </a:lnTo>
                  <a:close/>
                  <a:moveTo>
                    <a:pt x="40119" y="489870"/>
                  </a:moveTo>
                  <a:lnTo>
                    <a:pt x="17176" y="520670"/>
                  </a:lnTo>
                  <a:lnTo>
                    <a:pt x="65025" y="515575"/>
                  </a:lnTo>
                  <a:close/>
                  <a:moveTo>
                    <a:pt x="304269" y="489870"/>
                  </a:moveTo>
                  <a:lnTo>
                    <a:pt x="327789" y="525754"/>
                  </a:lnTo>
                  <a:lnTo>
                    <a:pt x="345795" y="489870"/>
                  </a:lnTo>
                  <a:close/>
                  <a:moveTo>
                    <a:pt x="65025" y="460057"/>
                  </a:moveTo>
                  <a:lnTo>
                    <a:pt x="40119" y="489870"/>
                  </a:lnTo>
                  <a:lnTo>
                    <a:pt x="65025" y="489870"/>
                  </a:lnTo>
                  <a:close/>
                  <a:moveTo>
                    <a:pt x="70267" y="453986"/>
                  </a:moveTo>
                  <a:lnTo>
                    <a:pt x="65025" y="460057"/>
                  </a:lnTo>
                  <a:lnTo>
                    <a:pt x="112874" y="470550"/>
                  </a:lnTo>
                  <a:close/>
                  <a:moveTo>
                    <a:pt x="352118" y="453986"/>
                  </a:moveTo>
                  <a:lnTo>
                    <a:pt x="345795" y="489870"/>
                  </a:lnTo>
                  <a:lnTo>
                    <a:pt x="352118" y="475646"/>
                  </a:lnTo>
                  <a:close/>
                  <a:moveTo>
                    <a:pt x="304269" y="489870"/>
                  </a:moveTo>
                  <a:lnTo>
                    <a:pt x="345795" y="489870"/>
                  </a:lnTo>
                  <a:lnTo>
                    <a:pt x="352118" y="453986"/>
                  </a:lnTo>
                  <a:close/>
                  <a:moveTo>
                    <a:pt x="90070" y="418102"/>
                  </a:moveTo>
                  <a:lnTo>
                    <a:pt x="70267" y="453986"/>
                  </a:lnTo>
                  <a:lnTo>
                    <a:pt x="112874" y="453986"/>
                  </a:lnTo>
                  <a:close/>
                  <a:moveTo>
                    <a:pt x="352118" y="453986"/>
                  </a:moveTo>
                  <a:lnTo>
                    <a:pt x="352118" y="475646"/>
                  </a:lnTo>
                  <a:lnTo>
                    <a:pt x="361469" y="453986"/>
                  </a:lnTo>
                  <a:close/>
                  <a:moveTo>
                    <a:pt x="352118" y="418102"/>
                  </a:moveTo>
                  <a:lnTo>
                    <a:pt x="361469" y="453986"/>
                  </a:lnTo>
                  <a:lnTo>
                    <a:pt x="369359" y="418102"/>
                  </a:lnTo>
                  <a:close/>
                  <a:moveTo>
                    <a:pt x="352118" y="418102"/>
                  </a:moveTo>
                  <a:lnTo>
                    <a:pt x="352118" y="453986"/>
                  </a:lnTo>
                  <a:lnTo>
                    <a:pt x="361469" y="453986"/>
                  </a:lnTo>
                  <a:close/>
                  <a:moveTo>
                    <a:pt x="94537" y="382217"/>
                  </a:moveTo>
                  <a:lnTo>
                    <a:pt x="112874" y="418102"/>
                  </a:lnTo>
                  <a:lnTo>
                    <a:pt x="112874" y="382217"/>
                  </a:lnTo>
                  <a:close/>
                  <a:moveTo>
                    <a:pt x="94537" y="382217"/>
                  </a:moveTo>
                  <a:lnTo>
                    <a:pt x="90070" y="418102"/>
                  </a:lnTo>
                  <a:lnTo>
                    <a:pt x="112874" y="418102"/>
                  </a:lnTo>
                  <a:close/>
                  <a:moveTo>
                    <a:pt x="352118" y="382217"/>
                  </a:moveTo>
                  <a:lnTo>
                    <a:pt x="369359" y="418102"/>
                  </a:lnTo>
                  <a:lnTo>
                    <a:pt x="369461" y="382217"/>
                  </a:lnTo>
                  <a:close/>
                  <a:moveTo>
                    <a:pt x="352118" y="382217"/>
                  </a:moveTo>
                  <a:lnTo>
                    <a:pt x="352118" y="418102"/>
                  </a:lnTo>
                  <a:lnTo>
                    <a:pt x="369359" y="418102"/>
                  </a:lnTo>
                  <a:close/>
                  <a:moveTo>
                    <a:pt x="86096" y="346333"/>
                  </a:moveTo>
                  <a:lnTo>
                    <a:pt x="112874" y="382217"/>
                  </a:lnTo>
                  <a:lnTo>
                    <a:pt x="112874" y="346333"/>
                  </a:lnTo>
                  <a:close/>
                  <a:moveTo>
                    <a:pt x="86096" y="346333"/>
                  </a:moveTo>
                  <a:lnTo>
                    <a:pt x="94537" y="382217"/>
                  </a:lnTo>
                  <a:lnTo>
                    <a:pt x="112874" y="382217"/>
                  </a:lnTo>
                  <a:close/>
                  <a:moveTo>
                    <a:pt x="352118" y="346333"/>
                  </a:moveTo>
                  <a:lnTo>
                    <a:pt x="369461" y="382217"/>
                  </a:lnTo>
                  <a:lnTo>
                    <a:pt x="365949" y="346333"/>
                  </a:lnTo>
                  <a:close/>
                  <a:moveTo>
                    <a:pt x="352118" y="346333"/>
                  </a:moveTo>
                  <a:lnTo>
                    <a:pt x="352118" y="382217"/>
                  </a:lnTo>
                  <a:lnTo>
                    <a:pt x="369461" y="382217"/>
                  </a:lnTo>
                  <a:close/>
                  <a:moveTo>
                    <a:pt x="72395" y="310449"/>
                  </a:moveTo>
                  <a:lnTo>
                    <a:pt x="86096" y="346333"/>
                  </a:lnTo>
                  <a:lnTo>
                    <a:pt x="112874" y="346333"/>
                  </a:lnTo>
                  <a:close/>
                  <a:moveTo>
                    <a:pt x="352118" y="310449"/>
                  </a:moveTo>
                  <a:lnTo>
                    <a:pt x="365949" y="346333"/>
                  </a:lnTo>
                  <a:lnTo>
                    <a:pt x="364155" y="310449"/>
                  </a:lnTo>
                  <a:close/>
                  <a:moveTo>
                    <a:pt x="352118" y="310449"/>
                  </a:moveTo>
                  <a:lnTo>
                    <a:pt x="352118" y="346333"/>
                  </a:lnTo>
                  <a:lnTo>
                    <a:pt x="365949" y="346333"/>
                  </a:lnTo>
                  <a:close/>
                  <a:moveTo>
                    <a:pt x="65025" y="283974"/>
                  </a:moveTo>
                  <a:lnTo>
                    <a:pt x="72395" y="310449"/>
                  </a:lnTo>
                  <a:lnTo>
                    <a:pt x="102013" y="274565"/>
                  </a:lnTo>
                  <a:close/>
                  <a:moveTo>
                    <a:pt x="352118" y="274565"/>
                  </a:moveTo>
                  <a:lnTo>
                    <a:pt x="364155" y="310449"/>
                  </a:lnTo>
                  <a:lnTo>
                    <a:pt x="366379" y="274565"/>
                  </a:lnTo>
                  <a:close/>
                  <a:moveTo>
                    <a:pt x="352118" y="274565"/>
                  </a:moveTo>
                  <a:lnTo>
                    <a:pt x="352118" y="310449"/>
                  </a:lnTo>
                  <a:lnTo>
                    <a:pt x="364155" y="310449"/>
                  </a:lnTo>
                  <a:close/>
                  <a:moveTo>
                    <a:pt x="62345" y="274565"/>
                  </a:moveTo>
                  <a:lnTo>
                    <a:pt x="65025" y="283974"/>
                  </a:lnTo>
                  <a:lnTo>
                    <a:pt x="65025" y="274565"/>
                  </a:lnTo>
                  <a:close/>
                  <a:moveTo>
                    <a:pt x="61758" y="238681"/>
                  </a:moveTo>
                  <a:lnTo>
                    <a:pt x="65025" y="274565"/>
                  </a:lnTo>
                  <a:lnTo>
                    <a:pt x="65025" y="238681"/>
                  </a:lnTo>
                  <a:close/>
                  <a:moveTo>
                    <a:pt x="61758" y="238681"/>
                  </a:moveTo>
                  <a:lnTo>
                    <a:pt x="62345" y="274565"/>
                  </a:lnTo>
                  <a:lnTo>
                    <a:pt x="65025" y="274565"/>
                  </a:lnTo>
                  <a:close/>
                  <a:moveTo>
                    <a:pt x="352118" y="238681"/>
                  </a:moveTo>
                  <a:lnTo>
                    <a:pt x="366379" y="274565"/>
                  </a:lnTo>
                  <a:lnTo>
                    <a:pt x="372395" y="238681"/>
                  </a:lnTo>
                  <a:close/>
                  <a:moveTo>
                    <a:pt x="352118" y="238681"/>
                  </a:moveTo>
                  <a:lnTo>
                    <a:pt x="352118" y="274565"/>
                  </a:lnTo>
                  <a:lnTo>
                    <a:pt x="366379" y="274565"/>
                  </a:lnTo>
                  <a:close/>
                  <a:moveTo>
                    <a:pt x="65025" y="227538"/>
                  </a:moveTo>
                  <a:lnTo>
                    <a:pt x="61758" y="238681"/>
                  </a:lnTo>
                  <a:lnTo>
                    <a:pt x="65025" y="238681"/>
                  </a:lnTo>
                  <a:close/>
                  <a:moveTo>
                    <a:pt x="65025" y="227538"/>
                  </a:moveTo>
                  <a:lnTo>
                    <a:pt x="65025" y="238681"/>
                  </a:lnTo>
                  <a:lnTo>
                    <a:pt x="72036" y="202796"/>
                  </a:lnTo>
                  <a:close/>
                  <a:moveTo>
                    <a:pt x="352118" y="202796"/>
                  </a:moveTo>
                  <a:lnTo>
                    <a:pt x="372395" y="238681"/>
                  </a:lnTo>
                  <a:lnTo>
                    <a:pt x="382547" y="202796"/>
                  </a:lnTo>
                  <a:close/>
                  <a:moveTo>
                    <a:pt x="72036" y="202796"/>
                  </a:moveTo>
                  <a:lnTo>
                    <a:pt x="111683" y="202796"/>
                  </a:lnTo>
                  <a:lnTo>
                    <a:pt x="90508" y="166912"/>
                  </a:lnTo>
                  <a:close/>
                  <a:moveTo>
                    <a:pt x="352118" y="166912"/>
                  </a:moveTo>
                  <a:lnTo>
                    <a:pt x="382547" y="202796"/>
                  </a:lnTo>
                  <a:lnTo>
                    <a:pt x="397328" y="166912"/>
                  </a:lnTo>
                  <a:close/>
                  <a:moveTo>
                    <a:pt x="112860" y="131028"/>
                  </a:moveTo>
                  <a:lnTo>
                    <a:pt x="112874" y="166912"/>
                  </a:lnTo>
                  <a:lnTo>
                    <a:pt x="112874" y="131028"/>
                  </a:lnTo>
                  <a:close/>
                  <a:moveTo>
                    <a:pt x="112860" y="131028"/>
                  </a:moveTo>
                  <a:lnTo>
                    <a:pt x="90508" y="166912"/>
                  </a:lnTo>
                  <a:lnTo>
                    <a:pt x="112874" y="166912"/>
                  </a:lnTo>
                  <a:close/>
                  <a:moveTo>
                    <a:pt x="397328" y="166912"/>
                  </a:moveTo>
                  <a:lnTo>
                    <a:pt x="399966" y="160597"/>
                  </a:lnTo>
                  <a:lnTo>
                    <a:pt x="352118" y="166912"/>
                  </a:lnTo>
                  <a:close/>
                  <a:moveTo>
                    <a:pt x="112874" y="131005"/>
                  </a:moveTo>
                  <a:lnTo>
                    <a:pt x="112860" y="131028"/>
                  </a:lnTo>
                  <a:lnTo>
                    <a:pt x="112874" y="131028"/>
                  </a:lnTo>
                  <a:close/>
                  <a:moveTo>
                    <a:pt x="134468" y="95144"/>
                  </a:moveTo>
                  <a:lnTo>
                    <a:pt x="112874" y="131005"/>
                  </a:lnTo>
                  <a:lnTo>
                    <a:pt x="160723" y="129598"/>
                  </a:lnTo>
                  <a:close/>
                  <a:moveTo>
                    <a:pt x="159827" y="131028"/>
                  </a:moveTo>
                  <a:lnTo>
                    <a:pt x="112874" y="131005"/>
                  </a:lnTo>
                  <a:lnTo>
                    <a:pt x="112874" y="131028"/>
                  </a:lnTo>
                  <a:close/>
                  <a:moveTo>
                    <a:pt x="399966" y="131028"/>
                  </a:moveTo>
                  <a:lnTo>
                    <a:pt x="399966" y="160597"/>
                  </a:lnTo>
                  <a:lnTo>
                    <a:pt x="412888" y="131028"/>
                  </a:lnTo>
                  <a:close/>
                  <a:moveTo>
                    <a:pt x="399966" y="95144"/>
                  </a:moveTo>
                  <a:lnTo>
                    <a:pt x="412888" y="131028"/>
                  </a:lnTo>
                  <a:lnTo>
                    <a:pt x="419659" y="95144"/>
                  </a:lnTo>
                  <a:close/>
                  <a:moveTo>
                    <a:pt x="399966" y="95144"/>
                  </a:moveTo>
                  <a:lnTo>
                    <a:pt x="399966" y="131028"/>
                  </a:lnTo>
                  <a:lnTo>
                    <a:pt x="412888" y="131028"/>
                  </a:lnTo>
                  <a:close/>
                  <a:moveTo>
                    <a:pt x="159032" y="59259"/>
                  </a:moveTo>
                  <a:lnTo>
                    <a:pt x="160723" y="95144"/>
                  </a:lnTo>
                  <a:lnTo>
                    <a:pt x="160723" y="59259"/>
                  </a:lnTo>
                  <a:close/>
                  <a:moveTo>
                    <a:pt x="159032" y="59259"/>
                  </a:moveTo>
                  <a:lnTo>
                    <a:pt x="134468" y="95144"/>
                  </a:lnTo>
                  <a:lnTo>
                    <a:pt x="160723" y="95144"/>
                  </a:lnTo>
                  <a:close/>
                  <a:moveTo>
                    <a:pt x="399966" y="59259"/>
                  </a:moveTo>
                  <a:lnTo>
                    <a:pt x="419659" y="95144"/>
                  </a:lnTo>
                  <a:lnTo>
                    <a:pt x="411289" y="59259"/>
                  </a:lnTo>
                  <a:close/>
                  <a:moveTo>
                    <a:pt x="399966" y="59259"/>
                  </a:moveTo>
                  <a:lnTo>
                    <a:pt x="399966" y="95144"/>
                  </a:lnTo>
                  <a:lnTo>
                    <a:pt x="419659" y="95144"/>
                  </a:lnTo>
                  <a:close/>
                  <a:moveTo>
                    <a:pt x="160723" y="57398"/>
                  </a:moveTo>
                  <a:lnTo>
                    <a:pt x="159032" y="59259"/>
                  </a:lnTo>
                  <a:lnTo>
                    <a:pt x="160723" y="59259"/>
                  </a:lnTo>
                  <a:close/>
                  <a:moveTo>
                    <a:pt x="160723" y="59259"/>
                  </a:moveTo>
                  <a:lnTo>
                    <a:pt x="201077" y="23375"/>
                  </a:lnTo>
                  <a:lnTo>
                    <a:pt x="160723" y="57398"/>
                  </a:lnTo>
                  <a:close/>
                  <a:moveTo>
                    <a:pt x="208571" y="23375"/>
                  </a:moveTo>
                  <a:lnTo>
                    <a:pt x="201077" y="23375"/>
                  </a:lnTo>
                  <a:lnTo>
                    <a:pt x="160723" y="59259"/>
                  </a:lnTo>
                  <a:close/>
                  <a:moveTo>
                    <a:pt x="208571" y="59259"/>
                  </a:moveTo>
                  <a:lnTo>
                    <a:pt x="208571" y="23375"/>
                  </a:lnTo>
                  <a:lnTo>
                    <a:pt x="160723" y="59259"/>
                  </a:lnTo>
                  <a:close/>
                  <a:moveTo>
                    <a:pt x="352118" y="23375"/>
                  </a:moveTo>
                  <a:lnTo>
                    <a:pt x="399966" y="44610"/>
                  </a:lnTo>
                  <a:lnTo>
                    <a:pt x="376291" y="23375"/>
                  </a:lnTo>
                  <a:close/>
                  <a:moveTo>
                    <a:pt x="399966" y="59259"/>
                  </a:moveTo>
                  <a:lnTo>
                    <a:pt x="399966" y="44610"/>
                  </a:lnTo>
                  <a:lnTo>
                    <a:pt x="352118" y="23375"/>
                  </a:lnTo>
                  <a:close/>
                  <a:moveTo>
                    <a:pt x="399966" y="59259"/>
                  </a:moveTo>
                  <a:lnTo>
                    <a:pt x="411289" y="59259"/>
                  </a:lnTo>
                  <a:lnTo>
                    <a:pt x="399966" y="44610"/>
                  </a:lnTo>
                  <a:close/>
                  <a:moveTo>
                    <a:pt x="208571" y="18861"/>
                  </a:moveTo>
                  <a:lnTo>
                    <a:pt x="201077" y="23375"/>
                  </a:lnTo>
                  <a:lnTo>
                    <a:pt x="208571" y="23375"/>
                  </a:lnTo>
                  <a:close/>
                  <a:moveTo>
                    <a:pt x="208571" y="23375"/>
                  </a:moveTo>
                  <a:lnTo>
                    <a:pt x="256420" y="2627"/>
                  </a:lnTo>
                  <a:lnTo>
                    <a:pt x="208571" y="18861"/>
                  </a:lnTo>
                  <a:close/>
                  <a:moveTo>
                    <a:pt x="208571" y="23375"/>
                  </a:moveTo>
                  <a:lnTo>
                    <a:pt x="256420" y="23375"/>
                  </a:lnTo>
                  <a:lnTo>
                    <a:pt x="256420" y="2627"/>
                  </a:lnTo>
                  <a:close/>
                  <a:moveTo>
                    <a:pt x="256420" y="23375"/>
                  </a:moveTo>
                  <a:lnTo>
                    <a:pt x="304269" y="0"/>
                  </a:lnTo>
                  <a:lnTo>
                    <a:pt x="256420" y="2627"/>
                  </a:lnTo>
                  <a:close/>
                  <a:moveTo>
                    <a:pt x="304269" y="23375"/>
                  </a:moveTo>
                  <a:lnTo>
                    <a:pt x="352118" y="10607"/>
                  </a:lnTo>
                  <a:lnTo>
                    <a:pt x="304269" y="0"/>
                  </a:lnTo>
                  <a:close/>
                  <a:moveTo>
                    <a:pt x="304269" y="23375"/>
                  </a:moveTo>
                  <a:lnTo>
                    <a:pt x="352118" y="23375"/>
                  </a:lnTo>
                  <a:lnTo>
                    <a:pt x="352118" y="10607"/>
                  </a:lnTo>
                  <a:close/>
                  <a:moveTo>
                    <a:pt x="352118" y="23375"/>
                  </a:moveTo>
                  <a:lnTo>
                    <a:pt x="376291" y="23375"/>
                  </a:lnTo>
                  <a:lnTo>
                    <a:pt x="352118" y="10607"/>
                  </a:lnTo>
                  <a:close/>
                </a:path>
              </a:pathLst>
            </a:custGeom>
            <a:solidFill>
              <a:srgbClr val="6BC495"/>
            </a:solidFill>
            <a:ln w="4001">
              <a:solidFill>
                <a:srgbClr val="B0E0C7"/>
              </a:solidFill>
            </a:ln>
          </p:spPr>
        </p:sp>
        <p:sp>
          <p:nvSpPr>
            <p:cNvPr id="3959" name="Candidate_B2__3958">
              <a:extLst>
                <a:ext uri="{FF2B5EF4-FFF2-40B4-BE49-F238E27FC236}">
                  <a16:creationId xmlns:a16="http://schemas.microsoft.com/office/drawing/2014/main" id="{B6845D99-2215-42F3-E147-B43B4F59DF4E}"/>
                </a:ext>
              </a:extLst>
            </p:cNvPr>
            <p:cNvSpPr>
              <a:spLocks noGrp="1"/>
            </p:cNvSpPr>
            <p:nvPr/>
          </p:nvSpPr>
          <p:spPr>
            <a:xfrm>
              <a:off x="5839622" y="3766260"/>
              <a:ext cx="382790" cy="669291"/>
            </a:xfrm>
            <a:custGeom>
              <a:avLst/>
              <a:gdLst/>
              <a:ahLst/>
              <a:cxnLst/>
              <a:rect l="0" t="0" r="0" b="0"/>
              <a:pathLst>
                <a:path w="382790" h="669291">
                  <a:moveTo>
                    <a:pt x="47849" y="633407"/>
                  </a:moveTo>
                  <a:lnTo>
                    <a:pt x="47849" y="656464"/>
                  </a:lnTo>
                  <a:lnTo>
                    <a:pt x="70308" y="633407"/>
                  </a:lnTo>
                  <a:close/>
                  <a:moveTo>
                    <a:pt x="70308" y="633407"/>
                  </a:moveTo>
                  <a:lnTo>
                    <a:pt x="93293" y="669291"/>
                  </a:lnTo>
                  <a:lnTo>
                    <a:pt x="95698" y="642072"/>
                  </a:lnTo>
                  <a:close/>
                  <a:moveTo>
                    <a:pt x="143546" y="669291"/>
                  </a:moveTo>
                  <a:lnTo>
                    <a:pt x="143546" y="642971"/>
                  </a:lnTo>
                  <a:lnTo>
                    <a:pt x="95698" y="642072"/>
                  </a:lnTo>
                  <a:close/>
                  <a:moveTo>
                    <a:pt x="143546" y="642971"/>
                  </a:moveTo>
                  <a:lnTo>
                    <a:pt x="191395" y="658639"/>
                  </a:lnTo>
                  <a:lnTo>
                    <a:pt x="191395" y="633407"/>
                  </a:lnTo>
                  <a:close/>
                  <a:moveTo>
                    <a:pt x="0" y="597523"/>
                  </a:moveTo>
                  <a:lnTo>
                    <a:pt x="0" y="619630"/>
                  </a:lnTo>
                  <a:lnTo>
                    <a:pt x="27351" y="597523"/>
                  </a:lnTo>
                  <a:close/>
                  <a:moveTo>
                    <a:pt x="27351" y="597523"/>
                  </a:moveTo>
                  <a:lnTo>
                    <a:pt x="11286" y="633407"/>
                  </a:lnTo>
                  <a:lnTo>
                    <a:pt x="47849" y="620408"/>
                  </a:lnTo>
                  <a:close/>
                  <a:moveTo>
                    <a:pt x="47849" y="620408"/>
                  </a:moveTo>
                  <a:lnTo>
                    <a:pt x="11286" y="633407"/>
                  </a:lnTo>
                  <a:lnTo>
                    <a:pt x="47849" y="633407"/>
                  </a:lnTo>
                  <a:close/>
                  <a:moveTo>
                    <a:pt x="191395" y="626824"/>
                  </a:moveTo>
                  <a:lnTo>
                    <a:pt x="239244" y="631335"/>
                  </a:lnTo>
                  <a:lnTo>
                    <a:pt x="239244" y="597523"/>
                  </a:lnTo>
                  <a:close/>
                  <a:moveTo>
                    <a:pt x="191395" y="633407"/>
                  </a:moveTo>
                  <a:lnTo>
                    <a:pt x="239244" y="631335"/>
                  </a:lnTo>
                  <a:lnTo>
                    <a:pt x="191395" y="626824"/>
                  </a:lnTo>
                  <a:close/>
                  <a:moveTo>
                    <a:pt x="22265" y="561638"/>
                  </a:moveTo>
                  <a:lnTo>
                    <a:pt x="0" y="561638"/>
                  </a:lnTo>
                  <a:lnTo>
                    <a:pt x="0" y="597523"/>
                  </a:lnTo>
                  <a:close/>
                  <a:moveTo>
                    <a:pt x="239244" y="576927"/>
                  </a:moveTo>
                  <a:lnTo>
                    <a:pt x="287093" y="561638"/>
                  </a:lnTo>
                  <a:lnTo>
                    <a:pt x="247325" y="561638"/>
                  </a:lnTo>
                  <a:close/>
                  <a:moveTo>
                    <a:pt x="239244" y="576927"/>
                  </a:moveTo>
                  <a:lnTo>
                    <a:pt x="287093" y="570424"/>
                  </a:lnTo>
                  <a:lnTo>
                    <a:pt x="287093" y="561638"/>
                  </a:lnTo>
                  <a:close/>
                  <a:moveTo>
                    <a:pt x="239244" y="597523"/>
                  </a:moveTo>
                  <a:lnTo>
                    <a:pt x="287093" y="570424"/>
                  </a:lnTo>
                  <a:lnTo>
                    <a:pt x="239244" y="576927"/>
                  </a:lnTo>
                  <a:close/>
                  <a:moveTo>
                    <a:pt x="38989" y="525754"/>
                  </a:moveTo>
                  <a:lnTo>
                    <a:pt x="0" y="525754"/>
                  </a:lnTo>
                  <a:lnTo>
                    <a:pt x="0" y="561638"/>
                  </a:lnTo>
                  <a:close/>
                  <a:moveTo>
                    <a:pt x="287093" y="561638"/>
                  </a:moveTo>
                  <a:lnTo>
                    <a:pt x="287093" y="525754"/>
                  </a:lnTo>
                  <a:lnTo>
                    <a:pt x="247325" y="561638"/>
                  </a:lnTo>
                  <a:close/>
                  <a:moveTo>
                    <a:pt x="47849" y="489870"/>
                  </a:moveTo>
                  <a:lnTo>
                    <a:pt x="22943" y="489870"/>
                  </a:lnTo>
                  <a:lnTo>
                    <a:pt x="47849" y="515575"/>
                  </a:lnTo>
                  <a:close/>
                  <a:moveTo>
                    <a:pt x="47849" y="515575"/>
                  </a:moveTo>
                  <a:lnTo>
                    <a:pt x="0" y="520670"/>
                  </a:lnTo>
                  <a:lnTo>
                    <a:pt x="38989" y="525754"/>
                  </a:lnTo>
                  <a:close/>
                  <a:moveTo>
                    <a:pt x="38989" y="525754"/>
                  </a:moveTo>
                  <a:lnTo>
                    <a:pt x="0" y="520670"/>
                  </a:lnTo>
                  <a:lnTo>
                    <a:pt x="0" y="525754"/>
                  </a:lnTo>
                  <a:close/>
                  <a:moveTo>
                    <a:pt x="287093" y="489870"/>
                  </a:moveTo>
                  <a:lnTo>
                    <a:pt x="287093" y="525754"/>
                  </a:lnTo>
                  <a:lnTo>
                    <a:pt x="310613" y="525754"/>
                  </a:lnTo>
                  <a:close/>
                  <a:moveTo>
                    <a:pt x="287093" y="525754"/>
                  </a:moveTo>
                  <a:lnTo>
                    <a:pt x="287093" y="489870"/>
                  </a:lnTo>
                  <a:lnTo>
                    <a:pt x="257488" y="525754"/>
                  </a:lnTo>
                  <a:close/>
                  <a:moveTo>
                    <a:pt x="95698" y="453986"/>
                  </a:moveTo>
                  <a:lnTo>
                    <a:pt x="53091" y="453986"/>
                  </a:lnTo>
                  <a:lnTo>
                    <a:pt x="95698" y="470550"/>
                  </a:lnTo>
                  <a:close/>
                  <a:moveTo>
                    <a:pt x="95698" y="470550"/>
                  </a:moveTo>
                  <a:lnTo>
                    <a:pt x="47849" y="460057"/>
                  </a:lnTo>
                  <a:lnTo>
                    <a:pt x="75733" y="489870"/>
                  </a:lnTo>
                  <a:close/>
                  <a:moveTo>
                    <a:pt x="75733" y="489870"/>
                  </a:moveTo>
                  <a:lnTo>
                    <a:pt x="47849" y="460057"/>
                  </a:lnTo>
                  <a:lnTo>
                    <a:pt x="47849" y="489870"/>
                  </a:lnTo>
                  <a:close/>
                  <a:moveTo>
                    <a:pt x="287093" y="453986"/>
                  </a:moveTo>
                  <a:lnTo>
                    <a:pt x="287093" y="489870"/>
                  </a:lnTo>
                  <a:lnTo>
                    <a:pt x="334941" y="453986"/>
                  </a:lnTo>
                  <a:close/>
                  <a:moveTo>
                    <a:pt x="72893" y="418102"/>
                  </a:moveTo>
                  <a:lnTo>
                    <a:pt x="95698" y="453986"/>
                  </a:lnTo>
                  <a:lnTo>
                    <a:pt x="95698" y="418102"/>
                  </a:lnTo>
                  <a:close/>
                  <a:moveTo>
                    <a:pt x="138727" y="418102"/>
                  </a:moveTo>
                  <a:lnTo>
                    <a:pt x="95698" y="418102"/>
                  </a:lnTo>
                  <a:lnTo>
                    <a:pt x="95698" y="453986"/>
                  </a:lnTo>
                  <a:close/>
                  <a:moveTo>
                    <a:pt x="287093" y="453986"/>
                  </a:moveTo>
                  <a:lnTo>
                    <a:pt x="334941" y="453986"/>
                  </a:lnTo>
                  <a:lnTo>
                    <a:pt x="334941" y="418102"/>
                  </a:lnTo>
                  <a:close/>
                  <a:moveTo>
                    <a:pt x="287093" y="453986"/>
                  </a:moveTo>
                  <a:lnTo>
                    <a:pt x="334941" y="418102"/>
                  </a:lnTo>
                  <a:lnTo>
                    <a:pt x="287093" y="418102"/>
                  </a:lnTo>
                  <a:close/>
                  <a:moveTo>
                    <a:pt x="139378" y="382217"/>
                  </a:moveTo>
                  <a:lnTo>
                    <a:pt x="95698" y="382217"/>
                  </a:lnTo>
                  <a:lnTo>
                    <a:pt x="95698" y="418102"/>
                  </a:lnTo>
                  <a:close/>
                  <a:moveTo>
                    <a:pt x="287093" y="418102"/>
                  </a:moveTo>
                  <a:lnTo>
                    <a:pt x="334941" y="418102"/>
                  </a:lnTo>
                  <a:lnTo>
                    <a:pt x="334941" y="382217"/>
                  </a:lnTo>
                  <a:close/>
                  <a:moveTo>
                    <a:pt x="287093" y="418102"/>
                  </a:moveTo>
                  <a:lnTo>
                    <a:pt x="334941" y="382217"/>
                  </a:lnTo>
                  <a:lnTo>
                    <a:pt x="287093" y="382217"/>
                  </a:lnTo>
                  <a:close/>
                  <a:moveTo>
                    <a:pt x="123550" y="346333"/>
                  </a:moveTo>
                  <a:lnTo>
                    <a:pt x="95698" y="346333"/>
                  </a:lnTo>
                  <a:lnTo>
                    <a:pt x="95698" y="382217"/>
                  </a:lnTo>
                  <a:close/>
                  <a:moveTo>
                    <a:pt x="290219" y="346333"/>
                  </a:moveTo>
                  <a:lnTo>
                    <a:pt x="287093" y="374306"/>
                  </a:lnTo>
                  <a:lnTo>
                    <a:pt x="334941" y="346333"/>
                  </a:lnTo>
                  <a:close/>
                  <a:moveTo>
                    <a:pt x="334941" y="346333"/>
                  </a:moveTo>
                  <a:lnTo>
                    <a:pt x="287093" y="374306"/>
                  </a:lnTo>
                  <a:lnTo>
                    <a:pt x="287093" y="382217"/>
                  </a:lnTo>
                  <a:close/>
                  <a:moveTo>
                    <a:pt x="334941" y="346333"/>
                  </a:moveTo>
                  <a:lnTo>
                    <a:pt x="287093" y="382217"/>
                  </a:lnTo>
                  <a:lnTo>
                    <a:pt x="334941" y="382217"/>
                  </a:lnTo>
                  <a:close/>
                  <a:moveTo>
                    <a:pt x="55219" y="310449"/>
                  </a:moveTo>
                  <a:lnTo>
                    <a:pt x="95698" y="346333"/>
                  </a:lnTo>
                  <a:lnTo>
                    <a:pt x="95698" y="310449"/>
                  </a:lnTo>
                  <a:close/>
                  <a:moveTo>
                    <a:pt x="334941" y="346333"/>
                  </a:moveTo>
                  <a:lnTo>
                    <a:pt x="334941" y="310449"/>
                  </a:lnTo>
                  <a:lnTo>
                    <a:pt x="290219" y="346333"/>
                  </a:lnTo>
                  <a:close/>
                  <a:moveTo>
                    <a:pt x="334941" y="310449"/>
                  </a:moveTo>
                  <a:lnTo>
                    <a:pt x="297237" y="310449"/>
                  </a:lnTo>
                  <a:lnTo>
                    <a:pt x="290219" y="346333"/>
                  </a:lnTo>
                  <a:close/>
                  <a:moveTo>
                    <a:pt x="47849" y="274565"/>
                  </a:moveTo>
                  <a:lnTo>
                    <a:pt x="47849" y="283974"/>
                  </a:lnTo>
                  <a:lnTo>
                    <a:pt x="84836" y="274565"/>
                  </a:lnTo>
                  <a:close/>
                  <a:moveTo>
                    <a:pt x="84836" y="274565"/>
                  </a:moveTo>
                  <a:lnTo>
                    <a:pt x="55219" y="310449"/>
                  </a:lnTo>
                  <a:lnTo>
                    <a:pt x="95698" y="302267"/>
                  </a:lnTo>
                  <a:close/>
                  <a:moveTo>
                    <a:pt x="95698" y="302267"/>
                  </a:moveTo>
                  <a:lnTo>
                    <a:pt x="55219" y="310449"/>
                  </a:lnTo>
                  <a:lnTo>
                    <a:pt x="95698" y="310449"/>
                  </a:lnTo>
                  <a:close/>
                  <a:moveTo>
                    <a:pt x="334941" y="310449"/>
                  </a:moveTo>
                  <a:lnTo>
                    <a:pt x="334941" y="274565"/>
                  </a:lnTo>
                  <a:lnTo>
                    <a:pt x="297237" y="310449"/>
                  </a:lnTo>
                  <a:close/>
                  <a:moveTo>
                    <a:pt x="334941" y="274565"/>
                  </a:moveTo>
                  <a:lnTo>
                    <a:pt x="305264" y="274565"/>
                  </a:lnTo>
                  <a:lnTo>
                    <a:pt x="297237" y="310449"/>
                  </a:lnTo>
                  <a:close/>
                  <a:moveTo>
                    <a:pt x="84836" y="274565"/>
                  </a:moveTo>
                  <a:lnTo>
                    <a:pt x="82984" y="238681"/>
                  </a:lnTo>
                  <a:lnTo>
                    <a:pt x="47849" y="274565"/>
                  </a:lnTo>
                  <a:close/>
                  <a:moveTo>
                    <a:pt x="82984" y="238681"/>
                  </a:moveTo>
                  <a:lnTo>
                    <a:pt x="47849" y="238681"/>
                  </a:lnTo>
                  <a:lnTo>
                    <a:pt x="47849" y="274565"/>
                  </a:lnTo>
                  <a:close/>
                  <a:moveTo>
                    <a:pt x="334941" y="274565"/>
                  </a:moveTo>
                  <a:lnTo>
                    <a:pt x="334941" y="238681"/>
                  </a:lnTo>
                  <a:lnTo>
                    <a:pt x="305264" y="274565"/>
                  </a:lnTo>
                  <a:close/>
                  <a:moveTo>
                    <a:pt x="54860" y="202796"/>
                  </a:moveTo>
                  <a:lnTo>
                    <a:pt x="47849" y="238681"/>
                  </a:lnTo>
                  <a:lnTo>
                    <a:pt x="82984" y="238681"/>
                  </a:lnTo>
                  <a:close/>
                  <a:moveTo>
                    <a:pt x="54860" y="202796"/>
                  </a:moveTo>
                  <a:lnTo>
                    <a:pt x="82984" y="238681"/>
                  </a:lnTo>
                  <a:lnTo>
                    <a:pt x="94507" y="202796"/>
                  </a:lnTo>
                  <a:close/>
                  <a:moveTo>
                    <a:pt x="334941" y="202796"/>
                  </a:moveTo>
                  <a:lnTo>
                    <a:pt x="334941" y="238681"/>
                  </a:lnTo>
                  <a:lnTo>
                    <a:pt x="355219" y="238681"/>
                  </a:lnTo>
                  <a:close/>
                  <a:moveTo>
                    <a:pt x="334941" y="238681"/>
                  </a:moveTo>
                  <a:lnTo>
                    <a:pt x="334941" y="202796"/>
                  </a:lnTo>
                  <a:lnTo>
                    <a:pt x="312677" y="238681"/>
                  </a:lnTo>
                  <a:close/>
                  <a:moveTo>
                    <a:pt x="73331" y="166912"/>
                  </a:moveTo>
                  <a:lnTo>
                    <a:pt x="95698" y="200680"/>
                  </a:lnTo>
                  <a:lnTo>
                    <a:pt x="95698" y="166912"/>
                  </a:lnTo>
                  <a:close/>
                  <a:moveTo>
                    <a:pt x="94507" y="202796"/>
                  </a:moveTo>
                  <a:lnTo>
                    <a:pt x="95698" y="200680"/>
                  </a:lnTo>
                  <a:lnTo>
                    <a:pt x="73331" y="166912"/>
                  </a:lnTo>
                  <a:close/>
                  <a:moveTo>
                    <a:pt x="334941" y="166912"/>
                  </a:moveTo>
                  <a:lnTo>
                    <a:pt x="334941" y="202796"/>
                  </a:lnTo>
                  <a:lnTo>
                    <a:pt x="365371" y="202796"/>
                  </a:lnTo>
                  <a:close/>
                  <a:moveTo>
                    <a:pt x="142651" y="131028"/>
                  </a:moveTo>
                  <a:lnTo>
                    <a:pt x="95698" y="131028"/>
                  </a:lnTo>
                  <a:lnTo>
                    <a:pt x="95698" y="166912"/>
                  </a:lnTo>
                  <a:close/>
                  <a:moveTo>
                    <a:pt x="334941" y="161843"/>
                  </a:moveTo>
                  <a:lnTo>
                    <a:pt x="382790" y="131028"/>
                  </a:lnTo>
                  <a:lnTo>
                    <a:pt x="345683" y="131028"/>
                  </a:lnTo>
                  <a:close/>
                  <a:moveTo>
                    <a:pt x="334941" y="161843"/>
                  </a:moveTo>
                  <a:lnTo>
                    <a:pt x="382790" y="160597"/>
                  </a:lnTo>
                  <a:lnTo>
                    <a:pt x="382790" y="131028"/>
                  </a:lnTo>
                  <a:close/>
                  <a:moveTo>
                    <a:pt x="334941" y="166912"/>
                  </a:moveTo>
                  <a:lnTo>
                    <a:pt x="382790" y="160597"/>
                  </a:lnTo>
                  <a:lnTo>
                    <a:pt x="334941" y="161843"/>
                  </a:lnTo>
                  <a:close/>
                  <a:moveTo>
                    <a:pt x="143546" y="95144"/>
                  </a:moveTo>
                  <a:lnTo>
                    <a:pt x="117292" y="95144"/>
                  </a:lnTo>
                  <a:lnTo>
                    <a:pt x="143546" y="129598"/>
                  </a:lnTo>
                  <a:close/>
                  <a:moveTo>
                    <a:pt x="143546" y="129598"/>
                  </a:moveTo>
                  <a:lnTo>
                    <a:pt x="95698" y="131005"/>
                  </a:lnTo>
                  <a:lnTo>
                    <a:pt x="142651" y="131028"/>
                  </a:lnTo>
                  <a:close/>
                  <a:moveTo>
                    <a:pt x="382790" y="131028"/>
                  </a:moveTo>
                  <a:lnTo>
                    <a:pt x="382790" y="95144"/>
                  </a:lnTo>
                  <a:lnTo>
                    <a:pt x="345683" y="131028"/>
                  </a:lnTo>
                  <a:close/>
                  <a:moveTo>
                    <a:pt x="143546" y="95144"/>
                  </a:moveTo>
                  <a:lnTo>
                    <a:pt x="191395" y="59259"/>
                  </a:lnTo>
                  <a:lnTo>
                    <a:pt x="143546" y="59259"/>
                  </a:lnTo>
                  <a:close/>
                  <a:moveTo>
                    <a:pt x="334941" y="59259"/>
                  </a:moveTo>
                  <a:lnTo>
                    <a:pt x="382790" y="95144"/>
                  </a:lnTo>
                  <a:lnTo>
                    <a:pt x="382790" y="59259"/>
                  </a:lnTo>
                  <a:close/>
                  <a:moveTo>
                    <a:pt x="191395" y="59259"/>
                  </a:moveTo>
                  <a:lnTo>
                    <a:pt x="239244" y="23375"/>
                  </a:lnTo>
                  <a:lnTo>
                    <a:pt x="191395" y="23375"/>
                  </a:lnTo>
                  <a:close/>
                  <a:moveTo>
                    <a:pt x="334941" y="59259"/>
                  </a:moveTo>
                  <a:lnTo>
                    <a:pt x="382790" y="59259"/>
                  </a:lnTo>
                  <a:lnTo>
                    <a:pt x="334941" y="23375"/>
                  </a:lnTo>
                  <a:close/>
                  <a:moveTo>
                    <a:pt x="287093" y="23375"/>
                  </a:moveTo>
                  <a:lnTo>
                    <a:pt x="334941" y="59259"/>
                  </a:lnTo>
                  <a:lnTo>
                    <a:pt x="334941" y="23375"/>
                  </a:lnTo>
                  <a:close/>
                  <a:moveTo>
                    <a:pt x="239244" y="23375"/>
                  </a:moveTo>
                  <a:lnTo>
                    <a:pt x="287093" y="23375"/>
                  </a:lnTo>
                  <a:lnTo>
                    <a:pt x="287093" y="0"/>
                  </a:lnTo>
                  <a:close/>
                  <a:moveTo>
                    <a:pt x="287093" y="23375"/>
                  </a:moveTo>
                  <a:lnTo>
                    <a:pt x="239244" y="23375"/>
                  </a:lnTo>
                  <a:lnTo>
                    <a:pt x="287093" y="40658"/>
                  </a:lnTo>
                  <a:close/>
                </a:path>
              </a:pathLst>
            </a:custGeom>
            <a:solidFill>
              <a:srgbClr val="70C699"/>
            </a:solidFill>
            <a:ln w="4001">
              <a:solidFill>
                <a:srgbClr val="B0E0C7"/>
              </a:solidFill>
            </a:ln>
          </p:spPr>
        </p:sp>
        <p:sp>
          <p:nvSpPr>
            <p:cNvPr id="3960" name="Candidate_B2__3959">
              <a:extLst>
                <a:ext uri="{FF2B5EF4-FFF2-40B4-BE49-F238E27FC236}">
                  <a16:creationId xmlns:a16="http://schemas.microsoft.com/office/drawing/2014/main" id="{8E4DEC27-C3F3-62D3-D7C3-F24303EFE404}"/>
                </a:ext>
              </a:extLst>
            </p:cNvPr>
            <p:cNvSpPr>
              <a:spLocks noGrp="1"/>
            </p:cNvSpPr>
            <p:nvPr/>
          </p:nvSpPr>
          <p:spPr>
            <a:xfrm>
              <a:off x="5839622" y="3789635"/>
              <a:ext cx="382790" cy="619596"/>
            </a:xfrm>
            <a:custGeom>
              <a:avLst/>
              <a:gdLst/>
              <a:ahLst/>
              <a:cxnLst/>
              <a:rect l="0" t="0" r="0" b="0"/>
              <a:pathLst>
                <a:path w="382790" h="619596">
                  <a:moveTo>
                    <a:pt x="143546" y="619596"/>
                  </a:moveTo>
                  <a:lnTo>
                    <a:pt x="191395" y="610031"/>
                  </a:lnTo>
                  <a:lnTo>
                    <a:pt x="175859" y="610031"/>
                  </a:lnTo>
                  <a:close/>
                  <a:moveTo>
                    <a:pt x="47849" y="610031"/>
                  </a:moveTo>
                  <a:lnTo>
                    <a:pt x="70308" y="610031"/>
                  </a:lnTo>
                  <a:lnTo>
                    <a:pt x="47849" y="597033"/>
                  </a:lnTo>
                  <a:close/>
                  <a:moveTo>
                    <a:pt x="191395" y="603448"/>
                  </a:moveTo>
                  <a:lnTo>
                    <a:pt x="239244" y="574147"/>
                  </a:lnTo>
                  <a:lnTo>
                    <a:pt x="226171" y="574147"/>
                  </a:lnTo>
                  <a:close/>
                  <a:moveTo>
                    <a:pt x="175859" y="610031"/>
                  </a:moveTo>
                  <a:lnTo>
                    <a:pt x="191395" y="610031"/>
                  </a:lnTo>
                  <a:lnTo>
                    <a:pt x="191395" y="603448"/>
                  </a:lnTo>
                  <a:close/>
                  <a:moveTo>
                    <a:pt x="27351" y="574147"/>
                  </a:moveTo>
                  <a:lnTo>
                    <a:pt x="22265" y="538263"/>
                  </a:lnTo>
                  <a:lnTo>
                    <a:pt x="0" y="574147"/>
                  </a:lnTo>
                  <a:close/>
                  <a:moveTo>
                    <a:pt x="226171" y="574147"/>
                  </a:moveTo>
                  <a:lnTo>
                    <a:pt x="239244" y="574147"/>
                  </a:lnTo>
                  <a:lnTo>
                    <a:pt x="239244" y="553552"/>
                  </a:lnTo>
                  <a:close/>
                  <a:moveTo>
                    <a:pt x="22265" y="538263"/>
                  </a:moveTo>
                  <a:lnTo>
                    <a:pt x="38989" y="502379"/>
                  </a:lnTo>
                  <a:lnTo>
                    <a:pt x="0" y="538263"/>
                  </a:lnTo>
                  <a:close/>
                  <a:moveTo>
                    <a:pt x="287093" y="502379"/>
                  </a:moveTo>
                  <a:lnTo>
                    <a:pt x="257488" y="502379"/>
                  </a:lnTo>
                  <a:lnTo>
                    <a:pt x="247325" y="538263"/>
                  </a:lnTo>
                  <a:close/>
                  <a:moveTo>
                    <a:pt x="287093" y="466495"/>
                  </a:moveTo>
                  <a:lnTo>
                    <a:pt x="265025" y="466495"/>
                  </a:lnTo>
                  <a:lnTo>
                    <a:pt x="257488" y="502379"/>
                  </a:lnTo>
                  <a:close/>
                  <a:moveTo>
                    <a:pt x="47849" y="466495"/>
                  </a:moveTo>
                  <a:lnTo>
                    <a:pt x="47849" y="492200"/>
                  </a:lnTo>
                  <a:lnTo>
                    <a:pt x="75733" y="466495"/>
                  </a:lnTo>
                  <a:close/>
                  <a:moveTo>
                    <a:pt x="287093" y="466495"/>
                  </a:moveTo>
                  <a:lnTo>
                    <a:pt x="287093" y="430610"/>
                  </a:lnTo>
                  <a:lnTo>
                    <a:pt x="265025" y="466495"/>
                  </a:lnTo>
                  <a:close/>
                  <a:moveTo>
                    <a:pt x="287093" y="430610"/>
                  </a:moveTo>
                  <a:lnTo>
                    <a:pt x="273149" y="430610"/>
                  </a:lnTo>
                  <a:lnTo>
                    <a:pt x="265025" y="466495"/>
                  </a:lnTo>
                  <a:close/>
                  <a:moveTo>
                    <a:pt x="116791" y="430610"/>
                  </a:moveTo>
                  <a:lnTo>
                    <a:pt x="138727" y="394726"/>
                  </a:lnTo>
                  <a:lnTo>
                    <a:pt x="95698" y="430610"/>
                  </a:lnTo>
                  <a:close/>
                  <a:moveTo>
                    <a:pt x="95698" y="430610"/>
                  </a:moveTo>
                  <a:lnTo>
                    <a:pt x="95698" y="447175"/>
                  </a:lnTo>
                  <a:lnTo>
                    <a:pt x="116791" y="430610"/>
                  </a:lnTo>
                  <a:close/>
                  <a:moveTo>
                    <a:pt x="287093" y="430610"/>
                  </a:moveTo>
                  <a:lnTo>
                    <a:pt x="287093" y="394726"/>
                  </a:lnTo>
                  <a:lnTo>
                    <a:pt x="273149" y="430610"/>
                  </a:lnTo>
                  <a:close/>
                  <a:moveTo>
                    <a:pt x="287093" y="394726"/>
                  </a:moveTo>
                  <a:lnTo>
                    <a:pt x="280562" y="394726"/>
                  </a:lnTo>
                  <a:lnTo>
                    <a:pt x="273149" y="430610"/>
                  </a:lnTo>
                  <a:close/>
                  <a:moveTo>
                    <a:pt x="138727" y="394726"/>
                  </a:moveTo>
                  <a:lnTo>
                    <a:pt x="139378" y="358842"/>
                  </a:lnTo>
                  <a:lnTo>
                    <a:pt x="95698" y="394726"/>
                  </a:lnTo>
                  <a:close/>
                  <a:moveTo>
                    <a:pt x="287093" y="394726"/>
                  </a:moveTo>
                  <a:lnTo>
                    <a:pt x="287093" y="358842"/>
                  </a:lnTo>
                  <a:lnTo>
                    <a:pt x="280562" y="394726"/>
                  </a:lnTo>
                  <a:close/>
                  <a:moveTo>
                    <a:pt x="287093" y="358842"/>
                  </a:moveTo>
                  <a:lnTo>
                    <a:pt x="285522" y="358842"/>
                  </a:lnTo>
                  <a:lnTo>
                    <a:pt x="280562" y="394726"/>
                  </a:lnTo>
                  <a:close/>
                  <a:moveTo>
                    <a:pt x="139378" y="358842"/>
                  </a:moveTo>
                  <a:lnTo>
                    <a:pt x="123550" y="322958"/>
                  </a:lnTo>
                  <a:lnTo>
                    <a:pt x="95698" y="358842"/>
                  </a:lnTo>
                  <a:close/>
                  <a:moveTo>
                    <a:pt x="285522" y="358842"/>
                  </a:moveTo>
                  <a:lnTo>
                    <a:pt x="287093" y="358842"/>
                  </a:lnTo>
                  <a:lnTo>
                    <a:pt x="287093" y="350930"/>
                  </a:lnTo>
                  <a:close/>
                  <a:moveTo>
                    <a:pt x="123550" y="322958"/>
                  </a:moveTo>
                  <a:lnTo>
                    <a:pt x="99914" y="287074"/>
                  </a:lnTo>
                  <a:lnTo>
                    <a:pt x="95698" y="322958"/>
                  </a:lnTo>
                  <a:close/>
                  <a:moveTo>
                    <a:pt x="99914" y="287074"/>
                  </a:moveTo>
                  <a:lnTo>
                    <a:pt x="95698" y="287074"/>
                  </a:lnTo>
                  <a:lnTo>
                    <a:pt x="95698" y="322958"/>
                  </a:lnTo>
                  <a:close/>
                  <a:moveTo>
                    <a:pt x="95698" y="287074"/>
                  </a:moveTo>
                  <a:lnTo>
                    <a:pt x="99914" y="287074"/>
                  </a:lnTo>
                  <a:lnTo>
                    <a:pt x="95698" y="278891"/>
                  </a:lnTo>
                  <a:close/>
                  <a:moveTo>
                    <a:pt x="334941" y="215305"/>
                  </a:moveTo>
                  <a:lnTo>
                    <a:pt x="312677" y="215305"/>
                  </a:lnTo>
                  <a:lnTo>
                    <a:pt x="305264" y="251189"/>
                  </a:lnTo>
                  <a:close/>
                  <a:moveTo>
                    <a:pt x="334941" y="179421"/>
                  </a:moveTo>
                  <a:lnTo>
                    <a:pt x="320773" y="179421"/>
                  </a:lnTo>
                  <a:lnTo>
                    <a:pt x="312677" y="215305"/>
                  </a:lnTo>
                  <a:close/>
                  <a:moveTo>
                    <a:pt x="334941" y="179421"/>
                  </a:moveTo>
                  <a:lnTo>
                    <a:pt x="334941" y="143537"/>
                  </a:lnTo>
                  <a:lnTo>
                    <a:pt x="320773" y="179421"/>
                  </a:lnTo>
                  <a:close/>
                  <a:moveTo>
                    <a:pt x="334941" y="143537"/>
                  </a:moveTo>
                  <a:lnTo>
                    <a:pt x="333015" y="143537"/>
                  </a:lnTo>
                  <a:lnTo>
                    <a:pt x="320773" y="179421"/>
                  </a:lnTo>
                  <a:close/>
                  <a:moveTo>
                    <a:pt x="118145" y="143537"/>
                  </a:moveTo>
                  <a:lnTo>
                    <a:pt x="142651" y="107653"/>
                  </a:lnTo>
                  <a:lnTo>
                    <a:pt x="95698" y="143537"/>
                  </a:lnTo>
                  <a:close/>
                  <a:moveTo>
                    <a:pt x="95698" y="143537"/>
                  </a:moveTo>
                  <a:lnTo>
                    <a:pt x="95698" y="177305"/>
                  </a:lnTo>
                  <a:lnTo>
                    <a:pt x="118145" y="143537"/>
                  </a:lnTo>
                  <a:close/>
                  <a:moveTo>
                    <a:pt x="333015" y="143537"/>
                  </a:moveTo>
                  <a:lnTo>
                    <a:pt x="334941" y="143537"/>
                  </a:lnTo>
                  <a:lnTo>
                    <a:pt x="334941" y="138467"/>
                  </a:lnTo>
                  <a:close/>
                  <a:moveTo>
                    <a:pt x="382790" y="71768"/>
                  </a:moveTo>
                  <a:lnTo>
                    <a:pt x="349687" y="71768"/>
                  </a:lnTo>
                  <a:lnTo>
                    <a:pt x="345683" y="107653"/>
                  </a:lnTo>
                  <a:close/>
                  <a:moveTo>
                    <a:pt x="169676" y="71768"/>
                  </a:moveTo>
                  <a:lnTo>
                    <a:pt x="191395" y="46456"/>
                  </a:lnTo>
                  <a:lnTo>
                    <a:pt x="143546" y="71768"/>
                  </a:lnTo>
                  <a:close/>
                  <a:moveTo>
                    <a:pt x="143546" y="71768"/>
                  </a:moveTo>
                  <a:lnTo>
                    <a:pt x="191395" y="46456"/>
                  </a:lnTo>
                  <a:lnTo>
                    <a:pt x="191395" y="35884"/>
                  </a:lnTo>
                  <a:close/>
                  <a:moveTo>
                    <a:pt x="143546" y="71768"/>
                  </a:moveTo>
                  <a:lnTo>
                    <a:pt x="143546" y="106223"/>
                  </a:lnTo>
                  <a:lnTo>
                    <a:pt x="169676" y="71768"/>
                  </a:lnTo>
                  <a:close/>
                  <a:moveTo>
                    <a:pt x="334941" y="39186"/>
                  </a:moveTo>
                  <a:lnTo>
                    <a:pt x="349687" y="71768"/>
                  </a:lnTo>
                  <a:lnTo>
                    <a:pt x="334941" y="35884"/>
                  </a:lnTo>
                  <a:close/>
                  <a:moveTo>
                    <a:pt x="334941" y="35884"/>
                  </a:moveTo>
                  <a:lnTo>
                    <a:pt x="349687" y="71768"/>
                  </a:lnTo>
                  <a:lnTo>
                    <a:pt x="382790" y="71768"/>
                  </a:lnTo>
                  <a:close/>
                  <a:moveTo>
                    <a:pt x="206472" y="35884"/>
                  </a:moveTo>
                  <a:lnTo>
                    <a:pt x="239244" y="20149"/>
                  </a:lnTo>
                  <a:lnTo>
                    <a:pt x="191395" y="35884"/>
                  </a:lnTo>
                  <a:close/>
                  <a:moveTo>
                    <a:pt x="191395" y="35884"/>
                  </a:moveTo>
                  <a:lnTo>
                    <a:pt x="239244" y="20149"/>
                  </a:lnTo>
                  <a:lnTo>
                    <a:pt x="239244" y="0"/>
                  </a:lnTo>
                  <a:close/>
                  <a:moveTo>
                    <a:pt x="191395" y="35884"/>
                  </a:moveTo>
                  <a:lnTo>
                    <a:pt x="191395" y="46456"/>
                  </a:lnTo>
                  <a:lnTo>
                    <a:pt x="206472" y="35884"/>
                  </a:lnTo>
                  <a:close/>
                  <a:moveTo>
                    <a:pt x="287093" y="17282"/>
                  </a:moveTo>
                  <a:lnTo>
                    <a:pt x="331872" y="35884"/>
                  </a:lnTo>
                  <a:lnTo>
                    <a:pt x="287093" y="0"/>
                  </a:lnTo>
                  <a:close/>
                  <a:moveTo>
                    <a:pt x="287093" y="0"/>
                  </a:moveTo>
                  <a:lnTo>
                    <a:pt x="331872" y="35884"/>
                  </a:lnTo>
                  <a:lnTo>
                    <a:pt x="334941" y="35884"/>
                  </a:lnTo>
                  <a:close/>
                  <a:moveTo>
                    <a:pt x="334941" y="39186"/>
                  </a:moveTo>
                  <a:lnTo>
                    <a:pt x="334941" y="35884"/>
                  </a:lnTo>
                  <a:lnTo>
                    <a:pt x="331872" y="35884"/>
                  </a:lnTo>
                  <a:close/>
                  <a:moveTo>
                    <a:pt x="239244" y="0"/>
                  </a:moveTo>
                  <a:lnTo>
                    <a:pt x="239244" y="20149"/>
                  </a:lnTo>
                  <a:lnTo>
                    <a:pt x="287093" y="17282"/>
                  </a:lnTo>
                  <a:close/>
                  <a:moveTo>
                    <a:pt x="70308" y="610031"/>
                  </a:moveTo>
                  <a:lnTo>
                    <a:pt x="95698" y="618697"/>
                  </a:lnTo>
                  <a:lnTo>
                    <a:pt x="95698" y="610031"/>
                  </a:lnTo>
                  <a:close/>
                  <a:moveTo>
                    <a:pt x="95698" y="610031"/>
                  </a:moveTo>
                  <a:lnTo>
                    <a:pt x="47849" y="597033"/>
                  </a:lnTo>
                  <a:lnTo>
                    <a:pt x="70308" y="610031"/>
                  </a:lnTo>
                  <a:close/>
                  <a:moveTo>
                    <a:pt x="47849" y="574147"/>
                  </a:moveTo>
                  <a:lnTo>
                    <a:pt x="47849" y="597033"/>
                  </a:lnTo>
                  <a:lnTo>
                    <a:pt x="95698" y="610031"/>
                  </a:lnTo>
                  <a:close/>
                  <a:moveTo>
                    <a:pt x="143546" y="610031"/>
                  </a:moveTo>
                  <a:lnTo>
                    <a:pt x="95698" y="618697"/>
                  </a:lnTo>
                  <a:lnTo>
                    <a:pt x="143546" y="619596"/>
                  </a:lnTo>
                  <a:close/>
                  <a:moveTo>
                    <a:pt x="143546" y="610031"/>
                  </a:moveTo>
                  <a:lnTo>
                    <a:pt x="95698" y="610031"/>
                  </a:lnTo>
                  <a:lnTo>
                    <a:pt x="95698" y="618697"/>
                  </a:lnTo>
                  <a:close/>
                  <a:moveTo>
                    <a:pt x="143546" y="610031"/>
                  </a:moveTo>
                  <a:lnTo>
                    <a:pt x="143546" y="619596"/>
                  </a:lnTo>
                  <a:lnTo>
                    <a:pt x="175859" y="610031"/>
                  </a:lnTo>
                  <a:close/>
                  <a:moveTo>
                    <a:pt x="191395" y="574147"/>
                  </a:moveTo>
                  <a:lnTo>
                    <a:pt x="175859" y="610031"/>
                  </a:lnTo>
                  <a:lnTo>
                    <a:pt x="191395" y="603448"/>
                  </a:lnTo>
                  <a:close/>
                  <a:moveTo>
                    <a:pt x="143546" y="610031"/>
                  </a:moveTo>
                  <a:lnTo>
                    <a:pt x="175859" y="610031"/>
                  </a:lnTo>
                  <a:lnTo>
                    <a:pt x="191395" y="574147"/>
                  </a:lnTo>
                  <a:close/>
                  <a:moveTo>
                    <a:pt x="27351" y="574147"/>
                  </a:moveTo>
                  <a:lnTo>
                    <a:pt x="47849" y="597033"/>
                  </a:lnTo>
                  <a:lnTo>
                    <a:pt x="47849" y="574147"/>
                  </a:lnTo>
                  <a:close/>
                  <a:moveTo>
                    <a:pt x="22265" y="538263"/>
                  </a:moveTo>
                  <a:lnTo>
                    <a:pt x="27351" y="574147"/>
                  </a:lnTo>
                  <a:lnTo>
                    <a:pt x="47849" y="574147"/>
                  </a:lnTo>
                  <a:close/>
                  <a:moveTo>
                    <a:pt x="191395" y="574147"/>
                  </a:moveTo>
                  <a:lnTo>
                    <a:pt x="191395" y="603448"/>
                  </a:lnTo>
                  <a:lnTo>
                    <a:pt x="226171" y="574147"/>
                  </a:lnTo>
                  <a:close/>
                  <a:moveTo>
                    <a:pt x="239244" y="538263"/>
                  </a:moveTo>
                  <a:lnTo>
                    <a:pt x="226171" y="574147"/>
                  </a:lnTo>
                  <a:lnTo>
                    <a:pt x="239244" y="553552"/>
                  </a:lnTo>
                  <a:close/>
                  <a:moveTo>
                    <a:pt x="191395" y="574147"/>
                  </a:moveTo>
                  <a:lnTo>
                    <a:pt x="226171" y="574147"/>
                  </a:lnTo>
                  <a:lnTo>
                    <a:pt x="239244" y="538263"/>
                  </a:lnTo>
                  <a:close/>
                  <a:moveTo>
                    <a:pt x="38989" y="502379"/>
                  </a:moveTo>
                  <a:lnTo>
                    <a:pt x="47849" y="538263"/>
                  </a:lnTo>
                  <a:lnTo>
                    <a:pt x="47849" y="502379"/>
                  </a:lnTo>
                  <a:close/>
                  <a:moveTo>
                    <a:pt x="38989" y="502379"/>
                  </a:moveTo>
                  <a:lnTo>
                    <a:pt x="22265" y="538263"/>
                  </a:lnTo>
                  <a:lnTo>
                    <a:pt x="47849" y="538263"/>
                  </a:lnTo>
                  <a:close/>
                  <a:moveTo>
                    <a:pt x="239244" y="538263"/>
                  </a:moveTo>
                  <a:lnTo>
                    <a:pt x="239244" y="553552"/>
                  </a:lnTo>
                  <a:lnTo>
                    <a:pt x="247325" y="538263"/>
                  </a:lnTo>
                  <a:close/>
                  <a:moveTo>
                    <a:pt x="239244" y="502379"/>
                  </a:moveTo>
                  <a:lnTo>
                    <a:pt x="247325" y="538263"/>
                  </a:lnTo>
                  <a:lnTo>
                    <a:pt x="257488" y="502379"/>
                  </a:lnTo>
                  <a:close/>
                  <a:moveTo>
                    <a:pt x="239244" y="502379"/>
                  </a:moveTo>
                  <a:lnTo>
                    <a:pt x="239244" y="538263"/>
                  </a:lnTo>
                  <a:lnTo>
                    <a:pt x="247325" y="538263"/>
                  </a:lnTo>
                  <a:close/>
                  <a:moveTo>
                    <a:pt x="47849" y="492200"/>
                  </a:moveTo>
                  <a:lnTo>
                    <a:pt x="38989" y="502379"/>
                  </a:lnTo>
                  <a:lnTo>
                    <a:pt x="47849" y="502379"/>
                  </a:lnTo>
                  <a:close/>
                  <a:moveTo>
                    <a:pt x="47849" y="502379"/>
                  </a:moveTo>
                  <a:lnTo>
                    <a:pt x="75733" y="466495"/>
                  </a:lnTo>
                  <a:lnTo>
                    <a:pt x="47849" y="492200"/>
                  </a:lnTo>
                  <a:close/>
                  <a:moveTo>
                    <a:pt x="95698" y="466495"/>
                  </a:moveTo>
                  <a:lnTo>
                    <a:pt x="75733" y="466495"/>
                  </a:lnTo>
                  <a:lnTo>
                    <a:pt x="47849" y="502379"/>
                  </a:lnTo>
                  <a:close/>
                  <a:moveTo>
                    <a:pt x="239244" y="466495"/>
                  </a:moveTo>
                  <a:lnTo>
                    <a:pt x="257488" y="502379"/>
                  </a:lnTo>
                  <a:lnTo>
                    <a:pt x="265025" y="466495"/>
                  </a:lnTo>
                  <a:close/>
                  <a:moveTo>
                    <a:pt x="239244" y="466495"/>
                  </a:moveTo>
                  <a:lnTo>
                    <a:pt x="239244" y="502379"/>
                  </a:lnTo>
                  <a:lnTo>
                    <a:pt x="257488" y="502379"/>
                  </a:lnTo>
                  <a:close/>
                  <a:moveTo>
                    <a:pt x="95698" y="447175"/>
                  </a:moveTo>
                  <a:lnTo>
                    <a:pt x="75733" y="466495"/>
                  </a:lnTo>
                  <a:lnTo>
                    <a:pt x="95698" y="466495"/>
                  </a:lnTo>
                  <a:close/>
                  <a:moveTo>
                    <a:pt x="95698" y="466495"/>
                  </a:moveTo>
                  <a:lnTo>
                    <a:pt x="116791" y="430610"/>
                  </a:lnTo>
                  <a:lnTo>
                    <a:pt x="95698" y="447175"/>
                  </a:lnTo>
                  <a:close/>
                  <a:moveTo>
                    <a:pt x="143546" y="430610"/>
                  </a:moveTo>
                  <a:lnTo>
                    <a:pt x="116791" y="430610"/>
                  </a:lnTo>
                  <a:lnTo>
                    <a:pt x="95698" y="466495"/>
                  </a:lnTo>
                  <a:close/>
                  <a:moveTo>
                    <a:pt x="239244" y="430610"/>
                  </a:moveTo>
                  <a:lnTo>
                    <a:pt x="265025" y="466495"/>
                  </a:lnTo>
                  <a:lnTo>
                    <a:pt x="273149" y="430610"/>
                  </a:lnTo>
                  <a:close/>
                  <a:moveTo>
                    <a:pt x="239244" y="430610"/>
                  </a:moveTo>
                  <a:lnTo>
                    <a:pt x="239244" y="466495"/>
                  </a:lnTo>
                  <a:lnTo>
                    <a:pt x="265025" y="466495"/>
                  </a:lnTo>
                  <a:close/>
                  <a:moveTo>
                    <a:pt x="138727" y="394726"/>
                  </a:moveTo>
                  <a:lnTo>
                    <a:pt x="143546" y="430610"/>
                  </a:lnTo>
                  <a:lnTo>
                    <a:pt x="143546" y="394726"/>
                  </a:lnTo>
                  <a:close/>
                  <a:moveTo>
                    <a:pt x="138727" y="394726"/>
                  </a:moveTo>
                  <a:lnTo>
                    <a:pt x="116791" y="430610"/>
                  </a:lnTo>
                  <a:lnTo>
                    <a:pt x="143546" y="430610"/>
                  </a:lnTo>
                  <a:close/>
                  <a:moveTo>
                    <a:pt x="143546" y="430610"/>
                  </a:moveTo>
                  <a:lnTo>
                    <a:pt x="191395" y="394726"/>
                  </a:lnTo>
                  <a:lnTo>
                    <a:pt x="143546" y="394726"/>
                  </a:lnTo>
                  <a:close/>
                  <a:moveTo>
                    <a:pt x="239244" y="394726"/>
                  </a:moveTo>
                  <a:lnTo>
                    <a:pt x="273149" y="430610"/>
                  </a:lnTo>
                  <a:lnTo>
                    <a:pt x="280562" y="394726"/>
                  </a:lnTo>
                  <a:close/>
                  <a:moveTo>
                    <a:pt x="239244" y="394726"/>
                  </a:moveTo>
                  <a:lnTo>
                    <a:pt x="239244" y="430610"/>
                  </a:lnTo>
                  <a:lnTo>
                    <a:pt x="273149" y="430610"/>
                  </a:lnTo>
                  <a:close/>
                  <a:moveTo>
                    <a:pt x="139378" y="358842"/>
                  </a:moveTo>
                  <a:lnTo>
                    <a:pt x="143546" y="394726"/>
                  </a:lnTo>
                  <a:lnTo>
                    <a:pt x="143546" y="358842"/>
                  </a:lnTo>
                  <a:close/>
                  <a:moveTo>
                    <a:pt x="139378" y="358842"/>
                  </a:moveTo>
                  <a:lnTo>
                    <a:pt x="138727" y="394726"/>
                  </a:lnTo>
                  <a:lnTo>
                    <a:pt x="143546" y="394726"/>
                  </a:lnTo>
                  <a:close/>
                  <a:moveTo>
                    <a:pt x="143546" y="394726"/>
                  </a:moveTo>
                  <a:lnTo>
                    <a:pt x="191395" y="394726"/>
                  </a:lnTo>
                  <a:lnTo>
                    <a:pt x="191395" y="358842"/>
                  </a:lnTo>
                  <a:close/>
                  <a:moveTo>
                    <a:pt x="143546" y="394726"/>
                  </a:moveTo>
                  <a:lnTo>
                    <a:pt x="191395" y="358842"/>
                  </a:lnTo>
                  <a:lnTo>
                    <a:pt x="143546" y="358842"/>
                  </a:lnTo>
                  <a:close/>
                  <a:moveTo>
                    <a:pt x="239244" y="358842"/>
                  </a:moveTo>
                  <a:lnTo>
                    <a:pt x="280562" y="394726"/>
                  </a:lnTo>
                  <a:lnTo>
                    <a:pt x="285522" y="358842"/>
                  </a:lnTo>
                  <a:close/>
                  <a:moveTo>
                    <a:pt x="239244" y="358842"/>
                  </a:moveTo>
                  <a:lnTo>
                    <a:pt x="239244" y="394726"/>
                  </a:lnTo>
                  <a:lnTo>
                    <a:pt x="280562" y="394726"/>
                  </a:lnTo>
                  <a:close/>
                  <a:moveTo>
                    <a:pt x="123550" y="322958"/>
                  </a:moveTo>
                  <a:lnTo>
                    <a:pt x="143546" y="358842"/>
                  </a:lnTo>
                  <a:lnTo>
                    <a:pt x="143546" y="322958"/>
                  </a:lnTo>
                  <a:close/>
                  <a:moveTo>
                    <a:pt x="123550" y="322958"/>
                  </a:moveTo>
                  <a:lnTo>
                    <a:pt x="139378" y="358842"/>
                  </a:lnTo>
                  <a:lnTo>
                    <a:pt x="143546" y="358842"/>
                  </a:lnTo>
                  <a:close/>
                  <a:moveTo>
                    <a:pt x="287093" y="322958"/>
                  </a:moveTo>
                  <a:lnTo>
                    <a:pt x="285522" y="358842"/>
                  </a:lnTo>
                  <a:lnTo>
                    <a:pt x="287093" y="350930"/>
                  </a:lnTo>
                  <a:close/>
                  <a:moveTo>
                    <a:pt x="239244" y="358842"/>
                  </a:moveTo>
                  <a:lnTo>
                    <a:pt x="285522" y="358842"/>
                  </a:lnTo>
                  <a:lnTo>
                    <a:pt x="287093" y="322958"/>
                  </a:lnTo>
                  <a:close/>
                  <a:moveTo>
                    <a:pt x="99914" y="287074"/>
                  </a:moveTo>
                  <a:lnTo>
                    <a:pt x="123550" y="322958"/>
                  </a:lnTo>
                  <a:lnTo>
                    <a:pt x="143546" y="322958"/>
                  </a:lnTo>
                  <a:close/>
                  <a:moveTo>
                    <a:pt x="239244" y="322958"/>
                  </a:moveTo>
                  <a:lnTo>
                    <a:pt x="287093" y="322958"/>
                  </a:lnTo>
                  <a:lnTo>
                    <a:pt x="287093" y="287074"/>
                  </a:lnTo>
                  <a:close/>
                  <a:moveTo>
                    <a:pt x="287093" y="322958"/>
                  </a:moveTo>
                  <a:lnTo>
                    <a:pt x="287093" y="350930"/>
                  </a:lnTo>
                  <a:lnTo>
                    <a:pt x="290219" y="322958"/>
                  </a:lnTo>
                  <a:close/>
                  <a:moveTo>
                    <a:pt x="287093" y="287074"/>
                  </a:moveTo>
                  <a:lnTo>
                    <a:pt x="290219" y="322958"/>
                  </a:lnTo>
                  <a:lnTo>
                    <a:pt x="297237" y="287074"/>
                  </a:lnTo>
                  <a:close/>
                  <a:moveTo>
                    <a:pt x="287093" y="287074"/>
                  </a:moveTo>
                  <a:lnTo>
                    <a:pt x="287093" y="322958"/>
                  </a:lnTo>
                  <a:lnTo>
                    <a:pt x="290219" y="322958"/>
                  </a:lnTo>
                  <a:close/>
                  <a:moveTo>
                    <a:pt x="143546" y="287074"/>
                  </a:moveTo>
                  <a:lnTo>
                    <a:pt x="95698" y="278891"/>
                  </a:lnTo>
                  <a:lnTo>
                    <a:pt x="99914" y="287074"/>
                  </a:lnTo>
                  <a:close/>
                  <a:moveTo>
                    <a:pt x="95698" y="251189"/>
                  </a:moveTo>
                  <a:lnTo>
                    <a:pt x="95698" y="278891"/>
                  </a:lnTo>
                  <a:lnTo>
                    <a:pt x="143546" y="287074"/>
                  </a:lnTo>
                  <a:close/>
                  <a:moveTo>
                    <a:pt x="287093" y="251189"/>
                  </a:moveTo>
                  <a:lnTo>
                    <a:pt x="297237" y="287074"/>
                  </a:lnTo>
                  <a:lnTo>
                    <a:pt x="305264" y="251189"/>
                  </a:lnTo>
                  <a:close/>
                  <a:moveTo>
                    <a:pt x="287093" y="251189"/>
                  </a:moveTo>
                  <a:lnTo>
                    <a:pt x="287093" y="287074"/>
                  </a:lnTo>
                  <a:lnTo>
                    <a:pt x="297237" y="287074"/>
                  </a:lnTo>
                  <a:close/>
                  <a:moveTo>
                    <a:pt x="84836" y="251189"/>
                  </a:moveTo>
                  <a:lnTo>
                    <a:pt x="95698" y="278891"/>
                  </a:lnTo>
                  <a:lnTo>
                    <a:pt x="95698" y="251189"/>
                  </a:lnTo>
                  <a:close/>
                  <a:moveTo>
                    <a:pt x="82984" y="215305"/>
                  </a:moveTo>
                  <a:lnTo>
                    <a:pt x="95698" y="251189"/>
                  </a:lnTo>
                  <a:lnTo>
                    <a:pt x="95698" y="215305"/>
                  </a:lnTo>
                  <a:close/>
                  <a:moveTo>
                    <a:pt x="82984" y="215305"/>
                  </a:moveTo>
                  <a:lnTo>
                    <a:pt x="84836" y="251189"/>
                  </a:lnTo>
                  <a:lnTo>
                    <a:pt x="95698" y="251189"/>
                  </a:lnTo>
                  <a:close/>
                  <a:moveTo>
                    <a:pt x="287093" y="215305"/>
                  </a:moveTo>
                  <a:lnTo>
                    <a:pt x="305264" y="251189"/>
                  </a:lnTo>
                  <a:lnTo>
                    <a:pt x="312677" y="215305"/>
                  </a:lnTo>
                  <a:close/>
                  <a:moveTo>
                    <a:pt x="287093" y="215305"/>
                  </a:moveTo>
                  <a:lnTo>
                    <a:pt x="287093" y="251189"/>
                  </a:lnTo>
                  <a:lnTo>
                    <a:pt x="305264" y="251189"/>
                  </a:lnTo>
                  <a:close/>
                  <a:moveTo>
                    <a:pt x="94507" y="179421"/>
                  </a:moveTo>
                  <a:lnTo>
                    <a:pt x="95698" y="215305"/>
                  </a:lnTo>
                  <a:lnTo>
                    <a:pt x="95698" y="179421"/>
                  </a:lnTo>
                  <a:close/>
                  <a:moveTo>
                    <a:pt x="94507" y="179421"/>
                  </a:moveTo>
                  <a:lnTo>
                    <a:pt x="82984" y="215305"/>
                  </a:lnTo>
                  <a:lnTo>
                    <a:pt x="95698" y="215305"/>
                  </a:lnTo>
                  <a:close/>
                  <a:moveTo>
                    <a:pt x="287093" y="179421"/>
                  </a:moveTo>
                  <a:lnTo>
                    <a:pt x="312677" y="215305"/>
                  </a:lnTo>
                  <a:lnTo>
                    <a:pt x="320773" y="179421"/>
                  </a:lnTo>
                  <a:close/>
                  <a:moveTo>
                    <a:pt x="95698" y="177305"/>
                  </a:moveTo>
                  <a:lnTo>
                    <a:pt x="94507" y="179421"/>
                  </a:lnTo>
                  <a:lnTo>
                    <a:pt x="95698" y="179421"/>
                  </a:lnTo>
                  <a:close/>
                  <a:moveTo>
                    <a:pt x="95698" y="179421"/>
                  </a:moveTo>
                  <a:lnTo>
                    <a:pt x="118145" y="143537"/>
                  </a:lnTo>
                  <a:lnTo>
                    <a:pt x="95698" y="177305"/>
                  </a:lnTo>
                  <a:close/>
                  <a:moveTo>
                    <a:pt x="143546" y="143537"/>
                  </a:moveTo>
                  <a:lnTo>
                    <a:pt x="118145" y="143537"/>
                  </a:lnTo>
                  <a:lnTo>
                    <a:pt x="95698" y="179421"/>
                  </a:lnTo>
                  <a:close/>
                  <a:moveTo>
                    <a:pt x="287093" y="143537"/>
                  </a:moveTo>
                  <a:lnTo>
                    <a:pt x="320773" y="179421"/>
                  </a:lnTo>
                  <a:lnTo>
                    <a:pt x="333015" y="143537"/>
                  </a:lnTo>
                  <a:close/>
                  <a:moveTo>
                    <a:pt x="142651" y="107653"/>
                  </a:moveTo>
                  <a:lnTo>
                    <a:pt x="143546" y="143537"/>
                  </a:lnTo>
                  <a:lnTo>
                    <a:pt x="143546" y="107653"/>
                  </a:lnTo>
                  <a:close/>
                  <a:moveTo>
                    <a:pt x="142651" y="107653"/>
                  </a:moveTo>
                  <a:lnTo>
                    <a:pt x="118145" y="143537"/>
                  </a:lnTo>
                  <a:lnTo>
                    <a:pt x="143546" y="143537"/>
                  </a:lnTo>
                  <a:close/>
                  <a:moveTo>
                    <a:pt x="334941" y="107653"/>
                  </a:moveTo>
                  <a:lnTo>
                    <a:pt x="333015" y="143537"/>
                  </a:lnTo>
                  <a:lnTo>
                    <a:pt x="334941" y="138467"/>
                  </a:lnTo>
                  <a:close/>
                  <a:moveTo>
                    <a:pt x="287093" y="143537"/>
                  </a:moveTo>
                  <a:lnTo>
                    <a:pt x="333015" y="143537"/>
                  </a:lnTo>
                  <a:lnTo>
                    <a:pt x="334941" y="107653"/>
                  </a:lnTo>
                  <a:close/>
                  <a:moveTo>
                    <a:pt x="143546" y="106223"/>
                  </a:moveTo>
                  <a:lnTo>
                    <a:pt x="142651" y="107653"/>
                  </a:lnTo>
                  <a:lnTo>
                    <a:pt x="143546" y="107653"/>
                  </a:lnTo>
                  <a:close/>
                  <a:moveTo>
                    <a:pt x="143546" y="107653"/>
                  </a:moveTo>
                  <a:lnTo>
                    <a:pt x="169676" y="71768"/>
                  </a:lnTo>
                  <a:lnTo>
                    <a:pt x="143546" y="106223"/>
                  </a:lnTo>
                  <a:close/>
                  <a:moveTo>
                    <a:pt x="191395" y="71768"/>
                  </a:moveTo>
                  <a:lnTo>
                    <a:pt x="169676" y="71768"/>
                  </a:lnTo>
                  <a:lnTo>
                    <a:pt x="143546" y="107653"/>
                  </a:lnTo>
                  <a:close/>
                  <a:moveTo>
                    <a:pt x="334941" y="107653"/>
                  </a:moveTo>
                  <a:lnTo>
                    <a:pt x="334941" y="138467"/>
                  </a:lnTo>
                  <a:lnTo>
                    <a:pt x="345683" y="107653"/>
                  </a:lnTo>
                  <a:close/>
                  <a:moveTo>
                    <a:pt x="334941" y="71768"/>
                  </a:moveTo>
                  <a:lnTo>
                    <a:pt x="345683" y="107653"/>
                  </a:lnTo>
                  <a:lnTo>
                    <a:pt x="349687" y="71768"/>
                  </a:lnTo>
                  <a:close/>
                  <a:moveTo>
                    <a:pt x="334941" y="71768"/>
                  </a:moveTo>
                  <a:lnTo>
                    <a:pt x="334941" y="107653"/>
                  </a:lnTo>
                  <a:lnTo>
                    <a:pt x="345683" y="107653"/>
                  </a:lnTo>
                  <a:close/>
                  <a:moveTo>
                    <a:pt x="191395" y="46456"/>
                  </a:moveTo>
                  <a:lnTo>
                    <a:pt x="169676" y="71768"/>
                  </a:lnTo>
                  <a:lnTo>
                    <a:pt x="191395" y="71768"/>
                  </a:lnTo>
                  <a:close/>
                  <a:moveTo>
                    <a:pt x="191395" y="71768"/>
                  </a:moveTo>
                  <a:lnTo>
                    <a:pt x="206472" y="35884"/>
                  </a:lnTo>
                  <a:lnTo>
                    <a:pt x="191395" y="46456"/>
                  </a:lnTo>
                  <a:close/>
                  <a:moveTo>
                    <a:pt x="239244" y="35884"/>
                  </a:moveTo>
                  <a:lnTo>
                    <a:pt x="206472" y="35884"/>
                  </a:lnTo>
                  <a:lnTo>
                    <a:pt x="191395" y="71768"/>
                  </a:lnTo>
                  <a:close/>
                  <a:moveTo>
                    <a:pt x="287093" y="35884"/>
                  </a:moveTo>
                  <a:lnTo>
                    <a:pt x="334941" y="39186"/>
                  </a:lnTo>
                  <a:lnTo>
                    <a:pt x="331872" y="35884"/>
                  </a:lnTo>
                  <a:close/>
                  <a:moveTo>
                    <a:pt x="334941" y="71768"/>
                  </a:moveTo>
                  <a:lnTo>
                    <a:pt x="334941" y="39186"/>
                  </a:lnTo>
                  <a:lnTo>
                    <a:pt x="287093" y="35884"/>
                  </a:lnTo>
                  <a:close/>
                  <a:moveTo>
                    <a:pt x="334941" y="71768"/>
                  </a:moveTo>
                  <a:lnTo>
                    <a:pt x="349687" y="71768"/>
                  </a:lnTo>
                  <a:lnTo>
                    <a:pt x="334941" y="39186"/>
                  </a:lnTo>
                  <a:close/>
                  <a:moveTo>
                    <a:pt x="239244" y="20149"/>
                  </a:moveTo>
                  <a:lnTo>
                    <a:pt x="206472" y="35884"/>
                  </a:lnTo>
                  <a:lnTo>
                    <a:pt x="239244" y="35884"/>
                  </a:lnTo>
                  <a:close/>
                  <a:moveTo>
                    <a:pt x="239244" y="35884"/>
                  </a:moveTo>
                  <a:lnTo>
                    <a:pt x="287093" y="17282"/>
                  </a:lnTo>
                  <a:lnTo>
                    <a:pt x="239244" y="20149"/>
                  </a:lnTo>
                  <a:close/>
                  <a:moveTo>
                    <a:pt x="239244" y="35884"/>
                  </a:moveTo>
                  <a:lnTo>
                    <a:pt x="287093" y="35884"/>
                  </a:lnTo>
                  <a:lnTo>
                    <a:pt x="287093" y="17282"/>
                  </a:lnTo>
                  <a:close/>
                  <a:moveTo>
                    <a:pt x="287093" y="35884"/>
                  </a:moveTo>
                  <a:lnTo>
                    <a:pt x="331872" y="35884"/>
                  </a:lnTo>
                  <a:lnTo>
                    <a:pt x="287093" y="17282"/>
                  </a:lnTo>
                  <a:close/>
                </a:path>
              </a:pathLst>
            </a:custGeom>
            <a:solidFill>
              <a:srgbClr val="74C79C"/>
            </a:solidFill>
            <a:ln w="4001">
              <a:solidFill>
                <a:srgbClr val="B0E0C7"/>
              </a:solidFill>
            </a:ln>
          </p:spPr>
        </p:sp>
        <p:sp>
          <p:nvSpPr>
            <p:cNvPr id="3961" name="Candidate_B2__3960">
              <a:extLst>
                <a:ext uri="{FF2B5EF4-FFF2-40B4-BE49-F238E27FC236}">
                  <a16:creationId xmlns:a16="http://schemas.microsoft.com/office/drawing/2014/main" id="{D11A726E-3A2B-F723-5A0F-D70985E09472}"/>
                </a:ext>
              </a:extLst>
            </p:cNvPr>
            <p:cNvSpPr>
              <a:spLocks noGrp="1"/>
            </p:cNvSpPr>
            <p:nvPr/>
          </p:nvSpPr>
          <p:spPr>
            <a:xfrm>
              <a:off x="5861888" y="3825519"/>
              <a:ext cx="312676" cy="574147"/>
            </a:xfrm>
            <a:custGeom>
              <a:avLst/>
              <a:gdLst/>
              <a:ahLst/>
              <a:cxnLst/>
              <a:rect l="0" t="0" r="0" b="0"/>
              <a:pathLst>
                <a:path w="312676" h="574147">
                  <a:moveTo>
                    <a:pt x="73432" y="538263"/>
                  </a:moveTo>
                  <a:lnTo>
                    <a:pt x="25583" y="538263"/>
                  </a:lnTo>
                  <a:lnTo>
                    <a:pt x="73432" y="574147"/>
                  </a:lnTo>
                  <a:close/>
                  <a:moveTo>
                    <a:pt x="73432" y="574147"/>
                  </a:moveTo>
                  <a:lnTo>
                    <a:pt x="121281" y="574147"/>
                  </a:lnTo>
                  <a:lnTo>
                    <a:pt x="121281" y="538263"/>
                  </a:lnTo>
                  <a:close/>
                  <a:moveTo>
                    <a:pt x="73432" y="574147"/>
                  </a:moveTo>
                  <a:lnTo>
                    <a:pt x="121281" y="538263"/>
                  </a:lnTo>
                  <a:lnTo>
                    <a:pt x="73432" y="538263"/>
                  </a:lnTo>
                  <a:close/>
                  <a:moveTo>
                    <a:pt x="121281" y="538263"/>
                  </a:moveTo>
                  <a:lnTo>
                    <a:pt x="121281" y="574147"/>
                  </a:lnTo>
                  <a:lnTo>
                    <a:pt x="169130" y="538263"/>
                  </a:lnTo>
                  <a:close/>
                  <a:moveTo>
                    <a:pt x="0" y="502379"/>
                  </a:moveTo>
                  <a:lnTo>
                    <a:pt x="25583" y="538263"/>
                  </a:lnTo>
                  <a:lnTo>
                    <a:pt x="25583" y="502379"/>
                  </a:lnTo>
                  <a:close/>
                  <a:moveTo>
                    <a:pt x="25583" y="538263"/>
                  </a:moveTo>
                  <a:lnTo>
                    <a:pt x="73432" y="538263"/>
                  </a:lnTo>
                  <a:lnTo>
                    <a:pt x="73432" y="502379"/>
                  </a:lnTo>
                  <a:close/>
                  <a:moveTo>
                    <a:pt x="25583" y="538263"/>
                  </a:moveTo>
                  <a:lnTo>
                    <a:pt x="73432" y="502379"/>
                  </a:lnTo>
                  <a:lnTo>
                    <a:pt x="25583" y="502379"/>
                  </a:lnTo>
                  <a:close/>
                  <a:moveTo>
                    <a:pt x="121281" y="538263"/>
                  </a:moveTo>
                  <a:lnTo>
                    <a:pt x="169130" y="538263"/>
                  </a:lnTo>
                  <a:lnTo>
                    <a:pt x="169130" y="502379"/>
                  </a:lnTo>
                  <a:close/>
                  <a:moveTo>
                    <a:pt x="169130" y="502379"/>
                  </a:moveTo>
                  <a:lnTo>
                    <a:pt x="169130" y="538263"/>
                  </a:lnTo>
                  <a:lnTo>
                    <a:pt x="216978" y="502379"/>
                  </a:lnTo>
                  <a:close/>
                  <a:moveTo>
                    <a:pt x="25583" y="502379"/>
                  </a:moveTo>
                  <a:lnTo>
                    <a:pt x="73432" y="502379"/>
                  </a:lnTo>
                  <a:lnTo>
                    <a:pt x="73432" y="466495"/>
                  </a:lnTo>
                  <a:close/>
                  <a:moveTo>
                    <a:pt x="25583" y="502379"/>
                  </a:moveTo>
                  <a:lnTo>
                    <a:pt x="73432" y="466495"/>
                  </a:lnTo>
                  <a:lnTo>
                    <a:pt x="25583" y="466495"/>
                  </a:lnTo>
                  <a:close/>
                  <a:moveTo>
                    <a:pt x="169130" y="502379"/>
                  </a:moveTo>
                  <a:lnTo>
                    <a:pt x="216978" y="502379"/>
                  </a:lnTo>
                  <a:lnTo>
                    <a:pt x="216978" y="466495"/>
                  </a:lnTo>
                  <a:close/>
                  <a:moveTo>
                    <a:pt x="169130" y="502379"/>
                  </a:moveTo>
                  <a:lnTo>
                    <a:pt x="216978" y="466495"/>
                  </a:lnTo>
                  <a:lnTo>
                    <a:pt x="169130" y="466495"/>
                  </a:lnTo>
                  <a:close/>
                  <a:moveTo>
                    <a:pt x="73432" y="466495"/>
                  </a:moveTo>
                  <a:lnTo>
                    <a:pt x="73432" y="430610"/>
                  </a:lnTo>
                  <a:lnTo>
                    <a:pt x="25583" y="466495"/>
                  </a:lnTo>
                  <a:close/>
                  <a:moveTo>
                    <a:pt x="73432" y="466495"/>
                  </a:moveTo>
                  <a:lnTo>
                    <a:pt x="121281" y="466495"/>
                  </a:lnTo>
                  <a:lnTo>
                    <a:pt x="121281" y="430610"/>
                  </a:lnTo>
                  <a:close/>
                  <a:moveTo>
                    <a:pt x="73432" y="466495"/>
                  </a:moveTo>
                  <a:lnTo>
                    <a:pt x="121281" y="430610"/>
                  </a:lnTo>
                  <a:lnTo>
                    <a:pt x="73432" y="430610"/>
                  </a:lnTo>
                  <a:close/>
                  <a:moveTo>
                    <a:pt x="121281" y="466495"/>
                  </a:moveTo>
                  <a:lnTo>
                    <a:pt x="169130" y="466495"/>
                  </a:lnTo>
                  <a:lnTo>
                    <a:pt x="169130" y="430610"/>
                  </a:lnTo>
                  <a:close/>
                  <a:moveTo>
                    <a:pt x="121281" y="466495"/>
                  </a:moveTo>
                  <a:lnTo>
                    <a:pt x="169130" y="430610"/>
                  </a:lnTo>
                  <a:lnTo>
                    <a:pt x="121281" y="430610"/>
                  </a:lnTo>
                  <a:close/>
                  <a:moveTo>
                    <a:pt x="169130" y="466495"/>
                  </a:moveTo>
                  <a:lnTo>
                    <a:pt x="216978" y="466495"/>
                  </a:lnTo>
                  <a:lnTo>
                    <a:pt x="216978" y="430610"/>
                  </a:lnTo>
                  <a:close/>
                  <a:moveTo>
                    <a:pt x="169130" y="466495"/>
                  </a:moveTo>
                  <a:lnTo>
                    <a:pt x="216978" y="430610"/>
                  </a:lnTo>
                  <a:lnTo>
                    <a:pt x="169130" y="430610"/>
                  </a:lnTo>
                  <a:close/>
                  <a:moveTo>
                    <a:pt x="121281" y="430610"/>
                  </a:moveTo>
                  <a:lnTo>
                    <a:pt x="121281" y="394726"/>
                  </a:lnTo>
                  <a:lnTo>
                    <a:pt x="73432" y="430610"/>
                  </a:lnTo>
                  <a:close/>
                  <a:moveTo>
                    <a:pt x="121281" y="430610"/>
                  </a:moveTo>
                  <a:lnTo>
                    <a:pt x="169130" y="430610"/>
                  </a:lnTo>
                  <a:lnTo>
                    <a:pt x="169130" y="394726"/>
                  </a:lnTo>
                  <a:close/>
                  <a:moveTo>
                    <a:pt x="121281" y="430610"/>
                  </a:moveTo>
                  <a:lnTo>
                    <a:pt x="169130" y="394726"/>
                  </a:lnTo>
                  <a:lnTo>
                    <a:pt x="121281" y="394726"/>
                  </a:lnTo>
                  <a:close/>
                  <a:moveTo>
                    <a:pt x="169130" y="430610"/>
                  </a:moveTo>
                  <a:lnTo>
                    <a:pt x="216978" y="430610"/>
                  </a:lnTo>
                  <a:lnTo>
                    <a:pt x="216978" y="394726"/>
                  </a:lnTo>
                  <a:close/>
                  <a:moveTo>
                    <a:pt x="169130" y="430610"/>
                  </a:moveTo>
                  <a:lnTo>
                    <a:pt x="216978" y="394726"/>
                  </a:lnTo>
                  <a:lnTo>
                    <a:pt x="169130" y="394726"/>
                  </a:lnTo>
                  <a:close/>
                  <a:moveTo>
                    <a:pt x="121281" y="394726"/>
                  </a:moveTo>
                  <a:lnTo>
                    <a:pt x="169130" y="394726"/>
                  </a:lnTo>
                  <a:lnTo>
                    <a:pt x="169130" y="358842"/>
                  </a:lnTo>
                  <a:close/>
                  <a:moveTo>
                    <a:pt x="169130" y="394726"/>
                  </a:moveTo>
                  <a:lnTo>
                    <a:pt x="216978" y="394726"/>
                  </a:lnTo>
                  <a:lnTo>
                    <a:pt x="216978" y="358842"/>
                  </a:lnTo>
                  <a:close/>
                  <a:moveTo>
                    <a:pt x="169130" y="394726"/>
                  </a:moveTo>
                  <a:lnTo>
                    <a:pt x="216978" y="358842"/>
                  </a:lnTo>
                  <a:lnTo>
                    <a:pt x="169130" y="358842"/>
                  </a:lnTo>
                  <a:close/>
                  <a:moveTo>
                    <a:pt x="169130" y="358842"/>
                  </a:moveTo>
                  <a:lnTo>
                    <a:pt x="216978" y="358842"/>
                  </a:lnTo>
                  <a:lnTo>
                    <a:pt x="216978" y="322958"/>
                  </a:lnTo>
                  <a:close/>
                  <a:moveTo>
                    <a:pt x="169130" y="358842"/>
                  </a:moveTo>
                  <a:lnTo>
                    <a:pt x="216978" y="322958"/>
                  </a:lnTo>
                  <a:lnTo>
                    <a:pt x="169130" y="322958"/>
                  </a:lnTo>
                  <a:close/>
                  <a:moveTo>
                    <a:pt x="121281" y="322958"/>
                  </a:moveTo>
                  <a:lnTo>
                    <a:pt x="169130" y="322958"/>
                  </a:lnTo>
                  <a:lnTo>
                    <a:pt x="169130" y="287074"/>
                  </a:lnTo>
                  <a:close/>
                  <a:moveTo>
                    <a:pt x="121281" y="322958"/>
                  </a:moveTo>
                  <a:lnTo>
                    <a:pt x="169130" y="287074"/>
                  </a:lnTo>
                  <a:lnTo>
                    <a:pt x="121281" y="287074"/>
                  </a:lnTo>
                  <a:close/>
                  <a:moveTo>
                    <a:pt x="169130" y="322958"/>
                  </a:moveTo>
                  <a:lnTo>
                    <a:pt x="216978" y="322958"/>
                  </a:lnTo>
                  <a:lnTo>
                    <a:pt x="216978" y="287074"/>
                  </a:lnTo>
                  <a:close/>
                  <a:moveTo>
                    <a:pt x="169130" y="322958"/>
                  </a:moveTo>
                  <a:lnTo>
                    <a:pt x="216978" y="287074"/>
                  </a:lnTo>
                  <a:lnTo>
                    <a:pt x="169130" y="287074"/>
                  </a:lnTo>
                  <a:close/>
                  <a:moveTo>
                    <a:pt x="216978" y="287074"/>
                  </a:moveTo>
                  <a:lnTo>
                    <a:pt x="216978" y="322958"/>
                  </a:lnTo>
                  <a:lnTo>
                    <a:pt x="264827" y="287074"/>
                  </a:lnTo>
                  <a:close/>
                  <a:moveTo>
                    <a:pt x="77649" y="251189"/>
                  </a:moveTo>
                  <a:lnTo>
                    <a:pt x="121281" y="287074"/>
                  </a:lnTo>
                  <a:lnTo>
                    <a:pt x="121281" y="251189"/>
                  </a:lnTo>
                  <a:close/>
                  <a:moveTo>
                    <a:pt x="121281" y="287074"/>
                  </a:moveTo>
                  <a:lnTo>
                    <a:pt x="169130" y="287074"/>
                  </a:lnTo>
                  <a:lnTo>
                    <a:pt x="169130" y="251189"/>
                  </a:lnTo>
                  <a:close/>
                  <a:moveTo>
                    <a:pt x="121281" y="287074"/>
                  </a:moveTo>
                  <a:lnTo>
                    <a:pt x="169130" y="251189"/>
                  </a:lnTo>
                  <a:lnTo>
                    <a:pt x="121281" y="251189"/>
                  </a:lnTo>
                  <a:close/>
                  <a:moveTo>
                    <a:pt x="169130" y="287074"/>
                  </a:moveTo>
                  <a:lnTo>
                    <a:pt x="216978" y="287074"/>
                  </a:lnTo>
                  <a:lnTo>
                    <a:pt x="216978" y="251189"/>
                  </a:lnTo>
                  <a:close/>
                  <a:moveTo>
                    <a:pt x="169130" y="287074"/>
                  </a:moveTo>
                  <a:lnTo>
                    <a:pt x="216978" y="251189"/>
                  </a:lnTo>
                  <a:lnTo>
                    <a:pt x="169130" y="251189"/>
                  </a:lnTo>
                  <a:close/>
                  <a:moveTo>
                    <a:pt x="216978" y="287074"/>
                  </a:moveTo>
                  <a:lnTo>
                    <a:pt x="264827" y="251189"/>
                  </a:lnTo>
                  <a:lnTo>
                    <a:pt x="216978" y="251189"/>
                  </a:lnTo>
                  <a:close/>
                  <a:moveTo>
                    <a:pt x="121281" y="215305"/>
                  </a:moveTo>
                  <a:lnTo>
                    <a:pt x="73432" y="215305"/>
                  </a:lnTo>
                  <a:lnTo>
                    <a:pt x="121281" y="251189"/>
                  </a:lnTo>
                  <a:close/>
                  <a:moveTo>
                    <a:pt x="121281" y="251189"/>
                  </a:moveTo>
                  <a:lnTo>
                    <a:pt x="169130" y="251189"/>
                  </a:lnTo>
                  <a:lnTo>
                    <a:pt x="169130" y="215305"/>
                  </a:lnTo>
                  <a:close/>
                  <a:moveTo>
                    <a:pt x="169130" y="251189"/>
                  </a:moveTo>
                  <a:lnTo>
                    <a:pt x="216978" y="251189"/>
                  </a:lnTo>
                  <a:lnTo>
                    <a:pt x="216978" y="215305"/>
                  </a:lnTo>
                  <a:close/>
                  <a:moveTo>
                    <a:pt x="216978" y="251189"/>
                  </a:moveTo>
                  <a:lnTo>
                    <a:pt x="264827" y="251189"/>
                  </a:lnTo>
                  <a:lnTo>
                    <a:pt x="264827" y="215305"/>
                  </a:lnTo>
                  <a:close/>
                  <a:moveTo>
                    <a:pt x="216978" y="251189"/>
                  </a:moveTo>
                  <a:lnTo>
                    <a:pt x="264827" y="215305"/>
                  </a:lnTo>
                  <a:lnTo>
                    <a:pt x="216978" y="215305"/>
                  </a:lnTo>
                  <a:close/>
                  <a:moveTo>
                    <a:pt x="73432" y="215305"/>
                  </a:moveTo>
                  <a:lnTo>
                    <a:pt x="121281" y="215305"/>
                  </a:lnTo>
                  <a:lnTo>
                    <a:pt x="121281" y="179421"/>
                  </a:lnTo>
                  <a:close/>
                  <a:moveTo>
                    <a:pt x="73432" y="215305"/>
                  </a:moveTo>
                  <a:lnTo>
                    <a:pt x="121281" y="179421"/>
                  </a:lnTo>
                  <a:lnTo>
                    <a:pt x="73432" y="179421"/>
                  </a:lnTo>
                  <a:close/>
                  <a:moveTo>
                    <a:pt x="216978" y="215305"/>
                  </a:moveTo>
                  <a:lnTo>
                    <a:pt x="264827" y="215305"/>
                  </a:lnTo>
                  <a:lnTo>
                    <a:pt x="264827" y="179421"/>
                  </a:lnTo>
                  <a:close/>
                  <a:moveTo>
                    <a:pt x="216978" y="215305"/>
                  </a:moveTo>
                  <a:lnTo>
                    <a:pt x="264827" y="179421"/>
                  </a:lnTo>
                  <a:lnTo>
                    <a:pt x="216978" y="179421"/>
                  </a:lnTo>
                  <a:close/>
                  <a:moveTo>
                    <a:pt x="73432" y="179421"/>
                  </a:moveTo>
                  <a:lnTo>
                    <a:pt x="121281" y="179421"/>
                  </a:lnTo>
                  <a:lnTo>
                    <a:pt x="121281" y="143537"/>
                  </a:lnTo>
                  <a:close/>
                  <a:moveTo>
                    <a:pt x="73432" y="179421"/>
                  </a:moveTo>
                  <a:lnTo>
                    <a:pt x="121281" y="143537"/>
                  </a:lnTo>
                  <a:lnTo>
                    <a:pt x="73432" y="143537"/>
                  </a:lnTo>
                  <a:close/>
                  <a:moveTo>
                    <a:pt x="216978" y="179421"/>
                  </a:moveTo>
                  <a:lnTo>
                    <a:pt x="264827" y="179421"/>
                  </a:lnTo>
                  <a:lnTo>
                    <a:pt x="264827" y="143537"/>
                  </a:lnTo>
                  <a:close/>
                  <a:moveTo>
                    <a:pt x="264827" y="143537"/>
                  </a:moveTo>
                  <a:lnTo>
                    <a:pt x="264827" y="179421"/>
                  </a:lnTo>
                  <a:lnTo>
                    <a:pt x="290411" y="179421"/>
                  </a:lnTo>
                  <a:close/>
                  <a:moveTo>
                    <a:pt x="121281" y="143537"/>
                  </a:moveTo>
                  <a:lnTo>
                    <a:pt x="121281" y="107653"/>
                  </a:lnTo>
                  <a:lnTo>
                    <a:pt x="73432" y="143537"/>
                  </a:lnTo>
                  <a:close/>
                  <a:moveTo>
                    <a:pt x="121281" y="143537"/>
                  </a:moveTo>
                  <a:lnTo>
                    <a:pt x="169130" y="107653"/>
                  </a:lnTo>
                  <a:lnTo>
                    <a:pt x="121281" y="107653"/>
                  </a:lnTo>
                  <a:close/>
                  <a:moveTo>
                    <a:pt x="216978" y="143537"/>
                  </a:moveTo>
                  <a:lnTo>
                    <a:pt x="264827" y="143537"/>
                  </a:lnTo>
                  <a:lnTo>
                    <a:pt x="264827" y="107653"/>
                  </a:lnTo>
                  <a:close/>
                  <a:moveTo>
                    <a:pt x="264827" y="107653"/>
                  </a:moveTo>
                  <a:lnTo>
                    <a:pt x="264827" y="143537"/>
                  </a:lnTo>
                  <a:lnTo>
                    <a:pt x="298508" y="143537"/>
                  </a:lnTo>
                  <a:close/>
                  <a:moveTo>
                    <a:pt x="121281" y="107653"/>
                  </a:moveTo>
                  <a:lnTo>
                    <a:pt x="169130" y="107653"/>
                  </a:lnTo>
                  <a:lnTo>
                    <a:pt x="169130" y="71768"/>
                  </a:lnTo>
                  <a:close/>
                  <a:moveTo>
                    <a:pt x="121281" y="107653"/>
                  </a:moveTo>
                  <a:lnTo>
                    <a:pt x="169130" y="71768"/>
                  </a:lnTo>
                  <a:lnTo>
                    <a:pt x="121281" y="71768"/>
                  </a:lnTo>
                  <a:close/>
                  <a:moveTo>
                    <a:pt x="169130" y="107653"/>
                  </a:moveTo>
                  <a:lnTo>
                    <a:pt x="216978" y="71768"/>
                  </a:lnTo>
                  <a:lnTo>
                    <a:pt x="169130" y="71768"/>
                  </a:lnTo>
                  <a:close/>
                  <a:moveTo>
                    <a:pt x="216978" y="107653"/>
                  </a:moveTo>
                  <a:lnTo>
                    <a:pt x="264827" y="107653"/>
                  </a:lnTo>
                  <a:lnTo>
                    <a:pt x="264827" y="71768"/>
                  </a:lnTo>
                  <a:close/>
                  <a:moveTo>
                    <a:pt x="216978" y="107653"/>
                  </a:moveTo>
                  <a:lnTo>
                    <a:pt x="264827" y="71768"/>
                  </a:lnTo>
                  <a:lnTo>
                    <a:pt x="216978" y="71768"/>
                  </a:lnTo>
                  <a:close/>
                  <a:moveTo>
                    <a:pt x="264827" y="71768"/>
                  </a:moveTo>
                  <a:lnTo>
                    <a:pt x="264827" y="107653"/>
                  </a:lnTo>
                  <a:lnTo>
                    <a:pt x="312676" y="71768"/>
                  </a:lnTo>
                  <a:close/>
                  <a:moveTo>
                    <a:pt x="169130" y="71768"/>
                  </a:moveTo>
                  <a:lnTo>
                    <a:pt x="169130" y="35884"/>
                  </a:lnTo>
                  <a:lnTo>
                    <a:pt x="121281" y="71768"/>
                  </a:lnTo>
                  <a:close/>
                  <a:moveTo>
                    <a:pt x="169130" y="71768"/>
                  </a:moveTo>
                  <a:lnTo>
                    <a:pt x="216978" y="71768"/>
                  </a:lnTo>
                  <a:lnTo>
                    <a:pt x="216978" y="35884"/>
                  </a:lnTo>
                  <a:close/>
                  <a:moveTo>
                    <a:pt x="169130" y="71768"/>
                  </a:moveTo>
                  <a:lnTo>
                    <a:pt x="216978" y="35884"/>
                  </a:lnTo>
                  <a:lnTo>
                    <a:pt x="169130" y="35884"/>
                  </a:lnTo>
                  <a:close/>
                  <a:moveTo>
                    <a:pt x="216978" y="71768"/>
                  </a:moveTo>
                  <a:lnTo>
                    <a:pt x="264827" y="71768"/>
                  </a:lnTo>
                  <a:lnTo>
                    <a:pt x="264827" y="35884"/>
                  </a:lnTo>
                  <a:close/>
                  <a:moveTo>
                    <a:pt x="216978" y="71768"/>
                  </a:moveTo>
                  <a:lnTo>
                    <a:pt x="264827" y="35884"/>
                  </a:lnTo>
                  <a:lnTo>
                    <a:pt x="216978" y="35884"/>
                  </a:lnTo>
                  <a:close/>
                  <a:moveTo>
                    <a:pt x="264827" y="71768"/>
                  </a:moveTo>
                  <a:lnTo>
                    <a:pt x="312676" y="71768"/>
                  </a:lnTo>
                  <a:lnTo>
                    <a:pt x="312676" y="35884"/>
                  </a:lnTo>
                  <a:close/>
                  <a:moveTo>
                    <a:pt x="264827" y="71768"/>
                  </a:moveTo>
                  <a:lnTo>
                    <a:pt x="312676" y="35884"/>
                  </a:lnTo>
                  <a:lnTo>
                    <a:pt x="264827" y="35884"/>
                  </a:lnTo>
                  <a:close/>
                  <a:moveTo>
                    <a:pt x="216978" y="35884"/>
                  </a:moveTo>
                  <a:lnTo>
                    <a:pt x="216978" y="0"/>
                  </a:lnTo>
                  <a:lnTo>
                    <a:pt x="169130" y="35884"/>
                  </a:lnTo>
                  <a:close/>
                  <a:moveTo>
                    <a:pt x="216978" y="35884"/>
                  </a:moveTo>
                  <a:lnTo>
                    <a:pt x="264827" y="35884"/>
                  </a:lnTo>
                  <a:lnTo>
                    <a:pt x="264827" y="0"/>
                  </a:lnTo>
                  <a:close/>
                  <a:moveTo>
                    <a:pt x="216978" y="35884"/>
                  </a:moveTo>
                  <a:lnTo>
                    <a:pt x="264827" y="0"/>
                  </a:lnTo>
                  <a:lnTo>
                    <a:pt x="216978" y="0"/>
                  </a:lnTo>
                  <a:close/>
                  <a:moveTo>
                    <a:pt x="264827" y="35884"/>
                  </a:moveTo>
                  <a:lnTo>
                    <a:pt x="312676" y="35884"/>
                  </a:lnTo>
                  <a:lnTo>
                    <a:pt x="264827" y="0"/>
                  </a:lnTo>
                  <a:close/>
                </a:path>
              </a:pathLst>
            </a:custGeom>
            <a:solidFill>
              <a:srgbClr val="79C99F"/>
            </a:solidFill>
            <a:ln w="4001">
              <a:solidFill>
                <a:srgbClr val="B0E0C7"/>
              </a:solidFill>
            </a:ln>
          </p:spPr>
        </p:sp>
        <p:sp>
          <p:nvSpPr>
            <p:cNvPr id="3962" name="Candidate_B2__3961">
              <a:extLst>
                <a:ext uri="{FF2B5EF4-FFF2-40B4-BE49-F238E27FC236}">
                  <a16:creationId xmlns:a16="http://schemas.microsoft.com/office/drawing/2014/main" id="{608F209C-643A-80F3-B2C1-C77FCA794315}"/>
                </a:ext>
              </a:extLst>
            </p:cNvPr>
            <p:cNvSpPr>
              <a:spLocks noGrp="1"/>
            </p:cNvSpPr>
            <p:nvPr/>
          </p:nvSpPr>
          <p:spPr>
            <a:xfrm>
              <a:off x="5935320" y="3897288"/>
              <a:ext cx="191395" cy="466495"/>
            </a:xfrm>
            <a:custGeom>
              <a:avLst/>
              <a:gdLst/>
              <a:ahLst/>
              <a:cxnLst/>
              <a:rect l="0" t="0" r="0" b="0"/>
              <a:pathLst>
                <a:path w="191395" h="466495">
                  <a:moveTo>
                    <a:pt x="0" y="466495"/>
                  </a:moveTo>
                  <a:lnTo>
                    <a:pt x="47849" y="466495"/>
                  </a:lnTo>
                  <a:lnTo>
                    <a:pt x="47849" y="430610"/>
                  </a:lnTo>
                  <a:close/>
                  <a:moveTo>
                    <a:pt x="0" y="466495"/>
                  </a:moveTo>
                  <a:lnTo>
                    <a:pt x="47849" y="430610"/>
                  </a:lnTo>
                  <a:lnTo>
                    <a:pt x="0" y="430610"/>
                  </a:lnTo>
                  <a:close/>
                  <a:moveTo>
                    <a:pt x="47849" y="466495"/>
                  </a:moveTo>
                  <a:lnTo>
                    <a:pt x="95698" y="430610"/>
                  </a:lnTo>
                  <a:lnTo>
                    <a:pt x="47849" y="430610"/>
                  </a:lnTo>
                  <a:close/>
                  <a:moveTo>
                    <a:pt x="0" y="430610"/>
                  </a:moveTo>
                  <a:lnTo>
                    <a:pt x="47849" y="430610"/>
                  </a:lnTo>
                  <a:lnTo>
                    <a:pt x="47849" y="394726"/>
                  </a:lnTo>
                  <a:close/>
                  <a:moveTo>
                    <a:pt x="0" y="430610"/>
                  </a:moveTo>
                  <a:lnTo>
                    <a:pt x="47849" y="394726"/>
                  </a:lnTo>
                  <a:lnTo>
                    <a:pt x="0" y="394726"/>
                  </a:lnTo>
                  <a:close/>
                  <a:moveTo>
                    <a:pt x="47849" y="430610"/>
                  </a:moveTo>
                  <a:lnTo>
                    <a:pt x="95698" y="430610"/>
                  </a:lnTo>
                  <a:lnTo>
                    <a:pt x="95698" y="394726"/>
                  </a:lnTo>
                  <a:close/>
                  <a:moveTo>
                    <a:pt x="47849" y="430610"/>
                  </a:moveTo>
                  <a:lnTo>
                    <a:pt x="95698" y="394726"/>
                  </a:lnTo>
                  <a:lnTo>
                    <a:pt x="47849" y="394726"/>
                  </a:lnTo>
                  <a:close/>
                  <a:moveTo>
                    <a:pt x="47849" y="179421"/>
                  </a:moveTo>
                  <a:lnTo>
                    <a:pt x="95698" y="143537"/>
                  </a:lnTo>
                  <a:lnTo>
                    <a:pt x="47849" y="143537"/>
                  </a:lnTo>
                  <a:close/>
                  <a:moveTo>
                    <a:pt x="95698" y="179421"/>
                  </a:moveTo>
                  <a:lnTo>
                    <a:pt x="143546" y="143537"/>
                  </a:lnTo>
                  <a:lnTo>
                    <a:pt x="95698" y="143537"/>
                  </a:lnTo>
                  <a:close/>
                  <a:moveTo>
                    <a:pt x="47849" y="143537"/>
                  </a:moveTo>
                  <a:lnTo>
                    <a:pt x="95698" y="143537"/>
                  </a:lnTo>
                  <a:lnTo>
                    <a:pt x="95698" y="107653"/>
                  </a:lnTo>
                  <a:close/>
                  <a:moveTo>
                    <a:pt x="47849" y="143537"/>
                  </a:moveTo>
                  <a:lnTo>
                    <a:pt x="95698" y="107653"/>
                  </a:lnTo>
                  <a:lnTo>
                    <a:pt x="47849" y="107653"/>
                  </a:lnTo>
                  <a:close/>
                  <a:moveTo>
                    <a:pt x="95698" y="143537"/>
                  </a:moveTo>
                  <a:lnTo>
                    <a:pt x="143546" y="143537"/>
                  </a:lnTo>
                  <a:lnTo>
                    <a:pt x="143546" y="107653"/>
                  </a:lnTo>
                  <a:close/>
                  <a:moveTo>
                    <a:pt x="95698" y="143537"/>
                  </a:moveTo>
                  <a:lnTo>
                    <a:pt x="143546" y="107653"/>
                  </a:lnTo>
                  <a:lnTo>
                    <a:pt x="95698" y="107653"/>
                  </a:lnTo>
                  <a:close/>
                  <a:moveTo>
                    <a:pt x="47849" y="107653"/>
                  </a:moveTo>
                  <a:lnTo>
                    <a:pt x="95698" y="107653"/>
                  </a:lnTo>
                  <a:lnTo>
                    <a:pt x="95698" y="71768"/>
                  </a:lnTo>
                  <a:close/>
                  <a:moveTo>
                    <a:pt x="47849" y="107653"/>
                  </a:moveTo>
                  <a:lnTo>
                    <a:pt x="95698" y="71768"/>
                  </a:lnTo>
                  <a:lnTo>
                    <a:pt x="47849" y="71768"/>
                  </a:lnTo>
                  <a:close/>
                  <a:moveTo>
                    <a:pt x="95698" y="107653"/>
                  </a:moveTo>
                  <a:lnTo>
                    <a:pt x="143546" y="107653"/>
                  </a:lnTo>
                  <a:lnTo>
                    <a:pt x="143546" y="71768"/>
                  </a:lnTo>
                  <a:close/>
                  <a:moveTo>
                    <a:pt x="95698" y="107653"/>
                  </a:moveTo>
                  <a:lnTo>
                    <a:pt x="143546" y="71768"/>
                  </a:lnTo>
                  <a:lnTo>
                    <a:pt x="95698" y="71768"/>
                  </a:lnTo>
                  <a:close/>
                  <a:moveTo>
                    <a:pt x="143546" y="107653"/>
                  </a:moveTo>
                  <a:lnTo>
                    <a:pt x="191395" y="71768"/>
                  </a:lnTo>
                  <a:lnTo>
                    <a:pt x="143546" y="71768"/>
                  </a:lnTo>
                  <a:close/>
                  <a:moveTo>
                    <a:pt x="47849" y="71768"/>
                  </a:moveTo>
                  <a:lnTo>
                    <a:pt x="95698" y="71768"/>
                  </a:lnTo>
                  <a:lnTo>
                    <a:pt x="95698" y="35884"/>
                  </a:lnTo>
                  <a:close/>
                  <a:moveTo>
                    <a:pt x="95698" y="71768"/>
                  </a:moveTo>
                  <a:lnTo>
                    <a:pt x="143546" y="71768"/>
                  </a:lnTo>
                  <a:lnTo>
                    <a:pt x="143546" y="35884"/>
                  </a:lnTo>
                  <a:close/>
                  <a:moveTo>
                    <a:pt x="95698" y="71768"/>
                  </a:moveTo>
                  <a:lnTo>
                    <a:pt x="143546" y="35884"/>
                  </a:lnTo>
                  <a:lnTo>
                    <a:pt x="95698" y="35884"/>
                  </a:lnTo>
                  <a:close/>
                  <a:moveTo>
                    <a:pt x="143546" y="71768"/>
                  </a:moveTo>
                  <a:lnTo>
                    <a:pt x="191395" y="35884"/>
                  </a:lnTo>
                  <a:lnTo>
                    <a:pt x="143546" y="35884"/>
                  </a:lnTo>
                  <a:close/>
                  <a:moveTo>
                    <a:pt x="95698" y="35884"/>
                  </a:moveTo>
                  <a:lnTo>
                    <a:pt x="143546" y="35884"/>
                  </a:lnTo>
                  <a:lnTo>
                    <a:pt x="143546" y="0"/>
                  </a:lnTo>
                  <a:close/>
                </a:path>
              </a:pathLst>
            </a:custGeom>
            <a:solidFill>
              <a:srgbClr val="7ECBA3"/>
            </a:solidFill>
            <a:ln w="4001">
              <a:solidFill>
                <a:srgbClr val="B0E0C7"/>
              </a:solidFill>
            </a:ln>
          </p:spPr>
        </p:sp>
      </p:grpSp>
      <p:sp>
        <p:nvSpPr>
          <p:cNvPr id="3963" name="label__3962">
            <a:extLst>
              <a:ext uri="{FF2B5EF4-FFF2-40B4-BE49-F238E27FC236}">
                <a16:creationId xmlns:a16="http://schemas.microsoft.com/office/drawing/2014/main" id="{CB727693-443A-8839-97A3-28C85E3A2354}"/>
              </a:ext>
            </a:extLst>
          </p:cNvPr>
          <p:cNvSpPr>
            <a:spLocks noGrp="1"/>
          </p:cNvSpPr>
          <p:nvPr/>
        </p:nvSpPr>
        <p:spPr>
          <a:xfrm>
            <a:off x="5167172" y="2500416"/>
            <a:ext cx="96212" cy="71472"/>
          </a:xfrm>
          <a:prstGeom prst="rect">
            <a:avLst/>
          </a:prstGeom>
          <a:noFill/>
          <a:ln w="0">
            <a:noFill/>
          </a:ln>
        </p:spPr>
        <p:txBody>
          <a:bodyPr wrap="none" lIns="0" tIns="0" rIns="0" bIns="0" anchor="ctr">
            <a:noAutofit/>
          </a:bodyPr>
          <a:lstStyle/>
          <a:p>
            <a:pPr algn="l">
              <a:defRPr sz="1200" b="1">
                <a:solidFill>
                  <a:srgbClr val="469872"/>
                </a:solidFill>
                <a:latin typeface="Arial"/>
                <a:ea typeface="Arial"/>
                <a:cs typeface="Arial"/>
              </a:defRPr>
            </a:pPr>
            <a:r>
              <a:rPr sz="416" b="1" dirty="0">
                <a:solidFill>
                  <a:srgbClr val="469872"/>
                </a:solidFill>
                <a:latin typeface="Arial"/>
                <a:ea typeface="Arial"/>
                <a:cs typeface="Arial"/>
              </a:rPr>
              <a:t>B2</a:t>
            </a:r>
          </a:p>
        </p:txBody>
      </p:sp>
      <p:grpSp>
        <p:nvGrpSpPr>
          <p:cNvPr id="6219" name="Candidate_B3">
            <a:extLst>
              <a:ext uri="{FF2B5EF4-FFF2-40B4-BE49-F238E27FC236}">
                <a16:creationId xmlns:a16="http://schemas.microsoft.com/office/drawing/2014/main" id="{801EC41A-11E7-9729-33CE-861646EFD367}"/>
              </a:ext>
            </a:extLst>
          </p:cNvPr>
          <p:cNvGrpSpPr/>
          <p:nvPr/>
        </p:nvGrpSpPr>
        <p:grpSpPr>
          <a:xfrm>
            <a:off x="4713326" y="2526531"/>
            <a:ext cx="134697" cy="162186"/>
            <a:chOff x="4681538" y="4071938"/>
            <a:chExt cx="466725" cy="561975"/>
          </a:xfrm>
        </p:grpSpPr>
        <p:sp>
          <p:nvSpPr>
            <p:cNvPr id="3964" name="Candidate_B3__3963">
              <a:extLst>
                <a:ext uri="{FF2B5EF4-FFF2-40B4-BE49-F238E27FC236}">
                  <a16:creationId xmlns:a16="http://schemas.microsoft.com/office/drawing/2014/main" id="{0F03D8F7-63A0-E8F3-E149-238A1627A370}"/>
                </a:ext>
              </a:extLst>
            </p:cNvPr>
            <p:cNvSpPr>
              <a:spLocks noGrp="1"/>
            </p:cNvSpPr>
            <p:nvPr/>
          </p:nvSpPr>
          <p:spPr>
            <a:xfrm>
              <a:off x="4681538" y="4071938"/>
              <a:ext cx="466725" cy="561975"/>
            </a:xfrm>
            <a:custGeom>
              <a:avLst/>
              <a:gdLst/>
              <a:ahLst/>
              <a:cxnLst/>
              <a:rect l="0" t="0" r="0" b="0"/>
              <a:pathLst>
                <a:path w="466725" h="561975">
                  <a:moveTo>
                    <a:pt x="68960" y="541669"/>
                  </a:moveTo>
                  <a:lnTo>
                    <a:pt x="75330" y="545163"/>
                  </a:lnTo>
                  <a:lnTo>
                    <a:pt x="75330" y="541669"/>
                  </a:lnTo>
                  <a:close/>
                  <a:moveTo>
                    <a:pt x="68960" y="541669"/>
                  </a:moveTo>
                  <a:lnTo>
                    <a:pt x="75330" y="541669"/>
                  </a:lnTo>
                  <a:lnTo>
                    <a:pt x="36563" y="519563"/>
                  </a:lnTo>
                  <a:close/>
                  <a:moveTo>
                    <a:pt x="114096" y="557755"/>
                  </a:moveTo>
                  <a:lnTo>
                    <a:pt x="114096" y="553368"/>
                  </a:lnTo>
                  <a:lnTo>
                    <a:pt x="75330" y="545163"/>
                  </a:lnTo>
                  <a:close/>
                  <a:moveTo>
                    <a:pt x="114096" y="557755"/>
                  </a:moveTo>
                  <a:lnTo>
                    <a:pt x="152862" y="561975"/>
                  </a:lnTo>
                  <a:lnTo>
                    <a:pt x="152862" y="558245"/>
                  </a:lnTo>
                  <a:close/>
                  <a:moveTo>
                    <a:pt x="152862" y="561975"/>
                  </a:moveTo>
                  <a:lnTo>
                    <a:pt x="191629" y="560586"/>
                  </a:lnTo>
                  <a:lnTo>
                    <a:pt x="191629" y="557370"/>
                  </a:lnTo>
                  <a:close/>
                  <a:moveTo>
                    <a:pt x="191629" y="560586"/>
                  </a:moveTo>
                  <a:lnTo>
                    <a:pt x="230395" y="555126"/>
                  </a:lnTo>
                  <a:lnTo>
                    <a:pt x="230395" y="552422"/>
                  </a:lnTo>
                  <a:close/>
                  <a:moveTo>
                    <a:pt x="230395" y="555126"/>
                  </a:moveTo>
                  <a:lnTo>
                    <a:pt x="269162" y="546279"/>
                  </a:lnTo>
                  <a:lnTo>
                    <a:pt x="269162" y="544116"/>
                  </a:lnTo>
                  <a:close/>
                  <a:moveTo>
                    <a:pt x="284238" y="541669"/>
                  </a:moveTo>
                  <a:lnTo>
                    <a:pt x="269162" y="544116"/>
                  </a:lnTo>
                  <a:lnTo>
                    <a:pt x="269162" y="546279"/>
                  </a:lnTo>
                  <a:close/>
                  <a:moveTo>
                    <a:pt x="284238" y="541669"/>
                  </a:moveTo>
                  <a:lnTo>
                    <a:pt x="307928" y="535070"/>
                  </a:lnTo>
                  <a:lnTo>
                    <a:pt x="307928" y="533751"/>
                  </a:lnTo>
                  <a:close/>
                  <a:moveTo>
                    <a:pt x="28853" y="504707"/>
                  </a:moveTo>
                  <a:lnTo>
                    <a:pt x="22036" y="504707"/>
                  </a:lnTo>
                  <a:lnTo>
                    <a:pt x="36563" y="519563"/>
                  </a:lnTo>
                  <a:close/>
                  <a:moveTo>
                    <a:pt x="3170" y="467745"/>
                  </a:moveTo>
                  <a:lnTo>
                    <a:pt x="22036" y="504707"/>
                  </a:lnTo>
                  <a:lnTo>
                    <a:pt x="28853" y="504707"/>
                  </a:lnTo>
                  <a:close/>
                  <a:moveTo>
                    <a:pt x="307928" y="535070"/>
                  </a:moveTo>
                  <a:lnTo>
                    <a:pt x="346694" y="519983"/>
                  </a:lnTo>
                  <a:lnTo>
                    <a:pt x="346694" y="519004"/>
                  </a:lnTo>
                  <a:close/>
                  <a:moveTo>
                    <a:pt x="373116" y="504707"/>
                  </a:moveTo>
                  <a:lnTo>
                    <a:pt x="346694" y="519004"/>
                  </a:lnTo>
                  <a:lnTo>
                    <a:pt x="346694" y="519983"/>
                  </a:lnTo>
                  <a:close/>
                  <a:moveTo>
                    <a:pt x="373116" y="504707"/>
                  </a:moveTo>
                  <a:lnTo>
                    <a:pt x="385461" y="496232"/>
                  </a:lnTo>
                  <a:lnTo>
                    <a:pt x="385461" y="495425"/>
                  </a:lnTo>
                  <a:close/>
                  <a:moveTo>
                    <a:pt x="0" y="430783"/>
                  </a:moveTo>
                  <a:lnTo>
                    <a:pt x="3170" y="467745"/>
                  </a:lnTo>
                  <a:lnTo>
                    <a:pt x="8802" y="467745"/>
                  </a:lnTo>
                  <a:close/>
                  <a:moveTo>
                    <a:pt x="415693" y="467745"/>
                  </a:moveTo>
                  <a:lnTo>
                    <a:pt x="385461" y="495425"/>
                  </a:lnTo>
                  <a:lnTo>
                    <a:pt x="385461" y="496232"/>
                  </a:lnTo>
                  <a:close/>
                  <a:moveTo>
                    <a:pt x="415693" y="467745"/>
                  </a:moveTo>
                  <a:lnTo>
                    <a:pt x="424227" y="455165"/>
                  </a:lnTo>
                  <a:lnTo>
                    <a:pt x="424227" y="453666"/>
                  </a:lnTo>
                  <a:close/>
                  <a:moveTo>
                    <a:pt x="10201" y="393821"/>
                  </a:moveTo>
                  <a:lnTo>
                    <a:pt x="0" y="430783"/>
                  </a:lnTo>
                  <a:lnTo>
                    <a:pt x="5333" y="430783"/>
                  </a:lnTo>
                  <a:close/>
                  <a:moveTo>
                    <a:pt x="439031" y="430783"/>
                  </a:moveTo>
                  <a:lnTo>
                    <a:pt x="424227" y="453666"/>
                  </a:lnTo>
                  <a:lnTo>
                    <a:pt x="424227" y="455165"/>
                  </a:lnTo>
                  <a:close/>
                  <a:moveTo>
                    <a:pt x="437852" y="430783"/>
                  </a:moveTo>
                  <a:lnTo>
                    <a:pt x="439031" y="430783"/>
                  </a:lnTo>
                  <a:lnTo>
                    <a:pt x="451368" y="393821"/>
                  </a:lnTo>
                  <a:close/>
                  <a:moveTo>
                    <a:pt x="36563" y="364710"/>
                  </a:moveTo>
                  <a:lnTo>
                    <a:pt x="36563" y="356995"/>
                  </a:lnTo>
                  <a:lnTo>
                    <a:pt x="10201" y="393821"/>
                  </a:lnTo>
                  <a:close/>
                  <a:moveTo>
                    <a:pt x="36563" y="356995"/>
                  </a:moveTo>
                  <a:lnTo>
                    <a:pt x="36563" y="364710"/>
                  </a:lnTo>
                  <a:lnTo>
                    <a:pt x="36677" y="356860"/>
                  </a:lnTo>
                  <a:close/>
                  <a:moveTo>
                    <a:pt x="449388" y="393821"/>
                  </a:moveTo>
                  <a:lnTo>
                    <a:pt x="451368" y="393821"/>
                  </a:lnTo>
                  <a:lnTo>
                    <a:pt x="458112" y="356860"/>
                  </a:lnTo>
                  <a:close/>
                  <a:moveTo>
                    <a:pt x="75330" y="327662"/>
                  </a:moveTo>
                  <a:lnTo>
                    <a:pt x="75330" y="322550"/>
                  </a:lnTo>
                  <a:lnTo>
                    <a:pt x="36677" y="356860"/>
                  </a:lnTo>
                  <a:close/>
                  <a:moveTo>
                    <a:pt x="75330" y="322550"/>
                  </a:moveTo>
                  <a:lnTo>
                    <a:pt x="75330" y="327662"/>
                  </a:lnTo>
                  <a:lnTo>
                    <a:pt x="78937" y="319898"/>
                  </a:lnTo>
                  <a:close/>
                  <a:moveTo>
                    <a:pt x="454712" y="356860"/>
                  </a:moveTo>
                  <a:lnTo>
                    <a:pt x="458112" y="356860"/>
                  </a:lnTo>
                  <a:lnTo>
                    <a:pt x="462806" y="319898"/>
                  </a:lnTo>
                  <a:close/>
                  <a:moveTo>
                    <a:pt x="114096" y="292120"/>
                  </a:moveTo>
                  <a:lnTo>
                    <a:pt x="114096" y="286589"/>
                  </a:lnTo>
                  <a:lnTo>
                    <a:pt x="78937" y="319898"/>
                  </a:lnTo>
                  <a:close/>
                  <a:moveTo>
                    <a:pt x="114096" y="286589"/>
                  </a:moveTo>
                  <a:lnTo>
                    <a:pt x="114096" y="292120"/>
                  </a:lnTo>
                  <a:lnTo>
                    <a:pt x="117752" y="282936"/>
                  </a:lnTo>
                  <a:close/>
                  <a:moveTo>
                    <a:pt x="462994" y="317872"/>
                  </a:moveTo>
                  <a:lnTo>
                    <a:pt x="462994" y="282936"/>
                  </a:lnTo>
                  <a:lnTo>
                    <a:pt x="462806" y="319898"/>
                  </a:lnTo>
                  <a:close/>
                  <a:moveTo>
                    <a:pt x="126785" y="245974"/>
                  </a:moveTo>
                  <a:lnTo>
                    <a:pt x="117752" y="282936"/>
                  </a:lnTo>
                  <a:lnTo>
                    <a:pt x="123224" y="282936"/>
                  </a:lnTo>
                  <a:close/>
                  <a:moveTo>
                    <a:pt x="462994" y="282936"/>
                  </a:moveTo>
                  <a:lnTo>
                    <a:pt x="462994" y="317872"/>
                  </a:lnTo>
                  <a:lnTo>
                    <a:pt x="466725" y="282936"/>
                  </a:lnTo>
                  <a:close/>
                  <a:moveTo>
                    <a:pt x="462994" y="245974"/>
                  </a:moveTo>
                  <a:lnTo>
                    <a:pt x="466725" y="282936"/>
                  </a:lnTo>
                  <a:lnTo>
                    <a:pt x="466629" y="245974"/>
                  </a:lnTo>
                  <a:close/>
                  <a:moveTo>
                    <a:pt x="462994" y="245974"/>
                  </a:moveTo>
                  <a:lnTo>
                    <a:pt x="462994" y="282936"/>
                  </a:lnTo>
                  <a:lnTo>
                    <a:pt x="466725" y="282936"/>
                  </a:lnTo>
                  <a:close/>
                  <a:moveTo>
                    <a:pt x="126785" y="245974"/>
                  </a:moveTo>
                  <a:lnTo>
                    <a:pt x="130561" y="245974"/>
                  </a:lnTo>
                  <a:lnTo>
                    <a:pt x="114096" y="220071"/>
                  </a:lnTo>
                  <a:close/>
                  <a:moveTo>
                    <a:pt x="462994" y="245974"/>
                  </a:moveTo>
                  <a:lnTo>
                    <a:pt x="466629" y="245974"/>
                  </a:lnTo>
                  <a:lnTo>
                    <a:pt x="462994" y="228493"/>
                  </a:lnTo>
                  <a:close/>
                  <a:moveTo>
                    <a:pt x="462994" y="245974"/>
                  </a:moveTo>
                  <a:lnTo>
                    <a:pt x="462994" y="228493"/>
                  </a:lnTo>
                  <a:lnTo>
                    <a:pt x="457256" y="245974"/>
                  </a:lnTo>
                  <a:close/>
                  <a:moveTo>
                    <a:pt x="457256" y="245974"/>
                  </a:moveTo>
                  <a:lnTo>
                    <a:pt x="462994" y="228493"/>
                  </a:lnTo>
                  <a:lnTo>
                    <a:pt x="459323" y="209012"/>
                  </a:lnTo>
                  <a:close/>
                  <a:moveTo>
                    <a:pt x="108529" y="209012"/>
                  </a:moveTo>
                  <a:lnTo>
                    <a:pt x="108483" y="209012"/>
                  </a:lnTo>
                  <a:lnTo>
                    <a:pt x="114096" y="220071"/>
                  </a:lnTo>
                  <a:close/>
                  <a:moveTo>
                    <a:pt x="78969" y="172050"/>
                  </a:moveTo>
                  <a:lnTo>
                    <a:pt x="108483" y="209012"/>
                  </a:lnTo>
                  <a:lnTo>
                    <a:pt x="108529" y="209012"/>
                  </a:lnTo>
                  <a:close/>
                  <a:moveTo>
                    <a:pt x="448796" y="209012"/>
                  </a:moveTo>
                  <a:lnTo>
                    <a:pt x="459323" y="209012"/>
                  </a:lnTo>
                  <a:lnTo>
                    <a:pt x="441435" y="172050"/>
                  </a:lnTo>
                  <a:close/>
                  <a:moveTo>
                    <a:pt x="78969" y="172050"/>
                  </a:moveTo>
                  <a:lnTo>
                    <a:pt x="76541" y="172050"/>
                  </a:lnTo>
                  <a:lnTo>
                    <a:pt x="75330" y="166296"/>
                  </a:lnTo>
                  <a:close/>
                  <a:moveTo>
                    <a:pt x="424227" y="152100"/>
                  </a:moveTo>
                  <a:lnTo>
                    <a:pt x="428470" y="172050"/>
                  </a:lnTo>
                  <a:lnTo>
                    <a:pt x="441435" y="172050"/>
                  </a:lnTo>
                  <a:close/>
                  <a:moveTo>
                    <a:pt x="424227" y="152100"/>
                  </a:moveTo>
                  <a:lnTo>
                    <a:pt x="405686" y="135089"/>
                  </a:lnTo>
                  <a:lnTo>
                    <a:pt x="390926" y="135089"/>
                  </a:lnTo>
                  <a:close/>
                  <a:moveTo>
                    <a:pt x="55137" y="135089"/>
                  </a:moveTo>
                  <a:lnTo>
                    <a:pt x="58030" y="135089"/>
                  </a:lnTo>
                  <a:lnTo>
                    <a:pt x="75330" y="166296"/>
                  </a:lnTo>
                  <a:close/>
                  <a:moveTo>
                    <a:pt x="51924" y="98127"/>
                  </a:moveTo>
                  <a:lnTo>
                    <a:pt x="58030" y="135089"/>
                  </a:lnTo>
                  <a:lnTo>
                    <a:pt x="55137" y="135089"/>
                  </a:lnTo>
                  <a:close/>
                  <a:moveTo>
                    <a:pt x="385461" y="119762"/>
                  </a:moveTo>
                  <a:lnTo>
                    <a:pt x="390926" y="135089"/>
                  </a:lnTo>
                  <a:lnTo>
                    <a:pt x="405686" y="135089"/>
                  </a:lnTo>
                  <a:close/>
                  <a:moveTo>
                    <a:pt x="350128" y="98127"/>
                  </a:moveTo>
                  <a:lnTo>
                    <a:pt x="346694" y="98127"/>
                  </a:lnTo>
                  <a:lnTo>
                    <a:pt x="385461" y="119762"/>
                  </a:lnTo>
                  <a:close/>
                  <a:moveTo>
                    <a:pt x="385461" y="119762"/>
                  </a:moveTo>
                  <a:lnTo>
                    <a:pt x="346694" y="98127"/>
                  </a:lnTo>
                  <a:lnTo>
                    <a:pt x="346694" y="103266"/>
                  </a:lnTo>
                  <a:close/>
                  <a:moveTo>
                    <a:pt x="61453" y="61165"/>
                  </a:moveTo>
                  <a:lnTo>
                    <a:pt x="51924" y="98127"/>
                  </a:lnTo>
                  <a:lnTo>
                    <a:pt x="48886" y="98127"/>
                  </a:lnTo>
                  <a:close/>
                  <a:moveTo>
                    <a:pt x="307928" y="69293"/>
                  </a:moveTo>
                  <a:lnTo>
                    <a:pt x="297051" y="61165"/>
                  </a:lnTo>
                  <a:lnTo>
                    <a:pt x="295081" y="61165"/>
                  </a:lnTo>
                  <a:close/>
                  <a:moveTo>
                    <a:pt x="346694" y="95826"/>
                  </a:moveTo>
                  <a:lnTo>
                    <a:pt x="339644" y="98127"/>
                  </a:lnTo>
                  <a:lnTo>
                    <a:pt x="346694" y="98127"/>
                  </a:lnTo>
                  <a:close/>
                  <a:moveTo>
                    <a:pt x="307928" y="69293"/>
                  </a:moveTo>
                  <a:lnTo>
                    <a:pt x="307928" y="72593"/>
                  </a:lnTo>
                  <a:lnTo>
                    <a:pt x="346694" y="95826"/>
                  </a:lnTo>
                  <a:close/>
                  <a:moveTo>
                    <a:pt x="346694" y="98127"/>
                  </a:moveTo>
                  <a:lnTo>
                    <a:pt x="350128" y="98127"/>
                  </a:lnTo>
                  <a:lnTo>
                    <a:pt x="346694" y="95826"/>
                  </a:lnTo>
                  <a:close/>
                  <a:moveTo>
                    <a:pt x="75330" y="37779"/>
                  </a:moveTo>
                  <a:lnTo>
                    <a:pt x="75330" y="42493"/>
                  </a:lnTo>
                  <a:lnTo>
                    <a:pt x="61453" y="61165"/>
                  </a:lnTo>
                  <a:close/>
                  <a:moveTo>
                    <a:pt x="75330" y="42493"/>
                  </a:moveTo>
                  <a:lnTo>
                    <a:pt x="75330" y="37779"/>
                  </a:lnTo>
                  <a:lnTo>
                    <a:pt x="95306" y="24203"/>
                  </a:lnTo>
                  <a:close/>
                  <a:moveTo>
                    <a:pt x="269162" y="40091"/>
                  </a:moveTo>
                  <a:lnTo>
                    <a:pt x="295081" y="61165"/>
                  </a:lnTo>
                  <a:lnTo>
                    <a:pt x="297051" y="61165"/>
                  </a:lnTo>
                  <a:close/>
                  <a:moveTo>
                    <a:pt x="269162" y="40091"/>
                  </a:moveTo>
                  <a:lnTo>
                    <a:pt x="243505" y="24203"/>
                  </a:lnTo>
                  <a:lnTo>
                    <a:pt x="246565" y="24203"/>
                  </a:lnTo>
                  <a:close/>
                  <a:moveTo>
                    <a:pt x="114096" y="9702"/>
                  </a:moveTo>
                  <a:lnTo>
                    <a:pt x="114096" y="12800"/>
                  </a:lnTo>
                  <a:lnTo>
                    <a:pt x="95306" y="24203"/>
                  </a:lnTo>
                  <a:close/>
                  <a:moveTo>
                    <a:pt x="152862" y="0"/>
                  </a:moveTo>
                  <a:lnTo>
                    <a:pt x="152862" y="2642"/>
                  </a:lnTo>
                  <a:lnTo>
                    <a:pt x="114096" y="12800"/>
                  </a:lnTo>
                  <a:close/>
                  <a:moveTo>
                    <a:pt x="191629" y="1774"/>
                  </a:moveTo>
                  <a:lnTo>
                    <a:pt x="191629" y="4203"/>
                  </a:lnTo>
                  <a:lnTo>
                    <a:pt x="152862" y="2642"/>
                  </a:lnTo>
                  <a:close/>
                  <a:moveTo>
                    <a:pt x="230395" y="14580"/>
                  </a:moveTo>
                  <a:lnTo>
                    <a:pt x="230395" y="16732"/>
                  </a:lnTo>
                  <a:lnTo>
                    <a:pt x="191629" y="4203"/>
                  </a:lnTo>
                  <a:close/>
                  <a:moveTo>
                    <a:pt x="230395" y="16732"/>
                  </a:moveTo>
                  <a:lnTo>
                    <a:pt x="246565" y="24203"/>
                  </a:lnTo>
                  <a:lnTo>
                    <a:pt x="243505" y="24203"/>
                  </a:lnTo>
                  <a:close/>
                </a:path>
              </a:pathLst>
            </a:custGeom>
            <a:solidFill>
              <a:srgbClr val="DEB13A"/>
            </a:solidFill>
            <a:ln w="4001">
              <a:solidFill>
                <a:srgbClr val="F0DBA5"/>
              </a:solidFill>
            </a:ln>
          </p:spPr>
        </p:sp>
        <p:sp>
          <p:nvSpPr>
            <p:cNvPr id="3965" name="Candidate_B3__3964">
              <a:extLst>
                <a:ext uri="{FF2B5EF4-FFF2-40B4-BE49-F238E27FC236}">
                  <a16:creationId xmlns:a16="http://schemas.microsoft.com/office/drawing/2014/main" id="{1B7F1565-5901-1B0B-78B5-BD7D125D1293}"/>
                </a:ext>
              </a:extLst>
            </p:cNvPr>
            <p:cNvSpPr>
              <a:spLocks noGrp="1"/>
            </p:cNvSpPr>
            <p:nvPr/>
          </p:nvSpPr>
          <p:spPr>
            <a:xfrm>
              <a:off x="4681538" y="4071938"/>
              <a:ext cx="462994" cy="561975"/>
            </a:xfrm>
            <a:custGeom>
              <a:avLst/>
              <a:gdLst/>
              <a:ahLst/>
              <a:cxnLst/>
              <a:rect l="0" t="0" r="0" b="0"/>
              <a:pathLst>
                <a:path w="462994" h="561975">
                  <a:moveTo>
                    <a:pt x="36563" y="519563"/>
                  </a:moveTo>
                  <a:lnTo>
                    <a:pt x="75330" y="541669"/>
                  </a:lnTo>
                  <a:lnTo>
                    <a:pt x="75330" y="539832"/>
                  </a:lnTo>
                  <a:close/>
                  <a:moveTo>
                    <a:pt x="36563" y="519563"/>
                  </a:moveTo>
                  <a:lnTo>
                    <a:pt x="75330" y="539832"/>
                  </a:lnTo>
                  <a:lnTo>
                    <a:pt x="36563" y="512608"/>
                  </a:lnTo>
                  <a:close/>
                  <a:moveTo>
                    <a:pt x="75330" y="545163"/>
                  </a:moveTo>
                  <a:lnTo>
                    <a:pt x="80108" y="541669"/>
                  </a:lnTo>
                  <a:lnTo>
                    <a:pt x="75330" y="541669"/>
                  </a:lnTo>
                  <a:close/>
                  <a:moveTo>
                    <a:pt x="114096" y="553368"/>
                  </a:moveTo>
                  <a:lnTo>
                    <a:pt x="80108" y="541669"/>
                  </a:lnTo>
                  <a:lnTo>
                    <a:pt x="75330" y="545163"/>
                  </a:lnTo>
                  <a:close/>
                  <a:moveTo>
                    <a:pt x="75330" y="541669"/>
                  </a:moveTo>
                  <a:lnTo>
                    <a:pt x="80108" y="541669"/>
                  </a:lnTo>
                  <a:lnTo>
                    <a:pt x="75330" y="539832"/>
                  </a:lnTo>
                  <a:close/>
                  <a:moveTo>
                    <a:pt x="114096" y="553368"/>
                  </a:moveTo>
                  <a:lnTo>
                    <a:pt x="114096" y="557755"/>
                  </a:lnTo>
                  <a:lnTo>
                    <a:pt x="152862" y="558245"/>
                  </a:lnTo>
                  <a:close/>
                  <a:moveTo>
                    <a:pt x="152862" y="558245"/>
                  </a:moveTo>
                  <a:lnTo>
                    <a:pt x="152862" y="561975"/>
                  </a:lnTo>
                  <a:lnTo>
                    <a:pt x="191629" y="557370"/>
                  </a:lnTo>
                  <a:close/>
                  <a:moveTo>
                    <a:pt x="191629" y="557370"/>
                  </a:moveTo>
                  <a:lnTo>
                    <a:pt x="191629" y="560586"/>
                  </a:lnTo>
                  <a:lnTo>
                    <a:pt x="230395" y="552422"/>
                  </a:lnTo>
                  <a:close/>
                  <a:moveTo>
                    <a:pt x="230395" y="552422"/>
                  </a:moveTo>
                  <a:lnTo>
                    <a:pt x="230395" y="555126"/>
                  </a:lnTo>
                  <a:lnTo>
                    <a:pt x="269162" y="544116"/>
                  </a:lnTo>
                  <a:close/>
                  <a:moveTo>
                    <a:pt x="284238" y="541669"/>
                  </a:moveTo>
                  <a:lnTo>
                    <a:pt x="277621" y="541669"/>
                  </a:lnTo>
                  <a:lnTo>
                    <a:pt x="269162" y="544116"/>
                  </a:lnTo>
                  <a:close/>
                  <a:moveTo>
                    <a:pt x="277621" y="541669"/>
                  </a:moveTo>
                  <a:lnTo>
                    <a:pt x="284238" y="541669"/>
                  </a:lnTo>
                  <a:lnTo>
                    <a:pt x="307928" y="533751"/>
                  </a:lnTo>
                  <a:close/>
                  <a:moveTo>
                    <a:pt x="28853" y="504707"/>
                  </a:moveTo>
                  <a:lnTo>
                    <a:pt x="36563" y="519563"/>
                  </a:lnTo>
                  <a:lnTo>
                    <a:pt x="36563" y="512608"/>
                  </a:lnTo>
                  <a:close/>
                  <a:moveTo>
                    <a:pt x="3170" y="467745"/>
                  </a:moveTo>
                  <a:lnTo>
                    <a:pt x="28853" y="504707"/>
                  </a:lnTo>
                  <a:lnTo>
                    <a:pt x="8802" y="467745"/>
                  </a:lnTo>
                  <a:close/>
                  <a:moveTo>
                    <a:pt x="307928" y="533751"/>
                  </a:moveTo>
                  <a:lnTo>
                    <a:pt x="307928" y="535070"/>
                  </a:lnTo>
                  <a:lnTo>
                    <a:pt x="346694" y="519004"/>
                  </a:lnTo>
                  <a:close/>
                  <a:moveTo>
                    <a:pt x="373116" y="504707"/>
                  </a:moveTo>
                  <a:lnTo>
                    <a:pt x="371779" y="504707"/>
                  </a:lnTo>
                  <a:lnTo>
                    <a:pt x="346694" y="519004"/>
                  </a:lnTo>
                  <a:close/>
                  <a:moveTo>
                    <a:pt x="371779" y="504707"/>
                  </a:moveTo>
                  <a:lnTo>
                    <a:pt x="373116" y="504707"/>
                  </a:lnTo>
                  <a:lnTo>
                    <a:pt x="385461" y="495425"/>
                  </a:lnTo>
                  <a:close/>
                  <a:moveTo>
                    <a:pt x="0" y="430783"/>
                  </a:moveTo>
                  <a:lnTo>
                    <a:pt x="8802" y="467745"/>
                  </a:lnTo>
                  <a:lnTo>
                    <a:pt x="5333" y="430783"/>
                  </a:lnTo>
                  <a:close/>
                  <a:moveTo>
                    <a:pt x="415693" y="467745"/>
                  </a:moveTo>
                  <a:lnTo>
                    <a:pt x="414858" y="467745"/>
                  </a:lnTo>
                  <a:lnTo>
                    <a:pt x="385461" y="495425"/>
                  </a:lnTo>
                  <a:close/>
                  <a:moveTo>
                    <a:pt x="414858" y="467745"/>
                  </a:moveTo>
                  <a:lnTo>
                    <a:pt x="415693" y="467745"/>
                  </a:lnTo>
                  <a:lnTo>
                    <a:pt x="424227" y="453666"/>
                  </a:lnTo>
                  <a:close/>
                  <a:moveTo>
                    <a:pt x="10201" y="393821"/>
                  </a:moveTo>
                  <a:lnTo>
                    <a:pt x="5333" y="430783"/>
                  </a:lnTo>
                  <a:lnTo>
                    <a:pt x="15924" y="393821"/>
                  </a:lnTo>
                  <a:close/>
                  <a:moveTo>
                    <a:pt x="439031" y="430783"/>
                  </a:moveTo>
                  <a:lnTo>
                    <a:pt x="437852" y="430783"/>
                  </a:lnTo>
                  <a:lnTo>
                    <a:pt x="424227" y="453666"/>
                  </a:lnTo>
                  <a:close/>
                  <a:moveTo>
                    <a:pt x="449388" y="393821"/>
                  </a:moveTo>
                  <a:lnTo>
                    <a:pt x="437852" y="430783"/>
                  </a:lnTo>
                  <a:lnTo>
                    <a:pt x="451368" y="393821"/>
                  </a:lnTo>
                  <a:close/>
                  <a:moveTo>
                    <a:pt x="36563" y="364710"/>
                  </a:moveTo>
                  <a:lnTo>
                    <a:pt x="10201" y="393821"/>
                  </a:lnTo>
                  <a:lnTo>
                    <a:pt x="15924" y="393821"/>
                  </a:lnTo>
                  <a:close/>
                  <a:moveTo>
                    <a:pt x="36563" y="364710"/>
                  </a:moveTo>
                  <a:lnTo>
                    <a:pt x="43028" y="356860"/>
                  </a:lnTo>
                  <a:lnTo>
                    <a:pt x="36677" y="356860"/>
                  </a:lnTo>
                  <a:close/>
                  <a:moveTo>
                    <a:pt x="454712" y="356860"/>
                  </a:moveTo>
                  <a:lnTo>
                    <a:pt x="449388" y="393821"/>
                  </a:lnTo>
                  <a:lnTo>
                    <a:pt x="458112" y="356860"/>
                  </a:lnTo>
                  <a:close/>
                  <a:moveTo>
                    <a:pt x="75330" y="327662"/>
                  </a:moveTo>
                  <a:lnTo>
                    <a:pt x="36677" y="356860"/>
                  </a:lnTo>
                  <a:lnTo>
                    <a:pt x="43028" y="356860"/>
                  </a:lnTo>
                  <a:close/>
                  <a:moveTo>
                    <a:pt x="75330" y="327662"/>
                  </a:moveTo>
                  <a:lnTo>
                    <a:pt x="85653" y="319898"/>
                  </a:lnTo>
                  <a:lnTo>
                    <a:pt x="78937" y="319898"/>
                  </a:lnTo>
                  <a:close/>
                  <a:moveTo>
                    <a:pt x="457521" y="319898"/>
                  </a:moveTo>
                  <a:lnTo>
                    <a:pt x="454712" y="356860"/>
                  </a:lnTo>
                  <a:lnTo>
                    <a:pt x="462806" y="319898"/>
                  </a:lnTo>
                  <a:close/>
                  <a:moveTo>
                    <a:pt x="114096" y="292120"/>
                  </a:moveTo>
                  <a:lnTo>
                    <a:pt x="78937" y="319898"/>
                  </a:lnTo>
                  <a:lnTo>
                    <a:pt x="85653" y="319898"/>
                  </a:lnTo>
                  <a:close/>
                  <a:moveTo>
                    <a:pt x="114096" y="292120"/>
                  </a:moveTo>
                  <a:lnTo>
                    <a:pt x="123224" y="282936"/>
                  </a:lnTo>
                  <a:lnTo>
                    <a:pt x="117752" y="282936"/>
                  </a:lnTo>
                  <a:close/>
                  <a:moveTo>
                    <a:pt x="462806" y="319898"/>
                  </a:moveTo>
                  <a:lnTo>
                    <a:pt x="462994" y="282936"/>
                  </a:lnTo>
                  <a:lnTo>
                    <a:pt x="458956" y="282936"/>
                  </a:lnTo>
                  <a:close/>
                  <a:moveTo>
                    <a:pt x="462806" y="319898"/>
                  </a:moveTo>
                  <a:lnTo>
                    <a:pt x="458956" y="282936"/>
                  </a:lnTo>
                  <a:lnTo>
                    <a:pt x="457521" y="319898"/>
                  </a:lnTo>
                  <a:close/>
                  <a:moveTo>
                    <a:pt x="126785" y="245974"/>
                  </a:moveTo>
                  <a:lnTo>
                    <a:pt x="123224" y="282936"/>
                  </a:lnTo>
                  <a:lnTo>
                    <a:pt x="130561" y="245974"/>
                  </a:lnTo>
                  <a:close/>
                  <a:moveTo>
                    <a:pt x="462994" y="282936"/>
                  </a:moveTo>
                  <a:lnTo>
                    <a:pt x="462994" y="245974"/>
                  </a:lnTo>
                  <a:lnTo>
                    <a:pt x="458956" y="282936"/>
                  </a:lnTo>
                  <a:close/>
                  <a:moveTo>
                    <a:pt x="462994" y="245974"/>
                  </a:moveTo>
                  <a:lnTo>
                    <a:pt x="457256" y="245974"/>
                  </a:lnTo>
                  <a:lnTo>
                    <a:pt x="458956" y="282936"/>
                  </a:lnTo>
                  <a:close/>
                  <a:moveTo>
                    <a:pt x="130561" y="245974"/>
                  </a:moveTo>
                  <a:lnTo>
                    <a:pt x="114096" y="218444"/>
                  </a:lnTo>
                  <a:lnTo>
                    <a:pt x="114096" y="220071"/>
                  </a:lnTo>
                  <a:close/>
                  <a:moveTo>
                    <a:pt x="457256" y="245974"/>
                  </a:moveTo>
                  <a:lnTo>
                    <a:pt x="459323" y="209012"/>
                  </a:lnTo>
                  <a:lnTo>
                    <a:pt x="448796" y="209012"/>
                  </a:lnTo>
                  <a:close/>
                  <a:moveTo>
                    <a:pt x="108529" y="209012"/>
                  </a:moveTo>
                  <a:lnTo>
                    <a:pt x="114096" y="220071"/>
                  </a:lnTo>
                  <a:lnTo>
                    <a:pt x="114096" y="218444"/>
                  </a:lnTo>
                  <a:close/>
                  <a:moveTo>
                    <a:pt x="78969" y="172050"/>
                  </a:moveTo>
                  <a:lnTo>
                    <a:pt x="108529" y="209012"/>
                  </a:lnTo>
                  <a:lnTo>
                    <a:pt x="76541" y="172050"/>
                  </a:lnTo>
                  <a:close/>
                  <a:moveTo>
                    <a:pt x="428470" y="172050"/>
                  </a:moveTo>
                  <a:lnTo>
                    <a:pt x="448796" y="209012"/>
                  </a:lnTo>
                  <a:lnTo>
                    <a:pt x="441435" y="172050"/>
                  </a:lnTo>
                  <a:close/>
                  <a:moveTo>
                    <a:pt x="76541" y="172050"/>
                  </a:moveTo>
                  <a:lnTo>
                    <a:pt x="75330" y="170257"/>
                  </a:lnTo>
                  <a:lnTo>
                    <a:pt x="75330" y="166296"/>
                  </a:lnTo>
                  <a:close/>
                  <a:moveTo>
                    <a:pt x="424227" y="152100"/>
                  </a:moveTo>
                  <a:lnTo>
                    <a:pt x="424227" y="167074"/>
                  </a:lnTo>
                  <a:lnTo>
                    <a:pt x="428470" y="172050"/>
                  </a:lnTo>
                  <a:close/>
                  <a:moveTo>
                    <a:pt x="424227" y="167074"/>
                  </a:moveTo>
                  <a:lnTo>
                    <a:pt x="424227" y="152100"/>
                  </a:lnTo>
                  <a:lnTo>
                    <a:pt x="390926" y="135089"/>
                  </a:lnTo>
                  <a:close/>
                  <a:moveTo>
                    <a:pt x="55137" y="135089"/>
                  </a:moveTo>
                  <a:lnTo>
                    <a:pt x="75330" y="166296"/>
                  </a:lnTo>
                  <a:lnTo>
                    <a:pt x="75330" y="170257"/>
                  </a:lnTo>
                  <a:close/>
                  <a:moveTo>
                    <a:pt x="51924" y="98127"/>
                  </a:moveTo>
                  <a:lnTo>
                    <a:pt x="55137" y="135089"/>
                  </a:lnTo>
                  <a:lnTo>
                    <a:pt x="48886" y="98127"/>
                  </a:lnTo>
                  <a:close/>
                  <a:moveTo>
                    <a:pt x="385461" y="119762"/>
                  </a:moveTo>
                  <a:lnTo>
                    <a:pt x="385461" y="130711"/>
                  </a:lnTo>
                  <a:lnTo>
                    <a:pt x="390926" y="135089"/>
                  </a:lnTo>
                  <a:close/>
                  <a:moveTo>
                    <a:pt x="385461" y="119762"/>
                  </a:moveTo>
                  <a:lnTo>
                    <a:pt x="346694" y="103266"/>
                  </a:lnTo>
                  <a:lnTo>
                    <a:pt x="385461" y="130711"/>
                  </a:lnTo>
                  <a:close/>
                  <a:moveTo>
                    <a:pt x="61453" y="61165"/>
                  </a:moveTo>
                  <a:lnTo>
                    <a:pt x="48886" y="98127"/>
                  </a:lnTo>
                  <a:lnTo>
                    <a:pt x="57968" y="61165"/>
                  </a:lnTo>
                  <a:close/>
                  <a:moveTo>
                    <a:pt x="307928" y="72593"/>
                  </a:moveTo>
                  <a:lnTo>
                    <a:pt x="307928" y="69293"/>
                  </a:lnTo>
                  <a:lnTo>
                    <a:pt x="295081" y="61165"/>
                  </a:lnTo>
                  <a:close/>
                  <a:moveTo>
                    <a:pt x="307928" y="72593"/>
                  </a:moveTo>
                  <a:lnTo>
                    <a:pt x="339644" y="98127"/>
                  </a:lnTo>
                  <a:lnTo>
                    <a:pt x="346694" y="95826"/>
                  </a:lnTo>
                  <a:close/>
                  <a:moveTo>
                    <a:pt x="346694" y="103266"/>
                  </a:moveTo>
                  <a:lnTo>
                    <a:pt x="346694" y="98127"/>
                  </a:lnTo>
                  <a:lnTo>
                    <a:pt x="339644" y="98127"/>
                  </a:lnTo>
                  <a:close/>
                  <a:moveTo>
                    <a:pt x="75330" y="37779"/>
                  </a:moveTo>
                  <a:lnTo>
                    <a:pt x="61453" y="61165"/>
                  </a:lnTo>
                  <a:lnTo>
                    <a:pt x="57968" y="61165"/>
                  </a:lnTo>
                  <a:close/>
                  <a:moveTo>
                    <a:pt x="75330" y="37779"/>
                  </a:moveTo>
                  <a:lnTo>
                    <a:pt x="90163" y="24203"/>
                  </a:lnTo>
                  <a:lnTo>
                    <a:pt x="95306" y="24203"/>
                  </a:lnTo>
                  <a:close/>
                  <a:moveTo>
                    <a:pt x="269162" y="40091"/>
                  </a:moveTo>
                  <a:lnTo>
                    <a:pt x="269162" y="39540"/>
                  </a:lnTo>
                  <a:lnTo>
                    <a:pt x="295081" y="61165"/>
                  </a:lnTo>
                  <a:close/>
                  <a:moveTo>
                    <a:pt x="269162" y="39540"/>
                  </a:moveTo>
                  <a:lnTo>
                    <a:pt x="269162" y="40091"/>
                  </a:lnTo>
                  <a:lnTo>
                    <a:pt x="246565" y="24203"/>
                  </a:lnTo>
                  <a:close/>
                  <a:moveTo>
                    <a:pt x="114096" y="9702"/>
                  </a:moveTo>
                  <a:lnTo>
                    <a:pt x="95306" y="24203"/>
                  </a:lnTo>
                  <a:lnTo>
                    <a:pt x="90163" y="24203"/>
                  </a:lnTo>
                  <a:close/>
                  <a:moveTo>
                    <a:pt x="152862" y="0"/>
                  </a:moveTo>
                  <a:lnTo>
                    <a:pt x="114096" y="12800"/>
                  </a:lnTo>
                  <a:lnTo>
                    <a:pt x="114096" y="9702"/>
                  </a:lnTo>
                  <a:close/>
                  <a:moveTo>
                    <a:pt x="191629" y="1774"/>
                  </a:moveTo>
                  <a:lnTo>
                    <a:pt x="152862" y="2642"/>
                  </a:lnTo>
                  <a:lnTo>
                    <a:pt x="152862" y="0"/>
                  </a:lnTo>
                  <a:close/>
                  <a:moveTo>
                    <a:pt x="230395" y="14580"/>
                  </a:moveTo>
                  <a:lnTo>
                    <a:pt x="191629" y="4203"/>
                  </a:lnTo>
                  <a:lnTo>
                    <a:pt x="191629" y="1774"/>
                  </a:lnTo>
                  <a:close/>
                  <a:moveTo>
                    <a:pt x="230395" y="16732"/>
                  </a:moveTo>
                  <a:lnTo>
                    <a:pt x="230395" y="14580"/>
                  </a:lnTo>
                  <a:lnTo>
                    <a:pt x="246565" y="24203"/>
                  </a:lnTo>
                  <a:close/>
                </a:path>
              </a:pathLst>
            </a:custGeom>
            <a:solidFill>
              <a:srgbClr val="DFB33F"/>
            </a:solidFill>
            <a:ln w="4001">
              <a:solidFill>
                <a:srgbClr val="F0DBA5"/>
              </a:solidFill>
            </a:ln>
          </p:spPr>
        </p:sp>
        <p:sp>
          <p:nvSpPr>
            <p:cNvPr id="3966" name="Candidate_B3__3965">
              <a:extLst>
                <a:ext uri="{FF2B5EF4-FFF2-40B4-BE49-F238E27FC236}">
                  <a16:creationId xmlns:a16="http://schemas.microsoft.com/office/drawing/2014/main" id="{9EBF60CB-6B16-3B2F-40B5-8AF1CF2C452B}"/>
                </a:ext>
              </a:extLst>
            </p:cNvPr>
            <p:cNvSpPr>
              <a:spLocks noGrp="1"/>
            </p:cNvSpPr>
            <p:nvPr/>
          </p:nvSpPr>
          <p:spPr>
            <a:xfrm>
              <a:off x="4686870" y="4071938"/>
              <a:ext cx="453623" cy="558245"/>
            </a:xfrm>
            <a:custGeom>
              <a:avLst/>
              <a:gdLst/>
              <a:ahLst/>
              <a:cxnLst/>
              <a:rect l="0" t="0" r="0" b="0"/>
              <a:pathLst>
                <a:path w="453623" h="558245">
                  <a:moveTo>
                    <a:pt x="74775" y="541669"/>
                  </a:moveTo>
                  <a:lnTo>
                    <a:pt x="108763" y="553368"/>
                  </a:lnTo>
                  <a:lnTo>
                    <a:pt x="108763" y="541669"/>
                  </a:lnTo>
                  <a:close/>
                  <a:moveTo>
                    <a:pt x="74775" y="541669"/>
                  </a:moveTo>
                  <a:lnTo>
                    <a:pt x="108763" y="541669"/>
                  </a:lnTo>
                  <a:lnTo>
                    <a:pt x="69997" y="539832"/>
                  </a:lnTo>
                  <a:close/>
                  <a:moveTo>
                    <a:pt x="147530" y="558245"/>
                  </a:moveTo>
                  <a:lnTo>
                    <a:pt x="147530" y="543916"/>
                  </a:lnTo>
                  <a:lnTo>
                    <a:pt x="108763" y="553368"/>
                  </a:lnTo>
                  <a:close/>
                  <a:moveTo>
                    <a:pt x="147530" y="558245"/>
                  </a:moveTo>
                  <a:lnTo>
                    <a:pt x="186296" y="557370"/>
                  </a:lnTo>
                  <a:lnTo>
                    <a:pt x="186296" y="543918"/>
                  </a:lnTo>
                  <a:close/>
                  <a:moveTo>
                    <a:pt x="186296" y="557370"/>
                  </a:moveTo>
                  <a:lnTo>
                    <a:pt x="225062" y="552422"/>
                  </a:lnTo>
                  <a:lnTo>
                    <a:pt x="186296" y="543918"/>
                  </a:lnTo>
                  <a:close/>
                  <a:moveTo>
                    <a:pt x="263829" y="541669"/>
                  </a:moveTo>
                  <a:lnTo>
                    <a:pt x="225062" y="552422"/>
                  </a:lnTo>
                  <a:lnTo>
                    <a:pt x="263829" y="544116"/>
                  </a:lnTo>
                  <a:close/>
                  <a:moveTo>
                    <a:pt x="263829" y="541669"/>
                  </a:moveTo>
                  <a:lnTo>
                    <a:pt x="225062" y="541669"/>
                  </a:lnTo>
                  <a:lnTo>
                    <a:pt x="225062" y="552422"/>
                  </a:lnTo>
                  <a:close/>
                  <a:moveTo>
                    <a:pt x="263829" y="541669"/>
                  </a:moveTo>
                  <a:lnTo>
                    <a:pt x="263829" y="544116"/>
                  </a:lnTo>
                  <a:lnTo>
                    <a:pt x="272288" y="541669"/>
                  </a:lnTo>
                  <a:close/>
                  <a:moveTo>
                    <a:pt x="263829" y="532925"/>
                  </a:moveTo>
                  <a:lnTo>
                    <a:pt x="272288" y="541669"/>
                  </a:lnTo>
                  <a:lnTo>
                    <a:pt x="302595" y="533751"/>
                  </a:lnTo>
                  <a:close/>
                  <a:moveTo>
                    <a:pt x="23521" y="504707"/>
                  </a:moveTo>
                  <a:lnTo>
                    <a:pt x="31230" y="512608"/>
                  </a:lnTo>
                  <a:lnTo>
                    <a:pt x="31230" y="504707"/>
                  </a:lnTo>
                  <a:close/>
                  <a:moveTo>
                    <a:pt x="3469" y="467745"/>
                  </a:moveTo>
                  <a:lnTo>
                    <a:pt x="23521" y="504707"/>
                  </a:lnTo>
                  <a:lnTo>
                    <a:pt x="22963" y="467745"/>
                  </a:lnTo>
                  <a:close/>
                  <a:moveTo>
                    <a:pt x="69997" y="539832"/>
                  </a:moveTo>
                  <a:lnTo>
                    <a:pt x="69997" y="521522"/>
                  </a:lnTo>
                  <a:lnTo>
                    <a:pt x="31230" y="512608"/>
                  </a:lnTo>
                  <a:close/>
                  <a:moveTo>
                    <a:pt x="302595" y="533751"/>
                  </a:moveTo>
                  <a:lnTo>
                    <a:pt x="341362" y="519004"/>
                  </a:lnTo>
                  <a:lnTo>
                    <a:pt x="341362" y="507045"/>
                  </a:lnTo>
                  <a:close/>
                  <a:moveTo>
                    <a:pt x="366446" y="504707"/>
                  </a:moveTo>
                  <a:lnTo>
                    <a:pt x="341362" y="507045"/>
                  </a:lnTo>
                  <a:lnTo>
                    <a:pt x="341362" y="519004"/>
                  </a:lnTo>
                  <a:close/>
                  <a:moveTo>
                    <a:pt x="366446" y="504707"/>
                  </a:moveTo>
                  <a:lnTo>
                    <a:pt x="380128" y="495425"/>
                  </a:lnTo>
                  <a:lnTo>
                    <a:pt x="380128" y="481571"/>
                  </a:lnTo>
                  <a:close/>
                  <a:moveTo>
                    <a:pt x="0" y="430783"/>
                  </a:moveTo>
                  <a:lnTo>
                    <a:pt x="3469" y="467745"/>
                  </a:lnTo>
                  <a:lnTo>
                    <a:pt x="22963" y="467745"/>
                  </a:lnTo>
                  <a:close/>
                  <a:moveTo>
                    <a:pt x="409525" y="467745"/>
                  </a:moveTo>
                  <a:lnTo>
                    <a:pt x="380128" y="481571"/>
                  </a:lnTo>
                  <a:lnTo>
                    <a:pt x="380128" y="495425"/>
                  </a:lnTo>
                  <a:close/>
                  <a:moveTo>
                    <a:pt x="409525" y="467745"/>
                  </a:moveTo>
                  <a:lnTo>
                    <a:pt x="418894" y="453666"/>
                  </a:lnTo>
                  <a:lnTo>
                    <a:pt x="418894" y="430859"/>
                  </a:lnTo>
                  <a:close/>
                  <a:moveTo>
                    <a:pt x="10591" y="393821"/>
                  </a:moveTo>
                  <a:lnTo>
                    <a:pt x="0" y="430783"/>
                  </a:lnTo>
                  <a:lnTo>
                    <a:pt x="18478" y="430783"/>
                  </a:lnTo>
                  <a:close/>
                  <a:moveTo>
                    <a:pt x="432520" y="430783"/>
                  </a:moveTo>
                  <a:lnTo>
                    <a:pt x="418894" y="430859"/>
                  </a:lnTo>
                  <a:lnTo>
                    <a:pt x="418894" y="453666"/>
                  </a:lnTo>
                  <a:close/>
                  <a:moveTo>
                    <a:pt x="418939" y="430783"/>
                  </a:moveTo>
                  <a:lnTo>
                    <a:pt x="432520" y="430783"/>
                  </a:lnTo>
                  <a:lnTo>
                    <a:pt x="444055" y="393821"/>
                  </a:lnTo>
                  <a:close/>
                  <a:moveTo>
                    <a:pt x="31230" y="393005"/>
                  </a:moveTo>
                  <a:lnTo>
                    <a:pt x="31230" y="364710"/>
                  </a:lnTo>
                  <a:lnTo>
                    <a:pt x="10591" y="393821"/>
                  </a:lnTo>
                  <a:close/>
                  <a:moveTo>
                    <a:pt x="31230" y="364710"/>
                  </a:moveTo>
                  <a:lnTo>
                    <a:pt x="31230" y="393005"/>
                  </a:lnTo>
                  <a:lnTo>
                    <a:pt x="37695" y="356860"/>
                  </a:lnTo>
                  <a:close/>
                  <a:moveTo>
                    <a:pt x="430784" y="393821"/>
                  </a:moveTo>
                  <a:lnTo>
                    <a:pt x="444055" y="393821"/>
                  </a:lnTo>
                  <a:lnTo>
                    <a:pt x="449379" y="356860"/>
                  </a:lnTo>
                  <a:close/>
                  <a:moveTo>
                    <a:pt x="69997" y="347971"/>
                  </a:moveTo>
                  <a:lnTo>
                    <a:pt x="69997" y="327662"/>
                  </a:lnTo>
                  <a:lnTo>
                    <a:pt x="37695" y="356860"/>
                  </a:lnTo>
                  <a:close/>
                  <a:moveTo>
                    <a:pt x="69997" y="327662"/>
                  </a:moveTo>
                  <a:lnTo>
                    <a:pt x="69997" y="347971"/>
                  </a:lnTo>
                  <a:lnTo>
                    <a:pt x="80320" y="319898"/>
                  </a:lnTo>
                  <a:close/>
                  <a:moveTo>
                    <a:pt x="434785" y="356860"/>
                  </a:moveTo>
                  <a:lnTo>
                    <a:pt x="449379" y="356860"/>
                  </a:lnTo>
                  <a:lnTo>
                    <a:pt x="452188" y="319898"/>
                  </a:lnTo>
                  <a:close/>
                  <a:moveTo>
                    <a:pt x="108763" y="317540"/>
                  </a:moveTo>
                  <a:lnTo>
                    <a:pt x="108763" y="292120"/>
                  </a:lnTo>
                  <a:lnTo>
                    <a:pt x="80320" y="319898"/>
                  </a:lnTo>
                  <a:close/>
                  <a:moveTo>
                    <a:pt x="108763" y="292120"/>
                  </a:moveTo>
                  <a:lnTo>
                    <a:pt x="108763" y="317540"/>
                  </a:lnTo>
                  <a:lnTo>
                    <a:pt x="117891" y="282936"/>
                  </a:lnTo>
                  <a:close/>
                  <a:moveTo>
                    <a:pt x="435133" y="319898"/>
                  </a:moveTo>
                  <a:lnTo>
                    <a:pt x="452188" y="319898"/>
                  </a:lnTo>
                  <a:lnTo>
                    <a:pt x="453623" y="282936"/>
                  </a:lnTo>
                  <a:close/>
                  <a:moveTo>
                    <a:pt x="117891" y="282936"/>
                  </a:moveTo>
                  <a:lnTo>
                    <a:pt x="143169" y="282936"/>
                  </a:lnTo>
                  <a:lnTo>
                    <a:pt x="125228" y="245974"/>
                  </a:lnTo>
                  <a:close/>
                  <a:moveTo>
                    <a:pt x="433696" y="282936"/>
                  </a:moveTo>
                  <a:lnTo>
                    <a:pt x="453623" y="282936"/>
                  </a:lnTo>
                  <a:lnTo>
                    <a:pt x="451923" y="245974"/>
                  </a:lnTo>
                  <a:close/>
                  <a:moveTo>
                    <a:pt x="108763" y="218444"/>
                  </a:moveTo>
                  <a:lnTo>
                    <a:pt x="125228" y="245974"/>
                  </a:lnTo>
                  <a:lnTo>
                    <a:pt x="123826" y="209012"/>
                  </a:lnTo>
                  <a:close/>
                  <a:moveTo>
                    <a:pt x="451923" y="245974"/>
                  </a:moveTo>
                  <a:lnTo>
                    <a:pt x="443463" y="209012"/>
                  </a:lnTo>
                  <a:lnTo>
                    <a:pt x="429020" y="245974"/>
                  </a:lnTo>
                  <a:close/>
                  <a:moveTo>
                    <a:pt x="103196" y="209012"/>
                  </a:moveTo>
                  <a:lnTo>
                    <a:pt x="108763" y="218444"/>
                  </a:lnTo>
                  <a:lnTo>
                    <a:pt x="108763" y="209012"/>
                  </a:lnTo>
                  <a:close/>
                  <a:moveTo>
                    <a:pt x="71208" y="172050"/>
                  </a:moveTo>
                  <a:lnTo>
                    <a:pt x="103196" y="209012"/>
                  </a:lnTo>
                  <a:lnTo>
                    <a:pt x="85672" y="172050"/>
                  </a:lnTo>
                  <a:close/>
                  <a:moveTo>
                    <a:pt x="418894" y="172050"/>
                  </a:moveTo>
                  <a:lnTo>
                    <a:pt x="443463" y="209012"/>
                  </a:lnTo>
                  <a:lnTo>
                    <a:pt x="423137" y="172050"/>
                  </a:lnTo>
                  <a:close/>
                  <a:moveTo>
                    <a:pt x="418894" y="172050"/>
                  </a:moveTo>
                  <a:lnTo>
                    <a:pt x="418894" y="209012"/>
                  </a:lnTo>
                  <a:lnTo>
                    <a:pt x="443463" y="209012"/>
                  </a:lnTo>
                  <a:close/>
                  <a:moveTo>
                    <a:pt x="71208" y="172050"/>
                  </a:moveTo>
                  <a:lnTo>
                    <a:pt x="85672" y="172050"/>
                  </a:lnTo>
                  <a:lnTo>
                    <a:pt x="69997" y="170257"/>
                  </a:lnTo>
                  <a:close/>
                  <a:moveTo>
                    <a:pt x="418894" y="172050"/>
                  </a:moveTo>
                  <a:lnTo>
                    <a:pt x="423137" y="172050"/>
                  </a:lnTo>
                  <a:lnTo>
                    <a:pt x="418894" y="167074"/>
                  </a:lnTo>
                  <a:close/>
                  <a:moveTo>
                    <a:pt x="380128" y="135089"/>
                  </a:moveTo>
                  <a:lnTo>
                    <a:pt x="418894" y="172050"/>
                  </a:lnTo>
                  <a:lnTo>
                    <a:pt x="385593" y="135089"/>
                  </a:lnTo>
                  <a:close/>
                  <a:moveTo>
                    <a:pt x="385593" y="135089"/>
                  </a:moveTo>
                  <a:lnTo>
                    <a:pt x="418894" y="172050"/>
                  </a:lnTo>
                  <a:lnTo>
                    <a:pt x="418894" y="167074"/>
                  </a:lnTo>
                  <a:close/>
                  <a:moveTo>
                    <a:pt x="61163" y="135089"/>
                  </a:moveTo>
                  <a:lnTo>
                    <a:pt x="49804" y="135089"/>
                  </a:lnTo>
                  <a:lnTo>
                    <a:pt x="69997" y="170257"/>
                  </a:lnTo>
                  <a:close/>
                  <a:moveTo>
                    <a:pt x="43554" y="98127"/>
                  </a:moveTo>
                  <a:lnTo>
                    <a:pt x="49804" y="135089"/>
                  </a:lnTo>
                  <a:lnTo>
                    <a:pt x="61163" y="135089"/>
                  </a:lnTo>
                  <a:close/>
                  <a:moveTo>
                    <a:pt x="341362" y="103266"/>
                  </a:moveTo>
                  <a:lnTo>
                    <a:pt x="334311" y="98127"/>
                  </a:lnTo>
                  <a:lnTo>
                    <a:pt x="306658" y="98127"/>
                  </a:lnTo>
                  <a:close/>
                  <a:moveTo>
                    <a:pt x="341362" y="103266"/>
                  </a:moveTo>
                  <a:lnTo>
                    <a:pt x="341362" y="128683"/>
                  </a:lnTo>
                  <a:lnTo>
                    <a:pt x="380128" y="130711"/>
                  </a:lnTo>
                  <a:close/>
                  <a:moveTo>
                    <a:pt x="380128" y="135089"/>
                  </a:moveTo>
                  <a:lnTo>
                    <a:pt x="385593" y="135089"/>
                  </a:lnTo>
                  <a:lnTo>
                    <a:pt x="380128" y="130711"/>
                  </a:lnTo>
                  <a:close/>
                  <a:moveTo>
                    <a:pt x="52635" y="61165"/>
                  </a:moveTo>
                  <a:lnTo>
                    <a:pt x="43554" y="98127"/>
                  </a:lnTo>
                  <a:lnTo>
                    <a:pt x="54085" y="98127"/>
                  </a:lnTo>
                  <a:close/>
                  <a:moveTo>
                    <a:pt x="302595" y="72593"/>
                  </a:moveTo>
                  <a:lnTo>
                    <a:pt x="306658" y="98127"/>
                  </a:lnTo>
                  <a:lnTo>
                    <a:pt x="334311" y="98127"/>
                  </a:lnTo>
                  <a:close/>
                  <a:moveTo>
                    <a:pt x="302595" y="72593"/>
                  </a:moveTo>
                  <a:lnTo>
                    <a:pt x="289748" y="61165"/>
                  </a:lnTo>
                  <a:lnTo>
                    <a:pt x="270932" y="61165"/>
                  </a:lnTo>
                  <a:close/>
                  <a:moveTo>
                    <a:pt x="69997" y="53356"/>
                  </a:moveTo>
                  <a:lnTo>
                    <a:pt x="69997" y="37779"/>
                  </a:lnTo>
                  <a:lnTo>
                    <a:pt x="52635" y="61165"/>
                  </a:lnTo>
                  <a:close/>
                  <a:moveTo>
                    <a:pt x="69997" y="37779"/>
                  </a:moveTo>
                  <a:lnTo>
                    <a:pt x="69997" y="53356"/>
                  </a:lnTo>
                  <a:lnTo>
                    <a:pt x="84830" y="24203"/>
                  </a:lnTo>
                  <a:close/>
                  <a:moveTo>
                    <a:pt x="263829" y="39540"/>
                  </a:moveTo>
                  <a:lnTo>
                    <a:pt x="270932" y="61165"/>
                  </a:lnTo>
                  <a:lnTo>
                    <a:pt x="289748" y="61165"/>
                  </a:lnTo>
                  <a:close/>
                  <a:moveTo>
                    <a:pt x="241233" y="24203"/>
                  </a:moveTo>
                  <a:lnTo>
                    <a:pt x="225062" y="24203"/>
                  </a:lnTo>
                  <a:lnTo>
                    <a:pt x="263829" y="39540"/>
                  </a:lnTo>
                  <a:close/>
                  <a:moveTo>
                    <a:pt x="108763" y="20027"/>
                  </a:moveTo>
                  <a:lnTo>
                    <a:pt x="108763" y="9702"/>
                  </a:lnTo>
                  <a:lnTo>
                    <a:pt x="84830" y="24203"/>
                  </a:lnTo>
                  <a:close/>
                  <a:moveTo>
                    <a:pt x="147530" y="9224"/>
                  </a:moveTo>
                  <a:lnTo>
                    <a:pt x="147530" y="0"/>
                  </a:lnTo>
                  <a:lnTo>
                    <a:pt x="108763" y="9702"/>
                  </a:lnTo>
                  <a:close/>
                  <a:moveTo>
                    <a:pt x="186296" y="11263"/>
                  </a:moveTo>
                  <a:lnTo>
                    <a:pt x="186296" y="1774"/>
                  </a:lnTo>
                  <a:lnTo>
                    <a:pt x="147530" y="0"/>
                  </a:lnTo>
                  <a:close/>
                  <a:moveTo>
                    <a:pt x="186296" y="1774"/>
                  </a:moveTo>
                  <a:lnTo>
                    <a:pt x="186296" y="11263"/>
                  </a:lnTo>
                  <a:lnTo>
                    <a:pt x="225062" y="14580"/>
                  </a:lnTo>
                  <a:close/>
                  <a:moveTo>
                    <a:pt x="225062" y="24203"/>
                  </a:moveTo>
                  <a:lnTo>
                    <a:pt x="241233" y="24203"/>
                  </a:lnTo>
                  <a:lnTo>
                    <a:pt x="225062" y="14580"/>
                  </a:lnTo>
                  <a:close/>
                </a:path>
              </a:pathLst>
            </a:custGeom>
            <a:solidFill>
              <a:srgbClr val="DFB545"/>
            </a:solidFill>
            <a:ln w="4001">
              <a:solidFill>
                <a:srgbClr val="F0DBA5"/>
              </a:solidFill>
            </a:ln>
          </p:spPr>
        </p:sp>
        <p:sp>
          <p:nvSpPr>
            <p:cNvPr id="3967" name="Candidate_B3__3966">
              <a:extLst>
                <a:ext uri="{FF2B5EF4-FFF2-40B4-BE49-F238E27FC236}">
                  <a16:creationId xmlns:a16="http://schemas.microsoft.com/office/drawing/2014/main" id="{0C7F8155-672A-2E18-B882-9263CC9FDF86}"/>
                </a:ext>
              </a:extLst>
            </p:cNvPr>
            <p:cNvSpPr>
              <a:spLocks noGrp="1"/>
            </p:cNvSpPr>
            <p:nvPr/>
          </p:nvSpPr>
          <p:spPr>
            <a:xfrm>
              <a:off x="4686870" y="4071938"/>
              <a:ext cx="453623" cy="558245"/>
            </a:xfrm>
            <a:custGeom>
              <a:avLst/>
              <a:gdLst/>
              <a:ahLst/>
              <a:cxnLst/>
              <a:rect l="0" t="0" r="0" b="0"/>
              <a:pathLst>
                <a:path w="453623" h="558245">
                  <a:moveTo>
                    <a:pt x="69997" y="539832"/>
                  </a:moveTo>
                  <a:lnTo>
                    <a:pt x="108763" y="541669"/>
                  </a:lnTo>
                  <a:lnTo>
                    <a:pt x="108763" y="537612"/>
                  </a:lnTo>
                  <a:close/>
                  <a:moveTo>
                    <a:pt x="69997" y="539832"/>
                  </a:moveTo>
                  <a:lnTo>
                    <a:pt x="108763" y="537612"/>
                  </a:lnTo>
                  <a:lnTo>
                    <a:pt x="69997" y="521522"/>
                  </a:lnTo>
                  <a:close/>
                  <a:moveTo>
                    <a:pt x="108763" y="553368"/>
                  </a:moveTo>
                  <a:lnTo>
                    <a:pt x="133584" y="541669"/>
                  </a:lnTo>
                  <a:lnTo>
                    <a:pt x="108763" y="541669"/>
                  </a:lnTo>
                  <a:close/>
                  <a:moveTo>
                    <a:pt x="147530" y="543916"/>
                  </a:moveTo>
                  <a:lnTo>
                    <a:pt x="133584" y="541669"/>
                  </a:lnTo>
                  <a:lnTo>
                    <a:pt x="108763" y="553368"/>
                  </a:lnTo>
                  <a:close/>
                  <a:moveTo>
                    <a:pt x="147530" y="543916"/>
                  </a:moveTo>
                  <a:lnTo>
                    <a:pt x="147530" y="558245"/>
                  </a:lnTo>
                  <a:lnTo>
                    <a:pt x="186296" y="543918"/>
                  </a:lnTo>
                  <a:close/>
                  <a:moveTo>
                    <a:pt x="225062" y="552422"/>
                  </a:moveTo>
                  <a:lnTo>
                    <a:pt x="225062" y="541669"/>
                  </a:lnTo>
                  <a:lnTo>
                    <a:pt x="186296" y="543918"/>
                  </a:lnTo>
                  <a:close/>
                  <a:moveTo>
                    <a:pt x="225062" y="541669"/>
                  </a:moveTo>
                  <a:lnTo>
                    <a:pt x="263829" y="541669"/>
                  </a:lnTo>
                  <a:lnTo>
                    <a:pt x="225062" y="539709"/>
                  </a:lnTo>
                  <a:close/>
                  <a:moveTo>
                    <a:pt x="263829" y="541669"/>
                  </a:moveTo>
                  <a:lnTo>
                    <a:pt x="263829" y="532925"/>
                  </a:lnTo>
                  <a:lnTo>
                    <a:pt x="225062" y="539709"/>
                  </a:lnTo>
                  <a:close/>
                  <a:moveTo>
                    <a:pt x="263829" y="541669"/>
                  </a:moveTo>
                  <a:lnTo>
                    <a:pt x="272288" y="541669"/>
                  </a:lnTo>
                  <a:lnTo>
                    <a:pt x="263829" y="532925"/>
                  </a:lnTo>
                  <a:close/>
                  <a:moveTo>
                    <a:pt x="263829" y="532925"/>
                  </a:moveTo>
                  <a:lnTo>
                    <a:pt x="302595" y="533751"/>
                  </a:lnTo>
                  <a:lnTo>
                    <a:pt x="302595" y="522834"/>
                  </a:lnTo>
                  <a:close/>
                  <a:moveTo>
                    <a:pt x="22963" y="467745"/>
                  </a:moveTo>
                  <a:lnTo>
                    <a:pt x="31230" y="504707"/>
                  </a:lnTo>
                  <a:lnTo>
                    <a:pt x="31230" y="482024"/>
                  </a:lnTo>
                  <a:close/>
                  <a:moveTo>
                    <a:pt x="23521" y="504707"/>
                  </a:moveTo>
                  <a:lnTo>
                    <a:pt x="31230" y="504707"/>
                  </a:lnTo>
                  <a:lnTo>
                    <a:pt x="22963" y="467745"/>
                  </a:lnTo>
                  <a:close/>
                  <a:moveTo>
                    <a:pt x="31230" y="512608"/>
                  </a:moveTo>
                  <a:lnTo>
                    <a:pt x="47761" y="504707"/>
                  </a:lnTo>
                  <a:lnTo>
                    <a:pt x="31230" y="504707"/>
                  </a:lnTo>
                  <a:close/>
                  <a:moveTo>
                    <a:pt x="69997" y="521522"/>
                  </a:moveTo>
                  <a:lnTo>
                    <a:pt x="47761" y="504707"/>
                  </a:lnTo>
                  <a:lnTo>
                    <a:pt x="31230" y="512608"/>
                  </a:lnTo>
                  <a:close/>
                  <a:moveTo>
                    <a:pt x="31230" y="504707"/>
                  </a:moveTo>
                  <a:lnTo>
                    <a:pt x="47761" y="504707"/>
                  </a:lnTo>
                  <a:lnTo>
                    <a:pt x="31230" y="482024"/>
                  </a:lnTo>
                  <a:close/>
                  <a:moveTo>
                    <a:pt x="302595" y="522834"/>
                  </a:moveTo>
                  <a:lnTo>
                    <a:pt x="302595" y="533751"/>
                  </a:lnTo>
                  <a:lnTo>
                    <a:pt x="341362" y="507045"/>
                  </a:lnTo>
                  <a:close/>
                  <a:moveTo>
                    <a:pt x="366446" y="504707"/>
                  </a:moveTo>
                  <a:lnTo>
                    <a:pt x="345532" y="504707"/>
                  </a:lnTo>
                  <a:lnTo>
                    <a:pt x="341362" y="507045"/>
                  </a:lnTo>
                  <a:close/>
                  <a:moveTo>
                    <a:pt x="345532" y="504707"/>
                  </a:moveTo>
                  <a:lnTo>
                    <a:pt x="366446" y="504707"/>
                  </a:lnTo>
                  <a:lnTo>
                    <a:pt x="380128" y="481571"/>
                  </a:lnTo>
                  <a:close/>
                  <a:moveTo>
                    <a:pt x="0" y="430783"/>
                  </a:moveTo>
                  <a:lnTo>
                    <a:pt x="22963" y="467745"/>
                  </a:lnTo>
                  <a:lnTo>
                    <a:pt x="18478" y="430783"/>
                  </a:lnTo>
                  <a:close/>
                  <a:moveTo>
                    <a:pt x="409525" y="467745"/>
                  </a:moveTo>
                  <a:lnTo>
                    <a:pt x="394832" y="467745"/>
                  </a:lnTo>
                  <a:lnTo>
                    <a:pt x="380128" y="481571"/>
                  </a:lnTo>
                  <a:close/>
                  <a:moveTo>
                    <a:pt x="394832" y="467745"/>
                  </a:moveTo>
                  <a:lnTo>
                    <a:pt x="409525" y="467745"/>
                  </a:lnTo>
                  <a:lnTo>
                    <a:pt x="418894" y="430859"/>
                  </a:lnTo>
                  <a:close/>
                  <a:moveTo>
                    <a:pt x="10591" y="393821"/>
                  </a:moveTo>
                  <a:lnTo>
                    <a:pt x="18478" y="430783"/>
                  </a:lnTo>
                  <a:lnTo>
                    <a:pt x="30658" y="393821"/>
                  </a:lnTo>
                  <a:close/>
                  <a:moveTo>
                    <a:pt x="432520" y="430783"/>
                  </a:moveTo>
                  <a:lnTo>
                    <a:pt x="418939" y="430783"/>
                  </a:lnTo>
                  <a:lnTo>
                    <a:pt x="418894" y="430859"/>
                  </a:lnTo>
                  <a:close/>
                  <a:moveTo>
                    <a:pt x="430784" y="393821"/>
                  </a:moveTo>
                  <a:lnTo>
                    <a:pt x="418939" y="430783"/>
                  </a:lnTo>
                  <a:lnTo>
                    <a:pt x="444055" y="393821"/>
                  </a:lnTo>
                  <a:close/>
                  <a:moveTo>
                    <a:pt x="31230" y="393005"/>
                  </a:moveTo>
                  <a:lnTo>
                    <a:pt x="10591" y="393821"/>
                  </a:lnTo>
                  <a:lnTo>
                    <a:pt x="30658" y="393821"/>
                  </a:lnTo>
                  <a:close/>
                  <a:moveTo>
                    <a:pt x="31230" y="393005"/>
                  </a:moveTo>
                  <a:lnTo>
                    <a:pt x="60351" y="356860"/>
                  </a:lnTo>
                  <a:lnTo>
                    <a:pt x="37695" y="356860"/>
                  </a:lnTo>
                  <a:close/>
                  <a:moveTo>
                    <a:pt x="434785" y="356860"/>
                  </a:moveTo>
                  <a:lnTo>
                    <a:pt x="430784" y="393821"/>
                  </a:lnTo>
                  <a:lnTo>
                    <a:pt x="449379" y="356860"/>
                  </a:lnTo>
                  <a:close/>
                  <a:moveTo>
                    <a:pt x="69997" y="347971"/>
                  </a:moveTo>
                  <a:lnTo>
                    <a:pt x="37695" y="356860"/>
                  </a:lnTo>
                  <a:lnTo>
                    <a:pt x="60351" y="356860"/>
                  </a:lnTo>
                  <a:close/>
                  <a:moveTo>
                    <a:pt x="69997" y="347971"/>
                  </a:moveTo>
                  <a:lnTo>
                    <a:pt x="106410" y="319898"/>
                  </a:lnTo>
                  <a:lnTo>
                    <a:pt x="80320" y="319898"/>
                  </a:lnTo>
                  <a:close/>
                  <a:moveTo>
                    <a:pt x="435133" y="319898"/>
                  </a:moveTo>
                  <a:lnTo>
                    <a:pt x="434785" y="356860"/>
                  </a:lnTo>
                  <a:lnTo>
                    <a:pt x="452188" y="319898"/>
                  </a:lnTo>
                  <a:close/>
                  <a:moveTo>
                    <a:pt x="108763" y="317540"/>
                  </a:moveTo>
                  <a:lnTo>
                    <a:pt x="80320" y="319898"/>
                  </a:lnTo>
                  <a:lnTo>
                    <a:pt x="106410" y="319898"/>
                  </a:lnTo>
                  <a:close/>
                  <a:moveTo>
                    <a:pt x="108763" y="317540"/>
                  </a:moveTo>
                  <a:lnTo>
                    <a:pt x="143169" y="282936"/>
                  </a:lnTo>
                  <a:lnTo>
                    <a:pt x="117891" y="282936"/>
                  </a:lnTo>
                  <a:close/>
                  <a:moveTo>
                    <a:pt x="433696" y="282936"/>
                  </a:moveTo>
                  <a:lnTo>
                    <a:pt x="435133" y="319898"/>
                  </a:lnTo>
                  <a:lnTo>
                    <a:pt x="453623" y="282936"/>
                  </a:lnTo>
                  <a:close/>
                  <a:moveTo>
                    <a:pt x="125228" y="245974"/>
                  </a:moveTo>
                  <a:lnTo>
                    <a:pt x="147530" y="258134"/>
                  </a:lnTo>
                  <a:lnTo>
                    <a:pt x="147530" y="245974"/>
                  </a:lnTo>
                  <a:close/>
                  <a:moveTo>
                    <a:pt x="143169" y="282936"/>
                  </a:moveTo>
                  <a:lnTo>
                    <a:pt x="147530" y="258134"/>
                  </a:lnTo>
                  <a:lnTo>
                    <a:pt x="125228" y="245974"/>
                  </a:lnTo>
                  <a:close/>
                  <a:moveTo>
                    <a:pt x="429020" y="245974"/>
                  </a:moveTo>
                  <a:lnTo>
                    <a:pt x="433696" y="282936"/>
                  </a:lnTo>
                  <a:lnTo>
                    <a:pt x="451923" y="245974"/>
                  </a:lnTo>
                  <a:close/>
                  <a:moveTo>
                    <a:pt x="108763" y="209012"/>
                  </a:moveTo>
                  <a:lnTo>
                    <a:pt x="108763" y="218444"/>
                  </a:lnTo>
                  <a:lnTo>
                    <a:pt x="123826" y="209012"/>
                  </a:lnTo>
                  <a:close/>
                  <a:moveTo>
                    <a:pt x="123826" y="209012"/>
                  </a:moveTo>
                  <a:lnTo>
                    <a:pt x="125228" y="245974"/>
                  </a:lnTo>
                  <a:lnTo>
                    <a:pt x="147530" y="242911"/>
                  </a:lnTo>
                  <a:close/>
                  <a:moveTo>
                    <a:pt x="147530" y="242911"/>
                  </a:moveTo>
                  <a:lnTo>
                    <a:pt x="125228" y="245974"/>
                  </a:lnTo>
                  <a:lnTo>
                    <a:pt x="147530" y="245974"/>
                  </a:lnTo>
                  <a:close/>
                  <a:moveTo>
                    <a:pt x="443463" y="209012"/>
                  </a:moveTo>
                  <a:lnTo>
                    <a:pt x="418894" y="209012"/>
                  </a:lnTo>
                  <a:lnTo>
                    <a:pt x="429020" y="245974"/>
                  </a:lnTo>
                  <a:close/>
                  <a:moveTo>
                    <a:pt x="85672" y="172050"/>
                  </a:moveTo>
                  <a:lnTo>
                    <a:pt x="108763" y="209012"/>
                  </a:lnTo>
                  <a:lnTo>
                    <a:pt x="108763" y="196432"/>
                  </a:lnTo>
                  <a:close/>
                  <a:moveTo>
                    <a:pt x="103196" y="209012"/>
                  </a:moveTo>
                  <a:lnTo>
                    <a:pt x="108763" y="209012"/>
                  </a:lnTo>
                  <a:lnTo>
                    <a:pt x="85672" y="172050"/>
                  </a:lnTo>
                  <a:close/>
                  <a:moveTo>
                    <a:pt x="108763" y="209012"/>
                  </a:moveTo>
                  <a:lnTo>
                    <a:pt x="123826" y="209012"/>
                  </a:lnTo>
                  <a:lnTo>
                    <a:pt x="108763" y="196432"/>
                  </a:lnTo>
                  <a:close/>
                  <a:moveTo>
                    <a:pt x="418894" y="209012"/>
                  </a:moveTo>
                  <a:lnTo>
                    <a:pt x="418894" y="172050"/>
                  </a:lnTo>
                  <a:lnTo>
                    <a:pt x="416738" y="209012"/>
                  </a:lnTo>
                  <a:close/>
                  <a:moveTo>
                    <a:pt x="418894" y="172050"/>
                  </a:moveTo>
                  <a:lnTo>
                    <a:pt x="391328" y="172050"/>
                  </a:lnTo>
                  <a:lnTo>
                    <a:pt x="416738" y="209012"/>
                  </a:lnTo>
                  <a:close/>
                  <a:moveTo>
                    <a:pt x="85672" y="172050"/>
                  </a:moveTo>
                  <a:lnTo>
                    <a:pt x="69997" y="150060"/>
                  </a:lnTo>
                  <a:lnTo>
                    <a:pt x="69997" y="170257"/>
                  </a:lnTo>
                  <a:close/>
                  <a:moveTo>
                    <a:pt x="380128" y="160882"/>
                  </a:moveTo>
                  <a:lnTo>
                    <a:pt x="391328" y="172050"/>
                  </a:lnTo>
                  <a:lnTo>
                    <a:pt x="380128" y="135089"/>
                  </a:lnTo>
                  <a:close/>
                  <a:moveTo>
                    <a:pt x="391328" y="172050"/>
                  </a:moveTo>
                  <a:lnTo>
                    <a:pt x="418894" y="172050"/>
                  </a:lnTo>
                  <a:lnTo>
                    <a:pt x="380128" y="135089"/>
                  </a:lnTo>
                  <a:close/>
                  <a:moveTo>
                    <a:pt x="61163" y="135089"/>
                  </a:moveTo>
                  <a:lnTo>
                    <a:pt x="69997" y="170257"/>
                  </a:lnTo>
                  <a:lnTo>
                    <a:pt x="69997" y="150060"/>
                  </a:lnTo>
                  <a:close/>
                  <a:moveTo>
                    <a:pt x="43554" y="98127"/>
                  </a:moveTo>
                  <a:lnTo>
                    <a:pt x="61163" y="135089"/>
                  </a:lnTo>
                  <a:lnTo>
                    <a:pt x="54085" y="98127"/>
                  </a:lnTo>
                  <a:close/>
                  <a:moveTo>
                    <a:pt x="341362" y="128683"/>
                  </a:moveTo>
                  <a:lnTo>
                    <a:pt x="341362" y="103266"/>
                  </a:lnTo>
                  <a:lnTo>
                    <a:pt x="306658" y="98127"/>
                  </a:lnTo>
                  <a:close/>
                  <a:moveTo>
                    <a:pt x="380128" y="130711"/>
                  </a:moveTo>
                  <a:lnTo>
                    <a:pt x="349293" y="135089"/>
                  </a:lnTo>
                  <a:lnTo>
                    <a:pt x="380128" y="135089"/>
                  </a:lnTo>
                  <a:close/>
                  <a:moveTo>
                    <a:pt x="341362" y="128683"/>
                  </a:moveTo>
                  <a:lnTo>
                    <a:pt x="349293" y="135089"/>
                  </a:lnTo>
                  <a:lnTo>
                    <a:pt x="380128" y="130711"/>
                  </a:lnTo>
                  <a:close/>
                  <a:moveTo>
                    <a:pt x="380128" y="160882"/>
                  </a:moveTo>
                  <a:lnTo>
                    <a:pt x="380128" y="135089"/>
                  </a:lnTo>
                  <a:lnTo>
                    <a:pt x="349293" y="135089"/>
                  </a:lnTo>
                  <a:close/>
                  <a:moveTo>
                    <a:pt x="52635" y="61165"/>
                  </a:moveTo>
                  <a:lnTo>
                    <a:pt x="54085" y="98127"/>
                  </a:lnTo>
                  <a:lnTo>
                    <a:pt x="64205" y="61165"/>
                  </a:lnTo>
                  <a:close/>
                  <a:moveTo>
                    <a:pt x="302595" y="72593"/>
                  </a:moveTo>
                  <a:lnTo>
                    <a:pt x="302595" y="94323"/>
                  </a:lnTo>
                  <a:lnTo>
                    <a:pt x="306658" y="98127"/>
                  </a:lnTo>
                  <a:close/>
                  <a:moveTo>
                    <a:pt x="302595" y="94323"/>
                  </a:moveTo>
                  <a:lnTo>
                    <a:pt x="302595" y="72593"/>
                  </a:lnTo>
                  <a:lnTo>
                    <a:pt x="270932" y="61165"/>
                  </a:lnTo>
                  <a:close/>
                  <a:moveTo>
                    <a:pt x="69997" y="53356"/>
                  </a:moveTo>
                  <a:lnTo>
                    <a:pt x="52635" y="61165"/>
                  </a:lnTo>
                  <a:lnTo>
                    <a:pt x="64205" y="61165"/>
                  </a:lnTo>
                  <a:close/>
                  <a:moveTo>
                    <a:pt x="69997" y="53356"/>
                  </a:moveTo>
                  <a:lnTo>
                    <a:pt x="101862" y="24203"/>
                  </a:lnTo>
                  <a:lnTo>
                    <a:pt x="84830" y="24203"/>
                  </a:lnTo>
                  <a:close/>
                  <a:moveTo>
                    <a:pt x="263829" y="39540"/>
                  </a:moveTo>
                  <a:lnTo>
                    <a:pt x="263829" y="54706"/>
                  </a:lnTo>
                  <a:lnTo>
                    <a:pt x="270932" y="61165"/>
                  </a:lnTo>
                  <a:close/>
                  <a:moveTo>
                    <a:pt x="263829" y="39540"/>
                  </a:moveTo>
                  <a:lnTo>
                    <a:pt x="225062" y="24203"/>
                  </a:lnTo>
                  <a:lnTo>
                    <a:pt x="225062" y="25929"/>
                  </a:lnTo>
                  <a:close/>
                  <a:moveTo>
                    <a:pt x="263829" y="39540"/>
                  </a:moveTo>
                  <a:lnTo>
                    <a:pt x="225062" y="25929"/>
                  </a:lnTo>
                  <a:lnTo>
                    <a:pt x="263829" y="54706"/>
                  </a:lnTo>
                  <a:close/>
                  <a:moveTo>
                    <a:pt x="108763" y="20027"/>
                  </a:moveTo>
                  <a:lnTo>
                    <a:pt x="84830" y="24203"/>
                  </a:lnTo>
                  <a:lnTo>
                    <a:pt x="101862" y="24203"/>
                  </a:lnTo>
                  <a:close/>
                  <a:moveTo>
                    <a:pt x="147530" y="9224"/>
                  </a:moveTo>
                  <a:lnTo>
                    <a:pt x="108763" y="9702"/>
                  </a:lnTo>
                  <a:lnTo>
                    <a:pt x="108763" y="20027"/>
                  </a:lnTo>
                  <a:close/>
                  <a:moveTo>
                    <a:pt x="186296" y="11263"/>
                  </a:moveTo>
                  <a:lnTo>
                    <a:pt x="147530" y="0"/>
                  </a:lnTo>
                  <a:lnTo>
                    <a:pt x="147530" y="9224"/>
                  </a:lnTo>
                  <a:close/>
                  <a:moveTo>
                    <a:pt x="225062" y="14580"/>
                  </a:moveTo>
                  <a:lnTo>
                    <a:pt x="221109" y="24203"/>
                  </a:lnTo>
                  <a:lnTo>
                    <a:pt x="225062" y="24203"/>
                  </a:lnTo>
                  <a:close/>
                  <a:moveTo>
                    <a:pt x="186296" y="11263"/>
                  </a:moveTo>
                  <a:lnTo>
                    <a:pt x="221109" y="24203"/>
                  </a:lnTo>
                  <a:lnTo>
                    <a:pt x="225062" y="14580"/>
                  </a:lnTo>
                  <a:close/>
                </a:path>
              </a:pathLst>
            </a:custGeom>
            <a:solidFill>
              <a:srgbClr val="E0B74A"/>
            </a:solidFill>
            <a:ln w="4001">
              <a:solidFill>
                <a:srgbClr val="F0DBA5"/>
              </a:solidFill>
            </a:ln>
          </p:spPr>
        </p:sp>
        <p:sp>
          <p:nvSpPr>
            <p:cNvPr id="3968" name="Candidate_B3__3967">
              <a:extLst>
                <a:ext uri="{FF2B5EF4-FFF2-40B4-BE49-F238E27FC236}">
                  <a16:creationId xmlns:a16="http://schemas.microsoft.com/office/drawing/2014/main" id="{DDCF44A6-EAEA-FB98-7C7D-706BDE12EF9A}"/>
                </a:ext>
              </a:extLst>
            </p:cNvPr>
            <p:cNvSpPr>
              <a:spLocks noGrp="1"/>
            </p:cNvSpPr>
            <p:nvPr/>
          </p:nvSpPr>
          <p:spPr>
            <a:xfrm>
              <a:off x="4705349" y="4081162"/>
              <a:ext cx="416655" cy="534694"/>
            </a:xfrm>
            <a:custGeom>
              <a:avLst/>
              <a:gdLst/>
              <a:ahLst/>
              <a:cxnLst/>
              <a:rect l="0" t="0" r="0" b="0"/>
              <a:pathLst>
                <a:path w="416655" h="534694">
                  <a:moveTo>
                    <a:pt x="90285" y="532444"/>
                  </a:moveTo>
                  <a:lnTo>
                    <a:pt x="115106" y="532444"/>
                  </a:lnTo>
                  <a:lnTo>
                    <a:pt x="90285" y="528388"/>
                  </a:lnTo>
                  <a:close/>
                  <a:moveTo>
                    <a:pt x="167818" y="534694"/>
                  </a:moveTo>
                  <a:lnTo>
                    <a:pt x="206584" y="532444"/>
                  </a:lnTo>
                  <a:lnTo>
                    <a:pt x="187278" y="532444"/>
                  </a:lnTo>
                  <a:close/>
                  <a:moveTo>
                    <a:pt x="187278" y="532444"/>
                  </a:moveTo>
                  <a:lnTo>
                    <a:pt x="206584" y="532444"/>
                  </a:lnTo>
                  <a:lnTo>
                    <a:pt x="206584" y="530484"/>
                  </a:lnTo>
                  <a:close/>
                  <a:moveTo>
                    <a:pt x="129051" y="236750"/>
                  </a:moveTo>
                  <a:lnTo>
                    <a:pt x="131104" y="236750"/>
                  </a:lnTo>
                  <a:lnTo>
                    <a:pt x="129051" y="233687"/>
                  </a:lnTo>
                  <a:close/>
                  <a:moveTo>
                    <a:pt x="129051" y="236750"/>
                  </a:moveTo>
                  <a:lnTo>
                    <a:pt x="129051" y="248909"/>
                  </a:lnTo>
                  <a:lnTo>
                    <a:pt x="131104" y="236750"/>
                  </a:lnTo>
                  <a:close/>
                  <a:moveTo>
                    <a:pt x="410541" y="236750"/>
                  </a:moveTo>
                  <a:lnTo>
                    <a:pt x="400416" y="199788"/>
                  </a:lnTo>
                  <a:lnTo>
                    <a:pt x="400416" y="205645"/>
                  </a:lnTo>
                  <a:close/>
                  <a:moveTo>
                    <a:pt x="400416" y="205645"/>
                  </a:moveTo>
                  <a:lnTo>
                    <a:pt x="400416" y="199788"/>
                  </a:lnTo>
                  <a:lnTo>
                    <a:pt x="398260" y="199788"/>
                  </a:lnTo>
                  <a:close/>
                  <a:moveTo>
                    <a:pt x="206584" y="16705"/>
                  </a:moveTo>
                  <a:lnTo>
                    <a:pt x="206584" y="14978"/>
                  </a:lnTo>
                  <a:lnTo>
                    <a:pt x="202631" y="14978"/>
                  </a:lnTo>
                  <a:close/>
                  <a:moveTo>
                    <a:pt x="115106" y="532444"/>
                  </a:moveTo>
                  <a:lnTo>
                    <a:pt x="129051" y="534691"/>
                  </a:lnTo>
                  <a:lnTo>
                    <a:pt x="129051" y="532444"/>
                  </a:lnTo>
                  <a:close/>
                  <a:moveTo>
                    <a:pt x="115106" y="532444"/>
                  </a:moveTo>
                  <a:lnTo>
                    <a:pt x="129051" y="532444"/>
                  </a:lnTo>
                  <a:lnTo>
                    <a:pt x="90285" y="528388"/>
                  </a:lnTo>
                  <a:close/>
                  <a:moveTo>
                    <a:pt x="167818" y="532444"/>
                  </a:moveTo>
                  <a:lnTo>
                    <a:pt x="129051" y="534691"/>
                  </a:lnTo>
                  <a:lnTo>
                    <a:pt x="167818" y="534694"/>
                  </a:lnTo>
                  <a:close/>
                  <a:moveTo>
                    <a:pt x="167818" y="532444"/>
                  </a:moveTo>
                  <a:lnTo>
                    <a:pt x="129051" y="532444"/>
                  </a:lnTo>
                  <a:lnTo>
                    <a:pt x="129051" y="534691"/>
                  </a:lnTo>
                  <a:close/>
                  <a:moveTo>
                    <a:pt x="167818" y="532444"/>
                  </a:moveTo>
                  <a:lnTo>
                    <a:pt x="167818" y="534694"/>
                  </a:lnTo>
                  <a:lnTo>
                    <a:pt x="187278" y="532444"/>
                  </a:lnTo>
                  <a:close/>
                  <a:moveTo>
                    <a:pt x="29283" y="495482"/>
                  </a:moveTo>
                  <a:lnTo>
                    <a:pt x="51518" y="512298"/>
                  </a:lnTo>
                  <a:lnTo>
                    <a:pt x="51518" y="495482"/>
                  </a:lnTo>
                  <a:close/>
                  <a:moveTo>
                    <a:pt x="322883" y="495482"/>
                  </a:moveTo>
                  <a:lnTo>
                    <a:pt x="284117" y="513610"/>
                  </a:lnTo>
                  <a:lnTo>
                    <a:pt x="322883" y="497820"/>
                  </a:lnTo>
                  <a:close/>
                  <a:moveTo>
                    <a:pt x="322883" y="495482"/>
                  </a:moveTo>
                  <a:lnTo>
                    <a:pt x="322883" y="497820"/>
                  </a:lnTo>
                  <a:lnTo>
                    <a:pt x="327054" y="495482"/>
                  </a:lnTo>
                  <a:close/>
                  <a:moveTo>
                    <a:pt x="327054" y="495482"/>
                  </a:moveTo>
                  <a:lnTo>
                    <a:pt x="361650" y="472347"/>
                  </a:lnTo>
                  <a:lnTo>
                    <a:pt x="322883" y="495482"/>
                  </a:lnTo>
                  <a:close/>
                  <a:moveTo>
                    <a:pt x="4485" y="458521"/>
                  </a:moveTo>
                  <a:lnTo>
                    <a:pt x="12752" y="472799"/>
                  </a:lnTo>
                  <a:lnTo>
                    <a:pt x="12752" y="458521"/>
                  </a:lnTo>
                  <a:close/>
                  <a:moveTo>
                    <a:pt x="0" y="421559"/>
                  </a:moveTo>
                  <a:lnTo>
                    <a:pt x="12752" y="458521"/>
                  </a:lnTo>
                  <a:lnTo>
                    <a:pt x="12752" y="421559"/>
                  </a:lnTo>
                  <a:close/>
                  <a:moveTo>
                    <a:pt x="0" y="421559"/>
                  </a:moveTo>
                  <a:lnTo>
                    <a:pt x="4485" y="458521"/>
                  </a:lnTo>
                  <a:lnTo>
                    <a:pt x="12752" y="458521"/>
                  </a:lnTo>
                  <a:close/>
                  <a:moveTo>
                    <a:pt x="361650" y="458521"/>
                  </a:moveTo>
                  <a:lnTo>
                    <a:pt x="361650" y="472347"/>
                  </a:lnTo>
                  <a:lnTo>
                    <a:pt x="376354" y="458521"/>
                  </a:lnTo>
                  <a:close/>
                  <a:moveTo>
                    <a:pt x="376354" y="458521"/>
                  </a:moveTo>
                  <a:lnTo>
                    <a:pt x="400416" y="421634"/>
                  </a:lnTo>
                  <a:lnTo>
                    <a:pt x="361650" y="458521"/>
                  </a:lnTo>
                  <a:close/>
                  <a:moveTo>
                    <a:pt x="12179" y="384597"/>
                  </a:moveTo>
                  <a:lnTo>
                    <a:pt x="12752" y="421559"/>
                  </a:lnTo>
                  <a:lnTo>
                    <a:pt x="12752" y="384597"/>
                  </a:lnTo>
                  <a:close/>
                  <a:moveTo>
                    <a:pt x="12179" y="384597"/>
                  </a:moveTo>
                  <a:lnTo>
                    <a:pt x="0" y="421559"/>
                  </a:lnTo>
                  <a:lnTo>
                    <a:pt x="12752" y="421559"/>
                  </a:lnTo>
                  <a:close/>
                  <a:moveTo>
                    <a:pt x="400416" y="421559"/>
                  </a:moveTo>
                  <a:lnTo>
                    <a:pt x="400416" y="421634"/>
                  </a:lnTo>
                  <a:lnTo>
                    <a:pt x="400460" y="421559"/>
                  </a:lnTo>
                  <a:close/>
                  <a:moveTo>
                    <a:pt x="400416" y="384597"/>
                  </a:moveTo>
                  <a:lnTo>
                    <a:pt x="400460" y="421559"/>
                  </a:lnTo>
                  <a:lnTo>
                    <a:pt x="412306" y="384597"/>
                  </a:lnTo>
                  <a:close/>
                  <a:moveTo>
                    <a:pt x="400416" y="384597"/>
                  </a:moveTo>
                  <a:lnTo>
                    <a:pt x="400416" y="421559"/>
                  </a:lnTo>
                  <a:lnTo>
                    <a:pt x="400460" y="421559"/>
                  </a:lnTo>
                  <a:close/>
                  <a:moveTo>
                    <a:pt x="12752" y="383780"/>
                  </a:moveTo>
                  <a:lnTo>
                    <a:pt x="12179" y="384597"/>
                  </a:lnTo>
                  <a:lnTo>
                    <a:pt x="12752" y="384597"/>
                  </a:lnTo>
                  <a:close/>
                  <a:moveTo>
                    <a:pt x="12752" y="384597"/>
                  </a:moveTo>
                  <a:lnTo>
                    <a:pt x="41873" y="347635"/>
                  </a:lnTo>
                  <a:lnTo>
                    <a:pt x="12752" y="383780"/>
                  </a:lnTo>
                  <a:close/>
                  <a:moveTo>
                    <a:pt x="51518" y="347635"/>
                  </a:moveTo>
                  <a:lnTo>
                    <a:pt x="41873" y="347635"/>
                  </a:lnTo>
                  <a:lnTo>
                    <a:pt x="12752" y="384597"/>
                  </a:lnTo>
                  <a:close/>
                  <a:moveTo>
                    <a:pt x="400416" y="347635"/>
                  </a:moveTo>
                  <a:lnTo>
                    <a:pt x="412306" y="384597"/>
                  </a:lnTo>
                  <a:lnTo>
                    <a:pt x="416307" y="347635"/>
                  </a:lnTo>
                  <a:close/>
                  <a:moveTo>
                    <a:pt x="51518" y="338747"/>
                  </a:moveTo>
                  <a:lnTo>
                    <a:pt x="41873" y="347635"/>
                  </a:lnTo>
                  <a:lnTo>
                    <a:pt x="51518" y="347635"/>
                  </a:lnTo>
                  <a:close/>
                  <a:moveTo>
                    <a:pt x="400416" y="310673"/>
                  </a:moveTo>
                  <a:lnTo>
                    <a:pt x="416307" y="347635"/>
                  </a:lnTo>
                  <a:lnTo>
                    <a:pt x="416655" y="310673"/>
                  </a:lnTo>
                  <a:close/>
                  <a:moveTo>
                    <a:pt x="90285" y="308316"/>
                  </a:moveTo>
                  <a:lnTo>
                    <a:pt x="87932" y="310673"/>
                  </a:lnTo>
                  <a:lnTo>
                    <a:pt x="90285" y="310673"/>
                  </a:lnTo>
                  <a:close/>
                  <a:moveTo>
                    <a:pt x="90285" y="310673"/>
                  </a:moveTo>
                  <a:lnTo>
                    <a:pt x="124691" y="273711"/>
                  </a:lnTo>
                  <a:lnTo>
                    <a:pt x="90285" y="308316"/>
                  </a:lnTo>
                  <a:close/>
                  <a:moveTo>
                    <a:pt x="129051" y="273711"/>
                  </a:moveTo>
                  <a:lnTo>
                    <a:pt x="124691" y="273711"/>
                  </a:lnTo>
                  <a:lnTo>
                    <a:pt x="90285" y="310673"/>
                  </a:lnTo>
                  <a:close/>
                  <a:moveTo>
                    <a:pt x="400416" y="273711"/>
                  </a:moveTo>
                  <a:lnTo>
                    <a:pt x="416655" y="310673"/>
                  </a:lnTo>
                  <a:lnTo>
                    <a:pt x="415218" y="273711"/>
                  </a:lnTo>
                  <a:close/>
                  <a:moveTo>
                    <a:pt x="129051" y="248909"/>
                  </a:moveTo>
                  <a:lnTo>
                    <a:pt x="124691" y="273711"/>
                  </a:lnTo>
                  <a:lnTo>
                    <a:pt x="129051" y="273711"/>
                  </a:lnTo>
                  <a:close/>
                  <a:moveTo>
                    <a:pt x="129051" y="273711"/>
                  </a:moveTo>
                  <a:lnTo>
                    <a:pt x="131104" y="236750"/>
                  </a:lnTo>
                  <a:lnTo>
                    <a:pt x="129051" y="248909"/>
                  </a:lnTo>
                  <a:close/>
                  <a:moveTo>
                    <a:pt x="167818" y="236750"/>
                  </a:moveTo>
                  <a:lnTo>
                    <a:pt x="131104" y="236750"/>
                  </a:lnTo>
                  <a:lnTo>
                    <a:pt x="129051" y="273711"/>
                  </a:lnTo>
                  <a:close/>
                  <a:moveTo>
                    <a:pt x="400416" y="236750"/>
                  </a:moveTo>
                  <a:lnTo>
                    <a:pt x="415218" y="273711"/>
                  </a:lnTo>
                  <a:lnTo>
                    <a:pt x="410541" y="236750"/>
                  </a:lnTo>
                  <a:close/>
                  <a:moveTo>
                    <a:pt x="400416" y="236750"/>
                  </a:moveTo>
                  <a:lnTo>
                    <a:pt x="400416" y="273711"/>
                  </a:lnTo>
                  <a:lnTo>
                    <a:pt x="415218" y="273711"/>
                  </a:lnTo>
                  <a:close/>
                  <a:moveTo>
                    <a:pt x="167818" y="236750"/>
                  </a:moveTo>
                  <a:lnTo>
                    <a:pt x="129051" y="233687"/>
                  </a:lnTo>
                  <a:lnTo>
                    <a:pt x="131104" y="236750"/>
                  </a:lnTo>
                  <a:close/>
                  <a:moveTo>
                    <a:pt x="400416" y="236750"/>
                  </a:moveTo>
                  <a:lnTo>
                    <a:pt x="410541" y="236750"/>
                  </a:lnTo>
                  <a:lnTo>
                    <a:pt x="400416" y="205645"/>
                  </a:lnTo>
                  <a:close/>
                  <a:moveTo>
                    <a:pt x="398260" y="199788"/>
                  </a:moveTo>
                  <a:lnTo>
                    <a:pt x="400416" y="236750"/>
                  </a:lnTo>
                  <a:lnTo>
                    <a:pt x="400416" y="205645"/>
                  </a:lnTo>
                  <a:close/>
                  <a:moveTo>
                    <a:pt x="105348" y="199788"/>
                  </a:moveTo>
                  <a:lnTo>
                    <a:pt x="129051" y="233687"/>
                  </a:lnTo>
                  <a:lnTo>
                    <a:pt x="129051" y="199788"/>
                  </a:lnTo>
                  <a:close/>
                  <a:moveTo>
                    <a:pt x="361650" y="162826"/>
                  </a:moveTo>
                  <a:lnTo>
                    <a:pt x="398260" y="199788"/>
                  </a:lnTo>
                  <a:lnTo>
                    <a:pt x="372850" y="162826"/>
                  </a:lnTo>
                  <a:close/>
                  <a:moveTo>
                    <a:pt x="67194" y="162826"/>
                  </a:moveTo>
                  <a:lnTo>
                    <a:pt x="90285" y="187207"/>
                  </a:lnTo>
                  <a:lnTo>
                    <a:pt x="90285" y="162826"/>
                  </a:lnTo>
                  <a:close/>
                  <a:moveTo>
                    <a:pt x="322883" y="125864"/>
                  </a:moveTo>
                  <a:lnTo>
                    <a:pt x="361650" y="151657"/>
                  </a:lnTo>
                  <a:lnTo>
                    <a:pt x="330814" y="125864"/>
                  </a:lnTo>
                  <a:close/>
                  <a:moveTo>
                    <a:pt x="361650" y="162826"/>
                  </a:moveTo>
                  <a:lnTo>
                    <a:pt x="361650" y="151657"/>
                  </a:lnTo>
                  <a:lnTo>
                    <a:pt x="322883" y="125864"/>
                  </a:lnTo>
                  <a:close/>
                  <a:moveTo>
                    <a:pt x="361650" y="162826"/>
                  </a:moveTo>
                  <a:lnTo>
                    <a:pt x="372850" y="162826"/>
                  </a:lnTo>
                  <a:lnTo>
                    <a:pt x="361650" y="151657"/>
                  </a:lnTo>
                  <a:close/>
                  <a:moveTo>
                    <a:pt x="42685" y="125864"/>
                  </a:moveTo>
                  <a:lnTo>
                    <a:pt x="51518" y="140835"/>
                  </a:lnTo>
                  <a:lnTo>
                    <a:pt x="51518" y="125864"/>
                  </a:lnTo>
                  <a:close/>
                  <a:moveTo>
                    <a:pt x="35607" y="88902"/>
                  </a:moveTo>
                  <a:lnTo>
                    <a:pt x="42685" y="125864"/>
                  </a:lnTo>
                  <a:lnTo>
                    <a:pt x="51518" y="125864"/>
                  </a:lnTo>
                  <a:close/>
                  <a:moveTo>
                    <a:pt x="284117" y="88902"/>
                  </a:moveTo>
                  <a:lnTo>
                    <a:pt x="322883" y="119459"/>
                  </a:lnTo>
                  <a:lnTo>
                    <a:pt x="288179" y="88902"/>
                  </a:lnTo>
                  <a:close/>
                  <a:moveTo>
                    <a:pt x="322883" y="125864"/>
                  </a:moveTo>
                  <a:lnTo>
                    <a:pt x="322883" y="119459"/>
                  </a:lnTo>
                  <a:lnTo>
                    <a:pt x="284117" y="88902"/>
                  </a:lnTo>
                  <a:close/>
                  <a:moveTo>
                    <a:pt x="322883" y="125864"/>
                  </a:moveTo>
                  <a:lnTo>
                    <a:pt x="330814" y="125864"/>
                  </a:lnTo>
                  <a:lnTo>
                    <a:pt x="322883" y="119459"/>
                  </a:lnTo>
                  <a:close/>
                  <a:moveTo>
                    <a:pt x="45726" y="51940"/>
                  </a:moveTo>
                  <a:lnTo>
                    <a:pt x="51518" y="88902"/>
                  </a:lnTo>
                  <a:lnTo>
                    <a:pt x="51518" y="51940"/>
                  </a:lnTo>
                  <a:close/>
                  <a:moveTo>
                    <a:pt x="45726" y="51940"/>
                  </a:moveTo>
                  <a:lnTo>
                    <a:pt x="35607" y="88902"/>
                  </a:lnTo>
                  <a:lnTo>
                    <a:pt x="51518" y="88902"/>
                  </a:lnTo>
                  <a:close/>
                  <a:moveTo>
                    <a:pt x="245350" y="51940"/>
                  </a:moveTo>
                  <a:lnTo>
                    <a:pt x="284117" y="85099"/>
                  </a:lnTo>
                  <a:lnTo>
                    <a:pt x="252453" y="51940"/>
                  </a:lnTo>
                  <a:close/>
                  <a:moveTo>
                    <a:pt x="284117" y="88902"/>
                  </a:moveTo>
                  <a:lnTo>
                    <a:pt x="284117" y="85099"/>
                  </a:lnTo>
                  <a:lnTo>
                    <a:pt x="245350" y="51940"/>
                  </a:lnTo>
                  <a:close/>
                  <a:moveTo>
                    <a:pt x="284117" y="88902"/>
                  </a:moveTo>
                  <a:lnTo>
                    <a:pt x="288179" y="88902"/>
                  </a:lnTo>
                  <a:lnTo>
                    <a:pt x="284117" y="85099"/>
                  </a:lnTo>
                  <a:close/>
                  <a:moveTo>
                    <a:pt x="51518" y="44131"/>
                  </a:moveTo>
                  <a:lnTo>
                    <a:pt x="45726" y="51940"/>
                  </a:lnTo>
                  <a:lnTo>
                    <a:pt x="51518" y="51940"/>
                  </a:lnTo>
                  <a:close/>
                  <a:moveTo>
                    <a:pt x="202631" y="14978"/>
                  </a:moveTo>
                  <a:lnTo>
                    <a:pt x="167818" y="14978"/>
                  </a:lnTo>
                  <a:lnTo>
                    <a:pt x="206584" y="16705"/>
                  </a:lnTo>
                  <a:close/>
                  <a:moveTo>
                    <a:pt x="245350" y="51940"/>
                  </a:moveTo>
                  <a:lnTo>
                    <a:pt x="252453" y="51940"/>
                  </a:lnTo>
                  <a:lnTo>
                    <a:pt x="245350" y="45481"/>
                  </a:lnTo>
                  <a:close/>
                  <a:moveTo>
                    <a:pt x="90285" y="10803"/>
                  </a:moveTo>
                  <a:lnTo>
                    <a:pt x="83383" y="14978"/>
                  </a:lnTo>
                  <a:lnTo>
                    <a:pt x="90285" y="14978"/>
                  </a:lnTo>
                  <a:close/>
                  <a:moveTo>
                    <a:pt x="90285" y="14978"/>
                  </a:moveTo>
                  <a:lnTo>
                    <a:pt x="129051" y="0"/>
                  </a:lnTo>
                  <a:lnTo>
                    <a:pt x="90285" y="10803"/>
                  </a:lnTo>
                  <a:close/>
                  <a:moveTo>
                    <a:pt x="90285" y="14978"/>
                  </a:moveTo>
                  <a:lnTo>
                    <a:pt x="129051" y="14978"/>
                  </a:lnTo>
                  <a:lnTo>
                    <a:pt x="129051" y="0"/>
                  </a:lnTo>
                  <a:close/>
                  <a:moveTo>
                    <a:pt x="129051" y="14978"/>
                  </a:moveTo>
                  <a:lnTo>
                    <a:pt x="167818" y="2038"/>
                  </a:lnTo>
                  <a:lnTo>
                    <a:pt x="129051" y="0"/>
                  </a:lnTo>
                  <a:close/>
                  <a:moveTo>
                    <a:pt x="167818" y="14978"/>
                  </a:moveTo>
                  <a:lnTo>
                    <a:pt x="202631" y="14978"/>
                  </a:lnTo>
                  <a:lnTo>
                    <a:pt x="167818" y="2038"/>
                  </a:lnTo>
                  <a:close/>
                </a:path>
              </a:pathLst>
            </a:custGeom>
            <a:solidFill>
              <a:srgbClr val="E1B94F"/>
            </a:solidFill>
            <a:ln w="4001">
              <a:solidFill>
                <a:srgbClr val="F0DBA5"/>
              </a:solidFill>
            </a:ln>
          </p:spPr>
        </p:sp>
        <p:sp>
          <p:nvSpPr>
            <p:cNvPr id="3969" name="Candidate_B3__3968">
              <a:extLst>
                <a:ext uri="{FF2B5EF4-FFF2-40B4-BE49-F238E27FC236}">
                  <a16:creationId xmlns:a16="http://schemas.microsoft.com/office/drawing/2014/main" id="{5A058BCB-17D5-C9C4-8931-C71192983B70}"/>
                </a:ext>
              </a:extLst>
            </p:cNvPr>
            <p:cNvSpPr>
              <a:spLocks noGrp="1"/>
            </p:cNvSpPr>
            <p:nvPr/>
          </p:nvSpPr>
          <p:spPr>
            <a:xfrm>
              <a:off x="4718101" y="4083200"/>
              <a:ext cx="403903" cy="530406"/>
            </a:xfrm>
            <a:custGeom>
              <a:avLst/>
              <a:gdLst/>
              <a:ahLst/>
              <a:cxnLst/>
              <a:rect l="0" t="0" r="0" b="0"/>
              <a:pathLst>
                <a:path w="403903" h="530406">
                  <a:moveTo>
                    <a:pt x="77533" y="526349"/>
                  </a:moveTo>
                  <a:lnTo>
                    <a:pt x="116299" y="530406"/>
                  </a:lnTo>
                  <a:lnTo>
                    <a:pt x="116299" y="504450"/>
                  </a:lnTo>
                  <a:close/>
                  <a:moveTo>
                    <a:pt x="77533" y="526349"/>
                  </a:moveTo>
                  <a:lnTo>
                    <a:pt x="116299" y="504450"/>
                  </a:lnTo>
                  <a:lnTo>
                    <a:pt x="77533" y="494286"/>
                  </a:lnTo>
                  <a:close/>
                  <a:moveTo>
                    <a:pt x="116299" y="530406"/>
                  </a:moveTo>
                  <a:lnTo>
                    <a:pt x="155066" y="530406"/>
                  </a:lnTo>
                  <a:lnTo>
                    <a:pt x="116299" y="504450"/>
                  </a:lnTo>
                  <a:close/>
                  <a:moveTo>
                    <a:pt x="155066" y="530406"/>
                  </a:moveTo>
                  <a:lnTo>
                    <a:pt x="155066" y="506786"/>
                  </a:lnTo>
                  <a:lnTo>
                    <a:pt x="116299" y="504450"/>
                  </a:lnTo>
                  <a:close/>
                  <a:moveTo>
                    <a:pt x="155066" y="530406"/>
                  </a:moveTo>
                  <a:lnTo>
                    <a:pt x="174526" y="530406"/>
                  </a:lnTo>
                  <a:lnTo>
                    <a:pt x="155066" y="506786"/>
                  </a:lnTo>
                  <a:close/>
                  <a:moveTo>
                    <a:pt x="155066" y="506786"/>
                  </a:moveTo>
                  <a:lnTo>
                    <a:pt x="174526" y="530406"/>
                  </a:lnTo>
                  <a:lnTo>
                    <a:pt x="193832" y="528446"/>
                  </a:lnTo>
                  <a:close/>
                  <a:moveTo>
                    <a:pt x="155066" y="506786"/>
                  </a:moveTo>
                  <a:lnTo>
                    <a:pt x="193832" y="528446"/>
                  </a:lnTo>
                  <a:lnTo>
                    <a:pt x="193832" y="504223"/>
                  </a:lnTo>
                  <a:close/>
                  <a:moveTo>
                    <a:pt x="0" y="456482"/>
                  </a:moveTo>
                  <a:lnTo>
                    <a:pt x="0" y="470761"/>
                  </a:lnTo>
                  <a:lnTo>
                    <a:pt x="33346" y="456482"/>
                  </a:lnTo>
                  <a:close/>
                  <a:moveTo>
                    <a:pt x="0" y="470761"/>
                  </a:moveTo>
                  <a:lnTo>
                    <a:pt x="16531" y="493444"/>
                  </a:lnTo>
                  <a:lnTo>
                    <a:pt x="33346" y="456482"/>
                  </a:lnTo>
                  <a:close/>
                  <a:moveTo>
                    <a:pt x="33346" y="456482"/>
                  </a:moveTo>
                  <a:lnTo>
                    <a:pt x="16531" y="493444"/>
                  </a:lnTo>
                  <a:lnTo>
                    <a:pt x="38766" y="463383"/>
                  </a:lnTo>
                  <a:close/>
                  <a:moveTo>
                    <a:pt x="38766" y="463383"/>
                  </a:moveTo>
                  <a:lnTo>
                    <a:pt x="16531" y="493444"/>
                  </a:lnTo>
                  <a:lnTo>
                    <a:pt x="38766" y="493444"/>
                  </a:lnTo>
                  <a:close/>
                  <a:moveTo>
                    <a:pt x="38766" y="510259"/>
                  </a:moveTo>
                  <a:lnTo>
                    <a:pt x="75849" y="493444"/>
                  </a:lnTo>
                  <a:lnTo>
                    <a:pt x="38766" y="493444"/>
                  </a:lnTo>
                  <a:close/>
                  <a:moveTo>
                    <a:pt x="77533" y="494286"/>
                  </a:moveTo>
                  <a:lnTo>
                    <a:pt x="75849" y="493444"/>
                  </a:lnTo>
                  <a:lnTo>
                    <a:pt x="38766" y="510259"/>
                  </a:lnTo>
                  <a:close/>
                  <a:moveTo>
                    <a:pt x="77533" y="526349"/>
                  </a:moveTo>
                  <a:lnTo>
                    <a:pt x="77533" y="494286"/>
                  </a:lnTo>
                  <a:lnTo>
                    <a:pt x="38766" y="510259"/>
                  </a:lnTo>
                  <a:close/>
                  <a:moveTo>
                    <a:pt x="193832" y="528446"/>
                  </a:moveTo>
                  <a:lnTo>
                    <a:pt x="232598" y="521662"/>
                  </a:lnTo>
                  <a:lnTo>
                    <a:pt x="232598" y="497892"/>
                  </a:lnTo>
                  <a:close/>
                  <a:moveTo>
                    <a:pt x="193832" y="504223"/>
                  </a:moveTo>
                  <a:lnTo>
                    <a:pt x="193832" y="528446"/>
                  </a:lnTo>
                  <a:lnTo>
                    <a:pt x="232598" y="497892"/>
                  </a:lnTo>
                  <a:close/>
                  <a:moveTo>
                    <a:pt x="271365" y="511571"/>
                  </a:moveTo>
                  <a:lnTo>
                    <a:pt x="271365" y="493444"/>
                  </a:lnTo>
                  <a:lnTo>
                    <a:pt x="232598" y="497892"/>
                  </a:lnTo>
                  <a:close/>
                  <a:moveTo>
                    <a:pt x="232598" y="521662"/>
                  </a:moveTo>
                  <a:lnTo>
                    <a:pt x="271365" y="511571"/>
                  </a:lnTo>
                  <a:lnTo>
                    <a:pt x="232598" y="497892"/>
                  </a:lnTo>
                  <a:close/>
                  <a:moveTo>
                    <a:pt x="310131" y="493444"/>
                  </a:moveTo>
                  <a:lnTo>
                    <a:pt x="271365" y="493444"/>
                  </a:lnTo>
                  <a:lnTo>
                    <a:pt x="271365" y="511571"/>
                  </a:lnTo>
                  <a:close/>
                  <a:moveTo>
                    <a:pt x="271365" y="493444"/>
                  </a:moveTo>
                  <a:lnTo>
                    <a:pt x="310131" y="493444"/>
                  </a:lnTo>
                  <a:lnTo>
                    <a:pt x="271365" y="486930"/>
                  </a:lnTo>
                  <a:close/>
                  <a:moveTo>
                    <a:pt x="310131" y="493444"/>
                  </a:moveTo>
                  <a:lnTo>
                    <a:pt x="310131" y="468889"/>
                  </a:lnTo>
                  <a:lnTo>
                    <a:pt x="271365" y="486930"/>
                  </a:lnTo>
                  <a:close/>
                  <a:moveTo>
                    <a:pt x="310131" y="468889"/>
                  </a:moveTo>
                  <a:lnTo>
                    <a:pt x="348898" y="470308"/>
                  </a:lnTo>
                  <a:lnTo>
                    <a:pt x="348898" y="456482"/>
                  </a:lnTo>
                  <a:close/>
                  <a:moveTo>
                    <a:pt x="310131" y="493444"/>
                  </a:moveTo>
                  <a:lnTo>
                    <a:pt x="348898" y="470308"/>
                  </a:lnTo>
                  <a:lnTo>
                    <a:pt x="310131" y="468889"/>
                  </a:lnTo>
                  <a:close/>
                  <a:moveTo>
                    <a:pt x="26005" y="419520"/>
                  </a:moveTo>
                  <a:lnTo>
                    <a:pt x="0" y="419520"/>
                  </a:lnTo>
                  <a:lnTo>
                    <a:pt x="0" y="456482"/>
                  </a:lnTo>
                  <a:close/>
                  <a:moveTo>
                    <a:pt x="348898" y="433225"/>
                  </a:moveTo>
                  <a:lnTo>
                    <a:pt x="387664" y="419520"/>
                  </a:lnTo>
                  <a:lnTo>
                    <a:pt x="358603" y="419520"/>
                  </a:lnTo>
                  <a:close/>
                  <a:moveTo>
                    <a:pt x="348898" y="433225"/>
                  </a:moveTo>
                  <a:lnTo>
                    <a:pt x="387664" y="419596"/>
                  </a:lnTo>
                  <a:lnTo>
                    <a:pt x="387664" y="419520"/>
                  </a:lnTo>
                  <a:close/>
                  <a:moveTo>
                    <a:pt x="348898" y="456482"/>
                  </a:moveTo>
                  <a:lnTo>
                    <a:pt x="387664" y="419596"/>
                  </a:lnTo>
                  <a:lnTo>
                    <a:pt x="348898" y="433225"/>
                  </a:lnTo>
                  <a:close/>
                  <a:moveTo>
                    <a:pt x="0" y="419520"/>
                  </a:moveTo>
                  <a:lnTo>
                    <a:pt x="38766" y="382559"/>
                  </a:lnTo>
                  <a:lnTo>
                    <a:pt x="0" y="382559"/>
                  </a:lnTo>
                  <a:close/>
                  <a:moveTo>
                    <a:pt x="387664" y="419520"/>
                  </a:moveTo>
                  <a:lnTo>
                    <a:pt x="387664" y="382559"/>
                  </a:lnTo>
                  <a:lnTo>
                    <a:pt x="358603" y="419520"/>
                  </a:lnTo>
                  <a:close/>
                  <a:moveTo>
                    <a:pt x="38766" y="382559"/>
                  </a:moveTo>
                  <a:lnTo>
                    <a:pt x="38766" y="345597"/>
                  </a:lnTo>
                  <a:lnTo>
                    <a:pt x="0" y="382559"/>
                  </a:lnTo>
                  <a:close/>
                  <a:moveTo>
                    <a:pt x="387664" y="345597"/>
                  </a:moveTo>
                  <a:lnTo>
                    <a:pt x="387664" y="382559"/>
                  </a:lnTo>
                  <a:lnTo>
                    <a:pt x="399554" y="382559"/>
                  </a:lnTo>
                  <a:close/>
                  <a:moveTo>
                    <a:pt x="387664" y="382559"/>
                  </a:moveTo>
                  <a:lnTo>
                    <a:pt x="387664" y="345597"/>
                  </a:lnTo>
                  <a:lnTo>
                    <a:pt x="370802" y="382559"/>
                  </a:lnTo>
                  <a:close/>
                  <a:moveTo>
                    <a:pt x="77533" y="308635"/>
                  </a:moveTo>
                  <a:lnTo>
                    <a:pt x="75180" y="308635"/>
                  </a:lnTo>
                  <a:lnTo>
                    <a:pt x="77533" y="345332"/>
                  </a:lnTo>
                  <a:close/>
                  <a:moveTo>
                    <a:pt x="75180" y="308635"/>
                  </a:moveTo>
                  <a:lnTo>
                    <a:pt x="38766" y="336709"/>
                  </a:lnTo>
                  <a:lnTo>
                    <a:pt x="77533" y="345332"/>
                  </a:lnTo>
                  <a:close/>
                  <a:moveTo>
                    <a:pt x="77533" y="345332"/>
                  </a:moveTo>
                  <a:lnTo>
                    <a:pt x="38766" y="336709"/>
                  </a:lnTo>
                  <a:lnTo>
                    <a:pt x="77208" y="345597"/>
                  </a:lnTo>
                  <a:close/>
                  <a:moveTo>
                    <a:pt x="77208" y="345597"/>
                  </a:moveTo>
                  <a:lnTo>
                    <a:pt x="38766" y="336709"/>
                  </a:lnTo>
                  <a:lnTo>
                    <a:pt x="38766" y="345597"/>
                  </a:lnTo>
                  <a:close/>
                  <a:moveTo>
                    <a:pt x="387664" y="308635"/>
                  </a:moveTo>
                  <a:lnTo>
                    <a:pt x="387664" y="345597"/>
                  </a:lnTo>
                  <a:lnTo>
                    <a:pt x="403555" y="345597"/>
                  </a:lnTo>
                  <a:close/>
                  <a:moveTo>
                    <a:pt x="387664" y="345597"/>
                  </a:moveTo>
                  <a:lnTo>
                    <a:pt x="387664" y="308635"/>
                  </a:lnTo>
                  <a:lnTo>
                    <a:pt x="372577" y="345597"/>
                  </a:lnTo>
                  <a:close/>
                  <a:moveTo>
                    <a:pt x="116299" y="308635"/>
                  </a:moveTo>
                  <a:lnTo>
                    <a:pt x="116299" y="271673"/>
                  </a:lnTo>
                  <a:lnTo>
                    <a:pt x="77533" y="308635"/>
                  </a:lnTo>
                  <a:close/>
                  <a:moveTo>
                    <a:pt x="116299" y="308635"/>
                  </a:moveTo>
                  <a:lnTo>
                    <a:pt x="77533" y="308635"/>
                  </a:lnTo>
                  <a:lnTo>
                    <a:pt x="116299" y="317104"/>
                  </a:lnTo>
                  <a:close/>
                  <a:moveTo>
                    <a:pt x="77533" y="308635"/>
                  </a:moveTo>
                  <a:lnTo>
                    <a:pt x="77533" y="345332"/>
                  </a:lnTo>
                  <a:lnTo>
                    <a:pt x="116299" y="317104"/>
                  </a:lnTo>
                  <a:close/>
                  <a:moveTo>
                    <a:pt x="116299" y="308635"/>
                  </a:moveTo>
                  <a:lnTo>
                    <a:pt x="155066" y="271673"/>
                  </a:lnTo>
                  <a:lnTo>
                    <a:pt x="116299" y="271673"/>
                  </a:lnTo>
                  <a:close/>
                  <a:moveTo>
                    <a:pt x="387664" y="271673"/>
                  </a:moveTo>
                  <a:lnTo>
                    <a:pt x="387664" y="308635"/>
                  </a:lnTo>
                  <a:lnTo>
                    <a:pt x="403903" y="308635"/>
                  </a:lnTo>
                  <a:close/>
                  <a:moveTo>
                    <a:pt x="387664" y="308635"/>
                  </a:moveTo>
                  <a:lnTo>
                    <a:pt x="387664" y="271673"/>
                  </a:lnTo>
                  <a:lnTo>
                    <a:pt x="368254" y="308635"/>
                  </a:lnTo>
                  <a:close/>
                  <a:moveTo>
                    <a:pt x="155066" y="271673"/>
                  </a:moveTo>
                  <a:lnTo>
                    <a:pt x="155066" y="234711"/>
                  </a:lnTo>
                  <a:lnTo>
                    <a:pt x="116299" y="271673"/>
                  </a:lnTo>
                  <a:close/>
                  <a:moveTo>
                    <a:pt x="387664" y="271673"/>
                  </a:moveTo>
                  <a:lnTo>
                    <a:pt x="387664" y="234711"/>
                  </a:lnTo>
                  <a:lnTo>
                    <a:pt x="360544" y="271673"/>
                  </a:lnTo>
                  <a:close/>
                  <a:moveTo>
                    <a:pt x="116299" y="197749"/>
                  </a:moveTo>
                  <a:lnTo>
                    <a:pt x="116299" y="231648"/>
                  </a:lnTo>
                  <a:lnTo>
                    <a:pt x="155066" y="234711"/>
                  </a:lnTo>
                  <a:close/>
                  <a:moveTo>
                    <a:pt x="155066" y="197749"/>
                  </a:moveTo>
                  <a:lnTo>
                    <a:pt x="116299" y="197749"/>
                  </a:lnTo>
                  <a:lnTo>
                    <a:pt x="155066" y="234711"/>
                  </a:lnTo>
                  <a:close/>
                  <a:moveTo>
                    <a:pt x="348962" y="234711"/>
                  </a:moveTo>
                  <a:lnTo>
                    <a:pt x="387664" y="234711"/>
                  </a:lnTo>
                  <a:lnTo>
                    <a:pt x="348898" y="197749"/>
                  </a:lnTo>
                  <a:close/>
                  <a:moveTo>
                    <a:pt x="348898" y="197749"/>
                  </a:moveTo>
                  <a:lnTo>
                    <a:pt x="387664" y="234711"/>
                  </a:lnTo>
                  <a:lnTo>
                    <a:pt x="385508" y="197749"/>
                  </a:lnTo>
                  <a:close/>
                  <a:moveTo>
                    <a:pt x="77533" y="160787"/>
                  </a:moveTo>
                  <a:lnTo>
                    <a:pt x="77533" y="185169"/>
                  </a:lnTo>
                  <a:lnTo>
                    <a:pt x="98842" y="160787"/>
                  </a:lnTo>
                  <a:close/>
                  <a:moveTo>
                    <a:pt x="77533" y="185169"/>
                  </a:moveTo>
                  <a:lnTo>
                    <a:pt x="92596" y="197749"/>
                  </a:lnTo>
                  <a:lnTo>
                    <a:pt x="98842" y="160787"/>
                  </a:lnTo>
                  <a:close/>
                  <a:moveTo>
                    <a:pt x="98842" y="160787"/>
                  </a:moveTo>
                  <a:lnTo>
                    <a:pt x="92596" y="197749"/>
                  </a:lnTo>
                  <a:lnTo>
                    <a:pt x="116299" y="174030"/>
                  </a:lnTo>
                  <a:close/>
                  <a:moveTo>
                    <a:pt x="116299" y="174030"/>
                  </a:moveTo>
                  <a:lnTo>
                    <a:pt x="92596" y="197749"/>
                  </a:lnTo>
                  <a:lnTo>
                    <a:pt x="116299" y="197749"/>
                  </a:lnTo>
                  <a:close/>
                  <a:moveTo>
                    <a:pt x="348898" y="160787"/>
                  </a:moveTo>
                  <a:lnTo>
                    <a:pt x="348898" y="197749"/>
                  </a:lnTo>
                  <a:lnTo>
                    <a:pt x="385508" y="197749"/>
                  </a:lnTo>
                  <a:close/>
                  <a:moveTo>
                    <a:pt x="310131" y="160787"/>
                  </a:moveTo>
                  <a:lnTo>
                    <a:pt x="348898" y="197749"/>
                  </a:lnTo>
                  <a:lnTo>
                    <a:pt x="348898" y="160787"/>
                  </a:lnTo>
                  <a:close/>
                  <a:moveTo>
                    <a:pt x="38766" y="123826"/>
                  </a:moveTo>
                  <a:lnTo>
                    <a:pt x="38766" y="138797"/>
                  </a:lnTo>
                  <a:lnTo>
                    <a:pt x="62663" y="123826"/>
                  </a:lnTo>
                  <a:close/>
                  <a:moveTo>
                    <a:pt x="38766" y="138797"/>
                  </a:moveTo>
                  <a:lnTo>
                    <a:pt x="54442" y="160787"/>
                  </a:lnTo>
                  <a:lnTo>
                    <a:pt x="62663" y="123826"/>
                  </a:lnTo>
                  <a:close/>
                  <a:moveTo>
                    <a:pt x="62663" y="123826"/>
                  </a:moveTo>
                  <a:lnTo>
                    <a:pt x="54442" y="160787"/>
                  </a:lnTo>
                  <a:lnTo>
                    <a:pt x="77533" y="142771"/>
                  </a:lnTo>
                  <a:close/>
                  <a:moveTo>
                    <a:pt x="77533" y="142771"/>
                  </a:moveTo>
                  <a:lnTo>
                    <a:pt x="54442" y="160787"/>
                  </a:lnTo>
                  <a:lnTo>
                    <a:pt x="77533" y="160787"/>
                  </a:lnTo>
                  <a:close/>
                  <a:moveTo>
                    <a:pt x="310131" y="160787"/>
                  </a:moveTo>
                  <a:lnTo>
                    <a:pt x="348898" y="160787"/>
                  </a:lnTo>
                  <a:lnTo>
                    <a:pt x="310131" y="123826"/>
                  </a:lnTo>
                  <a:close/>
                  <a:moveTo>
                    <a:pt x="271365" y="123826"/>
                  </a:moveTo>
                  <a:lnTo>
                    <a:pt x="310131" y="160787"/>
                  </a:lnTo>
                  <a:lnTo>
                    <a:pt x="310131" y="123826"/>
                  </a:lnTo>
                  <a:close/>
                  <a:moveTo>
                    <a:pt x="22855" y="86864"/>
                  </a:moveTo>
                  <a:lnTo>
                    <a:pt x="38766" y="123826"/>
                  </a:lnTo>
                  <a:lnTo>
                    <a:pt x="38766" y="86864"/>
                  </a:lnTo>
                  <a:close/>
                  <a:moveTo>
                    <a:pt x="53412" y="86864"/>
                  </a:moveTo>
                  <a:lnTo>
                    <a:pt x="38766" y="86864"/>
                  </a:lnTo>
                  <a:lnTo>
                    <a:pt x="38766" y="123826"/>
                  </a:lnTo>
                  <a:close/>
                  <a:moveTo>
                    <a:pt x="271365" y="123826"/>
                  </a:moveTo>
                  <a:lnTo>
                    <a:pt x="310131" y="123826"/>
                  </a:lnTo>
                  <a:lnTo>
                    <a:pt x="271365" y="86864"/>
                  </a:lnTo>
                  <a:close/>
                  <a:moveTo>
                    <a:pt x="232598" y="86864"/>
                  </a:moveTo>
                  <a:lnTo>
                    <a:pt x="271365" y="123826"/>
                  </a:lnTo>
                  <a:lnTo>
                    <a:pt x="271365" y="86864"/>
                  </a:lnTo>
                  <a:close/>
                  <a:moveTo>
                    <a:pt x="68325" y="49902"/>
                  </a:moveTo>
                  <a:lnTo>
                    <a:pt x="38766" y="49902"/>
                  </a:lnTo>
                  <a:lnTo>
                    <a:pt x="38766" y="86864"/>
                  </a:lnTo>
                  <a:close/>
                  <a:moveTo>
                    <a:pt x="232598" y="86864"/>
                  </a:moveTo>
                  <a:lnTo>
                    <a:pt x="271365" y="86864"/>
                  </a:lnTo>
                  <a:lnTo>
                    <a:pt x="232598" y="49902"/>
                  </a:lnTo>
                  <a:close/>
                  <a:moveTo>
                    <a:pt x="232598" y="86864"/>
                  </a:moveTo>
                  <a:lnTo>
                    <a:pt x="232598" y="49902"/>
                  </a:lnTo>
                  <a:lnTo>
                    <a:pt x="228763" y="86864"/>
                  </a:lnTo>
                  <a:close/>
                  <a:moveTo>
                    <a:pt x="232598" y="49902"/>
                  </a:moveTo>
                  <a:lnTo>
                    <a:pt x="197802" y="49902"/>
                  </a:lnTo>
                  <a:lnTo>
                    <a:pt x="228763" y="86864"/>
                  </a:lnTo>
                  <a:close/>
                  <a:moveTo>
                    <a:pt x="77533" y="12940"/>
                  </a:moveTo>
                  <a:lnTo>
                    <a:pt x="70632" y="12940"/>
                  </a:lnTo>
                  <a:lnTo>
                    <a:pt x="77533" y="41398"/>
                  </a:lnTo>
                  <a:close/>
                  <a:moveTo>
                    <a:pt x="70632" y="12940"/>
                  </a:moveTo>
                  <a:lnTo>
                    <a:pt x="38766" y="42093"/>
                  </a:lnTo>
                  <a:lnTo>
                    <a:pt x="77533" y="41398"/>
                  </a:lnTo>
                  <a:close/>
                  <a:moveTo>
                    <a:pt x="77533" y="41398"/>
                  </a:moveTo>
                  <a:lnTo>
                    <a:pt x="38766" y="42093"/>
                  </a:lnTo>
                  <a:lnTo>
                    <a:pt x="68325" y="49902"/>
                  </a:lnTo>
                  <a:close/>
                  <a:moveTo>
                    <a:pt x="68325" y="49902"/>
                  </a:moveTo>
                  <a:lnTo>
                    <a:pt x="38766" y="42093"/>
                  </a:lnTo>
                  <a:lnTo>
                    <a:pt x="38766" y="49902"/>
                  </a:lnTo>
                  <a:close/>
                  <a:moveTo>
                    <a:pt x="193832" y="14666"/>
                  </a:moveTo>
                  <a:lnTo>
                    <a:pt x="155066" y="12940"/>
                  </a:lnTo>
                  <a:lnTo>
                    <a:pt x="155066" y="27496"/>
                  </a:lnTo>
                  <a:close/>
                  <a:moveTo>
                    <a:pt x="193832" y="14666"/>
                  </a:moveTo>
                  <a:lnTo>
                    <a:pt x="155066" y="27496"/>
                  </a:lnTo>
                  <a:lnTo>
                    <a:pt x="193832" y="46672"/>
                  </a:lnTo>
                  <a:close/>
                  <a:moveTo>
                    <a:pt x="232598" y="43443"/>
                  </a:moveTo>
                  <a:lnTo>
                    <a:pt x="197802" y="49902"/>
                  </a:lnTo>
                  <a:lnTo>
                    <a:pt x="232598" y="49902"/>
                  </a:lnTo>
                  <a:close/>
                  <a:moveTo>
                    <a:pt x="193832" y="46672"/>
                  </a:moveTo>
                  <a:lnTo>
                    <a:pt x="197802" y="49902"/>
                  </a:lnTo>
                  <a:lnTo>
                    <a:pt x="232598" y="43443"/>
                  </a:lnTo>
                  <a:close/>
                  <a:moveTo>
                    <a:pt x="193832" y="14666"/>
                  </a:moveTo>
                  <a:lnTo>
                    <a:pt x="193832" y="46672"/>
                  </a:lnTo>
                  <a:lnTo>
                    <a:pt x="232598" y="43443"/>
                  </a:lnTo>
                  <a:close/>
                  <a:moveTo>
                    <a:pt x="116299" y="12940"/>
                  </a:moveTo>
                  <a:lnTo>
                    <a:pt x="77533" y="12940"/>
                  </a:lnTo>
                  <a:lnTo>
                    <a:pt x="116299" y="25013"/>
                  </a:lnTo>
                  <a:close/>
                  <a:moveTo>
                    <a:pt x="77533" y="12940"/>
                  </a:moveTo>
                  <a:lnTo>
                    <a:pt x="77533" y="41398"/>
                  </a:lnTo>
                  <a:lnTo>
                    <a:pt x="116299" y="25013"/>
                  </a:lnTo>
                  <a:close/>
                  <a:moveTo>
                    <a:pt x="116299" y="12940"/>
                  </a:moveTo>
                  <a:lnTo>
                    <a:pt x="155066" y="12940"/>
                  </a:lnTo>
                  <a:lnTo>
                    <a:pt x="155066" y="0"/>
                  </a:lnTo>
                  <a:close/>
                  <a:moveTo>
                    <a:pt x="155066" y="12940"/>
                  </a:moveTo>
                  <a:lnTo>
                    <a:pt x="116299" y="12940"/>
                  </a:lnTo>
                  <a:lnTo>
                    <a:pt x="155066" y="27496"/>
                  </a:lnTo>
                  <a:close/>
                </a:path>
              </a:pathLst>
            </a:custGeom>
            <a:solidFill>
              <a:srgbClr val="E2BB55"/>
            </a:solidFill>
            <a:ln w="4001">
              <a:solidFill>
                <a:srgbClr val="F0DBA5"/>
              </a:solidFill>
            </a:ln>
          </p:spPr>
        </p:sp>
        <p:sp>
          <p:nvSpPr>
            <p:cNvPr id="3970" name="Candidate_B3__3969">
              <a:extLst>
                <a:ext uri="{FF2B5EF4-FFF2-40B4-BE49-F238E27FC236}">
                  <a16:creationId xmlns:a16="http://schemas.microsoft.com/office/drawing/2014/main" id="{58B8F477-A017-08BB-3925-6452119CB017}"/>
                </a:ext>
              </a:extLst>
            </p:cNvPr>
            <p:cNvSpPr>
              <a:spLocks noGrp="1"/>
            </p:cNvSpPr>
            <p:nvPr/>
          </p:nvSpPr>
          <p:spPr>
            <a:xfrm>
              <a:off x="4718101" y="4096140"/>
              <a:ext cx="387664" cy="493846"/>
            </a:xfrm>
            <a:custGeom>
              <a:avLst/>
              <a:gdLst/>
              <a:ahLst/>
              <a:cxnLst/>
              <a:rect l="0" t="0" r="0" b="0"/>
              <a:pathLst>
                <a:path w="387664" h="493846">
                  <a:moveTo>
                    <a:pt x="38766" y="480504"/>
                  </a:moveTo>
                  <a:lnTo>
                    <a:pt x="75849" y="480504"/>
                  </a:lnTo>
                  <a:lnTo>
                    <a:pt x="38766" y="450443"/>
                  </a:lnTo>
                  <a:close/>
                  <a:moveTo>
                    <a:pt x="232598" y="484952"/>
                  </a:moveTo>
                  <a:lnTo>
                    <a:pt x="271365" y="480504"/>
                  </a:lnTo>
                  <a:lnTo>
                    <a:pt x="249044" y="480504"/>
                  </a:lnTo>
                  <a:close/>
                  <a:moveTo>
                    <a:pt x="249044" y="480504"/>
                  </a:moveTo>
                  <a:lnTo>
                    <a:pt x="271365" y="480504"/>
                  </a:lnTo>
                  <a:lnTo>
                    <a:pt x="271365" y="473990"/>
                  </a:lnTo>
                  <a:close/>
                  <a:moveTo>
                    <a:pt x="310131" y="455949"/>
                  </a:moveTo>
                  <a:lnTo>
                    <a:pt x="348898" y="443542"/>
                  </a:lnTo>
                  <a:lnTo>
                    <a:pt x="327571" y="443542"/>
                  </a:lnTo>
                  <a:close/>
                  <a:moveTo>
                    <a:pt x="33346" y="443542"/>
                  </a:moveTo>
                  <a:lnTo>
                    <a:pt x="26005" y="406580"/>
                  </a:lnTo>
                  <a:lnTo>
                    <a:pt x="0" y="443542"/>
                  </a:lnTo>
                  <a:close/>
                  <a:moveTo>
                    <a:pt x="327571" y="443542"/>
                  </a:moveTo>
                  <a:lnTo>
                    <a:pt x="348898" y="443542"/>
                  </a:lnTo>
                  <a:lnTo>
                    <a:pt x="348898" y="420285"/>
                  </a:lnTo>
                  <a:close/>
                  <a:moveTo>
                    <a:pt x="26005" y="406580"/>
                  </a:moveTo>
                  <a:lnTo>
                    <a:pt x="38766" y="372850"/>
                  </a:lnTo>
                  <a:lnTo>
                    <a:pt x="0" y="406580"/>
                  </a:lnTo>
                  <a:close/>
                  <a:moveTo>
                    <a:pt x="0" y="406580"/>
                  </a:moveTo>
                  <a:lnTo>
                    <a:pt x="38766" y="372850"/>
                  </a:lnTo>
                  <a:lnTo>
                    <a:pt x="38766" y="369618"/>
                  </a:lnTo>
                  <a:close/>
                  <a:moveTo>
                    <a:pt x="387664" y="369618"/>
                  </a:moveTo>
                  <a:lnTo>
                    <a:pt x="370802" y="369618"/>
                  </a:lnTo>
                  <a:lnTo>
                    <a:pt x="358603" y="406580"/>
                  </a:lnTo>
                  <a:close/>
                  <a:moveTo>
                    <a:pt x="40176" y="369618"/>
                  </a:moveTo>
                  <a:lnTo>
                    <a:pt x="77208" y="332657"/>
                  </a:lnTo>
                  <a:lnTo>
                    <a:pt x="38766" y="369618"/>
                  </a:lnTo>
                  <a:close/>
                  <a:moveTo>
                    <a:pt x="77208" y="332657"/>
                  </a:moveTo>
                  <a:lnTo>
                    <a:pt x="38766" y="332657"/>
                  </a:lnTo>
                  <a:lnTo>
                    <a:pt x="38766" y="369618"/>
                  </a:lnTo>
                  <a:close/>
                  <a:moveTo>
                    <a:pt x="38766" y="369618"/>
                  </a:moveTo>
                  <a:lnTo>
                    <a:pt x="38766" y="372850"/>
                  </a:lnTo>
                  <a:lnTo>
                    <a:pt x="40176" y="369618"/>
                  </a:lnTo>
                  <a:close/>
                  <a:moveTo>
                    <a:pt x="387664" y="332657"/>
                  </a:moveTo>
                  <a:lnTo>
                    <a:pt x="372577" y="332657"/>
                  </a:lnTo>
                  <a:lnTo>
                    <a:pt x="370802" y="369618"/>
                  </a:lnTo>
                  <a:close/>
                  <a:moveTo>
                    <a:pt x="387664" y="295695"/>
                  </a:moveTo>
                  <a:lnTo>
                    <a:pt x="368254" y="295695"/>
                  </a:lnTo>
                  <a:lnTo>
                    <a:pt x="372577" y="332657"/>
                  </a:lnTo>
                  <a:close/>
                  <a:moveTo>
                    <a:pt x="128328" y="295695"/>
                  </a:moveTo>
                  <a:lnTo>
                    <a:pt x="155066" y="268812"/>
                  </a:lnTo>
                  <a:lnTo>
                    <a:pt x="116299" y="295695"/>
                  </a:lnTo>
                  <a:close/>
                  <a:moveTo>
                    <a:pt x="116299" y="295695"/>
                  </a:moveTo>
                  <a:lnTo>
                    <a:pt x="155066" y="268812"/>
                  </a:lnTo>
                  <a:lnTo>
                    <a:pt x="155066" y="258733"/>
                  </a:lnTo>
                  <a:close/>
                  <a:moveTo>
                    <a:pt x="116299" y="295695"/>
                  </a:moveTo>
                  <a:lnTo>
                    <a:pt x="116299" y="304164"/>
                  </a:lnTo>
                  <a:lnTo>
                    <a:pt x="128328" y="295695"/>
                  </a:lnTo>
                  <a:close/>
                  <a:moveTo>
                    <a:pt x="387664" y="258733"/>
                  </a:moveTo>
                  <a:lnTo>
                    <a:pt x="360544" y="258733"/>
                  </a:lnTo>
                  <a:lnTo>
                    <a:pt x="368254" y="295695"/>
                  </a:lnTo>
                  <a:close/>
                  <a:moveTo>
                    <a:pt x="165294" y="258733"/>
                  </a:moveTo>
                  <a:lnTo>
                    <a:pt x="177828" y="221771"/>
                  </a:lnTo>
                  <a:lnTo>
                    <a:pt x="155066" y="258733"/>
                  </a:lnTo>
                  <a:close/>
                  <a:moveTo>
                    <a:pt x="177828" y="221771"/>
                  </a:moveTo>
                  <a:lnTo>
                    <a:pt x="155066" y="221771"/>
                  </a:lnTo>
                  <a:lnTo>
                    <a:pt x="155066" y="258733"/>
                  </a:lnTo>
                  <a:close/>
                  <a:moveTo>
                    <a:pt x="155066" y="258733"/>
                  </a:moveTo>
                  <a:lnTo>
                    <a:pt x="155066" y="268812"/>
                  </a:lnTo>
                  <a:lnTo>
                    <a:pt x="165294" y="258733"/>
                  </a:lnTo>
                  <a:close/>
                  <a:moveTo>
                    <a:pt x="387664" y="221771"/>
                  </a:moveTo>
                  <a:lnTo>
                    <a:pt x="348962" y="221771"/>
                  </a:lnTo>
                  <a:lnTo>
                    <a:pt x="360544" y="258733"/>
                  </a:lnTo>
                  <a:close/>
                  <a:moveTo>
                    <a:pt x="177828" y="221771"/>
                  </a:moveTo>
                  <a:lnTo>
                    <a:pt x="155866" y="184809"/>
                  </a:lnTo>
                  <a:lnTo>
                    <a:pt x="155066" y="221771"/>
                  </a:lnTo>
                  <a:close/>
                  <a:moveTo>
                    <a:pt x="155866" y="184809"/>
                  </a:moveTo>
                  <a:lnTo>
                    <a:pt x="155066" y="184809"/>
                  </a:lnTo>
                  <a:lnTo>
                    <a:pt x="155066" y="221771"/>
                  </a:lnTo>
                  <a:close/>
                  <a:moveTo>
                    <a:pt x="348898" y="221638"/>
                  </a:moveTo>
                  <a:lnTo>
                    <a:pt x="348962" y="221771"/>
                  </a:lnTo>
                  <a:lnTo>
                    <a:pt x="348898" y="184809"/>
                  </a:lnTo>
                  <a:close/>
                  <a:moveTo>
                    <a:pt x="116299" y="184809"/>
                  </a:moveTo>
                  <a:lnTo>
                    <a:pt x="155066" y="184809"/>
                  </a:lnTo>
                  <a:lnTo>
                    <a:pt x="116299" y="161090"/>
                  </a:lnTo>
                  <a:close/>
                  <a:moveTo>
                    <a:pt x="155066" y="184809"/>
                  </a:moveTo>
                  <a:lnTo>
                    <a:pt x="155066" y="184364"/>
                  </a:lnTo>
                  <a:lnTo>
                    <a:pt x="116299" y="161090"/>
                  </a:lnTo>
                  <a:close/>
                  <a:moveTo>
                    <a:pt x="155066" y="184809"/>
                  </a:moveTo>
                  <a:lnTo>
                    <a:pt x="155866" y="184809"/>
                  </a:lnTo>
                  <a:lnTo>
                    <a:pt x="155066" y="184364"/>
                  </a:lnTo>
                  <a:close/>
                  <a:moveTo>
                    <a:pt x="310131" y="170524"/>
                  </a:moveTo>
                  <a:lnTo>
                    <a:pt x="323418" y="184809"/>
                  </a:lnTo>
                  <a:lnTo>
                    <a:pt x="310131" y="147847"/>
                  </a:lnTo>
                  <a:close/>
                  <a:moveTo>
                    <a:pt x="310131" y="147847"/>
                  </a:moveTo>
                  <a:lnTo>
                    <a:pt x="323418" y="184809"/>
                  </a:lnTo>
                  <a:lnTo>
                    <a:pt x="348898" y="184809"/>
                  </a:lnTo>
                  <a:close/>
                  <a:moveTo>
                    <a:pt x="348898" y="221638"/>
                  </a:moveTo>
                  <a:lnTo>
                    <a:pt x="348898" y="184809"/>
                  </a:lnTo>
                  <a:lnTo>
                    <a:pt x="323418" y="184809"/>
                  </a:lnTo>
                  <a:close/>
                  <a:moveTo>
                    <a:pt x="77533" y="147847"/>
                  </a:moveTo>
                  <a:lnTo>
                    <a:pt x="98842" y="147847"/>
                  </a:lnTo>
                  <a:lnTo>
                    <a:pt x="77533" y="129831"/>
                  </a:lnTo>
                  <a:close/>
                  <a:moveTo>
                    <a:pt x="271365" y="136101"/>
                  </a:moveTo>
                  <a:lnTo>
                    <a:pt x="283489" y="147847"/>
                  </a:lnTo>
                  <a:lnTo>
                    <a:pt x="271365" y="110886"/>
                  </a:lnTo>
                  <a:close/>
                  <a:moveTo>
                    <a:pt x="271365" y="110886"/>
                  </a:moveTo>
                  <a:lnTo>
                    <a:pt x="283489" y="147847"/>
                  </a:lnTo>
                  <a:lnTo>
                    <a:pt x="310131" y="147847"/>
                  </a:lnTo>
                  <a:close/>
                  <a:moveTo>
                    <a:pt x="310131" y="170524"/>
                  </a:moveTo>
                  <a:lnTo>
                    <a:pt x="310131" y="147847"/>
                  </a:lnTo>
                  <a:lnTo>
                    <a:pt x="283489" y="147847"/>
                  </a:lnTo>
                  <a:close/>
                  <a:moveTo>
                    <a:pt x="62663" y="110886"/>
                  </a:moveTo>
                  <a:lnTo>
                    <a:pt x="53412" y="73924"/>
                  </a:lnTo>
                  <a:lnTo>
                    <a:pt x="38766" y="110886"/>
                  </a:lnTo>
                  <a:close/>
                  <a:moveTo>
                    <a:pt x="232598" y="81169"/>
                  </a:moveTo>
                  <a:lnTo>
                    <a:pt x="251672" y="110886"/>
                  </a:lnTo>
                  <a:lnTo>
                    <a:pt x="232598" y="73924"/>
                  </a:lnTo>
                  <a:close/>
                  <a:moveTo>
                    <a:pt x="232598" y="73924"/>
                  </a:moveTo>
                  <a:lnTo>
                    <a:pt x="251672" y="110886"/>
                  </a:lnTo>
                  <a:lnTo>
                    <a:pt x="271365" y="110886"/>
                  </a:lnTo>
                  <a:close/>
                  <a:moveTo>
                    <a:pt x="271365" y="136101"/>
                  </a:moveTo>
                  <a:lnTo>
                    <a:pt x="271365" y="110886"/>
                  </a:lnTo>
                  <a:lnTo>
                    <a:pt x="251672" y="110886"/>
                  </a:lnTo>
                  <a:close/>
                  <a:moveTo>
                    <a:pt x="53412" y="73924"/>
                  </a:moveTo>
                  <a:lnTo>
                    <a:pt x="68325" y="36962"/>
                  </a:lnTo>
                  <a:lnTo>
                    <a:pt x="38766" y="73924"/>
                  </a:lnTo>
                  <a:close/>
                  <a:moveTo>
                    <a:pt x="232598" y="81169"/>
                  </a:moveTo>
                  <a:lnTo>
                    <a:pt x="232598" y="73924"/>
                  </a:lnTo>
                  <a:lnTo>
                    <a:pt x="228763" y="73924"/>
                  </a:lnTo>
                  <a:close/>
                  <a:moveTo>
                    <a:pt x="116299" y="0"/>
                  </a:moveTo>
                  <a:lnTo>
                    <a:pt x="116299" y="12073"/>
                  </a:lnTo>
                  <a:lnTo>
                    <a:pt x="155066" y="14556"/>
                  </a:lnTo>
                  <a:close/>
                  <a:moveTo>
                    <a:pt x="75849" y="480504"/>
                  </a:moveTo>
                  <a:lnTo>
                    <a:pt x="77533" y="481346"/>
                  </a:lnTo>
                  <a:lnTo>
                    <a:pt x="77533" y="480504"/>
                  </a:lnTo>
                  <a:close/>
                  <a:moveTo>
                    <a:pt x="77533" y="480504"/>
                  </a:moveTo>
                  <a:lnTo>
                    <a:pt x="38766" y="450443"/>
                  </a:lnTo>
                  <a:lnTo>
                    <a:pt x="75849" y="480504"/>
                  </a:lnTo>
                  <a:close/>
                  <a:moveTo>
                    <a:pt x="38766" y="443542"/>
                  </a:moveTo>
                  <a:lnTo>
                    <a:pt x="38766" y="450443"/>
                  </a:lnTo>
                  <a:lnTo>
                    <a:pt x="77533" y="480504"/>
                  </a:lnTo>
                  <a:close/>
                  <a:moveTo>
                    <a:pt x="116299" y="480504"/>
                  </a:moveTo>
                  <a:lnTo>
                    <a:pt x="77533" y="481346"/>
                  </a:lnTo>
                  <a:lnTo>
                    <a:pt x="116299" y="491510"/>
                  </a:lnTo>
                  <a:close/>
                  <a:moveTo>
                    <a:pt x="116299" y="480504"/>
                  </a:moveTo>
                  <a:lnTo>
                    <a:pt x="77533" y="480504"/>
                  </a:lnTo>
                  <a:lnTo>
                    <a:pt x="77533" y="481346"/>
                  </a:lnTo>
                  <a:close/>
                  <a:moveTo>
                    <a:pt x="155066" y="480504"/>
                  </a:moveTo>
                  <a:lnTo>
                    <a:pt x="116299" y="491510"/>
                  </a:lnTo>
                  <a:lnTo>
                    <a:pt x="155066" y="493846"/>
                  </a:lnTo>
                  <a:close/>
                  <a:moveTo>
                    <a:pt x="193832" y="480504"/>
                  </a:moveTo>
                  <a:lnTo>
                    <a:pt x="155066" y="493846"/>
                  </a:lnTo>
                  <a:lnTo>
                    <a:pt x="193832" y="491283"/>
                  </a:lnTo>
                  <a:close/>
                  <a:moveTo>
                    <a:pt x="232598" y="480504"/>
                  </a:moveTo>
                  <a:lnTo>
                    <a:pt x="193832" y="491283"/>
                  </a:lnTo>
                  <a:lnTo>
                    <a:pt x="232598" y="484952"/>
                  </a:lnTo>
                  <a:close/>
                  <a:moveTo>
                    <a:pt x="232598" y="480504"/>
                  </a:moveTo>
                  <a:lnTo>
                    <a:pt x="193832" y="480504"/>
                  </a:lnTo>
                  <a:lnTo>
                    <a:pt x="193832" y="491283"/>
                  </a:lnTo>
                  <a:close/>
                  <a:moveTo>
                    <a:pt x="232598" y="480504"/>
                  </a:moveTo>
                  <a:lnTo>
                    <a:pt x="232598" y="484952"/>
                  </a:lnTo>
                  <a:lnTo>
                    <a:pt x="249044" y="480504"/>
                  </a:lnTo>
                  <a:close/>
                  <a:moveTo>
                    <a:pt x="33346" y="443542"/>
                  </a:moveTo>
                  <a:lnTo>
                    <a:pt x="38766" y="450443"/>
                  </a:lnTo>
                  <a:lnTo>
                    <a:pt x="38766" y="443542"/>
                  </a:lnTo>
                  <a:close/>
                  <a:moveTo>
                    <a:pt x="26005" y="406580"/>
                  </a:moveTo>
                  <a:lnTo>
                    <a:pt x="38766" y="443542"/>
                  </a:lnTo>
                  <a:lnTo>
                    <a:pt x="38766" y="406580"/>
                  </a:lnTo>
                  <a:close/>
                  <a:moveTo>
                    <a:pt x="26005" y="406580"/>
                  </a:moveTo>
                  <a:lnTo>
                    <a:pt x="33346" y="443542"/>
                  </a:lnTo>
                  <a:lnTo>
                    <a:pt x="38766" y="443542"/>
                  </a:lnTo>
                  <a:close/>
                  <a:moveTo>
                    <a:pt x="310131" y="443542"/>
                  </a:moveTo>
                  <a:lnTo>
                    <a:pt x="271365" y="473990"/>
                  </a:lnTo>
                  <a:lnTo>
                    <a:pt x="310131" y="455949"/>
                  </a:lnTo>
                  <a:close/>
                  <a:moveTo>
                    <a:pt x="310131" y="443542"/>
                  </a:moveTo>
                  <a:lnTo>
                    <a:pt x="310131" y="455949"/>
                  </a:lnTo>
                  <a:lnTo>
                    <a:pt x="327571" y="443542"/>
                  </a:lnTo>
                  <a:close/>
                  <a:moveTo>
                    <a:pt x="348898" y="406580"/>
                  </a:moveTo>
                  <a:lnTo>
                    <a:pt x="327571" y="443542"/>
                  </a:lnTo>
                  <a:lnTo>
                    <a:pt x="348898" y="420285"/>
                  </a:lnTo>
                  <a:close/>
                  <a:moveTo>
                    <a:pt x="310131" y="443542"/>
                  </a:moveTo>
                  <a:lnTo>
                    <a:pt x="327571" y="443542"/>
                  </a:lnTo>
                  <a:lnTo>
                    <a:pt x="348898" y="406580"/>
                  </a:lnTo>
                  <a:close/>
                  <a:moveTo>
                    <a:pt x="38766" y="372850"/>
                  </a:moveTo>
                  <a:lnTo>
                    <a:pt x="26005" y="406580"/>
                  </a:lnTo>
                  <a:lnTo>
                    <a:pt x="38766" y="406580"/>
                  </a:lnTo>
                  <a:close/>
                  <a:moveTo>
                    <a:pt x="38766" y="406580"/>
                  </a:moveTo>
                  <a:lnTo>
                    <a:pt x="40176" y="369618"/>
                  </a:lnTo>
                  <a:lnTo>
                    <a:pt x="38766" y="372850"/>
                  </a:lnTo>
                  <a:close/>
                  <a:moveTo>
                    <a:pt x="348898" y="406580"/>
                  </a:moveTo>
                  <a:lnTo>
                    <a:pt x="348898" y="420285"/>
                  </a:lnTo>
                  <a:lnTo>
                    <a:pt x="358603" y="406580"/>
                  </a:lnTo>
                  <a:close/>
                  <a:moveTo>
                    <a:pt x="348898" y="369618"/>
                  </a:moveTo>
                  <a:lnTo>
                    <a:pt x="358603" y="406580"/>
                  </a:lnTo>
                  <a:lnTo>
                    <a:pt x="370802" y="369618"/>
                  </a:lnTo>
                  <a:close/>
                  <a:moveTo>
                    <a:pt x="77208" y="332657"/>
                  </a:moveTo>
                  <a:lnTo>
                    <a:pt x="77533" y="369618"/>
                  </a:lnTo>
                  <a:lnTo>
                    <a:pt x="77533" y="332657"/>
                  </a:lnTo>
                  <a:close/>
                  <a:moveTo>
                    <a:pt x="77208" y="332657"/>
                  </a:moveTo>
                  <a:lnTo>
                    <a:pt x="40176" y="369618"/>
                  </a:lnTo>
                  <a:lnTo>
                    <a:pt x="77533" y="369618"/>
                  </a:lnTo>
                  <a:close/>
                  <a:moveTo>
                    <a:pt x="348898" y="332657"/>
                  </a:moveTo>
                  <a:lnTo>
                    <a:pt x="370802" y="369618"/>
                  </a:lnTo>
                  <a:lnTo>
                    <a:pt x="372577" y="332657"/>
                  </a:lnTo>
                  <a:close/>
                  <a:moveTo>
                    <a:pt x="77533" y="332392"/>
                  </a:moveTo>
                  <a:lnTo>
                    <a:pt x="77208" y="332657"/>
                  </a:lnTo>
                  <a:lnTo>
                    <a:pt x="77533" y="332657"/>
                  </a:lnTo>
                  <a:close/>
                  <a:moveTo>
                    <a:pt x="77533" y="332657"/>
                  </a:moveTo>
                  <a:lnTo>
                    <a:pt x="116299" y="304164"/>
                  </a:lnTo>
                  <a:lnTo>
                    <a:pt x="77533" y="332392"/>
                  </a:lnTo>
                  <a:close/>
                  <a:moveTo>
                    <a:pt x="77533" y="332657"/>
                  </a:moveTo>
                  <a:lnTo>
                    <a:pt x="116299" y="332657"/>
                  </a:lnTo>
                  <a:lnTo>
                    <a:pt x="116299" y="304164"/>
                  </a:lnTo>
                  <a:close/>
                  <a:moveTo>
                    <a:pt x="116299" y="332657"/>
                  </a:moveTo>
                  <a:lnTo>
                    <a:pt x="128328" y="295695"/>
                  </a:lnTo>
                  <a:lnTo>
                    <a:pt x="116299" y="304164"/>
                  </a:lnTo>
                  <a:close/>
                  <a:moveTo>
                    <a:pt x="348898" y="295695"/>
                  </a:moveTo>
                  <a:lnTo>
                    <a:pt x="372577" y="332657"/>
                  </a:lnTo>
                  <a:lnTo>
                    <a:pt x="368254" y="295695"/>
                  </a:lnTo>
                  <a:close/>
                  <a:moveTo>
                    <a:pt x="155066" y="268812"/>
                  </a:moveTo>
                  <a:lnTo>
                    <a:pt x="128328" y="295695"/>
                  </a:lnTo>
                  <a:lnTo>
                    <a:pt x="155066" y="295695"/>
                  </a:lnTo>
                  <a:close/>
                  <a:moveTo>
                    <a:pt x="155066" y="295695"/>
                  </a:moveTo>
                  <a:lnTo>
                    <a:pt x="165294" y="258733"/>
                  </a:lnTo>
                  <a:lnTo>
                    <a:pt x="155066" y="268812"/>
                  </a:lnTo>
                  <a:close/>
                  <a:moveTo>
                    <a:pt x="348898" y="258733"/>
                  </a:moveTo>
                  <a:lnTo>
                    <a:pt x="368254" y="295695"/>
                  </a:lnTo>
                  <a:lnTo>
                    <a:pt x="360544" y="258733"/>
                  </a:lnTo>
                  <a:close/>
                  <a:moveTo>
                    <a:pt x="348898" y="258733"/>
                  </a:moveTo>
                  <a:lnTo>
                    <a:pt x="348898" y="295695"/>
                  </a:lnTo>
                  <a:lnTo>
                    <a:pt x="368254" y="295695"/>
                  </a:lnTo>
                  <a:close/>
                  <a:moveTo>
                    <a:pt x="177828" y="221771"/>
                  </a:moveTo>
                  <a:lnTo>
                    <a:pt x="193832" y="258733"/>
                  </a:lnTo>
                  <a:lnTo>
                    <a:pt x="193832" y="221771"/>
                  </a:lnTo>
                  <a:close/>
                  <a:moveTo>
                    <a:pt x="177828" y="221771"/>
                  </a:moveTo>
                  <a:lnTo>
                    <a:pt x="165294" y="258733"/>
                  </a:lnTo>
                  <a:lnTo>
                    <a:pt x="193832" y="258733"/>
                  </a:lnTo>
                  <a:close/>
                  <a:moveTo>
                    <a:pt x="348898" y="221771"/>
                  </a:moveTo>
                  <a:lnTo>
                    <a:pt x="360544" y="258733"/>
                  </a:lnTo>
                  <a:lnTo>
                    <a:pt x="348962" y="221771"/>
                  </a:lnTo>
                  <a:close/>
                  <a:moveTo>
                    <a:pt x="348898" y="221771"/>
                  </a:moveTo>
                  <a:lnTo>
                    <a:pt x="348898" y="258733"/>
                  </a:lnTo>
                  <a:lnTo>
                    <a:pt x="360544" y="258733"/>
                  </a:lnTo>
                  <a:close/>
                  <a:moveTo>
                    <a:pt x="155866" y="184809"/>
                  </a:moveTo>
                  <a:lnTo>
                    <a:pt x="193832" y="221771"/>
                  </a:lnTo>
                  <a:lnTo>
                    <a:pt x="193832" y="184809"/>
                  </a:lnTo>
                  <a:close/>
                  <a:moveTo>
                    <a:pt x="155866" y="184809"/>
                  </a:moveTo>
                  <a:lnTo>
                    <a:pt x="177828" y="221771"/>
                  </a:lnTo>
                  <a:lnTo>
                    <a:pt x="193832" y="221771"/>
                  </a:lnTo>
                  <a:close/>
                  <a:moveTo>
                    <a:pt x="310131" y="184809"/>
                  </a:moveTo>
                  <a:lnTo>
                    <a:pt x="348898" y="221638"/>
                  </a:lnTo>
                  <a:lnTo>
                    <a:pt x="323418" y="184809"/>
                  </a:lnTo>
                  <a:close/>
                  <a:moveTo>
                    <a:pt x="348898" y="221771"/>
                  </a:moveTo>
                  <a:lnTo>
                    <a:pt x="348898" y="221638"/>
                  </a:lnTo>
                  <a:lnTo>
                    <a:pt x="310131" y="184809"/>
                  </a:lnTo>
                  <a:close/>
                  <a:moveTo>
                    <a:pt x="310131" y="221771"/>
                  </a:moveTo>
                  <a:lnTo>
                    <a:pt x="348898" y="221771"/>
                  </a:lnTo>
                  <a:lnTo>
                    <a:pt x="310131" y="184809"/>
                  </a:lnTo>
                  <a:close/>
                  <a:moveTo>
                    <a:pt x="348898" y="221771"/>
                  </a:moveTo>
                  <a:lnTo>
                    <a:pt x="348962" y="221771"/>
                  </a:lnTo>
                  <a:lnTo>
                    <a:pt x="348898" y="221638"/>
                  </a:lnTo>
                  <a:close/>
                  <a:moveTo>
                    <a:pt x="193832" y="184809"/>
                  </a:moveTo>
                  <a:lnTo>
                    <a:pt x="155066" y="184364"/>
                  </a:lnTo>
                  <a:lnTo>
                    <a:pt x="155866" y="184809"/>
                  </a:lnTo>
                  <a:close/>
                  <a:moveTo>
                    <a:pt x="271365" y="147847"/>
                  </a:moveTo>
                  <a:lnTo>
                    <a:pt x="310131" y="170524"/>
                  </a:lnTo>
                  <a:lnTo>
                    <a:pt x="283489" y="147847"/>
                  </a:lnTo>
                  <a:close/>
                  <a:moveTo>
                    <a:pt x="310131" y="184809"/>
                  </a:moveTo>
                  <a:lnTo>
                    <a:pt x="310131" y="170524"/>
                  </a:lnTo>
                  <a:lnTo>
                    <a:pt x="271365" y="147847"/>
                  </a:lnTo>
                  <a:close/>
                  <a:moveTo>
                    <a:pt x="271365" y="184809"/>
                  </a:moveTo>
                  <a:lnTo>
                    <a:pt x="310131" y="184809"/>
                  </a:lnTo>
                  <a:lnTo>
                    <a:pt x="271365" y="147847"/>
                  </a:lnTo>
                  <a:close/>
                  <a:moveTo>
                    <a:pt x="310131" y="184809"/>
                  </a:moveTo>
                  <a:lnTo>
                    <a:pt x="323418" y="184809"/>
                  </a:lnTo>
                  <a:lnTo>
                    <a:pt x="310131" y="170524"/>
                  </a:lnTo>
                  <a:close/>
                  <a:moveTo>
                    <a:pt x="98842" y="147847"/>
                  </a:moveTo>
                  <a:lnTo>
                    <a:pt x="116299" y="161090"/>
                  </a:lnTo>
                  <a:lnTo>
                    <a:pt x="116299" y="147847"/>
                  </a:lnTo>
                  <a:close/>
                  <a:moveTo>
                    <a:pt x="116299" y="147847"/>
                  </a:moveTo>
                  <a:lnTo>
                    <a:pt x="77533" y="129831"/>
                  </a:lnTo>
                  <a:lnTo>
                    <a:pt x="98842" y="147847"/>
                  </a:lnTo>
                  <a:close/>
                  <a:moveTo>
                    <a:pt x="77533" y="110886"/>
                  </a:moveTo>
                  <a:lnTo>
                    <a:pt x="77533" y="129831"/>
                  </a:lnTo>
                  <a:lnTo>
                    <a:pt x="116299" y="147847"/>
                  </a:lnTo>
                  <a:close/>
                  <a:moveTo>
                    <a:pt x="155066" y="147847"/>
                  </a:moveTo>
                  <a:lnTo>
                    <a:pt x="116299" y="161090"/>
                  </a:lnTo>
                  <a:lnTo>
                    <a:pt x="155066" y="184364"/>
                  </a:lnTo>
                  <a:close/>
                  <a:moveTo>
                    <a:pt x="232598" y="110886"/>
                  </a:moveTo>
                  <a:lnTo>
                    <a:pt x="271365" y="136101"/>
                  </a:lnTo>
                  <a:lnTo>
                    <a:pt x="251672" y="110886"/>
                  </a:lnTo>
                  <a:close/>
                  <a:moveTo>
                    <a:pt x="271365" y="147847"/>
                  </a:moveTo>
                  <a:lnTo>
                    <a:pt x="271365" y="136101"/>
                  </a:lnTo>
                  <a:lnTo>
                    <a:pt x="232598" y="110886"/>
                  </a:lnTo>
                  <a:close/>
                  <a:moveTo>
                    <a:pt x="271365" y="147847"/>
                  </a:moveTo>
                  <a:lnTo>
                    <a:pt x="283489" y="147847"/>
                  </a:lnTo>
                  <a:lnTo>
                    <a:pt x="271365" y="136101"/>
                  </a:lnTo>
                  <a:close/>
                  <a:moveTo>
                    <a:pt x="62663" y="110886"/>
                  </a:moveTo>
                  <a:lnTo>
                    <a:pt x="77533" y="129831"/>
                  </a:lnTo>
                  <a:lnTo>
                    <a:pt x="77533" y="110886"/>
                  </a:lnTo>
                  <a:close/>
                  <a:moveTo>
                    <a:pt x="53412" y="73924"/>
                  </a:moveTo>
                  <a:lnTo>
                    <a:pt x="62663" y="110886"/>
                  </a:lnTo>
                  <a:lnTo>
                    <a:pt x="77533" y="110886"/>
                  </a:lnTo>
                  <a:close/>
                  <a:moveTo>
                    <a:pt x="193832" y="73924"/>
                  </a:moveTo>
                  <a:lnTo>
                    <a:pt x="232598" y="81169"/>
                  </a:lnTo>
                  <a:lnTo>
                    <a:pt x="228763" y="73924"/>
                  </a:lnTo>
                  <a:close/>
                  <a:moveTo>
                    <a:pt x="232598" y="110886"/>
                  </a:moveTo>
                  <a:lnTo>
                    <a:pt x="251672" y="110886"/>
                  </a:lnTo>
                  <a:lnTo>
                    <a:pt x="232598" y="81169"/>
                  </a:lnTo>
                  <a:close/>
                  <a:moveTo>
                    <a:pt x="68325" y="36962"/>
                  </a:moveTo>
                  <a:lnTo>
                    <a:pt x="53412" y="73924"/>
                  </a:lnTo>
                  <a:lnTo>
                    <a:pt x="77533" y="73924"/>
                  </a:lnTo>
                  <a:close/>
                  <a:moveTo>
                    <a:pt x="193832" y="36962"/>
                  </a:moveTo>
                  <a:lnTo>
                    <a:pt x="228763" y="73924"/>
                  </a:lnTo>
                  <a:lnTo>
                    <a:pt x="197802" y="36962"/>
                  </a:lnTo>
                  <a:close/>
                  <a:moveTo>
                    <a:pt x="193832" y="36962"/>
                  </a:moveTo>
                  <a:lnTo>
                    <a:pt x="193832" y="73924"/>
                  </a:lnTo>
                  <a:lnTo>
                    <a:pt x="228763" y="73924"/>
                  </a:lnTo>
                  <a:close/>
                  <a:moveTo>
                    <a:pt x="77533" y="28458"/>
                  </a:moveTo>
                  <a:lnTo>
                    <a:pt x="68325" y="36962"/>
                  </a:lnTo>
                  <a:lnTo>
                    <a:pt x="77533" y="36962"/>
                  </a:lnTo>
                  <a:close/>
                  <a:moveTo>
                    <a:pt x="77533" y="36962"/>
                  </a:moveTo>
                  <a:lnTo>
                    <a:pt x="116299" y="12073"/>
                  </a:lnTo>
                  <a:lnTo>
                    <a:pt x="77533" y="28458"/>
                  </a:lnTo>
                  <a:close/>
                  <a:moveTo>
                    <a:pt x="116299" y="36962"/>
                  </a:moveTo>
                  <a:lnTo>
                    <a:pt x="155066" y="14556"/>
                  </a:lnTo>
                  <a:lnTo>
                    <a:pt x="116299" y="12073"/>
                  </a:lnTo>
                  <a:close/>
                  <a:moveTo>
                    <a:pt x="155066" y="36962"/>
                  </a:moveTo>
                  <a:lnTo>
                    <a:pt x="193832" y="33732"/>
                  </a:lnTo>
                  <a:lnTo>
                    <a:pt x="155066" y="14556"/>
                  </a:lnTo>
                  <a:close/>
                  <a:moveTo>
                    <a:pt x="155066" y="36962"/>
                  </a:moveTo>
                  <a:lnTo>
                    <a:pt x="193832" y="36962"/>
                  </a:lnTo>
                  <a:lnTo>
                    <a:pt x="193832" y="33732"/>
                  </a:lnTo>
                  <a:close/>
                  <a:moveTo>
                    <a:pt x="193832" y="36962"/>
                  </a:moveTo>
                  <a:lnTo>
                    <a:pt x="197802" y="36962"/>
                  </a:lnTo>
                  <a:lnTo>
                    <a:pt x="193832" y="33732"/>
                  </a:lnTo>
                  <a:close/>
                </a:path>
              </a:pathLst>
            </a:custGeom>
            <a:solidFill>
              <a:srgbClr val="E3BD5A"/>
            </a:solidFill>
            <a:ln w="4001">
              <a:solidFill>
                <a:srgbClr val="F0DBA5"/>
              </a:solidFill>
            </a:ln>
          </p:spPr>
        </p:sp>
        <p:sp>
          <p:nvSpPr>
            <p:cNvPr id="3971" name="Candidate_B3__3970">
              <a:extLst>
                <a:ext uri="{FF2B5EF4-FFF2-40B4-BE49-F238E27FC236}">
                  <a16:creationId xmlns:a16="http://schemas.microsoft.com/office/drawing/2014/main" id="{EC66805D-783A-B74A-63ED-9BB487305127}"/>
                </a:ext>
              </a:extLst>
            </p:cNvPr>
            <p:cNvSpPr>
              <a:spLocks noGrp="1"/>
            </p:cNvSpPr>
            <p:nvPr/>
          </p:nvSpPr>
          <p:spPr>
            <a:xfrm>
              <a:off x="4756867" y="4108214"/>
              <a:ext cx="333810" cy="481772"/>
            </a:xfrm>
            <a:custGeom>
              <a:avLst/>
              <a:gdLst/>
              <a:ahLst/>
              <a:cxnLst/>
              <a:rect l="0" t="0" r="0" b="0"/>
              <a:pathLst>
                <a:path w="333810" h="481772">
                  <a:moveTo>
                    <a:pt x="38766" y="431469"/>
                  </a:moveTo>
                  <a:lnTo>
                    <a:pt x="0" y="431469"/>
                  </a:lnTo>
                  <a:lnTo>
                    <a:pt x="38766" y="468431"/>
                  </a:lnTo>
                  <a:close/>
                  <a:moveTo>
                    <a:pt x="38766" y="468431"/>
                  </a:moveTo>
                  <a:lnTo>
                    <a:pt x="77533" y="468431"/>
                  </a:lnTo>
                  <a:lnTo>
                    <a:pt x="77533" y="431469"/>
                  </a:lnTo>
                  <a:close/>
                  <a:moveTo>
                    <a:pt x="38766" y="468431"/>
                  </a:moveTo>
                  <a:lnTo>
                    <a:pt x="77533" y="431469"/>
                  </a:lnTo>
                  <a:lnTo>
                    <a:pt x="38766" y="431469"/>
                  </a:lnTo>
                  <a:close/>
                  <a:moveTo>
                    <a:pt x="116299" y="468431"/>
                  </a:moveTo>
                  <a:lnTo>
                    <a:pt x="77533" y="468431"/>
                  </a:lnTo>
                  <a:lnTo>
                    <a:pt x="77533" y="479437"/>
                  </a:lnTo>
                  <a:close/>
                  <a:moveTo>
                    <a:pt x="77533" y="468431"/>
                  </a:moveTo>
                  <a:lnTo>
                    <a:pt x="116299" y="468431"/>
                  </a:lnTo>
                  <a:lnTo>
                    <a:pt x="116299" y="431469"/>
                  </a:lnTo>
                  <a:close/>
                  <a:moveTo>
                    <a:pt x="155066" y="468431"/>
                  </a:moveTo>
                  <a:lnTo>
                    <a:pt x="116299" y="468431"/>
                  </a:lnTo>
                  <a:lnTo>
                    <a:pt x="116299" y="481772"/>
                  </a:lnTo>
                  <a:close/>
                  <a:moveTo>
                    <a:pt x="116299" y="468431"/>
                  </a:moveTo>
                  <a:lnTo>
                    <a:pt x="155066" y="468431"/>
                  </a:lnTo>
                  <a:lnTo>
                    <a:pt x="155066" y="431469"/>
                  </a:lnTo>
                  <a:close/>
                  <a:moveTo>
                    <a:pt x="155066" y="468431"/>
                  </a:moveTo>
                  <a:lnTo>
                    <a:pt x="193832" y="468431"/>
                  </a:lnTo>
                  <a:lnTo>
                    <a:pt x="193832" y="431469"/>
                  </a:lnTo>
                  <a:close/>
                  <a:moveTo>
                    <a:pt x="232599" y="431469"/>
                  </a:moveTo>
                  <a:lnTo>
                    <a:pt x="210278" y="468431"/>
                  </a:lnTo>
                  <a:lnTo>
                    <a:pt x="232599" y="461916"/>
                  </a:lnTo>
                  <a:close/>
                  <a:moveTo>
                    <a:pt x="193832" y="468431"/>
                  </a:moveTo>
                  <a:lnTo>
                    <a:pt x="210278" y="468431"/>
                  </a:lnTo>
                  <a:lnTo>
                    <a:pt x="232599" y="431469"/>
                  </a:lnTo>
                  <a:close/>
                  <a:moveTo>
                    <a:pt x="193832" y="431469"/>
                  </a:moveTo>
                  <a:lnTo>
                    <a:pt x="193832" y="468431"/>
                  </a:lnTo>
                  <a:lnTo>
                    <a:pt x="232599" y="431469"/>
                  </a:lnTo>
                  <a:close/>
                  <a:moveTo>
                    <a:pt x="0" y="431469"/>
                  </a:moveTo>
                  <a:lnTo>
                    <a:pt x="38766" y="431469"/>
                  </a:lnTo>
                  <a:lnTo>
                    <a:pt x="38766" y="394507"/>
                  </a:lnTo>
                  <a:close/>
                  <a:moveTo>
                    <a:pt x="0" y="431469"/>
                  </a:moveTo>
                  <a:lnTo>
                    <a:pt x="38766" y="394507"/>
                  </a:lnTo>
                  <a:lnTo>
                    <a:pt x="0" y="394507"/>
                  </a:lnTo>
                  <a:close/>
                  <a:moveTo>
                    <a:pt x="271365" y="431469"/>
                  </a:moveTo>
                  <a:lnTo>
                    <a:pt x="232599" y="431469"/>
                  </a:lnTo>
                  <a:lnTo>
                    <a:pt x="232599" y="461916"/>
                  </a:lnTo>
                  <a:close/>
                  <a:moveTo>
                    <a:pt x="271365" y="394507"/>
                  </a:moveTo>
                  <a:lnTo>
                    <a:pt x="232599" y="431469"/>
                  </a:lnTo>
                  <a:lnTo>
                    <a:pt x="271365" y="431469"/>
                  </a:lnTo>
                  <a:close/>
                  <a:moveTo>
                    <a:pt x="271365" y="394507"/>
                  </a:moveTo>
                  <a:lnTo>
                    <a:pt x="271365" y="431469"/>
                  </a:lnTo>
                  <a:lnTo>
                    <a:pt x="310131" y="394507"/>
                  </a:lnTo>
                  <a:close/>
                  <a:moveTo>
                    <a:pt x="38766" y="357545"/>
                  </a:moveTo>
                  <a:lnTo>
                    <a:pt x="1410" y="357545"/>
                  </a:lnTo>
                  <a:lnTo>
                    <a:pt x="0" y="394507"/>
                  </a:lnTo>
                  <a:close/>
                  <a:moveTo>
                    <a:pt x="38766" y="394507"/>
                  </a:moveTo>
                  <a:lnTo>
                    <a:pt x="38766" y="357545"/>
                  </a:lnTo>
                  <a:lnTo>
                    <a:pt x="0" y="394507"/>
                  </a:lnTo>
                  <a:close/>
                  <a:moveTo>
                    <a:pt x="271365" y="394507"/>
                  </a:moveTo>
                  <a:lnTo>
                    <a:pt x="310131" y="394507"/>
                  </a:lnTo>
                  <a:lnTo>
                    <a:pt x="310131" y="357545"/>
                  </a:lnTo>
                  <a:close/>
                  <a:moveTo>
                    <a:pt x="310131" y="357545"/>
                  </a:moveTo>
                  <a:lnTo>
                    <a:pt x="310131" y="394507"/>
                  </a:lnTo>
                  <a:lnTo>
                    <a:pt x="319837" y="394507"/>
                  </a:lnTo>
                  <a:close/>
                  <a:moveTo>
                    <a:pt x="38766" y="357545"/>
                  </a:moveTo>
                  <a:lnTo>
                    <a:pt x="77533" y="357545"/>
                  </a:lnTo>
                  <a:lnTo>
                    <a:pt x="77533" y="320583"/>
                  </a:lnTo>
                  <a:close/>
                  <a:moveTo>
                    <a:pt x="38766" y="357545"/>
                  </a:moveTo>
                  <a:lnTo>
                    <a:pt x="77533" y="320583"/>
                  </a:lnTo>
                  <a:lnTo>
                    <a:pt x="38766" y="320583"/>
                  </a:lnTo>
                  <a:close/>
                  <a:moveTo>
                    <a:pt x="271365" y="357545"/>
                  </a:moveTo>
                  <a:lnTo>
                    <a:pt x="310131" y="357545"/>
                  </a:lnTo>
                  <a:lnTo>
                    <a:pt x="310131" y="320583"/>
                  </a:lnTo>
                  <a:close/>
                  <a:moveTo>
                    <a:pt x="310131" y="320583"/>
                  </a:moveTo>
                  <a:lnTo>
                    <a:pt x="310131" y="357545"/>
                  </a:lnTo>
                  <a:lnTo>
                    <a:pt x="332035" y="357545"/>
                  </a:lnTo>
                  <a:close/>
                  <a:moveTo>
                    <a:pt x="116299" y="283622"/>
                  </a:moveTo>
                  <a:lnTo>
                    <a:pt x="89561" y="283622"/>
                  </a:lnTo>
                  <a:lnTo>
                    <a:pt x="77533" y="320583"/>
                  </a:lnTo>
                  <a:close/>
                  <a:moveTo>
                    <a:pt x="116299" y="320583"/>
                  </a:moveTo>
                  <a:lnTo>
                    <a:pt x="116299" y="283622"/>
                  </a:lnTo>
                  <a:lnTo>
                    <a:pt x="77533" y="320583"/>
                  </a:lnTo>
                  <a:close/>
                  <a:moveTo>
                    <a:pt x="116299" y="320583"/>
                  </a:moveTo>
                  <a:lnTo>
                    <a:pt x="155066" y="283622"/>
                  </a:lnTo>
                  <a:lnTo>
                    <a:pt x="116299" y="283622"/>
                  </a:lnTo>
                  <a:close/>
                  <a:moveTo>
                    <a:pt x="271365" y="320583"/>
                  </a:moveTo>
                  <a:lnTo>
                    <a:pt x="310131" y="320583"/>
                  </a:lnTo>
                  <a:lnTo>
                    <a:pt x="310131" y="283622"/>
                  </a:lnTo>
                  <a:close/>
                  <a:moveTo>
                    <a:pt x="310131" y="283622"/>
                  </a:moveTo>
                  <a:lnTo>
                    <a:pt x="310131" y="320583"/>
                  </a:lnTo>
                  <a:lnTo>
                    <a:pt x="333810" y="320583"/>
                  </a:lnTo>
                  <a:close/>
                  <a:moveTo>
                    <a:pt x="155066" y="246660"/>
                  </a:moveTo>
                  <a:lnTo>
                    <a:pt x="126528" y="246660"/>
                  </a:lnTo>
                  <a:lnTo>
                    <a:pt x="116299" y="283622"/>
                  </a:lnTo>
                  <a:close/>
                  <a:moveTo>
                    <a:pt x="155066" y="283622"/>
                  </a:moveTo>
                  <a:lnTo>
                    <a:pt x="155066" y="246660"/>
                  </a:lnTo>
                  <a:lnTo>
                    <a:pt x="116299" y="283622"/>
                  </a:lnTo>
                  <a:close/>
                  <a:moveTo>
                    <a:pt x="155066" y="283622"/>
                  </a:moveTo>
                  <a:lnTo>
                    <a:pt x="193832" y="246660"/>
                  </a:lnTo>
                  <a:lnTo>
                    <a:pt x="155066" y="246660"/>
                  </a:lnTo>
                  <a:close/>
                  <a:moveTo>
                    <a:pt x="271365" y="283622"/>
                  </a:moveTo>
                  <a:lnTo>
                    <a:pt x="310131" y="283622"/>
                  </a:lnTo>
                  <a:lnTo>
                    <a:pt x="310131" y="246660"/>
                  </a:lnTo>
                  <a:close/>
                  <a:moveTo>
                    <a:pt x="271365" y="283622"/>
                  </a:moveTo>
                  <a:lnTo>
                    <a:pt x="310131" y="246660"/>
                  </a:lnTo>
                  <a:lnTo>
                    <a:pt x="271365" y="246660"/>
                  </a:lnTo>
                  <a:close/>
                  <a:moveTo>
                    <a:pt x="155066" y="246660"/>
                  </a:moveTo>
                  <a:lnTo>
                    <a:pt x="193832" y="246660"/>
                  </a:lnTo>
                  <a:lnTo>
                    <a:pt x="193832" y="209698"/>
                  </a:lnTo>
                  <a:close/>
                  <a:moveTo>
                    <a:pt x="155066" y="246660"/>
                  </a:moveTo>
                  <a:lnTo>
                    <a:pt x="193832" y="209698"/>
                  </a:lnTo>
                  <a:lnTo>
                    <a:pt x="155066" y="209698"/>
                  </a:lnTo>
                  <a:close/>
                  <a:moveTo>
                    <a:pt x="193832" y="246660"/>
                  </a:moveTo>
                  <a:lnTo>
                    <a:pt x="232599" y="246660"/>
                  </a:lnTo>
                  <a:lnTo>
                    <a:pt x="232599" y="209698"/>
                  </a:lnTo>
                  <a:close/>
                  <a:moveTo>
                    <a:pt x="193832" y="246660"/>
                  </a:moveTo>
                  <a:lnTo>
                    <a:pt x="232599" y="209698"/>
                  </a:lnTo>
                  <a:lnTo>
                    <a:pt x="193832" y="209698"/>
                  </a:lnTo>
                  <a:close/>
                  <a:moveTo>
                    <a:pt x="232599" y="246660"/>
                  </a:moveTo>
                  <a:lnTo>
                    <a:pt x="271365" y="246660"/>
                  </a:lnTo>
                  <a:lnTo>
                    <a:pt x="271365" y="209698"/>
                  </a:lnTo>
                  <a:close/>
                  <a:moveTo>
                    <a:pt x="232599" y="246660"/>
                  </a:moveTo>
                  <a:lnTo>
                    <a:pt x="271365" y="209698"/>
                  </a:lnTo>
                  <a:lnTo>
                    <a:pt x="232599" y="209698"/>
                  </a:lnTo>
                  <a:close/>
                  <a:moveTo>
                    <a:pt x="271365" y="246660"/>
                  </a:moveTo>
                  <a:lnTo>
                    <a:pt x="310131" y="246660"/>
                  </a:lnTo>
                  <a:lnTo>
                    <a:pt x="310131" y="209698"/>
                  </a:lnTo>
                  <a:close/>
                  <a:moveTo>
                    <a:pt x="271365" y="246660"/>
                  </a:moveTo>
                  <a:lnTo>
                    <a:pt x="310131" y="209698"/>
                  </a:lnTo>
                  <a:lnTo>
                    <a:pt x="271365" y="209698"/>
                  </a:lnTo>
                  <a:close/>
                  <a:moveTo>
                    <a:pt x="155066" y="209698"/>
                  </a:moveTo>
                  <a:lnTo>
                    <a:pt x="193832" y="209698"/>
                  </a:lnTo>
                  <a:lnTo>
                    <a:pt x="193832" y="172736"/>
                  </a:lnTo>
                  <a:close/>
                  <a:moveTo>
                    <a:pt x="155066" y="209698"/>
                  </a:moveTo>
                  <a:lnTo>
                    <a:pt x="193832" y="172736"/>
                  </a:lnTo>
                  <a:lnTo>
                    <a:pt x="155066" y="172736"/>
                  </a:lnTo>
                  <a:close/>
                  <a:moveTo>
                    <a:pt x="193832" y="209698"/>
                  </a:moveTo>
                  <a:lnTo>
                    <a:pt x="232599" y="209698"/>
                  </a:lnTo>
                  <a:lnTo>
                    <a:pt x="232599" y="172736"/>
                  </a:lnTo>
                  <a:close/>
                  <a:moveTo>
                    <a:pt x="193832" y="209698"/>
                  </a:moveTo>
                  <a:lnTo>
                    <a:pt x="232599" y="172736"/>
                  </a:lnTo>
                  <a:lnTo>
                    <a:pt x="193832" y="172736"/>
                  </a:lnTo>
                  <a:close/>
                  <a:moveTo>
                    <a:pt x="232599" y="209698"/>
                  </a:moveTo>
                  <a:lnTo>
                    <a:pt x="271365" y="209698"/>
                  </a:lnTo>
                  <a:lnTo>
                    <a:pt x="271365" y="172736"/>
                  </a:lnTo>
                  <a:close/>
                  <a:moveTo>
                    <a:pt x="232599" y="209698"/>
                  </a:moveTo>
                  <a:lnTo>
                    <a:pt x="271365" y="172736"/>
                  </a:lnTo>
                  <a:lnTo>
                    <a:pt x="232599" y="172736"/>
                  </a:lnTo>
                  <a:close/>
                  <a:moveTo>
                    <a:pt x="116299" y="135774"/>
                  </a:moveTo>
                  <a:lnTo>
                    <a:pt x="116299" y="172291"/>
                  </a:lnTo>
                  <a:lnTo>
                    <a:pt x="155066" y="172736"/>
                  </a:lnTo>
                  <a:close/>
                  <a:moveTo>
                    <a:pt x="155066" y="135774"/>
                  </a:moveTo>
                  <a:lnTo>
                    <a:pt x="116299" y="135774"/>
                  </a:lnTo>
                  <a:lnTo>
                    <a:pt x="155066" y="172736"/>
                  </a:lnTo>
                  <a:close/>
                  <a:moveTo>
                    <a:pt x="155066" y="172736"/>
                  </a:moveTo>
                  <a:lnTo>
                    <a:pt x="193832" y="172736"/>
                  </a:lnTo>
                  <a:lnTo>
                    <a:pt x="193832" y="135774"/>
                  </a:lnTo>
                  <a:close/>
                  <a:moveTo>
                    <a:pt x="155066" y="172736"/>
                  </a:moveTo>
                  <a:lnTo>
                    <a:pt x="193832" y="135774"/>
                  </a:lnTo>
                  <a:lnTo>
                    <a:pt x="155066" y="135774"/>
                  </a:lnTo>
                  <a:close/>
                  <a:moveTo>
                    <a:pt x="193832" y="172736"/>
                  </a:moveTo>
                  <a:lnTo>
                    <a:pt x="232599" y="172736"/>
                  </a:lnTo>
                  <a:lnTo>
                    <a:pt x="232599" y="135774"/>
                  </a:lnTo>
                  <a:close/>
                  <a:moveTo>
                    <a:pt x="193832" y="172736"/>
                  </a:moveTo>
                  <a:lnTo>
                    <a:pt x="232599" y="135774"/>
                  </a:lnTo>
                  <a:lnTo>
                    <a:pt x="193832" y="135774"/>
                  </a:lnTo>
                  <a:close/>
                  <a:moveTo>
                    <a:pt x="77533" y="98812"/>
                  </a:moveTo>
                  <a:lnTo>
                    <a:pt x="38766" y="98812"/>
                  </a:lnTo>
                  <a:lnTo>
                    <a:pt x="77533" y="135774"/>
                  </a:lnTo>
                  <a:close/>
                  <a:moveTo>
                    <a:pt x="116299" y="135774"/>
                  </a:moveTo>
                  <a:lnTo>
                    <a:pt x="77533" y="135774"/>
                  </a:lnTo>
                  <a:lnTo>
                    <a:pt x="77533" y="149017"/>
                  </a:lnTo>
                  <a:close/>
                  <a:moveTo>
                    <a:pt x="77533" y="135774"/>
                  </a:moveTo>
                  <a:lnTo>
                    <a:pt x="116299" y="135774"/>
                  </a:lnTo>
                  <a:lnTo>
                    <a:pt x="116299" y="98812"/>
                  </a:lnTo>
                  <a:close/>
                  <a:moveTo>
                    <a:pt x="77533" y="135774"/>
                  </a:moveTo>
                  <a:lnTo>
                    <a:pt x="116299" y="98812"/>
                  </a:lnTo>
                  <a:lnTo>
                    <a:pt x="77533" y="98812"/>
                  </a:lnTo>
                  <a:close/>
                  <a:moveTo>
                    <a:pt x="116299" y="135774"/>
                  </a:moveTo>
                  <a:lnTo>
                    <a:pt x="155066" y="135774"/>
                  </a:lnTo>
                  <a:lnTo>
                    <a:pt x="155066" y="98812"/>
                  </a:lnTo>
                  <a:close/>
                  <a:moveTo>
                    <a:pt x="116299" y="135774"/>
                  </a:moveTo>
                  <a:lnTo>
                    <a:pt x="155066" y="98812"/>
                  </a:lnTo>
                  <a:lnTo>
                    <a:pt x="116299" y="98812"/>
                  </a:lnTo>
                  <a:close/>
                  <a:moveTo>
                    <a:pt x="155066" y="135774"/>
                  </a:moveTo>
                  <a:lnTo>
                    <a:pt x="193832" y="135774"/>
                  </a:lnTo>
                  <a:lnTo>
                    <a:pt x="193832" y="98812"/>
                  </a:lnTo>
                  <a:close/>
                  <a:moveTo>
                    <a:pt x="155066" y="135774"/>
                  </a:moveTo>
                  <a:lnTo>
                    <a:pt x="193832" y="98812"/>
                  </a:lnTo>
                  <a:lnTo>
                    <a:pt x="155066" y="98812"/>
                  </a:lnTo>
                  <a:close/>
                  <a:moveTo>
                    <a:pt x="193832" y="135774"/>
                  </a:moveTo>
                  <a:lnTo>
                    <a:pt x="232599" y="135774"/>
                  </a:lnTo>
                  <a:lnTo>
                    <a:pt x="193832" y="98812"/>
                  </a:lnTo>
                  <a:close/>
                  <a:moveTo>
                    <a:pt x="14645" y="61850"/>
                  </a:moveTo>
                  <a:lnTo>
                    <a:pt x="38766" y="98812"/>
                  </a:lnTo>
                  <a:lnTo>
                    <a:pt x="38766" y="61850"/>
                  </a:lnTo>
                  <a:close/>
                  <a:moveTo>
                    <a:pt x="38766" y="98812"/>
                  </a:moveTo>
                  <a:lnTo>
                    <a:pt x="77533" y="98812"/>
                  </a:lnTo>
                  <a:lnTo>
                    <a:pt x="77533" y="61850"/>
                  </a:lnTo>
                  <a:close/>
                  <a:moveTo>
                    <a:pt x="38766" y="98812"/>
                  </a:moveTo>
                  <a:lnTo>
                    <a:pt x="77533" y="61850"/>
                  </a:lnTo>
                  <a:lnTo>
                    <a:pt x="38766" y="61850"/>
                  </a:lnTo>
                  <a:close/>
                  <a:moveTo>
                    <a:pt x="116299" y="98812"/>
                  </a:moveTo>
                  <a:lnTo>
                    <a:pt x="155066" y="98812"/>
                  </a:lnTo>
                  <a:lnTo>
                    <a:pt x="155066" y="61850"/>
                  </a:lnTo>
                  <a:close/>
                  <a:moveTo>
                    <a:pt x="116299" y="98812"/>
                  </a:moveTo>
                  <a:lnTo>
                    <a:pt x="155066" y="61850"/>
                  </a:lnTo>
                  <a:lnTo>
                    <a:pt x="116299" y="61850"/>
                  </a:lnTo>
                  <a:close/>
                  <a:moveTo>
                    <a:pt x="193832" y="98812"/>
                  </a:moveTo>
                  <a:lnTo>
                    <a:pt x="193832" y="69096"/>
                  </a:lnTo>
                  <a:lnTo>
                    <a:pt x="155066" y="61850"/>
                  </a:lnTo>
                  <a:close/>
                  <a:moveTo>
                    <a:pt x="155066" y="98812"/>
                  </a:moveTo>
                  <a:lnTo>
                    <a:pt x="193832" y="98812"/>
                  </a:lnTo>
                  <a:lnTo>
                    <a:pt x="155066" y="61850"/>
                  </a:lnTo>
                  <a:close/>
                  <a:moveTo>
                    <a:pt x="29559" y="24889"/>
                  </a:moveTo>
                  <a:lnTo>
                    <a:pt x="38766" y="61850"/>
                  </a:lnTo>
                  <a:lnTo>
                    <a:pt x="38766" y="24889"/>
                  </a:lnTo>
                  <a:close/>
                  <a:moveTo>
                    <a:pt x="38766" y="61850"/>
                  </a:moveTo>
                  <a:lnTo>
                    <a:pt x="77533" y="61850"/>
                  </a:lnTo>
                  <a:lnTo>
                    <a:pt x="77533" y="24889"/>
                  </a:lnTo>
                  <a:close/>
                  <a:moveTo>
                    <a:pt x="38766" y="61850"/>
                  </a:moveTo>
                  <a:lnTo>
                    <a:pt x="77533" y="24889"/>
                  </a:lnTo>
                  <a:lnTo>
                    <a:pt x="38766" y="24889"/>
                  </a:lnTo>
                  <a:close/>
                  <a:moveTo>
                    <a:pt x="77533" y="61850"/>
                  </a:moveTo>
                  <a:lnTo>
                    <a:pt x="116299" y="61850"/>
                  </a:lnTo>
                  <a:lnTo>
                    <a:pt x="116299" y="24889"/>
                  </a:lnTo>
                  <a:close/>
                  <a:moveTo>
                    <a:pt x="77533" y="61850"/>
                  </a:moveTo>
                  <a:lnTo>
                    <a:pt x="116299" y="24889"/>
                  </a:lnTo>
                  <a:lnTo>
                    <a:pt x="77533" y="24889"/>
                  </a:lnTo>
                  <a:close/>
                  <a:moveTo>
                    <a:pt x="116299" y="61850"/>
                  </a:moveTo>
                  <a:lnTo>
                    <a:pt x="155066" y="61850"/>
                  </a:lnTo>
                  <a:lnTo>
                    <a:pt x="155066" y="24889"/>
                  </a:lnTo>
                  <a:close/>
                  <a:moveTo>
                    <a:pt x="116299" y="61850"/>
                  </a:moveTo>
                  <a:lnTo>
                    <a:pt x="155066" y="24889"/>
                  </a:lnTo>
                  <a:lnTo>
                    <a:pt x="116299" y="24889"/>
                  </a:lnTo>
                  <a:close/>
                  <a:moveTo>
                    <a:pt x="38766" y="24889"/>
                  </a:moveTo>
                  <a:lnTo>
                    <a:pt x="77533" y="24889"/>
                  </a:lnTo>
                  <a:lnTo>
                    <a:pt x="77533" y="0"/>
                  </a:lnTo>
                  <a:close/>
                  <a:moveTo>
                    <a:pt x="77533" y="24889"/>
                  </a:moveTo>
                  <a:lnTo>
                    <a:pt x="116299" y="24889"/>
                  </a:lnTo>
                  <a:lnTo>
                    <a:pt x="116299" y="2483"/>
                  </a:lnTo>
                  <a:close/>
                </a:path>
              </a:pathLst>
            </a:custGeom>
            <a:solidFill>
              <a:srgbClr val="E4C060"/>
            </a:solidFill>
            <a:ln w="4001">
              <a:solidFill>
                <a:srgbClr val="F0DBA5"/>
              </a:solidFill>
            </a:ln>
          </p:spPr>
        </p:sp>
        <p:sp>
          <p:nvSpPr>
            <p:cNvPr id="3972" name="Candidate_B3__3971">
              <a:extLst>
                <a:ext uri="{FF2B5EF4-FFF2-40B4-BE49-F238E27FC236}">
                  <a16:creationId xmlns:a16="http://schemas.microsoft.com/office/drawing/2014/main" id="{37D1EC97-43BB-BECD-ED2A-41128E3D014B}"/>
                </a:ext>
              </a:extLst>
            </p:cNvPr>
            <p:cNvSpPr>
              <a:spLocks noGrp="1"/>
            </p:cNvSpPr>
            <p:nvPr/>
          </p:nvSpPr>
          <p:spPr>
            <a:xfrm>
              <a:off x="4795633" y="4170064"/>
              <a:ext cx="271365" cy="406580"/>
            </a:xfrm>
            <a:custGeom>
              <a:avLst/>
              <a:gdLst/>
              <a:ahLst/>
              <a:cxnLst/>
              <a:rect l="0" t="0" r="0" b="0"/>
              <a:pathLst>
                <a:path w="271365" h="406580">
                  <a:moveTo>
                    <a:pt x="38766" y="406580"/>
                  </a:moveTo>
                  <a:lnTo>
                    <a:pt x="77533" y="369618"/>
                  </a:lnTo>
                  <a:lnTo>
                    <a:pt x="38766" y="369618"/>
                  </a:lnTo>
                  <a:close/>
                  <a:moveTo>
                    <a:pt x="77533" y="406580"/>
                  </a:moveTo>
                  <a:lnTo>
                    <a:pt x="116299" y="369618"/>
                  </a:lnTo>
                  <a:lnTo>
                    <a:pt x="77533" y="369618"/>
                  </a:lnTo>
                  <a:close/>
                  <a:moveTo>
                    <a:pt x="116299" y="406580"/>
                  </a:moveTo>
                  <a:lnTo>
                    <a:pt x="155066" y="369618"/>
                  </a:lnTo>
                  <a:lnTo>
                    <a:pt x="116299" y="369618"/>
                  </a:lnTo>
                  <a:close/>
                  <a:moveTo>
                    <a:pt x="0" y="369618"/>
                  </a:moveTo>
                  <a:lnTo>
                    <a:pt x="38766" y="369618"/>
                  </a:lnTo>
                  <a:lnTo>
                    <a:pt x="38766" y="332657"/>
                  </a:lnTo>
                  <a:close/>
                  <a:moveTo>
                    <a:pt x="0" y="369618"/>
                  </a:moveTo>
                  <a:lnTo>
                    <a:pt x="38766" y="332657"/>
                  </a:lnTo>
                  <a:lnTo>
                    <a:pt x="0" y="332657"/>
                  </a:lnTo>
                  <a:close/>
                  <a:moveTo>
                    <a:pt x="77533" y="357257"/>
                  </a:moveTo>
                  <a:lnTo>
                    <a:pt x="43492" y="332657"/>
                  </a:lnTo>
                  <a:lnTo>
                    <a:pt x="77533" y="369618"/>
                  </a:lnTo>
                  <a:close/>
                  <a:moveTo>
                    <a:pt x="77533" y="369618"/>
                  </a:moveTo>
                  <a:lnTo>
                    <a:pt x="43492" y="332657"/>
                  </a:lnTo>
                  <a:lnTo>
                    <a:pt x="38766" y="332657"/>
                  </a:lnTo>
                  <a:close/>
                  <a:moveTo>
                    <a:pt x="77533" y="369618"/>
                  </a:moveTo>
                  <a:lnTo>
                    <a:pt x="38766" y="332657"/>
                  </a:lnTo>
                  <a:lnTo>
                    <a:pt x="38766" y="369618"/>
                  </a:lnTo>
                  <a:close/>
                  <a:moveTo>
                    <a:pt x="77533" y="369618"/>
                  </a:moveTo>
                  <a:lnTo>
                    <a:pt x="116299" y="369618"/>
                  </a:lnTo>
                  <a:lnTo>
                    <a:pt x="77533" y="357257"/>
                  </a:lnTo>
                  <a:close/>
                  <a:moveTo>
                    <a:pt x="116299" y="369618"/>
                  </a:moveTo>
                  <a:lnTo>
                    <a:pt x="116299" y="363551"/>
                  </a:lnTo>
                  <a:lnTo>
                    <a:pt x="77533" y="357257"/>
                  </a:lnTo>
                  <a:close/>
                  <a:moveTo>
                    <a:pt x="116299" y="369618"/>
                  </a:moveTo>
                  <a:lnTo>
                    <a:pt x="155066" y="369618"/>
                  </a:lnTo>
                  <a:lnTo>
                    <a:pt x="116299" y="363551"/>
                  </a:lnTo>
                  <a:close/>
                  <a:moveTo>
                    <a:pt x="155066" y="369618"/>
                  </a:moveTo>
                  <a:lnTo>
                    <a:pt x="155066" y="358596"/>
                  </a:lnTo>
                  <a:lnTo>
                    <a:pt x="116299" y="363551"/>
                  </a:lnTo>
                  <a:close/>
                  <a:moveTo>
                    <a:pt x="155066" y="369618"/>
                  </a:moveTo>
                  <a:lnTo>
                    <a:pt x="193832" y="369618"/>
                  </a:lnTo>
                  <a:lnTo>
                    <a:pt x="155066" y="358596"/>
                  </a:lnTo>
                  <a:close/>
                  <a:moveTo>
                    <a:pt x="193832" y="369618"/>
                  </a:moveTo>
                  <a:lnTo>
                    <a:pt x="193832" y="343913"/>
                  </a:lnTo>
                  <a:lnTo>
                    <a:pt x="155066" y="358596"/>
                  </a:lnTo>
                  <a:close/>
                  <a:moveTo>
                    <a:pt x="209641" y="332657"/>
                  </a:moveTo>
                  <a:lnTo>
                    <a:pt x="193832" y="343913"/>
                  </a:lnTo>
                  <a:lnTo>
                    <a:pt x="232598" y="332657"/>
                  </a:lnTo>
                  <a:close/>
                  <a:moveTo>
                    <a:pt x="232598" y="332657"/>
                  </a:moveTo>
                  <a:lnTo>
                    <a:pt x="193832" y="343913"/>
                  </a:lnTo>
                  <a:lnTo>
                    <a:pt x="193832" y="369618"/>
                  </a:lnTo>
                  <a:close/>
                  <a:moveTo>
                    <a:pt x="0" y="332657"/>
                  </a:moveTo>
                  <a:lnTo>
                    <a:pt x="38766" y="332657"/>
                  </a:lnTo>
                  <a:lnTo>
                    <a:pt x="38766" y="295695"/>
                  </a:lnTo>
                  <a:close/>
                  <a:moveTo>
                    <a:pt x="0" y="332657"/>
                  </a:moveTo>
                  <a:lnTo>
                    <a:pt x="38766" y="295695"/>
                  </a:lnTo>
                  <a:lnTo>
                    <a:pt x="0" y="295695"/>
                  </a:lnTo>
                  <a:close/>
                  <a:moveTo>
                    <a:pt x="43492" y="332657"/>
                  </a:moveTo>
                  <a:lnTo>
                    <a:pt x="59748" y="295695"/>
                  </a:lnTo>
                  <a:lnTo>
                    <a:pt x="38766" y="332657"/>
                  </a:lnTo>
                  <a:close/>
                  <a:moveTo>
                    <a:pt x="59748" y="295695"/>
                  </a:moveTo>
                  <a:lnTo>
                    <a:pt x="38766" y="295695"/>
                  </a:lnTo>
                  <a:lnTo>
                    <a:pt x="38766" y="332657"/>
                  </a:lnTo>
                  <a:close/>
                  <a:moveTo>
                    <a:pt x="232598" y="332657"/>
                  </a:moveTo>
                  <a:lnTo>
                    <a:pt x="271365" y="295695"/>
                  </a:lnTo>
                  <a:lnTo>
                    <a:pt x="232598" y="295695"/>
                  </a:lnTo>
                  <a:close/>
                  <a:moveTo>
                    <a:pt x="232598" y="332657"/>
                  </a:moveTo>
                  <a:lnTo>
                    <a:pt x="232598" y="295695"/>
                  </a:lnTo>
                  <a:lnTo>
                    <a:pt x="209641" y="332657"/>
                  </a:lnTo>
                  <a:close/>
                  <a:moveTo>
                    <a:pt x="232598" y="295695"/>
                  </a:moveTo>
                  <a:lnTo>
                    <a:pt x="230826" y="295695"/>
                  </a:lnTo>
                  <a:lnTo>
                    <a:pt x="209641" y="332657"/>
                  </a:lnTo>
                  <a:close/>
                  <a:moveTo>
                    <a:pt x="59748" y="295695"/>
                  </a:moveTo>
                  <a:lnTo>
                    <a:pt x="77533" y="281627"/>
                  </a:lnTo>
                  <a:lnTo>
                    <a:pt x="38766" y="295695"/>
                  </a:lnTo>
                  <a:close/>
                  <a:moveTo>
                    <a:pt x="38766" y="295695"/>
                  </a:moveTo>
                  <a:lnTo>
                    <a:pt x="77533" y="281627"/>
                  </a:lnTo>
                  <a:lnTo>
                    <a:pt x="77533" y="258733"/>
                  </a:lnTo>
                  <a:close/>
                  <a:moveTo>
                    <a:pt x="38766" y="295695"/>
                  </a:moveTo>
                  <a:lnTo>
                    <a:pt x="77533" y="258733"/>
                  </a:lnTo>
                  <a:lnTo>
                    <a:pt x="38766" y="258733"/>
                  </a:lnTo>
                  <a:close/>
                  <a:moveTo>
                    <a:pt x="232598" y="295695"/>
                  </a:moveTo>
                  <a:lnTo>
                    <a:pt x="271365" y="258733"/>
                  </a:lnTo>
                  <a:lnTo>
                    <a:pt x="232598" y="258733"/>
                  </a:lnTo>
                  <a:close/>
                  <a:moveTo>
                    <a:pt x="232598" y="295695"/>
                  </a:moveTo>
                  <a:lnTo>
                    <a:pt x="232598" y="258733"/>
                  </a:lnTo>
                  <a:lnTo>
                    <a:pt x="230826" y="295695"/>
                  </a:lnTo>
                  <a:close/>
                  <a:moveTo>
                    <a:pt x="232598" y="258733"/>
                  </a:moveTo>
                  <a:lnTo>
                    <a:pt x="221854" y="258733"/>
                  </a:lnTo>
                  <a:lnTo>
                    <a:pt x="230826" y="295695"/>
                  </a:lnTo>
                  <a:close/>
                  <a:moveTo>
                    <a:pt x="108315" y="258733"/>
                  </a:moveTo>
                  <a:lnTo>
                    <a:pt x="116299" y="253676"/>
                  </a:lnTo>
                  <a:lnTo>
                    <a:pt x="77533" y="258733"/>
                  </a:lnTo>
                  <a:close/>
                  <a:moveTo>
                    <a:pt x="77533" y="258733"/>
                  </a:moveTo>
                  <a:lnTo>
                    <a:pt x="116299" y="253676"/>
                  </a:lnTo>
                  <a:lnTo>
                    <a:pt x="116299" y="221771"/>
                  </a:lnTo>
                  <a:close/>
                  <a:moveTo>
                    <a:pt x="77533" y="258733"/>
                  </a:moveTo>
                  <a:lnTo>
                    <a:pt x="77533" y="281627"/>
                  </a:lnTo>
                  <a:lnTo>
                    <a:pt x="108315" y="258733"/>
                  </a:lnTo>
                  <a:close/>
                  <a:moveTo>
                    <a:pt x="232598" y="258733"/>
                  </a:moveTo>
                  <a:lnTo>
                    <a:pt x="271365" y="221771"/>
                  </a:lnTo>
                  <a:lnTo>
                    <a:pt x="232598" y="221771"/>
                  </a:lnTo>
                  <a:close/>
                  <a:moveTo>
                    <a:pt x="193832" y="233980"/>
                  </a:moveTo>
                  <a:lnTo>
                    <a:pt x="221854" y="258733"/>
                  </a:lnTo>
                  <a:lnTo>
                    <a:pt x="193832" y="221771"/>
                  </a:lnTo>
                  <a:close/>
                  <a:moveTo>
                    <a:pt x="193832" y="221771"/>
                  </a:moveTo>
                  <a:lnTo>
                    <a:pt x="221854" y="258733"/>
                  </a:lnTo>
                  <a:lnTo>
                    <a:pt x="232598" y="258733"/>
                  </a:lnTo>
                  <a:close/>
                  <a:moveTo>
                    <a:pt x="193832" y="221771"/>
                  </a:moveTo>
                  <a:lnTo>
                    <a:pt x="232598" y="258733"/>
                  </a:lnTo>
                  <a:lnTo>
                    <a:pt x="232598" y="221771"/>
                  </a:lnTo>
                  <a:close/>
                  <a:moveTo>
                    <a:pt x="116299" y="221771"/>
                  </a:moveTo>
                  <a:lnTo>
                    <a:pt x="155066" y="221771"/>
                  </a:lnTo>
                  <a:lnTo>
                    <a:pt x="155066" y="184809"/>
                  </a:lnTo>
                  <a:close/>
                  <a:moveTo>
                    <a:pt x="155066" y="221771"/>
                  </a:moveTo>
                  <a:lnTo>
                    <a:pt x="116299" y="221771"/>
                  </a:lnTo>
                  <a:lnTo>
                    <a:pt x="155066" y="236080"/>
                  </a:lnTo>
                  <a:close/>
                  <a:moveTo>
                    <a:pt x="116299" y="221771"/>
                  </a:moveTo>
                  <a:lnTo>
                    <a:pt x="116299" y="253676"/>
                  </a:lnTo>
                  <a:lnTo>
                    <a:pt x="155066" y="236080"/>
                  </a:lnTo>
                  <a:close/>
                  <a:moveTo>
                    <a:pt x="155066" y="221771"/>
                  </a:moveTo>
                  <a:lnTo>
                    <a:pt x="193832" y="221771"/>
                  </a:lnTo>
                  <a:lnTo>
                    <a:pt x="193832" y="184809"/>
                  </a:lnTo>
                  <a:close/>
                  <a:moveTo>
                    <a:pt x="155066" y="221771"/>
                  </a:moveTo>
                  <a:lnTo>
                    <a:pt x="193832" y="184809"/>
                  </a:lnTo>
                  <a:lnTo>
                    <a:pt x="155066" y="184809"/>
                  </a:lnTo>
                  <a:close/>
                  <a:moveTo>
                    <a:pt x="193832" y="221771"/>
                  </a:moveTo>
                  <a:lnTo>
                    <a:pt x="155066" y="221771"/>
                  </a:lnTo>
                  <a:lnTo>
                    <a:pt x="193832" y="233980"/>
                  </a:lnTo>
                  <a:close/>
                  <a:moveTo>
                    <a:pt x="155066" y="221771"/>
                  </a:moveTo>
                  <a:lnTo>
                    <a:pt x="155066" y="236080"/>
                  </a:lnTo>
                  <a:lnTo>
                    <a:pt x="193832" y="233980"/>
                  </a:lnTo>
                  <a:close/>
                  <a:moveTo>
                    <a:pt x="193832" y="221771"/>
                  </a:moveTo>
                  <a:lnTo>
                    <a:pt x="232598" y="221771"/>
                  </a:lnTo>
                  <a:lnTo>
                    <a:pt x="232598" y="184809"/>
                  </a:lnTo>
                  <a:close/>
                  <a:moveTo>
                    <a:pt x="193832" y="221771"/>
                  </a:moveTo>
                  <a:lnTo>
                    <a:pt x="232598" y="184809"/>
                  </a:lnTo>
                  <a:lnTo>
                    <a:pt x="193832" y="184809"/>
                  </a:lnTo>
                  <a:close/>
                  <a:moveTo>
                    <a:pt x="38766" y="36962"/>
                  </a:moveTo>
                  <a:lnTo>
                    <a:pt x="77533" y="36962"/>
                  </a:lnTo>
                  <a:lnTo>
                    <a:pt x="77533" y="0"/>
                  </a:lnTo>
                  <a:close/>
                  <a:moveTo>
                    <a:pt x="38766" y="36962"/>
                  </a:moveTo>
                  <a:lnTo>
                    <a:pt x="77533" y="0"/>
                  </a:lnTo>
                  <a:lnTo>
                    <a:pt x="38766" y="0"/>
                  </a:lnTo>
                  <a:close/>
                  <a:moveTo>
                    <a:pt x="43492" y="332657"/>
                  </a:moveTo>
                  <a:lnTo>
                    <a:pt x="77533" y="357257"/>
                  </a:lnTo>
                  <a:lnTo>
                    <a:pt x="77533" y="332657"/>
                  </a:lnTo>
                  <a:close/>
                  <a:moveTo>
                    <a:pt x="59748" y="295695"/>
                  </a:moveTo>
                  <a:lnTo>
                    <a:pt x="77533" y="332657"/>
                  </a:lnTo>
                  <a:lnTo>
                    <a:pt x="77533" y="295695"/>
                  </a:lnTo>
                  <a:close/>
                  <a:moveTo>
                    <a:pt x="59748" y="295695"/>
                  </a:moveTo>
                  <a:lnTo>
                    <a:pt x="43492" y="332657"/>
                  </a:lnTo>
                  <a:lnTo>
                    <a:pt x="77533" y="332657"/>
                  </a:lnTo>
                  <a:close/>
                  <a:moveTo>
                    <a:pt x="116299" y="332657"/>
                  </a:moveTo>
                  <a:lnTo>
                    <a:pt x="77533" y="357257"/>
                  </a:lnTo>
                  <a:lnTo>
                    <a:pt x="116299" y="363551"/>
                  </a:lnTo>
                  <a:close/>
                  <a:moveTo>
                    <a:pt x="155066" y="332657"/>
                  </a:moveTo>
                  <a:lnTo>
                    <a:pt x="116299" y="363551"/>
                  </a:lnTo>
                  <a:lnTo>
                    <a:pt x="155066" y="358596"/>
                  </a:lnTo>
                  <a:close/>
                  <a:moveTo>
                    <a:pt x="193832" y="332657"/>
                  </a:moveTo>
                  <a:lnTo>
                    <a:pt x="155066" y="358596"/>
                  </a:lnTo>
                  <a:lnTo>
                    <a:pt x="193832" y="343913"/>
                  </a:lnTo>
                  <a:close/>
                  <a:moveTo>
                    <a:pt x="193832" y="332657"/>
                  </a:moveTo>
                  <a:lnTo>
                    <a:pt x="193832" y="343913"/>
                  </a:lnTo>
                  <a:lnTo>
                    <a:pt x="209641" y="332657"/>
                  </a:lnTo>
                  <a:close/>
                  <a:moveTo>
                    <a:pt x="193832" y="295695"/>
                  </a:moveTo>
                  <a:lnTo>
                    <a:pt x="209641" y="332657"/>
                  </a:lnTo>
                  <a:lnTo>
                    <a:pt x="230826" y="295695"/>
                  </a:lnTo>
                  <a:close/>
                  <a:moveTo>
                    <a:pt x="77533" y="281627"/>
                  </a:moveTo>
                  <a:lnTo>
                    <a:pt x="59748" y="295695"/>
                  </a:lnTo>
                  <a:lnTo>
                    <a:pt x="77533" y="295695"/>
                  </a:lnTo>
                  <a:close/>
                  <a:moveTo>
                    <a:pt x="77533" y="295695"/>
                  </a:moveTo>
                  <a:lnTo>
                    <a:pt x="108315" y="258733"/>
                  </a:lnTo>
                  <a:lnTo>
                    <a:pt x="77533" y="281627"/>
                  </a:lnTo>
                  <a:close/>
                  <a:moveTo>
                    <a:pt x="116299" y="258733"/>
                  </a:moveTo>
                  <a:lnTo>
                    <a:pt x="108315" y="258733"/>
                  </a:lnTo>
                  <a:lnTo>
                    <a:pt x="77533" y="295695"/>
                  </a:lnTo>
                  <a:close/>
                  <a:moveTo>
                    <a:pt x="193832" y="258733"/>
                  </a:moveTo>
                  <a:lnTo>
                    <a:pt x="230826" y="295695"/>
                  </a:lnTo>
                  <a:lnTo>
                    <a:pt x="221854" y="258733"/>
                  </a:lnTo>
                  <a:close/>
                  <a:moveTo>
                    <a:pt x="116299" y="253676"/>
                  </a:moveTo>
                  <a:lnTo>
                    <a:pt x="108315" y="258733"/>
                  </a:lnTo>
                  <a:lnTo>
                    <a:pt x="116299" y="258733"/>
                  </a:lnTo>
                  <a:close/>
                  <a:moveTo>
                    <a:pt x="116299" y="258733"/>
                  </a:moveTo>
                  <a:lnTo>
                    <a:pt x="155066" y="236080"/>
                  </a:lnTo>
                  <a:lnTo>
                    <a:pt x="116299" y="253676"/>
                  </a:lnTo>
                  <a:close/>
                  <a:moveTo>
                    <a:pt x="116299" y="258733"/>
                  </a:moveTo>
                  <a:lnTo>
                    <a:pt x="155066" y="258733"/>
                  </a:lnTo>
                  <a:lnTo>
                    <a:pt x="155066" y="236080"/>
                  </a:lnTo>
                  <a:close/>
                  <a:moveTo>
                    <a:pt x="155066" y="258733"/>
                  </a:moveTo>
                  <a:lnTo>
                    <a:pt x="193832" y="233980"/>
                  </a:lnTo>
                  <a:lnTo>
                    <a:pt x="155066" y="236080"/>
                  </a:lnTo>
                  <a:close/>
                  <a:moveTo>
                    <a:pt x="193832" y="258733"/>
                  </a:moveTo>
                  <a:lnTo>
                    <a:pt x="221854" y="258733"/>
                  </a:lnTo>
                  <a:lnTo>
                    <a:pt x="193832" y="233980"/>
                  </a:lnTo>
                  <a:close/>
                </a:path>
              </a:pathLst>
            </a:custGeom>
            <a:solidFill>
              <a:srgbClr val="E5C265"/>
            </a:solidFill>
            <a:ln w="4001">
              <a:solidFill>
                <a:srgbClr val="F0DBA5"/>
              </a:solidFill>
            </a:ln>
          </p:spPr>
        </p:sp>
        <p:sp>
          <p:nvSpPr>
            <p:cNvPr id="3973" name="Candidate_B3__3972">
              <a:extLst>
                <a:ext uri="{FF2B5EF4-FFF2-40B4-BE49-F238E27FC236}">
                  <a16:creationId xmlns:a16="http://schemas.microsoft.com/office/drawing/2014/main" id="{BF3B118D-217D-3EC5-260A-F9BA211EEABF}"/>
                </a:ext>
              </a:extLst>
            </p:cNvPr>
            <p:cNvSpPr>
              <a:spLocks noGrp="1"/>
            </p:cNvSpPr>
            <p:nvPr/>
          </p:nvSpPr>
          <p:spPr>
            <a:xfrm>
              <a:off x="4873166" y="4404045"/>
              <a:ext cx="153293" cy="129570"/>
            </a:xfrm>
            <a:custGeom>
              <a:avLst/>
              <a:gdLst/>
              <a:ahLst/>
              <a:cxnLst/>
              <a:rect l="0" t="0" r="0" b="0"/>
              <a:pathLst>
                <a:path w="153293" h="129570">
                  <a:moveTo>
                    <a:pt x="38766" y="98676"/>
                  </a:moveTo>
                  <a:lnTo>
                    <a:pt x="0" y="98676"/>
                  </a:lnTo>
                  <a:lnTo>
                    <a:pt x="0" y="123277"/>
                  </a:lnTo>
                  <a:close/>
                  <a:moveTo>
                    <a:pt x="0" y="98676"/>
                  </a:moveTo>
                  <a:lnTo>
                    <a:pt x="38766" y="98676"/>
                  </a:lnTo>
                  <a:lnTo>
                    <a:pt x="38766" y="61714"/>
                  </a:lnTo>
                  <a:close/>
                  <a:moveTo>
                    <a:pt x="0" y="98676"/>
                  </a:moveTo>
                  <a:lnTo>
                    <a:pt x="38766" y="61714"/>
                  </a:lnTo>
                  <a:lnTo>
                    <a:pt x="0" y="61714"/>
                  </a:lnTo>
                  <a:close/>
                  <a:moveTo>
                    <a:pt x="77533" y="98676"/>
                  </a:moveTo>
                  <a:lnTo>
                    <a:pt x="38766" y="98676"/>
                  </a:lnTo>
                  <a:lnTo>
                    <a:pt x="38766" y="129570"/>
                  </a:lnTo>
                  <a:close/>
                  <a:moveTo>
                    <a:pt x="38766" y="98676"/>
                  </a:moveTo>
                  <a:lnTo>
                    <a:pt x="77533" y="98676"/>
                  </a:lnTo>
                  <a:lnTo>
                    <a:pt x="77533" y="61714"/>
                  </a:lnTo>
                  <a:close/>
                  <a:moveTo>
                    <a:pt x="38766" y="98676"/>
                  </a:moveTo>
                  <a:lnTo>
                    <a:pt x="77533" y="61714"/>
                  </a:lnTo>
                  <a:lnTo>
                    <a:pt x="38766" y="61714"/>
                  </a:lnTo>
                  <a:close/>
                  <a:moveTo>
                    <a:pt x="116299" y="98676"/>
                  </a:moveTo>
                  <a:lnTo>
                    <a:pt x="77533" y="98676"/>
                  </a:lnTo>
                  <a:lnTo>
                    <a:pt x="77533" y="124615"/>
                  </a:lnTo>
                  <a:close/>
                  <a:moveTo>
                    <a:pt x="77533" y="98676"/>
                  </a:moveTo>
                  <a:lnTo>
                    <a:pt x="116299" y="98676"/>
                  </a:lnTo>
                  <a:lnTo>
                    <a:pt x="116299" y="61714"/>
                  </a:lnTo>
                  <a:close/>
                  <a:moveTo>
                    <a:pt x="77533" y="98676"/>
                  </a:moveTo>
                  <a:lnTo>
                    <a:pt x="116299" y="61714"/>
                  </a:lnTo>
                  <a:lnTo>
                    <a:pt x="77533" y="61714"/>
                  </a:lnTo>
                  <a:close/>
                  <a:moveTo>
                    <a:pt x="116299" y="61714"/>
                  </a:moveTo>
                  <a:lnTo>
                    <a:pt x="116299" y="98676"/>
                  </a:lnTo>
                  <a:lnTo>
                    <a:pt x="132108" y="98676"/>
                  </a:lnTo>
                  <a:close/>
                  <a:moveTo>
                    <a:pt x="38766" y="61714"/>
                  </a:moveTo>
                  <a:lnTo>
                    <a:pt x="38766" y="24753"/>
                  </a:lnTo>
                  <a:lnTo>
                    <a:pt x="0" y="61714"/>
                  </a:lnTo>
                  <a:close/>
                  <a:moveTo>
                    <a:pt x="38766" y="61714"/>
                  </a:moveTo>
                  <a:lnTo>
                    <a:pt x="77533" y="61714"/>
                  </a:lnTo>
                  <a:lnTo>
                    <a:pt x="77533" y="24753"/>
                  </a:lnTo>
                  <a:close/>
                  <a:moveTo>
                    <a:pt x="38766" y="61714"/>
                  </a:moveTo>
                  <a:lnTo>
                    <a:pt x="77533" y="24753"/>
                  </a:lnTo>
                  <a:lnTo>
                    <a:pt x="38766" y="24753"/>
                  </a:lnTo>
                  <a:close/>
                  <a:moveTo>
                    <a:pt x="77533" y="61714"/>
                  </a:moveTo>
                  <a:lnTo>
                    <a:pt x="116299" y="61714"/>
                  </a:lnTo>
                  <a:lnTo>
                    <a:pt x="116299" y="24753"/>
                  </a:lnTo>
                  <a:close/>
                  <a:moveTo>
                    <a:pt x="77533" y="61714"/>
                  </a:moveTo>
                  <a:lnTo>
                    <a:pt x="116299" y="24753"/>
                  </a:lnTo>
                  <a:lnTo>
                    <a:pt x="77533" y="24753"/>
                  </a:lnTo>
                  <a:close/>
                  <a:moveTo>
                    <a:pt x="116299" y="24753"/>
                  </a:moveTo>
                  <a:lnTo>
                    <a:pt x="116299" y="61714"/>
                  </a:lnTo>
                  <a:lnTo>
                    <a:pt x="153293" y="61714"/>
                  </a:lnTo>
                  <a:close/>
                  <a:moveTo>
                    <a:pt x="77533" y="24753"/>
                  </a:moveTo>
                  <a:lnTo>
                    <a:pt x="116299" y="24753"/>
                  </a:lnTo>
                  <a:lnTo>
                    <a:pt x="116299" y="0"/>
                  </a:lnTo>
                  <a:close/>
                </a:path>
              </a:pathLst>
            </a:custGeom>
            <a:solidFill>
              <a:srgbClr val="E6C46A"/>
            </a:solidFill>
            <a:ln w="4001">
              <a:solidFill>
                <a:srgbClr val="F0DBA5"/>
              </a:solidFill>
            </a:ln>
          </p:spPr>
        </p:sp>
      </p:grpSp>
      <p:sp>
        <p:nvSpPr>
          <p:cNvPr id="3974" name="label__3973">
            <a:extLst>
              <a:ext uri="{FF2B5EF4-FFF2-40B4-BE49-F238E27FC236}">
                <a16:creationId xmlns:a16="http://schemas.microsoft.com/office/drawing/2014/main" id="{30C352BF-14E3-1E73-A83D-526AE0DDDAC7}"/>
              </a:ext>
            </a:extLst>
          </p:cNvPr>
          <p:cNvSpPr>
            <a:spLocks noGrp="1"/>
          </p:cNvSpPr>
          <p:nvPr/>
        </p:nvSpPr>
        <p:spPr>
          <a:xfrm>
            <a:off x="4852695" y="2564740"/>
            <a:ext cx="96212" cy="71472"/>
          </a:xfrm>
          <a:prstGeom prst="rect">
            <a:avLst/>
          </a:prstGeom>
          <a:noFill/>
          <a:ln w="0">
            <a:noFill/>
          </a:ln>
        </p:spPr>
        <p:txBody>
          <a:bodyPr wrap="none" lIns="0" tIns="0" rIns="0" bIns="0" anchor="ctr">
            <a:noAutofit/>
          </a:bodyPr>
          <a:lstStyle/>
          <a:p>
            <a:pPr algn="l">
              <a:defRPr sz="1200" b="1">
                <a:solidFill>
                  <a:srgbClr val="AF9039"/>
                </a:solidFill>
                <a:latin typeface="Arial"/>
                <a:ea typeface="Arial"/>
                <a:cs typeface="Arial"/>
              </a:defRPr>
            </a:pPr>
            <a:r>
              <a:rPr sz="416" b="1" dirty="0">
                <a:solidFill>
                  <a:srgbClr val="AF9039"/>
                </a:solidFill>
                <a:latin typeface="Arial"/>
                <a:ea typeface="Arial"/>
                <a:cs typeface="Arial"/>
              </a:rPr>
              <a:t>B3</a:t>
            </a:r>
          </a:p>
        </p:txBody>
      </p:sp>
      <p:grpSp>
        <p:nvGrpSpPr>
          <p:cNvPr id="6220" name="Candidate_B4">
            <a:extLst>
              <a:ext uri="{FF2B5EF4-FFF2-40B4-BE49-F238E27FC236}">
                <a16:creationId xmlns:a16="http://schemas.microsoft.com/office/drawing/2014/main" id="{8788C3EB-92D2-D3AF-0F8F-F6369A5E075D}"/>
              </a:ext>
            </a:extLst>
          </p:cNvPr>
          <p:cNvGrpSpPr/>
          <p:nvPr/>
        </p:nvGrpSpPr>
        <p:grpSpPr>
          <a:xfrm>
            <a:off x="4956605" y="1895010"/>
            <a:ext cx="120952" cy="188945"/>
            <a:chOff x="5524500" y="1883718"/>
            <a:chExt cx="419100" cy="654694"/>
          </a:xfrm>
        </p:grpSpPr>
        <p:sp>
          <p:nvSpPr>
            <p:cNvPr id="3975" name="Candidate_B4__3974">
              <a:extLst>
                <a:ext uri="{FF2B5EF4-FFF2-40B4-BE49-F238E27FC236}">
                  <a16:creationId xmlns:a16="http://schemas.microsoft.com/office/drawing/2014/main" id="{4168D1E7-F8CC-12B4-5847-672AC0098ED9}"/>
                </a:ext>
              </a:extLst>
            </p:cNvPr>
            <p:cNvSpPr>
              <a:spLocks noGrp="1"/>
            </p:cNvSpPr>
            <p:nvPr/>
          </p:nvSpPr>
          <p:spPr>
            <a:xfrm>
              <a:off x="5603688" y="1883718"/>
              <a:ext cx="337319" cy="653632"/>
            </a:xfrm>
            <a:custGeom>
              <a:avLst/>
              <a:gdLst/>
              <a:ahLst/>
              <a:cxnLst/>
              <a:rect l="0" t="0" r="0" b="0"/>
              <a:pathLst>
                <a:path w="337319" h="653632">
                  <a:moveTo>
                    <a:pt x="38391" y="652932"/>
                  </a:moveTo>
                  <a:lnTo>
                    <a:pt x="41040" y="653632"/>
                  </a:lnTo>
                  <a:lnTo>
                    <a:pt x="41040" y="652932"/>
                  </a:lnTo>
                  <a:close/>
                  <a:moveTo>
                    <a:pt x="38391" y="652932"/>
                  </a:moveTo>
                  <a:lnTo>
                    <a:pt x="41040" y="652932"/>
                  </a:lnTo>
                  <a:lnTo>
                    <a:pt x="0" y="642348"/>
                  </a:lnTo>
                  <a:close/>
                  <a:moveTo>
                    <a:pt x="246243" y="552121"/>
                  </a:moveTo>
                  <a:lnTo>
                    <a:pt x="246243" y="551820"/>
                  </a:lnTo>
                  <a:lnTo>
                    <a:pt x="215876" y="585524"/>
                  </a:lnTo>
                  <a:close/>
                  <a:moveTo>
                    <a:pt x="246243" y="551820"/>
                  </a:moveTo>
                  <a:lnTo>
                    <a:pt x="246243" y="552121"/>
                  </a:lnTo>
                  <a:lnTo>
                    <a:pt x="246541" y="551820"/>
                  </a:lnTo>
                  <a:close/>
                  <a:moveTo>
                    <a:pt x="328323" y="450708"/>
                  </a:moveTo>
                  <a:lnTo>
                    <a:pt x="327742" y="450708"/>
                  </a:lnTo>
                  <a:lnTo>
                    <a:pt x="328323" y="448589"/>
                  </a:lnTo>
                  <a:close/>
                  <a:moveTo>
                    <a:pt x="337319" y="417004"/>
                  </a:moveTo>
                  <a:lnTo>
                    <a:pt x="328323" y="450708"/>
                  </a:lnTo>
                  <a:lnTo>
                    <a:pt x="328323" y="448589"/>
                  </a:lnTo>
                  <a:close/>
                  <a:moveTo>
                    <a:pt x="205202" y="79963"/>
                  </a:moveTo>
                  <a:lnTo>
                    <a:pt x="214964" y="113667"/>
                  </a:lnTo>
                  <a:lnTo>
                    <a:pt x="209539" y="79963"/>
                  </a:lnTo>
                  <a:close/>
                  <a:moveTo>
                    <a:pt x="205202" y="79963"/>
                  </a:moveTo>
                  <a:lnTo>
                    <a:pt x="209539" y="79963"/>
                  </a:lnTo>
                  <a:lnTo>
                    <a:pt x="205202" y="71138"/>
                  </a:lnTo>
                  <a:close/>
                  <a:moveTo>
                    <a:pt x="41040" y="8808"/>
                  </a:moveTo>
                  <a:lnTo>
                    <a:pt x="33408" y="12555"/>
                  </a:lnTo>
                  <a:lnTo>
                    <a:pt x="41040" y="12555"/>
                  </a:lnTo>
                  <a:close/>
                  <a:moveTo>
                    <a:pt x="41040" y="12555"/>
                  </a:moveTo>
                  <a:lnTo>
                    <a:pt x="82081" y="0"/>
                  </a:lnTo>
                  <a:lnTo>
                    <a:pt x="41040" y="8808"/>
                  </a:lnTo>
                  <a:close/>
                </a:path>
              </a:pathLst>
            </a:custGeom>
            <a:solidFill>
              <a:srgbClr val="E3697B"/>
            </a:solidFill>
            <a:ln w="4001">
              <a:solidFill>
                <a:srgbClr val="F2BCC4"/>
              </a:solidFill>
            </a:ln>
          </p:spPr>
        </p:sp>
        <p:sp>
          <p:nvSpPr>
            <p:cNvPr id="3976" name="Candidate_B4__3975">
              <a:extLst>
                <a:ext uri="{FF2B5EF4-FFF2-40B4-BE49-F238E27FC236}">
                  <a16:creationId xmlns:a16="http://schemas.microsoft.com/office/drawing/2014/main" id="{CA3D7623-7EF1-75F2-1058-B7898DE88C29}"/>
                </a:ext>
              </a:extLst>
            </p:cNvPr>
            <p:cNvSpPr>
              <a:spLocks noGrp="1"/>
            </p:cNvSpPr>
            <p:nvPr/>
          </p:nvSpPr>
          <p:spPr>
            <a:xfrm>
              <a:off x="5524500" y="1883718"/>
              <a:ext cx="419100" cy="654694"/>
            </a:xfrm>
            <a:custGeom>
              <a:avLst/>
              <a:gdLst/>
              <a:ahLst/>
              <a:cxnLst/>
              <a:rect l="0" t="0" r="0" b="0"/>
              <a:pathLst>
                <a:path w="419100" h="654694">
                  <a:moveTo>
                    <a:pt x="79188" y="642348"/>
                  </a:moveTo>
                  <a:lnTo>
                    <a:pt x="120229" y="652932"/>
                  </a:lnTo>
                  <a:lnTo>
                    <a:pt x="120229" y="648857"/>
                  </a:lnTo>
                  <a:close/>
                  <a:moveTo>
                    <a:pt x="161269" y="652932"/>
                  </a:moveTo>
                  <a:lnTo>
                    <a:pt x="120229" y="653632"/>
                  </a:lnTo>
                  <a:lnTo>
                    <a:pt x="161269" y="654694"/>
                  </a:lnTo>
                  <a:close/>
                  <a:moveTo>
                    <a:pt x="161269" y="652932"/>
                  </a:moveTo>
                  <a:lnTo>
                    <a:pt x="120229" y="652932"/>
                  </a:lnTo>
                  <a:lnTo>
                    <a:pt x="120229" y="653632"/>
                  </a:lnTo>
                  <a:close/>
                  <a:moveTo>
                    <a:pt x="120229" y="652932"/>
                  </a:moveTo>
                  <a:lnTo>
                    <a:pt x="161269" y="652932"/>
                  </a:lnTo>
                  <a:lnTo>
                    <a:pt x="120229" y="648857"/>
                  </a:lnTo>
                  <a:close/>
                  <a:moveTo>
                    <a:pt x="161269" y="652932"/>
                  </a:moveTo>
                  <a:lnTo>
                    <a:pt x="161269" y="654694"/>
                  </a:lnTo>
                  <a:lnTo>
                    <a:pt x="169595" y="652932"/>
                  </a:lnTo>
                  <a:close/>
                  <a:moveTo>
                    <a:pt x="161269" y="652932"/>
                  </a:moveTo>
                  <a:lnTo>
                    <a:pt x="169595" y="652932"/>
                  </a:lnTo>
                  <a:lnTo>
                    <a:pt x="161269" y="650033"/>
                  </a:lnTo>
                  <a:close/>
                  <a:moveTo>
                    <a:pt x="161269" y="650033"/>
                  </a:moveTo>
                  <a:lnTo>
                    <a:pt x="169595" y="652932"/>
                  </a:lnTo>
                  <a:lnTo>
                    <a:pt x="202309" y="646361"/>
                  </a:lnTo>
                  <a:close/>
                  <a:moveTo>
                    <a:pt x="51464" y="619228"/>
                  </a:moveTo>
                  <a:lnTo>
                    <a:pt x="42740" y="619228"/>
                  </a:lnTo>
                  <a:lnTo>
                    <a:pt x="79188" y="642348"/>
                  </a:lnTo>
                  <a:close/>
                  <a:moveTo>
                    <a:pt x="42740" y="619228"/>
                  </a:moveTo>
                  <a:lnTo>
                    <a:pt x="51464" y="619228"/>
                  </a:lnTo>
                  <a:lnTo>
                    <a:pt x="38148" y="614324"/>
                  </a:lnTo>
                  <a:close/>
                  <a:moveTo>
                    <a:pt x="202309" y="646361"/>
                  </a:moveTo>
                  <a:lnTo>
                    <a:pt x="243350" y="627588"/>
                  </a:lnTo>
                  <a:lnTo>
                    <a:pt x="243350" y="622600"/>
                  </a:lnTo>
                  <a:close/>
                  <a:moveTo>
                    <a:pt x="255741" y="619228"/>
                  </a:moveTo>
                  <a:lnTo>
                    <a:pt x="243350" y="622600"/>
                  </a:lnTo>
                  <a:lnTo>
                    <a:pt x="243350" y="627588"/>
                  </a:lnTo>
                  <a:close/>
                  <a:moveTo>
                    <a:pt x="255741" y="619228"/>
                  </a:moveTo>
                  <a:lnTo>
                    <a:pt x="284390" y="595395"/>
                  </a:lnTo>
                  <a:lnTo>
                    <a:pt x="284390" y="590876"/>
                  </a:lnTo>
                  <a:close/>
                  <a:moveTo>
                    <a:pt x="24138" y="585524"/>
                  </a:moveTo>
                  <a:lnTo>
                    <a:pt x="17651" y="585524"/>
                  </a:lnTo>
                  <a:lnTo>
                    <a:pt x="38148" y="614324"/>
                  </a:lnTo>
                  <a:close/>
                  <a:moveTo>
                    <a:pt x="10772" y="551820"/>
                  </a:moveTo>
                  <a:lnTo>
                    <a:pt x="17651" y="585524"/>
                  </a:lnTo>
                  <a:lnTo>
                    <a:pt x="24138" y="585524"/>
                  </a:lnTo>
                  <a:close/>
                  <a:moveTo>
                    <a:pt x="295064" y="585524"/>
                  </a:moveTo>
                  <a:lnTo>
                    <a:pt x="284390" y="590876"/>
                  </a:lnTo>
                  <a:lnTo>
                    <a:pt x="284390" y="595395"/>
                  </a:lnTo>
                  <a:close/>
                  <a:moveTo>
                    <a:pt x="295064" y="585524"/>
                  </a:moveTo>
                  <a:lnTo>
                    <a:pt x="325431" y="551820"/>
                  </a:lnTo>
                  <a:lnTo>
                    <a:pt x="323786" y="551820"/>
                  </a:lnTo>
                  <a:close/>
                  <a:moveTo>
                    <a:pt x="16524" y="518116"/>
                  </a:moveTo>
                  <a:lnTo>
                    <a:pt x="10772" y="551820"/>
                  </a:lnTo>
                  <a:lnTo>
                    <a:pt x="16431" y="551820"/>
                  </a:lnTo>
                  <a:close/>
                  <a:moveTo>
                    <a:pt x="325729" y="551820"/>
                  </a:moveTo>
                  <a:lnTo>
                    <a:pt x="325431" y="550074"/>
                  </a:lnTo>
                  <a:lnTo>
                    <a:pt x="325431" y="551820"/>
                  </a:lnTo>
                  <a:close/>
                  <a:moveTo>
                    <a:pt x="357411" y="518116"/>
                  </a:moveTo>
                  <a:lnTo>
                    <a:pt x="357723" y="518116"/>
                  </a:lnTo>
                  <a:lnTo>
                    <a:pt x="325729" y="551820"/>
                  </a:lnTo>
                  <a:close/>
                  <a:moveTo>
                    <a:pt x="32710" y="484412"/>
                  </a:moveTo>
                  <a:lnTo>
                    <a:pt x="16524" y="518116"/>
                  </a:lnTo>
                  <a:lnTo>
                    <a:pt x="21829" y="518116"/>
                  </a:lnTo>
                  <a:close/>
                  <a:moveTo>
                    <a:pt x="357411" y="518116"/>
                  </a:moveTo>
                  <a:lnTo>
                    <a:pt x="366471" y="507540"/>
                  </a:lnTo>
                  <a:lnTo>
                    <a:pt x="366471" y="508613"/>
                  </a:lnTo>
                  <a:close/>
                  <a:moveTo>
                    <a:pt x="38148" y="483507"/>
                  </a:moveTo>
                  <a:lnTo>
                    <a:pt x="38148" y="475298"/>
                  </a:lnTo>
                  <a:lnTo>
                    <a:pt x="32710" y="484412"/>
                  </a:lnTo>
                  <a:close/>
                  <a:moveTo>
                    <a:pt x="38148" y="475298"/>
                  </a:moveTo>
                  <a:lnTo>
                    <a:pt x="38148" y="483507"/>
                  </a:lnTo>
                  <a:lnTo>
                    <a:pt x="52840" y="450708"/>
                  </a:lnTo>
                  <a:close/>
                  <a:moveTo>
                    <a:pt x="386769" y="484412"/>
                  </a:moveTo>
                  <a:lnTo>
                    <a:pt x="366471" y="508613"/>
                  </a:lnTo>
                  <a:lnTo>
                    <a:pt x="366471" y="507540"/>
                  </a:lnTo>
                  <a:close/>
                  <a:moveTo>
                    <a:pt x="407512" y="450708"/>
                  </a:moveTo>
                  <a:lnTo>
                    <a:pt x="407512" y="453848"/>
                  </a:lnTo>
                  <a:lnTo>
                    <a:pt x="406930" y="450708"/>
                  </a:lnTo>
                  <a:close/>
                  <a:moveTo>
                    <a:pt x="406930" y="450708"/>
                  </a:moveTo>
                  <a:lnTo>
                    <a:pt x="388620" y="484412"/>
                  </a:lnTo>
                  <a:lnTo>
                    <a:pt x="386769" y="484412"/>
                  </a:lnTo>
                  <a:close/>
                  <a:moveTo>
                    <a:pt x="67415" y="417004"/>
                  </a:moveTo>
                  <a:lnTo>
                    <a:pt x="52840" y="450708"/>
                  </a:lnTo>
                  <a:lnTo>
                    <a:pt x="56136" y="450708"/>
                  </a:lnTo>
                  <a:close/>
                  <a:moveTo>
                    <a:pt x="68599" y="383300"/>
                  </a:moveTo>
                  <a:lnTo>
                    <a:pt x="67415" y="417004"/>
                  </a:lnTo>
                  <a:lnTo>
                    <a:pt x="69583" y="417004"/>
                  </a:lnTo>
                  <a:close/>
                  <a:moveTo>
                    <a:pt x="409445" y="450708"/>
                  </a:moveTo>
                  <a:lnTo>
                    <a:pt x="407512" y="450708"/>
                  </a:lnTo>
                  <a:lnTo>
                    <a:pt x="416507" y="417004"/>
                  </a:lnTo>
                  <a:close/>
                  <a:moveTo>
                    <a:pt x="419100" y="417004"/>
                  </a:moveTo>
                  <a:lnTo>
                    <a:pt x="416507" y="417004"/>
                  </a:lnTo>
                  <a:lnTo>
                    <a:pt x="413693" y="383300"/>
                  </a:lnTo>
                  <a:close/>
                  <a:moveTo>
                    <a:pt x="54665" y="349596"/>
                  </a:moveTo>
                  <a:lnTo>
                    <a:pt x="68599" y="383300"/>
                  </a:lnTo>
                  <a:lnTo>
                    <a:pt x="70761" y="383300"/>
                  </a:lnTo>
                  <a:close/>
                  <a:moveTo>
                    <a:pt x="407512" y="369106"/>
                  </a:moveTo>
                  <a:lnTo>
                    <a:pt x="416307" y="383300"/>
                  </a:lnTo>
                  <a:lnTo>
                    <a:pt x="413693" y="383300"/>
                  </a:lnTo>
                  <a:close/>
                  <a:moveTo>
                    <a:pt x="407512" y="369106"/>
                  </a:moveTo>
                  <a:lnTo>
                    <a:pt x="399019" y="349596"/>
                  </a:lnTo>
                  <a:lnTo>
                    <a:pt x="401314" y="349596"/>
                  </a:lnTo>
                  <a:close/>
                  <a:moveTo>
                    <a:pt x="54665" y="349596"/>
                  </a:moveTo>
                  <a:lnTo>
                    <a:pt x="58084" y="349596"/>
                  </a:lnTo>
                  <a:lnTo>
                    <a:pt x="38148" y="325162"/>
                  </a:lnTo>
                  <a:close/>
                  <a:moveTo>
                    <a:pt x="401314" y="349596"/>
                  </a:moveTo>
                  <a:lnTo>
                    <a:pt x="399019" y="349596"/>
                  </a:lnTo>
                  <a:lnTo>
                    <a:pt x="373990" y="315892"/>
                  </a:lnTo>
                  <a:close/>
                  <a:moveTo>
                    <a:pt x="37028" y="315892"/>
                  </a:moveTo>
                  <a:lnTo>
                    <a:pt x="31904" y="315892"/>
                  </a:lnTo>
                  <a:lnTo>
                    <a:pt x="38148" y="325162"/>
                  </a:lnTo>
                  <a:close/>
                  <a:moveTo>
                    <a:pt x="11700" y="282188"/>
                  </a:moveTo>
                  <a:lnTo>
                    <a:pt x="31904" y="315892"/>
                  </a:lnTo>
                  <a:lnTo>
                    <a:pt x="37028" y="315892"/>
                  </a:lnTo>
                  <a:close/>
                  <a:moveTo>
                    <a:pt x="366471" y="307471"/>
                  </a:moveTo>
                  <a:lnTo>
                    <a:pt x="375550" y="315892"/>
                  </a:lnTo>
                  <a:lnTo>
                    <a:pt x="373990" y="315892"/>
                  </a:lnTo>
                  <a:close/>
                  <a:moveTo>
                    <a:pt x="366471" y="307471"/>
                  </a:moveTo>
                  <a:lnTo>
                    <a:pt x="344806" y="282188"/>
                  </a:lnTo>
                  <a:lnTo>
                    <a:pt x="344197" y="282188"/>
                  </a:lnTo>
                  <a:close/>
                  <a:moveTo>
                    <a:pt x="1004" y="248484"/>
                  </a:moveTo>
                  <a:lnTo>
                    <a:pt x="11700" y="282188"/>
                  </a:lnTo>
                  <a:lnTo>
                    <a:pt x="17208" y="282188"/>
                  </a:lnTo>
                  <a:close/>
                  <a:moveTo>
                    <a:pt x="325431" y="256627"/>
                  </a:moveTo>
                  <a:lnTo>
                    <a:pt x="344197" y="282188"/>
                  </a:lnTo>
                  <a:lnTo>
                    <a:pt x="344806" y="282188"/>
                  </a:lnTo>
                  <a:close/>
                  <a:moveTo>
                    <a:pt x="325431" y="256627"/>
                  </a:moveTo>
                  <a:lnTo>
                    <a:pt x="320195" y="248484"/>
                  </a:lnTo>
                  <a:lnTo>
                    <a:pt x="317066" y="248484"/>
                  </a:lnTo>
                  <a:close/>
                  <a:moveTo>
                    <a:pt x="0" y="214780"/>
                  </a:moveTo>
                  <a:lnTo>
                    <a:pt x="1004" y="248484"/>
                  </a:lnTo>
                  <a:lnTo>
                    <a:pt x="6750" y="248484"/>
                  </a:lnTo>
                  <a:close/>
                  <a:moveTo>
                    <a:pt x="317066" y="248484"/>
                  </a:moveTo>
                  <a:lnTo>
                    <a:pt x="320195" y="248484"/>
                  </a:lnTo>
                  <a:lnTo>
                    <a:pt x="304807" y="214780"/>
                  </a:lnTo>
                  <a:close/>
                  <a:moveTo>
                    <a:pt x="6671" y="181076"/>
                  </a:moveTo>
                  <a:lnTo>
                    <a:pt x="0" y="214780"/>
                  </a:lnTo>
                  <a:lnTo>
                    <a:pt x="6373" y="214780"/>
                  </a:lnTo>
                  <a:close/>
                  <a:moveTo>
                    <a:pt x="298741" y="214780"/>
                  </a:moveTo>
                  <a:lnTo>
                    <a:pt x="304807" y="214780"/>
                  </a:lnTo>
                  <a:lnTo>
                    <a:pt x="296387" y="181076"/>
                  </a:lnTo>
                  <a:close/>
                  <a:moveTo>
                    <a:pt x="17168" y="147371"/>
                  </a:moveTo>
                  <a:lnTo>
                    <a:pt x="6671" y="181076"/>
                  </a:lnTo>
                  <a:lnTo>
                    <a:pt x="14591" y="181076"/>
                  </a:lnTo>
                  <a:close/>
                  <a:moveTo>
                    <a:pt x="296387" y="181076"/>
                  </a:moveTo>
                  <a:lnTo>
                    <a:pt x="294332" y="147371"/>
                  </a:lnTo>
                  <a:lnTo>
                    <a:pt x="286814" y="181076"/>
                  </a:lnTo>
                  <a:close/>
                  <a:moveTo>
                    <a:pt x="28781" y="113667"/>
                  </a:moveTo>
                  <a:lnTo>
                    <a:pt x="38148" y="124784"/>
                  </a:lnTo>
                  <a:lnTo>
                    <a:pt x="38148" y="113667"/>
                  </a:lnTo>
                  <a:close/>
                  <a:moveTo>
                    <a:pt x="17168" y="147371"/>
                  </a:moveTo>
                  <a:lnTo>
                    <a:pt x="27914" y="147371"/>
                  </a:lnTo>
                  <a:lnTo>
                    <a:pt x="28781" y="113667"/>
                  </a:lnTo>
                  <a:close/>
                  <a:moveTo>
                    <a:pt x="284390" y="113667"/>
                  </a:moveTo>
                  <a:lnTo>
                    <a:pt x="294332" y="147371"/>
                  </a:lnTo>
                  <a:lnTo>
                    <a:pt x="294152" y="113667"/>
                  </a:lnTo>
                  <a:close/>
                  <a:moveTo>
                    <a:pt x="284390" y="113667"/>
                  </a:moveTo>
                  <a:lnTo>
                    <a:pt x="284390" y="147371"/>
                  </a:lnTo>
                  <a:lnTo>
                    <a:pt x="294332" y="147371"/>
                  </a:lnTo>
                  <a:close/>
                  <a:moveTo>
                    <a:pt x="38148" y="92477"/>
                  </a:moveTo>
                  <a:lnTo>
                    <a:pt x="28781" y="113667"/>
                  </a:lnTo>
                  <a:lnTo>
                    <a:pt x="38148" y="113667"/>
                  </a:lnTo>
                  <a:close/>
                  <a:moveTo>
                    <a:pt x="38148" y="92477"/>
                  </a:moveTo>
                  <a:lnTo>
                    <a:pt x="38148" y="113667"/>
                  </a:lnTo>
                  <a:lnTo>
                    <a:pt x="42969" y="79963"/>
                  </a:lnTo>
                  <a:close/>
                  <a:moveTo>
                    <a:pt x="42969" y="79963"/>
                  </a:moveTo>
                  <a:lnTo>
                    <a:pt x="38148" y="113667"/>
                  </a:lnTo>
                  <a:lnTo>
                    <a:pt x="42696" y="113667"/>
                  </a:lnTo>
                  <a:close/>
                  <a:moveTo>
                    <a:pt x="284390" y="79963"/>
                  </a:moveTo>
                  <a:lnTo>
                    <a:pt x="284390" y="113667"/>
                  </a:lnTo>
                  <a:lnTo>
                    <a:pt x="294152" y="113667"/>
                  </a:lnTo>
                  <a:close/>
                  <a:moveTo>
                    <a:pt x="64731" y="46259"/>
                  </a:moveTo>
                  <a:lnTo>
                    <a:pt x="79188" y="54159"/>
                  </a:lnTo>
                  <a:lnTo>
                    <a:pt x="79188" y="46259"/>
                  </a:lnTo>
                  <a:close/>
                  <a:moveTo>
                    <a:pt x="42969" y="79963"/>
                  </a:moveTo>
                  <a:lnTo>
                    <a:pt x="59044" y="79963"/>
                  </a:lnTo>
                  <a:lnTo>
                    <a:pt x="64731" y="46259"/>
                  </a:lnTo>
                  <a:close/>
                  <a:moveTo>
                    <a:pt x="284390" y="79963"/>
                  </a:moveTo>
                  <a:lnTo>
                    <a:pt x="284390" y="71138"/>
                  </a:lnTo>
                  <a:lnTo>
                    <a:pt x="271195" y="79963"/>
                  </a:lnTo>
                  <a:close/>
                  <a:moveTo>
                    <a:pt x="271195" y="79963"/>
                  </a:moveTo>
                  <a:lnTo>
                    <a:pt x="284390" y="71138"/>
                  </a:lnTo>
                  <a:lnTo>
                    <a:pt x="271636" y="46259"/>
                  </a:lnTo>
                  <a:close/>
                  <a:moveTo>
                    <a:pt x="79188" y="32829"/>
                  </a:moveTo>
                  <a:lnTo>
                    <a:pt x="64731" y="46259"/>
                  </a:lnTo>
                  <a:lnTo>
                    <a:pt x="79188" y="46259"/>
                  </a:lnTo>
                  <a:close/>
                  <a:moveTo>
                    <a:pt x="120229" y="12555"/>
                  </a:moveTo>
                  <a:lnTo>
                    <a:pt x="112596" y="12555"/>
                  </a:lnTo>
                  <a:lnTo>
                    <a:pt x="120229" y="25299"/>
                  </a:lnTo>
                  <a:close/>
                  <a:moveTo>
                    <a:pt x="112596" y="12555"/>
                  </a:moveTo>
                  <a:lnTo>
                    <a:pt x="79188" y="32829"/>
                  </a:lnTo>
                  <a:lnTo>
                    <a:pt x="120229" y="25299"/>
                  </a:lnTo>
                  <a:close/>
                  <a:moveTo>
                    <a:pt x="87252" y="46259"/>
                  </a:moveTo>
                  <a:lnTo>
                    <a:pt x="79188" y="32829"/>
                  </a:lnTo>
                  <a:lnTo>
                    <a:pt x="79188" y="46259"/>
                  </a:lnTo>
                  <a:close/>
                  <a:moveTo>
                    <a:pt x="243350" y="20997"/>
                  </a:moveTo>
                  <a:lnTo>
                    <a:pt x="249570" y="46259"/>
                  </a:lnTo>
                  <a:lnTo>
                    <a:pt x="271636" y="46259"/>
                  </a:lnTo>
                  <a:close/>
                  <a:moveTo>
                    <a:pt x="225715" y="12555"/>
                  </a:moveTo>
                  <a:lnTo>
                    <a:pt x="202309" y="12555"/>
                  </a:lnTo>
                  <a:lnTo>
                    <a:pt x="243350" y="20997"/>
                  </a:lnTo>
                  <a:close/>
                  <a:moveTo>
                    <a:pt x="243350" y="20997"/>
                  </a:moveTo>
                  <a:lnTo>
                    <a:pt x="202309" y="12555"/>
                  </a:lnTo>
                  <a:lnTo>
                    <a:pt x="202309" y="19718"/>
                  </a:lnTo>
                  <a:close/>
                  <a:moveTo>
                    <a:pt x="120229" y="12555"/>
                  </a:moveTo>
                  <a:lnTo>
                    <a:pt x="161269" y="12555"/>
                  </a:lnTo>
                  <a:lnTo>
                    <a:pt x="161269" y="0"/>
                  </a:lnTo>
                  <a:close/>
                  <a:moveTo>
                    <a:pt x="161269" y="12555"/>
                  </a:moveTo>
                  <a:lnTo>
                    <a:pt x="202309" y="3412"/>
                  </a:lnTo>
                  <a:lnTo>
                    <a:pt x="161269" y="0"/>
                  </a:lnTo>
                  <a:close/>
                  <a:moveTo>
                    <a:pt x="161269" y="12555"/>
                  </a:moveTo>
                  <a:lnTo>
                    <a:pt x="202309" y="12555"/>
                  </a:lnTo>
                  <a:lnTo>
                    <a:pt x="202309" y="3412"/>
                  </a:lnTo>
                  <a:close/>
                  <a:moveTo>
                    <a:pt x="202309" y="12555"/>
                  </a:moveTo>
                  <a:lnTo>
                    <a:pt x="225715" y="12555"/>
                  </a:lnTo>
                  <a:lnTo>
                    <a:pt x="202309" y="3412"/>
                  </a:lnTo>
                  <a:close/>
                </a:path>
              </a:pathLst>
            </a:custGeom>
            <a:solidFill>
              <a:srgbClr val="E46D7F"/>
            </a:solidFill>
            <a:ln w="4001">
              <a:solidFill>
                <a:srgbClr val="F2BCC4"/>
              </a:solidFill>
            </a:ln>
          </p:spPr>
        </p:sp>
        <p:sp>
          <p:nvSpPr>
            <p:cNvPr id="3977" name="Candidate_B4__3976">
              <a:extLst>
                <a:ext uri="{FF2B5EF4-FFF2-40B4-BE49-F238E27FC236}">
                  <a16:creationId xmlns:a16="http://schemas.microsoft.com/office/drawing/2014/main" id="{09CD0D20-7B16-6BAA-4C04-8BFAEC68C05A}"/>
                </a:ext>
              </a:extLst>
            </p:cNvPr>
            <p:cNvSpPr>
              <a:spLocks noGrp="1"/>
            </p:cNvSpPr>
            <p:nvPr/>
          </p:nvSpPr>
          <p:spPr>
            <a:xfrm>
              <a:off x="5524500" y="1896274"/>
              <a:ext cx="419100" cy="640377"/>
            </a:xfrm>
            <a:custGeom>
              <a:avLst/>
              <a:gdLst/>
              <a:ahLst/>
              <a:cxnLst/>
              <a:rect l="0" t="0" r="0" b="0"/>
              <a:pathLst>
                <a:path w="419100" h="640377">
                  <a:moveTo>
                    <a:pt x="79188" y="629793"/>
                  </a:moveTo>
                  <a:lnTo>
                    <a:pt x="120229" y="636302"/>
                  </a:lnTo>
                  <a:lnTo>
                    <a:pt x="79188" y="624253"/>
                  </a:lnTo>
                  <a:close/>
                  <a:moveTo>
                    <a:pt x="161269" y="640377"/>
                  </a:moveTo>
                  <a:lnTo>
                    <a:pt x="161269" y="637478"/>
                  </a:lnTo>
                  <a:lnTo>
                    <a:pt x="120229" y="636302"/>
                  </a:lnTo>
                  <a:close/>
                  <a:moveTo>
                    <a:pt x="161269" y="637478"/>
                  </a:moveTo>
                  <a:lnTo>
                    <a:pt x="202309" y="633806"/>
                  </a:lnTo>
                  <a:lnTo>
                    <a:pt x="202309" y="629228"/>
                  </a:lnTo>
                  <a:close/>
                  <a:moveTo>
                    <a:pt x="51464" y="606673"/>
                  </a:moveTo>
                  <a:lnTo>
                    <a:pt x="79188" y="629793"/>
                  </a:lnTo>
                  <a:lnTo>
                    <a:pt x="79188" y="624253"/>
                  </a:lnTo>
                  <a:close/>
                  <a:moveTo>
                    <a:pt x="51464" y="606673"/>
                  </a:moveTo>
                  <a:lnTo>
                    <a:pt x="38148" y="592539"/>
                  </a:lnTo>
                  <a:lnTo>
                    <a:pt x="38148" y="601769"/>
                  </a:lnTo>
                  <a:close/>
                  <a:moveTo>
                    <a:pt x="202309" y="629228"/>
                  </a:moveTo>
                  <a:lnTo>
                    <a:pt x="202309" y="633806"/>
                  </a:lnTo>
                  <a:lnTo>
                    <a:pt x="243350" y="610044"/>
                  </a:lnTo>
                  <a:close/>
                  <a:moveTo>
                    <a:pt x="255741" y="606673"/>
                  </a:moveTo>
                  <a:lnTo>
                    <a:pt x="248469" y="606673"/>
                  </a:lnTo>
                  <a:lnTo>
                    <a:pt x="243350" y="610044"/>
                  </a:lnTo>
                  <a:close/>
                  <a:moveTo>
                    <a:pt x="248469" y="606673"/>
                  </a:moveTo>
                  <a:lnTo>
                    <a:pt x="255741" y="606673"/>
                  </a:lnTo>
                  <a:lnTo>
                    <a:pt x="284390" y="578321"/>
                  </a:lnTo>
                  <a:close/>
                  <a:moveTo>
                    <a:pt x="24138" y="572969"/>
                  </a:moveTo>
                  <a:lnTo>
                    <a:pt x="38148" y="601769"/>
                  </a:lnTo>
                  <a:lnTo>
                    <a:pt x="38148" y="592539"/>
                  </a:lnTo>
                  <a:close/>
                  <a:moveTo>
                    <a:pt x="10772" y="539265"/>
                  </a:moveTo>
                  <a:lnTo>
                    <a:pt x="24138" y="572969"/>
                  </a:lnTo>
                  <a:lnTo>
                    <a:pt x="16431" y="539265"/>
                  </a:lnTo>
                  <a:close/>
                  <a:moveTo>
                    <a:pt x="295064" y="572969"/>
                  </a:moveTo>
                  <a:lnTo>
                    <a:pt x="290442" y="572969"/>
                  </a:lnTo>
                  <a:lnTo>
                    <a:pt x="284390" y="578321"/>
                  </a:lnTo>
                  <a:close/>
                  <a:moveTo>
                    <a:pt x="295064" y="572969"/>
                  </a:moveTo>
                  <a:lnTo>
                    <a:pt x="323786" y="539265"/>
                  </a:lnTo>
                  <a:lnTo>
                    <a:pt x="290442" y="572969"/>
                  </a:lnTo>
                  <a:close/>
                  <a:moveTo>
                    <a:pt x="16524" y="505561"/>
                  </a:moveTo>
                  <a:lnTo>
                    <a:pt x="16431" y="539265"/>
                  </a:lnTo>
                  <a:lnTo>
                    <a:pt x="21829" y="505561"/>
                  </a:lnTo>
                  <a:close/>
                  <a:moveTo>
                    <a:pt x="357723" y="505561"/>
                  </a:moveTo>
                  <a:lnTo>
                    <a:pt x="325431" y="537519"/>
                  </a:lnTo>
                  <a:lnTo>
                    <a:pt x="325729" y="539265"/>
                  </a:lnTo>
                  <a:close/>
                  <a:moveTo>
                    <a:pt x="323786" y="539265"/>
                  </a:moveTo>
                  <a:lnTo>
                    <a:pt x="325431" y="539265"/>
                  </a:lnTo>
                  <a:lnTo>
                    <a:pt x="325431" y="537519"/>
                  </a:lnTo>
                  <a:close/>
                  <a:moveTo>
                    <a:pt x="32710" y="471857"/>
                  </a:moveTo>
                  <a:lnTo>
                    <a:pt x="21829" y="505561"/>
                  </a:lnTo>
                  <a:lnTo>
                    <a:pt x="37640" y="471857"/>
                  </a:lnTo>
                  <a:close/>
                  <a:moveTo>
                    <a:pt x="357723" y="505561"/>
                  </a:moveTo>
                  <a:lnTo>
                    <a:pt x="357411" y="505561"/>
                  </a:lnTo>
                  <a:lnTo>
                    <a:pt x="366471" y="496058"/>
                  </a:lnTo>
                  <a:close/>
                  <a:moveTo>
                    <a:pt x="38148" y="470951"/>
                  </a:moveTo>
                  <a:lnTo>
                    <a:pt x="32710" y="471857"/>
                  </a:lnTo>
                  <a:lnTo>
                    <a:pt x="37640" y="471857"/>
                  </a:lnTo>
                  <a:close/>
                  <a:moveTo>
                    <a:pt x="38148" y="470951"/>
                  </a:moveTo>
                  <a:lnTo>
                    <a:pt x="56136" y="438153"/>
                  </a:lnTo>
                  <a:lnTo>
                    <a:pt x="52840" y="438153"/>
                  </a:lnTo>
                  <a:close/>
                  <a:moveTo>
                    <a:pt x="386769" y="471857"/>
                  </a:moveTo>
                  <a:lnTo>
                    <a:pt x="388620" y="471857"/>
                  </a:lnTo>
                  <a:lnTo>
                    <a:pt x="366471" y="496058"/>
                  </a:lnTo>
                  <a:close/>
                  <a:moveTo>
                    <a:pt x="406930" y="438153"/>
                  </a:moveTo>
                  <a:lnTo>
                    <a:pt x="407512" y="441293"/>
                  </a:lnTo>
                  <a:lnTo>
                    <a:pt x="388620" y="471857"/>
                  </a:lnTo>
                  <a:close/>
                  <a:moveTo>
                    <a:pt x="67415" y="404449"/>
                  </a:moveTo>
                  <a:lnTo>
                    <a:pt x="56136" y="438153"/>
                  </a:lnTo>
                  <a:lnTo>
                    <a:pt x="69583" y="404449"/>
                  </a:lnTo>
                  <a:close/>
                  <a:moveTo>
                    <a:pt x="68599" y="370745"/>
                  </a:moveTo>
                  <a:lnTo>
                    <a:pt x="69583" y="404449"/>
                  </a:lnTo>
                  <a:lnTo>
                    <a:pt x="70761" y="370745"/>
                  </a:lnTo>
                  <a:close/>
                  <a:moveTo>
                    <a:pt x="419100" y="404449"/>
                  </a:moveTo>
                  <a:lnTo>
                    <a:pt x="409445" y="438153"/>
                  </a:lnTo>
                  <a:lnTo>
                    <a:pt x="416507" y="404449"/>
                  </a:lnTo>
                  <a:close/>
                  <a:moveTo>
                    <a:pt x="416307" y="370745"/>
                  </a:moveTo>
                  <a:lnTo>
                    <a:pt x="419100" y="404449"/>
                  </a:lnTo>
                  <a:lnTo>
                    <a:pt x="413693" y="370745"/>
                  </a:lnTo>
                  <a:close/>
                  <a:moveTo>
                    <a:pt x="54665" y="337041"/>
                  </a:moveTo>
                  <a:lnTo>
                    <a:pt x="70761" y="370745"/>
                  </a:lnTo>
                  <a:lnTo>
                    <a:pt x="58084" y="337041"/>
                  </a:lnTo>
                  <a:close/>
                  <a:moveTo>
                    <a:pt x="407512" y="356550"/>
                  </a:moveTo>
                  <a:lnTo>
                    <a:pt x="407512" y="350897"/>
                  </a:lnTo>
                  <a:lnTo>
                    <a:pt x="416307" y="370745"/>
                  </a:lnTo>
                  <a:close/>
                  <a:moveTo>
                    <a:pt x="407512" y="350897"/>
                  </a:moveTo>
                  <a:lnTo>
                    <a:pt x="407512" y="356550"/>
                  </a:lnTo>
                  <a:lnTo>
                    <a:pt x="401314" y="337041"/>
                  </a:lnTo>
                  <a:close/>
                  <a:moveTo>
                    <a:pt x="58084" y="337041"/>
                  </a:moveTo>
                  <a:lnTo>
                    <a:pt x="38148" y="305095"/>
                  </a:lnTo>
                  <a:lnTo>
                    <a:pt x="38148" y="312607"/>
                  </a:lnTo>
                  <a:close/>
                  <a:moveTo>
                    <a:pt x="375550" y="303337"/>
                  </a:moveTo>
                  <a:lnTo>
                    <a:pt x="401314" y="337041"/>
                  </a:lnTo>
                  <a:lnTo>
                    <a:pt x="373990" y="303337"/>
                  </a:lnTo>
                  <a:close/>
                  <a:moveTo>
                    <a:pt x="37028" y="303337"/>
                  </a:moveTo>
                  <a:lnTo>
                    <a:pt x="38148" y="312607"/>
                  </a:lnTo>
                  <a:lnTo>
                    <a:pt x="38148" y="305095"/>
                  </a:lnTo>
                  <a:close/>
                  <a:moveTo>
                    <a:pt x="11700" y="269632"/>
                  </a:moveTo>
                  <a:lnTo>
                    <a:pt x="37028" y="303337"/>
                  </a:lnTo>
                  <a:lnTo>
                    <a:pt x="17208" y="269632"/>
                  </a:lnTo>
                  <a:close/>
                  <a:moveTo>
                    <a:pt x="366471" y="294915"/>
                  </a:moveTo>
                  <a:lnTo>
                    <a:pt x="366471" y="293654"/>
                  </a:lnTo>
                  <a:lnTo>
                    <a:pt x="375550" y="303337"/>
                  </a:lnTo>
                  <a:close/>
                  <a:moveTo>
                    <a:pt x="366471" y="293654"/>
                  </a:moveTo>
                  <a:lnTo>
                    <a:pt x="366471" y="294915"/>
                  </a:lnTo>
                  <a:lnTo>
                    <a:pt x="344197" y="269632"/>
                  </a:lnTo>
                  <a:close/>
                  <a:moveTo>
                    <a:pt x="1004" y="235928"/>
                  </a:moveTo>
                  <a:lnTo>
                    <a:pt x="17208" y="269632"/>
                  </a:lnTo>
                  <a:lnTo>
                    <a:pt x="6750" y="235928"/>
                  </a:lnTo>
                  <a:close/>
                  <a:moveTo>
                    <a:pt x="325431" y="244072"/>
                  </a:moveTo>
                  <a:lnTo>
                    <a:pt x="325431" y="247306"/>
                  </a:lnTo>
                  <a:lnTo>
                    <a:pt x="344197" y="269632"/>
                  </a:lnTo>
                  <a:close/>
                  <a:moveTo>
                    <a:pt x="325431" y="247306"/>
                  </a:moveTo>
                  <a:lnTo>
                    <a:pt x="325431" y="244072"/>
                  </a:lnTo>
                  <a:lnTo>
                    <a:pt x="317066" y="235928"/>
                  </a:lnTo>
                  <a:close/>
                  <a:moveTo>
                    <a:pt x="0" y="202224"/>
                  </a:moveTo>
                  <a:lnTo>
                    <a:pt x="6750" y="235928"/>
                  </a:lnTo>
                  <a:lnTo>
                    <a:pt x="6373" y="202224"/>
                  </a:lnTo>
                  <a:close/>
                  <a:moveTo>
                    <a:pt x="298741" y="202224"/>
                  </a:moveTo>
                  <a:lnTo>
                    <a:pt x="317066" y="235928"/>
                  </a:lnTo>
                  <a:lnTo>
                    <a:pt x="304807" y="202224"/>
                  </a:lnTo>
                  <a:close/>
                  <a:moveTo>
                    <a:pt x="6671" y="168520"/>
                  </a:moveTo>
                  <a:lnTo>
                    <a:pt x="6373" y="202224"/>
                  </a:lnTo>
                  <a:lnTo>
                    <a:pt x="14591" y="168520"/>
                  </a:lnTo>
                  <a:close/>
                  <a:moveTo>
                    <a:pt x="286814" y="168520"/>
                  </a:moveTo>
                  <a:lnTo>
                    <a:pt x="298741" y="202224"/>
                  </a:lnTo>
                  <a:lnTo>
                    <a:pt x="296387" y="168520"/>
                  </a:lnTo>
                  <a:close/>
                  <a:moveTo>
                    <a:pt x="17168" y="134816"/>
                  </a:moveTo>
                  <a:lnTo>
                    <a:pt x="14591" y="168520"/>
                  </a:lnTo>
                  <a:lnTo>
                    <a:pt x="27914" y="134816"/>
                  </a:lnTo>
                  <a:close/>
                  <a:moveTo>
                    <a:pt x="286814" y="168520"/>
                  </a:moveTo>
                  <a:lnTo>
                    <a:pt x="284390" y="134816"/>
                  </a:lnTo>
                  <a:lnTo>
                    <a:pt x="284390" y="154429"/>
                  </a:lnTo>
                  <a:close/>
                  <a:moveTo>
                    <a:pt x="294332" y="134816"/>
                  </a:moveTo>
                  <a:lnTo>
                    <a:pt x="284390" y="134816"/>
                  </a:lnTo>
                  <a:lnTo>
                    <a:pt x="286814" y="168520"/>
                  </a:lnTo>
                  <a:close/>
                  <a:moveTo>
                    <a:pt x="27914" y="134816"/>
                  </a:moveTo>
                  <a:lnTo>
                    <a:pt x="38148" y="112229"/>
                  </a:lnTo>
                  <a:lnTo>
                    <a:pt x="28781" y="101112"/>
                  </a:lnTo>
                  <a:close/>
                  <a:moveTo>
                    <a:pt x="284390" y="134816"/>
                  </a:moveTo>
                  <a:lnTo>
                    <a:pt x="284390" y="101112"/>
                  </a:lnTo>
                  <a:lnTo>
                    <a:pt x="281534" y="134816"/>
                  </a:lnTo>
                  <a:close/>
                  <a:moveTo>
                    <a:pt x="284390" y="101112"/>
                  </a:moveTo>
                  <a:lnTo>
                    <a:pt x="278752" y="101112"/>
                  </a:lnTo>
                  <a:lnTo>
                    <a:pt x="281534" y="134816"/>
                  </a:lnTo>
                  <a:close/>
                  <a:moveTo>
                    <a:pt x="284390" y="154429"/>
                  </a:moveTo>
                  <a:lnTo>
                    <a:pt x="284390" y="134816"/>
                  </a:lnTo>
                  <a:lnTo>
                    <a:pt x="281534" y="134816"/>
                  </a:lnTo>
                  <a:close/>
                  <a:moveTo>
                    <a:pt x="42969" y="67408"/>
                  </a:moveTo>
                  <a:lnTo>
                    <a:pt x="42696" y="101112"/>
                  </a:lnTo>
                  <a:lnTo>
                    <a:pt x="59044" y="67408"/>
                  </a:lnTo>
                  <a:close/>
                  <a:moveTo>
                    <a:pt x="38148" y="101112"/>
                  </a:moveTo>
                  <a:lnTo>
                    <a:pt x="38148" y="112229"/>
                  </a:lnTo>
                  <a:lnTo>
                    <a:pt x="42696" y="101112"/>
                  </a:lnTo>
                  <a:close/>
                  <a:moveTo>
                    <a:pt x="284390" y="101112"/>
                  </a:moveTo>
                  <a:lnTo>
                    <a:pt x="284390" y="67408"/>
                  </a:lnTo>
                  <a:lnTo>
                    <a:pt x="278752" y="101112"/>
                  </a:lnTo>
                  <a:close/>
                  <a:moveTo>
                    <a:pt x="284390" y="67408"/>
                  </a:moveTo>
                  <a:lnTo>
                    <a:pt x="271195" y="67408"/>
                  </a:lnTo>
                  <a:lnTo>
                    <a:pt x="278752" y="101112"/>
                  </a:lnTo>
                  <a:close/>
                  <a:moveTo>
                    <a:pt x="59044" y="67408"/>
                  </a:moveTo>
                  <a:lnTo>
                    <a:pt x="79188" y="41604"/>
                  </a:lnTo>
                  <a:lnTo>
                    <a:pt x="64731" y="33704"/>
                  </a:lnTo>
                  <a:close/>
                  <a:moveTo>
                    <a:pt x="271195" y="67408"/>
                  </a:moveTo>
                  <a:lnTo>
                    <a:pt x="271636" y="33704"/>
                  </a:lnTo>
                  <a:lnTo>
                    <a:pt x="249570" y="33704"/>
                  </a:lnTo>
                  <a:close/>
                  <a:moveTo>
                    <a:pt x="120229" y="12744"/>
                  </a:moveTo>
                  <a:lnTo>
                    <a:pt x="79188" y="20273"/>
                  </a:lnTo>
                  <a:lnTo>
                    <a:pt x="87252" y="33704"/>
                  </a:lnTo>
                  <a:close/>
                  <a:moveTo>
                    <a:pt x="79188" y="33704"/>
                  </a:moveTo>
                  <a:lnTo>
                    <a:pt x="79188" y="41604"/>
                  </a:lnTo>
                  <a:lnTo>
                    <a:pt x="87252" y="33704"/>
                  </a:lnTo>
                  <a:close/>
                  <a:moveTo>
                    <a:pt x="243350" y="8442"/>
                  </a:moveTo>
                  <a:lnTo>
                    <a:pt x="243350" y="28254"/>
                  </a:lnTo>
                  <a:lnTo>
                    <a:pt x="249570" y="33704"/>
                  </a:lnTo>
                  <a:close/>
                  <a:moveTo>
                    <a:pt x="243350" y="8442"/>
                  </a:moveTo>
                  <a:lnTo>
                    <a:pt x="202309" y="7162"/>
                  </a:lnTo>
                  <a:lnTo>
                    <a:pt x="243350" y="28254"/>
                  </a:lnTo>
                  <a:close/>
                  <a:moveTo>
                    <a:pt x="161269" y="0"/>
                  </a:moveTo>
                  <a:lnTo>
                    <a:pt x="120229" y="0"/>
                  </a:lnTo>
                  <a:lnTo>
                    <a:pt x="161269" y="2997"/>
                  </a:lnTo>
                  <a:close/>
                  <a:moveTo>
                    <a:pt x="120229" y="0"/>
                  </a:moveTo>
                  <a:lnTo>
                    <a:pt x="120229" y="12744"/>
                  </a:lnTo>
                  <a:lnTo>
                    <a:pt x="161269" y="2997"/>
                  </a:lnTo>
                  <a:close/>
                  <a:moveTo>
                    <a:pt x="202309" y="0"/>
                  </a:moveTo>
                  <a:lnTo>
                    <a:pt x="161269" y="0"/>
                  </a:lnTo>
                  <a:lnTo>
                    <a:pt x="202309" y="7162"/>
                  </a:lnTo>
                  <a:close/>
                  <a:moveTo>
                    <a:pt x="161269" y="0"/>
                  </a:moveTo>
                  <a:lnTo>
                    <a:pt x="161269" y="2997"/>
                  </a:lnTo>
                  <a:lnTo>
                    <a:pt x="202309" y="7162"/>
                  </a:lnTo>
                  <a:close/>
                  <a:moveTo>
                    <a:pt x="409445" y="438153"/>
                  </a:moveTo>
                  <a:lnTo>
                    <a:pt x="407512" y="441293"/>
                  </a:lnTo>
                  <a:lnTo>
                    <a:pt x="407512" y="438153"/>
                  </a:lnTo>
                  <a:close/>
                  <a:moveTo>
                    <a:pt x="38148" y="470951"/>
                  </a:moveTo>
                  <a:lnTo>
                    <a:pt x="37640" y="471857"/>
                  </a:lnTo>
                  <a:lnTo>
                    <a:pt x="38148" y="471857"/>
                  </a:lnTo>
                  <a:close/>
                  <a:moveTo>
                    <a:pt x="38148" y="470951"/>
                  </a:moveTo>
                  <a:lnTo>
                    <a:pt x="38148" y="471857"/>
                  </a:lnTo>
                  <a:lnTo>
                    <a:pt x="56136" y="438153"/>
                  </a:lnTo>
                  <a:close/>
                  <a:moveTo>
                    <a:pt x="37028" y="303337"/>
                  </a:moveTo>
                  <a:lnTo>
                    <a:pt x="38148" y="305095"/>
                  </a:lnTo>
                  <a:lnTo>
                    <a:pt x="38148" y="303337"/>
                  </a:lnTo>
                  <a:close/>
                </a:path>
              </a:pathLst>
            </a:custGeom>
            <a:solidFill>
              <a:srgbClr val="E47182"/>
            </a:solidFill>
            <a:ln w="4001">
              <a:solidFill>
                <a:srgbClr val="F2BCC4"/>
              </a:solidFill>
            </a:ln>
          </p:spPr>
        </p:sp>
        <p:sp>
          <p:nvSpPr>
            <p:cNvPr id="3978" name="Candidate_B4__3977">
              <a:extLst>
                <a:ext uri="{FF2B5EF4-FFF2-40B4-BE49-F238E27FC236}">
                  <a16:creationId xmlns:a16="http://schemas.microsoft.com/office/drawing/2014/main" id="{5B68526F-DBE7-A770-726B-8FC74976B0A8}"/>
                </a:ext>
              </a:extLst>
            </p:cNvPr>
            <p:cNvSpPr>
              <a:spLocks noGrp="1"/>
            </p:cNvSpPr>
            <p:nvPr/>
          </p:nvSpPr>
          <p:spPr>
            <a:xfrm>
              <a:off x="5530873" y="1899271"/>
              <a:ext cx="412727" cy="634481"/>
            </a:xfrm>
            <a:custGeom>
              <a:avLst/>
              <a:gdLst/>
              <a:ahLst/>
              <a:cxnLst/>
              <a:rect l="0" t="0" r="0" b="0"/>
              <a:pathLst>
                <a:path w="412727" h="634481">
                  <a:moveTo>
                    <a:pt x="45091" y="603676"/>
                  </a:moveTo>
                  <a:lnTo>
                    <a:pt x="72815" y="621256"/>
                  </a:lnTo>
                  <a:lnTo>
                    <a:pt x="72815" y="603676"/>
                  </a:lnTo>
                  <a:close/>
                  <a:moveTo>
                    <a:pt x="31775" y="589543"/>
                  </a:moveTo>
                  <a:lnTo>
                    <a:pt x="45091" y="603676"/>
                  </a:lnTo>
                  <a:lnTo>
                    <a:pt x="40835" y="569972"/>
                  </a:lnTo>
                  <a:close/>
                  <a:moveTo>
                    <a:pt x="113856" y="633305"/>
                  </a:moveTo>
                  <a:lnTo>
                    <a:pt x="113856" y="616992"/>
                  </a:lnTo>
                  <a:lnTo>
                    <a:pt x="72815" y="621256"/>
                  </a:lnTo>
                  <a:close/>
                  <a:moveTo>
                    <a:pt x="113856" y="633305"/>
                  </a:moveTo>
                  <a:lnTo>
                    <a:pt x="154896" y="634481"/>
                  </a:lnTo>
                  <a:lnTo>
                    <a:pt x="154896" y="619003"/>
                  </a:lnTo>
                  <a:close/>
                  <a:moveTo>
                    <a:pt x="154896" y="634481"/>
                  </a:moveTo>
                  <a:lnTo>
                    <a:pt x="195937" y="626232"/>
                  </a:lnTo>
                  <a:lnTo>
                    <a:pt x="195937" y="609977"/>
                  </a:lnTo>
                  <a:close/>
                  <a:moveTo>
                    <a:pt x="236977" y="607047"/>
                  </a:moveTo>
                  <a:lnTo>
                    <a:pt x="236977" y="603676"/>
                  </a:lnTo>
                  <a:lnTo>
                    <a:pt x="195937" y="609977"/>
                  </a:lnTo>
                  <a:close/>
                  <a:moveTo>
                    <a:pt x="195937" y="626232"/>
                  </a:moveTo>
                  <a:lnTo>
                    <a:pt x="236977" y="607047"/>
                  </a:lnTo>
                  <a:lnTo>
                    <a:pt x="195937" y="609977"/>
                  </a:lnTo>
                  <a:close/>
                  <a:moveTo>
                    <a:pt x="236977" y="603676"/>
                  </a:moveTo>
                  <a:lnTo>
                    <a:pt x="236977" y="607047"/>
                  </a:lnTo>
                  <a:lnTo>
                    <a:pt x="242096" y="603676"/>
                  </a:lnTo>
                  <a:close/>
                  <a:moveTo>
                    <a:pt x="236977" y="588941"/>
                  </a:moveTo>
                  <a:lnTo>
                    <a:pt x="278018" y="575324"/>
                  </a:lnTo>
                  <a:lnTo>
                    <a:pt x="278018" y="569972"/>
                  </a:lnTo>
                  <a:close/>
                  <a:moveTo>
                    <a:pt x="236977" y="603676"/>
                  </a:moveTo>
                  <a:lnTo>
                    <a:pt x="278018" y="575324"/>
                  </a:lnTo>
                  <a:lnTo>
                    <a:pt x="236977" y="588941"/>
                  </a:lnTo>
                  <a:close/>
                  <a:moveTo>
                    <a:pt x="242096" y="603676"/>
                  </a:moveTo>
                  <a:lnTo>
                    <a:pt x="278018" y="575324"/>
                  </a:lnTo>
                  <a:lnTo>
                    <a:pt x="236977" y="603676"/>
                  </a:lnTo>
                  <a:close/>
                  <a:moveTo>
                    <a:pt x="17765" y="569972"/>
                  </a:moveTo>
                  <a:lnTo>
                    <a:pt x="31775" y="589543"/>
                  </a:lnTo>
                  <a:lnTo>
                    <a:pt x="31775" y="569972"/>
                  </a:lnTo>
                  <a:close/>
                  <a:moveTo>
                    <a:pt x="10058" y="536268"/>
                  </a:moveTo>
                  <a:lnTo>
                    <a:pt x="17765" y="569972"/>
                  </a:lnTo>
                  <a:lnTo>
                    <a:pt x="30366" y="536268"/>
                  </a:lnTo>
                  <a:close/>
                  <a:moveTo>
                    <a:pt x="278018" y="569972"/>
                  </a:moveTo>
                  <a:lnTo>
                    <a:pt x="278018" y="575324"/>
                  </a:lnTo>
                  <a:lnTo>
                    <a:pt x="284069" y="569972"/>
                  </a:lnTo>
                  <a:close/>
                  <a:moveTo>
                    <a:pt x="284069" y="569972"/>
                  </a:moveTo>
                  <a:lnTo>
                    <a:pt x="278018" y="556379"/>
                  </a:lnTo>
                  <a:lnTo>
                    <a:pt x="278018" y="569972"/>
                  </a:lnTo>
                  <a:close/>
                  <a:moveTo>
                    <a:pt x="317413" y="536268"/>
                  </a:moveTo>
                  <a:lnTo>
                    <a:pt x="300344" y="536268"/>
                  </a:lnTo>
                  <a:lnTo>
                    <a:pt x="284069" y="569972"/>
                  </a:lnTo>
                  <a:close/>
                  <a:moveTo>
                    <a:pt x="10058" y="536268"/>
                  </a:moveTo>
                  <a:lnTo>
                    <a:pt x="30366" y="536268"/>
                  </a:lnTo>
                  <a:lnTo>
                    <a:pt x="15456" y="502564"/>
                  </a:lnTo>
                  <a:close/>
                  <a:moveTo>
                    <a:pt x="317413" y="536268"/>
                  </a:moveTo>
                  <a:lnTo>
                    <a:pt x="319058" y="534522"/>
                  </a:lnTo>
                  <a:lnTo>
                    <a:pt x="319058" y="518867"/>
                  </a:lnTo>
                  <a:close/>
                  <a:moveTo>
                    <a:pt x="31267" y="468860"/>
                  </a:moveTo>
                  <a:lnTo>
                    <a:pt x="31775" y="502564"/>
                  </a:lnTo>
                  <a:lnTo>
                    <a:pt x="31775" y="468860"/>
                  </a:lnTo>
                  <a:close/>
                  <a:moveTo>
                    <a:pt x="31267" y="468860"/>
                  </a:moveTo>
                  <a:lnTo>
                    <a:pt x="15456" y="502564"/>
                  </a:lnTo>
                  <a:lnTo>
                    <a:pt x="31775" y="502564"/>
                  </a:lnTo>
                  <a:close/>
                  <a:moveTo>
                    <a:pt x="351350" y="502564"/>
                  </a:moveTo>
                  <a:lnTo>
                    <a:pt x="319058" y="518867"/>
                  </a:lnTo>
                  <a:lnTo>
                    <a:pt x="319058" y="534522"/>
                  </a:lnTo>
                  <a:close/>
                  <a:moveTo>
                    <a:pt x="351350" y="502564"/>
                  </a:moveTo>
                  <a:lnTo>
                    <a:pt x="360098" y="493061"/>
                  </a:lnTo>
                  <a:lnTo>
                    <a:pt x="360098" y="479820"/>
                  </a:lnTo>
                  <a:close/>
                  <a:moveTo>
                    <a:pt x="49764" y="435156"/>
                  </a:moveTo>
                  <a:lnTo>
                    <a:pt x="31775" y="468860"/>
                  </a:lnTo>
                  <a:lnTo>
                    <a:pt x="49399" y="468860"/>
                  </a:lnTo>
                  <a:close/>
                  <a:moveTo>
                    <a:pt x="382247" y="468860"/>
                  </a:moveTo>
                  <a:lnTo>
                    <a:pt x="360098" y="479820"/>
                  </a:lnTo>
                  <a:lnTo>
                    <a:pt x="360098" y="493061"/>
                  </a:lnTo>
                  <a:close/>
                  <a:moveTo>
                    <a:pt x="401139" y="438296"/>
                  </a:moveTo>
                  <a:lnTo>
                    <a:pt x="401139" y="435156"/>
                  </a:lnTo>
                  <a:lnTo>
                    <a:pt x="382247" y="468860"/>
                  </a:lnTo>
                  <a:close/>
                  <a:moveTo>
                    <a:pt x="382247" y="468860"/>
                  </a:moveTo>
                  <a:lnTo>
                    <a:pt x="401139" y="435156"/>
                  </a:lnTo>
                  <a:lnTo>
                    <a:pt x="393356" y="435156"/>
                  </a:lnTo>
                  <a:close/>
                  <a:moveTo>
                    <a:pt x="49764" y="435156"/>
                  </a:moveTo>
                  <a:lnTo>
                    <a:pt x="66705" y="435156"/>
                  </a:lnTo>
                  <a:lnTo>
                    <a:pt x="63211" y="401452"/>
                  </a:lnTo>
                  <a:close/>
                  <a:moveTo>
                    <a:pt x="401139" y="435156"/>
                  </a:moveTo>
                  <a:lnTo>
                    <a:pt x="401139" y="438296"/>
                  </a:lnTo>
                  <a:lnTo>
                    <a:pt x="403072" y="435156"/>
                  </a:lnTo>
                  <a:close/>
                  <a:moveTo>
                    <a:pt x="403072" y="435156"/>
                  </a:moveTo>
                  <a:lnTo>
                    <a:pt x="401139" y="408557"/>
                  </a:lnTo>
                  <a:lnTo>
                    <a:pt x="401139" y="435156"/>
                  </a:lnTo>
                  <a:close/>
                  <a:moveTo>
                    <a:pt x="412727" y="401452"/>
                  </a:moveTo>
                  <a:lnTo>
                    <a:pt x="403250" y="401452"/>
                  </a:lnTo>
                  <a:lnTo>
                    <a:pt x="403072" y="435156"/>
                  </a:lnTo>
                  <a:close/>
                  <a:moveTo>
                    <a:pt x="64388" y="367748"/>
                  </a:moveTo>
                  <a:lnTo>
                    <a:pt x="72815" y="401452"/>
                  </a:lnTo>
                  <a:lnTo>
                    <a:pt x="72815" y="367748"/>
                  </a:lnTo>
                  <a:close/>
                  <a:moveTo>
                    <a:pt x="64388" y="367748"/>
                  </a:moveTo>
                  <a:lnTo>
                    <a:pt x="63211" y="401452"/>
                  </a:lnTo>
                  <a:lnTo>
                    <a:pt x="72815" y="401452"/>
                  </a:lnTo>
                  <a:close/>
                  <a:moveTo>
                    <a:pt x="412727" y="401452"/>
                  </a:moveTo>
                  <a:lnTo>
                    <a:pt x="409934" y="367748"/>
                  </a:lnTo>
                  <a:lnTo>
                    <a:pt x="403250" y="401452"/>
                  </a:lnTo>
                  <a:close/>
                  <a:moveTo>
                    <a:pt x="51712" y="334044"/>
                  </a:moveTo>
                  <a:lnTo>
                    <a:pt x="64388" y="367748"/>
                  </a:lnTo>
                  <a:lnTo>
                    <a:pt x="69260" y="334044"/>
                  </a:lnTo>
                  <a:close/>
                  <a:moveTo>
                    <a:pt x="401139" y="367748"/>
                  </a:moveTo>
                  <a:lnTo>
                    <a:pt x="409934" y="367748"/>
                  </a:lnTo>
                  <a:lnTo>
                    <a:pt x="401139" y="347900"/>
                  </a:lnTo>
                  <a:close/>
                  <a:moveTo>
                    <a:pt x="400275" y="367748"/>
                  </a:moveTo>
                  <a:lnTo>
                    <a:pt x="401139" y="347900"/>
                  </a:lnTo>
                  <a:lnTo>
                    <a:pt x="394941" y="334044"/>
                  </a:lnTo>
                  <a:close/>
                  <a:moveTo>
                    <a:pt x="31775" y="300340"/>
                  </a:moveTo>
                  <a:lnTo>
                    <a:pt x="31775" y="302098"/>
                  </a:lnTo>
                  <a:lnTo>
                    <a:pt x="49858" y="300340"/>
                  </a:lnTo>
                  <a:close/>
                  <a:moveTo>
                    <a:pt x="49858" y="300340"/>
                  </a:moveTo>
                  <a:lnTo>
                    <a:pt x="31775" y="302098"/>
                  </a:lnTo>
                  <a:lnTo>
                    <a:pt x="51712" y="334044"/>
                  </a:lnTo>
                  <a:close/>
                  <a:moveTo>
                    <a:pt x="394941" y="334044"/>
                  </a:moveTo>
                  <a:lnTo>
                    <a:pt x="369177" y="300340"/>
                  </a:lnTo>
                  <a:lnTo>
                    <a:pt x="384660" y="334044"/>
                  </a:lnTo>
                  <a:close/>
                  <a:moveTo>
                    <a:pt x="30656" y="300340"/>
                  </a:moveTo>
                  <a:lnTo>
                    <a:pt x="31775" y="300340"/>
                  </a:lnTo>
                  <a:lnTo>
                    <a:pt x="30656" y="266636"/>
                  </a:lnTo>
                  <a:close/>
                  <a:moveTo>
                    <a:pt x="10835" y="266636"/>
                  </a:moveTo>
                  <a:lnTo>
                    <a:pt x="30656" y="300340"/>
                  </a:lnTo>
                  <a:lnTo>
                    <a:pt x="30656" y="266636"/>
                  </a:lnTo>
                  <a:close/>
                  <a:moveTo>
                    <a:pt x="360098" y="300340"/>
                  </a:moveTo>
                  <a:lnTo>
                    <a:pt x="369177" y="300340"/>
                  </a:lnTo>
                  <a:lnTo>
                    <a:pt x="360098" y="290657"/>
                  </a:lnTo>
                  <a:close/>
                  <a:moveTo>
                    <a:pt x="356319" y="300340"/>
                  </a:moveTo>
                  <a:lnTo>
                    <a:pt x="360098" y="290657"/>
                  </a:lnTo>
                  <a:lnTo>
                    <a:pt x="337824" y="266636"/>
                  </a:lnTo>
                  <a:close/>
                  <a:moveTo>
                    <a:pt x="377" y="232932"/>
                  </a:moveTo>
                  <a:lnTo>
                    <a:pt x="10835" y="266636"/>
                  </a:lnTo>
                  <a:lnTo>
                    <a:pt x="30656" y="266636"/>
                  </a:lnTo>
                  <a:close/>
                  <a:moveTo>
                    <a:pt x="319058" y="244310"/>
                  </a:moveTo>
                  <a:lnTo>
                    <a:pt x="321921" y="266636"/>
                  </a:lnTo>
                  <a:lnTo>
                    <a:pt x="337824" y="266636"/>
                  </a:lnTo>
                  <a:close/>
                  <a:moveTo>
                    <a:pt x="319058" y="244310"/>
                  </a:moveTo>
                  <a:lnTo>
                    <a:pt x="310693" y="232932"/>
                  </a:lnTo>
                  <a:lnTo>
                    <a:pt x="292794" y="232932"/>
                  </a:lnTo>
                  <a:close/>
                  <a:moveTo>
                    <a:pt x="0" y="199228"/>
                  </a:moveTo>
                  <a:lnTo>
                    <a:pt x="377" y="232932"/>
                  </a:lnTo>
                  <a:lnTo>
                    <a:pt x="19934" y="232932"/>
                  </a:lnTo>
                  <a:close/>
                  <a:moveTo>
                    <a:pt x="310693" y="232932"/>
                  </a:moveTo>
                  <a:lnTo>
                    <a:pt x="292368" y="199228"/>
                  </a:lnTo>
                  <a:lnTo>
                    <a:pt x="292794" y="232932"/>
                  </a:lnTo>
                  <a:close/>
                  <a:moveTo>
                    <a:pt x="0" y="199228"/>
                  </a:moveTo>
                  <a:lnTo>
                    <a:pt x="20615" y="199228"/>
                  </a:lnTo>
                  <a:lnTo>
                    <a:pt x="8218" y="165523"/>
                  </a:lnTo>
                  <a:close/>
                  <a:moveTo>
                    <a:pt x="278018" y="165523"/>
                  </a:moveTo>
                  <a:lnTo>
                    <a:pt x="292368" y="199228"/>
                  </a:lnTo>
                  <a:lnTo>
                    <a:pt x="280441" y="165523"/>
                  </a:lnTo>
                  <a:close/>
                  <a:moveTo>
                    <a:pt x="278018" y="165523"/>
                  </a:moveTo>
                  <a:lnTo>
                    <a:pt x="278018" y="199228"/>
                  </a:lnTo>
                  <a:lnTo>
                    <a:pt x="292368" y="199228"/>
                  </a:lnTo>
                  <a:close/>
                  <a:moveTo>
                    <a:pt x="21541" y="131819"/>
                  </a:moveTo>
                  <a:lnTo>
                    <a:pt x="31775" y="165523"/>
                  </a:lnTo>
                  <a:lnTo>
                    <a:pt x="31775" y="131819"/>
                  </a:lnTo>
                  <a:close/>
                  <a:moveTo>
                    <a:pt x="21541" y="131819"/>
                  </a:moveTo>
                  <a:lnTo>
                    <a:pt x="8218" y="165523"/>
                  </a:lnTo>
                  <a:lnTo>
                    <a:pt x="31775" y="165523"/>
                  </a:lnTo>
                  <a:close/>
                  <a:moveTo>
                    <a:pt x="278018" y="165523"/>
                  </a:moveTo>
                  <a:lnTo>
                    <a:pt x="280441" y="165523"/>
                  </a:lnTo>
                  <a:lnTo>
                    <a:pt x="278018" y="151432"/>
                  </a:lnTo>
                  <a:close/>
                  <a:moveTo>
                    <a:pt x="278018" y="165523"/>
                  </a:moveTo>
                  <a:lnTo>
                    <a:pt x="278018" y="151432"/>
                  </a:lnTo>
                  <a:lnTo>
                    <a:pt x="255952" y="165523"/>
                  </a:lnTo>
                  <a:close/>
                  <a:moveTo>
                    <a:pt x="255952" y="165523"/>
                  </a:moveTo>
                  <a:lnTo>
                    <a:pt x="278018" y="151432"/>
                  </a:lnTo>
                  <a:lnTo>
                    <a:pt x="275161" y="131819"/>
                  </a:lnTo>
                  <a:close/>
                  <a:moveTo>
                    <a:pt x="31775" y="109232"/>
                  </a:moveTo>
                  <a:lnTo>
                    <a:pt x="21541" y="131819"/>
                  </a:lnTo>
                  <a:lnTo>
                    <a:pt x="31775" y="131819"/>
                  </a:lnTo>
                  <a:close/>
                  <a:moveTo>
                    <a:pt x="31775" y="109232"/>
                  </a:moveTo>
                  <a:lnTo>
                    <a:pt x="31775" y="131819"/>
                  </a:lnTo>
                  <a:lnTo>
                    <a:pt x="36323" y="98115"/>
                  </a:lnTo>
                  <a:close/>
                  <a:moveTo>
                    <a:pt x="36323" y="98115"/>
                  </a:moveTo>
                  <a:lnTo>
                    <a:pt x="31775" y="131819"/>
                  </a:lnTo>
                  <a:lnTo>
                    <a:pt x="50142" y="131819"/>
                  </a:lnTo>
                  <a:close/>
                  <a:moveTo>
                    <a:pt x="245695" y="131819"/>
                  </a:moveTo>
                  <a:lnTo>
                    <a:pt x="275161" y="131819"/>
                  </a:lnTo>
                  <a:lnTo>
                    <a:pt x="272380" y="98115"/>
                  </a:lnTo>
                  <a:close/>
                  <a:moveTo>
                    <a:pt x="36323" y="98115"/>
                  </a:moveTo>
                  <a:lnTo>
                    <a:pt x="69794" y="98115"/>
                  </a:lnTo>
                  <a:lnTo>
                    <a:pt x="52671" y="64411"/>
                  </a:lnTo>
                  <a:close/>
                  <a:moveTo>
                    <a:pt x="272380" y="98115"/>
                  </a:moveTo>
                  <a:lnTo>
                    <a:pt x="264822" y="64411"/>
                  </a:lnTo>
                  <a:lnTo>
                    <a:pt x="237492" y="98115"/>
                  </a:lnTo>
                  <a:close/>
                  <a:moveTo>
                    <a:pt x="72815" y="38607"/>
                  </a:moveTo>
                  <a:lnTo>
                    <a:pt x="52671" y="64411"/>
                  </a:lnTo>
                  <a:lnTo>
                    <a:pt x="72815" y="64411"/>
                  </a:lnTo>
                  <a:close/>
                  <a:moveTo>
                    <a:pt x="80879" y="30707"/>
                  </a:moveTo>
                  <a:lnTo>
                    <a:pt x="72815" y="38607"/>
                  </a:lnTo>
                  <a:lnTo>
                    <a:pt x="113856" y="50194"/>
                  </a:lnTo>
                  <a:close/>
                  <a:moveTo>
                    <a:pt x="236977" y="30707"/>
                  </a:moveTo>
                  <a:lnTo>
                    <a:pt x="264822" y="64411"/>
                  </a:lnTo>
                  <a:lnTo>
                    <a:pt x="243197" y="30707"/>
                  </a:lnTo>
                  <a:close/>
                  <a:moveTo>
                    <a:pt x="236977" y="30707"/>
                  </a:moveTo>
                  <a:lnTo>
                    <a:pt x="236977" y="64411"/>
                  </a:lnTo>
                  <a:lnTo>
                    <a:pt x="264822" y="64411"/>
                  </a:lnTo>
                  <a:close/>
                  <a:moveTo>
                    <a:pt x="113856" y="9747"/>
                  </a:moveTo>
                  <a:lnTo>
                    <a:pt x="80879" y="30707"/>
                  </a:lnTo>
                  <a:lnTo>
                    <a:pt x="113856" y="30707"/>
                  </a:lnTo>
                  <a:close/>
                  <a:moveTo>
                    <a:pt x="113856" y="30707"/>
                  </a:moveTo>
                  <a:lnTo>
                    <a:pt x="154896" y="0"/>
                  </a:lnTo>
                  <a:lnTo>
                    <a:pt x="113856" y="9747"/>
                  </a:lnTo>
                  <a:close/>
                  <a:moveTo>
                    <a:pt x="154896" y="30707"/>
                  </a:moveTo>
                  <a:lnTo>
                    <a:pt x="195937" y="4166"/>
                  </a:lnTo>
                  <a:lnTo>
                    <a:pt x="154896" y="0"/>
                  </a:lnTo>
                  <a:close/>
                  <a:moveTo>
                    <a:pt x="195937" y="30707"/>
                  </a:moveTo>
                  <a:lnTo>
                    <a:pt x="236977" y="25257"/>
                  </a:lnTo>
                  <a:lnTo>
                    <a:pt x="195937" y="4166"/>
                  </a:lnTo>
                  <a:close/>
                  <a:moveTo>
                    <a:pt x="195937" y="30707"/>
                  </a:moveTo>
                  <a:lnTo>
                    <a:pt x="236977" y="30707"/>
                  </a:lnTo>
                  <a:lnTo>
                    <a:pt x="236977" y="25257"/>
                  </a:lnTo>
                  <a:close/>
                  <a:moveTo>
                    <a:pt x="236977" y="30707"/>
                  </a:moveTo>
                  <a:lnTo>
                    <a:pt x="243197" y="30707"/>
                  </a:lnTo>
                  <a:lnTo>
                    <a:pt x="236977" y="25257"/>
                  </a:lnTo>
                  <a:close/>
                </a:path>
              </a:pathLst>
            </a:custGeom>
            <a:solidFill>
              <a:srgbClr val="E57586"/>
            </a:solidFill>
            <a:ln w="4001">
              <a:solidFill>
                <a:srgbClr val="F2BCC4"/>
              </a:solidFill>
            </a:ln>
          </p:spPr>
        </p:sp>
        <p:sp>
          <p:nvSpPr>
            <p:cNvPr id="3979" name="Candidate_B4__3978">
              <a:extLst>
                <a:ext uri="{FF2B5EF4-FFF2-40B4-BE49-F238E27FC236}">
                  <a16:creationId xmlns:a16="http://schemas.microsoft.com/office/drawing/2014/main" id="{8F744E42-3F35-8BA3-7FC4-2868610D83A2}"/>
                </a:ext>
              </a:extLst>
            </p:cNvPr>
            <p:cNvSpPr>
              <a:spLocks noGrp="1"/>
            </p:cNvSpPr>
            <p:nvPr/>
          </p:nvSpPr>
          <p:spPr>
            <a:xfrm>
              <a:off x="5530873" y="1899271"/>
              <a:ext cx="409934" cy="634481"/>
            </a:xfrm>
            <a:custGeom>
              <a:avLst/>
              <a:gdLst/>
              <a:ahLst/>
              <a:cxnLst/>
              <a:rect l="0" t="0" r="0" b="0"/>
              <a:pathLst>
                <a:path w="409934" h="634481">
                  <a:moveTo>
                    <a:pt x="31775" y="569972"/>
                  </a:moveTo>
                  <a:lnTo>
                    <a:pt x="31775" y="589543"/>
                  </a:lnTo>
                  <a:lnTo>
                    <a:pt x="40835" y="569972"/>
                  </a:lnTo>
                  <a:close/>
                  <a:moveTo>
                    <a:pt x="40835" y="569972"/>
                  </a:moveTo>
                  <a:lnTo>
                    <a:pt x="45091" y="603676"/>
                  </a:lnTo>
                  <a:lnTo>
                    <a:pt x="72815" y="601614"/>
                  </a:lnTo>
                  <a:close/>
                  <a:moveTo>
                    <a:pt x="72815" y="601614"/>
                  </a:moveTo>
                  <a:lnTo>
                    <a:pt x="45091" y="603676"/>
                  </a:lnTo>
                  <a:lnTo>
                    <a:pt x="72815" y="603676"/>
                  </a:lnTo>
                  <a:close/>
                  <a:moveTo>
                    <a:pt x="72815" y="621256"/>
                  </a:moveTo>
                  <a:lnTo>
                    <a:pt x="76831" y="603676"/>
                  </a:lnTo>
                  <a:lnTo>
                    <a:pt x="72815" y="603676"/>
                  </a:lnTo>
                  <a:close/>
                  <a:moveTo>
                    <a:pt x="113856" y="616992"/>
                  </a:moveTo>
                  <a:lnTo>
                    <a:pt x="76831" y="603676"/>
                  </a:lnTo>
                  <a:lnTo>
                    <a:pt x="72815" y="621256"/>
                  </a:lnTo>
                  <a:close/>
                  <a:moveTo>
                    <a:pt x="113856" y="616992"/>
                  </a:moveTo>
                  <a:lnTo>
                    <a:pt x="113856" y="633305"/>
                  </a:lnTo>
                  <a:lnTo>
                    <a:pt x="154896" y="619003"/>
                  </a:lnTo>
                  <a:close/>
                  <a:moveTo>
                    <a:pt x="154896" y="619003"/>
                  </a:moveTo>
                  <a:lnTo>
                    <a:pt x="154896" y="634481"/>
                  </a:lnTo>
                  <a:lnTo>
                    <a:pt x="195937" y="609977"/>
                  </a:lnTo>
                  <a:close/>
                  <a:moveTo>
                    <a:pt x="195937" y="609977"/>
                  </a:moveTo>
                  <a:lnTo>
                    <a:pt x="236977" y="603676"/>
                  </a:lnTo>
                  <a:lnTo>
                    <a:pt x="209506" y="603676"/>
                  </a:lnTo>
                  <a:close/>
                  <a:moveTo>
                    <a:pt x="236977" y="588941"/>
                  </a:moveTo>
                  <a:lnTo>
                    <a:pt x="278018" y="569972"/>
                  </a:lnTo>
                  <a:lnTo>
                    <a:pt x="262423" y="569972"/>
                  </a:lnTo>
                  <a:close/>
                  <a:moveTo>
                    <a:pt x="209506" y="603676"/>
                  </a:moveTo>
                  <a:lnTo>
                    <a:pt x="236977" y="603676"/>
                  </a:lnTo>
                  <a:lnTo>
                    <a:pt x="236977" y="588941"/>
                  </a:lnTo>
                  <a:close/>
                  <a:moveTo>
                    <a:pt x="30366" y="536268"/>
                  </a:moveTo>
                  <a:lnTo>
                    <a:pt x="31775" y="569972"/>
                  </a:lnTo>
                  <a:lnTo>
                    <a:pt x="31775" y="541294"/>
                  </a:lnTo>
                  <a:close/>
                  <a:moveTo>
                    <a:pt x="17765" y="569972"/>
                  </a:moveTo>
                  <a:lnTo>
                    <a:pt x="31775" y="569972"/>
                  </a:lnTo>
                  <a:lnTo>
                    <a:pt x="30366" y="536268"/>
                  </a:lnTo>
                  <a:close/>
                  <a:moveTo>
                    <a:pt x="31775" y="569972"/>
                  </a:moveTo>
                  <a:lnTo>
                    <a:pt x="40835" y="569972"/>
                  </a:lnTo>
                  <a:lnTo>
                    <a:pt x="31775" y="541294"/>
                  </a:lnTo>
                  <a:close/>
                  <a:moveTo>
                    <a:pt x="300344" y="536268"/>
                  </a:moveTo>
                  <a:lnTo>
                    <a:pt x="278018" y="556379"/>
                  </a:lnTo>
                  <a:lnTo>
                    <a:pt x="284069" y="569972"/>
                  </a:lnTo>
                  <a:close/>
                  <a:moveTo>
                    <a:pt x="262423" y="569972"/>
                  </a:moveTo>
                  <a:lnTo>
                    <a:pt x="278018" y="569972"/>
                  </a:lnTo>
                  <a:lnTo>
                    <a:pt x="278018" y="556379"/>
                  </a:lnTo>
                  <a:close/>
                  <a:moveTo>
                    <a:pt x="15456" y="502564"/>
                  </a:moveTo>
                  <a:lnTo>
                    <a:pt x="31775" y="526513"/>
                  </a:lnTo>
                  <a:lnTo>
                    <a:pt x="31775" y="502564"/>
                  </a:lnTo>
                  <a:close/>
                  <a:moveTo>
                    <a:pt x="30366" y="536268"/>
                  </a:moveTo>
                  <a:lnTo>
                    <a:pt x="31775" y="526513"/>
                  </a:lnTo>
                  <a:lnTo>
                    <a:pt x="15456" y="502564"/>
                  </a:lnTo>
                  <a:close/>
                  <a:moveTo>
                    <a:pt x="300344" y="536268"/>
                  </a:moveTo>
                  <a:lnTo>
                    <a:pt x="317413" y="536268"/>
                  </a:lnTo>
                  <a:lnTo>
                    <a:pt x="319058" y="518867"/>
                  </a:lnTo>
                  <a:close/>
                  <a:moveTo>
                    <a:pt x="49399" y="468860"/>
                  </a:moveTo>
                  <a:lnTo>
                    <a:pt x="31775" y="468860"/>
                  </a:lnTo>
                  <a:lnTo>
                    <a:pt x="31775" y="502564"/>
                  </a:lnTo>
                  <a:close/>
                  <a:moveTo>
                    <a:pt x="351350" y="502564"/>
                  </a:moveTo>
                  <a:lnTo>
                    <a:pt x="337125" y="502564"/>
                  </a:lnTo>
                  <a:lnTo>
                    <a:pt x="319058" y="518867"/>
                  </a:lnTo>
                  <a:close/>
                  <a:moveTo>
                    <a:pt x="337125" y="502564"/>
                  </a:moveTo>
                  <a:lnTo>
                    <a:pt x="351350" y="502564"/>
                  </a:lnTo>
                  <a:lnTo>
                    <a:pt x="360098" y="479820"/>
                  </a:lnTo>
                  <a:close/>
                  <a:moveTo>
                    <a:pt x="49764" y="435156"/>
                  </a:moveTo>
                  <a:lnTo>
                    <a:pt x="49399" y="468860"/>
                  </a:lnTo>
                  <a:lnTo>
                    <a:pt x="66705" y="435156"/>
                  </a:lnTo>
                  <a:close/>
                  <a:moveTo>
                    <a:pt x="382247" y="468860"/>
                  </a:moveTo>
                  <a:lnTo>
                    <a:pt x="370667" y="468860"/>
                  </a:lnTo>
                  <a:lnTo>
                    <a:pt x="360098" y="479820"/>
                  </a:lnTo>
                  <a:close/>
                  <a:moveTo>
                    <a:pt x="382247" y="468860"/>
                  </a:moveTo>
                  <a:lnTo>
                    <a:pt x="393356" y="435156"/>
                  </a:lnTo>
                  <a:lnTo>
                    <a:pt x="370667" y="468860"/>
                  </a:lnTo>
                  <a:close/>
                  <a:moveTo>
                    <a:pt x="63211" y="401452"/>
                  </a:moveTo>
                  <a:lnTo>
                    <a:pt x="72815" y="418123"/>
                  </a:lnTo>
                  <a:lnTo>
                    <a:pt x="72815" y="401452"/>
                  </a:lnTo>
                  <a:close/>
                  <a:moveTo>
                    <a:pt x="66705" y="435156"/>
                  </a:moveTo>
                  <a:lnTo>
                    <a:pt x="72815" y="418123"/>
                  </a:lnTo>
                  <a:lnTo>
                    <a:pt x="63211" y="401452"/>
                  </a:lnTo>
                  <a:close/>
                  <a:moveTo>
                    <a:pt x="403250" y="401452"/>
                  </a:moveTo>
                  <a:lnTo>
                    <a:pt x="401139" y="408557"/>
                  </a:lnTo>
                  <a:lnTo>
                    <a:pt x="403072" y="435156"/>
                  </a:lnTo>
                  <a:close/>
                  <a:moveTo>
                    <a:pt x="393356" y="435156"/>
                  </a:moveTo>
                  <a:lnTo>
                    <a:pt x="401139" y="435156"/>
                  </a:lnTo>
                  <a:lnTo>
                    <a:pt x="401139" y="408557"/>
                  </a:lnTo>
                  <a:close/>
                  <a:moveTo>
                    <a:pt x="78610" y="401452"/>
                  </a:moveTo>
                  <a:lnTo>
                    <a:pt x="79869" y="367748"/>
                  </a:lnTo>
                  <a:lnTo>
                    <a:pt x="72815" y="401452"/>
                  </a:lnTo>
                  <a:close/>
                  <a:moveTo>
                    <a:pt x="79869" y="367748"/>
                  </a:moveTo>
                  <a:lnTo>
                    <a:pt x="72815" y="367748"/>
                  </a:lnTo>
                  <a:lnTo>
                    <a:pt x="72815" y="401452"/>
                  </a:lnTo>
                  <a:close/>
                  <a:moveTo>
                    <a:pt x="72815" y="401452"/>
                  </a:moveTo>
                  <a:lnTo>
                    <a:pt x="72815" y="418123"/>
                  </a:lnTo>
                  <a:lnTo>
                    <a:pt x="78610" y="401452"/>
                  </a:lnTo>
                  <a:close/>
                  <a:moveTo>
                    <a:pt x="409934" y="367748"/>
                  </a:moveTo>
                  <a:lnTo>
                    <a:pt x="401139" y="367748"/>
                  </a:lnTo>
                  <a:lnTo>
                    <a:pt x="403250" y="401452"/>
                  </a:lnTo>
                  <a:close/>
                  <a:moveTo>
                    <a:pt x="69260" y="334044"/>
                  </a:moveTo>
                  <a:lnTo>
                    <a:pt x="72815" y="367748"/>
                  </a:lnTo>
                  <a:lnTo>
                    <a:pt x="72815" y="344716"/>
                  </a:lnTo>
                  <a:close/>
                  <a:moveTo>
                    <a:pt x="64388" y="367748"/>
                  </a:moveTo>
                  <a:lnTo>
                    <a:pt x="72815" y="367748"/>
                  </a:lnTo>
                  <a:lnTo>
                    <a:pt x="69260" y="334044"/>
                  </a:lnTo>
                  <a:close/>
                  <a:moveTo>
                    <a:pt x="72815" y="367748"/>
                  </a:moveTo>
                  <a:lnTo>
                    <a:pt x="79869" y="367748"/>
                  </a:lnTo>
                  <a:lnTo>
                    <a:pt x="72815" y="344716"/>
                  </a:lnTo>
                  <a:close/>
                  <a:moveTo>
                    <a:pt x="401139" y="367748"/>
                  </a:moveTo>
                  <a:lnTo>
                    <a:pt x="401139" y="347900"/>
                  </a:lnTo>
                  <a:lnTo>
                    <a:pt x="400275" y="367748"/>
                  </a:lnTo>
                  <a:close/>
                  <a:moveTo>
                    <a:pt x="400275" y="367748"/>
                  </a:moveTo>
                  <a:lnTo>
                    <a:pt x="394941" y="334044"/>
                  </a:lnTo>
                  <a:lnTo>
                    <a:pt x="384660" y="334044"/>
                  </a:lnTo>
                  <a:close/>
                  <a:moveTo>
                    <a:pt x="49858" y="300340"/>
                  </a:moveTo>
                  <a:lnTo>
                    <a:pt x="51712" y="334044"/>
                  </a:lnTo>
                  <a:lnTo>
                    <a:pt x="69260" y="334044"/>
                  </a:lnTo>
                  <a:close/>
                  <a:moveTo>
                    <a:pt x="384660" y="334044"/>
                  </a:moveTo>
                  <a:lnTo>
                    <a:pt x="360098" y="300340"/>
                  </a:lnTo>
                  <a:lnTo>
                    <a:pt x="360098" y="304408"/>
                  </a:lnTo>
                  <a:close/>
                  <a:moveTo>
                    <a:pt x="369177" y="300340"/>
                  </a:moveTo>
                  <a:lnTo>
                    <a:pt x="360098" y="300340"/>
                  </a:lnTo>
                  <a:lnTo>
                    <a:pt x="384660" y="334044"/>
                  </a:lnTo>
                  <a:close/>
                  <a:moveTo>
                    <a:pt x="30656" y="266636"/>
                  </a:moveTo>
                  <a:lnTo>
                    <a:pt x="31775" y="300340"/>
                  </a:lnTo>
                  <a:lnTo>
                    <a:pt x="31775" y="268660"/>
                  </a:lnTo>
                  <a:close/>
                  <a:moveTo>
                    <a:pt x="31775" y="300340"/>
                  </a:moveTo>
                  <a:lnTo>
                    <a:pt x="49858" y="300340"/>
                  </a:lnTo>
                  <a:lnTo>
                    <a:pt x="31775" y="268660"/>
                  </a:lnTo>
                  <a:close/>
                  <a:moveTo>
                    <a:pt x="360098" y="300340"/>
                  </a:moveTo>
                  <a:lnTo>
                    <a:pt x="360098" y="290657"/>
                  </a:lnTo>
                  <a:lnTo>
                    <a:pt x="356319" y="300340"/>
                  </a:lnTo>
                  <a:close/>
                  <a:moveTo>
                    <a:pt x="356319" y="300340"/>
                  </a:moveTo>
                  <a:lnTo>
                    <a:pt x="337824" y="266636"/>
                  </a:lnTo>
                  <a:lnTo>
                    <a:pt x="321921" y="266636"/>
                  </a:lnTo>
                  <a:close/>
                  <a:moveTo>
                    <a:pt x="360098" y="304408"/>
                  </a:moveTo>
                  <a:lnTo>
                    <a:pt x="360098" y="300340"/>
                  </a:lnTo>
                  <a:lnTo>
                    <a:pt x="356319" y="300340"/>
                  </a:lnTo>
                  <a:close/>
                  <a:moveTo>
                    <a:pt x="377" y="232932"/>
                  </a:moveTo>
                  <a:lnTo>
                    <a:pt x="30656" y="266636"/>
                  </a:lnTo>
                  <a:lnTo>
                    <a:pt x="19934" y="232932"/>
                  </a:lnTo>
                  <a:close/>
                  <a:moveTo>
                    <a:pt x="319058" y="244310"/>
                  </a:moveTo>
                  <a:lnTo>
                    <a:pt x="319058" y="263597"/>
                  </a:lnTo>
                  <a:lnTo>
                    <a:pt x="321921" y="266636"/>
                  </a:lnTo>
                  <a:close/>
                  <a:moveTo>
                    <a:pt x="319058" y="263597"/>
                  </a:moveTo>
                  <a:lnTo>
                    <a:pt x="319058" y="244310"/>
                  </a:lnTo>
                  <a:lnTo>
                    <a:pt x="292794" y="232932"/>
                  </a:lnTo>
                  <a:close/>
                  <a:moveTo>
                    <a:pt x="0" y="199228"/>
                  </a:moveTo>
                  <a:lnTo>
                    <a:pt x="19934" y="232932"/>
                  </a:lnTo>
                  <a:lnTo>
                    <a:pt x="20615" y="199228"/>
                  </a:lnTo>
                  <a:close/>
                  <a:moveTo>
                    <a:pt x="292794" y="232932"/>
                  </a:moveTo>
                  <a:lnTo>
                    <a:pt x="278018" y="199228"/>
                  </a:lnTo>
                  <a:lnTo>
                    <a:pt x="278018" y="210532"/>
                  </a:lnTo>
                  <a:close/>
                  <a:moveTo>
                    <a:pt x="292368" y="199228"/>
                  </a:moveTo>
                  <a:lnTo>
                    <a:pt x="278018" y="199228"/>
                  </a:lnTo>
                  <a:lnTo>
                    <a:pt x="292794" y="232932"/>
                  </a:lnTo>
                  <a:close/>
                  <a:moveTo>
                    <a:pt x="8218" y="165523"/>
                  </a:moveTo>
                  <a:lnTo>
                    <a:pt x="31775" y="165943"/>
                  </a:lnTo>
                  <a:lnTo>
                    <a:pt x="31775" y="165523"/>
                  </a:lnTo>
                  <a:close/>
                  <a:moveTo>
                    <a:pt x="20615" y="199228"/>
                  </a:moveTo>
                  <a:lnTo>
                    <a:pt x="31775" y="165943"/>
                  </a:lnTo>
                  <a:lnTo>
                    <a:pt x="8218" y="165523"/>
                  </a:lnTo>
                  <a:close/>
                  <a:moveTo>
                    <a:pt x="278018" y="199228"/>
                  </a:moveTo>
                  <a:lnTo>
                    <a:pt x="278018" y="165523"/>
                  </a:lnTo>
                  <a:lnTo>
                    <a:pt x="271200" y="199228"/>
                  </a:lnTo>
                  <a:close/>
                  <a:moveTo>
                    <a:pt x="278018" y="165523"/>
                  </a:moveTo>
                  <a:lnTo>
                    <a:pt x="255952" y="165523"/>
                  </a:lnTo>
                  <a:lnTo>
                    <a:pt x="271200" y="199228"/>
                  </a:lnTo>
                  <a:close/>
                  <a:moveTo>
                    <a:pt x="278018" y="210532"/>
                  </a:moveTo>
                  <a:lnTo>
                    <a:pt x="278018" y="199228"/>
                  </a:lnTo>
                  <a:lnTo>
                    <a:pt x="271200" y="199228"/>
                  </a:lnTo>
                  <a:close/>
                  <a:moveTo>
                    <a:pt x="50142" y="131819"/>
                  </a:moveTo>
                  <a:lnTo>
                    <a:pt x="31775" y="131819"/>
                  </a:lnTo>
                  <a:lnTo>
                    <a:pt x="31775" y="165523"/>
                  </a:lnTo>
                  <a:close/>
                  <a:moveTo>
                    <a:pt x="255952" y="165523"/>
                  </a:moveTo>
                  <a:lnTo>
                    <a:pt x="275161" y="131819"/>
                  </a:lnTo>
                  <a:lnTo>
                    <a:pt x="245695" y="131819"/>
                  </a:lnTo>
                  <a:close/>
                  <a:moveTo>
                    <a:pt x="36323" y="98115"/>
                  </a:moveTo>
                  <a:lnTo>
                    <a:pt x="50142" y="131819"/>
                  </a:lnTo>
                  <a:lnTo>
                    <a:pt x="69794" y="98115"/>
                  </a:lnTo>
                  <a:close/>
                  <a:moveTo>
                    <a:pt x="237492" y="98115"/>
                  </a:moveTo>
                  <a:lnTo>
                    <a:pt x="245695" y="131819"/>
                  </a:lnTo>
                  <a:lnTo>
                    <a:pt x="272380" y="98115"/>
                  </a:lnTo>
                  <a:close/>
                  <a:moveTo>
                    <a:pt x="52671" y="64411"/>
                  </a:moveTo>
                  <a:lnTo>
                    <a:pt x="72815" y="93613"/>
                  </a:lnTo>
                  <a:lnTo>
                    <a:pt x="72815" y="64411"/>
                  </a:lnTo>
                  <a:close/>
                  <a:moveTo>
                    <a:pt x="69794" y="98115"/>
                  </a:moveTo>
                  <a:lnTo>
                    <a:pt x="72815" y="93613"/>
                  </a:lnTo>
                  <a:lnTo>
                    <a:pt x="52671" y="64411"/>
                  </a:lnTo>
                  <a:close/>
                  <a:moveTo>
                    <a:pt x="237492" y="98115"/>
                  </a:moveTo>
                  <a:lnTo>
                    <a:pt x="236977" y="64411"/>
                  </a:lnTo>
                  <a:lnTo>
                    <a:pt x="236977" y="96813"/>
                  </a:lnTo>
                  <a:close/>
                  <a:moveTo>
                    <a:pt x="264822" y="64411"/>
                  </a:moveTo>
                  <a:lnTo>
                    <a:pt x="236977" y="64411"/>
                  </a:lnTo>
                  <a:lnTo>
                    <a:pt x="237492" y="98115"/>
                  </a:lnTo>
                  <a:close/>
                  <a:moveTo>
                    <a:pt x="113856" y="30707"/>
                  </a:moveTo>
                  <a:lnTo>
                    <a:pt x="80879" y="30707"/>
                  </a:lnTo>
                  <a:lnTo>
                    <a:pt x="113856" y="50194"/>
                  </a:lnTo>
                  <a:close/>
                  <a:moveTo>
                    <a:pt x="113856" y="50194"/>
                  </a:moveTo>
                  <a:lnTo>
                    <a:pt x="72815" y="38607"/>
                  </a:lnTo>
                  <a:lnTo>
                    <a:pt x="96846" y="64411"/>
                  </a:lnTo>
                  <a:close/>
                  <a:moveTo>
                    <a:pt x="96846" y="64411"/>
                  </a:moveTo>
                  <a:lnTo>
                    <a:pt x="72815" y="38607"/>
                  </a:lnTo>
                  <a:lnTo>
                    <a:pt x="72815" y="64411"/>
                  </a:lnTo>
                  <a:close/>
                  <a:moveTo>
                    <a:pt x="72815" y="64411"/>
                  </a:moveTo>
                  <a:lnTo>
                    <a:pt x="72815" y="93613"/>
                  </a:lnTo>
                  <a:lnTo>
                    <a:pt x="96846" y="64411"/>
                  </a:lnTo>
                  <a:close/>
                  <a:moveTo>
                    <a:pt x="195937" y="44402"/>
                  </a:moveTo>
                  <a:lnTo>
                    <a:pt x="219570" y="64411"/>
                  </a:lnTo>
                  <a:lnTo>
                    <a:pt x="195937" y="30707"/>
                  </a:lnTo>
                  <a:close/>
                  <a:moveTo>
                    <a:pt x="195937" y="30707"/>
                  </a:moveTo>
                  <a:lnTo>
                    <a:pt x="219570" y="64411"/>
                  </a:lnTo>
                  <a:lnTo>
                    <a:pt x="236977" y="64411"/>
                  </a:lnTo>
                  <a:close/>
                  <a:moveTo>
                    <a:pt x="195937" y="30707"/>
                  </a:moveTo>
                  <a:lnTo>
                    <a:pt x="236977" y="64411"/>
                  </a:lnTo>
                  <a:lnTo>
                    <a:pt x="236977" y="30707"/>
                  </a:lnTo>
                  <a:close/>
                  <a:moveTo>
                    <a:pt x="236977" y="96813"/>
                  </a:moveTo>
                  <a:lnTo>
                    <a:pt x="236977" y="64411"/>
                  </a:lnTo>
                  <a:lnTo>
                    <a:pt x="219570" y="64411"/>
                  </a:lnTo>
                  <a:close/>
                  <a:moveTo>
                    <a:pt x="113856" y="30707"/>
                  </a:moveTo>
                  <a:lnTo>
                    <a:pt x="154896" y="30707"/>
                  </a:lnTo>
                  <a:lnTo>
                    <a:pt x="154896" y="0"/>
                  </a:lnTo>
                  <a:close/>
                  <a:moveTo>
                    <a:pt x="154896" y="30707"/>
                  </a:moveTo>
                  <a:lnTo>
                    <a:pt x="113856" y="30707"/>
                  </a:lnTo>
                  <a:lnTo>
                    <a:pt x="154896" y="35792"/>
                  </a:lnTo>
                  <a:close/>
                  <a:moveTo>
                    <a:pt x="113856" y="30707"/>
                  </a:moveTo>
                  <a:lnTo>
                    <a:pt x="113856" y="50194"/>
                  </a:lnTo>
                  <a:lnTo>
                    <a:pt x="154896" y="35792"/>
                  </a:lnTo>
                  <a:close/>
                  <a:moveTo>
                    <a:pt x="154896" y="30707"/>
                  </a:moveTo>
                  <a:lnTo>
                    <a:pt x="195937" y="30707"/>
                  </a:lnTo>
                  <a:lnTo>
                    <a:pt x="195937" y="4166"/>
                  </a:lnTo>
                  <a:close/>
                  <a:moveTo>
                    <a:pt x="195937" y="30707"/>
                  </a:moveTo>
                  <a:lnTo>
                    <a:pt x="154896" y="30707"/>
                  </a:lnTo>
                  <a:lnTo>
                    <a:pt x="195937" y="44402"/>
                  </a:lnTo>
                  <a:close/>
                </a:path>
              </a:pathLst>
            </a:custGeom>
            <a:solidFill>
              <a:srgbClr val="E67989"/>
            </a:solidFill>
            <a:ln w="4001">
              <a:solidFill>
                <a:srgbClr val="F2BCC4"/>
              </a:solidFill>
            </a:ln>
          </p:spPr>
        </p:sp>
        <p:sp>
          <p:nvSpPr>
            <p:cNvPr id="3980" name="Candidate_B4__3979">
              <a:extLst>
                <a:ext uri="{FF2B5EF4-FFF2-40B4-BE49-F238E27FC236}">
                  <a16:creationId xmlns:a16="http://schemas.microsoft.com/office/drawing/2014/main" id="{D15F1497-6766-AC94-88BD-14152112AFB2}"/>
                </a:ext>
              </a:extLst>
            </p:cNvPr>
            <p:cNvSpPr>
              <a:spLocks noGrp="1"/>
            </p:cNvSpPr>
            <p:nvPr/>
          </p:nvSpPr>
          <p:spPr>
            <a:xfrm>
              <a:off x="5550807" y="1929978"/>
              <a:ext cx="383316" cy="588296"/>
            </a:xfrm>
            <a:custGeom>
              <a:avLst/>
              <a:gdLst/>
              <a:ahLst/>
              <a:cxnLst/>
              <a:rect l="0" t="0" r="0" b="0"/>
              <a:pathLst>
                <a:path w="383316" h="588296">
                  <a:moveTo>
                    <a:pt x="52881" y="572969"/>
                  </a:moveTo>
                  <a:lnTo>
                    <a:pt x="56896" y="572969"/>
                  </a:lnTo>
                  <a:lnTo>
                    <a:pt x="52881" y="570907"/>
                  </a:lnTo>
                  <a:close/>
                  <a:moveTo>
                    <a:pt x="15171" y="471857"/>
                  </a:moveTo>
                  <a:lnTo>
                    <a:pt x="29464" y="438153"/>
                  </a:lnTo>
                  <a:lnTo>
                    <a:pt x="11841" y="471857"/>
                  </a:lnTo>
                  <a:close/>
                  <a:moveTo>
                    <a:pt x="11841" y="471857"/>
                  </a:moveTo>
                  <a:lnTo>
                    <a:pt x="11841" y="495806"/>
                  </a:lnTo>
                  <a:lnTo>
                    <a:pt x="15171" y="471857"/>
                  </a:lnTo>
                  <a:close/>
                  <a:moveTo>
                    <a:pt x="383316" y="370745"/>
                  </a:moveTo>
                  <a:lnTo>
                    <a:pt x="381205" y="337041"/>
                  </a:lnTo>
                  <a:lnTo>
                    <a:pt x="381205" y="347121"/>
                  </a:lnTo>
                  <a:close/>
                  <a:moveTo>
                    <a:pt x="381205" y="347121"/>
                  </a:moveTo>
                  <a:lnTo>
                    <a:pt x="381205" y="337041"/>
                  </a:lnTo>
                  <a:lnTo>
                    <a:pt x="380341" y="337041"/>
                  </a:lnTo>
                  <a:close/>
                  <a:moveTo>
                    <a:pt x="11993" y="134816"/>
                  </a:moveTo>
                  <a:lnTo>
                    <a:pt x="30207" y="101112"/>
                  </a:lnTo>
                  <a:lnTo>
                    <a:pt x="11841" y="134816"/>
                  </a:lnTo>
                  <a:close/>
                  <a:moveTo>
                    <a:pt x="11841" y="134816"/>
                  </a:moveTo>
                  <a:lnTo>
                    <a:pt x="11841" y="135236"/>
                  </a:lnTo>
                  <a:lnTo>
                    <a:pt x="11993" y="134816"/>
                  </a:lnTo>
                  <a:close/>
                  <a:moveTo>
                    <a:pt x="134962" y="0"/>
                  </a:moveTo>
                  <a:lnTo>
                    <a:pt x="134962" y="5085"/>
                  </a:lnTo>
                  <a:lnTo>
                    <a:pt x="176002" y="13695"/>
                  </a:lnTo>
                  <a:close/>
                  <a:moveTo>
                    <a:pt x="56896" y="572969"/>
                  </a:moveTo>
                  <a:lnTo>
                    <a:pt x="93922" y="586285"/>
                  </a:lnTo>
                  <a:lnTo>
                    <a:pt x="93922" y="572969"/>
                  </a:lnTo>
                  <a:close/>
                  <a:moveTo>
                    <a:pt x="52881" y="570907"/>
                  </a:moveTo>
                  <a:lnTo>
                    <a:pt x="56896" y="572969"/>
                  </a:lnTo>
                  <a:lnTo>
                    <a:pt x="78257" y="539265"/>
                  </a:lnTo>
                  <a:close/>
                  <a:moveTo>
                    <a:pt x="134962" y="572969"/>
                  </a:moveTo>
                  <a:lnTo>
                    <a:pt x="93922" y="586285"/>
                  </a:lnTo>
                  <a:lnTo>
                    <a:pt x="134962" y="588296"/>
                  </a:lnTo>
                  <a:close/>
                  <a:moveTo>
                    <a:pt x="134962" y="572969"/>
                  </a:moveTo>
                  <a:lnTo>
                    <a:pt x="93922" y="572969"/>
                  </a:lnTo>
                  <a:lnTo>
                    <a:pt x="93922" y="586285"/>
                  </a:lnTo>
                  <a:close/>
                  <a:moveTo>
                    <a:pt x="176002" y="572969"/>
                  </a:moveTo>
                  <a:lnTo>
                    <a:pt x="134962" y="588296"/>
                  </a:lnTo>
                  <a:lnTo>
                    <a:pt x="176002" y="579270"/>
                  </a:lnTo>
                  <a:close/>
                  <a:moveTo>
                    <a:pt x="176002" y="572969"/>
                  </a:moveTo>
                  <a:lnTo>
                    <a:pt x="134962" y="572969"/>
                  </a:lnTo>
                  <a:lnTo>
                    <a:pt x="134962" y="588296"/>
                  </a:lnTo>
                  <a:close/>
                  <a:moveTo>
                    <a:pt x="176002" y="572969"/>
                  </a:moveTo>
                  <a:lnTo>
                    <a:pt x="176002" y="579270"/>
                  </a:lnTo>
                  <a:lnTo>
                    <a:pt x="189571" y="572969"/>
                  </a:lnTo>
                  <a:close/>
                  <a:moveTo>
                    <a:pt x="189571" y="572969"/>
                  </a:moveTo>
                  <a:lnTo>
                    <a:pt x="217043" y="558234"/>
                  </a:lnTo>
                  <a:lnTo>
                    <a:pt x="176002" y="572969"/>
                  </a:lnTo>
                  <a:close/>
                  <a:moveTo>
                    <a:pt x="20901" y="539265"/>
                  </a:moveTo>
                  <a:lnTo>
                    <a:pt x="52881" y="570907"/>
                  </a:lnTo>
                  <a:lnTo>
                    <a:pt x="52881" y="539265"/>
                  </a:lnTo>
                  <a:close/>
                  <a:moveTo>
                    <a:pt x="52881" y="539265"/>
                  </a:moveTo>
                  <a:lnTo>
                    <a:pt x="11841" y="510587"/>
                  </a:lnTo>
                  <a:lnTo>
                    <a:pt x="20901" y="539265"/>
                  </a:lnTo>
                  <a:close/>
                  <a:moveTo>
                    <a:pt x="11841" y="505561"/>
                  </a:moveTo>
                  <a:lnTo>
                    <a:pt x="11841" y="510587"/>
                  </a:lnTo>
                  <a:lnTo>
                    <a:pt x="52881" y="539265"/>
                  </a:lnTo>
                  <a:close/>
                  <a:moveTo>
                    <a:pt x="217043" y="539265"/>
                  </a:moveTo>
                  <a:lnTo>
                    <a:pt x="217043" y="558234"/>
                  </a:lnTo>
                  <a:lnTo>
                    <a:pt x="242488" y="539265"/>
                  </a:lnTo>
                  <a:close/>
                  <a:moveTo>
                    <a:pt x="242488" y="539265"/>
                  </a:moveTo>
                  <a:lnTo>
                    <a:pt x="258083" y="525672"/>
                  </a:lnTo>
                  <a:lnTo>
                    <a:pt x="217043" y="539265"/>
                  </a:lnTo>
                  <a:close/>
                  <a:moveTo>
                    <a:pt x="10432" y="505561"/>
                  </a:moveTo>
                  <a:lnTo>
                    <a:pt x="11841" y="510587"/>
                  </a:lnTo>
                  <a:lnTo>
                    <a:pt x="11841" y="505561"/>
                  </a:lnTo>
                  <a:close/>
                  <a:moveTo>
                    <a:pt x="11841" y="495806"/>
                  </a:moveTo>
                  <a:lnTo>
                    <a:pt x="10432" y="505561"/>
                  </a:lnTo>
                  <a:lnTo>
                    <a:pt x="11841" y="505561"/>
                  </a:lnTo>
                  <a:close/>
                  <a:moveTo>
                    <a:pt x="11841" y="505561"/>
                  </a:moveTo>
                  <a:lnTo>
                    <a:pt x="15171" y="471857"/>
                  </a:lnTo>
                  <a:lnTo>
                    <a:pt x="11841" y="495806"/>
                  </a:lnTo>
                  <a:close/>
                  <a:moveTo>
                    <a:pt x="52881" y="471857"/>
                  </a:moveTo>
                  <a:lnTo>
                    <a:pt x="15171" y="471857"/>
                  </a:lnTo>
                  <a:lnTo>
                    <a:pt x="11841" y="505561"/>
                  </a:lnTo>
                  <a:close/>
                  <a:moveTo>
                    <a:pt x="258083" y="505561"/>
                  </a:moveTo>
                  <a:lnTo>
                    <a:pt x="258083" y="525672"/>
                  </a:lnTo>
                  <a:lnTo>
                    <a:pt x="280410" y="505561"/>
                  </a:lnTo>
                  <a:close/>
                  <a:moveTo>
                    <a:pt x="280410" y="505561"/>
                  </a:moveTo>
                  <a:lnTo>
                    <a:pt x="299124" y="488159"/>
                  </a:lnTo>
                  <a:lnTo>
                    <a:pt x="258083" y="505561"/>
                  </a:lnTo>
                  <a:close/>
                  <a:moveTo>
                    <a:pt x="29464" y="438153"/>
                  </a:moveTo>
                  <a:lnTo>
                    <a:pt x="15171" y="471857"/>
                  </a:lnTo>
                  <a:lnTo>
                    <a:pt x="52881" y="471857"/>
                  </a:lnTo>
                  <a:close/>
                  <a:moveTo>
                    <a:pt x="299124" y="471857"/>
                  </a:moveTo>
                  <a:lnTo>
                    <a:pt x="299124" y="488159"/>
                  </a:lnTo>
                  <a:lnTo>
                    <a:pt x="317191" y="471857"/>
                  </a:lnTo>
                  <a:close/>
                  <a:moveTo>
                    <a:pt x="317191" y="471857"/>
                  </a:moveTo>
                  <a:lnTo>
                    <a:pt x="340164" y="449113"/>
                  </a:lnTo>
                  <a:lnTo>
                    <a:pt x="299124" y="471857"/>
                  </a:lnTo>
                  <a:close/>
                  <a:moveTo>
                    <a:pt x="46770" y="404449"/>
                  </a:moveTo>
                  <a:lnTo>
                    <a:pt x="52881" y="438153"/>
                  </a:lnTo>
                  <a:lnTo>
                    <a:pt x="52881" y="404449"/>
                  </a:lnTo>
                  <a:close/>
                  <a:moveTo>
                    <a:pt x="46770" y="404449"/>
                  </a:moveTo>
                  <a:lnTo>
                    <a:pt x="29464" y="438153"/>
                  </a:lnTo>
                  <a:lnTo>
                    <a:pt x="52881" y="438153"/>
                  </a:lnTo>
                  <a:close/>
                  <a:moveTo>
                    <a:pt x="340164" y="438153"/>
                  </a:moveTo>
                  <a:lnTo>
                    <a:pt x="340164" y="449113"/>
                  </a:lnTo>
                  <a:lnTo>
                    <a:pt x="350733" y="438153"/>
                  </a:lnTo>
                  <a:close/>
                  <a:moveTo>
                    <a:pt x="373421" y="404449"/>
                  </a:moveTo>
                  <a:lnTo>
                    <a:pt x="348368" y="404449"/>
                  </a:lnTo>
                  <a:lnTo>
                    <a:pt x="350733" y="438153"/>
                  </a:lnTo>
                  <a:close/>
                  <a:moveTo>
                    <a:pt x="52881" y="387416"/>
                  </a:moveTo>
                  <a:lnTo>
                    <a:pt x="46770" y="404449"/>
                  </a:lnTo>
                  <a:lnTo>
                    <a:pt x="52881" y="404449"/>
                  </a:lnTo>
                  <a:close/>
                  <a:moveTo>
                    <a:pt x="52881" y="387416"/>
                  </a:moveTo>
                  <a:lnTo>
                    <a:pt x="52881" y="404449"/>
                  </a:lnTo>
                  <a:lnTo>
                    <a:pt x="58676" y="370745"/>
                  </a:lnTo>
                  <a:close/>
                  <a:moveTo>
                    <a:pt x="58676" y="370745"/>
                  </a:moveTo>
                  <a:lnTo>
                    <a:pt x="52881" y="404449"/>
                  </a:lnTo>
                  <a:lnTo>
                    <a:pt x="80823" y="404449"/>
                  </a:lnTo>
                  <a:close/>
                  <a:moveTo>
                    <a:pt x="381205" y="377850"/>
                  </a:moveTo>
                  <a:lnTo>
                    <a:pt x="381205" y="370745"/>
                  </a:lnTo>
                  <a:lnTo>
                    <a:pt x="373421" y="404449"/>
                  </a:lnTo>
                  <a:close/>
                  <a:moveTo>
                    <a:pt x="373421" y="404449"/>
                  </a:moveTo>
                  <a:lnTo>
                    <a:pt x="381205" y="370745"/>
                  </a:lnTo>
                  <a:lnTo>
                    <a:pt x="359824" y="370745"/>
                  </a:lnTo>
                  <a:close/>
                  <a:moveTo>
                    <a:pt x="59934" y="337041"/>
                  </a:moveTo>
                  <a:lnTo>
                    <a:pt x="58676" y="370745"/>
                  </a:lnTo>
                  <a:lnTo>
                    <a:pt x="89290" y="370745"/>
                  </a:lnTo>
                  <a:close/>
                  <a:moveTo>
                    <a:pt x="381205" y="370745"/>
                  </a:moveTo>
                  <a:lnTo>
                    <a:pt x="381205" y="377850"/>
                  </a:lnTo>
                  <a:lnTo>
                    <a:pt x="383316" y="370745"/>
                  </a:lnTo>
                  <a:close/>
                  <a:moveTo>
                    <a:pt x="381205" y="370745"/>
                  </a:moveTo>
                  <a:lnTo>
                    <a:pt x="383316" y="370745"/>
                  </a:lnTo>
                  <a:lnTo>
                    <a:pt x="381205" y="347121"/>
                  </a:lnTo>
                  <a:close/>
                  <a:moveTo>
                    <a:pt x="381205" y="370745"/>
                  </a:moveTo>
                  <a:lnTo>
                    <a:pt x="381205" y="347121"/>
                  </a:lnTo>
                  <a:lnTo>
                    <a:pt x="359824" y="370745"/>
                  </a:lnTo>
                  <a:close/>
                  <a:moveTo>
                    <a:pt x="359824" y="370745"/>
                  </a:moveTo>
                  <a:lnTo>
                    <a:pt x="381205" y="347121"/>
                  </a:lnTo>
                  <a:lnTo>
                    <a:pt x="380341" y="337041"/>
                  </a:lnTo>
                  <a:close/>
                  <a:moveTo>
                    <a:pt x="52881" y="303337"/>
                  </a:moveTo>
                  <a:lnTo>
                    <a:pt x="52881" y="314009"/>
                  </a:lnTo>
                  <a:lnTo>
                    <a:pt x="84911" y="303337"/>
                  </a:lnTo>
                  <a:close/>
                  <a:moveTo>
                    <a:pt x="84911" y="303337"/>
                  </a:moveTo>
                  <a:lnTo>
                    <a:pt x="52881" y="314009"/>
                  </a:lnTo>
                  <a:lnTo>
                    <a:pt x="59934" y="337041"/>
                  </a:lnTo>
                  <a:close/>
                  <a:moveTo>
                    <a:pt x="380341" y="337041"/>
                  </a:moveTo>
                  <a:lnTo>
                    <a:pt x="364726" y="303337"/>
                  </a:lnTo>
                  <a:lnTo>
                    <a:pt x="356457" y="337041"/>
                  </a:lnTo>
                  <a:close/>
                  <a:moveTo>
                    <a:pt x="49326" y="303337"/>
                  </a:moveTo>
                  <a:lnTo>
                    <a:pt x="52881" y="314009"/>
                  </a:lnTo>
                  <a:lnTo>
                    <a:pt x="52881" y="303337"/>
                  </a:lnTo>
                  <a:close/>
                  <a:moveTo>
                    <a:pt x="29924" y="269632"/>
                  </a:moveTo>
                  <a:lnTo>
                    <a:pt x="52881" y="303337"/>
                  </a:lnTo>
                  <a:lnTo>
                    <a:pt x="52881" y="269632"/>
                  </a:lnTo>
                  <a:close/>
                  <a:moveTo>
                    <a:pt x="29924" y="269632"/>
                  </a:moveTo>
                  <a:lnTo>
                    <a:pt x="49326" y="303337"/>
                  </a:lnTo>
                  <a:lnTo>
                    <a:pt x="52881" y="303337"/>
                  </a:lnTo>
                  <a:close/>
                  <a:moveTo>
                    <a:pt x="340164" y="303337"/>
                  </a:moveTo>
                  <a:lnTo>
                    <a:pt x="364726" y="303337"/>
                  </a:lnTo>
                  <a:lnTo>
                    <a:pt x="340164" y="273701"/>
                  </a:lnTo>
                  <a:close/>
                  <a:moveTo>
                    <a:pt x="337873" y="303337"/>
                  </a:moveTo>
                  <a:lnTo>
                    <a:pt x="340164" y="273701"/>
                  </a:lnTo>
                  <a:lnTo>
                    <a:pt x="336385" y="269632"/>
                  </a:lnTo>
                  <a:close/>
                  <a:moveTo>
                    <a:pt x="11841" y="235928"/>
                  </a:moveTo>
                  <a:lnTo>
                    <a:pt x="11841" y="237953"/>
                  </a:lnTo>
                  <a:lnTo>
                    <a:pt x="51788" y="235928"/>
                  </a:lnTo>
                  <a:close/>
                  <a:moveTo>
                    <a:pt x="11841" y="237953"/>
                  </a:moveTo>
                  <a:lnTo>
                    <a:pt x="29924" y="269632"/>
                  </a:lnTo>
                  <a:lnTo>
                    <a:pt x="51788" y="235928"/>
                  </a:lnTo>
                  <a:close/>
                  <a:moveTo>
                    <a:pt x="301987" y="235928"/>
                  </a:moveTo>
                  <a:lnTo>
                    <a:pt x="299124" y="235928"/>
                  </a:lnTo>
                  <a:lnTo>
                    <a:pt x="303954" y="269632"/>
                  </a:lnTo>
                  <a:close/>
                  <a:moveTo>
                    <a:pt x="336385" y="269632"/>
                  </a:moveTo>
                  <a:lnTo>
                    <a:pt x="301987" y="235928"/>
                  </a:lnTo>
                  <a:lnTo>
                    <a:pt x="303954" y="269632"/>
                  </a:lnTo>
                  <a:close/>
                  <a:moveTo>
                    <a:pt x="10721" y="235928"/>
                  </a:moveTo>
                  <a:lnTo>
                    <a:pt x="11841" y="237953"/>
                  </a:lnTo>
                  <a:lnTo>
                    <a:pt x="11841" y="235928"/>
                  </a:lnTo>
                  <a:close/>
                  <a:moveTo>
                    <a:pt x="0" y="202224"/>
                  </a:moveTo>
                  <a:lnTo>
                    <a:pt x="11841" y="235928"/>
                  </a:lnTo>
                  <a:lnTo>
                    <a:pt x="11841" y="202224"/>
                  </a:lnTo>
                  <a:close/>
                  <a:moveTo>
                    <a:pt x="0" y="202224"/>
                  </a:moveTo>
                  <a:lnTo>
                    <a:pt x="10721" y="235928"/>
                  </a:lnTo>
                  <a:lnTo>
                    <a:pt x="11841" y="235928"/>
                  </a:lnTo>
                  <a:close/>
                  <a:moveTo>
                    <a:pt x="299124" y="235928"/>
                  </a:moveTo>
                  <a:lnTo>
                    <a:pt x="301987" y="235928"/>
                  </a:lnTo>
                  <a:lnTo>
                    <a:pt x="299124" y="232890"/>
                  </a:lnTo>
                  <a:close/>
                  <a:moveTo>
                    <a:pt x="258083" y="202224"/>
                  </a:moveTo>
                  <a:lnTo>
                    <a:pt x="299124" y="235928"/>
                  </a:lnTo>
                  <a:lnTo>
                    <a:pt x="272860" y="202224"/>
                  </a:lnTo>
                  <a:close/>
                  <a:moveTo>
                    <a:pt x="272860" y="202224"/>
                  </a:moveTo>
                  <a:lnTo>
                    <a:pt x="299124" y="235928"/>
                  </a:lnTo>
                  <a:lnTo>
                    <a:pt x="299124" y="232890"/>
                  </a:lnTo>
                  <a:close/>
                  <a:moveTo>
                    <a:pt x="681" y="168520"/>
                  </a:moveTo>
                  <a:lnTo>
                    <a:pt x="11841" y="202224"/>
                  </a:lnTo>
                  <a:lnTo>
                    <a:pt x="11841" y="168520"/>
                  </a:lnTo>
                  <a:close/>
                  <a:moveTo>
                    <a:pt x="681" y="168520"/>
                  </a:moveTo>
                  <a:lnTo>
                    <a:pt x="0" y="202224"/>
                  </a:lnTo>
                  <a:lnTo>
                    <a:pt x="11841" y="202224"/>
                  </a:lnTo>
                  <a:close/>
                  <a:moveTo>
                    <a:pt x="258083" y="202224"/>
                  </a:moveTo>
                  <a:lnTo>
                    <a:pt x="272860" y="202224"/>
                  </a:lnTo>
                  <a:lnTo>
                    <a:pt x="258083" y="179824"/>
                  </a:lnTo>
                  <a:close/>
                  <a:moveTo>
                    <a:pt x="251266" y="168520"/>
                  </a:moveTo>
                  <a:lnTo>
                    <a:pt x="258083" y="202224"/>
                  </a:lnTo>
                  <a:lnTo>
                    <a:pt x="258083" y="179824"/>
                  </a:lnTo>
                  <a:close/>
                  <a:moveTo>
                    <a:pt x="11841" y="135236"/>
                  </a:moveTo>
                  <a:lnTo>
                    <a:pt x="681" y="168520"/>
                  </a:lnTo>
                  <a:lnTo>
                    <a:pt x="11841" y="168520"/>
                  </a:lnTo>
                  <a:close/>
                  <a:moveTo>
                    <a:pt x="11993" y="134816"/>
                  </a:moveTo>
                  <a:lnTo>
                    <a:pt x="11841" y="135236"/>
                  </a:lnTo>
                  <a:lnTo>
                    <a:pt x="52881" y="155989"/>
                  </a:lnTo>
                  <a:close/>
                  <a:moveTo>
                    <a:pt x="217043" y="134816"/>
                  </a:moveTo>
                  <a:lnTo>
                    <a:pt x="251266" y="168520"/>
                  </a:lnTo>
                  <a:lnTo>
                    <a:pt x="236018" y="134816"/>
                  </a:lnTo>
                  <a:close/>
                  <a:moveTo>
                    <a:pt x="30207" y="101112"/>
                  </a:moveTo>
                  <a:lnTo>
                    <a:pt x="11993" y="134816"/>
                  </a:lnTo>
                  <a:lnTo>
                    <a:pt x="52881" y="134816"/>
                  </a:lnTo>
                  <a:close/>
                  <a:moveTo>
                    <a:pt x="217043" y="101112"/>
                  </a:moveTo>
                  <a:lnTo>
                    <a:pt x="236018" y="134816"/>
                  </a:lnTo>
                  <a:lnTo>
                    <a:pt x="225761" y="101112"/>
                  </a:lnTo>
                  <a:close/>
                  <a:moveTo>
                    <a:pt x="217043" y="101112"/>
                  </a:moveTo>
                  <a:lnTo>
                    <a:pt x="217043" y="134816"/>
                  </a:lnTo>
                  <a:lnTo>
                    <a:pt x="236018" y="134816"/>
                  </a:lnTo>
                  <a:close/>
                  <a:moveTo>
                    <a:pt x="49860" y="67408"/>
                  </a:moveTo>
                  <a:lnTo>
                    <a:pt x="52881" y="101112"/>
                  </a:lnTo>
                  <a:lnTo>
                    <a:pt x="52881" y="67408"/>
                  </a:lnTo>
                  <a:close/>
                  <a:moveTo>
                    <a:pt x="49860" y="67408"/>
                  </a:moveTo>
                  <a:lnTo>
                    <a:pt x="30207" y="101112"/>
                  </a:lnTo>
                  <a:lnTo>
                    <a:pt x="52881" y="101112"/>
                  </a:lnTo>
                  <a:close/>
                  <a:moveTo>
                    <a:pt x="52881" y="101112"/>
                  </a:moveTo>
                  <a:lnTo>
                    <a:pt x="93922" y="67408"/>
                  </a:lnTo>
                  <a:lnTo>
                    <a:pt x="52881" y="67408"/>
                  </a:lnTo>
                  <a:close/>
                  <a:moveTo>
                    <a:pt x="176002" y="101112"/>
                  </a:moveTo>
                  <a:lnTo>
                    <a:pt x="217043" y="101112"/>
                  </a:lnTo>
                  <a:lnTo>
                    <a:pt x="217043" y="67408"/>
                  </a:lnTo>
                  <a:close/>
                  <a:moveTo>
                    <a:pt x="217043" y="67408"/>
                  </a:moveTo>
                  <a:lnTo>
                    <a:pt x="225761" y="101112"/>
                  </a:lnTo>
                  <a:lnTo>
                    <a:pt x="217557" y="67408"/>
                  </a:lnTo>
                  <a:close/>
                  <a:moveTo>
                    <a:pt x="217043" y="67408"/>
                  </a:moveTo>
                  <a:lnTo>
                    <a:pt x="217043" y="101112"/>
                  </a:lnTo>
                  <a:lnTo>
                    <a:pt x="225761" y="101112"/>
                  </a:lnTo>
                  <a:close/>
                  <a:moveTo>
                    <a:pt x="52881" y="62905"/>
                  </a:moveTo>
                  <a:lnTo>
                    <a:pt x="49860" y="67408"/>
                  </a:lnTo>
                  <a:lnTo>
                    <a:pt x="52881" y="67408"/>
                  </a:lnTo>
                  <a:close/>
                  <a:moveTo>
                    <a:pt x="52881" y="67408"/>
                  </a:moveTo>
                  <a:lnTo>
                    <a:pt x="76912" y="33704"/>
                  </a:lnTo>
                  <a:lnTo>
                    <a:pt x="52881" y="62905"/>
                  </a:lnTo>
                  <a:close/>
                  <a:moveTo>
                    <a:pt x="93922" y="33704"/>
                  </a:moveTo>
                  <a:lnTo>
                    <a:pt x="76912" y="33704"/>
                  </a:lnTo>
                  <a:lnTo>
                    <a:pt x="52881" y="67408"/>
                  </a:lnTo>
                  <a:close/>
                  <a:moveTo>
                    <a:pt x="93922" y="67408"/>
                  </a:moveTo>
                  <a:lnTo>
                    <a:pt x="93922" y="33704"/>
                  </a:lnTo>
                  <a:lnTo>
                    <a:pt x="52881" y="67408"/>
                  </a:lnTo>
                  <a:close/>
                  <a:moveTo>
                    <a:pt x="176002" y="33704"/>
                  </a:moveTo>
                  <a:lnTo>
                    <a:pt x="217043" y="66106"/>
                  </a:lnTo>
                  <a:lnTo>
                    <a:pt x="199636" y="33704"/>
                  </a:lnTo>
                  <a:close/>
                  <a:moveTo>
                    <a:pt x="217043" y="67408"/>
                  </a:moveTo>
                  <a:lnTo>
                    <a:pt x="217043" y="66106"/>
                  </a:lnTo>
                  <a:lnTo>
                    <a:pt x="176002" y="33704"/>
                  </a:lnTo>
                  <a:close/>
                  <a:moveTo>
                    <a:pt x="176002" y="67408"/>
                  </a:moveTo>
                  <a:lnTo>
                    <a:pt x="217043" y="67408"/>
                  </a:lnTo>
                  <a:lnTo>
                    <a:pt x="176002" y="33704"/>
                  </a:lnTo>
                  <a:close/>
                  <a:moveTo>
                    <a:pt x="217043" y="67408"/>
                  </a:moveTo>
                  <a:lnTo>
                    <a:pt x="217557" y="67408"/>
                  </a:lnTo>
                  <a:lnTo>
                    <a:pt x="217043" y="66106"/>
                  </a:lnTo>
                  <a:close/>
                  <a:moveTo>
                    <a:pt x="93922" y="19486"/>
                  </a:moveTo>
                  <a:lnTo>
                    <a:pt x="76912" y="33704"/>
                  </a:lnTo>
                  <a:lnTo>
                    <a:pt x="93922" y="33704"/>
                  </a:lnTo>
                  <a:close/>
                  <a:moveTo>
                    <a:pt x="93922" y="33704"/>
                  </a:moveTo>
                  <a:lnTo>
                    <a:pt x="134962" y="5085"/>
                  </a:lnTo>
                  <a:lnTo>
                    <a:pt x="93922" y="19486"/>
                  </a:lnTo>
                  <a:close/>
                  <a:moveTo>
                    <a:pt x="93922" y="33704"/>
                  </a:moveTo>
                  <a:lnTo>
                    <a:pt x="134962" y="33704"/>
                  </a:lnTo>
                  <a:lnTo>
                    <a:pt x="134962" y="5085"/>
                  </a:lnTo>
                  <a:close/>
                  <a:moveTo>
                    <a:pt x="134962" y="33704"/>
                  </a:moveTo>
                  <a:lnTo>
                    <a:pt x="176002" y="13695"/>
                  </a:lnTo>
                  <a:lnTo>
                    <a:pt x="134962" y="5085"/>
                  </a:lnTo>
                  <a:close/>
                  <a:moveTo>
                    <a:pt x="134962" y="33704"/>
                  </a:moveTo>
                  <a:lnTo>
                    <a:pt x="176002" y="33704"/>
                  </a:lnTo>
                  <a:lnTo>
                    <a:pt x="176002" y="13695"/>
                  </a:lnTo>
                  <a:close/>
                  <a:moveTo>
                    <a:pt x="176002" y="33704"/>
                  </a:moveTo>
                  <a:lnTo>
                    <a:pt x="199636" y="33704"/>
                  </a:lnTo>
                  <a:lnTo>
                    <a:pt x="176002" y="13695"/>
                  </a:lnTo>
                  <a:close/>
                </a:path>
              </a:pathLst>
            </a:custGeom>
            <a:solidFill>
              <a:srgbClr val="E77D8D"/>
            </a:solidFill>
            <a:ln w="4001">
              <a:solidFill>
                <a:srgbClr val="F2BCC4"/>
              </a:solidFill>
            </a:ln>
          </p:spPr>
        </p:sp>
        <p:sp>
          <p:nvSpPr>
            <p:cNvPr id="3981" name="Candidate_B4__3980">
              <a:extLst>
                <a:ext uri="{FF2B5EF4-FFF2-40B4-BE49-F238E27FC236}">
                  <a16:creationId xmlns:a16="http://schemas.microsoft.com/office/drawing/2014/main" id="{62CDD6A1-9B91-2095-EA1C-5765F87CCDCD}"/>
                </a:ext>
              </a:extLst>
            </p:cNvPr>
            <p:cNvSpPr>
              <a:spLocks noGrp="1"/>
            </p:cNvSpPr>
            <p:nvPr/>
          </p:nvSpPr>
          <p:spPr>
            <a:xfrm>
              <a:off x="5562648" y="1963682"/>
              <a:ext cx="368500" cy="539265"/>
            </a:xfrm>
            <a:custGeom>
              <a:avLst/>
              <a:gdLst/>
              <a:ahLst/>
              <a:cxnLst/>
              <a:rect l="0" t="0" r="0" b="0"/>
              <a:pathLst>
                <a:path w="368500" h="539265">
                  <a:moveTo>
                    <a:pt x="41040" y="505561"/>
                  </a:moveTo>
                  <a:lnTo>
                    <a:pt x="41040" y="537203"/>
                  </a:lnTo>
                  <a:lnTo>
                    <a:pt x="66416" y="505561"/>
                  </a:lnTo>
                  <a:close/>
                  <a:moveTo>
                    <a:pt x="66416" y="505561"/>
                  </a:moveTo>
                  <a:lnTo>
                    <a:pt x="45056" y="539265"/>
                  </a:lnTo>
                  <a:lnTo>
                    <a:pt x="82081" y="514472"/>
                  </a:lnTo>
                  <a:close/>
                  <a:moveTo>
                    <a:pt x="82081" y="514472"/>
                  </a:moveTo>
                  <a:lnTo>
                    <a:pt x="45056" y="539265"/>
                  </a:lnTo>
                  <a:lnTo>
                    <a:pt x="82081" y="539265"/>
                  </a:lnTo>
                  <a:close/>
                  <a:moveTo>
                    <a:pt x="82081" y="539265"/>
                  </a:moveTo>
                  <a:lnTo>
                    <a:pt x="123121" y="539265"/>
                  </a:lnTo>
                  <a:lnTo>
                    <a:pt x="82081" y="514472"/>
                  </a:lnTo>
                  <a:close/>
                  <a:moveTo>
                    <a:pt x="123121" y="539265"/>
                  </a:moveTo>
                  <a:lnTo>
                    <a:pt x="123121" y="520078"/>
                  </a:lnTo>
                  <a:lnTo>
                    <a:pt x="82081" y="514472"/>
                  </a:lnTo>
                  <a:close/>
                  <a:moveTo>
                    <a:pt x="123121" y="539265"/>
                  </a:moveTo>
                  <a:lnTo>
                    <a:pt x="164162" y="539265"/>
                  </a:lnTo>
                  <a:lnTo>
                    <a:pt x="123121" y="520078"/>
                  </a:lnTo>
                  <a:close/>
                  <a:moveTo>
                    <a:pt x="164162" y="539265"/>
                  </a:moveTo>
                  <a:lnTo>
                    <a:pt x="164162" y="510661"/>
                  </a:lnTo>
                  <a:lnTo>
                    <a:pt x="123121" y="520078"/>
                  </a:lnTo>
                  <a:close/>
                  <a:moveTo>
                    <a:pt x="164162" y="510661"/>
                  </a:moveTo>
                  <a:lnTo>
                    <a:pt x="205202" y="524530"/>
                  </a:lnTo>
                  <a:lnTo>
                    <a:pt x="205202" y="505561"/>
                  </a:lnTo>
                  <a:close/>
                  <a:moveTo>
                    <a:pt x="164162" y="539265"/>
                  </a:moveTo>
                  <a:lnTo>
                    <a:pt x="205202" y="524530"/>
                  </a:lnTo>
                  <a:lnTo>
                    <a:pt x="164162" y="510661"/>
                  </a:lnTo>
                  <a:close/>
                  <a:moveTo>
                    <a:pt x="41040" y="471857"/>
                  </a:moveTo>
                  <a:lnTo>
                    <a:pt x="0" y="471857"/>
                  </a:lnTo>
                  <a:lnTo>
                    <a:pt x="41040" y="505561"/>
                  </a:lnTo>
                  <a:close/>
                  <a:moveTo>
                    <a:pt x="205202" y="486987"/>
                  </a:moveTo>
                  <a:lnTo>
                    <a:pt x="246243" y="491968"/>
                  </a:lnTo>
                  <a:lnTo>
                    <a:pt x="246243" y="471857"/>
                  </a:lnTo>
                  <a:close/>
                  <a:moveTo>
                    <a:pt x="205202" y="505561"/>
                  </a:moveTo>
                  <a:lnTo>
                    <a:pt x="246243" y="491968"/>
                  </a:lnTo>
                  <a:lnTo>
                    <a:pt x="205202" y="486987"/>
                  </a:lnTo>
                  <a:close/>
                  <a:moveTo>
                    <a:pt x="41040" y="471857"/>
                  </a:moveTo>
                  <a:lnTo>
                    <a:pt x="41040" y="438153"/>
                  </a:lnTo>
                  <a:lnTo>
                    <a:pt x="0" y="471857"/>
                  </a:lnTo>
                  <a:close/>
                  <a:moveTo>
                    <a:pt x="246243" y="456082"/>
                  </a:moveTo>
                  <a:lnTo>
                    <a:pt x="287283" y="438153"/>
                  </a:lnTo>
                  <a:lnTo>
                    <a:pt x="268921" y="438153"/>
                  </a:lnTo>
                  <a:close/>
                  <a:moveTo>
                    <a:pt x="246243" y="456082"/>
                  </a:moveTo>
                  <a:lnTo>
                    <a:pt x="287283" y="454455"/>
                  </a:lnTo>
                  <a:lnTo>
                    <a:pt x="287283" y="438153"/>
                  </a:lnTo>
                  <a:close/>
                  <a:moveTo>
                    <a:pt x="246243" y="471857"/>
                  </a:moveTo>
                  <a:lnTo>
                    <a:pt x="287283" y="454455"/>
                  </a:lnTo>
                  <a:lnTo>
                    <a:pt x="246243" y="456082"/>
                  </a:lnTo>
                  <a:close/>
                  <a:moveTo>
                    <a:pt x="17624" y="404449"/>
                  </a:moveTo>
                  <a:lnTo>
                    <a:pt x="41040" y="438153"/>
                  </a:lnTo>
                  <a:lnTo>
                    <a:pt x="41040" y="404449"/>
                  </a:lnTo>
                  <a:close/>
                  <a:moveTo>
                    <a:pt x="287283" y="423608"/>
                  </a:moveTo>
                  <a:lnTo>
                    <a:pt x="328323" y="404449"/>
                  </a:lnTo>
                  <a:lnTo>
                    <a:pt x="308981" y="404449"/>
                  </a:lnTo>
                  <a:close/>
                  <a:moveTo>
                    <a:pt x="287283" y="423608"/>
                  </a:moveTo>
                  <a:lnTo>
                    <a:pt x="328323" y="415409"/>
                  </a:lnTo>
                  <a:lnTo>
                    <a:pt x="328323" y="404449"/>
                  </a:lnTo>
                  <a:close/>
                  <a:moveTo>
                    <a:pt x="287283" y="438153"/>
                  </a:moveTo>
                  <a:lnTo>
                    <a:pt x="328323" y="415409"/>
                  </a:lnTo>
                  <a:lnTo>
                    <a:pt x="287283" y="423608"/>
                  </a:lnTo>
                  <a:close/>
                  <a:moveTo>
                    <a:pt x="268921" y="438153"/>
                  </a:moveTo>
                  <a:lnTo>
                    <a:pt x="287283" y="438153"/>
                  </a:lnTo>
                  <a:lnTo>
                    <a:pt x="287283" y="423608"/>
                  </a:lnTo>
                  <a:close/>
                  <a:moveTo>
                    <a:pt x="68983" y="370745"/>
                  </a:moveTo>
                  <a:lnTo>
                    <a:pt x="41040" y="370745"/>
                  </a:lnTo>
                  <a:lnTo>
                    <a:pt x="41040" y="404449"/>
                  </a:lnTo>
                  <a:close/>
                  <a:moveTo>
                    <a:pt x="338892" y="404449"/>
                  </a:moveTo>
                  <a:lnTo>
                    <a:pt x="328323" y="381800"/>
                  </a:lnTo>
                  <a:lnTo>
                    <a:pt x="328323" y="404449"/>
                  </a:lnTo>
                  <a:close/>
                  <a:moveTo>
                    <a:pt x="336527" y="370745"/>
                  </a:moveTo>
                  <a:lnTo>
                    <a:pt x="328323" y="381800"/>
                  </a:lnTo>
                  <a:lnTo>
                    <a:pt x="338892" y="404449"/>
                  </a:lnTo>
                  <a:close/>
                  <a:moveTo>
                    <a:pt x="308981" y="404449"/>
                  </a:moveTo>
                  <a:lnTo>
                    <a:pt x="328323" y="404449"/>
                  </a:lnTo>
                  <a:lnTo>
                    <a:pt x="328323" y="381800"/>
                  </a:lnTo>
                  <a:close/>
                  <a:moveTo>
                    <a:pt x="46835" y="337041"/>
                  </a:moveTo>
                  <a:lnTo>
                    <a:pt x="68983" y="370745"/>
                  </a:lnTo>
                  <a:lnTo>
                    <a:pt x="77449" y="337041"/>
                  </a:lnTo>
                  <a:close/>
                  <a:moveTo>
                    <a:pt x="361581" y="370745"/>
                  </a:moveTo>
                  <a:lnTo>
                    <a:pt x="347983" y="337041"/>
                  </a:lnTo>
                  <a:lnTo>
                    <a:pt x="336527" y="370745"/>
                  </a:lnTo>
                  <a:close/>
                  <a:moveTo>
                    <a:pt x="48094" y="303337"/>
                  </a:moveTo>
                  <a:lnTo>
                    <a:pt x="77449" y="337041"/>
                  </a:lnTo>
                  <a:lnTo>
                    <a:pt x="79176" y="303337"/>
                  </a:lnTo>
                  <a:close/>
                  <a:moveTo>
                    <a:pt x="347983" y="337041"/>
                  </a:moveTo>
                  <a:lnTo>
                    <a:pt x="368500" y="303337"/>
                  </a:lnTo>
                  <a:lnTo>
                    <a:pt x="344616" y="303337"/>
                  </a:lnTo>
                  <a:close/>
                  <a:moveTo>
                    <a:pt x="73071" y="269633"/>
                  </a:moveTo>
                  <a:lnTo>
                    <a:pt x="48094" y="303337"/>
                  </a:lnTo>
                  <a:lnTo>
                    <a:pt x="79176" y="303337"/>
                  </a:lnTo>
                  <a:close/>
                  <a:moveTo>
                    <a:pt x="352885" y="269633"/>
                  </a:moveTo>
                  <a:lnTo>
                    <a:pt x="328323" y="269633"/>
                  </a:lnTo>
                  <a:lnTo>
                    <a:pt x="344616" y="303337"/>
                  </a:lnTo>
                  <a:close/>
                  <a:moveTo>
                    <a:pt x="73071" y="269633"/>
                  </a:moveTo>
                  <a:lnTo>
                    <a:pt x="58688" y="235928"/>
                  </a:lnTo>
                  <a:lnTo>
                    <a:pt x="41040" y="269633"/>
                  </a:lnTo>
                  <a:close/>
                  <a:moveTo>
                    <a:pt x="58688" y="235928"/>
                  </a:moveTo>
                  <a:lnTo>
                    <a:pt x="41040" y="235928"/>
                  </a:lnTo>
                  <a:lnTo>
                    <a:pt x="41040" y="269633"/>
                  </a:lnTo>
                  <a:close/>
                  <a:moveTo>
                    <a:pt x="328323" y="269633"/>
                  </a:moveTo>
                  <a:lnTo>
                    <a:pt x="328323" y="239997"/>
                  </a:lnTo>
                  <a:lnTo>
                    <a:pt x="326032" y="269633"/>
                  </a:lnTo>
                  <a:close/>
                  <a:moveTo>
                    <a:pt x="326032" y="269633"/>
                  </a:moveTo>
                  <a:lnTo>
                    <a:pt x="324544" y="235928"/>
                  </a:lnTo>
                  <a:lnTo>
                    <a:pt x="292113" y="235928"/>
                  </a:lnTo>
                  <a:close/>
                  <a:moveTo>
                    <a:pt x="39947" y="202224"/>
                  </a:moveTo>
                  <a:lnTo>
                    <a:pt x="18083" y="235928"/>
                  </a:lnTo>
                  <a:lnTo>
                    <a:pt x="41040" y="204369"/>
                  </a:lnTo>
                  <a:close/>
                  <a:moveTo>
                    <a:pt x="41040" y="204369"/>
                  </a:moveTo>
                  <a:lnTo>
                    <a:pt x="18083" y="235928"/>
                  </a:lnTo>
                  <a:lnTo>
                    <a:pt x="41040" y="235928"/>
                  </a:lnTo>
                  <a:close/>
                  <a:moveTo>
                    <a:pt x="292113" y="235928"/>
                  </a:moveTo>
                  <a:lnTo>
                    <a:pt x="287283" y="202224"/>
                  </a:lnTo>
                  <a:lnTo>
                    <a:pt x="287283" y="231646"/>
                  </a:lnTo>
                  <a:close/>
                  <a:moveTo>
                    <a:pt x="39947" y="202224"/>
                  </a:moveTo>
                  <a:lnTo>
                    <a:pt x="30540" y="168520"/>
                  </a:lnTo>
                  <a:lnTo>
                    <a:pt x="0" y="202224"/>
                  </a:lnTo>
                  <a:close/>
                  <a:moveTo>
                    <a:pt x="30540" y="168520"/>
                  </a:moveTo>
                  <a:lnTo>
                    <a:pt x="0" y="168520"/>
                  </a:lnTo>
                  <a:lnTo>
                    <a:pt x="0" y="202224"/>
                  </a:lnTo>
                  <a:close/>
                  <a:moveTo>
                    <a:pt x="246243" y="196794"/>
                  </a:moveTo>
                  <a:lnTo>
                    <a:pt x="251667" y="202224"/>
                  </a:lnTo>
                  <a:lnTo>
                    <a:pt x="246243" y="168520"/>
                  </a:lnTo>
                  <a:close/>
                  <a:moveTo>
                    <a:pt x="251667" y="202224"/>
                  </a:moveTo>
                  <a:lnTo>
                    <a:pt x="287283" y="202224"/>
                  </a:lnTo>
                  <a:lnTo>
                    <a:pt x="246243" y="168520"/>
                  </a:lnTo>
                  <a:close/>
                  <a:moveTo>
                    <a:pt x="287283" y="231646"/>
                  </a:moveTo>
                  <a:lnTo>
                    <a:pt x="287283" y="202224"/>
                  </a:lnTo>
                  <a:lnTo>
                    <a:pt x="251667" y="202224"/>
                  </a:lnTo>
                  <a:close/>
                  <a:moveTo>
                    <a:pt x="30540" y="168520"/>
                  </a:moveTo>
                  <a:lnTo>
                    <a:pt x="34528" y="134816"/>
                  </a:lnTo>
                  <a:lnTo>
                    <a:pt x="0" y="168520"/>
                  </a:lnTo>
                  <a:close/>
                  <a:moveTo>
                    <a:pt x="34528" y="134816"/>
                  </a:moveTo>
                  <a:lnTo>
                    <a:pt x="0" y="134816"/>
                  </a:lnTo>
                  <a:lnTo>
                    <a:pt x="0" y="168520"/>
                  </a:lnTo>
                  <a:close/>
                  <a:moveTo>
                    <a:pt x="218863" y="168520"/>
                  </a:moveTo>
                  <a:lnTo>
                    <a:pt x="246243" y="168520"/>
                  </a:lnTo>
                  <a:lnTo>
                    <a:pt x="205202" y="134816"/>
                  </a:lnTo>
                  <a:close/>
                  <a:moveTo>
                    <a:pt x="205202" y="134816"/>
                  </a:moveTo>
                  <a:lnTo>
                    <a:pt x="246243" y="168520"/>
                  </a:lnTo>
                  <a:lnTo>
                    <a:pt x="239425" y="134816"/>
                  </a:lnTo>
                  <a:close/>
                  <a:moveTo>
                    <a:pt x="246243" y="196794"/>
                  </a:moveTo>
                  <a:lnTo>
                    <a:pt x="246243" y="168520"/>
                  </a:lnTo>
                  <a:lnTo>
                    <a:pt x="218863" y="168520"/>
                  </a:lnTo>
                  <a:close/>
                  <a:moveTo>
                    <a:pt x="41040" y="101112"/>
                  </a:moveTo>
                  <a:lnTo>
                    <a:pt x="153" y="101112"/>
                  </a:lnTo>
                  <a:lnTo>
                    <a:pt x="41040" y="122285"/>
                  </a:lnTo>
                  <a:close/>
                  <a:moveTo>
                    <a:pt x="41040" y="122285"/>
                  </a:moveTo>
                  <a:lnTo>
                    <a:pt x="0" y="101532"/>
                  </a:lnTo>
                  <a:lnTo>
                    <a:pt x="34528" y="134816"/>
                  </a:lnTo>
                  <a:close/>
                  <a:moveTo>
                    <a:pt x="34528" y="134816"/>
                  </a:moveTo>
                  <a:lnTo>
                    <a:pt x="0" y="101532"/>
                  </a:lnTo>
                  <a:lnTo>
                    <a:pt x="0" y="134816"/>
                  </a:lnTo>
                  <a:close/>
                  <a:moveTo>
                    <a:pt x="205202" y="101112"/>
                  </a:moveTo>
                  <a:lnTo>
                    <a:pt x="205202" y="134816"/>
                  </a:lnTo>
                  <a:lnTo>
                    <a:pt x="239425" y="134816"/>
                  </a:lnTo>
                  <a:close/>
                  <a:moveTo>
                    <a:pt x="205202" y="134816"/>
                  </a:moveTo>
                  <a:lnTo>
                    <a:pt x="205202" y="101112"/>
                  </a:lnTo>
                  <a:lnTo>
                    <a:pt x="192621" y="134816"/>
                  </a:lnTo>
                  <a:close/>
                  <a:moveTo>
                    <a:pt x="205202" y="101112"/>
                  </a:moveTo>
                  <a:lnTo>
                    <a:pt x="167022" y="101112"/>
                  </a:lnTo>
                  <a:lnTo>
                    <a:pt x="192621" y="134816"/>
                  </a:lnTo>
                  <a:close/>
                  <a:moveTo>
                    <a:pt x="18367" y="67408"/>
                  </a:moveTo>
                  <a:lnTo>
                    <a:pt x="41040" y="101112"/>
                  </a:lnTo>
                  <a:lnTo>
                    <a:pt x="41040" y="67408"/>
                  </a:lnTo>
                  <a:close/>
                  <a:moveTo>
                    <a:pt x="41040" y="101112"/>
                  </a:moveTo>
                  <a:lnTo>
                    <a:pt x="82081" y="67408"/>
                  </a:lnTo>
                  <a:lnTo>
                    <a:pt x="41040" y="67408"/>
                  </a:lnTo>
                  <a:close/>
                  <a:moveTo>
                    <a:pt x="164162" y="67408"/>
                  </a:moveTo>
                  <a:lnTo>
                    <a:pt x="167022" y="101112"/>
                  </a:lnTo>
                  <a:lnTo>
                    <a:pt x="205202" y="101112"/>
                  </a:lnTo>
                  <a:close/>
                  <a:moveTo>
                    <a:pt x="164162" y="67408"/>
                  </a:moveTo>
                  <a:lnTo>
                    <a:pt x="205202" y="101112"/>
                  </a:lnTo>
                  <a:lnTo>
                    <a:pt x="205202" y="67408"/>
                  </a:lnTo>
                  <a:close/>
                  <a:moveTo>
                    <a:pt x="41040" y="67408"/>
                  </a:moveTo>
                  <a:lnTo>
                    <a:pt x="82081" y="67408"/>
                  </a:lnTo>
                  <a:lnTo>
                    <a:pt x="82081" y="33704"/>
                  </a:lnTo>
                  <a:close/>
                  <a:moveTo>
                    <a:pt x="82081" y="67408"/>
                  </a:moveTo>
                  <a:lnTo>
                    <a:pt x="123121" y="33704"/>
                  </a:lnTo>
                  <a:lnTo>
                    <a:pt x="82081" y="33704"/>
                  </a:lnTo>
                  <a:close/>
                  <a:moveTo>
                    <a:pt x="123121" y="67408"/>
                  </a:moveTo>
                  <a:lnTo>
                    <a:pt x="164162" y="67408"/>
                  </a:lnTo>
                  <a:lnTo>
                    <a:pt x="164162" y="33704"/>
                  </a:lnTo>
                  <a:close/>
                  <a:moveTo>
                    <a:pt x="123121" y="67408"/>
                  </a:moveTo>
                  <a:lnTo>
                    <a:pt x="164162" y="33704"/>
                  </a:lnTo>
                  <a:lnTo>
                    <a:pt x="123121" y="33704"/>
                  </a:lnTo>
                  <a:close/>
                  <a:moveTo>
                    <a:pt x="164162" y="67408"/>
                  </a:moveTo>
                  <a:lnTo>
                    <a:pt x="205202" y="33704"/>
                  </a:lnTo>
                  <a:lnTo>
                    <a:pt x="164162" y="33704"/>
                  </a:lnTo>
                  <a:close/>
                  <a:moveTo>
                    <a:pt x="82081" y="33704"/>
                  </a:moveTo>
                  <a:lnTo>
                    <a:pt x="123121" y="33704"/>
                  </a:lnTo>
                  <a:lnTo>
                    <a:pt x="123121" y="0"/>
                  </a:lnTo>
                  <a:close/>
                  <a:moveTo>
                    <a:pt x="82081" y="33704"/>
                  </a:moveTo>
                  <a:lnTo>
                    <a:pt x="123121" y="0"/>
                  </a:lnTo>
                  <a:lnTo>
                    <a:pt x="82081" y="0"/>
                  </a:lnTo>
                  <a:close/>
                  <a:moveTo>
                    <a:pt x="123121" y="33704"/>
                  </a:moveTo>
                  <a:lnTo>
                    <a:pt x="164162" y="33704"/>
                  </a:lnTo>
                  <a:lnTo>
                    <a:pt x="164162" y="0"/>
                  </a:lnTo>
                  <a:close/>
                  <a:moveTo>
                    <a:pt x="123121" y="33704"/>
                  </a:moveTo>
                  <a:lnTo>
                    <a:pt x="164162" y="0"/>
                  </a:lnTo>
                  <a:lnTo>
                    <a:pt x="123121" y="0"/>
                  </a:lnTo>
                  <a:close/>
                </a:path>
              </a:pathLst>
            </a:custGeom>
            <a:solidFill>
              <a:srgbClr val="E78190"/>
            </a:solidFill>
            <a:ln w="4001">
              <a:solidFill>
                <a:srgbClr val="F2BCC4"/>
              </a:solidFill>
            </a:ln>
          </p:spPr>
        </p:sp>
        <p:sp>
          <p:nvSpPr>
            <p:cNvPr id="3982" name="Candidate_B4__3981">
              <a:extLst>
                <a:ext uri="{FF2B5EF4-FFF2-40B4-BE49-F238E27FC236}">
                  <a16:creationId xmlns:a16="http://schemas.microsoft.com/office/drawing/2014/main" id="{7CFF1DB0-255D-5582-3D26-2D2D08E92C50}"/>
                </a:ext>
              </a:extLst>
            </p:cNvPr>
            <p:cNvSpPr>
              <a:spLocks noGrp="1"/>
            </p:cNvSpPr>
            <p:nvPr/>
          </p:nvSpPr>
          <p:spPr>
            <a:xfrm>
              <a:off x="5593187" y="1997386"/>
              <a:ext cx="317444" cy="486374"/>
            </a:xfrm>
            <a:custGeom>
              <a:avLst/>
              <a:gdLst/>
              <a:ahLst/>
              <a:cxnLst/>
              <a:rect l="0" t="0" r="0" b="0"/>
              <a:pathLst>
                <a:path w="317444" h="486374">
                  <a:moveTo>
                    <a:pt x="133622" y="476957"/>
                  </a:moveTo>
                  <a:lnTo>
                    <a:pt x="174663" y="471857"/>
                  </a:lnTo>
                  <a:lnTo>
                    <a:pt x="143591" y="471857"/>
                  </a:lnTo>
                  <a:close/>
                  <a:moveTo>
                    <a:pt x="35877" y="471857"/>
                  </a:moveTo>
                  <a:lnTo>
                    <a:pt x="10991" y="438153"/>
                  </a:lnTo>
                  <a:lnTo>
                    <a:pt x="10501" y="471857"/>
                  </a:lnTo>
                  <a:close/>
                  <a:moveTo>
                    <a:pt x="10991" y="438153"/>
                  </a:moveTo>
                  <a:lnTo>
                    <a:pt x="10501" y="438153"/>
                  </a:lnTo>
                  <a:lnTo>
                    <a:pt x="10501" y="471857"/>
                  </a:lnTo>
                  <a:close/>
                  <a:moveTo>
                    <a:pt x="174663" y="453283"/>
                  </a:moveTo>
                  <a:lnTo>
                    <a:pt x="215703" y="438153"/>
                  </a:lnTo>
                  <a:lnTo>
                    <a:pt x="194901" y="438153"/>
                  </a:lnTo>
                  <a:close/>
                  <a:moveTo>
                    <a:pt x="143591" y="471857"/>
                  </a:moveTo>
                  <a:lnTo>
                    <a:pt x="174663" y="471857"/>
                  </a:lnTo>
                  <a:lnTo>
                    <a:pt x="174663" y="453283"/>
                  </a:lnTo>
                  <a:close/>
                  <a:moveTo>
                    <a:pt x="10991" y="438153"/>
                  </a:moveTo>
                  <a:lnTo>
                    <a:pt x="12509" y="404449"/>
                  </a:lnTo>
                  <a:lnTo>
                    <a:pt x="10501" y="438153"/>
                  </a:lnTo>
                  <a:close/>
                  <a:moveTo>
                    <a:pt x="12509" y="404449"/>
                  </a:moveTo>
                  <a:lnTo>
                    <a:pt x="10501" y="404449"/>
                  </a:lnTo>
                  <a:lnTo>
                    <a:pt x="10501" y="438153"/>
                  </a:lnTo>
                  <a:close/>
                  <a:moveTo>
                    <a:pt x="194901" y="438153"/>
                  </a:moveTo>
                  <a:lnTo>
                    <a:pt x="215703" y="438153"/>
                  </a:lnTo>
                  <a:lnTo>
                    <a:pt x="215703" y="422378"/>
                  </a:lnTo>
                  <a:close/>
                  <a:moveTo>
                    <a:pt x="12509" y="404449"/>
                  </a:moveTo>
                  <a:lnTo>
                    <a:pt x="25154" y="370745"/>
                  </a:lnTo>
                  <a:lnTo>
                    <a:pt x="10501" y="404449"/>
                  </a:lnTo>
                  <a:close/>
                  <a:moveTo>
                    <a:pt x="25154" y="370745"/>
                  </a:moveTo>
                  <a:lnTo>
                    <a:pt x="10501" y="370745"/>
                  </a:lnTo>
                  <a:lnTo>
                    <a:pt x="10501" y="404449"/>
                  </a:lnTo>
                  <a:close/>
                  <a:moveTo>
                    <a:pt x="25154" y="370745"/>
                  </a:moveTo>
                  <a:lnTo>
                    <a:pt x="38443" y="337041"/>
                  </a:lnTo>
                  <a:lnTo>
                    <a:pt x="10501" y="370745"/>
                  </a:lnTo>
                  <a:close/>
                  <a:moveTo>
                    <a:pt x="314077" y="269632"/>
                  </a:moveTo>
                  <a:lnTo>
                    <a:pt x="297784" y="235928"/>
                  </a:lnTo>
                  <a:lnTo>
                    <a:pt x="297784" y="239481"/>
                  </a:lnTo>
                  <a:close/>
                  <a:moveTo>
                    <a:pt x="297784" y="239481"/>
                  </a:moveTo>
                  <a:lnTo>
                    <a:pt x="297784" y="235928"/>
                  </a:lnTo>
                  <a:lnTo>
                    <a:pt x="295492" y="235928"/>
                  </a:lnTo>
                  <a:close/>
                  <a:moveTo>
                    <a:pt x="10501" y="202224"/>
                  </a:moveTo>
                  <a:lnTo>
                    <a:pt x="28148" y="202224"/>
                  </a:lnTo>
                  <a:lnTo>
                    <a:pt x="10501" y="170664"/>
                  </a:lnTo>
                  <a:close/>
                  <a:moveTo>
                    <a:pt x="174663" y="116358"/>
                  </a:moveTo>
                  <a:lnTo>
                    <a:pt x="188324" y="134816"/>
                  </a:lnTo>
                  <a:lnTo>
                    <a:pt x="174663" y="101112"/>
                  </a:lnTo>
                  <a:close/>
                  <a:moveTo>
                    <a:pt x="174663" y="116358"/>
                  </a:moveTo>
                  <a:lnTo>
                    <a:pt x="174663" y="101112"/>
                  </a:lnTo>
                  <a:lnTo>
                    <a:pt x="162081" y="101112"/>
                  </a:lnTo>
                  <a:close/>
                  <a:moveTo>
                    <a:pt x="27846" y="67408"/>
                  </a:moveTo>
                  <a:lnTo>
                    <a:pt x="51541" y="46214"/>
                  </a:lnTo>
                  <a:lnTo>
                    <a:pt x="10501" y="67408"/>
                  </a:lnTo>
                  <a:close/>
                  <a:moveTo>
                    <a:pt x="10501" y="67408"/>
                  </a:moveTo>
                  <a:lnTo>
                    <a:pt x="51541" y="46214"/>
                  </a:lnTo>
                  <a:lnTo>
                    <a:pt x="51541" y="33704"/>
                  </a:lnTo>
                  <a:close/>
                  <a:moveTo>
                    <a:pt x="10501" y="67408"/>
                  </a:moveTo>
                  <a:lnTo>
                    <a:pt x="10501" y="88581"/>
                  </a:lnTo>
                  <a:lnTo>
                    <a:pt x="27846" y="67408"/>
                  </a:lnTo>
                  <a:close/>
                  <a:moveTo>
                    <a:pt x="133622" y="63382"/>
                  </a:moveTo>
                  <a:lnTo>
                    <a:pt x="136482" y="67408"/>
                  </a:lnTo>
                  <a:lnTo>
                    <a:pt x="133622" y="33704"/>
                  </a:lnTo>
                  <a:close/>
                  <a:moveTo>
                    <a:pt x="51541" y="33704"/>
                  </a:moveTo>
                  <a:lnTo>
                    <a:pt x="92582" y="33704"/>
                  </a:lnTo>
                  <a:lnTo>
                    <a:pt x="92582" y="0"/>
                  </a:lnTo>
                  <a:close/>
                  <a:moveTo>
                    <a:pt x="92582" y="33704"/>
                  </a:moveTo>
                  <a:lnTo>
                    <a:pt x="51541" y="33704"/>
                  </a:lnTo>
                  <a:lnTo>
                    <a:pt x="92582" y="36810"/>
                  </a:lnTo>
                  <a:close/>
                  <a:moveTo>
                    <a:pt x="51541" y="33704"/>
                  </a:moveTo>
                  <a:lnTo>
                    <a:pt x="51541" y="46214"/>
                  </a:lnTo>
                  <a:lnTo>
                    <a:pt x="92582" y="36810"/>
                  </a:lnTo>
                  <a:close/>
                  <a:moveTo>
                    <a:pt x="133622" y="33704"/>
                  </a:moveTo>
                  <a:lnTo>
                    <a:pt x="92582" y="33704"/>
                  </a:lnTo>
                  <a:lnTo>
                    <a:pt x="133622" y="63382"/>
                  </a:lnTo>
                  <a:close/>
                  <a:moveTo>
                    <a:pt x="92582" y="33704"/>
                  </a:moveTo>
                  <a:lnTo>
                    <a:pt x="92582" y="36810"/>
                  </a:lnTo>
                  <a:lnTo>
                    <a:pt x="133622" y="63382"/>
                  </a:lnTo>
                  <a:close/>
                  <a:moveTo>
                    <a:pt x="35877" y="471857"/>
                  </a:moveTo>
                  <a:lnTo>
                    <a:pt x="51541" y="480768"/>
                  </a:lnTo>
                  <a:lnTo>
                    <a:pt x="51541" y="471857"/>
                  </a:lnTo>
                  <a:close/>
                  <a:moveTo>
                    <a:pt x="10991" y="438153"/>
                  </a:moveTo>
                  <a:lnTo>
                    <a:pt x="51541" y="471857"/>
                  </a:lnTo>
                  <a:lnTo>
                    <a:pt x="51541" y="438153"/>
                  </a:lnTo>
                  <a:close/>
                  <a:moveTo>
                    <a:pt x="10991" y="438153"/>
                  </a:moveTo>
                  <a:lnTo>
                    <a:pt x="35877" y="471857"/>
                  </a:lnTo>
                  <a:lnTo>
                    <a:pt x="51541" y="471857"/>
                  </a:lnTo>
                  <a:close/>
                  <a:moveTo>
                    <a:pt x="92582" y="471857"/>
                  </a:moveTo>
                  <a:lnTo>
                    <a:pt x="51541" y="480768"/>
                  </a:lnTo>
                  <a:lnTo>
                    <a:pt x="92582" y="486374"/>
                  </a:lnTo>
                  <a:close/>
                  <a:moveTo>
                    <a:pt x="92582" y="471857"/>
                  </a:moveTo>
                  <a:lnTo>
                    <a:pt x="51541" y="471857"/>
                  </a:lnTo>
                  <a:lnTo>
                    <a:pt x="51541" y="480768"/>
                  </a:lnTo>
                  <a:close/>
                  <a:moveTo>
                    <a:pt x="133622" y="471857"/>
                  </a:moveTo>
                  <a:lnTo>
                    <a:pt x="92582" y="486374"/>
                  </a:lnTo>
                  <a:lnTo>
                    <a:pt x="133622" y="476957"/>
                  </a:lnTo>
                  <a:close/>
                  <a:moveTo>
                    <a:pt x="133622" y="471857"/>
                  </a:moveTo>
                  <a:lnTo>
                    <a:pt x="92582" y="471857"/>
                  </a:lnTo>
                  <a:lnTo>
                    <a:pt x="92582" y="486374"/>
                  </a:lnTo>
                  <a:close/>
                  <a:moveTo>
                    <a:pt x="133622" y="471857"/>
                  </a:moveTo>
                  <a:lnTo>
                    <a:pt x="133622" y="476957"/>
                  </a:lnTo>
                  <a:lnTo>
                    <a:pt x="143591" y="471857"/>
                  </a:lnTo>
                  <a:close/>
                  <a:moveTo>
                    <a:pt x="174663" y="438153"/>
                  </a:moveTo>
                  <a:lnTo>
                    <a:pt x="143591" y="471857"/>
                  </a:lnTo>
                  <a:lnTo>
                    <a:pt x="174663" y="453283"/>
                  </a:lnTo>
                  <a:close/>
                  <a:moveTo>
                    <a:pt x="133622" y="471857"/>
                  </a:moveTo>
                  <a:lnTo>
                    <a:pt x="143591" y="471857"/>
                  </a:lnTo>
                  <a:lnTo>
                    <a:pt x="174663" y="438153"/>
                  </a:lnTo>
                  <a:close/>
                  <a:moveTo>
                    <a:pt x="12509" y="404449"/>
                  </a:moveTo>
                  <a:lnTo>
                    <a:pt x="10991" y="438153"/>
                  </a:lnTo>
                  <a:lnTo>
                    <a:pt x="51541" y="438153"/>
                  </a:lnTo>
                  <a:close/>
                  <a:moveTo>
                    <a:pt x="174663" y="438153"/>
                  </a:moveTo>
                  <a:lnTo>
                    <a:pt x="174663" y="453283"/>
                  </a:lnTo>
                  <a:lnTo>
                    <a:pt x="194901" y="438153"/>
                  </a:lnTo>
                  <a:close/>
                  <a:moveTo>
                    <a:pt x="215703" y="404449"/>
                  </a:moveTo>
                  <a:lnTo>
                    <a:pt x="194901" y="438153"/>
                  </a:lnTo>
                  <a:lnTo>
                    <a:pt x="215703" y="422378"/>
                  </a:lnTo>
                  <a:close/>
                  <a:moveTo>
                    <a:pt x="174663" y="438153"/>
                  </a:moveTo>
                  <a:lnTo>
                    <a:pt x="194901" y="438153"/>
                  </a:lnTo>
                  <a:lnTo>
                    <a:pt x="215703" y="404449"/>
                  </a:lnTo>
                  <a:close/>
                  <a:moveTo>
                    <a:pt x="25154" y="370745"/>
                  </a:moveTo>
                  <a:lnTo>
                    <a:pt x="12509" y="404449"/>
                  </a:lnTo>
                  <a:lnTo>
                    <a:pt x="51541" y="404449"/>
                  </a:lnTo>
                  <a:close/>
                  <a:moveTo>
                    <a:pt x="215703" y="404449"/>
                  </a:moveTo>
                  <a:lnTo>
                    <a:pt x="215703" y="422378"/>
                  </a:lnTo>
                  <a:lnTo>
                    <a:pt x="238382" y="404449"/>
                  </a:lnTo>
                  <a:close/>
                  <a:moveTo>
                    <a:pt x="256743" y="370745"/>
                  </a:moveTo>
                  <a:lnTo>
                    <a:pt x="238382" y="404449"/>
                  </a:lnTo>
                  <a:lnTo>
                    <a:pt x="256743" y="389904"/>
                  </a:lnTo>
                  <a:close/>
                  <a:moveTo>
                    <a:pt x="215703" y="404449"/>
                  </a:moveTo>
                  <a:lnTo>
                    <a:pt x="238382" y="404449"/>
                  </a:lnTo>
                  <a:lnTo>
                    <a:pt x="256743" y="370745"/>
                  </a:lnTo>
                  <a:close/>
                  <a:moveTo>
                    <a:pt x="38443" y="337041"/>
                  </a:moveTo>
                  <a:lnTo>
                    <a:pt x="51541" y="370745"/>
                  </a:lnTo>
                  <a:lnTo>
                    <a:pt x="51541" y="337041"/>
                  </a:lnTo>
                  <a:close/>
                  <a:moveTo>
                    <a:pt x="38443" y="337041"/>
                  </a:moveTo>
                  <a:lnTo>
                    <a:pt x="25154" y="370745"/>
                  </a:lnTo>
                  <a:lnTo>
                    <a:pt x="51541" y="370745"/>
                  </a:lnTo>
                  <a:close/>
                  <a:moveTo>
                    <a:pt x="256743" y="370745"/>
                  </a:moveTo>
                  <a:lnTo>
                    <a:pt x="256743" y="389904"/>
                  </a:lnTo>
                  <a:lnTo>
                    <a:pt x="278441" y="370745"/>
                  </a:lnTo>
                  <a:close/>
                  <a:moveTo>
                    <a:pt x="297784" y="337041"/>
                  </a:moveTo>
                  <a:lnTo>
                    <a:pt x="278441" y="370745"/>
                  </a:lnTo>
                  <a:lnTo>
                    <a:pt x="297784" y="348096"/>
                  </a:lnTo>
                  <a:close/>
                  <a:moveTo>
                    <a:pt x="256743" y="370745"/>
                  </a:moveTo>
                  <a:lnTo>
                    <a:pt x="278441" y="370745"/>
                  </a:lnTo>
                  <a:lnTo>
                    <a:pt x="297784" y="337041"/>
                  </a:lnTo>
                  <a:close/>
                  <a:moveTo>
                    <a:pt x="46910" y="303337"/>
                  </a:moveTo>
                  <a:lnTo>
                    <a:pt x="51541" y="337041"/>
                  </a:lnTo>
                  <a:lnTo>
                    <a:pt x="51541" y="303337"/>
                  </a:lnTo>
                  <a:close/>
                  <a:moveTo>
                    <a:pt x="46910" y="303337"/>
                  </a:moveTo>
                  <a:lnTo>
                    <a:pt x="38443" y="337041"/>
                  </a:lnTo>
                  <a:lnTo>
                    <a:pt x="51541" y="337041"/>
                  </a:lnTo>
                  <a:close/>
                  <a:moveTo>
                    <a:pt x="297784" y="337041"/>
                  </a:moveTo>
                  <a:lnTo>
                    <a:pt x="297784" y="348096"/>
                  </a:lnTo>
                  <a:lnTo>
                    <a:pt x="305988" y="337041"/>
                  </a:lnTo>
                  <a:close/>
                  <a:moveTo>
                    <a:pt x="297784" y="303337"/>
                  </a:moveTo>
                  <a:lnTo>
                    <a:pt x="305988" y="337041"/>
                  </a:lnTo>
                  <a:lnTo>
                    <a:pt x="317444" y="303337"/>
                  </a:lnTo>
                  <a:close/>
                  <a:moveTo>
                    <a:pt x="297784" y="303337"/>
                  </a:moveTo>
                  <a:lnTo>
                    <a:pt x="297784" y="337041"/>
                  </a:lnTo>
                  <a:lnTo>
                    <a:pt x="305988" y="337041"/>
                  </a:lnTo>
                  <a:close/>
                  <a:moveTo>
                    <a:pt x="48637" y="269632"/>
                  </a:moveTo>
                  <a:lnTo>
                    <a:pt x="51541" y="303337"/>
                  </a:lnTo>
                  <a:lnTo>
                    <a:pt x="51541" y="269632"/>
                  </a:lnTo>
                  <a:close/>
                  <a:moveTo>
                    <a:pt x="48637" y="269632"/>
                  </a:moveTo>
                  <a:lnTo>
                    <a:pt x="46910" y="303337"/>
                  </a:lnTo>
                  <a:lnTo>
                    <a:pt x="51541" y="303337"/>
                  </a:lnTo>
                  <a:close/>
                  <a:moveTo>
                    <a:pt x="297784" y="269632"/>
                  </a:moveTo>
                  <a:lnTo>
                    <a:pt x="317444" y="303337"/>
                  </a:lnTo>
                  <a:lnTo>
                    <a:pt x="314077" y="269632"/>
                  </a:lnTo>
                  <a:close/>
                  <a:moveTo>
                    <a:pt x="297784" y="269632"/>
                  </a:moveTo>
                  <a:lnTo>
                    <a:pt x="297784" y="303337"/>
                  </a:lnTo>
                  <a:lnTo>
                    <a:pt x="317444" y="303337"/>
                  </a:lnTo>
                  <a:close/>
                  <a:moveTo>
                    <a:pt x="42531" y="235928"/>
                  </a:moveTo>
                  <a:lnTo>
                    <a:pt x="51541" y="269632"/>
                  </a:lnTo>
                  <a:lnTo>
                    <a:pt x="51541" y="235928"/>
                  </a:lnTo>
                  <a:close/>
                  <a:moveTo>
                    <a:pt x="42531" y="235928"/>
                  </a:moveTo>
                  <a:lnTo>
                    <a:pt x="48637" y="269632"/>
                  </a:lnTo>
                  <a:lnTo>
                    <a:pt x="51541" y="269632"/>
                  </a:lnTo>
                  <a:close/>
                  <a:moveTo>
                    <a:pt x="297784" y="269632"/>
                  </a:moveTo>
                  <a:lnTo>
                    <a:pt x="314077" y="269632"/>
                  </a:lnTo>
                  <a:lnTo>
                    <a:pt x="297784" y="239481"/>
                  </a:lnTo>
                  <a:close/>
                  <a:moveTo>
                    <a:pt x="295492" y="235928"/>
                  </a:moveTo>
                  <a:lnTo>
                    <a:pt x="297784" y="269632"/>
                  </a:lnTo>
                  <a:lnTo>
                    <a:pt x="297784" y="239481"/>
                  </a:lnTo>
                  <a:close/>
                  <a:moveTo>
                    <a:pt x="28148" y="202224"/>
                  </a:moveTo>
                  <a:lnTo>
                    <a:pt x="51541" y="235928"/>
                  </a:lnTo>
                  <a:lnTo>
                    <a:pt x="51541" y="202224"/>
                  </a:lnTo>
                  <a:close/>
                  <a:moveTo>
                    <a:pt x="28148" y="202224"/>
                  </a:moveTo>
                  <a:lnTo>
                    <a:pt x="42531" y="235928"/>
                  </a:lnTo>
                  <a:lnTo>
                    <a:pt x="51541" y="235928"/>
                  </a:lnTo>
                  <a:close/>
                  <a:moveTo>
                    <a:pt x="256743" y="202224"/>
                  </a:moveTo>
                  <a:lnTo>
                    <a:pt x="295492" y="235928"/>
                  </a:lnTo>
                  <a:lnTo>
                    <a:pt x="261574" y="202224"/>
                  </a:lnTo>
                  <a:close/>
                  <a:moveTo>
                    <a:pt x="256743" y="202224"/>
                  </a:moveTo>
                  <a:lnTo>
                    <a:pt x="256743" y="235928"/>
                  </a:lnTo>
                  <a:lnTo>
                    <a:pt x="295492" y="235928"/>
                  </a:lnTo>
                  <a:close/>
                  <a:moveTo>
                    <a:pt x="51541" y="202224"/>
                  </a:moveTo>
                  <a:lnTo>
                    <a:pt x="10501" y="170664"/>
                  </a:lnTo>
                  <a:lnTo>
                    <a:pt x="28148" y="202224"/>
                  </a:lnTo>
                  <a:close/>
                  <a:moveTo>
                    <a:pt x="10501" y="168520"/>
                  </a:moveTo>
                  <a:lnTo>
                    <a:pt x="10501" y="170664"/>
                  </a:lnTo>
                  <a:lnTo>
                    <a:pt x="51541" y="202224"/>
                  </a:lnTo>
                  <a:close/>
                  <a:moveTo>
                    <a:pt x="51541" y="168520"/>
                  </a:moveTo>
                  <a:lnTo>
                    <a:pt x="10501" y="168520"/>
                  </a:lnTo>
                  <a:lnTo>
                    <a:pt x="51541" y="202224"/>
                  </a:lnTo>
                  <a:close/>
                  <a:moveTo>
                    <a:pt x="215703" y="168520"/>
                  </a:moveTo>
                  <a:lnTo>
                    <a:pt x="256743" y="197942"/>
                  </a:lnTo>
                  <a:lnTo>
                    <a:pt x="221128" y="168520"/>
                  </a:lnTo>
                  <a:close/>
                  <a:moveTo>
                    <a:pt x="256743" y="202224"/>
                  </a:moveTo>
                  <a:lnTo>
                    <a:pt x="256743" y="197942"/>
                  </a:lnTo>
                  <a:lnTo>
                    <a:pt x="215703" y="168520"/>
                  </a:lnTo>
                  <a:close/>
                  <a:moveTo>
                    <a:pt x="215703" y="202224"/>
                  </a:moveTo>
                  <a:lnTo>
                    <a:pt x="256743" y="202224"/>
                  </a:lnTo>
                  <a:lnTo>
                    <a:pt x="215703" y="168520"/>
                  </a:lnTo>
                  <a:close/>
                  <a:moveTo>
                    <a:pt x="256743" y="202224"/>
                  </a:moveTo>
                  <a:lnTo>
                    <a:pt x="261574" y="202224"/>
                  </a:lnTo>
                  <a:lnTo>
                    <a:pt x="256743" y="197942"/>
                  </a:lnTo>
                  <a:close/>
                  <a:moveTo>
                    <a:pt x="9408" y="168520"/>
                  </a:moveTo>
                  <a:lnTo>
                    <a:pt x="10501" y="170664"/>
                  </a:lnTo>
                  <a:lnTo>
                    <a:pt x="10501" y="168520"/>
                  </a:lnTo>
                  <a:close/>
                  <a:moveTo>
                    <a:pt x="0" y="134816"/>
                  </a:moveTo>
                  <a:lnTo>
                    <a:pt x="10501" y="168520"/>
                  </a:lnTo>
                  <a:lnTo>
                    <a:pt x="10501" y="134816"/>
                  </a:lnTo>
                  <a:close/>
                  <a:moveTo>
                    <a:pt x="0" y="134816"/>
                  </a:moveTo>
                  <a:lnTo>
                    <a:pt x="9408" y="168520"/>
                  </a:lnTo>
                  <a:lnTo>
                    <a:pt x="10501" y="168520"/>
                  </a:lnTo>
                  <a:close/>
                  <a:moveTo>
                    <a:pt x="10501" y="168520"/>
                  </a:moveTo>
                  <a:lnTo>
                    <a:pt x="51541" y="134816"/>
                  </a:lnTo>
                  <a:lnTo>
                    <a:pt x="10501" y="134816"/>
                  </a:lnTo>
                  <a:close/>
                  <a:moveTo>
                    <a:pt x="174663" y="134816"/>
                  </a:moveTo>
                  <a:lnTo>
                    <a:pt x="215703" y="163090"/>
                  </a:lnTo>
                  <a:lnTo>
                    <a:pt x="188324" y="134816"/>
                  </a:lnTo>
                  <a:close/>
                  <a:moveTo>
                    <a:pt x="215703" y="168520"/>
                  </a:moveTo>
                  <a:lnTo>
                    <a:pt x="215703" y="163090"/>
                  </a:lnTo>
                  <a:lnTo>
                    <a:pt x="174663" y="134816"/>
                  </a:lnTo>
                  <a:close/>
                  <a:moveTo>
                    <a:pt x="174663" y="168520"/>
                  </a:moveTo>
                  <a:lnTo>
                    <a:pt x="215703" y="168520"/>
                  </a:lnTo>
                  <a:lnTo>
                    <a:pt x="174663" y="134816"/>
                  </a:lnTo>
                  <a:close/>
                  <a:moveTo>
                    <a:pt x="215703" y="168520"/>
                  </a:moveTo>
                  <a:lnTo>
                    <a:pt x="221128" y="168520"/>
                  </a:lnTo>
                  <a:lnTo>
                    <a:pt x="215703" y="163090"/>
                  </a:lnTo>
                  <a:close/>
                  <a:moveTo>
                    <a:pt x="3988" y="101112"/>
                  </a:moveTo>
                  <a:lnTo>
                    <a:pt x="10501" y="134816"/>
                  </a:lnTo>
                  <a:lnTo>
                    <a:pt x="10501" y="101112"/>
                  </a:lnTo>
                  <a:close/>
                  <a:moveTo>
                    <a:pt x="3988" y="101112"/>
                  </a:moveTo>
                  <a:lnTo>
                    <a:pt x="0" y="134816"/>
                  </a:lnTo>
                  <a:lnTo>
                    <a:pt x="10501" y="134816"/>
                  </a:lnTo>
                  <a:close/>
                  <a:moveTo>
                    <a:pt x="10501" y="134816"/>
                  </a:moveTo>
                  <a:lnTo>
                    <a:pt x="51541" y="101112"/>
                  </a:lnTo>
                  <a:lnTo>
                    <a:pt x="10501" y="101112"/>
                  </a:lnTo>
                  <a:close/>
                  <a:moveTo>
                    <a:pt x="133622" y="101112"/>
                  </a:moveTo>
                  <a:lnTo>
                    <a:pt x="174663" y="116358"/>
                  </a:lnTo>
                  <a:lnTo>
                    <a:pt x="162081" y="101112"/>
                  </a:lnTo>
                  <a:close/>
                  <a:moveTo>
                    <a:pt x="174663" y="134816"/>
                  </a:moveTo>
                  <a:lnTo>
                    <a:pt x="174663" y="116358"/>
                  </a:lnTo>
                  <a:lnTo>
                    <a:pt x="133622" y="101112"/>
                  </a:lnTo>
                  <a:close/>
                  <a:moveTo>
                    <a:pt x="174663" y="134816"/>
                  </a:moveTo>
                  <a:lnTo>
                    <a:pt x="188324" y="134816"/>
                  </a:lnTo>
                  <a:lnTo>
                    <a:pt x="174663" y="116358"/>
                  </a:lnTo>
                  <a:close/>
                  <a:moveTo>
                    <a:pt x="10501" y="88581"/>
                  </a:moveTo>
                  <a:lnTo>
                    <a:pt x="3988" y="101112"/>
                  </a:lnTo>
                  <a:lnTo>
                    <a:pt x="10501" y="101112"/>
                  </a:lnTo>
                  <a:close/>
                  <a:moveTo>
                    <a:pt x="10501" y="101112"/>
                  </a:moveTo>
                  <a:lnTo>
                    <a:pt x="27846" y="67408"/>
                  </a:lnTo>
                  <a:lnTo>
                    <a:pt x="10501" y="88581"/>
                  </a:lnTo>
                  <a:close/>
                  <a:moveTo>
                    <a:pt x="51541" y="67408"/>
                  </a:moveTo>
                  <a:lnTo>
                    <a:pt x="27846" y="67408"/>
                  </a:lnTo>
                  <a:lnTo>
                    <a:pt x="10501" y="101112"/>
                  </a:lnTo>
                  <a:close/>
                  <a:moveTo>
                    <a:pt x="51541" y="101112"/>
                  </a:moveTo>
                  <a:lnTo>
                    <a:pt x="51541" y="67408"/>
                  </a:lnTo>
                  <a:lnTo>
                    <a:pt x="10501" y="101112"/>
                  </a:lnTo>
                  <a:close/>
                  <a:moveTo>
                    <a:pt x="92582" y="101112"/>
                  </a:moveTo>
                  <a:lnTo>
                    <a:pt x="133622" y="101112"/>
                  </a:lnTo>
                  <a:lnTo>
                    <a:pt x="133622" y="67408"/>
                  </a:lnTo>
                  <a:close/>
                  <a:moveTo>
                    <a:pt x="92582" y="101112"/>
                  </a:moveTo>
                  <a:lnTo>
                    <a:pt x="133622" y="67408"/>
                  </a:lnTo>
                  <a:lnTo>
                    <a:pt x="92582" y="67408"/>
                  </a:lnTo>
                  <a:close/>
                  <a:moveTo>
                    <a:pt x="133622" y="67408"/>
                  </a:moveTo>
                  <a:lnTo>
                    <a:pt x="162081" y="101112"/>
                  </a:lnTo>
                  <a:lnTo>
                    <a:pt x="136482" y="67408"/>
                  </a:lnTo>
                  <a:close/>
                  <a:moveTo>
                    <a:pt x="133622" y="67408"/>
                  </a:moveTo>
                  <a:lnTo>
                    <a:pt x="133622" y="101112"/>
                  </a:lnTo>
                  <a:lnTo>
                    <a:pt x="162081" y="101112"/>
                  </a:lnTo>
                  <a:close/>
                  <a:moveTo>
                    <a:pt x="51541" y="46214"/>
                  </a:moveTo>
                  <a:lnTo>
                    <a:pt x="27846" y="67408"/>
                  </a:lnTo>
                  <a:lnTo>
                    <a:pt x="51541" y="67408"/>
                  </a:lnTo>
                  <a:close/>
                  <a:moveTo>
                    <a:pt x="51541" y="67408"/>
                  </a:moveTo>
                  <a:lnTo>
                    <a:pt x="92582" y="36810"/>
                  </a:lnTo>
                  <a:lnTo>
                    <a:pt x="51541" y="46214"/>
                  </a:lnTo>
                  <a:close/>
                  <a:moveTo>
                    <a:pt x="51541" y="67408"/>
                  </a:moveTo>
                  <a:lnTo>
                    <a:pt x="92582" y="67408"/>
                  </a:lnTo>
                  <a:lnTo>
                    <a:pt x="92582" y="36810"/>
                  </a:lnTo>
                  <a:close/>
                  <a:moveTo>
                    <a:pt x="92582" y="67408"/>
                  </a:moveTo>
                  <a:lnTo>
                    <a:pt x="133622" y="63382"/>
                  </a:lnTo>
                  <a:lnTo>
                    <a:pt x="92582" y="36810"/>
                  </a:lnTo>
                  <a:close/>
                  <a:moveTo>
                    <a:pt x="92582" y="67408"/>
                  </a:moveTo>
                  <a:lnTo>
                    <a:pt x="133622" y="67408"/>
                  </a:lnTo>
                  <a:lnTo>
                    <a:pt x="133622" y="63382"/>
                  </a:lnTo>
                  <a:close/>
                  <a:moveTo>
                    <a:pt x="133622" y="67408"/>
                  </a:moveTo>
                  <a:lnTo>
                    <a:pt x="136482" y="67408"/>
                  </a:lnTo>
                  <a:lnTo>
                    <a:pt x="133622" y="63382"/>
                  </a:lnTo>
                  <a:close/>
                </a:path>
              </a:pathLst>
            </a:custGeom>
            <a:solidFill>
              <a:srgbClr val="E88594"/>
            </a:solidFill>
            <a:ln w="4001">
              <a:solidFill>
                <a:srgbClr val="F2BCC4"/>
              </a:solidFill>
            </a:ln>
          </p:spPr>
        </p:sp>
        <p:sp>
          <p:nvSpPr>
            <p:cNvPr id="3983" name="Candidate_B4__3982">
              <a:extLst>
                <a:ext uri="{FF2B5EF4-FFF2-40B4-BE49-F238E27FC236}">
                  <a16:creationId xmlns:a16="http://schemas.microsoft.com/office/drawing/2014/main" id="{8D47C828-14D2-5D2A-6971-F4265997C0C6}"/>
                </a:ext>
              </a:extLst>
            </p:cNvPr>
            <p:cNvSpPr>
              <a:spLocks noGrp="1"/>
            </p:cNvSpPr>
            <p:nvPr/>
          </p:nvSpPr>
          <p:spPr>
            <a:xfrm>
              <a:off x="5603688" y="2064794"/>
              <a:ext cx="287283" cy="404449"/>
            </a:xfrm>
            <a:custGeom>
              <a:avLst/>
              <a:gdLst/>
              <a:ahLst/>
              <a:cxnLst/>
              <a:rect l="0" t="0" r="0" b="0"/>
              <a:pathLst>
                <a:path w="287283" h="404449">
                  <a:moveTo>
                    <a:pt x="41040" y="404449"/>
                  </a:moveTo>
                  <a:lnTo>
                    <a:pt x="82081" y="404449"/>
                  </a:lnTo>
                  <a:lnTo>
                    <a:pt x="82081" y="370745"/>
                  </a:lnTo>
                  <a:close/>
                  <a:moveTo>
                    <a:pt x="41040" y="404449"/>
                  </a:moveTo>
                  <a:lnTo>
                    <a:pt x="82081" y="370745"/>
                  </a:lnTo>
                  <a:lnTo>
                    <a:pt x="41040" y="370745"/>
                  </a:lnTo>
                  <a:close/>
                  <a:moveTo>
                    <a:pt x="82081" y="404449"/>
                  </a:moveTo>
                  <a:lnTo>
                    <a:pt x="123121" y="404449"/>
                  </a:lnTo>
                  <a:lnTo>
                    <a:pt x="123121" y="370745"/>
                  </a:lnTo>
                  <a:close/>
                  <a:moveTo>
                    <a:pt x="82081" y="404449"/>
                  </a:moveTo>
                  <a:lnTo>
                    <a:pt x="123121" y="370745"/>
                  </a:lnTo>
                  <a:lnTo>
                    <a:pt x="82081" y="370745"/>
                  </a:lnTo>
                  <a:close/>
                  <a:moveTo>
                    <a:pt x="123121" y="370745"/>
                  </a:moveTo>
                  <a:lnTo>
                    <a:pt x="123121" y="404449"/>
                  </a:lnTo>
                  <a:lnTo>
                    <a:pt x="164162" y="370745"/>
                  </a:lnTo>
                  <a:close/>
                  <a:moveTo>
                    <a:pt x="2008" y="337041"/>
                  </a:moveTo>
                  <a:lnTo>
                    <a:pt x="41040" y="370745"/>
                  </a:lnTo>
                  <a:lnTo>
                    <a:pt x="41040" y="337041"/>
                  </a:lnTo>
                  <a:close/>
                  <a:moveTo>
                    <a:pt x="41040" y="370745"/>
                  </a:moveTo>
                  <a:lnTo>
                    <a:pt x="82081" y="370745"/>
                  </a:lnTo>
                  <a:lnTo>
                    <a:pt x="82081" y="337041"/>
                  </a:lnTo>
                  <a:close/>
                  <a:moveTo>
                    <a:pt x="41040" y="370745"/>
                  </a:moveTo>
                  <a:lnTo>
                    <a:pt x="82081" y="337041"/>
                  </a:lnTo>
                  <a:lnTo>
                    <a:pt x="41040" y="337041"/>
                  </a:lnTo>
                  <a:close/>
                  <a:moveTo>
                    <a:pt x="82081" y="370745"/>
                  </a:moveTo>
                  <a:lnTo>
                    <a:pt x="123121" y="370745"/>
                  </a:lnTo>
                  <a:lnTo>
                    <a:pt x="123121" y="337041"/>
                  </a:lnTo>
                  <a:close/>
                  <a:moveTo>
                    <a:pt x="123121" y="370745"/>
                  </a:moveTo>
                  <a:lnTo>
                    <a:pt x="164162" y="370745"/>
                  </a:lnTo>
                  <a:lnTo>
                    <a:pt x="164162" y="337041"/>
                  </a:lnTo>
                  <a:close/>
                  <a:moveTo>
                    <a:pt x="123121" y="370745"/>
                  </a:moveTo>
                  <a:lnTo>
                    <a:pt x="164162" y="337041"/>
                  </a:lnTo>
                  <a:lnTo>
                    <a:pt x="123121" y="337041"/>
                  </a:lnTo>
                  <a:close/>
                  <a:moveTo>
                    <a:pt x="164162" y="337041"/>
                  </a:moveTo>
                  <a:lnTo>
                    <a:pt x="164162" y="370745"/>
                  </a:lnTo>
                  <a:lnTo>
                    <a:pt x="205202" y="337041"/>
                  </a:lnTo>
                  <a:close/>
                  <a:moveTo>
                    <a:pt x="14654" y="303337"/>
                  </a:moveTo>
                  <a:lnTo>
                    <a:pt x="41040" y="337041"/>
                  </a:lnTo>
                  <a:lnTo>
                    <a:pt x="41040" y="303337"/>
                  </a:lnTo>
                  <a:close/>
                  <a:moveTo>
                    <a:pt x="41040" y="337041"/>
                  </a:moveTo>
                  <a:lnTo>
                    <a:pt x="82081" y="337041"/>
                  </a:lnTo>
                  <a:lnTo>
                    <a:pt x="82081" y="303337"/>
                  </a:lnTo>
                  <a:close/>
                  <a:moveTo>
                    <a:pt x="41040" y="337041"/>
                  </a:moveTo>
                  <a:lnTo>
                    <a:pt x="82081" y="303337"/>
                  </a:lnTo>
                  <a:lnTo>
                    <a:pt x="41040" y="303337"/>
                  </a:lnTo>
                  <a:close/>
                  <a:moveTo>
                    <a:pt x="205202" y="303337"/>
                  </a:moveTo>
                  <a:lnTo>
                    <a:pt x="164162" y="337041"/>
                  </a:lnTo>
                  <a:lnTo>
                    <a:pt x="205202" y="337041"/>
                  </a:lnTo>
                  <a:close/>
                  <a:moveTo>
                    <a:pt x="205202" y="303337"/>
                  </a:moveTo>
                  <a:lnTo>
                    <a:pt x="205202" y="337041"/>
                  </a:lnTo>
                  <a:lnTo>
                    <a:pt x="246243" y="303337"/>
                  </a:lnTo>
                  <a:close/>
                  <a:moveTo>
                    <a:pt x="41040" y="303337"/>
                  </a:moveTo>
                  <a:lnTo>
                    <a:pt x="82081" y="303337"/>
                  </a:lnTo>
                  <a:lnTo>
                    <a:pt x="82081" y="269632"/>
                  </a:lnTo>
                  <a:close/>
                  <a:moveTo>
                    <a:pt x="41040" y="303337"/>
                  </a:moveTo>
                  <a:lnTo>
                    <a:pt x="82081" y="269632"/>
                  </a:lnTo>
                  <a:lnTo>
                    <a:pt x="41040" y="269632"/>
                  </a:lnTo>
                  <a:close/>
                  <a:moveTo>
                    <a:pt x="246243" y="269632"/>
                  </a:moveTo>
                  <a:lnTo>
                    <a:pt x="205202" y="303337"/>
                  </a:lnTo>
                  <a:lnTo>
                    <a:pt x="246243" y="303337"/>
                  </a:lnTo>
                  <a:close/>
                  <a:moveTo>
                    <a:pt x="246243" y="269632"/>
                  </a:moveTo>
                  <a:lnTo>
                    <a:pt x="246243" y="303337"/>
                  </a:lnTo>
                  <a:lnTo>
                    <a:pt x="287283" y="269632"/>
                  </a:lnTo>
                  <a:close/>
                  <a:moveTo>
                    <a:pt x="41040" y="269632"/>
                  </a:moveTo>
                  <a:lnTo>
                    <a:pt x="82081" y="269632"/>
                  </a:lnTo>
                  <a:lnTo>
                    <a:pt x="82081" y="235928"/>
                  </a:lnTo>
                  <a:close/>
                  <a:moveTo>
                    <a:pt x="41040" y="269632"/>
                  </a:moveTo>
                  <a:lnTo>
                    <a:pt x="82081" y="235928"/>
                  </a:lnTo>
                  <a:lnTo>
                    <a:pt x="41040" y="235928"/>
                  </a:lnTo>
                  <a:close/>
                  <a:moveTo>
                    <a:pt x="287283" y="235928"/>
                  </a:moveTo>
                  <a:lnTo>
                    <a:pt x="246243" y="269632"/>
                  </a:lnTo>
                  <a:lnTo>
                    <a:pt x="287283" y="269632"/>
                  </a:lnTo>
                  <a:close/>
                  <a:moveTo>
                    <a:pt x="41040" y="235928"/>
                  </a:moveTo>
                  <a:lnTo>
                    <a:pt x="82081" y="235928"/>
                  </a:lnTo>
                  <a:lnTo>
                    <a:pt x="82081" y="202224"/>
                  </a:lnTo>
                  <a:close/>
                  <a:moveTo>
                    <a:pt x="41040" y="235928"/>
                  </a:moveTo>
                  <a:lnTo>
                    <a:pt x="82081" y="202224"/>
                  </a:lnTo>
                  <a:lnTo>
                    <a:pt x="41040" y="202224"/>
                  </a:lnTo>
                  <a:close/>
                  <a:moveTo>
                    <a:pt x="287283" y="235928"/>
                  </a:moveTo>
                  <a:lnTo>
                    <a:pt x="287283" y="202224"/>
                  </a:lnTo>
                  <a:lnTo>
                    <a:pt x="256025" y="235928"/>
                  </a:lnTo>
                  <a:close/>
                  <a:moveTo>
                    <a:pt x="41040" y="202224"/>
                  </a:moveTo>
                  <a:lnTo>
                    <a:pt x="82081" y="202224"/>
                  </a:lnTo>
                  <a:lnTo>
                    <a:pt x="82081" y="168520"/>
                  </a:lnTo>
                  <a:close/>
                  <a:moveTo>
                    <a:pt x="41040" y="202224"/>
                  </a:moveTo>
                  <a:lnTo>
                    <a:pt x="82081" y="168520"/>
                  </a:lnTo>
                  <a:lnTo>
                    <a:pt x="41040" y="168520"/>
                  </a:lnTo>
                  <a:close/>
                  <a:moveTo>
                    <a:pt x="251132" y="202224"/>
                  </a:moveTo>
                  <a:lnTo>
                    <a:pt x="287283" y="202224"/>
                  </a:lnTo>
                  <a:lnTo>
                    <a:pt x="246243" y="168520"/>
                  </a:lnTo>
                  <a:close/>
                  <a:moveTo>
                    <a:pt x="246243" y="168520"/>
                  </a:moveTo>
                  <a:lnTo>
                    <a:pt x="287283" y="202224"/>
                  </a:lnTo>
                  <a:lnTo>
                    <a:pt x="284992" y="168520"/>
                  </a:lnTo>
                  <a:close/>
                  <a:moveTo>
                    <a:pt x="41040" y="168520"/>
                  </a:moveTo>
                  <a:lnTo>
                    <a:pt x="82081" y="168520"/>
                  </a:lnTo>
                  <a:lnTo>
                    <a:pt x="82081" y="134816"/>
                  </a:lnTo>
                  <a:close/>
                  <a:moveTo>
                    <a:pt x="41040" y="168520"/>
                  </a:moveTo>
                  <a:lnTo>
                    <a:pt x="82081" y="134816"/>
                  </a:lnTo>
                  <a:lnTo>
                    <a:pt x="41040" y="134816"/>
                  </a:lnTo>
                  <a:close/>
                  <a:moveTo>
                    <a:pt x="205202" y="134816"/>
                  </a:moveTo>
                  <a:lnTo>
                    <a:pt x="246243" y="168520"/>
                  </a:lnTo>
                  <a:lnTo>
                    <a:pt x="246243" y="134816"/>
                  </a:lnTo>
                  <a:close/>
                  <a:moveTo>
                    <a:pt x="41040" y="134816"/>
                  </a:moveTo>
                  <a:lnTo>
                    <a:pt x="82081" y="134816"/>
                  </a:lnTo>
                  <a:lnTo>
                    <a:pt x="82081" y="101112"/>
                  </a:lnTo>
                  <a:close/>
                  <a:moveTo>
                    <a:pt x="41040" y="134816"/>
                  </a:moveTo>
                  <a:lnTo>
                    <a:pt x="82081" y="101112"/>
                  </a:lnTo>
                  <a:lnTo>
                    <a:pt x="41040" y="101112"/>
                  </a:lnTo>
                  <a:close/>
                  <a:moveTo>
                    <a:pt x="82081" y="134816"/>
                  </a:moveTo>
                  <a:lnTo>
                    <a:pt x="123121" y="101112"/>
                  </a:lnTo>
                  <a:lnTo>
                    <a:pt x="82081" y="101112"/>
                  </a:lnTo>
                  <a:close/>
                  <a:moveTo>
                    <a:pt x="123121" y="134816"/>
                  </a:moveTo>
                  <a:lnTo>
                    <a:pt x="164162" y="101112"/>
                  </a:lnTo>
                  <a:lnTo>
                    <a:pt x="123121" y="101112"/>
                  </a:lnTo>
                  <a:close/>
                  <a:moveTo>
                    <a:pt x="164162" y="134816"/>
                  </a:moveTo>
                  <a:lnTo>
                    <a:pt x="205202" y="134816"/>
                  </a:lnTo>
                  <a:lnTo>
                    <a:pt x="205202" y="101112"/>
                  </a:lnTo>
                  <a:close/>
                  <a:moveTo>
                    <a:pt x="164162" y="134816"/>
                  </a:moveTo>
                  <a:lnTo>
                    <a:pt x="205202" y="101112"/>
                  </a:lnTo>
                  <a:lnTo>
                    <a:pt x="164162" y="101112"/>
                  </a:lnTo>
                  <a:close/>
                  <a:moveTo>
                    <a:pt x="0" y="101112"/>
                  </a:moveTo>
                  <a:lnTo>
                    <a:pt x="41040" y="101112"/>
                  </a:lnTo>
                  <a:lnTo>
                    <a:pt x="41040" y="67408"/>
                  </a:lnTo>
                  <a:close/>
                  <a:moveTo>
                    <a:pt x="41040" y="101112"/>
                  </a:moveTo>
                  <a:lnTo>
                    <a:pt x="82081" y="101112"/>
                  </a:lnTo>
                  <a:lnTo>
                    <a:pt x="82081" y="67408"/>
                  </a:lnTo>
                  <a:close/>
                  <a:moveTo>
                    <a:pt x="41040" y="101112"/>
                  </a:moveTo>
                  <a:lnTo>
                    <a:pt x="82081" y="67408"/>
                  </a:lnTo>
                  <a:lnTo>
                    <a:pt x="41040" y="67408"/>
                  </a:lnTo>
                  <a:close/>
                  <a:moveTo>
                    <a:pt x="82081" y="101112"/>
                  </a:moveTo>
                  <a:lnTo>
                    <a:pt x="123121" y="101112"/>
                  </a:lnTo>
                  <a:lnTo>
                    <a:pt x="123121" y="67408"/>
                  </a:lnTo>
                  <a:close/>
                  <a:moveTo>
                    <a:pt x="82081" y="101112"/>
                  </a:moveTo>
                  <a:lnTo>
                    <a:pt x="123121" y="67408"/>
                  </a:lnTo>
                  <a:lnTo>
                    <a:pt x="82081" y="67408"/>
                  </a:lnTo>
                  <a:close/>
                  <a:moveTo>
                    <a:pt x="123121" y="101112"/>
                  </a:moveTo>
                  <a:lnTo>
                    <a:pt x="164162" y="101112"/>
                  </a:lnTo>
                  <a:lnTo>
                    <a:pt x="164162" y="67408"/>
                  </a:lnTo>
                  <a:close/>
                  <a:moveTo>
                    <a:pt x="123121" y="101112"/>
                  </a:moveTo>
                  <a:lnTo>
                    <a:pt x="164162" y="67408"/>
                  </a:lnTo>
                  <a:lnTo>
                    <a:pt x="123121" y="67408"/>
                  </a:lnTo>
                  <a:close/>
                  <a:moveTo>
                    <a:pt x="0" y="67408"/>
                  </a:moveTo>
                  <a:lnTo>
                    <a:pt x="41040" y="67408"/>
                  </a:lnTo>
                  <a:lnTo>
                    <a:pt x="41040" y="33704"/>
                  </a:lnTo>
                  <a:close/>
                  <a:moveTo>
                    <a:pt x="41040" y="67408"/>
                  </a:moveTo>
                  <a:lnTo>
                    <a:pt x="82081" y="67408"/>
                  </a:lnTo>
                  <a:lnTo>
                    <a:pt x="82081" y="33704"/>
                  </a:lnTo>
                  <a:close/>
                  <a:moveTo>
                    <a:pt x="41040" y="67408"/>
                  </a:moveTo>
                  <a:lnTo>
                    <a:pt x="82081" y="33704"/>
                  </a:lnTo>
                  <a:lnTo>
                    <a:pt x="41040" y="33704"/>
                  </a:lnTo>
                  <a:close/>
                  <a:moveTo>
                    <a:pt x="82081" y="67408"/>
                  </a:moveTo>
                  <a:lnTo>
                    <a:pt x="123121" y="67408"/>
                  </a:lnTo>
                  <a:lnTo>
                    <a:pt x="123121" y="33704"/>
                  </a:lnTo>
                  <a:close/>
                  <a:moveTo>
                    <a:pt x="82081" y="67408"/>
                  </a:moveTo>
                  <a:lnTo>
                    <a:pt x="123121" y="33704"/>
                  </a:lnTo>
                  <a:lnTo>
                    <a:pt x="82081" y="33704"/>
                  </a:lnTo>
                  <a:close/>
                  <a:moveTo>
                    <a:pt x="123121" y="67408"/>
                  </a:moveTo>
                  <a:lnTo>
                    <a:pt x="164162" y="67408"/>
                  </a:lnTo>
                  <a:lnTo>
                    <a:pt x="123121" y="33704"/>
                  </a:lnTo>
                  <a:close/>
                  <a:moveTo>
                    <a:pt x="41040" y="33704"/>
                  </a:moveTo>
                  <a:lnTo>
                    <a:pt x="82081" y="33704"/>
                  </a:lnTo>
                  <a:lnTo>
                    <a:pt x="82081" y="0"/>
                  </a:lnTo>
                  <a:close/>
                  <a:moveTo>
                    <a:pt x="41040" y="33704"/>
                  </a:moveTo>
                  <a:lnTo>
                    <a:pt x="82081" y="0"/>
                  </a:lnTo>
                  <a:lnTo>
                    <a:pt x="41040" y="0"/>
                  </a:lnTo>
                  <a:close/>
                </a:path>
              </a:pathLst>
            </a:custGeom>
            <a:solidFill>
              <a:srgbClr val="E98997"/>
            </a:solidFill>
            <a:ln w="4001">
              <a:solidFill>
                <a:srgbClr val="F2BCC4"/>
              </a:solidFill>
            </a:ln>
          </p:spPr>
        </p:sp>
        <p:sp>
          <p:nvSpPr>
            <p:cNvPr id="3984" name="Candidate_B4__3983">
              <a:extLst>
                <a:ext uri="{FF2B5EF4-FFF2-40B4-BE49-F238E27FC236}">
                  <a16:creationId xmlns:a16="http://schemas.microsoft.com/office/drawing/2014/main" id="{DE14D027-46C1-E1B0-95D8-06EAE7FF51A5}"/>
                </a:ext>
              </a:extLst>
            </p:cNvPr>
            <p:cNvSpPr>
              <a:spLocks noGrp="1"/>
            </p:cNvSpPr>
            <p:nvPr/>
          </p:nvSpPr>
          <p:spPr>
            <a:xfrm>
              <a:off x="5685769" y="2165906"/>
              <a:ext cx="205202" cy="269632"/>
            </a:xfrm>
            <a:custGeom>
              <a:avLst/>
              <a:gdLst/>
              <a:ahLst/>
              <a:cxnLst/>
              <a:rect l="0" t="0" r="0" b="0"/>
              <a:pathLst>
                <a:path w="205202" h="269632">
                  <a:moveTo>
                    <a:pt x="0" y="269632"/>
                  </a:moveTo>
                  <a:lnTo>
                    <a:pt x="41040" y="235928"/>
                  </a:lnTo>
                  <a:lnTo>
                    <a:pt x="0" y="235928"/>
                  </a:lnTo>
                  <a:close/>
                  <a:moveTo>
                    <a:pt x="41040" y="214670"/>
                  </a:moveTo>
                  <a:lnTo>
                    <a:pt x="26226" y="202224"/>
                  </a:lnTo>
                  <a:lnTo>
                    <a:pt x="41040" y="235928"/>
                  </a:lnTo>
                  <a:close/>
                  <a:moveTo>
                    <a:pt x="41040" y="235928"/>
                  </a:moveTo>
                  <a:lnTo>
                    <a:pt x="26226" y="202224"/>
                  </a:lnTo>
                  <a:lnTo>
                    <a:pt x="0" y="202224"/>
                  </a:lnTo>
                  <a:close/>
                  <a:moveTo>
                    <a:pt x="41040" y="235928"/>
                  </a:moveTo>
                  <a:lnTo>
                    <a:pt x="0" y="202224"/>
                  </a:lnTo>
                  <a:lnTo>
                    <a:pt x="0" y="235928"/>
                  </a:lnTo>
                  <a:close/>
                  <a:moveTo>
                    <a:pt x="41040" y="235928"/>
                  </a:moveTo>
                  <a:lnTo>
                    <a:pt x="82081" y="235928"/>
                  </a:lnTo>
                  <a:lnTo>
                    <a:pt x="41040" y="214670"/>
                  </a:lnTo>
                  <a:close/>
                  <a:moveTo>
                    <a:pt x="82081" y="235928"/>
                  </a:moveTo>
                  <a:lnTo>
                    <a:pt x="82081" y="211153"/>
                  </a:lnTo>
                  <a:lnTo>
                    <a:pt x="41040" y="214670"/>
                  </a:lnTo>
                  <a:close/>
                  <a:moveTo>
                    <a:pt x="102421" y="202224"/>
                  </a:moveTo>
                  <a:lnTo>
                    <a:pt x="82081" y="211153"/>
                  </a:lnTo>
                  <a:lnTo>
                    <a:pt x="123121" y="202224"/>
                  </a:lnTo>
                  <a:close/>
                  <a:moveTo>
                    <a:pt x="123121" y="202224"/>
                  </a:moveTo>
                  <a:lnTo>
                    <a:pt x="82081" y="211153"/>
                  </a:lnTo>
                  <a:lnTo>
                    <a:pt x="82081" y="235928"/>
                  </a:lnTo>
                  <a:close/>
                  <a:moveTo>
                    <a:pt x="26226" y="202224"/>
                  </a:moveTo>
                  <a:lnTo>
                    <a:pt x="15386" y="168520"/>
                  </a:lnTo>
                  <a:lnTo>
                    <a:pt x="0" y="202224"/>
                  </a:lnTo>
                  <a:close/>
                  <a:moveTo>
                    <a:pt x="15386" y="168520"/>
                  </a:moveTo>
                  <a:lnTo>
                    <a:pt x="0" y="168520"/>
                  </a:lnTo>
                  <a:lnTo>
                    <a:pt x="0" y="202224"/>
                  </a:lnTo>
                  <a:close/>
                  <a:moveTo>
                    <a:pt x="155305" y="168520"/>
                  </a:moveTo>
                  <a:lnTo>
                    <a:pt x="123121" y="193041"/>
                  </a:lnTo>
                  <a:lnTo>
                    <a:pt x="164162" y="168520"/>
                  </a:lnTo>
                  <a:close/>
                  <a:moveTo>
                    <a:pt x="164162" y="168520"/>
                  </a:moveTo>
                  <a:lnTo>
                    <a:pt x="123121" y="193041"/>
                  </a:lnTo>
                  <a:lnTo>
                    <a:pt x="123121" y="202224"/>
                  </a:lnTo>
                  <a:close/>
                  <a:moveTo>
                    <a:pt x="102421" y="202224"/>
                  </a:moveTo>
                  <a:lnTo>
                    <a:pt x="123121" y="202224"/>
                  </a:lnTo>
                  <a:lnTo>
                    <a:pt x="123121" y="193041"/>
                  </a:lnTo>
                  <a:close/>
                  <a:moveTo>
                    <a:pt x="15386" y="168520"/>
                  </a:moveTo>
                  <a:lnTo>
                    <a:pt x="14615" y="134816"/>
                  </a:lnTo>
                  <a:lnTo>
                    <a:pt x="0" y="168520"/>
                  </a:lnTo>
                  <a:close/>
                  <a:moveTo>
                    <a:pt x="14615" y="134816"/>
                  </a:moveTo>
                  <a:lnTo>
                    <a:pt x="0" y="134816"/>
                  </a:lnTo>
                  <a:lnTo>
                    <a:pt x="0" y="168520"/>
                  </a:lnTo>
                  <a:close/>
                  <a:moveTo>
                    <a:pt x="173944" y="134816"/>
                  </a:moveTo>
                  <a:lnTo>
                    <a:pt x="164162" y="155909"/>
                  </a:lnTo>
                  <a:lnTo>
                    <a:pt x="205202" y="134816"/>
                  </a:lnTo>
                  <a:close/>
                  <a:moveTo>
                    <a:pt x="205202" y="134816"/>
                  </a:moveTo>
                  <a:lnTo>
                    <a:pt x="164162" y="155909"/>
                  </a:lnTo>
                  <a:lnTo>
                    <a:pt x="164162" y="168520"/>
                  </a:lnTo>
                  <a:close/>
                  <a:moveTo>
                    <a:pt x="155305" y="168520"/>
                  </a:moveTo>
                  <a:lnTo>
                    <a:pt x="164162" y="168520"/>
                  </a:lnTo>
                  <a:lnTo>
                    <a:pt x="164162" y="155909"/>
                  </a:lnTo>
                  <a:close/>
                  <a:moveTo>
                    <a:pt x="14615" y="134816"/>
                  </a:moveTo>
                  <a:lnTo>
                    <a:pt x="18527" y="101112"/>
                  </a:lnTo>
                  <a:lnTo>
                    <a:pt x="0" y="134816"/>
                  </a:lnTo>
                  <a:close/>
                  <a:moveTo>
                    <a:pt x="18527" y="101112"/>
                  </a:moveTo>
                  <a:lnTo>
                    <a:pt x="0" y="101112"/>
                  </a:lnTo>
                  <a:lnTo>
                    <a:pt x="0" y="134816"/>
                  </a:lnTo>
                  <a:close/>
                  <a:moveTo>
                    <a:pt x="205202" y="101112"/>
                  </a:moveTo>
                  <a:lnTo>
                    <a:pt x="169051" y="101112"/>
                  </a:lnTo>
                  <a:lnTo>
                    <a:pt x="173944" y="134816"/>
                  </a:lnTo>
                  <a:close/>
                  <a:moveTo>
                    <a:pt x="18527" y="101112"/>
                  </a:moveTo>
                  <a:lnTo>
                    <a:pt x="28508" y="67408"/>
                  </a:lnTo>
                  <a:lnTo>
                    <a:pt x="0" y="101112"/>
                  </a:lnTo>
                  <a:close/>
                  <a:moveTo>
                    <a:pt x="28508" y="67408"/>
                  </a:moveTo>
                  <a:lnTo>
                    <a:pt x="0" y="67408"/>
                  </a:lnTo>
                  <a:lnTo>
                    <a:pt x="0" y="101112"/>
                  </a:lnTo>
                  <a:close/>
                  <a:moveTo>
                    <a:pt x="164162" y="94236"/>
                  </a:moveTo>
                  <a:lnTo>
                    <a:pt x="169051" y="101112"/>
                  </a:lnTo>
                  <a:lnTo>
                    <a:pt x="164162" y="67408"/>
                  </a:lnTo>
                  <a:close/>
                  <a:moveTo>
                    <a:pt x="28508" y="67408"/>
                  </a:moveTo>
                  <a:lnTo>
                    <a:pt x="41040" y="47628"/>
                  </a:lnTo>
                  <a:lnTo>
                    <a:pt x="0" y="67408"/>
                  </a:lnTo>
                  <a:close/>
                  <a:moveTo>
                    <a:pt x="0" y="67408"/>
                  </a:moveTo>
                  <a:lnTo>
                    <a:pt x="41040" y="47628"/>
                  </a:lnTo>
                  <a:lnTo>
                    <a:pt x="41040" y="33704"/>
                  </a:lnTo>
                  <a:close/>
                  <a:moveTo>
                    <a:pt x="0" y="67408"/>
                  </a:moveTo>
                  <a:lnTo>
                    <a:pt x="41040" y="33704"/>
                  </a:lnTo>
                  <a:lnTo>
                    <a:pt x="0" y="33704"/>
                  </a:lnTo>
                  <a:close/>
                  <a:moveTo>
                    <a:pt x="123121" y="59240"/>
                  </a:moveTo>
                  <a:lnTo>
                    <a:pt x="135169" y="67408"/>
                  </a:lnTo>
                  <a:lnTo>
                    <a:pt x="123121" y="33704"/>
                  </a:lnTo>
                  <a:close/>
                  <a:moveTo>
                    <a:pt x="123121" y="33704"/>
                  </a:moveTo>
                  <a:lnTo>
                    <a:pt x="135169" y="67408"/>
                  </a:lnTo>
                  <a:lnTo>
                    <a:pt x="164162" y="67408"/>
                  </a:lnTo>
                  <a:close/>
                  <a:moveTo>
                    <a:pt x="164162" y="94236"/>
                  </a:moveTo>
                  <a:lnTo>
                    <a:pt x="164162" y="67408"/>
                  </a:lnTo>
                  <a:lnTo>
                    <a:pt x="135169" y="67408"/>
                  </a:lnTo>
                  <a:close/>
                  <a:moveTo>
                    <a:pt x="0" y="33704"/>
                  </a:moveTo>
                  <a:lnTo>
                    <a:pt x="41040" y="33704"/>
                  </a:lnTo>
                  <a:lnTo>
                    <a:pt x="41040" y="0"/>
                  </a:lnTo>
                  <a:close/>
                  <a:moveTo>
                    <a:pt x="41040" y="33704"/>
                  </a:moveTo>
                  <a:lnTo>
                    <a:pt x="82081" y="33704"/>
                  </a:lnTo>
                  <a:lnTo>
                    <a:pt x="82081" y="0"/>
                  </a:lnTo>
                  <a:close/>
                  <a:moveTo>
                    <a:pt x="82081" y="33704"/>
                  </a:moveTo>
                  <a:lnTo>
                    <a:pt x="41040" y="33704"/>
                  </a:lnTo>
                  <a:lnTo>
                    <a:pt x="82081" y="43812"/>
                  </a:lnTo>
                  <a:close/>
                  <a:moveTo>
                    <a:pt x="41040" y="33704"/>
                  </a:moveTo>
                  <a:lnTo>
                    <a:pt x="41040" y="47628"/>
                  </a:lnTo>
                  <a:lnTo>
                    <a:pt x="82081" y="43812"/>
                  </a:lnTo>
                  <a:close/>
                  <a:moveTo>
                    <a:pt x="123121" y="33704"/>
                  </a:moveTo>
                  <a:lnTo>
                    <a:pt x="82081" y="33704"/>
                  </a:lnTo>
                  <a:lnTo>
                    <a:pt x="123121" y="59240"/>
                  </a:lnTo>
                  <a:close/>
                  <a:moveTo>
                    <a:pt x="82081" y="33704"/>
                  </a:moveTo>
                  <a:lnTo>
                    <a:pt x="82081" y="43812"/>
                  </a:lnTo>
                  <a:lnTo>
                    <a:pt x="123121" y="59240"/>
                  </a:lnTo>
                  <a:close/>
                  <a:moveTo>
                    <a:pt x="26226" y="202224"/>
                  </a:moveTo>
                  <a:lnTo>
                    <a:pt x="41040" y="214670"/>
                  </a:lnTo>
                  <a:lnTo>
                    <a:pt x="41040" y="202224"/>
                  </a:lnTo>
                  <a:close/>
                  <a:moveTo>
                    <a:pt x="15386" y="168520"/>
                  </a:moveTo>
                  <a:lnTo>
                    <a:pt x="41040" y="202224"/>
                  </a:lnTo>
                  <a:lnTo>
                    <a:pt x="41040" y="168520"/>
                  </a:lnTo>
                  <a:close/>
                  <a:moveTo>
                    <a:pt x="15386" y="168520"/>
                  </a:moveTo>
                  <a:lnTo>
                    <a:pt x="26226" y="202224"/>
                  </a:lnTo>
                  <a:lnTo>
                    <a:pt x="41040" y="202224"/>
                  </a:lnTo>
                  <a:close/>
                  <a:moveTo>
                    <a:pt x="82081" y="202224"/>
                  </a:moveTo>
                  <a:lnTo>
                    <a:pt x="41040" y="214670"/>
                  </a:lnTo>
                  <a:lnTo>
                    <a:pt x="82081" y="211153"/>
                  </a:lnTo>
                  <a:close/>
                  <a:moveTo>
                    <a:pt x="82081" y="202224"/>
                  </a:moveTo>
                  <a:lnTo>
                    <a:pt x="41040" y="202224"/>
                  </a:lnTo>
                  <a:lnTo>
                    <a:pt x="41040" y="214670"/>
                  </a:lnTo>
                  <a:close/>
                  <a:moveTo>
                    <a:pt x="41040" y="202224"/>
                  </a:moveTo>
                  <a:lnTo>
                    <a:pt x="82081" y="202224"/>
                  </a:lnTo>
                  <a:lnTo>
                    <a:pt x="82081" y="168520"/>
                  </a:lnTo>
                  <a:close/>
                  <a:moveTo>
                    <a:pt x="41040" y="202224"/>
                  </a:moveTo>
                  <a:lnTo>
                    <a:pt x="82081" y="168520"/>
                  </a:lnTo>
                  <a:lnTo>
                    <a:pt x="41040" y="168520"/>
                  </a:lnTo>
                  <a:close/>
                  <a:moveTo>
                    <a:pt x="82081" y="202224"/>
                  </a:moveTo>
                  <a:lnTo>
                    <a:pt x="82081" y="211153"/>
                  </a:lnTo>
                  <a:lnTo>
                    <a:pt x="102421" y="202224"/>
                  </a:lnTo>
                  <a:close/>
                  <a:moveTo>
                    <a:pt x="123121" y="168520"/>
                  </a:moveTo>
                  <a:lnTo>
                    <a:pt x="102421" y="202224"/>
                  </a:lnTo>
                  <a:lnTo>
                    <a:pt x="123121" y="193041"/>
                  </a:lnTo>
                  <a:close/>
                  <a:moveTo>
                    <a:pt x="82081" y="202224"/>
                  </a:moveTo>
                  <a:lnTo>
                    <a:pt x="102421" y="202224"/>
                  </a:lnTo>
                  <a:lnTo>
                    <a:pt x="123121" y="168520"/>
                  </a:lnTo>
                  <a:close/>
                  <a:moveTo>
                    <a:pt x="14615" y="134816"/>
                  </a:moveTo>
                  <a:lnTo>
                    <a:pt x="41040" y="168520"/>
                  </a:lnTo>
                  <a:lnTo>
                    <a:pt x="41040" y="134816"/>
                  </a:lnTo>
                  <a:close/>
                  <a:moveTo>
                    <a:pt x="14615" y="134816"/>
                  </a:moveTo>
                  <a:lnTo>
                    <a:pt x="15386" y="168520"/>
                  </a:lnTo>
                  <a:lnTo>
                    <a:pt x="41040" y="168520"/>
                  </a:lnTo>
                  <a:close/>
                  <a:moveTo>
                    <a:pt x="123121" y="168520"/>
                  </a:moveTo>
                  <a:lnTo>
                    <a:pt x="123121" y="193041"/>
                  </a:lnTo>
                  <a:lnTo>
                    <a:pt x="155305" y="168520"/>
                  </a:lnTo>
                  <a:close/>
                  <a:moveTo>
                    <a:pt x="164162" y="134816"/>
                  </a:moveTo>
                  <a:lnTo>
                    <a:pt x="155305" y="168520"/>
                  </a:lnTo>
                  <a:lnTo>
                    <a:pt x="164162" y="155909"/>
                  </a:lnTo>
                  <a:close/>
                  <a:moveTo>
                    <a:pt x="123121" y="168520"/>
                  </a:moveTo>
                  <a:lnTo>
                    <a:pt x="155305" y="168520"/>
                  </a:lnTo>
                  <a:lnTo>
                    <a:pt x="164162" y="134816"/>
                  </a:lnTo>
                  <a:close/>
                  <a:moveTo>
                    <a:pt x="18527" y="101112"/>
                  </a:moveTo>
                  <a:lnTo>
                    <a:pt x="41040" y="134816"/>
                  </a:lnTo>
                  <a:lnTo>
                    <a:pt x="41040" y="101112"/>
                  </a:lnTo>
                  <a:close/>
                  <a:moveTo>
                    <a:pt x="18527" y="101112"/>
                  </a:moveTo>
                  <a:lnTo>
                    <a:pt x="14615" y="134816"/>
                  </a:lnTo>
                  <a:lnTo>
                    <a:pt x="41040" y="134816"/>
                  </a:lnTo>
                  <a:close/>
                  <a:moveTo>
                    <a:pt x="123121" y="134816"/>
                  </a:moveTo>
                  <a:lnTo>
                    <a:pt x="164162" y="134816"/>
                  </a:lnTo>
                  <a:lnTo>
                    <a:pt x="164162" y="101112"/>
                  </a:lnTo>
                  <a:close/>
                  <a:moveTo>
                    <a:pt x="164162" y="134816"/>
                  </a:moveTo>
                  <a:lnTo>
                    <a:pt x="164162" y="155909"/>
                  </a:lnTo>
                  <a:lnTo>
                    <a:pt x="173944" y="134816"/>
                  </a:lnTo>
                  <a:close/>
                  <a:moveTo>
                    <a:pt x="164162" y="101112"/>
                  </a:moveTo>
                  <a:lnTo>
                    <a:pt x="173944" y="134816"/>
                  </a:lnTo>
                  <a:lnTo>
                    <a:pt x="169051" y="101112"/>
                  </a:lnTo>
                  <a:close/>
                  <a:moveTo>
                    <a:pt x="164162" y="101112"/>
                  </a:moveTo>
                  <a:lnTo>
                    <a:pt x="164162" y="134816"/>
                  </a:lnTo>
                  <a:lnTo>
                    <a:pt x="173944" y="134816"/>
                  </a:lnTo>
                  <a:close/>
                  <a:moveTo>
                    <a:pt x="28508" y="67408"/>
                  </a:moveTo>
                  <a:lnTo>
                    <a:pt x="41040" y="101112"/>
                  </a:lnTo>
                  <a:lnTo>
                    <a:pt x="41040" y="67408"/>
                  </a:lnTo>
                  <a:close/>
                  <a:moveTo>
                    <a:pt x="28508" y="67408"/>
                  </a:moveTo>
                  <a:lnTo>
                    <a:pt x="18527" y="101112"/>
                  </a:lnTo>
                  <a:lnTo>
                    <a:pt x="41040" y="101112"/>
                  </a:lnTo>
                  <a:close/>
                  <a:moveTo>
                    <a:pt x="41040" y="101112"/>
                  </a:moveTo>
                  <a:lnTo>
                    <a:pt x="82081" y="67408"/>
                  </a:lnTo>
                  <a:lnTo>
                    <a:pt x="41040" y="67408"/>
                  </a:lnTo>
                  <a:close/>
                  <a:moveTo>
                    <a:pt x="123121" y="67408"/>
                  </a:moveTo>
                  <a:lnTo>
                    <a:pt x="164162" y="94236"/>
                  </a:lnTo>
                  <a:lnTo>
                    <a:pt x="135169" y="67408"/>
                  </a:lnTo>
                  <a:close/>
                  <a:moveTo>
                    <a:pt x="164162" y="101112"/>
                  </a:moveTo>
                  <a:lnTo>
                    <a:pt x="164162" y="94236"/>
                  </a:lnTo>
                  <a:lnTo>
                    <a:pt x="123121" y="67408"/>
                  </a:lnTo>
                  <a:close/>
                  <a:moveTo>
                    <a:pt x="123121" y="101112"/>
                  </a:moveTo>
                  <a:lnTo>
                    <a:pt x="164162" y="101112"/>
                  </a:lnTo>
                  <a:lnTo>
                    <a:pt x="123121" y="67408"/>
                  </a:lnTo>
                  <a:close/>
                  <a:moveTo>
                    <a:pt x="164162" y="101112"/>
                  </a:moveTo>
                  <a:lnTo>
                    <a:pt x="169051" y="101112"/>
                  </a:lnTo>
                  <a:lnTo>
                    <a:pt x="164162" y="94236"/>
                  </a:lnTo>
                  <a:close/>
                  <a:moveTo>
                    <a:pt x="41040" y="47628"/>
                  </a:moveTo>
                  <a:lnTo>
                    <a:pt x="28508" y="67408"/>
                  </a:lnTo>
                  <a:lnTo>
                    <a:pt x="41040" y="67408"/>
                  </a:lnTo>
                  <a:close/>
                  <a:moveTo>
                    <a:pt x="41040" y="67408"/>
                  </a:moveTo>
                  <a:lnTo>
                    <a:pt x="82081" y="43812"/>
                  </a:lnTo>
                  <a:lnTo>
                    <a:pt x="41040" y="47628"/>
                  </a:lnTo>
                  <a:close/>
                  <a:moveTo>
                    <a:pt x="41040" y="67408"/>
                  </a:moveTo>
                  <a:lnTo>
                    <a:pt x="82081" y="67408"/>
                  </a:lnTo>
                  <a:lnTo>
                    <a:pt x="82081" y="43812"/>
                  </a:lnTo>
                  <a:close/>
                  <a:moveTo>
                    <a:pt x="82081" y="67408"/>
                  </a:moveTo>
                  <a:lnTo>
                    <a:pt x="123121" y="59240"/>
                  </a:lnTo>
                  <a:lnTo>
                    <a:pt x="82081" y="43812"/>
                  </a:lnTo>
                  <a:close/>
                  <a:moveTo>
                    <a:pt x="82081" y="67408"/>
                  </a:moveTo>
                  <a:lnTo>
                    <a:pt x="123121" y="67408"/>
                  </a:lnTo>
                  <a:lnTo>
                    <a:pt x="123121" y="59240"/>
                  </a:lnTo>
                  <a:close/>
                  <a:moveTo>
                    <a:pt x="123121" y="67408"/>
                  </a:moveTo>
                  <a:lnTo>
                    <a:pt x="135169" y="67408"/>
                  </a:lnTo>
                  <a:lnTo>
                    <a:pt x="123121" y="59240"/>
                  </a:lnTo>
                  <a:close/>
                </a:path>
              </a:pathLst>
            </a:custGeom>
            <a:solidFill>
              <a:srgbClr val="EA8D9B"/>
            </a:solidFill>
            <a:ln w="4001">
              <a:solidFill>
                <a:srgbClr val="F2BCC4"/>
              </a:solidFill>
            </a:ln>
          </p:spPr>
        </p:sp>
        <p:sp>
          <p:nvSpPr>
            <p:cNvPr id="3985" name="Candidate_B4__3984">
              <a:extLst>
                <a:ext uri="{FF2B5EF4-FFF2-40B4-BE49-F238E27FC236}">
                  <a16:creationId xmlns:a16="http://schemas.microsoft.com/office/drawing/2014/main" id="{F6E2E9EE-FFD5-5165-FA62-DE60A0CAB45B}"/>
                </a:ext>
              </a:extLst>
            </p:cNvPr>
            <p:cNvSpPr>
              <a:spLocks noGrp="1"/>
            </p:cNvSpPr>
            <p:nvPr/>
          </p:nvSpPr>
          <p:spPr>
            <a:xfrm>
              <a:off x="5726809" y="2233314"/>
              <a:ext cx="123121" cy="134816"/>
            </a:xfrm>
            <a:custGeom>
              <a:avLst/>
              <a:gdLst/>
              <a:ahLst/>
              <a:cxnLst/>
              <a:rect l="0" t="0" r="0" b="0"/>
              <a:pathLst>
                <a:path w="123121" h="134816">
                  <a:moveTo>
                    <a:pt x="41040" y="101112"/>
                  </a:moveTo>
                  <a:lnTo>
                    <a:pt x="41040" y="134816"/>
                  </a:lnTo>
                  <a:lnTo>
                    <a:pt x="82081" y="101112"/>
                  </a:lnTo>
                  <a:close/>
                  <a:moveTo>
                    <a:pt x="0" y="101112"/>
                  </a:moveTo>
                  <a:lnTo>
                    <a:pt x="41040" y="101112"/>
                  </a:lnTo>
                  <a:lnTo>
                    <a:pt x="41040" y="67408"/>
                  </a:lnTo>
                  <a:close/>
                  <a:moveTo>
                    <a:pt x="0" y="101112"/>
                  </a:moveTo>
                  <a:lnTo>
                    <a:pt x="41040" y="67408"/>
                  </a:lnTo>
                  <a:lnTo>
                    <a:pt x="0" y="67408"/>
                  </a:lnTo>
                  <a:close/>
                  <a:moveTo>
                    <a:pt x="41040" y="101112"/>
                  </a:moveTo>
                  <a:lnTo>
                    <a:pt x="82081" y="101112"/>
                  </a:lnTo>
                  <a:lnTo>
                    <a:pt x="82081" y="67408"/>
                  </a:lnTo>
                  <a:close/>
                  <a:moveTo>
                    <a:pt x="41040" y="101112"/>
                  </a:moveTo>
                  <a:lnTo>
                    <a:pt x="82081" y="67408"/>
                  </a:lnTo>
                  <a:lnTo>
                    <a:pt x="41040" y="67408"/>
                  </a:lnTo>
                  <a:close/>
                  <a:moveTo>
                    <a:pt x="82081" y="67408"/>
                  </a:moveTo>
                  <a:lnTo>
                    <a:pt x="82081" y="101112"/>
                  </a:lnTo>
                  <a:lnTo>
                    <a:pt x="123121" y="67408"/>
                  </a:lnTo>
                  <a:close/>
                  <a:moveTo>
                    <a:pt x="0" y="67408"/>
                  </a:moveTo>
                  <a:lnTo>
                    <a:pt x="41040" y="67408"/>
                  </a:lnTo>
                  <a:lnTo>
                    <a:pt x="41040" y="33704"/>
                  </a:lnTo>
                  <a:close/>
                  <a:moveTo>
                    <a:pt x="0" y="67408"/>
                  </a:moveTo>
                  <a:lnTo>
                    <a:pt x="41040" y="33704"/>
                  </a:lnTo>
                  <a:lnTo>
                    <a:pt x="0" y="33704"/>
                  </a:lnTo>
                  <a:close/>
                  <a:moveTo>
                    <a:pt x="41040" y="67408"/>
                  </a:moveTo>
                  <a:lnTo>
                    <a:pt x="82081" y="67408"/>
                  </a:lnTo>
                  <a:lnTo>
                    <a:pt x="82081" y="33704"/>
                  </a:lnTo>
                  <a:close/>
                  <a:moveTo>
                    <a:pt x="41040" y="67408"/>
                  </a:moveTo>
                  <a:lnTo>
                    <a:pt x="82081" y="33704"/>
                  </a:lnTo>
                  <a:lnTo>
                    <a:pt x="41040" y="33704"/>
                  </a:lnTo>
                  <a:close/>
                  <a:moveTo>
                    <a:pt x="82081" y="67408"/>
                  </a:moveTo>
                  <a:lnTo>
                    <a:pt x="123121" y="33704"/>
                  </a:lnTo>
                  <a:lnTo>
                    <a:pt x="82081" y="33704"/>
                  </a:lnTo>
                  <a:close/>
                  <a:moveTo>
                    <a:pt x="0" y="33704"/>
                  </a:moveTo>
                  <a:lnTo>
                    <a:pt x="41040" y="33704"/>
                  </a:lnTo>
                  <a:lnTo>
                    <a:pt x="41040" y="0"/>
                  </a:lnTo>
                  <a:close/>
                  <a:moveTo>
                    <a:pt x="41040" y="33704"/>
                  </a:moveTo>
                  <a:lnTo>
                    <a:pt x="82081" y="33704"/>
                  </a:lnTo>
                  <a:lnTo>
                    <a:pt x="82081" y="0"/>
                  </a:lnTo>
                  <a:close/>
                  <a:moveTo>
                    <a:pt x="41040" y="33704"/>
                  </a:moveTo>
                  <a:lnTo>
                    <a:pt x="82081" y="0"/>
                  </a:lnTo>
                  <a:lnTo>
                    <a:pt x="41040" y="0"/>
                  </a:lnTo>
                  <a:close/>
                </a:path>
              </a:pathLst>
            </a:custGeom>
            <a:solidFill>
              <a:srgbClr val="EA919E"/>
            </a:solidFill>
            <a:ln w="4001">
              <a:solidFill>
                <a:srgbClr val="F2BCC4"/>
              </a:solidFill>
            </a:ln>
          </p:spPr>
        </p:sp>
      </p:grpSp>
      <p:sp>
        <p:nvSpPr>
          <p:cNvPr id="3986" name="label__3985">
            <a:extLst>
              <a:ext uri="{FF2B5EF4-FFF2-40B4-BE49-F238E27FC236}">
                <a16:creationId xmlns:a16="http://schemas.microsoft.com/office/drawing/2014/main" id="{55F4B71F-EA8E-4370-B025-F9225EA7A833}"/>
              </a:ext>
            </a:extLst>
          </p:cNvPr>
          <p:cNvSpPr>
            <a:spLocks noGrp="1"/>
          </p:cNvSpPr>
          <p:nvPr/>
        </p:nvSpPr>
        <p:spPr>
          <a:xfrm>
            <a:off x="5077007" y="1946234"/>
            <a:ext cx="96212" cy="71472"/>
          </a:xfrm>
          <a:prstGeom prst="rect">
            <a:avLst/>
          </a:prstGeom>
          <a:noFill/>
          <a:ln w="0">
            <a:noFill/>
          </a:ln>
        </p:spPr>
        <p:txBody>
          <a:bodyPr wrap="none" lIns="0" tIns="0" rIns="0" bIns="0" anchor="ctr">
            <a:noAutofit/>
          </a:bodyPr>
          <a:lstStyle/>
          <a:p>
            <a:pPr algn="l">
              <a:defRPr sz="1200" b="1">
                <a:solidFill>
                  <a:srgbClr val="B45D6E"/>
                </a:solidFill>
                <a:latin typeface="Arial"/>
                <a:ea typeface="Arial"/>
                <a:cs typeface="Arial"/>
              </a:defRPr>
            </a:pPr>
            <a:r>
              <a:rPr sz="416" b="1" dirty="0">
                <a:solidFill>
                  <a:srgbClr val="B45D6E"/>
                </a:solidFill>
                <a:latin typeface="Arial"/>
                <a:ea typeface="Arial"/>
                <a:cs typeface="Arial"/>
              </a:rPr>
              <a:t>B4</a:t>
            </a:r>
          </a:p>
        </p:txBody>
      </p:sp>
      <p:grpSp>
        <p:nvGrpSpPr>
          <p:cNvPr id="6221" name="Candidate_B5">
            <a:extLst>
              <a:ext uri="{FF2B5EF4-FFF2-40B4-BE49-F238E27FC236}">
                <a16:creationId xmlns:a16="http://schemas.microsoft.com/office/drawing/2014/main" id="{5E225C6D-7780-7299-6A46-43980B682069}"/>
              </a:ext>
            </a:extLst>
          </p:cNvPr>
          <p:cNvGrpSpPr/>
          <p:nvPr/>
        </p:nvGrpSpPr>
        <p:grpSpPr>
          <a:xfrm>
            <a:off x="4453161" y="2390459"/>
            <a:ext cx="120952" cy="140195"/>
            <a:chOff x="3990975" y="3519488"/>
            <a:chExt cx="419100" cy="485775"/>
          </a:xfrm>
        </p:grpSpPr>
        <p:sp>
          <p:nvSpPr>
            <p:cNvPr id="3987" name="Candidate_B5__3986">
              <a:extLst>
                <a:ext uri="{FF2B5EF4-FFF2-40B4-BE49-F238E27FC236}">
                  <a16:creationId xmlns:a16="http://schemas.microsoft.com/office/drawing/2014/main" id="{7B526E77-534C-34E6-3B86-D4A5D6C00D57}"/>
                </a:ext>
              </a:extLst>
            </p:cNvPr>
            <p:cNvSpPr>
              <a:spLocks noGrp="1"/>
            </p:cNvSpPr>
            <p:nvPr/>
          </p:nvSpPr>
          <p:spPr>
            <a:xfrm>
              <a:off x="3990975" y="3519488"/>
              <a:ext cx="419100" cy="485775"/>
            </a:xfrm>
            <a:custGeom>
              <a:avLst/>
              <a:gdLst/>
              <a:ahLst/>
              <a:cxnLst/>
              <a:rect l="0" t="0" r="0" b="0"/>
              <a:pathLst>
                <a:path w="419100" h="485775">
                  <a:moveTo>
                    <a:pt x="61923" y="468222"/>
                  </a:moveTo>
                  <a:lnTo>
                    <a:pt x="67643" y="471243"/>
                  </a:lnTo>
                  <a:lnTo>
                    <a:pt x="67643" y="468222"/>
                  </a:lnTo>
                  <a:close/>
                  <a:moveTo>
                    <a:pt x="61923" y="468222"/>
                  </a:moveTo>
                  <a:lnTo>
                    <a:pt x="67643" y="468222"/>
                  </a:lnTo>
                  <a:lnTo>
                    <a:pt x="32832" y="449114"/>
                  </a:lnTo>
                  <a:close/>
                  <a:moveTo>
                    <a:pt x="102453" y="482127"/>
                  </a:moveTo>
                  <a:lnTo>
                    <a:pt x="102453" y="478335"/>
                  </a:lnTo>
                  <a:lnTo>
                    <a:pt x="67643" y="471243"/>
                  </a:lnTo>
                  <a:close/>
                  <a:moveTo>
                    <a:pt x="102453" y="482127"/>
                  </a:moveTo>
                  <a:lnTo>
                    <a:pt x="137264" y="485775"/>
                  </a:lnTo>
                  <a:lnTo>
                    <a:pt x="137264" y="482550"/>
                  </a:lnTo>
                  <a:close/>
                  <a:moveTo>
                    <a:pt x="137264" y="485775"/>
                  </a:moveTo>
                  <a:lnTo>
                    <a:pt x="172075" y="484575"/>
                  </a:lnTo>
                  <a:lnTo>
                    <a:pt x="172075" y="481795"/>
                  </a:lnTo>
                  <a:close/>
                  <a:moveTo>
                    <a:pt x="172075" y="484575"/>
                  </a:moveTo>
                  <a:lnTo>
                    <a:pt x="206885" y="479855"/>
                  </a:lnTo>
                  <a:lnTo>
                    <a:pt x="206885" y="477517"/>
                  </a:lnTo>
                  <a:close/>
                  <a:moveTo>
                    <a:pt x="206885" y="479855"/>
                  </a:moveTo>
                  <a:lnTo>
                    <a:pt x="241696" y="472207"/>
                  </a:lnTo>
                  <a:lnTo>
                    <a:pt x="241696" y="470337"/>
                  </a:lnTo>
                  <a:close/>
                  <a:moveTo>
                    <a:pt x="255234" y="468222"/>
                  </a:moveTo>
                  <a:lnTo>
                    <a:pt x="241696" y="470337"/>
                  </a:lnTo>
                  <a:lnTo>
                    <a:pt x="241696" y="472207"/>
                  </a:lnTo>
                  <a:close/>
                  <a:moveTo>
                    <a:pt x="255234" y="468222"/>
                  </a:moveTo>
                  <a:lnTo>
                    <a:pt x="276507" y="462518"/>
                  </a:lnTo>
                  <a:lnTo>
                    <a:pt x="276507" y="461378"/>
                  </a:lnTo>
                  <a:close/>
                  <a:moveTo>
                    <a:pt x="25909" y="436272"/>
                  </a:moveTo>
                  <a:lnTo>
                    <a:pt x="19788" y="436272"/>
                  </a:lnTo>
                  <a:lnTo>
                    <a:pt x="32832" y="449114"/>
                  </a:lnTo>
                  <a:close/>
                  <a:moveTo>
                    <a:pt x="2846" y="404322"/>
                  </a:moveTo>
                  <a:lnTo>
                    <a:pt x="19788" y="436272"/>
                  </a:lnTo>
                  <a:lnTo>
                    <a:pt x="25909" y="436272"/>
                  </a:lnTo>
                  <a:close/>
                  <a:moveTo>
                    <a:pt x="276507" y="462518"/>
                  </a:moveTo>
                  <a:lnTo>
                    <a:pt x="311317" y="449477"/>
                  </a:lnTo>
                  <a:lnTo>
                    <a:pt x="311317" y="448631"/>
                  </a:lnTo>
                  <a:close/>
                  <a:moveTo>
                    <a:pt x="335043" y="436272"/>
                  </a:moveTo>
                  <a:lnTo>
                    <a:pt x="311317" y="448631"/>
                  </a:lnTo>
                  <a:lnTo>
                    <a:pt x="311317" y="449477"/>
                  </a:lnTo>
                  <a:close/>
                  <a:moveTo>
                    <a:pt x="335043" y="436272"/>
                  </a:moveTo>
                  <a:lnTo>
                    <a:pt x="346128" y="428946"/>
                  </a:lnTo>
                  <a:lnTo>
                    <a:pt x="346128" y="428249"/>
                  </a:lnTo>
                  <a:close/>
                  <a:moveTo>
                    <a:pt x="0" y="372372"/>
                  </a:moveTo>
                  <a:lnTo>
                    <a:pt x="2846" y="404322"/>
                  </a:lnTo>
                  <a:lnTo>
                    <a:pt x="7904" y="404322"/>
                  </a:lnTo>
                  <a:close/>
                  <a:moveTo>
                    <a:pt x="373275" y="404322"/>
                  </a:moveTo>
                  <a:lnTo>
                    <a:pt x="346128" y="428249"/>
                  </a:lnTo>
                  <a:lnTo>
                    <a:pt x="346128" y="428946"/>
                  </a:lnTo>
                  <a:close/>
                  <a:moveTo>
                    <a:pt x="373275" y="404322"/>
                  </a:moveTo>
                  <a:lnTo>
                    <a:pt x="380939" y="393448"/>
                  </a:lnTo>
                  <a:lnTo>
                    <a:pt x="380939" y="392152"/>
                  </a:lnTo>
                  <a:close/>
                  <a:moveTo>
                    <a:pt x="9160" y="340422"/>
                  </a:moveTo>
                  <a:lnTo>
                    <a:pt x="0" y="372372"/>
                  </a:lnTo>
                  <a:lnTo>
                    <a:pt x="4789" y="372372"/>
                  </a:lnTo>
                  <a:close/>
                  <a:moveTo>
                    <a:pt x="394232" y="372372"/>
                  </a:moveTo>
                  <a:lnTo>
                    <a:pt x="380939" y="392152"/>
                  </a:lnTo>
                  <a:lnTo>
                    <a:pt x="380939" y="393448"/>
                  </a:lnTo>
                  <a:close/>
                  <a:moveTo>
                    <a:pt x="393174" y="372372"/>
                  </a:moveTo>
                  <a:lnTo>
                    <a:pt x="394232" y="372372"/>
                  </a:lnTo>
                  <a:lnTo>
                    <a:pt x="405310" y="340422"/>
                  </a:lnTo>
                  <a:close/>
                  <a:moveTo>
                    <a:pt x="32832" y="315258"/>
                  </a:moveTo>
                  <a:lnTo>
                    <a:pt x="32832" y="308589"/>
                  </a:lnTo>
                  <a:lnTo>
                    <a:pt x="9160" y="340422"/>
                  </a:lnTo>
                  <a:close/>
                  <a:moveTo>
                    <a:pt x="32832" y="308589"/>
                  </a:moveTo>
                  <a:lnTo>
                    <a:pt x="32832" y="315258"/>
                  </a:lnTo>
                  <a:lnTo>
                    <a:pt x="32934" y="308472"/>
                  </a:lnTo>
                  <a:close/>
                  <a:moveTo>
                    <a:pt x="403532" y="340422"/>
                  </a:moveTo>
                  <a:lnTo>
                    <a:pt x="405310" y="340422"/>
                  </a:lnTo>
                  <a:lnTo>
                    <a:pt x="411366" y="308472"/>
                  </a:lnTo>
                  <a:close/>
                  <a:moveTo>
                    <a:pt x="67643" y="283233"/>
                  </a:moveTo>
                  <a:lnTo>
                    <a:pt x="67643" y="278815"/>
                  </a:lnTo>
                  <a:lnTo>
                    <a:pt x="32934" y="308472"/>
                  </a:lnTo>
                  <a:close/>
                  <a:moveTo>
                    <a:pt x="67643" y="278815"/>
                  </a:moveTo>
                  <a:lnTo>
                    <a:pt x="67643" y="283233"/>
                  </a:lnTo>
                  <a:lnTo>
                    <a:pt x="70882" y="276522"/>
                  </a:lnTo>
                  <a:close/>
                  <a:moveTo>
                    <a:pt x="408313" y="308472"/>
                  </a:moveTo>
                  <a:lnTo>
                    <a:pt x="411366" y="308472"/>
                  </a:lnTo>
                  <a:lnTo>
                    <a:pt x="415581" y="276522"/>
                  </a:lnTo>
                  <a:close/>
                  <a:moveTo>
                    <a:pt x="102453" y="252510"/>
                  </a:moveTo>
                  <a:lnTo>
                    <a:pt x="102453" y="247729"/>
                  </a:lnTo>
                  <a:lnTo>
                    <a:pt x="70882" y="276522"/>
                  </a:lnTo>
                  <a:close/>
                  <a:moveTo>
                    <a:pt x="102453" y="247729"/>
                  </a:moveTo>
                  <a:lnTo>
                    <a:pt x="102453" y="252510"/>
                  </a:lnTo>
                  <a:lnTo>
                    <a:pt x="105736" y="244572"/>
                  </a:lnTo>
                  <a:close/>
                  <a:moveTo>
                    <a:pt x="415749" y="274770"/>
                  </a:moveTo>
                  <a:lnTo>
                    <a:pt x="415749" y="244572"/>
                  </a:lnTo>
                  <a:lnTo>
                    <a:pt x="415581" y="276522"/>
                  </a:lnTo>
                  <a:close/>
                  <a:moveTo>
                    <a:pt x="113848" y="212622"/>
                  </a:moveTo>
                  <a:lnTo>
                    <a:pt x="105736" y="244572"/>
                  </a:lnTo>
                  <a:lnTo>
                    <a:pt x="110650" y="244572"/>
                  </a:lnTo>
                  <a:close/>
                  <a:moveTo>
                    <a:pt x="415749" y="244572"/>
                  </a:moveTo>
                  <a:lnTo>
                    <a:pt x="415749" y="274770"/>
                  </a:lnTo>
                  <a:lnTo>
                    <a:pt x="419100" y="244572"/>
                  </a:lnTo>
                  <a:close/>
                  <a:moveTo>
                    <a:pt x="415749" y="212622"/>
                  </a:moveTo>
                  <a:lnTo>
                    <a:pt x="419100" y="244572"/>
                  </a:lnTo>
                  <a:lnTo>
                    <a:pt x="419014" y="212622"/>
                  </a:lnTo>
                  <a:close/>
                  <a:moveTo>
                    <a:pt x="415749" y="212622"/>
                  </a:moveTo>
                  <a:lnTo>
                    <a:pt x="415749" y="244572"/>
                  </a:lnTo>
                  <a:lnTo>
                    <a:pt x="419100" y="244572"/>
                  </a:lnTo>
                  <a:close/>
                  <a:moveTo>
                    <a:pt x="113848" y="212622"/>
                  </a:moveTo>
                  <a:lnTo>
                    <a:pt x="117238" y="212622"/>
                  </a:lnTo>
                  <a:lnTo>
                    <a:pt x="102453" y="190231"/>
                  </a:lnTo>
                  <a:close/>
                  <a:moveTo>
                    <a:pt x="415749" y="212622"/>
                  </a:moveTo>
                  <a:lnTo>
                    <a:pt x="419014" y="212622"/>
                  </a:lnTo>
                  <a:lnTo>
                    <a:pt x="415749" y="197511"/>
                  </a:lnTo>
                  <a:close/>
                  <a:moveTo>
                    <a:pt x="415749" y="212622"/>
                  </a:moveTo>
                  <a:lnTo>
                    <a:pt x="415749" y="197511"/>
                  </a:lnTo>
                  <a:lnTo>
                    <a:pt x="410597" y="212622"/>
                  </a:lnTo>
                  <a:close/>
                  <a:moveTo>
                    <a:pt x="410597" y="212622"/>
                  </a:moveTo>
                  <a:lnTo>
                    <a:pt x="415749" y="197511"/>
                  </a:lnTo>
                  <a:lnTo>
                    <a:pt x="412454" y="180672"/>
                  </a:lnTo>
                  <a:close/>
                  <a:moveTo>
                    <a:pt x="97455" y="180672"/>
                  </a:moveTo>
                  <a:lnTo>
                    <a:pt x="97414" y="180672"/>
                  </a:lnTo>
                  <a:lnTo>
                    <a:pt x="102453" y="190231"/>
                  </a:lnTo>
                  <a:close/>
                  <a:moveTo>
                    <a:pt x="70911" y="148722"/>
                  </a:moveTo>
                  <a:lnTo>
                    <a:pt x="97414" y="180672"/>
                  </a:lnTo>
                  <a:lnTo>
                    <a:pt x="97455" y="180672"/>
                  </a:lnTo>
                  <a:close/>
                  <a:moveTo>
                    <a:pt x="403000" y="180672"/>
                  </a:moveTo>
                  <a:lnTo>
                    <a:pt x="412454" y="180672"/>
                  </a:lnTo>
                  <a:lnTo>
                    <a:pt x="396391" y="148722"/>
                  </a:lnTo>
                  <a:close/>
                  <a:moveTo>
                    <a:pt x="70911" y="148722"/>
                  </a:moveTo>
                  <a:lnTo>
                    <a:pt x="68731" y="148722"/>
                  </a:lnTo>
                  <a:lnTo>
                    <a:pt x="67643" y="143747"/>
                  </a:lnTo>
                  <a:close/>
                  <a:moveTo>
                    <a:pt x="380939" y="131476"/>
                  </a:moveTo>
                  <a:lnTo>
                    <a:pt x="384748" y="148722"/>
                  </a:lnTo>
                  <a:lnTo>
                    <a:pt x="396391" y="148722"/>
                  </a:lnTo>
                  <a:close/>
                  <a:moveTo>
                    <a:pt x="380939" y="131476"/>
                  </a:moveTo>
                  <a:lnTo>
                    <a:pt x="364289" y="116771"/>
                  </a:lnTo>
                  <a:lnTo>
                    <a:pt x="351036" y="116771"/>
                  </a:lnTo>
                  <a:close/>
                  <a:moveTo>
                    <a:pt x="49511" y="116771"/>
                  </a:moveTo>
                  <a:lnTo>
                    <a:pt x="52109" y="116771"/>
                  </a:lnTo>
                  <a:lnTo>
                    <a:pt x="67643" y="143747"/>
                  </a:lnTo>
                  <a:close/>
                  <a:moveTo>
                    <a:pt x="46626" y="84821"/>
                  </a:moveTo>
                  <a:lnTo>
                    <a:pt x="52109" y="116771"/>
                  </a:lnTo>
                  <a:lnTo>
                    <a:pt x="49511" y="116771"/>
                  </a:lnTo>
                  <a:close/>
                  <a:moveTo>
                    <a:pt x="346128" y="103523"/>
                  </a:moveTo>
                  <a:lnTo>
                    <a:pt x="351036" y="116771"/>
                  </a:lnTo>
                  <a:lnTo>
                    <a:pt x="364289" y="116771"/>
                  </a:lnTo>
                  <a:close/>
                  <a:moveTo>
                    <a:pt x="314401" y="84821"/>
                  </a:moveTo>
                  <a:lnTo>
                    <a:pt x="311317" y="84821"/>
                  </a:lnTo>
                  <a:lnTo>
                    <a:pt x="346128" y="103523"/>
                  </a:lnTo>
                  <a:close/>
                  <a:moveTo>
                    <a:pt x="346128" y="103523"/>
                  </a:moveTo>
                  <a:lnTo>
                    <a:pt x="311317" y="84821"/>
                  </a:lnTo>
                  <a:lnTo>
                    <a:pt x="311317" y="89264"/>
                  </a:lnTo>
                  <a:close/>
                  <a:moveTo>
                    <a:pt x="55182" y="52871"/>
                  </a:moveTo>
                  <a:lnTo>
                    <a:pt x="46626" y="84821"/>
                  </a:lnTo>
                  <a:lnTo>
                    <a:pt x="43898" y="84821"/>
                  </a:lnTo>
                  <a:close/>
                  <a:moveTo>
                    <a:pt x="276507" y="59897"/>
                  </a:moveTo>
                  <a:lnTo>
                    <a:pt x="266739" y="52871"/>
                  </a:lnTo>
                  <a:lnTo>
                    <a:pt x="264971" y="52871"/>
                  </a:lnTo>
                  <a:close/>
                  <a:moveTo>
                    <a:pt x="311317" y="82833"/>
                  </a:moveTo>
                  <a:lnTo>
                    <a:pt x="304987" y="84821"/>
                  </a:lnTo>
                  <a:lnTo>
                    <a:pt x="311317" y="84821"/>
                  </a:lnTo>
                  <a:close/>
                  <a:moveTo>
                    <a:pt x="276507" y="59897"/>
                  </a:moveTo>
                  <a:lnTo>
                    <a:pt x="276507" y="62750"/>
                  </a:lnTo>
                  <a:lnTo>
                    <a:pt x="311317" y="82833"/>
                  </a:lnTo>
                  <a:close/>
                  <a:moveTo>
                    <a:pt x="311317" y="84821"/>
                  </a:moveTo>
                  <a:lnTo>
                    <a:pt x="314401" y="84821"/>
                  </a:lnTo>
                  <a:lnTo>
                    <a:pt x="311317" y="82833"/>
                  </a:lnTo>
                  <a:close/>
                  <a:moveTo>
                    <a:pt x="67643" y="32656"/>
                  </a:moveTo>
                  <a:lnTo>
                    <a:pt x="67643" y="36731"/>
                  </a:lnTo>
                  <a:lnTo>
                    <a:pt x="55182" y="52871"/>
                  </a:lnTo>
                  <a:close/>
                  <a:moveTo>
                    <a:pt x="67643" y="36731"/>
                  </a:moveTo>
                  <a:lnTo>
                    <a:pt x="67643" y="32656"/>
                  </a:lnTo>
                  <a:lnTo>
                    <a:pt x="85581" y="20921"/>
                  </a:lnTo>
                  <a:close/>
                  <a:moveTo>
                    <a:pt x="241696" y="34655"/>
                  </a:moveTo>
                  <a:lnTo>
                    <a:pt x="264971" y="52871"/>
                  </a:lnTo>
                  <a:lnTo>
                    <a:pt x="266739" y="52871"/>
                  </a:lnTo>
                  <a:close/>
                  <a:moveTo>
                    <a:pt x="241696" y="34655"/>
                  </a:moveTo>
                  <a:lnTo>
                    <a:pt x="218658" y="20921"/>
                  </a:lnTo>
                  <a:lnTo>
                    <a:pt x="221406" y="20921"/>
                  </a:lnTo>
                  <a:close/>
                  <a:moveTo>
                    <a:pt x="102453" y="8387"/>
                  </a:moveTo>
                  <a:lnTo>
                    <a:pt x="102453" y="11064"/>
                  </a:lnTo>
                  <a:lnTo>
                    <a:pt x="85581" y="20921"/>
                  </a:lnTo>
                  <a:close/>
                  <a:moveTo>
                    <a:pt x="137264" y="0"/>
                  </a:moveTo>
                  <a:lnTo>
                    <a:pt x="137264" y="2284"/>
                  </a:lnTo>
                  <a:lnTo>
                    <a:pt x="102453" y="11064"/>
                  </a:lnTo>
                  <a:close/>
                  <a:moveTo>
                    <a:pt x="172075" y="1533"/>
                  </a:moveTo>
                  <a:lnTo>
                    <a:pt x="172075" y="3633"/>
                  </a:lnTo>
                  <a:lnTo>
                    <a:pt x="137264" y="2284"/>
                  </a:lnTo>
                  <a:close/>
                  <a:moveTo>
                    <a:pt x="206885" y="12603"/>
                  </a:moveTo>
                  <a:lnTo>
                    <a:pt x="206885" y="14463"/>
                  </a:lnTo>
                  <a:lnTo>
                    <a:pt x="172075" y="3633"/>
                  </a:lnTo>
                  <a:close/>
                  <a:moveTo>
                    <a:pt x="206885" y="14463"/>
                  </a:moveTo>
                  <a:lnTo>
                    <a:pt x="221406" y="20921"/>
                  </a:lnTo>
                  <a:lnTo>
                    <a:pt x="218658" y="20921"/>
                  </a:lnTo>
                  <a:close/>
                </a:path>
              </a:pathLst>
            </a:custGeom>
            <a:solidFill>
              <a:srgbClr val="5F6873"/>
            </a:solidFill>
            <a:ln w="4001">
              <a:solidFill>
                <a:srgbClr val="B6BABF"/>
              </a:solidFill>
            </a:ln>
          </p:spPr>
        </p:sp>
        <p:sp>
          <p:nvSpPr>
            <p:cNvPr id="3988" name="Candidate_B5__3987">
              <a:extLst>
                <a:ext uri="{FF2B5EF4-FFF2-40B4-BE49-F238E27FC236}">
                  <a16:creationId xmlns:a16="http://schemas.microsoft.com/office/drawing/2014/main" id="{9921AC66-A12D-51A9-E2A5-7423BC66DD42}"/>
                </a:ext>
              </a:extLst>
            </p:cNvPr>
            <p:cNvSpPr>
              <a:spLocks noGrp="1"/>
            </p:cNvSpPr>
            <p:nvPr/>
          </p:nvSpPr>
          <p:spPr>
            <a:xfrm>
              <a:off x="3990975" y="3519488"/>
              <a:ext cx="415749" cy="485775"/>
            </a:xfrm>
            <a:custGeom>
              <a:avLst/>
              <a:gdLst/>
              <a:ahLst/>
              <a:cxnLst/>
              <a:rect l="0" t="0" r="0" b="0"/>
              <a:pathLst>
                <a:path w="415749" h="485775">
                  <a:moveTo>
                    <a:pt x="32832" y="449114"/>
                  </a:moveTo>
                  <a:lnTo>
                    <a:pt x="67643" y="468222"/>
                  </a:lnTo>
                  <a:lnTo>
                    <a:pt x="67643" y="466634"/>
                  </a:lnTo>
                  <a:close/>
                  <a:moveTo>
                    <a:pt x="32832" y="449114"/>
                  </a:moveTo>
                  <a:lnTo>
                    <a:pt x="67643" y="466634"/>
                  </a:lnTo>
                  <a:lnTo>
                    <a:pt x="32832" y="443102"/>
                  </a:lnTo>
                  <a:close/>
                  <a:moveTo>
                    <a:pt x="67643" y="471243"/>
                  </a:moveTo>
                  <a:lnTo>
                    <a:pt x="71934" y="468222"/>
                  </a:lnTo>
                  <a:lnTo>
                    <a:pt x="67643" y="468222"/>
                  </a:lnTo>
                  <a:close/>
                  <a:moveTo>
                    <a:pt x="102453" y="478335"/>
                  </a:moveTo>
                  <a:lnTo>
                    <a:pt x="71934" y="468222"/>
                  </a:lnTo>
                  <a:lnTo>
                    <a:pt x="67643" y="471243"/>
                  </a:lnTo>
                  <a:close/>
                  <a:moveTo>
                    <a:pt x="67643" y="468222"/>
                  </a:moveTo>
                  <a:lnTo>
                    <a:pt x="71934" y="468222"/>
                  </a:lnTo>
                  <a:lnTo>
                    <a:pt x="67643" y="466634"/>
                  </a:lnTo>
                  <a:close/>
                  <a:moveTo>
                    <a:pt x="102453" y="478335"/>
                  </a:moveTo>
                  <a:lnTo>
                    <a:pt x="102453" y="482127"/>
                  </a:lnTo>
                  <a:lnTo>
                    <a:pt x="137264" y="482550"/>
                  </a:lnTo>
                  <a:close/>
                  <a:moveTo>
                    <a:pt x="137264" y="482550"/>
                  </a:moveTo>
                  <a:lnTo>
                    <a:pt x="137264" y="485775"/>
                  </a:lnTo>
                  <a:lnTo>
                    <a:pt x="172075" y="481795"/>
                  </a:lnTo>
                  <a:close/>
                  <a:moveTo>
                    <a:pt x="172075" y="481795"/>
                  </a:moveTo>
                  <a:lnTo>
                    <a:pt x="172075" y="484575"/>
                  </a:lnTo>
                  <a:lnTo>
                    <a:pt x="206885" y="477517"/>
                  </a:lnTo>
                  <a:close/>
                  <a:moveTo>
                    <a:pt x="206885" y="477517"/>
                  </a:moveTo>
                  <a:lnTo>
                    <a:pt x="206885" y="479855"/>
                  </a:lnTo>
                  <a:lnTo>
                    <a:pt x="241696" y="470337"/>
                  </a:lnTo>
                  <a:close/>
                  <a:moveTo>
                    <a:pt x="255234" y="468222"/>
                  </a:moveTo>
                  <a:lnTo>
                    <a:pt x="249292" y="468222"/>
                  </a:lnTo>
                  <a:lnTo>
                    <a:pt x="241696" y="470337"/>
                  </a:lnTo>
                  <a:close/>
                  <a:moveTo>
                    <a:pt x="249292" y="468222"/>
                  </a:moveTo>
                  <a:lnTo>
                    <a:pt x="255234" y="468222"/>
                  </a:lnTo>
                  <a:lnTo>
                    <a:pt x="276507" y="461378"/>
                  </a:lnTo>
                  <a:close/>
                  <a:moveTo>
                    <a:pt x="25909" y="436272"/>
                  </a:moveTo>
                  <a:lnTo>
                    <a:pt x="32832" y="449114"/>
                  </a:lnTo>
                  <a:lnTo>
                    <a:pt x="32832" y="443102"/>
                  </a:lnTo>
                  <a:close/>
                  <a:moveTo>
                    <a:pt x="2846" y="404322"/>
                  </a:moveTo>
                  <a:lnTo>
                    <a:pt x="25909" y="436272"/>
                  </a:lnTo>
                  <a:lnTo>
                    <a:pt x="7904" y="404322"/>
                  </a:lnTo>
                  <a:close/>
                  <a:moveTo>
                    <a:pt x="276507" y="461378"/>
                  </a:moveTo>
                  <a:lnTo>
                    <a:pt x="276507" y="462518"/>
                  </a:lnTo>
                  <a:lnTo>
                    <a:pt x="311317" y="448631"/>
                  </a:lnTo>
                  <a:close/>
                  <a:moveTo>
                    <a:pt x="335043" y="436272"/>
                  </a:moveTo>
                  <a:lnTo>
                    <a:pt x="333842" y="436272"/>
                  </a:lnTo>
                  <a:lnTo>
                    <a:pt x="311317" y="448631"/>
                  </a:lnTo>
                  <a:close/>
                  <a:moveTo>
                    <a:pt x="333842" y="436272"/>
                  </a:moveTo>
                  <a:lnTo>
                    <a:pt x="335043" y="436272"/>
                  </a:lnTo>
                  <a:lnTo>
                    <a:pt x="346128" y="428249"/>
                  </a:lnTo>
                  <a:close/>
                  <a:moveTo>
                    <a:pt x="0" y="372372"/>
                  </a:moveTo>
                  <a:lnTo>
                    <a:pt x="7904" y="404322"/>
                  </a:lnTo>
                  <a:lnTo>
                    <a:pt x="4789" y="372372"/>
                  </a:lnTo>
                  <a:close/>
                  <a:moveTo>
                    <a:pt x="373275" y="404322"/>
                  </a:moveTo>
                  <a:lnTo>
                    <a:pt x="372525" y="404322"/>
                  </a:lnTo>
                  <a:lnTo>
                    <a:pt x="346128" y="428249"/>
                  </a:lnTo>
                  <a:close/>
                  <a:moveTo>
                    <a:pt x="372525" y="404322"/>
                  </a:moveTo>
                  <a:lnTo>
                    <a:pt x="373275" y="404322"/>
                  </a:lnTo>
                  <a:lnTo>
                    <a:pt x="380939" y="392152"/>
                  </a:lnTo>
                  <a:close/>
                  <a:moveTo>
                    <a:pt x="9160" y="340422"/>
                  </a:moveTo>
                  <a:lnTo>
                    <a:pt x="4789" y="372372"/>
                  </a:lnTo>
                  <a:lnTo>
                    <a:pt x="14299" y="340422"/>
                  </a:lnTo>
                  <a:close/>
                  <a:moveTo>
                    <a:pt x="394232" y="372372"/>
                  </a:moveTo>
                  <a:lnTo>
                    <a:pt x="393174" y="372372"/>
                  </a:lnTo>
                  <a:lnTo>
                    <a:pt x="380939" y="392152"/>
                  </a:lnTo>
                  <a:close/>
                  <a:moveTo>
                    <a:pt x="403532" y="340422"/>
                  </a:moveTo>
                  <a:lnTo>
                    <a:pt x="393174" y="372372"/>
                  </a:lnTo>
                  <a:lnTo>
                    <a:pt x="405310" y="340422"/>
                  </a:lnTo>
                  <a:close/>
                  <a:moveTo>
                    <a:pt x="32832" y="315258"/>
                  </a:moveTo>
                  <a:lnTo>
                    <a:pt x="9160" y="340422"/>
                  </a:lnTo>
                  <a:lnTo>
                    <a:pt x="14299" y="340422"/>
                  </a:lnTo>
                  <a:close/>
                  <a:moveTo>
                    <a:pt x="32832" y="315258"/>
                  </a:moveTo>
                  <a:lnTo>
                    <a:pt x="38637" y="308472"/>
                  </a:lnTo>
                  <a:lnTo>
                    <a:pt x="32934" y="308472"/>
                  </a:lnTo>
                  <a:close/>
                  <a:moveTo>
                    <a:pt x="408313" y="308472"/>
                  </a:moveTo>
                  <a:lnTo>
                    <a:pt x="403532" y="340422"/>
                  </a:lnTo>
                  <a:lnTo>
                    <a:pt x="411366" y="308472"/>
                  </a:lnTo>
                  <a:close/>
                  <a:moveTo>
                    <a:pt x="67643" y="283233"/>
                  </a:moveTo>
                  <a:lnTo>
                    <a:pt x="32934" y="308472"/>
                  </a:lnTo>
                  <a:lnTo>
                    <a:pt x="38637" y="308472"/>
                  </a:lnTo>
                  <a:close/>
                  <a:moveTo>
                    <a:pt x="67643" y="283233"/>
                  </a:moveTo>
                  <a:lnTo>
                    <a:pt x="76913" y="276522"/>
                  </a:lnTo>
                  <a:lnTo>
                    <a:pt x="70882" y="276522"/>
                  </a:lnTo>
                  <a:close/>
                  <a:moveTo>
                    <a:pt x="410835" y="276522"/>
                  </a:moveTo>
                  <a:lnTo>
                    <a:pt x="408313" y="308472"/>
                  </a:lnTo>
                  <a:lnTo>
                    <a:pt x="415581" y="276522"/>
                  </a:lnTo>
                  <a:close/>
                  <a:moveTo>
                    <a:pt x="102453" y="252510"/>
                  </a:moveTo>
                  <a:lnTo>
                    <a:pt x="70882" y="276522"/>
                  </a:lnTo>
                  <a:lnTo>
                    <a:pt x="76913" y="276522"/>
                  </a:lnTo>
                  <a:close/>
                  <a:moveTo>
                    <a:pt x="102453" y="252510"/>
                  </a:moveTo>
                  <a:lnTo>
                    <a:pt x="110650" y="244572"/>
                  </a:lnTo>
                  <a:lnTo>
                    <a:pt x="105736" y="244572"/>
                  </a:lnTo>
                  <a:close/>
                  <a:moveTo>
                    <a:pt x="415581" y="276522"/>
                  </a:moveTo>
                  <a:lnTo>
                    <a:pt x="415749" y="244572"/>
                  </a:lnTo>
                  <a:lnTo>
                    <a:pt x="412124" y="244572"/>
                  </a:lnTo>
                  <a:close/>
                  <a:moveTo>
                    <a:pt x="415581" y="276522"/>
                  </a:moveTo>
                  <a:lnTo>
                    <a:pt x="412124" y="244572"/>
                  </a:lnTo>
                  <a:lnTo>
                    <a:pt x="410835" y="276522"/>
                  </a:lnTo>
                  <a:close/>
                  <a:moveTo>
                    <a:pt x="113848" y="212622"/>
                  </a:moveTo>
                  <a:lnTo>
                    <a:pt x="110650" y="244572"/>
                  </a:lnTo>
                  <a:lnTo>
                    <a:pt x="117238" y="212622"/>
                  </a:lnTo>
                  <a:close/>
                  <a:moveTo>
                    <a:pt x="415749" y="244572"/>
                  </a:moveTo>
                  <a:lnTo>
                    <a:pt x="415749" y="212622"/>
                  </a:lnTo>
                  <a:lnTo>
                    <a:pt x="412124" y="244572"/>
                  </a:lnTo>
                  <a:close/>
                  <a:moveTo>
                    <a:pt x="415749" y="212622"/>
                  </a:moveTo>
                  <a:lnTo>
                    <a:pt x="410597" y="212622"/>
                  </a:lnTo>
                  <a:lnTo>
                    <a:pt x="412124" y="244572"/>
                  </a:lnTo>
                  <a:close/>
                  <a:moveTo>
                    <a:pt x="117238" y="212622"/>
                  </a:moveTo>
                  <a:lnTo>
                    <a:pt x="102453" y="188825"/>
                  </a:lnTo>
                  <a:lnTo>
                    <a:pt x="102453" y="190231"/>
                  </a:lnTo>
                  <a:close/>
                  <a:moveTo>
                    <a:pt x="410597" y="212622"/>
                  </a:moveTo>
                  <a:lnTo>
                    <a:pt x="412454" y="180672"/>
                  </a:lnTo>
                  <a:lnTo>
                    <a:pt x="403000" y="180672"/>
                  </a:lnTo>
                  <a:close/>
                  <a:moveTo>
                    <a:pt x="97455" y="180672"/>
                  </a:moveTo>
                  <a:lnTo>
                    <a:pt x="102453" y="190231"/>
                  </a:lnTo>
                  <a:lnTo>
                    <a:pt x="102453" y="188825"/>
                  </a:lnTo>
                  <a:close/>
                  <a:moveTo>
                    <a:pt x="70911" y="148722"/>
                  </a:moveTo>
                  <a:lnTo>
                    <a:pt x="97455" y="180672"/>
                  </a:lnTo>
                  <a:lnTo>
                    <a:pt x="68731" y="148722"/>
                  </a:lnTo>
                  <a:close/>
                  <a:moveTo>
                    <a:pt x="384748" y="148722"/>
                  </a:moveTo>
                  <a:lnTo>
                    <a:pt x="403000" y="180672"/>
                  </a:lnTo>
                  <a:lnTo>
                    <a:pt x="396391" y="148722"/>
                  </a:lnTo>
                  <a:close/>
                  <a:moveTo>
                    <a:pt x="68731" y="148722"/>
                  </a:moveTo>
                  <a:lnTo>
                    <a:pt x="67643" y="147171"/>
                  </a:lnTo>
                  <a:lnTo>
                    <a:pt x="67643" y="143747"/>
                  </a:lnTo>
                  <a:close/>
                  <a:moveTo>
                    <a:pt x="380939" y="131476"/>
                  </a:moveTo>
                  <a:lnTo>
                    <a:pt x="380939" y="144420"/>
                  </a:lnTo>
                  <a:lnTo>
                    <a:pt x="384748" y="148722"/>
                  </a:lnTo>
                  <a:close/>
                  <a:moveTo>
                    <a:pt x="380939" y="144420"/>
                  </a:moveTo>
                  <a:lnTo>
                    <a:pt x="380939" y="131476"/>
                  </a:lnTo>
                  <a:lnTo>
                    <a:pt x="351036" y="116771"/>
                  </a:lnTo>
                  <a:close/>
                  <a:moveTo>
                    <a:pt x="49511" y="116771"/>
                  </a:moveTo>
                  <a:lnTo>
                    <a:pt x="67643" y="143747"/>
                  </a:lnTo>
                  <a:lnTo>
                    <a:pt x="67643" y="147171"/>
                  </a:lnTo>
                  <a:close/>
                  <a:moveTo>
                    <a:pt x="46626" y="84821"/>
                  </a:moveTo>
                  <a:lnTo>
                    <a:pt x="49511" y="116771"/>
                  </a:lnTo>
                  <a:lnTo>
                    <a:pt x="43898" y="84821"/>
                  </a:lnTo>
                  <a:close/>
                  <a:moveTo>
                    <a:pt x="346128" y="103523"/>
                  </a:moveTo>
                  <a:lnTo>
                    <a:pt x="346128" y="112987"/>
                  </a:lnTo>
                  <a:lnTo>
                    <a:pt x="351036" y="116771"/>
                  </a:lnTo>
                  <a:close/>
                  <a:moveTo>
                    <a:pt x="346128" y="103523"/>
                  </a:moveTo>
                  <a:lnTo>
                    <a:pt x="311317" y="89264"/>
                  </a:lnTo>
                  <a:lnTo>
                    <a:pt x="346128" y="112987"/>
                  </a:lnTo>
                  <a:close/>
                  <a:moveTo>
                    <a:pt x="55182" y="52871"/>
                  </a:moveTo>
                  <a:lnTo>
                    <a:pt x="43898" y="84821"/>
                  </a:lnTo>
                  <a:lnTo>
                    <a:pt x="52053" y="52871"/>
                  </a:lnTo>
                  <a:close/>
                  <a:moveTo>
                    <a:pt x="276507" y="62750"/>
                  </a:moveTo>
                  <a:lnTo>
                    <a:pt x="276507" y="59897"/>
                  </a:lnTo>
                  <a:lnTo>
                    <a:pt x="264971" y="52871"/>
                  </a:lnTo>
                  <a:close/>
                  <a:moveTo>
                    <a:pt x="276507" y="62750"/>
                  </a:moveTo>
                  <a:lnTo>
                    <a:pt x="304987" y="84821"/>
                  </a:lnTo>
                  <a:lnTo>
                    <a:pt x="311317" y="82833"/>
                  </a:lnTo>
                  <a:close/>
                  <a:moveTo>
                    <a:pt x="311317" y="89264"/>
                  </a:moveTo>
                  <a:lnTo>
                    <a:pt x="311317" y="84821"/>
                  </a:lnTo>
                  <a:lnTo>
                    <a:pt x="304987" y="84821"/>
                  </a:lnTo>
                  <a:close/>
                  <a:moveTo>
                    <a:pt x="67643" y="32656"/>
                  </a:moveTo>
                  <a:lnTo>
                    <a:pt x="55182" y="52871"/>
                  </a:lnTo>
                  <a:lnTo>
                    <a:pt x="52053" y="52871"/>
                  </a:lnTo>
                  <a:close/>
                  <a:moveTo>
                    <a:pt x="67643" y="32656"/>
                  </a:moveTo>
                  <a:lnTo>
                    <a:pt x="80963" y="20921"/>
                  </a:lnTo>
                  <a:lnTo>
                    <a:pt x="85581" y="20921"/>
                  </a:lnTo>
                  <a:close/>
                  <a:moveTo>
                    <a:pt x="241696" y="34655"/>
                  </a:moveTo>
                  <a:lnTo>
                    <a:pt x="241696" y="34178"/>
                  </a:lnTo>
                  <a:lnTo>
                    <a:pt x="264971" y="52871"/>
                  </a:lnTo>
                  <a:close/>
                  <a:moveTo>
                    <a:pt x="241696" y="34178"/>
                  </a:moveTo>
                  <a:lnTo>
                    <a:pt x="241696" y="34655"/>
                  </a:lnTo>
                  <a:lnTo>
                    <a:pt x="221406" y="20921"/>
                  </a:lnTo>
                  <a:close/>
                  <a:moveTo>
                    <a:pt x="102453" y="8387"/>
                  </a:moveTo>
                  <a:lnTo>
                    <a:pt x="85581" y="20921"/>
                  </a:lnTo>
                  <a:lnTo>
                    <a:pt x="80963" y="20921"/>
                  </a:lnTo>
                  <a:close/>
                  <a:moveTo>
                    <a:pt x="137264" y="0"/>
                  </a:moveTo>
                  <a:lnTo>
                    <a:pt x="102453" y="11064"/>
                  </a:lnTo>
                  <a:lnTo>
                    <a:pt x="102453" y="8387"/>
                  </a:lnTo>
                  <a:close/>
                  <a:moveTo>
                    <a:pt x="172075" y="1533"/>
                  </a:moveTo>
                  <a:lnTo>
                    <a:pt x="137264" y="2284"/>
                  </a:lnTo>
                  <a:lnTo>
                    <a:pt x="137264" y="0"/>
                  </a:lnTo>
                  <a:close/>
                  <a:moveTo>
                    <a:pt x="206885" y="12603"/>
                  </a:moveTo>
                  <a:lnTo>
                    <a:pt x="172075" y="3633"/>
                  </a:lnTo>
                  <a:lnTo>
                    <a:pt x="172075" y="1533"/>
                  </a:lnTo>
                  <a:close/>
                  <a:moveTo>
                    <a:pt x="206885" y="14463"/>
                  </a:moveTo>
                  <a:lnTo>
                    <a:pt x="206885" y="12603"/>
                  </a:lnTo>
                  <a:lnTo>
                    <a:pt x="221406" y="20921"/>
                  </a:lnTo>
                  <a:close/>
                </a:path>
              </a:pathLst>
            </a:custGeom>
            <a:solidFill>
              <a:srgbClr val="646C77"/>
            </a:solidFill>
            <a:ln w="4001">
              <a:solidFill>
                <a:srgbClr val="B6BABF"/>
              </a:solidFill>
            </a:ln>
          </p:spPr>
        </p:sp>
        <p:sp>
          <p:nvSpPr>
            <p:cNvPr id="3989" name="Candidate_B5__3988">
              <a:extLst>
                <a:ext uri="{FF2B5EF4-FFF2-40B4-BE49-F238E27FC236}">
                  <a16:creationId xmlns:a16="http://schemas.microsoft.com/office/drawing/2014/main" id="{C1B4FAF2-6EF5-C351-1417-222D8E77391C}"/>
                </a:ext>
              </a:extLst>
            </p:cNvPr>
            <p:cNvSpPr>
              <a:spLocks noGrp="1"/>
            </p:cNvSpPr>
            <p:nvPr/>
          </p:nvSpPr>
          <p:spPr>
            <a:xfrm>
              <a:off x="3995764" y="3519488"/>
              <a:ext cx="407335" cy="482550"/>
            </a:xfrm>
            <a:custGeom>
              <a:avLst/>
              <a:gdLst/>
              <a:ahLst/>
              <a:cxnLst/>
              <a:rect l="0" t="0" r="0" b="0"/>
              <a:pathLst>
                <a:path w="407335" h="482550">
                  <a:moveTo>
                    <a:pt x="67145" y="468222"/>
                  </a:moveTo>
                  <a:lnTo>
                    <a:pt x="97665" y="478335"/>
                  </a:lnTo>
                  <a:lnTo>
                    <a:pt x="97665" y="468222"/>
                  </a:lnTo>
                  <a:close/>
                  <a:moveTo>
                    <a:pt x="67145" y="468222"/>
                  </a:moveTo>
                  <a:lnTo>
                    <a:pt x="97665" y="468222"/>
                  </a:lnTo>
                  <a:lnTo>
                    <a:pt x="62854" y="466634"/>
                  </a:lnTo>
                  <a:close/>
                  <a:moveTo>
                    <a:pt x="132476" y="482550"/>
                  </a:moveTo>
                  <a:lnTo>
                    <a:pt x="132476" y="470164"/>
                  </a:lnTo>
                  <a:lnTo>
                    <a:pt x="97665" y="478335"/>
                  </a:lnTo>
                  <a:close/>
                  <a:moveTo>
                    <a:pt x="132476" y="482550"/>
                  </a:moveTo>
                  <a:lnTo>
                    <a:pt x="167286" y="481795"/>
                  </a:lnTo>
                  <a:lnTo>
                    <a:pt x="167286" y="470167"/>
                  </a:lnTo>
                  <a:close/>
                  <a:moveTo>
                    <a:pt x="167286" y="481795"/>
                  </a:moveTo>
                  <a:lnTo>
                    <a:pt x="202097" y="477517"/>
                  </a:lnTo>
                  <a:lnTo>
                    <a:pt x="167286" y="470167"/>
                  </a:lnTo>
                  <a:close/>
                  <a:moveTo>
                    <a:pt x="236907" y="468222"/>
                  </a:moveTo>
                  <a:lnTo>
                    <a:pt x="202097" y="477517"/>
                  </a:lnTo>
                  <a:lnTo>
                    <a:pt x="236907" y="470337"/>
                  </a:lnTo>
                  <a:close/>
                  <a:moveTo>
                    <a:pt x="236907" y="468222"/>
                  </a:moveTo>
                  <a:lnTo>
                    <a:pt x="202097" y="468222"/>
                  </a:lnTo>
                  <a:lnTo>
                    <a:pt x="202097" y="477517"/>
                  </a:lnTo>
                  <a:close/>
                  <a:moveTo>
                    <a:pt x="236907" y="468222"/>
                  </a:moveTo>
                  <a:lnTo>
                    <a:pt x="236907" y="470337"/>
                  </a:lnTo>
                  <a:lnTo>
                    <a:pt x="244503" y="468222"/>
                  </a:lnTo>
                  <a:close/>
                  <a:moveTo>
                    <a:pt x="236907" y="460664"/>
                  </a:moveTo>
                  <a:lnTo>
                    <a:pt x="244503" y="468222"/>
                  </a:lnTo>
                  <a:lnTo>
                    <a:pt x="271718" y="461378"/>
                  </a:lnTo>
                  <a:close/>
                  <a:moveTo>
                    <a:pt x="21121" y="436272"/>
                  </a:moveTo>
                  <a:lnTo>
                    <a:pt x="28044" y="443102"/>
                  </a:lnTo>
                  <a:lnTo>
                    <a:pt x="28044" y="436272"/>
                  </a:lnTo>
                  <a:close/>
                  <a:moveTo>
                    <a:pt x="3115" y="404322"/>
                  </a:moveTo>
                  <a:lnTo>
                    <a:pt x="21121" y="436272"/>
                  </a:lnTo>
                  <a:lnTo>
                    <a:pt x="20620" y="404322"/>
                  </a:lnTo>
                  <a:close/>
                  <a:moveTo>
                    <a:pt x="62854" y="466634"/>
                  </a:moveTo>
                  <a:lnTo>
                    <a:pt x="62854" y="450807"/>
                  </a:lnTo>
                  <a:lnTo>
                    <a:pt x="28044" y="443102"/>
                  </a:lnTo>
                  <a:close/>
                  <a:moveTo>
                    <a:pt x="271718" y="461378"/>
                  </a:moveTo>
                  <a:lnTo>
                    <a:pt x="306529" y="448631"/>
                  </a:lnTo>
                  <a:lnTo>
                    <a:pt x="306529" y="438293"/>
                  </a:lnTo>
                  <a:close/>
                  <a:moveTo>
                    <a:pt x="329054" y="436272"/>
                  </a:moveTo>
                  <a:lnTo>
                    <a:pt x="306529" y="438293"/>
                  </a:lnTo>
                  <a:lnTo>
                    <a:pt x="306529" y="448631"/>
                  </a:lnTo>
                  <a:close/>
                  <a:moveTo>
                    <a:pt x="329054" y="436272"/>
                  </a:moveTo>
                  <a:lnTo>
                    <a:pt x="341339" y="428249"/>
                  </a:lnTo>
                  <a:lnTo>
                    <a:pt x="341339" y="416273"/>
                  </a:lnTo>
                  <a:close/>
                  <a:moveTo>
                    <a:pt x="0" y="372372"/>
                  </a:moveTo>
                  <a:lnTo>
                    <a:pt x="3115" y="404322"/>
                  </a:lnTo>
                  <a:lnTo>
                    <a:pt x="20620" y="404322"/>
                  </a:lnTo>
                  <a:close/>
                  <a:moveTo>
                    <a:pt x="367737" y="404322"/>
                  </a:moveTo>
                  <a:lnTo>
                    <a:pt x="341339" y="416273"/>
                  </a:lnTo>
                  <a:lnTo>
                    <a:pt x="341339" y="428249"/>
                  </a:lnTo>
                  <a:close/>
                  <a:moveTo>
                    <a:pt x="367737" y="404322"/>
                  </a:moveTo>
                  <a:lnTo>
                    <a:pt x="376150" y="392152"/>
                  </a:lnTo>
                  <a:lnTo>
                    <a:pt x="376150" y="372437"/>
                  </a:lnTo>
                  <a:close/>
                  <a:moveTo>
                    <a:pt x="9510" y="340422"/>
                  </a:moveTo>
                  <a:lnTo>
                    <a:pt x="0" y="372372"/>
                  </a:lnTo>
                  <a:lnTo>
                    <a:pt x="16593" y="372372"/>
                  </a:lnTo>
                  <a:close/>
                  <a:moveTo>
                    <a:pt x="388385" y="372372"/>
                  </a:moveTo>
                  <a:lnTo>
                    <a:pt x="376150" y="372437"/>
                  </a:lnTo>
                  <a:lnTo>
                    <a:pt x="376150" y="392152"/>
                  </a:lnTo>
                  <a:close/>
                  <a:moveTo>
                    <a:pt x="376190" y="372372"/>
                  </a:moveTo>
                  <a:lnTo>
                    <a:pt x="388385" y="372372"/>
                  </a:lnTo>
                  <a:lnTo>
                    <a:pt x="398743" y="340422"/>
                  </a:lnTo>
                  <a:close/>
                  <a:moveTo>
                    <a:pt x="28044" y="339716"/>
                  </a:moveTo>
                  <a:lnTo>
                    <a:pt x="28044" y="315258"/>
                  </a:lnTo>
                  <a:lnTo>
                    <a:pt x="9510" y="340422"/>
                  </a:lnTo>
                  <a:close/>
                  <a:moveTo>
                    <a:pt x="28044" y="315258"/>
                  </a:moveTo>
                  <a:lnTo>
                    <a:pt x="28044" y="339716"/>
                  </a:lnTo>
                  <a:lnTo>
                    <a:pt x="33849" y="308472"/>
                  </a:lnTo>
                  <a:close/>
                  <a:moveTo>
                    <a:pt x="386826" y="340422"/>
                  </a:moveTo>
                  <a:lnTo>
                    <a:pt x="398743" y="340422"/>
                  </a:lnTo>
                  <a:lnTo>
                    <a:pt x="403524" y="308472"/>
                  </a:lnTo>
                  <a:close/>
                  <a:moveTo>
                    <a:pt x="62854" y="300789"/>
                  </a:moveTo>
                  <a:lnTo>
                    <a:pt x="62854" y="283233"/>
                  </a:lnTo>
                  <a:lnTo>
                    <a:pt x="33849" y="308472"/>
                  </a:lnTo>
                  <a:close/>
                  <a:moveTo>
                    <a:pt x="62854" y="283233"/>
                  </a:moveTo>
                  <a:lnTo>
                    <a:pt x="62854" y="300789"/>
                  </a:lnTo>
                  <a:lnTo>
                    <a:pt x="72124" y="276522"/>
                  </a:lnTo>
                  <a:close/>
                  <a:moveTo>
                    <a:pt x="390419" y="308472"/>
                  </a:moveTo>
                  <a:lnTo>
                    <a:pt x="403524" y="308472"/>
                  </a:lnTo>
                  <a:lnTo>
                    <a:pt x="406047" y="276522"/>
                  </a:lnTo>
                  <a:close/>
                  <a:moveTo>
                    <a:pt x="97665" y="274484"/>
                  </a:moveTo>
                  <a:lnTo>
                    <a:pt x="97665" y="252510"/>
                  </a:lnTo>
                  <a:lnTo>
                    <a:pt x="72124" y="276522"/>
                  </a:lnTo>
                  <a:close/>
                  <a:moveTo>
                    <a:pt x="97665" y="252510"/>
                  </a:moveTo>
                  <a:lnTo>
                    <a:pt x="97665" y="274484"/>
                  </a:lnTo>
                  <a:lnTo>
                    <a:pt x="105861" y="244572"/>
                  </a:lnTo>
                  <a:close/>
                  <a:moveTo>
                    <a:pt x="390732" y="276522"/>
                  </a:moveTo>
                  <a:lnTo>
                    <a:pt x="406047" y="276522"/>
                  </a:lnTo>
                  <a:lnTo>
                    <a:pt x="407335" y="244572"/>
                  </a:lnTo>
                  <a:close/>
                  <a:moveTo>
                    <a:pt x="105861" y="244572"/>
                  </a:moveTo>
                  <a:lnTo>
                    <a:pt x="128560" y="244572"/>
                  </a:lnTo>
                  <a:lnTo>
                    <a:pt x="112449" y="212622"/>
                  </a:lnTo>
                  <a:close/>
                  <a:moveTo>
                    <a:pt x="389441" y="244572"/>
                  </a:moveTo>
                  <a:lnTo>
                    <a:pt x="407335" y="244572"/>
                  </a:lnTo>
                  <a:lnTo>
                    <a:pt x="405809" y="212622"/>
                  </a:lnTo>
                  <a:close/>
                  <a:moveTo>
                    <a:pt x="97665" y="188825"/>
                  </a:moveTo>
                  <a:lnTo>
                    <a:pt x="112449" y="212622"/>
                  </a:lnTo>
                  <a:lnTo>
                    <a:pt x="111191" y="180672"/>
                  </a:lnTo>
                  <a:close/>
                  <a:moveTo>
                    <a:pt x="405809" y="212622"/>
                  </a:moveTo>
                  <a:lnTo>
                    <a:pt x="398212" y="180672"/>
                  </a:lnTo>
                  <a:lnTo>
                    <a:pt x="385242" y="212622"/>
                  </a:lnTo>
                  <a:close/>
                  <a:moveTo>
                    <a:pt x="92666" y="180672"/>
                  </a:moveTo>
                  <a:lnTo>
                    <a:pt x="97665" y="188825"/>
                  </a:lnTo>
                  <a:lnTo>
                    <a:pt x="97665" y="180672"/>
                  </a:lnTo>
                  <a:close/>
                  <a:moveTo>
                    <a:pt x="63942" y="148722"/>
                  </a:moveTo>
                  <a:lnTo>
                    <a:pt x="92666" y="180672"/>
                  </a:lnTo>
                  <a:lnTo>
                    <a:pt x="76930" y="148722"/>
                  </a:lnTo>
                  <a:close/>
                  <a:moveTo>
                    <a:pt x="376150" y="148722"/>
                  </a:moveTo>
                  <a:lnTo>
                    <a:pt x="398212" y="180672"/>
                  </a:lnTo>
                  <a:lnTo>
                    <a:pt x="379960" y="148722"/>
                  </a:lnTo>
                  <a:close/>
                  <a:moveTo>
                    <a:pt x="376150" y="148722"/>
                  </a:moveTo>
                  <a:lnTo>
                    <a:pt x="376150" y="180672"/>
                  </a:lnTo>
                  <a:lnTo>
                    <a:pt x="398212" y="180672"/>
                  </a:lnTo>
                  <a:close/>
                  <a:moveTo>
                    <a:pt x="63942" y="148722"/>
                  </a:moveTo>
                  <a:lnTo>
                    <a:pt x="76930" y="148722"/>
                  </a:lnTo>
                  <a:lnTo>
                    <a:pt x="62854" y="147171"/>
                  </a:lnTo>
                  <a:close/>
                  <a:moveTo>
                    <a:pt x="376150" y="148722"/>
                  </a:moveTo>
                  <a:lnTo>
                    <a:pt x="379960" y="148722"/>
                  </a:lnTo>
                  <a:lnTo>
                    <a:pt x="376150" y="144420"/>
                  </a:lnTo>
                  <a:close/>
                  <a:moveTo>
                    <a:pt x="341339" y="116771"/>
                  </a:moveTo>
                  <a:lnTo>
                    <a:pt x="376150" y="148722"/>
                  </a:lnTo>
                  <a:lnTo>
                    <a:pt x="346247" y="116771"/>
                  </a:lnTo>
                  <a:close/>
                  <a:moveTo>
                    <a:pt x="346247" y="116771"/>
                  </a:moveTo>
                  <a:lnTo>
                    <a:pt x="376150" y="148722"/>
                  </a:lnTo>
                  <a:lnTo>
                    <a:pt x="376150" y="144420"/>
                  </a:lnTo>
                  <a:close/>
                  <a:moveTo>
                    <a:pt x="54922" y="116771"/>
                  </a:moveTo>
                  <a:lnTo>
                    <a:pt x="44722" y="116771"/>
                  </a:lnTo>
                  <a:lnTo>
                    <a:pt x="62854" y="147171"/>
                  </a:lnTo>
                  <a:close/>
                  <a:moveTo>
                    <a:pt x="39109" y="84821"/>
                  </a:moveTo>
                  <a:lnTo>
                    <a:pt x="44722" y="116771"/>
                  </a:lnTo>
                  <a:lnTo>
                    <a:pt x="54922" y="116771"/>
                  </a:lnTo>
                  <a:close/>
                  <a:moveTo>
                    <a:pt x="306529" y="89264"/>
                  </a:moveTo>
                  <a:lnTo>
                    <a:pt x="300198" y="84821"/>
                  </a:lnTo>
                  <a:lnTo>
                    <a:pt x="275366" y="84821"/>
                  </a:lnTo>
                  <a:close/>
                  <a:moveTo>
                    <a:pt x="306529" y="89264"/>
                  </a:moveTo>
                  <a:lnTo>
                    <a:pt x="306529" y="111235"/>
                  </a:lnTo>
                  <a:lnTo>
                    <a:pt x="341339" y="112987"/>
                  </a:lnTo>
                  <a:close/>
                  <a:moveTo>
                    <a:pt x="341339" y="116771"/>
                  </a:moveTo>
                  <a:lnTo>
                    <a:pt x="346247" y="116771"/>
                  </a:lnTo>
                  <a:lnTo>
                    <a:pt x="341339" y="112987"/>
                  </a:lnTo>
                  <a:close/>
                  <a:moveTo>
                    <a:pt x="47264" y="52871"/>
                  </a:moveTo>
                  <a:lnTo>
                    <a:pt x="39109" y="84821"/>
                  </a:lnTo>
                  <a:lnTo>
                    <a:pt x="48566" y="84821"/>
                  </a:lnTo>
                  <a:close/>
                  <a:moveTo>
                    <a:pt x="271718" y="62750"/>
                  </a:moveTo>
                  <a:lnTo>
                    <a:pt x="275366" y="84821"/>
                  </a:lnTo>
                  <a:lnTo>
                    <a:pt x="300198" y="84821"/>
                  </a:lnTo>
                  <a:close/>
                  <a:moveTo>
                    <a:pt x="271718" y="62750"/>
                  </a:moveTo>
                  <a:lnTo>
                    <a:pt x="260182" y="52871"/>
                  </a:lnTo>
                  <a:lnTo>
                    <a:pt x="243286" y="52871"/>
                  </a:lnTo>
                  <a:close/>
                  <a:moveTo>
                    <a:pt x="62854" y="46121"/>
                  </a:moveTo>
                  <a:lnTo>
                    <a:pt x="62854" y="32656"/>
                  </a:lnTo>
                  <a:lnTo>
                    <a:pt x="47264" y="52871"/>
                  </a:lnTo>
                  <a:close/>
                  <a:moveTo>
                    <a:pt x="62854" y="32656"/>
                  </a:moveTo>
                  <a:lnTo>
                    <a:pt x="62854" y="46121"/>
                  </a:lnTo>
                  <a:lnTo>
                    <a:pt x="76174" y="20921"/>
                  </a:lnTo>
                  <a:close/>
                  <a:moveTo>
                    <a:pt x="236907" y="34178"/>
                  </a:moveTo>
                  <a:lnTo>
                    <a:pt x="243286" y="52871"/>
                  </a:lnTo>
                  <a:lnTo>
                    <a:pt x="260182" y="52871"/>
                  </a:lnTo>
                  <a:close/>
                  <a:moveTo>
                    <a:pt x="216617" y="20921"/>
                  </a:moveTo>
                  <a:lnTo>
                    <a:pt x="202097" y="20921"/>
                  </a:lnTo>
                  <a:lnTo>
                    <a:pt x="236907" y="34178"/>
                  </a:lnTo>
                  <a:close/>
                  <a:moveTo>
                    <a:pt x="97665" y="17312"/>
                  </a:moveTo>
                  <a:lnTo>
                    <a:pt x="97665" y="8387"/>
                  </a:lnTo>
                  <a:lnTo>
                    <a:pt x="76174" y="20921"/>
                  </a:lnTo>
                  <a:close/>
                  <a:moveTo>
                    <a:pt x="132476" y="7974"/>
                  </a:moveTo>
                  <a:lnTo>
                    <a:pt x="132476" y="0"/>
                  </a:lnTo>
                  <a:lnTo>
                    <a:pt x="97665" y="8387"/>
                  </a:lnTo>
                  <a:close/>
                  <a:moveTo>
                    <a:pt x="167286" y="9736"/>
                  </a:moveTo>
                  <a:lnTo>
                    <a:pt x="167286" y="1533"/>
                  </a:lnTo>
                  <a:lnTo>
                    <a:pt x="132476" y="0"/>
                  </a:lnTo>
                  <a:close/>
                  <a:moveTo>
                    <a:pt x="167286" y="1533"/>
                  </a:moveTo>
                  <a:lnTo>
                    <a:pt x="167286" y="9736"/>
                  </a:lnTo>
                  <a:lnTo>
                    <a:pt x="202097" y="12603"/>
                  </a:lnTo>
                  <a:close/>
                  <a:moveTo>
                    <a:pt x="202097" y="20921"/>
                  </a:moveTo>
                  <a:lnTo>
                    <a:pt x="216617" y="20921"/>
                  </a:lnTo>
                  <a:lnTo>
                    <a:pt x="202097" y="12603"/>
                  </a:lnTo>
                  <a:close/>
                </a:path>
              </a:pathLst>
            </a:custGeom>
            <a:solidFill>
              <a:srgbClr val="68707A"/>
            </a:solidFill>
            <a:ln w="4001">
              <a:solidFill>
                <a:srgbClr val="B6BABF"/>
              </a:solidFill>
            </a:ln>
          </p:spPr>
        </p:sp>
        <p:sp>
          <p:nvSpPr>
            <p:cNvPr id="3990" name="Candidate_B5__3989">
              <a:extLst>
                <a:ext uri="{FF2B5EF4-FFF2-40B4-BE49-F238E27FC236}">
                  <a16:creationId xmlns:a16="http://schemas.microsoft.com/office/drawing/2014/main" id="{64F5749C-3703-7431-7ED1-E7D16C65E30A}"/>
                </a:ext>
              </a:extLst>
            </p:cNvPr>
            <p:cNvSpPr>
              <a:spLocks noGrp="1"/>
            </p:cNvSpPr>
            <p:nvPr/>
          </p:nvSpPr>
          <p:spPr>
            <a:xfrm>
              <a:off x="3995764" y="3519488"/>
              <a:ext cx="407335" cy="482550"/>
            </a:xfrm>
            <a:custGeom>
              <a:avLst/>
              <a:gdLst/>
              <a:ahLst/>
              <a:cxnLst/>
              <a:rect l="0" t="0" r="0" b="0"/>
              <a:pathLst>
                <a:path w="407335" h="482550">
                  <a:moveTo>
                    <a:pt x="62854" y="466634"/>
                  </a:moveTo>
                  <a:lnTo>
                    <a:pt x="97665" y="468222"/>
                  </a:lnTo>
                  <a:lnTo>
                    <a:pt x="97665" y="464715"/>
                  </a:lnTo>
                  <a:close/>
                  <a:moveTo>
                    <a:pt x="62854" y="466634"/>
                  </a:moveTo>
                  <a:lnTo>
                    <a:pt x="97665" y="464715"/>
                  </a:lnTo>
                  <a:lnTo>
                    <a:pt x="62854" y="450807"/>
                  </a:lnTo>
                  <a:close/>
                  <a:moveTo>
                    <a:pt x="97665" y="478335"/>
                  </a:moveTo>
                  <a:lnTo>
                    <a:pt x="119953" y="468222"/>
                  </a:lnTo>
                  <a:lnTo>
                    <a:pt x="97665" y="468222"/>
                  </a:lnTo>
                  <a:close/>
                  <a:moveTo>
                    <a:pt x="132476" y="470164"/>
                  </a:moveTo>
                  <a:lnTo>
                    <a:pt x="119953" y="468222"/>
                  </a:lnTo>
                  <a:lnTo>
                    <a:pt x="97665" y="478335"/>
                  </a:lnTo>
                  <a:close/>
                  <a:moveTo>
                    <a:pt x="132476" y="470164"/>
                  </a:moveTo>
                  <a:lnTo>
                    <a:pt x="132476" y="482550"/>
                  </a:lnTo>
                  <a:lnTo>
                    <a:pt x="167286" y="470167"/>
                  </a:lnTo>
                  <a:close/>
                  <a:moveTo>
                    <a:pt x="202097" y="477517"/>
                  </a:moveTo>
                  <a:lnTo>
                    <a:pt x="202097" y="468222"/>
                  </a:lnTo>
                  <a:lnTo>
                    <a:pt x="167286" y="470167"/>
                  </a:lnTo>
                  <a:close/>
                  <a:moveTo>
                    <a:pt x="202097" y="468222"/>
                  </a:moveTo>
                  <a:lnTo>
                    <a:pt x="236907" y="468222"/>
                  </a:lnTo>
                  <a:lnTo>
                    <a:pt x="202097" y="466528"/>
                  </a:lnTo>
                  <a:close/>
                  <a:moveTo>
                    <a:pt x="236907" y="468222"/>
                  </a:moveTo>
                  <a:lnTo>
                    <a:pt x="236907" y="460664"/>
                  </a:lnTo>
                  <a:lnTo>
                    <a:pt x="202097" y="466528"/>
                  </a:lnTo>
                  <a:close/>
                  <a:moveTo>
                    <a:pt x="236907" y="468222"/>
                  </a:moveTo>
                  <a:lnTo>
                    <a:pt x="244503" y="468222"/>
                  </a:lnTo>
                  <a:lnTo>
                    <a:pt x="236907" y="460664"/>
                  </a:lnTo>
                  <a:close/>
                  <a:moveTo>
                    <a:pt x="236907" y="460664"/>
                  </a:moveTo>
                  <a:lnTo>
                    <a:pt x="271718" y="461378"/>
                  </a:lnTo>
                  <a:lnTo>
                    <a:pt x="271718" y="451942"/>
                  </a:lnTo>
                  <a:close/>
                  <a:moveTo>
                    <a:pt x="20620" y="404322"/>
                  </a:moveTo>
                  <a:lnTo>
                    <a:pt x="28044" y="436272"/>
                  </a:lnTo>
                  <a:lnTo>
                    <a:pt x="28044" y="416665"/>
                  </a:lnTo>
                  <a:close/>
                  <a:moveTo>
                    <a:pt x="21121" y="436272"/>
                  </a:moveTo>
                  <a:lnTo>
                    <a:pt x="28044" y="436272"/>
                  </a:lnTo>
                  <a:lnTo>
                    <a:pt x="20620" y="404322"/>
                  </a:lnTo>
                  <a:close/>
                  <a:moveTo>
                    <a:pt x="28044" y="443102"/>
                  </a:moveTo>
                  <a:lnTo>
                    <a:pt x="42888" y="436272"/>
                  </a:lnTo>
                  <a:lnTo>
                    <a:pt x="28044" y="436272"/>
                  </a:lnTo>
                  <a:close/>
                  <a:moveTo>
                    <a:pt x="62854" y="450807"/>
                  </a:moveTo>
                  <a:lnTo>
                    <a:pt x="42888" y="436272"/>
                  </a:lnTo>
                  <a:lnTo>
                    <a:pt x="28044" y="443102"/>
                  </a:lnTo>
                  <a:close/>
                  <a:moveTo>
                    <a:pt x="28044" y="436272"/>
                  </a:moveTo>
                  <a:lnTo>
                    <a:pt x="42888" y="436272"/>
                  </a:lnTo>
                  <a:lnTo>
                    <a:pt x="28044" y="416665"/>
                  </a:lnTo>
                  <a:close/>
                  <a:moveTo>
                    <a:pt x="271718" y="451942"/>
                  </a:moveTo>
                  <a:lnTo>
                    <a:pt x="271718" y="461378"/>
                  </a:lnTo>
                  <a:lnTo>
                    <a:pt x="306529" y="438293"/>
                  </a:lnTo>
                  <a:close/>
                  <a:moveTo>
                    <a:pt x="329054" y="436272"/>
                  </a:moveTo>
                  <a:lnTo>
                    <a:pt x="310274" y="436272"/>
                  </a:lnTo>
                  <a:lnTo>
                    <a:pt x="306529" y="438293"/>
                  </a:lnTo>
                  <a:close/>
                  <a:moveTo>
                    <a:pt x="310274" y="436272"/>
                  </a:moveTo>
                  <a:lnTo>
                    <a:pt x="329054" y="436272"/>
                  </a:lnTo>
                  <a:lnTo>
                    <a:pt x="341339" y="416273"/>
                  </a:lnTo>
                  <a:close/>
                  <a:moveTo>
                    <a:pt x="0" y="372372"/>
                  </a:moveTo>
                  <a:lnTo>
                    <a:pt x="20620" y="404322"/>
                  </a:lnTo>
                  <a:lnTo>
                    <a:pt x="16593" y="372372"/>
                  </a:lnTo>
                  <a:close/>
                  <a:moveTo>
                    <a:pt x="367737" y="404322"/>
                  </a:moveTo>
                  <a:lnTo>
                    <a:pt x="354543" y="404322"/>
                  </a:lnTo>
                  <a:lnTo>
                    <a:pt x="341339" y="416273"/>
                  </a:lnTo>
                  <a:close/>
                  <a:moveTo>
                    <a:pt x="354543" y="404322"/>
                  </a:moveTo>
                  <a:lnTo>
                    <a:pt x="367737" y="404322"/>
                  </a:lnTo>
                  <a:lnTo>
                    <a:pt x="376150" y="372437"/>
                  </a:lnTo>
                  <a:close/>
                  <a:moveTo>
                    <a:pt x="9510" y="340422"/>
                  </a:moveTo>
                  <a:lnTo>
                    <a:pt x="16593" y="372372"/>
                  </a:lnTo>
                  <a:lnTo>
                    <a:pt x="27529" y="340422"/>
                  </a:lnTo>
                  <a:close/>
                  <a:moveTo>
                    <a:pt x="388385" y="372372"/>
                  </a:moveTo>
                  <a:lnTo>
                    <a:pt x="376190" y="372372"/>
                  </a:lnTo>
                  <a:lnTo>
                    <a:pt x="376150" y="372437"/>
                  </a:lnTo>
                  <a:close/>
                  <a:moveTo>
                    <a:pt x="386826" y="340422"/>
                  </a:moveTo>
                  <a:lnTo>
                    <a:pt x="376190" y="372372"/>
                  </a:lnTo>
                  <a:lnTo>
                    <a:pt x="398743" y="340422"/>
                  </a:lnTo>
                  <a:close/>
                  <a:moveTo>
                    <a:pt x="28044" y="339716"/>
                  </a:moveTo>
                  <a:lnTo>
                    <a:pt x="9510" y="340422"/>
                  </a:lnTo>
                  <a:lnTo>
                    <a:pt x="27529" y="340422"/>
                  </a:lnTo>
                  <a:close/>
                  <a:moveTo>
                    <a:pt x="28044" y="339716"/>
                  </a:moveTo>
                  <a:lnTo>
                    <a:pt x="54193" y="308472"/>
                  </a:lnTo>
                  <a:lnTo>
                    <a:pt x="33849" y="308472"/>
                  </a:lnTo>
                  <a:close/>
                  <a:moveTo>
                    <a:pt x="390419" y="308472"/>
                  </a:moveTo>
                  <a:lnTo>
                    <a:pt x="386826" y="340422"/>
                  </a:lnTo>
                  <a:lnTo>
                    <a:pt x="403524" y="308472"/>
                  </a:lnTo>
                  <a:close/>
                  <a:moveTo>
                    <a:pt x="62854" y="300789"/>
                  </a:moveTo>
                  <a:lnTo>
                    <a:pt x="33849" y="308472"/>
                  </a:lnTo>
                  <a:lnTo>
                    <a:pt x="54193" y="308472"/>
                  </a:lnTo>
                  <a:close/>
                  <a:moveTo>
                    <a:pt x="62854" y="300789"/>
                  </a:moveTo>
                  <a:lnTo>
                    <a:pt x="95552" y="276522"/>
                  </a:lnTo>
                  <a:lnTo>
                    <a:pt x="72124" y="276522"/>
                  </a:lnTo>
                  <a:close/>
                  <a:moveTo>
                    <a:pt x="390732" y="276522"/>
                  </a:moveTo>
                  <a:lnTo>
                    <a:pt x="390419" y="308472"/>
                  </a:lnTo>
                  <a:lnTo>
                    <a:pt x="406047" y="276522"/>
                  </a:lnTo>
                  <a:close/>
                  <a:moveTo>
                    <a:pt x="97665" y="274484"/>
                  </a:moveTo>
                  <a:lnTo>
                    <a:pt x="72124" y="276522"/>
                  </a:lnTo>
                  <a:lnTo>
                    <a:pt x="95552" y="276522"/>
                  </a:lnTo>
                  <a:close/>
                  <a:moveTo>
                    <a:pt x="97665" y="274484"/>
                  </a:moveTo>
                  <a:lnTo>
                    <a:pt x="128560" y="244572"/>
                  </a:lnTo>
                  <a:lnTo>
                    <a:pt x="105861" y="244572"/>
                  </a:lnTo>
                  <a:close/>
                  <a:moveTo>
                    <a:pt x="389441" y="244572"/>
                  </a:moveTo>
                  <a:lnTo>
                    <a:pt x="390732" y="276522"/>
                  </a:lnTo>
                  <a:lnTo>
                    <a:pt x="407335" y="244572"/>
                  </a:lnTo>
                  <a:close/>
                  <a:moveTo>
                    <a:pt x="112449" y="212622"/>
                  </a:moveTo>
                  <a:lnTo>
                    <a:pt x="132476" y="223133"/>
                  </a:lnTo>
                  <a:lnTo>
                    <a:pt x="132476" y="212622"/>
                  </a:lnTo>
                  <a:close/>
                  <a:moveTo>
                    <a:pt x="128560" y="244572"/>
                  </a:moveTo>
                  <a:lnTo>
                    <a:pt x="132476" y="223133"/>
                  </a:lnTo>
                  <a:lnTo>
                    <a:pt x="112449" y="212622"/>
                  </a:lnTo>
                  <a:close/>
                  <a:moveTo>
                    <a:pt x="385242" y="212622"/>
                  </a:moveTo>
                  <a:lnTo>
                    <a:pt x="389441" y="244572"/>
                  </a:lnTo>
                  <a:lnTo>
                    <a:pt x="405809" y="212622"/>
                  </a:lnTo>
                  <a:close/>
                  <a:moveTo>
                    <a:pt x="97665" y="180672"/>
                  </a:moveTo>
                  <a:lnTo>
                    <a:pt x="97665" y="188825"/>
                  </a:lnTo>
                  <a:lnTo>
                    <a:pt x="111191" y="180672"/>
                  </a:lnTo>
                  <a:close/>
                  <a:moveTo>
                    <a:pt x="111191" y="180672"/>
                  </a:moveTo>
                  <a:lnTo>
                    <a:pt x="112449" y="212622"/>
                  </a:lnTo>
                  <a:lnTo>
                    <a:pt x="132476" y="209974"/>
                  </a:lnTo>
                  <a:close/>
                  <a:moveTo>
                    <a:pt x="132476" y="209974"/>
                  </a:moveTo>
                  <a:lnTo>
                    <a:pt x="112449" y="212622"/>
                  </a:lnTo>
                  <a:lnTo>
                    <a:pt x="132476" y="212622"/>
                  </a:lnTo>
                  <a:close/>
                  <a:moveTo>
                    <a:pt x="398212" y="180672"/>
                  </a:moveTo>
                  <a:lnTo>
                    <a:pt x="376150" y="180672"/>
                  </a:lnTo>
                  <a:lnTo>
                    <a:pt x="385242" y="212622"/>
                  </a:lnTo>
                  <a:close/>
                  <a:moveTo>
                    <a:pt x="76930" y="148722"/>
                  </a:moveTo>
                  <a:lnTo>
                    <a:pt x="97665" y="180672"/>
                  </a:lnTo>
                  <a:lnTo>
                    <a:pt x="97665" y="169797"/>
                  </a:lnTo>
                  <a:close/>
                  <a:moveTo>
                    <a:pt x="92666" y="180672"/>
                  </a:moveTo>
                  <a:lnTo>
                    <a:pt x="97665" y="180672"/>
                  </a:lnTo>
                  <a:lnTo>
                    <a:pt x="76930" y="148722"/>
                  </a:lnTo>
                  <a:close/>
                  <a:moveTo>
                    <a:pt x="97665" y="180672"/>
                  </a:moveTo>
                  <a:lnTo>
                    <a:pt x="111191" y="180672"/>
                  </a:lnTo>
                  <a:lnTo>
                    <a:pt x="97665" y="169797"/>
                  </a:lnTo>
                  <a:close/>
                  <a:moveTo>
                    <a:pt x="376150" y="180672"/>
                  </a:moveTo>
                  <a:lnTo>
                    <a:pt x="376150" y="148722"/>
                  </a:lnTo>
                  <a:lnTo>
                    <a:pt x="374214" y="180672"/>
                  </a:lnTo>
                  <a:close/>
                  <a:moveTo>
                    <a:pt x="376150" y="148722"/>
                  </a:moveTo>
                  <a:lnTo>
                    <a:pt x="351396" y="148722"/>
                  </a:lnTo>
                  <a:lnTo>
                    <a:pt x="374214" y="180672"/>
                  </a:lnTo>
                  <a:close/>
                  <a:moveTo>
                    <a:pt x="76930" y="148722"/>
                  </a:moveTo>
                  <a:lnTo>
                    <a:pt x="62854" y="129713"/>
                  </a:lnTo>
                  <a:lnTo>
                    <a:pt x="62854" y="147171"/>
                  </a:lnTo>
                  <a:close/>
                  <a:moveTo>
                    <a:pt x="341339" y="139067"/>
                  </a:moveTo>
                  <a:lnTo>
                    <a:pt x="351396" y="148722"/>
                  </a:lnTo>
                  <a:lnTo>
                    <a:pt x="341339" y="116771"/>
                  </a:lnTo>
                  <a:close/>
                  <a:moveTo>
                    <a:pt x="351396" y="148722"/>
                  </a:moveTo>
                  <a:lnTo>
                    <a:pt x="376150" y="148722"/>
                  </a:lnTo>
                  <a:lnTo>
                    <a:pt x="341339" y="116771"/>
                  </a:lnTo>
                  <a:close/>
                  <a:moveTo>
                    <a:pt x="54922" y="116771"/>
                  </a:moveTo>
                  <a:lnTo>
                    <a:pt x="62854" y="147171"/>
                  </a:lnTo>
                  <a:lnTo>
                    <a:pt x="62854" y="129713"/>
                  </a:lnTo>
                  <a:close/>
                  <a:moveTo>
                    <a:pt x="39109" y="84821"/>
                  </a:moveTo>
                  <a:lnTo>
                    <a:pt x="54922" y="116771"/>
                  </a:lnTo>
                  <a:lnTo>
                    <a:pt x="48566" y="84821"/>
                  </a:lnTo>
                  <a:close/>
                  <a:moveTo>
                    <a:pt x="306529" y="111235"/>
                  </a:moveTo>
                  <a:lnTo>
                    <a:pt x="306529" y="89264"/>
                  </a:lnTo>
                  <a:lnTo>
                    <a:pt x="275366" y="84821"/>
                  </a:lnTo>
                  <a:close/>
                  <a:moveTo>
                    <a:pt x="341339" y="112987"/>
                  </a:moveTo>
                  <a:lnTo>
                    <a:pt x="313651" y="116771"/>
                  </a:lnTo>
                  <a:lnTo>
                    <a:pt x="341339" y="116771"/>
                  </a:lnTo>
                  <a:close/>
                  <a:moveTo>
                    <a:pt x="306529" y="111235"/>
                  </a:moveTo>
                  <a:lnTo>
                    <a:pt x="313651" y="116771"/>
                  </a:lnTo>
                  <a:lnTo>
                    <a:pt x="341339" y="112987"/>
                  </a:lnTo>
                  <a:close/>
                  <a:moveTo>
                    <a:pt x="341339" y="139067"/>
                  </a:moveTo>
                  <a:lnTo>
                    <a:pt x="341339" y="116771"/>
                  </a:lnTo>
                  <a:lnTo>
                    <a:pt x="313651" y="116771"/>
                  </a:lnTo>
                  <a:close/>
                  <a:moveTo>
                    <a:pt x="47264" y="52871"/>
                  </a:moveTo>
                  <a:lnTo>
                    <a:pt x="48566" y="84821"/>
                  </a:lnTo>
                  <a:lnTo>
                    <a:pt x="57653" y="52871"/>
                  </a:lnTo>
                  <a:close/>
                  <a:moveTo>
                    <a:pt x="271718" y="62750"/>
                  </a:moveTo>
                  <a:lnTo>
                    <a:pt x="271718" y="81534"/>
                  </a:lnTo>
                  <a:lnTo>
                    <a:pt x="275366" y="84821"/>
                  </a:lnTo>
                  <a:close/>
                  <a:moveTo>
                    <a:pt x="271718" y="81534"/>
                  </a:moveTo>
                  <a:lnTo>
                    <a:pt x="271718" y="62750"/>
                  </a:lnTo>
                  <a:lnTo>
                    <a:pt x="243286" y="52871"/>
                  </a:lnTo>
                  <a:close/>
                  <a:moveTo>
                    <a:pt x="62854" y="46121"/>
                  </a:moveTo>
                  <a:lnTo>
                    <a:pt x="47264" y="52871"/>
                  </a:lnTo>
                  <a:lnTo>
                    <a:pt x="57653" y="52871"/>
                  </a:lnTo>
                  <a:close/>
                  <a:moveTo>
                    <a:pt x="62854" y="46121"/>
                  </a:moveTo>
                  <a:lnTo>
                    <a:pt x="91468" y="20921"/>
                  </a:lnTo>
                  <a:lnTo>
                    <a:pt x="76174" y="20921"/>
                  </a:lnTo>
                  <a:close/>
                  <a:moveTo>
                    <a:pt x="236907" y="34178"/>
                  </a:moveTo>
                  <a:lnTo>
                    <a:pt x="236907" y="47288"/>
                  </a:lnTo>
                  <a:lnTo>
                    <a:pt x="243286" y="52871"/>
                  </a:lnTo>
                  <a:close/>
                  <a:moveTo>
                    <a:pt x="236907" y="34178"/>
                  </a:moveTo>
                  <a:lnTo>
                    <a:pt x="202097" y="20921"/>
                  </a:lnTo>
                  <a:lnTo>
                    <a:pt x="202097" y="22413"/>
                  </a:lnTo>
                  <a:close/>
                  <a:moveTo>
                    <a:pt x="236907" y="34178"/>
                  </a:moveTo>
                  <a:lnTo>
                    <a:pt x="202097" y="22413"/>
                  </a:lnTo>
                  <a:lnTo>
                    <a:pt x="236907" y="47288"/>
                  </a:lnTo>
                  <a:close/>
                  <a:moveTo>
                    <a:pt x="97665" y="17312"/>
                  </a:moveTo>
                  <a:lnTo>
                    <a:pt x="76174" y="20921"/>
                  </a:lnTo>
                  <a:lnTo>
                    <a:pt x="91468" y="20921"/>
                  </a:lnTo>
                  <a:close/>
                  <a:moveTo>
                    <a:pt x="132476" y="7974"/>
                  </a:moveTo>
                  <a:lnTo>
                    <a:pt x="97665" y="8387"/>
                  </a:lnTo>
                  <a:lnTo>
                    <a:pt x="97665" y="17312"/>
                  </a:lnTo>
                  <a:close/>
                  <a:moveTo>
                    <a:pt x="167286" y="9736"/>
                  </a:moveTo>
                  <a:lnTo>
                    <a:pt x="132476" y="0"/>
                  </a:lnTo>
                  <a:lnTo>
                    <a:pt x="132476" y="7974"/>
                  </a:lnTo>
                  <a:close/>
                  <a:moveTo>
                    <a:pt x="202097" y="12603"/>
                  </a:moveTo>
                  <a:lnTo>
                    <a:pt x="198547" y="20921"/>
                  </a:lnTo>
                  <a:lnTo>
                    <a:pt x="202097" y="20921"/>
                  </a:lnTo>
                  <a:close/>
                  <a:moveTo>
                    <a:pt x="167286" y="9736"/>
                  </a:moveTo>
                  <a:lnTo>
                    <a:pt x="198547" y="20921"/>
                  </a:lnTo>
                  <a:lnTo>
                    <a:pt x="202097" y="12603"/>
                  </a:lnTo>
                  <a:close/>
                </a:path>
              </a:pathLst>
            </a:custGeom>
            <a:solidFill>
              <a:srgbClr val="6C747E"/>
            </a:solidFill>
            <a:ln w="4001">
              <a:solidFill>
                <a:srgbClr val="B6BABF"/>
              </a:solidFill>
            </a:ln>
          </p:spPr>
        </p:sp>
        <p:sp>
          <p:nvSpPr>
            <p:cNvPr id="3991" name="Candidate_B5__3990">
              <a:extLst>
                <a:ext uri="{FF2B5EF4-FFF2-40B4-BE49-F238E27FC236}">
                  <a16:creationId xmlns:a16="http://schemas.microsoft.com/office/drawing/2014/main" id="{164EDA31-4595-076A-AA3E-9596292B54ED}"/>
                </a:ext>
              </a:extLst>
            </p:cNvPr>
            <p:cNvSpPr>
              <a:spLocks noGrp="1"/>
            </p:cNvSpPr>
            <p:nvPr/>
          </p:nvSpPr>
          <p:spPr>
            <a:xfrm>
              <a:off x="4012356" y="3527461"/>
              <a:ext cx="374139" cy="462193"/>
            </a:xfrm>
            <a:custGeom>
              <a:avLst/>
              <a:gdLst/>
              <a:ahLst/>
              <a:cxnLst/>
              <a:rect l="0" t="0" r="0" b="0"/>
              <a:pathLst>
                <a:path w="374139" h="462193">
                  <a:moveTo>
                    <a:pt x="81072" y="460248"/>
                  </a:moveTo>
                  <a:lnTo>
                    <a:pt x="103360" y="460248"/>
                  </a:lnTo>
                  <a:lnTo>
                    <a:pt x="81072" y="456742"/>
                  </a:lnTo>
                  <a:close/>
                  <a:moveTo>
                    <a:pt x="150693" y="462193"/>
                  </a:moveTo>
                  <a:lnTo>
                    <a:pt x="185504" y="460248"/>
                  </a:lnTo>
                  <a:lnTo>
                    <a:pt x="168168" y="460248"/>
                  </a:lnTo>
                  <a:close/>
                  <a:moveTo>
                    <a:pt x="168168" y="460248"/>
                  </a:moveTo>
                  <a:lnTo>
                    <a:pt x="185504" y="460248"/>
                  </a:lnTo>
                  <a:lnTo>
                    <a:pt x="185504" y="458554"/>
                  </a:lnTo>
                  <a:close/>
                  <a:moveTo>
                    <a:pt x="115883" y="204648"/>
                  </a:moveTo>
                  <a:lnTo>
                    <a:pt x="117726" y="204648"/>
                  </a:lnTo>
                  <a:lnTo>
                    <a:pt x="115883" y="202001"/>
                  </a:lnTo>
                  <a:close/>
                  <a:moveTo>
                    <a:pt x="115883" y="204648"/>
                  </a:moveTo>
                  <a:lnTo>
                    <a:pt x="115883" y="215159"/>
                  </a:lnTo>
                  <a:lnTo>
                    <a:pt x="117726" y="204648"/>
                  </a:lnTo>
                  <a:close/>
                  <a:moveTo>
                    <a:pt x="368649" y="204648"/>
                  </a:moveTo>
                  <a:lnTo>
                    <a:pt x="359557" y="172698"/>
                  </a:lnTo>
                  <a:lnTo>
                    <a:pt x="359557" y="177761"/>
                  </a:lnTo>
                  <a:close/>
                  <a:moveTo>
                    <a:pt x="359557" y="177761"/>
                  </a:moveTo>
                  <a:lnTo>
                    <a:pt x="359557" y="172698"/>
                  </a:lnTo>
                  <a:lnTo>
                    <a:pt x="357621" y="172698"/>
                  </a:lnTo>
                  <a:close/>
                  <a:moveTo>
                    <a:pt x="185504" y="14440"/>
                  </a:moveTo>
                  <a:lnTo>
                    <a:pt x="185504" y="12948"/>
                  </a:lnTo>
                  <a:lnTo>
                    <a:pt x="181954" y="12948"/>
                  </a:lnTo>
                  <a:close/>
                  <a:moveTo>
                    <a:pt x="103360" y="460248"/>
                  </a:moveTo>
                  <a:lnTo>
                    <a:pt x="115883" y="462191"/>
                  </a:lnTo>
                  <a:lnTo>
                    <a:pt x="115883" y="460248"/>
                  </a:lnTo>
                  <a:close/>
                  <a:moveTo>
                    <a:pt x="103360" y="460248"/>
                  </a:moveTo>
                  <a:lnTo>
                    <a:pt x="115883" y="460248"/>
                  </a:lnTo>
                  <a:lnTo>
                    <a:pt x="81072" y="456742"/>
                  </a:lnTo>
                  <a:close/>
                  <a:moveTo>
                    <a:pt x="150693" y="460248"/>
                  </a:moveTo>
                  <a:lnTo>
                    <a:pt x="115883" y="462191"/>
                  </a:lnTo>
                  <a:lnTo>
                    <a:pt x="150693" y="462193"/>
                  </a:lnTo>
                  <a:close/>
                  <a:moveTo>
                    <a:pt x="150693" y="460248"/>
                  </a:moveTo>
                  <a:lnTo>
                    <a:pt x="115883" y="460248"/>
                  </a:lnTo>
                  <a:lnTo>
                    <a:pt x="115883" y="462191"/>
                  </a:lnTo>
                  <a:close/>
                  <a:moveTo>
                    <a:pt x="150693" y="460248"/>
                  </a:moveTo>
                  <a:lnTo>
                    <a:pt x="150693" y="462193"/>
                  </a:lnTo>
                  <a:lnTo>
                    <a:pt x="168168" y="460248"/>
                  </a:lnTo>
                  <a:close/>
                  <a:moveTo>
                    <a:pt x="26295" y="428298"/>
                  </a:moveTo>
                  <a:lnTo>
                    <a:pt x="46261" y="442833"/>
                  </a:lnTo>
                  <a:lnTo>
                    <a:pt x="46261" y="428298"/>
                  </a:lnTo>
                  <a:close/>
                  <a:moveTo>
                    <a:pt x="289936" y="428298"/>
                  </a:moveTo>
                  <a:lnTo>
                    <a:pt x="255125" y="443968"/>
                  </a:lnTo>
                  <a:lnTo>
                    <a:pt x="289936" y="430319"/>
                  </a:lnTo>
                  <a:close/>
                  <a:moveTo>
                    <a:pt x="289936" y="428298"/>
                  </a:moveTo>
                  <a:lnTo>
                    <a:pt x="289936" y="430319"/>
                  </a:lnTo>
                  <a:lnTo>
                    <a:pt x="293681" y="428298"/>
                  </a:lnTo>
                  <a:close/>
                  <a:moveTo>
                    <a:pt x="293681" y="428298"/>
                  </a:moveTo>
                  <a:lnTo>
                    <a:pt x="324747" y="408300"/>
                  </a:lnTo>
                  <a:lnTo>
                    <a:pt x="289936" y="428298"/>
                  </a:lnTo>
                  <a:close/>
                  <a:moveTo>
                    <a:pt x="4027" y="396348"/>
                  </a:moveTo>
                  <a:lnTo>
                    <a:pt x="11451" y="408691"/>
                  </a:lnTo>
                  <a:lnTo>
                    <a:pt x="11451" y="396348"/>
                  </a:lnTo>
                  <a:close/>
                  <a:moveTo>
                    <a:pt x="0" y="364398"/>
                  </a:moveTo>
                  <a:lnTo>
                    <a:pt x="11451" y="396348"/>
                  </a:lnTo>
                  <a:lnTo>
                    <a:pt x="11451" y="364398"/>
                  </a:lnTo>
                  <a:close/>
                  <a:moveTo>
                    <a:pt x="0" y="364398"/>
                  </a:moveTo>
                  <a:lnTo>
                    <a:pt x="4027" y="396348"/>
                  </a:lnTo>
                  <a:lnTo>
                    <a:pt x="11451" y="396348"/>
                  </a:lnTo>
                  <a:close/>
                  <a:moveTo>
                    <a:pt x="324747" y="396348"/>
                  </a:moveTo>
                  <a:lnTo>
                    <a:pt x="324747" y="408300"/>
                  </a:lnTo>
                  <a:lnTo>
                    <a:pt x="337950" y="396348"/>
                  </a:lnTo>
                  <a:close/>
                  <a:moveTo>
                    <a:pt x="337950" y="396348"/>
                  </a:moveTo>
                  <a:lnTo>
                    <a:pt x="359557" y="364464"/>
                  </a:lnTo>
                  <a:lnTo>
                    <a:pt x="324747" y="396348"/>
                  </a:lnTo>
                  <a:close/>
                  <a:moveTo>
                    <a:pt x="10937" y="332448"/>
                  </a:moveTo>
                  <a:lnTo>
                    <a:pt x="11451" y="364398"/>
                  </a:lnTo>
                  <a:lnTo>
                    <a:pt x="11451" y="332448"/>
                  </a:lnTo>
                  <a:close/>
                  <a:moveTo>
                    <a:pt x="10937" y="332448"/>
                  </a:moveTo>
                  <a:lnTo>
                    <a:pt x="0" y="364398"/>
                  </a:lnTo>
                  <a:lnTo>
                    <a:pt x="11451" y="364398"/>
                  </a:lnTo>
                  <a:close/>
                  <a:moveTo>
                    <a:pt x="359557" y="364398"/>
                  </a:moveTo>
                  <a:lnTo>
                    <a:pt x="359557" y="364464"/>
                  </a:lnTo>
                  <a:lnTo>
                    <a:pt x="359597" y="364398"/>
                  </a:lnTo>
                  <a:close/>
                  <a:moveTo>
                    <a:pt x="359557" y="332448"/>
                  </a:moveTo>
                  <a:lnTo>
                    <a:pt x="359597" y="364398"/>
                  </a:lnTo>
                  <a:lnTo>
                    <a:pt x="370234" y="332448"/>
                  </a:lnTo>
                  <a:close/>
                  <a:moveTo>
                    <a:pt x="359557" y="332448"/>
                  </a:moveTo>
                  <a:lnTo>
                    <a:pt x="359557" y="364398"/>
                  </a:lnTo>
                  <a:lnTo>
                    <a:pt x="359597" y="364398"/>
                  </a:lnTo>
                  <a:close/>
                  <a:moveTo>
                    <a:pt x="11451" y="331742"/>
                  </a:moveTo>
                  <a:lnTo>
                    <a:pt x="10937" y="332448"/>
                  </a:lnTo>
                  <a:lnTo>
                    <a:pt x="11451" y="332448"/>
                  </a:lnTo>
                  <a:close/>
                  <a:moveTo>
                    <a:pt x="11451" y="332448"/>
                  </a:moveTo>
                  <a:lnTo>
                    <a:pt x="37600" y="300498"/>
                  </a:lnTo>
                  <a:lnTo>
                    <a:pt x="11451" y="331742"/>
                  </a:lnTo>
                  <a:close/>
                  <a:moveTo>
                    <a:pt x="46261" y="300498"/>
                  </a:moveTo>
                  <a:lnTo>
                    <a:pt x="37600" y="300498"/>
                  </a:lnTo>
                  <a:lnTo>
                    <a:pt x="11451" y="332448"/>
                  </a:lnTo>
                  <a:close/>
                  <a:moveTo>
                    <a:pt x="359557" y="300498"/>
                  </a:moveTo>
                  <a:lnTo>
                    <a:pt x="370234" y="332448"/>
                  </a:lnTo>
                  <a:lnTo>
                    <a:pt x="373826" y="300498"/>
                  </a:lnTo>
                  <a:close/>
                  <a:moveTo>
                    <a:pt x="46261" y="292815"/>
                  </a:moveTo>
                  <a:lnTo>
                    <a:pt x="37600" y="300498"/>
                  </a:lnTo>
                  <a:lnTo>
                    <a:pt x="46261" y="300498"/>
                  </a:lnTo>
                  <a:close/>
                  <a:moveTo>
                    <a:pt x="359557" y="268548"/>
                  </a:moveTo>
                  <a:lnTo>
                    <a:pt x="373826" y="300498"/>
                  </a:lnTo>
                  <a:lnTo>
                    <a:pt x="374139" y="268548"/>
                  </a:lnTo>
                  <a:close/>
                  <a:moveTo>
                    <a:pt x="81072" y="266510"/>
                  </a:moveTo>
                  <a:lnTo>
                    <a:pt x="78959" y="268548"/>
                  </a:lnTo>
                  <a:lnTo>
                    <a:pt x="81072" y="268548"/>
                  </a:lnTo>
                  <a:close/>
                  <a:moveTo>
                    <a:pt x="81072" y="268548"/>
                  </a:moveTo>
                  <a:lnTo>
                    <a:pt x="111967" y="236598"/>
                  </a:lnTo>
                  <a:lnTo>
                    <a:pt x="81072" y="266510"/>
                  </a:lnTo>
                  <a:close/>
                  <a:moveTo>
                    <a:pt x="115883" y="236598"/>
                  </a:moveTo>
                  <a:lnTo>
                    <a:pt x="111967" y="236598"/>
                  </a:lnTo>
                  <a:lnTo>
                    <a:pt x="81072" y="268548"/>
                  </a:lnTo>
                  <a:close/>
                  <a:moveTo>
                    <a:pt x="359557" y="236598"/>
                  </a:moveTo>
                  <a:lnTo>
                    <a:pt x="374139" y="268548"/>
                  </a:lnTo>
                  <a:lnTo>
                    <a:pt x="372849" y="236598"/>
                  </a:lnTo>
                  <a:close/>
                  <a:moveTo>
                    <a:pt x="115883" y="215159"/>
                  </a:moveTo>
                  <a:lnTo>
                    <a:pt x="111967" y="236598"/>
                  </a:lnTo>
                  <a:lnTo>
                    <a:pt x="115883" y="236598"/>
                  </a:lnTo>
                  <a:close/>
                  <a:moveTo>
                    <a:pt x="115883" y="236598"/>
                  </a:moveTo>
                  <a:lnTo>
                    <a:pt x="117726" y="204648"/>
                  </a:lnTo>
                  <a:lnTo>
                    <a:pt x="115883" y="215159"/>
                  </a:lnTo>
                  <a:close/>
                  <a:moveTo>
                    <a:pt x="150693" y="204648"/>
                  </a:moveTo>
                  <a:lnTo>
                    <a:pt x="117726" y="204648"/>
                  </a:lnTo>
                  <a:lnTo>
                    <a:pt x="115883" y="236598"/>
                  </a:lnTo>
                  <a:close/>
                  <a:moveTo>
                    <a:pt x="359557" y="204648"/>
                  </a:moveTo>
                  <a:lnTo>
                    <a:pt x="372849" y="236598"/>
                  </a:lnTo>
                  <a:lnTo>
                    <a:pt x="368649" y="204648"/>
                  </a:lnTo>
                  <a:close/>
                  <a:moveTo>
                    <a:pt x="359557" y="204648"/>
                  </a:moveTo>
                  <a:lnTo>
                    <a:pt x="359557" y="236598"/>
                  </a:lnTo>
                  <a:lnTo>
                    <a:pt x="372849" y="236598"/>
                  </a:lnTo>
                  <a:close/>
                  <a:moveTo>
                    <a:pt x="150693" y="204648"/>
                  </a:moveTo>
                  <a:lnTo>
                    <a:pt x="115883" y="202001"/>
                  </a:lnTo>
                  <a:lnTo>
                    <a:pt x="117726" y="204648"/>
                  </a:lnTo>
                  <a:close/>
                  <a:moveTo>
                    <a:pt x="359557" y="204648"/>
                  </a:moveTo>
                  <a:lnTo>
                    <a:pt x="368649" y="204648"/>
                  </a:lnTo>
                  <a:lnTo>
                    <a:pt x="359557" y="177761"/>
                  </a:lnTo>
                  <a:close/>
                  <a:moveTo>
                    <a:pt x="357621" y="172698"/>
                  </a:moveTo>
                  <a:lnTo>
                    <a:pt x="359557" y="204648"/>
                  </a:lnTo>
                  <a:lnTo>
                    <a:pt x="359557" y="177761"/>
                  </a:lnTo>
                  <a:close/>
                  <a:moveTo>
                    <a:pt x="94598" y="172698"/>
                  </a:moveTo>
                  <a:lnTo>
                    <a:pt x="115883" y="202001"/>
                  </a:lnTo>
                  <a:lnTo>
                    <a:pt x="115883" y="172698"/>
                  </a:lnTo>
                  <a:close/>
                  <a:moveTo>
                    <a:pt x="324747" y="140748"/>
                  </a:moveTo>
                  <a:lnTo>
                    <a:pt x="357621" y="172698"/>
                  </a:lnTo>
                  <a:lnTo>
                    <a:pt x="334804" y="140748"/>
                  </a:lnTo>
                  <a:close/>
                  <a:moveTo>
                    <a:pt x="60337" y="140748"/>
                  </a:moveTo>
                  <a:lnTo>
                    <a:pt x="81072" y="161823"/>
                  </a:lnTo>
                  <a:lnTo>
                    <a:pt x="81072" y="140748"/>
                  </a:lnTo>
                  <a:close/>
                  <a:moveTo>
                    <a:pt x="289936" y="108798"/>
                  </a:moveTo>
                  <a:lnTo>
                    <a:pt x="324747" y="131094"/>
                  </a:lnTo>
                  <a:lnTo>
                    <a:pt x="297058" y="108798"/>
                  </a:lnTo>
                  <a:close/>
                  <a:moveTo>
                    <a:pt x="324747" y="140748"/>
                  </a:moveTo>
                  <a:lnTo>
                    <a:pt x="324747" y="131094"/>
                  </a:lnTo>
                  <a:lnTo>
                    <a:pt x="289936" y="108798"/>
                  </a:lnTo>
                  <a:close/>
                  <a:moveTo>
                    <a:pt x="324747" y="140748"/>
                  </a:moveTo>
                  <a:lnTo>
                    <a:pt x="334804" y="140748"/>
                  </a:lnTo>
                  <a:lnTo>
                    <a:pt x="324747" y="131094"/>
                  </a:lnTo>
                  <a:close/>
                  <a:moveTo>
                    <a:pt x="38329" y="108798"/>
                  </a:moveTo>
                  <a:lnTo>
                    <a:pt x="46261" y="121739"/>
                  </a:lnTo>
                  <a:lnTo>
                    <a:pt x="46261" y="108798"/>
                  </a:lnTo>
                  <a:close/>
                  <a:moveTo>
                    <a:pt x="31973" y="76848"/>
                  </a:moveTo>
                  <a:lnTo>
                    <a:pt x="38329" y="108798"/>
                  </a:lnTo>
                  <a:lnTo>
                    <a:pt x="46261" y="108798"/>
                  </a:lnTo>
                  <a:close/>
                  <a:moveTo>
                    <a:pt x="255125" y="76848"/>
                  </a:moveTo>
                  <a:lnTo>
                    <a:pt x="289936" y="103261"/>
                  </a:lnTo>
                  <a:lnTo>
                    <a:pt x="258773" y="76848"/>
                  </a:lnTo>
                  <a:close/>
                  <a:moveTo>
                    <a:pt x="289936" y="108798"/>
                  </a:moveTo>
                  <a:lnTo>
                    <a:pt x="289936" y="103261"/>
                  </a:lnTo>
                  <a:lnTo>
                    <a:pt x="255125" y="76848"/>
                  </a:lnTo>
                  <a:close/>
                  <a:moveTo>
                    <a:pt x="289936" y="108798"/>
                  </a:moveTo>
                  <a:lnTo>
                    <a:pt x="297058" y="108798"/>
                  </a:lnTo>
                  <a:lnTo>
                    <a:pt x="289936" y="103261"/>
                  </a:lnTo>
                  <a:close/>
                  <a:moveTo>
                    <a:pt x="41060" y="44898"/>
                  </a:moveTo>
                  <a:lnTo>
                    <a:pt x="46261" y="76848"/>
                  </a:lnTo>
                  <a:lnTo>
                    <a:pt x="46261" y="44898"/>
                  </a:lnTo>
                  <a:close/>
                  <a:moveTo>
                    <a:pt x="41060" y="44898"/>
                  </a:moveTo>
                  <a:lnTo>
                    <a:pt x="31973" y="76848"/>
                  </a:lnTo>
                  <a:lnTo>
                    <a:pt x="46261" y="76848"/>
                  </a:lnTo>
                  <a:close/>
                  <a:moveTo>
                    <a:pt x="220315" y="44898"/>
                  </a:moveTo>
                  <a:lnTo>
                    <a:pt x="255125" y="73560"/>
                  </a:lnTo>
                  <a:lnTo>
                    <a:pt x="226693" y="44898"/>
                  </a:lnTo>
                  <a:close/>
                  <a:moveTo>
                    <a:pt x="255125" y="76848"/>
                  </a:moveTo>
                  <a:lnTo>
                    <a:pt x="255125" y="73560"/>
                  </a:lnTo>
                  <a:lnTo>
                    <a:pt x="220315" y="44898"/>
                  </a:lnTo>
                  <a:close/>
                  <a:moveTo>
                    <a:pt x="255125" y="76848"/>
                  </a:moveTo>
                  <a:lnTo>
                    <a:pt x="258773" y="76848"/>
                  </a:lnTo>
                  <a:lnTo>
                    <a:pt x="255125" y="73560"/>
                  </a:lnTo>
                  <a:close/>
                  <a:moveTo>
                    <a:pt x="46261" y="38148"/>
                  </a:moveTo>
                  <a:lnTo>
                    <a:pt x="41060" y="44898"/>
                  </a:lnTo>
                  <a:lnTo>
                    <a:pt x="46261" y="44898"/>
                  </a:lnTo>
                  <a:close/>
                  <a:moveTo>
                    <a:pt x="181954" y="12948"/>
                  </a:moveTo>
                  <a:lnTo>
                    <a:pt x="150693" y="12948"/>
                  </a:lnTo>
                  <a:lnTo>
                    <a:pt x="185504" y="14440"/>
                  </a:lnTo>
                  <a:close/>
                  <a:moveTo>
                    <a:pt x="220315" y="44898"/>
                  </a:moveTo>
                  <a:lnTo>
                    <a:pt x="226693" y="44898"/>
                  </a:lnTo>
                  <a:lnTo>
                    <a:pt x="220315" y="39314"/>
                  </a:lnTo>
                  <a:close/>
                  <a:moveTo>
                    <a:pt x="81072" y="9338"/>
                  </a:moveTo>
                  <a:lnTo>
                    <a:pt x="74875" y="12948"/>
                  </a:lnTo>
                  <a:lnTo>
                    <a:pt x="81072" y="12948"/>
                  </a:lnTo>
                  <a:close/>
                  <a:moveTo>
                    <a:pt x="81072" y="12948"/>
                  </a:moveTo>
                  <a:lnTo>
                    <a:pt x="115883" y="0"/>
                  </a:lnTo>
                  <a:lnTo>
                    <a:pt x="81072" y="9338"/>
                  </a:lnTo>
                  <a:close/>
                  <a:moveTo>
                    <a:pt x="81072" y="12948"/>
                  </a:moveTo>
                  <a:lnTo>
                    <a:pt x="115883" y="12948"/>
                  </a:lnTo>
                  <a:lnTo>
                    <a:pt x="115883" y="0"/>
                  </a:lnTo>
                  <a:close/>
                  <a:moveTo>
                    <a:pt x="115883" y="12948"/>
                  </a:moveTo>
                  <a:lnTo>
                    <a:pt x="150693" y="1762"/>
                  </a:lnTo>
                  <a:lnTo>
                    <a:pt x="115883" y="0"/>
                  </a:lnTo>
                  <a:close/>
                  <a:moveTo>
                    <a:pt x="150693" y="12948"/>
                  </a:moveTo>
                  <a:lnTo>
                    <a:pt x="181954" y="12948"/>
                  </a:lnTo>
                  <a:lnTo>
                    <a:pt x="150693" y="1762"/>
                  </a:lnTo>
                  <a:close/>
                </a:path>
              </a:pathLst>
            </a:custGeom>
            <a:solidFill>
              <a:srgbClr val="717982"/>
            </a:solidFill>
            <a:ln w="4001">
              <a:solidFill>
                <a:srgbClr val="B6BABF"/>
              </a:solidFill>
            </a:ln>
          </p:spPr>
        </p:sp>
        <p:sp>
          <p:nvSpPr>
            <p:cNvPr id="3992" name="Candidate_B5__3991">
              <a:extLst>
                <a:ext uri="{FF2B5EF4-FFF2-40B4-BE49-F238E27FC236}">
                  <a16:creationId xmlns:a16="http://schemas.microsoft.com/office/drawing/2014/main" id="{C22A3107-238E-B240-3F08-3D5E2E3E954D}"/>
                </a:ext>
              </a:extLst>
            </p:cNvPr>
            <p:cNvSpPr>
              <a:spLocks noGrp="1"/>
            </p:cNvSpPr>
            <p:nvPr/>
          </p:nvSpPr>
          <p:spPr>
            <a:xfrm>
              <a:off x="4023807" y="3529223"/>
              <a:ext cx="362688" cy="458486"/>
            </a:xfrm>
            <a:custGeom>
              <a:avLst/>
              <a:gdLst/>
              <a:ahLst/>
              <a:cxnLst/>
              <a:rect l="0" t="0" r="0" b="0"/>
              <a:pathLst>
                <a:path w="362688" h="458486">
                  <a:moveTo>
                    <a:pt x="69621" y="454980"/>
                  </a:moveTo>
                  <a:lnTo>
                    <a:pt x="104432" y="458486"/>
                  </a:lnTo>
                  <a:lnTo>
                    <a:pt x="104432" y="436050"/>
                  </a:lnTo>
                  <a:close/>
                  <a:moveTo>
                    <a:pt x="69621" y="454980"/>
                  </a:moveTo>
                  <a:lnTo>
                    <a:pt x="104432" y="436050"/>
                  </a:lnTo>
                  <a:lnTo>
                    <a:pt x="69621" y="427264"/>
                  </a:lnTo>
                  <a:close/>
                  <a:moveTo>
                    <a:pt x="104432" y="458486"/>
                  </a:moveTo>
                  <a:lnTo>
                    <a:pt x="139243" y="458486"/>
                  </a:lnTo>
                  <a:lnTo>
                    <a:pt x="104432" y="436050"/>
                  </a:lnTo>
                  <a:close/>
                  <a:moveTo>
                    <a:pt x="139243" y="458486"/>
                  </a:moveTo>
                  <a:lnTo>
                    <a:pt x="139243" y="438069"/>
                  </a:lnTo>
                  <a:lnTo>
                    <a:pt x="104432" y="436050"/>
                  </a:lnTo>
                  <a:close/>
                  <a:moveTo>
                    <a:pt x="139243" y="458486"/>
                  </a:moveTo>
                  <a:lnTo>
                    <a:pt x="156717" y="458486"/>
                  </a:lnTo>
                  <a:lnTo>
                    <a:pt x="139243" y="438069"/>
                  </a:lnTo>
                  <a:close/>
                  <a:moveTo>
                    <a:pt x="139243" y="438069"/>
                  </a:moveTo>
                  <a:lnTo>
                    <a:pt x="156717" y="458486"/>
                  </a:lnTo>
                  <a:lnTo>
                    <a:pt x="174053" y="456792"/>
                  </a:lnTo>
                  <a:close/>
                  <a:moveTo>
                    <a:pt x="139243" y="438069"/>
                  </a:moveTo>
                  <a:lnTo>
                    <a:pt x="174053" y="456792"/>
                  </a:lnTo>
                  <a:lnTo>
                    <a:pt x="174053" y="435853"/>
                  </a:lnTo>
                  <a:close/>
                  <a:moveTo>
                    <a:pt x="0" y="394586"/>
                  </a:moveTo>
                  <a:lnTo>
                    <a:pt x="0" y="406929"/>
                  </a:lnTo>
                  <a:lnTo>
                    <a:pt x="29944" y="394586"/>
                  </a:lnTo>
                  <a:close/>
                  <a:moveTo>
                    <a:pt x="0" y="406929"/>
                  </a:moveTo>
                  <a:lnTo>
                    <a:pt x="14844" y="426536"/>
                  </a:lnTo>
                  <a:lnTo>
                    <a:pt x="29944" y="394586"/>
                  </a:lnTo>
                  <a:close/>
                  <a:moveTo>
                    <a:pt x="29944" y="394586"/>
                  </a:moveTo>
                  <a:lnTo>
                    <a:pt x="14844" y="426536"/>
                  </a:lnTo>
                  <a:lnTo>
                    <a:pt x="34811" y="400552"/>
                  </a:lnTo>
                  <a:close/>
                  <a:moveTo>
                    <a:pt x="34811" y="400552"/>
                  </a:moveTo>
                  <a:lnTo>
                    <a:pt x="14844" y="426536"/>
                  </a:lnTo>
                  <a:lnTo>
                    <a:pt x="34811" y="426536"/>
                  </a:lnTo>
                  <a:close/>
                  <a:moveTo>
                    <a:pt x="34811" y="441071"/>
                  </a:moveTo>
                  <a:lnTo>
                    <a:pt x="68109" y="426536"/>
                  </a:lnTo>
                  <a:lnTo>
                    <a:pt x="34811" y="426536"/>
                  </a:lnTo>
                  <a:close/>
                  <a:moveTo>
                    <a:pt x="69621" y="427264"/>
                  </a:moveTo>
                  <a:lnTo>
                    <a:pt x="68109" y="426536"/>
                  </a:lnTo>
                  <a:lnTo>
                    <a:pt x="34811" y="441071"/>
                  </a:lnTo>
                  <a:close/>
                  <a:moveTo>
                    <a:pt x="69621" y="454980"/>
                  </a:moveTo>
                  <a:lnTo>
                    <a:pt x="69621" y="427264"/>
                  </a:lnTo>
                  <a:lnTo>
                    <a:pt x="34811" y="441071"/>
                  </a:lnTo>
                  <a:close/>
                  <a:moveTo>
                    <a:pt x="174053" y="456792"/>
                  </a:moveTo>
                  <a:lnTo>
                    <a:pt x="208864" y="450928"/>
                  </a:lnTo>
                  <a:lnTo>
                    <a:pt x="208864" y="430381"/>
                  </a:lnTo>
                  <a:close/>
                  <a:moveTo>
                    <a:pt x="174053" y="435853"/>
                  </a:moveTo>
                  <a:lnTo>
                    <a:pt x="174053" y="456792"/>
                  </a:lnTo>
                  <a:lnTo>
                    <a:pt x="208864" y="430381"/>
                  </a:lnTo>
                  <a:close/>
                  <a:moveTo>
                    <a:pt x="243675" y="442206"/>
                  </a:moveTo>
                  <a:lnTo>
                    <a:pt x="243675" y="426536"/>
                  </a:lnTo>
                  <a:lnTo>
                    <a:pt x="208864" y="430381"/>
                  </a:lnTo>
                  <a:close/>
                  <a:moveTo>
                    <a:pt x="208864" y="450928"/>
                  </a:moveTo>
                  <a:lnTo>
                    <a:pt x="243675" y="442206"/>
                  </a:lnTo>
                  <a:lnTo>
                    <a:pt x="208864" y="430381"/>
                  </a:lnTo>
                  <a:close/>
                  <a:moveTo>
                    <a:pt x="278485" y="426536"/>
                  </a:moveTo>
                  <a:lnTo>
                    <a:pt x="243675" y="426536"/>
                  </a:lnTo>
                  <a:lnTo>
                    <a:pt x="243675" y="442206"/>
                  </a:lnTo>
                  <a:close/>
                  <a:moveTo>
                    <a:pt x="243675" y="426536"/>
                  </a:moveTo>
                  <a:lnTo>
                    <a:pt x="278485" y="426536"/>
                  </a:lnTo>
                  <a:lnTo>
                    <a:pt x="243675" y="420905"/>
                  </a:lnTo>
                  <a:close/>
                  <a:moveTo>
                    <a:pt x="278485" y="426536"/>
                  </a:moveTo>
                  <a:lnTo>
                    <a:pt x="278485" y="405311"/>
                  </a:lnTo>
                  <a:lnTo>
                    <a:pt x="243675" y="420905"/>
                  </a:lnTo>
                  <a:close/>
                  <a:moveTo>
                    <a:pt x="278485" y="405311"/>
                  </a:moveTo>
                  <a:lnTo>
                    <a:pt x="313296" y="406538"/>
                  </a:lnTo>
                  <a:lnTo>
                    <a:pt x="313296" y="394586"/>
                  </a:lnTo>
                  <a:close/>
                  <a:moveTo>
                    <a:pt x="278485" y="426536"/>
                  </a:moveTo>
                  <a:lnTo>
                    <a:pt x="313296" y="406538"/>
                  </a:lnTo>
                  <a:lnTo>
                    <a:pt x="278485" y="405311"/>
                  </a:lnTo>
                  <a:close/>
                  <a:moveTo>
                    <a:pt x="23351" y="362636"/>
                  </a:moveTo>
                  <a:lnTo>
                    <a:pt x="0" y="362636"/>
                  </a:lnTo>
                  <a:lnTo>
                    <a:pt x="0" y="394586"/>
                  </a:lnTo>
                  <a:close/>
                  <a:moveTo>
                    <a:pt x="313296" y="374482"/>
                  </a:moveTo>
                  <a:lnTo>
                    <a:pt x="348107" y="362636"/>
                  </a:lnTo>
                  <a:lnTo>
                    <a:pt x="322011" y="362636"/>
                  </a:lnTo>
                  <a:close/>
                  <a:moveTo>
                    <a:pt x="313296" y="374482"/>
                  </a:moveTo>
                  <a:lnTo>
                    <a:pt x="348107" y="362702"/>
                  </a:lnTo>
                  <a:lnTo>
                    <a:pt x="348107" y="362636"/>
                  </a:lnTo>
                  <a:close/>
                  <a:moveTo>
                    <a:pt x="313296" y="394586"/>
                  </a:moveTo>
                  <a:lnTo>
                    <a:pt x="348107" y="362702"/>
                  </a:lnTo>
                  <a:lnTo>
                    <a:pt x="313296" y="374482"/>
                  </a:lnTo>
                  <a:close/>
                  <a:moveTo>
                    <a:pt x="0" y="362636"/>
                  </a:moveTo>
                  <a:lnTo>
                    <a:pt x="34811" y="330686"/>
                  </a:lnTo>
                  <a:lnTo>
                    <a:pt x="0" y="330686"/>
                  </a:lnTo>
                  <a:close/>
                  <a:moveTo>
                    <a:pt x="348107" y="362636"/>
                  </a:moveTo>
                  <a:lnTo>
                    <a:pt x="348107" y="330686"/>
                  </a:lnTo>
                  <a:lnTo>
                    <a:pt x="322011" y="362636"/>
                  </a:lnTo>
                  <a:close/>
                  <a:moveTo>
                    <a:pt x="34811" y="330686"/>
                  </a:moveTo>
                  <a:lnTo>
                    <a:pt x="34811" y="298736"/>
                  </a:lnTo>
                  <a:lnTo>
                    <a:pt x="0" y="330686"/>
                  </a:lnTo>
                  <a:close/>
                  <a:moveTo>
                    <a:pt x="348107" y="298736"/>
                  </a:moveTo>
                  <a:lnTo>
                    <a:pt x="348107" y="330686"/>
                  </a:lnTo>
                  <a:lnTo>
                    <a:pt x="358783" y="330686"/>
                  </a:lnTo>
                  <a:close/>
                  <a:moveTo>
                    <a:pt x="348107" y="330686"/>
                  </a:moveTo>
                  <a:lnTo>
                    <a:pt x="348107" y="298736"/>
                  </a:lnTo>
                  <a:lnTo>
                    <a:pt x="332965" y="330686"/>
                  </a:lnTo>
                  <a:close/>
                  <a:moveTo>
                    <a:pt x="69621" y="266786"/>
                  </a:moveTo>
                  <a:lnTo>
                    <a:pt x="67509" y="266786"/>
                  </a:lnTo>
                  <a:lnTo>
                    <a:pt x="69621" y="298508"/>
                  </a:lnTo>
                  <a:close/>
                  <a:moveTo>
                    <a:pt x="67509" y="266786"/>
                  </a:moveTo>
                  <a:lnTo>
                    <a:pt x="34811" y="291053"/>
                  </a:lnTo>
                  <a:lnTo>
                    <a:pt x="69621" y="298508"/>
                  </a:lnTo>
                  <a:close/>
                  <a:moveTo>
                    <a:pt x="69621" y="298508"/>
                  </a:moveTo>
                  <a:lnTo>
                    <a:pt x="34811" y="291053"/>
                  </a:lnTo>
                  <a:lnTo>
                    <a:pt x="69329" y="298736"/>
                  </a:lnTo>
                  <a:close/>
                  <a:moveTo>
                    <a:pt x="69329" y="298736"/>
                  </a:moveTo>
                  <a:lnTo>
                    <a:pt x="34811" y="291053"/>
                  </a:lnTo>
                  <a:lnTo>
                    <a:pt x="34811" y="298736"/>
                  </a:lnTo>
                  <a:close/>
                  <a:moveTo>
                    <a:pt x="348107" y="266786"/>
                  </a:moveTo>
                  <a:lnTo>
                    <a:pt x="348107" y="298736"/>
                  </a:lnTo>
                  <a:lnTo>
                    <a:pt x="362376" y="298736"/>
                  </a:lnTo>
                  <a:close/>
                  <a:moveTo>
                    <a:pt x="348107" y="298736"/>
                  </a:moveTo>
                  <a:lnTo>
                    <a:pt x="348107" y="266786"/>
                  </a:lnTo>
                  <a:lnTo>
                    <a:pt x="334559" y="298736"/>
                  </a:lnTo>
                  <a:close/>
                  <a:moveTo>
                    <a:pt x="104432" y="266786"/>
                  </a:moveTo>
                  <a:lnTo>
                    <a:pt x="104432" y="234836"/>
                  </a:lnTo>
                  <a:lnTo>
                    <a:pt x="69621" y="266786"/>
                  </a:lnTo>
                  <a:close/>
                  <a:moveTo>
                    <a:pt x="104432" y="266786"/>
                  </a:moveTo>
                  <a:lnTo>
                    <a:pt x="69621" y="266786"/>
                  </a:lnTo>
                  <a:lnTo>
                    <a:pt x="104432" y="274107"/>
                  </a:lnTo>
                  <a:close/>
                  <a:moveTo>
                    <a:pt x="69621" y="266786"/>
                  </a:moveTo>
                  <a:lnTo>
                    <a:pt x="69621" y="298508"/>
                  </a:lnTo>
                  <a:lnTo>
                    <a:pt x="104432" y="274107"/>
                  </a:lnTo>
                  <a:close/>
                  <a:moveTo>
                    <a:pt x="104432" y="266786"/>
                  </a:moveTo>
                  <a:lnTo>
                    <a:pt x="139243" y="234836"/>
                  </a:lnTo>
                  <a:lnTo>
                    <a:pt x="104432" y="234836"/>
                  </a:lnTo>
                  <a:close/>
                  <a:moveTo>
                    <a:pt x="348107" y="234836"/>
                  </a:moveTo>
                  <a:lnTo>
                    <a:pt x="348107" y="266786"/>
                  </a:lnTo>
                  <a:lnTo>
                    <a:pt x="362688" y="266786"/>
                  </a:lnTo>
                  <a:close/>
                  <a:moveTo>
                    <a:pt x="348107" y="266786"/>
                  </a:moveTo>
                  <a:lnTo>
                    <a:pt x="348107" y="234836"/>
                  </a:lnTo>
                  <a:lnTo>
                    <a:pt x="330677" y="266786"/>
                  </a:lnTo>
                  <a:close/>
                  <a:moveTo>
                    <a:pt x="139243" y="234836"/>
                  </a:moveTo>
                  <a:lnTo>
                    <a:pt x="139243" y="202886"/>
                  </a:lnTo>
                  <a:lnTo>
                    <a:pt x="104432" y="234836"/>
                  </a:lnTo>
                  <a:close/>
                  <a:moveTo>
                    <a:pt x="348107" y="234836"/>
                  </a:moveTo>
                  <a:lnTo>
                    <a:pt x="348107" y="202886"/>
                  </a:lnTo>
                  <a:lnTo>
                    <a:pt x="323754" y="234836"/>
                  </a:lnTo>
                  <a:close/>
                  <a:moveTo>
                    <a:pt x="104432" y="170936"/>
                  </a:moveTo>
                  <a:lnTo>
                    <a:pt x="104432" y="200239"/>
                  </a:lnTo>
                  <a:lnTo>
                    <a:pt x="139243" y="202886"/>
                  </a:lnTo>
                  <a:close/>
                  <a:moveTo>
                    <a:pt x="139243" y="170936"/>
                  </a:moveTo>
                  <a:lnTo>
                    <a:pt x="104432" y="170936"/>
                  </a:lnTo>
                  <a:lnTo>
                    <a:pt x="139243" y="202886"/>
                  </a:lnTo>
                  <a:close/>
                  <a:moveTo>
                    <a:pt x="313354" y="202886"/>
                  </a:moveTo>
                  <a:lnTo>
                    <a:pt x="348107" y="202886"/>
                  </a:lnTo>
                  <a:lnTo>
                    <a:pt x="313296" y="170936"/>
                  </a:lnTo>
                  <a:close/>
                  <a:moveTo>
                    <a:pt x="313296" y="170936"/>
                  </a:moveTo>
                  <a:lnTo>
                    <a:pt x="348107" y="202886"/>
                  </a:lnTo>
                  <a:lnTo>
                    <a:pt x="346170" y="170936"/>
                  </a:lnTo>
                  <a:close/>
                  <a:moveTo>
                    <a:pt x="69621" y="138986"/>
                  </a:moveTo>
                  <a:lnTo>
                    <a:pt x="69621" y="160061"/>
                  </a:lnTo>
                  <a:lnTo>
                    <a:pt x="88756" y="138986"/>
                  </a:lnTo>
                  <a:close/>
                  <a:moveTo>
                    <a:pt x="69621" y="160061"/>
                  </a:moveTo>
                  <a:lnTo>
                    <a:pt x="83147" y="170936"/>
                  </a:lnTo>
                  <a:lnTo>
                    <a:pt x="88756" y="138986"/>
                  </a:lnTo>
                  <a:close/>
                  <a:moveTo>
                    <a:pt x="88756" y="138986"/>
                  </a:moveTo>
                  <a:lnTo>
                    <a:pt x="83147" y="170936"/>
                  </a:lnTo>
                  <a:lnTo>
                    <a:pt x="104432" y="150433"/>
                  </a:lnTo>
                  <a:close/>
                  <a:moveTo>
                    <a:pt x="104432" y="150433"/>
                  </a:moveTo>
                  <a:lnTo>
                    <a:pt x="83147" y="170936"/>
                  </a:lnTo>
                  <a:lnTo>
                    <a:pt x="104432" y="170936"/>
                  </a:lnTo>
                  <a:close/>
                  <a:moveTo>
                    <a:pt x="313296" y="138986"/>
                  </a:moveTo>
                  <a:lnTo>
                    <a:pt x="313296" y="170936"/>
                  </a:lnTo>
                  <a:lnTo>
                    <a:pt x="346170" y="170936"/>
                  </a:lnTo>
                  <a:close/>
                  <a:moveTo>
                    <a:pt x="278485" y="138986"/>
                  </a:moveTo>
                  <a:lnTo>
                    <a:pt x="313296" y="170936"/>
                  </a:lnTo>
                  <a:lnTo>
                    <a:pt x="313296" y="138986"/>
                  </a:lnTo>
                  <a:close/>
                  <a:moveTo>
                    <a:pt x="34811" y="107036"/>
                  </a:moveTo>
                  <a:lnTo>
                    <a:pt x="34811" y="119977"/>
                  </a:lnTo>
                  <a:lnTo>
                    <a:pt x="56269" y="107036"/>
                  </a:lnTo>
                  <a:close/>
                  <a:moveTo>
                    <a:pt x="34811" y="119977"/>
                  </a:moveTo>
                  <a:lnTo>
                    <a:pt x="48887" y="138986"/>
                  </a:lnTo>
                  <a:lnTo>
                    <a:pt x="56269" y="107036"/>
                  </a:lnTo>
                  <a:close/>
                  <a:moveTo>
                    <a:pt x="56269" y="107036"/>
                  </a:moveTo>
                  <a:lnTo>
                    <a:pt x="48887" y="138986"/>
                  </a:lnTo>
                  <a:lnTo>
                    <a:pt x="69621" y="123412"/>
                  </a:lnTo>
                  <a:close/>
                  <a:moveTo>
                    <a:pt x="69621" y="123412"/>
                  </a:moveTo>
                  <a:lnTo>
                    <a:pt x="48887" y="138986"/>
                  </a:lnTo>
                  <a:lnTo>
                    <a:pt x="69621" y="138986"/>
                  </a:lnTo>
                  <a:close/>
                  <a:moveTo>
                    <a:pt x="278485" y="138986"/>
                  </a:moveTo>
                  <a:lnTo>
                    <a:pt x="313296" y="138986"/>
                  </a:lnTo>
                  <a:lnTo>
                    <a:pt x="278485" y="107036"/>
                  </a:lnTo>
                  <a:close/>
                  <a:moveTo>
                    <a:pt x="243675" y="107036"/>
                  </a:moveTo>
                  <a:lnTo>
                    <a:pt x="278485" y="138986"/>
                  </a:lnTo>
                  <a:lnTo>
                    <a:pt x="278485" y="107036"/>
                  </a:lnTo>
                  <a:close/>
                  <a:moveTo>
                    <a:pt x="20522" y="75086"/>
                  </a:moveTo>
                  <a:lnTo>
                    <a:pt x="34811" y="107036"/>
                  </a:lnTo>
                  <a:lnTo>
                    <a:pt x="34811" y="75086"/>
                  </a:lnTo>
                  <a:close/>
                  <a:moveTo>
                    <a:pt x="47961" y="75086"/>
                  </a:moveTo>
                  <a:lnTo>
                    <a:pt x="34811" y="75086"/>
                  </a:lnTo>
                  <a:lnTo>
                    <a:pt x="34811" y="107036"/>
                  </a:lnTo>
                  <a:close/>
                  <a:moveTo>
                    <a:pt x="243675" y="107036"/>
                  </a:moveTo>
                  <a:lnTo>
                    <a:pt x="278485" y="107036"/>
                  </a:lnTo>
                  <a:lnTo>
                    <a:pt x="243675" y="75086"/>
                  </a:lnTo>
                  <a:close/>
                  <a:moveTo>
                    <a:pt x="208864" y="75086"/>
                  </a:moveTo>
                  <a:lnTo>
                    <a:pt x="243675" y="107036"/>
                  </a:lnTo>
                  <a:lnTo>
                    <a:pt x="243675" y="75086"/>
                  </a:lnTo>
                  <a:close/>
                  <a:moveTo>
                    <a:pt x="61353" y="43136"/>
                  </a:moveTo>
                  <a:lnTo>
                    <a:pt x="34811" y="43136"/>
                  </a:lnTo>
                  <a:lnTo>
                    <a:pt x="34811" y="75086"/>
                  </a:lnTo>
                  <a:close/>
                  <a:moveTo>
                    <a:pt x="208864" y="75086"/>
                  </a:moveTo>
                  <a:lnTo>
                    <a:pt x="243675" y="75086"/>
                  </a:lnTo>
                  <a:lnTo>
                    <a:pt x="208864" y="43136"/>
                  </a:lnTo>
                  <a:close/>
                  <a:moveTo>
                    <a:pt x="208864" y="75086"/>
                  </a:moveTo>
                  <a:lnTo>
                    <a:pt x="208864" y="43136"/>
                  </a:lnTo>
                  <a:lnTo>
                    <a:pt x="205420" y="75086"/>
                  </a:lnTo>
                  <a:close/>
                  <a:moveTo>
                    <a:pt x="208864" y="43136"/>
                  </a:moveTo>
                  <a:lnTo>
                    <a:pt x="177618" y="43136"/>
                  </a:lnTo>
                  <a:lnTo>
                    <a:pt x="205420" y="75086"/>
                  </a:lnTo>
                  <a:close/>
                  <a:moveTo>
                    <a:pt x="69621" y="11186"/>
                  </a:moveTo>
                  <a:lnTo>
                    <a:pt x="63424" y="11186"/>
                  </a:lnTo>
                  <a:lnTo>
                    <a:pt x="69621" y="35785"/>
                  </a:lnTo>
                  <a:close/>
                  <a:moveTo>
                    <a:pt x="63424" y="11186"/>
                  </a:moveTo>
                  <a:lnTo>
                    <a:pt x="34811" y="36386"/>
                  </a:lnTo>
                  <a:lnTo>
                    <a:pt x="69621" y="35785"/>
                  </a:lnTo>
                  <a:close/>
                  <a:moveTo>
                    <a:pt x="69621" y="35785"/>
                  </a:moveTo>
                  <a:lnTo>
                    <a:pt x="34811" y="36386"/>
                  </a:lnTo>
                  <a:lnTo>
                    <a:pt x="61353" y="43136"/>
                  </a:lnTo>
                  <a:close/>
                  <a:moveTo>
                    <a:pt x="61353" y="43136"/>
                  </a:moveTo>
                  <a:lnTo>
                    <a:pt x="34811" y="36386"/>
                  </a:lnTo>
                  <a:lnTo>
                    <a:pt x="34811" y="43136"/>
                  </a:lnTo>
                  <a:close/>
                  <a:moveTo>
                    <a:pt x="174053" y="12678"/>
                  </a:moveTo>
                  <a:lnTo>
                    <a:pt x="139243" y="11186"/>
                  </a:lnTo>
                  <a:lnTo>
                    <a:pt x="139243" y="23768"/>
                  </a:lnTo>
                  <a:close/>
                  <a:moveTo>
                    <a:pt x="174053" y="12678"/>
                  </a:moveTo>
                  <a:lnTo>
                    <a:pt x="139243" y="23768"/>
                  </a:lnTo>
                  <a:lnTo>
                    <a:pt x="174053" y="40343"/>
                  </a:lnTo>
                  <a:close/>
                  <a:moveTo>
                    <a:pt x="208864" y="37552"/>
                  </a:moveTo>
                  <a:lnTo>
                    <a:pt x="177618" y="43136"/>
                  </a:lnTo>
                  <a:lnTo>
                    <a:pt x="208864" y="43136"/>
                  </a:lnTo>
                  <a:close/>
                  <a:moveTo>
                    <a:pt x="174053" y="40343"/>
                  </a:moveTo>
                  <a:lnTo>
                    <a:pt x="177618" y="43136"/>
                  </a:lnTo>
                  <a:lnTo>
                    <a:pt x="208864" y="37552"/>
                  </a:lnTo>
                  <a:close/>
                  <a:moveTo>
                    <a:pt x="174053" y="12678"/>
                  </a:moveTo>
                  <a:lnTo>
                    <a:pt x="174053" y="40343"/>
                  </a:lnTo>
                  <a:lnTo>
                    <a:pt x="208864" y="37552"/>
                  </a:lnTo>
                  <a:close/>
                  <a:moveTo>
                    <a:pt x="104432" y="11186"/>
                  </a:moveTo>
                  <a:lnTo>
                    <a:pt x="69621" y="11186"/>
                  </a:lnTo>
                  <a:lnTo>
                    <a:pt x="104432" y="21622"/>
                  </a:lnTo>
                  <a:close/>
                  <a:moveTo>
                    <a:pt x="69621" y="11186"/>
                  </a:moveTo>
                  <a:lnTo>
                    <a:pt x="69621" y="35785"/>
                  </a:lnTo>
                  <a:lnTo>
                    <a:pt x="104432" y="21622"/>
                  </a:lnTo>
                  <a:close/>
                  <a:moveTo>
                    <a:pt x="104432" y="11186"/>
                  </a:moveTo>
                  <a:lnTo>
                    <a:pt x="139243" y="11186"/>
                  </a:lnTo>
                  <a:lnTo>
                    <a:pt x="139243" y="0"/>
                  </a:lnTo>
                  <a:close/>
                  <a:moveTo>
                    <a:pt x="139243" y="11186"/>
                  </a:moveTo>
                  <a:lnTo>
                    <a:pt x="104432" y="11186"/>
                  </a:lnTo>
                  <a:lnTo>
                    <a:pt x="139243" y="23768"/>
                  </a:lnTo>
                  <a:close/>
                </a:path>
              </a:pathLst>
            </a:custGeom>
            <a:solidFill>
              <a:srgbClr val="757D86"/>
            </a:solidFill>
            <a:ln w="4001">
              <a:solidFill>
                <a:srgbClr val="B6BABF"/>
              </a:solidFill>
            </a:ln>
          </p:spPr>
        </p:sp>
        <p:sp>
          <p:nvSpPr>
            <p:cNvPr id="3993" name="Candidate_B5__3992">
              <a:extLst>
                <a:ext uri="{FF2B5EF4-FFF2-40B4-BE49-F238E27FC236}">
                  <a16:creationId xmlns:a16="http://schemas.microsoft.com/office/drawing/2014/main" id="{36BC8EB2-52A1-439F-8149-2FAFE6B9CCB8}"/>
                </a:ext>
              </a:extLst>
            </p:cNvPr>
            <p:cNvSpPr>
              <a:spLocks noGrp="1"/>
            </p:cNvSpPr>
            <p:nvPr/>
          </p:nvSpPr>
          <p:spPr>
            <a:xfrm>
              <a:off x="4023807" y="3540409"/>
              <a:ext cx="348107" cy="426883"/>
            </a:xfrm>
            <a:custGeom>
              <a:avLst/>
              <a:gdLst/>
              <a:ahLst/>
              <a:cxnLst/>
              <a:rect l="0" t="0" r="0" b="0"/>
              <a:pathLst>
                <a:path w="348107" h="426883">
                  <a:moveTo>
                    <a:pt x="34811" y="415351"/>
                  </a:moveTo>
                  <a:lnTo>
                    <a:pt x="68109" y="415351"/>
                  </a:lnTo>
                  <a:lnTo>
                    <a:pt x="34811" y="389366"/>
                  </a:lnTo>
                  <a:close/>
                  <a:moveTo>
                    <a:pt x="208864" y="419195"/>
                  </a:moveTo>
                  <a:lnTo>
                    <a:pt x="243675" y="415351"/>
                  </a:lnTo>
                  <a:lnTo>
                    <a:pt x="223631" y="415351"/>
                  </a:lnTo>
                  <a:close/>
                  <a:moveTo>
                    <a:pt x="223631" y="415351"/>
                  </a:moveTo>
                  <a:lnTo>
                    <a:pt x="243675" y="415351"/>
                  </a:lnTo>
                  <a:lnTo>
                    <a:pt x="243675" y="409720"/>
                  </a:lnTo>
                  <a:close/>
                  <a:moveTo>
                    <a:pt x="278485" y="394125"/>
                  </a:moveTo>
                  <a:lnTo>
                    <a:pt x="313296" y="383401"/>
                  </a:lnTo>
                  <a:lnTo>
                    <a:pt x="294146" y="383401"/>
                  </a:lnTo>
                  <a:close/>
                  <a:moveTo>
                    <a:pt x="29944" y="383401"/>
                  </a:moveTo>
                  <a:lnTo>
                    <a:pt x="23351" y="351451"/>
                  </a:lnTo>
                  <a:lnTo>
                    <a:pt x="0" y="383401"/>
                  </a:lnTo>
                  <a:close/>
                  <a:moveTo>
                    <a:pt x="294146" y="383401"/>
                  </a:moveTo>
                  <a:lnTo>
                    <a:pt x="313296" y="383401"/>
                  </a:lnTo>
                  <a:lnTo>
                    <a:pt x="313296" y="363297"/>
                  </a:lnTo>
                  <a:close/>
                  <a:moveTo>
                    <a:pt x="23351" y="351451"/>
                  </a:moveTo>
                  <a:lnTo>
                    <a:pt x="34811" y="322294"/>
                  </a:lnTo>
                  <a:lnTo>
                    <a:pt x="0" y="351451"/>
                  </a:lnTo>
                  <a:close/>
                  <a:moveTo>
                    <a:pt x="0" y="351451"/>
                  </a:moveTo>
                  <a:lnTo>
                    <a:pt x="34811" y="322294"/>
                  </a:lnTo>
                  <a:lnTo>
                    <a:pt x="34811" y="319501"/>
                  </a:lnTo>
                  <a:close/>
                  <a:moveTo>
                    <a:pt x="348107" y="319501"/>
                  </a:moveTo>
                  <a:lnTo>
                    <a:pt x="332965" y="319501"/>
                  </a:lnTo>
                  <a:lnTo>
                    <a:pt x="322011" y="351451"/>
                  </a:lnTo>
                  <a:close/>
                  <a:moveTo>
                    <a:pt x="36076" y="319501"/>
                  </a:moveTo>
                  <a:lnTo>
                    <a:pt x="69329" y="287551"/>
                  </a:lnTo>
                  <a:lnTo>
                    <a:pt x="34811" y="319501"/>
                  </a:lnTo>
                  <a:close/>
                  <a:moveTo>
                    <a:pt x="69329" y="287551"/>
                  </a:moveTo>
                  <a:lnTo>
                    <a:pt x="34811" y="287551"/>
                  </a:lnTo>
                  <a:lnTo>
                    <a:pt x="34811" y="319501"/>
                  </a:lnTo>
                  <a:close/>
                  <a:moveTo>
                    <a:pt x="34811" y="319501"/>
                  </a:moveTo>
                  <a:lnTo>
                    <a:pt x="34811" y="322294"/>
                  </a:lnTo>
                  <a:lnTo>
                    <a:pt x="36076" y="319501"/>
                  </a:lnTo>
                  <a:close/>
                  <a:moveTo>
                    <a:pt x="348107" y="287551"/>
                  </a:moveTo>
                  <a:lnTo>
                    <a:pt x="334559" y="287551"/>
                  </a:lnTo>
                  <a:lnTo>
                    <a:pt x="332965" y="319501"/>
                  </a:lnTo>
                  <a:close/>
                  <a:moveTo>
                    <a:pt x="348107" y="255601"/>
                  </a:moveTo>
                  <a:lnTo>
                    <a:pt x="330677" y="255601"/>
                  </a:lnTo>
                  <a:lnTo>
                    <a:pt x="334559" y="287551"/>
                  </a:lnTo>
                  <a:close/>
                  <a:moveTo>
                    <a:pt x="115233" y="255601"/>
                  </a:moveTo>
                  <a:lnTo>
                    <a:pt x="139243" y="232363"/>
                  </a:lnTo>
                  <a:lnTo>
                    <a:pt x="104432" y="255601"/>
                  </a:lnTo>
                  <a:close/>
                  <a:moveTo>
                    <a:pt x="104432" y="255601"/>
                  </a:moveTo>
                  <a:lnTo>
                    <a:pt x="139243" y="232363"/>
                  </a:lnTo>
                  <a:lnTo>
                    <a:pt x="139243" y="223650"/>
                  </a:lnTo>
                  <a:close/>
                  <a:moveTo>
                    <a:pt x="104432" y="255601"/>
                  </a:moveTo>
                  <a:lnTo>
                    <a:pt x="104432" y="262921"/>
                  </a:lnTo>
                  <a:lnTo>
                    <a:pt x="115233" y="255601"/>
                  </a:lnTo>
                  <a:close/>
                  <a:moveTo>
                    <a:pt x="348107" y="223650"/>
                  </a:moveTo>
                  <a:lnTo>
                    <a:pt x="323754" y="223650"/>
                  </a:lnTo>
                  <a:lnTo>
                    <a:pt x="330677" y="255601"/>
                  </a:lnTo>
                  <a:close/>
                  <a:moveTo>
                    <a:pt x="148428" y="223650"/>
                  </a:moveTo>
                  <a:lnTo>
                    <a:pt x="159683" y="191700"/>
                  </a:lnTo>
                  <a:lnTo>
                    <a:pt x="139243" y="223650"/>
                  </a:lnTo>
                  <a:close/>
                  <a:moveTo>
                    <a:pt x="159683" y="191700"/>
                  </a:moveTo>
                  <a:lnTo>
                    <a:pt x="139243" y="191700"/>
                  </a:lnTo>
                  <a:lnTo>
                    <a:pt x="139243" y="223650"/>
                  </a:lnTo>
                  <a:close/>
                  <a:moveTo>
                    <a:pt x="139243" y="223650"/>
                  </a:moveTo>
                  <a:lnTo>
                    <a:pt x="139243" y="232363"/>
                  </a:lnTo>
                  <a:lnTo>
                    <a:pt x="148428" y="223650"/>
                  </a:lnTo>
                  <a:close/>
                  <a:moveTo>
                    <a:pt x="348107" y="191700"/>
                  </a:moveTo>
                  <a:lnTo>
                    <a:pt x="313354" y="191700"/>
                  </a:lnTo>
                  <a:lnTo>
                    <a:pt x="323754" y="223650"/>
                  </a:lnTo>
                  <a:close/>
                  <a:moveTo>
                    <a:pt x="159683" y="191700"/>
                  </a:moveTo>
                  <a:lnTo>
                    <a:pt x="139961" y="159750"/>
                  </a:lnTo>
                  <a:lnTo>
                    <a:pt x="139243" y="191700"/>
                  </a:lnTo>
                  <a:close/>
                  <a:moveTo>
                    <a:pt x="139961" y="159750"/>
                  </a:moveTo>
                  <a:lnTo>
                    <a:pt x="139243" y="159750"/>
                  </a:lnTo>
                  <a:lnTo>
                    <a:pt x="139243" y="191700"/>
                  </a:lnTo>
                  <a:close/>
                  <a:moveTo>
                    <a:pt x="313296" y="191586"/>
                  </a:moveTo>
                  <a:lnTo>
                    <a:pt x="313354" y="191700"/>
                  </a:lnTo>
                  <a:lnTo>
                    <a:pt x="313296" y="159750"/>
                  </a:lnTo>
                  <a:close/>
                  <a:moveTo>
                    <a:pt x="104432" y="159750"/>
                  </a:moveTo>
                  <a:lnTo>
                    <a:pt x="139243" y="159750"/>
                  </a:lnTo>
                  <a:lnTo>
                    <a:pt x="104432" y="139247"/>
                  </a:lnTo>
                  <a:close/>
                  <a:moveTo>
                    <a:pt x="139243" y="159750"/>
                  </a:moveTo>
                  <a:lnTo>
                    <a:pt x="139243" y="159365"/>
                  </a:lnTo>
                  <a:lnTo>
                    <a:pt x="104432" y="139247"/>
                  </a:lnTo>
                  <a:close/>
                  <a:moveTo>
                    <a:pt x="139243" y="159750"/>
                  </a:moveTo>
                  <a:lnTo>
                    <a:pt x="139961" y="159750"/>
                  </a:lnTo>
                  <a:lnTo>
                    <a:pt x="139243" y="159365"/>
                  </a:lnTo>
                  <a:close/>
                  <a:moveTo>
                    <a:pt x="278485" y="147402"/>
                  </a:moveTo>
                  <a:lnTo>
                    <a:pt x="290416" y="159750"/>
                  </a:lnTo>
                  <a:lnTo>
                    <a:pt x="278485" y="127800"/>
                  </a:lnTo>
                  <a:close/>
                  <a:moveTo>
                    <a:pt x="278485" y="127800"/>
                  </a:moveTo>
                  <a:lnTo>
                    <a:pt x="290416" y="159750"/>
                  </a:lnTo>
                  <a:lnTo>
                    <a:pt x="313296" y="159750"/>
                  </a:lnTo>
                  <a:close/>
                  <a:moveTo>
                    <a:pt x="313296" y="191586"/>
                  </a:moveTo>
                  <a:lnTo>
                    <a:pt x="313296" y="159750"/>
                  </a:lnTo>
                  <a:lnTo>
                    <a:pt x="290416" y="159750"/>
                  </a:lnTo>
                  <a:close/>
                  <a:moveTo>
                    <a:pt x="69621" y="127800"/>
                  </a:moveTo>
                  <a:lnTo>
                    <a:pt x="88756" y="127800"/>
                  </a:lnTo>
                  <a:lnTo>
                    <a:pt x="69621" y="112227"/>
                  </a:lnTo>
                  <a:close/>
                  <a:moveTo>
                    <a:pt x="243675" y="117647"/>
                  </a:moveTo>
                  <a:lnTo>
                    <a:pt x="254562" y="127800"/>
                  </a:lnTo>
                  <a:lnTo>
                    <a:pt x="243675" y="95850"/>
                  </a:lnTo>
                  <a:close/>
                  <a:moveTo>
                    <a:pt x="243675" y="95850"/>
                  </a:moveTo>
                  <a:lnTo>
                    <a:pt x="254562" y="127800"/>
                  </a:lnTo>
                  <a:lnTo>
                    <a:pt x="278485" y="127800"/>
                  </a:lnTo>
                  <a:close/>
                  <a:moveTo>
                    <a:pt x="278485" y="147402"/>
                  </a:moveTo>
                  <a:lnTo>
                    <a:pt x="278485" y="127800"/>
                  </a:lnTo>
                  <a:lnTo>
                    <a:pt x="254562" y="127800"/>
                  </a:lnTo>
                  <a:close/>
                  <a:moveTo>
                    <a:pt x="56269" y="95850"/>
                  </a:moveTo>
                  <a:lnTo>
                    <a:pt x="47961" y="63900"/>
                  </a:lnTo>
                  <a:lnTo>
                    <a:pt x="34811" y="95850"/>
                  </a:lnTo>
                  <a:close/>
                  <a:moveTo>
                    <a:pt x="208864" y="70163"/>
                  </a:moveTo>
                  <a:lnTo>
                    <a:pt x="225991" y="95850"/>
                  </a:lnTo>
                  <a:lnTo>
                    <a:pt x="208864" y="63900"/>
                  </a:lnTo>
                  <a:close/>
                  <a:moveTo>
                    <a:pt x="208864" y="63900"/>
                  </a:moveTo>
                  <a:lnTo>
                    <a:pt x="225991" y="95850"/>
                  </a:lnTo>
                  <a:lnTo>
                    <a:pt x="243675" y="95850"/>
                  </a:lnTo>
                  <a:close/>
                  <a:moveTo>
                    <a:pt x="243675" y="117647"/>
                  </a:moveTo>
                  <a:lnTo>
                    <a:pt x="243675" y="95850"/>
                  </a:lnTo>
                  <a:lnTo>
                    <a:pt x="225991" y="95850"/>
                  </a:lnTo>
                  <a:close/>
                  <a:moveTo>
                    <a:pt x="47961" y="63900"/>
                  </a:moveTo>
                  <a:lnTo>
                    <a:pt x="61353" y="31950"/>
                  </a:lnTo>
                  <a:lnTo>
                    <a:pt x="34811" y="63900"/>
                  </a:lnTo>
                  <a:close/>
                  <a:moveTo>
                    <a:pt x="208864" y="70163"/>
                  </a:moveTo>
                  <a:lnTo>
                    <a:pt x="208864" y="63900"/>
                  </a:lnTo>
                  <a:lnTo>
                    <a:pt x="205420" y="63900"/>
                  </a:lnTo>
                  <a:close/>
                  <a:moveTo>
                    <a:pt x="104432" y="0"/>
                  </a:moveTo>
                  <a:lnTo>
                    <a:pt x="104432" y="10436"/>
                  </a:lnTo>
                  <a:lnTo>
                    <a:pt x="139243" y="12582"/>
                  </a:lnTo>
                  <a:close/>
                  <a:moveTo>
                    <a:pt x="68109" y="415351"/>
                  </a:moveTo>
                  <a:lnTo>
                    <a:pt x="69621" y="416079"/>
                  </a:lnTo>
                  <a:lnTo>
                    <a:pt x="69621" y="415351"/>
                  </a:lnTo>
                  <a:close/>
                  <a:moveTo>
                    <a:pt x="69621" y="415351"/>
                  </a:moveTo>
                  <a:lnTo>
                    <a:pt x="34811" y="389366"/>
                  </a:lnTo>
                  <a:lnTo>
                    <a:pt x="68109" y="415351"/>
                  </a:lnTo>
                  <a:close/>
                  <a:moveTo>
                    <a:pt x="34811" y="383401"/>
                  </a:moveTo>
                  <a:lnTo>
                    <a:pt x="34811" y="389366"/>
                  </a:lnTo>
                  <a:lnTo>
                    <a:pt x="69621" y="415351"/>
                  </a:lnTo>
                  <a:close/>
                  <a:moveTo>
                    <a:pt x="104432" y="415351"/>
                  </a:moveTo>
                  <a:lnTo>
                    <a:pt x="69621" y="416079"/>
                  </a:lnTo>
                  <a:lnTo>
                    <a:pt x="104432" y="424865"/>
                  </a:lnTo>
                  <a:close/>
                  <a:moveTo>
                    <a:pt x="104432" y="415351"/>
                  </a:moveTo>
                  <a:lnTo>
                    <a:pt x="69621" y="415351"/>
                  </a:lnTo>
                  <a:lnTo>
                    <a:pt x="69621" y="416079"/>
                  </a:lnTo>
                  <a:close/>
                  <a:moveTo>
                    <a:pt x="139243" y="415351"/>
                  </a:moveTo>
                  <a:lnTo>
                    <a:pt x="104432" y="424865"/>
                  </a:lnTo>
                  <a:lnTo>
                    <a:pt x="139243" y="426883"/>
                  </a:lnTo>
                  <a:close/>
                  <a:moveTo>
                    <a:pt x="174053" y="415351"/>
                  </a:moveTo>
                  <a:lnTo>
                    <a:pt x="139243" y="426883"/>
                  </a:lnTo>
                  <a:lnTo>
                    <a:pt x="174053" y="424668"/>
                  </a:lnTo>
                  <a:close/>
                  <a:moveTo>
                    <a:pt x="208864" y="415351"/>
                  </a:moveTo>
                  <a:lnTo>
                    <a:pt x="174053" y="424668"/>
                  </a:lnTo>
                  <a:lnTo>
                    <a:pt x="208864" y="419195"/>
                  </a:lnTo>
                  <a:close/>
                  <a:moveTo>
                    <a:pt x="208864" y="415351"/>
                  </a:moveTo>
                  <a:lnTo>
                    <a:pt x="174053" y="415351"/>
                  </a:lnTo>
                  <a:lnTo>
                    <a:pt x="174053" y="424668"/>
                  </a:lnTo>
                  <a:close/>
                  <a:moveTo>
                    <a:pt x="208864" y="415351"/>
                  </a:moveTo>
                  <a:lnTo>
                    <a:pt x="208864" y="419195"/>
                  </a:lnTo>
                  <a:lnTo>
                    <a:pt x="223631" y="415351"/>
                  </a:lnTo>
                  <a:close/>
                  <a:moveTo>
                    <a:pt x="29944" y="383401"/>
                  </a:moveTo>
                  <a:lnTo>
                    <a:pt x="34811" y="389366"/>
                  </a:lnTo>
                  <a:lnTo>
                    <a:pt x="34811" y="383401"/>
                  </a:lnTo>
                  <a:close/>
                  <a:moveTo>
                    <a:pt x="23351" y="351451"/>
                  </a:moveTo>
                  <a:lnTo>
                    <a:pt x="34811" y="383401"/>
                  </a:lnTo>
                  <a:lnTo>
                    <a:pt x="34811" y="351451"/>
                  </a:lnTo>
                  <a:close/>
                  <a:moveTo>
                    <a:pt x="23351" y="351451"/>
                  </a:moveTo>
                  <a:lnTo>
                    <a:pt x="29944" y="383401"/>
                  </a:lnTo>
                  <a:lnTo>
                    <a:pt x="34811" y="383401"/>
                  </a:lnTo>
                  <a:close/>
                  <a:moveTo>
                    <a:pt x="278485" y="383401"/>
                  </a:moveTo>
                  <a:lnTo>
                    <a:pt x="243675" y="409720"/>
                  </a:lnTo>
                  <a:lnTo>
                    <a:pt x="278485" y="394125"/>
                  </a:lnTo>
                  <a:close/>
                  <a:moveTo>
                    <a:pt x="278485" y="383401"/>
                  </a:moveTo>
                  <a:lnTo>
                    <a:pt x="278485" y="394125"/>
                  </a:lnTo>
                  <a:lnTo>
                    <a:pt x="294146" y="383401"/>
                  </a:lnTo>
                  <a:close/>
                  <a:moveTo>
                    <a:pt x="313296" y="351451"/>
                  </a:moveTo>
                  <a:lnTo>
                    <a:pt x="294146" y="383401"/>
                  </a:lnTo>
                  <a:lnTo>
                    <a:pt x="313296" y="363297"/>
                  </a:lnTo>
                  <a:close/>
                  <a:moveTo>
                    <a:pt x="278485" y="383401"/>
                  </a:moveTo>
                  <a:lnTo>
                    <a:pt x="294146" y="383401"/>
                  </a:lnTo>
                  <a:lnTo>
                    <a:pt x="313296" y="351451"/>
                  </a:lnTo>
                  <a:close/>
                  <a:moveTo>
                    <a:pt x="34811" y="322294"/>
                  </a:moveTo>
                  <a:lnTo>
                    <a:pt x="23351" y="351451"/>
                  </a:lnTo>
                  <a:lnTo>
                    <a:pt x="34811" y="351451"/>
                  </a:lnTo>
                  <a:close/>
                  <a:moveTo>
                    <a:pt x="34811" y="351451"/>
                  </a:moveTo>
                  <a:lnTo>
                    <a:pt x="36076" y="319501"/>
                  </a:lnTo>
                  <a:lnTo>
                    <a:pt x="34811" y="322294"/>
                  </a:lnTo>
                  <a:close/>
                  <a:moveTo>
                    <a:pt x="313296" y="351451"/>
                  </a:moveTo>
                  <a:lnTo>
                    <a:pt x="313296" y="363297"/>
                  </a:lnTo>
                  <a:lnTo>
                    <a:pt x="322011" y="351451"/>
                  </a:lnTo>
                  <a:close/>
                  <a:moveTo>
                    <a:pt x="313296" y="319501"/>
                  </a:moveTo>
                  <a:lnTo>
                    <a:pt x="322011" y="351451"/>
                  </a:lnTo>
                  <a:lnTo>
                    <a:pt x="332965" y="319501"/>
                  </a:lnTo>
                  <a:close/>
                  <a:moveTo>
                    <a:pt x="69329" y="287551"/>
                  </a:moveTo>
                  <a:lnTo>
                    <a:pt x="69621" y="319501"/>
                  </a:lnTo>
                  <a:lnTo>
                    <a:pt x="69621" y="287551"/>
                  </a:lnTo>
                  <a:close/>
                  <a:moveTo>
                    <a:pt x="69329" y="287551"/>
                  </a:moveTo>
                  <a:lnTo>
                    <a:pt x="36076" y="319501"/>
                  </a:lnTo>
                  <a:lnTo>
                    <a:pt x="69621" y="319501"/>
                  </a:lnTo>
                  <a:close/>
                  <a:moveTo>
                    <a:pt x="313296" y="287551"/>
                  </a:moveTo>
                  <a:lnTo>
                    <a:pt x="332965" y="319501"/>
                  </a:lnTo>
                  <a:lnTo>
                    <a:pt x="334559" y="287551"/>
                  </a:lnTo>
                  <a:close/>
                  <a:moveTo>
                    <a:pt x="69621" y="287322"/>
                  </a:moveTo>
                  <a:lnTo>
                    <a:pt x="69329" y="287551"/>
                  </a:lnTo>
                  <a:lnTo>
                    <a:pt x="69621" y="287551"/>
                  </a:lnTo>
                  <a:close/>
                  <a:moveTo>
                    <a:pt x="69621" y="287551"/>
                  </a:moveTo>
                  <a:lnTo>
                    <a:pt x="104432" y="262921"/>
                  </a:lnTo>
                  <a:lnTo>
                    <a:pt x="69621" y="287322"/>
                  </a:lnTo>
                  <a:close/>
                  <a:moveTo>
                    <a:pt x="69621" y="287551"/>
                  </a:moveTo>
                  <a:lnTo>
                    <a:pt x="104432" y="287551"/>
                  </a:lnTo>
                  <a:lnTo>
                    <a:pt x="104432" y="262921"/>
                  </a:lnTo>
                  <a:close/>
                  <a:moveTo>
                    <a:pt x="104432" y="287551"/>
                  </a:moveTo>
                  <a:lnTo>
                    <a:pt x="115233" y="255601"/>
                  </a:lnTo>
                  <a:lnTo>
                    <a:pt x="104432" y="262921"/>
                  </a:lnTo>
                  <a:close/>
                  <a:moveTo>
                    <a:pt x="313296" y="255601"/>
                  </a:moveTo>
                  <a:lnTo>
                    <a:pt x="334559" y="287551"/>
                  </a:lnTo>
                  <a:lnTo>
                    <a:pt x="330677" y="255601"/>
                  </a:lnTo>
                  <a:close/>
                  <a:moveTo>
                    <a:pt x="139243" y="232363"/>
                  </a:moveTo>
                  <a:lnTo>
                    <a:pt x="115233" y="255601"/>
                  </a:lnTo>
                  <a:lnTo>
                    <a:pt x="139243" y="255601"/>
                  </a:lnTo>
                  <a:close/>
                  <a:moveTo>
                    <a:pt x="139243" y="255601"/>
                  </a:moveTo>
                  <a:lnTo>
                    <a:pt x="148428" y="223650"/>
                  </a:lnTo>
                  <a:lnTo>
                    <a:pt x="139243" y="232363"/>
                  </a:lnTo>
                  <a:close/>
                  <a:moveTo>
                    <a:pt x="313296" y="223650"/>
                  </a:moveTo>
                  <a:lnTo>
                    <a:pt x="330677" y="255601"/>
                  </a:lnTo>
                  <a:lnTo>
                    <a:pt x="323754" y="223650"/>
                  </a:lnTo>
                  <a:close/>
                  <a:moveTo>
                    <a:pt x="313296" y="223650"/>
                  </a:moveTo>
                  <a:lnTo>
                    <a:pt x="313296" y="255601"/>
                  </a:lnTo>
                  <a:lnTo>
                    <a:pt x="330677" y="255601"/>
                  </a:lnTo>
                  <a:close/>
                  <a:moveTo>
                    <a:pt x="159683" y="191700"/>
                  </a:moveTo>
                  <a:lnTo>
                    <a:pt x="174053" y="223650"/>
                  </a:lnTo>
                  <a:lnTo>
                    <a:pt x="174053" y="191700"/>
                  </a:lnTo>
                  <a:close/>
                  <a:moveTo>
                    <a:pt x="159683" y="191700"/>
                  </a:moveTo>
                  <a:lnTo>
                    <a:pt x="148428" y="223650"/>
                  </a:lnTo>
                  <a:lnTo>
                    <a:pt x="174053" y="223650"/>
                  </a:lnTo>
                  <a:close/>
                  <a:moveTo>
                    <a:pt x="313296" y="191700"/>
                  </a:moveTo>
                  <a:lnTo>
                    <a:pt x="323754" y="223650"/>
                  </a:lnTo>
                  <a:lnTo>
                    <a:pt x="313354" y="191700"/>
                  </a:lnTo>
                  <a:close/>
                  <a:moveTo>
                    <a:pt x="313296" y="191700"/>
                  </a:moveTo>
                  <a:lnTo>
                    <a:pt x="313296" y="223650"/>
                  </a:lnTo>
                  <a:lnTo>
                    <a:pt x="323754" y="223650"/>
                  </a:lnTo>
                  <a:close/>
                  <a:moveTo>
                    <a:pt x="139961" y="159750"/>
                  </a:moveTo>
                  <a:lnTo>
                    <a:pt x="174053" y="191700"/>
                  </a:lnTo>
                  <a:lnTo>
                    <a:pt x="174053" y="159750"/>
                  </a:lnTo>
                  <a:close/>
                  <a:moveTo>
                    <a:pt x="139961" y="159750"/>
                  </a:moveTo>
                  <a:lnTo>
                    <a:pt x="159683" y="191700"/>
                  </a:lnTo>
                  <a:lnTo>
                    <a:pt x="174053" y="191700"/>
                  </a:lnTo>
                  <a:close/>
                  <a:moveTo>
                    <a:pt x="278485" y="159750"/>
                  </a:moveTo>
                  <a:lnTo>
                    <a:pt x="313296" y="191586"/>
                  </a:lnTo>
                  <a:lnTo>
                    <a:pt x="290416" y="159750"/>
                  </a:lnTo>
                  <a:close/>
                  <a:moveTo>
                    <a:pt x="313296" y="191700"/>
                  </a:moveTo>
                  <a:lnTo>
                    <a:pt x="313296" y="191586"/>
                  </a:lnTo>
                  <a:lnTo>
                    <a:pt x="278485" y="159750"/>
                  </a:lnTo>
                  <a:close/>
                  <a:moveTo>
                    <a:pt x="278485" y="191700"/>
                  </a:moveTo>
                  <a:lnTo>
                    <a:pt x="313296" y="191700"/>
                  </a:lnTo>
                  <a:lnTo>
                    <a:pt x="278485" y="159750"/>
                  </a:lnTo>
                  <a:close/>
                  <a:moveTo>
                    <a:pt x="313296" y="191700"/>
                  </a:moveTo>
                  <a:lnTo>
                    <a:pt x="313354" y="191700"/>
                  </a:lnTo>
                  <a:lnTo>
                    <a:pt x="313296" y="191586"/>
                  </a:lnTo>
                  <a:close/>
                  <a:moveTo>
                    <a:pt x="174053" y="159750"/>
                  </a:moveTo>
                  <a:lnTo>
                    <a:pt x="139243" y="159365"/>
                  </a:lnTo>
                  <a:lnTo>
                    <a:pt x="139961" y="159750"/>
                  </a:lnTo>
                  <a:close/>
                  <a:moveTo>
                    <a:pt x="243675" y="127800"/>
                  </a:moveTo>
                  <a:lnTo>
                    <a:pt x="278485" y="147402"/>
                  </a:lnTo>
                  <a:lnTo>
                    <a:pt x="254562" y="127800"/>
                  </a:lnTo>
                  <a:close/>
                  <a:moveTo>
                    <a:pt x="278485" y="159750"/>
                  </a:moveTo>
                  <a:lnTo>
                    <a:pt x="278485" y="147402"/>
                  </a:lnTo>
                  <a:lnTo>
                    <a:pt x="243675" y="127800"/>
                  </a:lnTo>
                  <a:close/>
                  <a:moveTo>
                    <a:pt x="243675" y="159750"/>
                  </a:moveTo>
                  <a:lnTo>
                    <a:pt x="278485" y="159750"/>
                  </a:lnTo>
                  <a:lnTo>
                    <a:pt x="243675" y="127800"/>
                  </a:lnTo>
                  <a:close/>
                  <a:moveTo>
                    <a:pt x="278485" y="159750"/>
                  </a:moveTo>
                  <a:lnTo>
                    <a:pt x="290416" y="159750"/>
                  </a:lnTo>
                  <a:lnTo>
                    <a:pt x="278485" y="147402"/>
                  </a:lnTo>
                  <a:close/>
                  <a:moveTo>
                    <a:pt x="88756" y="127800"/>
                  </a:moveTo>
                  <a:lnTo>
                    <a:pt x="104432" y="139247"/>
                  </a:lnTo>
                  <a:lnTo>
                    <a:pt x="104432" y="127800"/>
                  </a:lnTo>
                  <a:close/>
                  <a:moveTo>
                    <a:pt x="104432" y="127800"/>
                  </a:moveTo>
                  <a:lnTo>
                    <a:pt x="69621" y="112227"/>
                  </a:lnTo>
                  <a:lnTo>
                    <a:pt x="88756" y="127800"/>
                  </a:lnTo>
                  <a:close/>
                  <a:moveTo>
                    <a:pt x="69621" y="95850"/>
                  </a:moveTo>
                  <a:lnTo>
                    <a:pt x="69621" y="112227"/>
                  </a:lnTo>
                  <a:lnTo>
                    <a:pt x="104432" y="127800"/>
                  </a:lnTo>
                  <a:close/>
                  <a:moveTo>
                    <a:pt x="139243" y="127800"/>
                  </a:moveTo>
                  <a:lnTo>
                    <a:pt x="104432" y="139247"/>
                  </a:lnTo>
                  <a:lnTo>
                    <a:pt x="139243" y="159365"/>
                  </a:lnTo>
                  <a:close/>
                  <a:moveTo>
                    <a:pt x="208864" y="95850"/>
                  </a:moveTo>
                  <a:lnTo>
                    <a:pt x="243675" y="117647"/>
                  </a:lnTo>
                  <a:lnTo>
                    <a:pt x="225991" y="95850"/>
                  </a:lnTo>
                  <a:close/>
                  <a:moveTo>
                    <a:pt x="243675" y="127800"/>
                  </a:moveTo>
                  <a:lnTo>
                    <a:pt x="243675" y="117647"/>
                  </a:lnTo>
                  <a:lnTo>
                    <a:pt x="208864" y="95850"/>
                  </a:lnTo>
                  <a:close/>
                  <a:moveTo>
                    <a:pt x="243675" y="127800"/>
                  </a:moveTo>
                  <a:lnTo>
                    <a:pt x="254562" y="127800"/>
                  </a:lnTo>
                  <a:lnTo>
                    <a:pt x="243675" y="117647"/>
                  </a:lnTo>
                  <a:close/>
                  <a:moveTo>
                    <a:pt x="56269" y="95850"/>
                  </a:moveTo>
                  <a:lnTo>
                    <a:pt x="69621" y="112227"/>
                  </a:lnTo>
                  <a:lnTo>
                    <a:pt x="69621" y="95850"/>
                  </a:lnTo>
                  <a:close/>
                  <a:moveTo>
                    <a:pt x="47961" y="63900"/>
                  </a:moveTo>
                  <a:lnTo>
                    <a:pt x="56269" y="95850"/>
                  </a:lnTo>
                  <a:lnTo>
                    <a:pt x="69621" y="95850"/>
                  </a:lnTo>
                  <a:close/>
                  <a:moveTo>
                    <a:pt x="174053" y="63900"/>
                  </a:moveTo>
                  <a:lnTo>
                    <a:pt x="208864" y="70163"/>
                  </a:lnTo>
                  <a:lnTo>
                    <a:pt x="205420" y="63900"/>
                  </a:lnTo>
                  <a:close/>
                  <a:moveTo>
                    <a:pt x="208864" y="95850"/>
                  </a:moveTo>
                  <a:lnTo>
                    <a:pt x="225991" y="95850"/>
                  </a:lnTo>
                  <a:lnTo>
                    <a:pt x="208864" y="70163"/>
                  </a:lnTo>
                  <a:close/>
                  <a:moveTo>
                    <a:pt x="61353" y="31950"/>
                  </a:moveTo>
                  <a:lnTo>
                    <a:pt x="47961" y="63900"/>
                  </a:lnTo>
                  <a:lnTo>
                    <a:pt x="69621" y="63900"/>
                  </a:lnTo>
                  <a:close/>
                  <a:moveTo>
                    <a:pt x="174053" y="31950"/>
                  </a:moveTo>
                  <a:lnTo>
                    <a:pt x="205420" y="63900"/>
                  </a:lnTo>
                  <a:lnTo>
                    <a:pt x="177618" y="31950"/>
                  </a:lnTo>
                  <a:close/>
                  <a:moveTo>
                    <a:pt x="174053" y="31950"/>
                  </a:moveTo>
                  <a:lnTo>
                    <a:pt x="174053" y="63900"/>
                  </a:lnTo>
                  <a:lnTo>
                    <a:pt x="205420" y="63900"/>
                  </a:lnTo>
                  <a:close/>
                  <a:moveTo>
                    <a:pt x="69621" y="24599"/>
                  </a:moveTo>
                  <a:lnTo>
                    <a:pt x="61353" y="31950"/>
                  </a:lnTo>
                  <a:lnTo>
                    <a:pt x="69621" y="31950"/>
                  </a:lnTo>
                  <a:close/>
                  <a:moveTo>
                    <a:pt x="69621" y="31950"/>
                  </a:moveTo>
                  <a:lnTo>
                    <a:pt x="104432" y="10436"/>
                  </a:lnTo>
                  <a:lnTo>
                    <a:pt x="69621" y="24599"/>
                  </a:lnTo>
                  <a:close/>
                  <a:moveTo>
                    <a:pt x="104432" y="31950"/>
                  </a:moveTo>
                  <a:lnTo>
                    <a:pt x="139243" y="12582"/>
                  </a:lnTo>
                  <a:lnTo>
                    <a:pt x="104432" y="10436"/>
                  </a:lnTo>
                  <a:close/>
                  <a:moveTo>
                    <a:pt x="139243" y="31950"/>
                  </a:moveTo>
                  <a:lnTo>
                    <a:pt x="174053" y="29158"/>
                  </a:lnTo>
                  <a:lnTo>
                    <a:pt x="139243" y="12582"/>
                  </a:lnTo>
                  <a:close/>
                  <a:moveTo>
                    <a:pt x="139243" y="31950"/>
                  </a:moveTo>
                  <a:lnTo>
                    <a:pt x="174053" y="31950"/>
                  </a:lnTo>
                  <a:lnTo>
                    <a:pt x="174053" y="29158"/>
                  </a:lnTo>
                  <a:close/>
                  <a:moveTo>
                    <a:pt x="174053" y="31950"/>
                  </a:moveTo>
                  <a:lnTo>
                    <a:pt x="177618" y="31950"/>
                  </a:lnTo>
                  <a:lnTo>
                    <a:pt x="174053" y="29158"/>
                  </a:lnTo>
                  <a:close/>
                </a:path>
              </a:pathLst>
            </a:custGeom>
            <a:solidFill>
              <a:srgbClr val="79818A"/>
            </a:solidFill>
            <a:ln w="4001">
              <a:solidFill>
                <a:srgbClr val="B6BABF"/>
              </a:solidFill>
            </a:ln>
          </p:spPr>
        </p:sp>
        <p:sp>
          <p:nvSpPr>
            <p:cNvPr id="3994" name="Candidate_B5__3993">
              <a:extLst>
                <a:ext uri="{FF2B5EF4-FFF2-40B4-BE49-F238E27FC236}">
                  <a16:creationId xmlns:a16="http://schemas.microsoft.com/office/drawing/2014/main" id="{BAD2A07B-14A0-2E5B-4D25-2D09AAD71C47}"/>
                </a:ext>
              </a:extLst>
            </p:cNvPr>
            <p:cNvSpPr>
              <a:spLocks noGrp="1"/>
            </p:cNvSpPr>
            <p:nvPr/>
          </p:nvSpPr>
          <p:spPr>
            <a:xfrm>
              <a:off x="4058618" y="3550845"/>
              <a:ext cx="299748" cy="416447"/>
            </a:xfrm>
            <a:custGeom>
              <a:avLst/>
              <a:gdLst/>
              <a:ahLst/>
              <a:cxnLst/>
              <a:rect l="0" t="0" r="0" b="0"/>
              <a:pathLst>
                <a:path w="299748" h="416447">
                  <a:moveTo>
                    <a:pt x="34811" y="372965"/>
                  </a:moveTo>
                  <a:lnTo>
                    <a:pt x="0" y="372965"/>
                  </a:lnTo>
                  <a:lnTo>
                    <a:pt x="34811" y="404915"/>
                  </a:lnTo>
                  <a:close/>
                  <a:moveTo>
                    <a:pt x="34811" y="404915"/>
                  </a:moveTo>
                  <a:lnTo>
                    <a:pt x="69621" y="404915"/>
                  </a:lnTo>
                  <a:lnTo>
                    <a:pt x="69621" y="372965"/>
                  </a:lnTo>
                  <a:close/>
                  <a:moveTo>
                    <a:pt x="34811" y="404915"/>
                  </a:moveTo>
                  <a:lnTo>
                    <a:pt x="69621" y="372965"/>
                  </a:lnTo>
                  <a:lnTo>
                    <a:pt x="34811" y="372965"/>
                  </a:lnTo>
                  <a:close/>
                  <a:moveTo>
                    <a:pt x="104432" y="404915"/>
                  </a:moveTo>
                  <a:lnTo>
                    <a:pt x="69621" y="404915"/>
                  </a:lnTo>
                  <a:lnTo>
                    <a:pt x="69621" y="414428"/>
                  </a:lnTo>
                  <a:close/>
                  <a:moveTo>
                    <a:pt x="69621" y="404915"/>
                  </a:moveTo>
                  <a:lnTo>
                    <a:pt x="104432" y="404915"/>
                  </a:lnTo>
                  <a:lnTo>
                    <a:pt x="104432" y="372965"/>
                  </a:lnTo>
                  <a:close/>
                  <a:moveTo>
                    <a:pt x="139243" y="404915"/>
                  </a:moveTo>
                  <a:lnTo>
                    <a:pt x="104432" y="404915"/>
                  </a:lnTo>
                  <a:lnTo>
                    <a:pt x="104432" y="416447"/>
                  </a:lnTo>
                  <a:close/>
                  <a:moveTo>
                    <a:pt x="104432" y="404915"/>
                  </a:moveTo>
                  <a:lnTo>
                    <a:pt x="139243" y="404915"/>
                  </a:lnTo>
                  <a:lnTo>
                    <a:pt x="139243" y="372965"/>
                  </a:lnTo>
                  <a:close/>
                  <a:moveTo>
                    <a:pt x="139243" y="404915"/>
                  </a:moveTo>
                  <a:lnTo>
                    <a:pt x="174053" y="404915"/>
                  </a:lnTo>
                  <a:lnTo>
                    <a:pt x="174053" y="372965"/>
                  </a:lnTo>
                  <a:close/>
                  <a:moveTo>
                    <a:pt x="208864" y="372965"/>
                  </a:moveTo>
                  <a:lnTo>
                    <a:pt x="188821" y="404915"/>
                  </a:lnTo>
                  <a:lnTo>
                    <a:pt x="208864" y="399284"/>
                  </a:lnTo>
                  <a:close/>
                  <a:moveTo>
                    <a:pt x="174053" y="404915"/>
                  </a:moveTo>
                  <a:lnTo>
                    <a:pt x="188821" y="404915"/>
                  </a:lnTo>
                  <a:lnTo>
                    <a:pt x="208864" y="372965"/>
                  </a:lnTo>
                  <a:close/>
                  <a:moveTo>
                    <a:pt x="174053" y="372965"/>
                  </a:moveTo>
                  <a:lnTo>
                    <a:pt x="174053" y="404915"/>
                  </a:lnTo>
                  <a:lnTo>
                    <a:pt x="208864" y="372965"/>
                  </a:lnTo>
                  <a:close/>
                  <a:moveTo>
                    <a:pt x="0" y="372965"/>
                  </a:moveTo>
                  <a:lnTo>
                    <a:pt x="34811" y="372965"/>
                  </a:lnTo>
                  <a:lnTo>
                    <a:pt x="34811" y="341015"/>
                  </a:lnTo>
                  <a:close/>
                  <a:moveTo>
                    <a:pt x="0" y="372965"/>
                  </a:moveTo>
                  <a:lnTo>
                    <a:pt x="34811" y="341015"/>
                  </a:lnTo>
                  <a:lnTo>
                    <a:pt x="0" y="341015"/>
                  </a:lnTo>
                  <a:close/>
                  <a:moveTo>
                    <a:pt x="243675" y="372965"/>
                  </a:moveTo>
                  <a:lnTo>
                    <a:pt x="208864" y="372965"/>
                  </a:lnTo>
                  <a:lnTo>
                    <a:pt x="208864" y="399284"/>
                  </a:lnTo>
                  <a:close/>
                  <a:moveTo>
                    <a:pt x="243675" y="341015"/>
                  </a:moveTo>
                  <a:lnTo>
                    <a:pt x="208864" y="372965"/>
                  </a:lnTo>
                  <a:lnTo>
                    <a:pt x="243675" y="372965"/>
                  </a:lnTo>
                  <a:close/>
                  <a:moveTo>
                    <a:pt x="243675" y="341015"/>
                  </a:moveTo>
                  <a:lnTo>
                    <a:pt x="243675" y="372965"/>
                  </a:lnTo>
                  <a:lnTo>
                    <a:pt x="278485" y="341015"/>
                  </a:lnTo>
                  <a:close/>
                  <a:moveTo>
                    <a:pt x="34811" y="309065"/>
                  </a:moveTo>
                  <a:lnTo>
                    <a:pt x="1266" y="309065"/>
                  </a:lnTo>
                  <a:lnTo>
                    <a:pt x="0" y="341015"/>
                  </a:lnTo>
                  <a:close/>
                  <a:moveTo>
                    <a:pt x="34811" y="341015"/>
                  </a:moveTo>
                  <a:lnTo>
                    <a:pt x="34811" y="309065"/>
                  </a:lnTo>
                  <a:lnTo>
                    <a:pt x="0" y="341015"/>
                  </a:lnTo>
                  <a:close/>
                  <a:moveTo>
                    <a:pt x="243675" y="341015"/>
                  </a:moveTo>
                  <a:lnTo>
                    <a:pt x="278485" y="341015"/>
                  </a:lnTo>
                  <a:lnTo>
                    <a:pt x="278485" y="309065"/>
                  </a:lnTo>
                  <a:close/>
                  <a:moveTo>
                    <a:pt x="278485" y="309065"/>
                  </a:moveTo>
                  <a:lnTo>
                    <a:pt x="278485" y="341015"/>
                  </a:lnTo>
                  <a:lnTo>
                    <a:pt x="287200" y="341015"/>
                  </a:lnTo>
                  <a:close/>
                  <a:moveTo>
                    <a:pt x="34811" y="309065"/>
                  </a:moveTo>
                  <a:lnTo>
                    <a:pt x="69621" y="309065"/>
                  </a:lnTo>
                  <a:lnTo>
                    <a:pt x="69621" y="277114"/>
                  </a:lnTo>
                  <a:close/>
                  <a:moveTo>
                    <a:pt x="34811" y="309065"/>
                  </a:moveTo>
                  <a:lnTo>
                    <a:pt x="69621" y="277114"/>
                  </a:lnTo>
                  <a:lnTo>
                    <a:pt x="34811" y="277114"/>
                  </a:lnTo>
                  <a:close/>
                  <a:moveTo>
                    <a:pt x="243675" y="309065"/>
                  </a:moveTo>
                  <a:lnTo>
                    <a:pt x="278485" y="309065"/>
                  </a:lnTo>
                  <a:lnTo>
                    <a:pt x="278485" y="277114"/>
                  </a:lnTo>
                  <a:close/>
                  <a:moveTo>
                    <a:pt x="278485" y="277114"/>
                  </a:moveTo>
                  <a:lnTo>
                    <a:pt x="278485" y="309065"/>
                  </a:lnTo>
                  <a:lnTo>
                    <a:pt x="298154" y="309065"/>
                  </a:lnTo>
                  <a:close/>
                  <a:moveTo>
                    <a:pt x="104432" y="245164"/>
                  </a:moveTo>
                  <a:lnTo>
                    <a:pt x="80423" y="245164"/>
                  </a:lnTo>
                  <a:lnTo>
                    <a:pt x="69621" y="277114"/>
                  </a:lnTo>
                  <a:close/>
                  <a:moveTo>
                    <a:pt x="104432" y="277114"/>
                  </a:moveTo>
                  <a:lnTo>
                    <a:pt x="104432" y="245164"/>
                  </a:lnTo>
                  <a:lnTo>
                    <a:pt x="69621" y="277114"/>
                  </a:lnTo>
                  <a:close/>
                  <a:moveTo>
                    <a:pt x="104432" y="277114"/>
                  </a:moveTo>
                  <a:lnTo>
                    <a:pt x="139243" y="245164"/>
                  </a:lnTo>
                  <a:lnTo>
                    <a:pt x="104432" y="245164"/>
                  </a:lnTo>
                  <a:close/>
                  <a:moveTo>
                    <a:pt x="243675" y="277114"/>
                  </a:moveTo>
                  <a:lnTo>
                    <a:pt x="278485" y="277114"/>
                  </a:lnTo>
                  <a:lnTo>
                    <a:pt x="278485" y="245164"/>
                  </a:lnTo>
                  <a:close/>
                  <a:moveTo>
                    <a:pt x="278485" y="245164"/>
                  </a:moveTo>
                  <a:lnTo>
                    <a:pt x="278485" y="277114"/>
                  </a:lnTo>
                  <a:lnTo>
                    <a:pt x="299748" y="277114"/>
                  </a:lnTo>
                  <a:close/>
                  <a:moveTo>
                    <a:pt x="139243" y="213214"/>
                  </a:moveTo>
                  <a:lnTo>
                    <a:pt x="113617" y="213214"/>
                  </a:lnTo>
                  <a:lnTo>
                    <a:pt x="104432" y="245164"/>
                  </a:lnTo>
                  <a:close/>
                  <a:moveTo>
                    <a:pt x="139243" y="245164"/>
                  </a:moveTo>
                  <a:lnTo>
                    <a:pt x="139243" y="213214"/>
                  </a:lnTo>
                  <a:lnTo>
                    <a:pt x="104432" y="245164"/>
                  </a:lnTo>
                  <a:close/>
                  <a:moveTo>
                    <a:pt x="139243" y="245164"/>
                  </a:moveTo>
                  <a:lnTo>
                    <a:pt x="174053" y="213214"/>
                  </a:lnTo>
                  <a:lnTo>
                    <a:pt x="139243" y="213214"/>
                  </a:lnTo>
                  <a:close/>
                  <a:moveTo>
                    <a:pt x="243675" y="245164"/>
                  </a:moveTo>
                  <a:lnTo>
                    <a:pt x="278485" y="245164"/>
                  </a:lnTo>
                  <a:lnTo>
                    <a:pt x="278485" y="213214"/>
                  </a:lnTo>
                  <a:close/>
                  <a:moveTo>
                    <a:pt x="243675" y="245164"/>
                  </a:moveTo>
                  <a:lnTo>
                    <a:pt x="278485" y="213214"/>
                  </a:lnTo>
                  <a:lnTo>
                    <a:pt x="243675" y="213214"/>
                  </a:lnTo>
                  <a:close/>
                  <a:moveTo>
                    <a:pt x="139243" y="213214"/>
                  </a:moveTo>
                  <a:lnTo>
                    <a:pt x="174053" y="213214"/>
                  </a:lnTo>
                  <a:lnTo>
                    <a:pt x="174053" y="181264"/>
                  </a:lnTo>
                  <a:close/>
                  <a:moveTo>
                    <a:pt x="139243" y="213214"/>
                  </a:moveTo>
                  <a:lnTo>
                    <a:pt x="174053" y="181264"/>
                  </a:lnTo>
                  <a:lnTo>
                    <a:pt x="139243" y="181264"/>
                  </a:lnTo>
                  <a:close/>
                  <a:moveTo>
                    <a:pt x="174053" y="213214"/>
                  </a:moveTo>
                  <a:lnTo>
                    <a:pt x="208864" y="213214"/>
                  </a:lnTo>
                  <a:lnTo>
                    <a:pt x="208864" y="181264"/>
                  </a:lnTo>
                  <a:close/>
                  <a:moveTo>
                    <a:pt x="174053" y="213214"/>
                  </a:moveTo>
                  <a:lnTo>
                    <a:pt x="208864" y="181264"/>
                  </a:lnTo>
                  <a:lnTo>
                    <a:pt x="174053" y="181264"/>
                  </a:lnTo>
                  <a:close/>
                  <a:moveTo>
                    <a:pt x="208864" y="213214"/>
                  </a:moveTo>
                  <a:lnTo>
                    <a:pt x="243675" y="213214"/>
                  </a:lnTo>
                  <a:lnTo>
                    <a:pt x="243675" y="181264"/>
                  </a:lnTo>
                  <a:close/>
                  <a:moveTo>
                    <a:pt x="208864" y="213214"/>
                  </a:moveTo>
                  <a:lnTo>
                    <a:pt x="243675" y="181264"/>
                  </a:lnTo>
                  <a:lnTo>
                    <a:pt x="208864" y="181264"/>
                  </a:lnTo>
                  <a:close/>
                  <a:moveTo>
                    <a:pt x="243675" y="213214"/>
                  </a:moveTo>
                  <a:lnTo>
                    <a:pt x="278485" y="213214"/>
                  </a:lnTo>
                  <a:lnTo>
                    <a:pt x="278485" y="181264"/>
                  </a:lnTo>
                  <a:close/>
                  <a:moveTo>
                    <a:pt x="243675" y="213214"/>
                  </a:moveTo>
                  <a:lnTo>
                    <a:pt x="278485" y="181264"/>
                  </a:lnTo>
                  <a:lnTo>
                    <a:pt x="243675" y="181264"/>
                  </a:lnTo>
                  <a:close/>
                  <a:moveTo>
                    <a:pt x="139243" y="181264"/>
                  </a:moveTo>
                  <a:lnTo>
                    <a:pt x="174053" y="181264"/>
                  </a:lnTo>
                  <a:lnTo>
                    <a:pt x="174053" y="149314"/>
                  </a:lnTo>
                  <a:close/>
                  <a:moveTo>
                    <a:pt x="139243" y="181264"/>
                  </a:moveTo>
                  <a:lnTo>
                    <a:pt x="174053" y="149314"/>
                  </a:lnTo>
                  <a:lnTo>
                    <a:pt x="139243" y="149314"/>
                  </a:lnTo>
                  <a:close/>
                  <a:moveTo>
                    <a:pt x="174053" y="181264"/>
                  </a:moveTo>
                  <a:lnTo>
                    <a:pt x="208864" y="181264"/>
                  </a:lnTo>
                  <a:lnTo>
                    <a:pt x="208864" y="149314"/>
                  </a:lnTo>
                  <a:close/>
                  <a:moveTo>
                    <a:pt x="174053" y="181264"/>
                  </a:moveTo>
                  <a:lnTo>
                    <a:pt x="208864" y="149314"/>
                  </a:lnTo>
                  <a:lnTo>
                    <a:pt x="174053" y="149314"/>
                  </a:lnTo>
                  <a:close/>
                  <a:moveTo>
                    <a:pt x="208864" y="181264"/>
                  </a:moveTo>
                  <a:lnTo>
                    <a:pt x="243675" y="181264"/>
                  </a:lnTo>
                  <a:lnTo>
                    <a:pt x="243675" y="149314"/>
                  </a:lnTo>
                  <a:close/>
                  <a:moveTo>
                    <a:pt x="208864" y="181264"/>
                  </a:moveTo>
                  <a:lnTo>
                    <a:pt x="243675" y="149314"/>
                  </a:lnTo>
                  <a:lnTo>
                    <a:pt x="208864" y="149314"/>
                  </a:lnTo>
                  <a:close/>
                  <a:moveTo>
                    <a:pt x="104432" y="117364"/>
                  </a:moveTo>
                  <a:lnTo>
                    <a:pt x="104432" y="148929"/>
                  </a:lnTo>
                  <a:lnTo>
                    <a:pt x="139243" y="149314"/>
                  </a:lnTo>
                  <a:close/>
                  <a:moveTo>
                    <a:pt x="139243" y="117364"/>
                  </a:moveTo>
                  <a:lnTo>
                    <a:pt x="104432" y="117364"/>
                  </a:lnTo>
                  <a:lnTo>
                    <a:pt x="139243" y="149314"/>
                  </a:lnTo>
                  <a:close/>
                  <a:moveTo>
                    <a:pt x="139243" y="149314"/>
                  </a:moveTo>
                  <a:lnTo>
                    <a:pt x="174053" y="149314"/>
                  </a:lnTo>
                  <a:lnTo>
                    <a:pt x="174053" y="117364"/>
                  </a:lnTo>
                  <a:close/>
                  <a:moveTo>
                    <a:pt x="139243" y="149314"/>
                  </a:moveTo>
                  <a:lnTo>
                    <a:pt x="174053" y="117364"/>
                  </a:lnTo>
                  <a:lnTo>
                    <a:pt x="139243" y="117364"/>
                  </a:lnTo>
                  <a:close/>
                  <a:moveTo>
                    <a:pt x="174053" y="149314"/>
                  </a:moveTo>
                  <a:lnTo>
                    <a:pt x="208864" y="149314"/>
                  </a:lnTo>
                  <a:lnTo>
                    <a:pt x="208864" y="117364"/>
                  </a:lnTo>
                  <a:close/>
                  <a:moveTo>
                    <a:pt x="174053" y="149314"/>
                  </a:moveTo>
                  <a:lnTo>
                    <a:pt x="208864" y="117364"/>
                  </a:lnTo>
                  <a:lnTo>
                    <a:pt x="174053" y="117364"/>
                  </a:lnTo>
                  <a:close/>
                  <a:moveTo>
                    <a:pt x="69621" y="85414"/>
                  </a:moveTo>
                  <a:lnTo>
                    <a:pt x="34811" y="85414"/>
                  </a:lnTo>
                  <a:lnTo>
                    <a:pt x="69621" y="117364"/>
                  </a:lnTo>
                  <a:close/>
                  <a:moveTo>
                    <a:pt x="104432" y="117364"/>
                  </a:moveTo>
                  <a:lnTo>
                    <a:pt x="69621" y="117364"/>
                  </a:lnTo>
                  <a:lnTo>
                    <a:pt x="69621" y="128811"/>
                  </a:lnTo>
                  <a:close/>
                  <a:moveTo>
                    <a:pt x="69621" y="117364"/>
                  </a:moveTo>
                  <a:lnTo>
                    <a:pt x="104432" y="117364"/>
                  </a:lnTo>
                  <a:lnTo>
                    <a:pt x="104432" y="85414"/>
                  </a:lnTo>
                  <a:close/>
                  <a:moveTo>
                    <a:pt x="69621" y="117364"/>
                  </a:moveTo>
                  <a:lnTo>
                    <a:pt x="104432" y="85414"/>
                  </a:lnTo>
                  <a:lnTo>
                    <a:pt x="69621" y="85414"/>
                  </a:lnTo>
                  <a:close/>
                  <a:moveTo>
                    <a:pt x="104432" y="117364"/>
                  </a:moveTo>
                  <a:lnTo>
                    <a:pt x="139243" y="117364"/>
                  </a:lnTo>
                  <a:lnTo>
                    <a:pt x="139243" y="85414"/>
                  </a:lnTo>
                  <a:close/>
                  <a:moveTo>
                    <a:pt x="104432" y="117364"/>
                  </a:moveTo>
                  <a:lnTo>
                    <a:pt x="139243" y="85414"/>
                  </a:lnTo>
                  <a:lnTo>
                    <a:pt x="104432" y="85414"/>
                  </a:lnTo>
                  <a:close/>
                  <a:moveTo>
                    <a:pt x="139243" y="117364"/>
                  </a:moveTo>
                  <a:lnTo>
                    <a:pt x="174053" y="117364"/>
                  </a:lnTo>
                  <a:lnTo>
                    <a:pt x="174053" y="85414"/>
                  </a:lnTo>
                  <a:close/>
                  <a:moveTo>
                    <a:pt x="139243" y="117364"/>
                  </a:moveTo>
                  <a:lnTo>
                    <a:pt x="174053" y="85414"/>
                  </a:lnTo>
                  <a:lnTo>
                    <a:pt x="139243" y="85414"/>
                  </a:lnTo>
                  <a:close/>
                  <a:moveTo>
                    <a:pt x="174053" y="117364"/>
                  </a:moveTo>
                  <a:lnTo>
                    <a:pt x="208864" y="117364"/>
                  </a:lnTo>
                  <a:lnTo>
                    <a:pt x="174053" y="85414"/>
                  </a:lnTo>
                  <a:close/>
                  <a:moveTo>
                    <a:pt x="13151" y="53464"/>
                  </a:moveTo>
                  <a:lnTo>
                    <a:pt x="34811" y="85414"/>
                  </a:lnTo>
                  <a:lnTo>
                    <a:pt x="34811" y="53464"/>
                  </a:lnTo>
                  <a:close/>
                  <a:moveTo>
                    <a:pt x="34811" y="85414"/>
                  </a:moveTo>
                  <a:lnTo>
                    <a:pt x="69621" y="85414"/>
                  </a:lnTo>
                  <a:lnTo>
                    <a:pt x="69621" y="53464"/>
                  </a:lnTo>
                  <a:close/>
                  <a:moveTo>
                    <a:pt x="34811" y="85414"/>
                  </a:moveTo>
                  <a:lnTo>
                    <a:pt x="69621" y="53464"/>
                  </a:lnTo>
                  <a:lnTo>
                    <a:pt x="34811" y="53464"/>
                  </a:lnTo>
                  <a:close/>
                  <a:moveTo>
                    <a:pt x="104432" y="85414"/>
                  </a:moveTo>
                  <a:lnTo>
                    <a:pt x="139243" y="85414"/>
                  </a:lnTo>
                  <a:lnTo>
                    <a:pt x="139243" y="53464"/>
                  </a:lnTo>
                  <a:close/>
                  <a:moveTo>
                    <a:pt x="104432" y="85414"/>
                  </a:moveTo>
                  <a:lnTo>
                    <a:pt x="139243" y="53464"/>
                  </a:lnTo>
                  <a:lnTo>
                    <a:pt x="104432" y="53464"/>
                  </a:lnTo>
                  <a:close/>
                  <a:moveTo>
                    <a:pt x="174053" y="85414"/>
                  </a:moveTo>
                  <a:lnTo>
                    <a:pt x="174053" y="59727"/>
                  </a:lnTo>
                  <a:lnTo>
                    <a:pt x="139243" y="53464"/>
                  </a:lnTo>
                  <a:close/>
                  <a:moveTo>
                    <a:pt x="139243" y="85414"/>
                  </a:moveTo>
                  <a:lnTo>
                    <a:pt x="174053" y="85414"/>
                  </a:lnTo>
                  <a:lnTo>
                    <a:pt x="139243" y="53464"/>
                  </a:lnTo>
                  <a:close/>
                  <a:moveTo>
                    <a:pt x="26543" y="21514"/>
                  </a:moveTo>
                  <a:lnTo>
                    <a:pt x="34811" y="53464"/>
                  </a:lnTo>
                  <a:lnTo>
                    <a:pt x="34811" y="21514"/>
                  </a:lnTo>
                  <a:close/>
                  <a:moveTo>
                    <a:pt x="34811" y="53464"/>
                  </a:moveTo>
                  <a:lnTo>
                    <a:pt x="69621" y="53464"/>
                  </a:lnTo>
                  <a:lnTo>
                    <a:pt x="69621" y="21514"/>
                  </a:lnTo>
                  <a:close/>
                  <a:moveTo>
                    <a:pt x="34811" y="53464"/>
                  </a:moveTo>
                  <a:lnTo>
                    <a:pt x="69621" y="21514"/>
                  </a:lnTo>
                  <a:lnTo>
                    <a:pt x="34811" y="21514"/>
                  </a:lnTo>
                  <a:close/>
                  <a:moveTo>
                    <a:pt x="69621" y="53464"/>
                  </a:moveTo>
                  <a:lnTo>
                    <a:pt x="104432" y="53464"/>
                  </a:lnTo>
                  <a:lnTo>
                    <a:pt x="104432" y="21514"/>
                  </a:lnTo>
                  <a:close/>
                  <a:moveTo>
                    <a:pt x="69621" y="53464"/>
                  </a:moveTo>
                  <a:lnTo>
                    <a:pt x="104432" y="21514"/>
                  </a:lnTo>
                  <a:lnTo>
                    <a:pt x="69621" y="21514"/>
                  </a:lnTo>
                  <a:close/>
                  <a:moveTo>
                    <a:pt x="104432" y="53464"/>
                  </a:moveTo>
                  <a:lnTo>
                    <a:pt x="139243" y="53464"/>
                  </a:lnTo>
                  <a:lnTo>
                    <a:pt x="139243" y="21514"/>
                  </a:lnTo>
                  <a:close/>
                  <a:moveTo>
                    <a:pt x="104432" y="53464"/>
                  </a:moveTo>
                  <a:lnTo>
                    <a:pt x="139243" y="21514"/>
                  </a:lnTo>
                  <a:lnTo>
                    <a:pt x="104432" y="21514"/>
                  </a:lnTo>
                  <a:close/>
                  <a:moveTo>
                    <a:pt x="34811" y="21514"/>
                  </a:moveTo>
                  <a:lnTo>
                    <a:pt x="69621" y="21514"/>
                  </a:lnTo>
                  <a:lnTo>
                    <a:pt x="69621" y="0"/>
                  </a:lnTo>
                  <a:close/>
                  <a:moveTo>
                    <a:pt x="69621" y="21514"/>
                  </a:moveTo>
                  <a:lnTo>
                    <a:pt x="104432" y="21514"/>
                  </a:lnTo>
                  <a:lnTo>
                    <a:pt x="104432" y="2146"/>
                  </a:lnTo>
                  <a:close/>
                </a:path>
              </a:pathLst>
            </a:custGeom>
            <a:solidFill>
              <a:srgbClr val="7E858E"/>
            </a:solidFill>
            <a:ln w="4001">
              <a:solidFill>
                <a:srgbClr val="B6BABF"/>
              </a:solidFill>
            </a:ln>
          </p:spPr>
        </p:sp>
        <p:sp>
          <p:nvSpPr>
            <p:cNvPr id="3995" name="Candidate_B5__3994">
              <a:extLst>
                <a:ext uri="{FF2B5EF4-FFF2-40B4-BE49-F238E27FC236}">
                  <a16:creationId xmlns:a16="http://schemas.microsoft.com/office/drawing/2014/main" id="{84867C60-82F1-886A-9A3E-A761972EA5F7}"/>
                </a:ext>
              </a:extLst>
            </p:cNvPr>
            <p:cNvSpPr>
              <a:spLocks noGrp="1"/>
            </p:cNvSpPr>
            <p:nvPr/>
          </p:nvSpPr>
          <p:spPr>
            <a:xfrm>
              <a:off x="4093428" y="3604309"/>
              <a:ext cx="243675" cy="351451"/>
            </a:xfrm>
            <a:custGeom>
              <a:avLst/>
              <a:gdLst/>
              <a:ahLst/>
              <a:cxnLst/>
              <a:rect l="0" t="0" r="0" b="0"/>
              <a:pathLst>
                <a:path w="243675" h="351451">
                  <a:moveTo>
                    <a:pt x="34811" y="351451"/>
                  </a:moveTo>
                  <a:lnTo>
                    <a:pt x="69621" y="319501"/>
                  </a:lnTo>
                  <a:lnTo>
                    <a:pt x="34811" y="319501"/>
                  </a:lnTo>
                  <a:close/>
                  <a:moveTo>
                    <a:pt x="69621" y="351451"/>
                  </a:moveTo>
                  <a:lnTo>
                    <a:pt x="104432" y="319501"/>
                  </a:lnTo>
                  <a:lnTo>
                    <a:pt x="69621" y="319501"/>
                  </a:lnTo>
                  <a:close/>
                  <a:moveTo>
                    <a:pt x="104432" y="351451"/>
                  </a:moveTo>
                  <a:lnTo>
                    <a:pt x="139243" y="319501"/>
                  </a:lnTo>
                  <a:lnTo>
                    <a:pt x="104432" y="319501"/>
                  </a:lnTo>
                  <a:close/>
                  <a:moveTo>
                    <a:pt x="0" y="319501"/>
                  </a:moveTo>
                  <a:lnTo>
                    <a:pt x="34811" y="319501"/>
                  </a:lnTo>
                  <a:lnTo>
                    <a:pt x="34811" y="287551"/>
                  </a:lnTo>
                  <a:close/>
                  <a:moveTo>
                    <a:pt x="0" y="319501"/>
                  </a:moveTo>
                  <a:lnTo>
                    <a:pt x="34811" y="287551"/>
                  </a:lnTo>
                  <a:lnTo>
                    <a:pt x="0" y="287551"/>
                  </a:lnTo>
                  <a:close/>
                  <a:moveTo>
                    <a:pt x="69621" y="308816"/>
                  </a:moveTo>
                  <a:lnTo>
                    <a:pt x="39054" y="287551"/>
                  </a:lnTo>
                  <a:lnTo>
                    <a:pt x="69621" y="319501"/>
                  </a:lnTo>
                  <a:close/>
                  <a:moveTo>
                    <a:pt x="69621" y="319501"/>
                  </a:moveTo>
                  <a:lnTo>
                    <a:pt x="39054" y="287551"/>
                  </a:lnTo>
                  <a:lnTo>
                    <a:pt x="34811" y="287551"/>
                  </a:lnTo>
                  <a:close/>
                  <a:moveTo>
                    <a:pt x="69621" y="319501"/>
                  </a:moveTo>
                  <a:lnTo>
                    <a:pt x="34811" y="287551"/>
                  </a:lnTo>
                  <a:lnTo>
                    <a:pt x="34811" y="319501"/>
                  </a:lnTo>
                  <a:close/>
                  <a:moveTo>
                    <a:pt x="69621" y="319501"/>
                  </a:moveTo>
                  <a:lnTo>
                    <a:pt x="104432" y="319501"/>
                  </a:lnTo>
                  <a:lnTo>
                    <a:pt x="69621" y="308816"/>
                  </a:lnTo>
                  <a:close/>
                  <a:moveTo>
                    <a:pt x="104432" y="319501"/>
                  </a:moveTo>
                  <a:lnTo>
                    <a:pt x="104432" y="314256"/>
                  </a:lnTo>
                  <a:lnTo>
                    <a:pt x="69621" y="308816"/>
                  </a:lnTo>
                  <a:close/>
                  <a:moveTo>
                    <a:pt x="104432" y="319501"/>
                  </a:moveTo>
                  <a:lnTo>
                    <a:pt x="139243" y="319501"/>
                  </a:lnTo>
                  <a:lnTo>
                    <a:pt x="104432" y="314256"/>
                  </a:lnTo>
                  <a:close/>
                  <a:moveTo>
                    <a:pt x="139243" y="319501"/>
                  </a:moveTo>
                  <a:lnTo>
                    <a:pt x="139243" y="309972"/>
                  </a:lnTo>
                  <a:lnTo>
                    <a:pt x="104432" y="314256"/>
                  </a:lnTo>
                  <a:close/>
                  <a:moveTo>
                    <a:pt x="139243" y="319501"/>
                  </a:moveTo>
                  <a:lnTo>
                    <a:pt x="174053" y="319501"/>
                  </a:lnTo>
                  <a:lnTo>
                    <a:pt x="139243" y="309972"/>
                  </a:lnTo>
                  <a:close/>
                  <a:moveTo>
                    <a:pt x="174053" y="319501"/>
                  </a:moveTo>
                  <a:lnTo>
                    <a:pt x="174053" y="297281"/>
                  </a:lnTo>
                  <a:lnTo>
                    <a:pt x="139243" y="309972"/>
                  </a:lnTo>
                  <a:close/>
                  <a:moveTo>
                    <a:pt x="188249" y="287551"/>
                  </a:moveTo>
                  <a:lnTo>
                    <a:pt x="174053" y="297281"/>
                  </a:lnTo>
                  <a:lnTo>
                    <a:pt x="208864" y="287551"/>
                  </a:lnTo>
                  <a:close/>
                  <a:moveTo>
                    <a:pt x="208864" y="287551"/>
                  </a:moveTo>
                  <a:lnTo>
                    <a:pt x="174053" y="297281"/>
                  </a:lnTo>
                  <a:lnTo>
                    <a:pt x="174053" y="319501"/>
                  </a:lnTo>
                  <a:close/>
                  <a:moveTo>
                    <a:pt x="0" y="287551"/>
                  </a:moveTo>
                  <a:lnTo>
                    <a:pt x="34811" y="287551"/>
                  </a:lnTo>
                  <a:lnTo>
                    <a:pt x="34811" y="255601"/>
                  </a:lnTo>
                  <a:close/>
                  <a:moveTo>
                    <a:pt x="0" y="287551"/>
                  </a:moveTo>
                  <a:lnTo>
                    <a:pt x="34811" y="255601"/>
                  </a:lnTo>
                  <a:lnTo>
                    <a:pt x="0" y="255601"/>
                  </a:lnTo>
                  <a:close/>
                  <a:moveTo>
                    <a:pt x="39054" y="287551"/>
                  </a:moveTo>
                  <a:lnTo>
                    <a:pt x="53651" y="255601"/>
                  </a:lnTo>
                  <a:lnTo>
                    <a:pt x="34811" y="287551"/>
                  </a:lnTo>
                  <a:close/>
                  <a:moveTo>
                    <a:pt x="53651" y="255601"/>
                  </a:moveTo>
                  <a:lnTo>
                    <a:pt x="34811" y="255601"/>
                  </a:lnTo>
                  <a:lnTo>
                    <a:pt x="34811" y="287551"/>
                  </a:lnTo>
                  <a:close/>
                  <a:moveTo>
                    <a:pt x="208864" y="287551"/>
                  </a:moveTo>
                  <a:lnTo>
                    <a:pt x="243675" y="255601"/>
                  </a:lnTo>
                  <a:lnTo>
                    <a:pt x="208864" y="255601"/>
                  </a:lnTo>
                  <a:close/>
                  <a:moveTo>
                    <a:pt x="208864" y="287551"/>
                  </a:moveTo>
                  <a:lnTo>
                    <a:pt x="208864" y="255601"/>
                  </a:lnTo>
                  <a:lnTo>
                    <a:pt x="188249" y="287551"/>
                  </a:lnTo>
                  <a:close/>
                  <a:moveTo>
                    <a:pt x="208864" y="255601"/>
                  </a:moveTo>
                  <a:lnTo>
                    <a:pt x="207272" y="255601"/>
                  </a:lnTo>
                  <a:lnTo>
                    <a:pt x="188249" y="287551"/>
                  </a:lnTo>
                  <a:close/>
                  <a:moveTo>
                    <a:pt x="53651" y="255601"/>
                  </a:moveTo>
                  <a:lnTo>
                    <a:pt x="69621" y="243440"/>
                  </a:lnTo>
                  <a:lnTo>
                    <a:pt x="34811" y="255601"/>
                  </a:lnTo>
                  <a:close/>
                  <a:moveTo>
                    <a:pt x="34811" y="255601"/>
                  </a:moveTo>
                  <a:lnTo>
                    <a:pt x="69621" y="243440"/>
                  </a:lnTo>
                  <a:lnTo>
                    <a:pt x="69621" y="223650"/>
                  </a:lnTo>
                  <a:close/>
                  <a:moveTo>
                    <a:pt x="34811" y="255601"/>
                  </a:moveTo>
                  <a:lnTo>
                    <a:pt x="69621" y="223650"/>
                  </a:lnTo>
                  <a:lnTo>
                    <a:pt x="34811" y="223650"/>
                  </a:lnTo>
                  <a:close/>
                  <a:moveTo>
                    <a:pt x="208864" y="255601"/>
                  </a:moveTo>
                  <a:lnTo>
                    <a:pt x="243675" y="223650"/>
                  </a:lnTo>
                  <a:lnTo>
                    <a:pt x="208864" y="223650"/>
                  </a:lnTo>
                  <a:close/>
                  <a:moveTo>
                    <a:pt x="208864" y="255601"/>
                  </a:moveTo>
                  <a:lnTo>
                    <a:pt x="208864" y="223650"/>
                  </a:lnTo>
                  <a:lnTo>
                    <a:pt x="207272" y="255601"/>
                  </a:lnTo>
                  <a:close/>
                  <a:moveTo>
                    <a:pt x="208864" y="223650"/>
                  </a:moveTo>
                  <a:lnTo>
                    <a:pt x="199216" y="223650"/>
                  </a:lnTo>
                  <a:lnTo>
                    <a:pt x="207272" y="255601"/>
                  </a:lnTo>
                  <a:close/>
                  <a:moveTo>
                    <a:pt x="97263" y="223650"/>
                  </a:moveTo>
                  <a:lnTo>
                    <a:pt x="104432" y="219279"/>
                  </a:lnTo>
                  <a:lnTo>
                    <a:pt x="69621" y="223650"/>
                  </a:lnTo>
                  <a:close/>
                  <a:moveTo>
                    <a:pt x="69621" y="223650"/>
                  </a:moveTo>
                  <a:lnTo>
                    <a:pt x="104432" y="219279"/>
                  </a:lnTo>
                  <a:lnTo>
                    <a:pt x="104432" y="191700"/>
                  </a:lnTo>
                  <a:close/>
                  <a:moveTo>
                    <a:pt x="69621" y="223650"/>
                  </a:moveTo>
                  <a:lnTo>
                    <a:pt x="69621" y="243440"/>
                  </a:lnTo>
                  <a:lnTo>
                    <a:pt x="97263" y="223650"/>
                  </a:lnTo>
                  <a:close/>
                  <a:moveTo>
                    <a:pt x="208864" y="223650"/>
                  </a:moveTo>
                  <a:lnTo>
                    <a:pt x="243675" y="191700"/>
                  </a:lnTo>
                  <a:lnTo>
                    <a:pt x="208864" y="191700"/>
                  </a:lnTo>
                  <a:close/>
                  <a:moveTo>
                    <a:pt x="174053" y="202254"/>
                  </a:moveTo>
                  <a:lnTo>
                    <a:pt x="199216" y="223650"/>
                  </a:lnTo>
                  <a:lnTo>
                    <a:pt x="174053" y="191700"/>
                  </a:lnTo>
                  <a:close/>
                  <a:moveTo>
                    <a:pt x="174053" y="191700"/>
                  </a:moveTo>
                  <a:lnTo>
                    <a:pt x="199216" y="223650"/>
                  </a:lnTo>
                  <a:lnTo>
                    <a:pt x="208864" y="223650"/>
                  </a:lnTo>
                  <a:close/>
                  <a:moveTo>
                    <a:pt x="174053" y="191700"/>
                  </a:moveTo>
                  <a:lnTo>
                    <a:pt x="208864" y="223650"/>
                  </a:lnTo>
                  <a:lnTo>
                    <a:pt x="208864" y="191700"/>
                  </a:lnTo>
                  <a:close/>
                  <a:moveTo>
                    <a:pt x="104432" y="191700"/>
                  </a:moveTo>
                  <a:lnTo>
                    <a:pt x="139243" y="191700"/>
                  </a:lnTo>
                  <a:lnTo>
                    <a:pt x="139243" y="159750"/>
                  </a:lnTo>
                  <a:close/>
                  <a:moveTo>
                    <a:pt x="139243" y="191700"/>
                  </a:moveTo>
                  <a:lnTo>
                    <a:pt x="104432" y="191700"/>
                  </a:lnTo>
                  <a:lnTo>
                    <a:pt x="139243" y="204070"/>
                  </a:lnTo>
                  <a:close/>
                  <a:moveTo>
                    <a:pt x="104432" y="191700"/>
                  </a:moveTo>
                  <a:lnTo>
                    <a:pt x="104432" y="219279"/>
                  </a:lnTo>
                  <a:lnTo>
                    <a:pt x="139243" y="204070"/>
                  </a:lnTo>
                  <a:close/>
                  <a:moveTo>
                    <a:pt x="139243" y="191700"/>
                  </a:moveTo>
                  <a:lnTo>
                    <a:pt x="174053" y="191700"/>
                  </a:lnTo>
                  <a:lnTo>
                    <a:pt x="174053" y="159750"/>
                  </a:lnTo>
                  <a:close/>
                  <a:moveTo>
                    <a:pt x="139243" y="191700"/>
                  </a:moveTo>
                  <a:lnTo>
                    <a:pt x="174053" y="159750"/>
                  </a:lnTo>
                  <a:lnTo>
                    <a:pt x="139243" y="159750"/>
                  </a:lnTo>
                  <a:close/>
                  <a:moveTo>
                    <a:pt x="174053" y="191700"/>
                  </a:moveTo>
                  <a:lnTo>
                    <a:pt x="139243" y="191700"/>
                  </a:lnTo>
                  <a:lnTo>
                    <a:pt x="174053" y="202254"/>
                  </a:lnTo>
                  <a:close/>
                  <a:moveTo>
                    <a:pt x="139243" y="191700"/>
                  </a:moveTo>
                  <a:lnTo>
                    <a:pt x="139243" y="204070"/>
                  </a:lnTo>
                  <a:lnTo>
                    <a:pt x="174053" y="202254"/>
                  </a:lnTo>
                  <a:close/>
                  <a:moveTo>
                    <a:pt x="174053" y="191700"/>
                  </a:moveTo>
                  <a:lnTo>
                    <a:pt x="208864" y="191700"/>
                  </a:lnTo>
                  <a:lnTo>
                    <a:pt x="208864" y="159750"/>
                  </a:lnTo>
                  <a:close/>
                  <a:moveTo>
                    <a:pt x="174053" y="191700"/>
                  </a:moveTo>
                  <a:lnTo>
                    <a:pt x="208864" y="159750"/>
                  </a:lnTo>
                  <a:lnTo>
                    <a:pt x="174053" y="159750"/>
                  </a:lnTo>
                  <a:close/>
                  <a:moveTo>
                    <a:pt x="34811" y="31950"/>
                  </a:moveTo>
                  <a:lnTo>
                    <a:pt x="69621" y="31950"/>
                  </a:lnTo>
                  <a:lnTo>
                    <a:pt x="69621" y="0"/>
                  </a:lnTo>
                  <a:close/>
                  <a:moveTo>
                    <a:pt x="34811" y="31950"/>
                  </a:moveTo>
                  <a:lnTo>
                    <a:pt x="69621" y="0"/>
                  </a:lnTo>
                  <a:lnTo>
                    <a:pt x="34811" y="0"/>
                  </a:lnTo>
                  <a:close/>
                  <a:moveTo>
                    <a:pt x="39054" y="287551"/>
                  </a:moveTo>
                  <a:lnTo>
                    <a:pt x="69621" y="308816"/>
                  </a:lnTo>
                  <a:lnTo>
                    <a:pt x="69621" y="287551"/>
                  </a:lnTo>
                  <a:close/>
                  <a:moveTo>
                    <a:pt x="53651" y="255601"/>
                  </a:moveTo>
                  <a:lnTo>
                    <a:pt x="69621" y="287551"/>
                  </a:lnTo>
                  <a:lnTo>
                    <a:pt x="69621" y="255601"/>
                  </a:lnTo>
                  <a:close/>
                  <a:moveTo>
                    <a:pt x="53651" y="255601"/>
                  </a:moveTo>
                  <a:lnTo>
                    <a:pt x="39054" y="287551"/>
                  </a:lnTo>
                  <a:lnTo>
                    <a:pt x="69621" y="287551"/>
                  </a:lnTo>
                  <a:close/>
                  <a:moveTo>
                    <a:pt x="104432" y="287551"/>
                  </a:moveTo>
                  <a:lnTo>
                    <a:pt x="69621" y="308816"/>
                  </a:lnTo>
                  <a:lnTo>
                    <a:pt x="104432" y="314256"/>
                  </a:lnTo>
                  <a:close/>
                  <a:moveTo>
                    <a:pt x="139243" y="287551"/>
                  </a:moveTo>
                  <a:lnTo>
                    <a:pt x="104432" y="314256"/>
                  </a:lnTo>
                  <a:lnTo>
                    <a:pt x="139243" y="309972"/>
                  </a:lnTo>
                  <a:close/>
                  <a:moveTo>
                    <a:pt x="174053" y="287551"/>
                  </a:moveTo>
                  <a:lnTo>
                    <a:pt x="139243" y="309972"/>
                  </a:lnTo>
                  <a:lnTo>
                    <a:pt x="174053" y="297281"/>
                  </a:lnTo>
                  <a:close/>
                  <a:moveTo>
                    <a:pt x="174053" y="287551"/>
                  </a:moveTo>
                  <a:lnTo>
                    <a:pt x="174053" y="297281"/>
                  </a:lnTo>
                  <a:lnTo>
                    <a:pt x="188249" y="287551"/>
                  </a:lnTo>
                  <a:close/>
                  <a:moveTo>
                    <a:pt x="174053" y="255601"/>
                  </a:moveTo>
                  <a:lnTo>
                    <a:pt x="188249" y="287551"/>
                  </a:lnTo>
                  <a:lnTo>
                    <a:pt x="207272" y="255601"/>
                  </a:lnTo>
                  <a:close/>
                  <a:moveTo>
                    <a:pt x="69621" y="243440"/>
                  </a:moveTo>
                  <a:lnTo>
                    <a:pt x="53651" y="255601"/>
                  </a:lnTo>
                  <a:lnTo>
                    <a:pt x="69621" y="255601"/>
                  </a:lnTo>
                  <a:close/>
                  <a:moveTo>
                    <a:pt x="69621" y="255601"/>
                  </a:moveTo>
                  <a:lnTo>
                    <a:pt x="97263" y="223650"/>
                  </a:lnTo>
                  <a:lnTo>
                    <a:pt x="69621" y="243440"/>
                  </a:lnTo>
                  <a:close/>
                  <a:moveTo>
                    <a:pt x="104432" y="223650"/>
                  </a:moveTo>
                  <a:lnTo>
                    <a:pt x="97263" y="223650"/>
                  </a:lnTo>
                  <a:lnTo>
                    <a:pt x="69621" y="255601"/>
                  </a:lnTo>
                  <a:close/>
                  <a:moveTo>
                    <a:pt x="174053" y="223650"/>
                  </a:moveTo>
                  <a:lnTo>
                    <a:pt x="207272" y="255601"/>
                  </a:lnTo>
                  <a:lnTo>
                    <a:pt x="199216" y="223650"/>
                  </a:lnTo>
                  <a:close/>
                  <a:moveTo>
                    <a:pt x="104432" y="219279"/>
                  </a:moveTo>
                  <a:lnTo>
                    <a:pt x="97263" y="223650"/>
                  </a:lnTo>
                  <a:lnTo>
                    <a:pt x="104432" y="223650"/>
                  </a:lnTo>
                  <a:close/>
                  <a:moveTo>
                    <a:pt x="104432" y="223650"/>
                  </a:moveTo>
                  <a:lnTo>
                    <a:pt x="139243" y="204070"/>
                  </a:lnTo>
                  <a:lnTo>
                    <a:pt x="104432" y="219279"/>
                  </a:lnTo>
                  <a:close/>
                  <a:moveTo>
                    <a:pt x="104432" y="223650"/>
                  </a:moveTo>
                  <a:lnTo>
                    <a:pt x="139243" y="223650"/>
                  </a:lnTo>
                  <a:lnTo>
                    <a:pt x="139243" y="204070"/>
                  </a:lnTo>
                  <a:close/>
                  <a:moveTo>
                    <a:pt x="139243" y="223650"/>
                  </a:moveTo>
                  <a:lnTo>
                    <a:pt x="174053" y="202254"/>
                  </a:lnTo>
                  <a:lnTo>
                    <a:pt x="139243" y="204070"/>
                  </a:lnTo>
                  <a:close/>
                  <a:moveTo>
                    <a:pt x="174053" y="223650"/>
                  </a:moveTo>
                  <a:lnTo>
                    <a:pt x="199216" y="223650"/>
                  </a:lnTo>
                  <a:lnTo>
                    <a:pt x="174053" y="202254"/>
                  </a:lnTo>
                  <a:close/>
                </a:path>
              </a:pathLst>
            </a:custGeom>
            <a:solidFill>
              <a:srgbClr val="828991"/>
            </a:solidFill>
            <a:ln w="4001">
              <a:solidFill>
                <a:srgbClr val="B6BABF"/>
              </a:solidFill>
            </a:ln>
          </p:spPr>
        </p:sp>
        <p:sp>
          <p:nvSpPr>
            <p:cNvPr id="3996" name="Candidate_B5__3995">
              <a:extLst>
                <a:ext uri="{FF2B5EF4-FFF2-40B4-BE49-F238E27FC236}">
                  <a16:creationId xmlns:a16="http://schemas.microsoft.com/office/drawing/2014/main" id="{7D60235D-F73E-A058-D353-3487D611A857}"/>
                </a:ext>
              </a:extLst>
            </p:cNvPr>
            <p:cNvSpPr>
              <a:spLocks noGrp="1"/>
            </p:cNvSpPr>
            <p:nvPr/>
          </p:nvSpPr>
          <p:spPr>
            <a:xfrm>
              <a:off x="4163050" y="3806563"/>
              <a:ext cx="137651" cy="112001"/>
            </a:xfrm>
            <a:custGeom>
              <a:avLst/>
              <a:gdLst/>
              <a:ahLst/>
              <a:cxnLst/>
              <a:rect l="0" t="0" r="0" b="0"/>
              <a:pathLst>
                <a:path w="137651" h="112001">
                  <a:moveTo>
                    <a:pt x="34811" y="85296"/>
                  </a:moveTo>
                  <a:lnTo>
                    <a:pt x="0" y="85296"/>
                  </a:lnTo>
                  <a:lnTo>
                    <a:pt x="0" y="106561"/>
                  </a:lnTo>
                  <a:close/>
                  <a:moveTo>
                    <a:pt x="0" y="85296"/>
                  </a:moveTo>
                  <a:lnTo>
                    <a:pt x="34811" y="85296"/>
                  </a:lnTo>
                  <a:lnTo>
                    <a:pt x="34811" y="53346"/>
                  </a:lnTo>
                  <a:close/>
                  <a:moveTo>
                    <a:pt x="0" y="85296"/>
                  </a:moveTo>
                  <a:lnTo>
                    <a:pt x="34811" y="53346"/>
                  </a:lnTo>
                  <a:lnTo>
                    <a:pt x="0" y="53346"/>
                  </a:lnTo>
                  <a:close/>
                  <a:moveTo>
                    <a:pt x="69621" y="85296"/>
                  </a:moveTo>
                  <a:lnTo>
                    <a:pt x="34811" y="85296"/>
                  </a:lnTo>
                  <a:lnTo>
                    <a:pt x="34811" y="112001"/>
                  </a:lnTo>
                  <a:close/>
                  <a:moveTo>
                    <a:pt x="34811" y="85296"/>
                  </a:moveTo>
                  <a:lnTo>
                    <a:pt x="69621" y="85296"/>
                  </a:lnTo>
                  <a:lnTo>
                    <a:pt x="69621" y="53346"/>
                  </a:lnTo>
                  <a:close/>
                  <a:moveTo>
                    <a:pt x="34811" y="85296"/>
                  </a:moveTo>
                  <a:lnTo>
                    <a:pt x="69621" y="53346"/>
                  </a:lnTo>
                  <a:lnTo>
                    <a:pt x="34811" y="53346"/>
                  </a:lnTo>
                  <a:close/>
                  <a:moveTo>
                    <a:pt x="104432" y="85296"/>
                  </a:moveTo>
                  <a:lnTo>
                    <a:pt x="69621" y="85296"/>
                  </a:lnTo>
                  <a:lnTo>
                    <a:pt x="69621" y="107718"/>
                  </a:lnTo>
                  <a:close/>
                  <a:moveTo>
                    <a:pt x="69621" y="85296"/>
                  </a:moveTo>
                  <a:lnTo>
                    <a:pt x="104432" y="85296"/>
                  </a:lnTo>
                  <a:lnTo>
                    <a:pt x="104432" y="53346"/>
                  </a:lnTo>
                  <a:close/>
                  <a:moveTo>
                    <a:pt x="69621" y="85296"/>
                  </a:moveTo>
                  <a:lnTo>
                    <a:pt x="104432" y="53346"/>
                  </a:lnTo>
                  <a:lnTo>
                    <a:pt x="69621" y="53346"/>
                  </a:lnTo>
                  <a:close/>
                  <a:moveTo>
                    <a:pt x="104432" y="53346"/>
                  </a:moveTo>
                  <a:lnTo>
                    <a:pt x="104432" y="85296"/>
                  </a:lnTo>
                  <a:lnTo>
                    <a:pt x="118628" y="85296"/>
                  </a:lnTo>
                  <a:close/>
                  <a:moveTo>
                    <a:pt x="34811" y="53346"/>
                  </a:moveTo>
                  <a:lnTo>
                    <a:pt x="34811" y="21396"/>
                  </a:lnTo>
                  <a:lnTo>
                    <a:pt x="0" y="53346"/>
                  </a:lnTo>
                  <a:close/>
                  <a:moveTo>
                    <a:pt x="34811" y="53346"/>
                  </a:moveTo>
                  <a:lnTo>
                    <a:pt x="69621" y="53346"/>
                  </a:lnTo>
                  <a:lnTo>
                    <a:pt x="69621" y="21396"/>
                  </a:lnTo>
                  <a:close/>
                  <a:moveTo>
                    <a:pt x="34811" y="53346"/>
                  </a:moveTo>
                  <a:lnTo>
                    <a:pt x="69621" y="21396"/>
                  </a:lnTo>
                  <a:lnTo>
                    <a:pt x="34811" y="21396"/>
                  </a:lnTo>
                  <a:close/>
                  <a:moveTo>
                    <a:pt x="69621" y="53346"/>
                  </a:moveTo>
                  <a:lnTo>
                    <a:pt x="104432" y="53346"/>
                  </a:lnTo>
                  <a:lnTo>
                    <a:pt x="104432" y="21396"/>
                  </a:lnTo>
                  <a:close/>
                  <a:moveTo>
                    <a:pt x="69621" y="53346"/>
                  </a:moveTo>
                  <a:lnTo>
                    <a:pt x="104432" y="21396"/>
                  </a:lnTo>
                  <a:lnTo>
                    <a:pt x="69621" y="21396"/>
                  </a:lnTo>
                  <a:close/>
                  <a:moveTo>
                    <a:pt x="104432" y="21396"/>
                  </a:moveTo>
                  <a:lnTo>
                    <a:pt x="104432" y="53346"/>
                  </a:lnTo>
                  <a:lnTo>
                    <a:pt x="137651" y="53346"/>
                  </a:lnTo>
                  <a:close/>
                  <a:moveTo>
                    <a:pt x="69621" y="21396"/>
                  </a:moveTo>
                  <a:lnTo>
                    <a:pt x="104432" y="21396"/>
                  </a:lnTo>
                  <a:lnTo>
                    <a:pt x="104432" y="0"/>
                  </a:lnTo>
                  <a:close/>
                </a:path>
              </a:pathLst>
            </a:custGeom>
            <a:solidFill>
              <a:srgbClr val="868D95"/>
            </a:solidFill>
            <a:ln w="4001">
              <a:solidFill>
                <a:srgbClr val="B6BABF"/>
              </a:solidFill>
            </a:ln>
          </p:spPr>
        </p:sp>
      </p:grpSp>
      <p:sp>
        <p:nvSpPr>
          <p:cNvPr id="3997" name="label__3996">
            <a:extLst>
              <a:ext uri="{FF2B5EF4-FFF2-40B4-BE49-F238E27FC236}">
                <a16:creationId xmlns:a16="http://schemas.microsoft.com/office/drawing/2014/main" id="{C7BEE66F-9CEE-483B-DCDA-902F59C5A73E}"/>
              </a:ext>
            </a:extLst>
          </p:cNvPr>
          <p:cNvSpPr>
            <a:spLocks noGrp="1"/>
          </p:cNvSpPr>
          <p:nvPr/>
        </p:nvSpPr>
        <p:spPr>
          <a:xfrm>
            <a:off x="4579766" y="2486671"/>
            <a:ext cx="96212" cy="71472"/>
          </a:xfrm>
          <a:prstGeom prst="rect">
            <a:avLst/>
          </a:prstGeom>
          <a:noFill/>
          <a:ln w="0">
            <a:noFill/>
          </a:ln>
        </p:spPr>
        <p:txBody>
          <a:bodyPr wrap="none" lIns="0" tIns="0" rIns="0" bIns="0" anchor="ctr">
            <a:noAutofit/>
          </a:bodyPr>
          <a:lstStyle/>
          <a:p>
            <a:pPr algn="l">
              <a:defRPr sz="1200" b="1">
                <a:solidFill>
                  <a:srgbClr val="4F5965"/>
                </a:solidFill>
                <a:latin typeface="Arial"/>
                <a:ea typeface="Arial"/>
                <a:cs typeface="Arial"/>
              </a:defRPr>
            </a:pPr>
            <a:r>
              <a:rPr sz="347" b="1" dirty="0">
                <a:solidFill>
                  <a:srgbClr val="4F5965"/>
                </a:solidFill>
                <a:latin typeface="Arial"/>
                <a:ea typeface="Arial"/>
                <a:cs typeface="Arial"/>
              </a:rPr>
              <a:t>B5</a:t>
            </a:r>
          </a:p>
        </p:txBody>
      </p:sp>
      <p:grpSp>
        <p:nvGrpSpPr>
          <p:cNvPr id="6223" name="flow_Match">
            <a:extLst>
              <a:ext uri="{FF2B5EF4-FFF2-40B4-BE49-F238E27FC236}">
                <a16:creationId xmlns:a16="http://schemas.microsoft.com/office/drawing/2014/main" id="{A9A32585-026C-338C-7D2A-764558098EBD}"/>
              </a:ext>
            </a:extLst>
          </p:cNvPr>
          <p:cNvGrpSpPr/>
          <p:nvPr/>
        </p:nvGrpSpPr>
        <p:grpSpPr>
          <a:xfrm>
            <a:off x="5290402" y="2280110"/>
            <a:ext cx="244654" cy="32987"/>
            <a:chOff x="7162800" y="3209925"/>
            <a:chExt cx="847725" cy="114300"/>
          </a:xfrm>
        </p:grpSpPr>
        <p:sp>
          <p:nvSpPr>
            <p:cNvPr id="3999" name="flow_Match__3998">
              <a:extLst>
                <a:ext uri="{FF2B5EF4-FFF2-40B4-BE49-F238E27FC236}">
                  <a16:creationId xmlns:a16="http://schemas.microsoft.com/office/drawing/2014/main" id="{852ABC8F-5864-9807-6159-3BD772DB650D}"/>
                </a:ext>
              </a:extLst>
            </p:cNvPr>
            <p:cNvSpPr>
              <a:spLocks noGrp="1"/>
            </p:cNvSpPr>
            <p:nvPr/>
          </p:nvSpPr>
          <p:spPr>
            <a:xfrm>
              <a:off x="7162800" y="3267075"/>
              <a:ext cx="752475" cy="95"/>
            </a:xfrm>
            <a:custGeom>
              <a:avLst/>
              <a:gdLst/>
              <a:ahLst/>
              <a:cxnLst/>
              <a:rect l="0" t="0" r="0" b="0"/>
              <a:pathLst>
                <a:path w="752475" h="95">
                  <a:moveTo>
                    <a:pt x="0" y="0"/>
                  </a:moveTo>
                  <a:lnTo>
                    <a:pt x="752475" y="0"/>
                  </a:lnTo>
                </a:path>
              </a:pathLst>
            </a:custGeom>
            <a:noFill/>
            <a:ln w="21908">
              <a:solidFill>
                <a:srgbClr val="263442"/>
              </a:solidFill>
            </a:ln>
          </p:spPr>
        </p:sp>
        <p:sp>
          <p:nvSpPr>
            <p:cNvPr id="4000" name="flow_Match__3999">
              <a:extLst>
                <a:ext uri="{FF2B5EF4-FFF2-40B4-BE49-F238E27FC236}">
                  <a16:creationId xmlns:a16="http://schemas.microsoft.com/office/drawing/2014/main" id="{B3AB4620-E160-2AF2-D1AD-63A5502436F4}"/>
                </a:ext>
              </a:extLst>
            </p:cNvPr>
            <p:cNvSpPr>
              <a:spLocks noGrp="1"/>
            </p:cNvSpPr>
            <p:nvPr/>
          </p:nvSpPr>
          <p:spPr>
            <a:xfrm>
              <a:off x="7896225" y="3209925"/>
              <a:ext cx="114300" cy="114300"/>
            </a:xfrm>
            <a:custGeom>
              <a:avLst/>
              <a:gdLst/>
              <a:ahLst/>
              <a:cxnLst/>
              <a:rect l="0" t="0" r="0" b="0"/>
              <a:pathLst>
                <a:path w="114300" h="114300">
                  <a:moveTo>
                    <a:pt x="114300" y="57150"/>
                  </a:moveTo>
                  <a:lnTo>
                    <a:pt x="0" y="0"/>
                  </a:lnTo>
                  <a:lnTo>
                    <a:pt x="0" y="114300"/>
                  </a:lnTo>
                  <a:close/>
                </a:path>
              </a:pathLst>
            </a:custGeom>
            <a:solidFill>
              <a:srgbClr val="263442"/>
            </a:solidFill>
            <a:ln w="0">
              <a:noFill/>
            </a:ln>
          </p:spPr>
        </p:sp>
      </p:grpSp>
      <p:sp>
        <p:nvSpPr>
          <p:cNvPr id="4001" name="label__4000">
            <a:extLst>
              <a:ext uri="{FF2B5EF4-FFF2-40B4-BE49-F238E27FC236}">
                <a16:creationId xmlns:a16="http://schemas.microsoft.com/office/drawing/2014/main" id="{BA22BC6C-6038-8943-C882-42E8A0C2C6CC}"/>
              </a:ext>
            </a:extLst>
          </p:cNvPr>
          <p:cNvSpPr>
            <a:spLocks noGrp="1"/>
          </p:cNvSpPr>
          <p:nvPr/>
        </p:nvSpPr>
        <p:spPr>
          <a:xfrm>
            <a:off x="5262913" y="2178400"/>
            <a:ext cx="299632" cy="87965"/>
          </a:xfrm>
          <a:prstGeom prst="rect">
            <a:avLst/>
          </a:prstGeom>
          <a:noFill/>
          <a:ln w="0">
            <a:noFill/>
          </a:ln>
        </p:spPr>
        <p:txBody>
          <a:bodyPr wrap="none" lIns="0" tIns="0" rIns="0" bIns="0" anchor="ctr">
            <a:noAutofit/>
          </a:bodyPr>
          <a:lstStyle/>
          <a:p>
            <a:pPr algn="ctr">
              <a:defRPr sz="1950" b="1">
                <a:solidFill>
                  <a:srgbClr val="263442"/>
                </a:solidFill>
                <a:latin typeface="Arial"/>
                <a:ea typeface="Arial"/>
                <a:cs typeface="Arial"/>
              </a:defRPr>
            </a:pPr>
            <a:r>
              <a:rPr sz="563" b="1">
                <a:solidFill>
                  <a:srgbClr val="263442"/>
                </a:solidFill>
                <a:latin typeface="Arial"/>
                <a:ea typeface="Arial"/>
                <a:cs typeface="Arial"/>
              </a:rPr>
              <a:t>Match</a:t>
            </a:r>
          </a:p>
        </p:txBody>
      </p:sp>
      <p:sp>
        <p:nvSpPr>
          <p:cNvPr id="4004" name="Matching_B1__4003">
            <a:extLst>
              <a:ext uri="{FF2B5EF4-FFF2-40B4-BE49-F238E27FC236}">
                <a16:creationId xmlns:a16="http://schemas.microsoft.com/office/drawing/2014/main" id="{8134BF7D-9F0B-16D3-B55A-A4250E43BB62}"/>
              </a:ext>
            </a:extLst>
          </p:cNvPr>
          <p:cNvSpPr>
            <a:spLocks noGrp="1"/>
          </p:cNvSpPr>
          <p:nvPr/>
        </p:nvSpPr>
        <p:spPr>
          <a:xfrm>
            <a:off x="5790625" y="1931390"/>
            <a:ext cx="365606" cy="288554"/>
          </a:xfrm>
          <a:custGeom>
            <a:avLst/>
            <a:gdLst/>
            <a:ahLst/>
            <a:cxnLst/>
            <a:rect l="0" t="0" r="0" b="0"/>
            <a:pathLst>
              <a:path w="1266825" h="904875">
                <a:moveTo>
                  <a:pt x="0" y="0"/>
                </a:moveTo>
                <a:lnTo>
                  <a:pt x="504825" y="452438"/>
                </a:lnTo>
                <a:lnTo>
                  <a:pt x="1266825" y="904875"/>
                </a:lnTo>
              </a:path>
            </a:pathLst>
          </a:custGeom>
          <a:noFill/>
          <a:ln w="20955">
            <a:solidFill>
              <a:srgbClr val="65C191"/>
            </a:solidFill>
          </a:ln>
        </p:spPr>
      </p:sp>
      <p:sp>
        <p:nvSpPr>
          <p:cNvPr id="4005" name="Matching_B4__4004">
            <a:extLst>
              <a:ext uri="{FF2B5EF4-FFF2-40B4-BE49-F238E27FC236}">
                <a16:creationId xmlns:a16="http://schemas.microsoft.com/office/drawing/2014/main" id="{DC8357FE-2B24-C126-4CAE-23FACB1282AC}"/>
              </a:ext>
            </a:extLst>
          </p:cNvPr>
          <p:cNvSpPr>
            <a:spLocks noGrp="1"/>
          </p:cNvSpPr>
          <p:nvPr/>
        </p:nvSpPr>
        <p:spPr>
          <a:xfrm>
            <a:off x="5790625" y="2137559"/>
            <a:ext cx="365606" cy="436995"/>
          </a:xfrm>
          <a:custGeom>
            <a:avLst/>
            <a:gdLst/>
            <a:ahLst/>
            <a:cxnLst/>
            <a:rect l="0" t="0" r="0" b="0"/>
            <a:pathLst>
              <a:path w="1266825" h="1714500">
                <a:moveTo>
                  <a:pt x="0" y="0"/>
                </a:moveTo>
                <a:lnTo>
                  <a:pt x="504825" y="857250"/>
                </a:lnTo>
                <a:lnTo>
                  <a:pt x="1266825" y="1714500"/>
                </a:lnTo>
              </a:path>
            </a:pathLst>
          </a:custGeom>
          <a:noFill/>
          <a:ln w="20955">
            <a:solidFill>
              <a:srgbClr val="E67C8C"/>
            </a:solidFill>
          </a:ln>
        </p:spPr>
      </p:sp>
      <p:sp>
        <p:nvSpPr>
          <p:cNvPr id="4006" name="Matching_B3__4005">
            <a:extLst>
              <a:ext uri="{FF2B5EF4-FFF2-40B4-BE49-F238E27FC236}">
                <a16:creationId xmlns:a16="http://schemas.microsoft.com/office/drawing/2014/main" id="{DB06CE5A-AA9D-EA9B-AB0B-541347F0E9AD}"/>
              </a:ext>
            </a:extLst>
          </p:cNvPr>
          <p:cNvSpPr>
            <a:spLocks noGrp="1"/>
          </p:cNvSpPr>
          <p:nvPr/>
        </p:nvSpPr>
        <p:spPr>
          <a:xfrm>
            <a:off x="5790625" y="1950633"/>
            <a:ext cx="365606" cy="420584"/>
          </a:xfrm>
          <a:custGeom>
            <a:avLst/>
            <a:gdLst/>
            <a:ahLst/>
            <a:cxnLst/>
            <a:rect l="0" t="0" r="0" b="0"/>
            <a:pathLst>
              <a:path w="1266825" h="1457325">
                <a:moveTo>
                  <a:pt x="0" y="1457325"/>
                </a:moveTo>
                <a:lnTo>
                  <a:pt x="504825" y="728663"/>
                </a:lnTo>
                <a:lnTo>
                  <a:pt x="1266825" y="0"/>
                </a:lnTo>
              </a:path>
            </a:pathLst>
          </a:custGeom>
          <a:noFill/>
          <a:ln w="20955">
            <a:solidFill>
              <a:srgbClr val="E1B94E"/>
            </a:solidFill>
          </a:ln>
        </p:spPr>
      </p:sp>
      <p:sp>
        <p:nvSpPr>
          <p:cNvPr id="4007" name="Matching_B2__4006">
            <a:extLst>
              <a:ext uri="{FF2B5EF4-FFF2-40B4-BE49-F238E27FC236}">
                <a16:creationId xmlns:a16="http://schemas.microsoft.com/office/drawing/2014/main" id="{83D5FE21-570C-F11E-EFF9-10A6D5FC8789}"/>
              </a:ext>
            </a:extLst>
          </p:cNvPr>
          <p:cNvSpPr>
            <a:spLocks noGrp="1"/>
          </p:cNvSpPr>
          <p:nvPr/>
        </p:nvSpPr>
        <p:spPr>
          <a:xfrm>
            <a:off x="5790625" y="2219943"/>
            <a:ext cx="365606" cy="384931"/>
          </a:xfrm>
          <a:custGeom>
            <a:avLst/>
            <a:gdLst/>
            <a:ahLst/>
            <a:cxnLst/>
            <a:rect l="0" t="0" r="0" b="0"/>
            <a:pathLst>
              <a:path w="1266825" h="1428750">
                <a:moveTo>
                  <a:pt x="0" y="1428750"/>
                </a:moveTo>
                <a:lnTo>
                  <a:pt x="676275" y="714375"/>
                </a:lnTo>
                <a:lnTo>
                  <a:pt x="1266825" y="0"/>
                </a:lnTo>
              </a:path>
            </a:pathLst>
          </a:custGeom>
          <a:noFill/>
          <a:ln w="20955">
            <a:solidFill>
              <a:srgbClr val="65C191"/>
            </a:solidFill>
          </a:ln>
        </p:spPr>
      </p:sp>
      <p:sp>
        <p:nvSpPr>
          <p:cNvPr id="4008" name="Matching_B5__4007">
            <a:extLst>
              <a:ext uri="{FF2B5EF4-FFF2-40B4-BE49-F238E27FC236}">
                <a16:creationId xmlns:a16="http://schemas.microsoft.com/office/drawing/2014/main" id="{5ACE9969-F38E-9817-FC52-F0486B377C7E}"/>
              </a:ext>
            </a:extLst>
          </p:cNvPr>
          <p:cNvSpPr>
            <a:spLocks noGrp="1"/>
          </p:cNvSpPr>
          <p:nvPr/>
        </p:nvSpPr>
        <p:spPr>
          <a:xfrm>
            <a:off x="5790625" y="2857775"/>
            <a:ext cx="365606" cy="28"/>
          </a:xfrm>
          <a:custGeom>
            <a:avLst/>
            <a:gdLst/>
            <a:ahLst/>
            <a:cxnLst/>
            <a:rect l="0" t="0" r="0" b="0"/>
            <a:pathLst>
              <a:path w="1266825" h="95">
                <a:moveTo>
                  <a:pt x="0" y="0"/>
                </a:moveTo>
                <a:lnTo>
                  <a:pt x="504825" y="0"/>
                </a:lnTo>
                <a:lnTo>
                  <a:pt x="1266825" y="0"/>
                </a:lnTo>
              </a:path>
            </a:pathLst>
          </a:custGeom>
          <a:noFill/>
          <a:ln w="20955">
            <a:solidFill>
              <a:srgbClr val="707781"/>
            </a:solidFill>
          </a:ln>
        </p:spPr>
      </p:sp>
      <p:grpSp>
        <p:nvGrpSpPr>
          <p:cNvPr id="6225" name="Match_B1">
            <a:extLst>
              <a:ext uri="{FF2B5EF4-FFF2-40B4-BE49-F238E27FC236}">
                <a16:creationId xmlns:a16="http://schemas.microsoft.com/office/drawing/2014/main" id="{8209940B-2F6A-70E5-8305-93DC5DFEDE09}"/>
              </a:ext>
            </a:extLst>
          </p:cNvPr>
          <p:cNvGrpSpPr/>
          <p:nvPr/>
        </p:nvGrpSpPr>
        <p:grpSpPr>
          <a:xfrm>
            <a:off x="5673796" y="1855795"/>
            <a:ext cx="101710" cy="151191"/>
            <a:chOff x="8386763" y="1747838"/>
            <a:chExt cx="352425" cy="523875"/>
          </a:xfrm>
        </p:grpSpPr>
        <p:sp>
          <p:nvSpPr>
            <p:cNvPr id="4009" name="Match_B1__4008">
              <a:extLst>
                <a:ext uri="{FF2B5EF4-FFF2-40B4-BE49-F238E27FC236}">
                  <a16:creationId xmlns:a16="http://schemas.microsoft.com/office/drawing/2014/main" id="{B2D1575D-6E4B-0179-6283-542D21EC51AE}"/>
                </a:ext>
              </a:extLst>
            </p:cNvPr>
            <p:cNvSpPr>
              <a:spLocks noGrp="1"/>
            </p:cNvSpPr>
            <p:nvPr/>
          </p:nvSpPr>
          <p:spPr>
            <a:xfrm>
              <a:off x="8386763" y="1747838"/>
              <a:ext cx="350951" cy="523875"/>
            </a:xfrm>
            <a:custGeom>
              <a:avLst/>
              <a:gdLst/>
              <a:ahLst/>
              <a:cxnLst/>
              <a:rect l="0" t="0" r="0" b="0"/>
              <a:pathLst>
                <a:path w="350951" h="523875">
                  <a:moveTo>
                    <a:pt x="98037" y="523543"/>
                  </a:moveTo>
                  <a:lnTo>
                    <a:pt x="61906" y="514887"/>
                  </a:lnTo>
                  <a:lnTo>
                    <a:pt x="98037" y="515352"/>
                  </a:lnTo>
                  <a:close/>
                  <a:moveTo>
                    <a:pt x="98037" y="523543"/>
                  </a:moveTo>
                  <a:lnTo>
                    <a:pt x="98037" y="515352"/>
                  </a:lnTo>
                  <a:lnTo>
                    <a:pt x="134167" y="523875"/>
                  </a:lnTo>
                  <a:close/>
                  <a:moveTo>
                    <a:pt x="134167" y="523875"/>
                  </a:moveTo>
                  <a:lnTo>
                    <a:pt x="134167" y="515837"/>
                  </a:lnTo>
                  <a:lnTo>
                    <a:pt x="170298" y="516196"/>
                  </a:lnTo>
                  <a:close/>
                  <a:moveTo>
                    <a:pt x="208869" y="487821"/>
                  </a:moveTo>
                  <a:lnTo>
                    <a:pt x="221774" y="487821"/>
                  </a:lnTo>
                  <a:lnTo>
                    <a:pt x="206429" y="499097"/>
                  </a:lnTo>
                  <a:close/>
                  <a:moveTo>
                    <a:pt x="238494" y="461151"/>
                  </a:moveTo>
                  <a:lnTo>
                    <a:pt x="242559" y="467256"/>
                  </a:lnTo>
                  <a:lnTo>
                    <a:pt x="221774" y="487821"/>
                  </a:lnTo>
                  <a:close/>
                  <a:moveTo>
                    <a:pt x="2499" y="461151"/>
                  </a:moveTo>
                  <a:lnTo>
                    <a:pt x="14000" y="461151"/>
                  </a:lnTo>
                  <a:lnTo>
                    <a:pt x="18837" y="487821"/>
                  </a:lnTo>
                  <a:close/>
                  <a:moveTo>
                    <a:pt x="10476" y="434480"/>
                  </a:moveTo>
                  <a:lnTo>
                    <a:pt x="2499" y="461151"/>
                  </a:lnTo>
                  <a:lnTo>
                    <a:pt x="0" y="434480"/>
                  </a:lnTo>
                  <a:close/>
                  <a:moveTo>
                    <a:pt x="17989" y="407809"/>
                  </a:moveTo>
                  <a:lnTo>
                    <a:pt x="0" y="434480"/>
                  </a:lnTo>
                  <a:lnTo>
                    <a:pt x="7970" y="407809"/>
                  </a:lnTo>
                  <a:close/>
                  <a:moveTo>
                    <a:pt x="268638" y="434480"/>
                  </a:moveTo>
                  <a:lnTo>
                    <a:pt x="248088" y="461151"/>
                  </a:lnTo>
                  <a:lnTo>
                    <a:pt x="262255" y="434480"/>
                  </a:lnTo>
                  <a:close/>
                  <a:moveTo>
                    <a:pt x="268638" y="434480"/>
                  </a:moveTo>
                  <a:lnTo>
                    <a:pt x="262255" y="434480"/>
                  </a:lnTo>
                  <a:lnTo>
                    <a:pt x="278690" y="421046"/>
                  </a:lnTo>
                  <a:close/>
                  <a:moveTo>
                    <a:pt x="7970" y="407809"/>
                  </a:moveTo>
                  <a:lnTo>
                    <a:pt x="24298" y="381139"/>
                  </a:lnTo>
                  <a:lnTo>
                    <a:pt x="17989" y="407809"/>
                  </a:lnTo>
                  <a:close/>
                  <a:moveTo>
                    <a:pt x="285231" y="407809"/>
                  </a:moveTo>
                  <a:lnTo>
                    <a:pt x="288891" y="407809"/>
                  </a:lnTo>
                  <a:lnTo>
                    <a:pt x="278690" y="421046"/>
                  </a:lnTo>
                  <a:close/>
                  <a:moveTo>
                    <a:pt x="307376" y="381139"/>
                  </a:moveTo>
                  <a:lnTo>
                    <a:pt x="288891" y="407809"/>
                  </a:lnTo>
                  <a:lnTo>
                    <a:pt x="306023" y="381139"/>
                  </a:lnTo>
                  <a:close/>
                  <a:moveTo>
                    <a:pt x="32592" y="381139"/>
                  </a:moveTo>
                  <a:lnTo>
                    <a:pt x="25775" y="379049"/>
                  </a:lnTo>
                  <a:lnTo>
                    <a:pt x="41208" y="354468"/>
                  </a:lnTo>
                  <a:close/>
                  <a:moveTo>
                    <a:pt x="307376" y="381139"/>
                  </a:moveTo>
                  <a:lnTo>
                    <a:pt x="306023" y="381139"/>
                  </a:lnTo>
                  <a:lnTo>
                    <a:pt x="314821" y="366252"/>
                  </a:lnTo>
                  <a:close/>
                  <a:moveTo>
                    <a:pt x="58466" y="327797"/>
                  </a:moveTo>
                  <a:lnTo>
                    <a:pt x="41208" y="354468"/>
                  </a:lnTo>
                  <a:lnTo>
                    <a:pt x="53652" y="327797"/>
                  </a:lnTo>
                  <a:close/>
                  <a:moveTo>
                    <a:pt x="320575" y="354468"/>
                  </a:moveTo>
                  <a:lnTo>
                    <a:pt x="320969" y="354468"/>
                  </a:lnTo>
                  <a:lnTo>
                    <a:pt x="314821" y="366252"/>
                  </a:lnTo>
                  <a:close/>
                  <a:moveTo>
                    <a:pt x="327031" y="327797"/>
                  </a:moveTo>
                  <a:lnTo>
                    <a:pt x="320969" y="354468"/>
                  </a:lnTo>
                  <a:lnTo>
                    <a:pt x="326795" y="327797"/>
                  </a:lnTo>
                  <a:close/>
                  <a:moveTo>
                    <a:pt x="53652" y="327797"/>
                  </a:moveTo>
                  <a:lnTo>
                    <a:pt x="58654" y="301127"/>
                  </a:lnTo>
                  <a:lnTo>
                    <a:pt x="58466" y="327797"/>
                  </a:lnTo>
                  <a:close/>
                  <a:moveTo>
                    <a:pt x="325376" y="301127"/>
                  </a:moveTo>
                  <a:lnTo>
                    <a:pt x="327031" y="327797"/>
                  </a:lnTo>
                  <a:lnTo>
                    <a:pt x="324534" y="301127"/>
                  </a:lnTo>
                  <a:close/>
                  <a:moveTo>
                    <a:pt x="318506" y="274456"/>
                  </a:moveTo>
                  <a:lnTo>
                    <a:pt x="325376" y="301127"/>
                  </a:lnTo>
                  <a:lnTo>
                    <a:pt x="316039" y="274456"/>
                  </a:lnTo>
                  <a:close/>
                  <a:moveTo>
                    <a:pt x="314821" y="271076"/>
                  </a:moveTo>
                  <a:lnTo>
                    <a:pt x="314821" y="261236"/>
                  </a:lnTo>
                  <a:lnTo>
                    <a:pt x="318506" y="274456"/>
                  </a:lnTo>
                  <a:close/>
                  <a:moveTo>
                    <a:pt x="314821" y="261236"/>
                  </a:moveTo>
                  <a:lnTo>
                    <a:pt x="314821" y="271076"/>
                  </a:lnTo>
                  <a:lnTo>
                    <a:pt x="311612" y="247785"/>
                  </a:lnTo>
                  <a:close/>
                  <a:moveTo>
                    <a:pt x="49622" y="247785"/>
                  </a:moveTo>
                  <a:lnTo>
                    <a:pt x="58146" y="247785"/>
                  </a:lnTo>
                  <a:lnTo>
                    <a:pt x="56058" y="274456"/>
                  </a:lnTo>
                  <a:close/>
                  <a:moveTo>
                    <a:pt x="54345" y="221114"/>
                  </a:moveTo>
                  <a:lnTo>
                    <a:pt x="49622" y="247785"/>
                  </a:lnTo>
                  <a:lnTo>
                    <a:pt x="44811" y="221114"/>
                  </a:lnTo>
                  <a:close/>
                  <a:moveTo>
                    <a:pt x="308985" y="221114"/>
                  </a:moveTo>
                  <a:lnTo>
                    <a:pt x="311612" y="247785"/>
                  </a:lnTo>
                  <a:lnTo>
                    <a:pt x="302663" y="221114"/>
                  </a:lnTo>
                  <a:close/>
                  <a:moveTo>
                    <a:pt x="55531" y="194444"/>
                  </a:moveTo>
                  <a:lnTo>
                    <a:pt x="44811" y="221114"/>
                  </a:lnTo>
                  <a:lnTo>
                    <a:pt x="45349" y="194444"/>
                  </a:lnTo>
                  <a:close/>
                  <a:moveTo>
                    <a:pt x="311622" y="194444"/>
                  </a:moveTo>
                  <a:lnTo>
                    <a:pt x="308985" y="221114"/>
                  </a:lnTo>
                  <a:lnTo>
                    <a:pt x="304253" y="194444"/>
                  </a:lnTo>
                  <a:close/>
                  <a:moveTo>
                    <a:pt x="45349" y="194444"/>
                  </a:moveTo>
                  <a:lnTo>
                    <a:pt x="52631" y="167773"/>
                  </a:lnTo>
                  <a:lnTo>
                    <a:pt x="55531" y="194444"/>
                  </a:lnTo>
                  <a:close/>
                  <a:moveTo>
                    <a:pt x="312644" y="167773"/>
                  </a:moveTo>
                  <a:lnTo>
                    <a:pt x="314821" y="183855"/>
                  </a:lnTo>
                  <a:lnTo>
                    <a:pt x="311622" y="194444"/>
                  </a:lnTo>
                  <a:close/>
                  <a:moveTo>
                    <a:pt x="63219" y="167773"/>
                  </a:moveTo>
                  <a:lnTo>
                    <a:pt x="61906" y="148770"/>
                  </a:lnTo>
                  <a:lnTo>
                    <a:pt x="65514" y="141102"/>
                  </a:lnTo>
                  <a:close/>
                  <a:moveTo>
                    <a:pt x="87862" y="114432"/>
                  </a:moveTo>
                  <a:lnTo>
                    <a:pt x="65514" y="141102"/>
                  </a:lnTo>
                  <a:lnTo>
                    <a:pt x="79307" y="114432"/>
                  </a:lnTo>
                  <a:close/>
                  <a:moveTo>
                    <a:pt x="334327" y="141102"/>
                  </a:moveTo>
                  <a:lnTo>
                    <a:pt x="320767" y="167773"/>
                  </a:lnTo>
                  <a:lnTo>
                    <a:pt x="327220" y="141102"/>
                  </a:lnTo>
                  <a:close/>
                  <a:moveTo>
                    <a:pt x="346477" y="114432"/>
                  </a:moveTo>
                  <a:lnTo>
                    <a:pt x="334327" y="141102"/>
                  </a:lnTo>
                  <a:lnTo>
                    <a:pt x="340438" y="114432"/>
                  </a:lnTo>
                  <a:close/>
                  <a:moveTo>
                    <a:pt x="79307" y="114432"/>
                  </a:moveTo>
                  <a:lnTo>
                    <a:pt x="93362" y="87761"/>
                  </a:lnTo>
                  <a:lnTo>
                    <a:pt x="87862" y="114432"/>
                  </a:lnTo>
                  <a:close/>
                  <a:moveTo>
                    <a:pt x="346645" y="87761"/>
                  </a:moveTo>
                  <a:lnTo>
                    <a:pt x="350951" y="93823"/>
                  </a:lnTo>
                  <a:lnTo>
                    <a:pt x="346477" y="114432"/>
                  </a:lnTo>
                  <a:close/>
                  <a:moveTo>
                    <a:pt x="100845" y="87761"/>
                  </a:moveTo>
                  <a:lnTo>
                    <a:pt x="98037" y="79764"/>
                  </a:lnTo>
                  <a:lnTo>
                    <a:pt x="108998" y="61090"/>
                  </a:lnTo>
                  <a:close/>
                  <a:moveTo>
                    <a:pt x="108998" y="61090"/>
                  </a:moveTo>
                  <a:lnTo>
                    <a:pt x="132742" y="34420"/>
                  </a:lnTo>
                  <a:lnTo>
                    <a:pt x="115652" y="61090"/>
                  </a:lnTo>
                  <a:close/>
                  <a:moveTo>
                    <a:pt x="329961" y="34420"/>
                  </a:moveTo>
                  <a:lnTo>
                    <a:pt x="348181" y="61090"/>
                  </a:lnTo>
                  <a:lnTo>
                    <a:pt x="322926" y="34420"/>
                  </a:lnTo>
                  <a:close/>
                  <a:moveTo>
                    <a:pt x="170298" y="11916"/>
                  </a:moveTo>
                  <a:lnTo>
                    <a:pt x="170298" y="16512"/>
                  </a:lnTo>
                  <a:lnTo>
                    <a:pt x="134167" y="33261"/>
                  </a:lnTo>
                  <a:close/>
                  <a:moveTo>
                    <a:pt x="170298" y="11916"/>
                  </a:moveTo>
                  <a:lnTo>
                    <a:pt x="184385" y="7749"/>
                  </a:lnTo>
                  <a:lnTo>
                    <a:pt x="199671" y="7749"/>
                  </a:lnTo>
                  <a:close/>
                  <a:moveTo>
                    <a:pt x="278690" y="10578"/>
                  </a:moveTo>
                  <a:lnTo>
                    <a:pt x="282719" y="7749"/>
                  </a:lnTo>
                  <a:lnTo>
                    <a:pt x="314821" y="22754"/>
                  </a:lnTo>
                  <a:close/>
                  <a:moveTo>
                    <a:pt x="314821" y="28170"/>
                  </a:moveTo>
                  <a:lnTo>
                    <a:pt x="314821" y="22754"/>
                  </a:lnTo>
                  <a:lnTo>
                    <a:pt x="329961" y="34420"/>
                  </a:lnTo>
                  <a:close/>
                  <a:moveTo>
                    <a:pt x="206429" y="1782"/>
                  </a:moveTo>
                  <a:lnTo>
                    <a:pt x="199671" y="7749"/>
                  </a:lnTo>
                  <a:lnTo>
                    <a:pt x="184385" y="7749"/>
                  </a:lnTo>
                  <a:close/>
                  <a:moveTo>
                    <a:pt x="242559" y="0"/>
                  </a:moveTo>
                  <a:lnTo>
                    <a:pt x="206429" y="5914"/>
                  </a:lnTo>
                  <a:lnTo>
                    <a:pt x="206429" y="1782"/>
                  </a:lnTo>
                  <a:close/>
                  <a:moveTo>
                    <a:pt x="242559" y="0"/>
                  </a:moveTo>
                  <a:lnTo>
                    <a:pt x="278690" y="6211"/>
                  </a:lnTo>
                  <a:lnTo>
                    <a:pt x="242559" y="4020"/>
                  </a:lnTo>
                  <a:close/>
                  <a:moveTo>
                    <a:pt x="58654" y="301127"/>
                  </a:moveTo>
                  <a:lnTo>
                    <a:pt x="56058" y="274456"/>
                  </a:lnTo>
                  <a:lnTo>
                    <a:pt x="61906" y="274456"/>
                  </a:lnTo>
                  <a:close/>
                  <a:moveTo>
                    <a:pt x="61906" y="148770"/>
                  </a:moveTo>
                  <a:lnTo>
                    <a:pt x="61906" y="167773"/>
                  </a:lnTo>
                  <a:lnTo>
                    <a:pt x="52631" y="167773"/>
                  </a:lnTo>
                  <a:close/>
                </a:path>
              </a:pathLst>
            </a:custGeom>
            <a:solidFill>
              <a:srgbClr val="4FB981"/>
            </a:solidFill>
            <a:ln w="4001">
              <a:solidFill>
                <a:srgbClr val="B0E0C7"/>
              </a:solidFill>
            </a:ln>
          </p:spPr>
        </p:sp>
        <p:sp>
          <p:nvSpPr>
            <p:cNvPr id="4010" name="Match_B1__4009">
              <a:extLst>
                <a:ext uri="{FF2B5EF4-FFF2-40B4-BE49-F238E27FC236}">
                  <a16:creationId xmlns:a16="http://schemas.microsoft.com/office/drawing/2014/main" id="{CE755BAE-2381-4B78-E61E-EC59BD692BB5}"/>
                </a:ext>
              </a:extLst>
            </p:cNvPr>
            <p:cNvSpPr>
              <a:spLocks noGrp="1"/>
            </p:cNvSpPr>
            <p:nvPr/>
          </p:nvSpPr>
          <p:spPr>
            <a:xfrm>
              <a:off x="8405600" y="1754049"/>
              <a:ext cx="333588" cy="509984"/>
            </a:xfrm>
            <a:custGeom>
              <a:avLst/>
              <a:gdLst/>
              <a:ahLst/>
              <a:cxnLst/>
              <a:rect l="0" t="0" r="0" b="0"/>
              <a:pathLst>
                <a:path w="333588" h="509984">
                  <a:moveTo>
                    <a:pt x="6938" y="481610"/>
                  </a:moveTo>
                  <a:lnTo>
                    <a:pt x="42185" y="508281"/>
                  </a:lnTo>
                  <a:lnTo>
                    <a:pt x="6938" y="487679"/>
                  </a:lnTo>
                  <a:close/>
                  <a:moveTo>
                    <a:pt x="6938" y="481610"/>
                  </a:moveTo>
                  <a:lnTo>
                    <a:pt x="43069" y="508281"/>
                  </a:lnTo>
                  <a:lnTo>
                    <a:pt x="42185" y="508281"/>
                  </a:lnTo>
                  <a:close/>
                  <a:moveTo>
                    <a:pt x="155545" y="508281"/>
                  </a:moveTo>
                  <a:lnTo>
                    <a:pt x="151461" y="508281"/>
                  </a:lnTo>
                  <a:lnTo>
                    <a:pt x="187592" y="492886"/>
                  </a:lnTo>
                  <a:close/>
                  <a:moveTo>
                    <a:pt x="332114" y="72450"/>
                  </a:moveTo>
                  <a:lnTo>
                    <a:pt x="332114" y="81550"/>
                  </a:lnTo>
                  <a:lnTo>
                    <a:pt x="329344" y="54879"/>
                  </a:lnTo>
                  <a:close/>
                  <a:moveTo>
                    <a:pt x="42185" y="508281"/>
                  </a:moveTo>
                  <a:lnTo>
                    <a:pt x="43069" y="508281"/>
                  </a:lnTo>
                  <a:lnTo>
                    <a:pt x="43069" y="508675"/>
                  </a:lnTo>
                  <a:close/>
                  <a:moveTo>
                    <a:pt x="155545" y="508281"/>
                  </a:moveTo>
                  <a:lnTo>
                    <a:pt x="151461" y="509984"/>
                  </a:lnTo>
                  <a:lnTo>
                    <a:pt x="151461" y="508281"/>
                  </a:lnTo>
                  <a:close/>
                  <a:moveTo>
                    <a:pt x="0" y="481610"/>
                  </a:moveTo>
                  <a:lnTo>
                    <a:pt x="6938" y="481610"/>
                  </a:lnTo>
                  <a:lnTo>
                    <a:pt x="6938" y="487679"/>
                  </a:lnTo>
                  <a:close/>
                  <a:moveTo>
                    <a:pt x="229251" y="454939"/>
                  </a:moveTo>
                  <a:lnTo>
                    <a:pt x="223722" y="461044"/>
                  </a:lnTo>
                  <a:lnTo>
                    <a:pt x="223722" y="454939"/>
                  </a:lnTo>
                  <a:close/>
                  <a:moveTo>
                    <a:pt x="6938" y="372837"/>
                  </a:moveTo>
                  <a:lnTo>
                    <a:pt x="6938" y="374927"/>
                  </a:lnTo>
                  <a:lnTo>
                    <a:pt x="5461" y="374927"/>
                  </a:lnTo>
                  <a:close/>
                  <a:moveTo>
                    <a:pt x="301930" y="161562"/>
                  </a:moveTo>
                  <a:lnTo>
                    <a:pt x="295984" y="177644"/>
                  </a:lnTo>
                  <a:lnTo>
                    <a:pt x="295984" y="161562"/>
                  </a:lnTo>
                  <a:close/>
                  <a:moveTo>
                    <a:pt x="79199" y="73553"/>
                  </a:moveTo>
                  <a:lnTo>
                    <a:pt x="79199" y="81550"/>
                  </a:lnTo>
                  <a:lnTo>
                    <a:pt x="74525" y="81550"/>
                  </a:lnTo>
                  <a:close/>
                  <a:moveTo>
                    <a:pt x="333588" y="81550"/>
                  </a:moveTo>
                  <a:lnTo>
                    <a:pt x="332114" y="87611"/>
                  </a:lnTo>
                  <a:lnTo>
                    <a:pt x="332114" y="81550"/>
                  </a:lnTo>
                  <a:close/>
                  <a:moveTo>
                    <a:pt x="332114" y="72450"/>
                  </a:moveTo>
                  <a:lnTo>
                    <a:pt x="333588" y="81550"/>
                  </a:lnTo>
                  <a:lnTo>
                    <a:pt x="332114" y="81550"/>
                  </a:lnTo>
                  <a:close/>
                  <a:moveTo>
                    <a:pt x="115330" y="27049"/>
                  </a:moveTo>
                  <a:lnTo>
                    <a:pt x="115330" y="28208"/>
                  </a:lnTo>
                  <a:lnTo>
                    <a:pt x="113905" y="28208"/>
                  </a:lnTo>
                  <a:close/>
                  <a:moveTo>
                    <a:pt x="259853" y="0"/>
                  </a:moveTo>
                  <a:lnTo>
                    <a:pt x="263882" y="1537"/>
                  </a:lnTo>
                  <a:lnTo>
                    <a:pt x="259853" y="1537"/>
                  </a:lnTo>
                  <a:close/>
                  <a:moveTo>
                    <a:pt x="6938" y="372837"/>
                  </a:moveTo>
                  <a:lnTo>
                    <a:pt x="5461" y="374927"/>
                  </a:lnTo>
                  <a:lnTo>
                    <a:pt x="6938" y="374927"/>
                  </a:lnTo>
                  <a:close/>
                  <a:moveTo>
                    <a:pt x="6938" y="372837"/>
                  </a:moveTo>
                  <a:lnTo>
                    <a:pt x="6938" y="374927"/>
                  </a:lnTo>
                  <a:lnTo>
                    <a:pt x="22371" y="348256"/>
                  </a:lnTo>
                  <a:close/>
                  <a:moveTo>
                    <a:pt x="295984" y="268244"/>
                  </a:moveTo>
                  <a:lnTo>
                    <a:pt x="306538" y="294915"/>
                  </a:lnTo>
                  <a:lnTo>
                    <a:pt x="299669" y="268244"/>
                  </a:lnTo>
                  <a:close/>
                  <a:moveTo>
                    <a:pt x="295984" y="268244"/>
                  </a:moveTo>
                  <a:lnTo>
                    <a:pt x="299669" y="268244"/>
                  </a:lnTo>
                  <a:lnTo>
                    <a:pt x="295984" y="255025"/>
                  </a:lnTo>
                  <a:close/>
                  <a:moveTo>
                    <a:pt x="332114" y="87611"/>
                  </a:moveTo>
                  <a:lnTo>
                    <a:pt x="332114" y="81550"/>
                  </a:lnTo>
                  <a:lnTo>
                    <a:pt x="327640" y="108220"/>
                  </a:lnTo>
                  <a:close/>
                  <a:moveTo>
                    <a:pt x="332114" y="81550"/>
                  </a:moveTo>
                  <a:lnTo>
                    <a:pt x="332114" y="87611"/>
                  </a:lnTo>
                  <a:lnTo>
                    <a:pt x="333588" y="81550"/>
                  </a:lnTo>
                  <a:close/>
                  <a:moveTo>
                    <a:pt x="332114" y="81550"/>
                  </a:moveTo>
                  <a:lnTo>
                    <a:pt x="333588" y="81550"/>
                  </a:lnTo>
                  <a:lnTo>
                    <a:pt x="332114" y="72450"/>
                  </a:lnTo>
                  <a:close/>
                  <a:moveTo>
                    <a:pt x="115330" y="27049"/>
                  </a:moveTo>
                  <a:lnTo>
                    <a:pt x="113905" y="28208"/>
                  </a:lnTo>
                  <a:lnTo>
                    <a:pt x="115330" y="28208"/>
                  </a:lnTo>
                  <a:close/>
                  <a:moveTo>
                    <a:pt x="263882" y="1537"/>
                  </a:moveTo>
                  <a:lnTo>
                    <a:pt x="259853" y="1537"/>
                  </a:lnTo>
                  <a:lnTo>
                    <a:pt x="295984" y="16543"/>
                  </a:lnTo>
                  <a:close/>
                  <a:moveTo>
                    <a:pt x="259853" y="1537"/>
                  </a:moveTo>
                  <a:lnTo>
                    <a:pt x="263882" y="1537"/>
                  </a:lnTo>
                  <a:lnTo>
                    <a:pt x="259853" y="0"/>
                  </a:lnTo>
                  <a:close/>
                </a:path>
              </a:pathLst>
            </a:custGeom>
            <a:solidFill>
              <a:srgbClr val="54BA85"/>
            </a:solidFill>
            <a:ln w="4001">
              <a:solidFill>
                <a:srgbClr val="B0E0C7"/>
              </a:solidFill>
            </a:ln>
          </p:spPr>
        </p:sp>
        <p:sp>
          <p:nvSpPr>
            <p:cNvPr id="4011" name="Match_B1__4010">
              <a:extLst>
                <a:ext uri="{FF2B5EF4-FFF2-40B4-BE49-F238E27FC236}">
                  <a16:creationId xmlns:a16="http://schemas.microsoft.com/office/drawing/2014/main" id="{AA0386F9-DDE1-0B70-1767-419926257F73}"/>
                </a:ext>
              </a:extLst>
            </p:cNvPr>
            <p:cNvSpPr>
              <a:spLocks noGrp="1"/>
            </p:cNvSpPr>
            <p:nvPr/>
          </p:nvSpPr>
          <p:spPr>
            <a:xfrm>
              <a:off x="8386763" y="1747838"/>
              <a:ext cx="350951" cy="523875"/>
            </a:xfrm>
            <a:custGeom>
              <a:avLst/>
              <a:gdLst/>
              <a:ahLst/>
              <a:cxnLst/>
              <a:rect l="0" t="0" r="0" b="0"/>
              <a:pathLst>
                <a:path w="350951" h="523875">
                  <a:moveTo>
                    <a:pt x="61247" y="514492"/>
                  </a:moveTo>
                  <a:lnTo>
                    <a:pt x="61022" y="514492"/>
                  </a:lnTo>
                  <a:lnTo>
                    <a:pt x="61906" y="514887"/>
                  </a:lnTo>
                  <a:close/>
                  <a:moveTo>
                    <a:pt x="61022" y="514492"/>
                  </a:moveTo>
                  <a:lnTo>
                    <a:pt x="61247" y="514492"/>
                  </a:lnTo>
                  <a:lnTo>
                    <a:pt x="25775" y="493891"/>
                  </a:lnTo>
                  <a:close/>
                  <a:moveTo>
                    <a:pt x="61906" y="514887"/>
                  </a:moveTo>
                  <a:lnTo>
                    <a:pt x="98037" y="523543"/>
                  </a:lnTo>
                  <a:lnTo>
                    <a:pt x="98037" y="523433"/>
                  </a:lnTo>
                  <a:close/>
                  <a:moveTo>
                    <a:pt x="98037" y="523543"/>
                  </a:moveTo>
                  <a:lnTo>
                    <a:pt x="134167" y="523875"/>
                  </a:lnTo>
                  <a:lnTo>
                    <a:pt x="134167" y="523721"/>
                  </a:lnTo>
                  <a:close/>
                  <a:moveTo>
                    <a:pt x="134167" y="523875"/>
                  </a:moveTo>
                  <a:lnTo>
                    <a:pt x="170298" y="516196"/>
                  </a:lnTo>
                  <a:lnTo>
                    <a:pt x="170298" y="515926"/>
                  </a:lnTo>
                  <a:close/>
                  <a:moveTo>
                    <a:pt x="174383" y="514492"/>
                  </a:moveTo>
                  <a:lnTo>
                    <a:pt x="170298" y="515926"/>
                  </a:lnTo>
                  <a:lnTo>
                    <a:pt x="170298" y="516196"/>
                  </a:lnTo>
                  <a:close/>
                  <a:moveTo>
                    <a:pt x="174383" y="514492"/>
                  </a:moveTo>
                  <a:lnTo>
                    <a:pt x="206429" y="499097"/>
                  </a:lnTo>
                  <a:lnTo>
                    <a:pt x="206429" y="498341"/>
                  </a:lnTo>
                  <a:close/>
                  <a:moveTo>
                    <a:pt x="19051" y="487821"/>
                  </a:moveTo>
                  <a:lnTo>
                    <a:pt x="18837" y="487821"/>
                  </a:lnTo>
                  <a:lnTo>
                    <a:pt x="25775" y="493891"/>
                  </a:lnTo>
                  <a:close/>
                  <a:moveTo>
                    <a:pt x="2499" y="461151"/>
                  </a:moveTo>
                  <a:lnTo>
                    <a:pt x="18837" y="487821"/>
                  </a:lnTo>
                  <a:lnTo>
                    <a:pt x="19051" y="487821"/>
                  </a:lnTo>
                  <a:close/>
                  <a:moveTo>
                    <a:pt x="221774" y="487821"/>
                  </a:moveTo>
                  <a:lnTo>
                    <a:pt x="206429" y="498341"/>
                  </a:lnTo>
                  <a:lnTo>
                    <a:pt x="206429" y="499097"/>
                  </a:lnTo>
                  <a:close/>
                  <a:moveTo>
                    <a:pt x="221774" y="487821"/>
                  </a:moveTo>
                  <a:lnTo>
                    <a:pt x="242559" y="467256"/>
                  </a:lnTo>
                  <a:lnTo>
                    <a:pt x="242559" y="464251"/>
                  </a:lnTo>
                  <a:close/>
                  <a:moveTo>
                    <a:pt x="0" y="434480"/>
                  </a:moveTo>
                  <a:lnTo>
                    <a:pt x="2499" y="461151"/>
                  </a:lnTo>
                  <a:lnTo>
                    <a:pt x="2826" y="461151"/>
                  </a:lnTo>
                  <a:close/>
                  <a:moveTo>
                    <a:pt x="248088" y="461151"/>
                  </a:moveTo>
                  <a:lnTo>
                    <a:pt x="242559" y="464251"/>
                  </a:lnTo>
                  <a:lnTo>
                    <a:pt x="242559" y="467256"/>
                  </a:lnTo>
                  <a:close/>
                  <a:moveTo>
                    <a:pt x="245202" y="461151"/>
                  </a:moveTo>
                  <a:lnTo>
                    <a:pt x="248088" y="461151"/>
                  </a:lnTo>
                  <a:lnTo>
                    <a:pt x="268638" y="434480"/>
                  </a:lnTo>
                  <a:close/>
                  <a:moveTo>
                    <a:pt x="7970" y="407809"/>
                  </a:moveTo>
                  <a:lnTo>
                    <a:pt x="0" y="434480"/>
                  </a:lnTo>
                  <a:lnTo>
                    <a:pt x="619" y="434480"/>
                  </a:lnTo>
                  <a:close/>
                  <a:moveTo>
                    <a:pt x="268638" y="434480"/>
                  </a:moveTo>
                  <a:lnTo>
                    <a:pt x="278690" y="421046"/>
                  </a:lnTo>
                  <a:lnTo>
                    <a:pt x="278690" y="410643"/>
                  </a:lnTo>
                  <a:close/>
                  <a:moveTo>
                    <a:pt x="24298" y="381139"/>
                  </a:moveTo>
                  <a:lnTo>
                    <a:pt x="25775" y="383302"/>
                  </a:lnTo>
                  <a:lnTo>
                    <a:pt x="25775" y="381139"/>
                  </a:lnTo>
                  <a:close/>
                  <a:moveTo>
                    <a:pt x="7970" y="407809"/>
                  </a:moveTo>
                  <a:lnTo>
                    <a:pt x="9348" y="407809"/>
                  </a:lnTo>
                  <a:lnTo>
                    <a:pt x="24298" y="381139"/>
                  </a:lnTo>
                  <a:close/>
                  <a:moveTo>
                    <a:pt x="288891" y="407809"/>
                  </a:moveTo>
                  <a:lnTo>
                    <a:pt x="278690" y="410643"/>
                  </a:lnTo>
                  <a:lnTo>
                    <a:pt x="278690" y="421046"/>
                  </a:lnTo>
                  <a:close/>
                  <a:moveTo>
                    <a:pt x="280604" y="407809"/>
                  </a:moveTo>
                  <a:lnTo>
                    <a:pt x="288891" y="407809"/>
                  </a:lnTo>
                  <a:lnTo>
                    <a:pt x="307376" y="381139"/>
                  </a:lnTo>
                  <a:close/>
                  <a:moveTo>
                    <a:pt x="41208" y="354468"/>
                  </a:moveTo>
                  <a:lnTo>
                    <a:pt x="25775" y="381139"/>
                  </a:lnTo>
                  <a:lnTo>
                    <a:pt x="27230" y="381139"/>
                  </a:lnTo>
                  <a:close/>
                  <a:moveTo>
                    <a:pt x="314821" y="366252"/>
                  </a:moveTo>
                  <a:lnTo>
                    <a:pt x="314821" y="354468"/>
                  </a:lnTo>
                  <a:lnTo>
                    <a:pt x="307376" y="381139"/>
                  </a:lnTo>
                  <a:close/>
                  <a:moveTo>
                    <a:pt x="307376" y="381139"/>
                  </a:moveTo>
                  <a:lnTo>
                    <a:pt x="314821" y="354468"/>
                  </a:lnTo>
                  <a:lnTo>
                    <a:pt x="310032" y="354468"/>
                  </a:lnTo>
                  <a:close/>
                  <a:moveTo>
                    <a:pt x="53652" y="327797"/>
                  </a:moveTo>
                  <a:lnTo>
                    <a:pt x="41208" y="354468"/>
                  </a:lnTo>
                  <a:lnTo>
                    <a:pt x="46375" y="354468"/>
                  </a:lnTo>
                  <a:close/>
                  <a:moveTo>
                    <a:pt x="314821" y="354468"/>
                  </a:moveTo>
                  <a:lnTo>
                    <a:pt x="314821" y="366252"/>
                  </a:lnTo>
                  <a:lnTo>
                    <a:pt x="320969" y="354468"/>
                  </a:lnTo>
                  <a:close/>
                  <a:moveTo>
                    <a:pt x="320969" y="354468"/>
                  </a:moveTo>
                  <a:lnTo>
                    <a:pt x="314821" y="332042"/>
                  </a:lnTo>
                  <a:lnTo>
                    <a:pt x="314821" y="354468"/>
                  </a:lnTo>
                  <a:close/>
                  <a:moveTo>
                    <a:pt x="327031" y="327797"/>
                  </a:moveTo>
                  <a:lnTo>
                    <a:pt x="315803" y="327797"/>
                  </a:lnTo>
                  <a:lnTo>
                    <a:pt x="320969" y="354468"/>
                  </a:lnTo>
                  <a:close/>
                  <a:moveTo>
                    <a:pt x="58654" y="301127"/>
                  </a:moveTo>
                  <a:lnTo>
                    <a:pt x="61906" y="320810"/>
                  </a:lnTo>
                  <a:lnTo>
                    <a:pt x="61906" y="301127"/>
                  </a:lnTo>
                  <a:close/>
                  <a:moveTo>
                    <a:pt x="53652" y="327797"/>
                  </a:moveTo>
                  <a:lnTo>
                    <a:pt x="60622" y="327797"/>
                  </a:lnTo>
                  <a:lnTo>
                    <a:pt x="58654" y="301127"/>
                  </a:lnTo>
                  <a:close/>
                  <a:moveTo>
                    <a:pt x="327031" y="327797"/>
                  </a:moveTo>
                  <a:lnTo>
                    <a:pt x="325376" y="301127"/>
                  </a:lnTo>
                  <a:lnTo>
                    <a:pt x="315803" y="327797"/>
                  </a:lnTo>
                  <a:close/>
                  <a:moveTo>
                    <a:pt x="58654" y="301127"/>
                  </a:moveTo>
                  <a:lnTo>
                    <a:pt x="61906" y="301127"/>
                  </a:lnTo>
                  <a:lnTo>
                    <a:pt x="60906" y="274456"/>
                  </a:lnTo>
                  <a:close/>
                  <a:moveTo>
                    <a:pt x="56058" y="274456"/>
                  </a:moveTo>
                  <a:lnTo>
                    <a:pt x="58654" y="301127"/>
                  </a:lnTo>
                  <a:lnTo>
                    <a:pt x="60906" y="274456"/>
                  </a:lnTo>
                  <a:close/>
                  <a:moveTo>
                    <a:pt x="314821" y="274456"/>
                  </a:moveTo>
                  <a:lnTo>
                    <a:pt x="314821" y="301127"/>
                  </a:lnTo>
                  <a:lnTo>
                    <a:pt x="325376" y="301127"/>
                  </a:lnTo>
                  <a:close/>
                  <a:moveTo>
                    <a:pt x="49622" y="247785"/>
                  </a:moveTo>
                  <a:lnTo>
                    <a:pt x="56058" y="274456"/>
                  </a:lnTo>
                  <a:lnTo>
                    <a:pt x="60906" y="274456"/>
                  </a:lnTo>
                  <a:close/>
                  <a:moveTo>
                    <a:pt x="314821" y="274456"/>
                  </a:moveTo>
                  <a:lnTo>
                    <a:pt x="314821" y="261236"/>
                  </a:lnTo>
                  <a:lnTo>
                    <a:pt x="309985" y="274456"/>
                  </a:lnTo>
                  <a:close/>
                  <a:moveTo>
                    <a:pt x="309985" y="274456"/>
                  </a:moveTo>
                  <a:lnTo>
                    <a:pt x="314821" y="261236"/>
                  </a:lnTo>
                  <a:lnTo>
                    <a:pt x="311612" y="247785"/>
                  </a:lnTo>
                  <a:close/>
                  <a:moveTo>
                    <a:pt x="44811" y="221114"/>
                  </a:moveTo>
                  <a:lnTo>
                    <a:pt x="49622" y="247785"/>
                  </a:lnTo>
                  <a:lnTo>
                    <a:pt x="52401" y="247785"/>
                  </a:lnTo>
                  <a:close/>
                  <a:moveTo>
                    <a:pt x="305758" y="247785"/>
                  </a:moveTo>
                  <a:lnTo>
                    <a:pt x="311612" y="247785"/>
                  </a:lnTo>
                  <a:lnTo>
                    <a:pt x="308985" y="221114"/>
                  </a:lnTo>
                  <a:close/>
                  <a:moveTo>
                    <a:pt x="45349" y="194444"/>
                  </a:moveTo>
                  <a:lnTo>
                    <a:pt x="44811" y="221114"/>
                  </a:lnTo>
                  <a:lnTo>
                    <a:pt x="46347" y="221114"/>
                  </a:lnTo>
                  <a:close/>
                  <a:moveTo>
                    <a:pt x="305022" y="221114"/>
                  </a:moveTo>
                  <a:lnTo>
                    <a:pt x="308985" y="221114"/>
                  </a:lnTo>
                  <a:lnTo>
                    <a:pt x="311622" y="194444"/>
                  </a:lnTo>
                  <a:close/>
                  <a:moveTo>
                    <a:pt x="52631" y="167773"/>
                  </a:moveTo>
                  <a:lnTo>
                    <a:pt x="45349" y="194444"/>
                  </a:lnTo>
                  <a:lnTo>
                    <a:pt x="46429" y="194444"/>
                  </a:lnTo>
                  <a:close/>
                  <a:moveTo>
                    <a:pt x="311622" y="194444"/>
                  </a:moveTo>
                  <a:lnTo>
                    <a:pt x="314821" y="183855"/>
                  </a:lnTo>
                  <a:lnTo>
                    <a:pt x="314821" y="173431"/>
                  </a:lnTo>
                  <a:close/>
                  <a:moveTo>
                    <a:pt x="61906" y="151917"/>
                  </a:moveTo>
                  <a:lnTo>
                    <a:pt x="61906" y="148770"/>
                  </a:lnTo>
                  <a:lnTo>
                    <a:pt x="52631" y="167773"/>
                  </a:lnTo>
                  <a:close/>
                  <a:moveTo>
                    <a:pt x="61906" y="148770"/>
                  </a:moveTo>
                  <a:lnTo>
                    <a:pt x="61906" y="151917"/>
                  </a:lnTo>
                  <a:lnTo>
                    <a:pt x="65514" y="141102"/>
                  </a:lnTo>
                  <a:close/>
                  <a:moveTo>
                    <a:pt x="320767" y="167773"/>
                  </a:moveTo>
                  <a:lnTo>
                    <a:pt x="314821" y="173431"/>
                  </a:lnTo>
                  <a:lnTo>
                    <a:pt x="314821" y="183855"/>
                  </a:lnTo>
                  <a:close/>
                  <a:moveTo>
                    <a:pt x="316910" y="167773"/>
                  </a:moveTo>
                  <a:lnTo>
                    <a:pt x="320767" y="167773"/>
                  </a:lnTo>
                  <a:lnTo>
                    <a:pt x="334327" y="141102"/>
                  </a:lnTo>
                  <a:close/>
                  <a:moveTo>
                    <a:pt x="79307" y="114432"/>
                  </a:moveTo>
                  <a:lnTo>
                    <a:pt x="65514" y="141102"/>
                  </a:lnTo>
                  <a:lnTo>
                    <a:pt x="67254" y="141102"/>
                  </a:lnTo>
                  <a:close/>
                  <a:moveTo>
                    <a:pt x="329999" y="141102"/>
                  </a:moveTo>
                  <a:lnTo>
                    <a:pt x="334327" y="141102"/>
                  </a:lnTo>
                  <a:lnTo>
                    <a:pt x="346477" y="114432"/>
                  </a:lnTo>
                  <a:close/>
                  <a:moveTo>
                    <a:pt x="93362" y="87761"/>
                  </a:moveTo>
                  <a:lnTo>
                    <a:pt x="79307" y="114432"/>
                  </a:lnTo>
                  <a:lnTo>
                    <a:pt x="82196" y="114432"/>
                  </a:lnTo>
                  <a:close/>
                  <a:moveTo>
                    <a:pt x="346477" y="114432"/>
                  </a:moveTo>
                  <a:lnTo>
                    <a:pt x="350951" y="87761"/>
                  </a:lnTo>
                  <a:lnTo>
                    <a:pt x="347235" y="87761"/>
                  </a:lnTo>
                  <a:close/>
                  <a:moveTo>
                    <a:pt x="98037" y="87057"/>
                  </a:moveTo>
                  <a:lnTo>
                    <a:pt x="98037" y="79764"/>
                  </a:lnTo>
                  <a:lnTo>
                    <a:pt x="93362" y="87761"/>
                  </a:lnTo>
                  <a:close/>
                  <a:moveTo>
                    <a:pt x="98037" y="79764"/>
                  </a:moveTo>
                  <a:lnTo>
                    <a:pt x="98037" y="87057"/>
                  </a:lnTo>
                  <a:lnTo>
                    <a:pt x="108998" y="61090"/>
                  </a:lnTo>
                  <a:close/>
                  <a:moveTo>
                    <a:pt x="350951" y="87761"/>
                  </a:moveTo>
                  <a:lnTo>
                    <a:pt x="350951" y="78661"/>
                  </a:lnTo>
                  <a:lnTo>
                    <a:pt x="347235" y="87761"/>
                  </a:lnTo>
                  <a:close/>
                  <a:moveTo>
                    <a:pt x="347235" y="87761"/>
                  </a:moveTo>
                  <a:lnTo>
                    <a:pt x="350951" y="78661"/>
                  </a:lnTo>
                  <a:lnTo>
                    <a:pt x="348181" y="61090"/>
                  </a:lnTo>
                  <a:close/>
                  <a:moveTo>
                    <a:pt x="132742" y="34420"/>
                  </a:moveTo>
                  <a:lnTo>
                    <a:pt x="134167" y="39086"/>
                  </a:lnTo>
                  <a:lnTo>
                    <a:pt x="134167" y="34420"/>
                  </a:lnTo>
                  <a:close/>
                  <a:moveTo>
                    <a:pt x="108998" y="61090"/>
                  </a:moveTo>
                  <a:lnTo>
                    <a:pt x="114044" y="61090"/>
                  </a:lnTo>
                  <a:lnTo>
                    <a:pt x="132742" y="34420"/>
                  </a:lnTo>
                  <a:close/>
                  <a:moveTo>
                    <a:pt x="342574" y="61090"/>
                  </a:moveTo>
                  <a:lnTo>
                    <a:pt x="348181" y="61090"/>
                  </a:lnTo>
                  <a:lnTo>
                    <a:pt x="329961" y="34420"/>
                  </a:lnTo>
                  <a:close/>
                  <a:moveTo>
                    <a:pt x="134167" y="33261"/>
                  </a:moveTo>
                  <a:lnTo>
                    <a:pt x="134167" y="34420"/>
                  </a:lnTo>
                  <a:lnTo>
                    <a:pt x="170298" y="16249"/>
                  </a:lnTo>
                  <a:close/>
                  <a:moveTo>
                    <a:pt x="170298" y="11916"/>
                  </a:moveTo>
                  <a:lnTo>
                    <a:pt x="134167" y="33261"/>
                  </a:lnTo>
                  <a:lnTo>
                    <a:pt x="170298" y="16249"/>
                  </a:lnTo>
                  <a:close/>
                  <a:moveTo>
                    <a:pt x="170298" y="11916"/>
                  </a:moveTo>
                  <a:lnTo>
                    <a:pt x="170298" y="16249"/>
                  </a:lnTo>
                  <a:lnTo>
                    <a:pt x="184385" y="7749"/>
                  </a:lnTo>
                  <a:close/>
                  <a:moveTo>
                    <a:pt x="314821" y="22754"/>
                  </a:moveTo>
                  <a:lnTo>
                    <a:pt x="323112" y="34420"/>
                  </a:lnTo>
                  <a:lnTo>
                    <a:pt x="329961" y="34420"/>
                  </a:lnTo>
                  <a:close/>
                  <a:moveTo>
                    <a:pt x="314821" y="22754"/>
                  </a:moveTo>
                  <a:lnTo>
                    <a:pt x="278690" y="7749"/>
                  </a:lnTo>
                  <a:lnTo>
                    <a:pt x="278690" y="10495"/>
                  </a:lnTo>
                  <a:close/>
                  <a:moveTo>
                    <a:pt x="206429" y="5799"/>
                  </a:moveTo>
                  <a:lnTo>
                    <a:pt x="206429" y="1782"/>
                  </a:lnTo>
                  <a:lnTo>
                    <a:pt x="184385" y="7749"/>
                  </a:lnTo>
                  <a:close/>
                  <a:moveTo>
                    <a:pt x="242559" y="3938"/>
                  </a:moveTo>
                  <a:lnTo>
                    <a:pt x="242559" y="0"/>
                  </a:lnTo>
                  <a:lnTo>
                    <a:pt x="206429" y="1782"/>
                  </a:lnTo>
                  <a:close/>
                  <a:moveTo>
                    <a:pt x="278690" y="6211"/>
                  </a:moveTo>
                  <a:lnTo>
                    <a:pt x="264234" y="7749"/>
                  </a:lnTo>
                  <a:lnTo>
                    <a:pt x="278690" y="7749"/>
                  </a:lnTo>
                  <a:close/>
                  <a:moveTo>
                    <a:pt x="242559" y="0"/>
                  </a:moveTo>
                  <a:lnTo>
                    <a:pt x="242559" y="3938"/>
                  </a:lnTo>
                  <a:lnTo>
                    <a:pt x="278690" y="6211"/>
                  </a:lnTo>
                  <a:close/>
                </a:path>
              </a:pathLst>
            </a:custGeom>
            <a:solidFill>
              <a:srgbClr val="58BC88"/>
            </a:solidFill>
            <a:ln w="4001">
              <a:solidFill>
                <a:srgbClr val="B0E0C7"/>
              </a:solidFill>
            </a:ln>
          </p:spPr>
        </p:sp>
        <p:sp>
          <p:nvSpPr>
            <p:cNvPr id="4012" name="Match_B1__4011">
              <a:extLst>
                <a:ext uri="{FF2B5EF4-FFF2-40B4-BE49-F238E27FC236}">
                  <a16:creationId xmlns:a16="http://schemas.microsoft.com/office/drawing/2014/main" id="{1C640B84-78CC-B532-2598-83C5F94AE1EC}"/>
                </a:ext>
              </a:extLst>
            </p:cNvPr>
            <p:cNvSpPr>
              <a:spLocks noGrp="1"/>
            </p:cNvSpPr>
            <p:nvPr/>
          </p:nvSpPr>
          <p:spPr>
            <a:xfrm>
              <a:off x="8386763" y="1749619"/>
              <a:ext cx="348181" cy="522093"/>
            </a:xfrm>
            <a:custGeom>
              <a:avLst/>
              <a:gdLst/>
              <a:ahLst/>
              <a:cxnLst/>
              <a:rect l="0" t="0" r="0" b="0"/>
              <a:pathLst>
                <a:path w="348181" h="522093">
                  <a:moveTo>
                    <a:pt x="61247" y="512711"/>
                  </a:moveTo>
                  <a:lnTo>
                    <a:pt x="61906" y="513105"/>
                  </a:lnTo>
                  <a:lnTo>
                    <a:pt x="61906" y="513005"/>
                  </a:lnTo>
                  <a:close/>
                  <a:moveTo>
                    <a:pt x="61247" y="512711"/>
                  </a:moveTo>
                  <a:lnTo>
                    <a:pt x="25775" y="491932"/>
                  </a:lnTo>
                  <a:lnTo>
                    <a:pt x="25775" y="492109"/>
                  </a:lnTo>
                  <a:close/>
                  <a:moveTo>
                    <a:pt x="61906" y="513005"/>
                  </a:moveTo>
                  <a:lnTo>
                    <a:pt x="61906" y="513105"/>
                  </a:lnTo>
                  <a:lnTo>
                    <a:pt x="98037" y="521651"/>
                  </a:lnTo>
                  <a:close/>
                  <a:moveTo>
                    <a:pt x="98037" y="521651"/>
                  </a:moveTo>
                  <a:lnTo>
                    <a:pt x="98037" y="521762"/>
                  </a:lnTo>
                  <a:lnTo>
                    <a:pt x="134167" y="521940"/>
                  </a:lnTo>
                  <a:close/>
                  <a:moveTo>
                    <a:pt x="134167" y="521940"/>
                  </a:moveTo>
                  <a:lnTo>
                    <a:pt x="134167" y="522093"/>
                  </a:lnTo>
                  <a:lnTo>
                    <a:pt x="170298" y="514145"/>
                  </a:lnTo>
                  <a:close/>
                  <a:moveTo>
                    <a:pt x="174383" y="512711"/>
                  </a:moveTo>
                  <a:lnTo>
                    <a:pt x="173705" y="512711"/>
                  </a:lnTo>
                  <a:lnTo>
                    <a:pt x="170298" y="514145"/>
                  </a:lnTo>
                  <a:close/>
                  <a:moveTo>
                    <a:pt x="173705" y="512711"/>
                  </a:moveTo>
                  <a:lnTo>
                    <a:pt x="174383" y="512711"/>
                  </a:lnTo>
                  <a:lnTo>
                    <a:pt x="206429" y="496559"/>
                  </a:lnTo>
                  <a:close/>
                  <a:moveTo>
                    <a:pt x="19051" y="486040"/>
                  </a:moveTo>
                  <a:lnTo>
                    <a:pt x="25775" y="492109"/>
                  </a:lnTo>
                  <a:lnTo>
                    <a:pt x="25775" y="491932"/>
                  </a:lnTo>
                  <a:close/>
                  <a:moveTo>
                    <a:pt x="2499" y="459369"/>
                  </a:moveTo>
                  <a:lnTo>
                    <a:pt x="19051" y="486040"/>
                  </a:lnTo>
                  <a:lnTo>
                    <a:pt x="2826" y="459369"/>
                  </a:lnTo>
                  <a:close/>
                  <a:moveTo>
                    <a:pt x="221774" y="486040"/>
                  </a:moveTo>
                  <a:lnTo>
                    <a:pt x="220412" y="486040"/>
                  </a:lnTo>
                  <a:lnTo>
                    <a:pt x="206429" y="496559"/>
                  </a:lnTo>
                  <a:close/>
                  <a:moveTo>
                    <a:pt x="220412" y="486040"/>
                  </a:moveTo>
                  <a:lnTo>
                    <a:pt x="221774" y="486040"/>
                  </a:lnTo>
                  <a:lnTo>
                    <a:pt x="242559" y="462470"/>
                  </a:lnTo>
                  <a:close/>
                  <a:moveTo>
                    <a:pt x="0" y="432698"/>
                  </a:moveTo>
                  <a:lnTo>
                    <a:pt x="2826" y="459369"/>
                  </a:lnTo>
                  <a:lnTo>
                    <a:pt x="619" y="432698"/>
                  </a:lnTo>
                  <a:close/>
                  <a:moveTo>
                    <a:pt x="248088" y="459369"/>
                  </a:moveTo>
                  <a:lnTo>
                    <a:pt x="245202" y="459369"/>
                  </a:lnTo>
                  <a:lnTo>
                    <a:pt x="242559" y="462470"/>
                  </a:lnTo>
                  <a:close/>
                  <a:moveTo>
                    <a:pt x="263669" y="432698"/>
                  </a:moveTo>
                  <a:lnTo>
                    <a:pt x="245202" y="459369"/>
                  </a:lnTo>
                  <a:lnTo>
                    <a:pt x="268638" y="432698"/>
                  </a:lnTo>
                  <a:close/>
                  <a:moveTo>
                    <a:pt x="7970" y="406028"/>
                  </a:moveTo>
                  <a:lnTo>
                    <a:pt x="619" y="432698"/>
                  </a:lnTo>
                  <a:lnTo>
                    <a:pt x="9348" y="406028"/>
                  </a:lnTo>
                  <a:close/>
                  <a:moveTo>
                    <a:pt x="263669" y="432698"/>
                  </a:moveTo>
                  <a:lnTo>
                    <a:pt x="268638" y="432698"/>
                  </a:lnTo>
                  <a:lnTo>
                    <a:pt x="278690" y="408861"/>
                  </a:lnTo>
                  <a:close/>
                  <a:moveTo>
                    <a:pt x="9348" y="406028"/>
                  </a:moveTo>
                  <a:lnTo>
                    <a:pt x="25775" y="381520"/>
                  </a:lnTo>
                  <a:lnTo>
                    <a:pt x="24298" y="379357"/>
                  </a:lnTo>
                  <a:close/>
                  <a:moveTo>
                    <a:pt x="288891" y="406028"/>
                  </a:moveTo>
                  <a:lnTo>
                    <a:pt x="280604" y="406028"/>
                  </a:lnTo>
                  <a:lnTo>
                    <a:pt x="278690" y="408861"/>
                  </a:lnTo>
                  <a:close/>
                  <a:moveTo>
                    <a:pt x="297665" y="379357"/>
                  </a:moveTo>
                  <a:lnTo>
                    <a:pt x="280604" y="406028"/>
                  </a:lnTo>
                  <a:lnTo>
                    <a:pt x="307376" y="379357"/>
                  </a:lnTo>
                  <a:close/>
                  <a:moveTo>
                    <a:pt x="41208" y="352686"/>
                  </a:moveTo>
                  <a:lnTo>
                    <a:pt x="27230" y="379357"/>
                  </a:lnTo>
                  <a:lnTo>
                    <a:pt x="46375" y="352686"/>
                  </a:lnTo>
                  <a:close/>
                  <a:moveTo>
                    <a:pt x="25775" y="379357"/>
                  </a:moveTo>
                  <a:lnTo>
                    <a:pt x="25775" y="381520"/>
                  </a:lnTo>
                  <a:lnTo>
                    <a:pt x="27230" y="379357"/>
                  </a:lnTo>
                  <a:close/>
                  <a:moveTo>
                    <a:pt x="307376" y="379357"/>
                  </a:moveTo>
                  <a:lnTo>
                    <a:pt x="310032" y="352686"/>
                  </a:lnTo>
                  <a:lnTo>
                    <a:pt x="297665" y="379357"/>
                  </a:lnTo>
                  <a:close/>
                  <a:moveTo>
                    <a:pt x="53652" y="326016"/>
                  </a:moveTo>
                  <a:lnTo>
                    <a:pt x="46375" y="352686"/>
                  </a:lnTo>
                  <a:lnTo>
                    <a:pt x="60622" y="326016"/>
                  </a:lnTo>
                  <a:close/>
                  <a:moveTo>
                    <a:pt x="315803" y="326016"/>
                  </a:moveTo>
                  <a:lnTo>
                    <a:pt x="314821" y="330260"/>
                  </a:lnTo>
                  <a:lnTo>
                    <a:pt x="320969" y="352686"/>
                  </a:lnTo>
                  <a:close/>
                  <a:moveTo>
                    <a:pt x="310032" y="352686"/>
                  </a:moveTo>
                  <a:lnTo>
                    <a:pt x="314821" y="352686"/>
                  </a:lnTo>
                  <a:lnTo>
                    <a:pt x="314821" y="330260"/>
                  </a:lnTo>
                  <a:close/>
                  <a:moveTo>
                    <a:pt x="60622" y="326016"/>
                  </a:moveTo>
                  <a:lnTo>
                    <a:pt x="61906" y="319028"/>
                  </a:lnTo>
                  <a:lnTo>
                    <a:pt x="58654" y="299345"/>
                  </a:lnTo>
                  <a:close/>
                  <a:moveTo>
                    <a:pt x="315803" y="326016"/>
                  </a:moveTo>
                  <a:lnTo>
                    <a:pt x="314821" y="299345"/>
                  </a:lnTo>
                  <a:lnTo>
                    <a:pt x="314821" y="301602"/>
                  </a:lnTo>
                  <a:close/>
                  <a:moveTo>
                    <a:pt x="325376" y="299345"/>
                  </a:moveTo>
                  <a:lnTo>
                    <a:pt x="314821" y="299345"/>
                  </a:lnTo>
                  <a:lnTo>
                    <a:pt x="315803" y="326016"/>
                  </a:lnTo>
                  <a:close/>
                  <a:moveTo>
                    <a:pt x="60906" y="272674"/>
                  </a:moveTo>
                  <a:lnTo>
                    <a:pt x="61906" y="299345"/>
                  </a:lnTo>
                  <a:lnTo>
                    <a:pt x="61906" y="278892"/>
                  </a:lnTo>
                  <a:close/>
                  <a:moveTo>
                    <a:pt x="61906" y="299345"/>
                  </a:moveTo>
                  <a:lnTo>
                    <a:pt x="64919" y="299345"/>
                  </a:lnTo>
                  <a:lnTo>
                    <a:pt x="61906" y="278892"/>
                  </a:lnTo>
                  <a:close/>
                  <a:moveTo>
                    <a:pt x="61906" y="299345"/>
                  </a:moveTo>
                  <a:lnTo>
                    <a:pt x="61906" y="319028"/>
                  </a:lnTo>
                  <a:lnTo>
                    <a:pt x="64919" y="299345"/>
                  </a:lnTo>
                  <a:close/>
                  <a:moveTo>
                    <a:pt x="314821" y="299345"/>
                  </a:moveTo>
                  <a:lnTo>
                    <a:pt x="314821" y="272674"/>
                  </a:lnTo>
                  <a:lnTo>
                    <a:pt x="314741" y="299345"/>
                  </a:lnTo>
                  <a:close/>
                  <a:moveTo>
                    <a:pt x="314821" y="272674"/>
                  </a:moveTo>
                  <a:lnTo>
                    <a:pt x="309985" y="272674"/>
                  </a:lnTo>
                  <a:lnTo>
                    <a:pt x="314741" y="299345"/>
                  </a:lnTo>
                  <a:close/>
                  <a:moveTo>
                    <a:pt x="314821" y="301602"/>
                  </a:moveTo>
                  <a:lnTo>
                    <a:pt x="314821" y="299345"/>
                  </a:lnTo>
                  <a:lnTo>
                    <a:pt x="314741" y="299345"/>
                  </a:lnTo>
                  <a:close/>
                  <a:moveTo>
                    <a:pt x="49622" y="246004"/>
                  </a:moveTo>
                  <a:lnTo>
                    <a:pt x="60906" y="272674"/>
                  </a:lnTo>
                  <a:lnTo>
                    <a:pt x="52401" y="246004"/>
                  </a:lnTo>
                  <a:close/>
                  <a:moveTo>
                    <a:pt x="309985" y="272674"/>
                  </a:moveTo>
                  <a:lnTo>
                    <a:pt x="311612" y="246004"/>
                  </a:lnTo>
                  <a:lnTo>
                    <a:pt x="305758" y="246004"/>
                  </a:lnTo>
                  <a:close/>
                  <a:moveTo>
                    <a:pt x="44811" y="219333"/>
                  </a:moveTo>
                  <a:lnTo>
                    <a:pt x="52401" y="246004"/>
                  </a:lnTo>
                  <a:lnTo>
                    <a:pt x="46347" y="219333"/>
                  </a:lnTo>
                  <a:close/>
                  <a:moveTo>
                    <a:pt x="305022" y="219333"/>
                  </a:moveTo>
                  <a:lnTo>
                    <a:pt x="305758" y="246004"/>
                  </a:lnTo>
                  <a:lnTo>
                    <a:pt x="308985" y="219333"/>
                  </a:lnTo>
                  <a:close/>
                  <a:moveTo>
                    <a:pt x="45349" y="192662"/>
                  </a:moveTo>
                  <a:lnTo>
                    <a:pt x="46347" y="219333"/>
                  </a:lnTo>
                  <a:lnTo>
                    <a:pt x="46429" y="192662"/>
                  </a:lnTo>
                  <a:close/>
                  <a:moveTo>
                    <a:pt x="308530" y="192662"/>
                  </a:moveTo>
                  <a:lnTo>
                    <a:pt x="305022" y="219333"/>
                  </a:lnTo>
                  <a:lnTo>
                    <a:pt x="311622" y="192662"/>
                  </a:lnTo>
                  <a:close/>
                  <a:moveTo>
                    <a:pt x="52631" y="165992"/>
                  </a:moveTo>
                  <a:lnTo>
                    <a:pt x="46429" y="192662"/>
                  </a:lnTo>
                  <a:lnTo>
                    <a:pt x="53863" y="165992"/>
                  </a:lnTo>
                  <a:close/>
                  <a:moveTo>
                    <a:pt x="308530" y="192662"/>
                  </a:moveTo>
                  <a:lnTo>
                    <a:pt x="311622" y="192662"/>
                  </a:lnTo>
                  <a:lnTo>
                    <a:pt x="314821" y="171650"/>
                  </a:lnTo>
                  <a:close/>
                  <a:moveTo>
                    <a:pt x="61906" y="150135"/>
                  </a:moveTo>
                  <a:lnTo>
                    <a:pt x="52631" y="165992"/>
                  </a:lnTo>
                  <a:lnTo>
                    <a:pt x="53863" y="165992"/>
                  </a:lnTo>
                  <a:close/>
                  <a:moveTo>
                    <a:pt x="61906" y="150135"/>
                  </a:moveTo>
                  <a:lnTo>
                    <a:pt x="67254" y="139321"/>
                  </a:lnTo>
                  <a:lnTo>
                    <a:pt x="65514" y="139321"/>
                  </a:lnTo>
                  <a:close/>
                  <a:moveTo>
                    <a:pt x="320767" y="165992"/>
                  </a:moveTo>
                  <a:lnTo>
                    <a:pt x="316910" y="165992"/>
                  </a:lnTo>
                  <a:lnTo>
                    <a:pt x="314821" y="171650"/>
                  </a:lnTo>
                  <a:close/>
                  <a:moveTo>
                    <a:pt x="329999" y="139321"/>
                  </a:moveTo>
                  <a:lnTo>
                    <a:pt x="316910" y="165992"/>
                  </a:lnTo>
                  <a:lnTo>
                    <a:pt x="334327" y="139321"/>
                  </a:lnTo>
                  <a:close/>
                  <a:moveTo>
                    <a:pt x="79307" y="112650"/>
                  </a:moveTo>
                  <a:lnTo>
                    <a:pt x="67254" y="139321"/>
                  </a:lnTo>
                  <a:lnTo>
                    <a:pt x="82196" y="112650"/>
                  </a:lnTo>
                  <a:close/>
                  <a:moveTo>
                    <a:pt x="341753" y="112650"/>
                  </a:moveTo>
                  <a:lnTo>
                    <a:pt x="329999" y="139321"/>
                  </a:lnTo>
                  <a:lnTo>
                    <a:pt x="346477" y="112650"/>
                  </a:lnTo>
                  <a:close/>
                  <a:moveTo>
                    <a:pt x="93362" y="85979"/>
                  </a:moveTo>
                  <a:lnTo>
                    <a:pt x="82196" y="112650"/>
                  </a:lnTo>
                  <a:lnTo>
                    <a:pt x="97608" y="85979"/>
                  </a:lnTo>
                  <a:close/>
                  <a:moveTo>
                    <a:pt x="346477" y="112650"/>
                  </a:moveTo>
                  <a:lnTo>
                    <a:pt x="347235" y="85979"/>
                  </a:lnTo>
                  <a:lnTo>
                    <a:pt x="341753" y="112650"/>
                  </a:lnTo>
                  <a:close/>
                  <a:moveTo>
                    <a:pt x="98037" y="85276"/>
                  </a:moveTo>
                  <a:lnTo>
                    <a:pt x="93362" y="85979"/>
                  </a:lnTo>
                  <a:lnTo>
                    <a:pt x="97608" y="85979"/>
                  </a:lnTo>
                  <a:close/>
                  <a:moveTo>
                    <a:pt x="98037" y="85276"/>
                  </a:moveTo>
                  <a:lnTo>
                    <a:pt x="114044" y="59309"/>
                  </a:lnTo>
                  <a:lnTo>
                    <a:pt x="108998" y="59309"/>
                  </a:lnTo>
                  <a:close/>
                  <a:moveTo>
                    <a:pt x="347235" y="85979"/>
                  </a:moveTo>
                  <a:lnTo>
                    <a:pt x="348181" y="59309"/>
                  </a:lnTo>
                  <a:lnTo>
                    <a:pt x="342574" y="59309"/>
                  </a:lnTo>
                  <a:close/>
                  <a:moveTo>
                    <a:pt x="114044" y="59309"/>
                  </a:moveTo>
                  <a:lnTo>
                    <a:pt x="134167" y="37305"/>
                  </a:lnTo>
                  <a:lnTo>
                    <a:pt x="132742" y="32638"/>
                  </a:lnTo>
                  <a:close/>
                  <a:moveTo>
                    <a:pt x="323112" y="32638"/>
                  </a:moveTo>
                  <a:lnTo>
                    <a:pt x="342574" y="59309"/>
                  </a:lnTo>
                  <a:lnTo>
                    <a:pt x="329961" y="32638"/>
                  </a:lnTo>
                  <a:close/>
                  <a:moveTo>
                    <a:pt x="170298" y="14468"/>
                  </a:moveTo>
                  <a:lnTo>
                    <a:pt x="134167" y="32638"/>
                  </a:lnTo>
                  <a:lnTo>
                    <a:pt x="139735" y="32638"/>
                  </a:lnTo>
                  <a:close/>
                  <a:moveTo>
                    <a:pt x="134167" y="32638"/>
                  </a:moveTo>
                  <a:lnTo>
                    <a:pt x="134167" y="37305"/>
                  </a:lnTo>
                  <a:lnTo>
                    <a:pt x="139735" y="32638"/>
                  </a:lnTo>
                  <a:close/>
                  <a:moveTo>
                    <a:pt x="170298" y="14468"/>
                  </a:moveTo>
                  <a:lnTo>
                    <a:pt x="199212" y="5967"/>
                  </a:lnTo>
                  <a:lnTo>
                    <a:pt x="184385" y="5967"/>
                  </a:lnTo>
                  <a:close/>
                  <a:moveTo>
                    <a:pt x="314821" y="20973"/>
                  </a:moveTo>
                  <a:lnTo>
                    <a:pt x="314821" y="26254"/>
                  </a:lnTo>
                  <a:lnTo>
                    <a:pt x="323112" y="32638"/>
                  </a:lnTo>
                  <a:close/>
                  <a:moveTo>
                    <a:pt x="314821" y="20973"/>
                  </a:moveTo>
                  <a:lnTo>
                    <a:pt x="278690" y="8714"/>
                  </a:lnTo>
                  <a:lnTo>
                    <a:pt x="314821" y="26254"/>
                  </a:lnTo>
                  <a:close/>
                  <a:moveTo>
                    <a:pt x="206429" y="4018"/>
                  </a:moveTo>
                  <a:lnTo>
                    <a:pt x="184385" y="5967"/>
                  </a:lnTo>
                  <a:lnTo>
                    <a:pt x="199212" y="5967"/>
                  </a:lnTo>
                  <a:close/>
                  <a:moveTo>
                    <a:pt x="242559" y="2156"/>
                  </a:moveTo>
                  <a:lnTo>
                    <a:pt x="206429" y="0"/>
                  </a:lnTo>
                  <a:lnTo>
                    <a:pt x="206429" y="4018"/>
                  </a:lnTo>
                  <a:close/>
                  <a:moveTo>
                    <a:pt x="242559" y="2156"/>
                  </a:moveTo>
                  <a:lnTo>
                    <a:pt x="264234" y="5967"/>
                  </a:lnTo>
                  <a:lnTo>
                    <a:pt x="278690" y="4430"/>
                  </a:lnTo>
                  <a:close/>
                  <a:moveTo>
                    <a:pt x="278690" y="8714"/>
                  </a:moveTo>
                  <a:lnTo>
                    <a:pt x="278690" y="5967"/>
                  </a:lnTo>
                  <a:lnTo>
                    <a:pt x="264234" y="5967"/>
                  </a:lnTo>
                  <a:close/>
                  <a:moveTo>
                    <a:pt x="61247" y="512711"/>
                  </a:moveTo>
                  <a:lnTo>
                    <a:pt x="61906" y="513005"/>
                  </a:lnTo>
                  <a:lnTo>
                    <a:pt x="61906" y="512711"/>
                  </a:lnTo>
                  <a:close/>
                  <a:moveTo>
                    <a:pt x="278690" y="408861"/>
                  </a:moveTo>
                  <a:lnTo>
                    <a:pt x="278690" y="406028"/>
                  </a:lnTo>
                  <a:lnTo>
                    <a:pt x="263669" y="432698"/>
                  </a:lnTo>
                  <a:close/>
                  <a:moveTo>
                    <a:pt x="278690" y="406028"/>
                  </a:moveTo>
                  <a:lnTo>
                    <a:pt x="278690" y="408861"/>
                  </a:lnTo>
                  <a:lnTo>
                    <a:pt x="280604" y="406028"/>
                  </a:lnTo>
                  <a:close/>
                  <a:moveTo>
                    <a:pt x="314821" y="330260"/>
                  </a:moveTo>
                  <a:lnTo>
                    <a:pt x="314821" y="326016"/>
                  </a:lnTo>
                  <a:lnTo>
                    <a:pt x="310032" y="352686"/>
                  </a:lnTo>
                  <a:close/>
                  <a:moveTo>
                    <a:pt x="61906" y="319028"/>
                  </a:moveTo>
                  <a:lnTo>
                    <a:pt x="60622" y="326016"/>
                  </a:lnTo>
                  <a:lnTo>
                    <a:pt x="61906" y="326016"/>
                  </a:lnTo>
                  <a:close/>
                  <a:moveTo>
                    <a:pt x="61906" y="319028"/>
                  </a:moveTo>
                  <a:lnTo>
                    <a:pt x="61906" y="326016"/>
                  </a:lnTo>
                  <a:lnTo>
                    <a:pt x="64919" y="299345"/>
                  </a:lnTo>
                  <a:close/>
                  <a:moveTo>
                    <a:pt x="314821" y="326016"/>
                  </a:moveTo>
                  <a:lnTo>
                    <a:pt x="314821" y="330260"/>
                  </a:lnTo>
                  <a:lnTo>
                    <a:pt x="315803" y="326016"/>
                  </a:lnTo>
                  <a:close/>
                  <a:moveTo>
                    <a:pt x="314821" y="326016"/>
                  </a:moveTo>
                  <a:lnTo>
                    <a:pt x="315803" y="326016"/>
                  </a:lnTo>
                  <a:lnTo>
                    <a:pt x="314821" y="301602"/>
                  </a:lnTo>
                  <a:close/>
                  <a:moveTo>
                    <a:pt x="60906" y="272674"/>
                  </a:moveTo>
                  <a:lnTo>
                    <a:pt x="61906" y="278892"/>
                  </a:lnTo>
                  <a:lnTo>
                    <a:pt x="61906" y="272674"/>
                  </a:lnTo>
                  <a:close/>
                  <a:moveTo>
                    <a:pt x="52401" y="246004"/>
                  </a:moveTo>
                  <a:lnTo>
                    <a:pt x="60906" y="272674"/>
                  </a:lnTo>
                  <a:lnTo>
                    <a:pt x="61906" y="272674"/>
                  </a:lnTo>
                  <a:close/>
                  <a:moveTo>
                    <a:pt x="314821" y="171650"/>
                  </a:moveTo>
                  <a:lnTo>
                    <a:pt x="314821" y="165992"/>
                  </a:lnTo>
                  <a:lnTo>
                    <a:pt x="308530" y="192662"/>
                  </a:lnTo>
                  <a:close/>
                  <a:moveTo>
                    <a:pt x="314821" y="165992"/>
                  </a:moveTo>
                  <a:lnTo>
                    <a:pt x="314821" y="171650"/>
                  </a:lnTo>
                  <a:lnTo>
                    <a:pt x="316910" y="165992"/>
                  </a:lnTo>
                  <a:close/>
                  <a:moveTo>
                    <a:pt x="98037" y="85276"/>
                  </a:moveTo>
                  <a:lnTo>
                    <a:pt x="97608" y="85979"/>
                  </a:lnTo>
                  <a:lnTo>
                    <a:pt x="98037" y="85979"/>
                  </a:lnTo>
                  <a:close/>
                  <a:moveTo>
                    <a:pt x="98037" y="85276"/>
                  </a:moveTo>
                  <a:lnTo>
                    <a:pt x="98037" y="85979"/>
                  </a:lnTo>
                  <a:lnTo>
                    <a:pt x="114044" y="59309"/>
                  </a:lnTo>
                  <a:close/>
                </a:path>
              </a:pathLst>
            </a:custGeom>
            <a:solidFill>
              <a:srgbClr val="5DBE8B"/>
            </a:solidFill>
            <a:ln w="4001">
              <a:solidFill>
                <a:srgbClr val="B0E0C7"/>
              </a:solidFill>
            </a:ln>
          </p:spPr>
        </p:sp>
        <p:sp>
          <p:nvSpPr>
            <p:cNvPr id="4013" name="Match_B1__4012">
              <a:extLst>
                <a:ext uri="{FF2B5EF4-FFF2-40B4-BE49-F238E27FC236}">
                  <a16:creationId xmlns:a16="http://schemas.microsoft.com/office/drawing/2014/main" id="{785495D5-D8E7-7D54-197D-3340EA388E4E}"/>
                </a:ext>
              </a:extLst>
            </p:cNvPr>
            <p:cNvSpPr>
              <a:spLocks noGrp="1"/>
            </p:cNvSpPr>
            <p:nvPr/>
          </p:nvSpPr>
          <p:spPr>
            <a:xfrm>
              <a:off x="8387381" y="1751775"/>
              <a:ext cx="346616" cy="519784"/>
            </a:xfrm>
            <a:custGeom>
              <a:avLst/>
              <a:gdLst/>
              <a:ahLst/>
              <a:cxnLst/>
              <a:rect l="0" t="0" r="0" b="0"/>
              <a:pathLst>
                <a:path w="346616" h="519784">
                  <a:moveTo>
                    <a:pt x="25157" y="489776"/>
                  </a:moveTo>
                  <a:lnTo>
                    <a:pt x="60628" y="510555"/>
                  </a:lnTo>
                  <a:lnTo>
                    <a:pt x="33679" y="483884"/>
                  </a:lnTo>
                  <a:close/>
                  <a:moveTo>
                    <a:pt x="61287" y="501021"/>
                  </a:moveTo>
                  <a:lnTo>
                    <a:pt x="60628" y="510555"/>
                  </a:lnTo>
                  <a:lnTo>
                    <a:pt x="61287" y="510555"/>
                  </a:lnTo>
                  <a:close/>
                  <a:moveTo>
                    <a:pt x="61287" y="510849"/>
                  </a:moveTo>
                  <a:lnTo>
                    <a:pt x="95603" y="510555"/>
                  </a:lnTo>
                  <a:lnTo>
                    <a:pt x="61287" y="510555"/>
                  </a:lnTo>
                  <a:close/>
                  <a:moveTo>
                    <a:pt x="97418" y="519495"/>
                  </a:moveTo>
                  <a:lnTo>
                    <a:pt x="97418" y="510990"/>
                  </a:lnTo>
                  <a:lnTo>
                    <a:pt x="61287" y="510849"/>
                  </a:lnTo>
                  <a:close/>
                  <a:moveTo>
                    <a:pt x="97418" y="519495"/>
                  </a:moveTo>
                  <a:lnTo>
                    <a:pt x="133549" y="519784"/>
                  </a:lnTo>
                  <a:lnTo>
                    <a:pt x="133549" y="511309"/>
                  </a:lnTo>
                  <a:close/>
                  <a:moveTo>
                    <a:pt x="169679" y="511989"/>
                  </a:moveTo>
                  <a:lnTo>
                    <a:pt x="169679" y="510555"/>
                  </a:lnTo>
                  <a:lnTo>
                    <a:pt x="133549" y="511309"/>
                  </a:lnTo>
                  <a:close/>
                  <a:moveTo>
                    <a:pt x="133549" y="519784"/>
                  </a:moveTo>
                  <a:lnTo>
                    <a:pt x="169679" y="511989"/>
                  </a:lnTo>
                  <a:lnTo>
                    <a:pt x="133549" y="511309"/>
                  </a:lnTo>
                  <a:close/>
                  <a:moveTo>
                    <a:pt x="169679" y="510555"/>
                  </a:moveTo>
                  <a:lnTo>
                    <a:pt x="169679" y="511989"/>
                  </a:lnTo>
                  <a:lnTo>
                    <a:pt x="173086" y="510555"/>
                  </a:lnTo>
                  <a:close/>
                  <a:moveTo>
                    <a:pt x="169679" y="510555"/>
                  </a:moveTo>
                  <a:lnTo>
                    <a:pt x="205810" y="494403"/>
                  </a:lnTo>
                  <a:lnTo>
                    <a:pt x="169679" y="502638"/>
                  </a:lnTo>
                  <a:close/>
                  <a:moveTo>
                    <a:pt x="173086" y="510555"/>
                  </a:moveTo>
                  <a:lnTo>
                    <a:pt x="205810" y="494403"/>
                  </a:lnTo>
                  <a:lnTo>
                    <a:pt x="169679" y="510555"/>
                  </a:lnTo>
                  <a:close/>
                  <a:moveTo>
                    <a:pt x="18432" y="483884"/>
                  </a:moveTo>
                  <a:lnTo>
                    <a:pt x="25157" y="489776"/>
                  </a:lnTo>
                  <a:lnTo>
                    <a:pt x="25157" y="483884"/>
                  </a:lnTo>
                  <a:close/>
                  <a:moveTo>
                    <a:pt x="2208" y="457213"/>
                  </a:moveTo>
                  <a:lnTo>
                    <a:pt x="18432" y="483884"/>
                  </a:lnTo>
                  <a:lnTo>
                    <a:pt x="14614" y="457213"/>
                  </a:lnTo>
                  <a:close/>
                  <a:moveTo>
                    <a:pt x="205810" y="483884"/>
                  </a:moveTo>
                  <a:lnTo>
                    <a:pt x="205810" y="494403"/>
                  </a:lnTo>
                  <a:lnTo>
                    <a:pt x="219794" y="483884"/>
                  </a:lnTo>
                  <a:close/>
                  <a:moveTo>
                    <a:pt x="205810" y="482344"/>
                  </a:moveTo>
                  <a:lnTo>
                    <a:pt x="241941" y="460314"/>
                  </a:lnTo>
                  <a:lnTo>
                    <a:pt x="241941" y="457213"/>
                  </a:lnTo>
                  <a:close/>
                  <a:moveTo>
                    <a:pt x="219794" y="483884"/>
                  </a:moveTo>
                  <a:lnTo>
                    <a:pt x="241941" y="460314"/>
                  </a:lnTo>
                  <a:lnTo>
                    <a:pt x="205810" y="483884"/>
                  </a:lnTo>
                  <a:close/>
                  <a:moveTo>
                    <a:pt x="0" y="430543"/>
                  </a:moveTo>
                  <a:lnTo>
                    <a:pt x="2208" y="457213"/>
                  </a:lnTo>
                  <a:lnTo>
                    <a:pt x="14614" y="457213"/>
                  </a:lnTo>
                  <a:close/>
                  <a:moveTo>
                    <a:pt x="241941" y="457213"/>
                  </a:moveTo>
                  <a:lnTo>
                    <a:pt x="241941" y="460314"/>
                  </a:lnTo>
                  <a:lnTo>
                    <a:pt x="244583" y="457213"/>
                  </a:lnTo>
                  <a:close/>
                  <a:moveTo>
                    <a:pt x="244583" y="457213"/>
                  </a:moveTo>
                  <a:lnTo>
                    <a:pt x="241941" y="437072"/>
                  </a:lnTo>
                  <a:lnTo>
                    <a:pt x="241941" y="457213"/>
                  </a:lnTo>
                  <a:close/>
                  <a:moveTo>
                    <a:pt x="263051" y="430543"/>
                  </a:moveTo>
                  <a:lnTo>
                    <a:pt x="245933" y="430543"/>
                  </a:lnTo>
                  <a:lnTo>
                    <a:pt x="244583" y="457213"/>
                  </a:lnTo>
                  <a:close/>
                  <a:moveTo>
                    <a:pt x="8729" y="403872"/>
                  </a:moveTo>
                  <a:lnTo>
                    <a:pt x="0" y="430543"/>
                  </a:lnTo>
                  <a:lnTo>
                    <a:pt x="12187" y="430543"/>
                  </a:lnTo>
                  <a:close/>
                  <a:moveTo>
                    <a:pt x="263051" y="430543"/>
                  </a:moveTo>
                  <a:lnTo>
                    <a:pt x="278071" y="403872"/>
                  </a:lnTo>
                  <a:lnTo>
                    <a:pt x="259701" y="403872"/>
                  </a:lnTo>
                  <a:close/>
                  <a:moveTo>
                    <a:pt x="25157" y="400093"/>
                  </a:moveTo>
                  <a:lnTo>
                    <a:pt x="25157" y="379364"/>
                  </a:lnTo>
                  <a:lnTo>
                    <a:pt x="8729" y="403872"/>
                  </a:lnTo>
                  <a:close/>
                  <a:moveTo>
                    <a:pt x="25157" y="379364"/>
                  </a:moveTo>
                  <a:lnTo>
                    <a:pt x="25157" y="400093"/>
                  </a:lnTo>
                  <a:lnTo>
                    <a:pt x="26612" y="377201"/>
                  </a:lnTo>
                  <a:close/>
                  <a:moveTo>
                    <a:pt x="278071" y="377201"/>
                  </a:moveTo>
                  <a:lnTo>
                    <a:pt x="279985" y="403872"/>
                  </a:lnTo>
                  <a:lnTo>
                    <a:pt x="297046" y="377201"/>
                  </a:lnTo>
                  <a:close/>
                  <a:moveTo>
                    <a:pt x="278071" y="377201"/>
                  </a:moveTo>
                  <a:lnTo>
                    <a:pt x="278071" y="403872"/>
                  </a:lnTo>
                  <a:lnTo>
                    <a:pt x="279985" y="403872"/>
                  </a:lnTo>
                  <a:close/>
                  <a:moveTo>
                    <a:pt x="26612" y="377201"/>
                  </a:moveTo>
                  <a:lnTo>
                    <a:pt x="42481" y="377201"/>
                  </a:lnTo>
                  <a:lnTo>
                    <a:pt x="45757" y="350530"/>
                  </a:lnTo>
                  <a:close/>
                  <a:moveTo>
                    <a:pt x="309413" y="350530"/>
                  </a:moveTo>
                  <a:lnTo>
                    <a:pt x="285133" y="350530"/>
                  </a:lnTo>
                  <a:lnTo>
                    <a:pt x="297046" y="377201"/>
                  </a:lnTo>
                  <a:close/>
                  <a:moveTo>
                    <a:pt x="60004" y="323860"/>
                  </a:moveTo>
                  <a:lnTo>
                    <a:pt x="61287" y="350530"/>
                  </a:lnTo>
                  <a:lnTo>
                    <a:pt x="61287" y="323860"/>
                  </a:lnTo>
                  <a:close/>
                  <a:moveTo>
                    <a:pt x="60004" y="323860"/>
                  </a:moveTo>
                  <a:lnTo>
                    <a:pt x="45757" y="350530"/>
                  </a:lnTo>
                  <a:lnTo>
                    <a:pt x="61287" y="350530"/>
                  </a:lnTo>
                  <a:close/>
                  <a:moveTo>
                    <a:pt x="309413" y="350530"/>
                  </a:moveTo>
                  <a:lnTo>
                    <a:pt x="314202" y="323860"/>
                  </a:lnTo>
                  <a:lnTo>
                    <a:pt x="291091" y="323860"/>
                  </a:lnTo>
                  <a:close/>
                  <a:moveTo>
                    <a:pt x="64300" y="297189"/>
                  </a:moveTo>
                  <a:lnTo>
                    <a:pt x="61287" y="323860"/>
                  </a:lnTo>
                  <a:lnTo>
                    <a:pt x="80198" y="323860"/>
                  </a:lnTo>
                  <a:close/>
                  <a:moveTo>
                    <a:pt x="314202" y="323860"/>
                  </a:moveTo>
                  <a:lnTo>
                    <a:pt x="314202" y="299446"/>
                  </a:lnTo>
                  <a:lnTo>
                    <a:pt x="291091" y="323860"/>
                  </a:lnTo>
                  <a:close/>
                  <a:moveTo>
                    <a:pt x="291091" y="323860"/>
                  </a:moveTo>
                  <a:lnTo>
                    <a:pt x="314202" y="299446"/>
                  </a:lnTo>
                  <a:lnTo>
                    <a:pt x="314123" y="297189"/>
                  </a:lnTo>
                  <a:close/>
                  <a:moveTo>
                    <a:pt x="61287" y="270518"/>
                  </a:moveTo>
                  <a:lnTo>
                    <a:pt x="61287" y="276736"/>
                  </a:lnTo>
                  <a:lnTo>
                    <a:pt x="77198" y="270518"/>
                  </a:lnTo>
                  <a:close/>
                  <a:moveTo>
                    <a:pt x="77198" y="270518"/>
                  </a:moveTo>
                  <a:lnTo>
                    <a:pt x="61287" y="276736"/>
                  </a:lnTo>
                  <a:lnTo>
                    <a:pt x="64300" y="297189"/>
                  </a:lnTo>
                  <a:close/>
                  <a:moveTo>
                    <a:pt x="291167" y="297189"/>
                  </a:moveTo>
                  <a:lnTo>
                    <a:pt x="314123" y="297189"/>
                  </a:lnTo>
                  <a:lnTo>
                    <a:pt x="309367" y="270518"/>
                  </a:lnTo>
                  <a:close/>
                  <a:moveTo>
                    <a:pt x="51783" y="243848"/>
                  </a:moveTo>
                  <a:lnTo>
                    <a:pt x="61287" y="270518"/>
                  </a:lnTo>
                  <a:lnTo>
                    <a:pt x="61287" y="243848"/>
                  </a:lnTo>
                  <a:close/>
                  <a:moveTo>
                    <a:pt x="288515" y="270518"/>
                  </a:moveTo>
                  <a:lnTo>
                    <a:pt x="309367" y="270518"/>
                  </a:lnTo>
                  <a:lnTo>
                    <a:pt x="305139" y="243848"/>
                  </a:lnTo>
                  <a:close/>
                  <a:moveTo>
                    <a:pt x="45728" y="217177"/>
                  </a:moveTo>
                  <a:lnTo>
                    <a:pt x="51783" y="243848"/>
                  </a:lnTo>
                  <a:lnTo>
                    <a:pt x="59264" y="217177"/>
                  </a:lnTo>
                  <a:close/>
                  <a:moveTo>
                    <a:pt x="287161" y="243848"/>
                  </a:moveTo>
                  <a:lnTo>
                    <a:pt x="305139" y="243848"/>
                  </a:lnTo>
                  <a:lnTo>
                    <a:pt x="304404" y="217177"/>
                  </a:lnTo>
                  <a:close/>
                  <a:moveTo>
                    <a:pt x="45811" y="190506"/>
                  </a:moveTo>
                  <a:lnTo>
                    <a:pt x="45728" y="217177"/>
                  </a:lnTo>
                  <a:lnTo>
                    <a:pt x="59264" y="217177"/>
                  </a:lnTo>
                  <a:close/>
                  <a:moveTo>
                    <a:pt x="288840" y="217177"/>
                  </a:moveTo>
                  <a:lnTo>
                    <a:pt x="304404" y="217177"/>
                  </a:lnTo>
                  <a:lnTo>
                    <a:pt x="307911" y="190506"/>
                  </a:lnTo>
                  <a:close/>
                  <a:moveTo>
                    <a:pt x="45811" y="190506"/>
                  </a:moveTo>
                  <a:lnTo>
                    <a:pt x="58820" y="190506"/>
                  </a:lnTo>
                  <a:lnTo>
                    <a:pt x="53244" y="163836"/>
                  </a:lnTo>
                  <a:close/>
                  <a:moveTo>
                    <a:pt x="307911" y="190506"/>
                  </a:moveTo>
                  <a:lnTo>
                    <a:pt x="314202" y="163836"/>
                  </a:lnTo>
                  <a:lnTo>
                    <a:pt x="301049" y="163836"/>
                  </a:lnTo>
                  <a:close/>
                  <a:moveTo>
                    <a:pt x="61287" y="147979"/>
                  </a:moveTo>
                  <a:lnTo>
                    <a:pt x="53244" y="163836"/>
                  </a:lnTo>
                  <a:lnTo>
                    <a:pt x="61287" y="163836"/>
                  </a:lnTo>
                  <a:close/>
                  <a:moveTo>
                    <a:pt x="61287" y="147979"/>
                  </a:moveTo>
                  <a:lnTo>
                    <a:pt x="61287" y="163836"/>
                  </a:lnTo>
                  <a:lnTo>
                    <a:pt x="66635" y="137165"/>
                  </a:lnTo>
                  <a:close/>
                  <a:moveTo>
                    <a:pt x="314202" y="137165"/>
                  </a:moveTo>
                  <a:lnTo>
                    <a:pt x="316291" y="163836"/>
                  </a:lnTo>
                  <a:lnTo>
                    <a:pt x="329380" y="137165"/>
                  </a:lnTo>
                  <a:close/>
                  <a:moveTo>
                    <a:pt x="314202" y="137165"/>
                  </a:moveTo>
                  <a:lnTo>
                    <a:pt x="314202" y="163836"/>
                  </a:lnTo>
                  <a:lnTo>
                    <a:pt x="316291" y="163836"/>
                  </a:lnTo>
                  <a:close/>
                  <a:moveTo>
                    <a:pt x="81578" y="110494"/>
                  </a:moveTo>
                  <a:lnTo>
                    <a:pt x="66635" y="137165"/>
                  </a:lnTo>
                  <a:lnTo>
                    <a:pt x="80529" y="137165"/>
                  </a:lnTo>
                  <a:close/>
                  <a:moveTo>
                    <a:pt x="341135" y="110494"/>
                  </a:moveTo>
                  <a:lnTo>
                    <a:pt x="323960" y="110494"/>
                  </a:lnTo>
                  <a:lnTo>
                    <a:pt x="329380" y="137165"/>
                  </a:lnTo>
                  <a:close/>
                  <a:moveTo>
                    <a:pt x="96989" y="83824"/>
                  </a:moveTo>
                  <a:lnTo>
                    <a:pt x="97418" y="110477"/>
                  </a:lnTo>
                  <a:lnTo>
                    <a:pt x="97418" y="83824"/>
                  </a:lnTo>
                  <a:close/>
                  <a:moveTo>
                    <a:pt x="81578" y="110494"/>
                  </a:moveTo>
                  <a:lnTo>
                    <a:pt x="97408" y="110494"/>
                  </a:lnTo>
                  <a:lnTo>
                    <a:pt x="96989" y="83824"/>
                  </a:lnTo>
                  <a:close/>
                  <a:moveTo>
                    <a:pt x="323960" y="110494"/>
                  </a:moveTo>
                  <a:lnTo>
                    <a:pt x="341135" y="110494"/>
                  </a:lnTo>
                  <a:lnTo>
                    <a:pt x="346616" y="83824"/>
                  </a:lnTo>
                  <a:close/>
                  <a:moveTo>
                    <a:pt x="113426" y="57153"/>
                  </a:moveTo>
                  <a:lnTo>
                    <a:pt x="97418" y="83824"/>
                  </a:lnTo>
                  <a:lnTo>
                    <a:pt x="113724" y="83824"/>
                  </a:lnTo>
                  <a:close/>
                  <a:moveTo>
                    <a:pt x="329072" y="83824"/>
                  </a:moveTo>
                  <a:lnTo>
                    <a:pt x="346616" y="83824"/>
                  </a:lnTo>
                  <a:lnTo>
                    <a:pt x="341956" y="57153"/>
                  </a:lnTo>
                  <a:close/>
                  <a:moveTo>
                    <a:pt x="133549" y="55769"/>
                  </a:moveTo>
                  <a:lnTo>
                    <a:pt x="133549" y="35149"/>
                  </a:lnTo>
                  <a:lnTo>
                    <a:pt x="113426" y="57153"/>
                  </a:lnTo>
                  <a:close/>
                  <a:moveTo>
                    <a:pt x="133549" y="35149"/>
                  </a:moveTo>
                  <a:lnTo>
                    <a:pt x="133549" y="55769"/>
                  </a:lnTo>
                  <a:lnTo>
                    <a:pt x="139116" y="30482"/>
                  </a:lnTo>
                  <a:close/>
                  <a:moveTo>
                    <a:pt x="322493" y="30482"/>
                  </a:moveTo>
                  <a:lnTo>
                    <a:pt x="314202" y="30482"/>
                  </a:lnTo>
                  <a:lnTo>
                    <a:pt x="322752" y="57153"/>
                  </a:lnTo>
                  <a:close/>
                  <a:moveTo>
                    <a:pt x="341956" y="57153"/>
                  </a:moveTo>
                  <a:lnTo>
                    <a:pt x="322493" y="30482"/>
                  </a:lnTo>
                  <a:lnTo>
                    <a:pt x="322752" y="57153"/>
                  </a:lnTo>
                  <a:close/>
                  <a:moveTo>
                    <a:pt x="169679" y="27127"/>
                  </a:moveTo>
                  <a:lnTo>
                    <a:pt x="169679" y="12312"/>
                  </a:lnTo>
                  <a:lnTo>
                    <a:pt x="139116" y="30482"/>
                  </a:lnTo>
                  <a:close/>
                  <a:moveTo>
                    <a:pt x="205810" y="3811"/>
                  </a:moveTo>
                  <a:lnTo>
                    <a:pt x="198593" y="3811"/>
                  </a:lnTo>
                  <a:lnTo>
                    <a:pt x="205810" y="15061"/>
                  </a:lnTo>
                  <a:close/>
                  <a:moveTo>
                    <a:pt x="205810" y="15061"/>
                  </a:moveTo>
                  <a:lnTo>
                    <a:pt x="198593" y="3811"/>
                  </a:lnTo>
                  <a:lnTo>
                    <a:pt x="169679" y="12312"/>
                  </a:lnTo>
                  <a:close/>
                  <a:moveTo>
                    <a:pt x="263616" y="3811"/>
                  </a:moveTo>
                  <a:lnTo>
                    <a:pt x="241941" y="3811"/>
                  </a:lnTo>
                  <a:lnTo>
                    <a:pt x="278071" y="6558"/>
                  </a:lnTo>
                  <a:close/>
                  <a:moveTo>
                    <a:pt x="278071" y="6558"/>
                  </a:moveTo>
                  <a:lnTo>
                    <a:pt x="241941" y="3811"/>
                  </a:lnTo>
                  <a:lnTo>
                    <a:pt x="241941" y="13109"/>
                  </a:lnTo>
                  <a:close/>
                  <a:moveTo>
                    <a:pt x="314202" y="24098"/>
                  </a:moveTo>
                  <a:lnTo>
                    <a:pt x="296325" y="30482"/>
                  </a:lnTo>
                  <a:lnTo>
                    <a:pt x="314202" y="30482"/>
                  </a:lnTo>
                  <a:close/>
                  <a:moveTo>
                    <a:pt x="278071" y="6558"/>
                  </a:moveTo>
                  <a:lnTo>
                    <a:pt x="278071" y="20992"/>
                  </a:lnTo>
                  <a:lnTo>
                    <a:pt x="314202" y="24098"/>
                  </a:lnTo>
                  <a:close/>
                  <a:moveTo>
                    <a:pt x="314202" y="30482"/>
                  </a:moveTo>
                  <a:lnTo>
                    <a:pt x="322493" y="30482"/>
                  </a:lnTo>
                  <a:lnTo>
                    <a:pt x="314202" y="24098"/>
                  </a:lnTo>
                  <a:close/>
                  <a:moveTo>
                    <a:pt x="205810" y="1862"/>
                  </a:moveTo>
                  <a:lnTo>
                    <a:pt x="198593" y="3811"/>
                  </a:lnTo>
                  <a:lnTo>
                    <a:pt x="205810" y="3811"/>
                  </a:lnTo>
                  <a:close/>
                  <a:moveTo>
                    <a:pt x="205810" y="3811"/>
                  </a:moveTo>
                  <a:lnTo>
                    <a:pt x="241941" y="0"/>
                  </a:lnTo>
                  <a:lnTo>
                    <a:pt x="205810" y="1862"/>
                  </a:lnTo>
                  <a:close/>
                  <a:moveTo>
                    <a:pt x="205810" y="3811"/>
                  </a:moveTo>
                  <a:lnTo>
                    <a:pt x="241941" y="3811"/>
                  </a:lnTo>
                  <a:lnTo>
                    <a:pt x="241941" y="0"/>
                  </a:lnTo>
                  <a:close/>
                  <a:moveTo>
                    <a:pt x="241941" y="3811"/>
                  </a:moveTo>
                  <a:lnTo>
                    <a:pt x="263616" y="3811"/>
                  </a:lnTo>
                  <a:lnTo>
                    <a:pt x="241941" y="0"/>
                  </a:lnTo>
                  <a:close/>
                </a:path>
              </a:pathLst>
            </a:custGeom>
            <a:solidFill>
              <a:srgbClr val="62C08F"/>
            </a:solidFill>
            <a:ln w="4001">
              <a:solidFill>
                <a:srgbClr val="B0E0C7"/>
              </a:solidFill>
            </a:ln>
          </p:spPr>
        </p:sp>
        <p:sp>
          <p:nvSpPr>
            <p:cNvPr id="4014" name="Match_B1__4013">
              <a:extLst>
                <a:ext uri="{FF2B5EF4-FFF2-40B4-BE49-F238E27FC236}">
                  <a16:creationId xmlns:a16="http://schemas.microsoft.com/office/drawing/2014/main" id="{21D47B23-CAA7-F781-A9EF-469A1AAEC143}"/>
                </a:ext>
              </a:extLst>
            </p:cNvPr>
            <p:cNvSpPr>
              <a:spLocks noGrp="1"/>
            </p:cNvSpPr>
            <p:nvPr/>
          </p:nvSpPr>
          <p:spPr>
            <a:xfrm>
              <a:off x="8387381" y="1755586"/>
              <a:ext cx="346616" cy="515684"/>
            </a:xfrm>
            <a:custGeom>
              <a:avLst/>
              <a:gdLst/>
              <a:ahLst/>
              <a:cxnLst/>
              <a:rect l="0" t="0" r="0" b="0"/>
              <a:pathLst>
                <a:path w="346616" h="515684">
                  <a:moveTo>
                    <a:pt x="25157" y="480073"/>
                  </a:moveTo>
                  <a:lnTo>
                    <a:pt x="25157" y="485964"/>
                  </a:lnTo>
                  <a:lnTo>
                    <a:pt x="33679" y="480073"/>
                  </a:lnTo>
                  <a:close/>
                  <a:moveTo>
                    <a:pt x="33679" y="480073"/>
                  </a:moveTo>
                  <a:lnTo>
                    <a:pt x="60628" y="506743"/>
                  </a:lnTo>
                  <a:lnTo>
                    <a:pt x="61287" y="497209"/>
                  </a:lnTo>
                  <a:close/>
                  <a:moveTo>
                    <a:pt x="97418" y="507178"/>
                  </a:moveTo>
                  <a:lnTo>
                    <a:pt x="95603" y="506743"/>
                  </a:lnTo>
                  <a:lnTo>
                    <a:pt x="61287" y="507038"/>
                  </a:lnTo>
                  <a:close/>
                  <a:moveTo>
                    <a:pt x="61287" y="506743"/>
                  </a:moveTo>
                  <a:lnTo>
                    <a:pt x="95603" y="506743"/>
                  </a:lnTo>
                  <a:lnTo>
                    <a:pt x="61287" y="497209"/>
                  </a:lnTo>
                  <a:close/>
                  <a:moveTo>
                    <a:pt x="97418" y="507178"/>
                  </a:moveTo>
                  <a:lnTo>
                    <a:pt x="97418" y="515684"/>
                  </a:lnTo>
                  <a:lnTo>
                    <a:pt x="133549" y="507497"/>
                  </a:lnTo>
                  <a:close/>
                  <a:moveTo>
                    <a:pt x="133549" y="507497"/>
                  </a:moveTo>
                  <a:lnTo>
                    <a:pt x="169679" y="506743"/>
                  </a:lnTo>
                  <a:lnTo>
                    <a:pt x="136943" y="506743"/>
                  </a:lnTo>
                  <a:close/>
                  <a:moveTo>
                    <a:pt x="169679" y="498826"/>
                  </a:moveTo>
                  <a:lnTo>
                    <a:pt x="205810" y="490592"/>
                  </a:lnTo>
                  <a:lnTo>
                    <a:pt x="205810" y="480073"/>
                  </a:lnTo>
                  <a:close/>
                  <a:moveTo>
                    <a:pt x="136943" y="506743"/>
                  </a:moveTo>
                  <a:lnTo>
                    <a:pt x="169679" y="506743"/>
                  </a:lnTo>
                  <a:lnTo>
                    <a:pt x="169679" y="498826"/>
                  </a:lnTo>
                  <a:close/>
                  <a:moveTo>
                    <a:pt x="14614" y="453402"/>
                  </a:moveTo>
                  <a:lnTo>
                    <a:pt x="25157" y="480073"/>
                  </a:lnTo>
                  <a:lnTo>
                    <a:pt x="25157" y="469833"/>
                  </a:lnTo>
                  <a:close/>
                  <a:moveTo>
                    <a:pt x="18432" y="480073"/>
                  </a:moveTo>
                  <a:lnTo>
                    <a:pt x="25157" y="480073"/>
                  </a:lnTo>
                  <a:lnTo>
                    <a:pt x="14614" y="453402"/>
                  </a:lnTo>
                  <a:close/>
                  <a:moveTo>
                    <a:pt x="25157" y="480073"/>
                  </a:moveTo>
                  <a:lnTo>
                    <a:pt x="33679" y="480073"/>
                  </a:lnTo>
                  <a:lnTo>
                    <a:pt x="25157" y="469833"/>
                  </a:lnTo>
                  <a:close/>
                  <a:moveTo>
                    <a:pt x="205810" y="478533"/>
                  </a:moveTo>
                  <a:lnTo>
                    <a:pt x="241941" y="453402"/>
                  </a:lnTo>
                  <a:lnTo>
                    <a:pt x="229496" y="453402"/>
                  </a:lnTo>
                  <a:close/>
                  <a:moveTo>
                    <a:pt x="205810" y="480073"/>
                  </a:moveTo>
                  <a:lnTo>
                    <a:pt x="241941" y="456502"/>
                  </a:lnTo>
                  <a:lnTo>
                    <a:pt x="205810" y="478533"/>
                  </a:lnTo>
                  <a:close/>
                  <a:moveTo>
                    <a:pt x="0" y="426731"/>
                  </a:moveTo>
                  <a:lnTo>
                    <a:pt x="14614" y="453402"/>
                  </a:lnTo>
                  <a:lnTo>
                    <a:pt x="12187" y="426731"/>
                  </a:lnTo>
                  <a:close/>
                  <a:moveTo>
                    <a:pt x="245933" y="426731"/>
                  </a:moveTo>
                  <a:lnTo>
                    <a:pt x="241941" y="433261"/>
                  </a:lnTo>
                  <a:lnTo>
                    <a:pt x="244583" y="453402"/>
                  </a:lnTo>
                  <a:close/>
                  <a:moveTo>
                    <a:pt x="229496" y="453402"/>
                  </a:moveTo>
                  <a:lnTo>
                    <a:pt x="241941" y="453402"/>
                  </a:lnTo>
                  <a:lnTo>
                    <a:pt x="241941" y="433261"/>
                  </a:lnTo>
                  <a:close/>
                  <a:moveTo>
                    <a:pt x="8729" y="400060"/>
                  </a:moveTo>
                  <a:lnTo>
                    <a:pt x="12187" y="426731"/>
                  </a:lnTo>
                  <a:lnTo>
                    <a:pt x="22420" y="400060"/>
                  </a:lnTo>
                  <a:close/>
                  <a:moveTo>
                    <a:pt x="263051" y="426731"/>
                  </a:moveTo>
                  <a:lnTo>
                    <a:pt x="259701" y="400060"/>
                  </a:lnTo>
                  <a:lnTo>
                    <a:pt x="245933" y="426731"/>
                  </a:lnTo>
                  <a:close/>
                  <a:moveTo>
                    <a:pt x="25157" y="396282"/>
                  </a:moveTo>
                  <a:lnTo>
                    <a:pt x="8729" y="400060"/>
                  </a:lnTo>
                  <a:lnTo>
                    <a:pt x="22420" y="400060"/>
                  </a:lnTo>
                  <a:close/>
                  <a:moveTo>
                    <a:pt x="25157" y="396282"/>
                  </a:moveTo>
                  <a:lnTo>
                    <a:pt x="42481" y="373390"/>
                  </a:lnTo>
                  <a:lnTo>
                    <a:pt x="26612" y="373390"/>
                  </a:lnTo>
                  <a:close/>
                  <a:moveTo>
                    <a:pt x="278071" y="400060"/>
                  </a:moveTo>
                  <a:lnTo>
                    <a:pt x="278071" y="373390"/>
                  </a:lnTo>
                  <a:lnTo>
                    <a:pt x="259701" y="400060"/>
                  </a:lnTo>
                  <a:close/>
                  <a:moveTo>
                    <a:pt x="45757" y="346719"/>
                  </a:moveTo>
                  <a:lnTo>
                    <a:pt x="61287" y="351232"/>
                  </a:lnTo>
                  <a:lnTo>
                    <a:pt x="61287" y="346719"/>
                  </a:lnTo>
                  <a:close/>
                  <a:moveTo>
                    <a:pt x="42481" y="373390"/>
                  </a:moveTo>
                  <a:lnTo>
                    <a:pt x="61287" y="351232"/>
                  </a:lnTo>
                  <a:lnTo>
                    <a:pt x="45757" y="346719"/>
                  </a:lnTo>
                  <a:close/>
                  <a:moveTo>
                    <a:pt x="297046" y="373390"/>
                  </a:moveTo>
                  <a:lnTo>
                    <a:pt x="278071" y="362818"/>
                  </a:lnTo>
                  <a:lnTo>
                    <a:pt x="278071" y="373390"/>
                  </a:lnTo>
                  <a:close/>
                  <a:moveTo>
                    <a:pt x="285133" y="346719"/>
                  </a:moveTo>
                  <a:lnTo>
                    <a:pt x="278071" y="362818"/>
                  </a:lnTo>
                  <a:lnTo>
                    <a:pt x="297046" y="373390"/>
                  </a:lnTo>
                  <a:close/>
                  <a:moveTo>
                    <a:pt x="80198" y="320048"/>
                  </a:moveTo>
                  <a:lnTo>
                    <a:pt x="61287" y="320048"/>
                  </a:lnTo>
                  <a:lnTo>
                    <a:pt x="61287" y="346719"/>
                  </a:lnTo>
                  <a:close/>
                  <a:moveTo>
                    <a:pt x="309413" y="346719"/>
                  </a:moveTo>
                  <a:lnTo>
                    <a:pt x="291091" y="320048"/>
                  </a:lnTo>
                  <a:lnTo>
                    <a:pt x="285133" y="346719"/>
                  </a:lnTo>
                  <a:close/>
                  <a:moveTo>
                    <a:pt x="64300" y="293378"/>
                  </a:moveTo>
                  <a:lnTo>
                    <a:pt x="80198" y="320048"/>
                  </a:lnTo>
                  <a:lnTo>
                    <a:pt x="83572" y="293378"/>
                  </a:lnTo>
                  <a:close/>
                  <a:moveTo>
                    <a:pt x="291091" y="320048"/>
                  </a:moveTo>
                  <a:lnTo>
                    <a:pt x="314123" y="293378"/>
                  </a:lnTo>
                  <a:lnTo>
                    <a:pt x="291167" y="293378"/>
                  </a:lnTo>
                  <a:close/>
                  <a:moveTo>
                    <a:pt x="77198" y="266707"/>
                  </a:moveTo>
                  <a:lnTo>
                    <a:pt x="64300" y="293378"/>
                  </a:lnTo>
                  <a:lnTo>
                    <a:pt x="83572" y="293378"/>
                  </a:lnTo>
                  <a:close/>
                  <a:moveTo>
                    <a:pt x="288515" y="266707"/>
                  </a:moveTo>
                  <a:lnTo>
                    <a:pt x="291167" y="293378"/>
                  </a:lnTo>
                  <a:lnTo>
                    <a:pt x="309367" y="266707"/>
                  </a:lnTo>
                  <a:close/>
                  <a:moveTo>
                    <a:pt x="77198" y="266707"/>
                  </a:moveTo>
                  <a:lnTo>
                    <a:pt x="66852" y="240036"/>
                  </a:lnTo>
                  <a:lnTo>
                    <a:pt x="61287" y="266707"/>
                  </a:lnTo>
                  <a:close/>
                  <a:moveTo>
                    <a:pt x="66852" y="240036"/>
                  </a:moveTo>
                  <a:lnTo>
                    <a:pt x="61287" y="240036"/>
                  </a:lnTo>
                  <a:lnTo>
                    <a:pt x="61287" y="266707"/>
                  </a:lnTo>
                  <a:close/>
                  <a:moveTo>
                    <a:pt x="287161" y="240036"/>
                  </a:moveTo>
                  <a:lnTo>
                    <a:pt x="288515" y="266707"/>
                  </a:lnTo>
                  <a:lnTo>
                    <a:pt x="305139" y="240036"/>
                  </a:lnTo>
                  <a:close/>
                  <a:moveTo>
                    <a:pt x="59264" y="213366"/>
                  </a:moveTo>
                  <a:lnTo>
                    <a:pt x="61287" y="240036"/>
                  </a:lnTo>
                  <a:lnTo>
                    <a:pt x="61287" y="220359"/>
                  </a:lnTo>
                  <a:close/>
                  <a:moveTo>
                    <a:pt x="51783" y="240036"/>
                  </a:moveTo>
                  <a:lnTo>
                    <a:pt x="61287" y="240036"/>
                  </a:lnTo>
                  <a:lnTo>
                    <a:pt x="59264" y="213366"/>
                  </a:lnTo>
                  <a:close/>
                  <a:moveTo>
                    <a:pt x="61287" y="240036"/>
                  </a:moveTo>
                  <a:lnTo>
                    <a:pt x="66852" y="240036"/>
                  </a:lnTo>
                  <a:lnTo>
                    <a:pt x="61287" y="220359"/>
                  </a:lnTo>
                  <a:close/>
                  <a:moveTo>
                    <a:pt x="288840" y="213366"/>
                  </a:moveTo>
                  <a:lnTo>
                    <a:pt x="287161" y="240036"/>
                  </a:lnTo>
                  <a:lnTo>
                    <a:pt x="304404" y="213366"/>
                  </a:lnTo>
                  <a:close/>
                  <a:moveTo>
                    <a:pt x="45811" y="186695"/>
                  </a:moveTo>
                  <a:lnTo>
                    <a:pt x="59264" y="213366"/>
                  </a:lnTo>
                  <a:lnTo>
                    <a:pt x="58820" y="186695"/>
                  </a:lnTo>
                  <a:close/>
                  <a:moveTo>
                    <a:pt x="293383" y="186695"/>
                  </a:moveTo>
                  <a:lnTo>
                    <a:pt x="288840" y="213366"/>
                  </a:lnTo>
                  <a:lnTo>
                    <a:pt x="307911" y="186695"/>
                  </a:lnTo>
                  <a:close/>
                  <a:moveTo>
                    <a:pt x="53244" y="160024"/>
                  </a:moveTo>
                  <a:lnTo>
                    <a:pt x="61287" y="178414"/>
                  </a:lnTo>
                  <a:lnTo>
                    <a:pt x="61287" y="160024"/>
                  </a:lnTo>
                  <a:close/>
                  <a:moveTo>
                    <a:pt x="58820" y="186695"/>
                  </a:moveTo>
                  <a:lnTo>
                    <a:pt x="61287" y="178414"/>
                  </a:lnTo>
                  <a:lnTo>
                    <a:pt x="53244" y="160024"/>
                  </a:lnTo>
                  <a:close/>
                  <a:moveTo>
                    <a:pt x="307911" y="186695"/>
                  </a:moveTo>
                  <a:lnTo>
                    <a:pt x="301049" y="160024"/>
                  </a:lnTo>
                  <a:lnTo>
                    <a:pt x="293383" y="186695"/>
                  </a:lnTo>
                  <a:close/>
                  <a:moveTo>
                    <a:pt x="66635" y="133354"/>
                  </a:moveTo>
                  <a:lnTo>
                    <a:pt x="61287" y="160024"/>
                  </a:lnTo>
                  <a:lnTo>
                    <a:pt x="66582" y="160024"/>
                  </a:lnTo>
                  <a:close/>
                  <a:moveTo>
                    <a:pt x="66635" y="133354"/>
                  </a:moveTo>
                  <a:lnTo>
                    <a:pt x="66582" y="160024"/>
                  </a:lnTo>
                  <a:lnTo>
                    <a:pt x="80529" y="133354"/>
                  </a:lnTo>
                  <a:close/>
                  <a:moveTo>
                    <a:pt x="61287" y="160024"/>
                  </a:moveTo>
                  <a:lnTo>
                    <a:pt x="61287" y="178414"/>
                  </a:lnTo>
                  <a:lnTo>
                    <a:pt x="66582" y="160024"/>
                  </a:lnTo>
                  <a:close/>
                  <a:moveTo>
                    <a:pt x="314202" y="160024"/>
                  </a:moveTo>
                  <a:lnTo>
                    <a:pt x="314202" y="133354"/>
                  </a:lnTo>
                  <a:lnTo>
                    <a:pt x="301049" y="160024"/>
                  </a:lnTo>
                  <a:close/>
                  <a:moveTo>
                    <a:pt x="81578" y="106683"/>
                  </a:moveTo>
                  <a:lnTo>
                    <a:pt x="80529" y="133354"/>
                  </a:lnTo>
                  <a:lnTo>
                    <a:pt x="97408" y="106683"/>
                  </a:lnTo>
                  <a:close/>
                  <a:moveTo>
                    <a:pt x="329380" y="133354"/>
                  </a:moveTo>
                  <a:lnTo>
                    <a:pt x="314202" y="128660"/>
                  </a:lnTo>
                  <a:lnTo>
                    <a:pt x="314202" y="133354"/>
                  </a:lnTo>
                  <a:close/>
                  <a:moveTo>
                    <a:pt x="323960" y="106683"/>
                  </a:moveTo>
                  <a:lnTo>
                    <a:pt x="314202" y="128660"/>
                  </a:lnTo>
                  <a:lnTo>
                    <a:pt x="329380" y="133354"/>
                  </a:lnTo>
                  <a:close/>
                  <a:moveTo>
                    <a:pt x="97408" y="106683"/>
                  </a:moveTo>
                  <a:lnTo>
                    <a:pt x="97418" y="106666"/>
                  </a:lnTo>
                  <a:lnTo>
                    <a:pt x="96989" y="80012"/>
                  </a:lnTo>
                  <a:close/>
                  <a:moveTo>
                    <a:pt x="329072" y="80012"/>
                  </a:moveTo>
                  <a:lnTo>
                    <a:pt x="323960" y="106683"/>
                  </a:lnTo>
                  <a:lnTo>
                    <a:pt x="346616" y="80012"/>
                  </a:lnTo>
                  <a:close/>
                  <a:moveTo>
                    <a:pt x="113426" y="53341"/>
                  </a:moveTo>
                  <a:lnTo>
                    <a:pt x="113724" y="80012"/>
                  </a:lnTo>
                  <a:lnTo>
                    <a:pt x="132272" y="53341"/>
                  </a:lnTo>
                  <a:close/>
                  <a:moveTo>
                    <a:pt x="97418" y="80012"/>
                  </a:moveTo>
                  <a:lnTo>
                    <a:pt x="97418" y="106666"/>
                  </a:lnTo>
                  <a:lnTo>
                    <a:pt x="113724" y="80012"/>
                  </a:lnTo>
                  <a:close/>
                  <a:moveTo>
                    <a:pt x="322752" y="53341"/>
                  </a:moveTo>
                  <a:lnTo>
                    <a:pt x="329072" y="80012"/>
                  </a:lnTo>
                  <a:lnTo>
                    <a:pt x="341956" y="53341"/>
                  </a:lnTo>
                  <a:close/>
                  <a:moveTo>
                    <a:pt x="133549" y="51958"/>
                  </a:moveTo>
                  <a:lnTo>
                    <a:pt x="113426" y="53341"/>
                  </a:lnTo>
                  <a:lnTo>
                    <a:pt x="132272" y="53341"/>
                  </a:lnTo>
                  <a:close/>
                  <a:moveTo>
                    <a:pt x="133549" y="51958"/>
                  </a:moveTo>
                  <a:lnTo>
                    <a:pt x="164021" y="26671"/>
                  </a:lnTo>
                  <a:lnTo>
                    <a:pt x="139116" y="26671"/>
                  </a:lnTo>
                  <a:close/>
                  <a:moveTo>
                    <a:pt x="322752" y="53341"/>
                  </a:moveTo>
                  <a:lnTo>
                    <a:pt x="314202" y="26671"/>
                  </a:lnTo>
                  <a:lnTo>
                    <a:pt x="314202" y="42453"/>
                  </a:lnTo>
                  <a:close/>
                  <a:moveTo>
                    <a:pt x="169679" y="23316"/>
                  </a:moveTo>
                  <a:lnTo>
                    <a:pt x="139116" y="26671"/>
                  </a:lnTo>
                  <a:lnTo>
                    <a:pt x="164021" y="26671"/>
                  </a:lnTo>
                  <a:close/>
                  <a:moveTo>
                    <a:pt x="205810" y="11250"/>
                  </a:moveTo>
                  <a:lnTo>
                    <a:pt x="169679" y="8500"/>
                  </a:lnTo>
                  <a:lnTo>
                    <a:pt x="169679" y="23316"/>
                  </a:lnTo>
                  <a:close/>
                  <a:moveTo>
                    <a:pt x="278071" y="2746"/>
                  </a:moveTo>
                  <a:lnTo>
                    <a:pt x="241941" y="9297"/>
                  </a:lnTo>
                  <a:lnTo>
                    <a:pt x="278071" y="17180"/>
                  </a:lnTo>
                  <a:close/>
                  <a:moveTo>
                    <a:pt x="278071" y="17180"/>
                  </a:moveTo>
                  <a:lnTo>
                    <a:pt x="296325" y="26671"/>
                  </a:lnTo>
                  <a:lnTo>
                    <a:pt x="314202" y="20286"/>
                  </a:lnTo>
                  <a:close/>
                  <a:moveTo>
                    <a:pt x="314202" y="42453"/>
                  </a:moveTo>
                  <a:lnTo>
                    <a:pt x="314202" y="26671"/>
                  </a:lnTo>
                  <a:lnTo>
                    <a:pt x="296325" y="26671"/>
                  </a:lnTo>
                  <a:close/>
                  <a:moveTo>
                    <a:pt x="241941" y="0"/>
                  </a:moveTo>
                  <a:lnTo>
                    <a:pt x="205810" y="0"/>
                  </a:lnTo>
                  <a:lnTo>
                    <a:pt x="241941" y="9297"/>
                  </a:lnTo>
                  <a:close/>
                  <a:moveTo>
                    <a:pt x="205810" y="0"/>
                  </a:moveTo>
                  <a:lnTo>
                    <a:pt x="205810" y="11250"/>
                  </a:lnTo>
                  <a:lnTo>
                    <a:pt x="241941" y="9297"/>
                  </a:lnTo>
                  <a:close/>
                </a:path>
              </a:pathLst>
            </a:custGeom>
            <a:solidFill>
              <a:srgbClr val="66C292"/>
            </a:solidFill>
            <a:ln w="4001">
              <a:solidFill>
                <a:srgbClr val="B0E0C7"/>
              </a:solidFill>
            </a:ln>
          </p:spPr>
        </p:sp>
        <p:sp>
          <p:nvSpPr>
            <p:cNvPr id="4015" name="Match_B1__4014">
              <a:extLst>
                <a:ext uri="{FF2B5EF4-FFF2-40B4-BE49-F238E27FC236}">
                  <a16:creationId xmlns:a16="http://schemas.microsoft.com/office/drawing/2014/main" id="{A88A0123-60C6-18BF-EBBE-A32A32108D45}"/>
                </a:ext>
              </a:extLst>
            </p:cNvPr>
            <p:cNvSpPr>
              <a:spLocks noGrp="1"/>
            </p:cNvSpPr>
            <p:nvPr/>
          </p:nvSpPr>
          <p:spPr>
            <a:xfrm>
              <a:off x="8399568" y="1764884"/>
              <a:ext cx="316886" cy="498200"/>
            </a:xfrm>
            <a:custGeom>
              <a:avLst/>
              <a:gdLst/>
              <a:ahLst/>
              <a:cxnLst/>
              <a:rect l="0" t="0" r="0" b="0"/>
              <a:pathLst>
                <a:path w="316886" h="498200">
                  <a:moveTo>
                    <a:pt x="157493" y="489529"/>
                  </a:moveTo>
                  <a:lnTo>
                    <a:pt x="193623" y="470775"/>
                  </a:lnTo>
                  <a:lnTo>
                    <a:pt x="191673" y="470775"/>
                  </a:lnTo>
                  <a:close/>
                  <a:moveTo>
                    <a:pt x="191673" y="470775"/>
                  </a:moveTo>
                  <a:lnTo>
                    <a:pt x="193623" y="470775"/>
                  </a:lnTo>
                  <a:lnTo>
                    <a:pt x="193623" y="469235"/>
                  </a:lnTo>
                  <a:close/>
                  <a:moveTo>
                    <a:pt x="265885" y="364093"/>
                  </a:moveTo>
                  <a:lnTo>
                    <a:pt x="261111" y="364093"/>
                  </a:lnTo>
                  <a:lnTo>
                    <a:pt x="247514" y="390763"/>
                  </a:lnTo>
                  <a:close/>
                  <a:moveTo>
                    <a:pt x="261111" y="364093"/>
                  </a:moveTo>
                  <a:lnTo>
                    <a:pt x="265885" y="364093"/>
                  </a:lnTo>
                  <a:lnTo>
                    <a:pt x="265885" y="353521"/>
                  </a:lnTo>
                  <a:close/>
                  <a:moveTo>
                    <a:pt x="53059" y="337422"/>
                  </a:moveTo>
                  <a:lnTo>
                    <a:pt x="68012" y="310751"/>
                  </a:lnTo>
                  <a:lnTo>
                    <a:pt x="49101" y="337422"/>
                  </a:lnTo>
                  <a:close/>
                  <a:moveTo>
                    <a:pt x="49101" y="337422"/>
                  </a:moveTo>
                  <a:lnTo>
                    <a:pt x="49101" y="341935"/>
                  </a:lnTo>
                  <a:lnTo>
                    <a:pt x="53059" y="337422"/>
                  </a:lnTo>
                  <a:close/>
                  <a:moveTo>
                    <a:pt x="302015" y="124056"/>
                  </a:moveTo>
                  <a:lnTo>
                    <a:pt x="300023" y="124056"/>
                  </a:lnTo>
                  <a:lnTo>
                    <a:pt x="288862" y="150727"/>
                  </a:lnTo>
                  <a:close/>
                  <a:moveTo>
                    <a:pt x="300023" y="124056"/>
                  </a:moveTo>
                  <a:lnTo>
                    <a:pt x="302015" y="124056"/>
                  </a:lnTo>
                  <a:lnTo>
                    <a:pt x="302015" y="119363"/>
                  </a:lnTo>
                  <a:close/>
                  <a:moveTo>
                    <a:pt x="83416" y="497446"/>
                  </a:moveTo>
                  <a:lnTo>
                    <a:pt x="85231" y="497881"/>
                  </a:lnTo>
                  <a:lnTo>
                    <a:pt x="85231" y="497446"/>
                  </a:lnTo>
                  <a:close/>
                  <a:moveTo>
                    <a:pt x="49101" y="487912"/>
                  </a:moveTo>
                  <a:lnTo>
                    <a:pt x="83416" y="497446"/>
                  </a:lnTo>
                  <a:lnTo>
                    <a:pt x="66060" y="470775"/>
                  </a:lnTo>
                  <a:close/>
                  <a:moveTo>
                    <a:pt x="85231" y="477216"/>
                  </a:moveTo>
                  <a:lnTo>
                    <a:pt x="83416" y="497446"/>
                  </a:lnTo>
                  <a:lnTo>
                    <a:pt x="85231" y="497446"/>
                  </a:lnTo>
                  <a:close/>
                  <a:moveTo>
                    <a:pt x="121362" y="497446"/>
                  </a:moveTo>
                  <a:lnTo>
                    <a:pt x="85231" y="497881"/>
                  </a:lnTo>
                  <a:lnTo>
                    <a:pt x="121362" y="498200"/>
                  </a:lnTo>
                  <a:close/>
                  <a:moveTo>
                    <a:pt x="121362" y="497446"/>
                  </a:moveTo>
                  <a:lnTo>
                    <a:pt x="85231" y="497446"/>
                  </a:lnTo>
                  <a:lnTo>
                    <a:pt x="85231" y="497881"/>
                  </a:lnTo>
                  <a:close/>
                  <a:moveTo>
                    <a:pt x="85231" y="497446"/>
                  </a:moveTo>
                  <a:lnTo>
                    <a:pt x="121362" y="497446"/>
                  </a:lnTo>
                  <a:lnTo>
                    <a:pt x="85231" y="477216"/>
                  </a:lnTo>
                  <a:close/>
                  <a:moveTo>
                    <a:pt x="121362" y="497446"/>
                  </a:moveTo>
                  <a:lnTo>
                    <a:pt x="121362" y="498200"/>
                  </a:lnTo>
                  <a:lnTo>
                    <a:pt x="124757" y="497446"/>
                  </a:lnTo>
                  <a:close/>
                  <a:moveTo>
                    <a:pt x="121362" y="497446"/>
                  </a:moveTo>
                  <a:lnTo>
                    <a:pt x="157493" y="489529"/>
                  </a:lnTo>
                  <a:lnTo>
                    <a:pt x="121362" y="477884"/>
                  </a:lnTo>
                  <a:close/>
                  <a:moveTo>
                    <a:pt x="124757" y="497446"/>
                  </a:moveTo>
                  <a:lnTo>
                    <a:pt x="157493" y="489529"/>
                  </a:lnTo>
                  <a:lnTo>
                    <a:pt x="121362" y="497446"/>
                  </a:lnTo>
                  <a:close/>
                  <a:moveTo>
                    <a:pt x="21492" y="470775"/>
                  </a:moveTo>
                  <a:lnTo>
                    <a:pt x="49101" y="487912"/>
                  </a:lnTo>
                  <a:lnTo>
                    <a:pt x="49101" y="470775"/>
                  </a:lnTo>
                  <a:close/>
                  <a:moveTo>
                    <a:pt x="12970" y="460536"/>
                  </a:moveTo>
                  <a:lnTo>
                    <a:pt x="21492" y="470775"/>
                  </a:lnTo>
                  <a:lnTo>
                    <a:pt x="33623" y="444105"/>
                  </a:lnTo>
                  <a:close/>
                  <a:moveTo>
                    <a:pt x="157493" y="470775"/>
                  </a:moveTo>
                  <a:lnTo>
                    <a:pt x="157493" y="489529"/>
                  </a:lnTo>
                  <a:lnTo>
                    <a:pt x="191673" y="470775"/>
                  </a:lnTo>
                  <a:close/>
                  <a:moveTo>
                    <a:pt x="191673" y="470775"/>
                  </a:moveTo>
                  <a:lnTo>
                    <a:pt x="193623" y="469235"/>
                  </a:lnTo>
                  <a:lnTo>
                    <a:pt x="157493" y="470775"/>
                  </a:lnTo>
                  <a:close/>
                  <a:moveTo>
                    <a:pt x="2428" y="444105"/>
                  </a:moveTo>
                  <a:lnTo>
                    <a:pt x="12970" y="460536"/>
                  </a:lnTo>
                  <a:lnTo>
                    <a:pt x="12970" y="444105"/>
                  </a:lnTo>
                  <a:close/>
                  <a:moveTo>
                    <a:pt x="0" y="417434"/>
                  </a:moveTo>
                  <a:lnTo>
                    <a:pt x="12970" y="444105"/>
                  </a:lnTo>
                  <a:lnTo>
                    <a:pt x="12970" y="417434"/>
                  </a:lnTo>
                  <a:close/>
                  <a:moveTo>
                    <a:pt x="0" y="417434"/>
                  </a:moveTo>
                  <a:lnTo>
                    <a:pt x="2428" y="444105"/>
                  </a:lnTo>
                  <a:lnTo>
                    <a:pt x="12970" y="444105"/>
                  </a:lnTo>
                  <a:close/>
                  <a:moveTo>
                    <a:pt x="193623" y="444105"/>
                  </a:moveTo>
                  <a:lnTo>
                    <a:pt x="193623" y="469235"/>
                  </a:lnTo>
                  <a:lnTo>
                    <a:pt x="217309" y="444105"/>
                  </a:lnTo>
                  <a:close/>
                  <a:moveTo>
                    <a:pt x="217309" y="444105"/>
                  </a:moveTo>
                  <a:lnTo>
                    <a:pt x="229754" y="423963"/>
                  </a:lnTo>
                  <a:lnTo>
                    <a:pt x="193623" y="444105"/>
                  </a:lnTo>
                  <a:close/>
                  <a:moveTo>
                    <a:pt x="10233" y="390763"/>
                  </a:moveTo>
                  <a:lnTo>
                    <a:pt x="12970" y="417434"/>
                  </a:lnTo>
                  <a:lnTo>
                    <a:pt x="12970" y="390763"/>
                  </a:lnTo>
                  <a:close/>
                  <a:moveTo>
                    <a:pt x="10233" y="390763"/>
                  </a:moveTo>
                  <a:lnTo>
                    <a:pt x="0" y="417434"/>
                  </a:lnTo>
                  <a:lnTo>
                    <a:pt x="12970" y="417434"/>
                  </a:lnTo>
                  <a:close/>
                  <a:moveTo>
                    <a:pt x="229754" y="417434"/>
                  </a:moveTo>
                  <a:lnTo>
                    <a:pt x="229754" y="423963"/>
                  </a:lnTo>
                  <a:lnTo>
                    <a:pt x="233747" y="417434"/>
                  </a:lnTo>
                  <a:close/>
                  <a:moveTo>
                    <a:pt x="229754" y="390763"/>
                  </a:moveTo>
                  <a:lnTo>
                    <a:pt x="233747" y="417434"/>
                  </a:lnTo>
                  <a:lnTo>
                    <a:pt x="247514" y="390763"/>
                  </a:lnTo>
                  <a:close/>
                  <a:moveTo>
                    <a:pt x="229754" y="390763"/>
                  </a:moveTo>
                  <a:lnTo>
                    <a:pt x="229754" y="417434"/>
                  </a:lnTo>
                  <a:lnTo>
                    <a:pt x="233747" y="417434"/>
                  </a:lnTo>
                  <a:close/>
                  <a:moveTo>
                    <a:pt x="12970" y="386984"/>
                  </a:moveTo>
                  <a:lnTo>
                    <a:pt x="10233" y="390763"/>
                  </a:lnTo>
                  <a:lnTo>
                    <a:pt x="12970" y="390763"/>
                  </a:lnTo>
                  <a:close/>
                  <a:moveTo>
                    <a:pt x="30294" y="364093"/>
                  </a:moveTo>
                  <a:lnTo>
                    <a:pt x="12970" y="386984"/>
                  </a:lnTo>
                  <a:lnTo>
                    <a:pt x="49101" y="383198"/>
                  </a:lnTo>
                  <a:close/>
                  <a:moveTo>
                    <a:pt x="229754" y="364093"/>
                  </a:moveTo>
                  <a:lnTo>
                    <a:pt x="247514" y="390763"/>
                  </a:lnTo>
                  <a:lnTo>
                    <a:pt x="261111" y="364093"/>
                  </a:lnTo>
                  <a:close/>
                  <a:moveTo>
                    <a:pt x="49101" y="341935"/>
                  </a:moveTo>
                  <a:lnTo>
                    <a:pt x="30294" y="364093"/>
                  </a:lnTo>
                  <a:lnTo>
                    <a:pt x="49101" y="364093"/>
                  </a:lnTo>
                  <a:close/>
                  <a:moveTo>
                    <a:pt x="53059" y="337422"/>
                  </a:moveTo>
                  <a:lnTo>
                    <a:pt x="49101" y="341935"/>
                  </a:lnTo>
                  <a:lnTo>
                    <a:pt x="85231" y="349733"/>
                  </a:lnTo>
                  <a:close/>
                  <a:moveTo>
                    <a:pt x="265885" y="337422"/>
                  </a:moveTo>
                  <a:lnTo>
                    <a:pt x="261111" y="364093"/>
                  </a:lnTo>
                  <a:lnTo>
                    <a:pt x="265885" y="353521"/>
                  </a:lnTo>
                  <a:close/>
                  <a:moveTo>
                    <a:pt x="229754" y="364093"/>
                  </a:moveTo>
                  <a:lnTo>
                    <a:pt x="261111" y="364093"/>
                  </a:lnTo>
                  <a:lnTo>
                    <a:pt x="265885" y="337422"/>
                  </a:lnTo>
                  <a:close/>
                  <a:moveTo>
                    <a:pt x="68012" y="310751"/>
                  </a:moveTo>
                  <a:lnTo>
                    <a:pt x="53059" y="337422"/>
                  </a:lnTo>
                  <a:lnTo>
                    <a:pt x="85231" y="337422"/>
                  </a:lnTo>
                  <a:close/>
                  <a:moveTo>
                    <a:pt x="265885" y="337422"/>
                  </a:moveTo>
                  <a:lnTo>
                    <a:pt x="265885" y="353521"/>
                  </a:lnTo>
                  <a:lnTo>
                    <a:pt x="272946" y="337422"/>
                  </a:lnTo>
                  <a:close/>
                  <a:moveTo>
                    <a:pt x="265885" y="310751"/>
                  </a:moveTo>
                  <a:lnTo>
                    <a:pt x="272946" y="337422"/>
                  </a:lnTo>
                  <a:lnTo>
                    <a:pt x="278904" y="310751"/>
                  </a:lnTo>
                  <a:close/>
                  <a:moveTo>
                    <a:pt x="265885" y="310751"/>
                  </a:moveTo>
                  <a:lnTo>
                    <a:pt x="265885" y="337422"/>
                  </a:lnTo>
                  <a:lnTo>
                    <a:pt x="272946" y="337422"/>
                  </a:lnTo>
                  <a:close/>
                  <a:moveTo>
                    <a:pt x="71385" y="284080"/>
                  </a:moveTo>
                  <a:lnTo>
                    <a:pt x="85231" y="310751"/>
                  </a:lnTo>
                  <a:lnTo>
                    <a:pt x="85231" y="284080"/>
                  </a:lnTo>
                  <a:close/>
                  <a:moveTo>
                    <a:pt x="71385" y="284080"/>
                  </a:moveTo>
                  <a:lnTo>
                    <a:pt x="68012" y="310751"/>
                  </a:lnTo>
                  <a:lnTo>
                    <a:pt x="85231" y="310751"/>
                  </a:lnTo>
                  <a:close/>
                  <a:moveTo>
                    <a:pt x="265885" y="284080"/>
                  </a:moveTo>
                  <a:lnTo>
                    <a:pt x="278904" y="310751"/>
                  </a:lnTo>
                  <a:lnTo>
                    <a:pt x="278981" y="284080"/>
                  </a:lnTo>
                  <a:close/>
                  <a:moveTo>
                    <a:pt x="265885" y="284080"/>
                  </a:moveTo>
                  <a:lnTo>
                    <a:pt x="265885" y="310751"/>
                  </a:lnTo>
                  <a:lnTo>
                    <a:pt x="278904" y="310751"/>
                  </a:lnTo>
                  <a:close/>
                  <a:moveTo>
                    <a:pt x="65011" y="257410"/>
                  </a:moveTo>
                  <a:lnTo>
                    <a:pt x="85231" y="284080"/>
                  </a:lnTo>
                  <a:lnTo>
                    <a:pt x="85231" y="257410"/>
                  </a:lnTo>
                  <a:close/>
                  <a:moveTo>
                    <a:pt x="65011" y="257410"/>
                  </a:moveTo>
                  <a:lnTo>
                    <a:pt x="71385" y="284080"/>
                  </a:lnTo>
                  <a:lnTo>
                    <a:pt x="85231" y="284080"/>
                  </a:lnTo>
                  <a:close/>
                  <a:moveTo>
                    <a:pt x="265885" y="257410"/>
                  </a:moveTo>
                  <a:lnTo>
                    <a:pt x="278981" y="284080"/>
                  </a:lnTo>
                  <a:lnTo>
                    <a:pt x="276329" y="257410"/>
                  </a:lnTo>
                  <a:close/>
                  <a:moveTo>
                    <a:pt x="265885" y="257410"/>
                  </a:moveTo>
                  <a:lnTo>
                    <a:pt x="265885" y="284080"/>
                  </a:lnTo>
                  <a:lnTo>
                    <a:pt x="278981" y="284080"/>
                  </a:lnTo>
                  <a:close/>
                  <a:moveTo>
                    <a:pt x="54666" y="230739"/>
                  </a:moveTo>
                  <a:lnTo>
                    <a:pt x="65011" y="257410"/>
                  </a:lnTo>
                  <a:lnTo>
                    <a:pt x="85231" y="257410"/>
                  </a:lnTo>
                  <a:close/>
                  <a:moveTo>
                    <a:pt x="265885" y="230739"/>
                  </a:moveTo>
                  <a:lnTo>
                    <a:pt x="276329" y="257410"/>
                  </a:lnTo>
                  <a:lnTo>
                    <a:pt x="274974" y="230739"/>
                  </a:lnTo>
                  <a:close/>
                  <a:moveTo>
                    <a:pt x="265885" y="230739"/>
                  </a:moveTo>
                  <a:lnTo>
                    <a:pt x="265885" y="257410"/>
                  </a:lnTo>
                  <a:lnTo>
                    <a:pt x="276329" y="257410"/>
                  </a:lnTo>
                  <a:close/>
                  <a:moveTo>
                    <a:pt x="49101" y="211062"/>
                  </a:moveTo>
                  <a:lnTo>
                    <a:pt x="54666" y="230739"/>
                  </a:lnTo>
                  <a:lnTo>
                    <a:pt x="77030" y="204068"/>
                  </a:lnTo>
                  <a:close/>
                  <a:moveTo>
                    <a:pt x="265885" y="204068"/>
                  </a:moveTo>
                  <a:lnTo>
                    <a:pt x="274974" y="230739"/>
                  </a:lnTo>
                  <a:lnTo>
                    <a:pt x="276653" y="204068"/>
                  </a:lnTo>
                  <a:close/>
                  <a:moveTo>
                    <a:pt x="265885" y="204068"/>
                  </a:moveTo>
                  <a:lnTo>
                    <a:pt x="265885" y="230739"/>
                  </a:lnTo>
                  <a:lnTo>
                    <a:pt x="274974" y="230739"/>
                  </a:lnTo>
                  <a:close/>
                  <a:moveTo>
                    <a:pt x="47077" y="204068"/>
                  </a:moveTo>
                  <a:lnTo>
                    <a:pt x="49101" y="211062"/>
                  </a:lnTo>
                  <a:lnTo>
                    <a:pt x="49101" y="204068"/>
                  </a:lnTo>
                  <a:close/>
                  <a:moveTo>
                    <a:pt x="46634" y="177398"/>
                  </a:moveTo>
                  <a:lnTo>
                    <a:pt x="49101" y="204068"/>
                  </a:lnTo>
                  <a:lnTo>
                    <a:pt x="49101" y="177398"/>
                  </a:lnTo>
                  <a:close/>
                  <a:moveTo>
                    <a:pt x="46634" y="177398"/>
                  </a:moveTo>
                  <a:lnTo>
                    <a:pt x="47077" y="204068"/>
                  </a:lnTo>
                  <a:lnTo>
                    <a:pt x="49101" y="204068"/>
                  </a:lnTo>
                  <a:close/>
                  <a:moveTo>
                    <a:pt x="265885" y="177398"/>
                  </a:moveTo>
                  <a:lnTo>
                    <a:pt x="276653" y="204068"/>
                  </a:lnTo>
                  <a:lnTo>
                    <a:pt x="281196" y="177398"/>
                  </a:lnTo>
                  <a:close/>
                  <a:moveTo>
                    <a:pt x="265885" y="177398"/>
                  </a:moveTo>
                  <a:lnTo>
                    <a:pt x="265885" y="204068"/>
                  </a:lnTo>
                  <a:lnTo>
                    <a:pt x="276653" y="204068"/>
                  </a:lnTo>
                  <a:close/>
                  <a:moveTo>
                    <a:pt x="49101" y="169116"/>
                  </a:moveTo>
                  <a:lnTo>
                    <a:pt x="46634" y="177398"/>
                  </a:lnTo>
                  <a:lnTo>
                    <a:pt x="49101" y="177398"/>
                  </a:lnTo>
                  <a:close/>
                  <a:moveTo>
                    <a:pt x="49101" y="169116"/>
                  </a:moveTo>
                  <a:lnTo>
                    <a:pt x="49101" y="177398"/>
                  </a:lnTo>
                  <a:lnTo>
                    <a:pt x="54395" y="150727"/>
                  </a:lnTo>
                  <a:close/>
                  <a:moveTo>
                    <a:pt x="265885" y="150727"/>
                  </a:moveTo>
                  <a:lnTo>
                    <a:pt x="281196" y="177398"/>
                  </a:lnTo>
                  <a:lnTo>
                    <a:pt x="288862" y="150727"/>
                  </a:lnTo>
                  <a:close/>
                  <a:moveTo>
                    <a:pt x="54395" y="150727"/>
                  </a:moveTo>
                  <a:lnTo>
                    <a:pt x="84332" y="150727"/>
                  </a:lnTo>
                  <a:lnTo>
                    <a:pt x="68343" y="124056"/>
                  </a:lnTo>
                  <a:close/>
                  <a:moveTo>
                    <a:pt x="265885" y="124056"/>
                  </a:moveTo>
                  <a:lnTo>
                    <a:pt x="288862" y="150727"/>
                  </a:lnTo>
                  <a:lnTo>
                    <a:pt x="300023" y="124056"/>
                  </a:lnTo>
                  <a:close/>
                  <a:moveTo>
                    <a:pt x="85221" y="97386"/>
                  </a:moveTo>
                  <a:lnTo>
                    <a:pt x="85231" y="124056"/>
                  </a:lnTo>
                  <a:lnTo>
                    <a:pt x="85231" y="97386"/>
                  </a:lnTo>
                  <a:close/>
                  <a:moveTo>
                    <a:pt x="85221" y="97386"/>
                  </a:moveTo>
                  <a:lnTo>
                    <a:pt x="68343" y="124056"/>
                  </a:lnTo>
                  <a:lnTo>
                    <a:pt x="85231" y="124056"/>
                  </a:lnTo>
                  <a:close/>
                  <a:moveTo>
                    <a:pt x="300023" y="124056"/>
                  </a:moveTo>
                  <a:lnTo>
                    <a:pt x="302015" y="119363"/>
                  </a:lnTo>
                  <a:lnTo>
                    <a:pt x="265885" y="124056"/>
                  </a:lnTo>
                  <a:close/>
                  <a:moveTo>
                    <a:pt x="85231" y="97368"/>
                  </a:moveTo>
                  <a:lnTo>
                    <a:pt x="85221" y="97386"/>
                  </a:lnTo>
                  <a:lnTo>
                    <a:pt x="85231" y="97386"/>
                  </a:lnTo>
                  <a:close/>
                  <a:moveTo>
                    <a:pt x="101537" y="70715"/>
                  </a:moveTo>
                  <a:lnTo>
                    <a:pt x="85231" y="97368"/>
                  </a:lnTo>
                  <a:lnTo>
                    <a:pt x="121362" y="96323"/>
                  </a:lnTo>
                  <a:close/>
                  <a:moveTo>
                    <a:pt x="120686" y="97386"/>
                  </a:moveTo>
                  <a:lnTo>
                    <a:pt x="85231" y="97368"/>
                  </a:lnTo>
                  <a:lnTo>
                    <a:pt x="85231" y="97386"/>
                  </a:lnTo>
                  <a:close/>
                  <a:moveTo>
                    <a:pt x="302015" y="97386"/>
                  </a:moveTo>
                  <a:lnTo>
                    <a:pt x="302015" y="119363"/>
                  </a:lnTo>
                  <a:lnTo>
                    <a:pt x="311773" y="97386"/>
                  </a:lnTo>
                  <a:close/>
                  <a:moveTo>
                    <a:pt x="302015" y="70715"/>
                  </a:moveTo>
                  <a:lnTo>
                    <a:pt x="311773" y="97386"/>
                  </a:lnTo>
                  <a:lnTo>
                    <a:pt x="316886" y="70715"/>
                  </a:lnTo>
                  <a:close/>
                  <a:moveTo>
                    <a:pt x="302015" y="70715"/>
                  </a:moveTo>
                  <a:lnTo>
                    <a:pt x="302015" y="97386"/>
                  </a:lnTo>
                  <a:lnTo>
                    <a:pt x="311773" y="97386"/>
                  </a:lnTo>
                  <a:close/>
                  <a:moveTo>
                    <a:pt x="120086" y="44044"/>
                  </a:moveTo>
                  <a:lnTo>
                    <a:pt x="121362" y="70715"/>
                  </a:lnTo>
                  <a:lnTo>
                    <a:pt x="121362" y="44044"/>
                  </a:lnTo>
                  <a:close/>
                  <a:moveTo>
                    <a:pt x="120086" y="44044"/>
                  </a:moveTo>
                  <a:lnTo>
                    <a:pt x="101537" y="70715"/>
                  </a:lnTo>
                  <a:lnTo>
                    <a:pt x="121362" y="70715"/>
                  </a:lnTo>
                  <a:close/>
                  <a:moveTo>
                    <a:pt x="302015" y="44044"/>
                  </a:moveTo>
                  <a:lnTo>
                    <a:pt x="316886" y="70715"/>
                  </a:lnTo>
                  <a:lnTo>
                    <a:pt x="310565" y="44044"/>
                  </a:lnTo>
                  <a:close/>
                  <a:moveTo>
                    <a:pt x="302015" y="44044"/>
                  </a:moveTo>
                  <a:lnTo>
                    <a:pt x="302015" y="70715"/>
                  </a:lnTo>
                  <a:lnTo>
                    <a:pt x="316886" y="70715"/>
                  </a:lnTo>
                  <a:close/>
                  <a:moveTo>
                    <a:pt x="121362" y="42660"/>
                  </a:moveTo>
                  <a:lnTo>
                    <a:pt x="120086" y="44044"/>
                  </a:lnTo>
                  <a:lnTo>
                    <a:pt x="121362" y="44044"/>
                  </a:lnTo>
                  <a:close/>
                  <a:moveTo>
                    <a:pt x="121362" y="44044"/>
                  </a:moveTo>
                  <a:lnTo>
                    <a:pt x="151834" y="17374"/>
                  </a:lnTo>
                  <a:lnTo>
                    <a:pt x="121362" y="42660"/>
                  </a:lnTo>
                  <a:close/>
                  <a:moveTo>
                    <a:pt x="157493" y="17374"/>
                  </a:moveTo>
                  <a:lnTo>
                    <a:pt x="151834" y="17374"/>
                  </a:lnTo>
                  <a:lnTo>
                    <a:pt x="121362" y="44044"/>
                  </a:lnTo>
                  <a:close/>
                  <a:moveTo>
                    <a:pt x="157493" y="44044"/>
                  </a:moveTo>
                  <a:lnTo>
                    <a:pt x="157493" y="17374"/>
                  </a:lnTo>
                  <a:lnTo>
                    <a:pt x="121362" y="44044"/>
                  </a:lnTo>
                  <a:close/>
                  <a:moveTo>
                    <a:pt x="265885" y="17374"/>
                  </a:moveTo>
                  <a:lnTo>
                    <a:pt x="302015" y="33156"/>
                  </a:lnTo>
                  <a:lnTo>
                    <a:pt x="284138" y="17374"/>
                  </a:lnTo>
                  <a:close/>
                  <a:moveTo>
                    <a:pt x="302015" y="44044"/>
                  </a:moveTo>
                  <a:lnTo>
                    <a:pt x="302015" y="33156"/>
                  </a:lnTo>
                  <a:lnTo>
                    <a:pt x="265885" y="17374"/>
                  </a:lnTo>
                  <a:close/>
                  <a:moveTo>
                    <a:pt x="302015" y="44044"/>
                  </a:moveTo>
                  <a:lnTo>
                    <a:pt x="310565" y="44044"/>
                  </a:lnTo>
                  <a:lnTo>
                    <a:pt x="302015" y="33156"/>
                  </a:lnTo>
                  <a:close/>
                  <a:moveTo>
                    <a:pt x="157493" y="14018"/>
                  </a:moveTo>
                  <a:lnTo>
                    <a:pt x="151834" y="17374"/>
                  </a:lnTo>
                  <a:lnTo>
                    <a:pt x="157493" y="17374"/>
                  </a:lnTo>
                  <a:close/>
                  <a:moveTo>
                    <a:pt x="157493" y="17374"/>
                  </a:moveTo>
                  <a:lnTo>
                    <a:pt x="193623" y="1953"/>
                  </a:lnTo>
                  <a:lnTo>
                    <a:pt x="157493" y="14018"/>
                  </a:lnTo>
                  <a:close/>
                  <a:moveTo>
                    <a:pt x="157493" y="17374"/>
                  </a:moveTo>
                  <a:lnTo>
                    <a:pt x="193623" y="17374"/>
                  </a:lnTo>
                  <a:lnTo>
                    <a:pt x="193623" y="1953"/>
                  </a:lnTo>
                  <a:close/>
                  <a:moveTo>
                    <a:pt x="193623" y="17374"/>
                  </a:moveTo>
                  <a:lnTo>
                    <a:pt x="229754" y="0"/>
                  </a:lnTo>
                  <a:lnTo>
                    <a:pt x="193623" y="1953"/>
                  </a:lnTo>
                  <a:close/>
                  <a:moveTo>
                    <a:pt x="229754" y="17374"/>
                  </a:moveTo>
                  <a:lnTo>
                    <a:pt x="265885" y="7883"/>
                  </a:lnTo>
                  <a:lnTo>
                    <a:pt x="229754" y="0"/>
                  </a:lnTo>
                  <a:close/>
                  <a:moveTo>
                    <a:pt x="229754" y="17374"/>
                  </a:moveTo>
                  <a:lnTo>
                    <a:pt x="265885" y="17374"/>
                  </a:lnTo>
                  <a:lnTo>
                    <a:pt x="265885" y="7883"/>
                  </a:lnTo>
                  <a:close/>
                  <a:moveTo>
                    <a:pt x="265885" y="17374"/>
                  </a:moveTo>
                  <a:lnTo>
                    <a:pt x="284138" y="17374"/>
                  </a:lnTo>
                  <a:lnTo>
                    <a:pt x="265885" y="7883"/>
                  </a:lnTo>
                  <a:close/>
                </a:path>
              </a:pathLst>
            </a:custGeom>
            <a:solidFill>
              <a:srgbClr val="6BC495"/>
            </a:solidFill>
            <a:ln w="4001">
              <a:solidFill>
                <a:srgbClr val="B0E0C7"/>
              </a:solidFill>
            </a:ln>
          </p:spPr>
        </p:sp>
        <p:sp>
          <p:nvSpPr>
            <p:cNvPr id="4016" name="Match_B1__4015">
              <a:extLst>
                <a:ext uri="{FF2B5EF4-FFF2-40B4-BE49-F238E27FC236}">
                  <a16:creationId xmlns:a16="http://schemas.microsoft.com/office/drawing/2014/main" id="{4E227BD3-CA92-FCC4-36C5-F56B7C6B7233}"/>
                </a:ext>
              </a:extLst>
            </p:cNvPr>
            <p:cNvSpPr>
              <a:spLocks noGrp="1"/>
            </p:cNvSpPr>
            <p:nvPr/>
          </p:nvSpPr>
          <p:spPr>
            <a:xfrm>
              <a:off x="8412538" y="1764884"/>
              <a:ext cx="289046" cy="497446"/>
            </a:xfrm>
            <a:custGeom>
              <a:avLst/>
              <a:gdLst/>
              <a:ahLst/>
              <a:cxnLst/>
              <a:rect l="0" t="0" r="0" b="0"/>
              <a:pathLst>
                <a:path w="289046" h="497446">
                  <a:moveTo>
                    <a:pt x="36131" y="470775"/>
                  </a:moveTo>
                  <a:lnTo>
                    <a:pt x="36131" y="487912"/>
                  </a:lnTo>
                  <a:lnTo>
                    <a:pt x="53090" y="470775"/>
                  </a:lnTo>
                  <a:close/>
                  <a:moveTo>
                    <a:pt x="53090" y="470775"/>
                  </a:moveTo>
                  <a:lnTo>
                    <a:pt x="70446" y="497446"/>
                  </a:lnTo>
                  <a:lnTo>
                    <a:pt x="72261" y="477216"/>
                  </a:lnTo>
                  <a:close/>
                  <a:moveTo>
                    <a:pt x="108392" y="497446"/>
                  </a:moveTo>
                  <a:lnTo>
                    <a:pt x="108392" y="477884"/>
                  </a:lnTo>
                  <a:lnTo>
                    <a:pt x="72261" y="477216"/>
                  </a:lnTo>
                  <a:close/>
                  <a:moveTo>
                    <a:pt x="108392" y="477884"/>
                  </a:moveTo>
                  <a:lnTo>
                    <a:pt x="144523" y="489529"/>
                  </a:lnTo>
                  <a:lnTo>
                    <a:pt x="144523" y="470775"/>
                  </a:lnTo>
                  <a:close/>
                  <a:moveTo>
                    <a:pt x="0" y="444105"/>
                  </a:moveTo>
                  <a:lnTo>
                    <a:pt x="0" y="460536"/>
                  </a:lnTo>
                  <a:lnTo>
                    <a:pt x="20653" y="444105"/>
                  </a:lnTo>
                  <a:close/>
                  <a:moveTo>
                    <a:pt x="20653" y="444105"/>
                  </a:moveTo>
                  <a:lnTo>
                    <a:pt x="8522" y="470775"/>
                  </a:lnTo>
                  <a:lnTo>
                    <a:pt x="36131" y="461114"/>
                  </a:lnTo>
                  <a:close/>
                  <a:moveTo>
                    <a:pt x="36131" y="461114"/>
                  </a:moveTo>
                  <a:lnTo>
                    <a:pt x="8522" y="470775"/>
                  </a:lnTo>
                  <a:lnTo>
                    <a:pt x="36131" y="470775"/>
                  </a:lnTo>
                  <a:close/>
                  <a:moveTo>
                    <a:pt x="144523" y="465882"/>
                  </a:moveTo>
                  <a:lnTo>
                    <a:pt x="180654" y="469235"/>
                  </a:lnTo>
                  <a:lnTo>
                    <a:pt x="180654" y="444105"/>
                  </a:lnTo>
                  <a:close/>
                  <a:moveTo>
                    <a:pt x="144523" y="470775"/>
                  </a:moveTo>
                  <a:lnTo>
                    <a:pt x="180654" y="469235"/>
                  </a:lnTo>
                  <a:lnTo>
                    <a:pt x="144523" y="465882"/>
                  </a:lnTo>
                  <a:close/>
                  <a:moveTo>
                    <a:pt x="16813" y="417434"/>
                  </a:moveTo>
                  <a:lnTo>
                    <a:pt x="0" y="417434"/>
                  </a:lnTo>
                  <a:lnTo>
                    <a:pt x="0" y="444105"/>
                  </a:lnTo>
                  <a:close/>
                  <a:moveTo>
                    <a:pt x="180654" y="428797"/>
                  </a:moveTo>
                  <a:lnTo>
                    <a:pt x="216784" y="417434"/>
                  </a:lnTo>
                  <a:lnTo>
                    <a:pt x="186755" y="417434"/>
                  </a:lnTo>
                  <a:close/>
                  <a:moveTo>
                    <a:pt x="180654" y="428797"/>
                  </a:moveTo>
                  <a:lnTo>
                    <a:pt x="216784" y="423963"/>
                  </a:lnTo>
                  <a:lnTo>
                    <a:pt x="216784" y="417434"/>
                  </a:lnTo>
                  <a:close/>
                  <a:moveTo>
                    <a:pt x="180654" y="444105"/>
                  </a:moveTo>
                  <a:lnTo>
                    <a:pt x="216784" y="423963"/>
                  </a:lnTo>
                  <a:lnTo>
                    <a:pt x="180654" y="428797"/>
                  </a:lnTo>
                  <a:close/>
                  <a:moveTo>
                    <a:pt x="29440" y="390763"/>
                  </a:moveTo>
                  <a:lnTo>
                    <a:pt x="0" y="390763"/>
                  </a:lnTo>
                  <a:lnTo>
                    <a:pt x="0" y="417434"/>
                  </a:lnTo>
                  <a:close/>
                  <a:moveTo>
                    <a:pt x="216784" y="417434"/>
                  </a:moveTo>
                  <a:lnTo>
                    <a:pt x="216784" y="390763"/>
                  </a:lnTo>
                  <a:lnTo>
                    <a:pt x="186755" y="417434"/>
                  </a:lnTo>
                  <a:close/>
                  <a:moveTo>
                    <a:pt x="36131" y="364093"/>
                  </a:moveTo>
                  <a:lnTo>
                    <a:pt x="17324" y="364093"/>
                  </a:lnTo>
                  <a:lnTo>
                    <a:pt x="36131" y="383198"/>
                  </a:lnTo>
                  <a:close/>
                  <a:moveTo>
                    <a:pt x="36131" y="383198"/>
                  </a:moveTo>
                  <a:lnTo>
                    <a:pt x="0" y="386984"/>
                  </a:lnTo>
                  <a:lnTo>
                    <a:pt x="29440" y="390763"/>
                  </a:lnTo>
                  <a:close/>
                  <a:moveTo>
                    <a:pt x="29440" y="390763"/>
                  </a:moveTo>
                  <a:lnTo>
                    <a:pt x="0" y="386984"/>
                  </a:lnTo>
                  <a:lnTo>
                    <a:pt x="0" y="390763"/>
                  </a:lnTo>
                  <a:close/>
                  <a:moveTo>
                    <a:pt x="216784" y="364093"/>
                  </a:moveTo>
                  <a:lnTo>
                    <a:pt x="216784" y="390763"/>
                  </a:lnTo>
                  <a:lnTo>
                    <a:pt x="234545" y="390763"/>
                  </a:lnTo>
                  <a:close/>
                  <a:moveTo>
                    <a:pt x="216784" y="390763"/>
                  </a:moveTo>
                  <a:lnTo>
                    <a:pt x="216784" y="364093"/>
                  </a:lnTo>
                  <a:lnTo>
                    <a:pt x="194430" y="390763"/>
                  </a:lnTo>
                  <a:close/>
                  <a:moveTo>
                    <a:pt x="72261" y="337422"/>
                  </a:moveTo>
                  <a:lnTo>
                    <a:pt x="40089" y="337422"/>
                  </a:lnTo>
                  <a:lnTo>
                    <a:pt x="72261" y="349733"/>
                  </a:lnTo>
                  <a:close/>
                  <a:moveTo>
                    <a:pt x="72261" y="349733"/>
                  </a:moveTo>
                  <a:lnTo>
                    <a:pt x="36131" y="341935"/>
                  </a:lnTo>
                  <a:lnTo>
                    <a:pt x="57186" y="364093"/>
                  </a:lnTo>
                  <a:close/>
                  <a:moveTo>
                    <a:pt x="57186" y="364093"/>
                  </a:moveTo>
                  <a:lnTo>
                    <a:pt x="36131" y="341935"/>
                  </a:lnTo>
                  <a:lnTo>
                    <a:pt x="36131" y="364093"/>
                  </a:lnTo>
                  <a:close/>
                  <a:moveTo>
                    <a:pt x="216784" y="337422"/>
                  </a:moveTo>
                  <a:lnTo>
                    <a:pt x="216784" y="364093"/>
                  </a:lnTo>
                  <a:lnTo>
                    <a:pt x="252915" y="337422"/>
                  </a:lnTo>
                  <a:close/>
                  <a:moveTo>
                    <a:pt x="55042" y="310751"/>
                  </a:moveTo>
                  <a:lnTo>
                    <a:pt x="72261" y="337422"/>
                  </a:lnTo>
                  <a:lnTo>
                    <a:pt x="72261" y="310751"/>
                  </a:lnTo>
                  <a:close/>
                  <a:moveTo>
                    <a:pt x="104753" y="310751"/>
                  </a:moveTo>
                  <a:lnTo>
                    <a:pt x="72261" y="310751"/>
                  </a:lnTo>
                  <a:lnTo>
                    <a:pt x="72261" y="337422"/>
                  </a:lnTo>
                  <a:close/>
                  <a:moveTo>
                    <a:pt x="216784" y="337422"/>
                  </a:moveTo>
                  <a:lnTo>
                    <a:pt x="252915" y="337422"/>
                  </a:lnTo>
                  <a:lnTo>
                    <a:pt x="252915" y="310751"/>
                  </a:lnTo>
                  <a:close/>
                  <a:moveTo>
                    <a:pt x="216784" y="337422"/>
                  </a:moveTo>
                  <a:lnTo>
                    <a:pt x="252915" y="310751"/>
                  </a:lnTo>
                  <a:lnTo>
                    <a:pt x="216784" y="310751"/>
                  </a:lnTo>
                  <a:close/>
                  <a:moveTo>
                    <a:pt x="105245" y="284080"/>
                  </a:moveTo>
                  <a:lnTo>
                    <a:pt x="72261" y="284080"/>
                  </a:lnTo>
                  <a:lnTo>
                    <a:pt x="72261" y="310751"/>
                  </a:lnTo>
                  <a:close/>
                  <a:moveTo>
                    <a:pt x="216784" y="310751"/>
                  </a:moveTo>
                  <a:lnTo>
                    <a:pt x="252915" y="310751"/>
                  </a:lnTo>
                  <a:lnTo>
                    <a:pt x="252915" y="284080"/>
                  </a:lnTo>
                  <a:close/>
                  <a:moveTo>
                    <a:pt x="216784" y="310751"/>
                  </a:moveTo>
                  <a:lnTo>
                    <a:pt x="252915" y="284080"/>
                  </a:lnTo>
                  <a:lnTo>
                    <a:pt x="216784" y="284080"/>
                  </a:lnTo>
                  <a:close/>
                  <a:moveTo>
                    <a:pt x="93293" y="257410"/>
                  </a:moveTo>
                  <a:lnTo>
                    <a:pt x="72261" y="257410"/>
                  </a:lnTo>
                  <a:lnTo>
                    <a:pt x="72261" y="284080"/>
                  </a:lnTo>
                  <a:close/>
                  <a:moveTo>
                    <a:pt x="219145" y="257410"/>
                  </a:moveTo>
                  <a:lnTo>
                    <a:pt x="216784" y="278200"/>
                  </a:lnTo>
                  <a:lnTo>
                    <a:pt x="252915" y="257410"/>
                  </a:lnTo>
                  <a:close/>
                  <a:moveTo>
                    <a:pt x="252915" y="257410"/>
                  </a:moveTo>
                  <a:lnTo>
                    <a:pt x="216784" y="278200"/>
                  </a:lnTo>
                  <a:lnTo>
                    <a:pt x="216784" y="284080"/>
                  </a:lnTo>
                  <a:close/>
                  <a:moveTo>
                    <a:pt x="252915" y="257410"/>
                  </a:moveTo>
                  <a:lnTo>
                    <a:pt x="216784" y="284080"/>
                  </a:lnTo>
                  <a:lnTo>
                    <a:pt x="252915" y="284080"/>
                  </a:lnTo>
                  <a:close/>
                  <a:moveTo>
                    <a:pt x="41696" y="230739"/>
                  </a:moveTo>
                  <a:lnTo>
                    <a:pt x="72261" y="257410"/>
                  </a:lnTo>
                  <a:lnTo>
                    <a:pt x="72261" y="230739"/>
                  </a:lnTo>
                  <a:close/>
                  <a:moveTo>
                    <a:pt x="252915" y="257410"/>
                  </a:moveTo>
                  <a:lnTo>
                    <a:pt x="252915" y="230739"/>
                  </a:lnTo>
                  <a:lnTo>
                    <a:pt x="219145" y="257410"/>
                  </a:lnTo>
                  <a:close/>
                  <a:moveTo>
                    <a:pt x="252915" y="230739"/>
                  </a:moveTo>
                  <a:lnTo>
                    <a:pt x="224444" y="230739"/>
                  </a:lnTo>
                  <a:lnTo>
                    <a:pt x="219145" y="257410"/>
                  </a:lnTo>
                  <a:close/>
                  <a:moveTo>
                    <a:pt x="36131" y="204068"/>
                  </a:moveTo>
                  <a:lnTo>
                    <a:pt x="36131" y="211062"/>
                  </a:lnTo>
                  <a:lnTo>
                    <a:pt x="64060" y="204068"/>
                  </a:lnTo>
                  <a:close/>
                  <a:moveTo>
                    <a:pt x="64060" y="204068"/>
                  </a:moveTo>
                  <a:lnTo>
                    <a:pt x="41696" y="230739"/>
                  </a:lnTo>
                  <a:lnTo>
                    <a:pt x="72261" y="224658"/>
                  </a:lnTo>
                  <a:close/>
                  <a:moveTo>
                    <a:pt x="72261" y="224658"/>
                  </a:moveTo>
                  <a:lnTo>
                    <a:pt x="41696" y="230739"/>
                  </a:lnTo>
                  <a:lnTo>
                    <a:pt x="72261" y="230739"/>
                  </a:lnTo>
                  <a:close/>
                  <a:moveTo>
                    <a:pt x="252915" y="230739"/>
                  </a:moveTo>
                  <a:lnTo>
                    <a:pt x="252915" y="204068"/>
                  </a:lnTo>
                  <a:lnTo>
                    <a:pt x="224444" y="230739"/>
                  </a:lnTo>
                  <a:close/>
                  <a:moveTo>
                    <a:pt x="252915" y="204068"/>
                  </a:moveTo>
                  <a:lnTo>
                    <a:pt x="230505" y="204068"/>
                  </a:lnTo>
                  <a:lnTo>
                    <a:pt x="224444" y="230739"/>
                  </a:lnTo>
                  <a:close/>
                  <a:moveTo>
                    <a:pt x="64060" y="204068"/>
                  </a:moveTo>
                  <a:lnTo>
                    <a:pt x="62661" y="177398"/>
                  </a:lnTo>
                  <a:lnTo>
                    <a:pt x="36131" y="204068"/>
                  </a:lnTo>
                  <a:close/>
                  <a:moveTo>
                    <a:pt x="62661" y="177398"/>
                  </a:moveTo>
                  <a:lnTo>
                    <a:pt x="36131" y="177398"/>
                  </a:lnTo>
                  <a:lnTo>
                    <a:pt x="36131" y="204068"/>
                  </a:lnTo>
                  <a:close/>
                  <a:moveTo>
                    <a:pt x="252915" y="204068"/>
                  </a:moveTo>
                  <a:lnTo>
                    <a:pt x="252915" y="177398"/>
                  </a:lnTo>
                  <a:lnTo>
                    <a:pt x="230505" y="204068"/>
                  </a:lnTo>
                  <a:close/>
                  <a:moveTo>
                    <a:pt x="41425" y="150727"/>
                  </a:moveTo>
                  <a:lnTo>
                    <a:pt x="36131" y="177398"/>
                  </a:lnTo>
                  <a:lnTo>
                    <a:pt x="62661" y="177398"/>
                  </a:lnTo>
                  <a:close/>
                  <a:moveTo>
                    <a:pt x="41425" y="150727"/>
                  </a:moveTo>
                  <a:lnTo>
                    <a:pt x="62661" y="177398"/>
                  </a:lnTo>
                  <a:lnTo>
                    <a:pt x="71362" y="150727"/>
                  </a:lnTo>
                  <a:close/>
                  <a:moveTo>
                    <a:pt x="252915" y="150727"/>
                  </a:moveTo>
                  <a:lnTo>
                    <a:pt x="252915" y="177398"/>
                  </a:lnTo>
                  <a:lnTo>
                    <a:pt x="268226" y="177398"/>
                  </a:lnTo>
                  <a:close/>
                  <a:moveTo>
                    <a:pt x="252915" y="177398"/>
                  </a:moveTo>
                  <a:lnTo>
                    <a:pt x="252915" y="150727"/>
                  </a:lnTo>
                  <a:lnTo>
                    <a:pt x="236103" y="177398"/>
                  </a:lnTo>
                  <a:close/>
                  <a:moveTo>
                    <a:pt x="55373" y="124056"/>
                  </a:moveTo>
                  <a:lnTo>
                    <a:pt x="72261" y="149154"/>
                  </a:lnTo>
                  <a:lnTo>
                    <a:pt x="72261" y="124056"/>
                  </a:lnTo>
                  <a:close/>
                  <a:moveTo>
                    <a:pt x="71362" y="150727"/>
                  </a:moveTo>
                  <a:lnTo>
                    <a:pt x="72261" y="149154"/>
                  </a:lnTo>
                  <a:lnTo>
                    <a:pt x="55373" y="124056"/>
                  </a:lnTo>
                  <a:close/>
                  <a:moveTo>
                    <a:pt x="252915" y="124056"/>
                  </a:moveTo>
                  <a:lnTo>
                    <a:pt x="252915" y="150727"/>
                  </a:lnTo>
                  <a:lnTo>
                    <a:pt x="275892" y="150727"/>
                  </a:lnTo>
                  <a:close/>
                  <a:moveTo>
                    <a:pt x="107716" y="97386"/>
                  </a:moveTo>
                  <a:lnTo>
                    <a:pt x="72261" y="97386"/>
                  </a:lnTo>
                  <a:lnTo>
                    <a:pt x="72261" y="124056"/>
                  </a:lnTo>
                  <a:close/>
                  <a:moveTo>
                    <a:pt x="252915" y="120289"/>
                  </a:moveTo>
                  <a:lnTo>
                    <a:pt x="289046" y="97386"/>
                  </a:lnTo>
                  <a:lnTo>
                    <a:pt x="261026" y="97386"/>
                  </a:lnTo>
                  <a:close/>
                  <a:moveTo>
                    <a:pt x="252915" y="120289"/>
                  </a:moveTo>
                  <a:lnTo>
                    <a:pt x="289046" y="119363"/>
                  </a:lnTo>
                  <a:lnTo>
                    <a:pt x="289046" y="97386"/>
                  </a:lnTo>
                  <a:close/>
                  <a:moveTo>
                    <a:pt x="252915" y="124056"/>
                  </a:moveTo>
                  <a:lnTo>
                    <a:pt x="289046" y="119363"/>
                  </a:lnTo>
                  <a:lnTo>
                    <a:pt x="252915" y="120289"/>
                  </a:lnTo>
                  <a:close/>
                  <a:moveTo>
                    <a:pt x="108392" y="70715"/>
                  </a:moveTo>
                  <a:lnTo>
                    <a:pt x="88567" y="70715"/>
                  </a:lnTo>
                  <a:lnTo>
                    <a:pt x="108392" y="96323"/>
                  </a:lnTo>
                  <a:close/>
                  <a:moveTo>
                    <a:pt x="108392" y="96323"/>
                  </a:moveTo>
                  <a:lnTo>
                    <a:pt x="72261" y="97368"/>
                  </a:lnTo>
                  <a:lnTo>
                    <a:pt x="107716" y="97386"/>
                  </a:lnTo>
                  <a:close/>
                  <a:moveTo>
                    <a:pt x="289046" y="97386"/>
                  </a:moveTo>
                  <a:lnTo>
                    <a:pt x="289046" y="70715"/>
                  </a:lnTo>
                  <a:lnTo>
                    <a:pt x="261026" y="97386"/>
                  </a:lnTo>
                  <a:close/>
                  <a:moveTo>
                    <a:pt x="108392" y="70715"/>
                  </a:moveTo>
                  <a:lnTo>
                    <a:pt x="144523" y="44044"/>
                  </a:lnTo>
                  <a:lnTo>
                    <a:pt x="108392" y="44044"/>
                  </a:lnTo>
                  <a:close/>
                  <a:moveTo>
                    <a:pt x="252915" y="44044"/>
                  </a:moveTo>
                  <a:lnTo>
                    <a:pt x="289046" y="70715"/>
                  </a:lnTo>
                  <a:lnTo>
                    <a:pt x="289046" y="44044"/>
                  </a:lnTo>
                  <a:close/>
                  <a:moveTo>
                    <a:pt x="144523" y="44044"/>
                  </a:moveTo>
                  <a:lnTo>
                    <a:pt x="180654" y="17374"/>
                  </a:lnTo>
                  <a:lnTo>
                    <a:pt x="144523" y="17374"/>
                  </a:lnTo>
                  <a:close/>
                  <a:moveTo>
                    <a:pt x="252915" y="44044"/>
                  </a:moveTo>
                  <a:lnTo>
                    <a:pt x="289046" y="44044"/>
                  </a:lnTo>
                  <a:lnTo>
                    <a:pt x="252915" y="17374"/>
                  </a:lnTo>
                  <a:close/>
                  <a:moveTo>
                    <a:pt x="216784" y="17374"/>
                  </a:moveTo>
                  <a:lnTo>
                    <a:pt x="252915" y="44044"/>
                  </a:lnTo>
                  <a:lnTo>
                    <a:pt x="252915" y="17374"/>
                  </a:lnTo>
                  <a:close/>
                  <a:moveTo>
                    <a:pt x="180654" y="17374"/>
                  </a:moveTo>
                  <a:lnTo>
                    <a:pt x="216784" y="17374"/>
                  </a:lnTo>
                  <a:lnTo>
                    <a:pt x="216784" y="0"/>
                  </a:lnTo>
                  <a:close/>
                  <a:moveTo>
                    <a:pt x="216784" y="17374"/>
                  </a:moveTo>
                  <a:lnTo>
                    <a:pt x="180654" y="17374"/>
                  </a:lnTo>
                  <a:lnTo>
                    <a:pt x="216784" y="30218"/>
                  </a:lnTo>
                  <a:close/>
                </a:path>
              </a:pathLst>
            </a:custGeom>
            <a:solidFill>
              <a:srgbClr val="70C699"/>
            </a:solidFill>
            <a:ln w="4001">
              <a:solidFill>
                <a:srgbClr val="B0E0C7"/>
              </a:solidFill>
            </a:ln>
          </p:spPr>
        </p:sp>
        <p:sp>
          <p:nvSpPr>
            <p:cNvPr id="4017" name="Match_B1__4016">
              <a:extLst>
                <a:ext uri="{FF2B5EF4-FFF2-40B4-BE49-F238E27FC236}">
                  <a16:creationId xmlns:a16="http://schemas.microsoft.com/office/drawing/2014/main" id="{46490362-5E2F-A349-256F-4AD2994A6787}"/>
                </a:ext>
              </a:extLst>
            </p:cNvPr>
            <p:cNvSpPr>
              <a:spLocks noGrp="1"/>
            </p:cNvSpPr>
            <p:nvPr/>
          </p:nvSpPr>
          <p:spPr>
            <a:xfrm>
              <a:off x="8412538" y="1782257"/>
              <a:ext cx="289046" cy="460510"/>
            </a:xfrm>
            <a:custGeom>
              <a:avLst/>
              <a:gdLst/>
              <a:ahLst/>
              <a:cxnLst/>
              <a:rect l="0" t="0" r="0" b="0"/>
              <a:pathLst>
                <a:path w="289046" h="460510">
                  <a:moveTo>
                    <a:pt x="108392" y="460510"/>
                  </a:moveTo>
                  <a:lnTo>
                    <a:pt x="144523" y="453402"/>
                  </a:lnTo>
                  <a:lnTo>
                    <a:pt x="132792" y="453402"/>
                  </a:lnTo>
                  <a:close/>
                  <a:moveTo>
                    <a:pt x="36131" y="453402"/>
                  </a:moveTo>
                  <a:lnTo>
                    <a:pt x="53090" y="453402"/>
                  </a:lnTo>
                  <a:lnTo>
                    <a:pt x="36131" y="443741"/>
                  </a:lnTo>
                  <a:close/>
                  <a:moveTo>
                    <a:pt x="144523" y="448509"/>
                  </a:moveTo>
                  <a:lnTo>
                    <a:pt x="180654" y="426731"/>
                  </a:lnTo>
                  <a:lnTo>
                    <a:pt x="170782" y="426731"/>
                  </a:lnTo>
                  <a:close/>
                  <a:moveTo>
                    <a:pt x="132792" y="453402"/>
                  </a:moveTo>
                  <a:lnTo>
                    <a:pt x="144523" y="453402"/>
                  </a:lnTo>
                  <a:lnTo>
                    <a:pt x="144523" y="448509"/>
                  </a:lnTo>
                  <a:close/>
                  <a:moveTo>
                    <a:pt x="20653" y="426731"/>
                  </a:moveTo>
                  <a:lnTo>
                    <a:pt x="16813" y="400060"/>
                  </a:lnTo>
                  <a:lnTo>
                    <a:pt x="0" y="426731"/>
                  </a:lnTo>
                  <a:close/>
                  <a:moveTo>
                    <a:pt x="170782" y="426731"/>
                  </a:moveTo>
                  <a:lnTo>
                    <a:pt x="180654" y="426731"/>
                  </a:lnTo>
                  <a:lnTo>
                    <a:pt x="180654" y="411424"/>
                  </a:lnTo>
                  <a:close/>
                  <a:moveTo>
                    <a:pt x="16813" y="400060"/>
                  </a:moveTo>
                  <a:lnTo>
                    <a:pt x="29440" y="373390"/>
                  </a:lnTo>
                  <a:lnTo>
                    <a:pt x="0" y="400060"/>
                  </a:lnTo>
                  <a:close/>
                  <a:moveTo>
                    <a:pt x="216784" y="373390"/>
                  </a:moveTo>
                  <a:lnTo>
                    <a:pt x="194430" y="373390"/>
                  </a:lnTo>
                  <a:lnTo>
                    <a:pt x="186755" y="400060"/>
                  </a:lnTo>
                  <a:close/>
                  <a:moveTo>
                    <a:pt x="216784" y="346719"/>
                  </a:moveTo>
                  <a:lnTo>
                    <a:pt x="200121" y="346719"/>
                  </a:lnTo>
                  <a:lnTo>
                    <a:pt x="194430" y="373390"/>
                  </a:lnTo>
                  <a:close/>
                  <a:moveTo>
                    <a:pt x="36131" y="346719"/>
                  </a:moveTo>
                  <a:lnTo>
                    <a:pt x="36131" y="365824"/>
                  </a:lnTo>
                  <a:lnTo>
                    <a:pt x="57186" y="346719"/>
                  </a:lnTo>
                  <a:close/>
                  <a:moveTo>
                    <a:pt x="216784" y="346719"/>
                  </a:moveTo>
                  <a:lnTo>
                    <a:pt x="216784" y="320048"/>
                  </a:lnTo>
                  <a:lnTo>
                    <a:pt x="200121" y="346719"/>
                  </a:lnTo>
                  <a:close/>
                  <a:moveTo>
                    <a:pt x="216784" y="320048"/>
                  </a:moveTo>
                  <a:lnTo>
                    <a:pt x="206255" y="320048"/>
                  </a:lnTo>
                  <a:lnTo>
                    <a:pt x="200121" y="346719"/>
                  </a:lnTo>
                  <a:close/>
                  <a:moveTo>
                    <a:pt x="88189" y="320048"/>
                  </a:moveTo>
                  <a:lnTo>
                    <a:pt x="104753" y="293378"/>
                  </a:lnTo>
                  <a:lnTo>
                    <a:pt x="72261" y="320048"/>
                  </a:lnTo>
                  <a:close/>
                  <a:moveTo>
                    <a:pt x="72261" y="320048"/>
                  </a:moveTo>
                  <a:lnTo>
                    <a:pt x="72261" y="332360"/>
                  </a:lnTo>
                  <a:lnTo>
                    <a:pt x="88189" y="320048"/>
                  </a:lnTo>
                  <a:close/>
                  <a:moveTo>
                    <a:pt x="216784" y="320048"/>
                  </a:moveTo>
                  <a:lnTo>
                    <a:pt x="216784" y="293378"/>
                  </a:lnTo>
                  <a:lnTo>
                    <a:pt x="206255" y="320048"/>
                  </a:lnTo>
                  <a:close/>
                  <a:moveTo>
                    <a:pt x="216784" y="293378"/>
                  </a:moveTo>
                  <a:lnTo>
                    <a:pt x="211853" y="293378"/>
                  </a:lnTo>
                  <a:lnTo>
                    <a:pt x="206255" y="320048"/>
                  </a:lnTo>
                  <a:close/>
                  <a:moveTo>
                    <a:pt x="104753" y="293378"/>
                  </a:moveTo>
                  <a:lnTo>
                    <a:pt x="105245" y="266707"/>
                  </a:lnTo>
                  <a:lnTo>
                    <a:pt x="72261" y="293378"/>
                  </a:lnTo>
                  <a:close/>
                  <a:moveTo>
                    <a:pt x="216784" y="293378"/>
                  </a:moveTo>
                  <a:lnTo>
                    <a:pt x="216784" y="266707"/>
                  </a:lnTo>
                  <a:lnTo>
                    <a:pt x="211853" y="293378"/>
                  </a:lnTo>
                  <a:close/>
                  <a:moveTo>
                    <a:pt x="216784" y="266707"/>
                  </a:moveTo>
                  <a:lnTo>
                    <a:pt x="215598" y="266707"/>
                  </a:lnTo>
                  <a:lnTo>
                    <a:pt x="211853" y="293378"/>
                  </a:lnTo>
                  <a:close/>
                  <a:moveTo>
                    <a:pt x="105245" y="266707"/>
                  </a:moveTo>
                  <a:lnTo>
                    <a:pt x="93293" y="240036"/>
                  </a:lnTo>
                  <a:lnTo>
                    <a:pt x="72261" y="266707"/>
                  </a:lnTo>
                  <a:close/>
                  <a:moveTo>
                    <a:pt x="215598" y="266707"/>
                  </a:moveTo>
                  <a:lnTo>
                    <a:pt x="216784" y="266707"/>
                  </a:lnTo>
                  <a:lnTo>
                    <a:pt x="216784" y="260827"/>
                  </a:lnTo>
                  <a:close/>
                  <a:moveTo>
                    <a:pt x="93293" y="240036"/>
                  </a:moveTo>
                  <a:lnTo>
                    <a:pt x="75445" y="213366"/>
                  </a:lnTo>
                  <a:lnTo>
                    <a:pt x="72261" y="240036"/>
                  </a:lnTo>
                  <a:close/>
                  <a:moveTo>
                    <a:pt x="75445" y="213366"/>
                  </a:moveTo>
                  <a:lnTo>
                    <a:pt x="72261" y="213366"/>
                  </a:lnTo>
                  <a:lnTo>
                    <a:pt x="72261" y="240036"/>
                  </a:lnTo>
                  <a:close/>
                  <a:moveTo>
                    <a:pt x="72261" y="213366"/>
                  </a:moveTo>
                  <a:lnTo>
                    <a:pt x="75445" y="213366"/>
                  </a:lnTo>
                  <a:lnTo>
                    <a:pt x="72261" y="207284"/>
                  </a:lnTo>
                  <a:close/>
                  <a:moveTo>
                    <a:pt x="252915" y="160024"/>
                  </a:moveTo>
                  <a:lnTo>
                    <a:pt x="236103" y="160024"/>
                  </a:lnTo>
                  <a:lnTo>
                    <a:pt x="230505" y="186695"/>
                  </a:lnTo>
                  <a:close/>
                  <a:moveTo>
                    <a:pt x="252915" y="133353"/>
                  </a:moveTo>
                  <a:lnTo>
                    <a:pt x="242217" y="133353"/>
                  </a:lnTo>
                  <a:lnTo>
                    <a:pt x="236103" y="160024"/>
                  </a:lnTo>
                  <a:close/>
                  <a:moveTo>
                    <a:pt x="252915" y="133353"/>
                  </a:moveTo>
                  <a:lnTo>
                    <a:pt x="252915" y="106683"/>
                  </a:lnTo>
                  <a:lnTo>
                    <a:pt x="242217" y="133353"/>
                  </a:lnTo>
                  <a:close/>
                  <a:moveTo>
                    <a:pt x="252915" y="106683"/>
                  </a:moveTo>
                  <a:lnTo>
                    <a:pt x="251460" y="106683"/>
                  </a:lnTo>
                  <a:lnTo>
                    <a:pt x="242217" y="133353"/>
                  </a:lnTo>
                  <a:close/>
                  <a:moveTo>
                    <a:pt x="89211" y="106683"/>
                  </a:moveTo>
                  <a:lnTo>
                    <a:pt x="107716" y="80012"/>
                  </a:lnTo>
                  <a:lnTo>
                    <a:pt x="72261" y="106683"/>
                  </a:lnTo>
                  <a:close/>
                  <a:moveTo>
                    <a:pt x="72261" y="106683"/>
                  </a:moveTo>
                  <a:lnTo>
                    <a:pt x="72261" y="131781"/>
                  </a:lnTo>
                  <a:lnTo>
                    <a:pt x="89211" y="106683"/>
                  </a:lnTo>
                  <a:close/>
                  <a:moveTo>
                    <a:pt x="251460" y="106683"/>
                  </a:moveTo>
                  <a:lnTo>
                    <a:pt x="252915" y="106683"/>
                  </a:lnTo>
                  <a:lnTo>
                    <a:pt x="252915" y="102915"/>
                  </a:lnTo>
                  <a:close/>
                  <a:moveTo>
                    <a:pt x="289046" y="53341"/>
                  </a:moveTo>
                  <a:lnTo>
                    <a:pt x="264049" y="53341"/>
                  </a:lnTo>
                  <a:lnTo>
                    <a:pt x="261026" y="80012"/>
                  </a:lnTo>
                  <a:close/>
                  <a:moveTo>
                    <a:pt x="128123" y="53341"/>
                  </a:moveTo>
                  <a:lnTo>
                    <a:pt x="144523" y="34528"/>
                  </a:lnTo>
                  <a:lnTo>
                    <a:pt x="108392" y="53341"/>
                  </a:lnTo>
                  <a:close/>
                  <a:moveTo>
                    <a:pt x="108392" y="53341"/>
                  </a:moveTo>
                  <a:lnTo>
                    <a:pt x="144523" y="34528"/>
                  </a:lnTo>
                  <a:lnTo>
                    <a:pt x="144523" y="26671"/>
                  </a:lnTo>
                  <a:close/>
                  <a:moveTo>
                    <a:pt x="108392" y="53341"/>
                  </a:moveTo>
                  <a:lnTo>
                    <a:pt x="108392" y="78949"/>
                  </a:lnTo>
                  <a:lnTo>
                    <a:pt x="128123" y="53341"/>
                  </a:lnTo>
                  <a:close/>
                  <a:moveTo>
                    <a:pt x="252915" y="29125"/>
                  </a:moveTo>
                  <a:lnTo>
                    <a:pt x="264049" y="53341"/>
                  </a:lnTo>
                  <a:lnTo>
                    <a:pt x="252915" y="26671"/>
                  </a:lnTo>
                  <a:close/>
                  <a:moveTo>
                    <a:pt x="252915" y="26671"/>
                  </a:moveTo>
                  <a:lnTo>
                    <a:pt x="264049" y="53341"/>
                  </a:lnTo>
                  <a:lnTo>
                    <a:pt x="289046" y="53341"/>
                  </a:lnTo>
                  <a:close/>
                  <a:moveTo>
                    <a:pt x="155908" y="26671"/>
                  </a:moveTo>
                  <a:lnTo>
                    <a:pt x="180654" y="14976"/>
                  </a:lnTo>
                  <a:lnTo>
                    <a:pt x="144523" y="26671"/>
                  </a:lnTo>
                  <a:close/>
                  <a:moveTo>
                    <a:pt x="144523" y="26671"/>
                  </a:moveTo>
                  <a:lnTo>
                    <a:pt x="180654" y="14976"/>
                  </a:lnTo>
                  <a:lnTo>
                    <a:pt x="180654" y="0"/>
                  </a:lnTo>
                  <a:close/>
                  <a:moveTo>
                    <a:pt x="144523" y="26671"/>
                  </a:moveTo>
                  <a:lnTo>
                    <a:pt x="144523" y="34528"/>
                  </a:lnTo>
                  <a:lnTo>
                    <a:pt x="155908" y="26671"/>
                  </a:lnTo>
                  <a:close/>
                  <a:moveTo>
                    <a:pt x="216784" y="12845"/>
                  </a:moveTo>
                  <a:lnTo>
                    <a:pt x="250597" y="26671"/>
                  </a:lnTo>
                  <a:lnTo>
                    <a:pt x="216784" y="0"/>
                  </a:lnTo>
                  <a:close/>
                  <a:moveTo>
                    <a:pt x="216784" y="0"/>
                  </a:moveTo>
                  <a:lnTo>
                    <a:pt x="250597" y="26671"/>
                  </a:lnTo>
                  <a:lnTo>
                    <a:pt x="252915" y="26671"/>
                  </a:lnTo>
                  <a:close/>
                  <a:moveTo>
                    <a:pt x="252915" y="29125"/>
                  </a:moveTo>
                  <a:lnTo>
                    <a:pt x="252915" y="26671"/>
                  </a:lnTo>
                  <a:lnTo>
                    <a:pt x="250597" y="26671"/>
                  </a:lnTo>
                  <a:close/>
                  <a:moveTo>
                    <a:pt x="180654" y="0"/>
                  </a:moveTo>
                  <a:lnTo>
                    <a:pt x="180654" y="14976"/>
                  </a:lnTo>
                  <a:lnTo>
                    <a:pt x="216784" y="12845"/>
                  </a:lnTo>
                  <a:close/>
                  <a:moveTo>
                    <a:pt x="53090" y="453402"/>
                  </a:moveTo>
                  <a:lnTo>
                    <a:pt x="72261" y="459842"/>
                  </a:lnTo>
                  <a:lnTo>
                    <a:pt x="72261" y="453402"/>
                  </a:lnTo>
                  <a:close/>
                  <a:moveTo>
                    <a:pt x="72261" y="453402"/>
                  </a:moveTo>
                  <a:lnTo>
                    <a:pt x="36131" y="443741"/>
                  </a:lnTo>
                  <a:lnTo>
                    <a:pt x="53090" y="453402"/>
                  </a:lnTo>
                  <a:close/>
                  <a:moveTo>
                    <a:pt x="36131" y="426731"/>
                  </a:moveTo>
                  <a:lnTo>
                    <a:pt x="36131" y="443741"/>
                  </a:lnTo>
                  <a:lnTo>
                    <a:pt x="72261" y="453402"/>
                  </a:lnTo>
                  <a:close/>
                  <a:moveTo>
                    <a:pt x="108392" y="453402"/>
                  </a:moveTo>
                  <a:lnTo>
                    <a:pt x="72261" y="459842"/>
                  </a:lnTo>
                  <a:lnTo>
                    <a:pt x="108392" y="460510"/>
                  </a:lnTo>
                  <a:close/>
                  <a:moveTo>
                    <a:pt x="108392" y="453402"/>
                  </a:moveTo>
                  <a:lnTo>
                    <a:pt x="72261" y="453402"/>
                  </a:lnTo>
                  <a:lnTo>
                    <a:pt x="72261" y="459842"/>
                  </a:lnTo>
                  <a:close/>
                  <a:moveTo>
                    <a:pt x="108392" y="453402"/>
                  </a:moveTo>
                  <a:lnTo>
                    <a:pt x="108392" y="460510"/>
                  </a:lnTo>
                  <a:lnTo>
                    <a:pt x="132792" y="453402"/>
                  </a:lnTo>
                  <a:close/>
                  <a:moveTo>
                    <a:pt x="144523" y="426731"/>
                  </a:moveTo>
                  <a:lnTo>
                    <a:pt x="132792" y="453402"/>
                  </a:lnTo>
                  <a:lnTo>
                    <a:pt x="144523" y="448509"/>
                  </a:lnTo>
                  <a:close/>
                  <a:moveTo>
                    <a:pt x="108392" y="453402"/>
                  </a:moveTo>
                  <a:lnTo>
                    <a:pt x="132792" y="453402"/>
                  </a:lnTo>
                  <a:lnTo>
                    <a:pt x="144523" y="426731"/>
                  </a:lnTo>
                  <a:close/>
                  <a:moveTo>
                    <a:pt x="20653" y="426731"/>
                  </a:moveTo>
                  <a:lnTo>
                    <a:pt x="36131" y="443741"/>
                  </a:lnTo>
                  <a:lnTo>
                    <a:pt x="36131" y="426731"/>
                  </a:lnTo>
                  <a:close/>
                  <a:moveTo>
                    <a:pt x="16813" y="400060"/>
                  </a:moveTo>
                  <a:lnTo>
                    <a:pt x="20653" y="426731"/>
                  </a:lnTo>
                  <a:lnTo>
                    <a:pt x="36131" y="426731"/>
                  </a:lnTo>
                  <a:close/>
                  <a:moveTo>
                    <a:pt x="144523" y="426731"/>
                  </a:moveTo>
                  <a:lnTo>
                    <a:pt x="144523" y="448509"/>
                  </a:lnTo>
                  <a:lnTo>
                    <a:pt x="170782" y="426731"/>
                  </a:lnTo>
                  <a:close/>
                  <a:moveTo>
                    <a:pt x="180654" y="400060"/>
                  </a:moveTo>
                  <a:lnTo>
                    <a:pt x="170782" y="426731"/>
                  </a:lnTo>
                  <a:lnTo>
                    <a:pt x="180654" y="411424"/>
                  </a:lnTo>
                  <a:close/>
                  <a:moveTo>
                    <a:pt x="144523" y="426731"/>
                  </a:moveTo>
                  <a:lnTo>
                    <a:pt x="170782" y="426731"/>
                  </a:lnTo>
                  <a:lnTo>
                    <a:pt x="180654" y="400060"/>
                  </a:lnTo>
                  <a:close/>
                  <a:moveTo>
                    <a:pt x="29440" y="373390"/>
                  </a:moveTo>
                  <a:lnTo>
                    <a:pt x="36131" y="400060"/>
                  </a:lnTo>
                  <a:lnTo>
                    <a:pt x="36131" y="373390"/>
                  </a:lnTo>
                  <a:close/>
                  <a:moveTo>
                    <a:pt x="29440" y="373390"/>
                  </a:moveTo>
                  <a:lnTo>
                    <a:pt x="16813" y="400060"/>
                  </a:lnTo>
                  <a:lnTo>
                    <a:pt x="36131" y="400060"/>
                  </a:lnTo>
                  <a:close/>
                  <a:moveTo>
                    <a:pt x="180654" y="400060"/>
                  </a:moveTo>
                  <a:lnTo>
                    <a:pt x="180654" y="411424"/>
                  </a:lnTo>
                  <a:lnTo>
                    <a:pt x="186755" y="400060"/>
                  </a:lnTo>
                  <a:close/>
                  <a:moveTo>
                    <a:pt x="180654" y="373390"/>
                  </a:moveTo>
                  <a:lnTo>
                    <a:pt x="186755" y="400060"/>
                  </a:lnTo>
                  <a:lnTo>
                    <a:pt x="194430" y="373390"/>
                  </a:lnTo>
                  <a:close/>
                  <a:moveTo>
                    <a:pt x="180654" y="373390"/>
                  </a:moveTo>
                  <a:lnTo>
                    <a:pt x="180654" y="400060"/>
                  </a:lnTo>
                  <a:lnTo>
                    <a:pt x="186755" y="400060"/>
                  </a:lnTo>
                  <a:close/>
                  <a:moveTo>
                    <a:pt x="36131" y="365824"/>
                  </a:moveTo>
                  <a:lnTo>
                    <a:pt x="29440" y="373390"/>
                  </a:lnTo>
                  <a:lnTo>
                    <a:pt x="36131" y="373390"/>
                  </a:lnTo>
                  <a:close/>
                  <a:moveTo>
                    <a:pt x="36131" y="373390"/>
                  </a:moveTo>
                  <a:lnTo>
                    <a:pt x="57186" y="346719"/>
                  </a:lnTo>
                  <a:lnTo>
                    <a:pt x="36131" y="365824"/>
                  </a:lnTo>
                  <a:close/>
                  <a:moveTo>
                    <a:pt x="72261" y="346719"/>
                  </a:moveTo>
                  <a:lnTo>
                    <a:pt x="57186" y="346719"/>
                  </a:lnTo>
                  <a:lnTo>
                    <a:pt x="36131" y="373390"/>
                  </a:lnTo>
                  <a:close/>
                  <a:moveTo>
                    <a:pt x="180654" y="346719"/>
                  </a:moveTo>
                  <a:lnTo>
                    <a:pt x="194430" y="373390"/>
                  </a:lnTo>
                  <a:lnTo>
                    <a:pt x="200121" y="346719"/>
                  </a:lnTo>
                  <a:close/>
                  <a:moveTo>
                    <a:pt x="180654" y="346719"/>
                  </a:moveTo>
                  <a:lnTo>
                    <a:pt x="180654" y="373390"/>
                  </a:lnTo>
                  <a:lnTo>
                    <a:pt x="194430" y="373390"/>
                  </a:lnTo>
                  <a:close/>
                  <a:moveTo>
                    <a:pt x="72261" y="332360"/>
                  </a:moveTo>
                  <a:lnTo>
                    <a:pt x="57186" y="346719"/>
                  </a:lnTo>
                  <a:lnTo>
                    <a:pt x="72261" y="346719"/>
                  </a:lnTo>
                  <a:close/>
                  <a:moveTo>
                    <a:pt x="72261" y="346719"/>
                  </a:moveTo>
                  <a:lnTo>
                    <a:pt x="88189" y="320048"/>
                  </a:lnTo>
                  <a:lnTo>
                    <a:pt x="72261" y="332360"/>
                  </a:lnTo>
                  <a:close/>
                  <a:moveTo>
                    <a:pt x="108392" y="320048"/>
                  </a:moveTo>
                  <a:lnTo>
                    <a:pt x="88189" y="320048"/>
                  </a:lnTo>
                  <a:lnTo>
                    <a:pt x="72261" y="346719"/>
                  </a:lnTo>
                  <a:close/>
                  <a:moveTo>
                    <a:pt x="180654" y="320048"/>
                  </a:moveTo>
                  <a:lnTo>
                    <a:pt x="200121" y="346719"/>
                  </a:lnTo>
                  <a:lnTo>
                    <a:pt x="206255" y="320048"/>
                  </a:lnTo>
                  <a:close/>
                  <a:moveTo>
                    <a:pt x="180654" y="320048"/>
                  </a:moveTo>
                  <a:lnTo>
                    <a:pt x="180654" y="346719"/>
                  </a:lnTo>
                  <a:lnTo>
                    <a:pt x="200121" y="346719"/>
                  </a:lnTo>
                  <a:close/>
                  <a:moveTo>
                    <a:pt x="104753" y="293378"/>
                  </a:moveTo>
                  <a:lnTo>
                    <a:pt x="108392" y="320048"/>
                  </a:lnTo>
                  <a:lnTo>
                    <a:pt x="108392" y="293378"/>
                  </a:lnTo>
                  <a:close/>
                  <a:moveTo>
                    <a:pt x="104753" y="293378"/>
                  </a:moveTo>
                  <a:lnTo>
                    <a:pt x="88189" y="320048"/>
                  </a:lnTo>
                  <a:lnTo>
                    <a:pt x="108392" y="320048"/>
                  </a:lnTo>
                  <a:close/>
                  <a:moveTo>
                    <a:pt x="108392" y="320048"/>
                  </a:moveTo>
                  <a:lnTo>
                    <a:pt x="144523" y="293378"/>
                  </a:lnTo>
                  <a:lnTo>
                    <a:pt x="108392" y="293378"/>
                  </a:lnTo>
                  <a:close/>
                  <a:moveTo>
                    <a:pt x="180654" y="293378"/>
                  </a:moveTo>
                  <a:lnTo>
                    <a:pt x="206255" y="320048"/>
                  </a:lnTo>
                  <a:lnTo>
                    <a:pt x="211853" y="293378"/>
                  </a:lnTo>
                  <a:close/>
                  <a:moveTo>
                    <a:pt x="180654" y="293378"/>
                  </a:moveTo>
                  <a:lnTo>
                    <a:pt x="180654" y="320048"/>
                  </a:lnTo>
                  <a:lnTo>
                    <a:pt x="206255" y="320048"/>
                  </a:lnTo>
                  <a:close/>
                  <a:moveTo>
                    <a:pt x="105245" y="266707"/>
                  </a:moveTo>
                  <a:lnTo>
                    <a:pt x="108392" y="293378"/>
                  </a:lnTo>
                  <a:lnTo>
                    <a:pt x="108392" y="266707"/>
                  </a:lnTo>
                  <a:close/>
                  <a:moveTo>
                    <a:pt x="105245" y="266707"/>
                  </a:moveTo>
                  <a:lnTo>
                    <a:pt x="104753" y="293378"/>
                  </a:lnTo>
                  <a:lnTo>
                    <a:pt x="108392" y="293378"/>
                  </a:lnTo>
                  <a:close/>
                  <a:moveTo>
                    <a:pt x="108392" y="293378"/>
                  </a:moveTo>
                  <a:lnTo>
                    <a:pt x="144523" y="293378"/>
                  </a:lnTo>
                  <a:lnTo>
                    <a:pt x="144523" y="266707"/>
                  </a:lnTo>
                  <a:close/>
                  <a:moveTo>
                    <a:pt x="108392" y="293378"/>
                  </a:moveTo>
                  <a:lnTo>
                    <a:pt x="144523" y="266707"/>
                  </a:lnTo>
                  <a:lnTo>
                    <a:pt x="108392" y="266707"/>
                  </a:lnTo>
                  <a:close/>
                  <a:moveTo>
                    <a:pt x="180654" y="266707"/>
                  </a:moveTo>
                  <a:lnTo>
                    <a:pt x="211853" y="293378"/>
                  </a:lnTo>
                  <a:lnTo>
                    <a:pt x="215598" y="266707"/>
                  </a:lnTo>
                  <a:close/>
                  <a:moveTo>
                    <a:pt x="180654" y="266707"/>
                  </a:moveTo>
                  <a:lnTo>
                    <a:pt x="180654" y="293378"/>
                  </a:lnTo>
                  <a:lnTo>
                    <a:pt x="211853" y="293378"/>
                  </a:lnTo>
                  <a:close/>
                  <a:moveTo>
                    <a:pt x="93293" y="240036"/>
                  </a:moveTo>
                  <a:lnTo>
                    <a:pt x="108392" y="266707"/>
                  </a:lnTo>
                  <a:lnTo>
                    <a:pt x="108392" y="240036"/>
                  </a:lnTo>
                  <a:close/>
                  <a:moveTo>
                    <a:pt x="93293" y="240036"/>
                  </a:moveTo>
                  <a:lnTo>
                    <a:pt x="105245" y="266707"/>
                  </a:lnTo>
                  <a:lnTo>
                    <a:pt x="108392" y="266707"/>
                  </a:lnTo>
                  <a:close/>
                  <a:moveTo>
                    <a:pt x="216784" y="240036"/>
                  </a:moveTo>
                  <a:lnTo>
                    <a:pt x="215598" y="266707"/>
                  </a:lnTo>
                  <a:lnTo>
                    <a:pt x="216784" y="260827"/>
                  </a:lnTo>
                  <a:close/>
                  <a:moveTo>
                    <a:pt x="180654" y="266707"/>
                  </a:moveTo>
                  <a:lnTo>
                    <a:pt x="215598" y="266707"/>
                  </a:lnTo>
                  <a:lnTo>
                    <a:pt x="216784" y="240036"/>
                  </a:lnTo>
                  <a:close/>
                  <a:moveTo>
                    <a:pt x="75445" y="213366"/>
                  </a:moveTo>
                  <a:lnTo>
                    <a:pt x="93293" y="240036"/>
                  </a:lnTo>
                  <a:lnTo>
                    <a:pt x="108392" y="240036"/>
                  </a:lnTo>
                  <a:close/>
                  <a:moveTo>
                    <a:pt x="180654" y="240036"/>
                  </a:moveTo>
                  <a:lnTo>
                    <a:pt x="216784" y="240036"/>
                  </a:lnTo>
                  <a:lnTo>
                    <a:pt x="216784" y="213366"/>
                  </a:lnTo>
                  <a:close/>
                  <a:moveTo>
                    <a:pt x="216784" y="240036"/>
                  </a:moveTo>
                  <a:lnTo>
                    <a:pt x="216784" y="260827"/>
                  </a:lnTo>
                  <a:lnTo>
                    <a:pt x="219145" y="240036"/>
                  </a:lnTo>
                  <a:close/>
                  <a:moveTo>
                    <a:pt x="216784" y="213366"/>
                  </a:moveTo>
                  <a:lnTo>
                    <a:pt x="219145" y="240036"/>
                  </a:lnTo>
                  <a:lnTo>
                    <a:pt x="224444" y="213366"/>
                  </a:lnTo>
                  <a:close/>
                  <a:moveTo>
                    <a:pt x="216784" y="213366"/>
                  </a:moveTo>
                  <a:lnTo>
                    <a:pt x="216784" y="240036"/>
                  </a:lnTo>
                  <a:lnTo>
                    <a:pt x="219145" y="240036"/>
                  </a:lnTo>
                  <a:close/>
                  <a:moveTo>
                    <a:pt x="108392" y="213366"/>
                  </a:moveTo>
                  <a:lnTo>
                    <a:pt x="72261" y="207284"/>
                  </a:lnTo>
                  <a:lnTo>
                    <a:pt x="75445" y="213366"/>
                  </a:lnTo>
                  <a:close/>
                  <a:moveTo>
                    <a:pt x="72261" y="186695"/>
                  </a:moveTo>
                  <a:lnTo>
                    <a:pt x="72261" y="207284"/>
                  </a:lnTo>
                  <a:lnTo>
                    <a:pt x="108392" y="213366"/>
                  </a:lnTo>
                  <a:close/>
                  <a:moveTo>
                    <a:pt x="216784" y="186695"/>
                  </a:moveTo>
                  <a:lnTo>
                    <a:pt x="224444" y="213366"/>
                  </a:lnTo>
                  <a:lnTo>
                    <a:pt x="230505" y="186695"/>
                  </a:lnTo>
                  <a:close/>
                  <a:moveTo>
                    <a:pt x="216784" y="186695"/>
                  </a:moveTo>
                  <a:lnTo>
                    <a:pt x="216784" y="213366"/>
                  </a:lnTo>
                  <a:lnTo>
                    <a:pt x="224444" y="213366"/>
                  </a:lnTo>
                  <a:close/>
                  <a:moveTo>
                    <a:pt x="64060" y="186695"/>
                  </a:moveTo>
                  <a:lnTo>
                    <a:pt x="72261" y="207284"/>
                  </a:lnTo>
                  <a:lnTo>
                    <a:pt x="72261" y="186695"/>
                  </a:lnTo>
                  <a:close/>
                  <a:moveTo>
                    <a:pt x="62661" y="160024"/>
                  </a:moveTo>
                  <a:lnTo>
                    <a:pt x="72261" y="186695"/>
                  </a:lnTo>
                  <a:lnTo>
                    <a:pt x="72261" y="160024"/>
                  </a:lnTo>
                  <a:close/>
                  <a:moveTo>
                    <a:pt x="62661" y="160024"/>
                  </a:moveTo>
                  <a:lnTo>
                    <a:pt x="64060" y="186695"/>
                  </a:lnTo>
                  <a:lnTo>
                    <a:pt x="72261" y="186695"/>
                  </a:lnTo>
                  <a:close/>
                  <a:moveTo>
                    <a:pt x="216784" y="160024"/>
                  </a:moveTo>
                  <a:lnTo>
                    <a:pt x="230505" y="186695"/>
                  </a:lnTo>
                  <a:lnTo>
                    <a:pt x="236103" y="160024"/>
                  </a:lnTo>
                  <a:close/>
                  <a:moveTo>
                    <a:pt x="216784" y="160024"/>
                  </a:moveTo>
                  <a:lnTo>
                    <a:pt x="216784" y="186695"/>
                  </a:lnTo>
                  <a:lnTo>
                    <a:pt x="230505" y="186695"/>
                  </a:lnTo>
                  <a:close/>
                  <a:moveTo>
                    <a:pt x="71362" y="133353"/>
                  </a:moveTo>
                  <a:lnTo>
                    <a:pt x="72261" y="160024"/>
                  </a:lnTo>
                  <a:lnTo>
                    <a:pt x="72261" y="133353"/>
                  </a:lnTo>
                  <a:close/>
                  <a:moveTo>
                    <a:pt x="71362" y="133353"/>
                  </a:moveTo>
                  <a:lnTo>
                    <a:pt x="62661" y="160024"/>
                  </a:lnTo>
                  <a:lnTo>
                    <a:pt x="72261" y="160024"/>
                  </a:lnTo>
                  <a:close/>
                  <a:moveTo>
                    <a:pt x="216784" y="133353"/>
                  </a:moveTo>
                  <a:lnTo>
                    <a:pt x="236103" y="160024"/>
                  </a:lnTo>
                  <a:lnTo>
                    <a:pt x="242217" y="133353"/>
                  </a:lnTo>
                  <a:close/>
                  <a:moveTo>
                    <a:pt x="72261" y="131781"/>
                  </a:moveTo>
                  <a:lnTo>
                    <a:pt x="71362" y="133353"/>
                  </a:lnTo>
                  <a:lnTo>
                    <a:pt x="72261" y="133353"/>
                  </a:lnTo>
                  <a:close/>
                  <a:moveTo>
                    <a:pt x="72261" y="133353"/>
                  </a:moveTo>
                  <a:lnTo>
                    <a:pt x="89211" y="106683"/>
                  </a:lnTo>
                  <a:lnTo>
                    <a:pt x="72261" y="131781"/>
                  </a:lnTo>
                  <a:close/>
                  <a:moveTo>
                    <a:pt x="108392" y="106683"/>
                  </a:moveTo>
                  <a:lnTo>
                    <a:pt x="89211" y="106683"/>
                  </a:lnTo>
                  <a:lnTo>
                    <a:pt x="72261" y="133353"/>
                  </a:lnTo>
                  <a:close/>
                  <a:moveTo>
                    <a:pt x="216784" y="106683"/>
                  </a:moveTo>
                  <a:lnTo>
                    <a:pt x="242217" y="133353"/>
                  </a:lnTo>
                  <a:lnTo>
                    <a:pt x="251460" y="106683"/>
                  </a:lnTo>
                  <a:close/>
                  <a:moveTo>
                    <a:pt x="107716" y="80012"/>
                  </a:moveTo>
                  <a:lnTo>
                    <a:pt x="108392" y="106683"/>
                  </a:lnTo>
                  <a:lnTo>
                    <a:pt x="108392" y="80012"/>
                  </a:lnTo>
                  <a:close/>
                  <a:moveTo>
                    <a:pt x="107716" y="80012"/>
                  </a:moveTo>
                  <a:lnTo>
                    <a:pt x="89211" y="106683"/>
                  </a:lnTo>
                  <a:lnTo>
                    <a:pt x="108392" y="106683"/>
                  </a:lnTo>
                  <a:close/>
                  <a:moveTo>
                    <a:pt x="252915" y="80012"/>
                  </a:moveTo>
                  <a:lnTo>
                    <a:pt x="251460" y="106683"/>
                  </a:lnTo>
                  <a:lnTo>
                    <a:pt x="252915" y="102915"/>
                  </a:lnTo>
                  <a:close/>
                  <a:moveTo>
                    <a:pt x="216784" y="106683"/>
                  </a:moveTo>
                  <a:lnTo>
                    <a:pt x="251460" y="106683"/>
                  </a:lnTo>
                  <a:lnTo>
                    <a:pt x="252915" y="80012"/>
                  </a:lnTo>
                  <a:close/>
                  <a:moveTo>
                    <a:pt x="108392" y="78949"/>
                  </a:moveTo>
                  <a:lnTo>
                    <a:pt x="107716" y="80012"/>
                  </a:lnTo>
                  <a:lnTo>
                    <a:pt x="108392" y="80012"/>
                  </a:lnTo>
                  <a:close/>
                  <a:moveTo>
                    <a:pt x="108392" y="80012"/>
                  </a:moveTo>
                  <a:lnTo>
                    <a:pt x="128123" y="53341"/>
                  </a:lnTo>
                  <a:lnTo>
                    <a:pt x="108392" y="78949"/>
                  </a:lnTo>
                  <a:close/>
                  <a:moveTo>
                    <a:pt x="144523" y="53341"/>
                  </a:moveTo>
                  <a:lnTo>
                    <a:pt x="128123" y="53341"/>
                  </a:lnTo>
                  <a:lnTo>
                    <a:pt x="108392" y="80012"/>
                  </a:lnTo>
                  <a:close/>
                  <a:moveTo>
                    <a:pt x="252915" y="80012"/>
                  </a:moveTo>
                  <a:lnTo>
                    <a:pt x="252915" y="102915"/>
                  </a:lnTo>
                  <a:lnTo>
                    <a:pt x="261026" y="80012"/>
                  </a:lnTo>
                  <a:close/>
                  <a:moveTo>
                    <a:pt x="252915" y="53341"/>
                  </a:moveTo>
                  <a:lnTo>
                    <a:pt x="261026" y="80012"/>
                  </a:lnTo>
                  <a:lnTo>
                    <a:pt x="264049" y="53341"/>
                  </a:lnTo>
                  <a:close/>
                  <a:moveTo>
                    <a:pt x="252915" y="53341"/>
                  </a:moveTo>
                  <a:lnTo>
                    <a:pt x="252915" y="80012"/>
                  </a:lnTo>
                  <a:lnTo>
                    <a:pt x="261026" y="80012"/>
                  </a:lnTo>
                  <a:close/>
                  <a:moveTo>
                    <a:pt x="144523" y="34528"/>
                  </a:moveTo>
                  <a:lnTo>
                    <a:pt x="128123" y="53341"/>
                  </a:lnTo>
                  <a:lnTo>
                    <a:pt x="144523" y="53341"/>
                  </a:lnTo>
                  <a:close/>
                  <a:moveTo>
                    <a:pt x="144523" y="53341"/>
                  </a:moveTo>
                  <a:lnTo>
                    <a:pt x="155908" y="26671"/>
                  </a:lnTo>
                  <a:lnTo>
                    <a:pt x="144523" y="34528"/>
                  </a:lnTo>
                  <a:close/>
                  <a:moveTo>
                    <a:pt x="180654" y="26671"/>
                  </a:moveTo>
                  <a:lnTo>
                    <a:pt x="155908" y="26671"/>
                  </a:lnTo>
                  <a:lnTo>
                    <a:pt x="144523" y="53341"/>
                  </a:lnTo>
                  <a:close/>
                  <a:moveTo>
                    <a:pt x="216784" y="26671"/>
                  </a:moveTo>
                  <a:lnTo>
                    <a:pt x="252915" y="29125"/>
                  </a:lnTo>
                  <a:lnTo>
                    <a:pt x="250597" y="26671"/>
                  </a:lnTo>
                  <a:close/>
                  <a:moveTo>
                    <a:pt x="252915" y="53341"/>
                  </a:moveTo>
                  <a:lnTo>
                    <a:pt x="252915" y="29125"/>
                  </a:lnTo>
                  <a:lnTo>
                    <a:pt x="216784" y="26671"/>
                  </a:lnTo>
                  <a:close/>
                  <a:moveTo>
                    <a:pt x="252915" y="53341"/>
                  </a:moveTo>
                  <a:lnTo>
                    <a:pt x="264049" y="53341"/>
                  </a:lnTo>
                  <a:lnTo>
                    <a:pt x="252915" y="29125"/>
                  </a:lnTo>
                  <a:close/>
                  <a:moveTo>
                    <a:pt x="180654" y="14976"/>
                  </a:moveTo>
                  <a:lnTo>
                    <a:pt x="155908" y="26671"/>
                  </a:lnTo>
                  <a:lnTo>
                    <a:pt x="180654" y="26671"/>
                  </a:lnTo>
                  <a:close/>
                  <a:moveTo>
                    <a:pt x="180654" y="26671"/>
                  </a:moveTo>
                  <a:lnTo>
                    <a:pt x="216784" y="12845"/>
                  </a:lnTo>
                  <a:lnTo>
                    <a:pt x="180654" y="14976"/>
                  </a:lnTo>
                  <a:close/>
                  <a:moveTo>
                    <a:pt x="180654" y="26671"/>
                  </a:moveTo>
                  <a:lnTo>
                    <a:pt x="216784" y="26671"/>
                  </a:lnTo>
                  <a:lnTo>
                    <a:pt x="216784" y="12845"/>
                  </a:lnTo>
                  <a:close/>
                  <a:moveTo>
                    <a:pt x="216784" y="26671"/>
                  </a:moveTo>
                  <a:lnTo>
                    <a:pt x="250597" y="26671"/>
                  </a:lnTo>
                  <a:lnTo>
                    <a:pt x="216784" y="12845"/>
                  </a:lnTo>
                  <a:close/>
                </a:path>
              </a:pathLst>
            </a:custGeom>
            <a:solidFill>
              <a:srgbClr val="74C79C"/>
            </a:solidFill>
            <a:ln w="4001">
              <a:solidFill>
                <a:srgbClr val="B0E0C7"/>
              </a:solidFill>
            </a:ln>
          </p:spPr>
        </p:sp>
        <p:sp>
          <p:nvSpPr>
            <p:cNvPr id="4018" name="Match_B1__4017">
              <a:extLst>
                <a:ext uri="{FF2B5EF4-FFF2-40B4-BE49-F238E27FC236}">
                  <a16:creationId xmlns:a16="http://schemas.microsoft.com/office/drawing/2014/main" id="{9C9BFFA3-9C63-E83C-E987-49E87D5A6B0F}"/>
                </a:ext>
              </a:extLst>
            </p:cNvPr>
            <p:cNvSpPr>
              <a:spLocks noGrp="1"/>
            </p:cNvSpPr>
            <p:nvPr/>
          </p:nvSpPr>
          <p:spPr>
            <a:xfrm>
              <a:off x="8429350" y="1808928"/>
              <a:ext cx="236102" cy="426731"/>
            </a:xfrm>
            <a:custGeom>
              <a:avLst/>
              <a:gdLst/>
              <a:ahLst/>
              <a:cxnLst/>
              <a:rect l="0" t="0" r="0" b="0"/>
              <a:pathLst>
                <a:path w="236102" h="426731">
                  <a:moveTo>
                    <a:pt x="55449" y="400060"/>
                  </a:moveTo>
                  <a:lnTo>
                    <a:pt x="19318" y="400060"/>
                  </a:lnTo>
                  <a:lnTo>
                    <a:pt x="55449" y="426731"/>
                  </a:lnTo>
                  <a:close/>
                  <a:moveTo>
                    <a:pt x="55449" y="426731"/>
                  </a:moveTo>
                  <a:lnTo>
                    <a:pt x="91579" y="426731"/>
                  </a:lnTo>
                  <a:lnTo>
                    <a:pt x="91579" y="400060"/>
                  </a:lnTo>
                  <a:close/>
                  <a:moveTo>
                    <a:pt x="55449" y="426731"/>
                  </a:moveTo>
                  <a:lnTo>
                    <a:pt x="91579" y="400060"/>
                  </a:lnTo>
                  <a:lnTo>
                    <a:pt x="55449" y="400060"/>
                  </a:lnTo>
                  <a:close/>
                  <a:moveTo>
                    <a:pt x="91579" y="400060"/>
                  </a:moveTo>
                  <a:lnTo>
                    <a:pt x="91579" y="426731"/>
                  </a:lnTo>
                  <a:lnTo>
                    <a:pt x="127710" y="400060"/>
                  </a:lnTo>
                  <a:close/>
                  <a:moveTo>
                    <a:pt x="0" y="373390"/>
                  </a:moveTo>
                  <a:lnTo>
                    <a:pt x="19318" y="400060"/>
                  </a:lnTo>
                  <a:lnTo>
                    <a:pt x="19318" y="373390"/>
                  </a:lnTo>
                  <a:close/>
                  <a:moveTo>
                    <a:pt x="19318" y="400060"/>
                  </a:moveTo>
                  <a:lnTo>
                    <a:pt x="55449" y="400060"/>
                  </a:lnTo>
                  <a:lnTo>
                    <a:pt x="55449" y="373390"/>
                  </a:lnTo>
                  <a:close/>
                  <a:moveTo>
                    <a:pt x="19318" y="400060"/>
                  </a:moveTo>
                  <a:lnTo>
                    <a:pt x="55449" y="373390"/>
                  </a:lnTo>
                  <a:lnTo>
                    <a:pt x="19318" y="373390"/>
                  </a:lnTo>
                  <a:close/>
                  <a:moveTo>
                    <a:pt x="91579" y="400060"/>
                  </a:moveTo>
                  <a:lnTo>
                    <a:pt x="127710" y="400060"/>
                  </a:lnTo>
                  <a:lnTo>
                    <a:pt x="127710" y="373390"/>
                  </a:lnTo>
                  <a:close/>
                  <a:moveTo>
                    <a:pt x="127710" y="373390"/>
                  </a:moveTo>
                  <a:lnTo>
                    <a:pt x="127710" y="400060"/>
                  </a:lnTo>
                  <a:lnTo>
                    <a:pt x="163841" y="373390"/>
                  </a:lnTo>
                  <a:close/>
                  <a:moveTo>
                    <a:pt x="19318" y="373390"/>
                  </a:moveTo>
                  <a:lnTo>
                    <a:pt x="55449" y="373390"/>
                  </a:lnTo>
                  <a:lnTo>
                    <a:pt x="55449" y="346719"/>
                  </a:lnTo>
                  <a:close/>
                  <a:moveTo>
                    <a:pt x="19318" y="373390"/>
                  </a:moveTo>
                  <a:lnTo>
                    <a:pt x="55449" y="346719"/>
                  </a:lnTo>
                  <a:lnTo>
                    <a:pt x="19318" y="346719"/>
                  </a:lnTo>
                  <a:close/>
                  <a:moveTo>
                    <a:pt x="127710" y="373390"/>
                  </a:moveTo>
                  <a:lnTo>
                    <a:pt x="163841" y="373390"/>
                  </a:lnTo>
                  <a:lnTo>
                    <a:pt x="163841" y="346719"/>
                  </a:lnTo>
                  <a:close/>
                  <a:moveTo>
                    <a:pt x="127710" y="373390"/>
                  </a:moveTo>
                  <a:lnTo>
                    <a:pt x="163841" y="346719"/>
                  </a:lnTo>
                  <a:lnTo>
                    <a:pt x="127710" y="346719"/>
                  </a:lnTo>
                  <a:close/>
                  <a:moveTo>
                    <a:pt x="55449" y="346719"/>
                  </a:moveTo>
                  <a:lnTo>
                    <a:pt x="55449" y="320048"/>
                  </a:lnTo>
                  <a:lnTo>
                    <a:pt x="19318" y="346719"/>
                  </a:lnTo>
                  <a:close/>
                  <a:moveTo>
                    <a:pt x="55449" y="346719"/>
                  </a:moveTo>
                  <a:lnTo>
                    <a:pt x="91579" y="346719"/>
                  </a:lnTo>
                  <a:lnTo>
                    <a:pt x="91579" y="320048"/>
                  </a:lnTo>
                  <a:close/>
                  <a:moveTo>
                    <a:pt x="55449" y="346719"/>
                  </a:moveTo>
                  <a:lnTo>
                    <a:pt x="91579" y="320048"/>
                  </a:lnTo>
                  <a:lnTo>
                    <a:pt x="55449" y="320048"/>
                  </a:lnTo>
                  <a:close/>
                  <a:moveTo>
                    <a:pt x="91579" y="346719"/>
                  </a:moveTo>
                  <a:lnTo>
                    <a:pt x="127710" y="346719"/>
                  </a:lnTo>
                  <a:lnTo>
                    <a:pt x="127710" y="320048"/>
                  </a:lnTo>
                  <a:close/>
                  <a:moveTo>
                    <a:pt x="91579" y="346719"/>
                  </a:moveTo>
                  <a:lnTo>
                    <a:pt x="127710" y="320048"/>
                  </a:lnTo>
                  <a:lnTo>
                    <a:pt x="91579" y="320048"/>
                  </a:lnTo>
                  <a:close/>
                  <a:moveTo>
                    <a:pt x="127710" y="346719"/>
                  </a:moveTo>
                  <a:lnTo>
                    <a:pt x="163841" y="346719"/>
                  </a:lnTo>
                  <a:lnTo>
                    <a:pt x="163841" y="320048"/>
                  </a:lnTo>
                  <a:close/>
                  <a:moveTo>
                    <a:pt x="127710" y="346719"/>
                  </a:moveTo>
                  <a:lnTo>
                    <a:pt x="163841" y="320048"/>
                  </a:lnTo>
                  <a:lnTo>
                    <a:pt x="127710" y="320048"/>
                  </a:lnTo>
                  <a:close/>
                  <a:moveTo>
                    <a:pt x="91579" y="320048"/>
                  </a:moveTo>
                  <a:lnTo>
                    <a:pt x="91579" y="293378"/>
                  </a:lnTo>
                  <a:lnTo>
                    <a:pt x="55449" y="320048"/>
                  </a:lnTo>
                  <a:close/>
                  <a:moveTo>
                    <a:pt x="91579" y="320048"/>
                  </a:moveTo>
                  <a:lnTo>
                    <a:pt x="127710" y="320048"/>
                  </a:lnTo>
                  <a:lnTo>
                    <a:pt x="127710" y="293378"/>
                  </a:lnTo>
                  <a:close/>
                  <a:moveTo>
                    <a:pt x="91579" y="320048"/>
                  </a:moveTo>
                  <a:lnTo>
                    <a:pt x="127710" y="293378"/>
                  </a:lnTo>
                  <a:lnTo>
                    <a:pt x="91579" y="293378"/>
                  </a:lnTo>
                  <a:close/>
                  <a:moveTo>
                    <a:pt x="127710" y="320048"/>
                  </a:moveTo>
                  <a:lnTo>
                    <a:pt x="163841" y="320048"/>
                  </a:lnTo>
                  <a:lnTo>
                    <a:pt x="163841" y="293378"/>
                  </a:lnTo>
                  <a:close/>
                  <a:moveTo>
                    <a:pt x="127710" y="320048"/>
                  </a:moveTo>
                  <a:lnTo>
                    <a:pt x="163841" y="293378"/>
                  </a:lnTo>
                  <a:lnTo>
                    <a:pt x="127710" y="293378"/>
                  </a:lnTo>
                  <a:close/>
                  <a:moveTo>
                    <a:pt x="91579" y="293378"/>
                  </a:moveTo>
                  <a:lnTo>
                    <a:pt x="127710" y="293378"/>
                  </a:lnTo>
                  <a:lnTo>
                    <a:pt x="127710" y="266707"/>
                  </a:lnTo>
                  <a:close/>
                  <a:moveTo>
                    <a:pt x="127710" y="293378"/>
                  </a:moveTo>
                  <a:lnTo>
                    <a:pt x="163841" y="293378"/>
                  </a:lnTo>
                  <a:lnTo>
                    <a:pt x="163841" y="266707"/>
                  </a:lnTo>
                  <a:close/>
                  <a:moveTo>
                    <a:pt x="127710" y="293378"/>
                  </a:moveTo>
                  <a:lnTo>
                    <a:pt x="163841" y="266707"/>
                  </a:lnTo>
                  <a:lnTo>
                    <a:pt x="127710" y="266707"/>
                  </a:lnTo>
                  <a:close/>
                  <a:moveTo>
                    <a:pt x="127710" y="266707"/>
                  </a:moveTo>
                  <a:lnTo>
                    <a:pt x="163841" y="266707"/>
                  </a:lnTo>
                  <a:lnTo>
                    <a:pt x="163841" y="240036"/>
                  </a:lnTo>
                  <a:close/>
                  <a:moveTo>
                    <a:pt x="127710" y="266707"/>
                  </a:moveTo>
                  <a:lnTo>
                    <a:pt x="163841" y="240036"/>
                  </a:lnTo>
                  <a:lnTo>
                    <a:pt x="127710" y="240036"/>
                  </a:lnTo>
                  <a:close/>
                  <a:moveTo>
                    <a:pt x="91579" y="240036"/>
                  </a:moveTo>
                  <a:lnTo>
                    <a:pt x="127710" y="240036"/>
                  </a:lnTo>
                  <a:lnTo>
                    <a:pt x="127710" y="213366"/>
                  </a:lnTo>
                  <a:close/>
                  <a:moveTo>
                    <a:pt x="91579" y="240036"/>
                  </a:moveTo>
                  <a:lnTo>
                    <a:pt x="127710" y="213366"/>
                  </a:lnTo>
                  <a:lnTo>
                    <a:pt x="91579" y="213366"/>
                  </a:lnTo>
                  <a:close/>
                  <a:moveTo>
                    <a:pt x="127710" y="240036"/>
                  </a:moveTo>
                  <a:lnTo>
                    <a:pt x="163841" y="240036"/>
                  </a:lnTo>
                  <a:lnTo>
                    <a:pt x="163841" y="213366"/>
                  </a:lnTo>
                  <a:close/>
                  <a:moveTo>
                    <a:pt x="127710" y="240036"/>
                  </a:moveTo>
                  <a:lnTo>
                    <a:pt x="163841" y="213366"/>
                  </a:lnTo>
                  <a:lnTo>
                    <a:pt x="127710" y="213366"/>
                  </a:lnTo>
                  <a:close/>
                  <a:moveTo>
                    <a:pt x="163841" y="213366"/>
                  </a:moveTo>
                  <a:lnTo>
                    <a:pt x="163841" y="240036"/>
                  </a:lnTo>
                  <a:lnTo>
                    <a:pt x="199972" y="213366"/>
                  </a:lnTo>
                  <a:close/>
                  <a:moveTo>
                    <a:pt x="58633" y="186695"/>
                  </a:moveTo>
                  <a:lnTo>
                    <a:pt x="91579" y="213366"/>
                  </a:lnTo>
                  <a:lnTo>
                    <a:pt x="91579" y="186695"/>
                  </a:lnTo>
                  <a:close/>
                  <a:moveTo>
                    <a:pt x="91579" y="213366"/>
                  </a:moveTo>
                  <a:lnTo>
                    <a:pt x="127710" y="213366"/>
                  </a:lnTo>
                  <a:lnTo>
                    <a:pt x="127710" y="186695"/>
                  </a:lnTo>
                  <a:close/>
                  <a:moveTo>
                    <a:pt x="91579" y="213366"/>
                  </a:moveTo>
                  <a:lnTo>
                    <a:pt x="127710" y="186695"/>
                  </a:lnTo>
                  <a:lnTo>
                    <a:pt x="91579" y="186695"/>
                  </a:lnTo>
                  <a:close/>
                  <a:moveTo>
                    <a:pt x="127710" y="213366"/>
                  </a:moveTo>
                  <a:lnTo>
                    <a:pt x="163841" y="213366"/>
                  </a:lnTo>
                  <a:lnTo>
                    <a:pt x="163841" y="186695"/>
                  </a:lnTo>
                  <a:close/>
                  <a:moveTo>
                    <a:pt x="127710" y="213366"/>
                  </a:moveTo>
                  <a:lnTo>
                    <a:pt x="163841" y="186695"/>
                  </a:lnTo>
                  <a:lnTo>
                    <a:pt x="127710" y="186695"/>
                  </a:lnTo>
                  <a:close/>
                  <a:moveTo>
                    <a:pt x="163841" y="213366"/>
                  </a:moveTo>
                  <a:lnTo>
                    <a:pt x="199972" y="186695"/>
                  </a:lnTo>
                  <a:lnTo>
                    <a:pt x="163841" y="186695"/>
                  </a:lnTo>
                  <a:close/>
                  <a:moveTo>
                    <a:pt x="91579" y="160024"/>
                  </a:moveTo>
                  <a:lnTo>
                    <a:pt x="55449" y="160024"/>
                  </a:lnTo>
                  <a:lnTo>
                    <a:pt x="91579" y="186695"/>
                  </a:lnTo>
                  <a:close/>
                  <a:moveTo>
                    <a:pt x="91579" y="186695"/>
                  </a:moveTo>
                  <a:lnTo>
                    <a:pt x="127710" y="186695"/>
                  </a:lnTo>
                  <a:lnTo>
                    <a:pt x="127710" y="160024"/>
                  </a:lnTo>
                  <a:close/>
                  <a:moveTo>
                    <a:pt x="127710" y="186695"/>
                  </a:moveTo>
                  <a:lnTo>
                    <a:pt x="163841" y="186695"/>
                  </a:lnTo>
                  <a:lnTo>
                    <a:pt x="163841" y="160024"/>
                  </a:lnTo>
                  <a:close/>
                  <a:moveTo>
                    <a:pt x="163841" y="186695"/>
                  </a:moveTo>
                  <a:lnTo>
                    <a:pt x="199972" y="186695"/>
                  </a:lnTo>
                  <a:lnTo>
                    <a:pt x="199972" y="160024"/>
                  </a:lnTo>
                  <a:close/>
                  <a:moveTo>
                    <a:pt x="163841" y="186695"/>
                  </a:moveTo>
                  <a:lnTo>
                    <a:pt x="199972" y="160024"/>
                  </a:lnTo>
                  <a:lnTo>
                    <a:pt x="163841" y="160024"/>
                  </a:lnTo>
                  <a:close/>
                  <a:moveTo>
                    <a:pt x="55449" y="160024"/>
                  </a:moveTo>
                  <a:lnTo>
                    <a:pt x="91579" y="160024"/>
                  </a:lnTo>
                  <a:lnTo>
                    <a:pt x="91579" y="133353"/>
                  </a:lnTo>
                  <a:close/>
                  <a:moveTo>
                    <a:pt x="55449" y="160024"/>
                  </a:moveTo>
                  <a:lnTo>
                    <a:pt x="91579" y="133353"/>
                  </a:lnTo>
                  <a:lnTo>
                    <a:pt x="55449" y="133353"/>
                  </a:lnTo>
                  <a:close/>
                  <a:moveTo>
                    <a:pt x="163841" y="160024"/>
                  </a:moveTo>
                  <a:lnTo>
                    <a:pt x="199972" y="160024"/>
                  </a:lnTo>
                  <a:lnTo>
                    <a:pt x="199972" y="133353"/>
                  </a:lnTo>
                  <a:close/>
                  <a:moveTo>
                    <a:pt x="163841" y="160024"/>
                  </a:moveTo>
                  <a:lnTo>
                    <a:pt x="199972" y="133353"/>
                  </a:lnTo>
                  <a:lnTo>
                    <a:pt x="163841" y="133353"/>
                  </a:lnTo>
                  <a:close/>
                  <a:moveTo>
                    <a:pt x="55449" y="133353"/>
                  </a:moveTo>
                  <a:lnTo>
                    <a:pt x="91579" y="133353"/>
                  </a:lnTo>
                  <a:lnTo>
                    <a:pt x="91579" y="106683"/>
                  </a:lnTo>
                  <a:close/>
                  <a:moveTo>
                    <a:pt x="55449" y="133353"/>
                  </a:moveTo>
                  <a:lnTo>
                    <a:pt x="91579" y="106683"/>
                  </a:lnTo>
                  <a:lnTo>
                    <a:pt x="55449" y="106683"/>
                  </a:lnTo>
                  <a:close/>
                  <a:moveTo>
                    <a:pt x="163841" y="133353"/>
                  </a:moveTo>
                  <a:lnTo>
                    <a:pt x="199972" y="133353"/>
                  </a:lnTo>
                  <a:lnTo>
                    <a:pt x="199972" y="106683"/>
                  </a:lnTo>
                  <a:close/>
                  <a:moveTo>
                    <a:pt x="199972" y="106683"/>
                  </a:moveTo>
                  <a:lnTo>
                    <a:pt x="199972" y="133353"/>
                  </a:lnTo>
                  <a:lnTo>
                    <a:pt x="219290" y="133353"/>
                  </a:lnTo>
                  <a:close/>
                  <a:moveTo>
                    <a:pt x="91579" y="106683"/>
                  </a:moveTo>
                  <a:lnTo>
                    <a:pt x="91579" y="80012"/>
                  </a:lnTo>
                  <a:lnTo>
                    <a:pt x="55449" y="106683"/>
                  </a:lnTo>
                  <a:close/>
                  <a:moveTo>
                    <a:pt x="91579" y="106683"/>
                  </a:moveTo>
                  <a:lnTo>
                    <a:pt x="127710" y="80012"/>
                  </a:lnTo>
                  <a:lnTo>
                    <a:pt x="91579" y="80012"/>
                  </a:lnTo>
                  <a:close/>
                  <a:moveTo>
                    <a:pt x="163841" y="106683"/>
                  </a:moveTo>
                  <a:lnTo>
                    <a:pt x="199972" y="106683"/>
                  </a:lnTo>
                  <a:lnTo>
                    <a:pt x="199972" y="80012"/>
                  </a:lnTo>
                  <a:close/>
                  <a:moveTo>
                    <a:pt x="199972" y="80012"/>
                  </a:moveTo>
                  <a:lnTo>
                    <a:pt x="199972" y="106683"/>
                  </a:lnTo>
                  <a:lnTo>
                    <a:pt x="225404" y="106683"/>
                  </a:lnTo>
                  <a:close/>
                  <a:moveTo>
                    <a:pt x="91579" y="80012"/>
                  </a:moveTo>
                  <a:lnTo>
                    <a:pt x="127710" y="80012"/>
                  </a:lnTo>
                  <a:lnTo>
                    <a:pt x="127710" y="53341"/>
                  </a:lnTo>
                  <a:close/>
                  <a:moveTo>
                    <a:pt x="91579" y="80012"/>
                  </a:moveTo>
                  <a:lnTo>
                    <a:pt x="127710" y="53341"/>
                  </a:lnTo>
                  <a:lnTo>
                    <a:pt x="91579" y="53341"/>
                  </a:lnTo>
                  <a:close/>
                  <a:moveTo>
                    <a:pt x="127710" y="80012"/>
                  </a:moveTo>
                  <a:lnTo>
                    <a:pt x="163841" y="53341"/>
                  </a:lnTo>
                  <a:lnTo>
                    <a:pt x="127710" y="53341"/>
                  </a:lnTo>
                  <a:close/>
                  <a:moveTo>
                    <a:pt x="163841" y="80012"/>
                  </a:moveTo>
                  <a:lnTo>
                    <a:pt x="199972" y="80012"/>
                  </a:lnTo>
                  <a:lnTo>
                    <a:pt x="199972" y="53341"/>
                  </a:lnTo>
                  <a:close/>
                  <a:moveTo>
                    <a:pt x="163841" y="80012"/>
                  </a:moveTo>
                  <a:lnTo>
                    <a:pt x="199972" y="53341"/>
                  </a:lnTo>
                  <a:lnTo>
                    <a:pt x="163841" y="53341"/>
                  </a:lnTo>
                  <a:close/>
                  <a:moveTo>
                    <a:pt x="199972" y="53341"/>
                  </a:moveTo>
                  <a:lnTo>
                    <a:pt x="199972" y="80012"/>
                  </a:lnTo>
                  <a:lnTo>
                    <a:pt x="236102" y="53341"/>
                  </a:lnTo>
                  <a:close/>
                  <a:moveTo>
                    <a:pt x="127710" y="53341"/>
                  </a:moveTo>
                  <a:lnTo>
                    <a:pt x="127710" y="26671"/>
                  </a:lnTo>
                  <a:lnTo>
                    <a:pt x="91579" y="53341"/>
                  </a:lnTo>
                  <a:close/>
                  <a:moveTo>
                    <a:pt x="127710" y="53341"/>
                  </a:moveTo>
                  <a:lnTo>
                    <a:pt x="163841" y="53341"/>
                  </a:lnTo>
                  <a:lnTo>
                    <a:pt x="163841" y="26671"/>
                  </a:lnTo>
                  <a:close/>
                  <a:moveTo>
                    <a:pt x="127710" y="53341"/>
                  </a:moveTo>
                  <a:lnTo>
                    <a:pt x="163841" y="26671"/>
                  </a:lnTo>
                  <a:lnTo>
                    <a:pt x="127710" y="26671"/>
                  </a:lnTo>
                  <a:close/>
                  <a:moveTo>
                    <a:pt x="163841" y="53341"/>
                  </a:moveTo>
                  <a:lnTo>
                    <a:pt x="199972" y="53341"/>
                  </a:lnTo>
                  <a:lnTo>
                    <a:pt x="199972" y="26671"/>
                  </a:lnTo>
                  <a:close/>
                  <a:moveTo>
                    <a:pt x="163841" y="53341"/>
                  </a:moveTo>
                  <a:lnTo>
                    <a:pt x="199972" y="26671"/>
                  </a:lnTo>
                  <a:lnTo>
                    <a:pt x="163841" y="26671"/>
                  </a:lnTo>
                  <a:close/>
                  <a:moveTo>
                    <a:pt x="199972" y="53341"/>
                  </a:moveTo>
                  <a:lnTo>
                    <a:pt x="236102" y="53341"/>
                  </a:lnTo>
                  <a:lnTo>
                    <a:pt x="236102" y="26671"/>
                  </a:lnTo>
                  <a:close/>
                  <a:moveTo>
                    <a:pt x="199972" y="53341"/>
                  </a:moveTo>
                  <a:lnTo>
                    <a:pt x="236102" y="26671"/>
                  </a:lnTo>
                  <a:lnTo>
                    <a:pt x="199972" y="26671"/>
                  </a:lnTo>
                  <a:close/>
                  <a:moveTo>
                    <a:pt x="163841" y="26671"/>
                  </a:moveTo>
                  <a:lnTo>
                    <a:pt x="163841" y="0"/>
                  </a:lnTo>
                  <a:lnTo>
                    <a:pt x="127710" y="26671"/>
                  </a:lnTo>
                  <a:close/>
                  <a:moveTo>
                    <a:pt x="163841" y="26671"/>
                  </a:moveTo>
                  <a:lnTo>
                    <a:pt x="199972" y="26671"/>
                  </a:lnTo>
                  <a:lnTo>
                    <a:pt x="199972" y="0"/>
                  </a:lnTo>
                  <a:close/>
                  <a:moveTo>
                    <a:pt x="163841" y="26671"/>
                  </a:moveTo>
                  <a:lnTo>
                    <a:pt x="199972" y="0"/>
                  </a:lnTo>
                  <a:lnTo>
                    <a:pt x="163841" y="0"/>
                  </a:lnTo>
                  <a:close/>
                  <a:moveTo>
                    <a:pt x="199972" y="26671"/>
                  </a:moveTo>
                  <a:lnTo>
                    <a:pt x="236102" y="26671"/>
                  </a:lnTo>
                  <a:lnTo>
                    <a:pt x="199972" y="0"/>
                  </a:lnTo>
                  <a:close/>
                </a:path>
              </a:pathLst>
            </a:custGeom>
            <a:solidFill>
              <a:srgbClr val="79C99F"/>
            </a:solidFill>
            <a:ln w="4001">
              <a:solidFill>
                <a:srgbClr val="B0E0C7"/>
              </a:solidFill>
            </a:ln>
          </p:spPr>
        </p:sp>
        <p:sp>
          <p:nvSpPr>
            <p:cNvPr id="4019" name="Match_B1__4018">
              <a:extLst>
                <a:ext uri="{FF2B5EF4-FFF2-40B4-BE49-F238E27FC236}">
                  <a16:creationId xmlns:a16="http://schemas.microsoft.com/office/drawing/2014/main" id="{63F788A0-12BF-95DF-E34B-F51C7E71FD4B}"/>
                </a:ext>
              </a:extLst>
            </p:cNvPr>
            <p:cNvSpPr>
              <a:spLocks noGrp="1"/>
            </p:cNvSpPr>
            <p:nvPr/>
          </p:nvSpPr>
          <p:spPr>
            <a:xfrm>
              <a:off x="8484799" y="1862269"/>
              <a:ext cx="144523" cy="346719"/>
            </a:xfrm>
            <a:custGeom>
              <a:avLst/>
              <a:gdLst/>
              <a:ahLst/>
              <a:cxnLst/>
              <a:rect l="0" t="0" r="0" b="0"/>
              <a:pathLst>
                <a:path w="144523" h="346719">
                  <a:moveTo>
                    <a:pt x="0" y="346719"/>
                  </a:moveTo>
                  <a:lnTo>
                    <a:pt x="36131" y="346719"/>
                  </a:lnTo>
                  <a:lnTo>
                    <a:pt x="36131" y="320048"/>
                  </a:lnTo>
                  <a:close/>
                  <a:moveTo>
                    <a:pt x="0" y="346719"/>
                  </a:moveTo>
                  <a:lnTo>
                    <a:pt x="36131" y="320048"/>
                  </a:lnTo>
                  <a:lnTo>
                    <a:pt x="0" y="320048"/>
                  </a:lnTo>
                  <a:close/>
                  <a:moveTo>
                    <a:pt x="36131" y="346719"/>
                  </a:moveTo>
                  <a:lnTo>
                    <a:pt x="72261" y="320048"/>
                  </a:lnTo>
                  <a:lnTo>
                    <a:pt x="36131" y="320048"/>
                  </a:lnTo>
                  <a:close/>
                  <a:moveTo>
                    <a:pt x="0" y="320048"/>
                  </a:moveTo>
                  <a:lnTo>
                    <a:pt x="36131" y="320048"/>
                  </a:lnTo>
                  <a:lnTo>
                    <a:pt x="36131" y="293378"/>
                  </a:lnTo>
                  <a:close/>
                  <a:moveTo>
                    <a:pt x="0" y="320048"/>
                  </a:moveTo>
                  <a:lnTo>
                    <a:pt x="36131" y="293378"/>
                  </a:lnTo>
                  <a:lnTo>
                    <a:pt x="0" y="293378"/>
                  </a:lnTo>
                  <a:close/>
                  <a:moveTo>
                    <a:pt x="36131" y="320048"/>
                  </a:moveTo>
                  <a:lnTo>
                    <a:pt x="72261" y="320048"/>
                  </a:lnTo>
                  <a:lnTo>
                    <a:pt x="72261" y="293378"/>
                  </a:lnTo>
                  <a:close/>
                  <a:moveTo>
                    <a:pt x="36131" y="320048"/>
                  </a:moveTo>
                  <a:lnTo>
                    <a:pt x="72261" y="293378"/>
                  </a:lnTo>
                  <a:lnTo>
                    <a:pt x="36131" y="293378"/>
                  </a:lnTo>
                  <a:close/>
                  <a:moveTo>
                    <a:pt x="36131" y="133353"/>
                  </a:moveTo>
                  <a:lnTo>
                    <a:pt x="72261" y="106683"/>
                  </a:lnTo>
                  <a:lnTo>
                    <a:pt x="36131" y="106683"/>
                  </a:lnTo>
                  <a:close/>
                  <a:moveTo>
                    <a:pt x="72261" y="133353"/>
                  </a:moveTo>
                  <a:lnTo>
                    <a:pt x="108392" y="106683"/>
                  </a:lnTo>
                  <a:lnTo>
                    <a:pt x="72261" y="106683"/>
                  </a:lnTo>
                  <a:close/>
                  <a:moveTo>
                    <a:pt x="36131" y="106683"/>
                  </a:moveTo>
                  <a:lnTo>
                    <a:pt x="72261" y="106683"/>
                  </a:lnTo>
                  <a:lnTo>
                    <a:pt x="72261" y="80012"/>
                  </a:lnTo>
                  <a:close/>
                  <a:moveTo>
                    <a:pt x="36131" y="106683"/>
                  </a:moveTo>
                  <a:lnTo>
                    <a:pt x="72261" y="80012"/>
                  </a:lnTo>
                  <a:lnTo>
                    <a:pt x="36131" y="80012"/>
                  </a:lnTo>
                  <a:close/>
                  <a:moveTo>
                    <a:pt x="72261" y="106683"/>
                  </a:moveTo>
                  <a:lnTo>
                    <a:pt x="108392" y="106683"/>
                  </a:lnTo>
                  <a:lnTo>
                    <a:pt x="108392" y="80012"/>
                  </a:lnTo>
                  <a:close/>
                  <a:moveTo>
                    <a:pt x="72261" y="106683"/>
                  </a:moveTo>
                  <a:lnTo>
                    <a:pt x="108392" y="80012"/>
                  </a:lnTo>
                  <a:lnTo>
                    <a:pt x="72261" y="80012"/>
                  </a:lnTo>
                  <a:close/>
                  <a:moveTo>
                    <a:pt x="36131" y="80012"/>
                  </a:moveTo>
                  <a:lnTo>
                    <a:pt x="72261" y="80012"/>
                  </a:lnTo>
                  <a:lnTo>
                    <a:pt x="72261" y="53341"/>
                  </a:lnTo>
                  <a:close/>
                  <a:moveTo>
                    <a:pt x="36131" y="80012"/>
                  </a:moveTo>
                  <a:lnTo>
                    <a:pt x="72261" y="53341"/>
                  </a:lnTo>
                  <a:lnTo>
                    <a:pt x="36131" y="53341"/>
                  </a:lnTo>
                  <a:close/>
                  <a:moveTo>
                    <a:pt x="72261" y="80012"/>
                  </a:moveTo>
                  <a:lnTo>
                    <a:pt x="108392" y="80012"/>
                  </a:lnTo>
                  <a:lnTo>
                    <a:pt x="108392" y="53341"/>
                  </a:lnTo>
                  <a:close/>
                  <a:moveTo>
                    <a:pt x="72261" y="80012"/>
                  </a:moveTo>
                  <a:lnTo>
                    <a:pt x="108392" y="53341"/>
                  </a:lnTo>
                  <a:lnTo>
                    <a:pt x="72261" y="53341"/>
                  </a:lnTo>
                  <a:close/>
                  <a:moveTo>
                    <a:pt x="108392" y="80012"/>
                  </a:moveTo>
                  <a:lnTo>
                    <a:pt x="144523" y="53341"/>
                  </a:lnTo>
                  <a:lnTo>
                    <a:pt x="108392" y="53341"/>
                  </a:lnTo>
                  <a:close/>
                  <a:moveTo>
                    <a:pt x="36131" y="53341"/>
                  </a:moveTo>
                  <a:lnTo>
                    <a:pt x="72261" y="53341"/>
                  </a:lnTo>
                  <a:lnTo>
                    <a:pt x="72261" y="26671"/>
                  </a:lnTo>
                  <a:close/>
                  <a:moveTo>
                    <a:pt x="72261" y="53341"/>
                  </a:moveTo>
                  <a:lnTo>
                    <a:pt x="108392" y="53341"/>
                  </a:lnTo>
                  <a:lnTo>
                    <a:pt x="108392" y="26671"/>
                  </a:lnTo>
                  <a:close/>
                  <a:moveTo>
                    <a:pt x="72261" y="53341"/>
                  </a:moveTo>
                  <a:lnTo>
                    <a:pt x="108392" y="26671"/>
                  </a:lnTo>
                  <a:lnTo>
                    <a:pt x="72261" y="26671"/>
                  </a:lnTo>
                  <a:close/>
                  <a:moveTo>
                    <a:pt x="108392" y="53341"/>
                  </a:moveTo>
                  <a:lnTo>
                    <a:pt x="144523" y="26671"/>
                  </a:lnTo>
                  <a:lnTo>
                    <a:pt x="108392" y="26671"/>
                  </a:lnTo>
                  <a:close/>
                  <a:moveTo>
                    <a:pt x="72261" y="26671"/>
                  </a:moveTo>
                  <a:lnTo>
                    <a:pt x="108392" y="26671"/>
                  </a:lnTo>
                  <a:lnTo>
                    <a:pt x="108392" y="0"/>
                  </a:lnTo>
                  <a:close/>
                </a:path>
              </a:pathLst>
            </a:custGeom>
            <a:solidFill>
              <a:srgbClr val="7ECBA3"/>
            </a:solidFill>
            <a:ln w="4001">
              <a:solidFill>
                <a:srgbClr val="B0E0C7"/>
              </a:solidFill>
            </a:ln>
          </p:spPr>
        </p:sp>
      </p:grpSp>
      <p:sp>
        <p:nvSpPr>
          <p:cNvPr id="4020" name="label__4019">
            <a:extLst>
              <a:ext uri="{FF2B5EF4-FFF2-40B4-BE49-F238E27FC236}">
                <a16:creationId xmlns:a16="http://schemas.microsoft.com/office/drawing/2014/main" id="{53BF098D-8703-652B-7DA9-85D27B8C5B3C}"/>
              </a:ext>
            </a:extLst>
          </p:cNvPr>
          <p:cNvSpPr>
            <a:spLocks noGrp="1"/>
          </p:cNvSpPr>
          <p:nvPr/>
        </p:nvSpPr>
        <p:spPr>
          <a:xfrm>
            <a:off x="5589954" y="1898403"/>
            <a:ext cx="87965" cy="65974"/>
          </a:xfrm>
          <a:prstGeom prst="rect">
            <a:avLst/>
          </a:prstGeom>
          <a:noFill/>
          <a:ln w="0">
            <a:noFill/>
          </a:ln>
        </p:spPr>
        <p:txBody>
          <a:bodyPr wrap="none" lIns="0" tIns="0" rIns="0" bIns="0" anchor="ctr">
            <a:noAutofit/>
          </a:bodyPr>
          <a:lstStyle/>
          <a:p>
            <a:pPr algn="ctr">
              <a:defRPr sz="1275" b="0">
                <a:solidFill>
                  <a:srgbClr val="687780"/>
                </a:solidFill>
                <a:latin typeface="Arial"/>
                <a:ea typeface="Arial"/>
                <a:cs typeface="Arial"/>
              </a:defRPr>
            </a:pPr>
            <a:r>
              <a:rPr sz="442">
                <a:solidFill>
                  <a:srgbClr val="687780"/>
                </a:solidFill>
                <a:latin typeface="Arial"/>
                <a:ea typeface="Arial"/>
                <a:cs typeface="Arial"/>
              </a:rPr>
              <a:t>B1</a:t>
            </a:r>
          </a:p>
        </p:txBody>
      </p:sp>
      <p:grpSp>
        <p:nvGrpSpPr>
          <p:cNvPr id="6226" name="Match_B4">
            <a:extLst>
              <a:ext uri="{FF2B5EF4-FFF2-40B4-BE49-F238E27FC236}">
                <a16:creationId xmlns:a16="http://schemas.microsoft.com/office/drawing/2014/main" id="{0F97FD84-1325-E2C5-5C88-80A81F2FAE71}"/>
              </a:ext>
            </a:extLst>
          </p:cNvPr>
          <p:cNvGrpSpPr/>
          <p:nvPr/>
        </p:nvGrpSpPr>
        <p:grpSpPr>
          <a:xfrm>
            <a:off x="5673796" y="2062546"/>
            <a:ext cx="101710" cy="150608"/>
            <a:chOff x="8386763" y="2464230"/>
            <a:chExt cx="352425" cy="521858"/>
          </a:xfrm>
        </p:grpSpPr>
        <p:sp>
          <p:nvSpPr>
            <p:cNvPr id="4021" name="Match_B4__4020">
              <a:extLst>
                <a:ext uri="{FF2B5EF4-FFF2-40B4-BE49-F238E27FC236}">
                  <a16:creationId xmlns:a16="http://schemas.microsoft.com/office/drawing/2014/main" id="{B19F67B6-4386-B186-DF4C-9ACC6D0BEE3E}"/>
                </a:ext>
              </a:extLst>
            </p:cNvPr>
            <p:cNvSpPr>
              <a:spLocks noGrp="1"/>
            </p:cNvSpPr>
            <p:nvPr/>
          </p:nvSpPr>
          <p:spPr>
            <a:xfrm>
              <a:off x="8453353" y="2464230"/>
              <a:ext cx="283655" cy="521011"/>
            </a:xfrm>
            <a:custGeom>
              <a:avLst/>
              <a:gdLst/>
              <a:ahLst/>
              <a:cxnLst/>
              <a:rect l="0" t="0" r="0" b="0"/>
              <a:pathLst>
                <a:path w="283655" h="521011">
                  <a:moveTo>
                    <a:pt x="32283" y="520453"/>
                  </a:moveTo>
                  <a:lnTo>
                    <a:pt x="34511" y="521011"/>
                  </a:lnTo>
                  <a:lnTo>
                    <a:pt x="34511" y="520453"/>
                  </a:lnTo>
                  <a:close/>
                  <a:moveTo>
                    <a:pt x="32283" y="520453"/>
                  </a:moveTo>
                  <a:lnTo>
                    <a:pt x="34511" y="520453"/>
                  </a:lnTo>
                  <a:lnTo>
                    <a:pt x="0" y="512017"/>
                  </a:lnTo>
                  <a:close/>
                  <a:moveTo>
                    <a:pt x="207068" y="440097"/>
                  </a:moveTo>
                  <a:lnTo>
                    <a:pt x="207068" y="439857"/>
                  </a:lnTo>
                  <a:lnTo>
                    <a:pt x="181532" y="466722"/>
                  </a:lnTo>
                  <a:close/>
                  <a:moveTo>
                    <a:pt x="207068" y="439857"/>
                  </a:moveTo>
                  <a:lnTo>
                    <a:pt x="207068" y="440097"/>
                  </a:lnTo>
                  <a:lnTo>
                    <a:pt x="207319" y="439857"/>
                  </a:lnTo>
                  <a:close/>
                  <a:moveTo>
                    <a:pt x="276090" y="359260"/>
                  </a:moveTo>
                  <a:lnTo>
                    <a:pt x="275601" y="359260"/>
                  </a:lnTo>
                  <a:lnTo>
                    <a:pt x="276090" y="357571"/>
                  </a:lnTo>
                  <a:close/>
                  <a:moveTo>
                    <a:pt x="283655" y="332394"/>
                  </a:moveTo>
                  <a:lnTo>
                    <a:pt x="276090" y="359260"/>
                  </a:lnTo>
                  <a:lnTo>
                    <a:pt x="276090" y="357571"/>
                  </a:lnTo>
                  <a:close/>
                  <a:moveTo>
                    <a:pt x="172556" y="63739"/>
                  </a:moveTo>
                  <a:lnTo>
                    <a:pt x="180765" y="90604"/>
                  </a:lnTo>
                  <a:lnTo>
                    <a:pt x="176203" y="63739"/>
                  </a:lnTo>
                  <a:close/>
                  <a:moveTo>
                    <a:pt x="172556" y="63739"/>
                  </a:moveTo>
                  <a:lnTo>
                    <a:pt x="176203" y="63739"/>
                  </a:lnTo>
                  <a:lnTo>
                    <a:pt x="172556" y="56704"/>
                  </a:lnTo>
                  <a:close/>
                  <a:moveTo>
                    <a:pt x="34511" y="7021"/>
                  </a:moveTo>
                  <a:lnTo>
                    <a:pt x="28093" y="10008"/>
                  </a:lnTo>
                  <a:lnTo>
                    <a:pt x="34511" y="10008"/>
                  </a:lnTo>
                  <a:close/>
                  <a:moveTo>
                    <a:pt x="34511" y="10008"/>
                  </a:moveTo>
                  <a:lnTo>
                    <a:pt x="69023" y="0"/>
                  </a:lnTo>
                  <a:lnTo>
                    <a:pt x="34511" y="7021"/>
                  </a:lnTo>
                  <a:close/>
                </a:path>
              </a:pathLst>
            </a:custGeom>
            <a:solidFill>
              <a:srgbClr val="E3697B"/>
            </a:solidFill>
            <a:ln w="4001">
              <a:solidFill>
                <a:srgbClr val="F2BCC4"/>
              </a:solidFill>
            </a:ln>
          </p:spPr>
        </p:sp>
        <p:sp>
          <p:nvSpPr>
            <p:cNvPr id="4022" name="Match_B4__4021">
              <a:extLst>
                <a:ext uri="{FF2B5EF4-FFF2-40B4-BE49-F238E27FC236}">
                  <a16:creationId xmlns:a16="http://schemas.microsoft.com/office/drawing/2014/main" id="{838E8E19-653F-F602-8E44-F6F7016112F7}"/>
                </a:ext>
              </a:extLst>
            </p:cNvPr>
            <p:cNvSpPr>
              <a:spLocks noGrp="1"/>
            </p:cNvSpPr>
            <p:nvPr/>
          </p:nvSpPr>
          <p:spPr>
            <a:xfrm>
              <a:off x="8386763" y="2464230"/>
              <a:ext cx="352425" cy="521858"/>
            </a:xfrm>
            <a:custGeom>
              <a:avLst/>
              <a:gdLst/>
              <a:ahLst/>
              <a:cxnLst/>
              <a:rect l="0" t="0" r="0" b="0"/>
              <a:pathLst>
                <a:path w="352425" h="521858">
                  <a:moveTo>
                    <a:pt x="66590" y="512017"/>
                  </a:moveTo>
                  <a:lnTo>
                    <a:pt x="101101" y="520453"/>
                  </a:lnTo>
                  <a:lnTo>
                    <a:pt x="101101" y="517205"/>
                  </a:lnTo>
                  <a:close/>
                  <a:moveTo>
                    <a:pt x="135613" y="520453"/>
                  </a:moveTo>
                  <a:lnTo>
                    <a:pt x="101101" y="521011"/>
                  </a:lnTo>
                  <a:lnTo>
                    <a:pt x="135613" y="521858"/>
                  </a:lnTo>
                  <a:close/>
                  <a:moveTo>
                    <a:pt x="135613" y="520453"/>
                  </a:moveTo>
                  <a:lnTo>
                    <a:pt x="101101" y="520453"/>
                  </a:lnTo>
                  <a:lnTo>
                    <a:pt x="101101" y="521011"/>
                  </a:lnTo>
                  <a:close/>
                  <a:moveTo>
                    <a:pt x="101101" y="520453"/>
                  </a:moveTo>
                  <a:lnTo>
                    <a:pt x="135613" y="520453"/>
                  </a:lnTo>
                  <a:lnTo>
                    <a:pt x="101101" y="517205"/>
                  </a:lnTo>
                  <a:close/>
                  <a:moveTo>
                    <a:pt x="135613" y="520453"/>
                  </a:moveTo>
                  <a:lnTo>
                    <a:pt x="135613" y="521858"/>
                  </a:lnTo>
                  <a:lnTo>
                    <a:pt x="142614" y="520453"/>
                  </a:lnTo>
                  <a:close/>
                  <a:moveTo>
                    <a:pt x="135613" y="520453"/>
                  </a:moveTo>
                  <a:lnTo>
                    <a:pt x="142614" y="520453"/>
                  </a:lnTo>
                  <a:lnTo>
                    <a:pt x="135613" y="518143"/>
                  </a:lnTo>
                  <a:close/>
                  <a:moveTo>
                    <a:pt x="135613" y="518143"/>
                  </a:moveTo>
                  <a:lnTo>
                    <a:pt x="142614" y="520453"/>
                  </a:lnTo>
                  <a:lnTo>
                    <a:pt x="170124" y="515216"/>
                  </a:lnTo>
                  <a:close/>
                  <a:moveTo>
                    <a:pt x="43276" y="493588"/>
                  </a:moveTo>
                  <a:lnTo>
                    <a:pt x="35941" y="493588"/>
                  </a:lnTo>
                  <a:lnTo>
                    <a:pt x="66590" y="512017"/>
                  </a:lnTo>
                  <a:close/>
                  <a:moveTo>
                    <a:pt x="35941" y="493588"/>
                  </a:moveTo>
                  <a:lnTo>
                    <a:pt x="43276" y="493588"/>
                  </a:lnTo>
                  <a:lnTo>
                    <a:pt x="32079" y="489679"/>
                  </a:lnTo>
                  <a:close/>
                  <a:moveTo>
                    <a:pt x="170124" y="515216"/>
                  </a:moveTo>
                  <a:lnTo>
                    <a:pt x="204635" y="500251"/>
                  </a:lnTo>
                  <a:lnTo>
                    <a:pt x="204635" y="496275"/>
                  </a:lnTo>
                  <a:close/>
                  <a:moveTo>
                    <a:pt x="215055" y="493588"/>
                  </a:moveTo>
                  <a:lnTo>
                    <a:pt x="204635" y="496275"/>
                  </a:lnTo>
                  <a:lnTo>
                    <a:pt x="204635" y="500251"/>
                  </a:lnTo>
                  <a:close/>
                  <a:moveTo>
                    <a:pt x="215055" y="493588"/>
                  </a:moveTo>
                  <a:lnTo>
                    <a:pt x="239146" y="474590"/>
                  </a:lnTo>
                  <a:lnTo>
                    <a:pt x="239146" y="470988"/>
                  </a:lnTo>
                  <a:close/>
                  <a:moveTo>
                    <a:pt x="20298" y="466722"/>
                  </a:moveTo>
                  <a:lnTo>
                    <a:pt x="14843" y="466722"/>
                  </a:lnTo>
                  <a:lnTo>
                    <a:pt x="32079" y="489679"/>
                  </a:lnTo>
                  <a:close/>
                  <a:moveTo>
                    <a:pt x="9058" y="439857"/>
                  </a:moveTo>
                  <a:lnTo>
                    <a:pt x="14843" y="466722"/>
                  </a:lnTo>
                  <a:lnTo>
                    <a:pt x="20298" y="466722"/>
                  </a:lnTo>
                  <a:close/>
                  <a:moveTo>
                    <a:pt x="248122" y="466722"/>
                  </a:moveTo>
                  <a:lnTo>
                    <a:pt x="239146" y="470988"/>
                  </a:lnTo>
                  <a:lnTo>
                    <a:pt x="239146" y="474590"/>
                  </a:lnTo>
                  <a:close/>
                  <a:moveTo>
                    <a:pt x="248122" y="466722"/>
                  </a:moveTo>
                  <a:lnTo>
                    <a:pt x="273658" y="439857"/>
                  </a:lnTo>
                  <a:lnTo>
                    <a:pt x="272275" y="439857"/>
                  </a:lnTo>
                  <a:close/>
                  <a:moveTo>
                    <a:pt x="13895" y="412991"/>
                  </a:moveTo>
                  <a:lnTo>
                    <a:pt x="9058" y="439857"/>
                  </a:lnTo>
                  <a:lnTo>
                    <a:pt x="13817" y="439857"/>
                  </a:lnTo>
                  <a:close/>
                  <a:moveTo>
                    <a:pt x="273909" y="439857"/>
                  </a:moveTo>
                  <a:lnTo>
                    <a:pt x="273658" y="438465"/>
                  </a:lnTo>
                  <a:lnTo>
                    <a:pt x="273658" y="439857"/>
                  </a:lnTo>
                  <a:close/>
                  <a:moveTo>
                    <a:pt x="300550" y="412991"/>
                  </a:moveTo>
                  <a:lnTo>
                    <a:pt x="300812" y="412991"/>
                  </a:lnTo>
                  <a:lnTo>
                    <a:pt x="273909" y="439857"/>
                  </a:lnTo>
                  <a:close/>
                  <a:moveTo>
                    <a:pt x="27506" y="386126"/>
                  </a:moveTo>
                  <a:lnTo>
                    <a:pt x="13895" y="412991"/>
                  </a:lnTo>
                  <a:lnTo>
                    <a:pt x="18356" y="412991"/>
                  </a:lnTo>
                  <a:close/>
                  <a:moveTo>
                    <a:pt x="300550" y="412991"/>
                  </a:moveTo>
                  <a:lnTo>
                    <a:pt x="308169" y="404561"/>
                  </a:lnTo>
                  <a:lnTo>
                    <a:pt x="308169" y="405416"/>
                  </a:lnTo>
                  <a:close/>
                  <a:moveTo>
                    <a:pt x="32079" y="385404"/>
                  </a:moveTo>
                  <a:lnTo>
                    <a:pt x="32079" y="378860"/>
                  </a:lnTo>
                  <a:lnTo>
                    <a:pt x="27506" y="386126"/>
                  </a:lnTo>
                  <a:close/>
                  <a:moveTo>
                    <a:pt x="32079" y="378860"/>
                  </a:moveTo>
                  <a:lnTo>
                    <a:pt x="32079" y="385404"/>
                  </a:lnTo>
                  <a:lnTo>
                    <a:pt x="44433" y="359260"/>
                  </a:lnTo>
                  <a:close/>
                  <a:moveTo>
                    <a:pt x="325237" y="386126"/>
                  </a:moveTo>
                  <a:lnTo>
                    <a:pt x="308169" y="405416"/>
                  </a:lnTo>
                  <a:lnTo>
                    <a:pt x="308169" y="404561"/>
                  </a:lnTo>
                  <a:close/>
                  <a:moveTo>
                    <a:pt x="342680" y="359260"/>
                  </a:moveTo>
                  <a:lnTo>
                    <a:pt x="342680" y="361763"/>
                  </a:lnTo>
                  <a:lnTo>
                    <a:pt x="342191" y="359260"/>
                  </a:lnTo>
                  <a:close/>
                  <a:moveTo>
                    <a:pt x="342191" y="359260"/>
                  </a:moveTo>
                  <a:lnTo>
                    <a:pt x="326794" y="386126"/>
                  </a:lnTo>
                  <a:lnTo>
                    <a:pt x="325237" y="386126"/>
                  </a:lnTo>
                  <a:close/>
                  <a:moveTo>
                    <a:pt x="56690" y="332394"/>
                  </a:moveTo>
                  <a:lnTo>
                    <a:pt x="44433" y="359260"/>
                  </a:lnTo>
                  <a:lnTo>
                    <a:pt x="47206" y="359260"/>
                  </a:lnTo>
                  <a:close/>
                  <a:moveTo>
                    <a:pt x="57685" y="305529"/>
                  </a:moveTo>
                  <a:lnTo>
                    <a:pt x="56690" y="332394"/>
                  </a:lnTo>
                  <a:lnTo>
                    <a:pt x="58513" y="332394"/>
                  </a:lnTo>
                  <a:close/>
                  <a:moveTo>
                    <a:pt x="344306" y="359260"/>
                  </a:moveTo>
                  <a:lnTo>
                    <a:pt x="342680" y="359260"/>
                  </a:lnTo>
                  <a:lnTo>
                    <a:pt x="350245" y="332394"/>
                  </a:lnTo>
                  <a:close/>
                  <a:moveTo>
                    <a:pt x="352425" y="332394"/>
                  </a:moveTo>
                  <a:lnTo>
                    <a:pt x="350245" y="332394"/>
                  </a:lnTo>
                  <a:lnTo>
                    <a:pt x="347878" y="305529"/>
                  </a:lnTo>
                  <a:close/>
                  <a:moveTo>
                    <a:pt x="45969" y="278663"/>
                  </a:moveTo>
                  <a:lnTo>
                    <a:pt x="57685" y="305529"/>
                  </a:lnTo>
                  <a:lnTo>
                    <a:pt x="59504" y="305529"/>
                  </a:lnTo>
                  <a:close/>
                  <a:moveTo>
                    <a:pt x="342680" y="294215"/>
                  </a:moveTo>
                  <a:lnTo>
                    <a:pt x="350077" y="305529"/>
                  </a:lnTo>
                  <a:lnTo>
                    <a:pt x="347878" y="305529"/>
                  </a:lnTo>
                  <a:close/>
                  <a:moveTo>
                    <a:pt x="342680" y="294215"/>
                  </a:moveTo>
                  <a:lnTo>
                    <a:pt x="335539" y="278663"/>
                  </a:lnTo>
                  <a:lnTo>
                    <a:pt x="337469" y="278663"/>
                  </a:lnTo>
                  <a:close/>
                  <a:moveTo>
                    <a:pt x="45969" y="278663"/>
                  </a:moveTo>
                  <a:lnTo>
                    <a:pt x="48844" y="278663"/>
                  </a:lnTo>
                  <a:lnTo>
                    <a:pt x="32079" y="259187"/>
                  </a:lnTo>
                  <a:close/>
                  <a:moveTo>
                    <a:pt x="337469" y="278663"/>
                  </a:moveTo>
                  <a:lnTo>
                    <a:pt x="335539" y="278663"/>
                  </a:lnTo>
                  <a:lnTo>
                    <a:pt x="314492" y="251798"/>
                  </a:lnTo>
                  <a:close/>
                  <a:moveTo>
                    <a:pt x="31137" y="251798"/>
                  </a:moveTo>
                  <a:lnTo>
                    <a:pt x="26829" y="251798"/>
                  </a:lnTo>
                  <a:lnTo>
                    <a:pt x="32079" y="259187"/>
                  </a:lnTo>
                  <a:close/>
                  <a:moveTo>
                    <a:pt x="9838" y="224932"/>
                  </a:moveTo>
                  <a:lnTo>
                    <a:pt x="26829" y="251798"/>
                  </a:lnTo>
                  <a:lnTo>
                    <a:pt x="31137" y="251798"/>
                  </a:lnTo>
                  <a:close/>
                  <a:moveTo>
                    <a:pt x="308169" y="245085"/>
                  </a:moveTo>
                  <a:lnTo>
                    <a:pt x="315803" y="251798"/>
                  </a:lnTo>
                  <a:lnTo>
                    <a:pt x="314492" y="251798"/>
                  </a:lnTo>
                  <a:close/>
                  <a:moveTo>
                    <a:pt x="308169" y="245085"/>
                  </a:moveTo>
                  <a:lnTo>
                    <a:pt x="289950" y="224932"/>
                  </a:lnTo>
                  <a:lnTo>
                    <a:pt x="289438" y="224932"/>
                  </a:lnTo>
                  <a:close/>
                  <a:moveTo>
                    <a:pt x="844" y="198067"/>
                  </a:moveTo>
                  <a:lnTo>
                    <a:pt x="9838" y="224932"/>
                  </a:lnTo>
                  <a:lnTo>
                    <a:pt x="14470" y="224932"/>
                  </a:lnTo>
                  <a:close/>
                  <a:moveTo>
                    <a:pt x="273658" y="204558"/>
                  </a:moveTo>
                  <a:lnTo>
                    <a:pt x="289438" y="224932"/>
                  </a:lnTo>
                  <a:lnTo>
                    <a:pt x="289950" y="224932"/>
                  </a:lnTo>
                  <a:close/>
                  <a:moveTo>
                    <a:pt x="273658" y="204558"/>
                  </a:moveTo>
                  <a:lnTo>
                    <a:pt x="269255" y="198067"/>
                  </a:lnTo>
                  <a:lnTo>
                    <a:pt x="266624" y="198067"/>
                  </a:lnTo>
                  <a:close/>
                  <a:moveTo>
                    <a:pt x="0" y="171201"/>
                  </a:moveTo>
                  <a:lnTo>
                    <a:pt x="844" y="198067"/>
                  </a:lnTo>
                  <a:lnTo>
                    <a:pt x="5676" y="198067"/>
                  </a:lnTo>
                  <a:close/>
                  <a:moveTo>
                    <a:pt x="266624" y="198067"/>
                  </a:moveTo>
                  <a:lnTo>
                    <a:pt x="269255" y="198067"/>
                  </a:lnTo>
                  <a:lnTo>
                    <a:pt x="256315" y="171201"/>
                  </a:lnTo>
                  <a:close/>
                  <a:moveTo>
                    <a:pt x="5610" y="144336"/>
                  </a:moveTo>
                  <a:lnTo>
                    <a:pt x="0" y="171201"/>
                  </a:lnTo>
                  <a:lnTo>
                    <a:pt x="5359" y="171201"/>
                  </a:lnTo>
                  <a:close/>
                  <a:moveTo>
                    <a:pt x="251214" y="171201"/>
                  </a:moveTo>
                  <a:lnTo>
                    <a:pt x="256315" y="171201"/>
                  </a:lnTo>
                  <a:lnTo>
                    <a:pt x="249234" y="144336"/>
                  </a:lnTo>
                  <a:close/>
                  <a:moveTo>
                    <a:pt x="14436" y="117470"/>
                  </a:moveTo>
                  <a:lnTo>
                    <a:pt x="5610" y="144336"/>
                  </a:lnTo>
                  <a:lnTo>
                    <a:pt x="12270" y="144336"/>
                  </a:lnTo>
                  <a:close/>
                  <a:moveTo>
                    <a:pt x="249234" y="144336"/>
                  </a:moveTo>
                  <a:lnTo>
                    <a:pt x="247506" y="117470"/>
                  </a:lnTo>
                  <a:lnTo>
                    <a:pt x="241184" y="144336"/>
                  </a:lnTo>
                  <a:close/>
                  <a:moveTo>
                    <a:pt x="24202" y="90604"/>
                  </a:moveTo>
                  <a:lnTo>
                    <a:pt x="32079" y="99466"/>
                  </a:lnTo>
                  <a:lnTo>
                    <a:pt x="32079" y="90604"/>
                  </a:lnTo>
                  <a:close/>
                  <a:moveTo>
                    <a:pt x="14436" y="117470"/>
                  </a:moveTo>
                  <a:lnTo>
                    <a:pt x="23473" y="117470"/>
                  </a:lnTo>
                  <a:lnTo>
                    <a:pt x="24202" y="90604"/>
                  </a:lnTo>
                  <a:close/>
                  <a:moveTo>
                    <a:pt x="239146" y="90604"/>
                  </a:moveTo>
                  <a:lnTo>
                    <a:pt x="247506" y="117470"/>
                  </a:lnTo>
                  <a:lnTo>
                    <a:pt x="247355" y="90604"/>
                  </a:lnTo>
                  <a:close/>
                  <a:moveTo>
                    <a:pt x="239146" y="90604"/>
                  </a:moveTo>
                  <a:lnTo>
                    <a:pt x="239146" y="117470"/>
                  </a:lnTo>
                  <a:lnTo>
                    <a:pt x="247506" y="117470"/>
                  </a:lnTo>
                  <a:close/>
                  <a:moveTo>
                    <a:pt x="32079" y="73714"/>
                  </a:moveTo>
                  <a:lnTo>
                    <a:pt x="24202" y="90604"/>
                  </a:lnTo>
                  <a:lnTo>
                    <a:pt x="32079" y="90604"/>
                  </a:lnTo>
                  <a:close/>
                  <a:moveTo>
                    <a:pt x="32079" y="73714"/>
                  </a:moveTo>
                  <a:lnTo>
                    <a:pt x="32079" y="90604"/>
                  </a:lnTo>
                  <a:lnTo>
                    <a:pt x="36133" y="63739"/>
                  </a:lnTo>
                  <a:close/>
                  <a:moveTo>
                    <a:pt x="36133" y="63739"/>
                  </a:moveTo>
                  <a:lnTo>
                    <a:pt x="32079" y="90604"/>
                  </a:lnTo>
                  <a:lnTo>
                    <a:pt x="35904" y="90604"/>
                  </a:lnTo>
                  <a:close/>
                  <a:moveTo>
                    <a:pt x="239146" y="63739"/>
                  </a:moveTo>
                  <a:lnTo>
                    <a:pt x="239146" y="90604"/>
                  </a:lnTo>
                  <a:lnTo>
                    <a:pt x="247355" y="90604"/>
                  </a:lnTo>
                  <a:close/>
                  <a:moveTo>
                    <a:pt x="54433" y="36873"/>
                  </a:moveTo>
                  <a:lnTo>
                    <a:pt x="66590" y="43170"/>
                  </a:lnTo>
                  <a:lnTo>
                    <a:pt x="66590" y="36873"/>
                  </a:lnTo>
                  <a:close/>
                  <a:moveTo>
                    <a:pt x="36133" y="63739"/>
                  </a:moveTo>
                  <a:lnTo>
                    <a:pt x="49651" y="63739"/>
                  </a:lnTo>
                  <a:lnTo>
                    <a:pt x="54433" y="36873"/>
                  </a:lnTo>
                  <a:close/>
                  <a:moveTo>
                    <a:pt x="239146" y="63739"/>
                  </a:moveTo>
                  <a:lnTo>
                    <a:pt x="239146" y="56704"/>
                  </a:lnTo>
                  <a:lnTo>
                    <a:pt x="228050" y="63739"/>
                  </a:lnTo>
                  <a:close/>
                  <a:moveTo>
                    <a:pt x="228050" y="63739"/>
                  </a:moveTo>
                  <a:lnTo>
                    <a:pt x="239146" y="56704"/>
                  </a:lnTo>
                  <a:lnTo>
                    <a:pt x="228421" y="36873"/>
                  </a:lnTo>
                  <a:close/>
                  <a:moveTo>
                    <a:pt x="66590" y="26168"/>
                  </a:moveTo>
                  <a:lnTo>
                    <a:pt x="54433" y="36873"/>
                  </a:lnTo>
                  <a:lnTo>
                    <a:pt x="66590" y="36873"/>
                  </a:lnTo>
                  <a:close/>
                  <a:moveTo>
                    <a:pt x="101101" y="10008"/>
                  </a:moveTo>
                  <a:lnTo>
                    <a:pt x="94683" y="10008"/>
                  </a:lnTo>
                  <a:lnTo>
                    <a:pt x="101101" y="20166"/>
                  </a:lnTo>
                  <a:close/>
                  <a:moveTo>
                    <a:pt x="94683" y="10008"/>
                  </a:moveTo>
                  <a:lnTo>
                    <a:pt x="66590" y="26168"/>
                  </a:lnTo>
                  <a:lnTo>
                    <a:pt x="101101" y="20166"/>
                  </a:lnTo>
                  <a:close/>
                  <a:moveTo>
                    <a:pt x="73371" y="36873"/>
                  </a:moveTo>
                  <a:lnTo>
                    <a:pt x="66590" y="26168"/>
                  </a:lnTo>
                  <a:lnTo>
                    <a:pt x="66590" y="36873"/>
                  </a:lnTo>
                  <a:close/>
                  <a:moveTo>
                    <a:pt x="204635" y="16737"/>
                  </a:moveTo>
                  <a:lnTo>
                    <a:pt x="209866" y="36873"/>
                  </a:lnTo>
                  <a:lnTo>
                    <a:pt x="228421" y="36873"/>
                  </a:lnTo>
                  <a:close/>
                  <a:moveTo>
                    <a:pt x="189806" y="10008"/>
                  </a:moveTo>
                  <a:lnTo>
                    <a:pt x="170124" y="10008"/>
                  </a:lnTo>
                  <a:lnTo>
                    <a:pt x="204635" y="16737"/>
                  </a:lnTo>
                  <a:close/>
                  <a:moveTo>
                    <a:pt x="204635" y="16737"/>
                  </a:moveTo>
                  <a:lnTo>
                    <a:pt x="170124" y="10008"/>
                  </a:lnTo>
                  <a:lnTo>
                    <a:pt x="170124" y="15717"/>
                  </a:lnTo>
                  <a:close/>
                  <a:moveTo>
                    <a:pt x="101101" y="10008"/>
                  </a:moveTo>
                  <a:lnTo>
                    <a:pt x="135613" y="10008"/>
                  </a:lnTo>
                  <a:lnTo>
                    <a:pt x="135613" y="0"/>
                  </a:lnTo>
                  <a:close/>
                  <a:moveTo>
                    <a:pt x="135613" y="10008"/>
                  </a:moveTo>
                  <a:lnTo>
                    <a:pt x="170124" y="2719"/>
                  </a:lnTo>
                  <a:lnTo>
                    <a:pt x="135613" y="0"/>
                  </a:lnTo>
                  <a:close/>
                  <a:moveTo>
                    <a:pt x="135613" y="10008"/>
                  </a:moveTo>
                  <a:lnTo>
                    <a:pt x="170124" y="10008"/>
                  </a:lnTo>
                  <a:lnTo>
                    <a:pt x="170124" y="2719"/>
                  </a:lnTo>
                  <a:close/>
                  <a:moveTo>
                    <a:pt x="170124" y="10008"/>
                  </a:moveTo>
                  <a:lnTo>
                    <a:pt x="189806" y="10008"/>
                  </a:lnTo>
                  <a:lnTo>
                    <a:pt x="170124" y="2719"/>
                  </a:lnTo>
                  <a:close/>
                </a:path>
              </a:pathLst>
            </a:custGeom>
            <a:solidFill>
              <a:srgbClr val="E46D7F"/>
            </a:solidFill>
            <a:ln w="4001">
              <a:solidFill>
                <a:srgbClr val="F2BCC4"/>
              </a:solidFill>
            </a:ln>
          </p:spPr>
        </p:sp>
        <p:sp>
          <p:nvSpPr>
            <p:cNvPr id="4023" name="Match_B4__4022">
              <a:extLst>
                <a:ext uri="{FF2B5EF4-FFF2-40B4-BE49-F238E27FC236}">
                  <a16:creationId xmlns:a16="http://schemas.microsoft.com/office/drawing/2014/main" id="{CAE5FB47-F2C4-13C7-8DD8-84C4B54CA936}"/>
                </a:ext>
              </a:extLst>
            </p:cNvPr>
            <p:cNvSpPr>
              <a:spLocks noGrp="1"/>
            </p:cNvSpPr>
            <p:nvPr/>
          </p:nvSpPr>
          <p:spPr>
            <a:xfrm>
              <a:off x="8386763" y="2474238"/>
              <a:ext cx="352425" cy="510446"/>
            </a:xfrm>
            <a:custGeom>
              <a:avLst/>
              <a:gdLst/>
              <a:ahLst/>
              <a:cxnLst/>
              <a:rect l="0" t="0" r="0" b="0"/>
              <a:pathLst>
                <a:path w="352425" h="510446">
                  <a:moveTo>
                    <a:pt x="66590" y="502009"/>
                  </a:moveTo>
                  <a:lnTo>
                    <a:pt x="101101" y="507197"/>
                  </a:lnTo>
                  <a:lnTo>
                    <a:pt x="66590" y="497593"/>
                  </a:lnTo>
                  <a:close/>
                  <a:moveTo>
                    <a:pt x="135613" y="510446"/>
                  </a:moveTo>
                  <a:lnTo>
                    <a:pt x="135613" y="508135"/>
                  </a:lnTo>
                  <a:lnTo>
                    <a:pt x="101101" y="507197"/>
                  </a:lnTo>
                  <a:close/>
                  <a:moveTo>
                    <a:pt x="135613" y="508135"/>
                  </a:moveTo>
                  <a:lnTo>
                    <a:pt x="170124" y="505208"/>
                  </a:lnTo>
                  <a:lnTo>
                    <a:pt x="170124" y="501559"/>
                  </a:lnTo>
                  <a:close/>
                  <a:moveTo>
                    <a:pt x="43276" y="483580"/>
                  </a:moveTo>
                  <a:lnTo>
                    <a:pt x="66590" y="502009"/>
                  </a:lnTo>
                  <a:lnTo>
                    <a:pt x="66590" y="497593"/>
                  </a:lnTo>
                  <a:close/>
                  <a:moveTo>
                    <a:pt x="43276" y="483580"/>
                  </a:moveTo>
                  <a:lnTo>
                    <a:pt x="32079" y="472314"/>
                  </a:lnTo>
                  <a:lnTo>
                    <a:pt x="32079" y="479671"/>
                  </a:lnTo>
                  <a:close/>
                  <a:moveTo>
                    <a:pt x="170124" y="501559"/>
                  </a:moveTo>
                  <a:lnTo>
                    <a:pt x="170124" y="505208"/>
                  </a:lnTo>
                  <a:lnTo>
                    <a:pt x="204635" y="486267"/>
                  </a:lnTo>
                  <a:close/>
                  <a:moveTo>
                    <a:pt x="215055" y="483580"/>
                  </a:moveTo>
                  <a:lnTo>
                    <a:pt x="208940" y="483580"/>
                  </a:lnTo>
                  <a:lnTo>
                    <a:pt x="204635" y="486267"/>
                  </a:lnTo>
                  <a:close/>
                  <a:moveTo>
                    <a:pt x="208940" y="483580"/>
                  </a:moveTo>
                  <a:lnTo>
                    <a:pt x="215055" y="483580"/>
                  </a:lnTo>
                  <a:lnTo>
                    <a:pt x="239146" y="460980"/>
                  </a:lnTo>
                  <a:close/>
                  <a:moveTo>
                    <a:pt x="20298" y="456714"/>
                  </a:moveTo>
                  <a:lnTo>
                    <a:pt x="32079" y="479671"/>
                  </a:lnTo>
                  <a:lnTo>
                    <a:pt x="32079" y="472314"/>
                  </a:lnTo>
                  <a:close/>
                  <a:moveTo>
                    <a:pt x="9058" y="429849"/>
                  </a:moveTo>
                  <a:lnTo>
                    <a:pt x="20298" y="456714"/>
                  </a:lnTo>
                  <a:lnTo>
                    <a:pt x="13817" y="429849"/>
                  </a:lnTo>
                  <a:close/>
                  <a:moveTo>
                    <a:pt x="248122" y="456714"/>
                  </a:moveTo>
                  <a:lnTo>
                    <a:pt x="244235" y="456714"/>
                  </a:lnTo>
                  <a:lnTo>
                    <a:pt x="239146" y="460980"/>
                  </a:lnTo>
                  <a:close/>
                  <a:moveTo>
                    <a:pt x="248122" y="456714"/>
                  </a:moveTo>
                  <a:lnTo>
                    <a:pt x="272275" y="429849"/>
                  </a:lnTo>
                  <a:lnTo>
                    <a:pt x="244235" y="456714"/>
                  </a:lnTo>
                  <a:close/>
                  <a:moveTo>
                    <a:pt x="13895" y="402983"/>
                  </a:moveTo>
                  <a:lnTo>
                    <a:pt x="13817" y="429849"/>
                  </a:lnTo>
                  <a:lnTo>
                    <a:pt x="18356" y="402983"/>
                  </a:lnTo>
                  <a:close/>
                  <a:moveTo>
                    <a:pt x="300812" y="402983"/>
                  </a:moveTo>
                  <a:lnTo>
                    <a:pt x="273658" y="428457"/>
                  </a:lnTo>
                  <a:lnTo>
                    <a:pt x="273909" y="429849"/>
                  </a:lnTo>
                  <a:close/>
                  <a:moveTo>
                    <a:pt x="272275" y="429849"/>
                  </a:moveTo>
                  <a:lnTo>
                    <a:pt x="273658" y="429849"/>
                  </a:lnTo>
                  <a:lnTo>
                    <a:pt x="273658" y="428457"/>
                  </a:lnTo>
                  <a:close/>
                  <a:moveTo>
                    <a:pt x="27506" y="376118"/>
                  </a:moveTo>
                  <a:lnTo>
                    <a:pt x="18356" y="402983"/>
                  </a:lnTo>
                  <a:lnTo>
                    <a:pt x="31652" y="376118"/>
                  </a:lnTo>
                  <a:close/>
                  <a:moveTo>
                    <a:pt x="300812" y="402983"/>
                  </a:moveTo>
                  <a:lnTo>
                    <a:pt x="300550" y="402983"/>
                  </a:lnTo>
                  <a:lnTo>
                    <a:pt x="308169" y="395408"/>
                  </a:lnTo>
                  <a:close/>
                  <a:moveTo>
                    <a:pt x="32079" y="375396"/>
                  </a:moveTo>
                  <a:lnTo>
                    <a:pt x="27506" y="376118"/>
                  </a:lnTo>
                  <a:lnTo>
                    <a:pt x="31652" y="376118"/>
                  </a:lnTo>
                  <a:close/>
                  <a:moveTo>
                    <a:pt x="32079" y="375396"/>
                  </a:moveTo>
                  <a:lnTo>
                    <a:pt x="47206" y="349252"/>
                  </a:lnTo>
                  <a:lnTo>
                    <a:pt x="44433" y="349252"/>
                  </a:lnTo>
                  <a:close/>
                  <a:moveTo>
                    <a:pt x="325237" y="376118"/>
                  </a:moveTo>
                  <a:lnTo>
                    <a:pt x="326794" y="376118"/>
                  </a:lnTo>
                  <a:lnTo>
                    <a:pt x="308169" y="395408"/>
                  </a:lnTo>
                  <a:close/>
                  <a:moveTo>
                    <a:pt x="342191" y="349252"/>
                  </a:moveTo>
                  <a:lnTo>
                    <a:pt x="342680" y="351755"/>
                  </a:lnTo>
                  <a:lnTo>
                    <a:pt x="326794" y="376118"/>
                  </a:lnTo>
                  <a:close/>
                  <a:moveTo>
                    <a:pt x="56690" y="322387"/>
                  </a:moveTo>
                  <a:lnTo>
                    <a:pt x="47206" y="349252"/>
                  </a:lnTo>
                  <a:lnTo>
                    <a:pt x="58513" y="322387"/>
                  </a:lnTo>
                  <a:close/>
                  <a:moveTo>
                    <a:pt x="57685" y="295521"/>
                  </a:moveTo>
                  <a:lnTo>
                    <a:pt x="58513" y="322387"/>
                  </a:lnTo>
                  <a:lnTo>
                    <a:pt x="59504" y="295521"/>
                  </a:lnTo>
                  <a:close/>
                  <a:moveTo>
                    <a:pt x="352425" y="322387"/>
                  </a:moveTo>
                  <a:lnTo>
                    <a:pt x="344306" y="349252"/>
                  </a:lnTo>
                  <a:lnTo>
                    <a:pt x="350245" y="322387"/>
                  </a:lnTo>
                  <a:close/>
                  <a:moveTo>
                    <a:pt x="350077" y="295521"/>
                  </a:moveTo>
                  <a:lnTo>
                    <a:pt x="352425" y="322387"/>
                  </a:lnTo>
                  <a:lnTo>
                    <a:pt x="347878" y="295521"/>
                  </a:lnTo>
                  <a:close/>
                  <a:moveTo>
                    <a:pt x="45969" y="268656"/>
                  </a:moveTo>
                  <a:lnTo>
                    <a:pt x="59504" y="295521"/>
                  </a:lnTo>
                  <a:lnTo>
                    <a:pt x="48844" y="268656"/>
                  </a:lnTo>
                  <a:close/>
                  <a:moveTo>
                    <a:pt x="342680" y="284207"/>
                  </a:moveTo>
                  <a:lnTo>
                    <a:pt x="342680" y="279700"/>
                  </a:lnTo>
                  <a:lnTo>
                    <a:pt x="350077" y="295521"/>
                  </a:lnTo>
                  <a:close/>
                  <a:moveTo>
                    <a:pt x="342680" y="279700"/>
                  </a:moveTo>
                  <a:lnTo>
                    <a:pt x="342680" y="284207"/>
                  </a:lnTo>
                  <a:lnTo>
                    <a:pt x="337469" y="268656"/>
                  </a:lnTo>
                  <a:close/>
                  <a:moveTo>
                    <a:pt x="48844" y="268656"/>
                  </a:moveTo>
                  <a:lnTo>
                    <a:pt x="32079" y="243192"/>
                  </a:lnTo>
                  <a:lnTo>
                    <a:pt x="32079" y="249180"/>
                  </a:lnTo>
                  <a:close/>
                  <a:moveTo>
                    <a:pt x="315803" y="241790"/>
                  </a:moveTo>
                  <a:lnTo>
                    <a:pt x="337469" y="268656"/>
                  </a:lnTo>
                  <a:lnTo>
                    <a:pt x="314492" y="241790"/>
                  </a:lnTo>
                  <a:close/>
                  <a:moveTo>
                    <a:pt x="31137" y="241790"/>
                  </a:moveTo>
                  <a:lnTo>
                    <a:pt x="32079" y="249180"/>
                  </a:lnTo>
                  <a:lnTo>
                    <a:pt x="32079" y="243192"/>
                  </a:lnTo>
                  <a:close/>
                  <a:moveTo>
                    <a:pt x="9838" y="214924"/>
                  </a:moveTo>
                  <a:lnTo>
                    <a:pt x="31137" y="241790"/>
                  </a:lnTo>
                  <a:lnTo>
                    <a:pt x="14470" y="214924"/>
                  </a:lnTo>
                  <a:close/>
                  <a:moveTo>
                    <a:pt x="308169" y="235078"/>
                  </a:moveTo>
                  <a:lnTo>
                    <a:pt x="308169" y="234072"/>
                  </a:lnTo>
                  <a:lnTo>
                    <a:pt x="315803" y="241790"/>
                  </a:lnTo>
                  <a:close/>
                  <a:moveTo>
                    <a:pt x="308169" y="234072"/>
                  </a:moveTo>
                  <a:lnTo>
                    <a:pt x="308169" y="235078"/>
                  </a:lnTo>
                  <a:lnTo>
                    <a:pt x="289438" y="214924"/>
                  </a:lnTo>
                  <a:close/>
                  <a:moveTo>
                    <a:pt x="844" y="188059"/>
                  </a:moveTo>
                  <a:lnTo>
                    <a:pt x="14470" y="214924"/>
                  </a:lnTo>
                  <a:lnTo>
                    <a:pt x="5676" y="188059"/>
                  </a:lnTo>
                  <a:close/>
                  <a:moveTo>
                    <a:pt x="273658" y="194550"/>
                  </a:moveTo>
                  <a:lnTo>
                    <a:pt x="273658" y="197128"/>
                  </a:lnTo>
                  <a:lnTo>
                    <a:pt x="289438" y="214924"/>
                  </a:lnTo>
                  <a:close/>
                  <a:moveTo>
                    <a:pt x="273658" y="197128"/>
                  </a:moveTo>
                  <a:lnTo>
                    <a:pt x="273658" y="194550"/>
                  </a:lnTo>
                  <a:lnTo>
                    <a:pt x="266624" y="188059"/>
                  </a:lnTo>
                  <a:close/>
                  <a:moveTo>
                    <a:pt x="0" y="161193"/>
                  </a:moveTo>
                  <a:lnTo>
                    <a:pt x="5676" y="188059"/>
                  </a:lnTo>
                  <a:lnTo>
                    <a:pt x="5359" y="161193"/>
                  </a:lnTo>
                  <a:close/>
                  <a:moveTo>
                    <a:pt x="251214" y="161193"/>
                  </a:moveTo>
                  <a:lnTo>
                    <a:pt x="266624" y="188059"/>
                  </a:lnTo>
                  <a:lnTo>
                    <a:pt x="256315" y="161193"/>
                  </a:lnTo>
                  <a:close/>
                  <a:moveTo>
                    <a:pt x="5610" y="134328"/>
                  </a:moveTo>
                  <a:lnTo>
                    <a:pt x="5359" y="161193"/>
                  </a:lnTo>
                  <a:lnTo>
                    <a:pt x="12270" y="134328"/>
                  </a:lnTo>
                  <a:close/>
                  <a:moveTo>
                    <a:pt x="241184" y="134328"/>
                  </a:moveTo>
                  <a:lnTo>
                    <a:pt x="251214" y="161193"/>
                  </a:lnTo>
                  <a:lnTo>
                    <a:pt x="249234" y="134328"/>
                  </a:lnTo>
                  <a:close/>
                  <a:moveTo>
                    <a:pt x="14436" y="107462"/>
                  </a:moveTo>
                  <a:lnTo>
                    <a:pt x="12270" y="134328"/>
                  </a:lnTo>
                  <a:lnTo>
                    <a:pt x="23473" y="107462"/>
                  </a:lnTo>
                  <a:close/>
                  <a:moveTo>
                    <a:pt x="241184" y="134328"/>
                  </a:moveTo>
                  <a:lnTo>
                    <a:pt x="239146" y="107462"/>
                  </a:lnTo>
                  <a:lnTo>
                    <a:pt x="239146" y="123096"/>
                  </a:lnTo>
                  <a:close/>
                  <a:moveTo>
                    <a:pt x="247506" y="107462"/>
                  </a:moveTo>
                  <a:lnTo>
                    <a:pt x="239146" y="107462"/>
                  </a:lnTo>
                  <a:lnTo>
                    <a:pt x="241184" y="134328"/>
                  </a:lnTo>
                  <a:close/>
                  <a:moveTo>
                    <a:pt x="23473" y="107462"/>
                  </a:moveTo>
                  <a:lnTo>
                    <a:pt x="32079" y="89458"/>
                  </a:lnTo>
                  <a:lnTo>
                    <a:pt x="24202" y="80597"/>
                  </a:lnTo>
                  <a:close/>
                  <a:moveTo>
                    <a:pt x="239146" y="107462"/>
                  </a:moveTo>
                  <a:lnTo>
                    <a:pt x="239146" y="80597"/>
                  </a:lnTo>
                  <a:lnTo>
                    <a:pt x="236744" y="107462"/>
                  </a:lnTo>
                  <a:close/>
                  <a:moveTo>
                    <a:pt x="239146" y="80597"/>
                  </a:moveTo>
                  <a:lnTo>
                    <a:pt x="234405" y="80597"/>
                  </a:lnTo>
                  <a:lnTo>
                    <a:pt x="236744" y="107462"/>
                  </a:lnTo>
                  <a:close/>
                  <a:moveTo>
                    <a:pt x="239146" y="123096"/>
                  </a:moveTo>
                  <a:lnTo>
                    <a:pt x="239146" y="107462"/>
                  </a:lnTo>
                  <a:lnTo>
                    <a:pt x="236744" y="107462"/>
                  </a:lnTo>
                  <a:close/>
                  <a:moveTo>
                    <a:pt x="36133" y="53731"/>
                  </a:moveTo>
                  <a:lnTo>
                    <a:pt x="35904" y="80597"/>
                  </a:lnTo>
                  <a:lnTo>
                    <a:pt x="49651" y="53731"/>
                  </a:lnTo>
                  <a:close/>
                  <a:moveTo>
                    <a:pt x="32079" y="80597"/>
                  </a:moveTo>
                  <a:lnTo>
                    <a:pt x="32079" y="89458"/>
                  </a:lnTo>
                  <a:lnTo>
                    <a:pt x="35904" y="80597"/>
                  </a:lnTo>
                  <a:close/>
                  <a:moveTo>
                    <a:pt x="239146" y="80597"/>
                  </a:moveTo>
                  <a:lnTo>
                    <a:pt x="239146" y="53731"/>
                  </a:lnTo>
                  <a:lnTo>
                    <a:pt x="234405" y="80597"/>
                  </a:lnTo>
                  <a:close/>
                  <a:moveTo>
                    <a:pt x="239146" y="53731"/>
                  </a:moveTo>
                  <a:lnTo>
                    <a:pt x="228050" y="53731"/>
                  </a:lnTo>
                  <a:lnTo>
                    <a:pt x="234405" y="80597"/>
                  </a:lnTo>
                  <a:close/>
                  <a:moveTo>
                    <a:pt x="49651" y="53731"/>
                  </a:moveTo>
                  <a:lnTo>
                    <a:pt x="66590" y="33163"/>
                  </a:lnTo>
                  <a:lnTo>
                    <a:pt x="54433" y="26866"/>
                  </a:lnTo>
                  <a:close/>
                  <a:moveTo>
                    <a:pt x="228050" y="53731"/>
                  </a:moveTo>
                  <a:lnTo>
                    <a:pt x="228421" y="26866"/>
                  </a:lnTo>
                  <a:lnTo>
                    <a:pt x="209866" y="26866"/>
                  </a:lnTo>
                  <a:close/>
                  <a:moveTo>
                    <a:pt x="101101" y="10158"/>
                  </a:moveTo>
                  <a:lnTo>
                    <a:pt x="66590" y="16160"/>
                  </a:lnTo>
                  <a:lnTo>
                    <a:pt x="73371" y="26866"/>
                  </a:lnTo>
                  <a:close/>
                  <a:moveTo>
                    <a:pt x="66590" y="26866"/>
                  </a:moveTo>
                  <a:lnTo>
                    <a:pt x="66590" y="33163"/>
                  </a:lnTo>
                  <a:lnTo>
                    <a:pt x="73371" y="26866"/>
                  </a:lnTo>
                  <a:close/>
                  <a:moveTo>
                    <a:pt x="204635" y="6729"/>
                  </a:moveTo>
                  <a:lnTo>
                    <a:pt x="204635" y="22521"/>
                  </a:lnTo>
                  <a:lnTo>
                    <a:pt x="209866" y="26866"/>
                  </a:lnTo>
                  <a:close/>
                  <a:moveTo>
                    <a:pt x="204635" y="6729"/>
                  </a:moveTo>
                  <a:lnTo>
                    <a:pt x="170124" y="5709"/>
                  </a:lnTo>
                  <a:lnTo>
                    <a:pt x="204635" y="22521"/>
                  </a:lnTo>
                  <a:close/>
                  <a:moveTo>
                    <a:pt x="135613" y="0"/>
                  </a:moveTo>
                  <a:lnTo>
                    <a:pt x="101101" y="0"/>
                  </a:lnTo>
                  <a:lnTo>
                    <a:pt x="135613" y="2389"/>
                  </a:lnTo>
                  <a:close/>
                  <a:moveTo>
                    <a:pt x="101101" y="0"/>
                  </a:moveTo>
                  <a:lnTo>
                    <a:pt x="101101" y="10158"/>
                  </a:lnTo>
                  <a:lnTo>
                    <a:pt x="135613" y="2389"/>
                  </a:lnTo>
                  <a:close/>
                  <a:moveTo>
                    <a:pt x="170124" y="0"/>
                  </a:moveTo>
                  <a:lnTo>
                    <a:pt x="135613" y="0"/>
                  </a:lnTo>
                  <a:lnTo>
                    <a:pt x="170124" y="5709"/>
                  </a:lnTo>
                  <a:close/>
                  <a:moveTo>
                    <a:pt x="135613" y="0"/>
                  </a:moveTo>
                  <a:lnTo>
                    <a:pt x="135613" y="2389"/>
                  </a:lnTo>
                  <a:lnTo>
                    <a:pt x="170124" y="5709"/>
                  </a:lnTo>
                  <a:close/>
                  <a:moveTo>
                    <a:pt x="344306" y="349252"/>
                  </a:moveTo>
                  <a:lnTo>
                    <a:pt x="342680" y="351755"/>
                  </a:lnTo>
                  <a:lnTo>
                    <a:pt x="342680" y="349252"/>
                  </a:lnTo>
                  <a:close/>
                  <a:moveTo>
                    <a:pt x="32079" y="375396"/>
                  </a:moveTo>
                  <a:lnTo>
                    <a:pt x="31652" y="376118"/>
                  </a:lnTo>
                  <a:lnTo>
                    <a:pt x="32079" y="376118"/>
                  </a:lnTo>
                  <a:close/>
                  <a:moveTo>
                    <a:pt x="32079" y="375396"/>
                  </a:moveTo>
                  <a:lnTo>
                    <a:pt x="32079" y="376118"/>
                  </a:lnTo>
                  <a:lnTo>
                    <a:pt x="47206" y="349252"/>
                  </a:lnTo>
                  <a:close/>
                  <a:moveTo>
                    <a:pt x="31137" y="241790"/>
                  </a:moveTo>
                  <a:lnTo>
                    <a:pt x="32079" y="243192"/>
                  </a:lnTo>
                  <a:lnTo>
                    <a:pt x="32079" y="241790"/>
                  </a:lnTo>
                  <a:close/>
                </a:path>
              </a:pathLst>
            </a:custGeom>
            <a:solidFill>
              <a:srgbClr val="E47182"/>
            </a:solidFill>
            <a:ln w="4001">
              <a:solidFill>
                <a:srgbClr val="F2BCC4"/>
              </a:solidFill>
            </a:ln>
          </p:spPr>
        </p:sp>
        <p:sp>
          <p:nvSpPr>
            <p:cNvPr id="4024" name="Match_B4__4023">
              <a:extLst>
                <a:ext uri="{FF2B5EF4-FFF2-40B4-BE49-F238E27FC236}">
                  <a16:creationId xmlns:a16="http://schemas.microsoft.com/office/drawing/2014/main" id="{6CCC0454-B0B8-8A0E-4F17-E9D7BEA08ADF}"/>
                </a:ext>
              </a:extLst>
            </p:cNvPr>
            <p:cNvSpPr>
              <a:spLocks noGrp="1"/>
            </p:cNvSpPr>
            <p:nvPr/>
          </p:nvSpPr>
          <p:spPr>
            <a:xfrm>
              <a:off x="8392121" y="2476627"/>
              <a:ext cx="347066" cy="505746"/>
            </a:xfrm>
            <a:custGeom>
              <a:avLst/>
              <a:gdLst/>
              <a:ahLst/>
              <a:cxnLst/>
              <a:rect l="0" t="0" r="0" b="0"/>
              <a:pathLst>
                <a:path w="347066" h="505746">
                  <a:moveTo>
                    <a:pt x="37917" y="481191"/>
                  </a:moveTo>
                  <a:lnTo>
                    <a:pt x="61231" y="495204"/>
                  </a:lnTo>
                  <a:lnTo>
                    <a:pt x="61231" y="481191"/>
                  </a:lnTo>
                  <a:close/>
                  <a:moveTo>
                    <a:pt x="26720" y="469925"/>
                  </a:moveTo>
                  <a:lnTo>
                    <a:pt x="37917" y="481191"/>
                  </a:lnTo>
                  <a:lnTo>
                    <a:pt x="34339" y="454326"/>
                  </a:lnTo>
                  <a:close/>
                  <a:moveTo>
                    <a:pt x="95742" y="504808"/>
                  </a:moveTo>
                  <a:lnTo>
                    <a:pt x="95742" y="491805"/>
                  </a:lnTo>
                  <a:lnTo>
                    <a:pt x="61231" y="495204"/>
                  </a:lnTo>
                  <a:close/>
                  <a:moveTo>
                    <a:pt x="95742" y="504808"/>
                  </a:moveTo>
                  <a:lnTo>
                    <a:pt x="130254" y="505746"/>
                  </a:lnTo>
                  <a:lnTo>
                    <a:pt x="130254" y="493408"/>
                  </a:lnTo>
                  <a:close/>
                  <a:moveTo>
                    <a:pt x="130254" y="505746"/>
                  </a:moveTo>
                  <a:lnTo>
                    <a:pt x="164765" y="499170"/>
                  </a:lnTo>
                  <a:lnTo>
                    <a:pt x="164765" y="486214"/>
                  </a:lnTo>
                  <a:close/>
                  <a:moveTo>
                    <a:pt x="199276" y="483878"/>
                  </a:moveTo>
                  <a:lnTo>
                    <a:pt x="199276" y="481191"/>
                  </a:lnTo>
                  <a:lnTo>
                    <a:pt x="164765" y="486214"/>
                  </a:lnTo>
                  <a:close/>
                  <a:moveTo>
                    <a:pt x="164765" y="499170"/>
                  </a:moveTo>
                  <a:lnTo>
                    <a:pt x="199276" y="483878"/>
                  </a:lnTo>
                  <a:lnTo>
                    <a:pt x="164765" y="486214"/>
                  </a:lnTo>
                  <a:close/>
                  <a:moveTo>
                    <a:pt x="199276" y="481191"/>
                  </a:moveTo>
                  <a:lnTo>
                    <a:pt x="199276" y="483878"/>
                  </a:lnTo>
                  <a:lnTo>
                    <a:pt x="203581" y="481191"/>
                  </a:lnTo>
                  <a:close/>
                  <a:moveTo>
                    <a:pt x="199276" y="469446"/>
                  </a:moveTo>
                  <a:lnTo>
                    <a:pt x="233787" y="458592"/>
                  </a:lnTo>
                  <a:lnTo>
                    <a:pt x="233787" y="454326"/>
                  </a:lnTo>
                  <a:close/>
                  <a:moveTo>
                    <a:pt x="199276" y="481191"/>
                  </a:moveTo>
                  <a:lnTo>
                    <a:pt x="233787" y="458592"/>
                  </a:lnTo>
                  <a:lnTo>
                    <a:pt x="199276" y="469446"/>
                  </a:lnTo>
                  <a:close/>
                  <a:moveTo>
                    <a:pt x="203581" y="481191"/>
                  </a:moveTo>
                  <a:lnTo>
                    <a:pt x="233787" y="458592"/>
                  </a:lnTo>
                  <a:lnTo>
                    <a:pt x="199276" y="481191"/>
                  </a:lnTo>
                  <a:close/>
                  <a:moveTo>
                    <a:pt x="14939" y="454326"/>
                  </a:moveTo>
                  <a:lnTo>
                    <a:pt x="26720" y="469925"/>
                  </a:lnTo>
                  <a:lnTo>
                    <a:pt x="26720" y="454326"/>
                  </a:lnTo>
                  <a:close/>
                  <a:moveTo>
                    <a:pt x="8458" y="427460"/>
                  </a:moveTo>
                  <a:lnTo>
                    <a:pt x="14939" y="454326"/>
                  </a:lnTo>
                  <a:lnTo>
                    <a:pt x="25535" y="427460"/>
                  </a:lnTo>
                  <a:close/>
                  <a:moveTo>
                    <a:pt x="233787" y="454326"/>
                  </a:moveTo>
                  <a:lnTo>
                    <a:pt x="233787" y="458592"/>
                  </a:lnTo>
                  <a:lnTo>
                    <a:pt x="238876" y="454326"/>
                  </a:lnTo>
                  <a:close/>
                  <a:moveTo>
                    <a:pt x="238876" y="454326"/>
                  </a:moveTo>
                  <a:lnTo>
                    <a:pt x="233787" y="443490"/>
                  </a:lnTo>
                  <a:lnTo>
                    <a:pt x="233787" y="454326"/>
                  </a:lnTo>
                  <a:close/>
                  <a:moveTo>
                    <a:pt x="266916" y="427460"/>
                  </a:moveTo>
                  <a:lnTo>
                    <a:pt x="252562" y="427460"/>
                  </a:lnTo>
                  <a:lnTo>
                    <a:pt x="238876" y="454326"/>
                  </a:lnTo>
                  <a:close/>
                  <a:moveTo>
                    <a:pt x="8458" y="427460"/>
                  </a:moveTo>
                  <a:lnTo>
                    <a:pt x="25535" y="427460"/>
                  </a:lnTo>
                  <a:lnTo>
                    <a:pt x="12997" y="400595"/>
                  </a:lnTo>
                  <a:close/>
                  <a:moveTo>
                    <a:pt x="266916" y="427460"/>
                  </a:moveTo>
                  <a:lnTo>
                    <a:pt x="268299" y="426068"/>
                  </a:lnTo>
                  <a:lnTo>
                    <a:pt x="268299" y="413589"/>
                  </a:lnTo>
                  <a:close/>
                  <a:moveTo>
                    <a:pt x="26293" y="373729"/>
                  </a:moveTo>
                  <a:lnTo>
                    <a:pt x="26720" y="400595"/>
                  </a:lnTo>
                  <a:lnTo>
                    <a:pt x="26720" y="373729"/>
                  </a:lnTo>
                  <a:close/>
                  <a:moveTo>
                    <a:pt x="26293" y="373729"/>
                  </a:moveTo>
                  <a:lnTo>
                    <a:pt x="12997" y="400595"/>
                  </a:lnTo>
                  <a:lnTo>
                    <a:pt x="26720" y="400595"/>
                  </a:lnTo>
                  <a:close/>
                  <a:moveTo>
                    <a:pt x="295453" y="400595"/>
                  </a:moveTo>
                  <a:lnTo>
                    <a:pt x="268299" y="413589"/>
                  </a:lnTo>
                  <a:lnTo>
                    <a:pt x="268299" y="426068"/>
                  </a:lnTo>
                  <a:close/>
                  <a:moveTo>
                    <a:pt x="295453" y="400595"/>
                  </a:moveTo>
                  <a:lnTo>
                    <a:pt x="302810" y="393019"/>
                  </a:lnTo>
                  <a:lnTo>
                    <a:pt x="302810" y="382465"/>
                  </a:lnTo>
                  <a:close/>
                  <a:moveTo>
                    <a:pt x="41847" y="346863"/>
                  </a:moveTo>
                  <a:lnTo>
                    <a:pt x="26720" y="373729"/>
                  </a:lnTo>
                  <a:lnTo>
                    <a:pt x="41540" y="373729"/>
                  </a:lnTo>
                  <a:close/>
                  <a:moveTo>
                    <a:pt x="321435" y="373729"/>
                  </a:moveTo>
                  <a:lnTo>
                    <a:pt x="302810" y="382465"/>
                  </a:lnTo>
                  <a:lnTo>
                    <a:pt x="302810" y="393019"/>
                  </a:lnTo>
                  <a:close/>
                  <a:moveTo>
                    <a:pt x="337321" y="349367"/>
                  </a:moveTo>
                  <a:lnTo>
                    <a:pt x="337321" y="346863"/>
                  </a:lnTo>
                  <a:lnTo>
                    <a:pt x="321435" y="373729"/>
                  </a:lnTo>
                  <a:close/>
                  <a:moveTo>
                    <a:pt x="321435" y="373729"/>
                  </a:moveTo>
                  <a:lnTo>
                    <a:pt x="337321" y="346863"/>
                  </a:lnTo>
                  <a:lnTo>
                    <a:pt x="330776" y="346863"/>
                  </a:lnTo>
                  <a:close/>
                  <a:moveTo>
                    <a:pt x="41847" y="346863"/>
                  </a:moveTo>
                  <a:lnTo>
                    <a:pt x="56093" y="346863"/>
                  </a:lnTo>
                  <a:lnTo>
                    <a:pt x="53154" y="319998"/>
                  </a:lnTo>
                  <a:close/>
                  <a:moveTo>
                    <a:pt x="337321" y="346863"/>
                  </a:moveTo>
                  <a:lnTo>
                    <a:pt x="337321" y="349367"/>
                  </a:lnTo>
                  <a:lnTo>
                    <a:pt x="338947" y="346863"/>
                  </a:lnTo>
                  <a:close/>
                  <a:moveTo>
                    <a:pt x="338947" y="346863"/>
                  </a:moveTo>
                  <a:lnTo>
                    <a:pt x="337321" y="325662"/>
                  </a:lnTo>
                  <a:lnTo>
                    <a:pt x="337321" y="346863"/>
                  </a:lnTo>
                  <a:close/>
                  <a:moveTo>
                    <a:pt x="347066" y="319998"/>
                  </a:moveTo>
                  <a:lnTo>
                    <a:pt x="339097" y="319998"/>
                  </a:lnTo>
                  <a:lnTo>
                    <a:pt x="338947" y="346863"/>
                  </a:lnTo>
                  <a:close/>
                  <a:moveTo>
                    <a:pt x="54145" y="293132"/>
                  </a:moveTo>
                  <a:lnTo>
                    <a:pt x="61231" y="319998"/>
                  </a:lnTo>
                  <a:lnTo>
                    <a:pt x="61231" y="293132"/>
                  </a:lnTo>
                  <a:close/>
                  <a:moveTo>
                    <a:pt x="54145" y="293132"/>
                  </a:moveTo>
                  <a:lnTo>
                    <a:pt x="53154" y="319998"/>
                  </a:lnTo>
                  <a:lnTo>
                    <a:pt x="61231" y="319998"/>
                  </a:lnTo>
                  <a:close/>
                  <a:moveTo>
                    <a:pt x="347066" y="319998"/>
                  </a:moveTo>
                  <a:lnTo>
                    <a:pt x="344718" y="293132"/>
                  </a:lnTo>
                  <a:lnTo>
                    <a:pt x="339097" y="319998"/>
                  </a:lnTo>
                  <a:close/>
                  <a:moveTo>
                    <a:pt x="43485" y="266267"/>
                  </a:moveTo>
                  <a:lnTo>
                    <a:pt x="54145" y="293132"/>
                  </a:lnTo>
                  <a:lnTo>
                    <a:pt x="58241" y="266267"/>
                  </a:lnTo>
                  <a:close/>
                  <a:moveTo>
                    <a:pt x="337321" y="293132"/>
                  </a:moveTo>
                  <a:lnTo>
                    <a:pt x="344718" y="293132"/>
                  </a:lnTo>
                  <a:lnTo>
                    <a:pt x="337321" y="277311"/>
                  </a:lnTo>
                  <a:close/>
                  <a:moveTo>
                    <a:pt x="336595" y="293132"/>
                  </a:moveTo>
                  <a:lnTo>
                    <a:pt x="337321" y="277311"/>
                  </a:lnTo>
                  <a:lnTo>
                    <a:pt x="332110" y="266267"/>
                  </a:lnTo>
                  <a:close/>
                  <a:moveTo>
                    <a:pt x="26720" y="239401"/>
                  </a:moveTo>
                  <a:lnTo>
                    <a:pt x="26720" y="240803"/>
                  </a:lnTo>
                  <a:lnTo>
                    <a:pt x="41926" y="239401"/>
                  </a:lnTo>
                  <a:close/>
                  <a:moveTo>
                    <a:pt x="41926" y="239401"/>
                  </a:moveTo>
                  <a:lnTo>
                    <a:pt x="26720" y="240803"/>
                  </a:lnTo>
                  <a:lnTo>
                    <a:pt x="43485" y="266267"/>
                  </a:lnTo>
                  <a:close/>
                  <a:moveTo>
                    <a:pt x="332110" y="266267"/>
                  </a:moveTo>
                  <a:lnTo>
                    <a:pt x="310444" y="239401"/>
                  </a:lnTo>
                  <a:lnTo>
                    <a:pt x="323464" y="266267"/>
                  </a:lnTo>
                  <a:close/>
                  <a:moveTo>
                    <a:pt x="25778" y="239401"/>
                  </a:moveTo>
                  <a:lnTo>
                    <a:pt x="26720" y="239401"/>
                  </a:lnTo>
                  <a:lnTo>
                    <a:pt x="25779" y="212536"/>
                  </a:lnTo>
                  <a:close/>
                  <a:moveTo>
                    <a:pt x="9111" y="212536"/>
                  </a:moveTo>
                  <a:lnTo>
                    <a:pt x="25778" y="239401"/>
                  </a:lnTo>
                  <a:lnTo>
                    <a:pt x="25779" y="212536"/>
                  </a:lnTo>
                  <a:close/>
                  <a:moveTo>
                    <a:pt x="302810" y="239401"/>
                  </a:moveTo>
                  <a:lnTo>
                    <a:pt x="310444" y="239401"/>
                  </a:lnTo>
                  <a:lnTo>
                    <a:pt x="302810" y="231683"/>
                  </a:lnTo>
                  <a:close/>
                  <a:moveTo>
                    <a:pt x="299632" y="239401"/>
                  </a:moveTo>
                  <a:lnTo>
                    <a:pt x="302810" y="231683"/>
                  </a:lnTo>
                  <a:lnTo>
                    <a:pt x="284080" y="212536"/>
                  </a:lnTo>
                  <a:close/>
                  <a:moveTo>
                    <a:pt x="317" y="185670"/>
                  </a:moveTo>
                  <a:lnTo>
                    <a:pt x="9111" y="212536"/>
                  </a:lnTo>
                  <a:lnTo>
                    <a:pt x="25779" y="212536"/>
                  </a:lnTo>
                  <a:close/>
                  <a:moveTo>
                    <a:pt x="268299" y="194740"/>
                  </a:moveTo>
                  <a:lnTo>
                    <a:pt x="270706" y="212536"/>
                  </a:lnTo>
                  <a:lnTo>
                    <a:pt x="284080" y="212536"/>
                  </a:lnTo>
                  <a:close/>
                  <a:moveTo>
                    <a:pt x="268299" y="194740"/>
                  </a:moveTo>
                  <a:lnTo>
                    <a:pt x="261265" y="185670"/>
                  </a:lnTo>
                  <a:lnTo>
                    <a:pt x="246213" y="185670"/>
                  </a:lnTo>
                  <a:close/>
                  <a:moveTo>
                    <a:pt x="0" y="158805"/>
                  </a:moveTo>
                  <a:lnTo>
                    <a:pt x="317" y="185670"/>
                  </a:lnTo>
                  <a:lnTo>
                    <a:pt x="16763" y="185670"/>
                  </a:lnTo>
                  <a:close/>
                  <a:moveTo>
                    <a:pt x="261265" y="185670"/>
                  </a:moveTo>
                  <a:lnTo>
                    <a:pt x="245855" y="158805"/>
                  </a:lnTo>
                  <a:lnTo>
                    <a:pt x="246213" y="185670"/>
                  </a:lnTo>
                  <a:close/>
                  <a:moveTo>
                    <a:pt x="0" y="158805"/>
                  </a:moveTo>
                  <a:lnTo>
                    <a:pt x="17336" y="158805"/>
                  </a:lnTo>
                  <a:lnTo>
                    <a:pt x="6911" y="131939"/>
                  </a:lnTo>
                  <a:close/>
                  <a:moveTo>
                    <a:pt x="233787" y="131939"/>
                  </a:moveTo>
                  <a:lnTo>
                    <a:pt x="245855" y="158805"/>
                  </a:lnTo>
                  <a:lnTo>
                    <a:pt x="235825" y="131939"/>
                  </a:lnTo>
                  <a:close/>
                  <a:moveTo>
                    <a:pt x="233787" y="131939"/>
                  </a:moveTo>
                  <a:lnTo>
                    <a:pt x="233787" y="158805"/>
                  </a:lnTo>
                  <a:lnTo>
                    <a:pt x="245855" y="158805"/>
                  </a:lnTo>
                  <a:close/>
                  <a:moveTo>
                    <a:pt x="18114" y="105073"/>
                  </a:moveTo>
                  <a:lnTo>
                    <a:pt x="26720" y="131939"/>
                  </a:lnTo>
                  <a:lnTo>
                    <a:pt x="26720" y="105073"/>
                  </a:lnTo>
                  <a:close/>
                  <a:moveTo>
                    <a:pt x="18114" y="105073"/>
                  </a:moveTo>
                  <a:lnTo>
                    <a:pt x="6911" y="131939"/>
                  </a:lnTo>
                  <a:lnTo>
                    <a:pt x="26720" y="131939"/>
                  </a:lnTo>
                  <a:close/>
                  <a:moveTo>
                    <a:pt x="233787" y="131939"/>
                  </a:moveTo>
                  <a:lnTo>
                    <a:pt x="235825" y="131939"/>
                  </a:lnTo>
                  <a:lnTo>
                    <a:pt x="233787" y="120707"/>
                  </a:lnTo>
                  <a:close/>
                  <a:moveTo>
                    <a:pt x="233787" y="131939"/>
                  </a:moveTo>
                  <a:lnTo>
                    <a:pt x="233787" y="120707"/>
                  </a:lnTo>
                  <a:lnTo>
                    <a:pt x="215233" y="131939"/>
                  </a:lnTo>
                  <a:close/>
                  <a:moveTo>
                    <a:pt x="215233" y="131939"/>
                  </a:moveTo>
                  <a:lnTo>
                    <a:pt x="233787" y="120707"/>
                  </a:lnTo>
                  <a:lnTo>
                    <a:pt x="231385" y="105073"/>
                  </a:lnTo>
                  <a:close/>
                  <a:moveTo>
                    <a:pt x="26720" y="87069"/>
                  </a:moveTo>
                  <a:lnTo>
                    <a:pt x="18114" y="105073"/>
                  </a:lnTo>
                  <a:lnTo>
                    <a:pt x="26720" y="105073"/>
                  </a:lnTo>
                  <a:close/>
                  <a:moveTo>
                    <a:pt x="26720" y="87069"/>
                  </a:moveTo>
                  <a:lnTo>
                    <a:pt x="26720" y="105073"/>
                  </a:lnTo>
                  <a:lnTo>
                    <a:pt x="30545" y="78208"/>
                  </a:lnTo>
                  <a:close/>
                  <a:moveTo>
                    <a:pt x="30545" y="78208"/>
                  </a:moveTo>
                  <a:lnTo>
                    <a:pt x="26720" y="105073"/>
                  </a:lnTo>
                  <a:lnTo>
                    <a:pt x="42165" y="105073"/>
                  </a:lnTo>
                  <a:close/>
                  <a:moveTo>
                    <a:pt x="206607" y="105073"/>
                  </a:moveTo>
                  <a:lnTo>
                    <a:pt x="231385" y="105073"/>
                  </a:lnTo>
                  <a:lnTo>
                    <a:pt x="229046" y="78208"/>
                  </a:lnTo>
                  <a:close/>
                  <a:moveTo>
                    <a:pt x="30545" y="78208"/>
                  </a:moveTo>
                  <a:lnTo>
                    <a:pt x="58690" y="78208"/>
                  </a:lnTo>
                  <a:lnTo>
                    <a:pt x="44292" y="51342"/>
                  </a:lnTo>
                  <a:close/>
                  <a:moveTo>
                    <a:pt x="229046" y="78208"/>
                  </a:moveTo>
                  <a:lnTo>
                    <a:pt x="222691" y="51342"/>
                  </a:lnTo>
                  <a:lnTo>
                    <a:pt x="199709" y="78208"/>
                  </a:lnTo>
                  <a:close/>
                  <a:moveTo>
                    <a:pt x="61231" y="30774"/>
                  </a:moveTo>
                  <a:lnTo>
                    <a:pt x="44292" y="51342"/>
                  </a:lnTo>
                  <a:lnTo>
                    <a:pt x="61231" y="51342"/>
                  </a:lnTo>
                  <a:close/>
                  <a:moveTo>
                    <a:pt x="68012" y="24477"/>
                  </a:moveTo>
                  <a:lnTo>
                    <a:pt x="61231" y="30774"/>
                  </a:lnTo>
                  <a:lnTo>
                    <a:pt x="95742" y="40009"/>
                  </a:lnTo>
                  <a:close/>
                  <a:moveTo>
                    <a:pt x="199276" y="24477"/>
                  </a:moveTo>
                  <a:lnTo>
                    <a:pt x="222691" y="51342"/>
                  </a:lnTo>
                  <a:lnTo>
                    <a:pt x="204507" y="24477"/>
                  </a:lnTo>
                  <a:close/>
                  <a:moveTo>
                    <a:pt x="199276" y="24477"/>
                  </a:moveTo>
                  <a:lnTo>
                    <a:pt x="199276" y="51342"/>
                  </a:lnTo>
                  <a:lnTo>
                    <a:pt x="222691" y="51342"/>
                  </a:lnTo>
                  <a:close/>
                  <a:moveTo>
                    <a:pt x="95742" y="7769"/>
                  </a:moveTo>
                  <a:lnTo>
                    <a:pt x="68012" y="24477"/>
                  </a:lnTo>
                  <a:lnTo>
                    <a:pt x="95742" y="24477"/>
                  </a:lnTo>
                  <a:close/>
                  <a:moveTo>
                    <a:pt x="95742" y="24477"/>
                  </a:moveTo>
                  <a:lnTo>
                    <a:pt x="130254" y="0"/>
                  </a:lnTo>
                  <a:lnTo>
                    <a:pt x="95742" y="7769"/>
                  </a:lnTo>
                  <a:close/>
                  <a:moveTo>
                    <a:pt x="130254" y="24477"/>
                  </a:moveTo>
                  <a:lnTo>
                    <a:pt x="164765" y="3320"/>
                  </a:lnTo>
                  <a:lnTo>
                    <a:pt x="130254" y="0"/>
                  </a:lnTo>
                  <a:close/>
                  <a:moveTo>
                    <a:pt x="164765" y="24477"/>
                  </a:moveTo>
                  <a:lnTo>
                    <a:pt x="199276" y="20132"/>
                  </a:lnTo>
                  <a:lnTo>
                    <a:pt x="164765" y="3320"/>
                  </a:lnTo>
                  <a:close/>
                  <a:moveTo>
                    <a:pt x="164765" y="24477"/>
                  </a:moveTo>
                  <a:lnTo>
                    <a:pt x="199276" y="24477"/>
                  </a:lnTo>
                  <a:lnTo>
                    <a:pt x="199276" y="20132"/>
                  </a:lnTo>
                  <a:close/>
                  <a:moveTo>
                    <a:pt x="199276" y="24477"/>
                  </a:moveTo>
                  <a:lnTo>
                    <a:pt x="204507" y="24477"/>
                  </a:lnTo>
                  <a:lnTo>
                    <a:pt x="199276" y="20132"/>
                  </a:lnTo>
                  <a:close/>
                </a:path>
              </a:pathLst>
            </a:custGeom>
            <a:solidFill>
              <a:srgbClr val="E57586"/>
            </a:solidFill>
            <a:ln w="4001">
              <a:solidFill>
                <a:srgbClr val="F2BCC4"/>
              </a:solidFill>
            </a:ln>
          </p:spPr>
        </p:sp>
        <p:sp>
          <p:nvSpPr>
            <p:cNvPr id="4025" name="Match_B4__4024">
              <a:extLst>
                <a:ext uri="{FF2B5EF4-FFF2-40B4-BE49-F238E27FC236}">
                  <a16:creationId xmlns:a16="http://schemas.microsoft.com/office/drawing/2014/main" id="{C9D2C5DB-EE21-7A70-EB5A-1C542C98C878}"/>
                </a:ext>
              </a:extLst>
            </p:cNvPr>
            <p:cNvSpPr>
              <a:spLocks noGrp="1"/>
            </p:cNvSpPr>
            <p:nvPr/>
          </p:nvSpPr>
          <p:spPr>
            <a:xfrm>
              <a:off x="8392121" y="2476627"/>
              <a:ext cx="344718" cy="505746"/>
            </a:xfrm>
            <a:custGeom>
              <a:avLst/>
              <a:gdLst/>
              <a:ahLst/>
              <a:cxnLst/>
              <a:rect l="0" t="0" r="0" b="0"/>
              <a:pathLst>
                <a:path w="344718" h="505746">
                  <a:moveTo>
                    <a:pt x="26720" y="454326"/>
                  </a:moveTo>
                  <a:lnTo>
                    <a:pt x="26720" y="469925"/>
                  </a:lnTo>
                  <a:lnTo>
                    <a:pt x="34339" y="454326"/>
                  </a:lnTo>
                  <a:close/>
                  <a:moveTo>
                    <a:pt x="34339" y="454326"/>
                  </a:moveTo>
                  <a:lnTo>
                    <a:pt x="37917" y="481191"/>
                  </a:lnTo>
                  <a:lnTo>
                    <a:pt x="61231" y="479548"/>
                  </a:lnTo>
                  <a:close/>
                  <a:moveTo>
                    <a:pt x="61231" y="479548"/>
                  </a:moveTo>
                  <a:lnTo>
                    <a:pt x="37917" y="481191"/>
                  </a:lnTo>
                  <a:lnTo>
                    <a:pt x="61231" y="481191"/>
                  </a:lnTo>
                  <a:close/>
                  <a:moveTo>
                    <a:pt x="61231" y="495204"/>
                  </a:moveTo>
                  <a:lnTo>
                    <a:pt x="64608" y="481191"/>
                  </a:lnTo>
                  <a:lnTo>
                    <a:pt x="61231" y="481191"/>
                  </a:lnTo>
                  <a:close/>
                  <a:moveTo>
                    <a:pt x="95742" y="491805"/>
                  </a:moveTo>
                  <a:lnTo>
                    <a:pt x="64608" y="481191"/>
                  </a:lnTo>
                  <a:lnTo>
                    <a:pt x="61231" y="495204"/>
                  </a:lnTo>
                  <a:close/>
                  <a:moveTo>
                    <a:pt x="95742" y="491805"/>
                  </a:moveTo>
                  <a:lnTo>
                    <a:pt x="95742" y="504808"/>
                  </a:lnTo>
                  <a:lnTo>
                    <a:pt x="130254" y="493408"/>
                  </a:lnTo>
                  <a:close/>
                  <a:moveTo>
                    <a:pt x="130254" y="493408"/>
                  </a:moveTo>
                  <a:lnTo>
                    <a:pt x="130254" y="505746"/>
                  </a:lnTo>
                  <a:lnTo>
                    <a:pt x="164765" y="486214"/>
                  </a:lnTo>
                  <a:close/>
                  <a:moveTo>
                    <a:pt x="164765" y="486214"/>
                  </a:moveTo>
                  <a:lnTo>
                    <a:pt x="199276" y="481191"/>
                  </a:lnTo>
                  <a:lnTo>
                    <a:pt x="176175" y="481191"/>
                  </a:lnTo>
                  <a:close/>
                  <a:moveTo>
                    <a:pt x="199276" y="469446"/>
                  </a:moveTo>
                  <a:lnTo>
                    <a:pt x="233787" y="454326"/>
                  </a:lnTo>
                  <a:lnTo>
                    <a:pt x="220674" y="454326"/>
                  </a:lnTo>
                  <a:close/>
                  <a:moveTo>
                    <a:pt x="176175" y="481191"/>
                  </a:moveTo>
                  <a:lnTo>
                    <a:pt x="199276" y="481191"/>
                  </a:lnTo>
                  <a:lnTo>
                    <a:pt x="199276" y="469446"/>
                  </a:lnTo>
                  <a:close/>
                  <a:moveTo>
                    <a:pt x="25535" y="427460"/>
                  </a:moveTo>
                  <a:lnTo>
                    <a:pt x="26720" y="454326"/>
                  </a:lnTo>
                  <a:lnTo>
                    <a:pt x="26720" y="431466"/>
                  </a:lnTo>
                  <a:close/>
                  <a:moveTo>
                    <a:pt x="14939" y="454326"/>
                  </a:moveTo>
                  <a:lnTo>
                    <a:pt x="26720" y="454326"/>
                  </a:lnTo>
                  <a:lnTo>
                    <a:pt x="25535" y="427460"/>
                  </a:lnTo>
                  <a:close/>
                  <a:moveTo>
                    <a:pt x="26720" y="454326"/>
                  </a:moveTo>
                  <a:lnTo>
                    <a:pt x="34339" y="454326"/>
                  </a:lnTo>
                  <a:lnTo>
                    <a:pt x="26720" y="431466"/>
                  </a:lnTo>
                  <a:close/>
                  <a:moveTo>
                    <a:pt x="252562" y="427460"/>
                  </a:moveTo>
                  <a:lnTo>
                    <a:pt x="233787" y="443490"/>
                  </a:lnTo>
                  <a:lnTo>
                    <a:pt x="238876" y="454326"/>
                  </a:lnTo>
                  <a:close/>
                  <a:moveTo>
                    <a:pt x="220674" y="454326"/>
                  </a:moveTo>
                  <a:lnTo>
                    <a:pt x="233787" y="454326"/>
                  </a:lnTo>
                  <a:lnTo>
                    <a:pt x="233787" y="443490"/>
                  </a:lnTo>
                  <a:close/>
                  <a:moveTo>
                    <a:pt x="12997" y="400595"/>
                  </a:moveTo>
                  <a:lnTo>
                    <a:pt x="26720" y="419684"/>
                  </a:lnTo>
                  <a:lnTo>
                    <a:pt x="26720" y="400595"/>
                  </a:lnTo>
                  <a:close/>
                  <a:moveTo>
                    <a:pt x="25535" y="427460"/>
                  </a:moveTo>
                  <a:lnTo>
                    <a:pt x="26720" y="419684"/>
                  </a:lnTo>
                  <a:lnTo>
                    <a:pt x="12997" y="400595"/>
                  </a:lnTo>
                  <a:close/>
                  <a:moveTo>
                    <a:pt x="252562" y="427460"/>
                  </a:moveTo>
                  <a:lnTo>
                    <a:pt x="266916" y="427460"/>
                  </a:lnTo>
                  <a:lnTo>
                    <a:pt x="268299" y="413589"/>
                  </a:lnTo>
                  <a:close/>
                  <a:moveTo>
                    <a:pt x="41540" y="373729"/>
                  </a:moveTo>
                  <a:lnTo>
                    <a:pt x="26720" y="373729"/>
                  </a:lnTo>
                  <a:lnTo>
                    <a:pt x="26720" y="400595"/>
                  </a:lnTo>
                  <a:close/>
                  <a:moveTo>
                    <a:pt x="295453" y="400595"/>
                  </a:moveTo>
                  <a:lnTo>
                    <a:pt x="283492" y="400595"/>
                  </a:lnTo>
                  <a:lnTo>
                    <a:pt x="268299" y="413589"/>
                  </a:lnTo>
                  <a:close/>
                  <a:moveTo>
                    <a:pt x="283492" y="400595"/>
                  </a:moveTo>
                  <a:lnTo>
                    <a:pt x="295453" y="400595"/>
                  </a:lnTo>
                  <a:lnTo>
                    <a:pt x="302810" y="382465"/>
                  </a:lnTo>
                  <a:close/>
                  <a:moveTo>
                    <a:pt x="41847" y="346863"/>
                  </a:moveTo>
                  <a:lnTo>
                    <a:pt x="41540" y="373729"/>
                  </a:lnTo>
                  <a:lnTo>
                    <a:pt x="56093" y="346863"/>
                  </a:lnTo>
                  <a:close/>
                  <a:moveTo>
                    <a:pt x="321435" y="373729"/>
                  </a:moveTo>
                  <a:lnTo>
                    <a:pt x="311697" y="373729"/>
                  </a:lnTo>
                  <a:lnTo>
                    <a:pt x="302810" y="382465"/>
                  </a:lnTo>
                  <a:close/>
                  <a:moveTo>
                    <a:pt x="321435" y="373729"/>
                  </a:moveTo>
                  <a:lnTo>
                    <a:pt x="330776" y="346863"/>
                  </a:lnTo>
                  <a:lnTo>
                    <a:pt x="311697" y="373729"/>
                  </a:lnTo>
                  <a:close/>
                  <a:moveTo>
                    <a:pt x="53154" y="319998"/>
                  </a:moveTo>
                  <a:lnTo>
                    <a:pt x="61231" y="333286"/>
                  </a:lnTo>
                  <a:lnTo>
                    <a:pt x="61231" y="319998"/>
                  </a:lnTo>
                  <a:close/>
                  <a:moveTo>
                    <a:pt x="56093" y="346863"/>
                  </a:moveTo>
                  <a:lnTo>
                    <a:pt x="61231" y="333286"/>
                  </a:lnTo>
                  <a:lnTo>
                    <a:pt x="53154" y="319998"/>
                  </a:lnTo>
                  <a:close/>
                  <a:moveTo>
                    <a:pt x="339097" y="319998"/>
                  </a:moveTo>
                  <a:lnTo>
                    <a:pt x="337321" y="325662"/>
                  </a:lnTo>
                  <a:lnTo>
                    <a:pt x="338947" y="346863"/>
                  </a:lnTo>
                  <a:close/>
                  <a:moveTo>
                    <a:pt x="330776" y="346863"/>
                  </a:moveTo>
                  <a:lnTo>
                    <a:pt x="337321" y="346863"/>
                  </a:lnTo>
                  <a:lnTo>
                    <a:pt x="337321" y="325662"/>
                  </a:lnTo>
                  <a:close/>
                  <a:moveTo>
                    <a:pt x="66104" y="319998"/>
                  </a:moveTo>
                  <a:lnTo>
                    <a:pt x="67162" y="293132"/>
                  </a:lnTo>
                  <a:lnTo>
                    <a:pt x="61231" y="319998"/>
                  </a:lnTo>
                  <a:close/>
                  <a:moveTo>
                    <a:pt x="67162" y="293132"/>
                  </a:moveTo>
                  <a:lnTo>
                    <a:pt x="61231" y="293132"/>
                  </a:lnTo>
                  <a:lnTo>
                    <a:pt x="61231" y="319998"/>
                  </a:lnTo>
                  <a:close/>
                  <a:moveTo>
                    <a:pt x="61231" y="319998"/>
                  </a:moveTo>
                  <a:lnTo>
                    <a:pt x="61231" y="333286"/>
                  </a:lnTo>
                  <a:lnTo>
                    <a:pt x="66104" y="319998"/>
                  </a:lnTo>
                  <a:close/>
                  <a:moveTo>
                    <a:pt x="344718" y="293132"/>
                  </a:moveTo>
                  <a:lnTo>
                    <a:pt x="337321" y="293132"/>
                  </a:lnTo>
                  <a:lnTo>
                    <a:pt x="339097" y="319998"/>
                  </a:lnTo>
                  <a:close/>
                  <a:moveTo>
                    <a:pt x="58241" y="266267"/>
                  </a:moveTo>
                  <a:lnTo>
                    <a:pt x="61231" y="293132"/>
                  </a:lnTo>
                  <a:lnTo>
                    <a:pt x="61231" y="274773"/>
                  </a:lnTo>
                  <a:close/>
                  <a:moveTo>
                    <a:pt x="54145" y="293132"/>
                  </a:moveTo>
                  <a:lnTo>
                    <a:pt x="61231" y="293132"/>
                  </a:lnTo>
                  <a:lnTo>
                    <a:pt x="58241" y="266267"/>
                  </a:lnTo>
                  <a:close/>
                  <a:moveTo>
                    <a:pt x="61231" y="293132"/>
                  </a:moveTo>
                  <a:lnTo>
                    <a:pt x="67162" y="293132"/>
                  </a:lnTo>
                  <a:lnTo>
                    <a:pt x="61231" y="274773"/>
                  </a:lnTo>
                  <a:close/>
                  <a:moveTo>
                    <a:pt x="337321" y="293132"/>
                  </a:moveTo>
                  <a:lnTo>
                    <a:pt x="337321" y="277311"/>
                  </a:lnTo>
                  <a:lnTo>
                    <a:pt x="336595" y="293132"/>
                  </a:lnTo>
                  <a:close/>
                  <a:moveTo>
                    <a:pt x="336595" y="293132"/>
                  </a:moveTo>
                  <a:lnTo>
                    <a:pt x="332110" y="266267"/>
                  </a:lnTo>
                  <a:lnTo>
                    <a:pt x="323464" y="266267"/>
                  </a:lnTo>
                  <a:close/>
                  <a:moveTo>
                    <a:pt x="41926" y="239401"/>
                  </a:moveTo>
                  <a:lnTo>
                    <a:pt x="43485" y="266267"/>
                  </a:lnTo>
                  <a:lnTo>
                    <a:pt x="58241" y="266267"/>
                  </a:lnTo>
                  <a:close/>
                  <a:moveTo>
                    <a:pt x="323464" y="266267"/>
                  </a:moveTo>
                  <a:lnTo>
                    <a:pt x="302810" y="239401"/>
                  </a:lnTo>
                  <a:lnTo>
                    <a:pt x="302810" y="242644"/>
                  </a:lnTo>
                  <a:close/>
                  <a:moveTo>
                    <a:pt x="310444" y="239401"/>
                  </a:moveTo>
                  <a:lnTo>
                    <a:pt x="302810" y="239401"/>
                  </a:lnTo>
                  <a:lnTo>
                    <a:pt x="323464" y="266267"/>
                  </a:lnTo>
                  <a:close/>
                  <a:moveTo>
                    <a:pt x="25779" y="212536"/>
                  </a:moveTo>
                  <a:lnTo>
                    <a:pt x="26720" y="239401"/>
                  </a:lnTo>
                  <a:lnTo>
                    <a:pt x="26720" y="214149"/>
                  </a:lnTo>
                  <a:close/>
                  <a:moveTo>
                    <a:pt x="26720" y="239401"/>
                  </a:moveTo>
                  <a:lnTo>
                    <a:pt x="41926" y="239401"/>
                  </a:lnTo>
                  <a:lnTo>
                    <a:pt x="26720" y="214149"/>
                  </a:lnTo>
                  <a:close/>
                  <a:moveTo>
                    <a:pt x="302810" y="239401"/>
                  </a:moveTo>
                  <a:lnTo>
                    <a:pt x="302810" y="231683"/>
                  </a:lnTo>
                  <a:lnTo>
                    <a:pt x="299632" y="239401"/>
                  </a:lnTo>
                  <a:close/>
                  <a:moveTo>
                    <a:pt x="299632" y="239401"/>
                  </a:moveTo>
                  <a:lnTo>
                    <a:pt x="284080" y="212536"/>
                  </a:lnTo>
                  <a:lnTo>
                    <a:pt x="270706" y="212536"/>
                  </a:lnTo>
                  <a:close/>
                  <a:moveTo>
                    <a:pt x="302810" y="242644"/>
                  </a:moveTo>
                  <a:lnTo>
                    <a:pt x="302810" y="239401"/>
                  </a:lnTo>
                  <a:lnTo>
                    <a:pt x="299632" y="239401"/>
                  </a:lnTo>
                  <a:close/>
                  <a:moveTo>
                    <a:pt x="317" y="185670"/>
                  </a:moveTo>
                  <a:lnTo>
                    <a:pt x="25779" y="212536"/>
                  </a:lnTo>
                  <a:lnTo>
                    <a:pt x="16763" y="185670"/>
                  </a:lnTo>
                  <a:close/>
                  <a:moveTo>
                    <a:pt x="268299" y="194740"/>
                  </a:moveTo>
                  <a:lnTo>
                    <a:pt x="268299" y="210114"/>
                  </a:lnTo>
                  <a:lnTo>
                    <a:pt x="270706" y="212536"/>
                  </a:lnTo>
                  <a:close/>
                  <a:moveTo>
                    <a:pt x="268299" y="210114"/>
                  </a:moveTo>
                  <a:lnTo>
                    <a:pt x="268299" y="194740"/>
                  </a:lnTo>
                  <a:lnTo>
                    <a:pt x="246213" y="185670"/>
                  </a:lnTo>
                  <a:close/>
                  <a:moveTo>
                    <a:pt x="0" y="158805"/>
                  </a:moveTo>
                  <a:lnTo>
                    <a:pt x="16763" y="185670"/>
                  </a:lnTo>
                  <a:lnTo>
                    <a:pt x="17336" y="158805"/>
                  </a:lnTo>
                  <a:close/>
                  <a:moveTo>
                    <a:pt x="246213" y="185670"/>
                  </a:moveTo>
                  <a:lnTo>
                    <a:pt x="233787" y="158805"/>
                  </a:lnTo>
                  <a:lnTo>
                    <a:pt x="233787" y="167815"/>
                  </a:lnTo>
                  <a:close/>
                  <a:moveTo>
                    <a:pt x="245855" y="158805"/>
                  </a:moveTo>
                  <a:lnTo>
                    <a:pt x="233787" y="158805"/>
                  </a:lnTo>
                  <a:lnTo>
                    <a:pt x="246213" y="185670"/>
                  </a:lnTo>
                  <a:close/>
                  <a:moveTo>
                    <a:pt x="6911" y="131939"/>
                  </a:moveTo>
                  <a:lnTo>
                    <a:pt x="26720" y="132274"/>
                  </a:lnTo>
                  <a:lnTo>
                    <a:pt x="26720" y="131939"/>
                  </a:lnTo>
                  <a:close/>
                  <a:moveTo>
                    <a:pt x="17336" y="158805"/>
                  </a:moveTo>
                  <a:lnTo>
                    <a:pt x="26720" y="132274"/>
                  </a:lnTo>
                  <a:lnTo>
                    <a:pt x="6911" y="131939"/>
                  </a:lnTo>
                  <a:close/>
                  <a:moveTo>
                    <a:pt x="233787" y="158805"/>
                  </a:moveTo>
                  <a:lnTo>
                    <a:pt x="233787" y="131939"/>
                  </a:lnTo>
                  <a:lnTo>
                    <a:pt x="228055" y="158805"/>
                  </a:lnTo>
                  <a:close/>
                  <a:moveTo>
                    <a:pt x="233787" y="131939"/>
                  </a:moveTo>
                  <a:lnTo>
                    <a:pt x="215233" y="131939"/>
                  </a:lnTo>
                  <a:lnTo>
                    <a:pt x="228055" y="158805"/>
                  </a:lnTo>
                  <a:close/>
                  <a:moveTo>
                    <a:pt x="233787" y="167815"/>
                  </a:moveTo>
                  <a:lnTo>
                    <a:pt x="233787" y="158805"/>
                  </a:lnTo>
                  <a:lnTo>
                    <a:pt x="228055" y="158805"/>
                  </a:lnTo>
                  <a:close/>
                  <a:moveTo>
                    <a:pt x="42165" y="105073"/>
                  </a:moveTo>
                  <a:lnTo>
                    <a:pt x="26720" y="105073"/>
                  </a:lnTo>
                  <a:lnTo>
                    <a:pt x="26720" y="131939"/>
                  </a:lnTo>
                  <a:close/>
                  <a:moveTo>
                    <a:pt x="215233" y="131939"/>
                  </a:moveTo>
                  <a:lnTo>
                    <a:pt x="231385" y="105073"/>
                  </a:lnTo>
                  <a:lnTo>
                    <a:pt x="206607" y="105073"/>
                  </a:lnTo>
                  <a:close/>
                  <a:moveTo>
                    <a:pt x="30545" y="78208"/>
                  </a:moveTo>
                  <a:lnTo>
                    <a:pt x="42165" y="105073"/>
                  </a:lnTo>
                  <a:lnTo>
                    <a:pt x="58690" y="78208"/>
                  </a:lnTo>
                  <a:close/>
                  <a:moveTo>
                    <a:pt x="199709" y="78208"/>
                  </a:moveTo>
                  <a:lnTo>
                    <a:pt x="206607" y="105073"/>
                  </a:lnTo>
                  <a:lnTo>
                    <a:pt x="229046" y="78208"/>
                  </a:lnTo>
                  <a:close/>
                  <a:moveTo>
                    <a:pt x="44292" y="51342"/>
                  </a:moveTo>
                  <a:lnTo>
                    <a:pt x="61231" y="74619"/>
                  </a:lnTo>
                  <a:lnTo>
                    <a:pt x="61231" y="51342"/>
                  </a:lnTo>
                  <a:close/>
                  <a:moveTo>
                    <a:pt x="58690" y="78208"/>
                  </a:moveTo>
                  <a:lnTo>
                    <a:pt x="61231" y="74619"/>
                  </a:lnTo>
                  <a:lnTo>
                    <a:pt x="44292" y="51342"/>
                  </a:lnTo>
                  <a:close/>
                  <a:moveTo>
                    <a:pt x="199709" y="78208"/>
                  </a:moveTo>
                  <a:lnTo>
                    <a:pt x="199276" y="51342"/>
                  </a:lnTo>
                  <a:lnTo>
                    <a:pt x="199276" y="77170"/>
                  </a:lnTo>
                  <a:close/>
                  <a:moveTo>
                    <a:pt x="222691" y="51342"/>
                  </a:moveTo>
                  <a:lnTo>
                    <a:pt x="199276" y="51342"/>
                  </a:lnTo>
                  <a:lnTo>
                    <a:pt x="199709" y="78208"/>
                  </a:lnTo>
                  <a:close/>
                  <a:moveTo>
                    <a:pt x="95742" y="24477"/>
                  </a:moveTo>
                  <a:lnTo>
                    <a:pt x="68012" y="24477"/>
                  </a:lnTo>
                  <a:lnTo>
                    <a:pt x="95742" y="40009"/>
                  </a:lnTo>
                  <a:close/>
                  <a:moveTo>
                    <a:pt x="95742" y="40009"/>
                  </a:moveTo>
                  <a:lnTo>
                    <a:pt x="61231" y="30774"/>
                  </a:lnTo>
                  <a:lnTo>
                    <a:pt x="81439" y="51342"/>
                  </a:lnTo>
                  <a:close/>
                  <a:moveTo>
                    <a:pt x="81439" y="51342"/>
                  </a:moveTo>
                  <a:lnTo>
                    <a:pt x="61231" y="30774"/>
                  </a:lnTo>
                  <a:lnTo>
                    <a:pt x="61231" y="51342"/>
                  </a:lnTo>
                  <a:close/>
                  <a:moveTo>
                    <a:pt x="61231" y="51342"/>
                  </a:moveTo>
                  <a:lnTo>
                    <a:pt x="61231" y="74619"/>
                  </a:lnTo>
                  <a:lnTo>
                    <a:pt x="81439" y="51342"/>
                  </a:lnTo>
                  <a:close/>
                  <a:moveTo>
                    <a:pt x="164765" y="35393"/>
                  </a:moveTo>
                  <a:lnTo>
                    <a:pt x="184639" y="51342"/>
                  </a:lnTo>
                  <a:lnTo>
                    <a:pt x="164765" y="24477"/>
                  </a:lnTo>
                  <a:close/>
                  <a:moveTo>
                    <a:pt x="164765" y="24477"/>
                  </a:moveTo>
                  <a:lnTo>
                    <a:pt x="184639" y="51342"/>
                  </a:lnTo>
                  <a:lnTo>
                    <a:pt x="199276" y="51342"/>
                  </a:lnTo>
                  <a:close/>
                  <a:moveTo>
                    <a:pt x="164765" y="24477"/>
                  </a:moveTo>
                  <a:lnTo>
                    <a:pt x="199276" y="51342"/>
                  </a:lnTo>
                  <a:lnTo>
                    <a:pt x="199276" y="24477"/>
                  </a:lnTo>
                  <a:close/>
                  <a:moveTo>
                    <a:pt x="199276" y="77170"/>
                  </a:moveTo>
                  <a:lnTo>
                    <a:pt x="199276" y="51342"/>
                  </a:lnTo>
                  <a:lnTo>
                    <a:pt x="184639" y="51342"/>
                  </a:lnTo>
                  <a:close/>
                  <a:moveTo>
                    <a:pt x="95742" y="24477"/>
                  </a:moveTo>
                  <a:lnTo>
                    <a:pt x="130254" y="24477"/>
                  </a:lnTo>
                  <a:lnTo>
                    <a:pt x="130254" y="0"/>
                  </a:lnTo>
                  <a:close/>
                  <a:moveTo>
                    <a:pt x="130254" y="24477"/>
                  </a:moveTo>
                  <a:lnTo>
                    <a:pt x="95742" y="24477"/>
                  </a:lnTo>
                  <a:lnTo>
                    <a:pt x="130254" y="28530"/>
                  </a:lnTo>
                  <a:close/>
                  <a:moveTo>
                    <a:pt x="95742" y="24477"/>
                  </a:moveTo>
                  <a:lnTo>
                    <a:pt x="95742" y="40009"/>
                  </a:lnTo>
                  <a:lnTo>
                    <a:pt x="130254" y="28530"/>
                  </a:lnTo>
                  <a:close/>
                  <a:moveTo>
                    <a:pt x="130254" y="24477"/>
                  </a:moveTo>
                  <a:lnTo>
                    <a:pt x="164765" y="24477"/>
                  </a:lnTo>
                  <a:lnTo>
                    <a:pt x="164765" y="3320"/>
                  </a:lnTo>
                  <a:close/>
                  <a:moveTo>
                    <a:pt x="164765" y="24477"/>
                  </a:moveTo>
                  <a:lnTo>
                    <a:pt x="130254" y="24477"/>
                  </a:lnTo>
                  <a:lnTo>
                    <a:pt x="164765" y="35393"/>
                  </a:lnTo>
                  <a:close/>
                </a:path>
              </a:pathLst>
            </a:custGeom>
            <a:solidFill>
              <a:srgbClr val="E67989"/>
            </a:solidFill>
            <a:ln w="4001">
              <a:solidFill>
                <a:srgbClr val="F2BCC4"/>
              </a:solidFill>
            </a:ln>
          </p:spPr>
        </p:sp>
        <p:sp>
          <p:nvSpPr>
            <p:cNvPr id="4026" name="Match_B4__4025">
              <a:extLst>
                <a:ext uri="{FF2B5EF4-FFF2-40B4-BE49-F238E27FC236}">
                  <a16:creationId xmlns:a16="http://schemas.microsoft.com/office/drawing/2014/main" id="{9149B46B-5AEF-70A6-A7F7-D0CDA231D9C1}"/>
                </a:ext>
              </a:extLst>
            </p:cNvPr>
            <p:cNvSpPr>
              <a:spLocks noGrp="1"/>
            </p:cNvSpPr>
            <p:nvPr/>
          </p:nvSpPr>
          <p:spPr>
            <a:xfrm>
              <a:off x="8408884" y="2501103"/>
              <a:ext cx="322334" cy="468931"/>
            </a:xfrm>
            <a:custGeom>
              <a:avLst/>
              <a:gdLst/>
              <a:ahLst/>
              <a:cxnLst/>
              <a:rect l="0" t="0" r="0" b="0"/>
              <a:pathLst>
                <a:path w="322334" h="468931">
                  <a:moveTo>
                    <a:pt x="44468" y="456714"/>
                  </a:moveTo>
                  <a:lnTo>
                    <a:pt x="47845" y="456714"/>
                  </a:lnTo>
                  <a:lnTo>
                    <a:pt x="44468" y="455071"/>
                  </a:lnTo>
                  <a:close/>
                  <a:moveTo>
                    <a:pt x="12758" y="376118"/>
                  </a:moveTo>
                  <a:lnTo>
                    <a:pt x="24777" y="349252"/>
                  </a:lnTo>
                  <a:lnTo>
                    <a:pt x="9957" y="376118"/>
                  </a:lnTo>
                  <a:close/>
                  <a:moveTo>
                    <a:pt x="9957" y="376118"/>
                  </a:moveTo>
                  <a:lnTo>
                    <a:pt x="9957" y="395208"/>
                  </a:lnTo>
                  <a:lnTo>
                    <a:pt x="12758" y="376118"/>
                  </a:lnTo>
                  <a:close/>
                  <a:moveTo>
                    <a:pt x="322334" y="295521"/>
                  </a:moveTo>
                  <a:lnTo>
                    <a:pt x="320558" y="268656"/>
                  </a:lnTo>
                  <a:lnTo>
                    <a:pt x="320558" y="276690"/>
                  </a:lnTo>
                  <a:close/>
                  <a:moveTo>
                    <a:pt x="320558" y="276690"/>
                  </a:moveTo>
                  <a:lnTo>
                    <a:pt x="320558" y="268656"/>
                  </a:lnTo>
                  <a:lnTo>
                    <a:pt x="319832" y="268656"/>
                  </a:lnTo>
                  <a:close/>
                  <a:moveTo>
                    <a:pt x="10085" y="107462"/>
                  </a:moveTo>
                  <a:lnTo>
                    <a:pt x="25402" y="80597"/>
                  </a:lnTo>
                  <a:lnTo>
                    <a:pt x="9957" y="107462"/>
                  </a:lnTo>
                  <a:close/>
                  <a:moveTo>
                    <a:pt x="9957" y="107462"/>
                  </a:moveTo>
                  <a:lnTo>
                    <a:pt x="9957" y="107797"/>
                  </a:lnTo>
                  <a:lnTo>
                    <a:pt x="10085" y="107462"/>
                  </a:lnTo>
                  <a:close/>
                  <a:moveTo>
                    <a:pt x="113491" y="0"/>
                  </a:moveTo>
                  <a:lnTo>
                    <a:pt x="113491" y="4053"/>
                  </a:lnTo>
                  <a:lnTo>
                    <a:pt x="148002" y="10916"/>
                  </a:lnTo>
                  <a:close/>
                  <a:moveTo>
                    <a:pt x="47845" y="456714"/>
                  </a:moveTo>
                  <a:lnTo>
                    <a:pt x="78979" y="467329"/>
                  </a:lnTo>
                  <a:lnTo>
                    <a:pt x="78979" y="456714"/>
                  </a:lnTo>
                  <a:close/>
                  <a:moveTo>
                    <a:pt x="44468" y="455071"/>
                  </a:moveTo>
                  <a:lnTo>
                    <a:pt x="47845" y="456714"/>
                  </a:lnTo>
                  <a:lnTo>
                    <a:pt x="65807" y="429849"/>
                  </a:lnTo>
                  <a:close/>
                  <a:moveTo>
                    <a:pt x="113491" y="456714"/>
                  </a:moveTo>
                  <a:lnTo>
                    <a:pt x="78979" y="467329"/>
                  </a:lnTo>
                  <a:lnTo>
                    <a:pt x="113491" y="468931"/>
                  </a:lnTo>
                  <a:close/>
                  <a:moveTo>
                    <a:pt x="113491" y="456714"/>
                  </a:moveTo>
                  <a:lnTo>
                    <a:pt x="78979" y="456714"/>
                  </a:lnTo>
                  <a:lnTo>
                    <a:pt x="78979" y="467329"/>
                  </a:lnTo>
                  <a:close/>
                  <a:moveTo>
                    <a:pt x="148002" y="456714"/>
                  </a:moveTo>
                  <a:lnTo>
                    <a:pt x="113491" y="468931"/>
                  </a:lnTo>
                  <a:lnTo>
                    <a:pt x="148002" y="461737"/>
                  </a:lnTo>
                  <a:close/>
                  <a:moveTo>
                    <a:pt x="148002" y="456714"/>
                  </a:moveTo>
                  <a:lnTo>
                    <a:pt x="113491" y="456714"/>
                  </a:lnTo>
                  <a:lnTo>
                    <a:pt x="113491" y="468931"/>
                  </a:lnTo>
                  <a:close/>
                  <a:moveTo>
                    <a:pt x="148002" y="456714"/>
                  </a:moveTo>
                  <a:lnTo>
                    <a:pt x="148002" y="461737"/>
                  </a:lnTo>
                  <a:lnTo>
                    <a:pt x="159412" y="456714"/>
                  </a:lnTo>
                  <a:close/>
                  <a:moveTo>
                    <a:pt x="159412" y="456714"/>
                  </a:moveTo>
                  <a:lnTo>
                    <a:pt x="182513" y="444969"/>
                  </a:lnTo>
                  <a:lnTo>
                    <a:pt x="148002" y="456714"/>
                  </a:lnTo>
                  <a:close/>
                  <a:moveTo>
                    <a:pt x="17576" y="429849"/>
                  </a:moveTo>
                  <a:lnTo>
                    <a:pt x="44468" y="455071"/>
                  </a:lnTo>
                  <a:lnTo>
                    <a:pt x="44468" y="429849"/>
                  </a:lnTo>
                  <a:close/>
                  <a:moveTo>
                    <a:pt x="44468" y="429849"/>
                  </a:moveTo>
                  <a:lnTo>
                    <a:pt x="9957" y="406990"/>
                  </a:lnTo>
                  <a:lnTo>
                    <a:pt x="17576" y="429849"/>
                  </a:lnTo>
                  <a:close/>
                  <a:moveTo>
                    <a:pt x="9957" y="402983"/>
                  </a:moveTo>
                  <a:lnTo>
                    <a:pt x="9957" y="406990"/>
                  </a:lnTo>
                  <a:lnTo>
                    <a:pt x="44468" y="429849"/>
                  </a:lnTo>
                  <a:close/>
                  <a:moveTo>
                    <a:pt x="182513" y="429849"/>
                  </a:moveTo>
                  <a:lnTo>
                    <a:pt x="182513" y="444969"/>
                  </a:lnTo>
                  <a:lnTo>
                    <a:pt x="203911" y="429849"/>
                  </a:lnTo>
                  <a:close/>
                  <a:moveTo>
                    <a:pt x="203911" y="429849"/>
                  </a:moveTo>
                  <a:lnTo>
                    <a:pt x="217025" y="419014"/>
                  </a:lnTo>
                  <a:lnTo>
                    <a:pt x="182513" y="429849"/>
                  </a:lnTo>
                  <a:close/>
                  <a:moveTo>
                    <a:pt x="8772" y="402983"/>
                  </a:moveTo>
                  <a:lnTo>
                    <a:pt x="9957" y="406990"/>
                  </a:lnTo>
                  <a:lnTo>
                    <a:pt x="9957" y="402983"/>
                  </a:lnTo>
                  <a:close/>
                  <a:moveTo>
                    <a:pt x="9957" y="395208"/>
                  </a:moveTo>
                  <a:lnTo>
                    <a:pt x="8772" y="402983"/>
                  </a:lnTo>
                  <a:lnTo>
                    <a:pt x="9957" y="402983"/>
                  </a:lnTo>
                  <a:close/>
                  <a:moveTo>
                    <a:pt x="9957" y="402983"/>
                  </a:moveTo>
                  <a:lnTo>
                    <a:pt x="12758" y="376118"/>
                  </a:lnTo>
                  <a:lnTo>
                    <a:pt x="9957" y="395208"/>
                  </a:lnTo>
                  <a:close/>
                  <a:moveTo>
                    <a:pt x="44468" y="376118"/>
                  </a:moveTo>
                  <a:lnTo>
                    <a:pt x="12758" y="376118"/>
                  </a:lnTo>
                  <a:lnTo>
                    <a:pt x="9957" y="402983"/>
                  </a:lnTo>
                  <a:close/>
                  <a:moveTo>
                    <a:pt x="217025" y="402983"/>
                  </a:moveTo>
                  <a:lnTo>
                    <a:pt x="217025" y="419014"/>
                  </a:lnTo>
                  <a:lnTo>
                    <a:pt x="235799" y="402983"/>
                  </a:lnTo>
                  <a:close/>
                  <a:moveTo>
                    <a:pt x="235799" y="402983"/>
                  </a:moveTo>
                  <a:lnTo>
                    <a:pt x="251536" y="389113"/>
                  </a:lnTo>
                  <a:lnTo>
                    <a:pt x="217025" y="402983"/>
                  </a:lnTo>
                  <a:close/>
                  <a:moveTo>
                    <a:pt x="24777" y="349252"/>
                  </a:moveTo>
                  <a:lnTo>
                    <a:pt x="12758" y="376118"/>
                  </a:lnTo>
                  <a:lnTo>
                    <a:pt x="44468" y="376118"/>
                  </a:lnTo>
                  <a:close/>
                  <a:moveTo>
                    <a:pt x="251536" y="376118"/>
                  </a:moveTo>
                  <a:lnTo>
                    <a:pt x="251536" y="389113"/>
                  </a:lnTo>
                  <a:lnTo>
                    <a:pt x="266729" y="376118"/>
                  </a:lnTo>
                  <a:close/>
                  <a:moveTo>
                    <a:pt x="266729" y="376118"/>
                  </a:moveTo>
                  <a:lnTo>
                    <a:pt x="286047" y="357989"/>
                  </a:lnTo>
                  <a:lnTo>
                    <a:pt x="251536" y="376118"/>
                  </a:lnTo>
                  <a:close/>
                  <a:moveTo>
                    <a:pt x="39330" y="322387"/>
                  </a:moveTo>
                  <a:lnTo>
                    <a:pt x="44468" y="349252"/>
                  </a:lnTo>
                  <a:lnTo>
                    <a:pt x="44468" y="322387"/>
                  </a:lnTo>
                  <a:close/>
                  <a:moveTo>
                    <a:pt x="39330" y="322387"/>
                  </a:moveTo>
                  <a:lnTo>
                    <a:pt x="24777" y="349252"/>
                  </a:lnTo>
                  <a:lnTo>
                    <a:pt x="44468" y="349252"/>
                  </a:lnTo>
                  <a:close/>
                  <a:moveTo>
                    <a:pt x="286047" y="349252"/>
                  </a:moveTo>
                  <a:lnTo>
                    <a:pt x="286047" y="357989"/>
                  </a:lnTo>
                  <a:lnTo>
                    <a:pt x="294935" y="349252"/>
                  </a:lnTo>
                  <a:close/>
                  <a:moveTo>
                    <a:pt x="314013" y="322387"/>
                  </a:moveTo>
                  <a:lnTo>
                    <a:pt x="292946" y="322387"/>
                  </a:lnTo>
                  <a:lnTo>
                    <a:pt x="294935" y="349252"/>
                  </a:lnTo>
                  <a:close/>
                  <a:moveTo>
                    <a:pt x="44468" y="308810"/>
                  </a:moveTo>
                  <a:lnTo>
                    <a:pt x="39330" y="322387"/>
                  </a:lnTo>
                  <a:lnTo>
                    <a:pt x="44468" y="322387"/>
                  </a:lnTo>
                  <a:close/>
                  <a:moveTo>
                    <a:pt x="44468" y="308810"/>
                  </a:moveTo>
                  <a:lnTo>
                    <a:pt x="44468" y="322387"/>
                  </a:lnTo>
                  <a:lnTo>
                    <a:pt x="49341" y="295521"/>
                  </a:lnTo>
                  <a:close/>
                  <a:moveTo>
                    <a:pt x="49341" y="295521"/>
                  </a:moveTo>
                  <a:lnTo>
                    <a:pt x="44468" y="322387"/>
                  </a:lnTo>
                  <a:lnTo>
                    <a:pt x="67965" y="322387"/>
                  </a:lnTo>
                  <a:close/>
                  <a:moveTo>
                    <a:pt x="320558" y="301185"/>
                  </a:moveTo>
                  <a:lnTo>
                    <a:pt x="320558" y="295521"/>
                  </a:lnTo>
                  <a:lnTo>
                    <a:pt x="314013" y="322387"/>
                  </a:lnTo>
                  <a:close/>
                  <a:moveTo>
                    <a:pt x="314013" y="322387"/>
                  </a:moveTo>
                  <a:lnTo>
                    <a:pt x="320558" y="295521"/>
                  </a:lnTo>
                  <a:lnTo>
                    <a:pt x="302579" y="295521"/>
                  </a:lnTo>
                  <a:close/>
                  <a:moveTo>
                    <a:pt x="50399" y="268656"/>
                  </a:moveTo>
                  <a:lnTo>
                    <a:pt x="49341" y="295521"/>
                  </a:lnTo>
                  <a:lnTo>
                    <a:pt x="75085" y="295521"/>
                  </a:lnTo>
                  <a:close/>
                  <a:moveTo>
                    <a:pt x="320558" y="295521"/>
                  </a:moveTo>
                  <a:lnTo>
                    <a:pt x="320558" y="301185"/>
                  </a:lnTo>
                  <a:lnTo>
                    <a:pt x="322334" y="295521"/>
                  </a:lnTo>
                  <a:close/>
                  <a:moveTo>
                    <a:pt x="320558" y="295521"/>
                  </a:moveTo>
                  <a:lnTo>
                    <a:pt x="322334" y="295521"/>
                  </a:lnTo>
                  <a:lnTo>
                    <a:pt x="320558" y="276690"/>
                  </a:lnTo>
                  <a:close/>
                  <a:moveTo>
                    <a:pt x="320558" y="295521"/>
                  </a:moveTo>
                  <a:lnTo>
                    <a:pt x="320558" y="276690"/>
                  </a:lnTo>
                  <a:lnTo>
                    <a:pt x="302579" y="295521"/>
                  </a:lnTo>
                  <a:close/>
                  <a:moveTo>
                    <a:pt x="302579" y="295521"/>
                  </a:moveTo>
                  <a:lnTo>
                    <a:pt x="320558" y="276690"/>
                  </a:lnTo>
                  <a:lnTo>
                    <a:pt x="319832" y="268656"/>
                  </a:lnTo>
                  <a:close/>
                  <a:moveTo>
                    <a:pt x="44468" y="241790"/>
                  </a:moveTo>
                  <a:lnTo>
                    <a:pt x="44468" y="250297"/>
                  </a:lnTo>
                  <a:lnTo>
                    <a:pt x="71403" y="241790"/>
                  </a:lnTo>
                  <a:close/>
                  <a:moveTo>
                    <a:pt x="71403" y="241790"/>
                  </a:moveTo>
                  <a:lnTo>
                    <a:pt x="44468" y="250297"/>
                  </a:lnTo>
                  <a:lnTo>
                    <a:pt x="50399" y="268656"/>
                  </a:lnTo>
                  <a:close/>
                  <a:moveTo>
                    <a:pt x="319832" y="268656"/>
                  </a:moveTo>
                  <a:lnTo>
                    <a:pt x="306701" y="241790"/>
                  </a:lnTo>
                  <a:lnTo>
                    <a:pt x="299748" y="268656"/>
                  </a:lnTo>
                  <a:close/>
                  <a:moveTo>
                    <a:pt x="41478" y="241790"/>
                  </a:moveTo>
                  <a:lnTo>
                    <a:pt x="44468" y="250297"/>
                  </a:lnTo>
                  <a:lnTo>
                    <a:pt x="44468" y="241790"/>
                  </a:lnTo>
                  <a:close/>
                  <a:moveTo>
                    <a:pt x="25163" y="214924"/>
                  </a:moveTo>
                  <a:lnTo>
                    <a:pt x="44468" y="241790"/>
                  </a:lnTo>
                  <a:lnTo>
                    <a:pt x="44468" y="214924"/>
                  </a:lnTo>
                  <a:close/>
                  <a:moveTo>
                    <a:pt x="25163" y="214924"/>
                  </a:moveTo>
                  <a:lnTo>
                    <a:pt x="41478" y="241790"/>
                  </a:lnTo>
                  <a:lnTo>
                    <a:pt x="44468" y="241790"/>
                  </a:lnTo>
                  <a:close/>
                  <a:moveTo>
                    <a:pt x="286047" y="241790"/>
                  </a:moveTo>
                  <a:lnTo>
                    <a:pt x="306701" y="241790"/>
                  </a:lnTo>
                  <a:lnTo>
                    <a:pt x="286047" y="218168"/>
                  </a:lnTo>
                  <a:close/>
                  <a:moveTo>
                    <a:pt x="284120" y="241790"/>
                  </a:moveTo>
                  <a:lnTo>
                    <a:pt x="286047" y="218168"/>
                  </a:lnTo>
                  <a:lnTo>
                    <a:pt x="282869" y="214924"/>
                  </a:lnTo>
                  <a:close/>
                  <a:moveTo>
                    <a:pt x="9957" y="188059"/>
                  </a:moveTo>
                  <a:lnTo>
                    <a:pt x="9957" y="189673"/>
                  </a:lnTo>
                  <a:lnTo>
                    <a:pt x="43549" y="188059"/>
                  </a:lnTo>
                  <a:close/>
                  <a:moveTo>
                    <a:pt x="9957" y="189673"/>
                  </a:moveTo>
                  <a:lnTo>
                    <a:pt x="25163" y="214924"/>
                  </a:lnTo>
                  <a:lnTo>
                    <a:pt x="43549" y="188059"/>
                  </a:lnTo>
                  <a:close/>
                  <a:moveTo>
                    <a:pt x="253944" y="188059"/>
                  </a:moveTo>
                  <a:lnTo>
                    <a:pt x="251536" y="188059"/>
                  </a:lnTo>
                  <a:lnTo>
                    <a:pt x="255598" y="214924"/>
                  </a:lnTo>
                  <a:close/>
                  <a:moveTo>
                    <a:pt x="282869" y="214924"/>
                  </a:moveTo>
                  <a:lnTo>
                    <a:pt x="253944" y="188059"/>
                  </a:lnTo>
                  <a:lnTo>
                    <a:pt x="255598" y="214924"/>
                  </a:lnTo>
                  <a:close/>
                  <a:moveTo>
                    <a:pt x="9016" y="188059"/>
                  </a:moveTo>
                  <a:lnTo>
                    <a:pt x="9957" y="189673"/>
                  </a:lnTo>
                  <a:lnTo>
                    <a:pt x="9957" y="188059"/>
                  </a:lnTo>
                  <a:close/>
                  <a:moveTo>
                    <a:pt x="0" y="161193"/>
                  </a:moveTo>
                  <a:lnTo>
                    <a:pt x="9957" y="188059"/>
                  </a:lnTo>
                  <a:lnTo>
                    <a:pt x="9957" y="161193"/>
                  </a:lnTo>
                  <a:close/>
                  <a:moveTo>
                    <a:pt x="0" y="161193"/>
                  </a:moveTo>
                  <a:lnTo>
                    <a:pt x="9016" y="188059"/>
                  </a:lnTo>
                  <a:lnTo>
                    <a:pt x="9957" y="188059"/>
                  </a:lnTo>
                  <a:close/>
                  <a:moveTo>
                    <a:pt x="251536" y="188059"/>
                  </a:moveTo>
                  <a:lnTo>
                    <a:pt x="253944" y="188059"/>
                  </a:lnTo>
                  <a:lnTo>
                    <a:pt x="251536" y="185637"/>
                  </a:lnTo>
                  <a:close/>
                  <a:moveTo>
                    <a:pt x="217025" y="161193"/>
                  </a:moveTo>
                  <a:lnTo>
                    <a:pt x="251536" y="188059"/>
                  </a:lnTo>
                  <a:lnTo>
                    <a:pt x="229450" y="161193"/>
                  </a:lnTo>
                  <a:close/>
                  <a:moveTo>
                    <a:pt x="229450" y="161193"/>
                  </a:moveTo>
                  <a:lnTo>
                    <a:pt x="251536" y="188059"/>
                  </a:lnTo>
                  <a:lnTo>
                    <a:pt x="251536" y="185637"/>
                  </a:lnTo>
                  <a:close/>
                  <a:moveTo>
                    <a:pt x="573" y="134328"/>
                  </a:moveTo>
                  <a:lnTo>
                    <a:pt x="9957" y="161193"/>
                  </a:lnTo>
                  <a:lnTo>
                    <a:pt x="9957" y="134328"/>
                  </a:lnTo>
                  <a:close/>
                  <a:moveTo>
                    <a:pt x="573" y="134328"/>
                  </a:moveTo>
                  <a:lnTo>
                    <a:pt x="0" y="161193"/>
                  </a:lnTo>
                  <a:lnTo>
                    <a:pt x="9957" y="161193"/>
                  </a:lnTo>
                  <a:close/>
                  <a:moveTo>
                    <a:pt x="217025" y="161193"/>
                  </a:moveTo>
                  <a:lnTo>
                    <a:pt x="229450" y="161193"/>
                  </a:lnTo>
                  <a:lnTo>
                    <a:pt x="217025" y="143338"/>
                  </a:lnTo>
                  <a:close/>
                  <a:moveTo>
                    <a:pt x="211292" y="134328"/>
                  </a:moveTo>
                  <a:lnTo>
                    <a:pt x="217025" y="161193"/>
                  </a:lnTo>
                  <a:lnTo>
                    <a:pt x="217025" y="143338"/>
                  </a:lnTo>
                  <a:close/>
                  <a:moveTo>
                    <a:pt x="9957" y="107797"/>
                  </a:moveTo>
                  <a:lnTo>
                    <a:pt x="573" y="134328"/>
                  </a:lnTo>
                  <a:lnTo>
                    <a:pt x="9957" y="134328"/>
                  </a:lnTo>
                  <a:close/>
                  <a:moveTo>
                    <a:pt x="10085" y="107462"/>
                  </a:moveTo>
                  <a:lnTo>
                    <a:pt x="9957" y="107797"/>
                  </a:lnTo>
                  <a:lnTo>
                    <a:pt x="44468" y="124339"/>
                  </a:lnTo>
                  <a:close/>
                  <a:moveTo>
                    <a:pt x="182513" y="107462"/>
                  </a:moveTo>
                  <a:lnTo>
                    <a:pt x="211292" y="134328"/>
                  </a:lnTo>
                  <a:lnTo>
                    <a:pt x="198470" y="107462"/>
                  </a:lnTo>
                  <a:close/>
                  <a:moveTo>
                    <a:pt x="25402" y="80597"/>
                  </a:moveTo>
                  <a:lnTo>
                    <a:pt x="10085" y="107462"/>
                  </a:lnTo>
                  <a:lnTo>
                    <a:pt x="44468" y="107462"/>
                  </a:lnTo>
                  <a:close/>
                  <a:moveTo>
                    <a:pt x="182513" y="80597"/>
                  </a:moveTo>
                  <a:lnTo>
                    <a:pt x="198470" y="107462"/>
                  </a:lnTo>
                  <a:lnTo>
                    <a:pt x="189844" y="80597"/>
                  </a:lnTo>
                  <a:close/>
                  <a:moveTo>
                    <a:pt x="182513" y="80597"/>
                  </a:moveTo>
                  <a:lnTo>
                    <a:pt x="182513" y="107462"/>
                  </a:lnTo>
                  <a:lnTo>
                    <a:pt x="198470" y="107462"/>
                  </a:lnTo>
                  <a:close/>
                  <a:moveTo>
                    <a:pt x="41927" y="53731"/>
                  </a:moveTo>
                  <a:lnTo>
                    <a:pt x="44468" y="80597"/>
                  </a:lnTo>
                  <a:lnTo>
                    <a:pt x="44468" y="53731"/>
                  </a:lnTo>
                  <a:close/>
                  <a:moveTo>
                    <a:pt x="41927" y="53731"/>
                  </a:moveTo>
                  <a:lnTo>
                    <a:pt x="25402" y="80597"/>
                  </a:lnTo>
                  <a:lnTo>
                    <a:pt x="44468" y="80597"/>
                  </a:lnTo>
                  <a:close/>
                  <a:moveTo>
                    <a:pt x="44468" y="80597"/>
                  </a:moveTo>
                  <a:lnTo>
                    <a:pt x="78979" y="53731"/>
                  </a:lnTo>
                  <a:lnTo>
                    <a:pt x="44468" y="53731"/>
                  </a:lnTo>
                  <a:close/>
                  <a:moveTo>
                    <a:pt x="148002" y="80597"/>
                  </a:moveTo>
                  <a:lnTo>
                    <a:pt x="182513" y="80597"/>
                  </a:lnTo>
                  <a:lnTo>
                    <a:pt x="182513" y="53731"/>
                  </a:lnTo>
                  <a:close/>
                  <a:moveTo>
                    <a:pt x="182513" y="53731"/>
                  </a:moveTo>
                  <a:lnTo>
                    <a:pt x="189844" y="80597"/>
                  </a:lnTo>
                  <a:lnTo>
                    <a:pt x="182946" y="53731"/>
                  </a:lnTo>
                  <a:close/>
                  <a:moveTo>
                    <a:pt x="182513" y="53731"/>
                  </a:moveTo>
                  <a:lnTo>
                    <a:pt x="182513" y="80597"/>
                  </a:lnTo>
                  <a:lnTo>
                    <a:pt x="189844" y="80597"/>
                  </a:lnTo>
                  <a:close/>
                  <a:moveTo>
                    <a:pt x="44468" y="50142"/>
                  </a:moveTo>
                  <a:lnTo>
                    <a:pt x="41927" y="53731"/>
                  </a:lnTo>
                  <a:lnTo>
                    <a:pt x="44468" y="53731"/>
                  </a:lnTo>
                  <a:close/>
                  <a:moveTo>
                    <a:pt x="44468" y="53731"/>
                  </a:moveTo>
                  <a:lnTo>
                    <a:pt x="64676" y="26866"/>
                  </a:lnTo>
                  <a:lnTo>
                    <a:pt x="44468" y="50142"/>
                  </a:lnTo>
                  <a:close/>
                  <a:moveTo>
                    <a:pt x="78979" y="26866"/>
                  </a:moveTo>
                  <a:lnTo>
                    <a:pt x="64676" y="26866"/>
                  </a:lnTo>
                  <a:lnTo>
                    <a:pt x="44468" y="53731"/>
                  </a:lnTo>
                  <a:close/>
                  <a:moveTo>
                    <a:pt x="78979" y="53731"/>
                  </a:moveTo>
                  <a:lnTo>
                    <a:pt x="78979" y="26866"/>
                  </a:lnTo>
                  <a:lnTo>
                    <a:pt x="44468" y="53731"/>
                  </a:lnTo>
                  <a:close/>
                  <a:moveTo>
                    <a:pt x="148002" y="26866"/>
                  </a:moveTo>
                  <a:lnTo>
                    <a:pt x="182513" y="52693"/>
                  </a:lnTo>
                  <a:lnTo>
                    <a:pt x="167876" y="26866"/>
                  </a:lnTo>
                  <a:close/>
                  <a:moveTo>
                    <a:pt x="182513" y="53731"/>
                  </a:moveTo>
                  <a:lnTo>
                    <a:pt x="182513" y="52693"/>
                  </a:lnTo>
                  <a:lnTo>
                    <a:pt x="148002" y="26866"/>
                  </a:lnTo>
                  <a:close/>
                  <a:moveTo>
                    <a:pt x="148002" y="53731"/>
                  </a:moveTo>
                  <a:lnTo>
                    <a:pt x="182513" y="53731"/>
                  </a:lnTo>
                  <a:lnTo>
                    <a:pt x="148002" y="26866"/>
                  </a:lnTo>
                  <a:close/>
                  <a:moveTo>
                    <a:pt x="182513" y="53731"/>
                  </a:moveTo>
                  <a:lnTo>
                    <a:pt x="182946" y="53731"/>
                  </a:lnTo>
                  <a:lnTo>
                    <a:pt x="182513" y="52693"/>
                  </a:lnTo>
                  <a:close/>
                  <a:moveTo>
                    <a:pt x="78979" y="15533"/>
                  </a:moveTo>
                  <a:lnTo>
                    <a:pt x="64676" y="26866"/>
                  </a:lnTo>
                  <a:lnTo>
                    <a:pt x="78979" y="26866"/>
                  </a:lnTo>
                  <a:close/>
                  <a:moveTo>
                    <a:pt x="78979" y="26866"/>
                  </a:moveTo>
                  <a:lnTo>
                    <a:pt x="113491" y="4053"/>
                  </a:lnTo>
                  <a:lnTo>
                    <a:pt x="78979" y="15533"/>
                  </a:lnTo>
                  <a:close/>
                  <a:moveTo>
                    <a:pt x="78979" y="26866"/>
                  </a:moveTo>
                  <a:lnTo>
                    <a:pt x="113491" y="26866"/>
                  </a:lnTo>
                  <a:lnTo>
                    <a:pt x="113491" y="4053"/>
                  </a:lnTo>
                  <a:close/>
                  <a:moveTo>
                    <a:pt x="113491" y="26866"/>
                  </a:moveTo>
                  <a:lnTo>
                    <a:pt x="148002" y="10916"/>
                  </a:lnTo>
                  <a:lnTo>
                    <a:pt x="113491" y="4053"/>
                  </a:lnTo>
                  <a:close/>
                  <a:moveTo>
                    <a:pt x="113491" y="26866"/>
                  </a:moveTo>
                  <a:lnTo>
                    <a:pt x="148002" y="26866"/>
                  </a:lnTo>
                  <a:lnTo>
                    <a:pt x="148002" y="10916"/>
                  </a:lnTo>
                  <a:close/>
                  <a:moveTo>
                    <a:pt x="148002" y="26866"/>
                  </a:moveTo>
                  <a:lnTo>
                    <a:pt x="167876" y="26866"/>
                  </a:lnTo>
                  <a:lnTo>
                    <a:pt x="148002" y="10916"/>
                  </a:lnTo>
                  <a:close/>
                </a:path>
              </a:pathLst>
            </a:custGeom>
            <a:solidFill>
              <a:srgbClr val="E77D8D"/>
            </a:solidFill>
            <a:ln w="4001">
              <a:solidFill>
                <a:srgbClr val="F2BCC4"/>
              </a:solidFill>
            </a:ln>
          </p:spPr>
        </p:sp>
        <p:sp>
          <p:nvSpPr>
            <p:cNvPr id="4027" name="Match_B4__4026">
              <a:extLst>
                <a:ext uri="{FF2B5EF4-FFF2-40B4-BE49-F238E27FC236}">
                  <a16:creationId xmlns:a16="http://schemas.microsoft.com/office/drawing/2014/main" id="{8F98848D-DF0E-EF37-D4B4-A3C8D15A11EA}"/>
                </a:ext>
              </a:extLst>
            </p:cNvPr>
            <p:cNvSpPr>
              <a:spLocks noGrp="1"/>
            </p:cNvSpPr>
            <p:nvPr/>
          </p:nvSpPr>
          <p:spPr>
            <a:xfrm>
              <a:off x="8418841" y="2527969"/>
              <a:ext cx="309875" cy="429849"/>
            </a:xfrm>
            <a:custGeom>
              <a:avLst/>
              <a:gdLst/>
              <a:ahLst/>
              <a:cxnLst/>
              <a:rect l="0" t="0" r="0" b="0"/>
              <a:pathLst>
                <a:path w="309875" h="429849">
                  <a:moveTo>
                    <a:pt x="34511" y="402983"/>
                  </a:moveTo>
                  <a:lnTo>
                    <a:pt x="34511" y="428205"/>
                  </a:lnTo>
                  <a:lnTo>
                    <a:pt x="55850" y="402983"/>
                  </a:lnTo>
                  <a:close/>
                  <a:moveTo>
                    <a:pt x="55850" y="402983"/>
                  </a:moveTo>
                  <a:lnTo>
                    <a:pt x="37888" y="429849"/>
                  </a:lnTo>
                  <a:lnTo>
                    <a:pt x="69023" y="410087"/>
                  </a:lnTo>
                  <a:close/>
                  <a:moveTo>
                    <a:pt x="69023" y="410087"/>
                  </a:moveTo>
                  <a:lnTo>
                    <a:pt x="37888" y="429849"/>
                  </a:lnTo>
                  <a:lnTo>
                    <a:pt x="69023" y="429849"/>
                  </a:lnTo>
                  <a:close/>
                  <a:moveTo>
                    <a:pt x="69023" y="429849"/>
                  </a:moveTo>
                  <a:lnTo>
                    <a:pt x="103534" y="429849"/>
                  </a:lnTo>
                  <a:lnTo>
                    <a:pt x="69023" y="410087"/>
                  </a:lnTo>
                  <a:close/>
                  <a:moveTo>
                    <a:pt x="103534" y="429849"/>
                  </a:moveTo>
                  <a:lnTo>
                    <a:pt x="103534" y="414555"/>
                  </a:lnTo>
                  <a:lnTo>
                    <a:pt x="69023" y="410087"/>
                  </a:lnTo>
                  <a:close/>
                  <a:moveTo>
                    <a:pt x="103534" y="429849"/>
                  </a:moveTo>
                  <a:lnTo>
                    <a:pt x="138045" y="429849"/>
                  </a:lnTo>
                  <a:lnTo>
                    <a:pt x="103534" y="414555"/>
                  </a:lnTo>
                  <a:close/>
                  <a:moveTo>
                    <a:pt x="138045" y="429849"/>
                  </a:moveTo>
                  <a:lnTo>
                    <a:pt x="138045" y="407049"/>
                  </a:lnTo>
                  <a:lnTo>
                    <a:pt x="103534" y="414555"/>
                  </a:lnTo>
                  <a:close/>
                  <a:moveTo>
                    <a:pt x="138045" y="407049"/>
                  </a:moveTo>
                  <a:lnTo>
                    <a:pt x="172556" y="418104"/>
                  </a:lnTo>
                  <a:lnTo>
                    <a:pt x="172556" y="402983"/>
                  </a:lnTo>
                  <a:close/>
                  <a:moveTo>
                    <a:pt x="138045" y="429849"/>
                  </a:moveTo>
                  <a:lnTo>
                    <a:pt x="172556" y="418104"/>
                  </a:lnTo>
                  <a:lnTo>
                    <a:pt x="138045" y="407049"/>
                  </a:lnTo>
                  <a:close/>
                  <a:moveTo>
                    <a:pt x="34511" y="376118"/>
                  </a:moveTo>
                  <a:lnTo>
                    <a:pt x="0" y="376118"/>
                  </a:lnTo>
                  <a:lnTo>
                    <a:pt x="34511" y="402983"/>
                  </a:lnTo>
                  <a:close/>
                  <a:moveTo>
                    <a:pt x="172556" y="388178"/>
                  </a:moveTo>
                  <a:lnTo>
                    <a:pt x="207068" y="392148"/>
                  </a:lnTo>
                  <a:lnTo>
                    <a:pt x="207068" y="376118"/>
                  </a:lnTo>
                  <a:close/>
                  <a:moveTo>
                    <a:pt x="172556" y="402983"/>
                  </a:moveTo>
                  <a:lnTo>
                    <a:pt x="207068" y="392148"/>
                  </a:lnTo>
                  <a:lnTo>
                    <a:pt x="172556" y="388178"/>
                  </a:lnTo>
                  <a:close/>
                  <a:moveTo>
                    <a:pt x="34511" y="376118"/>
                  </a:moveTo>
                  <a:lnTo>
                    <a:pt x="34511" y="349252"/>
                  </a:lnTo>
                  <a:lnTo>
                    <a:pt x="0" y="376118"/>
                  </a:lnTo>
                  <a:close/>
                  <a:moveTo>
                    <a:pt x="207068" y="363544"/>
                  </a:moveTo>
                  <a:lnTo>
                    <a:pt x="241579" y="349252"/>
                  </a:lnTo>
                  <a:lnTo>
                    <a:pt x="226139" y="349252"/>
                  </a:lnTo>
                  <a:close/>
                  <a:moveTo>
                    <a:pt x="207068" y="363544"/>
                  </a:moveTo>
                  <a:lnTo>
                    <a:pt x="241579" y="362247"/>
                  </a:lnTo>
                  <a:lnTo>
                    <a:pt x="241579" y="349252"/>
                  </a:lnTo>
                  <a:close/>
                  <a:moveTo>
                    <a:pt x="207068" y="376118"/>
                  </a:moveTo>
                  <a:lnTo>
                    <a:pt x="241579" y="362247"/>
                  </a:lnTo>
                  <a:lnTo>
                    <a:pt x="207068" y="363544"/>
                  </a:lnTo>
                  <a:close/>
                  <a:moveTo>
                    <a:pt x="14820" y="322387"/>
                  </a:moveTo>
                  <a:lnTo>
                    <a:pt x="34511" y="349252"/>
                  </a:lnTo>
                  <a:lnTo>
                    <a:pt x="34511" y="322387"/>
                  </a:lnTo>
                  <a:close/>
                  <a:moveTo>
                    <a:pt x="241579" y="337659"/>
                  </a:moveTo>
                  <a:lnTo>
                    <a:pt x="276090" y="322387"/>
                  </a:lnTo>
                  <a:lnTo>
                    <a:pt x="259825" y="322387"/>
                  </a:lnTo>
                  <a:close/>
                  <a:moveTo>
                    <a:pt x="241579" y="337659"/>
                  </a:moveTo>
                  <a:lnTo>
                    <a:pt x="276090" y="331123"/>
                  </a:lnTo>
                  <a:lnTo>
                    <a:pt x="276090" y="322387"/>
                  </a:lnTo>
                  <a:close/>
                  <a:moveTo>
                    <a:pt x="241579" y="349252"/>
                  </a:moveTo>
                  <a:lnTo>
                    <a:pt x="276090" y="331123"/>
                  </a:lnTo>
                  <a:lnTo>
                    <a:pt x="241579" y="337659"/>
                  </a:lnTo>
                  <a:close/>
                  <a:moveTo>
                    <a:pt x="226139" y="349252"/>
                  </a:moveTo>
                  <a:lnTo>
                    <a:pt x="241579" y="349252"/>
                  </a:lnTo>
                  <a:lnTo>
                    <a:pt x="241579" y="337659"/>
                  </a:lnTo>
                  <a:close/>
                  <a:moveTo>
                    <a:pt x="58008" y="295521"/>
                  </a:moveTo>
                  <a:lnTo>
                    <a:pt x="34511" y="295521"/>
                  </a:lnTo>
                  <a:lnTo>
                    <a:pt x="34511" y="322387"/>
                  </a:lnTo>
                  <a:close/>
                  <a:moveTo>
                    <a:pt x="284978" y="322387"/>
                  </a:moveTo>
                  <a:lnTo>
                    <a:pt x="276090" y="304334"/>
                  </a:lnTo>
                  <a:lnTo>
                    <a:pt x="276090" y="322387"/>
                  </a:lnTo>
                  <a:close/>
                  <a:moveTo>
                    <a:pt x="282989" y="295521"/>
                  </a:moveTo>
                  <a:lnTo>
                    <a:pt x="276090" y="304334"/>
                  </a:lnTo>
                  <a:lnTo>
                    <a:pt x="284978" y="322387"/>
                  </a:lnTo>
                  <a:close/>
                  <a:moveTo>
                    <a:pt x="259825" y="322387"/>
                  </a:moveTo>
                  <a:lnTo>
                    <a:pt x="276090" y="322387"/>
                  </a:lnTo>
                  <a:lnTo>
                    <a:pt x="276090" y="304334"/>
                  </a:lnTo>
                  <a:close/>
                  <a:moveTo>
                    <a:pt x="39384" y="268656"/>
                  </a:moveTo>
                  <a:lnTo>
                    <a:pt x="58008" y="295521"/>
                  </a:lnTo>
                  <a:lnTo>
                    <a:pt x="65128" y="268656"/>
                  </a:lnTo>
                  <a:close/>
                  <a:moveTo>
                    <a:pt x="304056" y="295521"/>
                  </a:moveTo>
                  <a:lnTo>
                    <a:pt x="292622" y="268656"/>
                  </a:lnTo>
                  <a:lnTo>
                    <a:pt x="282989" y="295521"/>
                  </a:lnTo>
                  <a:close/>
                  <a:moveTo>
                    <a:pt x="40442" y="241790"/>
                  </a:moveTo>
                  <a:lnTo>
                    <a:pt x="65128" y="268656"/>
                  </a:lnTo>
                  <a:lnTo>
                    <a:pt x="66580" y="241790"/>
                  </a:lnTo>
                  <a:close/>
                  <a:moveTo>
                    <a:pt x="292622" y="268656"/>
                  </a:moveTo>
                  <a:lnTo>
                    <a:pt x="309875" y="241790"/>
                  </a:lnTo>
                  <a:lnTo>
                    <a:pt x="289791" y="241790"/>
                  </a:lnTo>
                  <a:close/>
                  <a:moveTo>
                    <a:pt x="61446" y="214924"/>
                  </a:moveTo>
                  <a:lnTo>
                    <a:pt x="40442" y="241790"/>
                  </a:lnTo>
                  <a:lnTo>
                    <a:pt x="66580" y="241790"/>
                  </a:lnTo>
                  <a:close/>
                  <a:moveTo>
                    <a:pt x="296744" y="214924"/>
                  </a:moveTo>
                  <a:lnTo>
                    <a:pt x="276090" y="214924"/>
                  </a:lnTo>
                  <a:lnTo>
                    <a:pt x="289791" y="241790"/>
                  </a:lnTo>
                  <a:close/>
                  <a:moveTo>
                    <a:pt x="61446" y="214924"/>
                  </a:moveTo>
                  <a:lnTo>
                    <a:pt x="49351" y="188059"/>
                  </a:lnTo>
                  <a:lnTo>
                    <a:pt x="34511" y="214924"/>
                  </a:lnTo>
                  <a:close/>
                  <a:moveTo>
                    <a:pt x="49351" y="188059"/>
                  </a:moveTo>
                  <a:lnTo>
                    <a:pt x="34511" y="188059"/>
                  </a:lnTo>
                  <a:lnTo>
                    <a:pt x="34511" y="214924"/>
                  </a:lnTo>
                  <a:close/>
                  <a:moveTo>
                    <a:pt x="276090" y="214924"/>
                  </a:moveTo>
                  <a:lnTo>
                    <a:pt x="276090" y="191302"/>
                  </a:lnTo>
                  <a:lnTo>
                    <a:pt x="274163" y="214924"/>
                  </a:lnTo>
                  <a:close/>
                  <a:moveTo>
                    <a:pt x="274163" y="214924"/>
                  </a:moveTo>
                  <a:lnTo>
                    <a:pt x="272912" y="188059"/>
                  </a:lnTo>
                  <a:lnTo>
                    <a:pt x="245641" y="188059"/>
                  </a:lnTo>
                  <a:close/>
                  <a:moveTo>
                    <a:pt x="33592" y="161193"/>
                  </a:moveTo>
                  <a:lnTo>
                    <a:pt x="15207" y="188059"/>
                  </a:lnTo>
                  <a:lnTo>
                    <a:pt x="34511" y="162902"/>
                  </a:lnTo>
                  <a:close/>
                  <a:moveTo>
                    <a:pt x="34511" y="162902"/>
                  </a:moveTo>
                  <a:lnTo>
                    <a:pt x="15207" y="188059"/>
                  </a:lnTo>
                  <a:lnTo>
                    <a:pt x="34511" y="188059"/>
                  </a:lnTo>
                  <a:close/>
                  <a:moveTo>
                    <a:pt x="245641" y="188059"/>
                  </a:moveTo>
                  <a:lnTo>
                    <a:pt x="241579" y="161193"/>
                  </a:lnTo>
                  <a:lnTo>
                    <a:pt x="241579" y="184645"/>
                  </a:lnTo>
                  <a:close/>
                  <a:moveTo>
                    <a:pt x="33592" y="161193"/>
                  </a:moveTo>
                  <a:lnTo>
                    <a:pt x="25681" y="134328"/>
                  </a:lnTo>
                  <a:lnTo>
                    <a:pt x="0" y="161193"/>
                  </a:lnTo>
                  <a:close/>
                  <a:moveTo>
                    <a:pt x="25681" y="134328"/>
                  </a:moveTo>
                  <a:lnTo>
                    <a:pt x="0" y="134328"/>
                  </a:lnTo>
                  <a:lnTo>
                    <a:pt x="0" y="161193"/>
                  </a:lnTo>
                  <a:close/>
                  <a:moveTo>
                    <a:pt x="207068" y="156865"/>
                  </a:moveTo>
                  <a:lnTo>
                    <a:pt x="211629" y="161193"/>
                  </a:lnTo>
                  <a:lnTo>
                    <a:pt x="207068" y="134328"/>
                  </a:lnTo>
                  <a:close/>
                  <a:moveTo>
                    <a:pt x="211629" y="161193"/>
                  </a:moveTo>
                  <a:lnTo>
                    <a:pt x="241579" y="161193"/>
                  </a:lnTo>
                  <a:lnTo>
                    <a:pt x="207068" y="134328"/>
                  </a:lnTo>
                  <a:close/>
                  <a:moveTo>
                    <a:pt x="241579" y="184645"/>
                  </a:moveTo>
                  <a:lnTo>
                    <a:pt x="241579" y="161193"/>
                  </a:lnTo>
                  <a:lnTo>
                    <a:pt x="211629" y="161193"/>
                  </a:lnTo>
                  <a:close/>
                  <a:moveTo>
                    <a:pt x="25681" y="134328"/>
                  </a:moveTo>
                  <a:lnTo>
                    <a:pt x="29035" y="107462"/>
                  </a:lnTo>
                  <a:lnTo>
                    <a:pt x="0" y="134328"/>
                  </a:lnTo>
                  <a:close/>
                  <a:moveTo>
                    <a:pt x="29035" y="107462"/>
                  </a:moveTo>
                  <a:lnTo>
                    <a:pt x="0" y="107462"/>
                  </a:lnTo>
                  <a:lnTo>
                    <a:pt x="0" y="134328"/>
                  </a:lnTo>
                  <a:close/>
                  <a:moveTo>
                    <a:pt x="184044" y="134328"/>
                  </a:moveTo>
                  <a:lnTo>
                    <a:pt x="207068" y="134328"/>
                  </a:lnTo>
                  <a:lnTo>
                    <a:pt x="172556" y="107462"/>
                  </a:lnTo>
                  <a:close/>
                  <a:moveTo>
                    <a:pt x="172556" y="107462"/>
                  </a:moveTo>
                  <a:lnTo>
                    <a:pt x="207068" y="134328"/>
                  </a:lnTo>
                  <a:lnTo>
                    <a:pt x="201335" y="107462"/>
                  </a:lnTo>
                  <a:close/>
                  <a:moveTo>
                    <a:pt x="207068" y="156865"/>
                  </a:moveTo>
                  <a:lnTo>
                    <a:pt x="207068" y="134328"/>
                  </a:lnTo>
                  <a:lnTo>
                    <a:pt x="184044" y="134328"/>
                  </a:lnTo>
                  <a:close/>
                  <a:moveTo>
                    <a:pt x="34511" y="80597"/>
                  </a:moveTo>
                  <a:lnTo>
                    <a:pt x="128" y="80597"/>
                  </a:lnTo>
                  <a:lnTo>
                    <a:pt x="34511" y="97474"/>
                  </a:lnTo>
                  <a:close/>
                  <a:moveTo>
                    <a:pt x="34511" y="97474"/>
                  </a:moveTo>
                  <a:lnTo>
                    <a:pt x="0" y="80931"/>
                  </a:lnTo>
                  <a:lnTo>
                    <a:pt x="29035" y="107462"/>
                  </a:lnTo>
                  <a:close/>
                  <a:moveTo>
                    <a:pt x="29035" y="107462"/>
                  </a:moveTo>
                  <a:lnTo>
                    <a:pt x="0" y="80931"/>
                  </a:lnTo>
                  <a:lnTo>
                    <a:pt x="0" y="107462"/>
                  </a:lnTo>
                  <a:close/>
                  <a:moveTo>
                    <a:pt x="172556" y="80597"/>
                  </a:moveTo>
                  <a:lnTo>
                    <a:pt x="172556" y="107462"/>
                  </a:lnTo>
                  <a:lnTo>
                    <a:pt x="201335" y="107462"/>
                  </a:lnTo>
                  <a:close/>
                  <a:moveTo>
                    <a:pt x="172556" y="107462"/>
                  </a:moveTo>
                  <a:lnTo>
                    <a:pt x="172556" y="80597"/>
                  </a:lnTo>
                  <a:lnTo>
                    <a:pt x="161976" y="107462"/>
                  </a:lnTo>
                  <a:close/>
                  <a:moveTo>
                    <a:pt x="172556" y="80597"/>
                  </a:moveTo>
                  <a:lnTo>
                    <a:pt x="140450" y="80597"/>
                  </a:lnTo>
                  <a:lnTo>
                    <a:pt x="161976" y="107462"/>
                  </a:lnTo>
                  <a:close/>
                  <a:moveTo>
                    <a:pt x="15445" y="53731"/>
                  </a:moveTo>
                  <a:lnTo>
                    <a:pt x="34511" y="80597"/>
                  </a:lnTo>
                  <a:lnTo>
                    <a:pt x="34511" y="53731"/>
                  </a:lnTo>
                  <a:close/>
                  <a:moveTo>
                    <a:pt x="34511" y="80597"/>
                  </a:moveTo>
                  <a:lnTo>
                    <a:pt x="69023" y="53731"/>
                  </a:lnTo>
                  <a:lnTo>
                    <a:pt x="34511" y="53731"/>
                  </a:lnTo>
                  <a:close/>
                  <a:moveTo>
                    <a:pt x="138045" y="53731"/>
                  </a:moveTo>
                  <a:lnTo>
                    <a:pt x="140450" y="80597"/>
                  </a:lnTo>
                  <a:lnTo>
                    <a:pt x="172556" y="80597"/>
                  </a:lnTo>
                  <a:close/>
                  <a:moveTo>
                    <a:pt x="138045" y="53731"/>
                  </a:moveTo>
                  <a:lnTo>
                    <a:pt x="172556" y="80597"/>
                  </a:lnTo>
                  <a:lnTo>
                    <a:pt x="172556" y="53731"/>
                  </a:lnTo>
                  <a:close/>
                  <a:moveTo>
                    <a:pt x="34511" y="53731"/>
                  </a:moveTo>
                  <a:lnTo>
                    <a:pt x="69023" y="53731"/>
                  </a:lnTo>
                  <a:lnTo>
                    <a:pt x="69023" y="26866"/>
                  </a:lnTo>
                  <a:close/>
                  <a:moveTo>
                    <a:pt x="69023" y="53731"/>
                  </a:moveTo>
                  <a:lnTo>
                    <a:pt x="103534" y="26866"/>
                  </a:lnTo>
                  <a:lnTo>
                    <a:pt x="69023" y="26866"/>
                  </a:lnTo>
                  <a:close/>
                  <a:moveTo>
                    <a:pt x="103534" y="53731"/>
                  </a:moveTo>
                  <a:lnTo>
                    <a:pt x="138045" y="53731"/>
                  </a:lnTo>
                  <a:lnTo>
                    <a:pt x="138045" y="26866"/>
                  </a:lnTo>
                  <a:close/>
                  <a:moveTo>
                    <a:pt x="103534" y="53731"/>
                  </a:moveTo>
                  <a:lnTo>
                    <a:pt x="138045" y="26866"/>
                  </a:lnTo>
                  <a:lnTo>
                    <a:pt x="103534" y="26866"/>
                  </a:lnTo>
                  <a:close/>
                  <a:moveTo>
                    <a:pt x="138045" y="53731"/>
                  </a:moveTo>
                  <a:lnTo>
                    <a:pt x="172556" y="26866"/>
                  </a:lnTo>
                  <a:lnTo>
                    <a:pt x="138045" y="26866"/>
                  </a:lnTo>
                  <a:close/>
                  <a:moveTo>
                    <a:pt x="69023" y="26866"/>
                  </a:moveTo>
                  <a:lnTo>
                    <a:pt x="103534" y="26866"/>
                  </a:lnTo>
                  <a:lnTo>
                    <a:pt x="103534" y="0"/>
                  </a:lnTo>
                  <a:close/>
                  <a:moveTo>
                    <a:pt x="69023" y="26866"/>
                  </a:moveTo>
                  <a:lnTo>
                    <a:pt x="103534" y="0"/>
                  </a:lnTo>
                  <a:lnTo>
                    <a:pt x="69023" y="0"/>
                  </a:lnTo>
                  <a:close/>
                  <a:moveTo>
                    <a:pt x="103534" y="26866"/>
                  </a:moveTo>
                  <a:lnTo>
                    <a:pt x="138045" y="26866"/>
                  </a:lnTo>
                  <a:lnTo>
                    <a:pt x="138045" y="0"/>
                  </a:lnTo>
                  <a:close/>
                  <a:moveTo>
                    <a:pt x="103534" y="26866"/>
                  </a:moveTo>
                  <a:lnTo>
                    <a:pt x="138045" y="0"/>
                  </a:lnTo>
                  <a:lnTo>
                    <a:pt x="103534" y="0"/>
                  </a:lnTo>
                  <a:close/>
                </a:path>
              </a:pathLst>
            </a:custGeom>
            <a:solidFill>
              <a:srgbClr val="E78190"/>
            </a:solidFill>
            <a:ln w="4001">
              <a:solidFill>
                <a:srgbClr val="F2BCC4"/>
              </a:solidFill>
            </a:ln>
          </p:spPr>
        </p:sp>
        <p:sp>
          <p:nvSpPr>
            <p:cNvPr id="4028" name="Match_B4__4027">
              <a:extLst>
                <a:ext uri="{FF2B5EF4-FFF2-40B4-BE49-F238E27FC236}">
                  <a16:creationId xmlns:a16="http://schemas.microsoft.com/office/drawing/2014/main" id="{4777F5EB-5BE9-75A4-784F-562505A59220}"/>
                </a:ext>
              </a:extLst>
            </p:cNvPr>
            <p:cNvSpPr>
              <a:spLocks noGrp="1"/>
            </p:cNvSpPr>
            <p:nvPr/>
          </p:nvSpPr>
          <p:spPr>
            <a:xfrm>
              <a:off x="8444522" y="2554834"/>
              <a:ext cx="266941" cy="387689"/>
            </a:xfrm>
            <a:custGeom>
              <a:avLst/>
              <a:gdLst/>
              <a:ahLst/>
              <a:cxnLst/>
              <a:rect l="0" t="0" r="0" b="0"/>
              <a:pathLst>
                <a:path w="266941" h="387689">
                  <a:moveTo>
                    <a:pt x="112364" y="380183"/>
                  </a:moveTo>
                  <a:lnTo>
                    <a:pt x="146875" y="376118"/>
                  </a:lnTo>
                  <a:lnTo>
                    <a:pt x="120747" y="376118"/>
                  </a:lnTo>
                  <a:close/>
                  <a:moveTo>
                    <a:pt x="30169" y="376118"/>
                  </a:moveTo>
                  <a:lnTo>
                    <a:pt x="9242" y="349252"/>
                  </a:lnTo>
                  <a:lnTo>
                    <a:pt x="8830" y="376118"/>
                  </a:lnTo>
                  <a:close/>
                  <a:moveTo>
                    <a:pt x="9242" y="349252"/>
                  </a:moveTo>
                  <a:lnTo>
                    <a:pt x="8830" y="349252"/>
                  </a:lnTo>
                  <a:lnTo>
                    <a:pt x="8830" y="376118"/>
                  </a:lnTo>
                  <a:close/>
                  <a:moveTo>
                    <a:pt x="146875" y="361313"/>
                  </a:moveTo>
                  <a:lnTo>
                    <a:pt x="181387" y="349252"/>
                  </a:lnTo>
                  <a:lnTo>
                    <a:pt x="163894" y="349252"/>
                  </a:lnTo>
                  <a:close/>
                  <a:moveTo>
                    <a:pt x="120747" y="376118"/>
                  </a:moveTo>
                  <a:lnTo>
                    <a:pt x="146875" y="376118"/>
                  </a:lnTo>
                  <a:lnTo>
                    <a:pt x="146875" y="361313"/>
                  </a:lnTo>
                  <a:close/>
                  <a:moveTo>
                    <a:pt x="9242" y="349252"/>
                  </a:moveTo>
                  <a:lnTo>
                    <a:pt x="10519" y="322387"/>
                  </a:lnTo>
                  <a:lnTo>
                    <a:pt x="8830" y="349252"/>
                  </a:lnTo>
                  <a:close/>
                  <a:moveTo>
                    <a:pt x="10519" y="322387"/>
                  </a:moveTo>
                  <a:lnTo>
                    <a:pt x="8830" y="322387"/>
                  </a:lnTo>
                  <a:lnTo>
                    <a:pt x="8830" y="349252"/>
                  </a:lnTo>
                  <a:close/>
                  <a:moveTo>
                    <a:pt x="163894" y="349252"/>
                  </a:moveTo>
                  <a:lnTo>
                    <a:pt x="181387" y="349252"/>
                  </a:lnTo>
                  <a:lnTo>
                    <a:pt x="181387" y="336678"/>
                  </a:lnTo>
                  <a:close/>
                  <a:moveTo>
                    <a:pt x="10519" y="322387"/>
                  </a:moveTo>
                  <a:lnTo>
                    <a:pt x="21153" y="295521"/>
                  </a:lnTo>
                  <a:lnTo>
                    <a:pt x="8830" y="322387"/>
                  </a:lnTo>
                  <a:close/>
                  <a:moveTo>
                    <a:pt x="21153" y="295521"/>
                  </a:moveTo>
                  <a:lnTo>
                    <a:pt x="8830" y="295521"/>
                  </a:lnTo>
                  <a:lnTo>
                    <a:pt x="8830" y="322387"/>
                  </a:lnTo>
                  <a:close/>
                  <a:moveTo>
                    <a:pt x="21153" y="295521"/>
                  </a:moveTo>
                  <a:lnTo>
                    <a:pt x="32327" y="268656"/>
                  </a:lnTo>
                  <a:lnTo>
                    <a:pt x="8830" y="295521"/>
                  </a:lnTo>
                  <a:close/>
                  <a:moveTo>
                    <a:pt x="264110" y="214924"/>
                  </a:moveTo>
                  <a:lnTo>
                    <a:pt x="250409" y="188059"/>
                  </a:lnTo>
                  <a:lnTo>
                    <a:pt x="250409" y="190891"/>
                  </a:lnTo>
                  <a:close/>
                  <a:moveTo>
                    <a:pt x="250409" y="190891"/>
                  </a:moveTo>
                  <a:lnTo>
                    <a:pt x="250409" y="188059"/>
                  </a:lnTo>
                  <a:lnTo>
                    <a:pt x="248482" y="188059"/>
                  </a:lnTo>
                  <a:close/>
                  <a:moveTo>
                    <a:pt x="8830" y="161193"/>
                  </a:moveTo>
                  <a:lnTo>
                    <a:pt x="23670" y="161193"/>
                  </a:lnTo>
                  <a:lnTo>
                    <a:pt x="8830" y="136037"/>
                  </a:lnTo>
                  <a:close/>
                  <a:moveTo>
                    <a:pt x="146875" y="92749"/>
                  </a:moveTo>
                  <a:lnTo>
                    <a:pt x="158363" y="107462"/>
                  </a:lnTo>
                  <a:lnTo>
                    <a:pt x="146875" y="80597"/>
                  </a:lnTo>
                  <a:close/>
                  <a:moveTo>
                    <a:pt x="146875" y="92749"/>
                  </a:moveTo>
                  <a:lnTo>
                    <a:pt x="146875" y="80597"/>
                  </a:lnTo>
                  <a:lnTo>
                    <a:pt x="136295" y="80597"/>
                  </a:lnTo>
                  <a:close/>
                  <a:moveTo>
                    <a:pt x="23416" y="53731"/>
                  </a:moveTo>
                  <a:lnTo>
                    <a:pt x="43342" y="36837"/>
                  </a:lnTo>
                  <a:lnTo>
                    <a:pt x="8830" y="53731"/>
                  </a:lnTo>
                  <a:close/>
                  <a:moveTo>
                    <a:pt x="8830" y="53731"/>
                  </a:moveTo>
                  <a:lnTo>
                    <a:pt x="43342" y="36837"/>
                  </a:lnTo>
                  <a:lnTo>
                    <a:pt x="43342" y="26866"/>
                  </a:lnTo>
                  <a:close/>
                  <a:moveTo>
                    <a:pt x="8830" y="53731"/>
                  </a:moveTo>
                  <a:lnTo>
                    <a:pt x="8830" y="70608"/>
                  </a:lnTo>
                  <a:lnTo>
                    <a:pt x="23416" y="53731"/>
                  </a:lnTo>
                  <a:close/>
                  <a:moveTo>
                    <a:pt x="112364" y="50522"/>
                  </a:moveTo>
                  <a:lnTo>
                    <a:pt x="114769" y="53731"/>
                  </a:lnTo>
                  <a:lnTo>
                    <a:pt x="112364" y="26866"/>
                  </a:lnTo>
                  <a:close/>
                  <a:moveTo>
                    <a:pt x="43342" y="26866"/>
                  </a:moveTo>
                  <a:lnTo>
                    <a:pt x="77853" y="26866"/>
                  </a:lnTo>
                  <a:lnTo>
                    <a:pt x="77853" y="0"/>
                  </a:lnTo>
                  <a:close/>
                  <a:moveTo>
                    <a:pt x="77853" y="26866"/>
                  </a:moveTo>
                  <a:lnTo>
                    <a:pt x="43342" y="26866"/>
                  </a:lnTo>
                  <a:lnTo>
                    <a:pt x="77853" y="29341"/>
                  </a:lnTo>
                  <a:close/>
                  <a:moveTo>
                    <a:pt x="43342" y="26866"/>
                  </a:moveTo>
                  <a:lnTo>
                    <a:pt x="43342" y="36837"/>
                  </a:lnTo>
                  <a:lnTo>
                    <a:pt x="77853" y="29341"/>
                  </a:lnTo>
                  <a:close/>
                  <a:moveTo>
                    <a:pt x="112364" y="26866"/>
                  </a:moveTo>
                  <a:lnTo>
                    <a:pt x="77853" y="26866"/>
                  </a:lnTo>
                  <a:lnTo>
                    <a:pt x="112364" y="50522"/>
                  </a:lnTo>
                  <a:close/>
                  <a:moveTo>
                    <a:pt x="77853" y="26866"/>
                  </a:moveTo>
                  <a:lnTo>
                    <a:pt x="77853" y="29341"/>
                  </a:lnTo>
                  <a:lnTo>
                    <a:pt x="112364" y="50522"/>
                  </a:lnTo>
                  <a:close/>
                  <a:moveTo>
                    <a:pt x="30169" y="376118"/>
                  </a:moveTo>
                  <a:lnTo>
                    <a:pt x="43342" y="383221"/>
                  </a:lnTo>
                  <a:lnTo>
                    <a:pt x="43342" y="376118"/>
                  </a:lnTo>
                  <a:close/>
                  <a:moveTo>
                    <a:pt x="9242" y="349252"/>
                  </a:moveTo>
                  <a:lnTo>
                    <a:pt x="43342" y="376118"/>
                  </a:lnTo>
                  <a:lnTo>
                    <a:pt x="43342" y="349252"/>
                  </a:lnTo>
                  <a:close/>
                  <a:moveTo>
                    <a:pt x="9242" y="349252"/>
                  </a:moveTo>
                  <a:lnTo>
                    <a:pt x="30169" y="376118"/>
                  </a:lnTo>
                  <a:lnTo>
                    <a:pt x="43342" y="376118"/>
                  </a:lnTo>
                  <a:close/>
                  <a:moveTo>
                    <a:pt x="77853" y="376118"/>
                  </a:moveTo>
                  <a:lnTo>
                    <a:pt x="43342" y="383221"/>
                  </a:lnTo>
                  <a:lnTo>
                    <a:pt x="77853" y="387689"/>
                  </a:lnTo>
                  <a:close/>
                  <a:moveTo>
                    <a:pt x="77853" y="376118"/>
                  </a:moveTo>
                  <a:lnTo>
                    <a:pt x="43342" y="376118"/>
                  </a:lnTo>
                  <a:lnTo>
                    <a:pt x="43342" y="383221"/>
                  </a:lnTo>
                  <a:close/>
                  <a:moveTo>
                    <a:pt x="112364" y="376118"/>
                  </a:moveTo>
                  <a:lnTo>
                    <a:pt x="77853" y="387689"/>
                  </a:lnTo>
                  <a:lnTo>
                    <a:pt x="112364" y="380183"/>
                  </a:lnTo>
                  <a:close/>
                  <a:moveTo>
                    <a:pt x="112364" y="376118"/>
                  </a:moveTo>
                  <a:lnTo>
                    <a:pt x="77853" y="376118"/>
                  </a:lnTo>
                  <a:lnTo>
                    <a:pt x="77853" y="387689"/>
                  </a:lnTo>
                  <a:close/>
                  <a:moveTo>
                    <a:pt x="112364" y="376118"/>
                  </a:moveTo>
                  <a:lnTo>
                    <a:pt x="112364" y="380183"/>
                  </a:lnTo>
                  <a:lnTo>
                    <a:pt x="120747" y="376118"/>
                  </a:lnTo>
                  <a:close/>
                  <a:moveTo>
                    <a:pt x="146875" y="349252"/>
                  </a:moveTo>
                  <a:lnTo>
                    <a:pt x="120747" y="376118"/>
                  </a:lnTo>
                  <a:lnTo>
                    <a:pt x="146875" y="361313"/>
                  </a:lnTo>
                  <a:close/>
                  <a:moveTo>
                    <a:pt x="112364" y="376118"/>
                  </a:moveTo>
                  <a:lnTo>
                    <a:pt x="120747" y="376118"/>
                  </a:lnTo>
                  <a:lnTo>
                    <a:pt x="146875" y="349252"/>
                  </a:lnTo>
                  <a:close/>
                  <a:moveTo>
                    <a:pt x="10519" y="322387"/>
                  </a:moveTo>
                  <a:lnTo>
                    <a:pt x="9242" y="349252"/>
                  </a:lnTo>
                  <a:lnTo>
                    <a:pt x="43342" y="349252"/>
                  </a:lnTo>
                  <a:close/>
                  <a:moveTo>
                    <a:pt x="146875" y="349252"/>
                  </a:moveTo>
                  <a:lnTo>
                    <a:pt x="146875" y="361313"/>
                  </a:lnTo>
                  <a:lnTo>
                    <a:pt x="163894" y="349252"/>
                  </a:lnTo>
                  <a:close/>
                  <a:moveTo>
                    <a:pt x="181387" y="322387"/>
                  </a:moveTo>
                  <a:lnTo>
                    <a:pt x="163894" y="349252"/>
                  </a:lnTo>
                  <a:lnTo>
                    <a:pt x="181387" y="336678"/>
                  </a:lnTo>
                  <a:close/>
                  <a:moveTo>
                    <a:pt x="146875" y="349252"/>
                  </a:moveTo>
                  <a:lnTo>
                    <a:pt x="163894" y="349252"/>
                  </a:lnTo>
                  <a:lnTo>
                    <a:pt x="181387" y="322387"/>
                  </a:lnTo>
                  <a:close/>
                  <a:moveTo>
                    <a:pt x="21153" y="295521"/>
                  </a:moveTo>
                  <a:lnTo>
                    <a:pt x="10519" y="322387"/>
                  </a:lnTo>
                  <a:lnTo>
                    <a:pt x="43342" y="322387"/>
                  </a:lnTo>
                  <a:close/>
                  <a:moveTo>
                    <a:pt x="181387" y="322387"/>
                  </a:moveTo>
                  <a:lnTo>
                    <a:pt x="181387" y="336678"/>
                  </a:lnTo>
                  <a:lnTo>
                    <a:pt x="200458" y="322387"/>
                  </a:lnTo>
                  <a:close/>
                  <a:moveTo>
                    <a:pt x="215898" y="295521"/>
                  </a:moveTo>
                  <a:lnTo>
                    <a:pt x="200458" y="322387"/>
                  </a:lnTo>
                  <a:lnTo>
                    <a:pt x="215898" y="310793"/>
                  </a:lnTo>
                  <a:close/>
                  <a:moveTo>
                    <a:pt x="181387" y="322387"/>
                  </a:moveTo>
                  <a:lnTo>
                    <a:pt x="200458" y="322387"/>
                  </a:lnTo>
                  <a:lnTo>
                    <a:pt x="215898" y="295521"/>
                  </a:lnTo>
                  <a:close/>
                  <a:moveTo>
                    <a:pt x="32327" y="268656"/>
                  </a:moveTo>
                  <a:lnTo>
                    <a:pt x="43342" y="295521"/>
                  </a:lnTo>
                  <a:lnTo>
                    <a:pt x="43342" y="268656"/>
                  </a:lnTo>
                  <a:close/>
                  <a:moveTo>
                    <a:pt x="32327" y="268656"/>
                  </a:moveTo>
                  <a:lnTo>
                    <a:pt x="21153" y="295521"/>
                  </a:lnTo>
                  <a:lnTo>
                    <a:pt x="43342" y="295521"/>
                  </a:lnTo>
                  <a:close/>
                  <a:moveTo>
                    <a:pt x="215898" y="295521"/>
                  </a:moveTo>
                  <a:lnTo>
                    <a:pt x="215898" y="310793"/>
                  </a:lnTo>
                  <a:lnTo>
                    <a:pt x="234144" y="295521"/>
                  </a:lnTo>
                  <a:close/>
                  <a:moveTo>
                    <a:pt x="250409" y="268656"/>
                  </a:moveTo>
                  <a:lnTo>
                    <a:pt x="234144" y="295521"/>
                  </a:lnTo>
                  <a:lnTo>
                    <a:pt x="250409" y="277468"/>
                  </a:lnTo>
                  <a:close/>
                  <a:moveTo>
                    <a:pt x="215898" y="295521"/>
                  </a:moveTo>
                  <a:lnTo>
                    <a:pt x="234144" y="295521"/>
                  </a:lnTo>
                  <a:lnTo>
                    <a:pt x="250409" y="268656"/>
                  </a:lnTo>
                  <a:close/>
                  <a:moveTo>
                    <a:pt x="39447" y="241790"/>
                  </a:moveTo>
                  <a:lnTo>
                    <a:pt x="43342" y="268656"/>
                  </a:lnTo>
                  <a:lnTo>
                    <a:pt x="43342" y="241790"/>
                  </a:lnTo>
                  <a:close/>
                  <a:moveTo>
                    <a:pt x="39447" y="241790"/>
                  </a:moveTo>
                  <a:lnTo>
                    <a:pt x="32327" y="268656"/>
                  </a:lnTo>
                  <a:lnTo>
                    <a:pt x="43342" y="268656"/>
                  </a:lnTo>
                  <a:close/>
                  <a:moveTo>
                    <a:pt x="250409" y="268656"/>
                  </a:moveTo>
                  <a:lnTo>
                    <a:pt x="250409" y="277468"/>
                  </a:lnTo>
                  <a:lnTo>
                    <a:pt x="257308" y="268656"/>
                  </a:lnTo>
                  <a:close/>
                  <a:moveTo>
                    <a:pt x="250409" y="241790"/>
                  </a:moveTo>
                  <a:lnTo>
                    <a:pt x="257308" y="268656"/>
                  </a:lnTo>
                  <a:lnTo>
                    <a:pt x="266941" y="241790"/>
                  </a:lnTo>
                  <a:close/>
                  <a:moveTo>
                    <a:pt x="250409" y="241790"/>
                  </a:moveTo>
                  <a:lnTo>
                    <a:pt x="250409" y="268656"/>
                  </a:lnTo>
                  <a:lnTo>
                    <a:pt x="257308" y="268656"/>
                  </a:lnTo>
                  <a:close/>
                  <a:moveTo>
                    <a:pt x="40899" y="214924"/>
                  </a:moveTo>
                  <a:lnTo>
                    <a:pt x="43342" y="241790"/>
                  </a:lnTo>
                  <a:lnTo>
                    <a:pt x="43342" y="214924"/>
                  </a:lnTo>
                  <a:close/>
                  <a:moveTo>
                    <a:pt x="40899" y="214924"/>
                  </a:moveTo>
                  <a:lnTo>
                    <a:pt x="39447" y="241790"/>
                  </a:lnTo>
                  <a:lnTo>
                    <a:pt x="43342" y="241790"/>
                  </a:lnTo>
                  <a:close/>
                  <a:moveTo>
                    <a:pt x="250409" y="214924"/>
                  </a:moveTo>
                  <a:lnTo>
                    <a:pt x="266941" y="241790"/>
                  </a:lnTo>
                  <a:lnTo>
                    <a:pt x="264110" y="214924"/>
                  </a:lnTo>
                  <a:close/>
                  <a:moveTo>
                    <a:pt x="250409" y="214924"/>
                  </a:moveTo>
                  <a:lnTo>
                    <a:pt x="250409" y="241790"/>
                  </a:lnTo>
                  <a:lnTo>
                    <a:pt x="266941" y="241790"/>
                  </a:lnTo>
                  <a:close/>
                  <a:moveTo>
                    <a:pt x="35765" y="188059"/>
                  </a:moveTo>
                  <a:lnTo>
                    <a:pt x="43342" y="214924"/>
                  </a:lnTo>
                  <a:lnTo>
                    <a:pt x="43342" y="188059"/>
                  </a:lnTo>
                  <a:close/>
                  <a:moveTo>
                    <a:pt x="35765" y="188059"/>
                  </a:moveTo>
                  <a:lnTo>
                    <a:pt x="40899" y="214924"/>
                  </a:lnTo>
                  <a:lnTo>
                    <a:pt x="43342" y="214924"/>
                  </a:lnTo>
                  <a:close/>
                  <a:moveTo>
                    <a:pt x="250409" y="214924"/>
                  </a:moveTo>
                  <a:lnTo>
                    <a:pt x="264110" y="214924"/>
                  </a:lnTo>
                  <a:lnTo>
                    <a:pt x="250409" y="190891"/>
                  </a:lnTo>
                  <a:close/>
                  <a:moveTo>
                    <a:pt x="248482" y="188059"/>
                  </a:moveTo>
                  <a:lnTo>
                    <a:pt x="250409" y="214924"/>
                  </a:lnTo>
                  <a:lnTo>
                    <a:pt x="250409" y="190891"/>
                  </a:lnTo>
                  <a:close/>
                  <a:moveTo>
                    <a:pt x="23670" y="161193"/>
                  </a:moveTo>
                  <a:lnTo>
                    <a:pt x="43342" y="188059"/>
                  </a:lnTo>
                  <a:lnTo>
                    <a:pt x="43342" y="161193"/>
                  </a:lnTo>
                  <a:close/>
                  <a:moveTo>
                    <a:pt x="23670" y="161193"/>
                  </a:moveTo>
                  <a:lnTo>
                    <a:pt x="35765" y="188059"/>
                  </a:lnTo>
                  <a:lnTo>
                    <a:pt x="43342" y="188059"/>
                  </a:lnTo>
                  <a:close/>
                  <a:moveTo>
                    <a:pt x="215898" y="161193"/>
                  </a:moveTo>
                  <a:lnTo>
                    <a:pt x="248482" y="188059"/>
                  </a:lnTo>
                  <a:lnTo>
                    <a:pt x="219960" y="161193"/>
                  </a:lnTo>
                  <a:close/>
                  <a:moveTo>
                    <a:pt x="215898" y="161193"/>
                  </a:moveTo>
                  <a:lnTo>
                    <a:pt x="215898" y="188059"/>
                  </a:lnTo>
                  <a:lnTo>
                    <a:pt x="248482" y="188059"/>
                  </a:lnTo>
                  <a:close/>
                  <a:moveTo>
                    <a:pt x="43342" y="161193"/>
                  </a:moveTo>
                  <a:lnTo>
                    <a:pt x="8830" y="136037"/>
                  </a:lnTo>
                  <a:lnTo>
                    <a:pt x="23670" y="161193"/>
                  </a:lnTo>
                  <a:close/>
                  <a:moveTo>
                    <a:pt x="8830" y="134328"/>
                  </a:moveTo>
                  <a:lnTo>
                    <a:pt x="8830" y="136037"/>
                  </a:lnTo>
                  <a:lnTo>
                    <a:pt x="43342" y="161193"/>
                  </a:lnTo>
                  <a:close/>
                  <a:moveTo>
                    <a:pt x="43342" y="134328"/>
                  </a:moveTo>
                  <a:lnTo>
                    <a:pt x="8830" y="134328"/>
                  </a:lnTo>
                  <a:lnTo>
                    <a:pt x="43342" y="161193"/>
                  </a:lnTo>
                  <a:close/>
                  <a:moveTo>
                    <a:pt x="181387" y="134328"/>
                  </a:moveTo>
                  <a:lnTo>
                    <a:pt x="215898" y="157780"/>
                  </a:lnTo>
                  <a:lnTo>
                    <a:pt x="185948" y="134328"/>
                  </a:lnTo>
                  <a:close/>
                  <a:moveTo>
                    <a:pt x="215898" y="161193"/>
                  </a:moveTo>
                  <a:lnTo>
                    <a:pt x="215898" y="157780"/>
                  </a:lnTo>
                  <a:lnTo>
                    <a:pt x="181387" y="134328"/>
                  </a:lnTo>
                  <a:close/>
                  <a:moveTo>
                    <a:pt x="181387" y="161193"/>
                  </a:moveTo>
                  <a:lnTo>
                    <a:pt x="215898" y="161193"/>
                  </a:lnTo>
                  <a:lnTo>
                    <a:pt x="181387" y="134328"/>
                  </a:lnTo>
                  <a:close/>
                  <a:moveTo>
                    <a:pt x="215898" y="161193"/>
                  </a:moveTo>
                  <a:lnTo>
                    <a:pt x="219960" y="161193"/>
                  </a:lnTo>
                  <a:lnTo>
                    <a:pt x="215898" y="157780"/>
                  </a:lnTo>
                  <a:close/>
                  <a:moveTo>
                    <a:pt x="7911" y="134328"/>
                  </a:moveTo>
                  <a:lnTo>
                    <a:pt x="8830" y="136037"/>
                  </a:lnTo>
                  <a:lnTo>
                    <a:pt x="8830" y="134328"/>
                  </a:lnTo>
                  <a:close/>
                  <a:moveTo>
                    <a:pt x="0" y="107462"/>
                  </a:moveTo>
                  <a:lnTo>
                    <a:pt x="8830" y="134328"/>
                  </a:lnTo>
                  <a:lnTo>
                    <a:pt x="8830" y="107462"/>
                  </a:lnTo>
                  <a:close/>
                  <a:moveTo>
                    <a:pt x="0" y="107462"/>
                  </a:moveTo>
                  <a:lnTo>
                    <a:pt x="7911" y="134328"/>
                  </a:lnTo>
                  <a:lnTo>
                    <a:pt x="8830" y="134328"/>
                  </a:lnTo>
                  <a:close/>
                  <a:moveTo>
                    <a:pt x="8830" y="134328"/>
                  </a:moveTo>
                  <a:lnTo>
                    <a:pt x="43342" y="107462"/>
                  </a:lnTo>
                  <a:lnTo>
                    <a:pt x="8830" y="107462"/>
                  </a:lnTo>
                  <a:close/>
                  <a:moveTo>
                    <a:pt x="146875" y="107462"/>
                  </a:moveTo>
                  <a:lnTo>
                    <a:pt x="181387" y="129999"/>
                  </a:lnTo>
                  <a:lnTo>
                    <a:pt x="158363" y="107462"/>
                  </a:lnTo>
                  <a:close/>
                  <a:moveTo>
                    <a:pt x="181387" y="134328"/>
                  </a:moveTo>
                  <a:lnTo>
                    <a:pt x="181387" y="129999"/>
                  </a:lnTo>
                  <a:lnTo>
                    <a:pt x="146875" y="107462"/>
                  </a:lnTo>
                  <a:close/>
                  <a:moveTo>
                    <a:pt x="146875" y="134328"/>
                  </a:moveTo>
                  <a:lnTo>
                    <a:pt x="181387" y="134328"/>
                  </a:lnTo>
                  <a:lnTo>
                    <a:pt x="146875" y="107462"/>
                  </a:lnTo>
                  <a:close/>
                  <a:moveTo>
                    <a:pt x="181387" y="134328"/>
                  </a:moveTo>
                  <a:lnTo>
                    <a:pt x="185948" y="134328"/>
                  </a:lnTo>
                  <a:lnTo>
                    <a:pt x="181387" y="129999"/>
                  </a:lnTo>
                  <a:close/>
                  <a:moveTo>
                    <a:pt x="3354" y="80597"/>
                  </a:moveTo>
                  <a:lnTo>
                    <a:pt x="8830" y="107462"/>
                  </a:lnTo>
                  <a:lnTo>
                    <a:pt x="8830" y="80597"/>
                  </a:lnTo>
                  <a:close/>
                  <a:moveTo>
                    <a:pt x="3354" y="80597"/>
                  </a:moveTo>
                  <a:lnTo>
                    <a:pt x="0" y="107462"/>
                  </a:lnTo>
                  <a:lnTo>
                    <a:pt x="8830" y="107462"/>
                  </a:lnTo>
                  <a:close/>
                  <a:moveTo>
                    <a:pt x="8830" y="107462"/>
                  </a:moveTo>
                  <a:lnTo>
                    <a:pt x="43342" y="80597"/>
                  </a:lnTo>
                  <a:lnTo>
                    <a:pt x="8830" y="80597"/>
                  </a:lnTo>
                  <a:close/>
                  <a:moveTo>
                    <a:pt x="112364" y="80597"/>
                  </a:moveTo>
                  <a:lnTo>
                    <a:pt x="146875" y="92749"/>
                  </a:lnTo>
                  <a:lnTo>
                    <a:pt x="136295" y="80597"/>
                  </a:lnTo>
                  <a:close/>
                  <a:moveTo>
                    <a:pt x="146875" y="107462"/>
                  </a:moveTo>
                  <a:lnTo>
                    <a:pt x="146875" y="92749"/>
                  </a:lnTo>
                  <a:lnTo>
                    <a:pt x="112364" y="80597"/>
                  </a:lnTo>
                  <a:close/>
                  <a:moveTo>
                    <a:pt x="146875" y="107462"/>
                  </a:moveTo>
                  <a:lnTo>
                    <a:pt x="158363" y="107462"/>
                  </a:lnTo>
                  <a:lnTo>
                    <a:pt x="146875" y="92749"/>
                  </a:lnTo>
                  <a:close/>
                  <a:moveTo>
                    <a:pt x="8830" y="70608"/>
                  </a:moveTo>
                  <a:lnTo>
                    <a:pt x="3354" y="80597"/>
                  </a:lnTo>
                  <a:lnTo>
                    <a:pt x="8830" y="80597"/>
                  </a:lnTo>
                  <a:close/>
                  <a:moveTo>
                    <a:pt x="8830" y="80597"/>
                  </a:moveTo>
                  <a:lnTo>
                    <a:pt x="23416" y="53731"/>
                  </a:lnTo>
                  <a:lnTo>
                    <a:pt x="8830" y="70608"/>
                  </a:lnTo>
                  <a:close/>
                  <a:moveTo>
                    <a:pt x="43342" y="53731"/>
                  </a:moveTo>
                  <a:lnTo>
                    <a:pt x="23416" y="53731"/>
                  </a:lnTo>
                  <a:lnTo>
                    <a:pt x="8830" y="80597"/>
                  </a:lnTo>
                  <a:close/>
                  <a:moveTo>
                    <a:pt x="43342" y="80597"/>
                  </a:moveTo>
                  <a:lnTo>
                    <a:pt x="43342" y="53731"/>
                  </a:lnTo>
                  <a:lnTo>
                    <a:pt x="8830" y="80597"/>
                  </a:lnTo>
                  <a:close/>
                  <a:moveTo>
                    <a:pt x="77853" y="80597"/>
                  </a:moveTo>
                  <a:lnTo>
                    <a:pt x="112364" y="80597"/>
                  </a:lnTo>
                  <a:lnTo>
                    <a:pt x="112364" y="53731"/>
                  </a:lnTo>
                  <a:close/>
                  <a:moveTo>
                    <a:pt x="77853" y="80597"/>
                  </a:moveTo>
                  <a:lnTo>
                    <a:pt x="112364" y="53731"/>
                  </a:lnTo>
                  <a:lnTo>
                    <a:pt x="77853" y="53731"/>
                  </a:lnTo>
                  <a:close/>
                  <a:moveTo>
                    <a:pt x="112364" y="53731"/>
                  </a:moveTo>
                  <a:lnTo>
                    <a:pt x="136295" y="80597"/>
                  </a:lnTo>
                  <a:lnTo>
                    <a:pt x="114769" y="53731"/>
                  </a:lnTo>
                  <a:close/>
                  <a:moveTo>
                    <a:pt x="112364" y="53731"/>
                  </a:moveTo>
                  <a:lnTo>
                    <a:pt x="112364" y="80597"/>
                  </a:lnTo>
                  <a:lnTo>
                    <a:pt x="136295" y="80597"/>
                  </a:lnTo>
                  <a:close/>
                  <a:moveTo>
                    <a:pt x="43342" y="36837"/>
                  </a:moveTo>
                  <a:lnTo>
                    <a:pt x="23416" y="53731"/>
                  </a:lnTo>
                  <a:lnTo>
                    <a:pt x="43342" y="53731"/>
                  </a:lnTo>
                  <a:close/>
                  <a:moveTo>
                    <a:pt x="43342" y="53731"/>
                  </a:moveTo>
                  <a:lnTo>
                    <a:pt x="77853" y="29341"/>
                  </a:lnTo>
                  <a:lnTo>
                    <a:pt x="43342" y="36837"/>
                  </a:lnTo>
                  <a:close/>
                  <a:moveTo>
                    <a:pt x="43342" y="53731"/>
                  </a:moveTo>
                  <a:lnTo>
                    <a:pt x="77853" y="53731"/>
                  </a:lnTo>
                  <a:lnTo>
                    <a:pt x="77853" y="29341"/>
                  </a:lnTo>
                  <a:close/>
                  <a:moveTo>
                    <a:pt x="77853" y="53731"/>
                  </a:moveTo>
                  <a:lnTo>
                    <a:pt x="112364" y="50522"/>
                  </a:lnTo>
                  <a:lnTo>
                    <a:pt x="77853" y="29341"/>
                  </a:lnTo>
                  <a:close/>
                  <a:moveTo>
                    <a:pt x="77853" y="53731"/>
                  </a:moveTo>
                  <a:lnTo>
                    <a:pt x="112364" y="53731"/>
                  </a:lnTo>
                  <a:lnTo>
                    <a:pt x="112364" y="50522"/>
                  </a:lnTo>
                  <a:close/>
                  <a:moveTo>
                    <a:pt x="112364" y="53731"/>
                  </a:moveTo>
                  <a:lnTo>
                    <a:pt x="114769" y="53731"/>
                  </a:lnTo>
                  <a:lnTo>
                    <a:pt x="112364" y="50522"/>
                  </a:lnTo>
                  <a:close/>
                </a:path>
              </a:pathLst>
            </a:custGeom>
            <a:solidFill>
              <a:srgbClr val="E88594"/>
            </a:solidFill>
            <a:ln w="4001">
              <a:solidFill>
                <a:srgbClr val="F2BCC4"/>
              </a:solidFill>
            </a:ln>
          </p:spPr>
        </p:sp>
        <p:sp>
          <p:nvSpPr>
            <p:cNvPr id="4029" name="Match_B4__4028">
              <a:extLst>
                <a:ext uri="{FF2B5EF4-FFF2-40B4-BE49-F238E27FC236}">
                  <a16:creationId xmlns:a16="http://schemas.microsoft.com/office/drawing/2014/main" id="{5AB2BE91-DD31-84E6-91E1-0717EA64EA0B}"/>
                </a:ext>
              </a:extLst>
            </p:cNvPr>
            <p:cNvSpPr>
              <a:spLocks noGrp="1"/>
            </p:cNvSpPr>
            <p:nvPr/>
          </p:nvSpPr>
          <p:spPr>
            <a:xfrm>
              <a:off x="8453353" y="2608566"/>
              <a:ext cx="241579" cy="322387"/>
            </a:xfrm>
            <a:custGeom>
              <a:avLst/>
              <a:gdLst/>
              <a:ahLst/>
              <a:cxnLst/>
              <a:rect l="0" t="0" r="0" b="0"/>
              <a:pathLst>
                <a:path w="241579" h="322387">
                  <a:moveTo>
                    <a:pt x="34511" y="322387"/>
                  </a:moveTo>
                  <a:lnTo>
                    <a:pt x="69023" y="322387"/>
                  </a:lnTo>
                  <a:lnTo>
                    <a:pt x="69023" y="295521"/>
                  </a:lnTo>
                  <a:close/>
                  <a:moveTo>
                    <a:pt x="34511" y="322387"/>
                  </a:moveTo>
                  <a:lnTo>
                    <a:pt x="69023" y="295521"/>
                  </a:lnTo>
                  <a:lnTo>
                    <a:pt x="34511" y="295521"/>
                  </a:lnTo>
                  <a:close/>
                  <a:moveTo>
                    <a:pt x="69023" y="322387"/>
                  </a:moveTo>
                  <a:lnTo>
                    <a:pt x="103534" y="322387"/>
                  </a:lnTo>
                  <a:lnTo>
                    <a:pt x="103534" y="295521"/>
                  </a:lnTo>
                  <a:close/>
                  <a:moveTo>
                    <a:pt x="69023" y="322387"/>
                  </a:moveTo>
                  <a:lnTo>
                    <a:pt x="103534" y="295521"/>
                  </a:lnTo>
                  <a:lnTo>
                    <a:pt x="69023" y="295521"/>
                  </a:lnTo>
                  <a:close/>
                  <a:moveTo>
                    <a:pt x="103534" y="295521"/>
                  </a:moveTo>
                  <a:lnTo>
                    <a:pt x="103534" y="322387"/>
                  </a:lnTo>
                  <a:lnTo>
                    <a:pt x="138045" y="295521"/>
                  </a:lnTo>
                  <a:close/>
                  <a:moveTo>
                    <a:pt x="1689" y="268656"/>
                  </a:moveTo>
                  <a:lnTo>
                    <a:pt x="34511" y="295521"/>
                  </a:lnTo>
                  <a:lnTo>
                    <a:pt x="34511" y="268656"/>
                  </a:lnTo>
                  <a:close/>
                  <a:moveTo>
                    <a:pt x="34511" y="295521"/>
                  </a:moveTo>
                  <a:lnTo>
                    <a:pt x="69023" y="295521"/>
                  </a:lnTo>
                  <a:lnTo>
                    <a:pt x="69023" y="268656"/>
                  </a:lnTo>
                  <a:close/>
                  <a:moveTo>
                    <a:pt x="34511" y="295521"/>
                  </a:moveTo>
                  <a:lnTo>
                    <a:pt x="69023" y="268656"/>
                  </a:lnTo>
                  <a:lnTo>
                    <a:pt x="34511" y="268656"/>
                  </a:lnTo>
                  <a:close/>
                  <a:moveTo>
                    <a:pt x="69023" y="295521"/>
                  </a:moveTo>
                  <a:lnTo>
                    <a:pt x="103534" y="295521"/>
                  </a:lnTo>
                  <a:lnTo>
                    <a:pt x="103534" y="268656"/>
                  </a:lnTo>
                  <a:close/>
                  <a:moveTo>
                    <a:pt x="103534" y="295521"/>
                  </a:moveTo>
                  <a:lnTo>
                    <a:pt x="138045" y="295521"/>
                  </a:lnTo>
                  <a:lnTo>
                    <a:pt x="138045" y="268656"/>
                  </a:lnTo>
                  <a:close/>
                  <a:moveTo>
                    <a:pt x="103534" y="295521"/>
                  </a:moveTo>
                  <a:lnTo>
                    <a:pt x="138045" y="268656"/>
                  </a:lnTo>
                  <a:lnTo>
                    <a:pt x="103534" y="268656"/>
                  </a:lnTo>
                  <a:close/>
                  <a:moveTo>
                    <a:pt x="138045" y="268656"/>
                  </a:moveTo>
                  <a:lnTo>
                    <a:pt x="138045" y="295521"/>
                  </a:lnTo>
                  <a:lnTo>
                    <a:pt x="172556" y="268656"/>
                  </a:lnTo>
                  <a:close/>
                  <a:moveTo>
                    <a:pt x="12322" y="241790"/>
                  </a:moveTo>
                  <a:lnTo>
                    <a:pt x="34511" y="268656"/>
                  </a:lnTo>
                  <a:lnTo>
                    <a:pt x="34511" y="241790"/>
                  </a:lnTo>
                  <a:close/>
                  <a:moveTo>
                    <a:pt x="34511" y="268656"/>
                  </a:moveTo>
                  <a:lnTo>
                    <a:pt x="69023" y="268656"/>
                  </a:lnTo>
                  <a:lnTo>
                    <a:pt x="69023" y="241790"/>
                  </a:lnTo>
                  <a:close/>
                  <a:moveTo>
                    <a:pt x="34511" y="268656"/>
                  </a:moveTo>
                  <a:lnTo>
                    <a:pt x="69023" y="241790"/>
                  </a:lnTo>
                  <a:lnTo>
                    <a:pt x="34511" y="241790"/>
                  </a:lnTo>
                  <a:close/>
                  <a:moveTo>
                    <a:pt x="172556" y="241790"/>
                  </a:moveTo>
                  <a:lnTo>
                    <a:pt x="138045" y="268656"/>
                  </a:lnTo>
                  <a:lnTo>
                    <a:pt x="172556" y="268656"/>
                  </a:lnTo>
                  <a:close/>
                  <a:moveTo>
                    <a:pt x="172556" y="241790"/>
                  </a:moveTo>
                  <a:lnTo>
                    <a:pt x="172556" y="268656"/>
                  </a:lnTo>
                  <a:lnTo>
                    <a:pt x="207068" y="241790"/>
                  </a:lnTo>
                  <a:close/>
                  <a:moveTo>
                    <a:pt x="34511" y="241790"/>
                  </a:moveTo>
                  <a:lnTo>
                    <a:pt x="69023" y="241790"/>
                  </a:lnTo>
                  <a:lnTo>
                    <a:pt x="69023" y="214924"/>
                  </a:lnTo>
                  <a:close/>
                  <a:moveTo>
                    <a:pt x="34511" y="241790"/>
                  </a:moveTo>
                  <a:lnTo>
                    <a:pt x="69023" y="214924"/>
                  </a:lnTo>
                  <a:lnTo>
                    <a:pt x="34511" y="214924"/>
                  </a:lnTo>
                  <a:close/>
                  <a:moveTo>
                    <a:pt x="207068" y="214924"/>
                  </a:moveTo>
                  <a:lnTo>
                    <a:pt x="172556" y="241790"/>
                  </a:lnTo>
                  <a:lnTo>
                    <a:pt x="207068" y="241790"/>
                  </a:lnTo>
                  <a:close/>
                  <a:moveTo>
                    <a:pt x="207068" y="214924"/>
                  </a:moveTo>
                  <a:lnTo>
                    <a:pt x="207068" y="241790"/>
                  </a:lnTo>
                  <a:lnTo>
                    <a:pt x="241579" y="214924"/>
                  </a:lnTo>
                  <a:close/>
                  <a:moveTo>
                    <a:pt x="34511" y="214924"/>
                  </a:moveTo>
                  <a:lnTo>
                    <a:pt x="69023" y="214924"/>
                  </a:lnTo>
                  <a:lnTo>
                    <a:pt x="69023" y="188059"/>
                  </a:lnTo>
                  <a:close/>
                  <a:moveTo>
                    <a:pt x="34511" y="214924"/>
                  </a:moveTo>
                  <a:lnTo>
                    <a:pt x="69023" y="188059"/>
                  </a:lnTo>
                  <a:lnTo>
                    <a:pt x="34511" y="188059"/>
                  </a:lnTo>
                  <a:close/>
                  <a:moveTo>
                    <a:pt x="241579" y="188059"/>
                  </a:moveTo>
                  <a:lnTo>
                    <a:pt x="207068" y="214924"/>
                  </a:lnTo>
                  <a:lnTo>
                    <a:pt x="241579" y="214924"/>
                  </a:lnTo>
                  <a:close/>
                  <a:moveTo>
                    <a:pt x="34511" y="188059"/>
                  </a:moveTo>
                  <a:lnTo>
                    <a:pt x="69023" y="188059"/>
                  </a:lnTo>
                  <a:lnTo>
                    <a:pt x="69023" y="161193"/>
                  </a:lnTo>
                  <a:close/>
                  <a:moveTo>
                    <a:pt x="34511" y="188059"/>
                  </a:moveTo>
                  <a:lnTo>
                    <a:pt x="69023" y="161193"/>
                  </a:lnTo>
                  <a:lnTo>
                    <a:pt x="34511" y="161193"/>
                  </a:lnTo>
                  <a:close/>
                  <a:moveTo>
                    <a:pt x="241579" y="188059"/>
                  </a:moveTo>
                  <a:lnTo>
                    <a:pt x="241579" y="161193"/>
                  </a:lnTo>
                  <a:lnTo>
                    <a:pt x="215294" y="188059"/>
                  </a:lnTo>
                  <a:close/>
                  <a:moveTo>
                    <a:pt x="34511" y="161193"/>
                  </a:moveTo>
                  <a:lnTo>
                    <a:pt x="69023" y="161193"/>
                  </a:lnTo>
                  <a:lnTo>
                    <a:pt x="69023" y="134328"/>
                  </a:lnTo>
                  <a:close/>
                  <a:moveTo>
                    <a:pt x="34511" y="161193"/>
                  </a:moveTo>
                  <a:lnTo>
                    <a:pt x="69023" y="134328"/>
                  </a:lnTo>
                  <a:lnTo>
                    <a:pt x="34511" y="134328"/>
                  </a:lnTo>
                  <a:close/>
                  <a:moveTo>
                    <a:pt x="211179" y="161193"/>
                  </a:moveTo>
                  <a:lnTo>
                    <a:pt x="241579" y="161193"/>
                  </a:lnTo>
                  <a:lnTo>
                    <a:pt x="207068" y="134328"/>
                  </a:lnTo>
                  <a:close/>
                  <a:moveTo>
                    <a:pt x="207068" y="134328"/>
                  </a:moveTo>
                  <a:lnTo>
                    <a:pt x="241579" y="161193"/>
                  </a:lnTo>
                  <a:lnTo>
                    <a:pt x="239652" y="134328"/>
                  </a:lnTo>
                  <a:close/>
                  <a:moveTo>
                    <a:pt x="34511" y="134328"/>
                  </a:moveTo>
                  <a:lnTo>
                    <a:pt x="69023" y="134328"/>
                  </a:lnTo>
                  <a:lnTo>
                    <a:pt x="69023" y="107462"/>
                  </a:lnTo>
                  <a:close/>
                  <a:moveTo>
                    <a:pt x="34511" y="134328"/>
                  </a:moveTo>
                  <a:lnTo>
                    <a:pt x="69023" y="107462"/>
                  </a:lnTo>
                  <a:lnTo>
                    <a:pt x="34511" y="107462"/>
                  </a:lnTo>
                  <a:close/>
                  <a:moveTo>
                    <a:pt x="172556" y="107462"/>
                  </a:moveTo>
                  <a:lnTo>
                    <a:pt x="207068" y="134328"/>
                  </a:lnTo>
                  <a:lnTo>
                    <a:pt x="207068" y="107462"/>
                  </a:lnTo>
                  <a:close/>
                  <a:moveTo>
                    <a:pt x="34511" y="107462"/>
                  </a:moveTo>
                  <a:lnTo>
                    <a:pt x="69023" y="107462"/>
                  </a:lnTo>
                  <a:lnTo>
                    <a:pt x="69023" y="80597"/>
                  </a:lnTo>
                  <a:close/>
                  <a:moveTo>
                    <a:pt x="34511" y="107462"/>
                  </a:moveTo>
                  <a:lnTo>
                    <a:pt x="69023" y="80597"/>
                  </a:lnTo>
                  <a:lnTo>
                    <a:pt x="34511" y="80597"/>
                  </a:lnTo>
                  <a:close/>
                  <a:moveTo>
                    <a:pt x="69023" y="107462"/>
                  </a:moveTo>
                  <a:lnTo>
                    <a:pt x="103534" y="80597"/>
                  </a:lnTo>
                  <a:lnTo>
                    <a:pt x="69023" y="80597"/>
                  </a:lnTo>
                  <a:close/>
                  <a:moveTo>
                    <a:pt x="103534" y="107462"/>
                  </a:moveTo>
                  <a:lnTo>
                    <a:pt x="138045" y="80597"/>
                  </a:lnTo>
                  <a:lnTo>
                    <a:pt x="103534" y="80597"/>
                  </a:lnTo>
                  <a:close/>
                  <a:moveTo>
                    <a:pt x="138045" y="107462"/>
                  </a:moveTo>
                  <a:lnTo>
                    <a:pt x="172556" y="107462"/>
                  </a:lnTo>
                  <a:lnTo>
                    <a:pt x="172556" y="80597"/>
                  </a:lnTo>
                  <a:close/>
                  <a:moveTo>
                    <a:pt x="138045" y="107462"/>
                  </a:moveTo>
                  <a:lnTo>
                    <a:pt x="172556" y="80597"/>
                  </a:lnTo>
                  <a:lnTo>
                    <a:pt x="138045" y="80597"/>
                  </a:lnTo>
                  <a:close/>
                  <a:moveTo>
                    <a:pt x="0" y="80597"/>
                  </a:moveTo>
                  <a:lnTo>
                    <a:pt x="34511" y="80597"/>
                  </a:lnTo>
                  <a:lnTo>
                    <a:pt x="34511" y="53731"/>
                  </a:lnTo>
                  <a:close/>
                  <a:moveTo>
                    <a:pt x="34511" y="80597"/>
                  </a:moveTo>
                  <a:lnTo>
                    <a:pt x="69023" y="80597"/>
                  </a:lnTo>
                  <a:lnTo>
                    <a:pt x="69023" y="53731"/>
                  </a:lnTo>
                  <a:close/>
                  <a:moveTo>
                    <a:pt x="34511" y="80597"/>
                  </a:moveTo>
                  <a:lnTo>
                    <a:pt x="69023" y="53731"/>
                  </a:lnTo>
                  <a:lnTo>
                    <a:pt x="34511" y="53731"/>
                  </a:lnTo>
                  <a:close/>
                  <a:moveTo>
                    <a:pt x="69023" y="80597"/>
                  </a:moveTo>
                  <a:lnTo>
                    <a:pt x="103534" y="80597"/>
                  </a:lnTo>
                  <a:lnTo>
                    <a:pt x="103534" y="53731"/>
                  </a:lnTo>
                  <a:close/>
                  <a:moveTo>
                    <a:pt x="69023" y="80597"/>
                  </a:moveTo>
                  <a:lnTo>
                    <a:pt x="103534" y="53731"/>
                  </a:lnTo>
                  <a:lnTo>
                    <a:pt x="69023" y="53731"/>
                  </a:lnTo>
                  <a:close/>
                  <a:moveTo>
                    <a:pt x="103534" y="80597"/>
                  </a:moveTo>
                  <a:lnTo>
                    <a:pt x="138045" y="80597"/>
                  </a:lnTo>
                  <a:lnTo>
                    <a:pt x="138045" y="53731"/>
                  </a:lnTo>
                  <a:close/>
                  <a:moveTo>
                    <a:pt x="103534" y="80597"/>
                  </a:moveTo>
                  <a:lnTo>
                    <a:pt x="138045" y="53731"/>
                  </a:lnTo>
                  <a:lnTo>
                    <a:pt x="103534" y="53731"/>
                  </a:lnTo>
                  <a:close/>
                  <a:moveTo>
                    <a:pt x="0" y="53731"/>
                  </a:moveTo>
                  <a:lnTo>
                    <a:pt x="34511" y="53731"/>
                  </a:lnTo>
                  <a:lnTo>
                    <a:pt x="34511" y="26866"/>
                  </a:lnTo>
                  <a:close/>
                  <a:moveTo>
                    <a:pt x="34511" y="53731"/>
                  </a:moveTo>
                  <a:lnTo>
                    <a:pt x="69023" y="53731"/>
                  </a:lnTo>
                  <a:lnTo>
                    <a:pt x="69023" y="26866"/>
                  </a:lnTo>
                  <a:close/>
                  <a:moveTo>
                    <a:pt x="34511" y="53731"/>
                  </a:moveTo>
                  <a:lnTo>
                    <a:pt x="69023" y="26866"/>
                  </a:lnTo>
                  <a:lnTo>
                    <a:pt x="34511" y="26866"/>
                  </a:lnTo>
                  <a:close/>
                  <a:moveTo>
                    <a:pt x="69023" y="53731"/>
                  </a:moveTo>
                  <a:lnTo>
                    <a:pt x="103534" y="53731"/>
                  </a:lnTo>
                  <a:lnTo>
                    <a:pt x="103534" y="26866"/>
                  </a:lnTo>
                  <a:close/>
                  <a:moveTo>
                    <a:pt x="69023" y="53731"/>
                  </a:moveTo>
                  <a:lnTo>
                    <a:pt x="103534" y="26866"/>
                  </a:lnTo>
                  <a:lnTo>
                    <a:pt x="69023" y="26866"/>
                  </a:lnTo>
                  <a:close/>
                  <a:moveTo>
                    <a:pt x="103534" y="53731"/>
                  </a:moveTo>
                  <a:lnTo>
                    <a:pt x="138045" y="53731"/>
                  </a:lnTo>
                  <a:lnTo>
                    <a:pt x="103534" y="26866"/>
                  </a:lnTo>
                  <a:close/>
                  <a:moveTo>
                    <a:pt x="34511" y="26866"/>
                  </a:moveTo>
                  <a:lnTo>
                    <a:pt x="69023" y="26866"/>
                  </a:lnTo>
                  <a:lnTo>
                    <a:pt x="69023" y="0"/>
                  </a:lnTo>
                  <a:close/>
                  <a:moveTo>
                    <a:pt x="34511" y="26866"/>
                  </a:moveTo>
                  <a:lnTo>
                    <a:pt x="69023" y="0"/>
                  </a:lnTo>
                  <a:lnTo>
                    <a:pt x="34511" y="0"/>
                  </a:lnTo>
                  <a:close/>
                </a:path>
              </a:pathLst>
            </a:custGeom>
            <a:solidFill>
              <a:srgbClr val="E98997"/>
            </a:solidFill>
            <a:ln w="4001">
              <a:solidFill>
                <a:srgbClr val="F2BCC4"/>
              </a:solidFill>
            </a:ln>
          </p:spPr>
        </p:sp>
        <p:sp>
          <p:nvSpPr>
            <p:cNvPr id="4030" name="Match_B4__4029">
              <a:extLst>
                <a:ext uri="{FF2B5EF4-FFF2-40B4-BE49-F238E27FC236}">
                  <a16:creationId xmlns:a16="http://schemas.microsoft.com/office/drawing/2014/main" id="{E2189B34-1FC2-DC27-F5FC-6F79DB97BEA3}"/>
                </a:ext>
              </a:extLst>
            </p:cNvPr>
            <p:cNvSpPr>
              <a:spLocks noGrp="1"/>
            </p:cNvSpPr>
            <p:nvPr/>
          </p:nvSpPr>
          <p:spPr>
            <a:xfrm>
              <a:off x="8522375" y="2689162"/>
              <a:ext cx="172556" cy="214924"/>
            </a:xfrm>
            <a:custGeom>
              <a:avLst/>
              <a:gdLst/>
              <a:ahLst/>
              <a:cxnLst/>
              <a:rect l="0" t="0" r="0" b="0"/>
              <a:pathLst>
                <a:path w="172556" h="214924">
                  <a:moveTo>
                    <a:pt x="0" y="214924"/>
                  </a:moveTo>
                  <a:lnTo>
                    <a:pt x="34511" y="188059"/>
                  </a:lnTo>
                  <a:lnTo>
                    <a:pt x="0" y="188059"/>
                  </a:lnTo>
                  <a:close/>
                  <a:moveTo>
                    <a:pt x="34511" y="171114"/>
                  </a:moveTo>
                  <a:lnTo>
                    <a:pt x="22053" y="161193"/>
                  </a:lnTo>
                  <a:lnTo>
                    <a:pt x="34511" y="188059"/>
                  </a:lnTo>
                  <a:close/>
                  <a:moveTo>
                    <a:pt x="34511" y="188059"/>
                  </a:moveTo>
                  <a:lnTo>
                    <a:pt x="22053" y="161193"/>
                  </a:lnTo>
                  <a:lnTo>
                    <a:pt x="0" y="161193"/>
                  </a:lnTo>
                  <a:close/>
                  <a:moveTo>
                    <a:pt x="34511" y="188059"/>
                  </a:moveTo>
                  <a:lnTo>
                    <a:pt x="0" y="161193"/>
                  </a:lnTo>
                  <a:lnTo>
                    <a:pt x="0" y="188059"/>
                  </a:lnTo>
                  <a:close/>
                  <a:moveTo>
                    <a:pt x="34511" y="188059"/>
                  </a:moveTo>
                  <a:lnTo>
                    <a:pt x="69023" y="188059"/>
                  </a:lnTo>
                  <a:lnTo>
                    <a:pt x="34511" y="171114"/>
                  </a:lnTo>
                  <a:close/>
                  <a:moveTo>
                    <a:pt x="69023" y="188059"/>
                  </a:moveTo>
                  <a:lnTo>
                    <a:pt x="69023" y="168310"/>
                  </a:lnTo>
                  <a:lnTo>
                    <a:pt x="34511" y="171114"/>
                  </a:lnTo>
                  <a:close/>
                  <a:moveTo>
                    <a:pt x="86127" y="161193"/>
                  </a:moveTo>
                  <a:lnTo>
                    <a:pt x="69023" y="168310"/>
                  </a:lnTo>
                  <a:lnTo>
                    <a:pt x="103534" y="161193"/>
                  </a:lnTo>
                  <a:close/>
                  <a:moveTo>
                    <a:pt x="103534" y="161193"/>
                  </a:moveTo>
                  <a:lnTo>
                    <a:pt x="69023" y="168310"/>
                  </a:lnTo>
                  <a:lnTo>
                    <a:pt x="69023" y="188059"/>
                  </a:lnTo>
                  <a:close/>
                  <a:moveTo>
                    <a:pt x="22053" y="161193"/>
                  </a:moveTo>
                  <a:lnTo>
                    <a:pt x="12938" y="134328"/>
                  </a:lnTo>
                  <a:lnTo>
                    <a:pt x="0" y="161193"/>
                  </a:lnTo>
                  <a:close/>
                  <a:moveTo>
                    <a:pt x="12938" y="134328"/>
                  </a:moveTo>
                  <a:lnTo>
                    <a:pt x="0" y="134328"/>
                  </a:lnTo>
                  <a:lnTo>
                    <a:pt x="0" y="161193"/>
                  </a:lnTo>
                  <a:close/>
                  <a:moveTo>
                    <a:pt x="130597" y="134328"/>
                  </a:moveTo>
                  <a:lnTo>
                    <a:pt x="103534" y="153873"/>
                  </a:lnTo>
                  <a:lnTo>
                    <a:pt x="138045" y="134328"/>
                  </a:lnTo>
                  <a:close/>
                  <a:moveTo>
                    <a:pt x="138045" y="134328"/>
                  </a:moveTo>
                  <a:lnTo>
                    <a:pt x="103534" y="153873"/>
                  </a:lnTo>
                  <a:lnTo>
                    <a:pt x="103534" y="161193"/>
                  </a:lnTo>
                  <a:close/>
                  <a:moveTo>
                    <a:pt x="86127" y="161193"/>
                  </a:moveTo>
                  <a:lnTo>
                    <a:pt x="103534" y="161193"/>
                  </a:lnTo>
                  <a:lnTo>
                    <a:pt x="103534" y="153873"/>
                  </a:lnTo>
                  <a:close/>
                  <a:moveTo>
                    <a:pt x="12938" y="134328"/>
                  </a:moveTo>
                  <a:lnTo>
                    <a:pt x="12290" y="107462"/>
                  </a:lnTo>
                  <a:lnTo>
                    <a:pt x="0" y="134328"/>
                  </a:lnTo>
                  <a:close/>
                  <a:moveTo>
                    <a:pt x="12290" y="107462"/>
                  </a:moveTo>
                  <a:lnTo>
                    <a:pt x="0" y="107462"/>
                  </a:lnTo>
                  <a:lnTo>
                    <a:pt x="0" y="134328"/>
                  </a:lnTo>
                  <a:close/>
                  <a:moveTo>
                    <a:pt x="146271" y="107462"/>
                  </a:moveTo>
                  <a:lnTo>
                    <a:pt x="138045" y="124275"/>
                  </a:lnTo>
                  <a:lnTo>
                    <a:pt x="172556" y="107462"/>
                  </a:lnTo>
                  <a:close/>
                  <a:moveTo>
                    <a:pt x="172556" y="107462"/>
                  </a:moveTo>
                  <a:lnTo>
                    <a:pt x="138045" y="124275"/>
                  </a:lnTo>
                  <a:lnTo>
                    <a:pt x="138045" y="134328"/>
                  </a:lnTo>
                  <a:close/>
                  <a:moveTo>
                    <a:pt x="130597" y="134328"/>
                  </a:moveTo>
                  <a:lnTo>
                    <a:pt x="138045" y="134328"/>
                  </a:lnTo>
                  <a:lnTo>
                    <a:pt x="138045" y="124275"/>
                  </a:lnTo>
                  <a:close/>
                  <a:moveTo>
                    <a:pt x="12290" y="107462"/>
                  </a:moveTo>
                  <a:lnTo>
                    <a:pt x="15580" y="80597"/>
                  </a:lnTo>
                  <a:lnTo>
                    <a:pt x="0" y="107462"/>
                  </a:lnTo>
                  <a:close/>
                  <a:moveTo>
                    <a:pt x="15580" y="80597"/>
                  </a:moveTo>
                  <a:lnTo>
                    <a:pt x="0" y="80597"/>
                  </a:lnTo>
                  <a:lnTo>
                    <a:pt x="0" y="107462"/>
                  </a:lnTo>
                  <a:close/>
                  <a:moveTo>
                    <a:pt x="172556" y="80597"/>
                  </a:moveTo>
                  <a:lnTo>
                    <a:pt x="142157" y="80597"/>
                  </a:lnTo>
                  <a:lnTo>
                    <a:pt x="146271" y="107462"/>
                  </a:lnTo>
                  <a:close/>
                  <a:moveTo>
                    <a:pt x="15580" y="80597"/>
                  </a:moveTo>
                  <a:lnTo>
                    <a:pt x="23973" y="53731"/>
                  </a:lnTo>
                  <a:lnTo>
                    <a:pt x="0" y="80597"/>
                  </a:lnTo>
                  <a:close/>
                  <a:moveTo>
                    <a:pt x="23973" y="53731"/>
                  </a:moveTo>
                  <a:lnTo>
                    <a:pt x="0" y="53731"/>
                  </a:lnTo>
                  <a:lnTo>
                    <a:pt x="0" y="80597"/>
                  </a:lnTo>
                  <a:close/>
                  <a:moveTo>
                    <a:pt x="138045" y="75116"/>
                  </a:moveTo>
                  <a:lnTo>
                    <a:pt x="142157" y="80597"/>
                  </a:lnTo>
                  <a:lnTo>
                    <a:pt x="138045" y="53731"/>
                  </a:lnTo>
                  <a:close/>
                  <a:moveTo>
                    <a:pt x="23973" y="53731"/>
                  </a:moveTo>
                  <a:lnTo>
                    <a:pt x="34511" y="37964"/>
                  </a:lnTo>
                  <a:lnTo>
                    <a:pt x="0" y="53731"/>
                  </a:lnTo>
                  <a:close/>
                  <a:moveTo>
                    <a:pt x="0" y="53731"/>
                  </a:moveTo>
                  <a:lnTo>
                    <a:pt x="34511" y="37964"/>
                  </a:lnTo>
                  <a:lnTo>
                    <a:pt x="34511" y="26866"/>
                  </a:lnTo>
                  <a:close/>
                  <a:moveTo>
                    <a:pt x="0" y="53731"/>
                  </a:moveTo>
                  <a:lnTo>
                    <a:pt x="34511" y="26866"/>
                  </a:lnTo>
                  <a:lnTo>
                    <a:pt x="0" y="26866"/>
                  </a:lnTo>
                  <a:close/>
                  <a:moveTo>
                    <a:pt x="103534" y="47220"/>
                  </a:moveTo>
                  <a:lnTo>
                    <a:pt x="113664" y="53731"/>
                  </a:lnTo>
                  <a:lnTo>
                    <a:pt x="103534" y="26866"/>
                  </a:lnTo>
                  <a:close/>
                  <a:moveTo>
                    <a:pt x="103534" y="26866"/>
                  </a:moveTo>
                  <a:lnTo>
                    <a:pt x="113664" y="53731"/>
                  </a:lnTo>
                  <a:lnTo>
                    <a:pt x="138045" y="53731"/>
                  </a:lnTo>
                  <a:close/>
                  <a:moveTo>
                    <a:pt x="138045" y="75116"/>
                  </a:moveTo>
                  <a:lnTo>
                    <a:pt x="138045" y="53731"/>
                  </a:lnTo>
                  <a:lnTo>
                    <a:pt x="113664" y="53731"/>
                  </a:lnTo>
                  <a:close/>
                  <a:moveTo>
                    <a:pt x="0" y="26866"/>
                  </a:moveTo>
                  <a:lnTo>
                    <a:pt x="34511" y="26866"/>
                  </a:lnTo>
                  <a:lnTo>
                    <a:pt x="34511" y="0"/>
                  </a:lnTo>
                  <a:close/>
                  <a:moveTo>
                    <a:pt x="34511" y="26866"/>
                  </a:moveTo>
                  <a:lnTo>
                    <a:pt x="69023" y="26866"/>
                  </a:lnTo>
                  <a:lnTo>
                    <a:pt x="69023" y="0"/>
                  </a:lnTo>
                  <a:close/>
                  <a:moveTo>
                    <a:pt x="69023" y="26866"/>
                  </a:moveTo>
                  <a:lnTo>
                    <a:pt x="34511" y="26866"/>
                  </a:lnTo>
                  <a:lnTo>
                    <a:pt x="69023" y="34922"/>
                  </a:lnTo>
                  <a:close/>
                  <a:moveTo>
                    <a:pt x="34511" y="26866"/>
                  </a:moveTo>
                  <a:lnTo>
                    <a:pt x="34511" y="37964"/>
                  </a:lnTo>
                  <a:lnTo>
                    <a:pt x="69023" y="34922"/>
                  </a:lnTo>
                  <a:close/>
                  <a:moveTo>
                    <a:pt x="103534" y="26866"/>
                  </a:moveTo>
                  <a:lnTo>
                    <a:pt x="69023" y="26866"/>
                  </a:lnTo>
                  <a:lnTo>
                    <a:pt x="103534" y="47220"/>
                  </a:lnTo>
                  <a:close/>
                  <a:moveTo>
                    <a:pt x="69023" y="26866"/>
                  </a:moveTo>
                  <a:lnTo>
                    <a:pt x="69023" y="34922"/>
                  </a:lnTo>
                  <a:lnTo>
                    <a:pt x="103534" y="47220"/>
                  </a:lnTo>
                  <a:close/>
                  <a:moveTo>
                    <a:pt x="22053" y="161193"/>
                  </a:moveTo>
                  <a:lnTo>
                    <a:pt x="34511" y="171114"/>
                  </a:lnTo>
                  <a:lnTo>
                    <a:pt x="34511" y="161193"/>
                  </a:lnTo>
                  <a:close/>
                  <a:moveTo>
                    <a:pt x="12938" y="134328"/>
                  </a:moveTo>
                  <a:lnTo>
                    <a:pt x="34511" y="161193"/>
                  </a:lnTo>
                  <a:lnTo>
                    <a:pt x="34511" y="134328"/>
                  </a:lnTo>
                  <a:close/>
                  <a:moveTo>
                    <a:pt x="12938" y="134328"/>
                  </a:moveTo>
                  <a:lnTo>
                    <a:pt x="22053" y="161193"/>
                  </a:lnTo>
                  <a:lnTo>
                    <a:pt x="34511" y="161193"/>
                  </a:lnTo>
                  <a:close/>
                  <a:moveTo>
                    <a:pt x="69023" y="161193"/>
                  </a:moveTo>
                  <a:lnTo>
                    <a:pt x="34511" y="171114"/>
                  </a:lnTo>
                  <a:lnTo>
                    <a:pt x="69023" y="168310"/>
                  </a:lnTo>
                  <a:close/>
                  <a:moveTo>
                    <a:pt x="69023" y="161193"/>
                  </a:moveTo>
                  <a:lnTo>
                    <a:pt x="34511" y="161193"/>
                  </a:lnTo>
                  <a:lnTo>
                    <a:pt x="34511" y="171114"/>
                  </a:lnTo>
                  <a:close/>
                  <a:moveTo>
                    <a:pt x="34511" y="161193"/>
                  </a:moveTo>
                  <a:lnTo>
                    <a:pt x="69023" y="161193"/>
                  </a:lnTo>
                  <a:lnTo>
                    <a:pt x="69023" y="134328"/>
                  </a:lnTo>
                  <a:close/>
                  <a:moveTo>
                    <a:pt x="34511" y="161193"/>
                  </a:moveTo>
                  <a:lnTo>
                    <a:pt x="69023" y="134328"/>
                  </a:lnTo>
                  <a:lnTo>
                    <a:pt x="34511" y="134328"/>
                  </a:lnTo>
                  <a:close/>
                  <a:moveTo>
                    <a:pt x="69023" y="161193"/>
                  </a:moveTo>
                  <a:lnTo>
                    <a:pt x="69023" y="168310"/>
                  </a:lnTo>
                  <a:lnTo>
                    <a:pt x="86127" y="161193"/>
                  </a:lnTo>
                  <a:close/>
                  <a:moveTo>
                    <a:pt x="103534" y="134328"/>
                  </a:moveTo>
                  <a:lnTo>
                    <a:pt x="86127" y="161193"/>
                  </a:lnTo>
                  <a:lnTo>
                    <a:pt x="103534" y="153873"/>
                  </a:lnTo>
                  <a:close/>
                  <a:moveTo>
                    <a:pt x="69023" y="161193"/>
                  </a:moveTo>
                  <a:lnTo>
                    <a:pt x="86127" y="161193"/>
                  </a:lnTo>
                  <a:lnTo>
                    <a:pt x="103534" y="134328"/>
                  </a:lnTo>
                  <a:close/>
                  <a:moveTo>
                    <a:pt x="12290" y="107462"/>
                  </a:moveTo>
                  <a:lnTo>
                    <a:pt x="34511" y="134328"/>
                  </a:lnTo>
                  <a:lnTo>
                    <a:pt x="34511" y="107462"/>
                  </a:lnTo>
                  <a:close/>
                  <a:moveTo>
                    <a:pt x="12290" y="107462"/>
                  </a:moveTo>
                  <a:lnTo>
                    <a:pt x="12938" y="134328"/>
                  </a:lnTo>
                  <a:lnTo>
                    <a:pt x="34511" y="134328"/>
                  </a:lnTo>
                  <a:close/>
                  <a:moveTo>
                    <a:pt x="103534" y="134328"/>
                  </a:moveTo>
                  <a:lnTo>
                    <a:pt x="103534" y="153873"/>
                  </a:lnTo>
                  <a:lnTo>
                    <a:pt x="130597" y="134328"/>
                  </a:lnTo>
                  <a:close/>
                  <a:moveTo>
                    <a:pt x="138045" y="107462"/>
                  </a:moveTo>
                  <a:lnTo>
                    <a:pt x="130597" y="134328"/>
                  </a:lnTo>
                  <a:lnTo>
                    <a:pt x="138045" y="124275"/>
                  </a:lnTo>
                  <a:close/>
                  <a:moveTo>
                    <a:pt x="103534" y="134328"/>
                  </a:moveTo>
                  <a:lnTo>
                    <a:pt x="130597" y="134328"/>
                  </a:lnTo>
                  <a:lnTo>
                    <a:pt x="138045" y="107462"/>
                  </a:lnTo>
                  <a:close/>
                  <a:moveTo>
                    <a:pt x="15580" y="80597"/>
                  </a:moveTo>
                  <a:lnTo>
                    <a:pt x="34511" y="107462"/>
                  </a:lnTo>
                  <a:lnTo>
                    <a:pt x="34511" y="80597"/>
                  </a:lnTo>
                  <a:close/>
                  <a:moveTo>
                    <a:pt x="15580" y="80597"/>
                  </a:moveTo>
                  <a:lnTo>
                    <a:pt x="12290" y="107462"/>
                  </a:lnTo>
                  <a:lnTo>
                    <a:pt x="34511" y="107462"/>
                  </a:lnTo>
                  <a:close/>
                  <a:moveTo>
                    <a:pt x="103534" y="107462"/>
                  </a:moveTo>
                  <a:lnTo>
                    <a:pt x="138045" y="107462"/>
                  </a:lnTo>
                  <a:lnTo>
                    <a:pt x="138045" y="80597"/>
                  </a:lnTo>
                  <a:close/>
                  <a:moveTo>
                    <a:pt x="138045" y="107462"/>
                  </a:moveTo>
                  <a:lnTo>
                    <a:pt x="138045" y="124275"/>
                  </a:lnTo>
                  <a:lnTo>
                    <a:pt x="146271" y="107462"/>
                  </a:lnTo>
                  <a:close/>
                  <a:moveTo>
                    <a:pt x="138045" y="80597"/>
                  </a:moveTo>
                  <a:lnTo>
                    <a:pt x="146271" y="107462"/>
                  </a:lnTo>
                  <a:lnTo>
                    <a:pt x="142157" y="80597"/>
                  </a:lnTo>
                  <a:close/>
                  <a:moveTo>
                    <a:pt x="138045" y="80597"/>
                  </a:moveTo>
                  <a:lnTo>
                    <a:pt x="138045" y="107462"/>
                  </a:lnTo>
                  <a:lnTo>
                    <a:pt x="146271" y="107462"/>
                  </a:lnTo>
                  <a:close/>
                  <a:moveTo>
                    <a:pt x="23973" y="53731"/>
                  </a:moveTo>
                  <a:lnTo>
                    <a:pt x="34511" y="80597"/>
                  </a:lnTo>
                  <a:lnTo>
                    <a:pt x="34511" y="53731"/>
                  </a:lnTo>
                  <a:close/>
                  <a:moveTo>
                    <a:pt x="23973" y="53731"/>
                  </a:moveTo>
                  <a:lnTo>
                    <a:pt x="15580" y="80597"/>
                  </a:lnTo>
                  <a:lnTo>
                    <a:pt x="34511" y="80597"/>
                  </a:lnTo>
                  <a:close/>
                  <a:moveTo>
                    <a:pt x="34511" y="80597"/>
                  </a:moveTo>
                  <a:lnTo>
                    <a:pt x="69023" y="53731"/>
                  </a:lnTo>
                  <a:lnTo>
                    <a:pt x="34511" y="53731"/>
                  </a:lnTo>
                  <a:close/>
                  <a:moveTo>
                    <a:pt x="103534" y="53731"/>
                  </a:moveTo>
                  <a:lnTo>
                    <a:pt x="138045" y="75116"/>
                  </a:lnTo>
                  <a:lnTo>
                    <a:pt x="113664" y="53731"/>
                  </a:lnTo>
                  <a:close/>
                  <a:moveTo>
                    <a:pt x="138045" y="80597"/>
                  </a:moveTo>
                  <a:lnTo>
                    <a:pt x="138045" y="75116"/>
                  </a:lnTo>
                  <a:lnTo>
                    <a:pt x="103534" y="53731"/>
                  </a:lnTo>
                  <a:close/>
                  <a:moveTo>
                    <a:pt x="103534" y="80597"/>
                  </a:moveTo>
                  <a:lnTo>
                    <a:pt x="138045" y="80597"/>
                  </a:lnTo>
                  <a:lnTo>
                    <a:pt x="103534" y="53731"/>
                  </a:lnTo>
                  <a:close/>
                  <a:moveTo>
                    <a:pt x="138045" y="80597"/>
                  </a:moveTo>
                  <a:lnTo>
                    <a:pt x="142157" y="80597"/>
                  </a:lnTo>
                  <a:lnTo>
                    <a:pt x="138045" y="75116"/>
                  </a:lnTo>
                  <a:close/>
                  <a:moveTo>
                    <a:pt x="34511" y="37964"/>
                  </a:moveTo>
                  <a:lnTo>
                    <a:pt x="23973" y="53731"/>
                  </a:lnTo>
                  <a:lnTo>
                    <a:pt x="34511" y="53731"/>
                  </a:lnTo>
                  <a:close/>
                  <a:moveTo>
                    <a:pt x="34511" y="53731"/>
                  </a:moveTo>
                  <a:lnTo>
                    <a:pt x="69023" y="34922"/>
                  </a:lnTo>
                  <a:lnTo>
                    <a:pt x="34511" y="37964"/>
                  </a:lnTo>
                  <a:close/>
                  <a:moveTo>
                    <a:pt x="34511" y="53731"/>
                  </a:moveTo>
                  <a:lnTo>
                    <a:pt x="69023" y="53731"/>
                  </a:lnTo>
                  <a:lnTo>
                    <a:pt x="69023" y="34922"/>
                  </a:lnTo>
                  <a:close/>
                  <a:moveTo>
                    <a:pt x="69023" y="53731"/>
                  </a:moveTo>
                  <a:lnTo>
                    <a:pt x="103534" y="47220"/>
                  </a:lnTo>
                  <a:lnTo>
                    <a:pt x="69023" y="34922"/>
                  </a:lnTo>
                  <a:close/>
                  <a:moveTo>
                    <a:pt x="69023" y="53731"/>
                  </a:moveTo>
                  <a:lnTo>
                    <a:pt x="103534" y="53731"/>
                  </a:lnTo>
                  <a:lnTo>
                    <a:pt x="103534" y="47220"/>
                  </a:lnTo>
                  <a:close/>
                  <a:moveTo>
                    <a:pt x="103534" y="53731"/>
                  </a:moveTo>
                  <a:lnTo>
                    <a:pt x="113664" y="53731"/>
                  </a:lnTo>
                  <a:lnTo>
                    <a:pt x="103534" y="47220"/>
                  </a:lnTo>
                  <a:close/>
                </a:path>
              </a:pathLst>
            </a:custGeom>
            <a:solidFill>
              <a:srgbClr val="EA8D9B"/>
            </a:solidFill>
            <a:ln w="4001">
              <a:solidFill>
                <a:srgbClr val="F2BCC4"/>
              </a:solidFill>
            </a:ln>
          </p:spPr>
        </p:sp>
        <p:sp>
          <p:nvSpPr>
            <p:cNvPr id="4031" name="Match_B4__4030">
              <a:extLst>
                <a:ext uri="{FF2B5EF4-FFF2-40B4-BE49-F238E27FC236}">
                  <a16:creationId xmlns:a16="http://schemas.microsoft.com/office/drawing/2014/main" id="{0B3BFA2E-77F6-298D-2175-80D435DA4DEE}"/>
                </a:ext>
              </a:extLst>
            </p:cNvPr>
            <p:cNvSpPr>
              <a:spLocks noGrp="1"/>
            </p:cNvSpPr>
            <p:nvPr/>
          </p:nvSpPr>
          <p:spPr>
            <a:xfrm>
              <a:off x="8556886" y="2742893"/>
              <a:ext cx="103534" cy="107462"/>
            </a:xfrm>
            <a:custGeom>
              <a:avLst/>
              <a:gdLst/>
              <a:ahLst/>
              <a:cxnLst/>
              <a:rect l="0" t="0" r="0" b="0"/>
              <a:pathLst>
                <a:path w="103534" h="107462">
                  <a:moveTo>
                    <a:pt x="34511" y="80597"/>
                  </a:moveTo>
                  <a:lnTo>
                    <a:pt x="34511" y="107462"/>
                  </a:lnTo>
                  <a:lnTo>
                    <a:pt x="69023" y="80597"/>
                  </a:lnTo>
                  <a:close/>
                  <a:moveTo>
                    <a:pt x="0" y="80597"/>
                  </a:moveTo>
                  <a:lnTo>
                    <a:pt x="34511" y="80597"/>
                  </a:lnTo>
                  <a:lnTo>
                    <a:pt x="34511" y="53731"/>
                  </a:lnTo>
                  <a:close/>
                  <a:moveTo>
                    <a:pt x="0" y="80597"/>
                  </a:moveTo>
                  <a:lnTo>
                    <a:pt x="34511" y="53731"/>
                  </a:lnTo>
                  <a:lnTo>
                    <a:pt x="0" y="53731"/>
                  </a:lnTo>
                  <a:close/>
                  <a:moveTo>
                    <a:pt x="34511" y="80597"/>
                  </a:moveTo>
                  <a:lnTo>
                    <a:pt x="69023" y="80597"/>
                  </a:lnTo>
                  <a:lnTo>
                    <a:pt x="69023" y="53731"/>
                  </a:lnTo>
                  <a:close/>
                  <a:moveTo>
                    <a:pt x="34511" y="80597"/>
                  </a:moveTo>
                  <a:lnTo>
                    <a:pt x="69023" y="53731"/>
                  </a:lnTo>
                  <a:lnTo>
                    <a:pt x="34511" y="53731"/>
                  </a:lnTo>
                  <a:close/>
                  <a:moveTo>
                    <a:pt x="69023" y="53731"/>
                  </a:moveTo>
                  <a:lnTo>
                    <a:pt x="69023" y="80597"/>
                  </a:lnTo>
                  <a:lnTo>
                    <a:pt x="103534" y="53731"/>
                  </a:lnTo>
                  <a:close/>
                  <a:moveTo>
                    <a:pt x="0" y="53731"/>
                  </a:moveTo>
                  <a:lnTo>
                    <a:pt x="34511" y="53731"/>
                  </a:lnTo>
                  <a:lnTo>
                    <a:pt x="34511" y="26866"/>
                  </a:lnTo>
                  <a:close/>
                  <a:moveTo>
                    <a:pt x="0" y="53731"/>
                  </a:moveTo>
                  <a:lnTo>
                    <a:pt x="34511" y="26866"/>
                  </a:lnTo>
                  <a:lnTo>
                    <a:pt x="0" y="26866"/>
                  </a:lnTo>
                  <a:close/>
                  <a:moveTo>
                    <a:pt x="34511" y="53731"/>
                  </a:moveTo>
                  <a:lnTo>
                    <a:pt x="69023" y="53731"/>
                  </a:lnTo>
                  <a:lnTo>
                    <a:pt x="69023" y="26866"/>
                  </a:lnTo>
                  <a:close/>
                  <a:moveTo>
                    <a:pt x="34511" y="53731"/>
                  </a:moveTo>
                  <a:lnTo>
                    <a:pt x="69023" y="26866"/>
                  </a:lnTo>
                  <a:lnTo>
                    <a:pt x="34511" y="26866"/>
                  </a:lnTo>
                  <a:close/>
                  <a:moveTo>
                    <a:pt x="69023" y="53731"/>
                  </a:moveTo>
                  <a:lnTo>
                    <a:pt x="103534" y="26866"/>
                  </a:lnTo>
                  <a:lnTo>
                    <a:pt x="69023" y="26866"/>
                  </a:lnTo>
                  <a:close/>
                  <a:moveTo>
                    <a:pt x="0" y="26866"/>
                  </a:moveTo>
                  <a:lnTo>
                    <a:pt x="34511" y="26866"/>
                  </a:lnTo>
                  <a:lnTo>
                    <a:pt x="34511" y="0"/>
                  </a:lnTo>
                  <a:close/>
                  <a:moveTo>
                    <a:pt x="34511" y="26866"/>
                  </a:moveTo>
                  <a:lnTo>
                    <a:pt x="69023" y="26866"/>
                  </a:lnTo>
                  <a:lnTo>
                    <a:pt x="69023" y="0"/>
                  </a:lnTo>
                  <a:close/>
                  <a:moveTo>
                    <a:pt x="34511" y="26866"/>
                  </a:moveTo>
                  <a:lnTo>
                    <a:pt x="69023" y="0"/>
                  </a:lnTo>
                  <a:lnTo>
                    <a:pt x="34511" y="0"/>
                  </a:lnTo>
                  <a:close/>
                </a:path>
              </a:pathLst>
            </a:custGeom>
            <a:solidFill>
              <a:srgbClr val="EA919E"/>
            </a:solidFill>
            <a:ln w="4001">
              <a:solidFill>
                <a:srgbClr val="F2BCC4"/>
              </a:solidFill>
            </a:ln>
          </p:spPr>
        </p:sp>
      </p:grpSp>
      <p:sp>
        <p:nvSpPr>
          <p:cNvPr id="4032" name="label__4031">
            <a:extLst>
              <a:ext uri="{FF2B5EF4-FFF2-40B4-BE49-F238E27FC236}">
                <a16:creationId xmlns:a16="http://schemas.microsoft.com/office/drawing/2014/main" id="{599F6E9C-7B10-FEEE-F12F-020B5F866356}"/>
              </a:ext>
            </a:extLst>
          </p:cNvPr>
          <p:cNvSpPr>
            <a:spLocks noGrp="1"/>
          </p:cNvSpPr>
          <p:nvPr/>
        </p:nvSpPr>
        <p:spPr>
          <a:xfrm>
            <a:off x="5589954" y="2104571"/>
            <a:ext cx="87965" cy="65974"/>
          </a:xfrm>
          <a:prstGeom prst="rect">
            <a:avLst/>
          </a:prstGeom>
          <a:noFill/>
          <a:ln w="0">
            <a:noFill/>
          </a:ln>
        </p:spPr>
        <p:txBody>
          <a:bodyPr wrap="none" lIns="0" tIns="0" rIns="0" bIns="0" anchor="ctr">
            <a:noAutofit/>
          </a:bodyPr>
          <a:lstStyle/>
          <a:p>
            <a:pPr algn="ctr">
              <a:defRPr sz="1275" b="0">
                <a:solidFill>
                  <a:srgbClr val="687780"/>
                </a:solidFill>
                <a:latin typeface="Arial"/>
                <a:ea typeface="Arial"/>
                <a:cs typeface="Arial"/>
              </a:defRPr>
            </a:pPr>
            <a:r>
              <a:rPr sz="442" dirty="0">
                <a:solidFill>
                  <a:srgbClr val="687780"/>
                </a:solidFill>
                <a:latin typeface="Arial"/>
                <a:ea typeface="Arial"/>
                <a:cs typeface="Arial"/>
              </a:rPr>
              <a:t>B4</a:t>
            </a:r>
          </a:p>
        </p:txBody>
      </p:sp>
      <p:grpSp>
        <p:nvGrpSpPr>
          <p:cNvPr id="6227" name="Match_B3">
            <a:extLst>
              <a:ext uri="{FF2B5EF4-FFF2-40B4-BE49-F238E27FC236}">
                <a16:creationId xmlns:a16="http://schemas.microsoft.com/office/drawing/2014/main" id="{330BA1B8-BADA-ADE0-0586-C740DA4D97D9}"/>
              </a:ext>
            </a:extLst>
          </p:cNvPr>
          <p:cNvGrpSpPr/>
          <p:nvPr/>
        </p:nvGrpSpPr>
        <p:grpSpPr>
          <a:xfrm>
            <a:off x="5673796" y="2312115"/>
            <a:ext cx="101710" cy="118204"/>
            <a:chOff x="8386763" y="3328988"/>
            <a:chExt cx="352425" cy="409575"/>
          </a:xfrm>
        </p:grpSpPr>
        <p:sp>
          <p:nvSpPr>
            <p:cNvPr id="4033" name="Match_B3__4032">
              <a:extLst>
                <a:ext uri="{FF2B5EF4-FFF2-40B4-BE49-F238E27FC236}">
                  <a16:creationId xmlns:a16="http://schemas.microsoft.com/office/drawing/2014/main" id="{B0B27853-7555-F7C4-6DBD-245BD450255B}"/>
                </a:ext>
              </a:extLst>
            </p:cNvPr>
            <p:cNvSpPr>
              <a:spLocks noGrp="1"/>
            </p:cNvSpPr>
            <p:nvPr/>
          </p:nvSpPr>
          <p:spPr>
            <a:xfrm>
              <a:off x="8386763" y="3328988"/>
              <a:ext cx="352425" cy="409575"/>
            </a:xfrm>
            <a:custGeom>
              <a:avLst/>
              <a:gdLst/>
              <a:ahLst/>
              <a:cxnLst/>
              <a:rect l="0" t="0" r="0" b="0"/>
              <a:pathLst>
                <a:path w="352425" h="409575">
                  <a:moveTo>
                    <a:pt x="52072" y="394776"/>
                  </a:moveTo>
                  <a:lnTo>
                    <a:pt x="56881" y="397322"/>
                  </a:lnTo>
                  <a:lnTo>
                    <a:pt x="56881" y="394776"/>
                  </a:lnTo>
                  <a:close/>
                  <a:moveTo>
                    <a:pt x="52072" y="394776"/>
                  </a:moveTo>
                  <a:lnTo>
                    <a:pt x="56881" y="394776"/>
                  </a:lnTo>
                  <a:lnTo>
                    <a:pt x="27609" y="378665"/>
                  </a:lnTo>
                  <a:close/>
                  <a:moveTo>
                    <a:pt x="86154" y="406499"/>
                  </a:moveTo>
                  <a:lnTo>
                    <a:pt x="86154" y="403302"/>
                  </a:lnTo>
                  <a:lnTo>
                    <a:pt x="56881" y="397322"/>
                  </a:lnTo>
                  <a:close/>
                  <a:moveTo>
                    <a:pt x="86154" y="406499"/>
                  </a:moveTo>
                  <a:lnTo>
                    <a:pt x="115427" y="409575"/>
                  </a:lnTo>
                  <a:lnTo>
                    <a:pt x="115427" y="406856"/>
                  </a:lnTo>
                  <a:close/>
                  <a:moveTo>
                    <a:pt x="115427" y="409575"/>
                  </a:moveTo>
                  <a:lnTo>
                    <a:pt x="144699" y="408563"/>
                  </a:lnTo>
                  <a:lnTo>
                    <a:pt x="144699" y="406219"/>
                  </a:lnTo>
                  <a:close/>
                  <a:moveTo>
                    <a:pt x="144699" y="408563"/>
                  </a:moveTo>
                  <a:lnTo>
                    <a:pt x="173972" y="404584"/>
                  </a:lnTo>
                  <a:lnTo>
                    <a:pt x="173972" y="402613"/>
                  </a:lnTo>
                  <a:close/>
                  <a:moveTo>
                    <a:pt x="173972" y="404584"/>
                  </a:moveTo>
                  <a:lnTo>
                    <a:pt x="203244" y="398135"/>
                  </a:lnTo>
                  <a:lnTo>
                    <a:pt x="203244" y="396559"/>
                  </a:lnTo>
                  <a:close/>
                  <a:moveTo>
                    <a:pt x="214629" y="394776"/>
                  </a:moveTo>
                  <a:lnTo>
                    <a:pt x="203244" y="396559"/>
                  </a:lnTo>
                  <a:lnTo>
                    <a:pt x="203244" y="398135"/>
                  </a:lnTo>
                  <a:close/>
                  <a:moveTo>
                    <a:pt x="214629" y="394776"/>
                  </a:moveTo>
                  <a:lnTo>
                    <a:pt x="232517" y="389966"/>
                  </a:lnTo>
                  <a:lnTo>
                    <a:pt x="232517" y="389005"/>
                  </a:lnTo>
                  <a:close/>
                  <a:moveTo>
                    <a:pt x="21787" y="367837"/>
                  </a:moveTo>
                  <a:lnTo>
                    <a:pt x="16640" y="367837"/>
                  </a:lnTo>
                  <a:lnTo>
                    <a:pt x="27609" y="378665"/>
                  </a:lnTo>
                  <a:close/>
                  <a:moveTo>
                    <a:pt x="2393" y="340899"/>
                  </a:moveTo>
                  <a:lnTo>
                    <a:pt x="16640" y="367837"/>
                  </a:lnTo>
                  <a:lnTo>
                    <a:pt x="21787" y="367837"/>
                  </a:lnTo>
                  <a:close/>
                  <a:moveTo>
                    <a:pt x="232517" y="389966"/>
                  </a:moveTo>
                  <a:lnTo>
                    <a:pt x="261790" y="378971"/>
                  </a:lnTo>
                  <a:lnTo>
                    <a:pt x="261790" y="378257"/>
                  </a:lnTo>
                  <a:close/>
                  <a:moveTo>
                    <a:pt x="281741" y="367837"/>
                  </a:moveTo>
                  <a:lnTo>
                    <a:pt x="261790" y="378257"/>
                  </a:lnTo>
                  <a:lnTo>
                    <a:pt x="261790" y="378971"/>
                  </a:lnTo>
                  <a:close/>
                  <a:moveTo>
                    <a:pt x="281741" y="367837"/>
                  </a:moveTo>
                  <a:lnTo>
                    <a:pt x="291062" y="361661"/>
                  </a:lnTo>
                  <a:lnTo>
                    <a:pt x="291062" y="361072"/>
                  </a:lnTo>
                  <a:close/>
                  <a:moveTo>
                    <a:pt x="0" y="313961"/>
                  </a:moveTo>
                  <a:lnTo>
                    <a:pt x="2393" y="340899"/>
                  </a:lnTo>
                  <a:lnTo>
                    <a:pt x="6646" y="340899"/>
                  </a:lnTo>
                  <a:close/>
                  <a:moveTo>
                    <a:pt x="313890" y="340899"/>
                  </a:moveTo>
                  <a:lnTo>
                    <a:pt x="291062" y="361072"/>
                  </a:lnTo>
                  <a:lnTo>
                    <a:pt x="291062" y="361661"/>
                  </a:lnTo>
                  <a:close/>
                  <a:moveTo>
                    <a:pt x="313890" y="340899"/>
                  </a:moveTo>
                  <a:lnTo>
                    <a:pt x="320335" y="331731"/>
                  </a:lnTo>
                  <a:lnTo>
                    <a:pt x="320335" y="330638"/>
                  </a:lnTo>
                  <a:close/>
                  <a:moveTo>
                    <a:pt x="7703" y="287022"/>
                  </a:moveTo>
                  <a:lnTo>
                    <a:pt x="0" y="313961"/>
                  </a:lnTo>
                  <a:lnTo>
                    <a:pt x="4027" y="313961"/>
                  </a:lnTo>
                  <a:close/>
                  <a:moveTo>
                    <a:pt x="331513" y="313961"/>
                  </a:moveTo>
                  <a:lnTo>
                    <a:pt x="320335" y="330638"/>
                  </a:lnTo>
                  <a:lnTo>
                    <a:pt x="320335" y="331731"/>
                  </a:lnTo>
                  <a:close/>
                  <a:moveTo>
                    <a:pt x="330623" y="313961"/>
                  </a:moveTo>
                  <a:lnTo>
                    <a:pt x="331513" y="313961"/>
                  </a:lnTo>
                  <a:lnTo>
                    <a:pt x="340829" y="287022"/>
                  </a:lnTo>
                  <a:close/>
                  <a:moveTo>
                    <a:pt x="27609" y="265806"/>
                  </a:moveTo>
                  <a:lnTo>
                    <a:pt x="27609" y="260183"/>
                  </a:lnTo>
                  <a:lnTo>
                    <a:pt x="7703" y="287022"/>
                  </a:lnTo>
                  <a:close/>
                  <a:moveTo>
                    <a:pt x="27609" y="260183"/>
                  </a:moveTo>
                  <a:lnTo>
                    <a:pt x="27609" y="265806"/>
                  </a:lnTo>
                  <a:lnTo>
                    <a:pt x="27695" y="260084"/>
                  </a:lnTo>
                  <a:close/>
                  <a:moveTo>
                    <a:pt x="339334" y="287022"/>
                  </a:moveTo>
                  <a:lnTo>
                    <a:pt x="340829" y="287022"/>
                  </a:lnTo>
                  <a:lnTo>
                    <a:pt x="345921" y="260084"/>
                  </a:lnTo>
                  <a:close/>
                  <a:moveTo>
                    <a:pt x="56881" y="238804"/>
                  </a:moveTo>
                  <a:lnTo>
                    <a:pt x="56881" y="235079"/>
                  </a:lnTo>
                  <a:lnTo>
                    <a:pt x="27695" y="260084"/>
                  </a:lnTo>
                  <a:close/>
                  <a:moveTo>
                    <a:pt x="56881" y="235079"/>
                  </a:moveTo>
                  <a:lnTo>
                    <a:pt x="56881" y="238804"/>
                  </a:lnTo>
                  <a:lnTo>
                    <a:pt x="59605" y="233146"/>
                  </a:lnTo>
                  <a:close/>
                  <a:moveTo>
                    <a:pt x="343354" y="260084"/>
                  </a:moveTo>
                  <a:lnTo>
                    <a:pt x="345921" y="260084"/>
                  </a:lnTo>
                  <a:lnTo>
                    <a:pt x="349466" y="233146"/>
                  </a:lnTo>
                  <a:close/>
                  <a:moveTo>
                    <a:pt x="86154" y="212901"/>
                  </a:moveTo>
                  <a:lnTo>
                    <a:pt x="86154" y="208870"/>
                  </a:lnTo>
                  <a:lnTo>
                    <a:pt x="59605" y="233146"/>
                  </a:lnTo>
                  <a:close/>
                  <a:moveTo>
                    <a:pt x="86154" y="208870"/>
                  </a:moveTo>
                  <a:lnTo>
                    <a:pt x="86154" y="212901"/>
                  </a:lnTo>
                  <a:lnTo>
                    <a:pt x="88914" y="206208"/>
                  </a:lnTo>
                  <a:close/>
                  <a:moveTo>
                    <a:pt x="349607" y="231669"/>
                  </a:moveTo>
                  <a:lnTo>
                    <a:pt x="349607" y="206208"/>
                  </a:lnTo>
                  <a:lnTo>
                    <a:pt x="349466" y="233146"/>
                  </a:lnTo>
                  <a:close/>
                  <a:moveTo>
                    <a:pt x="95736" y="179269"/>
                  </a:moveTo>
                  <a:lnTo>
                    <a:pt x="88914" y="206208"/>
                  </a:lnTo>
                  <a:lnTo>
                    <a:pt x="93046" y="206208"/>
                  </a:lnTo>
                  <a:close/>
                  <a:moveTo>
                    <a:pt x="349607" y="206208"/>
                  </a:moveTo>
                  <a:lnTo>
                    <a:pt x="349607" y="231669"/>
                  </a:lnTo>
                  <a:lnTo>
                    <a:pt x="352425" y="206208"/>
                  </a:lnTo>
                  <a:close/>
                  <a:moveTo>
                    <a:pt x="349607" y="179269"/>
                  </a:moveTo>
                  <a:lnTo>
                    <a:pt x="352425" y="206208"/>
                  </a:lnTo>
                  <a:lnTo>
                    <a:pt x="352353" y="179269"/>
                  </a:lnTo>
                  <a:close/>
                  <a:moveTo>
                    <a:pt x="349607" y="179269"/>
                  </a:moveTo>
                  <a:lnTo>
                    <a:pt x="349607" y="206208"/>
                  </a:lnTo>
                  <a:lnTo>
                    <a:pt x="352425" y="206208"/>
                  </a:lnTo>
                  <a:close/>
                  <a:moveTo>
                    <a:pt x="95736" y="179269"/>
                  </a:moveTo>
                  <a:lnTo>
                    <a:pt x="98587" y="179269"/>
                  </a:lnTo>
                  <a:lnTo>
                    <a:pt x="86154" y="160391"/>
                  </a:lnTo>
                  <a:close/>
                  <a:moveTo>
                    <a:pt x="349607" y="179269"/>
                  </a:moveTo>
                  <a:lnTo>
                    <a:pt x="352353" y="179269"/>
                  </a:lnTo>
                  <a:lnTo>
                    <a:pt x="349607" y="166529"/>
                  </a:lnTo>
                  <a:close/>
                  <a:moveTo>
                    <a:pt x="349607" y="179269"/>
                  </a:moveTo>
                  <a:lnTo>
                    <a:pt x="349607" y="166529"/>
                  </a:lnTo>
                  <a:lnTo>
                    <a:pt x="345275" y="179269"/>
                  </a:lnTo>
                  <a:close/>
                  <a:moveTo>
                    <a:pt x="345275" y="179269"/>
                  </a:moveTo>
                  <a:lnTo>
                    <a:pt x="349607" y="166529"/>
                  </a:lnTo>
                  <a:lnTo>
                    <a:pt x="346836" y="152331"/>
                  </a:lnTo>
                  <a:close/>
                  <a:moveTo>
                    <a:pt x="81950" y="152331"/>
                  </a:moveTo>
                  <a:lnTo>
                    <a:pt x="81916" y="152331"/>
                  </a:lnTo>
                  <a:lnTo>
                    <a:pt x="86154" y="160391"/>
                  </a:lnTo>
                  <a:close/>
                  <a:moveTo>
                    <a:pt x="59630" y="125393"/>
                  </a:moveTo>
                  <a:lnTo>
                    <a:pt x="81916" y="152331"/>
                  </a:lnTo>
                  <a:lnTo>
                    <a:pt x="81950" y="152331"/>
                  </a:lnTo>
                  <a:close/>
                  <a:moveTo>
                    <a:pt x="338887" y="152331"/>
                  </a:moveTo>
                  <a:lnTo>
                    <a:pt x="346836" y="152331"/>
                  </a:lnTo>
                  <a:lnTo>
                    <a:pt x="333328" y="125393"/>
                  </a:lnTo>
                  <a:close/>
                  <a:moveTo>
                    <a:pt x="59630" y="125393"/>
                  </a:moveTo>
                  <a:lnTo>
                    <a:pt x="57796" y="125393"/>
                  </a:lnTo>
                  <a:lnTo>
                    <a:pt x="56881" y="121199"/>
                  </a:lnTo>
                  <a:close/>
                  <a:moveTo>
                    <a:pt x="320335" y="110852"/>
                  </a:moveTo>
                  <a:lnTo>
                    <a:pt x="323538" y="125393"/>
                  </a:lnTo>
                  <a:lnTo>
                    <a:pt x="333328" y="125393"/>
                  </a:lnTo>
                  <a:close/>
                  <a:moveTo>
                    <a:pt x="320335" y="110852"/>
                  </a:moveTo>
                  <a:lnTo>
                    <a:pt x="306334" y="98454"/>
                  </a:lnTo>
                  <a:lnTo>
                    <a:pt x="295189" y="98454"/>
                  </a:lnTo>
                  <a:close/>
                  <a:moveTo>
                    <a:pt x="41634" y="98454"/>
                  </a:moveTo>
                  <a:lnTo>
                    <a:pt x="43819" y="98454"/>
                  </a:lnTo>
                  <a:lnTo>
                    <a:pt x="56881" y="121199"/>
                  </a:lnTo>
                  <a:close/>
                  <a:moveTo>
                    <a:pt x="39208" y="71516"/>
                  </a:moveTo>
                  <a:lnTo>
                    <a:pt x="43819" y="98454"/>
                  </a:lnTo>
                  <a:lnTo>
                    <a:pt x="41634" y="98454"/>
                  </a:lnTo>
                  <a:close/>
                  <a:moveTo>
                    <a:pt x="291062" y="87284"/>
                  </a:moveTo>
                  <a:lnTo>
                    <a:pt x="295189" y="98454"/>
                  </a:lnTo>
                  <a:lnTo>
                    <a:pt x="306334" y="98454"/>
                  </a:lnTo>
                  <a:close/>
                  <a:moveTo>
                    <a:pt x="264383" y="71516"/>
                  </a:moveTo>
                  <a:lnTo>
                    <a:pt x="261790" y="71516"/>
                  </a:lnTo>
                  <a:lnTo>
                    <a:pt x="291062" y="87284"/>
                  </a:lnTo>
                  <a:close/>
                  <a:moveTo>
                    <a:pt x="291062" y="87284"/>
                  </a:moveTo>
                  <a:lnTo>
                    <a:pt x="261790" y="71516"/>
                  </a:lnTo>
                  <a:lnTo>
                    <a:pt x="261790" y="75262"/>
                  </a:lnTo>
                  <a:close/>
                  <a:moveTo>
                    <a:pt x="46403" y="44578"/>
                  </a:moveTo>
                  <a:lnTo>
                    <a:pt x="39208" y="71516"/>
                  </a:lnTo>
                  <a:lnTo>
                    <a:pt x="36914" y="71516"/>
                  </a:lnTo>
                  <a:close/>
                  <a:moveTo>
                    <a:pt x="232517" y="50502"/>
                  </a:moveTo>
                  <a:lnTo>
                    <a:pt x="224304" y="44578"/>
                  </a:lnTo>
                  <a:lnTo>
                    <a:pt x="222816" y="44578"/>
                  </a:lnTo>
                  <a:close/>
                  <a:moveTo>
                    <a:pt x="261790" y="69840"/>
                  </a:moveTo>
                  <a:lnTo>
                    <a:pt x="256466" y="71516"/>
                  </a:lnTo>
                  <a:lnTo>
                    <a:pt x="261790" y="71516"/>
                  </a:lnTo>
                  <a:close/>
                  <a:moveTo>
                    <a:pt x="232517" y="50502"/>
                  </a:moveTo>
                  <a:lnTo>
                    <a:pt x="232517" y="52907"/>
                  </a:lnTo>
                  <a:lnTo>
                    <a:pt x="261790" y="69840"/>
                  </a:lnTo>
                  <a:close/>
                  <a:moveTo>
                    <a:pt x="261790" y="71516"/>
                  </a:moveTo>
                  <a:lnTo>
                    <a:pt x="264383" y="71516"/>
                  </a:lnTo>
                  <a:lnTo>
                    <a:pt x="261790" y="69840"/>
                  </a:lnTo>
                  <a:close/>
                  <a:moveTo>
                    <a:pt x="56881" y="27534"/>
                  </a:moveTo>
                  <a:lnTo>
                    <a:pt x="56881" y="30970"/>
                  </a:lnTo>
                  <a:lnTo>
                    <a:pt x="46403" y="44578"/>
                  </a:lnTo>
                  <a:close/>
                  <a:moveTo>
                    <a:pt x="56881" y="30970"/>
                  </a:moveTo>
                  <a:lnTo>
                    <a:pt x="56881" y="27534"/>
                  </a:lnTo>
                  <a:lnTo>
                    <a:pt x="71966" y="17639"/>
                  </a:lnTo>
                  <a:close/>
                  <a:moveTo>
                    <a:pt x="203244" y="29219"/>
                  </a:moveTo>
                  <a:lnTo>
                    <a:pt x="222816" y="44578"/>
                  </a:lnTo>
                  <a:lnTo>
                    <a:pt x="224304" y="44578"/>
                  </a:lnTo>
                  <a:close/>
                  <a:moveTo>
                    <a:pt x="203244" y="29219"/>
                  </a:moveTo>
                  <a:lnTo>
                    <a:pt x="183871" y="17639"/>
                  </a:lnTo>
                  <a:lnTo>
                    <a:pt x="186182" y="17639"/>
                  </a:lnTo>
                  <a:close/>
                  <a:moveTo>
                    <a:pt x="86154" y="7071"/>
                  </a:moveTo>
                  <a:lnTo>
                    <a:pt x="86154" y="9329"/>
                  </a:lnTo>
                  <a:lnTo>
                    <a:pt x="71966" y="17639"/>
                  </a:lnTo>
                  <a:close/>
                  <a:moveTo>
                    <a:pt x="115427" y="0"/>
                  </a:moveTo>
                  <a:lnTo>
                    <a:pt x="115427" y="1925"/>
                  </a:lnTo>
                  <a:lnTo>
                    <a:pt x="86154" y="9329"/>
                  </a:lnTo>
                  <a:close/>
                  <a:moveTo>
                    <a:pt x="144699" y="1293"/>
                  </a:moveTo>
                  <a:lnTo>
                    <a:pt x="144699" y="3063"/>
                  </a:lnTo>
                  <a:lnTo>
                    <a:pt x="115427" y="1925"/>
                  </a:lnTo>
                  <a:close/>
                  <a:moveTo>
                    <a:pt x="173972" y="10626"/>
                  </a:moveTo>
                  <a:lnTo>
                    <a:pt x="173972" y="12194"/>
                  </a:lnTo>
                  <a:lnTo>
                    <a:pt x="144699" y="3063"/>
                  </a:lnTo>
                  <a:close/>
                  <a:moveTo>
                    <a:pt x="173972" y="12194"/>
                  </a:moveTo>
                  <a:lnTo>
                    <a:pt x="186182" y="17639"/>
                  </a:lnTo>
                  <a:lnTo>
                    <a:pt x="183871" y="17639"/>
                  </a:lnTo>
                  <a:close/>
                </a:path>
              </a:pathLst>
            </a:custGeom>
            <a:solidFill>
              <a:srgbClr val="DEB13A"/>
            </a:solidFill>
            <a:ln w="4001">
              <a:solidFill>
                <a:srgbClr val="F0DBA5"/>
              </a:solidFill>
            </a:ln>
          </p:spPr>
        </p:sp>
        <p:sp>
          <p:nvSpPr>
            <p:cNvPr id="4034" name="Match_B3__4033">
              <a:extLst>
                <a:ext uri="{FF2B5EF4-FFF2-40B4-BE49-F238E27FC236}">
                  <a16:creationId xmlns:a16="http://schemas.microsoft.com/office/drawing/2014/main" id="{67ABD126-5872-DC89-2960-4FBE21157B92}"/>
                </a:ext>
              </a:extLst>
            </p:cNvPr>
            <p:cNvSpPr>
              <a:spLocks noGrp="1"/>
            </p:cNvSpPr>
            <p:nvPr/>
          </p:nvSpPr>
          <p:spPr>
            <a:xfrm>
              <a:off x="8386763" y="3328988"/>
              <a:ext cx="349607" cy="409575"/>
            </a:xfrm>
            <a:custGeom>
              <a:avLst/>
              <a:gdLst/>
              <a:ahLst/>
              <a:cxnLst/>
              <a:rect l="0" t="0" r="0" b="0"/>
              <a:pathLst>
                <a:path w="349607" h="409575">
                  <a:moveTo>
                    <a:pt x="27609" y="378665"/>
                  </a:moveTo>
                  <a:lnTo>
                    <a:pt x="56881" y="394776"/>
                  </a:lnTo>
                  <a:lnTo>
                    <a:pt x="56881" y="393437"/>
                  </a:lnTo>
                  <a:close/>
                  <a:moveTo>
                    <a:pt x="27609" y="378665"/>
                  </a:moveTo>
                  <a:lnTo>
                    <a:pt x="56881" y="393437"/>
                  </a:lnTo>
                  <a:lnTo>
                    <a:pt x="27609" y="373596"/>
                  </a:lnTo>
                  <a:close/>
                  <a:moveTo>
                    <a:pt x="56881" y="397322"/>
                  </a:moveTo>
                  <a:lnTo>
                    <a:pt x="60490" y="394776"/>
                  </a:lnTo>
                  <a:lnTo>
                    <a:pt x="56881" y="394776"/>
                  </a:lnTo>
                  <a:close/>
                  <a:moveTo>
                    <a:pt x="86154" y="403302"/>
                  </a:moveTo>
                  <a:lnTo>
                    <a:pt x="60490" y="394776"/>
                  </a:lnTo>
                  <a:lnTo>
                    <a:pt x="56881" y="397322"/>
                  </a:lnTo>
                  <a:close/>
                  <a:moveTo>
                    <a:pt x="56881" y="394776"/>
                  </a:moveTo>
                  <a:lnTo>
                    <a:pt x="60490" y="394776"/>
                  </a:lnTo>
                  <a:lnTo>
                    <a:pt x="56881" y="393437"/>
                  </a:lnTo>
                  <a:close/>
                  <a:moveTo>
                    <a:pt x="86154" y="403302"/>
                  </a:moveTo>
                  <a:lnTo>
                    <a:pt x="86154" y="406499"/>
                  </a:lnTo>
                  <a:lnTo>
                    <a:pt x="115427" y="406856"/>
                  </a:lnTo>
                  <a:close/>
                  <a:moveTo>
                    <a:pt x="115427" y="406856"/>
                  </a:moveTo>
                  <a:lnTo>
                    <a:pt x="115427" y="409575"/>
                  </a:lnTo>
                  <a:lnTo>
                    <a:pt x="144699" y="406219"/>
                  </a:lnTo>
                  <a:close/>
                  <a:moveTo>
                    <a:pt x="144699" y="406219"/>
                  </a:moveTo>
                  <a:lnTo>
                    <a:pt x="144699" y="408563"/>
                  </a:lnTo>
                  <a:lnTo>
                    <a:pt x="173972" y="402613"/>
                  </a:lnTo>
                  <a:close/>
                  <a:moveTo>
                    <a:pt x="173972" y="402613"/>
                  </a:moveTo>
                  <a:lnTo>
                    <a:pt x="173972" y="404584"/>
                  </a:lnTo>
                  <a:lnTo>
                    <a:pt x="203244" y="396559"/>
                  </a:lnTo>
                  <a:close/>
                  <a:moveTo>
                    <a:pt x="214629" y="394776"/>
                  </a:moveTo>
                  <a:lnTo>
                    <a:pt x="209632" y="394776"/>
                  </a:lnTo>
                  <a:lnTo>
                    <a:pt x="203244" y="396559"/>
                  </a:lnTo>
                  <a:close/>
                  <a:moveTo>
                    <a:pt x="209632" y="394776"/>
                  </a:moveTo>
                  <a:lnTo>
                    <a:pt x="214629" y="394776"/>
                  </a:lnTo>
                  <a:lnTo>
                    <a:pt x="232517" y="389005"/>
                  </a:lnTo>
                  <a:close/>
                  <a:moveTo>
                    <a:pt x="21787" y="367837"/>
                  </a:moveTo>
                  <a:lnTo>
                    <a:pt x="27609" y="378665"/>
                  </a:lnTo>
                  <a:lnTo>
                    <a:pt x="27609" y="373596"/>
                  </a:lnTo>
                  <a:close/>
                  <a:moveTo>
                    <a:pt x="2393" y="340899"/>
                  </a:moveTo>
                  <a:lnTo>
                    <a:pt x="21787" y="367837"/>
                  </a:lnTo>
                  <a:lnTo>
                    <a:pt x="6646" y="340899"/>
                  </a:lnTo>
                  <a:close/>
                  <a:moveTo>
                    <a:pt x="232517" y="389005"/>
                  </a:moveTo>
                  <a:lnTo>
                    <a:pt x="232517" y="389966"/>
                  </a:lnTo>
                  <a:lnTo>
                    <a:pt x="261790" y="378257"/>
                  </a:lnTo>
                  <a:close/>
                  <a:moveTo>
                    <a:pt x="281741" y="367837"/>
                  </a:moveTo>
                  <a:lnTo>
                    <a:pt x="280731" y="367837"/>
                  </a:lnTo>
                  <a:lnTo>
                    <a:pt x="261790" y="378257"/>
                  </a:lnTo>
                  <a:close/>
                  <a:moveTo>
                    <a:pt x="280731" y="367837"/>
                  </a:moveTo>
                  <a:lnTo>
                    <a:pt x="281741" y="367837"/>
                  </a:lnTo>
                  <a:lnTo>
                    <a:pt x="291062" y="361072"/>
                  </a:lnTo>
                  <a:close/>
                  <a:moveTo>
                    <a:pt x="0" y="313961"/>
                  </a:moveTo>
                  <a:lnTo>
                    <a:pt x="6646" y="340899"/>
                  </a:lnTo>
                  <a:lnTo>
                    <a:pt x="4027" y="313961"/>
                  </a:lnTo>
                  <a:close/>
                  <a:moveTo>
                    <a:pt x="313890" y="340899"/>
                  </a:moveTo>
                  <a:lnTo>
                    <a:pt x="313260" y="340899"/>
                  </a:lnTo>
                  <a:lnTo>
                    <a:pt x="291062" y="361072"/>
                  </a:lnTo>
                  <a:close/>
                  <a:moveTo>
                    <a:pt x="313260" y="340899"/>
                  </a:moveTo>
                  <a:lnTo>
                    <a:pt x="313890" y="340899"/>
                  </a:lnTo>
                  <a:lnTo>
                    <a:pt x="320335" y="330638"/>
                  </a:lnTo>
                  <a:close/>
                  <a:moveTo>
                    <a:pt x="7703" y="287022"/>
                  </a:moveTo>
                  <a:lnTo>
                    <a:pt x="4027" y="313961"/>
                  </a:lnTo>
                  <a:lnTo>
                    <a:pt x="12024" y="287022"/>
                  </a:lnTo>
                  <a:close/>
                  <a:moveTo>
                    <a:pt x="331513" y="313961"/>
                  </a:moveTo>
                  <a:lnTo>
                    <a:pt x="330623" y="313961"/>
                  </a:lnTo>
                  <a:lnTo>
                    <a:pt x="320335" y="330638"/>
                  </a:lnTo>
                  <a:close/>
                  <a:moveTo>
                    <a:pt x="339334" y="287022"/>
                  </a:moveTo>
                  <a:lnTo>
                    <a:pt x="330623" y="313961"/>
                  </a:lnTo>
                  <a:lnTo>
                    <a:pt x="340829" y="287022"/>
                  </a:lnTo>
                  <a:close/>
                  <a:moveTo>
                    <a:pt x="27609" y="265806"/>
                  </a:moveTo>
                  <a:lnTo>
                    <a:pt x="7703" y="287022"/>
                  </a:lnTo>
                  <a:lnTo>
                    <a:pt x="12024" y="287022"/>
                  </a:lnTo>
                  <a:close/>
                  <a:moveTo>
                    <a:pt x="27609" y="265806"/>
                  </a:moveTo>
                  <a:lnTo>
                    <a:pt x="32490" y="260084"/>
                  </a:lnTo>
                  <a:lnTo>
                    <a:pt x="27695" y="260084"/>
                  </a:lnTo>
                  <a:close/>
                  <a:moveTo>
                    <a:pt x="343354" y="260084"/>
                  </a:moveTo>
                  <a:lnTo>
                    <a:pt x="339334" y="287022"/>
                  </a:lnTo>
                  <a:lnTo>
                    <a:pt x="345921" y="260084"/>
                  </a:lnTo>
                  <a:close/>
                  <a:moveTo>
                    <a:pt x="56881" y="238804"/>
                  </a:moveTo>
                  <a:lnTo>
                    <a:pt x="27695" y="260084"/>
                  </a:lnTo>
                  <a:lnTo>
                    <a:pt x="32490" y="260084"/>
                  </a:lnTo>
                  <a:close/>
                  <a:moveTo>
                    <a:pt x="56881" y="238804"/>
                  </a:moveTo>
                  <a:lnTo>
                    <a:pt x="64677" y="233146"/>
                  </a:lnTo>
                  <a:lnTo>
                    <a:pt x="59605" y="233146"/>
                  </a:lnTo>
                  <a:close/>
                  <a:moveTo>
                    <a:pt x="345475" y="233146"/>
                  </a:moveTo>
                  <a:lnTo>
                    <a:pt x="343354" y="260084"/>
                  </a:lnTo>
                  <a:lnTo>
                    <a:pt x="349466" y="233146"/>
                  </a:lnTo>
                  <a:close/>
                  <a:moveTo>
                    <a:pt x="86154" y="212901"/>
                  </a:moveTo>
                  <a:lnTo>
                    <a:pt x="59605" y="233146"/>
                  </a:lnTo>
                  <a:lnTo>
                    <a:pt x="64677" y="233146"/>
                  </a:lnTo>
                  <a:close/>
                  <a:moveTo>
                    <a:pt x="86154" y="212901"/>
                  </a:moveTo>
                  <a:lnTo>
                    <a:pt x="93046" y="206208"/>
                  </a:lnTo>
                  <a:lnTo>
                    <a:pt x="88914" y="206208"/>
                  </a:lnTo>
                  <a:close/>
                  <a:moveTo>
                    <a:pt x="349466" y="233146"/>
                  </a:moveTo>
                  <a:lnTo>
                    <a:pt x="349607" y="206208"/>
                  </a:lnTo>
                  <a:lnTo>
                    <a:pt x="346559" y="206208"/>
                  </a:lnTo>
                  <a:close/>
                  <a:moveTo>
                    <a:pt x="349466" y="233146"/>
                  </a:moveTo>
                  <a:lnTo>
                    <a:pt x="346559" y="206208"/>
                  </a:lnTo>
                  <a:lnTo>
                    <a:pt x="345475" y="233146"/>
                  </a:lnTo>
                  <a:close/>
                  <a:moveTo>
                    <a:pt x="95736" y="179269"/>
                  </a:moveTo>
                  <a:lnTo>
                    <a:pt x="93046" y="206208"/>
                  </a:lnTo>
                  <a:lnTo>
                    <a:pt x="98587" y="179269"/>
                  </a:lnTo>
                  <a:close/>
                  <a:moveTo>
                    <a:pt x="349607" y="206208"/>
                  </a:moveTo>
                  <a:lnTo>
                    <a:pt x="349607" y="179269"/>
                  </a:lnTo>
                  <a:lnTo>
                    <a:pt x="346559" y="206208"/>
                  </a:lnTo>
                  <a:close/>
                  <a:moveTo>
                    <a:pt x="349607" y="179269"/>
                  </a:moveTo>
                  <a:lnTo>
                    <a:pt x="345275" y="179269"/>
                  </a:lnTo>
                  <a:lnTo>
                    <a:pt x="346559" y="206208"/>
                  </a:lnTo>
                  <a:close/>
                  <a:moveTo>
                    <a:pt x="98587" y="179269"/>
                  </a:moveTo>
                  <a:lnTo>
                    <a:pt x="86154" y="159205"/>
                  </a:lnTo>
                  <a:lnTo>
                    <a:pt x="86154" y="160391"/>
                  </a:lnTo>
                  <a:close/>
                  <a:moveTo>
                    <a:pt x="345275" y="179269"/>
                  </a:moveTo>
                  <a:lnTo>
                    <a:pt x="346836" y="152331"/>
                  </a:lnTo>
                  <a:lnTo>
                    <a:pt x="338887" y="152331"/>
                  </a:lnTo>
                  <a:close/>
                  <a:moveTo>
                    <a:pt x="81950" y="152331"/>
                  </a:moveTo>
                  <a:lnTo>
                    <a:pt x="86154" y="160391"/>
                  </a:lnTo>
                  <a:lnTo>
                    <a:pt x="86154" y="159205"/>
                  </a:lnTo>
                  <a:close/>
                  <a:moveTo>
                    <a:pt x="59630" y="125393"/>
                  </a:moveTo>
                  <a:lnTo>
                    <a:pt x="81950" y="152331"/>
                  </a:lnTo>
                  <a:lnTo>
                    <a:pt x="57796" y="125393"/>
                  </a:lnTo>
                  <a:close/>
                  <a:moveTo>
                    <a:pt x="323538" y="125393"/>
                  </a:moveTo>
                  <a:lnTo>
                    <a:pt x="338887" y="152331"/>
                  </a:lnTo>
                  <a:lnTo>
                    <a:pt x="333328" y="125393"/>
                  </a:lnTo>
                  <a:close/>
                  <a:moveTo>
                    <a:pt x="57796" y="125393"/>
                  </a:moveTo>
                  <a:lnTo>
                    <a:pt x="56881" y="124086"/>
                  </a:lnTo>
                  <a:lnTo>
                    <a:pt x="56881" y="121199"/>
                  </a:lnTo>
                  <a:close/>
                  <a:moveTo>
                    <a:pt x="320335" y="110852"/>
                  </a:moveTo>
                  <a:lnTo>
                    <a:pt x="320335" y="121765"/>
                  </a:lnTo>
                  <a:lnTo>
                    <a:pt x="323538" y="125393"/>
                  </a:lnTo>
                  <a:close/>
                  <a:moveTo>
                    <a:pt x="320335" y="121765"/>
                  </a:moveTo>
                  <a:lnTo>
                    <a:pt x="320335" y="110852"/>
                  </a:lnTo>
                  <a:lnTo>
                    <a:pt x="295189" y="98454"/>
                  </a:lnTo>
                  <a:close/>
                  <a:moveTo>
                    <a:pt x="41634" y="98454"/>
                  </a:moveTo>
                  <a:lnTo>
                    <a:pt x="56881" y="121199"/>
                  </a:lnTo>
                  <a:lnTo>
                    <a:pt x="56881" y="124086"/>
                  </a:lnTo>
                  <a:close/>
                  <a:moveTo>
                    <a:pt x="39208" y="71516"/>
                  </a:moveTo>
                  <a:lnTo>
                    <a:pt x="41634" y="98454"/>
                  </a:lnTo>
                  <a:lnTo>
                    <a:pt x="36914" y="71516"/>
                  </a:lnTo>
                  <a:close/>
                  <a:moveTo>
                    <a:pt x="291062" y="87284"/>
                  </a:moveTo>
                  <a:lnTo>
                    <a:pt x="291062" y="95264"/>
                  </a:lnTo>
                  <a:lnTo>
                    <a:pt x="295189" y="98454"/>
                  </a:lnTo>
                  <a:close/>
                  <a:moveTo>
                    <a:pt x="291062" y="87284"/>
                  </a:moveTo>
                  <a:lnTo>
                    <a:pt x="261790" y="75262"/>
                  </a:lnTo>
                  <a:lnTo>
                    <a:pt x="291062" y="95264"/>
                  </a:lnTo>
                  <a:close/>
                  <a:moveTo>
                    <a:pt x="46403" y="44578"/>
                  </a:moveTo>
                  <a:lnTo>
                    <a:pt x="36914" y="71516"/>
                  </a:lnTo>
                  <a:lnTo>
                    <a:pt x="43772" y="44578"/>
                  </a:lnTo>
                  <a:close/>
                  <a:moveTo>
                    <a:pt x="232517" y="52907"/>
                  </a:moveTo>
                  <a:lnTo>
                    <a:pt x="232517" y="50502"/>
                  </a:lnTo>
                  <a:lnTo>
                    <a:pt x="222816" y="44578"/>
                  </a:lnTo>
                  <a:close/>
                  <a:moveTo>
                    <a:pt x="232517" y="52907"/>
                  </a:moveTo>
                  <a:lnTo>
                    <a:pt x="256466" y="71516"/>
                  </a:lnTo>
                  <a:lnTo>
                    <a:pt x="261790" y="69840"/>
                  </a:lnTo>
                  <a:close/>
                  <a:moveTo>
                    <a:pt x="261790" y="75262"/>
                  </a:moveTo>
                  <a:lnTo>
                    <a:pt x="261790" y="71516"/>
                  </a:lnTo>
                  <a:lnTo>
                    <a:pt x="256466" y="71516"/>
                  </a:lnTo>
                  <a:close/>
                  <a:moveTo>
                    <a:pt x="56881" y="27534"/>
                  </a:moveTo>
                  <a:lnTo>
                    <a:pt x="46403" y="44578"/>
                  </a:lnTo>
                  <a:lnTo>
                    <a:pt x="43772" y="44578"/>
                  </a:lnTo>
                  <a:close/>
                  <a:moveTo>
                    <a:pt x="56881" y="27534"/>
                  </a:moveTo>
                  <a:lnTo>
                    <a:pt x="68082" y="17639"/>
                  </a:lnTo>
                  <a:lnTo>
                    <a:pt x="71966" y="17639"/>
                  </a:lnTo>
                  <a:close/>
                  <a:moveTo>
                    <a:pt x="203244" y="29219"/>
                  </a:moveTo>
                  <a:lnTo>
                    <a:pt x="203244" y="28817"/>
                  </a:lnTo>
                  <a:lnTo>
                    <a:pt x="222816" y="44578"/>
                  </a:lnTo>
                  <a:close/>
                  <a:moveTo>
                    <a:pt x="203244" y="28817"/>
                  </a:moveTo>
                  <a:lnTo>
                    <a:pt x="203244" y="29219"/>
                  </a:lnTo>
                  <a:lnTo>
                    <a:pt x="186182" y="17639"/>
                  </a:lnTo>
                  <a:close/>
                  <a:moveTo>
                    <a:pt x="86154" y="7071"/>
                  </a:moveTo>
                  <a:lnTo>
                    <a:pt x="71966" y="17639"/>
                  </a:lnTo>
                  <a:lnTo>
                    <a:pt x="68082" y="17639"/>
                  </a:lnTo>
                  <a:close/>
                  <a:moveTo>
                    <a:pt x="115427" y="0"/>
                  </a:moveTo>
                  <a:lnTo>
                    <a:pt x="86154" y="9329"/>
                  </a:lnTo>
                  <a:lnTo>
                    <a:pt x="86154" y="7071"/>
                  </a:lnTo>
                  <a:close/>
                  <a:moveTo>
                    <a:pt x="144699" y="1293"/>
                  </a:moveTo>
                  <a:lnTo>
                    <a:pt x="115427" y="1925"/>
                  </a:lnTo>
                  <a:lnTo>
                    <a:pt x="115427" y="0"/>
                  </a:lnTo>
                  <a:close/>
                  <a:moveTo>
                    <a:pt x="173972" y="10626"/>
                  </a:moveTo>
                  <a:lnTo>
                    <a:pt x="144699" y="3063"/>
                  </a:lnTo>
                  <a:lnTo>
                    <a:pt x="144699" y="1293"/>
                  </a:lnTo>
                  <a:close/>
                  <a:moveTo>
                    <a:pt x="173972" y="12194"/>
                  </a:moveTo>
                  <a:lnTo>
                    <a:pt x="173972" y="10626"/>
                  </a:lnTo>
                  <a:lnTo>
                    <a:pt x="186182" y="17639"/>
                  </a:lnTo>
                  <a:close/>
                </a:path>
              </a:pathLst>
            </a:custGeom>
            <a:solidFill>
              <a:srgbClr val="DFB33F"/>
            </a:solidFill>
            <a:ln w="4001">
              <a:solidFill>
                <a:srgbClr val="F0DBA5"/>
              </a:solidFill>
            </a:ln>
          </p:spPr>
        </p:sp>
        <p:sp>
          <p:nvSpPr>
            <p:cNvPr id="4035" name="Match_B3__4034">
              <a:extLst>
                <a:ext uri="{FF2B5EF4-FFF2-40B4-BE49-F238E27FC236}">
                  <a16:creationId xmlns:a16="http://schemas.microsoft.com/office/drawing/2014/main" id="{B578EF91-F358-F303-9025-DA0DBE9B6FF4}"/>
                </a:ext>
              </a:extLst>
            </p:cNvPr>
            <p:cNvSpPr>
              <a:spLocks noGrp="1"/>
            </p:cNvSpPr>
            <p:nvPr/>
          </p:nvSpPr>
          <p:spPr>
            <a:xfrm>
              <a:off x="8390789" y="3328988"/>
              <a:ext cx="342532" cy="406856"/>
            </a:xfrm>
            <a:custGeom>
              <a:avLst/>
              <a:gdLst/>
              <a:ahLst/>
              <a:cxnLst/>
              <a:rect l="0" t="0" r="0" b="0"/>
              <a:pathLst>
                <a:path w="342532" h="406856">
                  <a:moveTo>
                    <a:pt x="56463" y="394776"/>
                  </a:moveTo>
                  <a:lnTo>
                    <a:pt x="82127" y="403302"/>
                  </a:lnTo>
                  <a:lnTo>
                    <a:pt x="82127" y="394776"/>
                  </a:lnTo>
                  <a:close/>
                  <a:moveTo>
                    <a:pt x="56463" y="394776"/>
                  </a:moveTo>
                  <a:lnTo>
                    <a:pt x="82127" y="394776"/>
                  </a:lnTo>
                  <a:lnTo>
                    <a:pt x="52855" y="393437"/>
                  </a:lnTo>
                  <a:close/>
                  <a:moveTo>
                    <a:pt x="111400" y="406856"/>
                  </a:moveTo>
                  <a:lnTo>
                    <a:pt x="111400" y="396413"/>
                  </a:lnTo>
                  <a:lnTo>
                    <a:pt x="82127" y="403302"/>
                  </a:lnTo>
                  <a:close/>
                  <a:moveTo>
                    <a:pt x="111400" y="406856"/>
                  </a:moveTo>
                  <a:lnTo>
                    <a:pt x="140672" y="406219"/>
                  </a:lnTo>
                  <a:lnTo>
                    <a:pt x="140672" y="396415"/>
                  </a:lnTo>
                  <a:close/>
                  <a:moveTo>
                    <a:pt x="140672" y="406219"/>
                  </a:moveTo>
                  <a:lnTo>
                    <a:pt x="169945" y="402613"/>
                  </a:lnTo>
                  <a:lnTo>
                    <a:pt x="140672" y="396415"/>
                  </a:lnTo>
                  <a:close/>
                  <a:moveTo>
                    <a:pt x="199218" y="394776"/>
                  </a:moveTo>
                  <a:lnTo>
                    <a:pt x="169945" y="402613"/>
                  </a:lnTo>
                  <a:lnTo>
                    <a:pt x="199218" y="396559"/>
                  </a:lnTo>
                  <a:close/>
                  <a:moveTo>
                    <a:pt x="199218" y="394776"/>
                  </a:moveTo>
                  <a:lnTo>
                    <a:pt x="169945" y="394776"/>
                  </a:lnTo>
                  <a:lnTo>
                    <a:pt x="169945" y="402613"/>
                  </a:lnTo>
                  <a:close/>
                  <a:moveTo>
                    <a:pt x="199218" y="394776"/>
                  </a:moveTo>
                  <a:lnTo>
                    <a:pt x="199218" y="396559"/>
                  </a:lnTo>
                  <a:lnTo>
                    <a:pt x="205605" y="394776"/>
                  </a:lnTo>
                  <a:close/>
                  <a:moveTo>
                    <a:pt x="199218" y="388403"/>
                  </a:moveTo>
                  <a:lnTo>
                    <a:pt x="205605" y="394776"/>
                  </a:lnTo>
                  <a:lnTo>
                    <a:pt x="228490" y="389005"/>
                  </a:lnTo>
                  <a:close/>
                  <a:moveTo>
                    <a:pt x="17760" y="367837"/>
                  </a:moveTo>
                  <a:lnTo>
                    <a:pt x="23582" y="373596"/>
                  </a:lnTo>
                  <a:lnTo>
                    <a:pt x="23582" y="367837"/>
                  </a:lnTo>
                  <a:close/>
                  <a:moveTo>
                    <a:pt x="2620" y="340899"/>
                  </a:moveTo>
                  <a:lnTo>
                    <a:pt x="17760" y="367837"/>
                  </a:lnTo>
                  <a:lnTo>
                    <a:pt x="17340" y="340899"/>
                  </a:lnTo>
                  <a:close/>
                  <a:moveTo>
                    <a:pt x="52855" y="393437"/>
                  </a:moveTo>
                  <a:lnTo>
                    <a:pt x="52855" y="380092"/>
                  </a:lnTo>
                  <a:lnTo>
                    <a:pt x="23582" y="373596"/>
                  </a:lnTo>
                  <a:close/>
                  <a:moveTo>
                    <a:pt x="228490" y="389005"/>
                  </a:moveTo>
                  <a:lnTo>
                    <a:pt x="257763" y="378257"/>
                  </a:lnTo>
                  <a:lnTo>
                    <a:pt x="257763" y="369541"/>
                  </a:lnTo>
                  <a:close/>
                  <a:moveTo>
                    <a:pt x="276704" y="367837"/>
                  </a:moveTo>
                  <a:lnTo>
                    <a:pt x="257763" y="369541"/>
                  </a:lnTo>
                  <a:lnTo>
                    <a:pt x="257763" y="378257"/>
                  </a:lnTo>
                  <a:close/>
                  <a:moveTo>
                    <a:pt x="276704" y="367837"/>
                  </a:moveTo>
                  <a:lnTo>
                    <a:pt x="287035" y="361072"/>
                  </a:lnTo>
                  <a:lnTo>
                    <a:pt x="287035" y="350976"/>
                  </a:lnTo>
                  <a:close/>
                  <a:moveTo>
                    <a:pt x="0" y="313961"/>
                  </a:moveTo>
                  <a:lnTo>
                    <a:pt x="2620" y="340899"/>
                  </a:lnTo>
                  <a:lnTo>
                    <a:pt x="17340" y="340899"/>
                  </a:lnTo>
                  <a:close/>
                  <a:moveTo>
                    <a:pt x="309233" y="340899"/>
                  </a:moveTo>
                  <a:lnTo>
                    <a:pt x="287035" y="350976"/>
                  </a:lnTo>
                  <a:lnTo>
                    <a:pt x="287035" y="361072"/>
                  </a:lnTo>
                  <a:close/>
                  <a:moveTo>
                    <a:pt x="309233" y="340899"/>
                  </a:moveTo>
                  <a:lnTo>
                    <a:pt x="316308" y="330638"/>
                  </a:lnTo>
                  <a:lnTo>
                    <a:pt x="316308" y="314016"/>
                  </a:lnTo>
                  <a:close/>
                  <a:moveTo>
                    <a:pt x="7997" y="287022"/>
                  </a:moveTo>
                  <a:lnTo>
                    <a:pt x="0" y="313961"/>
                  </a:lnTo>
                  <a:lnTo>
                    <a:pt x="13953" y="313961"/>
                  </a:lnTo>
                  <a:close/>
                  <a:moveTo>
                    <a:pt x="326596" y="313961"/>
                  </a:moveTo>
                  <a:lnTo>
                    <a:pt x="316308" y="314016"/>
                  </a:lnTo>
                  <a:lnTo>
                    <a:pt x="316308" y="330638"/>
                  </a:lnTo>
                  <a:close/>
                  <a:moveTo>
                    <a:pt x="316341" y="313961"/>
                  </a:moveTo>
                  <a:lnTo>
                    <a:pt x="326596" y="313961"/>
                  </a:lnTo>
                  <a:lnTo>
                    <a:pt x="335307" y="287022"/>
                  </a:lnTo>
                  <a:close/>
                  <a:moveTo>
                    <a:pt x="23582" y="286427"/>
                  </a:moveTo>
                  <a:lnTo>
                    <a:pt x="23582" y="265806"/>
                  </a:lnTo>
                  <a:lnTo>
                    <a:pt x="7997" y="287022"/>
                  </a:lnTo>
                  <a:close/>
                  <a:moveTo>
                    <a:pt x="23582" y="265806"/>
                  </a:moveTo>
                  <a:lnTo>
                    <a:pt x="23582" y="286427"/>
                  </a:lnTo>
                  <a:lnTo>
                    <a:pt x="28464" y="260084"/>
                  </a:lnTo>
                  <a:close/>
                  <a:moveTo>
                    <a:pt x="325286" y="287022"/>
                  </a:moveTo>
                  <a:lnTo>
                    <a:pt x="335307" y="287022"/>
                  </a:lnTo>
                  <a:lnTo>
                    <a:pt x="339327" y="260084"/>
                  </a:lnTo>
                  <a:close/>
                  <a:moveTo>
                    <a:pt x="52855" y="253606"/>
                  </a:moveTo>
                  <a:lnTo>
                    <a:pt x="52855" y="238804"/>
                  </a:lnTo>
                  <a:lnTo>
                    <a:pt x="28464" y="260084"/>
                  </a:lnTo>
                  <a:close/>
                  <a:moveTo>
                    <a:pt x="52855" y="238804"/>
                  </a:moveTo>
                  <a:lnTo>
                    <a:pt x="52855" y="253606"/>
                  </a:lnTo>
                  <a:lnTo>
                    <a:pt x="60650" y="233146"/>
                  </a:lnTo>
                  <a:close/>
                  <a:moveTo>
                    <a:pt x="328307" y="260084"/>
                  </a:moveTo>
                  <a:lnTo>
                    <a:pt x="339327" y="260084"/>
                  </a:lnTo>
                  <a:lnTo>
                    <a:pt x="341448" y="233146"/>
                  </a:lnTo>
                  <a:close/>
                  <a:moveTo>
                    <a:pt x="82127" y="231428"/>
                  </a:moveTo>
                  <a:lnTo>
                    <a:pt x="82127" y="212901"/>
                  </a:lnTo>
                  <a:lnTo>
                    <a:pt x="60650" y="233146"/>
                  </a:lnTo>
                  <a:close/>
                  <a:moveTo>
                    <a:pt x="82127" y="212901"/>
                  </a:moveTo>
                  <a:lnTo>
                    <a:pt x="82127" y="231428"/>
                  </a:lnTo>
                  <a:lnTo>
                    <a:pt x="89020" y="206208"/>
                  </a:lnTo>
                  <a:close/>
                  <a:moveTo>
                    <a:pt x="328570" y="233146"/>
                  </a:moveTo>
                  <a:lnTo>
                    <a:pt x="341448" y="233146"/>
                  </a:lnTo>
                  <a:lnTo>
                    <a:pt x="342532" y="206208"/>
                  </a:lnTo>
                  <a:close/>
                  <a:moveTo>
                    <a:pt x="89020" y="206208"/>
                  </a:moveTo>
                  <a:lnTo>
                    <a:pt x="108107" y="206208"/>
                  </a:lnTo>
                  <a:lnTo>
                    <a:pt x="94560" y="179269"/>
                  </a:lnTo>
                  <a:close/>
                  <a:moveTo>
                    <a:pt x="327485" y="206208"/>
                  </a:moveTo>
                  <a:lnTo>
                    <a:pt x="342532" y="206208"/>
                  </a:lnTo>
                  <a:lnTo>
                    <a:pt x="341248" y="179269"/>
                  </a:lnTo>
                  <a:close/>
                  <a:moveTo>
                    <a:pt x="82127" y="159205"/>
                  </a:moveTo>
                  <a:lnTo>
                    <a:pt x="94560" y="179269"/>
                  </a:lnTo>
                  <a:lnTo>
                    <a:pt x="93501" y="152331"/>
                  </a:lnTo>
                  <a:close/>
                  <a:moveTo>
                    <a:pt x="341248" y="179269"/>
                  </a:moveTo>
                  <a:lnTo>
                    <a:pt x="334860" y="152331"/>
                  </a:lnTo>
                  <a:lnTo>
                    <a:pt x="323954" y="179269"/>
                  </a:lnTo>
                  <a:close/>
                  <a:moveTo>
                    <a:pt x="77924" y="152331"/>
                  </a:moveTo>
                  <a:lnTo>
                    <a:pt x="82127" y="159205"/>
                  </a:lnTo>
                  <a:lnTo>
                    <a:pt x="82127" y="152331"/>
                  </a:lnTo>
                  <a:close/>
                  <a:moveTo>
                    <a:pt x="53769" y="125393"/>
                  </a:moveTo>
                  <a:lnTo>
                    <a:pt x="77924" y="152331"/>
                  </a:lnTo>
                  <a:lnTo>
                    <a:pt x="64691" y="125393"/>
                  </a:lnTo>
                  <a:close/>
                  <a:moveTo>
                    <a:pt x="316308" y="125393"/>
                  </a:moveTo>
                  <a:lnTo>
                    <a:pt x="334860" y="152331"/>
                  </a:lnTo>
                  <a:lnTo>
                    <a:pt x="319512" y="125393"/>
                  </a:lnTo>
                  <a:close/>
                  <a:moveTo>
                    <a:pt x="316308" y="125393"/>
                  </a:moveTo>
                  <a:lnTo>
                    <a:pt x="316308" y="152331"/>
                  </a:lnTo>
                  <a:lnTo>
                    <a:pt x="334860" y="152331"/>
                  </a:lnTo>
                  <a:close/>
                  <a:moveTo>
                    <a:pt x="53769" y="125393"/>
                  </a:moveTo>
                  <a:lnTo>
                    <a:pt x="64691" y="125393"/>
                  </a:lnTo>
                  <a:lnTo>
                    <a:pt x="52855" y="124086"/>
                  </a:lnTo>
                  <a:close/>
                  <a:moveTo>
                    <a:pt x="316308" y="125393"/>
                  </a:moveTo>
                  <a:lnTo>
                    <a:pt x="319512" y="125393"/>
                  </a:lnTo>
                  <a:lnTo>
                    <a:pt x="316308" y="121765"/>
                  </a:lnTo>
                  <a:close/>
                  <a:moveTo>
                    <a:pt x="287035" y="98454"/>
                  </a:moveTo>
                  <a:lnTo>
                    <a:pt x="316308" y="125393"/>
                  </a:lnTo>
                  <a:lnTo>
                    <a:pt x="291162" y="98454"/>
                  </a:lnTo>
                  <a:close/>
                  <a:moveTo>
                    <a:pt x="291162" y="98454"/>
                  </a:moveTo>
                  <a:lnTo>
                    <a:pt x="316308" y="125393"/>
                  </a:lnTo>
                  <a:lnTo>
                    <a:pt x="316308" y="121765"/>
                  </a:lnTo>
                  <a:close/>
                  <a:moveTo>
                    <a:pt x="46184" y="98454"/>
                  </a:moveTo>
                  <a:lnTo>
                    <a:pt x="37607" y="98454"/>
                  </a:lnTo>
                  <a:lnTo>
                    <a:pt x="52855" y="124086"/>
                  </a:lnTo>
                  <a:close/>
                  <a:moveTo>
                    <a:pt x="32887" y="71516"/>
                  </a:moveTo>
                  <a:lnTo>
                    <a:pt x="37607" y="98454"/>
                  </a:lnTo>
                  <a:lnTo>
                    <a:pt x="46184" y="98454"/>
                  </a:lnTo>
                  <a:close/>
                  <a:moveTo>
                    <a:pt x="257763" y="75262"/>
                  </a:moveTo>
                  <a:lnTo>
                    <a:pt x="252439" y="71516"/>
                  </a:lnTo>
                  <a:lnTo>
                    <a:pt x="231558" y="71516"/>
                  </a:lnTo>
                  <a:close/>
                  <a:moveTo>
                    <a:pt x="257763" y="75262"/>
                  </a:moveTo>
                  <a:lnTo>
                    <a:pt x="257763" y="93786"/>
                  </a:lnTo>
                  <a:lnTo>
                    <a:pt x="287035" y="95264"/>
                  </a:lnTo>
                  <a:close/>
                  <a:moveTo>
                    <a:pt x="287035" y="98454"/>
                  </a:moveTo>
                  <a:lnTo>
                    <a:pt x="291162" y="98454"/>
                  </a:lnTo>
                  <a:lnTo>
                    <a:pt x="287035" y="95264"/>
                  </a:lnTo>
                  <a:close/>
                  <a:moveTo>
                    <a:pt x="39745" y="44578"/>
                  </a:moveTo>
                  <a:lnTo>
                    <a:pt x="32887" y="71516"/>
                  </a:lnTo>
                  <a:lnTo>
                    <a:pt x="40840" y="71516"/>
                  </a:lnTo>
                  <a:close/>
                  <a:moveTo>
                    <a:pt x="228490" y="52907"/>
                  </a:moveTo>
                  <a:lnTo>
                    <a:pt x="231558" y="71516"/>
                  </a:lnTo>
                  <a:lnTo>
                    <a:pt x="252439" y="71516"/>
                  </a:lnTo>
                  <a:close/>
                  <a:moveTo>
                    <a:pt x="228490" y="52907"/>
                  </a:moveTo>
                  <a:lnTo>
                    <a:pt x="218789" y="44578"/>
                  </a:lnTo>
                  <a:lnTo>
                    <a:pt x="204581" y="44578"/>
                  </a:lnTo>
                  <a:close/>
                  <a:moveTo>
                    <a:pt x="52855" y="38887"/>
                  </a:moveTo>
                  <a:lnTo>
                    <a:pt x="52855" y="27534"/>
                  </a:lnTo>
                  <a:lnTo>
                    <a:pt x="39745" y="44578"/>
                  </a:lnTo>
                  <a:close/>
                  <a:moveTo>
                    <a:pt x="52855" y="27534"/>
                  </a:moveTo>
                  <a:lnTo>
                    <a:pt x="52855" y="38887"/>
                  </a:lnTo>
                  <a:lnTo>
                    <a:pt x="64056" y="17639"/>
                  </a:lnTo>
                  <a:close/>
                  <a:moveTo>
                    <a:pt x="199218" y="28817"/>
                  </a:moveTo>
                  <a:lnTo>
                    <a:pt x="204581" y="44578"/>
                  </a:lnTo>
                  <a:lnTo>
                    <a:pt x="218789" y="44578"/>
                  </a:lnTo>
                  <a:close/>
                  <a:moveTo>
                    <a:pt x="182155" y="17639"/>
                  </a:moveTo>
                  <a:lnTo>
                    <a:pt x="169945" y="17639"/>
                  </a:lnTo>
                  <a:lnTo>
                    <a:pt x="199218" y="28817"/>
                  </a:lnTo>
                  <a:close/>
                  <a:moveTo>
                    <a:pt x="82127" y="14596"/>
                  </a:moveTo>
                  <a:lnTo>
                    <a:pt x="82127" y="7071"/>
                  </a:lnTo>
                  <a:lnTo>
                    <a:pt x="64056" y="17639"/>
                  </a:lnTo>
                  <a:close/>
                  <a:moveTo>
                    <a:pt x="111400" y="6723"/>
                  </a:moveTo>
                  <a:lnTo>
                    <a:pt x="111400" y="0"/>
                  </a:lnTo>
                  <a:lnTo>
                    <a:pt x="82127" y="7071"/>
                  </a:lnTo>
                  <a:close/>
                  <a:moveTo>
                    <a:pt x="140672" y="8209"/>
                  </a:moveTo>
                  <a:lnTo>
                    <a:pt x="140672" y="1293"/>
                  </a:lnTo>
                  <a:lnTo>
                    <a:pt x="111400" y="0"/>
                  </a:lnTo>
                  <a:close/>
                  <a:moveTo>
                    <a:pt x="140672" y="1293"/>
                  </a:moveTo>
                  <a:lnTo>
                    <a:pt x="140672" y="8209"/>
                  </a:lnTo>
                  <a:lnTo>
                    <a:pt x="169945" y="10626"/>
                  </a:lnTo>
                  <a:close/>
                  <a:moveTo>
                    <a:pt x="169945" y="17639"/>
                  </a:moveTo>
                  <a:lnTo>
                    <a:pt x="182155" y="17639"/>
                  </a:lnTo>
                  <a:lnTo>
                    <a:pt x="169945" y="10626"/>
                  </a:lnTo>
                  <a:close/>
                </a:path>
              </a:pathLst>
            </a:custGeom>
            <a:solidFill>
              <a:srgbClr val="DFB545"/>
            </a:solidFill>
            <a:ln w="4001">
              <a:solidFill>
                <a:srgbClr val="F0DBA5"/>
              </a:solidFill>
            </a:ln>
          </p:spPr>
        </p:sp>
        <p:sp>
          <p:nvSpPr>
            <p:cNvPr id="4036" name="Match_B3__4035">
              <a:extLst>
                <a:ext uri="{FF2B5EF4-FFF2-40B4-BE49-F238E27FC236}">
                  <a16:creationId xmlns:a16="http://schemas.microsoft.com/office/drawing/2014/main" id="{FDA75837-DBA0-F22A-1195-182C4D77174E}"/>
                </a:ext>
              </a:extLst>
            </p:cNvPr>
            <p:cNvSpPr>
              <a:spLocks noGrp="1"/>
            </p:cNvSpPr>
            <p:nvPr/>
          </p:nvSpPr>
          <p:spPr>
            <a:xfrm>
              <a:off x="8390789" y="3328988"/>
              <a:ext cx="342532" cy="406856"/>
            </a:xfrm>
            <a:custGeom>
              <a:avLst/>
              <a:gdLst/>
              <a:ahLst/>
              <a:cxnLst/>
              <a:rect l="0" t="0" r="0" b="0"/>
              <a:pathLst>
                <a:path w="342532" h="406856">
                  <a:moveTo>
                    <a:pt x="52855" y="393437"/>
                  </a:moveTo>
                  <a:lnTo>
                    <a:pt x="82127" y="394776"/>
                  </a:lnTo>
                  <a:lnTo>
                    <a:pt x="82127" y="391819"/>
                  </a:lnTo>
                  <a:close/>
                  <a:moveTo>
                    <a:pt x="52855" y="393437"/>
                  </a:moveTo>
                  <a:lnTo>
                    <a:pt x="82127" y="391819"/>
                  </a:lnTo>
                  <a:lnTo>
                    <a:pt x="52855" y="380092"/>
                  </a:lnTo>
                  <a:close/>
                  <a:moveTo>
                    <a:pt x="82127" y="403302"/>
                  </a:moveTo>
                  <a:lnTo>
                    <a:pt x="100870" y="394776"/>
                  </a:lnTo>
                  <a:lnTo>
                    <a:pt x="82127" y="394776"/>
                  </a:lnTo>
                  <a:close/>
                  <a:moveTo>
                    <a:pt x="111400" y="396413"/>
                  </a:moveTo>
                  <a:lnTo>
                    <a:pt x="100870" y="394776"/>
                  </a:lnTo>
                  <a:lnTo>
                    <a:pt x="82127" y="403302"/>
                  </a:lnTo>
                  <a:close/>
                  <a:moveTo>
                    <a:pt x="111400" y="396413"/>
                  </a:moveTo>
                  <a:lnTo>
                    <a:pt x="111400" y="406856"/>
                  </a:lnTo>
                  <a:lnTo>
                    <a:pt x="140672" y="396415"/>
                  </a:lnTo>
                  <a:close/>
                  <a:moveTo>
                    <a:pt x="169945" y="402613"/>
                  </a:moveTo>
                  <a:lnTo>
                    <a:pt x="169945" y="394776"/>
                  </a:lnTo>
                  <a:lnTo>
                    <a:pt x="140672" y="396415"/>
                  </a:lnTo>
                  <a:close/>
                  <a:moveTo>
                    <a:pt x="169945" y="394776"/>
                  </a:moveTo>
                  <a:lnTo>
                    <a:pt x="199218" y="394776"/>
                  </a:lnTo>
                  <a:lnTo>
                    <a:pt x="169945" y="393347"/>
                  </a:lnTo>
                  <a:close/>
                  <a:moveTo>
                    <a:pt x="199218" y="394776"/>
                  </a:moveTo>
                  <a:lnTo>
                    <a:pt x="199218" y="388403"/>
                  </a:lnTo>
                  <a:lnTo>
                    <a:pt x="169945" y="393347"/>
                  </a:lnTo>
                  <a:close/>
                  <a:moveTo>
                    <a:pt x="199218" y="394776"/>
                  </a:moveTo>
                  <a:lnTo>
                    <a:pt x="205605" y="394776"/>
                  </a:lnTo>
                  <a:lnTo>
                    <a:pt x="199218" y="388403"/>
                  </a:lnTo>
                  <a:close/>
                  <a:moveTo>
                    <a:pt x="199218" y="388403"/>
                  </a:moveTo>
                  <a:lnTo>
                    <a:pt x="228490" y="389005"/>
                  </a:lnTo>
                  <a:lnTo>
                    <a:pt x="228490" y="381049"/>
                  </a:lnTo>
                  <a:close/>
                  <a:moveTo>
                    <a:pt x="17340" y="340899"/>
                  </a:moveTo>
                  <a:lnTo>
                    <a:pt x="23582" y="367837"/>
                  </a:lnTo>
                  <a:lnTo>
                    <a:pt x="23582" y="351305"/>
                  </a:lnTo>
                  <a:close/>
                  <a:moveTo>
                    <a:pt x="17760" y="367837"/>
                  </a:moveTo>
                  <a:lnTo>
                    <a:pt x="23582" y="367837"/>
                  </a:lnTo>
                  <a:lnTo>
                    <a:pt x="17340" y="340899"/>
                  </a:lnTo>
                  <a:close/>
                  <a:moveTo>
                    <a:pt x="23582" y="373596"/>
                  </a:moveTo>
                  <a:lnTo>
                    <a:pt x="36065" y="367837"/>
                  </a:lnTo>
                  <a:lnTo>
                    <a:pt x="23582" y="367837"/>
                  </a:lnTo>
                  <a:close/>
                  <a:moveTo>
                    <a:pt x="52855" y="380092"/>
                  </a:moveTo>
                  <a:lnTo>
                    <a:pt x="36065" y="367837"/>
                  </a:lnTo>
                  <a:lnTo>
                    <a:pt x="23582" y="373596"/>
                  </a:lnTo>
                  <a:close/>
                  <a:moveTo>
                    <a:pt x="23582" y="367837"/>
                  </a:moveTo>
                  <a:lnTo>
                    <a:pt x="36065" y="367837"/>
                  </a:lnTo>
                  <a:lnTo>
                    <a:pt x="23582" y="351305"/>
                  </a:lnTo>
                  <a:close/>
                  <a:moveTo>
                    <a:pt x="228490" y="381049"/>
                  </a:moveTo>
                  <a:lnTo>
                    <a:pt x="228490" y="389005"/>
                  </a:lnTo>
                  <a:lnTo>
                    <a:pt x="257763" y="369541"/>
                  </a:lnTo>
                  <a:close/>
                  <a:moveTo>
                    <a:pt x="276704" y="367837"/>
                  </a:moveTo>
                  <a:lnTo>
                    <a:pt x="260912" y="367837"/>
                  </a:lnTo>
                  <a:lnTo>
                    <a:pt x="257763" y="369541"/>
                  </a:lnTo>
                  <a:close/>
                  <a:moveTo>
                    <a:pt x="260912" y="367837"/>
                  </a:moveTo>
                  <a:lnTo>
                    <a:pt x="276704" y="367837"/>
                  </a:lnTo>
                  <a:lnTo>
                    <a:pt x="287035" y="350976"/>
                  </a:lnTo>
                  <a:close/>
                  <a:moveTo>
                    <a:pt x="0" y="313961"/>
                  </a:moveTo>
                  <a:lnTo>
                    <a:pt x="17340" y="340899"/>
                  </a:lnTo>
                  <a:lnTo>
                    <a:pt x="13953" y="313961"/>
                  </a:lnTo>
                  <a:close/>
                  <a:moveTo>
                    <a:pt x="309233" y="340899"/>
                  </a:moveTo>
                  <a:lnTo>
                    <a:pt x="298139" y="340899"/>
                  </a:lnTo>
                  <a:lnTo>
                    <a:pt x="287035" y="350976"/>
                  </a:lnTo>
                  <a:close/>
                  <a:moveTo>
                    <a:pt x="298139" y="340899"/>
                  </a:moveTo>
                  <a:lnTo>
                    <a:pt x="309233" y="340899"/>
                  </a:lnTo>
                  <a:lnTo>
                    <a:pt x="316308" y="314016"/>
                  </a:lnTo>
                  <a:close/>
                  <a:moveTo>
                    <a:pt x="7997" y="287022"/>
                  </a:moveTo>
                  <a:lnTo>
                    <a:pt x="13953" y="313961"/>
                  </a:lnTo>
                  <a:lnTo>
                    <a:pt x="23150" y="287022"/>
                  </a:lnTo>
                  <a:close/>
                  <a:moveTo>
                    <a:pt x="326596" y="313961"/>
                  </a:moveTo>
                  <a:lnTo>
                    <a:pt x="316341" y="313961"/>
                  </a:lnTo>
                  <a:lnTo>
                    <a:pt x="316308" y="314016"/>
                  </a:lnTo>
                  <a:close/>
                  <a:moveTo>
                    <a:pt x="325286" y="287022"/>
                  </a:moveTo>
                  <a:lnTo>
                    <a:pt x="316341" y="313961"/>
                  </a:lnTo>
                  <a:lnTo>
                    <a:pt x="335307" y="287022"/>
                  </a:lnTo>
                  <a:close/>
                  <a:moveTo>
                    <a:pt x="23582" y="286427"/>
                  </a:moveTo>
                  <a:lnTo>
                    <a:pt x="7997" y="287022"/>
                  </a:lnTo>
                  <a:lnTo>
                    <a:pt x="23150" y="287022"/>
                  </a:lnTo>
                  <a:close/>
                  <a:moveTo>
                    <a:pt x="23582" y="286427"/>
                  </a:moveTo>
                  <a:lnTo>
                    <a:pt x="45571" y="260084"/>
                  </a:lnTo>
                  <a:lnTo>
                    <a:pt x="28464" y="260084"/>
                  </a:lnTo>
                  <a:close/>
                  <a:moveTo>
                    <a:pt x="328307" y="260084"/>
                  </a:moveTo>
                  <a:lnTo>
                    <a:pt x="325286" y="287022"/>
                  </a:lnTo>
                  <a:lnTo>
                    <a:pt x="339327" y="260084"/>
                  </a:lnTo>
                  <a:close/>
                  <a:moveTo>
                    <a:pt x="52855" y="253606"/>
                  </a:moveTo>
                  <a:lnTo>
                    <a:pt x="28464" y="260084"/>
                  </a:lnTo>
                  <a:lnTo>
                    <a:pt x="45571" y="260084"/>
                  </a:lnTo>
                  <a:close/>
                  <a:moveTo>
                    <a:pt x="52855" y="253606"/>
                  </a:moveTo>
                  <a:lnTo>
                    <a:pt x="80351" y="233146"/>
                  </a:lnTo>
                  <a:lnTo>
                    <a:pt x="60650" y="233146"/>
                  </a:lnTo>
                  <a:close/>
                  <a:moveTo>
                    <a:pt x="328570" y="233146"/>
                  </a:moveTo>
                  <a:lnTo>
                    <a:pt x="328307" y="260084"/>
                  </a:lnTo>
                  <a:lnTo>
                    <a:pt x="341448" y="233146"/>
                  </a:lnTo>
                  <a:close/>
                  <a:moveTo>
                    <a:pt x="82127" y="231428"/>
                  </a:moveTo>
                  <a:lnTo>
                    <a:pt x="60650" y="233146"/>
                  </a:lnTo>
                  <a:lnTo>
                    <a:pt x="80351" y="233146"/>
                  </a:lnTo>
                  <a:close/>
                  <a:moveTo>
                    <a:pt x="82127" y="231428"/>
                  </a:moveTo>
                  <a:lnTo>
                    <a:pt x="108107" y="206208"/>
                  </a:lnTo>
                  <a:lnTo>
                    <a:pt x="89020" y="206208"/>
                  </a:lnTo>
                  <a:close/>
                  <a:moveTo>
                    <a:pt x="327485" y="206208"/>
                  </a:moveTo>
                  <a:lnTo>
                    <a:pt x="328570" y="233146"/>
                  </a:lnTo>
                  <a:lnTo>
                    <a:pt x="342532" y="206208"/>
                  </a:lnTo>
                  <a:close/>
                  <a:moveTo>
                    <a:pt x="94560" y="179269"/>
                  </a:moveTo>
                  <a:lnTo>
                    <a:pt x="111400" y="188132"/>
                  </a:lnTo>
                  <a:lnTo>
                    <a:pt x="111400" y="179269"/>
                  </a:lnTo>
                  <a:close/>
                  <a:moveTo>
                    <a:pt x="108107" y="206208"/>
                  </a:moveTo>
                  <a:lnTo>
                    <a:pt x="111400" y="188132"/>
                  </a:lnTo>
                  <a:lnTo>
                    <a:pt x="94560" y="179269"/>
                  </a:lnTo>
                  <a:close/>
                  <a:moveTo>
                    <a:pt x="323954" y="179269"/>
                  </a:moveTo>
                  <a:lnTo>
                    <a:pt x="327485" y="206208"/>
                  </a:lnTo>
                  <a:lnTo>
                    <a:pt x="341248" y="179269"/>
                  </a:lnTo>
                  <a:close/>
                  <a:moveTo>
                    <a:pt x="82127" y="152331"/>
                  </a:moveTo>
                  <a:lnTo>
                    <a:pt x="82127" y="159205"/>
                  </a:lnTo>
                  <a:lnTo>
                    <a:pt x="93501" y="152331"/>
                  </a:lnTo>
                  <a:close/>
                  <a:moveTo>
                    <a:pt x="93501" y="152331"/>
                  </a:moveTo>
                  <a:lnTo>
                    <a:pt x="94560" y="179269"/>
                  </a:lnTo>
                  <a:lnTo>
                    <a:pt x="111400" y="177037"/>
                  </a:lnTo>
                  <a:close/>
                  <a:moveTo>
                    <a:pt x="111400" y="177037"/>
                  </a:moveTo>
                  <a:lnTo>
                    <a:pt x="94560" y="179269"/>
                  </a:lnTo>
                  <a:lnTo>
                    <a:pt x="111400" y="179269"/>
                  </a:lnTo>
                  <a:close/>
                  <a:moveTo>
                    <a:pt x="334860" y="152331"/>
                  </a:moveTo>
                  <a:lnTo>
                    <a:pt x="316308" y="152331"/>
                  </a:lnTo>
                  <a:lnTo>
                    <a:pt x="323954" y="179269"/>
                  </a:lnTo>
                  <a:close/>
                  <a:moveTo>
                    <a:pt x="64691" y="125393"/>
                  </a:moveTo>
                  <a:lnTo>
                    <a:pt x="82127" y="152331"/>
                  </a:lnTo>
                  <a:lnTo>
                    <a:pt x="82127" y="143162"/>
                  </a:lnTo>
                  <a:close/>
                  <a:moveTo>
                    <a:pt x="77924" y="152331"/>
                  </a:moveTo>
                  <a:lnTo>
                    <a:pt x="82127" y="152331"/>
                  </a:lnTo>
                  <a:lnTo>
                    <a:pt x="64691" y="125393"/>
                  </a:lnTo>
                  <a:close/>
                  <a:moveTo>
                    <a:pt x="82127" y="152331"/>
                  </a:moveTo>
                  <a:lnTo>
                    <a:pt x="93501" y="152331"/>
                  </a:lnTo>
                  <a:lnTo>
                    <a:pt x="82127" y="143162"/>
                  </a:lnTo>
                  <a:close/>
                  <a:moveTo>
                    <a:pt x="316308" y="152331"/>
                  </a:moveTo>
                  <a:lnTo>
                    <a:pt x="316308" y="125393"/>
                  </a:lnTo>
                  <a:lnTo>
                    <a:pt x="314680" y="152331"/>
                  </a:lnTo>
                  <a:close/>
                  <a:moveTo>
                    <a:pt x="316308" y="125393"/>
                  </a:moveTo>
                  <a:lnTo>
                    <a:pt x="295492" y="125393"/>
                  </a:lnTo>
                  <a:lnTo>
                    <a:pt x="314680" y="152331"/>
                  </a:lnTo>
                  <a:close/>
                  <a:moveTo>
                    <a:pt x="64691" y="125393"/>
                  </a:moveTo>
                  <a:lnTo>
                    <a:pt x="52855" y="109366"/>
                  </a:lnTo>
                  <a:lnTo>
                    <a:pt x="52855" y="124086"/>
                  </a:lnTo>
                  <a:close/>
                  <a:moveTo>
                    <a:pt x="287035" y="117253"/>
                  </a:moveTo>
                  <a:lnTo>
                    <a:pt x="295492" y="125393"/>
                  </a:lnTo>
                  <a:lnTo>
                    <a:pt x="287035" y="98454"/>
                  </a:lnTo>
                  <a:close/>
                  <a:moveTo>
                    <a:pt x="295492" y="125393"/>
                  </a:moveTo>
                  <a:lnTo>
                    <a:pt x="316308" y="125393"/>
                  </a:lnTo>
                  <a:lnTo>
                    <a:pt x="287035" y="98454"/>
                  </a:lnTo>
                  <a:close/>
                  <a:moveTo>
                    <a:pt x="46184" y="98454"/>
                  </a:moveTo>
                  <a:lnTo>
                    <a:pt x="52855" y="124086"/>
                  </a:lnTo>
                  <a:lnTo>
                    <a:pt x="52855" y="109366"/>
                  </a:lnTo>
                  <a:close/>
                  <a:moveTo>
                    <a:pt x="32887" y="71516"/>
                  </a:moveTo>
                  <a:lnTo>
                    <a:pt x="46184" y="98454"/>
                  </a:lnTo>
                  <a:lnTo>
                    <a:pt x="40840" y="71516"/>
                  </a:lnTo>
                  <a:close/>
                  <a:moveTo>
                    <a:pt x="257763" y="93786"/>
                  </a:moveTo>
                  <a:lnTo>
                    <a:pt x="257763" y="75262"/>
                  </a:lnTo>
                  <a:lnTo>
                    <a:pt x="231558" y="71516"/>
                  </a:lnTo>
                  <a:close/>
                  <a:moveTo>
                    <a:pt x="287035" y="95264"/>
                  </a:moveTo>
                  <a:lnTo>
                    <a:pt x="263752" y="98454"/>
                  </a:lnTo>
                  <a:lnTo>
                    <a:pt x="287035" y="98454"/>
                  </a:lnTo>
                  <a:close/>
                  <a:moveTo>
                    <a:pt x="257763" y="93786"/>
                  </a:moveTo>
                  <a:lnTo>
                    <a:pt x="263752" y="98454"/>
                  </a:lnTo>
                  <a:lnTo>
                    <a:pt x="287035" y="95264"/>
                  </a:lnTo>
                  <a:close/>
                  <a:moveTo>
                    <a:pt x="287035" y="117253"/>
                  </a:moveTo>
                  <a:lnTo>
                    <a:pt x="287035" y="98454"/>
                  </a:lnTo>
                  <a:lnTo>
                    <a:pt x="263752" y="98454"/>
                  </a:lnTo>
                  <a:close/>
                  <a:moveTo>
                    <a:pt x="39745" y="44578"/>
                  </a:moveTo>
                  <a:lnTo>
                    <a:pt x="40840" y="71516"/>
                  </a:lnTo>
                  <a:lnTo>
                    <a:pt x="48481" y="44578"/>
                  </a:lnTo>
                  <a:close/>
                  <a:moveTo>
                    <a:pt x="228490" y="52907"/>
                  </a:moveTo>
                  <a:lnTo>
                    <a:pt x="228490" y="68744"/>
                  </a:lnTo>
                  <a:lnTo>
                    <a:pt x="231558" y="71516"/>
                  </a:lnTo>
                  <a:close/>
                  <a:moveTo>
                    <a:pt x="228490" y="68744"/>
                  </a:moveTo>
                  <a:lnTo>
                    <a:pt x="228490" y="52907"/>
                  </a:lnTo>
                  <a:lnTo>
                    <a:pt x="204581" y="44578"/>
                  </a:lnTo>
                  <a:close/>
                  <a:moveTo>
                    <a:pt x="52855" y="38887"/>
                  </a:moveTo>
                  <a:lnTo>
                    <a:pt x="39745" y="44578"/>
                  </a:lnTo>
                  <a:lnTo>
                    <a:pt x="48481" y="44578"/>
                  </a:lnTo>
                  <a:close/>
                  <a:moveTo>
                    <a:pt x="52855" y="38887"/>
                  </a:moveTo>
                  <a:lnTo>
                    <a:pt x="76916" y="17639"/>
                  </a:lnTo>
                  <a:lnTo>
                    <a:pt x="64056" y="17639"/>
                  </a:lnTo>
                  <a:close/>
                  <a:moveTo>
                    <a:pt x="199218" y="28817"/>
                  </a:moveTo>
                  <a:lnTo>
                    <a:pt x="199218" y="39870"/>
                  </a:lnTo>
                  <a:lnTo>
                    <a:pt x="204581" y="44578"/>
                  </a:lnTo>
                  <a:close/>
                  <a:moveTo>
                    <a:pt x="199218" y="28817"/>
                  </a:moveTo>
                  <a:lnTo>
                    <a:pt x="169945" y="17639"/>
                  </a:lnTo>
                  <a:lnTo>
                    <a:pt x="169945" y="18898"/>
                  </a:lnTo>
                  <a:close/>
                  <a:moveTo>
                    <a:pt x="199218" y="28817"/>
                  </a:moveTo>
                  <a:lnTo>
                    <a:pt x="169945" y="18898"/>
                  </a:lnTo>
                  <a:lnTo>
                    <a:pt x="199218" y="39870"/>
                  </a:lnTo>
                  <a:close/>
                  <a:moveTo>
                    <a:pt x="82127" y="14596"/>
                  </a:moveTo>
                  <a:lnTo>
                    <a:pt x="64056" y="17639"/>
                  </a:lnTo>
                  <a:lnTo>
                    <a:pt x="76916" y="17639"/>
                  </a:lnTo>
                  <a:close/>
                  <a:moveTo>
                    <a:pt x="111400" y="6723"/>
                  </a:moveTo>
                  <a:lnTo>
                    <a:pt x="82127" y="7071"/>
                  </a:lnTo>
                  <a:lnTo>
                    <a:pt x="82127" y="14596"/>
                  </a:lnTo>
                  <a:close/>
                  <a:moveTo>
                    <a:pt x="140672" y="8209"/>
                  </a:moveTo>
                  <a:lnTo>
                    <a:pt x="111400" y="0"/>
                  </a:lnTo>
                  <a:lnTo>
                    <a:pt x="111400" y="6723"/>
                  </a:lnTo>
                  <a:close/>
                  <a:moveTo>
                    <a:pt x="169945" y="10626"/>
                  </a:moveTo>
                  <a:lnTo>
                    <a:pt x="166960" y="17639"/>
                  </a:lnTo>
                  <a:lnTo>
                    <a:pt x="169945" y="17639"/>
                  </a:lnTo>
                  <a:close/>
                  <a:moveTo>
                    <a:pt x="140672" y="8209"/>
                  </a:moveTo>
                  <a:lnTo>
                    <a:pt x="166960" y="17639"/>
                  </a:lnTo>
                  <a:lnTo>
                    <a:pt x="169945" y="10626"/>
                  </a:lnTo>
                  <a:close/>
                </a:path>
              </a:pathLst>
            </a:custGeom>
            <a:solidFill>
              <a:srgbClr val="E0B74A"/>
            </a:solidFill>
            <a:ln w="4001">
              <a:solidFill>
                <a:srgbClr val="F0DBA5"/>
              </a:solidFill>
            </a:ln>
          </p:spPr>
        </p:sp>
        <p:sp>
          <p:nvSpPr>
            <p:cNvPr id="4037" name="Match_B3__4036">
              <a:extLst>
                <a:ext uri="{FF2B5EF4-FFF2-40B4-BE49-F238E27FC236}">
                  <a16:creationId xmlns:a16="http://schemas.microsoft.com/office/drawing/2014/main" id="{48EAF361-8D47-C739-9148-17E673E9FC58}"/>
                </a:ext>
              </a:extLst>
            </p:cNvPr>
            <p:cNvSpPr>
              <a:spLocks noGrp="1"/>
            </p:cNvSpPr>
            <p:nvPr/>
          </p:nvSpPr>
          <p:spPr>
            <a:xfrm>
              <a:off x="8404742" y="3335710"/>
              <a:ext cx="314617" cy="389692"/>
            </a:xfrm>
            <a:custGeom>
              <a:avLst/>
              <a:gdLst/>
              <a:ahLst/>
              <a:cxnLst/>
              <a:rect l="0" t="0" r="0" b="0"/>
              <a:pathLst>
                <a:path w="314617" h="389692">
                  <a:moveTo>
                    <a:pt x="68174" y="388053"/>
                  </a:moveTo>
                  <a:lnTo>
                    <a:pt x="86917" y="388053"/>
                  </a:lnTo>
                  <a:lnTo>
                    <a:pt x="68174" y="385096"/>
                  </a:lnTo>
                  <a:close/>
                  <a:moveTo>
                    <a:pt x="126719" y="389692"/>
                  </a:moveTo>
                  <a:lnTo>
                    <a:pt x="155992" y="388053"/>
                  </a:lnTo>
                  <a:lnTo>
                    <a:pt x="141414" y="388053"/>
                  </a:lnTo>
                  <a:close/>
                  <a:moveTo>
                    <a:pt x="141414" y="388053"/>
                  </a:moveTo>
                  <a:lnTo>
                    <a:pt x="155992" y="388053"/>
                  </a:lnTo>
                  <a:lnTo>
                    <a:pt x="155992" y="386624"/>
                  </a:lnTo>
                  <a:close/>
                  <a:moveTo>
                    <a:pt x="97447" y="172546"/>
                  </a:moveTo>
                  <a:lnTo>
                    <a:pt x="98997" y="172546"/>
                  </a:lnTo>
                  <a:lnTo>
                    <a:pt x="97447" y="170314"/>
                  </a:lnTo>
                  <a:close/>
                  <a:moveTo>
                    <a:pt x="97447" y="172546"/>
                  </a:moveTo>
                  <a:lnTo>
                    <a:pt x="97447" y="181409"/>
                  </a:lnTo>
                  <a:lnTo>
                    <a:pt x="98997" y="172546"/>
                  </a:lnTo>
                  <a:close/>
                  <a:moveTo>
                    <a:pt x="310001" y="172546"/>
                  </a:moveTo>
                  <a:lnTo>
                    <a:pt x="302355" y="145608"/>
                  </a:lnTo>
                  <a:lnTo>
                    <a:pt x="302355" y="149877"/>
                  </a:lnTo>
                  <a:close/>
                  <a:moveTo>
                    <a:pt x="302355" y="149877"/>
                  </a:moveTo>
                  <a:lnTo>
                    <a:pt x="302355" y="145608"/>
                  </a:lnTo>
                  <a:lnTo>
                    <a:pt x="300727" y="145608"/>
                  </a:lnTo>
                  <a:close/>
                  <a:moveTo>
                    <a:pt x="155992" y="12175"/>
                  </a:moveTo>
                  <a:lnTo>
                    <a:pt x="155992" y="10917"/>
                  </a:lnTo>
                  <a:lnTo>
                    <a:pt x="153007" y="10917"/>
                  </a:lnTo>
                  <a:close/>
                  <a:moveTo>
                    <a:pt x="86917" y="388053"/>
                  </a:moveTo>
                  <a:lnTo>
                    <a:pt x="97447" y="389690"/>
                  </a:lnTo>
                  <a:lnTo>
                    <a:pt x="97447" y="388053"/>
                  </a:lnTo>
                  <a:close/>
                  <a:moveTo>
                    <a:pt x="86917" y="388053"/>
                  </a:moveTo>
                  <a:lnTo>
                    <a:pt x="97447" y="388053"/>
                  </a:lnTo>
                  <a:lnTo>
                    <a:pt x="68174" y="385096"/>
                  </a:lnTo>
                  <a:close/>
                  <a:moveTo>
                    <a:pt x="126719" y="388053"/>
                  </a:moveTo>
                  <a:lnTo>
                    <a:pt x="97447" y="389690"/>
                  </a:lnTo>
                  <a:lnTo>
                    <a:pt x="126719" y="389692"/>
                  </a:lnTo>
                  <a:close/>
                  <a:moveTo>
                    <a:pt x="126719" y="388053"/>
                  </a:moveTo>
                  <a:lnTo>
                    <a:pt x="97447" y="388053"/>
                  </a:lnTo>
                  <a:lnTo>
                    <a:pt x="97447" y="389690"/>
                  </a:lnTo>
                  <a:close/>
                  <a:moveTo>
                    <a:pt x="126719" y="388053"/>
                  </a:moveTo>
                  <a:lnTo>
                    <a:pt x="126719" y="389692"/>
                  </a:lnTo>
                  <a:lnTo>
                    <a:pt x="141414" y="388053"/>
                  </a:lnTo>
                  <a:close/>
                  <a:moveTo>
                    <a:pt x="22112" y="361114"/>
                  </a:moveTo>
                  <a:lnTo>
                    <a:pt x="38902" y="373369"/>
                  </a:lnTo>
                  <a:lnTo>
                    <a:pt x="38902" y="361114"/>
                  </a:lnTo>
                  <a:close/>
                  <a:moveTo>
                    <a:pt x="243810" y="361114"/>
                  </a:moveTo>
                  <a:lnTo>
                    <a:pt x="214537" y="374326"/>
                  </a:lnTo>
                  <a:lnTo>
                    <a:pt x="243810" y="362818"/>
                  </a:lnTo>
                  <a:close/>
                  <a:moveTo>
                    <a:pt x="243810" y="361114"/>
                  </a:moveTo>
                  <a:lnTo>
                    <a:pt x="243810" y="362818"/>
                  </a:lnTo>
                  <a:lnTo>
                    <a:pt x="246959" y="361114"/>
                  </a:lnTo>
                  <a:close/>
                  <a:moveTo>
                    <a:pt x="246959" y="361114"/>
                  </a:moveTo>
                  <a:lnTo>
                    <a:pt x="273082" y="344253"/>
                  </a:lnTo>
                  <a:lnTo>
                    <a:pt x="243810" y="361114"/>
                  </a:lnTo>
                  <a:close/>
                  <a:moveTo>
                    <a:pt x="3387" y="334176"/>
                  </a:moveTo>
                  <a:lnTo>
                    <a:pt x="9629" y="344583"/>
                  </a:lnTo>
                  <a:lnTo>
                    <a:pt x="9629" y="334176"/>
                  </a:lnTo>
                  <a:close/>
                  <a:moveTo>
                    <a:pt x="0" y="307238"/>
                  </a:moveTo>
                  <a:lnTo>
                    <a:pt x="9629" y="334176"/>
                  </a:lnTo>
                  <a:lnTo>
                    <a:pt x="9629" y="307238"/>
                  </a:lnTo>
                  <a:close/>
                  <a:moveTo>
                    <a:pt x="0" y="307238"/>
                  </a:moveTo>
                  <a:lnTo>
                    <a:pt x="3387" y="334176"/>
                  </a:lnTo>
                  <a:lnTo>
                    <a:pt x="9629" y="334176"/>
                  </a:lnTo>
                  <a:close/>
                  <a:moveTo>
                    <a:pt x="273082" y="334176"/>
                  </a:moveTo>
                  <a:lnTo>
                    <a:pt x="273082" y="344253"/>
                  </a:lnTo>
                  <a:lnTo>
                    <a:pt x="284186" y="334176"/>
                  </a:lnTo>
                  <a:close/>
                  <a:moveTo>
                    <a:pt x="284186" y="334176"/>
                  </a:moveTo>
                  <a:lnTo>
                    <a:pt x="302355" y="307293"/>
                  </a:lnTo>
                  <a:lnTo>
                    <a:pt x="273082" y="334176"/>
                  </a:lnTo>
                  <a:close/>
                  <a:moveTo>
                    <a:pt x="9197" y="280299"/>
                  </a:moveTo>
                  <a:lnTo>
                    <a:pt x="9629" y="307238"/>
                  </a:lnTo>
                  <a:lnTo>
                    <a:pt x="9629" y="280299"/>
                  </a:lnTo>
                  <a:close/>
                  <a:moveTo>
                    <a:pt x="9197" y="280299"/>
                  </a:moveTo>
                  <a:lnTo>
                    <a:pt x="0" y="307238"/>
                  </a:lnTo>
                  <a:lnTo>
                    <a:pt x="9629" y="307238"/>
                  </a:lnTo>
                  <a:close/>
                  <a:moveTo>
                    <a:pt x="302355" y="307238"/>
                  </a:moveTo>
                  <a:lnTo>
                    <a:pt x="302355" y="307293"/>
                  </a:lnTo>
                  <a:lnTo>
                    <a:pt x="302388" y="307238"/>
                  </a:lnTo>
                  <a:close/>
                  <a:moveTo>
                    <a:pt x="302355" y="280299"/>
                  </a:moveTo>
                  <a:lnTo>
                    <a:pt x="302388" y="307238"/>
                  </a:lnTo>
                  <a:lnTo>
                    <a:pt x="311333" y="280299"/>
                  </a:lnTo>
                  <a:close/>
                  <a:moveTo>
                    <a:pt x="302355" y="280299"/>
                  </a:moveTo>
                  <a:lnTo>
                    <a:pt x="302355" y="307238"/>
                  </a:lnTo>
                  <a:lnTo>
                    <a:pt x="302388" y="307238"/>
                  </a:lnTo>
                  <a:close/>
                  <a:moveTo>
                    <a:pt x="9629" y="279704"/>
                  </a:moveTo>
                  <a:lnTo>
                    <a:pt x="9197" y="280299"/>
                  </a:lnTo>
                  <a:lnTo>
                    <a:pt x="9629" y="280299"/>
                  </a:lnTo>
                  <a:close/>
                  <a:moveTo>
                    <a:pt x="9629" y="280299"/>
                  </a:moveTo>
                  <a:lnTo>
                    <a:pt x="31618" y="253361"/>
                  </a:lnTo>
                  <a:lnTo>
                    <a:pt x="9629" y="279704"/>
                  </a:lnTo>
                  <a:close/>
                  <a:moveTo>
                    <a:pt x="38902" y="253361"/>
                  </a:moveTo>
                  <a:lnTo>
                    <a:pt x="31618" y="253361"/>
                  </a:lnTo>
                  <a:lnTo>
                    <a:pt x="9629" y="280299"/>
                  </a:lnTo>
                  <a:close/>
                  <a:moveTo>
                    <a:pt x="302355" y="253361"/>
                  </a:moveTo>
                  <a:lnTo>
                    <a:pt x="311333" y="280299"/>
                  </a:lnTo>
                  <a:lnTo>
                    <a:pt x="314354" y="253361"/>
                  </a:lnTo>
                  <a:close/>
                  <a:moveTo>
                    <a:pt x="38902" y="246883"/>
                  </a:moveTo>
                  <a:lnTo>
                    <a:pt x="31618" y="253361"/>
                  </a:lnTo>
                  <a:lnTo>
                    <a:pt x="38902" y="253361"/>
                  </a:lnTo>
                  <a:close/>
                  <a:moveTo>
                    <a:pt x="302355" y="226423"/>
                  </a:moveTo>
                  <a:lnTo>
                    <a:pt x="314354" y="253361"/>
                  </a:lnTo>
                  <a:lnTo>
                    <a:pt x="314617" y="226423"/>
                  </a:lnTo>
                  <a:close/>
                  <a:moveTo>
                    <a:pt x="68174" y="224705"/>
                  </a:moveTo>
                  <a:lnTo>
                    <a:pt x="66398" y="226423"/>
                  </a:lnTo>
                  <a:lnTo>
                    <a:pt x="68174" y="226423"/>
                  </a:lnTo>
                  <a:close/>
                  <a:moveTo>
                    <a:pt x="68174" y="226423"/>
                  </a:moveTo>
                  <a:lnTo>
                    <a:pt x="94154" y="199485"/>
                  </a:lnTo>
                  <a:lnTo>
                    <a:pt x="68174" y="224705"/>
                  </a:lnTo>
                  <a:close/>
                  <a:moveTo>
                    <a:pt x="97447" y="199485"/>
                  </a:moveTo>
                  <a:lnTo>
                    <a:pt x="94154" y="199485"/>
                  </a:lnTo>
                  <a:lnTo>
                    <a:pt x="68174" y="226423"/>
                  </a:lnTo>
                  <a:close/>
                  <a:moveTo>
                    <a:pt x="302355" y="199485"/>
                  </a:moveTo>
                  <a:lnTo>
                    <a:pt x="314617" y="226423"/>
                  </a:lnTo>
                  <a:lnTo>
                    <a:pt x="313532" y="199485"/>
                  </a:lnTo>
                  <a:close/>
                  <a:moveTo>
                    <a:pt x="97447" y="181409"/>
                  </a:moveTo>
                  <a:lnTo>
                    <a:pt x="94154" y="199485"/>
                  </a:lnTo>
                  <a:lnTo>
                    <a:pt x="97447" y="199485"/>
                  </a:lnTo>
                  <a:close/>
                  <a:moveTo>
                    <a:pt x="97447" y="199485"/>
                  </a:moveTo>
                  <a:lnTo>
                    <a:pt x="98997" y="172546"/>
                  </a:lnTo>
                  <a:lnTo>
                    <a:pt x="97447" y="181409"/>
                  </a:lnTo>
                  <a:close/>
                  <a:moveTo>
                    <a:pt x="126719" y="172546"/>
                  </a:moveTo>
                  <a:lnTo>
                    <a:pt x="98997" y="172546"/>
                  </a:lnTo>
                  <a:lnTo>
                    <a:pt x="97447" y="199485"/>
                  </a:lnTo>
                  <a:close/>
                  <a:moveTo>
                    <a:pt x="302355" y="172546"/>
                  </a:moveTo>
                  <a:lnTo>
                    <a:pt x="313532" y="199485"/>
                  </a:lnTo>
                  <a:lnTo>
                    <a:pt x="310001" y="172546"/>
                  </a:lnTo>
                  <a:close/>
                  <a:moveTo>
                    <a:pt x="302355" y="172546"/>
                  </a:moveTo>
                  <a:lnTo>
                    <a:pt x="302355" y="199485"/>
                  </a:lnTo>
                  <a:lnTo>
                    <a:pt x="313532" y="199485"/>
                  </a:lnTo>
                  <a:close/>
                  <a:moveTo>
                    <a:pt x="126719" y="172546"/>
                  </a:moveTo>
                  <a:lnTo>
                    <a:pt x="97447" y="170314"/>
                  </a:lnTo>
                  <a:lnTo>
                    <a:pt x="98997" y="172546"/>
                  </a:lnTo>
                  <a:close/>
                  <a:moveTo>
                    <a:pt x="302355" y="172546"/>
                  </a:moveTo>
                  <a:lnTo>
                    <a:pt x="310001" y="172546"/>
                  </a:lnTo>
                  <a:lnTo>
                    <a:pt x="302355" y="149877"/>
                  </a:lnTo>
                  <a:close/>
                  <a:moveTo>
                    <a:pt x="300727" y="145608"/>
                  </a:moveTo>
                  <a:lnTo>
                    <a:pt x="302355" y="172546"/>
                  </a:lnTo>
                  <a:lnTo>
                    <a:pt x="302355" y="149877"/>
                  </a:lnTo>
                  <a:close/>
                  <a:moveTo>
                    <a:pt x="79548" y="145608"/>
                  </a:moveTo>
                  <a:lnTo>
                    <a:pt x="97447" y="170314"/>
                  </a:lnTo>
                  <a:lnTo>
                    <a:pt x="97447" y="145608"/>
                  </a:lnTo>
                  <a:close/>
                  <a:moveTo>
                    <a:pt x="273082" y="118670"/>
                  </a:moveTo>
                  <a:lnTo>
                    <a:pt x="300727" y="145608"/>
                  </a:lnTo>
                  <a:lnTo>
                    <a:pt x="281539" y="118670"/>
                  </a:lnTo>
                  <a:close/>
                  <a:moveTo>
                    <a:pt x="50738" y="118670"/>
                  </a:moveTo>
                  <a:lnTo>
                    <a:pt x="68174" y="136439"/>
                  </a:lnTo>
                  <a:lnTo>
                    <a:pt x="68174" y="118670"/>
                  </a:lnTo>
                  <a:close/>
                  <a:moveTo>
                    <a:pt x="243810" y="91731"/>
                  </a:moveTo>
                  <a:lnTo>
                    <a:pt x="273082" y="110530"/>
                  </a:lnTo>
                  <a:lnTo>
                    <a:pt x="249799" y="91731"/>
                  </a:lnTo>
                  <a:close/>
                  <a:moveTo>
                    <a:pt x="273082" y="118670"/>
                  </a:moveTo>
                  <a:lnTo>
                    <a:pt x="273082" y="110530"/>
                  </a:lnTo>
                  <a:lnTo>
                    <a:pt x="243810" y="91731"/>
                  </a:lnTo>
                  <a:close/>
                  <a:moveTo>
                    <a:pt x="273082" y="118670"/>
                  </a:moveTo>
                  <a:lnTo>
                    <a:pt x="281539" y="118670"/>
                  </a:lnTo>
                  <a:lnTo>
                    <a:pt x="273082" y="110530"/>
                  </a:lnTo>
                  <a:close/>
                  <a:moveTo>
                    <a:pt x="32231" y="91731"/>
                  </a:moveTo>
                  <a:lnTo>
                    <a:pt x="38902" y="102643"/>
                  </a:lnTo>
                  <a:lnTo>
                    <a:pt x="38902" y="91731"/>
                  </a:lnTo>
                  <a:close/>
                  <a:moveTo>
                    <a:pt x="26887" y="64793"/>
                  </a:moveTo>
                  <a:lnTo>
                    <a:pt x="32231" y="91731"/>
                  </a:lnTo>
                  <a:lnTo>
                    <a:pt x="38902" y="91731"/>
                  </a:lnTo>
                  <a:close/>
                  <a:moveTo>
                    <a:pt x="214537" y="64793"/>
                  </a:moveTo>
                  <a:lnTo>
                    <a:pt x="243810" y="87063"/>
                  </a:lnTo>
                  <a:lnTo>
                    <a:pt x="217605" y="64793"/>
                  </a:lnTo>
                  <a:close/>
                  <a:moveTo>
                    <a:pt x="243810" y="91731"/>
                  </a:moveTo>
                  <a:lnTo>
                    <a:pt x="243810" y="87063"/>
                  </a:lnTo>
                  <a:lnTo>
                    <a:pt x="214537" y="64793"/>
                  </a:lnTo>
                  <a:close/>
                  <a:moveTo>
                    <a:pt x="243810" y="91731"/>
                  </a:moveTo>
                  <a:lnTo>
                    <a:pt x="249799" y="91731"/>
                  </a:lnTo>
                  <a:lnTo>
                    <a:pt x="243810" y="87063"/>
                  </a:lnTo>
                  <a:close/>
                  <a:moveTo>
                    <a:pt x="34528" y="37855"/>
                  </a:moveTo>
                  <a:lnTo>
                    <a:pt x="38902" y="64793"/>
                  </a:lnTo>
                  <a:lnTo>
                    <a:pt x="38902" y="37855"/>
                  </a:lnTo>
                  <a:close/>
                  <a:moveTo>
                    <a:pt x="34528" y="37855"/>
                  </a:moveTo>
                  <a:lnTo>
                    <a:pt x="26887" y="64793"/>
                  </a:lnTo>
                  <a:lnTo>
                    <a:pt x="38902" y="64793"/>
                  </a:lnTo>
                  <a:close/>
                  <a:moveTo>
                    <a:pt x="185265" y="37855"/>
                  </a:moveTo>
                  <a:lnTo>
                    <a:pt x="214537" y="62021"/>
                  </a:lnTo>
                  <a:lnTo>
                    <a:pt x="190628" y="37855"/>
                  </a:lnTo>
                  <a:close/>
                  <a:moveTo>
                    <a:pt x="214537" y="64793"/>
                  </a:moveTo>
                  <a:lnTo>
                    <a:pt x="214537" y="62021"/>
                  </a:lnTo>
                  <a:lnTo>
                    <a:pt x="185265" y="37855"/>
                  </a:lnTo>
                  <a:close/>
                  <a:moveTo>
                    <a:pt x="214537" y="64793"/>
                  </a:moveTo>
                  <a:lnTo>
                    <a:pt x="217605" y="64793"/>
                  </a:lnTo>
                  <a:lnTo>
                    <a:pt x="214537" y="62021"/>
                  </a:lnTo>
                  <a:close/>
                  <a:moveTo>
                    <a:pt x="38902" y="32164"/>
                  </a:moveTo>
                  <a:lnTo>
                    <a:pt x="34528" y="37855"/>
                  </a:lnTo>
                  <a:lnTo>
                    <a:pt x="38902" y="37855"/>
                  </a:lnTo>
                  <a:close/>
                  <a:moveTo>
                    <a:pt x="153007" y="10917"/>
                  </a:moveTo>
                  <a:lnTo>
                    <a:pt x="126719" y="10917"/>
                  </a:lnTo>
                  <a:lnTo>
                    <a:pt x="155992" y="12175"/>
                  </a:lnTo>
                  <a:close/>
                  <a:moveTo>
                    <a:pt x="185265" y="37855"/>
                  </a:moveTo>
                  <a:lnTo>
                    <a:pt x="190628" y="37855"/>
                  </a:lnTo>
                  <a:lnTo>
                    <a:pt x="185265" y="33147"/>
                  </a:lnTo>
                  <a:close/>
                  <a:moveTo>
                    <a:pt x="68174" y="7873"/>
                  </a:moveTo>
                  <a:lnTo>
                    <a:pt x="62963" y="10917"/>
                  </a:lnTo>
                  <a:lnTo>
                    <a:pt x="68174" y="10917"/>
                  </a:lnTo>
                  <a:close/>
                  <a:moveTo>
                    <a:pt x="68174" y="10917"/>
                  </a:moveTo>
                  <a:lnTo>
                    <a:pt x="97447" y="0"/>
                  </a:lnTo>
                  <a:lnTo>
                    <a:pt x="68174" y="7873"/>
                  </a:lnTo>
                  <a:close/>
                  <a:moveTo>
                    <a:pt x="68174" y="10917"/>
                  </a:moveTo>
                  <a:lnTo>
                    <a:pt x="97447" y="10917"/>
                  </a:lnTo>
                  <a:lnTo>
                    <a:pt x="97447" y="0"/>
                  </a:lnTo>
                  <a:close/>
                  <a:moveTo>
                    <a:pt x="97447" y="10917"/>
                  </a:moveTo>
                  <a:lnTo>
                    <a:pt x="126719" y="1486"/>
                  </a:lnTo>
                  <a:lnTo>
                    <a:pt x="97447" y="0"/>
                  </a:lnTo>
                  <a:close/>
                  <a:moveTo>
                    <a:pt x="126719" y="10917"/>
                  </a:moveTo>
                  <a:lnTo>
                    <a:pt x="153007" y="10917"/>
                  </a:lnTo>
                  <a:lnTo>
                    <a:pt x="126719" y="1486"/>
                  </a:lnTo>
                  <a:close/>
                </a:path>
              </a:pathLst>
            </a:custGeom>
            <a:solidFill>
              <a:srgbClr val="E1B94F"/>
            </a:solidFill>
            <a:ln w="4001">
              <a:solidFill>
                <a:srgbClr val="F0DBA5"/>
              </a:solidFill>
            </a:ln>
          </p:spPr>
        </p:sp>
        <p:sp>
          <p:nvSpPr>
            <p:cNvPr id="4038" name="Match_B3__4037">
              <a:extLst>
                <a:ext uri="{FF2B5EF4-FFF2-40B4-BE49-F238E27FC236}">
                  <a16:creationId xmlns:a16="http://schemas.microsoft.com/office/drawing/2014/main" id="{5E487379-E22E-9D35-7641-7B0167DE32E5}"/>
                </a:ext>
              </a:extLst>
            </p:cNvPr>
            <p:cNvSpPr>
              <a:spLocks noGrp="1"/>
            </p:cNvSpPr>
            <p:nvPr/>
          </p:nvSpPr>
          <p:spPr>
            <a:xfrm>
              <a:off x="8414371" y="3337196"/>
              <a:ext cx="304988" cy="386567"/>
            </a:xfrm>
            <a:custGeom>
              <a:avLst/>
              <a:gdLst/>
              <a:ahLst/>
              <a:cxnLst/>
              <a:rect l="0" t="0" r="0" b="0"/>
              <a:pathLst>
                <a:path w="304988" h="386567">
                  <a:moveTo>
                    <a:pt x="58545" y="383610"/>
                  </a:moveTo>
                  <a:lnTo>
                    <a:pt x="87818" y="386567"/>
                  </a:lnTo>
                  <a:lnTo>
                    <a:pt x="87818" y="367650"/>
                  </a:lnTo>
                  <a:close/>
                  <a:moveTo>
                    <a:pt x="58545" y="383610"/>
                  </a:moveTo>
                  <a:lnTo>
                    <a:pt x="87818" y="367650"/>
                  </a:lnTo>
                  <a:lnTo>
                    <a:pt x="58545" y="360243"/>
                  </a:lnTo>
                  <a:close/>
                  <a:moveTo>
                    <a:pt x="87818" y="386567"/>
                  </a:moveTo>
                  <a:lnTo>
                    <a:pt x="117090" y="386567"/>
                  </a:lnTo>
                  <a:lnTo>
                    <a:pt x="87818" y="367650"/>
                  </a:lnTo>
                  <a:close/>
                  <a:moveTo>
                    <a:pt x="117090" y="386567"/>
                  </a:moveTo>
                  <a:lnTo>
                    <a:pt x="117090" y="369352"/>
                  </a:lnTo>
                  <a:lnTo>
                    <a:pt x="87818" y="367650"/>
                  </a:lnTo>
                  <a:close/>
                  <a:moveTo>
                    <a:pt x="117090" y="386567"/>
                  </a:moveTo>
                  <a:lnTo>
                    <a:pt x="131785" y="386567"/>
                  </a:lnTo>
                  <a:lnTo>
                    <a:pt x="117090" y="369352"/>
                  </a:lnTo>
                  <a:close/>
                  <a:moveTo>
                    <a:pt x="117090" y="369352"/>
                  </a:moveTo>
                  <a:lnTo>
                    <a:pt x="131785" y="386567"/>
                  </a:lnTo>
                  <a:lnTo>
                    <a:pt x="146363" y="385138"/>
                  </a:lnTo>
                  <a:close/>
                  <a:moveTo>
                    <a:pt x="117090" y="369352"/>
                  </a:moveTo>
                  <a:lnTo>
                    <a:pt x="146363" y="385138"/>
                  </a:lnTo>
                  <a:lnTo>
                    <a:pt x="146363" y="367484"/>
                  </a:lnTo>
                  <a:close/>
                  <a:moveTo>
                    <a:pt x="0" y="332690"/>
                  </a:moveTo>
                  <a:lnTo>
                    <a:pt x="0" y="343097"/>
                  </a:lnTo>
                  <a:lnTo>
                    <a:pt x="25180" y="332690"/>
                  </a:lnTo>
                  <a:close/>
                  <a:moveTo>
                    <a:pt x="0" y="343097"/>
                  </a:moveTo>
                  <a:lnTo>
                    <a:pt x="12482" y="359629"/>
                  </a:lnTo>
                  <a:lnTo>
                    <a:pt x="25180" y="332690"/>
                  </a:lnTo>
                  <a:close/>
                  <a:moveTo>
                    <a:pt x="25180" y="332690"/>
                  </a:moveTo>
                  <a:lnTo>
                    <a:pt x="12482" y="359629"/>
                  </a:lnTo>
                  <a:lnTo>
                    <a:pt x="29273" y="337720"/>
                  </a:lnTo>
                  <a:close/>
                  <a:moveTo>
                    <a:pt x="29273" y="337720"/>
                  </a:moveTo>
                  <a:lnTo>
                    <a:pt x="12482" y="359629"/>
                  </a:lnTo>
                  <a:lnTo>
                    <a:pt x="29273" y="359629"/>
                  </a:lnTo>
                  <a:close/>
                  <a:moveTo>
                    <a:pt x="29273" y="371884"/>
                  </a:moveTo>
                  <a:lnTo>
                    <a:pt x="57274" y="359629"/>
                  </a:lnTo>
                  <a:lnTo>
                    <a:pt x="29273" y="359629"/>
                  </a:lnTo>
                  <a:close/>
                  <a:moveTo>
                    <a:pt x="58545" y="360243"/>
                  </a:moveTo>
                  <a:lnTo>
                    <a:pt x="57274" y="359629"/>
                  </a:lnTo>
                  <a:lnTo>
                    <a:pt x="29273" y="371884"/>
                  </a:lnTo>
                  <a:close/>
                  <a:moveTo>
                    <a:pt x="58545" y="383610"/>
                  </a:moveTo>
                  <a:lnTo>
                    <a:pt x="58545" y="360243"/>
                  </a:lnTo>
                  <a:lnTo>
                    <a:pt x="29273" y="371884"/>
                  </a:lnTo>
                  <a:close/>
                  <a:moveTo>
                    <a:pt x="146363" y="385138"/>
                  </a:moveTo>
                  <a:lnTo>
                    <a:pt x="175636" y="380194"/>
                  </a:lnTo>
                  <a:lnTo>
                    <a:pt x="175636" y="362870"/>
                  </a:lnTo>
                  <a:close/>
                  <a:moveTo>
                    <a:pt x="146363" y="367484"/>
                  </a:moveTo>
                  <a:lnTo>
                    <a:pt x="146363" y="385138"/>
                  </a:lnTo>
                  <a:lnTo>
                    <a:pt x="175636" y="362870"/>
                  </a:lnTo>
                  <a:close/>
                  <a:moveTo>
                    <a:pt x="204908" y="372840"/>
                  </a:moveTo>
                  <a:lnTo>
                    <a:pt x="204908" y="359629"/>
                  </a:lnTo>
                  <a:lnTo>
                    <a:pt x="175636" y="362870"/>
                  </a:lnTo>
                  <a:close/>
                  <a:moveTo>
                    <a:pt x="175636" y="380194"/>
                  </a:moveTo>
                  <a:lnTo>
                    <a:pt x="204908" y="372840"/>
                  </a:lnTo>
                  <a:lnTo>
                    <a:pt x="175636" y="362870"/>
                  </a:lnTo>
                  <a:close/>
                  <a:moveTo>
                    <a:pt x="234181" y="359629"/>
                  </a:moveTo>
                  <a:lnTo>
                    <a:pt x="204908" y="359629"/>
                  </a:lnTo>
                  <a:lnTo>
                    <a:pt x="204908" y="372840"/>
                  </a:lnTo>
                  <a:close/>
                  <a:moveTo>
                    <a:pt x="204908" y="359629"/>
                  </a:moveTo>
                  <a:lnTo>
                    <a:pt x="234181" y="359629"/>
                  </a:lnTo>
                  <a:lnTo>
                    <a:pt x="204908" y="354881"/>
                  </a:lnTo>
                  <a:close/>
                  <a:moveTo>
                    <a:pt x="234181" y="359629"/>
                  </a:moveTo>
                  <a:lnTo>
                    <a:pt x="234181" y="341733"/>
                  </a:lnTo>
                  <a:lnTo>
                    <a:pt x="204908" y="354881"/>
                  </a:lnTo>
                  <a:close/>
                  <a:moveTo>
                    <a:pt x="234181" y="341733"/>
                  </a:moveTo>
                  <a:lnTo>
                    <a:pt x="263453" y="342767"/>
                  </a:lnTo>
                  <a:lnTo>
                    <a:pt x="263453" y="332690"/>
                  </a:lnTo>
                  <a:close/>
                  <a:moveTo>
                    <a:pt x="234181" y="359629"/>
                  </a:moveTo>
                  <a:lnTo>
                    <a:pt x="263453" y="342767"/>
                  </a:lnTo>
                  <a:lnTo>
                    <a:pt x="234181" y="341733"/>
                  </a:lnTo>
                  <a:close/>
                  <a:moveTo>
                    <a:pt x="19636" y="305752"/>
                  </a:moveTo>
                  <a:lnTo>
                    <a:pt x="0" y="305752"/>
                  </a:lnTo>
                  <a:lnTo>
                    <a:pt x="0" y="332690"/>
                  </a:lnTo>
                  <a:close/>
                  <a:moveTo>
                    <a:pt x="263453" y="315740"/>
                  </a:moveTo>
                  <a:lnTo>
                    <a:pt x="292726" y="305752"/>
                  </a:lnTo>
                  <a:lnTo>
                    <a:pt x="270782" y="305752"/>
                  </a:lnTo>
                  <a:close/>
                  <a:moveTo>
                    <a:pt x="263453" y="315740"/>
                  </a:moveTo>
                  <a:lnTo>
                    <a:pt x="292726" y="305807"/>
                  </a:lnTo>
                  <a:lnTo>
                    <a:pt x="292726" y="305752"/>
                  </a:lnTo>
                  <a:close/>
                  <a:moveTo>
                    <a:pt x="263453" y="332690"/>
                  </a:moveTo>
                  <a:lnTo>
                    <a:pt x="292726" y="305807"/>
                  </a:lnTo>
                  <a:lnTo>
                    <a:pt x="263453" y="315740"/>
                  </a:lnTo>
                  <a:close/>
                  <a:moveTo>
                    <a:pt x="0" y="305752"/>
                  </a:moveTo>
                  <a:lnTo>
                    <a:pt x="29273" y="278814"/>
                  </a:lnTo>
                  <a:lnTo>
                    <a:pt x="0" y="278814"/>
                  </a:lnTo>
                  <a:close/>
                  <a:moveTo>
                    <a:pt x="292726" y="305752"/>
                  </a:moveTo>
                  <a:lnTo>
                    <a:pt x="292726" y="278814"/>
                  </a:lnTo>
                  <a:lnTo>
                    <a:pt x="270782" y="305752"/>
                  </a:lnTo>
                  <a:close/>
                  <a:moveTo>
                    <a:pt x="29273" y="278814"/>
                  </a:moveTo>
                  <a:lnTo>
                    <a:pt x="29273" y="251876"/>
                  </a:lnTo>
                  <a:lnTo>
                    <a:pt x="0" y="278814"/>
                  </a:lnTo>
                  <a:close/>
                  <a:moveTo>
                    <a:pt x="292726" y="251876"/>
                  </a:moveTo>
                  <a:lnTo>
                    <a:pt x="292726" y="278814"/>
                  </a:lnTo>
                  <a:lnTo>
                    <a:pt x="301704" y="278814"/>
                  </a:lnTo>
                  <a:close/>
                  <a:moveTo>
                    <a:pt x="292726" y="278814"/>
                  </a:moveTo>
                  <a:lnTo>
                    <a:pt x="292726" y="251876"/>
                  </a:lnTo>
                  <a:lnTo>
                    <a:pt x="279993" y="278814"/>
                  </a:lnTo>
                  <a:close/>
                  <a:moveTo>
                    <a:pt x="58545" y="224937"/>
                  </a:moveTo>
                  <a:lnTo>
                    <a:pt x="56769" y="224937"/>
                  </a:lnTo>
                  <a:lnTo>
                    <a:pt x="58545" y="251683"/>
                  </a:lnTo>
                  <a:close/>
                  <a:moveTo>
                    <a:pt x="56769" y="224937"/>
                  </a:moveTo>
                  <a:lnTo>
                    <a:pt x="29273" y="245398"/>
                  </a:lnTo>
                  <a:lnTo>
                    <a:pt x="58545" y="251683"/>
                  </a:lnTo>
                  <a:close/>
                  <a:moveTo>
                    <a:pt x="58545" y="251683"/>
                  </a:moveTo>
                  <a:lnTo>
                    <a:pt x="29273" y="245398"/>
                  </a:lnTo>
                  <a:lnTo>
                    <a:pt x="58300" y="251876"/>
                  </a:lnTo>
                  <a:close/>
                  <a:moveTo>
                    <a:pt x="58300" y="251876"/>
                  </a:moveTo>
                  <a:lnTo>
                    <a:pt x="29273" y="245398"/>
                  </a:lnTo>
                  <a:lnTo>
                    <a:pt x="29273" y="251876"/>
                  </a:lnTo>
                  <a:close/>
                  <a:moveTo>
                    <a:pt x="292726" y="224937"/>
                  </a:moveTo>
                  <a:lnTo>
                    <a:pt x="292726" y="251876"/>
                  </a:lnTo>
                  <a:lnTo>
                    <a:pt x="304725" y="251876"/>
                  </a:lnTo>
                  <a:close/>
                  <a:moveTo>
                    <a:pt x="292726" y="251876"/>
                  </a:moveTo>
                  <a:lnTo>
                    <a:pt x="292726" y="224937"/>
                  </a:lnTo>
                  <a:lnTo>
                    <a:pt x="281333" y="251876"/>
                  </a:lnTo>
                  <a:close/>
                  <a:moveTo>
                    <a:pt x="87818" y="224937"/>
                  </a:moveTo>
                  <a:lnTo>
                    <a:pt x="87818" y="197999"/>
                  </a:lnTo>
                  <a:lnTo>
                    <a:pt x="58545" y="224937"/>
                  </a:lnTo>
                  <a:close/>
                  <a:moveTo>
                    <a:pt x="87818" y="224937"/>
                  </a:moveTo>
                  <a:lnTo>
                    <a:pt x="58545" y="224937"/>
                  </a:lnTo>
                  <a:lnTo>
                    <a:pt x="87818" y="231110"/>
                  </a:lnTo>
                  <a:close/>
                  <a:moveTo>
                    <a:pt x="58545" y="224937"/>
                  </a:moveTo>
                  <a:lnTo>
                    <a:pt x="58545" y="251683"/>
                  </a:lnTo>
                  <a:lnTo>
                    <a:pt x="87818" y="231110"/>
                  </a:lnTo>
                  <a:close/>
                  <a:moveTo>
                    <a:pt x="87818" y="224937"/>
                  </a:moveTo>
                  <a:lnTo>
                    <a:pt x="117090" y="197999"/>
                  </a:lnTo>
                  <a:lnTo>
                    <a:pt x="87818" y="197999"/>
                  </a:lnTo>
                  <a:close/>
                  <a:moveTo>
                    <a:pt x="292726" y="197999"/>
                  </a:moveTo>
                  <a:lnTo>
                    <a:pt x="292726" y="224937"/>
                  </a:lnTo>
                  <a:lnTo>
                    <a:pt x="304988" y="224937"/>
                  </a:lnTo>
                  <a:close/>
                  <a:moveTo>
                    <a:pt x="292726" y="224937"/>
                  </a:moveTo>
                  <a:lnTo>
                    <a:pt x="292726" y="197999"/>
                  </a:lnTo>
                  <a:lnTo>
                    <a:pt x="278069" y="224937"/>
                  </a:lnTo>
                  <a:close/>
                  <a:moveTo>
                    <a:pt x="117090" y="197999"/>
                  </a:moveTo>
                  <a:lnTo>
                    <a:pt x="117090" y="171061"/>
                  </a:lnTo>
                  <a:lnTo>
                    <a:pt x="87818" y="197999"/>
                  </a:lnTo>
                  <a:close/>
                  <a:moveTo>
                    <a:pt x="292726" y="197999"/>
                  </a:moveTo>
                  <a:lnTo>
                    <a:pt x="292726" y="171061"/>
                  </a:lnTo>
                  <a:lnTo>
                    <a:pt x="272248" y="197999"/>
                  </a:lnTo>
                  <a:close/>
                  <a:moveTo>
                    <a:pt x="87818" y="144122"/>
                  </a:moveTo>
                  <a:lnTo>
                    <a:pt x="87818" y="168829"/>
                  </a:lnTo>
                  <a:lnTo>
                    <a:pt x="117090" y="171061"/>
                  </a:lnTo>
                  <a:close/>
                  <a:moveTo>
                    <a:pt x="117090" y="144122"/>
                  </a:moveTo>
                  <a:lnTo>
                    <a:pt x="87818" y="144122"/>
                  </a:lnTo>
                  <a:lnTo>
                    <a:pt x="117090" y="171061"/>
                  </a:lnTo>
                  <a:close/>
                  <a:moveTo>
                    <a:pt x="263502" y="171061"/>
                  </a:moveTo>
                  <a:lnTo>
                    <a:pt x="292726" y="171061"/>
                  </a:lnTo>
                  <a:lnTo>
                    <a:pt x="263453" y="144122"/>
                  </a:lnTo>
                  <a:close/>
                  <a:moveTo>
                    <a:pt x="263453" y="144122"/>
                  </a:moveTo>
                  <a:lnTo>
                    <a:pt x="292726" y="171061"/>
                  </a:lnTo>
                  <a:lnTo>
                    <a:pt x="291098" y="144122"/>
                  </a:lnTo>
                  <a:close/>
                  <a:moveTo>
                    <a:pt x="58545" y="117184"/>
                  </a:moveTo>
                  <a:lnTo>
                    <a:pt x="58545" y="134954"/>
                  </a:lnTo>
                  <a:lnTo>
                    <a:pt x="74636" y="117184"/>
                  </a:lnTo>
                  <a:close/>
                  <a:moveTo>
                    <a:pt x="58545" y="134954"/>
                  </a:moveTo>
                  <a:lnTo>
                    <a:pt x="69919" y="144122"/>
                  </a:lnTo>
                  <a:lnTo>
                    <a:pt x="74636" y="117184"/>
                  </a:lnTo>
                  <a:close/>
                  <a:moveTo>
                    <a:pt x="74636" y="117184"/>
                  </a:moveTo>
                  <a:lnTo>
                    <a:pt x="69919" y="144122"/>
                  </a:lnTo>
                  <a:lnTo>
                    <a:pt x="87818" y="126835"/>
                  </a:lnTo>
                  <a:close/>
                  <a:moveTo>
                    <a:pt x="87818" y="126835"/>
                  </a:moveTo>
                  <a:lnTo>
                    <a:pt x="69919" y="144122"/>
                  </a:lnTo>
                  <a:lnTo>
                    <a:pt x="87818" y="144122"/>
                  </a:lnTo>
                  <a:close/>
                  <a:moveTo>
                    <a:pt x="263453" y="117184"/>
                  </a:moveTo>
                  <a:lnTo>
                    <a:pt x="263453" y="144122"/>
                  </a:lnTo>
                  <a:lnTo>
                    <a:pt x="291098" y="144122"/>
                  </a:lnTo>
                  <a:close/>
                  <a:moveTo>
                    <a:pt x="234181" y="117184"/>
                  </a:moveTo>
                  <a:lnTo>
                    <a:pt x="263453" y="144122"/>
                  </a:lnTo>
                  <a:lnTo>
                    <a:pt x="263453" y="117184"/>
                  </a:lnTo>
                  <a:close/>
                  <a:moveTo>
                    <a:pt x="29273" y="90246"/>
                  </a:moveTo>
                  <a:lnTo>
                    <a:pt x="29273" y="101157"/>
                  </a:lnTo>
                  <a:lnTo>
                    <a:pt x="47317" y="90246"/>
                  </a:lnTo>
                  <a:close/>
                  <a:moveTo>
                    <a:pt x="29273" y="101157"/>
                  </a:moveTo>
                  <a:lnTo>
                    <a:pt x="41109" y="117184"/>
                  </a:lnTo>
                  <a:lnTo>
                    <a:pt x="47317" y="90246"/>
                  </a:lnTo>
                  <a:close/>
                  <a:moveTo>
                    <a:pt x="47317" y="90246"/>
                  </a:moveTo>
                  <a:lnTo>
                    <a:pt x="41109" y="117184"/>
                  </a:lnTo>
                  <a:lnTo>
                    <a:pt x="58545" y="104053"/>
                  </a:lnTo>
                  <a:close/>
                  <a:moveTo>
                    <a:pt x="58545" y="104053"/>
                  </a:moveTo>
                  <a:lnTo>
                    <a:pt x="41109" y="117184"/>
                  </a:lnTo>
                  <a:lnTo>
                    <a:pt x="58545" y="117184"/>
                  </a:lnTo>
                  <a:close/>
                  <a:moveTo>
                    <a:pt x="234181" y="117184"/>
                  </a:moveTo>
                  <a:lnTo>
                    <a:pt x="263453" y="117184"/>
                  </a:lnTo>
                  <a:lnTo>
                    <a:pt x="234181" y="90246"/>
                  </a:lnTo>
                  <a:close/>
                  <a:moveTo>
                    <a:pt x="204908" y="90246"/>
                  </a:moveTo>
                  <a:lnTo>
                    <a:pt x="234181" y="117184"/>
                  </a:lnTo>
                  <a:lnTo>
                    <a:pt x="234181" y="90246"/>
                  </a:lnTo>
                  <a:close/>
                  <a:moveTo>
                    <a:pt x="17258" y="63308"/>
                  </a:moveTo>
                  <a:lnTo>
                    <a:pt x="29273" y="90246"/>
                  </a:lnTo>
                  <a:lnTo>
                    <a:pt x="29273" y="63308"/>
                  </a:lnTo>
                  <a:close/>
                  <a:moveTo>
                    <a:pt x="40331" y="63308"/>
                  </a:moveTo>
                  <a:lnTo>
                    <a:pt x="29273" y="63308"/>
                  </a:lnTo>
                  <a:lnTo>
                    <a:pt x="29273" y="90246"/>
                  </a:lnTo>
                  <a:close/>
                  <a:moveTo>
                    <a:pt x="204908" y="90246"/>
                  </a:moveTo>
                  <a:lnTo>
                    <a:pt x="234181" y="90246"/>
                  </a:lnTo>
                  <a:lnTo>
                    <a:pt x="204908" y="63308"/>
                  </a:lnTo>
                  <a:close/>
                  <a:moveTo>
                    <a:pt x="175636" y="63308"/>
                  </a:moveTo>
                  <a:lnTo>
                    <a:pt x="204908" y="90246"/>
                  </a:lnTo>
                  <a:lnTo>
                    <a:pt x="204908" y="63308"/>
                  </a:lnTo>
                  <a:close/>
                  <a:moveTo>
                    <a:pt x="51593" y="36369"/>
                  </a:moveTo>
                  <a:lnTo>
                    <a:pt x="29273" y="36369"/>
                  </a:lnTo>
                  <a:lnTo>
                    <a:pt x="29273" y="63308"/>
                  </a:lnTo>
                  <a:close/>
                  <a:moveTo>
                    <a:pt x="175636" y="63308"/>
                  </a:moveTo>
                  <a:lnTo>
                    <a:pt x="204908" y="63308"/>
                  </a:lnTo>
                  <a:lnTo>
                    <a:pt x="175636" y="36369"/>
                  </a:lnTo>
                  <a:close/>
                  <a:moveTo>
                    <a:pt x="175636" y="63308"/>
                  </a:moveTo>
                  <a:lnTo>
                    <a:pt x="175636" y="36369"/>
                  </a:lnTo>
                  <a:lnTo>
                    <a:pt x="172740" y="63308"/>
                  </a:lnTo>
                  <a:close/>
                  <a:moveTo>
                    <a:pt x="175636" y="36369"/>
                  </a:moveTo>
                  <a:lnTo>
                    <a:pt x="149361" y="36369"/>
                  </a:lnTo>
                  <a:lnTo>
                    <a:pt x="172740" y="63308"/>
                  </a:lnTo>
                  <a:close/>
                  <a:moveTo>
                    <a:pt x="58545" y="9431"/>
                  </a:moveTo>
                  <a:lnTo>
                    <a:pt x="53334" y="9431"/>
                  </a:lnTo>
                  <a:lnTo>
                    <a:pt x="58545" y="30171"/>
                  </a:lnTo>
                  <a:close/>
                  <a:moveTo>
                    <a:pt x="53334" y="9431"/>
                  </a:moveTo>
                  <a:lnTo>
                    <a:pt x="29273" y="30678"/>
                  </a:lnTo>
                  <a:lnTo>
                    <a:pt x="58545" y="30171"/>
                  </a:lnTo>
                  <a:close/>
                  <a:moveTo>
                    <a:pt x="58545" y="30171"/>
                  </a:moveTo>
                  <a:lnTo>
                    <a:pt x="29273" y="30678"/>
                  </a:lnTo>
                  <a:lnTo>
                    <a:pt x="51593" y="36369"/>
                  </a:lnTo>
                  <a:close/>
                  <a:moveTo>
                    <a:pt x="51593" y="36369"/>
                  </a:moveTo>
                  <a:lnTo>
                    <a:pt x="29273" y="30678"/>
                  </a:lnTo>
                  <a:lnTo>
                    <a:pt x="29273" y="36369"/>
                  </a:lnTo>
                  <a:close/>
                  <a:moveTo>
                    <a:pt x="146363" y="10689"/>
                  </a:moveTo>
                  <a:lnTo>
                    <a:pt x="117090" y="9431"/>
                  </a:lnTo>
                  <a:lnTo>
                    <a:pt x="117090" y="20039"/>
                  </a:lnTo>
                  <a:close/>
                  <a:moveTo>
                    <a:pt x="146363" y="10689"/>
                  </a:moveTo>
                  <a:lnTo>
                    <a:pt x="117090" y="20039"/>
                  </a:lnTo>
                  <a:lnTo>
                    <a:pt x="146363" y="34015"/>
                  </a:lnTo>
                  <a:close/>
                  <a:moveTo>
                    <a:pt x="175636" y="31662"/>
                  </a:moveTo>
                  <a:lnTo>
                    <a:pt x="149361" y="36369"/>
                  </a:lnTo>
                  <a:lnTo>
                    <a:pt x="175636" y="36369"/>
                  </a:lnTo>
                  <a:close/>
                  <a:moveTo>
                    <a:pt x="146363" y="34015"/>
                  </a:moveTo>
                  <a:lnTo>
                    <a:pt x="149361" y="36369"/>
                  </a:lnTo>
                  <a:lnTo>
                    <a:pt x="175636" y="31662"/>
                  </a:lnTo>
                  <a:close/>
                  <a:moveTo>
                    <a:pt x="146363" y="10689"/>
                  </a:moveTo>
                  <a:lnTo>
                    <a:pt x="146363" y="34015"/>
                  </a:lnTo>
                  <a:lnTo>
                    <a:pt x="175636" y="31662"/>
                  </a:lnTo>
                  <a:close/>
                  <a:moveTo>
                    <a:pt x="87818" y="9431"/>
                  </a:moveTo>
                  <a:lnTo>
                    <a:pt x="58545" y="9431"/>
                  </a:lnTo>
                  <a:lnTo>
                    <a:pt x="87818" y="18230"/>
                  </a:lnTo>
                  <a:close/>
                  <a:moveTo>
                    <a:pt x="58545" y="9431"/>
                  </a:moveTo>
                  <a:lnTo>
                    <a:pt x="58545" y="30171"/>
                  </a:lnTo>
                  <a:lnTo>
                    <a:pt x="87818" y="18230"/>
                  </a:lnTo>
                  <a:close/>
                  <a:moveTo>
                    <a:pt x="87818" y="9431"/>
                  </a:moveTo>
                  <a:lnTo>
                    <a:pt x="117090" y="9431"/>
                  </a:lnTo>
                  <a:lnTo>
                    <a:pt x="117090" y="0"/>
                  </a:lnTo>
                  <a:close/>
                  <a:moveTo>
                    <a:pt x="117090" y="9431"/>
                  </a:moveTo>
                  <a:lnTo>
                    <a:pt x="87818" y="9431"/>
                  </a:lnTo>
                  <a:lnTo>
                    <a:pt x="117090" y="20039"/>
                  </a:lnTo>
                  <a:close/>
                </a:path>
              </a:pathLst>
            </a:custGeom>
            <a:solidFill>
              <a:srgbClr val="E2BB55"/>
            </a:solidFill>
            <a:ln w="4001">
              <a:solidFill>
                <a:srgbClr val="F0DBA5"/>
              </a:solidFill>
            </a:ln>
          </p:spPr>
        </p:sp>
        <p:sp>
          <p:nvSpPr>
            <p:cNvPr id="4039" name="Match_B3__4038">
              <a:extLst>
                <a:ext uri="{FF2B5EF4-FFF2-40B4-BE49-F238E27FC236}">
                  <a16:creationId xmlns:a16="http://schemas.microsoft.com/office/drawing/2014/main" id="{A25F98CA-047D-D5FB-EAED-D39726CF5B79}"/>
                </a:ext>
              </a:extLst>
            </p:cNvPr>
            <p:cNvSpPr>
              <a:spLocks noGrp="1"/>
            </p:cNvSpPr>
            <p:nvPr/>
          </p:nvSpPr>
          <p:spPr>
            <a:xfrm>
              <a:off x="8414371" y="3346627"/>
              <a:ext cx="292726" cy="359921"/>
            </a:xfrm>
            <a:custGeom>
              <a:avLst/>
              <a:gdLst/>
              <a:ahLst/>
              <a:cxnLst/>
              <a:rect l="0" t="0" r="0" b="0"/>
              <a:pathLst>
                <a:path w="292726" h="359921">
                  <a:moveTo>
                    <a:pt x="29273" y="350198"/>
                  </a:moveTo>
                  <a:lnTo>
                    <a:pt x="57274" y="350198"/>
                  </a:lnTo>
                  <a:lnTo>
                    <a:pt x="29273" y="328289"/>
                  </a:lnTo>
                  <a:close/>
                  <a:moveTo>
                    <a:pt x="175636" y="353439"/>
                  </a:moveTo>
                  <a:lnTo>
                    <a:pt x="204908" y="350198"/>
                  </a:lnTo>
                  <a:lnTo>
                    <a:pt x="188054" y="350198"/>
                  </a:lnTo>
                  <a:close/>
                  <a:moveTo>
                    <a:pt x="188054" y="350198"/>
                  </a:moveTo>
                  <a:lnTo>
                    <a:pt x="204908" y="350198"/>
                  </a:lnTo>
                  <a:lnTo>
                    <a:pt x="204908" y="345450"/>
                  </a:lnTo>
                  <a:close/>
                  <a:moveTo>
                    <a:pt x="234181" y="332302"/>
                  </a:moveTo>
                  <a:lnTo>
                    <a:pt x="263453" y="323260"/>
                  </a:lnTo>
                  <a:lnTo>
                    <a:pt x="247350" y="323260"/>
                  </a:lnTo>
                  <a:close/>
                  <a:moveTo>
                    <a:pt x="25180" y="323260"/>
                  </a:moveTo>
                  <a:lnTo>
                    <a:pt x="19636" y="296321"/>
                  </a:lnTo>
                  <a:lnTo>
                    <a:pt x="0" y="323260"/>
                  </a:lnTo>
                  <a:close/>
                  <a:moveTo>
                    <a:pt x="247350" y="323260"/>
                  </a:moveTo>
                  <a:lnTo>
                    <a:pt x="263453" y="323260"/>
                  </a:lnTo>
                  <a:lnTo>
                    <a:pt x="263453" y="306309"/>
                  </a:lnTo>
                  <a:close/>
                  <a:moveTo>
                    <a:pt x="19636" y="296321"/>
                  </a:moveTo>
                  <a:lnTo>
                    <a:pt x="29273" y="271738"/>
                  </a:lnTo>
                  <a:lnTo>
                    <a:pt x="0" y="296321"/>
                  </a:lnTo>
                  <a:close/>
                  <a:moveTo>
                    <a:pt x="0" y="296321"/>
                  </a:moveTo>
                  <a:lnTo>
                    <a:pt x="29273" y="271738"/>
                  </a:lnTo>
                  <a:lnTo>
                    <a:pt x="29273" y="269383"/>
                  </a:lnTo>
                  <a:close/>
                  <a:moveTo>
                    <a:pt x="292726" y="269383"/>
                  </a:moveTo>
                  <a:lnTo>
                    <a:pt x="279993" y="269383"/>
                  </a:lnTo>
                  <a:lnTo>
                    <a:pt x="270782" y="296321"/>
                  </a:lnTo>
                  <a:close/>
                  <a:moveTo>
                    <a:pt x="30337" y="269383"/>
                  </a:moveTo>
                  <a:lnTo>
                    <a:pt x="58300" y="242445"/>
                  </a:lnTo>
                  <a:lnTo>
                    <a:pt x="29273" y="269383"/>
                  </a:lnTo>
                  <a:close/>
                  <a:moveTo>
                    <a:pt x="58300" y="242445"/>
                  </a:moveTo>
                  <a:lnTo>
                    <a:pt x="29273" y="242445"/>
                  </a:lnTo>
                  <a:lnTo>
                    <a:pt x="29273" y="269383"/>
                  </a:lnTo>
                  <a:close/>
                  <a:moveTo>
                    <a:pt x="29273" y="269383"/>
                  </a:moveTo>
                  <a:lnTo>
                    <a:pt x="29273" y="271738"/>
                  </a:lnTo>
                  <a:lnTo>
                    <a:pt x="30337" y="269383"/>
                  </a:lnTo>
                  <a:close/>
                  <a:moveTo>
                    <a:pt x="292726" y="242445"/>
                  </a:moveTo>
                  <a:lnTo>
                    <a:pt x="281333" y="242445"/>
                  </a:lnTo>
                  <a:lnTo>
                    <a:pt x="279993" y="269383"/>
                  </a:lnTo>
                  <a:close/>
                  <a:moveTo>
                    <a:pt x="292726" y="215506"/>
                  </a:moveTo>
                  <a:lnTo>
                    <a:pt x="278069" y="215506"/>
                  </a:lnTo>
                  <a:lnTo>
                    <a:pt x="281333" y="242445"/>
                  </a:lnTo>
                  <a:close/>
                  <a:moveTo>
                    <a:pt x="96901" y="215506"/>
                  </a:moveTo>
                  <a:lnTo>
                    <a:pt x="117090" y="195914"/>
                  </a:lnTo>
                  <a:lnTo>
                    <a:pt x="87818" y="215506"/>
                  </a:lnTo>
                  <a:close/>
                  <a:moveTo>
                    <a:pt x="87818" y="215506"/>
                  </a:moveTo>
                  <a:lnTo>
                    <a:pt x="117090" y="195914"/>
                  </a:lnTo>
                  <a:lnTo>
                    <a:pt x="117090" y="188568"/>
                  </a:lnTo>
                  <a:close/>
                  <a:moveTo>
                    <a:pt x="87818" y="215506"/>
                  </a:moveTo>
                  <a:lnTo>
                    <a:pt x="87818" y="221679"/>
                  </a:lnTo>
                  <a:lnTo>
                    <a:pt x="96901" y="215506"/>
                  </a:lnTo>
                  <a:close/>
                  <a:moveTo>
                    <a:pt x="292726" y="188568"/>
                  </a:moveTo>
                  <a:lnTo>
                    <a:pt x="272248" y="188568"/>
                  </a:lnTo>
                  <a:lnTo>
                    <a:pt x="278069" y="215506"/>
                  </a:lnTo>
                  <a:close/>
                  <a:moveTo>
                    <a:pt x="124814" y="188568"/>
                  </a:moveTo>
                  <a:lnTo>
                    <a:pt x="134279" y="161630"/>
                  </a:lnTo>
                  <a:lnTo>
                    <a:pt x="117090" y="188568"/>
                  </a:lnTo>
                  <a:close/>
                  <a:moveTo>
                    <a:pt x="134279" y="161630"/>
                  </a:moveTo>
                  <a:lnTo>
                    <a:pt x="117090" y="161630"/>
                  </a:lnTo>
                  <a:lnTo>
                    <a:pt x="117090" y="188568"/>
                  </a:lnTo>
                  <a:close/>
                  <a:moveTo>
                    <a:pt x="117090" y="188568"/>
                  </a:moveTo>
                  <a:lnTo>
                    <a:pt x="117090" y="195914"/>
                  </a:lnTo>
                  <a:lnTo>
                    <a:pt x="124814" y="188568"/>
                  </a:lnTo>
                  <a:close/>
                  <a:moveTo>
                    <a:pt x="292726" y="161630"/>
                  </a:moveTo>
                  <a:lnTo>
                    <a:pt x="263502" y="161630"/>
                  </a:lnTo>
                  <a:lnTo>
                    <a:pt x="272248" y="188568"/>
                  </a:lnTo>
                  <a:close/>
                  <a:moveTo>
                    <a:pt x="134279" y="161630"/>
                  </a:moveTo>
                  <a:lnTo>
                    <a:pt x="117694" y="134691"/>
                  </a:lnTo>
                  <a:lnTo>
                    <a:pt x="117090" y="161630"/>
                  </a:lnTo>
                  <a:close/>
                  <a:moveTo>
                    <a:pt x="117694" y="134691"/>
                  </a:moveTo>
                  <a:lnTo>
                    <a:pt x="117090" y="134691"/>
                  </a:lnTo>
                  <a:lnTo>
                    <a:pt x="117090" y="161630"/>
                  </a:lnTo>
                  <a:close/>
                  <a:moveTo>
                    <a:pt x="263453" y="161533"/>
                  </a:moveTo>
                  <a:lnTo>
                    <a:pt x="263502" y="161630"/>
                  </a:lnTo>
                  <a:lnTo>
                    <a:pt x="263453" y="134691"/>
                  </a:lnTo>
                  <a:close/>
                  <a:moveTo>
                    <a:pt x="87818" y="134691"/>
                  </a:moveTo>
                  <a:lnTo>
                    <a:pt x="117090" y="134691"/>
                  </a:lnTo>
                  <a:lnTo>
                    <a:pt x="87818" y="117404"/>
                  </a:lnTo>
                  <a:close/>
                  <a:moveTo>
                    <a:pt x="117090" y="134691"/>
                  </a:moveTo>
                  <a:lnTo>
                    <a:pt x="117090" y="134367"/>
                  </a:lnTo>
                  <a:lnTo>
                    <a:pt x="87818" y="117404"/>
                  </a:lnTo>
                  <a:close/>
                  <a:moveTo>
                    <a:pt x="117090" y="134691"/>
                  </a:moveTo>
                  <a:lnTo>
                    <a:pt x="117694" y="134691"/>
                  </a:lnTo>
                  <a:lnTo>
                    <a:pt x="117090" y="134367"/>
                  </a:lnTo>
                  <a:close/>
                  <a:moveTo>
                    <a:pt x="234181" y="124280"/>
                  </a:moveTo>
                  <a:lnTo>
                    <a:pt x="244213" y="134691"/>
                  </a:lnTo>
                  <a:lnTo>
                    <a:pt x="234181" y="107753"/>
                  </a:lnTo>
                  <a:close/>
                  <a:moveTo>
                    <a:pt x="234181" y="107753"/>
                  </a:moveTo>
                  <a:lnTo>
                    <a:pt x="244213" y="134691"/>
                  </a:lnTo>
                  <a:lnTo>
                    <a:pt x="263453" y="134691"/>
                  </a:lnTo>
                  <a:close/>
                  <a:moveTo>
                    <a:pt x="263453" y="161533"/>
                  </a:moveTo>
                  <a:lnTo>
                    <a:pt x="263453" y="134691"/>
                  </a:lnTo>
                  <a:lnTo>
                    <a:pt x="244213" y="134691"/>
                  </a:lnTo>
                  <a:close/>
                  <a:moveTo>
                    <a:pt x="58545" y="107753"/>
                  </a:moveTo>
                  <a:lnTo>
                    <a:pt x="74636" y="107753"/>
                  </a:lnTo>
                  <a:lnTo>
                    <a:pt x="58545" y="94623"/>
                  </a:lnTo>
                  <a:close/>
                  <a:moveTo>
                    <a:pt x="204908" y="99192"/>
                  </a:moveTo>
                  <a:lnTo>
                    <a:pt x="214063" y="107753"/>
                  </a:lnTo>
                  <a:lnTo>
                    <a:pt x="204908" y="80815"/>
                  </a:lnTo>
                  <a:close/>
                  <a:moveTo>
                    <a:pt x="204908" y="80815"/>
                  </a:moveTo>
                  <a:lnTo>
                    <a:pt x="214063" y="107753"/>
                  </a:lnTo>
                  <a:lnTo>
                    <a:pt x="234181" y="107753"/>
                  </a:lnTo>
                  <a:close/>
                  <a:moveTo>
                    <a:pt x="234181" y="124280"/>
                  </a:moveTo>
                  <a:lnTo>
                    <a:pt x="234181" y="107753"/>
                  </a:lnTo>
                  <a:lnTo>
                    <a:pt x="214063" y="107753"/>
                  </a:lnTo>
                  <a:close/>
                  <a:moveTo>
                    <a:pt x="47317" y="80815"/>
                  </a:moveTo>
                  <a:lnTo>
                    <a:pt x="40331" y="53877"/>
                  </a:lnTo>
                  <a:lnTo>
                    <a:pt x="29273" y="80815"/>
                  </a:lnTo>
                  <a:close/>
                  <a:moveTo>
                    <a:pt x="175636" y="59157"/>
                  </a:moveTo>
                  <a:lnTo>
                    <a:pt x="190038" y="80815"/>
                  </a:lnTo>
                  <a:lnTo>
                    <a:pt x="175636" y="53877"/>
                  </a:lnTo>
                  <a:close/>
                  <a:moveTo>
                    <a:pt x="175636" y="53877"/>
                  </a:moveTo>
                  <a:lnTo>
                    <a:pt x="190038" y="80815"/>
                  </a:lnTo>
                  <a:lnTo>
                    <a:pt x="204908" y="80815"/>
                  </a:lnTo>
                  <a:close/>
                  <a:moveTo>
                    <a:pt x="204908" y="99192"/>
                  </a:moveTo>
                  <a:lnTo>
                    <a:pt x="204908" y="80815"/>
                  </a:lnTo>
                  <a:lnTo>
                    <a:pt x="190038" y="80815"/>
                  </a:lnTo>
                  <a:close/>
                  <a:moveTo>
                    <a:pt x="40331" y="53877"/>
                  </a:moveTo>
                  <a:lnTo>
                    <a:pt x="51593" y="26938"/>
                  </a:lnTo>
                  <a:lnTo>
                    <a:pt x="29273" y="53877"/>
                  </a:lnTo>
                  <a:close/>
                  <a:moveTo>
                    <a:pt x="175636" y="59157"/>
                  </a:moveTo>
                  <a:lnTo>
                    <a:pt x="175636" y="53877"/>
                  </a:lnTo>
                  <a:lnTo>
                    <a:pt x="172740" y="53877"/>
                  </a:lnTo>
                  <a:close/>
                  <a:moveTo>
                    <a:pt x="87818" y="0"/>
                  </a:moveTo>
                  <a:lnTo>
                    <a:pt x="87818" y="8799"/>
                  </a:lnTo>
                  <a:lnTo>
                    <a:pt x="117090" y="10608"/>
                  </a:lnTo>
                  <a:close/>
                  <a:moveTo>
                    <a:pt x="57274" y="350198"/>
                  </a:moveTo>
                  <a:lnTo>
                    <a:pt x="58545" y="350812"/>
                  </a:lnTo>
                  <a:lnTo>
                    <a:pt x="58545" y="350198"/>
                  </a:lnTo>
                  <a:close/>
                  <a:moveTo>
                    <a:pt x="58545" y="350198"/>
                  </a:moveTo>
                  <a:lnTo>
                    <a:pt x="29273" y="328289"/>
                  </a:lnTo>
                  <a:lnTo>
                    <a:pt x="57274" y="350198"/>
                  </a:lnTo>
                  <a:close/>
                  <a:moveTo>
                    <a:pt x="29273" y="323260"/>
                  </a:moveTo>
                  <a:lnTo>
                    <a:pt x="29273" y="328289"/>
                  </a:lnTo>
                  <a:lnTo>
                    <a:pt x="58545" y="350198"/>
                  </a:lnTo>
                  <a:close/>
                  <a:moveTo>
                    <a:pt x="87818" y="350198"/>
                  </a:moveTo>
                  <a:lnTo>
                    <a:pt x="58545" y="350812"/>
                  </a:lnTo>
                  <a:lnTo>
                    <a:pt x="87818" y="358219"/>
                  </a:lnTo>
                  <a:close/>
                  <a:moveTo>
                    <a:pt x="87818" y="350198"/>
                  </a:moveTo>
                  <a:lnTo>
                    <a:pt x="58545" y="350198"/>
                  </a:lnTo>
                  <a:lnTo>
                    <a:pt x="58545" y="350812"/>
                  </a:lnTo>
                  <a:close/>
                  <a:moveTo>
                    <a:pt x="117090" y="350198"/>
                  </a:moveTo>
                  <a:lnTo>
                    <a:pt x="87818" y="358219"/>
                  </a:lnTo>
                  <a:lnTo>
                    <a:pt x="117090" y="359921"/>
                  </a:lnTo>
                  <a:close/>
                  <a:moveTo>
                    <a:pt x="146363" y="350198"/>
                  </a:moveTo>
                  <a:lnTo>
                    <a:pt x="117090" y="359921"/>
                  </a:lnTo>
                  <a:lnTo>
                    <a:pt x="146363" y="358053"/>
                  </a:lnTo>
                  <a:close/>
                  <a:moveTo>
                    <a:pt x="175636" y="350198"/>
                  </a:moveTo>
                  <a:lnTo>
                    <a:pt x="146363" y="358053"/>
                  </a:lnTo>
                  <a:lnTo>
                    <a:pt x="175636" y="353439"/>
                  </a:lnTo>
                  <a:close/>
                  <a:moveTo>
                    <a:pt x="175636" y="350198"/>
                  </a:moveTo>
                  <a:lnTo>
                    <a:pt x="146363" y="350198"/>
                  </a:lnTo>
                  <a:lnTo>
                    <a:pt x="146363" y="358053"/>
                  </a:lnTo>
                  <a:close/>
                  <a:moveTo>
                    <a:pt x="175636" y="350198"/>
                  </a:moveTo>
                  <a:lnTo>
                    <a:pt x="175636" y="353439"/>
                  </a:lnTo>
                  <a:lnTo>
                    <a:pt x="188054" y="350198"/>
                  </a:lnTo>
                  <a:close/>
                  <a:moveTo>
                    <a:pt x="25180" y="323260"/>
                  </a:moveTo>
                  <a:lnTo>
                    <a:pt x="29273" y="328289"/>
                  </a:lnTo>
                  <a:lnTo>
                    <a:pt x="29273" y="323260"/>
                  </a:lnTo>
                  <a:close/>
                  <a:moveTo>
                    <a:pt x="19636" y="296321"/>
                  </a:moveTo>
                  <a:lnTo>
                    <a:pt x="29273" y="323260"/>
                  </a:lnTo>
                  <a:lnTo>
                    <a:pt x="29273" y="296321"/>
                  </a:lnTo>
                  <a:close/>
                  <a:moveTo>
                    <a:pt x="19636" y="296321"/>
                  </a:moveTo>
                  <a:lnTo>
                    <a:pt x="25180" y="323260"/>
                  </a:lnTo>
                  <a:lnTo>
                    <a:pt x="29273" y="323260"/>
                  </a:lnTo>
                  <a:close/>
                  <a:moveTo>
                    <a:pt x="234181" y="323260"/>
                  </a:moveTo>
                  <a:lnTo>
                    <a:pt x="204908" y="345450"/>
                  </a:lnTo>
                  <a:lnTo>
                    <a:pt x="234181" y="332302"/>
                  </a:lnTo>
                  <a:close/>
                  <a:moveTo>
                    <a:pt x="234181" y="323260"/>
                  </a:moveTo>
                  <a:lnTo>
                    <a:pt x="234181" y="332302"/>
                  </a:lnTo>
                  <a:lnTo>
                    <a:pt x="247350" y="323260"/>
                  </a:lnTo>
                  <a:close/>
                  <a:moveTo>
                    <a:pt x="263453" y="296321"/>
                  </a:moveTo>
                  <a:lnTo>
                    <a:pt x="247350" y="323260"/>
                  </a:lnTo>
                  <a:lnTo>
                    <a:pt x="263453" y="306309"/>
                  </a:lnTo>
                  <a:close/>
                  <a:moveTo>
                    <a:pt x="234181" y="323260"/>
                  </a:moveTo>
                  <a:lnTo>
                    <a:pt x="247350" y="323260"/>
                  </a:lnTo>
                  <a:lnTo>
                    <a:pt x="263453" y="296321"/>
                  </a:lnTo>
                  <a:close/>
                  <a:moveTo>
                    <a:pt x="29273" y="271738"/>
                  </a:moveTo>
                  <a:lnTo>
                    <a:pt x="19636" y="296321"/>
                  </a:lnTo>
                  <a:lnTo>
                    <a:pt x="29273" y="296321"/>
                  </a:lnTo>
                  <a:close/>
                  <a:moveTo>
                    <a:pt x="29273" y="296321"/>
                  </a:moveTo>
                  <a:lnTo>
                    <a:pt x="30337" y="269383"/>
                  </a:lnTo>
                  <a:lnTo>
                    <a:pt x="29273" y="271738"/>
                  </a:lnTo>
                  <a:close/>
                  <a:moveTo>
                    <a:pt x="263453" y="296321"/>
                  </a:moveTo>
                  <a:lnTo>
                    <a:pt x="263453" y="306309"/>
                  </a:lnTo>
                  <a:lnTo>
                    <a:pt x="270782" y="296321"/>
                  </a:lnTo>
                  <a:close/>
                  <a:moveTo>
                    <a:pt x="263453" y="269383"/>
                  </a:moveTo>
                  <a:lnTo>
                    <a:pt x="270782" y="296321"/>
                  </a:lnTo>
                  <a:lnTo>
                    <a:pt x="279993" y="269383"/>
                  </a:lnTo>
                  <a:close/>
                  <a:moveTo>
                    <a:pt x="58300" y="242445"/>
                  </a:moveTo>
                  <a:lnTo>
                    <a:pt x="58545" y="269383"/>
                  </a:lnTo>
                  <a:lnTo>
                    <a:pt x="58545" y="242445"/>
                  </a:lnTo>
                  <a:close/>
                  <a:moveTo>
                    <a:pt x="58300" y="242445"/>
                  </a:moveTo>
                  <a:lnTo>
                    <a:pt x="30337" y="269383"/>
                  </a:lnTo>
                  <a:lnTo>
                    <a:pt x="58545" y="269383"/>
                  </a:lnTo>
                  <a:close/>
                  <a:moveTo>
                    <a:pt x="263453" y="242445"/>
                  </a:moveTo>
                  <a:lnTo>
                    <a:pt x="279993" y="269383"/>
                  </a:lnTo>
                  <a:lnTo>
                    <a:pt x="281333" y="242445"/>
                  </a:lnTo>
                  <a:close/>
                  <a:moveTo>
                    <a:pt x="58545" y="242252"/>
                  </a:moveTo>
                  <a:lnTo>
                    <a:pt x="58300" y="242445"/>
                  </a:lnTo>
                  <a:lnTo>
                    <a:pt x="58545" y="242445"/>
                  </a:lnTo>
                  <a:close/>
                  <a:moveTo>
                    <a:pt x="58545" y="242445"/>
                  </a:moveTo>
                  <a:lnTo>
                    <a:pt x="87818" y="221679"/>
                  </a:lnTo>
                  <a:lnTo>
                    <a:pt x="58545" y="242252"/>
                  </a:lnTo>
                  <a:close/>
                  <a:moveTo>
                    <a:pt x="58545" y="242445"/>
                  </a:moveTo>
                  <a:lnTo>
                    <a:pt x="87818" y="242445"/>
                  </a:lnTo>
                  <a:lnTo>
                    <a:pt x="87818" y="221679"/>
                  </a:lnTo>
                  <a:close/>
                  <a:moveTo>
                    <a:pt x="87818" y="242445"/>
                  </a:moveTo>
                  <a:lnTo>
                    <a:pt x="96901" y="215506"/>
                  </a:lnTo>
                  <a:lnTo>
                    <a:pt x="87818" y="221679"/>
                  </a:lnTo>
                  <a:close/>
                  <a:moveTo>
                    <a:pt x="263453" y="215506"/>
                  </a:moveTo>
                  <a:lnTo>
                    <a:pt x="281333" y="242445"/>
                  </a:lnTo>
                  <a:lnTo>
                    <a:pt x="278069" y="215506"/>
                  </a:lnTo>
                  <a:close/>
                  <a:moveTo>
                    <a:pt x="117090" y="195914"/>
                  </a:moveTo>
                  <a:lnTo>
                    <a:pt x="96901" y="215506"/>
                  </a:lnTo>
                  <a:lnTo>
                    <a:pt x="117090" y="215506"/>
                  </a:lnTo>
                  <a:close/>
                  <a:moveTo>
                    <a:pt x="117090" y="215506"/>
                  </a:moveTo>
                  <a:lnTo>
                    <a:pt x="124814" y="188568"/>
                  </a:lnTo>
                  <a:lnTo>
                    <a:pt x="117090" y="195914"/>
                  </a:lnTo>
                  <a:close/>
                  <a:moveTo>
                    <a:pt x="263453" y="188568"/>
                  </a:moveTo>
                  <a:lnTo>
                    <a:pt x="278069" y="215506"/>
                  </a:lnTo>
                  <a:lnTo>
                    <a:pt x="272248" y="188568"/>
                  </a:lnTo>
                  <a:close/>
                  <a:moveTo>
                    <a:pt x="263453" y="188568"/>
                  </a:moveTo>
                  <a:lnTo>
                    <a:pt x="263453" y="215506"/>
                  </a:lnTo>
                  <a:lnTo>
                    <a:pt x="278069" y="215506"/>
                  </a:lnTo>
                  <a:close/>
                  <a:moveTo>
                    <a:pt x="134279" y="161630"/>
                  </a:moveTo>
                  <a:lnTo>
                    <a:pt x="146363" y="188568"/>
                  </a:lnTo>
                  <a:lnTo>
                    <a:pt x="146363" y="161630"/>
                  </a:lnTo>
                  <a:close/>
                  <a:moveTo>
                    <a:pt x="134279" y="161630"/>
                  </a:moveTo>
                  <a:lnTo>
                    <a:pt x="124814" y="188568"/>
                  </a:lnTo>
                  <a:lnTo>
                    <a:pt x="146363" y="188568"/>
                  </a:lnTo>
                  <a:close/>
                  <a:moveTo>
                    <a:pt x="263453" y="161630"/>
                  </a:moveTo>
                  <a:lnTo>
                    <a:pt x="272248" y="188568"/>
                  </a:lnTo>
                  <a:lnTo>
                    <a:pt x="263502" y="161630"/>
                  </a:lnTo>
                  <a:close/>
                  <a:moveTo>
                    <a:pt x="263453" y="161630"/>
                  </a:moveTo>
                  <a:lnTo>
                    <a:pt x="263453" y="188568"/>
                  </a:lnTo>
                  <a:lnTo>
                    <a:pt x="272248" y="188568"/>
                  </a:lnTo>
                  <a:close/>
                  <a:moveTo>
                    <a:pt x="117694" y="134691"/>
                  </a:moveTo>
                  <a:lnTo>
                    <a:pt x="146363" y="161630"/>
                  </a:lnTo>
                  <a:lnTo>
                    <a:pt x="146363" y="134691"/>
                  </a:lnTo>
                  <a:close/>
                  <a:moveTo>
                    <a:pt x="117694" y="134691"/>
                  </a:moveTo>
                  <a:lnTo>
                    <a:pt x="134279" y="161630"/>
                  </a:lnTo>
                  <a:lnTo>
                    <a:pt x="146363" y="161630"/>
                  </a:lnTo>
                  <a:close/>
                  <a:moveTo>
                    <a:pt x="234181" y="134691"/>
                  </a:moveTo>
                  <a:lnTo>
                    <a:pt x="263453" y="161533"/>
                  </a:lnTo>
                  <a:lnTo>
                    <a:pt x="244213" y="134691"/>
                  </a:lnTo>
                  <a:close/>
                  <a:moveTo>
                    <a:pt x="263453" y="161630"/>
                  </a:moveTo>
                  <a:lnTo>
                    <a:pt x="263453" y="161533"/>
                  </a:lnTo>
                  <a:lnTo>
                    <a:pt x="234181" y="134691"/>
                  </a:lnTo>
                  <a:close/>
                  <a:moveTo>
                    <a:pt x="234181" y="161630"/>
                  </a:moveTo>
                  <a:lnTo>
                    <a:pt x="263453" y="161630"/>
                  </a:lnTo>
                  <a:lnTo>
                    <a:pt x="234181" y="134691"/>
                  </a:lnTo>
                  <a:close/>
                  <a:moveTo>
                    <a:pt x="263453" y="161630"/>
                  </a:moveTo>
                  <a:lnTo>
                    <a:pt x="263502" y="161630"/>
                  </a:lnTo>
                  <a:lnTo>
                    <a:pt x="263453" y="161533"/>
                  </a:lnTo>
                  <a:close/>
                  <a:moveTo>
                    <a:pt x="146363" y="134691"/>
                  </a:moveTo>
                  <a:lnTo>
                    <a:pt x="117090" y="134367"/>
                  </a:lnTo>
                  <a:lnTo>
                    <a:pt x="117694" y="134691"/>
                  </a:lnTo>
                  <a:close/>
                  <a:moveTo>
                    <a:pt x="204908" y="107753"/>
                  </a:moveTo>
                  <a:lnTo>
                    <a:pt x="234181" y="124280"/>
                  </a:lnTo>
                  <a:lnTo>
                    <a:pt x="214063" y="107753"/>
                  </a:lnTo>
                  <a:close/>
                  <a:moveTo>
                    <a:pt x="234181" y="134691"/>
                  </a:moveTo>
                  <a:lnTo>
                    <a:pt x="234181" y="124280"/>
                  </a:lnTo>
                  <a:lnTo>
                    <a:pt x="204908" y="107753"/>
                  </a:lnTo>
                  <a:close/>
                  <a:moveTo>
                    <a:pt x="204908" y="134691"/>
                  </a:moveTo>
                  <a:lnTo>
                    <a:pt x="234181" y="134691"/>
                  </a:lnTo>
                  <a:lnTo>
                    <a:pt x="204908" y="107753"/>
                  </a:lnTo>
                  <a:close/>
                  <a:moveTo>
                    <a:pt x="234181" y="134691"/>
                  </a:moveTo>
                  <a:lnTo>
                    <a:pt x="244213" y="134691"/>
                  </a:lnTo>
                  <a:lnTo>
                    <a:pt x="234181" y="124280"/>
                  </a:lnTo>
                  <a:close/>
                  <a:moveTo>
                    <a:pt x="74636" y="107753"/>
                  </a:moveTo>
                  <a:lnTo>
                    <a:pt x="87818" y="117404"/>
                  </a:lnTo>
                  <a:lnTo>
                    <a:pt x="87818" y="107753"/>
                  </a:lnTo>
                  <a:close/>
                  <a:moveTo>
                    <a:pt x="87818" y="107753"/>
                  </a:moveTo>
                  <a:lnTo>
                    <a:pt x="58545" y="94623"/>
                  </a:lnTo>
                  <a:lnTo>
                    <a:pt x="74636" y="107753"/>
                  </a:lnTo>
                  <a:close/>
                  <a:moveTo>
                    <a:pt x="58545" y="80815"/>
                  </a:moveTo>
                  <a:lnTo>
                    <a:pt x="58545" y="94623"/>
                  </a:lnTo>
                  <a:lnTo>
                    <a:pt x="87818" y="107753"/>
                  </a:lnTo>
                  <a:close/>
                  <a:moveTo>
                    <a:pt x="117090" y="107753"/>
                  </a:moveTo>
                  <a:lnTo>
                    <a:pt x="87818" y="117404"/>
                  </a:lnTo>
                  <a:lnTo>
                    <a:pt x="117090" y="134367"/>
                  </a:lnTo>
                  <a:close/>
                  <a:moveTo>
                    <a:pt x="175636" y="80815"/>
                  </a:moveTo>
                  <a:lnTo>
                    <a:pt x="204908" y="99192"/>
                  </a:lnTo>
                  <a:lnTo>
                    <a:pt x="190038" y="80815"/>
                  </a:lnTo>
                  <a:close/>
                  <a:moveTo>
                    <a:pt x="204908" y="107753"/>
                  </a:moveTo>
                  <a:lnTo>
                    <a:pt x="204908" y="99192"/>
                  </a:lnTo>
                  <a:lnTo>
                    <a:pt x="175636" y="80815"/>
                  </a:lnTo>
                  <a:close/>
                  <a:moveTo>
                    <a:pt x="204908" y="107753"/>
                  </a:moveTo>
                  <a:lnTo>
                    <a:pt x="214063" y="107753"/>
                  </a:lnTo>
                  <a:lnTo>
                    <a:pt x="204908" y="99192"/>
                  </a:lnTo>
                  <a:close/>
                  <a:moveTo>
                    <a:pt x="47317" y="80815"/>
                  </a:moveTo>
                  <a:lnTo>
                    <a:pt x="58545" y="94623"/>
                  </a:lnTo>
                  <a:lnTo>
                    <a:pt x="58545" y="80815"/>
                  </a:lnTo>
                  <a:close/>
                  <a:moveTo>
                    <a:pt x="40331" y="53877"/>
                  </a:moveTo>
                  <a:lnTo>
                    <a:pt x="47317" y="80815"/>
                  </a:lnTo>
                  <a:lnTo>
                    <a:pt x="58545" y="80815"/>
                  </a:lnTo>
                  <a:close/>
                  <a:moveTo>
                    <a:pt x="146363" y="53877"/>
                  </a:moveTo>
                  <a:lnTo>
                    <a:pt x="175636" y="59157"/>
                  </a:lnTo>
                  <a:lnTo>
                    <a:pt x="172740" y="53877"/>
                  </a:lnTo>
                  <a:close/>
                  <a:moveTo>
                    <a:pt x="175636" y="80815"/>
                  </a:moveTo>
                  <a:lnTo>
                    <a:pt x="190038" y="80815"/>
                  </a:lnTo>
                  <a:lnTo>
                    <a:pt x="175636" y="59157"/>
                  </a:lnTo>
                  <a:close/>
                  <a:moveTo>
                    <a:pt x="51593" y="26938"/>
                  </a:moveTo>
                  <a:lnTo>
                    <a:pt x="40331" y="53877"/>
                  </a:lnTo>
                  <a:lnTo>
                    <a:pt x="58545" y="53877"/>
                  </a:lnTo>
                  <a:close/>
                  <a:moveTo>
                    <a:pt x="146363" y="26938"/>
                  </a:moveTo>
                  <a:lnTo>
                    <a:pt x="172740" y="53877"/>
                  </a:lnTo>
                  <a:lnTo>
                    <a:pt x="149361" y="26938"/>
                  </a:lnTo>
                  <a:close/>
                  <a:moveTo>
                    <a:pt x="146363" y="26938"/>
                  </a:moveTo>
                  <a:lnTo>
                    <a:pt x="146363" y="53877"/>
                  </a:lnTo>
                  <a:lnTo>
                    <a:pt x="172740" y="53877"/>
                  </a:lnTo>
                  <a:close/>
                  <a:moveTo>
                    <a:pt x="58545" y="20740"/>
                  </a:moveTo>
                  <a:lnTo>
                    <a:pt x="51593" y="26938"/>
                  </a:lnTo>
                  <a:lnTo>
                    <a:pt x="58545" y="26938"/>
                  </a:lnTo>
                  <a:close/>
                  <a:moveTo>
                    <a:pt x="58545" y="26938"/>
                  </a:moveTo>
                  <a:lnTo>
                    <a:pt x="87818" y="8799"/>
                  </a:lnTo>
                  <a:lnTo>
                    <a:pt x="58545" y="20740"/>
                  </a:lnTo>
                  <a:close/>
                  <a:moveTo>
                    <a:pt x="87818" y="26938"/>
                  </a:moveTo>
                  <a:lnTo>
                    <a:pt x="117090" y="10608"/>
                  </a:lnTo>
                  <a:lnTo>
                    <a:pt x="87818" y="8799"/>
                  </a:lnTo>
                  <a:close/>
                  <a:moveTo>
                    <a:pt x="117090" y="26938"/>
                  </a:moveTo>
                  <a:lnTo>
                    <a:pt x="146363" y="24584"/>
                  </a:lnTo>
                  <a:lnTo>
                    <a:pt x="117090" y="10608"/>
                  </a:lnTo>
                  <a:close/>
                  <a:moveTo>
                    <a:pt x="117090" y="26938"/>
                  </a:moveTo>
                  <a:lnTo>
                    <a:pt x="146363" y="26938"/>
                  </a:lnTo>
                  <a:lnTo>
                    <a:pt x="146363" y="24584"/>
                  </a:lnTo>
                  <a:close/>
                  <a:moveTo>
                    <a:pt x="146363" y="26938"/>
                  </a:moveTo>
                  <a:lnTo>
                    <a:pt x="149361" y="26938"/>
                  </a:lnTo>
                  <a:lnTo>
                    <a:pt x="146363" y="24584"/>
                  </a:lnTo>
                  <a:close/>
                </a:path>
              </a:pathLst>
            </a:custGeom>
            <a:solidFill>
              <a:srgbClr val="E3BD5A"/>
            </a:solidFill>
            <a:ln w="4001">
              <a:solidFill>
                <a:srgbClr val="F0DBA5"/>
              </a:solidFill>
            </a:ln>
          </p:spPr>
        </p:sp>
        <p:sp>
          <p:nvSpPr>
            <p:cNvPr id="4040" name="Match_B3__4039">
              <a:extLst>
                <a:ext uri="{FF2B5EF4-FFF2-40B4-BE49-F238E27FC236}">
                  <a16:creationId xmlns:a16="http://schemas.microsoft.com/office/drawing/2014/main" id="{669A50D3-D587-5385-968A-C6AB5F31D6BB}"/>
                </a:ext>
              </a:extLst>
            </p:cNvPr>
            <p:cNvSpPr>
              <a:spLocks noGrp="1"/>
            </p:cNvSpPr>
            <p:nvPr/>
          </p:nvSpPr>
          <p:spPr>
            <a:xfrm>
              <a:off x="8443644" y="3355426"/>
              <a:ext cx="252061" cy="351122"/>
            </a:xfrm>
            <a:custGeom>
              <a:avLst/>
              <a:gdLst/>
              <a:ahLst/>
              <a:cxnLst/>
              <a:rect l="0" t="0" r="0" b="0"/>
              <a:pathLst>
                <a:path w="252061" h="351122">
                  <a:moveTo>
                    <a:pt x="29273" y="314460"/>
                  </a:moveTo>
                  <a:lnTo>
                    <a:pt x="0" y="314460"/>
                  </a:lnTo>
                  <a:lnTo>
                    <a:pt x="29273" y="341399"/>
                  </a:lnTo>
                  <a:close/>
                  <a:moveTo>
                    <a:pt x="29273" y="341399"/>
                  </a:moveTo>
                  <a:lnTo>
                    <a:pt x="58545" y="341399"/>
                  </a:lnTo>
                  <a:lnTo>
                    <a:pt x="58545" y="314460"/>
                  </a:lnTo>
                  <a:close/>
                  <a:moveTo>
                    <a:pt x="29273" y="341399"/>
                  </a:moveTo>
                  <a:lnTo>
                    <a:pt x="58545" y="314460"/>
                  </a:lnTo>
                  <a:lnTo>
                    <a:pt x="29273" y="314460"/>
                  </a:lnTo>
                  <a:close/>
                  <a:moveTo>
                    <a:pt x="87818" y="341399"/>
                  </a:moveTo>
                  <a:lnTo>
                    <a:pt x="58545" y="341399"/>
                  </a:lnTo>
                  <a:lnTo>
                    <a:pt x="58545" y="349420"/>
                  </a:lnTo>
                  <a:close/>
                  <a:moveTo>
                    <a:pt x="58545" y="341399"/>
                  </a:moveTo>
                  <a:lnTo>
                    <a:pt x="87818" y="341399"/>
                  </a:lnTo>
                  <a:lnTo>
                    <a:pt x="87818" y="314460"/>
                  </a:lnTo>
                  <a:close/>
                  <a:moveTo>
                    <a:pt x="117090" y="341399"/>
                  </a:moveTo>
                  <a:lnTo>
                    <a:pt x="87818" y="341399"/>
                  </a:lnTo>
                  <a:lnTo>
                    <a:pt x="87818" y="351122"/>
                  </a:lnTo>
                  <a:close/>
                  <a:moveTo>
                    <a:pt x="87818" y="341399"/>
                  </a:moveTo>
                  <a:lnTo>
                    <a:pt x="117090" y="341399"/>
                  </a:lnTo>
                  <a:lnTo>
                    <a:pt x="117090" y="314460"/>
                  </a:lnTo>
                  <a:close/>
                  <a:moveTo>
                    <a:pt x="117090" y="341399"/>
                  </a:moveTo>
                  <a:lnTo>
                    <a:pt x="146363" y="341399"/>
                  </a:lnTo>
                  <a:lnTo>
                    <a:pt x="146363" y="314460"/>
                  </a:lnTo>
                  <a:close/>
                  <a:moveTo>
                    <a:pt x="175636" y="314460"/>
                  </a:moveTo>
                  <a:lnTo>
                    <a:pt x="158781" y="341399"/>
                  </a:lnTo>
                  <a:lnTo>
                    <a:pt x="175636" y="336651"/>
                  </a:lnTo>
                  <a:close/>
                  <a:moveTo>
                    <a:pt x="146363" y="341399"/>
                  </a:moveTo>
                  <a:lnTo>
                    <a:pt x="158781" y="341399"/>
                  </a:lnTo>
                  <a:lnTo>
                    <a:pt x="175636" y="314460"/>
                  </a:lnTo>
                  <a:close/>
                  <a:moveTo>
                    <a:pt x="146363" y="314460"/>
                  </a:moveTo>
                  <a:lnTo>
                    <a:pt x="146363" y="341399"/>
                  </a:lnTo>
                  <a:lnTo>
                    <a:pt x="175636" y="314460"/>
                  </a:lnTo>
                  <a:close/>
                  <a:moveTo>
                    <a:pt x="0" y="314460"/>
                  </a:moveTo>
                  <a:lnTo>
                    <a:pt x="29273" y="314460"/>
                  </a:lnTo>
                  <a:lnTo>
                    <a:pt x="29273" y="287522"/>
                  </a:lnTo>
                  <a:close/>
                  <a:moveTo>
                    <a:pt x="0" y="314460"/>
                  </a:moveTo>
                  <a:lnTo>
                    <a:pt x="29273" y="287522"/>
                  </a:lnTo>
                  <a:lnTo>
                    <a:pt x="0" y="287522"/>
                  </a:lnTo>
                  <a:close/>
                  <a:moveTo>
                    <a:pt x="204908" y="314460"/>
                  </a:moveTo>
                  <a:lnTo>
                    <a:pt x="175636" y="314460"/>
                  </a:lnTo>
                  <a:lnTo>
                    <a:pt x="175636" y="336651"/>
                  </a:lnTo>
                  <a:close/>
                  <a:moveTo>
                    <a:pt x="204908" y="287522"/>
                  </a:moveTo>
                  <a:lnTo>
                    <a:pt x="175636" y="314460"/>
                  </a:lnTo>
                  <a:lnTo>
                    <a:pt x="204908" y="314460"/>
                  </a:lnTo>
                  <a:close/>
                  <a:moveTo>
                    <a:pt x="204908" y="287522"/>
                  </a:moveTo>
                  <a:lnTo>
                    <a:pt x="204908" y="314460"/>
                  </a:lnTo>
                  <a:lnTo>
                    <a:pt x="234181" y="287522"/>
                  </a:lnTo>
                  <a:close/>
                  <a:moveTo>
                    <a:pt x="29273" y="260584"/>
                  </a:moveTo>
                  <a:lnTo>
                    <a:pt x="1064" y="260584"/>
                  </a:lnTo>
                  <a:lnTo>
                    <a:pt x="0" y="287522"/>
                  </a:lnTo>
                  <a:close/>
                  <a:moveTo>
                    <a:pt x="29273" y="287522"/>
                  </a:moveTo>
                  <a:lnTo>
                    <a:pt x="29273" y="260584"/>
                  </a:lnTo>
                  <a:lnTo>
                    <a:pt x="0" y="287522"/>
                  </a:lnTo>
                  <a:close/>
                  <a:moveTo>
                    <a:pt x="204908" y="287522"/>
                  </a:moveTo>
                  <a:lnTo>
                    <a:pt x="234181" y="287522"/>
                  </a:lnTo>
                  <a:lnTo>
                    <a:pt x="234181" y="260584"/>
                  </a:lnTo>
                  <a:close/>
                  <a:moveTo>
                    <a:pt x="234181" y="260584"/>
                  </a:moveTo>
                  <a:lnTo>
                    <a:pt x="234181" y="287522"/>
                  </a:lnTo>
                  <a:lnTo>
                    <a:pt x="241509" y="287522"/>
                  </a:lnTo>
                  <a:close/>
                  <a:moveTo>
                    <a:pt x="29273" y="260584"/>
                  </a:moveTo>
                  <a:lnTo>
                    <a:pt x="58545" y="260584"/>
                  </a:lnTo>
                  <a:lnTo>
                    <a:pt x="58545" y="233646"/>
                  </a:lnTo>
                  <a:close/>
                  <a:moveTo>
                    <a:pt x="29273" y="260584"/>
                  </a:moveTo>
                  <a:lnTo>
                    <a:pt x="58545" y="233646"/>
                  </a:lnTo>
                  <a:lnTo>
                    <a:pt x="29273" y="233646"/>
                  </a:lnTo>
                  <a:close/>
                  <a:moveTo>
                    <a:pt x="204908" y="260584"/>
                  </a:moveTo>
                  <a:lnTo>
                    <a:pt x="234181" y="260584"/>
                  </a:lnTo>
                  <a:lnTo>
                    <a:pt x="234181" y="233646"/>
                  </a:lnTo>
                  <a:close/>
                  <a:moveTo>
                    <a:pt x="234181" y="233646"/>
                  </a:moveTo>
                  <a:lnTo>
                    <a:pt x="234181" y="260584"/>
                  </a:lnTo>
                  <a:lnTo>
                    <a:pt x="250721" y="260584"/>
                  </a:lnTo>
                  <a:close/>
                  <a:moveTo>
                    <a:pt x="87818" y="206707"/>
                  </a:moveTo>
                  <a:lnTo>
                    <a:pt x="67628" y="206707"/>
                  </a:lnTo>
                  <a:lnTo>
                    <a:pt x="58545" y="233646"/>
                  </a:lnTo>
                  <a:close/>
                  <a:moveTo>
                    <a:pt x="87818" y="233646"/>
                  </a:moveTo>
                  <a:lnTo>
                    <a:pt x="87818" y="206707"/>
                  </a:lnTo>
                  <a:lnTo>
                    <a:pt x="58545" y="233646"/>
                  </a:lnTo>
                  <a:close/>
                  <a:moveTo>
                    <a:pt x="87818" y="233646"/>
                  </a:moveTo>
                  <a:lnTo>
                    <a:pt x="117090" y="206707"/>
                  </a:lnTo>
                  <a:lnTo>
                    <a:pt x="87818" y="206707"/>
                  </a:lnTo>
                  <a:close/>
                  <a:moveTo>
                    <a:pt x="204908" y="233646"/>
                  </a:moveTo>
                  <a:lnTo>
                    <a:pt x="234181" y="233646"/>
                  </a:lnTo>
                  <a:lnTo>
                    <a:pt x="234181" y="206707"/>
                  </a:lnTo>
                  <a:close/>
                  <a:moveTo>
                    <a:pt x="234181" y="206707"/>
                  </a:moveTo>
                  <a:lnTo>
                    <a:pt x="234181" y="233646"/>
                  </a:lnTo>
                  <a:lnTo>
                    <a:pt x="252061" y="233646"/>
                  </a:lnTo>
                  <a:close/>
                  <a:moveTo>
                    <a:pt x="117090" y="179769"/>
                  </a:moveTo>
                  <a:lnTo>
                    <a:pt x="95541" y="179769"/>
                  </a:lnTo>
                  <a:lnTo>
                    <a:pt x="87818" y="206707"/>
                  </a:lnTo>
                  <a:close/>
                  <a:moveTo>
                    <a:pt x="117090" y="206707"/>
                  </a:moveTo>
                  <a:lnTo>
                    <a:pt x="117090" y="179769"/>
                  </a:lnTo>
                  <a:lnTo>
                    <a:pt x="87818" y="206707"/>
                  </a:lnTo>
                  <a:close/>
                  <a:moveTo>
                    <a:pt x="117090" y="206707"/>
                  </a:moveTo>
                  <a:lnTo>
                    <a:pt x="146363" y="179769"/>
                  </a:lnTo>
                  <a:lnTo>
                    <a:pt x="117090" y="179769"/>
                  </a:lnTo>
                  <a:close/>
                  <a:moveTo>
                    <a:pt x="204908" y="206707"/>
                  </a:moveTo>
                  <a:lnTo>
                    <a:pt x="234181" y="206707"/>
                  </a:lnTo>
                  <a:lnTo>
                    <a:pt x="234181" y="179769"/>
                  </a:lnTo>
                  <a:close/>
                  <a:moveTo>
                    <a:pt x="204908" y="206707"/>
                  </a:moveTo>
                  <a:lnTo>
                    <a:pt x="234181" y="179769"/>
                  </a:lnTo>
                  <a:lnTo>
                    <a:pt x="204908" y="179769"/>
                  </a:lnTo>
                  <a:close/>
                  <a:moveTo>
                    <a:pt x="117090" y="179769"/>
                  </a:moveTo>
                  <a:lnTo>
                    <a:pt x="146363" y="179769"/>
                  </a:lnTo>
                  <a:lnTo>
                    <a:pt x="146363" y="152831"/>
                  </a:lnTo>
                  <a:close/>
                  <a:moveTo>
                    <a:pt x="117090" y="179769"/>
                  </a:moveTo>
                  <a:lnTo>
                    <a:pt x="146363" y="152831"/>
                  </a:lnTo>
                  <a:lnTo>
                    <a:pt x="117090" y="152831"/>
                  </a:lnTo>
                  <a:close/>
                  <a:moveTo>
                    <a:pt x="146363" y="179769"/>
                  </a:moveTo>
                  <a:lnTo>
                    <a:pt x="175636" y="179769"/>
                  </a:lnTo>
                  <a:lnTo>
                    <a:pt x="175636" y="152831"/>
                  </a:lnTo>
                  <a:close/>
                  <a:moveTo>
                    <a:pt x="146363" y="179769"/>
                  </a:moveTo>
                  <a:lnTo>
                    <a:pt x="175636" y="152831"/>
                  </a:lnTo>
                  <a:lnTo>
                    <a:pt x="146363" y="152831"/>
                  </a:lnTo>
                  <a:close/>
                  <a:moveTo>
                    <a:pt x="175636" y="179769"/>
                  </a:moveTo>
                  <a:lnTo>
                    <a:pt x="204908" y="179769"/>
                  </a:lnTo>
                  <a:lnTo>
                    <a:pt x="204908" y="152831"/>
                  </a:lnTo>
                  <a:close/>
                  <a:moveTo>
                    <a:pt x="175636" y="179769"/>
                  </a:moveTo>
                  <a:lnTo>
                    <a:pt x="204908" y="152831"/>
                  </a:lnTo>
                  <a:lnTo>
                    <a:pt x="175636" y="152831"/>
                  </a:lnTo>
                  <a:close/>
                  <a:moveTo>
                    <a:pt x="204908" y="179769"/>
                  </a:moveTo>
                  <a:lnTo>
                    <a:pt x="234181" y="179769"/>
                  </a:lnTo>
                  <a:lnTo>
                    <a:pt x="234181" y="152831"/>
                  </a:lnTo>
                  <a:close/>
                  <a:moveTo>
                    <a:pt x="204908" y="179769"/>
                  </a:moveTo>
                  <a:lnTo>
                    <a:pt x="234181" y="152831"/>
                  </a:lnTo>
                  <a:lnTo>
                    <a:pt x="204908" y="152831"/>
                  </a:lnTo>
                  <a:close/>
                  <a:moveTo>
                    <a:pt x="117090" y="152831"/>
                  </a:moveTo>
                  <a:lnTo>
                    <a:pt x="146363" y="152831"/>
                  </a:lnTo>
                  <a:lnTo>
                    <a:pt x="146363" y="125892"/>
                  </a:lnTo>
                  <a:close/>
                  <a:moveTo>
                    <a:pt x="117090" y="152831"/>
                  </a:moveTo>
                  <a:lnTo>
                    <a:pt x="146363" y="125892"/>
                  </a:lnTo>
                  <a:lnTo>
                    <a:pt x="117090" y="125892"/>
                  </a:lnTo>
                  <a:close/>
                  <a:moveTo>
                    <a:pt x="146363" y="152831"/>
                  </a:moveTo>
                  <a:lnTo>
                    <a:pt x="175636" y="152831"/>
                  </a:lnTo>
                  <a:lnTo>
                    <a:pt x="175636" y="125892"/>
                  </a:lnTo>
                  <a:close/>
                  <a:moveTo>
                    <a:pt x="146363" y="152831"/>
                  </a:moveTo>
                  <a:lnTo>
                    <a:pt x="175636" y="125892"/>
                  </a:lnTo>
                  <a:lnTo>
                    <a:pt x="146363" y="125892"/>
                  </a:lnTo>
                  <a:close/>
                  <a:moveTo>
                    <a:pt x="175636" y="152831"/>
                  </a:moveTo>
                  <a:lnTo>
                    <a:pt x="204908" y="152831"/>
                  </a:lnTo>
                  <a:lnTo>
                    <a:pt x="204908" y="125892"/>
                  </a:lnTo>
                  <a:close/>
                  <a:moveTo>
                    <a:pt x="175636" y="152831"/>
                  </a:moveTo>
                  <a:lnTo>
                    <a:pt x="204908" y="125892"/>
                  </a:lnTo>
                  <a:lnTo>
                    <a:pt x="175636" y="125892"/>
                  </a:lnTo>
                  <a:close/>
                  <a:moveTo>
                    <a:pt x="87818" y="98954"/>
                  </a:moveTo>
                  <a:lnTo>
                    <a:pt x="87818" y="125568"/>
                  </a:lnTo>
                  <a:lnTo>
                    <a:pt x="117090" y="125892"/>
                  </a:lnTo>
                  <a:close/>
                  <a:moveTo>
                    <a:pt x="117090" y="98954"/>
                  </a:moveTo>
                  <a:lnTo>
                    <a:pt x="87818" y="98954"/>
                  </a:lnTo>
                  <a:lnTo>
                    <a:pt x="117090" y="125892"/>
                  </a:lnTo>
                  <a:close/>
                  <a:moveTo>
                    <a:pt x="117090" y="125892"/>
                  </a:moveTo>
                  <a:lnTo>
                    <a:pt x="146363" y="125892"/>
                  </a:lnTo>
                  <a:lnTo>
                    <a:pt x="146363" y="98954"/>
                  </a:lnTo>
                  <a:close/>
                  <a:moveTo>
                    <a:pt x="117090" y="125892"/>
                  </a:moveTo>
                  <a:lnTo>
                    <a:pt x="146363" y="98954"/>
                  </a:lnTo>
                  <a:lnTo>
                    <a:pt x="117090" y="98954"/>
                  </a:lnTo>
                  <a:close/>
                  <a:moveTo>
                    <a:pt x="146363" y="125892"/>
                  </a:moveTo>
                  <a:lnTo>
                    <a:pt x="175636" y="125892"/>
                  </a:lnTo>
                  <a:lnTo>
                    <a:pt x="175636" y="98954"/>
                  </a:lnTo>
                  <a:close/>
                  <a:moveTo>
                    <a:pt x="146363" y="125892"/>
                  </a:moveTo>
                  <a:lnTo>
                    <a:pt x="175636" y="98954"/>
                  </a:lnTo>
                  <a:lnTo>
                    <a:pt x="146363" y="98954"/>
                  </a:lnTo>
                  <a:close/>
                  <a:moveTo>
                    <a:pt x="58545" y="72016"/>
                  </a:moveTo>
                  <a:lnTo>
                    <a:pt x="29273" y="72016"/>
                  </a:lnTo>
                  <a:lnTo>
                    <a:pt x="58545" y="98954"/>
                  </a:lnTo>
                  <a:close/>
                  <a:moveTo>
                    <a:pt x="87818" y="98954"/>
                  </a:moveTo>
                  <a:lnTo>
                    <a:pt x="58545" y="98954"/>
                  </a:lnTo>
                  <a:lnTo>
                    <a:pt x="58545" y="108605"/>
                  </a:lnTo>
                  <a:close/>
                  <a:moveTo>
                    <a:pt x="58545" y="98954"/>
                  </a:moveTo>
                  <a:lnTo>
                    <a:pt x="87818" y="98954"/>
                  </a:lnTo>
                  <a:lnTo>
                    <a:pt x="87818" y="72016"/>
                  </a:lnTo>
                  <a:close/>
                  <a:moveTo>
                    <a:pt x="58545" y="98954"/>
                  </a:moveTo>
                  <a:lnTo>
                    <a:pt x="87818" y="72016"/>
                  </a:lnTo>
                  <a:lnTo>
                    <a:pt x="58545" y="72016"/>
                  </a:lnTo>
                  <a:close/>
                  <a:moveTo>
                    <a:pt x="87818" y="98954"/>
                  </a:moveTo>
                  <a:lnTo>
                    <a:pt x="117090" y="98954"/>
                  </a:lnTo>
                  <a:lnTo>
                    <a:pt x="117090" y="72016"/>
                  </a:lnTo>
                  <a:close/>
                  <a:moveTo>
                    <a:pt x="87818" y="98954"/>
                  </a:moveTo>
                  <a:lnTo>
                    <a:pt x="117090" y="72016"/>
                  </a:lnTo>
                  <a:lnTo>
                    <a:pt x="87818" y="72016"/>
                  </a:lnTo>
                  <a:close/>
                  <a:moveTo>
                    <a:pt x="117090" y="98954"/>
                  </a:moveTo>
                  <a:lnTo>
                    <a:pt x="146363" y="98954"/>
                  </a:lnTo>
                  <a:lnTo>
                    <a:pt x="146363" y="72016"/>
                  </a:lnTo>
                  <a:close/>
                  <a:moveTo>
                    <a:pt x="117090" y="98954"/>
                  </a:moveTo>
                  <a:lnTo>
                    <a:pt x="146363" y="72016"/>
                  </a:lnTo>
                  <a:lnTo>
                    <a:pt x="117090" y="72016"/>
                  </a:lnTo>
                  <a:close/>
                  <a:moveTo>
                    <a:pt x="146363" y="98954"/>
                  </a:moveTo>
                  <a:lnTo>
                    <a:pt x="175636" y="98954"/>
                  </a:lnTo>
                  <a:lnTo>
                    <a:pt x="146363" y="72016"/>
                  </a:lnTo>
                  <a:close/>
                  <a:moveTo>
                    <a:pt x="11059" y="45077"/>
                  </a:moveTo>
                  <a:lnTo>
                    <a:pt x="29273" y="72016"/>
                  </a:lnTo>
                  <a:lnTo>
                    <a:pt x="29273" y="45077"/>
                  </a:lnTo>
                  <a:close/>
                  <a:moveTo>
                    <a:pt x="29273" y="72016"/>
                  </a:moveTo>
                  <a:lnTo>
                    <a:pt x="58545" y="72016"/>
                  </a:lnTo>
                  <a:lnTo>
                    <a:pt x="58545" y="45077"/>
                  </a:lnTo>
                  <a:close/>
                  <a:moveTo>
                    <a:pt x="29273" y="72016"/>
                  </a:moveTo>
                  <a:lnTo>
                    <a:pt x="58545" y="45077"/>
                  </a:lnTo>
                  <a:lnTo>
                    <a:pt x="29273" y="45077"/>
                  </a:lnTo>
                  <a:close/>
                  <a:moveTo>
                    <a:pt x="87818" y="72016"/>
                  </a:moveTo>
                  <a:lnTo>
                    <a:pt x="117090" y="72016"/>
                  </a:lnTo>
                  <a:lnTo>
                    <a:pt x="117090" y="45077"/>
                  </a:lnTo>
                  <a:close/>
                  <a:moveTo>
                    <a:pt x="87818" y="72016"/>
                  </a:moveTo>
                  <a:lnTo>
                    <a:pt x="117090" y="45077"/>
                  </a:lnTo>
                  <a:lnTo>
                    <a:pt x="87818" y="45077"/>
                  </a:lnTo>
                  <a:close/>
                  <a:moveTo>
                    <a:pt x="146363" y="72016"/>
                  </a:moveTo>
                  <a:lnTo>
                    <a:pt x="146363" y="50358"/>
                  </a:lnTo>
                  <a:lnTo>
                    <a:pt x="117090" y="45077"/>
                  </a:lnTo>
                  <a:close/>
                  <a:moveTo>
                    <a:pt x="117090" y="72016"/>
                  </a:moveTo>
                  <a:lnTo>
                    <a:pt x="146363" y="72016"/>
                  </a:lnTo>
                  <a:lnTo>
                    <a:pt x="117090" y="45077"/>
                  </a:lnTo>
                  <a:close/>
                  <a:moveTo>
                    <a:pt x="22320" y="18139"/>
                  </a:moveTo>
                  <a:lnTo>
                    <a:pt x="29273" y="45077"/>
                  </a:lnTo>
                  <a:lnTo>
                    <a:pt x="29273" y="18139"/>
                  </a:lnTo>
                  <a:close/>
                  <a:moveTo>
                    <a:pt x="29273" y="45077"/>
                  </a:moveTo>
                  <a:lnTo>
                    <a:pt x="58545" y="45077"/>
                  </a:lnTo>
                  <a:lnTo>
                    <a:pt x="58545" y="18139"/>
                  </a:lnTo>
                  <a:close/>
                  <a:moveTo>
                    <a:pt x="29273" y="45077"/>
                  </a:moveTo>
                  <a:lnTo>
                    <a:pt x="58545" y="18139"/>
                  </a:lnTo>
                  <a:lnTo>
                    <a:pt x="29273" y="18139"/>
                  </a:lnTo>
                  <a:close/>
                  <a:moveTo>
                    <a:pt x="58545" y="45077"/>
                  </a:moveTo>
                  <a:lnTo>
                    <a:pt x="87818" y="45077"/>
                  </a:lnTo>
                  <a:lnTo>
                    <a:pt x="87818" y="18139"/>
                  </a:lnTo>
                  <a:close/>
                  <a:moveTo>
                    <a:pt x="58545" y="45077"/>
                  </a:moveTo>
                  <a:lnTo>
                    <a:pt x="87818" y="18139"/>
                  </a:lnTo>
                  <a:lnTo>
                    <a:pt x="58545" y="18139"/>
                  </a:lnTo>
                  <a:close/>
                  <a:moveTo>
                    <a:pt x="87818" y="45077"/>
                  </a:moveTo>
                  <a:lnTo>
                    <a:pt x="117090" y="45077"/>
                  </a:lnTo>
                  <a:lnTo>
                    <a:pt x="117090" y="18139"/>
                  </a:lnTo>
                  <a:close/>
                  <a:moveTo>
                    <a:pt x="87818" y="45077"/>
                  </a:moveTo>
                  <a:lnTo>
                    <a:pt x="117090" y="18139"/>
                  </a:lnTo>
                  <a:lnTo>
                    <a:pt x="87818" y="18139"/>
                  </a:lnTo>
                  <a:close/>
                  <a:moveTo>
                    <a:pt x="29273" y="18139"/>
                  </a:moveTo>
                  <a:lnTo>
                    <a:pt x="58545" y="18139"/>
                  </a:lnTo>
                  <a:lnTo>
                    <a:pt x="58545" y="0"/>
                  </a:lnTo>
                  <a:close/>
                  <a:moveTo>
                    <a:pt x="58545" y="18139"/>
                  </a:moveTo>
                  <a:lnTo>
                    <a:pt x="87818" y="18139"/>
                  </a:lnTo>
                  <a:lnTo>
                    <a:pt x="87818" y="1809"/>
                  </a:lnTo>
                  <a:close/>
                </a:path>
              </a:pathLst>
            </a:custGeom>
            <a:solidFill>
              <a:srgbClr val="E4C060"/>
            </a:solidFill>
            <a:ln w="4001">
              <a:solidFill>
                <a:srgbClr val="F0DBA5"/>
              </a:solidFill>
            </a:ln>
          </p:spPr>
        </p:sp>
        <p:sp>
          <p:nvSpPr>
            <p:cNvPr id="4041" name="Match_B3__4040">
              <a:extLst>
                <a:ext uri="{FF2B5EF4-FFF2-40B4-BE49-F238E27FC236}">
                  <a16:creationId xmlns:a16="http://schemas.microsoft.com/office/drawing/2014/main" id="{C9F357EC-65E4-95DB-FDFE-55A0E535B5F6}"/>
                </a:ext>
              </a:extLst>
            </p:cNvPr>
            <p:cNvSpPr>
              <a:spLocks noGrp="1"/>
            </p:cNvSpPr>
            <p:nvPr/>
          </p:nvSpPr>
          <p:spPr>
            <a:xfrm>
              <a:off x="8472917" y="3400504"/>
              <a:ext cx="204908" cy="296321"/>
            </a:xfrm>
            <a:custGeom>
              <a:avLst/>
              <a:gdLst/>
              <a:ahLst/>
              <a:cxnLst/>
              <a:rect l="0" t="0" r="0" b="0"/>
              <a:pathLst>
                <a:path w="204908" h="296321">
                  <a:moveTo>
                    <a:pt x="29273" y="296321"/>
                  </a:moveTo>
                  <a:lnTo>
                    <a:pt x="58545" y="269383"/>
                  </a:lnTo>
                  <a:lnTo>
                    <a:pt x="29273" y="269383"/>
                  </a:lnTo>
                  <a:close/>
                  <a:moveTo>
                    <a:pt x="58545" y="296321"/>
                  </a:moveTo>
                  <a:lnTo>
                    <a:pt x="87818" y="269383"/>
                  </a:lnTo>
                  <a:lnTo>
                    <a:pt x="58545" y="269383"/>
                  </a:lnTo>
                  <a:close/>
                  <a:moveTo>
                    <a:pt x="87818" y="296321"/>
                  </a:moveTo>
                  <a:lnTo>
                    <a:pt x="117090" y="269383"/>
                  </a:lnTo>
                  <a:lnTo>
                    <a:pt x="87818" y="269383"/>
                  </a:lnTo>
                  <a:close/>
                  <a:moveTo>
                    <a:pt x="0" y="269383"/>
                  </a:moveTo>
                  <a:lnTo>
                    <a:pt x="29273" y="269383"/>
                  </a:lnTo>
                  <a:lnTo>
                    <a:pt x="29273" y="242445"/>
                  </a:lnTo>
                  <a:close/>
                  <a:moveTo>
                    <a:pt x="0" y="269383"/>
                  </a:moveTo>
                  <a:lnTo>
                    <a:pt x="29273" y="242445"/>
                  </a:lnTo>
                  <a:lnTo>
                    <a:pt x="0" y="242445"/>
                  </a:lnTo>
                  <a:close/>
                  <a:moveTo>
                    <a:pt x="58545" y="260374"/>
                  </a:moveTo>
                  <a:lnTo>
                    <a:pt x="32841" y="242445"/>
                  </a:lnTo>
                  <a:lnTo>
                    <a:pt x="58545" y="269383"/>
                  </a:lnTo>
                  <a:close/>
                  <a:moveTo>
                    <a:pt x="58545" y="269383"/>
                  </a:moveTo>
                  <a:lnTo>
                    <a:pt x="32841" y="242445"/>
                  </a:lnTo>
                  <a:lnTo>
                    <a:pt x="29273" y="242445"/>
                  </a:lnTo>
                  <a:close/>
                  <a:moveTo>
                    <a:pt x="58545" y="269383"/>
                  </a:moveTo>
                  <a:lnTo>
                    <a:pt x="29273" y="242445"/>
                  </a:lnTo>
                  <a:lnTo>
                    <a:pt x="29273" y="269383"/>
                  </a:lnTo>
                  <a:close/>
                  <a:moveTo>
                    <a:pt x="58545" y="269383"/>
                  </a:moveTo>
                  <a:lnTo>
                    <a:pt x="87818" y="269383"/>
                  </a:lnTo>
                  <a:lnTo>
                    <a:pt x="58545" y="260374"/>
                  </a:lnTo>
                  <a:close/>
                  <a:moveTo>
                    <a:pt x="87818" y="269383"/>
                  </a:moveTo>
                  <a:lnTo>
                    <a:pt x="87818" y="264961"/>
                  </a:lnTo>
                  <a:lnTo>
                    <a:pt x="58545" y="260374"/>
                  </a:lnTo>
                  <a:close/>
                  <a:moveTo>
                    <a:pt x="87818" y="269383"/>
                  </a:moveTo>
                  <a:lnTo>
                    <a:pt x="117090" y="269383"/>
                  </a:lnTo>
                  <a:lnTo>
                    <a:pt x="87818" y="264961"/>
                  </a:lnTo>
                  <a:close/>
                  <a:moveTo>
                    <a:pt x="117090" y="269383"/>
                  </a:moveTo>
                  <a:lnTo>
                    <a:pt x="117090" y="261349"/>
                  </a:lnTo>
                  <a:lnTo>
                    <a:pt x="87818" y="264961"/>
                  </a:lnTo>
                  <a:close/>
                  <a:moveTo>
                    <a:pt x="117090" y="269383"/>
                  </a:moveTo>
                  <a:lnTo>
                    <a:pt x="146363" y="269383"/>
                  </a:lnTo>
                  <a:lnTo>
                    <a:pt x="117090" y="261349"/>
                  </a:lnTo>
                  <a:close/>
                  <a:moveTo>
                    <a:pt x="146363" y="269383"/>
                  </a:moveTo>
                  <a:lnTo>
                    <a:pt x="146363" y="250649"/>
                  </a:lnTo>
                  <a:lnTo>
                    <a:pt x="117090" y="261349"/>
                  </a:lnTo>
                  <a:close/>
                  <a:moveTo>
                    <a:pt x="158301" y="242445"/>
                  </a:moveTo>
                  <a:lnTo>
                    <a:pt x="146363" y="250649"/>
                  </a:lnTo>
                  <a:lnTo>
                    <a:pt x="175636" y="242445"/>
                  </a:lnTo>
                  <a:close/>
                  <a:moveTo>
                    <a:pt x="175636" y="242445"/>
                  </a:moveTo>
                  <a:lnTo>
                    <a:pt x="146363" y="250649"/>
                  </a:lnTo>
                  <a:lnTo>
                    <a:pt x="146363" y="269383"/>
                  </a:lnTo>
                  <a:close/>
                  <a:moveTo>
                    <a:pt x="0" y="242445"/>
                  </a:moveTo>
                  <a:lnTo>
                    <a:pt x="29273" y="242445"/>
                  </a:lnTo>
                  <a:lnTo>
                    <a:pt x="29273" y="215506"/>
                  </a:lnTo>
                  <a:close/>
                  <a:moveTo>
                    <a:pt x="0" y="242445"/>
                  </a:moveTo>
                  <a:lnTo>
                    <a:pt x="29273" y="215506"/>
                  </a:lnTo>
                  <a:lnTo>
                    <a:pt x="0" y="215506"/>
                  </a:lnTo>
                  <a:close/>
                  <a:moveTo>
                    <a:pt x="32841" y="242445"/>
                  </a:moveTo>
                  <a:lnTo>
                    <a:pt x="45116" y="215506"/>
                  </a:lnTo>
                  <a:lnTo>
                    <a:pt x="29273" y="242445"/>
                  </a:lnTo>
                  <a:close/>
                  <a:moveTo>
                    <a:pt x="45116" y="215506"/>
                  </a:moveTo>
                  <a:lnTo>
                    <a:pt x="29273" y="215506"/>
                  </a:lnTo>
                  <a:lnTo>
                    <a:pt x="29273" y="242445"/>
                  </a:lnTo>
                  <a:close/>
                  <a:moveTo>
                    <a:pt x="175636" y="242445"/>
                  </a:moveTo>
                  <a:lnTo>
                    <a:pt x="204908" y="215506"/>
                  </a:lnTo>
                  <a:lnTo>
                    <a:pt x="175636" y="215506"/>
                  </a:lnTo>
                  <a:close/>
                  <a:moveTo>
                    <a:pt x="175636" y="242445"/>
                  </a:moveTo>
                  <a:lnTo>
                    <a:pt x="175636" y="215506"/>
                  </a:lnTo>
                  <a:lnTo>
                    <a:pt x="158301" y="242445"/>
                  </a:lnTo>
                  <a:close/>
                  <a:moveTo>
                    <a:pt x="175636" y="215506"/>
                  </a:moveTo>
                  <a:lnTo>
                    <a:pt x="174297" y="215506"/>
                  </a:lnTo>
                  <a:lnTo>
                    <a:pt x="158301" y="242445"/>
                  </a:lnTo>
                  <a:close/>
                  <a:moveTo>
                    <a:pt x="45116" y="215506"/>
                  </a:moveTo>
                  <a:lnTo>
                    <a:pt x="58545" y="205254"/>
                  </a:lnTo>
                  <a:lnTo>
                    <a:pt x="29273" y="215506"/>
                  </a:lnTo>
                  <a:close/>
                  <a:moveTo>
                    <a:pt x="29273" y="215506"/>
                  </a:moveTo>
                  <a:lnTo>
                    <a:pt x="58545" y="205254"/>
                  </a:lnTo>
                  <a:lnTo>
                    <a:pt x="58545" y="188568"/>
                  </a:lnTo>
                  <a:close/>
                  <a:moveTo>
                    <a:pt x="29273" y="215506"/>
                  </a:moveTo>
                  <a:lnTo>
                    <a:pt x="58545" y="188568"/>
                  </a:lnTo>
                  <a:lnTo>
                    <a:pt x="29273" y="188568"/>
                  </a:lnTo>
                  <a:close/>
                  <a:moveTo>
                    <a:pt x="175636" y="215506"/>
                  </a:moveTo>
                  <a:lnTo>
                    <a:pt x="204908" y="188568"/>
                  </a:lnTo>
                  <a:lnTo>
                    <a:pt x="175636" y="188568"/>
                  </a:lnTo>
                  <a:close/>
                  <a:moveTo>
                    <a:pt x="175636" y="215506"/>
                  </a:moveTo>
                  <a:lnTo>
                    <a:pt x="175636" y="188568"/>
                  </a:lnTo>
                  <a:lnTo>
                    <a:pt x="174297" y="215506"/>
                  </a:lnTo>
                  <a:close/>
                  <a:moveTo>
                    <a:pt x="175636" y="188568"/>
                  </a:moveTo>
                  <a:lnTo>
                    <a:pt x="167523" y="188568"/>
                  </a:lnTo>
                  <a:lnTo>
                    <a:pt x="174297" y="215506"/>
                  </a:lnTo>
                  <a:close/>
                  <a:moveTo>
                    <a:pt x="81789" y="188568"/>
                  </a:moveTo>
                  <a:lnTo>
                    <a:pt x="87818" y="184883"/>
                  </a:lnTo>
                  <a:lnTo>
                    <a:pt x="58545" y="188568"/>
                  </a:lnTo>
                  <a:close/>
                  <a:moveTo>
                    <a:pt x="58545" y="188568"/>
                  </a:moveTo>
                  <a:lnTo>
                    <a:pt x="87818" y="184883"/>
                  </a:lnTo>
                  <a:lnTo>
                    <a:pt x="87818" y="161630"/>
                  </a:lnTo>
                  <a:close/>
                  <a:moveTo>
                    <a:pt x="58545" y="188568"/>
                  </a:moveTo>
                  <a:lnTo>
                    <a:pt x="58545" y="205254"/>
                  </a:lnTo>
                  <a:lnTo>
                    <a:pt x="81789" y="188568"/>
                  </a:lnTo>
                  <a:close/>
                  <a:moveTo>
                    <a:pt x="175636" y="188568"/>
                  </a:moveTo>
                  <a:lnTo>
                    <a:pt x="204908" y="161630"/>
                  </a:lnTo>
                  <a:lnTo>
                    <a:pt x="175636" y="161630"/>
                  </a:lnTo>
                  <a:close/>
                  <a:moveTo>
                    <a:pt x="146363" y="170528"/>
                  </a:moveTo>
                  <a:lnTo>
                    <a:pt x="167523" y="188568"/>
                  </a:lnTo>
                  <a:lnTo>
                    <a:pt x="146363" y="161630"/>
                  </a:lnTo>
                  <a:close/>
                  <a:moveTo>
                    <a:pt x="146363" y="161630"/>
                  </a:moveTo>
                  <a:lnTo>
                    <a:pt x="167523" y="188568"/>
                  </a:lnTo>
                  <a:lnTo>
                    <a:pt x="175636" y="188568"/>
                  </a:lnTo>
                  <a:close/>
                  <a:moveTo>
                    <a:pt x="146363" y="161630"/>
                  </a:moveTo>
                  <a:lnTo>
                    <a:pt x="175636" y="188568"/>
                  </a:lnTo>
                  <a:lnTo>
                    <a:pt x="175636" y="161630"/>
                  </a:lnTo>
                  <a:close/>
                  <a:moveTo>
                    <a:pt x="87818" y="161630"/>
                  </a:moveTo>
                  <a:lnTo>
                    <a:pt x="117090" y="161630"/>
                  </a:lnTo>
                  <a:lnTo>
                    <a:pt x="117090" y="134691"/>
                  </a:lnTo>
                  <a:close/>
                  <a:moveTo>
                    <a:pt x="117090" y="161630"/>
                  </a:moveTo>
                  <a:lnTo>
                    <a:pt x="87818" y="161630"/>
                  </a:lnTo>
                  <a:lnTo>
                    <a:pt x="117090" y="172059"/>
                  </a:lnTo>
                  <a:close/>
                  <a:moveTo>
                    <a:pt x="87818" y="161630"/>
                  </a:moveTo>
                  <a:lnTo>
                    <a:pt x="87818" y="184883"/>
                  </a:lnTo>
                  <a:lnTo>
                    <a:pt x="117090" y="172059"/>
                  </a:lnTo>
                  <a:close/>
                  <a:moveTo>
                    <a:pt x="117090" y="161630"/>
                  </a:moveTo>
                  <a:lnTo>
                    <a:pt x="146363" y="161630"/>
                  </a:lnTo>
                  <a:lnTo>
                    <a:pt x="146363" y="134691"/>
                  </a:lnTo>
                  <a:close/>
                  <a:moveTo>
                    <a:pt x="117090" y="161630"/>
                  </a:moveTo>
                  <a:lnTo>
                    <a:pt x="146363" y="134691"/>
                  </a:lnTo>
                  <a:lnTo>
                    <a:pt x="117090" y="134691"/>
                  </a:lnTo>
                  <a:close/>
                  <a:moveTo>
                    <a:pt x="146363" y="161630"/>
                  </a:moveTo>
                  <a:lnTo>
                    <a:pt x="117090" y="161630"/>
                  </a:lnTo>
                  <a:lnTo>
                    <a:pt x="146363" y="170528"/>
                  </a:lnTo>
                  <a:close/>
                  <a:moveTo>
                    <a:pt x="117090" y="161630"/>
                  </a:moveTo>
                  <a:lnTo>
                    <a:pt x="117090" y="172059"/>
                  </a:lnTo>
                  <a:lnTo>
                    <a:pt x="146363" y="170528"/>
                  </a:lnTo>
                  <a:close/>
                  <a:moveTo>
                    <a:pt x="146363" y="161630"/>
                  </a:moveTo>
                  <a:lnTo>
                    <a:pt x="175636" y="161630"/>
                  </a:lnTo>
                  <a:lnTo>
                    <a:pt x="175636" y="134691"/>
                  </a:lnTo>
                  <a:close/>
                  <a:moveTo>
                    <a:pt x="146363" y="161630"/>
                  </a:moveTo>
                  <a:lnTo>
                    <a:pt x="175636" y="134691"/>
                  </a:lnTo>
                  <a:lnTo>
                    <a:pt x="146363" y="134691"/>
                  </a:lnTo>
                  <a:close/>
                  <a:moveTo>
                    <a:pt x="29273" y="26938"/>
                  </a:moveTo>
                  <a:lnTo>
                    <a:pt x="58545" y="26938"/>
                  </a:lnTo>
                  <a:lnTo>
                    <a:pt x="58545" y="0"/>
                  </a:lnTo>
                  <a:close/>
                  <a:moveTo>
                    <a:pt x="29273" y="26938"/>
                  </a:moveTo>
                  <a:lnTo>
                    <a:pt x="58545" y="0"/>
                  </a:lnTo>
                  <a:lnTo>
                    <a:pt x="29273" y="0"/>
                  </a:lnTo>
                  <a:close/>
                  <a:moveTo>
                    <a:pt x="32841" y="242445"/>
                  </a:moveTo>
                  <a:lnTo>
                    <a:pt x="58545" y="260374"/>
                  </a:lnTo>
                  <a:lnTo>
                    <a:pt x="58545" y="242445"/>
                  </a:lnTo>
                  <a:close/>
                  <a:moveTo>
                    <a:pt x="45116" y="215506"/>
                  </a:moveTo>
                  <a:lnTo>
                    <a:pt x="58545" y="242445"/>
                  </a:lnTo>
                  <a:lnTo>
                    <a:pt x="58545" y="215506"/>
                  </a:lnTo>
                  <a:close/>
                  <a:moveTo>
                    <a:pt x="45116" y="215506"/>
                  </a:moveTo>
                  <a:lnTo>
                    <a:pt x="32841" y="242445"/>
                  </a:lnTo>
                  <a:lnTo>
                    <a:pt x="58545" y="242445"/>
                  </a:lnTo>
                  <a:close/>
                  <a:moveTo>
                    <a:pt x="87818" y="242445"/>
                  </a:moveTo>
                  <a:lnTo>
                    <a:pt x="58545" y="260374"/>
                  </a:lnTo>
                  <a:lnTo>
                    <a:pt x="87818" y="264961"/>
                  </a:lnTo>
                  <a:close/>
                  <a:moveTo>
                    <a:pt x="117090" y="242445"/>
                  </a:moveTo>
                  <a:lnTo>
                    <a:pt x="87818" y="264961"/>
                  </a:lnTo>
                  <a:lnTo>
                    <a:pt x="117090" y="261349"/>
                  </a:lnTo>
                  <a:close/>
                  <a:moveTo>
                    <a:pt x="146363" y="242445"/>
                  </a:moveTo>
                  <a:lnTo>
                    <a:pt x="117090" y="261349"/>
                  </a:lnTo>
                  <a:lnTo>
                    <a:pt x="146363" y="250649"/>
                  </a:lnTo>
                  <a:close/>
                  <a:moveTo>
                    <a:pt x="146363" y="242445"/>
                  </a:moveTo>
                  <a:lnTo>
                    <a:pt x="146363" y="250649"/>
                  </a:lnTo>
                  <a:lnTo>
                    <a:pt x="158301" y="242445"/>
                  </a:lnTo>
                  <a:close/>
                  <a:moveTo>
                    <a:pt x="146363" y="215506"/>
                  </a:moveTo>
                  <a:lnTo>
                    <a:pt x="158301" y="242445"/>
                  </a:lnTo>
                  <a:lnTo>
                    <a:pt x="174297" y="215506"/>
                  </a:lnTo>
                  <a:close/>
                  <a:moveTo>
                    <a:pt x="58545" y="205254"/>
                  </a:moveTo>
                  <a:lnTo>
                    <a:pt x="45116" y="215506"/>
                  </a:lnTo>
                  <a:lnTo>
                    <a:pt x="58545" y="215506"/>
                  </a:lnTo>
                  <a:close/>
                  <a:moveTo>
                    <a:pt x="58545" y="215506"/>
                  </a:moveTo>
                  <a:lnTo>
                    <a:pt x="81789" y="188568"/>
                  </a:lnTo>
                  <a:lnTo>
                    <a:pt x="58545" y="205254"/>
                  </a:lnTo>
                  <a:close/>
                  <a:moveTo>
                    <a:pt x="87818" y="188568"/>
                  </a:moveTo>
                  <a:lnTo>
                    <a:pt x="81789" y="188568"/>
                  </a:lnTo>
                  <a:lnTo>
                    <a:pt x="58545" y="215506"/>
                  </a:lnTo>
                  <a:close/>
                  <a:moveTo>
                    <a:pt x="146363" y="188568"/>
                  </a:moveTo>
                  <a:lnTo>
                    <a:pt x="174297" y="215506"/>
                  </a:lnTo>
                  <a:lnTo>
                    <a:pt x="167523" y="188568"/>
                  </a:lnTo>
                  <a:close/>
                  <a:moveTo>
                    <a:pt x="87818" y="184883"/>
                  </a:moveTo>
                  <a:lnTo>
                    <a:pt x="81789" y="188568"/>
                  </a:lnTo>
                  <a:lnTo>
                    <a:pt x="87818" y="188568"/>
                  </a:lnTo>
                  <a:close/>
                  <a:moveTo>
                    <a:pt x="87818" y="188568"/>
                  </a:moveTo>
                  <a:lnTo>
                    <a:pt x="117090" y="172059"/>
                  </a:lnTo>
                  <a:lnTo>
                    <a:pt x="87818" y="184883"/>
                  </a:lnTo>
                  <a:close/>
                  <a:moveTo>
                    <a:pt x="87818" y="188568"/>
                  </a:moveTo>
                  <a:lnTo>
                    <a:pt x="117090" y="188568"/>
                  </a:lnTo>
                  <a:lnTo>
                    <a:pt x="117090" y="172059"/>
                  </a:lnTo>
                  <a:close/>
                  <a:moveTo>
                    <a:pt x="117090" y="188568"/>
                  </a:moveTo>
                  <a:lnTo>
                    <a:pt x="146363" y="170528"/>
                  </a:lnTo>
                  <a:lnTo>
                    <a:pt x="117090" y="172059"/>
                  </a:lnTo>
                  <a:close/>
                  <a:moveTo>
                    <a:pt x="146363" y="188568"/>
                  </a:moveTo>
                  <a:lnTo>
                    <a:pt x="167523" y="188568"/>
                  </a:lnTo>
                  <a:lnTo>
                    <a:pt x="146363" y="170528"/>
                  </a:lnTo>
                  <a:close/>
                </a:path>
              </a:pathLst>
            </a:custGeom>
            <a:solidFill>
              <a:srgbClr val="E5C265"/>
            </a:solidFill>
            <a:ln w="4001">
              <a:solidFill>
                <a:srgbClr val="F0DBA5"/>
              </a:solidFill>
            </a:ln>
          </p:spPr>
        </p:sp>
        <p:sp>
          <p:nvSpPr>
            <p:cNvPr id="4042" name="Match_B3__4041">
              <a:extLst>
                <a:ext uri="{FF2B5EF4-FFF2-40B4-BE49-F238E27FC236}">
                  <a16:creationId xmlns:a16="http://schemas.microsoft.com/office/drawing/2014/main" id="{8D55993E-E444-C246-6C97-C4EE71C4E32D}"/>
                </a:ext>
              </a:extLst>
            </p:cNvPr>
            <p:cNvSpPr>
              <a:spLocks noGrp="1"/>
            </p:cNvSpPr>
            <p:nvPr/>
          </p:nvSpPr>
          <p:spPr>
            <a:xfrm>
              <a:off x="8531462" y="3571032"/>
              <a:ext cx="115752" cy="94433"/>
            </a:xfrm>
            <a:custGeom>
              <a:avLst/>
              <a:gdLst/>
              <a:ahLst/>
              <a:cxnLst/>
              <a:rect l="0" t="0" r="0" b="0"/>
              <a:pathLst>
                <a:path w="115752" h="94433">
                  <a:moveTo>
                    <a:pt x="29273" y="71917"/>
                  </a:moveTo>
                  <a:lnTo>
                    <a:pt x="0" y="71917"/>
                  </a:lnTo>
                  <a:lnTo>
                    <a:pt x="0" y="89846"/>
                  </a:lnTo>
                  <a:close/>
                  <a:moveTo>
                    <a:pt x="0" y="71917"/>
                  </a:moveTo>
                  <a:lnTo>
                    <a:pt x="29273" y="71917"/>
                  </a:lnTo>
                  <a:lnTo>
                    <a:pt x="29273" y="44978"/>
                  </a:lnTo>
                  <a:close/>
                  <a:moveTo>
                    <a:pt x="0" y="71917"/>
                  </a:moveTo>
                  <a:lnTo>
                    <a:pt x="29273" y="44978"/>
                  </a:lnTo>
                  <a:lnTo>
                    <a:pt x="0" y="44978"/>
                  </a:lnTo>
                  <a:close/>
                  <a:moveTo>
                    <a:pt x="58545" y="71917"/>
                  </a:moveTo>
                  <a:lnTo>
                    <a:pt x="29273" y="71917"/>
                  </a:lnTo>
                  <a:lnTo>
                    <a:pt x="29273" y="94433"/>
                  </a:lnTo>
                  <a:close/>
                  <a:moveTo>
                    <a:pt x="29273" y="71917"/>
                  </a:moveTo>
                  <a:lnTo>
                    <a:pt x="58545" y="71917"/>
                  </a:lnTo>
                  <a:lnTo>
                    <a:pt x="58545" y="44978"/>
                  </a:lnTo>
                  <a:close/>
                  <a:moveTo>
                    <a:pt x="29273" y="71917"/>
                  </a:moveTo>
                  <a:lnTo>
                    <a:pt x="58545" y="44978"/>
                  </a:lnTo>
                  <a:lnTo>
                    <a:pt x="29273" y="44978"/>
                  </a:lnTo>
                  <a:close/>
                  <a:moveTo>
                    <a:pt x="87818" y="71917"/>
                  </a:moveTo>
                  <a:lnTo>
                    <a:pt x="58545" y="71917"/>
                  </a:lnTo>
                  <a:lnTo>
                    <a:pt x="58545" y="90821"/>
                  </a:lnTo>
                  <a:close/>
                  <a:moveTo>
                    <a:pt x="58545" y="71917"/>
                  </a:moveTo>
                  <a:lnTo>
                    <a:pt x="87818" y="71917"/>
                  </a:lnTo>
                  <a:lnTo>
                    <a:pt x="87818" y="44978"/>
                  </a:lnTo>
                  <a:close/>
                  <a:moveTo>
                    <a:pt x="58545" y="71917"/>
                  </a:moveTo>
                  <a:lnTo>
                    <a:pt x="87818" y="44978"/>
                  </a:lnTo>
                  <a:lnTo>
                    <a:pt x="58545" y="44978"/>
                  </a:lnTo>
                  <a:close/>
                  <a:moveTo>
                    <a:pt x="87818" y="44978"/>
                  </a:moveTo>
                  <a:lnTo>
                    <a:pt x="87818" y="71917"/>
                  </a:lnTo>
                  <a:lnTo>
                    <a:pt x="99755" y="71917"/>
                  </a:lnTo>
                  <a:close/>
                  <a:moveTo>
                    <a:pt x="29273" y="44978"/>
                  </a:moveTo>
                  <a:lnTo>
                    <a:pt x="29273" y="18040"/>
                  </a:lnTo>
                  <a:lnTo>
                    <a:pt x="0" y="44978"/>
                  </a:lnTo>
                  <a:close/>
                  <a:moveTo>
                    <a:pt x="29273" y="44978"/>
                  </a:moveTo>
                  <a:lnTo>
                    <a:pt x="58545" y="44978"/>
                  </a:lnTo>
                  <a:lnTo>
                    <a:pt x="58545" y="18040"/>
                  </a:lnTo>
                  <a:close/>
                  <a:moveTo>
                    <a:pt x="29273" y="44978"/>
                  </a:moveTo>
                  <a:lnTo>
                    <a:pt x="58545" y="18040"/>
                  </a:lnTo>
                  <a:lnTo>
                    <a:pt x="29273" y="18040"/>
                  </a:lnTo>
                  <a:close/>
                  <a:moveTo>
                    <a:pt x="58545" y="44978"/>
                  </a:moveTo>
                  <a:lnTo>
                    <a:pt x="87818" y="44978"/>
                  </a:lnTo>
                  <a:lnTo>
                    <a:pt x="87818" y="18040"/>
                  </a:lnTo>
                  <a:close/>
                  <a:moveTo>
                    <a:pt x="58545" y="44978"/>
                  </a:moveTo>
                  <a:lnTo>
                    <a:pt x="87818" y="18040"/>
                  </a:lnTo>
                  <a:lnTo>
                    <a:pt x="58545" y="18040"/>
                  </a:lnTo>
                  <a:close/>
                  <a:moveTo>
                    <a:pt x="87818" y="18040"/>
                  </a:moveTo>
                  <a:lnTo>
                    <a:pt x="87818" y="44978"/>
                  </a:lnTo>
                  <a:lnTo>
                    <a:pt x="115752" y="44978"/>
                  </a:lnTo>
                  <a:close/>
                  <a:moveTo>
                    <a:pt x="58545" y="18040"/>
                  </a:moveTo>
                  <a:lnTo>
                    <a:pt x="87818" y="18040"/>
                  </a:lnTo>
                  <a:lnTo>
                    <a:pt x="87818" y="0"/>
                  </a:lnTo>
                  <a:close/>
                </a:path>
              </a:pathLst>
            </a:custGeom>
            <a:solidFill>
              <a:srgbClr val="E6C46A"/>
            </a:solidFill>
            <a:ln w="4001">
              <a:solidFill>
                <a:srgbClr val="F0DBA5"/>
              </a:solidFill>
            </a:ln>
          </p:spPr>
        </p:sp>
      </p:grpSp>
      <p:sp>
        <p:nvSpPr>
          <p:cNvPr id="4043" name="label__4042">
            <a:extLst>
              <a:ext uri="{FF2B5EF4-FFF2-40B4-BE49-F238E27FC236}">
                <a16:creationId xmlns:a16="http://schemas.microsoft.com/office/drawing/2014/main" id="{C0E7006B-0B1C-8BFF-5EEF-ED195F43F60A}"/>
              </a:ext>
            </a:extLst>
          </p:cNvPr>
          <p:cNvSpPr>
            <a:spLocks noGrp="1"/>
          </p:cNvSpPr>
          <p:nvPr/>
        </p:nvSpPr>
        <p:spPr>
          <a:xfrm>
            <a:off x="5589954" y="2338230"/>
            <a:ext cx="87965" cy="65974"/>
          </a:xfrm>
          <a:prstGeom prst="rect">
            <a:avLst/>
          </a:prstGeom>
          <a:noFill/>
          <a:ln w="0">
            <a:noFill/>
          </a:ln>
        </p:spPr>
        <p:txBody>
          <a:bodyPr wrap="none" lIns="0" tIns="0" rIns="0" bIns="0" anchor="ctr">
            <a:noAutofit/>
          </a:bodyPr>
          <a:lstStyle/>
          <a:p>
            <a:pPr algn="ctr"/>
            <a:r>
              <a:rPr sz="442" dirty="0">
                <a:solidFill>
                  <a:srgbClr val="687780"/>
                </a:solidFill>
                <a:latin typeface="Arial"/>
                <a:cs typeface="Arial"/>
              </a:rPr>
              <a:t>B3</a:t>
            </a:r>
          </a:p>
        </p:txBody>
      </p:sp>
      <p:grpSp>
        <p:nvGrpSpPr>
          <p:cNvPr id="6228" name="Match_B2">
            <a:extLst>
              <a:ext uri="{FF2B5EF4-FFF2-40B4-BE49-F238E27FC236}">
                <a16:creationId xmlns:a16="http://schemas.microsoft.com/office/drawing/2014/main" id="{D33BDB89-6DCA-663D-D4BA-36BB243FDBE1}"/>
              </a:ext>
            </a:extLst>
          </p:cNvPr>
          <p:cNvGrpSpPr/>
          <p:nvPr/>
        </p:nvGrpSpPr>
        <p:grpSpPr>
          <a:xfrm>
            <a:off x="5673796" y="2529279"/>
            <a:ext cx="101710" cy="151191"/>
            <a:chOff x="8386763" y="4081463"/>
            <a:chExt cx="352425" cy="523875"/>
          </a:xfrm>
        </p:grpSpPr>
        <p:sp>
          <p:nvSpPr>
            <p:cNvPr id="4044" name="Match_B2__4043">
              <a:extLst>
                <a:ext uri="{FF2B5EF4-FFF2-40B4-BE49-F238E27FC236}">
                  <a16:creationId xmlns:a16="http://schemas.microsoft.com/office/drawing/2014/main" id="{6DD024AB-D1A6-4661-EA25-BBC49B60A5D6}"/>
                </a:ext>
              </a:extLst>
            </p:cNvPr>
            <p:cNvSpPr>
              <a:spLocks noGrp="1"/>
            </p:cNvSpPr>
            <p:nvPr/>
          </p:nvSpPr>
          <p:spPr>
            <a:xfrm>
              <a:off x="8386763" y="4081463"/>
              <a:ext cx="350951" cy="523875"/>
            </a:xfrm>
            <a:custGeom>
              <a:avLst/>
              <a:gdLst/>
              <a:ahLst/>
              <a:cxnLst/>
              <a:rect l="0" t="0" r="0" b="0"/>
              <a:pathLst>
                <a:path w="350951" h="523875">
                  <a:moveTo>
                    <a:pt x="98037" y="523543"/>
                  </a:moveTo>
                  <a:lnTo>
                    <a:pt x="61906" y="514887"/>
                  </a:lnTo>
                  <a:lnTo>
                    <a:pt x="98037" y="515352"/>
                  </a:lnTo>
                  <a:close/>
                  <a:moveTo>
                    <a:pt x="98037" y="523543"/>
                  </a:moveTo>
                  <a:lnTo>
                    <a:pt x="98037" y="515352"/>
                  </a:lnTo>
                  <a:lnTo>
                    <a:pt x="134167" y="523875"/>
                  </a:lnTo>
                  <a:close/>
                  <a:moveTo>
                    <a:pt x="134167" y="523875"/>
                  </a:moveTo>
                  <a:lnTo>
                    <a:pt x="134167" y="515837"/>
                  </a:lnTo>
                  <a:lnTo>
                    <a:pt x="170298" y="516196"/>
                  </a:lnTo>
                  <a:close/>
                  <a:moveTo>
                    <a:pt x="208869" y="487821"/>
                  </a:moveTo>
                  <a:lnTo>
                    <a:pt x="221774" y="487821"/>
                  </a:lnTo>
                  <a:lnTo>
                    <a:pt x="206429" y="499097"/>
                  </a:lnTo>
                  <a:close/>
                  <a:moveTo>
                    <a:pt x="238494" y="461151"/>
                  </a:moveTo>
                  <a:lnTo>
                    <a:pt x="242559" y="467256"/>
                  </a:lnTo>
                  <a:lnTo>
                    <a:pt x="221774" y="487821"/>
                  </a:lnTo>
                  <a:close/>
                  <a:moveTo>
                    <a:pt x="2499" y="461151"/>
                  </a:moveTo>
                  <a:lnTo>
                    <a:pt x="14000" y="461151"/>
                  </a:lnTo>
                  <a:lnTo>
                    <a:pt x="18837" y="487821"/>
                  </a:lnTo>
                  <a:close/>
                  <a:moveTo>
                    <a:pt x="10476" y="434480"/>
                  </a:moveTo>
                  <a:lnTo>
                    <a:pt x="2499" y="461151"/>
                  </a:lnTo>
                  <a:lnTo>
                    <a:pt x="0" y="434480"/>
                  </a:lnTo>
                  <a:close/>
                  <a:moveTo>
                    <a:pt x="17989" y="407809"/>
                  </a:moveTo>
                  <a:lnTo>
                    <a:pt x="0" y="434480"/>
                  </a:lnTo>
                  <a:lnTo>
                    <a:pt x="7970" y="407809"/>
                  </a:lnTo>
                  <a:close/>
                  <a:moveTo>
                    <a:pt x="268638" y="434480"/>
                  </a:moveTo>
                  <a:lnTo>
                    <a:pt x="248088" y="461151"/>
                  </a:lnTo>
                  <a:lnTo>
                    <a:pt x="262255" y="434480"/>
                  </a:lnTo>
                  <a:close/>
                  <a:moveTo>
                    <a:pt x="268638" y="434480"/>
                  </a:moveTo>
                  <a:lnTo>
                    <a:pt x="262255" y="434480"/>
                  </a:lnTo>
                  <a:lnTo>
                    <a:pt x="278690" y="421046"/>
                  </a:lnTo>
                  <a:close/>
                  <a:moveTo>
                    <a:pt x="7970" y="407809"/>
                  </a:moveTo>
                  <a:lnTo>
                    <a:pt x="24298" y="381139"/>
                  </a:lnTo>
                  <a:lnTo>
                    <a:pt x="17989" y="407809"/>
                  </a:lnTo>
                  <a:close/>
                  <a:moveTo>
                    <a:pt x="285231" y="407809"/>
                  </a:moveTo>
                  <a:lnTo>
                    <a:pt x="288891" y="407809"/>
                  </a:lnTo>
                  <a:lnTo>
                    <a:pt x="278690" y="421046"/>
                  </a:lnTo>
                  <a:close/>
                  <a:moveTo>
                    <a:pt x="307376" y="381139"/>
                  </a:moveTo>
                  <a:lnTo>
                    <a:pt x="288891" y="407809"/>
                  </a:lnTo>
                  <a:lnTo>
                    <a:pt x="306023" y="381139"/>
                  </a:lnTo>
                  <a:close/>
                  <a:moveTo>
                    <a:pt x="32592" y="381139"/>
                  </a:moveTo>
                  <a:lnTo>
                    <a:pt x="25775" y="379049"/>
                  </a:lnTo>
                  <a:lnTo>
                    <a:pt x="41208" y="354468"/>
                  </a:lnTo>
                  <a:close/>
                  <a:moveTo>
                    <a:pt x="307376" y="381139"/>
                  </a:moveTo>
                  <a:lnTo>
                    <a:pt x="306023" y="381139"/>
                  </a:lnTo>
                  <a:lnTo>
                    <a:pt x="314821" y="366252"/>
                  </a:lnTo>
                  <a:close/>
                  <a:moveTo>
                    <a:pt x="58466" y="327797"/>
                  </a:moveTo>
                  <a:lnTo>
                    <a:pt x="41208" y="354468"/>
                  </a:lnTo>
                  <a:lnTo>
                    <a:pt x="53652" y="327797"/>
                  </a:lnTo>
                  <a:close/>
                  <a:moveTo>
                    <a:pt x="320575" y="354468"/>
                  </a:moveTo>
                  <a:lnTo>
                    <a:pt x="320969" y="354468"/>
                  </a:lnTo>
                  <a:lnTo>
                    <a:pt x="314821" y="366252"/>
                  </a:lnTo>
                  <a:close/>
                  <a:moveTo>
                    <a:pt x="327031" y="327797"/>
                  </a:moveTo>
                  <a:lnTo>
                    <a:pt x="320969" y="354468"/>
                  </a:lnTo>
                  <a:lnTo>
                    <a:pt x="326795" y="327797"/>
                  </a:lnTo>
                  <a:close/>
                  <a:moveTo>
                    <a:pt x="53652" y="327797"/>
                  </a:moveTo>
                  <a:lnTo>
                    <a:pt x="58654" y="301127"/>
                  </a:lnTo>
                  <a:lnTo>
                    <a:pt x="58466" y="327797"/>
                  </a:lnTo>
                  <a:close/>
                  <a:moveTo>
                    <a:pt x="325376" y="301127"/>
                  </a:moveTo>
                  <a:lnTo>
                    <a:pt x="327031" y="327797"/>
                  </a:lnTo>
                  <a:lnTo>
                    <a:pt x="324534" y="301127"/>
                  </a:lnTo>
                  <a:close/>
                  <a:moveTo>
                    <a:pt x="318506" y="274456"/>
                  </a:moveTo>
                  <a:lnTo>
                    <a:pt x="325376" y="301127"/>
                  </a:lnTo>
                  <a:lnTo>
                    <a:pt x="316039" y="274456"/>
                  </a:lnTo>
                  <a:close/>
                  <a:moveTo>
                    <a:pt x="314821" y="271076"/>
                  </a:moveTo>
                  <a:lnTo>
                    <a:pt x="314821" y="261236"/>
                  </a:lnTo>
                  <a:lnTo>
                    <a:pt x="318506" y="274456"/>
                  </a:lnTo>
                  <a:close/>
                  <a:moveTo>
                    <a:pt x="314821" y="261236"/>
                  </a:moveTo>
                  <a:lnTo>
                    <a:pt x="314821" y="271076"/>
                  </a:lnTo>
                  <a:lnTo>
                    <a:pt x="311612" y="247785"/>
                  </a:lnTo>
                  <a:close/>
                  <a:moveTo>
                    <a:pt x="49622" y="247785"/>
                  </a:moveTo>
                  <a:lnTo>
                    <a:pt x="58146" y="247785"/>
                  </a:lnTo>
                  <a:lnTo>
                    <a:pt x="56058" y="274456"/>
                  </a:lnTo>
                  <a:close/>
                  <a:moveTo>
                    <a:pt x="54345" y="221114"/>
                  </a:moveTo>
                  <a:lnTo>
                    <a:pt x="49622" y="247785"/>
                  </a:lnTo>
                  <a:lnTo>
                    <a:pt x="44811" y="221114"/>
                  </a:lnTo>
                  <a:close/>
                  <a:moveTo>
                    <a:pt x="308985" y="221114"/>
                  </a:moveTo>
                  <a:lnTo>
                    <a:pt x="311612" y="247785"/>
                  </a:lnTo>
                  <a:lnTo>
                    <a:pt x="302663" y="221114"/>
                  </a:lnTo>
                  <a:close/>
                  <a:moveTo>
                    <a:pt x="55531" y="194444"/>
                  </a:moveTo>
                  <a:lnTo>
                    <a:pt x="44811" y="221114"/>
                  </a:lnTo>
                  <a:lnTo>
                    <a:pt x="45349" y="194444"/>
                  </a:lnTo>
                  <a:close/>
                  <a:moveTo>
                    <a:pt x="311622" y="194444"/>
                  </a:moveTo>
                  <a:lnTo>
                    <a:pt x="308985" y="221114"/>
                  </a:lnTo>
                  <a:lnTo>
                    <a:pt x="304253" y="194444"/>
                  </a:lnTo>
                  <a:close/>
                  <a:moveTo>
                    <a:pt x="45349" y="194444"/>
                  </a:moveTo>
                  <a:lnTo>
                    <a:pt x="52631" y="167773"/>
                  </a:lnTo>
                  <a:lnTo>
                    <a:pt x="55531" y="194444"/>
                  </a:lnTo>
                  <a:close/>
                  <a:moveTo>
                    <a:pt x="312644" y="167773"/>
                  </a:moveTo>
                  <a:lnTo>
                    <a:pt x="314821" y="183855"/>
                  </a:lnTo>
                  <a:lnTo>
                    <a:pt x="311622" y="194444"/>
                  </a:lnTo>
                  <a:close/>
                  <a:moveTo>
                    <a:pt x="63219" y="167773"/>
                  </a:moveTo>
                  <a:lnTo>
                    <a:pt x="61906" y="148770"/>
                  </a:lnTo>
                  <a:lnTo>
                    <a:pt x="65514" y="141102"/>
                  </a:lnTo>
                  <a:close/>
                  <a:moveTo>
                    <a:pt x="87862" y="114432"/>
                  </a:moveTo>
                  <a:lnTo>
                    <a:pt x="65514" y="141102"/>
                  </a:lnTo>
                  <a:lnTo>
                    <a:pt x="79307" y="114432"/>
                  </a:lnTo>
                  <a:close/>
                  <a:moveTo>
                    <a:pt x="334327" y="141102"/>
                  </a:moveTo>
                  <a:lnTo>
                    <a:pt x="320767" y="167773"/>
                  </a:lnTo>
                  <a:lnTo>
                    <a:pt x="327220" y="141102"/>
                  </a:lnTo>
                  <a:close/>
                  <a:moveTo>
                    <a:pt x="346477" y="114432"/>
                  </a:moveTo>
                  <a:lnTo>
                    <a:pt x="334327" y="141102"/>
                  </a:lnTo>
                  <a:lnTo>
                    <a:pt x="340438" y="114432"/>
                  </a:lnTo>
                  <a:close/>
                  <a:moveTo>
                    <a:pt x="79307" y="114432"/>
                  </a:moveTo>
                  <a:lnTo>
                    <a:pt x="93362" y="87761"/>
                  </a:lnTo>
                  <a:lnTo>
                    <a:pt x="87862" y="114432"/>
                  </a:lnTo>
                  <a:close/>
                  <a:moveTo>
                    <a:pt x="346645" y="87761"/>
                  </a:moveTo>
                  <a:lnTo>
                    <a:pt x="350951" y="93823"/>
                  </a:lnTo>
                  <a:lnTo>
                    <a:pt x="346477" y="114432"/>
                  </a:lnTo>
                  <a:close/>
                  <a:moveTo>
                    <a:pt x="100845" y="87761"/>
                  </a:moveTo>
                  <a:lnTo>
                    <a:pt x="98037" y="79764"/>
                  </a:lnTo>
                  <a:lnTo>
                    <a:pt x="108998" y="61090"/>
                  </a:lnTo>
                  <a:close/>
                  <a:moveTo>
                    <a:pt x="108998" y="61090"/>
                  </a:moveTo>
                  <a:lnTo>
                    <a:pt x="132742" y="34420"/>
                  </a:lnTo>
                  <a:lnTo>
                    <a:pt x="115652" y="61090"/>
                  </a:lnTo>
                  <a:close/>
                  <a:moveTo>
                    <a:pt x="329961" y="34420"/>
                  </a:moveTo>
                  <a:lnTo>
                    <a:pt x="348181" y="61090"/>
                  </a:lnTo>
                  <a:lnTo>
                    <a:pt x="322926" y="34420"/>
                  </a:lnTo>
                  <a:close/>
                  <a:moveTo>
                    <a:pt x="170298" y="11916"/>
                  </a:moveTo>
                  <a:lnTo>
                    <a:pt x="170298" y="16512"/>
                  </a:lnTo>
                  <a:lnTo>
                    <a:pt x="134167" y="33261"/>
                  </a:lnTo>
                  <a:close/>
                  <a:moveTo>
                    <a:pt x="170298" y="11916"/>
                  </a:moveTo>
                  <a:lnTo>
                    <a:pt x="184385" y="7749"/>
                  </a:lnTo>
                  <a:lnTo>
                    <a:pt x="199671" y="7749"/>
                  </a:lnTo>
                  <a:close/>
                  <a:moveTo>
                    <a:pt x="278690" y="10578"/>
                  </a:moveTo>
                  <a:lnTo>
                    <a:pt x="282719" y="7749"/>
                  </a:lnTo>
                  <a:lnTo>
                    <a:pt x="314821" y="22754"/>
                  </a:lnTo>
                  <a:close/>
                  <a:moveTo>
                    <a:pt x="314821" y="28170"/>
                  </a:moveTo>
                  <a:lnTo>
                    <a:pt x="314821" y="22754"/>
                  </a:lnTo>
                  <a:lnTo>
                    <a:pt x="329961" y="34420"/>
                  </a:lnTo>
                  <a:close/>
                  <a:moveTo>
                    <a:pt x="206429" y="1782"/>
                  </a:moveTo>
                  <a:lnTo>
                    <a:pt x="199671" y="7749"/>
                  </a:lnTo>
                  <a:lnTo>
                    <a:pt x="184385" y="7749"/>
                  </a:lnTo>
                  <a:close/>
                  <a:moveTo>
                    <a:pt x="242559" y="0"/>
                  </a:moveTo>
                  <a:lnTo>
                    <a:pt x="206429" y="5914"/>
                  </a:lnTo>
                  <a:lnTo>
                    <a:pt x="206429" y="1782"/>
                  </a:lnTo>
                  <a:close/>
                  <a:moveTo>
                    <a:pt x="242559" y="0"/>
                  </a:moveTo>
                  <a:lnTo>
                    <a:pt x="278690" y="6211"/>
                  </a:lnTo>
                  <a:lnTo>
                    <a:pt x="242559" y="4020"/>
                  </a:lnTo>
                  <a:close/>
                  <a:moveTo>
                    <a:pt x="58654" y="301127"/>
                  </a:moveTo>
                  <a:lnTo>
                    <a:pt x="56058" y="274456"/>
                  </a:lnTo>
                  <a:lnTo>
                    <a:pt x="61906" y="274456"/>
                  </a:lnTo>
                  <a:close/>
                  <a:moveTo>
                    <a:pt x="61906" y="148770"/>
                  </a:moveTo>
                  <a:lnTo>
                    <a:pt x="61906" y="167773"/>
                  </a:lnTo>
                  <a:lnTo>
                    <a:pt x="52631" y="167773"/>
                  </a:lnTo>
                  <a:close/>
                </a:path>
              </a:pathLst>
            </a:custGeom>
            <a:solidFill>
              <a:srgbClr val="4FB981"/>
            </a:solidFill>
            <a:ln w="4001">
              <a:solidFill>
                <a:srgbClr val="B0E0C7"/>
              </a:solidFill>
            </a:ln>
          </p:spPr>
        </p:sp>
        <p:sp>
          <p:nvSpPr>
            <p:cNvPr id="4045" name="Match_B2__4044">
              <a:extLst>
                <a:ext uri="{FF2B5EF4-FFF2-40B4-BE49-F238E27FC236}">
                  <a16:creationId xmlns:a16="http://schemas.microsoft.com/office/drawing/2014/main" id="{09E9F892-5ABD-8427-B995-66ECCCEFD354}"/>
                </a:ext>
              </a:extLst>
            </p:cNvPr>
            <p:cNvSpPr>
              <a:spLocks noGrp="1"/>
            </p:cNvSpPr>
            <p:nvPr/>
          </p:nvSpPr>
          <p:spPr>
            <a:xfrm>
              <a:off x="8405600" y="4087674"/>
              <a:ext cx="333588" cy="509984"/>
            </a:xfrm>
            <a:custGeom>
              <a:avLst/>
              <a:gdLst/>
              <a:ahLst/>
              <a:cxnLst/>
              <a:rect l="0" t="0" r="0" b="0"/>
              <a:pathLst>
                <a:path w="333588" h="509984">
                  <a:moveTo>
                    <a:pt x="6938" y="481610"/>
                  </a:moveTo>
                  <a:lnTo>
                    <a:pt x="42185" y="508281"/>
                  </a:lnTo>
                  <a:lnTo>
                    <a:pt x="6938" y="487679"/>
                  </a:lnTo>
                  <a:close/>
                  <a:moveTo>
                    <a:pt x="6938" y="481610"/>
                  </a:moveTo>
                  <a:lnTo>
                    <a:pt x="43069" y="508281"/>
                  </a:lnTo>
                  <a:lnTo>
                    <a:pt x="42185" y="508281"/>
                  </a:lnTo>
                  <a:close/>
                  <a:moveTo>
                    <a:pt x="155545" y="508281"/>
                  </a:moveTo>
                  <a:lnTo>
                    <a:pt x="151461" y="508281"/>
                  </a:lnTo>
                  <a:lnTo>
                    <a:pt x="187592" y="492886"/>
                  </a:lnTo>
                  <a:close/>
                  <a:moveTo>
                    <a:pt x="332114" y="72450"/>
                  </a:moveTo>
                  <a:lnTo>
                    <a:pt x="332114" y="81550"/>
                  </a:lnTo>
                  <a:lnTo>
                    <a:pt x="329344" y="54879"/>
                  </a:lnTo>
                  <a:close/>
                  <a:moveTo>
                    <a:pt x="42185" y="508281"/>
                  </a:moveTo>
                  <a:lnTo>
                    <a:pt x="43069" y="508281"/>
                  </a:lnTo>
                  <a:lnTo>
                    <a:pt x="43069" y="508675"/>
                  </a:lnTo>
                  <a:close/>
                  <a:moveTo>
                    <a:pt x="155545" y="508281"/>
                  </a:moveTo>
                  <a:lnTo>
                    <a:pt x="151461" y="509984"/>
                  </a:lnTo>
                  <a:lnTo>
                    <a:pt x="151461" y="508281"/>
                  </a:lnTo>
                  <a:close/>
                  <a:moveTo>
                    <a:pt x="0" y="481610"/>
                  </a:moveTo>
                  <a:lnTo>
                    <a:pt x="6938" y="481610"/>
                  </a:lnTo>
                  <a:lnTo>
                    <a:pt x="6938" y="487679"/>
                  </a:lnTo>
                  <a:close/>
                  <a:moveTo>
                    <a:pt x="229251" y="454939"/>
                  </a:moveTo>
                  <a:lnTo>
                    <a:pt x="223722" y="461044"/>
                  </a:lnTo>
                  <a:lnTo>
                    <a:pt x="223722" y="454939"/>
                  </a:lnTo>
                  <a:close/>
                  <a:moveTo>
                    <a:pt x="6938" y="372837"/>
                  </a:moveTo>
                  <a:lnTo>
                    <a:pt x="6938" y="374927"/>
                  </a:lnTo>
                  <a:lnTo>
                    <a:pt x="5461" y="374927"/>
                  </a:lnTo>
                  <a:close/>
                  <a:moveTo>
                    <a:pt x="301930" y="161562"/>
                  </a:moveTo>
                  <a:lnTo>
                    <a:pt x="295984" y="177644"/>
                  </a:lnTo>
                  <a:lnTo>
                    <a:pt x="295984" y="161562"/>
                  </a:lnTo>
                  <a:close/>
                  <a:moveTo>
                    <a:pt x="79199" y="73553"/>
                  </a:moveTo>
                  <a:lnTo>
                    <a:pt x="79199" y="81550"/>
                  </a:lnTo>
                  <a:lnTo>
                    <a:pt x="74525" y="81550"/>
                  </a:lnTo>
                  <a:close/>
                  <a:moveTo>
                    <a:pt x="333588" y="81550"/>
                  </a:moveTo>
                  <a:lnTo>
                    <a:pt x="332114" y="87611"/>
                  </a:lnTo>
                  <a:lnTo>
                    <a:pt x="332114" y="81550"/>
                  </a:lnTo>
                  <a:close/>
                  <a:moveTo>
                    <a:pt x="332114" y="72450"/>
                  </a:moveTo>
                  <a:lnTo>
                    <a:pt x="333588" y="81550"/>
                  </a:lnTo>
                  <a:lnTo>
                    <a:pt x="332114" y="81550"/>
                  </a:lnTo>
                  <a:close/>
                  <a:moveTo>
                    <a:pt x="115330" y="27049"/>
                  </a:moveTo>
                  <a:lnTo>
                    <a:pt x="115330" y="28208"/>
                  </a:lnTo>
                  <a:lnTo>
                    <a:pt x="113905" y="28208"/>
                  </a:lnTo>
                  <a:close/>
                  <a:moveTo>
                    <a:pt x="259853" y="0"/>
                  </a:moveTo>
                  <a:lnTo>
                    <a:pt x="263882" y="1537"/>
                  </a:lnTo>
                  <a:lnTo>
                    <a:pt x="259853" y="1537"/>
                  </a:lnTo>
                  <a:close/>
                  <a:moveTo>
                    <a:pt x="6938" y="372837"/>
                  </a:moveTo>
                  <a:lnTo>
                    <a:pt x="5461" y="374927"/>
                  </a:lnTo>
                  <a:lnTo>
                    <a:pt x="6938" y="374927"/>
                  </a:lnTo>
                  <a:close/>
                  <a:moveTo>
                    <a:pt x="6938" y="372837"/>
                  </a:moveTo>
                  <a:lnTo>
                    <a:pt x="6938" y="374927"/>
                  </a:lnTo>
                  <a:lnTo>
                    <a:pt x="22371" y="348256"/>
                  </a:lnTo>
                  <a:close/>
                  <a:moveTo>
                    <a:pt x="295984" y="268244"/>
                  </a:moveTo>
                  <a:lnTo>
                    <a:pt x="306538" y="294915"/>
                  </a:lnTo>
                  <a:lnTo>
                    <a:pt x="299669" y="268244"/>
                  </a:lnTo>
                  <a:close/>
                  <a:moveTo>
                    <a:pt x="295984" y="268244"/>
                  </a:moveTo>
                  <a:lnTo>
                    <a:pt x="299669" y="268244"/>
                  </a:lnTo>
                  <a:lnTo>
                    <a:pt x="295984" y="255025"/>
                  </a:lnTo>
                  <a:close/>
                  <a:moveTo>
                    <a:pt x="332114" y="87611"/>
                  </a:moveTo>
                  <a:lnTo>
                    <a:pt x="332114" y="81550"/>
                  </a:lnTo>
                  <a:lnTo>
                    <a:pt x="327640" y="108220"/>
                  </a:lnTo>
                  <a:close/>
                  <a:moveTo>
                    <a:pt x="332114" y="81550"/>
                  </a:moveTo>
                  <a:lnTo>
                    <a:pt x="332114" y="87611"/>
                  </a:lnTo>
                  <a:lnTo>
                    <a:pt x="333588" y="81550"/>
                  </a:lnTo>
                  <a:close/>
                  <a:moveTo>
                    <a:pt x="332114" y="81550"/>
                  </a:moveTo>
                  <a:lnTo>
                    <a:pt x="333588" y="81550"/>
                  </a:lnTo>
                  <a:lnTo>
                    <a:pt x="332114" y="72450"/>
                  </a:lnTo>
                  <a:close/>
                  <a:moveTo>
                    <a:pt x="115330" y="27049"/>
                  </a:moveTo>
                  <a:lnTo>
                    <a:pt x="113905" y="28208"/>
                  </a:lnTo>
                  <a:lnTo>
                    <a:pt x="115330" y="28208"/>
                  </a:lnTo>
                  <a:close/>
                  <a:moveTo>
                    <a:pt x="263882" y="1537"/>
                  </a:moveTo>
                  <a:lnTo>
                    <a:pt x="259853" y="1537"/>
                  </a:lnTo>
                  <a:lnTo>
                    <a:pt x="295984" y="16543"/>
                  </a:lnTo>
                  <a:close/>
                  <a:moveTo>
                    <a:pt x="259853" y="1537"/>
                  </a:moveTo>
                  <a:lnTo>
                    <a:pt x="263882" y="1537"/>
                  </a:lnTo>
                  <a:lnTo>
                    <a:pt x="259853" y="0"/>
                  </a:lnTo>
                  <a:close/>
                </a:path>
              </a:pathLst>
            </a:custGeom>
            <a:solidFill>
              <a:srgbClr val="54BA85"/>
            </a:solidFill>
            <a:ln w="4001">
              <a:solidFill>
                <a:srgbClr val="B0E0C7"/>
              </a:solidFill>
            </a:ln>
          </p:spPr>
        </p:sp>
        <p:sp>
          <p:nvSpPr>
            <p:cNvPr id="4046" name="Match_B2__4045">
              <a:extLst>
                <a:ext uri="{FF2B5EF4-FFF2-40B4-BE49-F238E27FC236}">
                  <a16:creationId xmlns:a16="http://schemas.microsoft.com/office/drawing/2014/main" id="{A6D2F27A-A87D-E767-3BD1-F09162071512}"/>
                </a:ext>
              </a:extLst>
            </p:cNvPr>
            <p:cNvSpPr>
              <a:spLocks noGrp="1"/>
            </p:cNvSpPr>
            <p:nvPr/>
          </p:nvSpPr>
          <p:spPr>
            <a:xfrm>
              <a:off x="8386763" y="4081463"/>
              <a:ext cx="350951" cy="523875"/>
            </a:xfrm>
            <a:custGeom>
              <a:avLst/>
              <a:gdLst/>
              <a:ahLst/>
              <a:cxnLst/>
              <a:rect l="0" t="0" r="0" b="0"/>
              <a:pathLst>
                <a:path w="350951" h="523875">
                  <a:moveTo>
                    <a:pt x="61247" y="514492"/>
                  </a:moveTo>
                  <a:lnTo>
                    <a:pt x="61022" y="514492"/>
                  </a:lnTo>
                  <a:lnTo>
                    <a:pt x="61906" y="514887"/>
                  </a:lnTo>
                  <a:close/>
                  <a:moveTo>
                    <a:pt x="61022" y="514492"/>
                  </a:moveTo>
                  <a:lnTo>
                    <a:pt x="61247" y="514492"/>
                  </a:lnTo>
                  <a:lnTo>
                    <a:pt x="25775" y="493891"/>
                  </a:lnTo>
                  <a:close/>
                  <a:moveTo>
                    <a:pt x="61906" y="514887"/>
                  </a:moveTo>
                  <a:lnTo>
                    <a:pt x="98037" y="523543"/>
                  </a:lnTo>
                  <a:lnTo>
                    <a:pt x="98037" y="523433"/>
                  </a:lnTo>
                  <a:close/>
                  <a:moveTo>
                    <a:pt x="98037" y="523543"/>
                  </a:moveTo>
                  <a:lnTo>
                    <a:pt x="134167" y="523875"/>
                  </a:lnTo>
                  <a:lnTo>
                    <a:pt x="134167" y="523721"/>
                  </a:lnTo>
                  <a:close/>
                  <a:moveTo>
                    <a:pt x="134167" y="523875"/>
                  </a:moveTo>
                  <a:lnTo>
                    <a:pt x="170298" y="516196"/>
                  </a:lnTo>
                  <a:lnTo>
                    <a:pt x="170298" y="515926"/>
                  </a:lnTo>
                  <a:close/>
                  <a:moveTo>
                    <a:pt x="174383" y="514492"/>
                  </a:moveTo>
                  <a:lnTo>
                    <a:pt x="170298" y="515926"/>
                  </a:lnTo>
                  <a:lnTo>
                    <a:pt x="170298" y="516196"/>
                  </a:lnTo>
                  <a:close/>
                  <a:moveTo>
                    <a:pt x="174383" y="514492"/>
                  </a:moveTo>
                  <a:lnTo>
                    <a:pt x="206429" y="499097"/>
                  </a:lnTo>
                  <a:lnTo>
                    <a:pt x="206429" y="498341"/>
                  </a:lnTo>
                  <a:close/>
                  <a:moveTo>
                    <a:pt x="19051" y="487821"/>
                  </a:moveTo>
                  <a:lnTo>
                    <a:pt x="18837" y="487821"/>
                  </a:lnTo>
                  <a:lnTo>
                    <a:pt x="25775" y="493891"/>
                  </a:lnTo>
                  <a:close/>
                  <a:moveTo>
                    <a:pt x="2499" y="461151"/>
                  </a:moveTo>
                  <a:lnTo>
                    <a:pt x="18837" y="487821"/>
                  </a:lnTo>
                  <a:lnTo>
                    <a:pt x="19051" y="487821"/>
                  </a:lnTo>
                  <a:close/>
                  <a:moveTo>
                    <a:pt x="221774" y="487821"/>
                  </a:moveTo>
                  <a:lnTo>
                    <a:pt x="206429" y="498341"/>
                  </a:lnTo>
                  <a:lnTo>
                    <a:pt x="206429" y="499097"/>
                  </a:lnTo>
                  <a:close/>
                  <a:moveTo>
                    <a:pt x="221774" y="487821"/>
                  </a:moveTo>
                  <a:lnTo>
                    <a:pt x="242559" y="467256"/>
                  </a:lnTo>
                  <a:lnTo>
                    <a:pt x="242559" y="464251"/>
                  </a:lnTo>
                  <a:close/>
                  <a:moveTo>
                    <a:pt x="0" y="434480"/>
                  </a:moveTo>
                  <a:lnTo>
                    <a:pt x="2499" y="461151"/>
                  </a:lnTo>
                  <a:lnTo>
                    <a:pt x="2826" y="461151"/>
                  </a:lnTo>
                  <a:close/>
                  <a:moveTo>
                    <a:pt x="248088" y="461151"/>
                  </a:moveTo>
                  <a:lnTo>
                    <a:pt x="242559" y="464251"/>
                  </a:lnTo>
                  <a:lnTo>
                    <a:pt x="242559" y="467256"/>
                  </a:lnTo>
                  <a:close/>
                  <a:moveTo>
                    <a:pt x="245202" y="461151"/>
                  </a:moveTo>
                  <a:lnTo>
                    <a:pt x="248088" y="461151"/>
                  </a:lnTo>
                  <a:lnTo>
                    <a:pt x="268638" y="434480"/>
                  </a:lnTo>
                  <a:close/>
                  <a:moveTo>
                    <a:pt x="7970" y="407809"/>
                  </a:moveTo>
                  <a:lnTo>
                    <a:pt x="0" y="434480"/>
                  </a:lnTo>
                  <a:lnTo>
                    <a:pt x="619" y="434480"/>
                  </a:lnTo>
                  <a:close/>
                  <a:moveTo>
                    <a:pt x="268638" y="434480"/>
                  </a:moveTo>
                  <a:lnTo>
                    <a:pt x="278690" y="421046"/>
                  </a:lnTo>
                  <a:lnTo>
                    <a:pt x="278690" y="410643"/>
                  </a:lnTo>
                  <a:close/>
                  <a:moveTo>
                    <a:pt x="24298" y="381139"/>
                  </a:moveTo>
                  <a:lnTo>
                    <a:pt x="25775" y="383302"/>
                  </a:lnTo>
                  <a:lnTo>
                    <a:pt x="25775" y="381139"/>
                  </a:lnTo>
                  <a:close/>
                  <a:moveTo>
                    <a:pt x="7970" y="407809"/>
                  </a:moveTo>
                  <a:lnTo>
                    <a:pt x="9348" y="407809"/>
                  </a:lnTo>
                  <a:lnTo>
                    <a:pt x="24298" y="381139"/>
                  </a:lnTo>
                  <a:close/>
                  <a:moveTo>
                    <a:pt x="288891" y="407809"/>
                  </a:moveTo>
                  <a:lnTo>
                    <a:pt x="278690" y="410643"/>
                  </a:lnTo>
                  <a:lnTo>
                    <a:pt x="278690" y="421046"/>
                  </a:lnTo>
                  <a:close/>
                  <a:moveTo>
                    <a:pt x="280604" y="407809"/>
                  </a:moveTo>
                  <a:lnTo>
                    <a:pt x="288891" y="407809"/>
                  </a:lnTo>
                  <a:lnTo>
                    <a:pt x="307376" y="381139"/>
                  </a:lnTo>
                  <a:close/>
                  <a:moveTo>
                    <a:pt x="41208" y="354468"/>
                  </a:moveTo>
                  <a:lnTo>
                    <a:pt x="25775" y="381139"/>
                  </a:lnTo>
                  <a:lnTo>
                    <a:pt x="27230" y="381139"/>
                  </a:lnTo>
                  <a:close/>
                  <a:moveTo>
                    <a:pt x="314821" y="366252"/>
                  </a:moveTo>
                  <a:lnTo>
                    <a:pt x="314821" y="354468"/>
                  </a:lnTo>
                  <a:lnTo>
                    <a:pt x="307376" y="381139"/>
                  </a:lnTo>
                  <a:close/>
                  <a:moveTo>
                    <a:pt x="307376" y="381139"/>
                  </a:moveTo>
                  <a:lnTo>
                    <a:pt x="314821" y="354468"/>
                  </a:lnTo>
                  <a:lnTo>
                    <a:pt x="310032" y="354468"/>
                  </a:lnTo>
                  <a:close/>
                  <a:moveTo>
                    <a:pt x="53652" y="327797"/>
                  </a:moveTo>
                  <a:lnTo>
                    <a:pt x="41208" y="354468"/>
                  </a:lnTo>
                  <a:lnTo>
                    <a:pt x="46375" y="354468"/>
                  </a:lnTo>
                  <a:close/>
                  <a:moveTo>
                    <a:pt x="314821" y="354468"/>
                  </a:moveTo>
                  <a:lnTo>
                    <a:pt x="314821" y="366252"/>
                  </a:lnTo>
                  <a:lnTo>
                    <a:pt x="320969" y="354468"/>
                  </a:lnTo>
                  <a:close/>
                  <a:moveTo>
                    <a:pt x="320969" y="354468"/>
                  </a:moveTo>
                  <a:lnTo>
                    <a:pt x="314821" y="332042"/>
                  </a:lnTo>
                  <a:lnTo>
                    <a:pt x="314821" y="354468"/>
                  </a:lnTo>
                  <a:close/>
                  <a:moveTo>
                    <a:pt x="327031" y="327797"/>
                  </a:moveTo>
                  <a:lnTo>
                    <a:pt x="315803" y="327797"/>
                  </a:lnTo>
                  <a:lnTo>
                    <a:pt x="320969" y="354468"/>
                  </a:lnTo>
                  <a:close/>
                  <a:moveTo>
                    <a:pt x="58654" y="301127"/>
                  </a:moveTo>
                  <a:lnTo>
                    <a:pt x="61906" y="320810"/>
                  </a:lnTo>
                  <a:lnTo>
                    <a:pt x="61906" y="301127"/>
                  </a:lnTo>
                  <a:close/>
                  <a:moveTo>
                    <a:pt x="53652" y="327797"/>
                  </a:moveTo>
                  <a:lnTo>
                    <a:pt x="60622" y="327797"/>
                  </a:lnTo>
                  <a:lnTo>
                    <a:pt x="58654" y="301127"/>
                  </a:lnTo>
                  <a:close/>
                  <a:moveTo>
                    <a:pt x="327031" y="327797"/>
                  </a:moveTo>
                  <a:lnTo>
                    <a:pt x="325376" y="301127"/>
                  </a:lnTo>
                  <a:lnTo>
                    <a:pt x="315803" y="327797"/>
                  </a:lnTo>
                  <a:close/>
                  <a:moveTo>
                    <a:pt x="58654" y="301127"/>
                  </a:moveTo>
                  <a:lnTo>
                    <a:pt x="61906" y="301127"/>
                  </a:lnTo>
                  <a:lnTo>
                    <a:pt x="60906" y="274456"/>
                  </a:lnTo>
                  <a:close/>
                  <a:moveTo>
                    <a:pt x="56058" y="274456"/>
                  </a:moveTo>
                  <a:lnTo>
                    <a:pt x="58654" y="301127"/>
                  </a:lnTo>
                  <a:lnTo>
                    <a:pt x="60906" y="274456"/>
                  </a:lnTo>
                  <a:close/>
                  <a:moveTo>
                    <a:pt x="314821" y="274456"/>
                  </a:moveTo>
                  <a:lnTo>
                    <a:pt x="314821" y="301127"/>
                  </a:lnTo>
                  <a:lnTo>
                    <a:pt x="325376" y="301127"/>
                  </a:lnTo>
                  <a:close/>
                  <a:moveTo>
                    <a:pt x="49622" y="247785"/>
                  </a:moveTo>
                  <a:lnTo>
                    <a:pt x="56058" y="274456"/>
                  </a:lnTo>
                  <a:lnTo>
                    <a:pt x="60906" y="274456"/>
                  </a:lnTo>
                  <a:close/>
                  <a:moveTo>
                    <a:pt x="314821" y="274456"/>
                  </a:moveTo>
                  <a:lnTo>
                    <a:pt x="314821" y="261236"/>
                  </a:lnTo>
                  <a:lnTo>
                    <a:pt x="309985" y="274456"/>
                  </a:lnTo>
                  <a:close/>
                  <a:moveTo>
                    <a:pt x="309985" y="274456"/>
                  </a:moveTo>
                  <a:lnTo>
                    <a:pt x="314821" y="261236"/>
                  </a:lnTo>
                  <a:lnTo>
                    <a:pt x="311612" y="247785"/>
                  </a:lnTo>
                  <a:close/>
                  <a:moveTo>
                    <a:pt x="44811" y="221114"/>
                  </a:moveTo>
                  <a:lnTo>
                    <a:pt x="49622" y="247785"/>
                  </a:lnTo>
                  <a:lnTo>
                    <a:pt x="52401" y="247785"/>
                  </a:lnTo>
                  <a:close/>
                  <a:moveTo>
                    <a:pt x="305758" y="247785"/>
                  </a:moveTo>
                  <a:lnTo>
                    <a:pt x="311612" y="247785"/>
                  </a:lnTo>
                  <a:lnTo>
                    <a:pt x="308985" y="221114"/>
                  </a:lnTo>
                  <a:close/>
                  <a:moveTo>
                    <a:pt x="45349" y="194444"/>
                  </a:moveTo>
                  <a:lnTo>
                    <a:pt x="44811" y="221114"/>
                  </a:lnTo>
                  <a:lnTo>
                    <a:pt x="46347" y="221114"/>
                  </a:lnTo>
                  <a:close/>
                  <a:moveTo>
                    <a:pt x="305022" y="221114"/>
                  </a:moveTo>
                  <a:lnTo>
                    <a:pt x="308985" y="221114"/>
                  </a:lnTo>
                  <a:lnTo>
                    <a:pt x="311622" y="194444"/>
                  </a:lnTo>
                  <a:close/>
                  <a:moveTo>
                    <a:pt x="52631" y="167773"/>
                  </a:moveTo>
                  <a:lnTo>
                    <a:pt x="45349" y="194444"/>
                  </a:lnTo>
                  <a:lnTo>
                    <a:pt x="46429" y="194444"/>
                  </a:lnTo>
                  <a:close/>
                  <a:moveTo>
                    <a:pt x="311622" y="194444"/>
                  </a:moveTo>
                  <a:lnTo>
                    <a:pt x="314821" y="183855"/>
                  </a:lnTo>
                  <a:lnTo>
                    <a:pt x="314821" y="173431"/>
                  </a:lnTo>
                  <a:close/>
                  <a:moveTo>
                    <a:pt x="61906" y="151917"/>
                  </a:moveTo>
                  <a:lnTo>
                    <a:pt x="61906" y="148770"/>
                  </a:lnTo>
                  <a:lnTo>
                    <a:pt x="52631" y="167773"/>
                  </a:lnTo>
                  <a:close/>
                  <a:moveTo>
                    <a:pt x="61906" y="148770"/>
                  </a:moveTo>
                  <a:lnTo>
                    <a:pt x="61906" y="151917"/>
                  </a:lnTo>
                  <a:lnTo>
                    <a:pt x="65514" y="141102"/>
                  </a:lnTo>
                  <a:close/>
                  <a:moveTo>
                    <a:pt x="320767" y="167773"/>
                  </a:moveTo>
                  <a:lnTo>
                    <a:pt x="314821" y="173431"/>
                  </a:lnTo>
                  <a:lnTo>
                    <a:pt x="314821" y="183855"/>
                  </a:lnTo>
                  <a:close/>
                  <a:moveTo>
                    <a:pt x="316910" y="167773"/>
                  </a:moveTo>
                  <a:lnTo>
                    <a:pt x="320767" y="167773"/>
                  </a:lnTo>
                  <a:lnTo>
                    <a:pt x="334327" y="141102"/>
                  </a:lnTo>
                  <a:close/>
                  <a:moveTo>
                    <a:pt x="79307" y="114432"/>
                  </a:moveTo>
                  <a:lnTo>
                    <a:pt x="65514" y="141102"/>
                  </a:lnTo>
                  <a:lnTo>
                    <a:pt x="67254" y="141102"/>
                  </a:lnTo>
                  <a:close/>
                  <a:moveTo>
                    <a:pt x="329999" y="141102"/>
                  </a:moveTo>
                  <a:lnTo>
                    <a:pt x="334327" y="141102"/>
                  </a:lnTo>
                  <a:lnTo>
                    <a:pt x="346477" y="114432"/>
                  </a:lnTo>
                  <a:close/>
                  <a:moveTo>
                    <a:pt x="93362" y="87761"/>
                  </a:moveTo>
                  <a:lnTo>
                    <a:pt x="79307" y="114432"/>
                  </a:lnTo>
                  <a:lnTo>
                    <a:pt x="82196" y="114432"/>
                  </a:lnTo>
                  <a:close/>
                  <a:moveTo>
                    <a:pt x="346477" y="114432"/>
                  </a:moveTo>
                  <a:lnTo>
                    <a:pt x="350951" y="87761"/>
                  </a:lnTo>
                  <a:lnTo>
                    <a:pt x="347235" y="87761"/>
                  </a:lnTo>
                  <a:close/>
                  <a:moveTo>
                    <a:pt x="98037" y="87057"/>
                  </a:moveTo>
                  <a:lnTo>
                    <a:pt x="98037" y="79764"/>
                  </a:lnTo>
                  <a:lnTo>
                    <a:pt x="93362" y="87761"/>
                  </a:lnTo>
                  <a:close/>
                  <a:moveTo>
                    <a:pt x="98037" y="79764"/>
                  </a:moveTo>
                  <a:lnTo>
                    <a:pt x="98037" y="87057"/>
                  </a:lnTo>
                  <a:lnTo>
                    <a:pt x="108998" y="61090"/>
                  </a:lnTo>
                  <a:close/>
                  <a:moveTo>
                    <a:pt x="350951" y="87761"/>
                  </a:moveTo>
                  <a:lnTo>
                    <a:pt x="350951" y="78661"/>
                  </a:lnTo>
                  <a:lnTo>
                    <a:pt x="347235" y="87761"/>
                  </a:lnTo>
                  <a:close/>
                  <a:moveTo>
                    <a:pt x="347235" y="87761"/>
                  </a:moveTo>
                  <a:lnTo>
                    <a:pt x="350951" y="78661"/>
                  </a:lnTo>
                  <a:lnTo>
                    <a:pt x="348181" y="61090"/>
                  </a:lnTo>
                  <a:close/>
                  <a:moveTo>
                    <a:pt x="132742" y="34420"/>
                  </a:moveTo>
                  <a:lnTo>
                    <a:pt x="134167" y="39086"/>
                  </a:lnTo>
                  <a:lnTo>
                    <a:pt x="134167" y="34420"/>
                  </a:lnTo>
                  <a:close/>
                  <a:moveTo>
                    <a:pt x="108998" y="61090"/>
                  </a:moveTo>
                  <a:lnTo>
                    <a:pt x="114044" y="61090"/>
                  </a:lnTo>
                  <a:lnTo>
                    <a:pt x="132742" y="34420"/>
                  </a:lnTo>
                  <a:close/>
                  <a:moveTo>
                    <a:pt x="342574" y="61090"/>
                  </a:moveTo>
                  <a:lnTo>
                    <a:pt x="348181" y="61090"/>
                  </a:lnTo>
                  <a:lnTo>
                    <a:pt x="329961" y="34420"/>
                  </a:lnTo>
                  <a:close/>
                  <a:moveTo>
                    <a:pt x="134167" y="33261"/>
                  </a:moveTo>
                  <a:lnTo>
                    <a:pt x="134167" y="34420"/>
                  </a:lnTo>
                  <a:lnTo>
                    <a:pt x="170298" y="16249"/>
                  </a:lnTo>
                  <a:close/>
                  <a:moveTo>
                    <a:pt x="170298" y="11916"/>
                  </a:moveTo>
                  <a:lnTo>
                    <a:pt x="134167" y="33261"/>
                  </a:lnTo>
                  <a:lnTo>
                    <a:pt x="170298" y="16249"/>
                  </a:lnTo>
                  <a:close/>
                  <a:moveTo>
                    <a:pt x="170298" y="11916"/>
                  </a:moveTo>
                  <a:lnTo>
                    <a:pt x="170298" y="16249"/>
                  </a:lnTo>
                  <a:lnTo>
                    <a:pt x="184385" y="7749"/>
                  </a:lnTo>
                  <a:close/>
                  <a:moveTo>
                    <a:pt x="314821" y="22754"/>
                  </a:moveTo>
                  <a:lnTo>
                    <a:pt x="323112" y="34420"/>
                  </a:lnTo>
                  <a:lnTo>
                    <a:pt x="329961" y="34420"/>
                  </a:lnTo>
                  <a:close/>
                  <a:moveTo>
                    <a:pt x="314821" y="22754"/>
                  </a:moveTo>
                  <a:lnTo>
                    <a:pt x="278690" y="7749"/>
                  </a:lnTo>
                  <a:lnTo>
                    <a:pt x="278690" y="10495"/>
                  </a:lnTo>
                  <a:close/>
                  <a:moveTo>
                    <a:pt x="206429" y="5799"/>
                  </a:moveTo>
                  <a:lnTo>
                    <a:pt x="206429" y="1782"/>
                  </a:lnTo>
                  <a:lnTo>
                    <a:pt x="184385" y="7749"/>
                  </a:lnTo>
                  <a:close/>
                  <a:moveTo>
                    <a:pt x="242559" y="3938"/>
                  </a:moveTo>
                  <a:lnTo>
                    <a:pt x="242559" y="0"/>
                  </a:lnTo>
                  <a:lnTo>
                    <a:pt x="206429" y="1782"/>
                  </a:lnTo>
                  <a:close/>
                  <a:moveTo>
                    <a:pt x="278690" y="6211"/>
                  </a:moveTo>
                  <a:lnTo>
                    <a:pt x="264234" y="7749"/>
                  </a:lnTo>
                  <a:lnTo>
                    <a:pt x="278690" y="7749"/>
                  </a:lnTo>
                  <a:close/>
                  <a:moveTo>
                    <a:pt x="242559" y="0"/>
                  </a:moveTo>
                  <a:lnTo>
                    <a:pt x="242559" y="3938"/>
                  </a:lnTo>
                  <a:lnTo>
                    <a:pt x="278690" y="6211"/>
                  </a:lnTo>
                  <a:close/>
                </a:path>
              </a:pathLst>
            </a:custGeom>
            <a:solidFill>
              <a:srgbClr val="58BC88"/>
            </a:solidFill>
            <a:ln w="4001">
              <a:solidFill>
                <a:srgbClr val="B0E0C7"/>
              </a:solidFill>
            </a:ln>
          </p:spPr>
        </p:sp>
        <p:sp>
          <p:nvSpPr>
            <p:cNvPr id="4047" name="Match_B2__4046">
              <a:extLst>
                <a:ext uri="{FF2B5EF4-FFF2-40B4-BE49-F238E27FC236}">
                  <a16:creationId xmlns:a16="http://schemas.microsoft.com/office/drawing/2014/main" id="{6C7D1BC0-7A44-B72E-E08A-BB2BBDDE01D9}"/>
                </a:ext>
              </a:extLst>
            </p:cNvPr>
            <p:cNvSpPr>
              <a:spLocks noGrp="1"/>
            </p:cNvSpPr>
            <p:nvPr/>
          </p:nvSpPr>
          <p:spPr>
            <a:xfrm>
              <a:off x="8386763" y="4083244"/>
              <a:ext cx="348181" cy="522093"/>
            </a:xfrm>
            <a:custGeom>
              <a:avLst/>
              <a:gdLst/>
              <a:ahLst/>
              <a:cxnLst/>
              <a:rect l="0" t="0" r="0" b="0"/>
              <a:pathLst>
                <a:path w="348181" h="522093">
                  <a:moveTo>
                    <a:pt x="61247" y="512711"/>
                  </a:moveTo>
                  <a:lnTo>
                    <a:pt x="61906" y="513105"/>
                  </a:lnTo>
                  <a:lnTo>
                    <a:pt x="61906" y="513005"/>
                  </a:lnTo>
                  <a:close/>
                  <a:moveTo>
                    <a:pt x="61247" y="512711"/>
                  </a:moveTo>
                  <a:lnTo>
                    <a:pt x="25775" y="491932"/>
                  </a:lnTo>
                  <a:lnTo>
                    <a:pt x="25775" y="492109"/>
                  </a:lnTo>
                  <a:close/>
                  <a:moveTo>
                    <a:pt x="61906" y="513005"/>
                  </a:moveTo>
                  <a:lnTo>
                    <a:pt x="61906" y="513105"/>
                  </a:lnTo>
                  <a:lnTo>
                    <a:pt x="98037" y="521651"/>
                  </a:lnTo>
                  <a:close/>
                  <a:moveTo>
                    <a:pt x="98037" y="521651"/>
                  </a:moveTo>
                  <a:lnTo>
                    <a:pt x="98037" y="521762"/>
                  </a:lnTo>
                  <a:lnTo>
                    <a:pt x="134167" y="521940"/>
                  </a:lnTo>
                  <a:close/>
                  <a:moveTo>
                    <a:pt x="134167" y="521940"/>
                  </a:moveTo>
                  <a:lnTo>
                    <a:pt x="134167" y="522093"/>
                  </a:lnTo>
                  <a:lnTo>
                    <a:pt x="170298" y="514145"/>
                  </a:lnTo>
                  <a:close/>
                  <a:moveTo>
                    <a:pt x="174383" y="512711"/>
                  </a:moveTo>
                  <a:lnTo>
                    <a:pt x="173705" y="512711"/>
                  </a:lnTo>
                  <a:lnTo>
                    <a:pt x="170298" y="514145"/>
                  </a:lnTo>
                  <a:close/>
                  <a:moveTo>
                    <a:pt x="173705" y="512711"/>
                  </a:moveTo>
                  <a:lnTo>
                    <a:pt x="174383" y="512711"/>
                  </a:lnTo>
                  <a:lnTo>
                    <a:pt x="206429" y="496559"/>
                  </a:lnTo>
                  <a:close/>
                  <a:moveTo>
                    <a:pt x="19051" y="486040"/>
                  </a:moveTo>
                  <a:lnTo>
                    <a:pt x="25775" y="492109"/>
                  </a:lnTo>
                  <a:lnTo>
                    <a:pt x="25775" y="491932"/>
                  </a:lnTo>
                  <a:close/>
                  <a:moveTo>
                    <a:pt x="2499" y="459369"/>
                  </a:moveTo>
                  <a:lnTo>
                    <a:pt x="19051" y="486040"/>
                  </a:lnTo>
                  <a:lnTo>
                    <a:pt x="2826" y="459369"/>
                  </a:lnTo>
                  <a:close/>
                  <a:moveTo>
                    <a:pt x="221774" y="486040"/>
                  </a:moveTo>
                  <a:lnTo>
                    <a:pt x="220412" y="486040"/>
                  </a:lnTo>
                  <a:lnTo>
                    <a:pt x="206429" y="496559"/>
                  </a:lnTo>
                  <a:close/>
                  <a:moveTo>
                    <a:pt x="220412" y="486040"/>
                  </a:moveTo>
                  <a:lnTo>
                    <a:pt x="221774" y="486040"/>
                  </a:lnTo>
                  <a:lnTo>
                    <a:pt x="242559" y="462470"/>
                  </a:lnTo>
                  <a:close/>
                  <a:moveTo>
                    <a:pt x="0" y="432698"/>
                  </a:moveTo>
                  <a:lnTo>
                    <a:pt x="2826" y="459369"/>
                  </a:lnTo>
                  <a:lnTo>
                    <a:pt x="619" y="432698"/>
                  </a:lnTo>
                  <a:close/>
                  <a:moveTo>
                    <a:pt x="248088" y="459369"/>
                  </a:moveTo>
                  <a:lnTo>
                    <a:pt x="245202" y="459369"/>
                  </a:lnTo>
                  <a:lnTo>
                    <a:pt x="242559" y="462470"/>
                  </a:lnTo>
                  <a:close/>
                  <a:moveTo>
                    <a:pt x="263669" y="432698"/>
                  </a:moveTo>
                  <a:lnTo>
                    <a:pt x="245202" y="459369"/>
                  </a:lnTo>
                  <a:lnTo>
                    <a:pt x="268638" y="432698"/>
                  </a:lnTo>
                  <a:close/>
                  <a:moveTo>
                    <a:pt x="7970" y="406028"/>
                  </a:moveTo>
                  <a:lnTo>
                    <a:pt x="619" y="432698"/>
                  </a:lnTo>
                  <a:lnTo>
                    <a:pt x="9348" y="406028"/>
                  </a:lnTo>
                  <a:close/>
                  <a:moveTo>
                    <a:pt x="263669" y="432698"/>
                  </a:moveTo>
                  <a:lnTo>
                    <a:pt x="268638" y="432698"/>
                  </a:lnTo>
                  <a:lnTo>
                    <a:pt x="278690" y="408861"/>
                  </a:lnTo>
                  <a:close/>
                  <a:moveTo>
                    <a:pt x="9348" y="406028"/>
                  </a:moveTo>
                  <a:lnTo>
                    <a:pt x="25775" y="381520"/>
                  </a:lnTo>
                  <a:lnTo>
                    <a:pt x="24298" y="379357"/>
                  </a:lnTo>
                  <a:close/>
                  <a:moveTo>
                    <a:pt x="288891" y="406028"/>
                  </a:moveTo>
                  <a:lnTo>
                    <a:pt x="280604" y="406028"/>
                  </a:lnTo>
                  <a:lnTo>
                    <a:pt x="278690" y="408861"/>
                  </a:lnTo>
                  <a:close/>
                  <a:moveTo>
                    <a:pt x="297665" y="379357"/>
                  </a:moveTo>
                  <a:lnTo>
                    <a:pt x="280604" y="406028"/>
                  </a:lnTo>
                  <a:lnTo>
                    <a:pt x="307376" y="379357"/>
                  </a:lnTo>
                  <a:close/>
                  <a:moveTo>
                    <a:pt x="41208" y="352686"/>
                  </a:moveTo>
                  <a:lnTo>
                    <a:pt x="27230" y="379357"/>
                  </a:lnTo>
                  <a:lnTo>
                    <a:pt x="46375" y="352686"/>
                  </a:lnTo>
                  <a:close/>
                  <a:moveTo>
                    <a:pt x="25775" y="379357"/>
                  </a:moveTo>
                  <a:lnTo>
                    <a:pt x="25775" y="381520"/>
                  </a:lnTo>
                  <a:lnTo>
                    <a:pt x="27230" y="379357"/>
                  </a:lnTo>
                  <a:close/>
                  <a:moveTo>
                    <a:pt x="307376" y="379357"/>
                  </a:moveTo>
                  <a:lnTo>
                    <a:pt x="310032" y="352686"/>
                  </a:lnTo>
                  <a:lnTo>
                    <a:pt x="297665" y="379357"/>
                  </a:lnTo>
                  <a:close/>
                  <a:moveTo>
                    <a:pt x="53652" y="326016"/>
                  </a:moveTo>
                  <a:lnTo>
                    <a:pt x="46375" y="352686"/>
                  </a:lnTo>
                  <a:lnTo>
                    <a:pt x="60622" y="326016"/>
                  </a:lnTo>
                  <a:close/>
                  <a:moveTo>
                    <a:pt x="315803" y="326016"/>
                  </a:moveTo>
                  <a:lnTo>
                    <a:pt x="314821" y="330260"/>
                  </a:lnTo>
                  <a:lnTo>
                    <a:pt x="320969" y="352686"/>
                  </a:lnTo>
                  <a:close/>
                  <a:moveTo>
                    <a:pt x="310032" y="352686"/>
                  </a:moveTo>
                  <a:lnTo>
                    <a:pt x="314821" y="352686"/>
                  </a:lnTo>
                  <a:lnTo>
                    <a:pt x="314821" y="330260"/>
                  </a:lnTo>
                  <a:close/>
                  <a:moveTo>
                    <a:pt x="60622" y="326016"/>
                  </a:moveTo>
                  <a:lnTo>
                    <a:pt x="61906" y="319028"/>
                  </a:lnTo>
                  <a:lnTo>
                    <a:pt x="58654" y="299345"/>
                  </a:lnTo>
                  <a:close/>
                  <a:moveTo>
                    <a:pt x="315803" y="326016"/>
                  </a:moveTo>
                  <a:lnTo>
                    <a:pt x="314821" y="299345"/>
                  </a:lnTo>
                  <a:lnTo>
                    <a:pt x="314821" y="301602"/>
                  </a:lnTo>
                  <a:close/>
                  <a:moveTo>
                    <a:pt x="325376" y="299345"/>
                  </a:moveTo>
                  <a:lnTo>
                    <a:pt x="314821" y="299345"/>
                  </a:lnTo>
                  <a:lnTo>
                    <a:pt x="315803" y="326016"/>
                  </a:lnTo>
                  <a:close/>
                  <a:moveTo>
                    <a:pt x="60906" y="272674"/>
                  </a:moveTo>
                  <a:lnTo>
                    <a:pt x="61906" y="299345"/>
                  </a:lnTo>
                  <a:lnTo>
                    <a:pt x="61906" y="278892"/>
                  </a:lnTo>
                  <a:close/>
                  <a:moveTo>
                    <a:pt x="61906" y="299345"/>
                  </a:moveTo>
                  <a:lnTo>
                    <a:pt x="64919" y="299345"/>
                  </a:lnTo>
                  <a:lnTo>
                    <a:pt x="61906" y="278892"/>
                  </a:lnTo>
                  <a:close/>
                  <a:moveTo>
                    <a:pt x="61906" y="299345"/>
                  </a:moveTo>
                  <a:lnTo>
                    <a:pt x="61906" y="319028"/>
                  </a:lnTo>
                  <a:lnTo>
                    <a:pt x="64919" y="299345"/>
                  </a:lnTo>
                  <a:close/>
                  <a:moveTo>
                    <a:pt x="314821" y="299345"/>
                  </a:moveTo>
                  <a:lnTo>
                    <a:pt x="314821" y="272674"/>
                  </a:lnTo>
                  <a:lnTo>
                    <a:pt x="314741" y="299345"/>
                  </a:lnTo>
                  <a:close/>
                  <a:moveTo>
                    <a:pt x="314821" y="272674"/>
                  </a:moveTo>
                  <a:lnTo>
                    <a:pt x="309985" y="272674"/>
                  </a:lnTo>
                  <a:lnTo>
                    <a:pt x="314741" y="299345"/>
                  </a:lnTo>
                  <a:close/>
                  <a:moveTo>
                    <a:pt x="314821" y="301602"/>
                  </a:moveTo>
                  <a:lnTo>
                    <a:pt x="314821" y="299345"/>
                  </a:lnTo>
                  <a:lnTo>
                    <a:pt x="314741" y="299345"/>
                  </a:lnTo>
                  <a:close/>
                  <a:moveTo>
                    <a:pt x="49622" y="246004"/>
                  </a:moveTo>
                  <a:lnTo>
                    <a:pt x="60906" y="272674"/>
                  </a:lnTo>
                  <a:lnTo>
                    <a:pt x="52401" y="246004"/>
                  </a:lnTo>
                  <a:close/>
                  <a:moveTo>
                    <a:pt x="309985" y="272674"/>
                  </a:moveTo>
                  <a:lnTo>
                    <a:pt x="311612" y="246004"/>
                  </a:lnTo>
                  <a:lnTo>
                    <a:pt x="305758" y="246004"/>
                  </a:lnTo>
                  <a:close/>
                  <a:moveTo>
                    <a:pt x="44811" y="219333"/>
                  </a:moveTo>
                  <a:lnTo>
                    <a:pt x="52401" y="246004"/>
                  </a:lnTo>
                  <a:lnTo>
                    <a:pt x="46347" y="219333"/>
                  </a:lnTo>
                  <a:close/>
                  <a:moveTo>
                    <a:pt x="305022" y="219333"/>
                  </a:moveTo>
                  <a:lnTo>
                    <a:pt x="305758" y="246004"/>
                  </a:lnTo>
                  <a:lnTo>
                    <a:pt x="308985" y="219333"/>
                  </a:lnTo>
                  <a:close/>
                  <a:moveTo>
                    <a:pt x="45349" y="192662"/>
                  </a:moveTo>
                  <a:lnTo>
                    <a:pt x="46347" y="219333"/>
                  </a:lnTo>
                  <a:lnTo>
                    <a:pt x="46429" y="192662"/>
                  </a:lnTo>
                  <a:close/>
                  <a:moveTo>
                    <a:pt x="308530" y="192662"/>
                  </a:moveTo>
                  <a:lnTo>
                    <a:pt x="305022" y="219333"/>
                  </a:lnTo>
                  <a:lnTo>
                    <a:pt x="311622" y="192662"/>
                  </a:lnTo>
                  <a:close/>
                  <a:moveTo>
                    <a:pt x="52631" y="165992"/>
                  </a:moveTo>
                  <a:lnTo>
                    <a:pt x="46429" y="192662"/>
                  </a:lnTo>
                  <a:lnTo>
                    <a:pt x="53863" y="165992"/>
                  </a:lnTo>
                  <a:close/>
                  <a:moveTo>
                    <a:pt x="308530" y="192662"/>
                  </a:moveTo>
                  <a:lnTo>
                    <a:pt x="311622" y="192662"/>
                  </a:lnTo>
                  <a:lnTo>
                    <a:pt x="314821" y="171650"/>
                  </a:lnTo>
                  <a:close/>
                  <a:moveTo>
                    <a:pt x="61906" y="150135"/>
                  </a:moveTo>
                  <a:lnTo>
                    <a:pt x="52631" y="165992"/>
                  </a:lnTo>
                  <a:lnTo>
                    <a:pt x="53863" y="165992"/>
                  </a:lnTo>
                  <a:close/>
                  <a:moveTo>
                    <a:pt x="61906" y="150135"/>
                  </a:moveTo>
                  <a:lnTo>
                    <a:pt x="67254" y="139321"/>
                  </a:lnTo>
                  <a:lnTo>
                    <a:pt x="65514" y="139321"/>
                  </a:lnTo>
                  <a:close/>
                  <a:moveTo>
                    <a:pt x="320767" y="165992"/>
                  </a:moveTo>
                  <a:lnTo>
                    <a:pt x="316910" y="165992"/>
                  </a:lnTo>
                  <a:lnTo>
                    <a:pt x="314821" y="171650"/>
                  </a:lnTo>
                  <a:close/>
                  <a:moveTo>
                    <a:pt x="329999" y="139321"/>
                  </a:moveTo>
                  <a:lnTo>
                    <a:pt x="316910" y="165992"/>
                  </a:lnTo>
                  <a:lnTo>
                    <a:pt x="334327" y="139321"/>
                  </a:lnTo>
                  <a:close/>
                  <a:moveTo>
                    <a:pt x="79307" y="112650"/>
                  </a:moveTo>
                  <a:lnTo>
                    <a:pt x="67254" y="139321"/>
                  </a:lnTo>
                  <a:lnTo>
                    <a:pt x="82196" y="112650"/>
                  </a:lnTo>
                  <a:close/>
                  <a:moveTo>
                    <a:pt x="341753" y="112650"/>
                  </a:moveTo>
                  <a:lnTo>
                    <a:pt x="329999" y="139321"/>
                  </a:lnTo>
                  <a:lnTo>
                    <a:pt x="346477" y="112650"/>
                  </a:lnTo>
                  <a:close/>
                  <a:moveTo>
                    <a:pt x="93362" y="85979"/>
                  </a:moveTo>
                  <a:lnTo>
                    <a:pt x="82196" y="112650"/>
                  </a:lnTo>
                  <a:lnTo>
                    <a:pt x="97608" y="85979"/>
                  </a:lnTo>
                  <a:close/>
                  <a:moveTo>
                    <a:pt x="346477" y="112650"/>
                  </a:moveTo>
                  <a:lnTo>
                    <a:pt x="347235" y="85979"/>
                  </a:lnTo>
                  <a:lnTo>
                    <a:pt x="341753" y="112650"/>
                  </a:lnTo>
                  <a:close/>
                  <a:moveTo>
                    <a:pt x="98037" y="85276"/>
                  </a:moveTo>
                  <a:lnTo>
                    <a:pt x="93362" y="85979"/>
                  </a:lnTo>
                  <a:lnTo>
                    <a:pt x="97608" y="85979"/>
                  </a:lnTo>
                  <a:close/>
                  <a:moveTo>
                    <a:pt x="98037" y="85276"/>
                  </a:moveTo>
                  <a:lnTo>
                    <a:pt x="114044" y="59309"/>
                  </a:lnTo>
                  <a:lnTo>
                    <a:pt x="108998" y="59309"/>
                  </a:lnTo>
                  <a:close/>
                  <a:moveTo>
                    <a:pt x="347235" y="85979"/>
                  </a:moveTo>
                  <a:lnTo>
                    <a:pt x="348181" y="59309"/>
                  </a:lnTo>
                  <a:lnTo>
                    <a:pt x="342574" y="59309"/>
                  </a:lnTo>
                  <a:close/>
                  <a:moveTo>
                    <a:pt x="114044" y="59309"/>
                  </a:moveTo>
                  <a:lnTo>
                    <a:pt x="134167" y="37305"/>
                  </a:lnTo>
                  <a:lnTo>
                    <a:pt x="132742" y="32638"/>
                  </a:lnTo>
                  <a:close/>
                  <a:moveTo>
                    <a:pt x="323112" y="32638"/>
                  </a:moveTo>
                  <a:lnTo>
                    <a:pt x="342574" y="59309"/>
                  </a:lnTo>
                  <a:lnTo>
                    <a:pt x="329961" y="32638"/>
                  </a:lnTo>
                  <a:close/>
                  <a:moveTo>
                    <a:pt x="170298" y="14468"/>
                  </a:moveTo>
                  <a:lnTo>
                    <a:pt x="134167" y="32638"/>
                  </a:lnTo>
                  <a:lnTo>
                    <a:pt x="139735" y="32638"/>
                  </a:lnTo>
                  <a:close/>
                  <a:moveTo>
                    <a:pt x="134167" y="32638"/>
                  </a:moveTo>
                  <a:lnTo>
                    <a:pt x="134167" y="37305"/>
                  </a:lnTo>
                  <a:lnTo>
                    <a:pt x="139735" y="32638"/>
                  </a:lnTo>
                  <a:close/>
                  <a:moveTo>
                    <a:pt x="170298" y="14468"/>
                  </a:moveTo>
                  <a:lnTo>
                    <a:pt x="199212" y="5967"/>
                  </a:lnTo>
                  <a:lnTo>
                    <a:pt x="184385" y="5967"/>
                  </a:lnTo>
                  <a:close/>
                  <a:moveTo>
                    <a:pt x="314821" y="20973"/>
                  </a:moveTo>
                  <a:lnTo>
                    <a:pt x="314821" y="26254"/>
                  </a:lnTo>
                  <a:lnTo>
                    <a:pt x="323112" y="32638"/>
                  </a:lnTo>
                  <a:close/>
                  <a:moveTo>
                    <a:pt x="314821" y="20973"/>
                  </a:moveTo>
                  <a:lnTo>
                    <a:pt x="278690" y="8714"/>
                  </a:lnTo>
                  <a:lnTo>
                    <a:pt x="314821" y="26254"/>
                  </a:lnTo>
                  <a:close/>
                  <a:moveTo>
                    <a:pt x="206429" y="4018"/>
                  </a:moveTo>
                  <a:lnTo>
                    <a:pt x="184385" y="5967"/>
                  </a:lnTo>
                  <a:lnTo>
                    <a:pt x="199212" y="5967"/>
                  </a:lnTo>
                  <a:close/>
                  <a:moveTo>
                    <a:pt x="242559" y="2156"/>
                  </a:moveTo>
                  <a:lnTo>
                    <a:pt x="206429" y="0"/>
                  </a:lnTo>
                  <a:lnTo>
                    <a:pt x="206429" y="4018"/>
                  </a:lnTo>
                  <a:close/>
                  <a:moveTo>
                    <a:pt x="242559" y="2156"/>
                  </a:moveTo>
                  <a:lnTo>
                    <a:pt x="264234" y="5967"/>
                  </a:lnTo>
                  <a:lnTo>
                    <a:pt x="278690" y="4430"/>
                  </a:lnTo>
                  <a:close/>
                  <a:moveTo>
                    <a:pt x="278690" y="8714"/>
                  </a:moveTo>
                  <a:lnTo>
                    <a:pt x="278690" y="5967"/>
                  </a:lnTo>
                  <a:lnTo>
                    <a:pt x="264234" y="5967"/>
                  </a:lnTo>
                  <a:close/>
                  <a:moveTo>
                    <a:pt x="61247" y="512711"/>
                  </a:moveTo>
                  <a:lnTo>
                    <a:pt x="61906" y="513005"/>
                  </a:lnTo>
                  <a:lnTo>
                    <a:pt x="61906" y="512711"/>
                  </a:lnTo>
                  <a:close/>
                  <a:moveTo>
                    <a:pt x="278690" y="408861"/>
                  </a:moveTo>
                  <a:lnTo>
                    <a:pt x="278690" y="406028"/>
                  </a:lnTo>
                  <a:lnTo>
                    <a:pt x="263669" y="432698"/>
                  </a:lnTo>
                  <a:close/>
                  <a:moveTo>
                    <a:pt x="278690" y="406028"/>
                  </a:moveTo>
                  <a:lnTo>
                    <a:pt x="278690" y="408861"/>
                  </a:lnTo>
                  <a:lnTo>
                    <a:pt x="280604" y="406028"/>
                  </a:lnTo>
                  <a:close/>
                  <a:moveTo>
                    <a:pt x="314821" y="330260"/>
                  </a:moveTo>
                  <a:lnTo>
                    <a:pt x="314821" y="326016"/>
                  </a:lnTo>
                  <a:lnTo>
                    <a:pt x="310032" y="352686"/>
                  </a:lnTo>
                  <a:close/>
                  <a:moveTo>
                    <a:pt x="61906" y="319028"/>
                  </a:moveTo>
                  <a:lnTo>
                    <a:pt x="60622" y="326016"/>
                  </a:lnTo>
                  <a:lnTo>
                    <a:pt x="61906" y="326016"/>
                  </a:lnTo>
                  <a:close/>
                  <a:moveTo>
                    <a:pt x="61906" y="319028"/>
                  </a:moveTo>
                  <a:lnTo>
                    <a:pt x="61906" y="326016"/>
                  </a:lnTo>
                  <a:lnTo>
                    <a:pt x="64919" y="299345"/>
                  </a:lnTo>
                  <a:close/>
                  <a:moveTo>
                    <a:pt x="314821" y="326016"/>
                  </a:moveTo>
                  <a:lnTo>
                    <a:pt x="314821" y="330260"/>
                  </a:lnTo>
                  <a:lnTo>
                    <a:pt x="315803" y="326016"/>
                  </a:lnTo>
                  <a:close/>
                  <a:moveTo>
                    <a:pt x="314821" y="326016"/>
                  </a:moveTo>
                  <a:lnTo>
                    <a:pt x="315803" y="326016"/>
                  </a:lnTo>
                  <a:lnTo>
                    <a:pt x="314821" y="301602"/>
                  </a:lnTo>
                  <a:close/>
                  <a:moveTo>
                    <a:pt x="60906" y="272674"/>
                  </a:moveTo>
                  <a:lnTo>
                    <a:pt x="61906" y="278892"/>
                  </a:lnTo>
                  <a:lnTo>
                    <a:pt x="61906" y="272674"/>
                  </a:lnTo>
                  <a:close/>
                  <a:moveTo>
                    <a:pt x="52401" y="246004"/>
                  </a:moveTo>
                  <a:lnTo>
                    <a:pt x="60906" y="272674"/>
                  </a:lnTo>
                  <a:lnTo>
                    <a:pt x="61906" y="272674"/>
                  </a:lnTo>
                  <a:close/>
                  <a:moveTo>
                    <a:pt x="314821" y="171650"/>
                  </a:moveTo>
                  <a:lnTo>
                    <a:pt x="314821" y="165992"/>
                  </a:lnTo>
                  <a:lnTo>
                    <a:pt x="308530" y="192662"/>
                  </a:lnTo>
                  <a:close/>
                  <a:moveTo>
                    <a:pt x="314821" y="165992"/>
                  </a:moveTo>
                  <a:lnTo>
                    <a:pt x="314821" y="171650"/>
                  </a:lnTo>
                  <a:lnTo>
                    <a:pt x="316910" y="165992"/>
                  </a:lnTo>
                  <a:close/>
                  <a:moveTo>
                    <a:pt x="98037" y="85276"/>
                  </a:moveTo>
                  <a:lnTo>
                    <a:pt x="97608" y="85979"/>
                  </a:lnTo>
                  <a:lnTo>
                    <a:pt x="98037" y="85979"/>
                  </a:lnTo>
                  <a:close/>
                  <a:moveTo>
                    <a:pt x="98037" y="85276"/>
                  </a:moveTo>
                  <a:lnTo>
                    <a:pt x="98037" y="85979"/>
                  </a:lnTo>
                  <a:lnTo>
                    <a:pt x="114044" y="59309"/>
                  </a:lnTo>
                  <a:close/>
                </a:path>
              </a:pathLst>
            </a:custGeom>
            <a:solidFill>
              <a:srgbClr val="5DBE8B"/>
            </a:solidFill>
            <a:ln w="4001">
              <a:solidFill>
                <a:srgbClr val="B0E0C7"/>
              </a:solidFill>
            </a:ln>
          </p:spPr>
        </p:sp>
        <p:sp>
          <p:nvSpPr>
            <p:cNvPr id="4048" name="Match_B2__4047">
              <a:extLst>
                <a:ext uri="{FF2B5EF4-FFF2-40B4-BE49-F238E27FC236}">
                  <a16:creationId xmlns:a16="http://schemas.microsoft.com/office/drawing/2014/main" id="{0EFC79B2-0273-EB90-95D1-1FCE136F2A84}"/>
                </a:ext>
              </a:extLst>
            </p:cNvPr>
            <p:cNvSpPr>
              <a:spLocks noGrp="1"/>
            </p:cNvSpPr>
            <p:nvPr/>
          </p:nvSpPr>
          <p:spPr>
            <a:xfrm>
              <a:off x="8387381" y="4085400"/>
              <a:ext cx="346616" cy="519784"/>
            </a:xfrm>
            <a:custGeom>
              <a:avLst/>
              <a:gdLst/>
              <a:ahLst/>
              <a:cxnLst/>
              <a:rect l="0" t="0" r="0" b="0"/>
              <a:pathLst>
                <a:path w="346616" h="519784">
                  <a:moveTo>
                    <a:pt x="25157" y="489776"/>
                  </a:moveTo>
                  <a:lnTo>
                    <a:pt x="60628" y="510555"/>
                  </a:lnTo>
                  <a:lnTo>
                    <a:pt x="33679" y="483884"/>
                  </a:lnTo>
                  <a:close/>
                  <a:moveTo>
                    <a:pt x="61287" y="501021"/>
                  </a:moveTo>
                  <a:lnTo>
                    <a:pt x="60628" y="510555"/>
                  </a:lnTo>
                  <a:lnTo>
                    <a:pt x="61287" y="510555"/>
                  </a:lnTo>
                  <a:close/>
                  <a:moveTo>
                    <a:pt x="61287" y="510849"/>
                  </a:moveTo>
                  <a:lnTo>
                    <a:pt x="95603" y="510555"/>
                  </a:lnTo>
                  <a:lnTo>
                    <a:pt x="61287" y="510555"/>
                  </a:lnTo>
                  <a:close/>
                  <a:moveTo>
                    <a:pt x="97418" y="519495"/>
                  </a:moveTo>
                  <a:lnTo>
                    <a:pt x="97418" y="510990"/>
                  </a:lnTo>
                  <a:lnTo>
                    <a:pt x="61287" y="510849"/>
                  </a:lnTo>
                  <a:close/>
                  <a:moveTo>
                    <a:pt x="97418" y="519495"/>
                  </a:moveTo>
                  <a:lnTo>
                    <a:pt x="133549" y="519784"/>
                  </a:lnTo>
                  <a:lnTo>
                    <a:pt x="133549" y="511309"/>
                  </a:lnTo>
                  <a:close/>
                  <a:moveTo>
                    <a:pt x="169679" y="511989"/>
                  </a:moveTo>
                  <a:lnTo>
                    <a:pt x="169679" y="510555"/>
                  </a:lnTo>
                  <a:lnTo>
                    <a:pt x="133549" y="511309"/>
                  </a:lnTo>
                  <a:close/>
                  <a:moveTo>
                    <a:pt x="133549" y="519784"/>
                  </a:moveTo>
                  <a:lnTo>
                    <a:pt x="169679" y="511989"/>
                  </a:lnTo>
                  <a:lnTo>
                    <a:pt x="133549" y="511309"/>
                  </a:lnTo>
                  <a:close/>
                  <a:moveTo>
                    <a:pt x="169679" y="510555"/>
                  </a:moveTo>
                  <a:lnTo>
                    <a:pt x="169679" y="511989"/>
                  </a:lnTo>
                  <a:lnTo>
                    <a:pt x="173086" y="510555"/>
                  </a:lnTo>
                  <a:close/>
                  <a:moveTo>
                    <a:pt x="169679" y="510555"/>
                  </a:moveTo>
                  <a:lnTo>
                    <a:pt x="205810" y="494403"/>
                  </a:lnTo>
                  <a:lnTo>
                    <a:pt x="169679" y="502638"/>
                  </a:lnTo>
                  <a:close/>
                  <a:moveTo>
                    <a:pt x="173086" y="510555"/>
                  </a:moveTo>
                  <a:lnTo>
                    <a:pt x="205810" y="494403"/>
                  </a:lnTo>
                  <a:lnTo>
                    <a:pt x="169679" y="510555"/>
                  </a:lnTo>
                  <a:close/>
                  <a:moveTo>
                    <a:pt x="18432" y="483884"/>
                  </a:moveTo>
                  <a:lnTo>
                    <a:pt x="25157" y="489776"/>
                  </a:lnTo>
                  <a:lnTo>
                    <a:pt x="25157" y="483884"/>
                  </a:lnTo>
                  <a:close/>
                  <a:moveTo>
                    <a:pt x="2208" y="457213"/>
                  </a:moveTo>
                  <a:lnTo>
                    <a:pt x="18432" y="483884"/>
                  </a:lnTo>
                  <a:lnTo>
                    <a:pt x="14614" y="457213"/>
                  </a:lnTo>
                  <a:close/>
                  <a:moveTo>
                    <a:pt x="205810" y="483884"/>
                  </a:moveTo>
                  <a:lnTo>
                    <a:pt x="205810" y="494403"/>
                  </a:lnTo>
                  <a:lnTo>
                    <a:pt x="219794" y="483884"/>
                  </a:lnTo>
                  <a:close/>
                  <a:moveTo>
                    <a:pt x="205810" y="482344"/>
                  </a:moveTo>
                  <a:lnTo>
                    <a:pt x="241941" y="460314"/>
                  </a:lnTo>
                  <a:lnTo>
                    <a:pt x="241941" y="457213"/>
                  </a:lnTo>
                  <a:close/>
                  <a:moveTo>
                    <a:pt x="219794" y="483884"/>
                  </a:moveTo>
                  <a:lnTo>
                    <a:pt x="241941" y="460314"/>
                  </a:lnTo>
                  <a:lnTo>
                    <a:pt x="205810" y="483884"/>
                  </a:lnTo>
                  <a:close/>
                  <a:moveTo>
                    <a:pt x="0" y="430543"/>
                  </a:moveTo>
                  <a:lnTo>
                    <a:pt x="2208" y="457213"/>
                  </a:lnTo>
                  <a:lnTo>
                    <a:pt x="14614" y="457213"/>
                  </a:lnTo>
                  <a:close/>
                  <a:moveTo>
                    <a:pt x="241941" y="457213"/>
                  </a:moveTo>
                  <a:lnTo>
                    <a:pt x="241941" y="460314"/>
                  </a:lnTo>
                  <a:lnTo>
                    <a:pt x="244583" y="457213"/>
                  </a:lnTo>
                  <a:close/>
                  <a:moveTo>
                    <a:pt x="244583" y="457213"/>
                  </a:moveTo>
                  <a:lnTo>
                    <a:pt x="241941" y="437072"/>
                  </a:lnTo>
                  <a:lnTo>
                    <a:pt x="241941" y="457213"/>
                  </a:lnTo>
                  <a:close/>
                  <a:moveTo>
                    <a:pt x="263051" y="430543"/>
                  </a:moveTo>
                  <a:lnTo>
                    <a:pt x="245933" y="430543"/>
                  </a:lnTo>
                  <a:lnTo>
                    <a:pt x="244583" y="457213"/>
                  </a:lnTo>
                  <a:close/>
                  <a:moveTo>
                    <a:pt x="8729" y="403872"/>
                  </a:moveTo>
                  <a:lnTo>
                    <a:pt x="0" y="430543"/>
                  </a:lnTo>
                  <a:lnTo>
                    <a:pt x="12187" y="430543"/>
                  </a:lnTo>
                  <a:close/>
                  <a:moveTo>
                    <a:pt x="263051" y="430543"/>
                  </a:moveTo>
                  <a:lnTo>
                    <a:pt x="278071" y="403872"/>
                  </a:lnTo>
                  <a:lnTo>
                    <a:pt x="259701" y="403872"/>
                  </a:lnTo>
                  <a:close/>
                  <a:moveTo>
                    <a:pt x="25157" y="400093"/>
                  </a:moveTo>
                  <a:lnTo>
                    <a:pt x="25157" y="379364"/>
                  </a:lnTo>
                  <a:lnTo>
                    <a:pt x="8729" y="403872"/>
                  </a:lnTo>
                  <a:close/>
                  <a:moveTo>
                    <a:pt x="25157" y="379364"/>
                  </a:moveTo>
                  <a:lnTo>
                    <a:pt x="25157" y="400093"/>
                  </a:lnTo>
                  <a:lnTo>
                    <a:pt x="26612" y="377201"/>
                  </a:lnTo>
                  <a:close/>
                  <a:moveTo>
                    <a:pt x="278071" y="377201"/>
                  </a:moveTo>
                  <a:lnTo>
                    <a:pt x="279985" y="403872"/>
                  </a:lnTo>
                  <a:lnTo>
                    <a:pt x="297046" y="377201"/>
                  </a:lnTo>
                  <a:close/>
                  <a:moveTo>
                    <a:pt x="278071" y="377201"/>
                  </a:moveTo>
                  <a:lnTo>
                    <a:pt x="278071" y="403872"/>
                  </a:lnTo>
                  <a:lnTo>
                    <a:pt x="279985" y="403872"/>
                  </a:lnTo>
                  <a:close/>
                  <a:moveTo>
                    <a:pt x="26612" y="377201"/>
                  </a:moveTo>
                  <a:lnTo>
                    <a:pt x="42481" y="377201"/>
                  </a:lnTo>
                  <a:lnTo>
                    <a:pt x="45757" y="350530"/>
                  </a:lnTo>
                  <a:close/>
                  <a:moveTo>
                    <a:pt x="309413" y="350530"/>
                  </a:moveTo>
                  <a:lnTo>
                    <a:pt x="285133" y="350530"/>
                  </a:lnTo>
                  <a:lnTo>
                    <a:pt x="297046" y="377201"/>
                  </a:lnTo>
                  <a:close/>
                  <a:moveTo>
                    <a:pt x="60004" y="323860"/>
                  </a:moveTo>
                  <a:lnTo>
                    <a:pt x="61287" y="350530"/>
                  </a:lnTo>
                  <a:lnTo>
                    <a:pt x="61287" y="323860"/>
                  </a:lnTo>
                  <a:close/>
                  <a:moveTo>
                    <a:pt x="60004" y="323860"/>
                  </a:moveTo>
                  <a:lnTo>
                    <a:pt x="45757" y="350530"/>
                  </a:lnTo>
                  <a:lnTo>
                    <a:pt x="61287" y="350530"/>
                  </a:lnTo>
                  <a:close/>
                  <a:moveTo>
                    <a:pt x="309413" y="350530"/>
                  </a:moveTo>
                  <a:lnTo>
                    <a:pt x="314202" y="323860"/>
                  </a:lnTo>
                  <a:lnTo>
                    <a:pt x="291091" y="323860"/>
                  </a:lnTo>
                  <a:close/>
                  <a:moveTo>
                    <a:pt x="64300" y="297189"/>
                  </a:moveTo>
                  <a:lnTo>
                    <a:pt x="61287" y="323860"/>
                  </a:lnTo>
                  <a:lnTo>
                    <a:pt x="80198" y="323860"/>
                  </a:lnTo>
                  <a:close/>
                  <a:moveTo>
                    <a:pt x="314202" y="323860"/>
                  </a:moveTo>
                  <a:lnTo>
                    <a:pt x="314202" y="299446"/>
                  </a:lnTo>
                  <a:lnTo>
                    <a:pt x="291091" y="323860"/>
                  </a:lnTo>
                  <a:close/>
                  <a:moveTo>
                    <a:pt x="291091" y="323860"/>
                  </a:moveTo>
                  <a:lnTo>
                    <a:pt x="314202" y="299446"/>
                  </a:lnTo>
                  <a:lnTo>
                    <a:pt x="314123" y="297189"/>
                  </a:lnTo>
                  <a:close/>
                  <a:moveTo>
                    <a:pt x="61287" y="270518"/>
                  </a:moveTo>
                  <a:lnTo>
                    <a:pt x="61287" y="276736"/>
                  </a:lnTo>
                  <a:lnTo>
                    <a:pt x="77198" y="270518"/>
                  </a:lnTo>
                  <a:close/>
                  <a:moveTo>
                    <a:pt x="77198" y="270518"/>
                  </a:moveTo>
                  <a:lnTo>
                    <a:pt x="61287" y="276736"/>
                  </a:lnTo>
                  <a:lnTo>
                    <a:pt x="64300" y="297189"/>
                  </a:lnTo>
                  <a:close/>
                  <a:moveTo>
                    <a:pt x="291167" y="297189"/>
                  </a:moveTo>
                  <a:lnTo>
                    <a:pt x="314123" y="297189"/>
                  </a:lnTo>
                  <a:lnTo>
                    <a:pt x="309367" y="270518"/>
                  </a:lnTo>
                  <a:close/>
                  <a:moveTo>
                    <a:pt x="51783" y="243848"/>
                  </a:moveTo>
                  <a:lnTo>
                    <a:pt x="61287" y="270518"/>
                  </a:lnTo>
                  <a:lnTo>
                    <a:pt x="61287" y="243848"/>
                  </a:lnTo>
                  <a:close/>
                  <a:moveTo>
                    <a:pt x="288515" y="270518"/>
                  </a:moveTo>
                  <a:lnTo>
                    <a:pt x="309367" y="270518"/>
                  </a:lnTo>
                  <a:lnTo>
                    <a:pt x="305139" y="243848"/>
                  </a:lnTo>
                  <a:close/>
                  <a:moveTo>
                    <a:pt x="45728" y="217177"/>
                  </a:moveTo>
                  <a:lnTo>
                    <a:pt x="51783" y="243848"/>
                  </a:lnTo>
                  <a:lnTo>
                    <a:pt x="59264" y="217177"/>
                  </a:lnTo>
                  <a:close/>
                  <a:moveTo>
                    <a:pt x="287161" y="243848"/>
                  </a:moveTo>
                  <a:lnTo>
                    <a:pt x="305139" y="243848"/>
                  </a:lnTo>
                  <a:lnTo>
                    <a:pt x="304404" y="217177"/>
                  </a:lnTo>
                  <a:close/>
                  <a:moveTo>
                    <a:pt x="45811" y="190506"/>
                  </a:moveTo>
                  <a:lnTo>
                    <a:pt x="45728" y="217177"/>
                  </a:lnTo>
                  <a:lnTo>
                    <a:pt x="59264" y="217177"/>
                  </a:lnTo>
                  <a:close/>
                  <a:moveTo>
                    <a:pt x="288840" y="217177"/>
                  </a:moveTo>
                  <a:lnTo>
                    <a:pt x="304404" y="217177"/>
                  </a:lnTo>
                  <a:lnTo>
                    <a:pt x="307911" y="190506"/>
                  </a:lnTo>
                  <a:close/>
                  <a:moveTo>
                    <a:pt x="45811" y="190506"/>
                  </a:moveTo>
                  <a:lnTo>
                    <a:pt x="58820" y="190506"/>
                  </a:lnTo>
                  <a:lnTo>
                    <a:pt x="53244" y="163836"/>
                  </a:lnTo>
                  <a:close/>
                  <a:moveTo>
                    <a:pt x="307911" y="190506"/>
                  </a:moveTo>
                  <a:lnTo>
                    <a:pt x="314202" y="163836"/>
                  </a:lnTo>
                  <a:lnTo>
                    <a:pt x="301049" y="163836"/>
                  </a:lnTo>
                  <a:close/>
                  <a:moveTo>
                    <a:pt x="61287" y="147979"/>
                  </a:moveTo>
                  <a:lnTo>
                    <a:pt x="53244" y="163836"/>
                  </a:lnTo>
                  <a:lnTo>
                    <a:pt x="61287" y="163836"/>
                  </a:lnTo>
                  <a:close/>
                  <a:moveTo>
                    <a:pt x="61287" y="147979"/>
                  </a:moveTo>
                  <a:lnTo>
                    <a:pt x="61287" y="163836"/>
                  </a:lnTo>
                  <a:lnTo>
                    <a:pt x="66635" y="137165"/>
                  </a:lnTo>
                  <a:close/>
                  <a:moveTo>
                    <a:pt x="314202" y="137165"/>
                  </a:moveTo>
                  <a:lnTo>
                    <a:pt x="316291" y="163836"/>
                  </a:lnTo>
                  <a:lnTo>
                    <a:pt x="329380" y="137165"/>
                  </a:lnTo>
                  <a:close/>
                  <a:moveTo>
                    <a:pt x="314202" y="137165"/>
                  </a:moveTo>
                  <a:lnTo>
                    <a:pt x="314202" y="163836"/>
                  </a:lnTo>
                  <a:lnTo>
                    <a:pt x="316291" y="163836"/>
                  </a:lnTo>
                  <a:close/>
                  <a:moveTo>
                    <a:pt x="81578" y="110494"/>
                  </a:moveTo>
                  <a:lnTo>
                    <a:pt x="66635" y="137165"/>
                  </a:lnTo>
                  <a:lnTo>
                    <a:pt x="80529" y="137165"/>
                  </a:lnTo>
                  <a:close/>
                  <a:moveTo>
                    <a:pt x="341135" y="110494"/>
                  </a:moveTo>
                  <a:lnTo>
                    <a:pt x="323960" y="110494"/>
                  </a:lnTo>
                  <a:lnTo>
                    <a:pt x="329380" y="137165"/>
                  </a:lnTo>
                  <a:close/>
                  <a:moveTo>
                    <a:pt x="96989" y="83824"/>
                  </a:moveTo>
                  <a:lnTo>
                    <a:pt x="97418" y="110477"/>
                  </a:lnTo>
                  <a:lnTo>
                    <a:pt x="97418" y="83824"/>
                  </a:lnTo>
                  <a:close/>
                  <a:moveTo>
                    <a:pt x="81578" y="110494"/>
                  </a:moveTo>
                  <a:lnTo>
                    <a:pt x="97408" y="110494"/>
                  </a:lnTo>
                  <a:lnTo>
                    <a:pt x="96989" y="83824"/>
                  </a:lnTo>
                  <a:close/>
                  <a:moveTo>
                    <a:pt x="323960" y="110494"/>
                  </a:moveTo>
                  <a:lnTo>
                    <a:pt x="341135" y="110494"/>
                  </a:lnTo>
                  <a:lnTo>
                    <a:pt x="346616" y="83824"/>
                  </a:lnTo>
                  <a:close/>
                  <a:moveTo>
                    <a:pt x="113426" y="57153"/>
                  </a:moveTo>
                  <a:lnTo>
                    <a:pt x="97418" y="83824"/>
                  </a:lnTo>
                  <a:lnTo>
                    <a:pt x="113724" y="83824"/>
                  </a:lnTo>
                  <a:close/>
                  <a:moveTo>
                    <a:pt x="329072" y="83824"/>
                  </a:moveTo>
                  <a:lnTo>
                    <a:pt x="346616" y="83824"/>
                  </a:lnTo>
                  <a:lnTo>
                    <a:pt x="341956" y="57153"/>
                  </a:lnTo>
                  <a:close/>
                  <a:moveTo>
                    <a:pt x="133549" y="55769"/>
                  </a:moveTo>
                  <a:lnTo>
                    <a:pt x="133549" y="35149"/>
                  </a:lnTo>
                  <a:lnTo>
                    <a:pt x="113426" y="57153"/>
                  </a:lnTo>
                  <a:close/>
                  <a:moveTo>
                    <a:pt x="133549" y="35149"/>
                  </a:moveTo>
                  <a:lnTo>
                    <a:pt x="133549" y="55769"/>
                  </a:lnTo>
                  <a:lnTo>
                    <a:pt x="139116" y="30482"/>
                  </a:lnTo>
                  <a:close/>
                  <a:moveTo>
                    <a:pt x="322493" y="30482"/>
                  </a:moveTo>
                  <a:lnTo>
                    <a:pt x="314202" y="30482"/>
                  </a:lnTo>
                  <a:lnTo>
                    <a:pt x="322752" y="57153"/>
                  </a:lnTo>
                  <a:close/>
                  <a:moveTo>
                    <a:pt x="341956" y="57153"/>
                  </a:moveTo>
                  <a:lnTo>
                    <a:pt x="322493" y="30482"/>
                  </a:lnTo>
                  <a:lnTo>
                    <a:pt x="322752" y="57153"/>
                  </a:lnTo>
                  <a:close/>
                  <a:moveTo>
                    <a:pt x="169679" y="27127"/>
                  </a:moveTo>
                  <a:lnTo>
                    <a:pt x="169679" y="12312"/>
                  </a:lnTo>
                  <a:lnTo>
                    <a:pt x="139116" y="30482"/>
                  </a:lnTo>
                  <a:close/>
                  <a:moveTo>
                    <a:pt x="205810" y="3811"/>
                  </a:moveTo>
                  <a:lnTo>
                    <a:pt x="198593" y="3811"/>
                  </a:lnTo>
                  <a:lnTo>
                    <a:pt x="205810" y="15061"/>
                  </a:lnTo>
                  <a:close/>
                  <a:moveTo>
                    <a:pt x="205810" y="15061"/>
                  </a:moveTo>
                  <a:lnTo>
                    <a:pt x="198593" y="3811"/>
                  </a:lnTo>
                  <a:lnTo>
                    <a:pt x="169679" y="12312"/>
                  </a:lnTo>
                  <a:close/>
                  <a:moveTo>
                    <a:pt x="263616" y="3811"/>
                  </a:moveTo>
                  <a:lnTo>
                    <a:pt x="241941" y="3811"/>
                  </a:lnTo>
                  <a:lnTo>
                    <a:pt x="278071" y="6558"/>
                  </a:lnTo>
                  <a:close/>
                  <a:moveTo>
                    <a:pt x="278071" y="6558"/>
                  </a:moveTo>
                  <a:lnTo>
                    <a:pt x="241941" y="3811"/>
                  </a:lnTo>
                  <a:lnTo>
                    <a:pt x="241941" y="13109"/>
                  </a:lnTo>
                  <a:close/>
                  <a:moveTo>
                    <a:pt x="314202" y="24098"/>
                  </a:moveTo>
                  <a:lnTo>
                    <a:pt x="296325" y="30482"/>
                  </a:lnTo>
                  <a:lnTo>
                    <a:pt x="314202" y="30482"/>
                  </a:lnTo>
                  <a:close/>
                  <a:moveTo>
                    <a:pt x="278071" y="6558"/>
                  </a:moveTo>
                  <a:lnTo>
                    <a:pt x="278071" y="20992"/>
                  </a:lnTo>
                  <a:lnTo>
                    <a:pt x="314202" y="24098"/>
                  </a:lnTo>
                  <a:close/>
                  <a:moveTo>
                    <a:pt x="314202" y="30482"/>
                  </a:moveTo>
                  <a:lnTo>
                    <a:pt x="322493" y="30482"/>
                  </a:lnTo>
                  <a:lnTo>
                    <a:pt x="314202" y="24098"/>
                  </a:lnTo>
                  <a:close/>
                  <a:moveTo>
                    <a:pt x="205810" y="1862"/>
                  </a:moveTo>
                  <a:lnTo>
                    <a:pt x="198593" y="3811"/>
                  </a:lnTo>
                  <a:lnTo>
                    <a:pt x="205810" y="3811"/>
                  </a:lnTo>
                  <a:close/>
                  <a:moveTo>
                    <a:pt x="205810" y="3811"/>
                  </a:moveTo>
                  <a:lnTo>
                    <a:pt x="241941" y="0"/>
                  </a:lnTo>
                  <a:lnTo>
                    <a:pt x="205810" y="1862"/>
                  </a:lnTo>
                  <a:close/>
                  <a:moveTo>
                    <a:pt x="205810" y="3811"/>
                  </a:moveTo>
                  <a:lnTo>
                    <a:pt x="241941" y="3811"/>
                  </a:lnTo>
                  <a:lnTo>
                    <a:pt x="241941" y="0"/>
                  </a:lnTo>
                  <a:close/>
                  <a:moveTo>
                    <a:pt x="241941" y="3811"/>
                  </a:moveTo>
                  <a:lnTo>
                    <a:pt x="263616" y="3811"/>
                  </a:lnTo>
                  <a:lnTo>
                    <a:pt x="241941" y="0"/>
                  </a:lnTo>
                  <a:close/>
                </a:path>
              </a:pathLst>
            </a:custGeom>
            <a:solidFill>
              <a:srgbClr val="62C08F"/>
            </a:solidFill>
            <a:ln w="4001">
              <a:solidFill>
                <a:srgbClr val="B0E0C7"/>
              </a:solidFill>
            </a:ln>
          </p:spPr>
        </p:sp>
        <p:sp>
          <p:nvSpPr>
            <p:cNvPr id="4049" name="Match_B2__4048">
              <a:extLst>
                <a:ext uri="{FF2B5EF4-FFF2-40B4-BE49-F238E27FC236}">
                  <a16:creationId xmlns:a16="http://schemas.microsoft.com/office/drawing/2014/main" id="{C8634DE4-6940-22DD-C5EF-615D0F372C11}"/>
                </a:ext>
              </a:extLst>
            </p:cNvPr>
            <p:cNvSpPr>
              <a:spLocks noGrp="1"/>
            </p:cNvSpPr>
            <p:nvPr/>
          </p:nvSpPr>
          <p:spPr>
            <a:xfrm>
              <a:off x="8387381" y="4089211"/>
              <a:ext cx="346616" cy="515684"/>
            </a:xfrm>
            <a:custGeom>
              <a:avLst/>
              <a:gdLst/>
              <a:ahLst/>
              <a:cxnLst/>
              <a:rect l="0" t="0" r="0" b="0"/>
              <a:pathLst>
                <a:path w="346616" h="515684">
                  <a:moveTo>
                    <a:pt x="25157" y="480073"/>
                  </a:moveTo>
                  <a:lnTo>
                    <a:pt x="25157" y="485964"/>
                  </a:lnTo>
                  <a:lnTo>
                    <a:pt x="33679" y="480073"/>
                  </a:lnTo>
                  <a:close/>
                  <a:moveTo>
                    <a:pt x="33679" y="480073"/>
                  </a:moveTo>
                  <a:lnTo>
                    <a:pt x="60628" y="506743"/>
                  </a:lnTo>
                  <a:lnTo>
                    <a:pt x="61287" y="497209"/>
                  </a:lnTo>
                  <a:close/>
                  <a:moveTo>
                    <a:pt x="97418" y="507178"/>
                  </a:moveTo>
                  <a:lnTo>
                    <a:pt x="95603" y="506743"/>
                  </a:lnTo>
                  <a:lnTo>
                    <a:pt x="61287" y="507038"/>
                  </a:lnTo>
                  <a:close/>
                  <a:moveTo>
                    <a:pt x="61287" y="506743"/>
                  </a:moveTo>
                  <a:lnTo>
                    <a:pt x="95603" y="506743"/>
                  </a:lnTo>
                  <a:lnTo>
                    <a:pt x="61287" y="497209"/>
                  </a:lnTo>
                  <a:close/>
                  <a:moveTo>
                    <a:pt x="97418" y="507178"/>
                  </a:moveTo>
                  <a:lnTo>
                    <a:pt x="97418" y="515684"/>
                  </a:lnTo>
                  <a:lnTo>
                    <a:pt x="133549" y="507497"/>
                  </a:lnTo>
                  <a:close/>
                  <a:moveTo>
                    <a:pt x="133549" y="507497"/>
                  </a:moveTo>
                  <a:lnTo>
                    <a:pt x="169679" y="506743"/>
                  </a:lnTo>
                  <a:lnTo>
                    <a:pt x="136943" y="506743"/>
                  </a:lnTo>
                  <a:close/>
                  <a:moveTo>
                    <a:pt x="169679" y="498826"/>
                  </a:moveTo>
                  <a:lnTo>
                    <a:pt x="205810" y="490592"/>
                  </a:lnTo>
                  <a:lnTo>
                    <a:pt x="205810" y="480073"/>
                  </a:lnTo>
                  <a:close/>
                  <a:moveTo>
                    <a:pt x="136943" y="506743"/>
                  </a:moveTo>
                  <a:lnTo>
                    <a:pt x="169679" y="506743"/>
                  </a:lnTo>
                  <a:lnTo>
                    <a:pt x="169679" y="498826"/>
                  </a:lnTo>
                  <a:close/>
                  <a:moveTo>
                    <a:pt x="14614" y="453402"/>
                  </a:moveTo>
                  <a:lnTo>
                    <a:pt x="25157" y="480073"/>
                  </a:lnTo>
                  <a:lnTo>
                    <a:pt x="25157" y="469833"/>
                  </a:lnTo>
                  <a:close/>
                  <a:moveTo>
                    <a:pt x="18432" y="480073"/>
                  </a:moveTo>
                  <a:lnTo>
                    <a:pt x="25157" y="480073"/>
                  </a:lnTo>
                  <a:lnTo>
                    <a:pt x="14614" y="453402"/>
                  </a:lnTo>
                  <a:close/>
                  <a:moveTo>
                    <a:pt x="25157" y="480073"/>
                  </a:moveTo>
                  <a:lnTo>
                    <a:pt x="33679" y="480073"/>
                  </a:lnTo>
                  <a:lnTo>
                    <a:pt x="25157" y="469833"/>
                  </a:lnTo>
                  <a:close/>
                  <a:moveTo>
                    <a:pt x="205810" y="478533"/>
                  </a:moveTo>
                  <a:lnTo>
                    <a:pt x="241941" y="453402"/>
                  </a:lnTo>
                  <a:lnTo>
                    <a:pt x="229496" y="453402"/>
                  </a:lnTo>
                  <a:close/>
                  <a:moveTo>
                    <a:pt x="205810" y="480073"/>
                  </a:moveTo>
                  <a:lnTo>
                    <a:pt x="241941" y="456502"/>
                  </a:lnTo>
                  <a:lnTo>
                    <a:pt x="205810" y="478533"/>
                  </a:lnTo>
                  <a:close/>
                  <a:moveTo>
                    <a:pt x="0" y="426731"/>
                  </a:moveTo>
                  <a:lnTo>
                    <a:pt x="14614" y="453402"/>
                  </a:lnTo>
                  <a:lnTo>
                    <a:pt x="12187" y="426731"/>
                  </a:lnTo>
                  <a:close/>
                  <a:moveTo>
                    <a:pt x="245933" y="426731"/>
                  </a:moveTo>
                  <a:lnTo>
                    <a:pt x="241941" y="433261"/>
                  </a:lnTo>
                  <a:lnTo>
                    <a:pt x="244583" y="453402"/>
                  </a:lnTo>
                  <a:close/>
                  <a:moveTo>
                    <a:pt x="229496" y="453402"/>
                  </a:moveTo>
                  <a:lnTo>
                    <a:pt x="241941" y="453402"/>
                  </a:lnTo>
                  <a:lnTo>
                    <a:pt x="241941" y="433261"/>
                  </a:lnTo>
                  <a:close/>
                  <a:moveTo>
                    <a:pt x="8729" y="400060"/>
                  </a:moveTo>
                  <a:lnTo>
                    <a:pt x="12187" y="426731"/>
                  </a:lnTo>
                  <a:lnTo>
                    <a:pt x="22420" y="400060"/>
                  </a:lnTo>
                  <a:close/>
                  <a:moveTo>
                    <a:pt x="263051" y="426731"/>
                  </a:moveTo>
                  <a:lnTo>
                    <a:pt x="259701" y="400060"/>
                  </a:lnTo>
                  <a:lnTo>
                    <a:pt x="245933" y="426731"/>
                  </a:lnTo>
                  <a:close/>
                  <a:moveTo>
                    <a:pt x="25157" y="396282"/>
                  </a:moveTo>
                  <a:lnTo>
                    <a:pt x="8729" y="400060"/>
                  </a:lnTo>
                  <a:lnTo>
                    <a:pt x="22420" y="400060"/>
                  </a:lnTo>
                  <a:close/>
                  <a:moveTo>
                    <a:pt x="25157" y="396282"/>
                  </a:moveTo>
                  <a:lnTo>
                    <a:pt x="42481" y="373390"/>
                  </a:lnTo>
                  <a:lnTo>
                    <a:pt x="26612" y="373390"/>
                  </a:lnTo>
                  <a:close/>
                  <a:moveTo>
                    <a:pt x="278071" y="400060"/>
                  </a:moveTo>
                  <a:lnTo>
                    <a:pt x="278071" y="373390"/>
                  </a:lnTo>
                  <a:lnTo>
                    <a:pt x="259701" y="400060"/>
                  </a:lnTo>
                  <a:close/>
                  <a:moveTo>
                    <a:pt x="45757" y="346719"/>
                  </a:moveTo>
                  <a:lnTo>
                    <a:pt x="61287" y="351232"/>
                  </a:lnTo>
                  <a:lnTo>
                    <a:pt x="61287" y="346719"/>
                  </a:lnTo>
                  <a:close/>
                  <a:moveTo>
                    <a:pt x="42481" y="373390"/>
                  </a:moveTo>
                  <a:lnTo>
                    <a:pt x="61287" y="351232"/>
                  </a:lnTo>
                  <a:lnTo>
                    <a:pt x="45757" y="346719"/>
                  </a:lnTo>
                  <a:close/>
                  <a:moveTo>
                    <a:pt x="297046" y="373390"/>
                  </a:moveTo>
                  <a:lnTo>
                    <a:pt x="278071" y="362818"/>
                  </a:lnTo>
                  <a:lnTo>
                    <a:pt x="278071" y="373390"/>
                  </a:lnTo>
                  <a:close/>
                  <a:moveTo>
                    <a:pt x="285133" y="346719"/>
                  </a:moveTo>
                  <a:lnTo>
                    <a:pt x="278071" y="362818"/>
                  </a:lnTo>
                  <a:lnTo>
                    <a:pt x="297046" y="373390"/>
                  </a:lnTo>
                  <a:close/>
                  <a:moveTo>
                    <a:pt x="80198" y="320048"/>
                  </a:moveTo>
                  <a:lnTo>
                    <a:pt x="61287" y="320048"/>
                  </a:lnTo>
                  <a:lnTo>
                    <a:pt x="61287" y="346719"/>
                  </a:lnTo>
                  <a:close/>
                  <a:moveTo>
                    <a:pt x="309413" y="346719"/>
                  </a:moveTo>
                  <a:lnTo>
                    <a:pt x="291091" y="320048"/>
                  </a:lnTo>
                  <a:lnTo>
                    <a:pt x="285133" y="346719"/>
                  </a:lnTo>
                  <a:close/>
                  <a:moveTo>
                    <a:pt x="64300" y="293378"/>
                  </a:moveTo>
                  <a:lnTo>
                    <a:pt x="80198" y="320048"/>
                  </a:lnTo>
                  <a:lnTo>
                    <a:pt x="83572" y="293378"/>
                  </a:lnTo>
                  <a:close/>
                  <a:moveTo>
                    <a:pt x="291091" y="320048"/>
                  </a:moveTo>
                  <a:lnTo>
                    <a:pt x="314123" y="293378"/>
                  </a:lnTo>
                  <a:lnTo>
                    <a:pt x="291167" y="293378"/>
                  </a:lnTo>
                  <a:close/>
                  <a:moveTo>
                    <a:pt x="77198" y="266707"/>
                  </a:moveTo>
                  <a:lnTo>
                    <a:pt x="64300" y="293378"/>
                  </a:lnTo>
                  <a:lnTo>
                    <a:pt x="83572" y="293378"/>
                  </a:lnTo>
                  <a:close/>
                  <a:moveTo>
                    <a:pt x="288515" y="266707"/>
                  </a:moveTo>
                  <a:lnTo>
                    <a:pt x="291167" y="293378"/>
                  </a:lnTo>
                  <a:lnTo>
                    <a:pt x="309367" y="266707"/>
                  </a:lnTo>
                  <a:close/>
                  <a:moveTo>
                    <a:pt x="77198" y="266707"/>
                  </a:moveTo>
                  <a:lnTo>
                    <a:pt x="66852" y="240036"/>
                  </a:lnTo>
                  <a:lnTo>
                    <a:pt x="61287" y="266707"/>
                  </a:lnTo>
                  <a:close/>
                  <a:moveTo>
                    <a:pt x="66852" y="240036"/>
                  </a:moveTo>
                  <a:lnTo>
                    <a:pt x="61287" y="240036"/>
                  </a:lnTo>
                  <a:lnTo>
                    <a:pt x="61287" y="266707"/>
                  </a:lnTo>
                  <a:close/>
                  <a:moveTo>
                    <a:pt x="287161" y="240036"/>
                  </a:moveTo>
                  <a:lnTo>
                    <a:pt x="288515" y="266707"/>
                  </a:lnTo>
                  <a:lnTo>
                    <a:pt x="305139" y="240036"/>
                  </a:lnTo>
                  <a:close/>
                  <a:moveTo>
                    <a:pt x="59264" y="213366"/>
                  </a:moveTo>
                  <a:lnTo>
                    <a:pt x="61287" y="240036"/>
                  </a:lnTo>
                  <a:lnTo>
                    <a:pt x="61287" y="220359"/>
                  </a:lnTo>
                  <a:close/>
                  <a:moveTo>
                    <a:pt x="51783" y="240036"/>
                  </a:moveTo>
                  <a:lnTo>
                    <a:pt x="61287" y="240036"/>
                  </a:lnTo>
                  <a:lnTo>
                    <a:pt x="59264" y="213366"/>
                  </a:lnTo>
                  <a:close/>
                  <a:moveTo>
                    <a:pt x="61287" y="240036"/>
                  </a:moveTo>
                  <a:lnTo>
                    <a:pt x="66852" y="240036"/>
                  </a:lnTo>
                  <a:lnTo>
                    <a:pt x="61287" y="220359"/>
                  </a:lnTo>
                  <a:close/>
                  <a:moveTo>
                    <a:pt x="288840" y="213366"/>
                  </a:moveTo>
                  <a:lnTo>
                    <a:pt x="287161" y="240036"/>
                  </a:lnTo>
                  <a:lnTo>
                    <a:pt x="304404" y="213366"/>
                  </a:lnTo>
                  <a:close/>
                  <a:moveTo>
                    <a:pt x="45811" y="186695"/>
                  </a:moveTo>
                  <a:lnTo>
                    <a:pt x="59264" y="213366"/>
                  </a:lnTo>
                  <a:lnTo>
                    <a:pt x="58820" y="186695"/>
                  </a:lnTo>
                  <a:close/>
                  <a:moveTo>
                    <a:pt x="293383" y="186695"/>
                  </a:moveTo>
                  <a:lnTo>
                    <a:pt x="288840" y="213366"/>
                  </a:lnTo>
                  <a:lnTo>
                    <a:pt x="307911" y="186695"/>
                  </a:lnTo>
                  <a:close/>
                  <a:moveTo>
                    <a:pt x="53244" y="160024"/>
                  </a:moveTo>
                  <a:lnTo>
                    <a:pt x="61287" y="178414"/>
                  </a:lnTo>
                  <a:lnTo>
                    <a:pt x="61287" y="160024"/>
                  </a:lnTo>
                  <a:close/>
                  <a:moveTo>
                    <a:pt x="58820" y="186695"/>
                  </a:moveTo>
                  <a:lnTo>
                    <a:pt x="61287" y="178414"/>
                  </a:lnTo>
                  <a:lnTo>
                    <a:pt x="53244" y="160024"/>
                  </a:lnTo>
                  <a:close/>
                  <a:moveTo>
                    <a:pt x="307911" y="186695"/>
                  </a:moveTo>
                  <a:lnTo>
                    <a:pt x="301049" y="160024"/>
                  </a:lnTo>
                  <a:lnTo>
                    <a:pt x="293383" y="186695"/>
                  </a:lnTo>
                  <a:close/>
                  <a:moveTo>
                    <a:pt x="66635" y="133354"/>
                  </a:moveTo>
                  <a:lnTo>
                    <a:pt x="61287" y="160024"/>
                  </a:lnTo>
                  <a:lnTo>
                    <a:pt x="66582" y="160024"/>
                  </a:lnTo>
                  <a:close/>
                  <a:moveTo>
                    <a:pt x="66635" y="133354"/>
                  </a:moveTo>
                  <a:lnTo>
                    <a:pt x="66582" y="160024"/>
                  </a:lnTo>
                  <a:lnTo>
                    <a:pt x="80529" y="133354"/>
                  </a:lnTo>
                  <a:close/>
                  <a:moveTo>
                    <a:pt x="61287" y="160024"/>
                  </a:moveTo>
                  <a:lnTo>
                    <a:pt x="61287" y="178414"/>
                  </a:lnTo>
                  <a:lnTo>
                    <a:pt x="66582" y="160024"/>
                  </a:lnTo>
                  <a:close/>
                  <a:moveTo>
                    <a:pt x="314202" y="160024"/>
                  </a:moveTo>
                  <a:lnTo>
                    <a:pt x="314202" y="133354"/>
                  </a:lnTo>
                  <a:lnTo>
                    <a:pt x="301049" y="160024"/>
                  </a:lnTo>
                  <a:close/>
                  <a:moveTo>
                    <a:pt x="81578" y="106683"/>
                  </a:moveTo>
                  <a:lnTo>
                    <a:pt x="80529" y="133354"/>
                  </a:lnTo>
                  <a:lnTo>
                    <a:pt x="97408" y="106683"/>
                  </a:lnTo>
                  <a:close/>
                  <a:moveTo>
                    <a:pt x="329380" y="133354"/>
                  </a:moveTo>
                  <a:lnTo>
                    <a:pt x="314202" y="128660"/>
                  </a:lnTo>
                  <a:lnTo>
                    <a:pt x="314202" y="133354"/>
                  </a:lnTo>
                  <a:close/>
                  <a:moveTo>
                    <a:pt x="323960" y="106683"/>
                  </a:moveTo>
                  <a:lnTo>
                    <a:pt x="314202" y="128660"/>
                  </a:lnTo>
                  <a:lnTo>
                    <a:pt x="329380" y="133354"/>
                  </a:lnTo>
                  <a:close/>
                  <a:moveTo>
                    <a:pt x="97408" y="106683"/>
                  </a:moveTo>
                  <a:lnTo>
                    <a:pt x="97418" y="106666"/>
                  </a:lnTo>
                  <a:lnTo>
                    <a:pt x="96989" y="80012"/>
                  </a:lnTo>
                  <a:close/>
                  <a:moveTo>
                    <a:pt x="329072" y="80012"/>
                  </a:moveTo>
                  <a:lnTo>
                    <a:pt x="323960" y="106683"/>
                  </a:lnTo>
                  <a:lnTo>
                    <a:pt x="346616" y="80012"/>
                  </a:lnTo>
                  <a:close/>
                  <a:moveTo>
                    <a:pt x="113426" y="53341"/>
                  </a:moveTo>
                  <a:lnTo>
                    <a:pt x="113724" y="80012"/>
                  </a:lnTo>
                  <a:lnTo>
                    <a:pt x="132272" y="53341"/>
                  </a:lnTo>
                  <a:close/>
                  <a:moveTo>
                    <a:pt x="97418" y="80012"/>
                  </a:moveTo>
                  <a:lnTo>
                    <a:pt x="97418" y="106666"/>
                  </a:lnTo>
                  <a:lnTo>
                    <a:pt x="113724" y="80012"/>
                  </a:lnTo>
                  <a:close/>
                  <a:moveTo>
                    <a:pt x="322752" y="53341"/>
                  </a:moveTo>
                  <a:lnTo>
                    <a:pt x="329072" y="80012"/>
                  </a:lnTo>
                  <a:lnTo>
                    <a:pt x="341956" y="53341"/>
                  </a:lnTo>
                  <a:close/>
                  <a:moveTo>
                    <a:pt x="133549" y="51958"/>
                  </a:moveTo>
                  <a:lnTo>
                    <a:pt x="113426" y="53341"/>
                  </a:lnTo>
                  <a:lnTo>
                    <a:pt x="132272" y="53341"/>
                  </a:lnTo>
                  <a:close/>
                  <a:moveTo>
                    <a:pt x="133549" y="51958"/>
                  </a:moveTo>
                  <a:lnTo>
                    <a:pt x="164021" y="26671"/>
                  </a:lnTo>
                  <a:lnTo>
                    <a:pt x="139116" y="26671"/>
                  </a:lnTo>
                  <a:close/>
                  <a:moveTo>
                    <a:pt x="322752" y="53341"/>
                  </a:moveTo>
                  <a:lnTo>
                    <a:pt x="314202" y="26671"/>
                  </a:lnTo>
                  <a:lnTo>
                    <a:pt x="314202" y="42453"/>
                  </a:lnTo>
                  <a:close/>
                  <a:moveTo>
                    <a:pt x="169679" y="23316"/>
                  </a:moveTo>
                  <a:lnTo>
                    <a:pt x="139116" y="26671"/>
                  </a:lnTo>
                  <a:lnTo>
                    <a:pt x="164021" y="26671"/>
                  </a:lnTo>
                  <a:close/>
                  <a:moveTo>
                    <a:pt x="205810" y="11250"/>
                  </a:moveTo>
                  <a:lnTo>
                    <a:pt x="169679" y="8500"/>
                  </a:lnTo>
                  <a:lnTo>
                    <a:pt x="169679" y="23316"/>
                  </a:lnTo>
                  <a:close/>
                  <a:moveTo>
                    <a:pt x="278071" y="2746"/>
                  </a:moveTo>
                  <a:lnTo>
                    <a:pt x="241941" y="9297"/>
                  </a:lnTo>
                  <a:lnTo>
                    <a:pt x="278071" y="17180"/>
                  </a:lnTo>
                  <a:close/>
                  <a:moveTo>
                    <a:pt x="278071" y="17180"/>
                  </a:moveTo>
                  <a:lnTo>
                    <a:pt x="296325" y="26671"/>
                  </a:lnTo>
                  <a:lnTo>
                    <a:pt x="314202" y="20286"/>
                  </a:lnTo>
                  <a:close/>
                  <a:moveTo>
                    <a:pt x="314202" y="42453"/>
                  </a:moveTo>
                  <a:lnTo>
                    <a:pt x="314202" y="26671"/>
                  </a:lnTo>
                  <a:lnTo>
                    <a:pt x="296325" y="26671"/>
                  </a:lnTo>
                  <a:close/>
                  <a:moveTo>
                    <a:pt x="241941" y="0"/>
                  </a:moveTo>
                  <a:lnTo>
                    <a:pt x="205810" y="0"/>
                  </a:lnTo>
                  <a:lnTo>
                    <a:pt x="241941" y="9297"/>
                  </a:lnTo>
                  <a:close/>
                  <a:moveTo>
                    <a:pt x="205810" y="0"/>
                  </a:moveTo>
                  <a:lnTo>
                    <a:pt x="205810" y="11250"/>
                  </a:lnTo>
                  <a:lnTo>
                    <a:pt x="241941" y="9297"/>
                  </a:lnTo>
                  <a:close/>
                </a:path>
              </a:pathLst>
            </a:custGeom>
            <a:solidFill>
              <a:srgbClr val="66C292"/>
            </a:solidFill>
            <a:ln w="4001">
              <a:solidFill>
                <a:srgbClr val="B0E0C7"/>
              </a:solidFill>
            </a:ln>
          </p:spPr>
        </p:sp>
        <p:sp>
          <p:nvSpPr>
            <p:cNvPr id="4050" name="Match_B2__4049">
              <a:extLst>
                <a:ext uri="{FF2B5EF4-FFF2-40B4-BE49-F238E27FC236}">
                  <a16:creationId xmlns:a16="http://schemas.microsoft.com/office/drawing/2014/main" id="{1FE4625F-E79A-928C-5BB0-CB876DF29782}"/>
                </a:ext>
              </a:extLst>
            </p:cNvPr>
            <p:cNvSpPr>
              <a:spLocks noGrp="1"/>
            </p:cNvSpPr>
            <p:nvPr/>
          </p:nvSpPr>
          <p:spPr>
            <a:xfrm>
              <a:off x="8399568" y="4098509"/>
              <a:ext cx="316886" cy="498200"/>
            </a:xfrm>
            <a:custGeom>
              <a:avLst/>
              <a:gdLst/>
              <a:ahLst/>
              <a:cxnLst/>
              <a:rect l="0" t="0" r="0" b="0"/>
              <a:pathLst>
                <a:path w="316886" h="498200">
                  <a:moveTo>
                    <a:pt x="157493" y="489529"/>
                  </a:moveTo>
                  <a:lnTo>
                    <a:pt x="193623" y="470775"/>
                  </a:lnTo>
                  <a:lnTo>
                    <a:pt x="191673" y="470775"/>
                  </a:lnTo>
                  <a:close/>
                  <a:moveTo>
                    <a:pt x="191673" y="470775"/>
                  </a:moveTo>
                  <a:lnTo>
                    <a:pt x="193623" y="470775"/>
                  </a:lnTo>
                  <a:lnTo>
                    <a:pt x="193623" y="469235"/>
                  </a:lnTo>
                  <a:close/>
                  <a:moveTo>
                    <a:pt x="265885" y="364093"/>
                  </a:moveTo>
                  <a:lnTo>
                    <a:pt x="261111" y="364093"/>
                  </a:lnTo>
                  <a:lnTo>
                    <a:pt x="247514" y="390763"/>
                  </a:lnTo>
                  <a:close/>
                  <a:moveTo>
                    <a:pt x="261111" y="364093"/>
                  </a:moveTo>
                  <a:lnTo>
                    <a:pt x="265885" y="364093"/>
                  </a:lnTo>
                  <a:lnTo>
                    <a:pt x="265885" y="353521"/>
                  </a:lnTo>
                  <a:close/>
                  <a:moveTo>
                    <a:pt x="53059" y="337422"/>
                  </a:moveTo>
                  <a:lnTo>
                    <a:pt x="68012" y="310751"/>
                  </a:lnTo>
                  <a:lnTo>
                    <a:pt x="49101" y="337422"/>
                  </a:lnTo>
                  <a:close/>
                  <a:moveTo>
                    <a:pt x="49101" y="337422"/>
                  </a:moveTo>
                  <a:lnTo>
                    <a:pt x="49101" y="341935"/>
                  </a:lnTo>
                  <a:lnTo>
                    <a:pt x="53059" y="337422"/>
                  </a:lnTo>
                  <a:close/>
                  <a:moveTo>
                    <a:pt x="302015" y="124056"/>
                  </a:moveTo>
                  <a:lnTo>
                    <a:pt x="300023" y="124056"/>
                  </a:lnTo>
                  <a:lnTo>
                    <a:pt x="288862" y="150727"/>
                  </a:lnTo>
                  <a:close/>
                  <a:moveTo>
                    <a:pt x="300023" y="124056"/>
                  </a:moveTo>
                  <a:lnTo>
                    <a:pt x="302015" y="124056"/>
                  </a:lnTo>
                  <a:lnTo>
                    <a:pt x="302015" y="119363"/>
                  </a:lnTo>
                  <a:close/>
                  <a:moveTo>
                    <a:pt x="83416" y="497446"/>
                  </a:moveTo>
                  <a:lnTo>
                    <a:pt x="85231" y="497881"/>
                  </a:lnTo>
                  <a:lnTo>
                    <a:pt x="85231" y="497446"/>
                  </a:lnTo>
                  <a:close/>
                  <a:moveTo>
                    <a:pt x="49101" y="487912"/>
                  </a:moveTo>
                  <a:lnTo>
                    <a:pt x="83416" y="497446"/>
                  </a:lnTo>
                  <a:lnTo>
                    <a:pt x="66060" y="470775"/>
                  </a:lnTo>
                  <a:close/>
                  <a:moveTo>
                    <a:pt x="85231" y="477216"/>
                  </a:moveTo>
                  <a:lnTo>
                    <a:pt x="83416" y="497446"/>
                  </a:lnTo>
                  <a:lnTo>
                    <a:pt x="85231" y="497446"/>
                  </a:lnTo>
                  <a:close/>
                  <a:moveTo>
                    <a:pt x="121362" y="497446"/>
                  </a:moveTo>
                  <a:lnTo>
                    <a:pt x="85231" y="497881"/>
                  </a:lnTo>
                  <a:lnTo>
                    <a:pt x="121362" y="498200"/>
                  </a:lnTo>
                  <a:close/>
                  <a:moveTo>
                    <a:pt x="121362" y="497446"/>
                  </a:moveTo>
                  <a:lnTo>
                    <a:pt x="85231" y="497446"/>
                  </a:lnTo>
                  <a:lnTo>
                    <a:pt x="85231" y="497881"/>
                  </a:lnTo>
                  <a:close/>
                  <a:moveTo>
                    <a:pt x="85231" y="497446"/>
                  </a:moveTo>
                  <a:lnTo>
                    <a:pt x="121362" y="497446"/>
                  </a:lnTo>
                  <a:lnTo>
                    <a:pt x="85231" y="477216"/>
                  </a:lnTo>
                  <a:close/>
                  <a:moveTo>
                    <a:pt x="121362" y="497446"/>
                  </a:moveTo>
                  <a:lnTo>
                    <a:pt x="121362" y="498200"/>
                  </a:lnTo>
                  <a:lnTo>
                    <a:pt x="124757" y="497446"/>
                  </a:lnTo>
                  <a:close/>
                  <a:moveTo>
                    <a:pt x="121362" y="497446"/>
                  </a:moveTo>
                  <a:lnTo>
                    <a:pt x="157493" y="489529"/>
                  </a:lnTo>
                  <a:lnTo>
                    <a:pt x="121362" y="477884"/>
                  </a:lnTo>
                  <a:close/>
                  <a:moveTo>
                    <a:pt x="124757" y="497446"/>
                  </a:moveTo>
                  <a:lnTo>
                    <a:pt x="157493" y="489529"/>
                  </a:lnTo>
                  <a:lnTo>
                    <a:pt x="121362" y="497446"/>
                  </a:lnTo>
                  <a:close/>
                  <a:moveTo>
                    <a:pt x="21492" y="470775"/>
                  </a:moveTo>
                  <a:lnTo>
                    <a:pt x="49101" y="487912"/>
                  </a:lnTo>
                  <a:lnTo>
                    <a:pt x="49101" y="470775"/>
                  </a:lnTo>
                  <a:close/>
                  <a:moveTo>
                    <a:pt x="12970" y="460536"/>
                  </a:moveTo>
                  <a:lnTo>
                    <a:pt x="21492" y="470775"/>
                  </a:lnTo>
                  <a:lnTo>
                    <a:pt x="33623" y="444105"/>
                  </a:lnTo>
                  <a:close/>
                  <a:moveTo>
                    <a:pt x="157493" y="470775"/>
                  </a:moveTo>
                  <a:lnTo>
                    <a:pt x="157493" y="489529"/>
                  </a:lnTo>
                  <a:lnTo>
                    <a:pt x="191673" y="470775"/>
                  </a:lnTo>
                  <a:close/>
                  <a:moveTo>
                    <a:pt x="191673" y="470775"/>
                  </a:moveTo>
                  <a:lnTo>
                    <a:pt x="193623" y="469235"/>
                  </a:lnTo>
                  <a:lnTo>
                    <a:pt x="157493" y="470775"/>
                  </a:lnTo>
                  <a:close/>
                  <a:moveTo>
                    <a:pt x="2428" y="444105"/>
                  </a:moveTo>
                  <a:lnTo>
                    <a:pt x="12970" y="460536"/>
                  </a:lnTo>
                  <a:lnTo>
                    <a:pt x="12970" y="444105"/>
                  </a:lnTo>
                  <a:close/>
                  <a:moveTo>
                    <a:pt x="0" y="417434"/>
                  </a:moveTo>
                  <a:lnTo>
                    <a:pt x="12970" y="444105"/>
                  </a:lnTo>
                  <a:lnTo>
                    <a:pt x="12970" y="417434"/>
                  </a:lnTo>
                  <a:close/>
                  <a:moveTo>
                    <a:pt x="0" y="417434"/>
                  </a:moveTo>
                  <a:lnTo>
                    <a:pt x="2428" y="444105"/>
                  </a:lnTo>
                  <a:lnTo>
                    <a:pt x="12970" y="444105"/>
                  </a:lnTo>
                  <a:close/>
                  <a:moveTo>
                    <a:pt x="193623" y="444105"/>
                  </a:moveTo>
                  <a:lnTo>
                    <a:pt x="193623" y="469235"/>
                  </a:lnTo>
                  <a:lnTo>
                    <a:pt x="217309" y="444105"/>
                  </a:lnTo>
                  <a:close/>
                  <a:moveTo>
                    <a:pt x="217309" y="444105"/>
                  </a:moveTo>
                  <a:lnTo>
                    <a:pt x="229754" y="423963"/>
                  </a:lnTo>
                  <a:lnTo>
                    <a:pt x="193623" y="444105"/>
                  </a:lnTo>
                  <a:close/>
                  <a:moveTo>
                    <a:pt x="10233" y="390763"/>
                  </a:moveTo>
                  <a:lnTo>
                    <a:pt x="12970" y="417434"/>
                  </a:lnTo>
                  <a:lnTo>
                    <a:pt x="12970" y="390763"/>
                  </a:lnTo>
                  <a:close/>
                  <a:moveTo>
                    <a:pt x="10233" y="390763"/>
                  </a:moveTo>
                  <a:lnTo>
                    <a:pt x="0" y="417434"/>
                  </a:lnTo>
                  <a:lnTo>
                    <a:pt x="12970" y="417434"/>
                  </a:lnTo>
                  <a:close/>
                  <a:moveTo>
                    <a:pt x="229754" y="417434"/>
                  </a:moveTo>
                  <a:lnTo>
                    <a:pt x="229754" y="423963"/>
                  </a:lnTo>
                  <a:lnTo>
                    <a:pt x="233747" y="417434"/>
                  </a:lnTo>
                  <a:close/>
                  <a:moveTo>
                    <a:pt x="229754" y="390763"/>
                  </a:moveTo>
                  <a:lnTo>
                    <a:pt x="233747" y="417434"/>
                  </a:lnTo>
                  <a:lnTo>
                    <a:pt x="247514" y="390763"/>
                  </a:lnTo>
                  <a:close/>
                  <a:moveTo>
                    <a:pt x="229754" y="390763"/>
                  </a:moveTo>
                  <a:lnTo>
                    <a:pt x="229754" y="417434"/>
                  </a:lnTo>
                  <a:lnTo>
                    <a:pt x="233747" y="417434"/>
                  </a:lnTo>
                  <a:close/>
                  <a:moveTo>
                    <a:pt x="12970" y="386984"/>
                  </a:moveTo>
                  <a:lnTo>
                    <a:pt x="10233" y="390763"/>
                  </a:lnTo>
                  <a:lnTo>
                    <a:pt x="12970" y="390763"/>
                  </a:lnTo>
                  <a:close/>
                  <a:moveTo>
                    <a:pt x="30294" y="364093"/>
                  </a:moveTo>
                  <a:lnTo>
                    <a:pt x="12970" y="386984"/>
                  </a:lnTo>
                  <a:lnTo>
                    <a:pt x="49101" y="383198"/>
                  </a:lnTo>
                  <a:close/>
                  <a:moveTo>
                    <a:pt x="229754" y="364093"/>
                  </a:moveTo>
                  <a:lnTo>
                    <a:pt x="247514" y="390763"/>
                  </a:lnTo>
                  <a:lnTo>
                    <a:pt x="261111" y="364093"/>
                  </a:lnTo>
                  <a:close/>
                  <a:moveTo>
                    <a:pt x="49101" y="341935"/>
                  </a:moveTo>
                  <a:lnTo>
                    <a:pt x="30294" y="364093"/>
                  </a:lnTo>
                  <a:lnTo>
                    <a:pt x="49101" y="364093"/>
                  </a:lnTo>
                  <a:close/>
                  <a:moveTo>
                    <a:pt x="53059" y="337422"/>
                  </a:moveTo>
                  <a:lnTo>
                    <a:pt x="49101" y="341935"/>
                  </a:lnTo>
                  <a:lnTo>
                    <a:pt x="85231" y="349733"/>
                  </a:lnTo>
                  <a:close/>
                  <a:moveTo>
                    <a:pt x="265885" y="337422"/>
                  </a:moveTo>
                  <a:lnTo>
                    <a:pt x="261111" y="364093"/>
                  </a:lnTo>
                  <a:lnTo>
                    <a:pt x="265885" y="353521"/>
                  </a:lnTo>
                  <a:close/>
                  <a:moveTo>
                    <a:pt x="229754" y="364093"/>
                  </a:moveTo>
                  <a:lnTo>
                    <a:pt x="261111" y="364093"/>
                  </a:lnTo>
                  <a:lnTo>
                    <a:pt x="265885" y="337422"/>
                  </a:lnTo>
                  <a:close/>
                  <a:moveTo>
                    <a:pt x="68012" y="310751"/>
                  </a:moveTo>
                  <a:lnTo>
                    <a:pt x="53059" y="337422"/>
                  </a:lnTo>
                  <a:lnTo>
                    <a:pt x="85231" y="337422"/>
                  </a:lnTo>
                  <a:close/>
                  <a:moveTo>
                    <a:pt x="265885" y="337422"/>
                  </a:moveTo>
                  <a:lnTo>
                    <a:pt x="265885" y="353521"/>
                  </a:lnTo>
                  <a:lnTo>
                    <a:pt x="272946" y="337422"/>
                  </a:lnTo>
                  <a:close/>
                  <a:moveTo>
                    <a:pt x="265885" y="310751"/>
                  </a:moveTo>
                  <a:lnTo>
                    <a:pt x="272946" y="337422"/>
                  </a:lnTo>
                  <a:lnTo>
                    <a:pt x="278904" y="310751"/>
                  </a:lnTo>
                  <a:close/>
                  <a:moveTo>
                    <a:pt x="265885" y="310751"/>
                  </a:moveTo>
                  <a:lnTo>
                    <a:pt x="265885" y="337422"/>
                  </a:lnTo>
                  <a:lnTo>
                    <a:pt x="272946" y="337422"/>
                  </a:lnTo>
                  <a:close/>
                  <a:moveTo>
                    <a:pt x="71385" y="284080"/>
                  </a:moveTo>
                  <a:lnTo>
                    <a:pt x="85231" y="310751"/>
                  </a:lnTo>
                  <a:lnTo>
                    <a:pt x="85231" y="284080"/>
                  </a:lnTo>
                  <a:close/>
                  <a:moveTo>
                    <a:pt x="71385" y="284080"/>
                  </a:moveTo>
                  <a:lnTo>
                    <a:pt x="68012" y="310751"/>
                  </a:lnTo>
                  <a:lnTo>
                    <a:pt x="85231" y="310751"/>
                  </a:lnTo>
                  <a:close/>
                  <a:moveTo>
                    <a:pt x="265885" y="284080"/>
                  </a:moveTo>
                  <a:lnTo>
                    <a:pt x="278904" y="310751"/>
                  </a:lnTo>
                  <a:lnTo>
                    <a:pt x="278981" y="284080"/>
                  </a:lnTo>
                  <a:close/>
                  <a:moveTo>
                    <a:pt x="265885" y="284080"/>
                  </a:moveTo>
                  <a:lnTo>
                    <a:pt x="265885" y="310751"/>
                  </a:lnTo>
                  <a:lnTo>
                    <a:pt x="278904" y="310751"/>
                  </a:lnTo>
                  <a:close/>
                  <a:moveTo>
                    <a:pt x="65011" y="257410"/>
                  </a:moveTo>
                  <a:lnTo>
                    <a:pt x="85231" y="284080"/>
                  </a:lnTo>
                  <a:lnTo>
                    <a:pt x="85231" y="257410"/>
                  </a:lnTo>
                  <a:close/>
                  <a:moveTo>
                    <a:pt x="65011" y="257410"/>
                  </a:moveTo>
                  <a:lnTo>
                    <a:pt x="71385" y="284080"/>
                  </a:lnTo>
                  <a:lnTo>
                    <a:pt x="85231" y="284080"/>
                  </a:lnTo>
                  <a:close/>
                  <a:moveTo>
                    <a:pt x="265885" y="257410"/>
                  </a:moveTo>
                  <a:lnTo>
                    <a:pt x="278981" y="284080"/>
                  </a:lnTo>
                  <a:lnTo>
                    <a:pt x="276329" y="257410"/>
                  </a:lnTo>
                  <a:close/>
                  <a:moveTo>
                    <a:pt x="265885" y="257410"/>
                  </a:moveTo>
                  <a:lnTo>
                    <a:pt x="265885" y="284080"/>
                  </a:lnTo>
                  <a:lnTo>
                    <a:pt x="278981" y="284080"/>
                  </a:lnTo>
                  <a:close/>
                  <a:moveTo>
                    <a:pt x="54666" y="230739"/>
                  </a:moveTo>
                  <a:lnTo>
                    <a:pt x="65011" y="257410"/>
                  </a:lnTo>
                  <a:lnTo>
                    <a:pt x="85231" y="257410"/>
                  </a:lnTo>
                  <a:close/>
                  <a:moveTo>
                    <a:pt x="265885" y="230739"/>
                  </a:moveTo>
                  <a:lnTo>
                    <a:pt x="276329" y="257410"/>
                  </a:lnTo>
                  <a:lnTo>
                    <a:pt x="274974" y="230739"/>
                  </a:lnTo>
                  <a:close/>
                  <a:moveTo>
                    <a:pt x="265885" y="230739"/>
                  </a:moveTo>
                  <a:lnTo>
                    <a:pt x="265885" y="257410"/>
                  </a:lnTo>
                  <a:lnTo>
                    <a:pt x="276329" y="257410"/>
                  </a:lnTo>
                  <a:close/>
                  <a:moveTo>
                    <a:pt x="49101" y="211062"/>
                  </a:moveTo>
                  <a:lnTo>
                    <a:pt x="54666" y="230739"/>
                  </a:lnTo>
                  <a:lnTo>
                    <a:pt x="77030" y="204068"/>
                  </a:lnTo>
                  <a:close/>
                  <a:moveTo>
                    <a:pt x="265885" y="204068"/>
                  </a:moveTo>
                  <a:lnTo>
                    <a:pt x="274974" y="230739"/>
                  </a:lnTo>
                  <a:lnTo>
                    <a:pt x="276653" y="204068"/>
                  </a:lnTo>
                  <a:close/>
                  <a:moveTo>
                    <a:pt x="265885" y="204068"/>
                  </a:moveTo>
                  <a:lnTo>
                    <a:pt x="265885" y="230739"/>
                  </a:lnTo>
                  <a:lnTo>
                    <a:pt x="274974" y="230739"/>
                  </a:lnTo>
                  <a:close/>
                  <a:moveTo>
                    <a:pt x="47077" y="204068"/>
                  </a:moveTo>
                  <a:lnTo>
                    <a:pt x="49101" y="211062"/>
                  </a:lnTo>
                  <a:lnTo>
                    <a:pt x="49101" y="204068"/>
                  </a:lnTo>
                  <a:close/>
                  <a:moveTo>
                    <a:pt x="46634" y="177398"/>
                  </a:moveTo>
                  <a:lnTo>
                    <a:pt x="49101" y="204068"/>
                  </a:lnTo>
                  <a:lnTo>
                    <a:pt x="49101" y="177398"/>
                  </a:lnTo>
                  <a:close/>
                  <a:moveTo>
                    <a:pt x="46634" y="177398"/>
                  </a:moveTo>
                  <a:lnTo>
                    <a:pt x="47077" y="204068"/>
                  </a:lnTo>
                  <a:lnTo>
                    <a:pt x="49101" y="204068"/>
                  </a:lnTo>
                  <a:close/>
                  <a:moveTo>
                    <a:pt x="265885" y="177398"/>
                  </a:moveTo>
                  <a:lnTo>
                    <a:pt x="276653" y="204068"/>
                  </a:lnTo>
                  <a:lnTo>
                    <a:pt x="281196" y="177398"/>
                  </a:lnTo>
                  <a:close/>
                  <a:moveTo>
                    <a:pt x="265885" y="177398"/>
                  </a:moveTo>
                  <a:lnTo>
                    <a:pt x="265885" y="204068"/>
                  </a:lnTo>
                  <a:lnTo>
                    <a:pt x="276653" y="204068"/>
                  </a:lnTo>
                  <a:close/>
                  <a:moveTo>
                    <a:pt x="49101" y="169116"/>
                  </a:moveTo>
                  <a:lnTo>
                    <a:pt x="46634" y="177398"/>
                  </a:lnTo>
                  <a:lnTo>
                    <a:pt x="49101" y="177398"/>
                  </a:lnTo>
                  <a:close/>
                  <a:moveTo>
                    <a:pt x="49101" y="169116"/>
                  </a:moveTo>
                  <a:lnTo>
                    <a:pt x="49101" y="177398"/>
                  </a:lnTo>
                  <a:lnTo>
                    <a:pt x="54395" y="150727"/>
                  </a:lnTo>
                  <a:close/>
                  <a:moveTo>
                    <a:pt x="265885" y="150727"/>
                  </a:moveTo>
                  <a:lnTo>
                    <a:pt x="281196" y="177398"/>
                  </a:lnTo>
                  <a:lnTo>
                    <a:pt x="288862" y="150727"/>
                  </a:lnTo>
                  <a:close/>
                  <a:moveTo>
                    <a:pt x="54395" y="150727"/>
                  </a:moveTo>
                  <a:lnTo>
                    <a:pt x="84332" y="150727"/>
                  </a:lnTo>
                  <a:lnTo>
                    <a:pt x="68343" y="124056"/>
                  </a:lnTo>
                  <a:close/>
                  <a:moveTo>
                    <a:pt x="265885" y="124056"/>
                  </a:moveTo>
                  <a:lnTo>
                    <a:pt x="288862" y="150727"/>
                  </a:lnTo>
                  <a:lnTo>
                    <a:pt x="300023" y="124056"/>
                  </a:lnTo>
                  <a:close/>
                  <a:moveTo>
                    <a:pt x="85221" y="97386"/>
                  </a:moveTo>
                  <a:lnTo>
                    <a:pt x="85231" y="124056"/>
                  </a:lnTo>
                  <a:lnTo>
                    <a:pt x="85231" y="97386"/>
                  </a:lnTo>
                  <a:close/>
                  <a:moveTo>
                    <a:pt x="85221" y="97386"/>
                  </a:moveTo>
                  <a:lnTo>
                    <a:pt x="68343" y="124056"/>
                  </a:lnTo>
                  <a:lnTo>
                    <a:pt x="85231" y="124056"/>
                  </a:lnTo>
                  <a:close/>
                  <a:moveTo>
                    <a:pt x="300023" y="124056"/>
                  </a:moveTo>
                  <a:lnTo>
                    <a:pt x="302015" y="119363"/>
                  </a:lnTo>
                  <a:lnTo>
                    <a:pt x="265885" y="124056"/>
                  </a:lnTo>
                  <a:close/>
                  <a:moveTo>
                    <a:pt x="85231" y="97368"/>
                  </a:moveTo>
                  <a:lnTo>
                    <a:pt x="85221" y="97386"/>
                  </a:lnTo>
                  <a:lnTo>
                    <a:pt x="85231" y="97386"/>
                  </a:lnTo>
                  <a:close/>
                  <a:moveTo>
                    <a:pt x="101537" y="70715"/>
                  </a:moveTo>
                  <a:lnTo>
                    <a:pt x="85231" y="97368"/>
                  </a:lnTo>
                  <a:lnTo>
                    <a:pt x="121362" y="96323"/>
                  </a:lnTo>
                  <a:close/>
                  <a:moveTo>
                    <a:pt x="120686" y="97386"/>
                  </a:moveTo>
                  <a:lnTo>
                    <a:pt x="85231" y="97368"/>
                  </a:lnTo>
                  <a:lnTo>
                    <a:pt x="85231" y="97386"/>
                  </a:lnTo>
                  <a:close/>
                  <a:moveTo>
                    <a:pt x="302015" y="97386"/>
                  </a:moveTo>
                  <a:lnTo>
                    <a:pt x="302015" y="119363"/>
                  </a:lnTo>
                  <a:lnTo>
                    <a:pt x="311773" y="97386"/>
                  </a:lnTo>
                  <a:close/>
                  <a:moveTo>
                    <a:pt x="302015" y="70715"/>
                  </a:moveTo>
                  <a:lnTo>
                    <a:pt x="311773" y="97386"/>
                  </a:lnTo>
                  <a:lnTo>
                    <a:pt x="316886" y="70715"/>
                  </a:lnTo>
                  <a:close/>
                  <a:moveTo>
                    <a:pt x="302015" y="70715"/>
                  </a:moveTo>
                  <a:lnTo>
                    <a:pt x="302015" y="97386"/>
                  </a:lnTo>
                  <a:lnTo>
                    <a:pt x="311773" y="97386"/>
                  </a:lnTo>
                  <a:close/>
                  <a:moveTo>
                    <a:pt x="120086" y="44044"/>
                  </a:moveTo>
                  <a:lnTo>
                    <a:pt x="121362" y="70715"/>
                  </a:lnTo>
                  <a:lnTo>
                    <a:pt x="121362" y="44044"/>
                  </a:lnTo>
                  <a:close/>
                  <a:moveTo>
                    <a:pt x="120086" y="44044"/>
                  </a:moveTo>
                  <a:lnTo>
                    <a:pt x="101537" y="70715"/>
                  </a:lnTo>
                  <a:lnTo>
                    <a:pt x="121362" y="70715"/>
                  </a:lnTo>
                  <a:close/>
                  <a:moveTo>
                    <a:pt x="302015" y="44044"/>
                  </a:moveTo>
                  <a:lnTo>
                    <a:pt x="316886" y="70715"/>
                  </a:lnTo>
                  <a:lnTo>
                    <a:pt x="310565" y="44044"/>
                  </a:lnTo>
                  <a:close/>
                  <a:moveTo>
                    <a:pt x="302015" y="44044"/>
                  </a:moveTo>
                  <a:lnTo>
                    <a:pt x="302015" y="70715"/>
                  </a:lnTo>
                  <a:lnTo>
                    <a:pt x="316886" y="70715"/>
                  </a:lnTo>
                  <a:close/>
                  <a:moveTo>
                    <a:pt x="121362" y="42660"/>
                  </a:moveTo>
                  <a:lnTo>
                    <a:pt x="120086" y="44044"/>
                  </a:lnTo>
                  <a:lnTo>
                    <a:pt x="121362" y="44044"/>
                  </a:lnTo>
                  <a:close/>
                  <a:moveTo>
                    <a:pt x="121362" y="44044"/>
                  </a:moveTo>
                  <a:lnTo>
                    <a:pt x="151834" y="17374"/>
                  </a:lnTo>
                  <a:lnTo>
                    <a:pt x="121362" y="42660"/>
                  </a:lnTo>
                  <a:close/>
                  <a:moveTo>
                    <a:pt x="157493" y="17374"/>
                  </a:moveTo>
                  <a:lnTo>
                    <a:pt x="151834" y="17374"/>
                  </a:lnTo>
                  <a:lnTo>
                    <a:pt x="121362" y="44044"/>
                  </a:lnTo>
                  <a:close/>
                  <a:moveTo>
                    <a:pt x="157493" y="44044"/>
                  </a:moveTo>
                  <a:lnTo>
                    <a:pt x="157493" y="17374"/>
                  </a:lnTo>
                  <a:lnTo>
                    <a:pt x="121362" y="44044"/>
                  </a:lnTo>
                  <a:close/>
                  <a:moveTo>
                    <a:pt x="265885" y="17374"/>
                  </a:moveTo>
                  <a:lnTo>
                    <a:pt x="302015" y="33156"/>
                  </a:lnTo>
                  <a:lnTo>
                    <a:pt x="284138" y="17374"/>
                  </a:lnTo>
                  <a:close/>
                  <a:moveTo>
                    <a:pt x="302015" y="44044"/>
                  </a:moveTo>
                  <a:lnTo>
                    <a:pt x="302015" y="33156"/>
                  </a:lnTo>
                  <a:lnTo>
                    <a:pt x="265885" y="17374"/>
                  </a:lnTo>
                  <a:close/>
                  <a:moveTo>
                    <a:pt x="302015" y="44044"/>
                  </a:moveTo>
                  <a:lnTo>
                    <a:pt x="310565" y="44044"/>
                  </a:lnTo>
                  <a:lnTo>
                    <a:pt x="302015" y="33156"/>
                  </a:lnTo>
                  <a:close/>
                  <a:moveTo>
                    <a:pt x="157493" y="14018"/>
                  </a:moveTo>
                  <a:lnTo>
                    <a:pt x="151834" y="17374"/>
                  </a:lnTo>
                  <a:lnTo>
                    <a:pt x="157493" y="17374"/>
                  </a:lnTo>
                  <a:close/>
                  <a:moveTo>
                    <a:pt x="157493" y="17374"/>
                  </a:moveTo>
                  <a:lnTo>
                    <a:pt x="193623" y="1953"/>
                  </a:lnTo>
                  <a:lnTo>
                    <a:pt x="157493" y="14018"/>
                  </a:lnTo>
                  <a:close/>
                  <a:moveTo>
                    <a:pt x="157493" y="17374"/>
                  </a:moveTo>
                  <a:lnTo>
                    <a:pt x="193623" y="17374"/>
                  </a:lnTo>
                  <a:lnTo>
                    <a:pt x="193623" y="1953"/>
                  </a:lnTo>
                  <a:close/>
                  <a:moveTo>
                    <a:pt x="193623" y="17374"/>
                  </a:moveTo>
                  <a:lnTo>
                    <a:pt x="229754" y="0"/>
                  </a:lnTo>
                  <a:lnTo>
                    <a:pt x="193623" y="1953"/>
                  </a:lnTo>
                  <a:close/>
                  <a:moveTo>
                    <a:pt x="229754" y="17374"/>
                  </a:moveTo>
                  <a:lnTo>
                    <a:pt x="265885" y="7883"/>
                  </a:lnTo>
                  <a:lnTo>
                    <a:pt x="229754" y="0"/>
                  </a:lnTo>
                  <a:close/>
                  <a:moveTo>
                    <a:pt x="229754" y="17374"/>
                  </a:moveTo>
                  <a:lnTo>
                    <a:pt x="265885" y="17374"/>
                  </a:lnTo>
                  <a:lnTo>
                    <a:pt x="265885" y="7883"/>
                  </a:lnTo>
                  <a:close/>
                  <a:moveTo>
                    <a:pt x="265885" y="17374"/>
                  </a:moveTo>
                  <a:lnTo>
                    <a:pt x="284138" y="17374"/>
                  </a:lnTo>
                  <a:lnTo>
                    <a:pt x="265885" y="7883"/>
                  </a:lnTo>
                  <a:close/>
                </a:path>
              </a:pathLst>
            </a:custGeom>
            <a:solidFill>
              <a:srgbClr val="6BC495"/>
            </a:solidFill>
            <a:ln w="4001">
              <a:solidFill>
                <a:srgbClr val="B0E0C7"/>
              </a:solidFill>
            </a:ln>
          </p:spPr>
        </p:sp>
        <p:sp>
          <p:nvSpPr>
            <p:cNvPr id="4051" name="Match_B2__4050">
              <a:extLst>
                <a:ext uri="{FF2B5EF4-FFF2-40B4-BE49-F238E27FC236}">
                  <a16:creationId xmlns:a16="http://schemas.microsoft.com/office/drawing/2014/main" id="{B4AC02B0-A56E-CA87-6EB8-3B0A16231EE5}"/>
                </a:ext>
              </a:extLst>
            </p:cNvPr>
            <p:cNvSpPr>
              <a:spLocks noGrp="1"/>
            </p:cNvSpPr>
            <p:nvPr/>
          </p:nvSpPr>
          <p:spPr>
            <a:xfrm>
              <a:off x="8412538" y="4098509"/>
              <a:ext cx="289046" cy="497446"/>
            </a:xfrm>
            <a:custGeom>
              <a:avLst/>
              <a:gdLst/>
              <a:ahLst/>
              <a:cxnLst/>
              <a:rect l="0" t="0" r="0" b="0"/>
              <a:pathLst>
                <a:path w="289046" h="497446">
                  <a:moveTo>
                    <a:pt x="36131" y="470775"/>
                  </a:moveTo>
                  <a:lnTo>
                    <a:pt x="36131" y="487912"/>
                  </a:lnTo>
                  <a:lnTo>
                    <a:pt x="53090" y="470775"/>
                  </a:lnTo>
                  <a:close/>
                  <a:moveTo>
                    <a:pt x="53090" y="470775"/>
                  </a:moveTo>
                  <a:lnTo>
                    <a:pt x="70446" y="497446"/>
                  </a:lnTo>
                  <a:lnTo>
                    <a:pt x="72261" y="477216"/>
                  </a:lnTo>
                  <a:close/>
                  <a:moveTo>
                    <a:pt x="108392" y="497446"/>
                  </a:moveTo>
                  <a:lnTo>
                    <a:pt x="108392" y="477884"/>
                  </a:lnTo>
                  <a:lnTo>
                    <a:pt x="72261" y="477216"/>
                  </a:lnTo>
                  <a:close/>
                  <a:moveTo>
                    <a:pt x="108392" y="477884"/>
                  </a:moveTo>
                  <a:lnTo>
                    <a:pt x="144523" y="489529"/>
                  </a:lnTo>
                  <a:lnTo>
                    <a:pt x="144523" y="470775"/>
                  </a:lnTo>
                  <a:close/>
                  <a:moveTo>
                    <a:pt x="0" y="444105"/>
                  </a:moveTo>
                  <a:lnTo>
                    <a:pt x="0" y="460536"/>
                  </a:lnTo>
                  <a:lnTo>
                    <a:pt x="20653" y="444105"/>
                  </a:lnTo>
                  <a:close/>
                  <a:moveTo>
                    <a:pt x="20653" y="444105"/>
                  </a:moveTo>
                  <a:lnTo>
                    <a:pt x="8522" y="470775"/>
                  </a:lnTo>
                  <a:lnTo>
                    <a:pt x="36131" y="461114"/>
                  </a:lnTo>
                  <a:close/>
                  <a:moveTo>
                    <a:pt x="36131" y="461114"/>
                  </a:moveTo>
                  <a:lnTo>
                    <a:pt x="8522" y="470775"/>
                  </a:lnTo>
                  <a:lnTo>
                    <a:pt x="36131" y="470775"/>
                  </a:lnTo>
                  <a:close/>
                  <a:moveTo>
                    <a:pt x="144523" y="465882"/>
                  </a:moveTo>
                  <a:lnTo>
                    <a:pt x="180654" y="469235"/>
                  </a:lnTo>
                  <a:lnTo>
                    <a:pt x="180654" y="444105"/>
                  </a:lnTo>
                  <a:close/>
                  <a:moveTo>
                    <a:pt x="144523" y="470775"/>
                  </a:moveTo>
                  <a:lnTo>
                    <a:pt x="180654" y="469235"/>
                  </a:lnTo>
                  <a:lnTo>
                    <a:pt x="144523" y="465882"/>
                  </a:lnTo>
                  <a:close/>
                  <a:moveTo>
                    <a:pt x="16813" y="417434"/>
                  </a:moveTo>
                  <a:lnTo>
                    <a:pt x="0" y="417434"/>
                  </a:lnTo>
                  <a:lnTo>
                    <a:pt x="0" y="444105"/>
                  </a:lnTo>
                  <a:close/>
                  <a:moveTo>
                    <a:pt x="180654" y="428797"/>
                  </a:moveTo>
                  <a:lnTo>
                    <a:pt x="216784" y="417434"/>
                  </a:lnTo>
                  <a:lnTo>
                    <a:pt x="186755" y="417434"/>
                  </a:lnTo>
                  <a:close/>
                  <a:moveTo>
                    <a:pt x="180654" y="428797"/>
                  </a:moveTo>
                  <a:lnTo>
                    <a:pt x="216784" y="423963"/>
                  </a:lnTo>
                  <a:lnTo>
                    <a:pt x="216784" y="417434"/>
                  </a:lnTo>
                  <a:close/>
                  <a:moveTo>
                    <a:pt x="180654" y="444105"/>
                  </a:moveTo>
                  <a:lnTo>
                    <a:pt x="216784" y="423963"/>
                  </a:lnTo>
                  <a:lnTo>
                    <a:pt x="180654" y="428797"/>
                  </a:lnTo>
                  <a:close/>
                  <a:moveTo>
                    <a:pt x="29440" y="390763"/>
                  </a:moveTo>
                  <a:lnTo>
                    <a:pt x="0" y="390763"/>
                  </a:lnTo>
                  <a:lnTo>
                    <a:pt x="0" y="417434"/>
                  </a:lnTo>
                  <a:close/>
                  <a:moveTo>
                    <a:pt x="216784" y="417434"/>
                  </a:moveTo>
                  <a:lnTo>
                    <a:pt x="216784" y="390763"/>
                  </a:lnTo>
                  <a:lnTo>
                    <a:pt x="186755" y="417434"/>
                  </a:lnTo>
                  <a:close/>
                  <a:moveTo>
                    <a:pt x="36131" y="364093"/>
                  </a:moveTo>
                  <a:lnTo>
                    <a:pt x="17324" y="364093"/>
                  </a:lnTo>
                  <a:lnTo>
                    <a:pt x="36131" y="383198"/>
                  </a:lnTo>
                  <a:close/>
                  <a:moveTo>
                    <a:pt x="36131" y="383198"/>
                  </a:moveTo>
                  <a:lnTo>
                    <a:pt x="0" y="386984"/>
                  </a:lnTo>
                  <a:lnTo>
                    <a:pt x="29440" y="390763"/>
                  </a:lnTo>
                  <a:close/>
                  <a:moveTo>
                    <a:pt x="29440" y="390763"/>
                  </a:moveTo>
                  <a:lnTo>
                    <a:pt x="0" y="386984"/>
                  </a:lnTo>
                  <a:lnTo>
                    <a:pt x="0" y="390763"/>
                  </a:lnTo>
                  <a:close/>
                  <a:moveTo>
                    <a:pt x="216784" y="364093"/>
                  </a:moveTo>
                  <a:lnTo>
                    <a:pt x="216784" y="390763"/>
                  </a:lnTo>
                  <a:lnTo>
                    <a:pt x="234545" y="390763"/>
                  </a:lnTo>
                  <a:close/>
                  <a:moveTo>
                    <a:pt x="216784" y="390763"/>
                  </a:moveTo>
                  <a:lnTo>
                    <a:pt x="216784" y="364093"/>
                  </a:lnTo>
                  <a:lnTo>
                    <a:pt x="194430" y="390763"/>
                  </a:lnTo>
                  <a:close/>
                  <a:moveTo>
                    <a:pt x="72261" y="337422"/>
                  </a:moveTo>
                  <a:lnTo>
                    <a:pt x="40089" y="337422"/>
                  </a:lnTo>
                  <a:lnTo>
                    <a:pt x="72261" y="349733"/>
                  </a:lnTo>
                  <a:close/>
                  <a:moveTo>
                    <a:pt x="72261" y="349733"/>
                  </a:moveTo>
                  <a:lnTo>
                    <a:pt x="36131" y="341935"/>
                  </a:lnTo>
                  <a:lnTo>
                    <a:pt x="57186" y="364093"/>
                  </a:lnTo>
                  <a:close/>
                  <a:moveTo>
                    <a:pt x="57186" y="364093"/>
                  </a:moveTo>
                  <a:lnTo>
                    <a:pt x="36131" y="341935"/>
                  </a:lnTo>
                  <a:lnTo>
                    <a:pt x="36131" y="364093"/>
                  </a:lnTo>
                  <a:close/>
                  <a:moveTo>
                    <a:pt x="216784" y="337422"/>
                  </a:moveTo>
                  <a:lnTo>
                    <a:pt x="216784" y="364093"/>
                  </a:lnTo>
                  <a:lnTo>
                    <a:pt x="252915" y="337422"/>
                  </a:lnTo>
                  <a:close/>
                  <a:moveTo>
                    <a:pt x="55042" y="310751"/>
                  </a:moveTo>
                  <a:lnTo>
                    <a:pt x="72261" y="337422"/>
                  </a:lnTo>
                  <a:lnTo>
                    <a:pt x="72261" y="310751"/>
                  </a:lnTo>
                  <a:close/>
                  <a:moveTo>
                    <a:pt x="104753" y="310751"/>
                  </a:moveTo>
                  <a:lnTo>
                    <a:pt x="72261" y="310751"/>
                  </a:lnTo>
                  <a:lnTo>
                    <a:pt x="72261" y="337422"/>
                  </a:lnTo>
                  <a:close/>
                  <a:moveTo>
                    <a:pt x="216784" y="337422"/>
                  </a:moveTo>
                  <a:lnTo>
                    <a:pt x="252915" y="337422"/>
                  </a:lnTo>
                  <a:lnTo>
                    <a:pt x="252915" y="310751"/>
                  </a:lnTo>
                  <a:close/>
                  <a:moveTo>
                    <a:pt x="216784" y="337422"/>
                  </a:moveTo>
                  <a:lnTo>
                    <a:pt x="252915" y="310751"/>
                  </a:lnTo>
                  <a:lnTo>
                    <a:pt x="216784" y="310751"/>
                  </a:lnTo>
                  <a:close/>
                  <a:moveTo>
                    <a:pt x="105245" y="284080"/>
                  </a:moveTo>
                  <a:lnTo>
                    <a:pt x="72261" y="284080"/>
                  </a:lnTo>
                  <a:lnTo>
                    <a:pt x="72261" y="310751"/>
                  </a:lnTo>
                  <a:close/>
                  <a:moveTo>
                    <a:pt x="216784" y="310751"/>
                  </a:moveTo>
                  <a:lnTo>
                    <a:pt x="252915" y="310751"/>
                  </a:lnTo>
                  <a:lnTo>
                    <a:pt x="252915" y="284080"/>
                  </a:lnTo>
                  <a:close/>
                  <a:moveTo>
                    <a:pt x="216784" y="310751"/>
                  </a:moveTo>
                  <a:lnTo>
                    <a:pt x="252915" y="284080"/>
                  </a:lnTo>
                  <a:lnTo>
                    <a:pt x="216784" y="284080"/>
                  </a:lnTo>
                  <a:close/>
                  <a:moveTo>
                    <a:pt x="93293" y="257410"/>
                  </a:moveTo>
                  <a:lnTo>
                    <a:pt x="72261" y="257410"/>
                  </a:lnTo>
                  <a:lnTo>
                    <a:pt x="72261" y="284080"/>
                  </a:lnTo>
                  <a:close/>
                  <a:moveTo>
                    <a:pt x="219145" y="257410"/>
                  </a:moveTo>
                  <a:lnTo>
                    <a:pt x="216784" y="278200"/>
                  </a:lnTo>
                  <a:lnTo>
                    <a:pt x="252915" y="257410"/>
                  </a:lnTo>
                  <a:close/>
                  <a:moveTo>
                    <a:pt x="252915" y="257410"/>
                  </a:moveTo>
                  <a:lnTo>
                    <a:pt x="216784" y="278200"/>
                  </a:lnTo>
                  <a:lnTo>
                    <a:pt x="216784" y="284080"/>
                  </a:lnTo>
                  <a:close/>
                  <a:moveTo>
                    <a:pt x="252915" y="257410"/>
                  </a:moveTo>
                  <a:lnTo>
                    <a:pt x="216784" y="284080"/>
                  </a:lnTo>
                  <a:lnTo>
                    <a:pt x="252915" y="284080"/>
                  </a:lnTo>
                  <a:close/>
                  <a:moveTo>
                    <a:pt x="41696" y="230739"/>
                  </a:moveTo>
                  <a:lnTo>
                    <a:pt x="72261" y="257410"/>
                  </a:lnTo>
                  <a:lnTo>
                    <a:pt x="72261" y="230739"/>
                  </a:lnTo>
                  <a:close/>
                  <a:moveTo>
                    <a:pt x="252915" y="257410"/>
                  </a:moveTo>
                  <a:lnTo>
                    <a:pt x="252915" y="230739"/>
                  </a:lnTo>
                  <a:lnTo>
                    <a:pt x="219145" y="257410"/>
                  </a:lnTo>
                  <a:close/>
                  <a:moveTo>
                    <a:pt x="252915" y="230739"/>
                  </a:moveTo>
                  <a:lnTo>
                    <a:pt x="224444" y="230739"/>
                  </a:lnTo>
                  <a:lnTo>
                    <a:pt x="219145" y="257410"/>
                  </a:lnTo>
                  <a:close/>
                  <a:moveTo>
                    <a:pt x="36131" y="204068"/>
                  </a:moveTo>
                  <a:lnTo>
                    <a:pt x="36131" y="211062"/>
                  </a:lnTo>
                  <a:lnTo>
                    <a:pt x="64060" y="204068"/>
                  </a:lnTo>
                  <a:close/>
                  <a:moveTo>
                    <a:pt x="64060" y="204068"/>
                  </a:moveTo>
                  <a:lnTo>
                    <a:pt x="41696" y="230739"/>
                  </a:lnTo>
                  <a:lnTo>
                    <a:pt x="72261" y="224658"/>
                  </a:lnTo>
                  <a:close/>
                  <a:moveTo>
                    <a:pt x="72261" y="224658"/>
                  </a:moveTo>
                  <a:lnTo>
                    <a:pt x="41696" y="230739"/>
                  </a:lnTo>
                  <a:lnTo>
                    <a:pt x="72261" y="230739"/>
                  </a:lnTo>
                  <a:close/>
                  <a:moveTo>
                    <a:pt x="252915" y="230739"/>
                  </a:moveTo>
                  <a:lnTo>
                    <a:pt x="252915" y="204068"/>
                  </a:lnTo>
                  <a:lnTo>
                    <a:pt x="224444" y="230739"/>
                  </a:lnTo>
                  <a:close/>
                  <a:moveTo>
                    <a:pt x="252915" y="204068"/>
                  </a:moveTo>
                  <a:lnTo>
                    <a:pt x="230505" y="204068"/>
                  </a:lnTo>
                  <a:lnTo>
                    <a:pt x="224444" y="230739"/>
                  </a:lnTo>
                  <a:close/>
                  <a:moveTo>
                    <a:pt x="64060" y="204068"/>
                  </a:moveTo>
                  <a:lnTo>
                    <a:pt x="62661" y="177398"/>
                  </a:lnTo>
                  <a:lnTo>
                    <a:pt x="36131" y="204068"/>
                  </a:lnTo>
                  <a:close/>
                  <a:moveTo>
                    <a:pt x="62661" y="177398"/>
                  </a:moveTo>
                  <a:lnTo>
                    <a:pt x="36131" y="177398"/>
                  </a:lnTo>
                  <a:lnTo>
                    <a:pt x="36131" y="204068"/>
                  </a:lnTo>
                  <a:close/>
                  <a:moveTo>
                    <a:pt x="252915" y="204068"/>
                  </a:moveTo>
                  <a:lnTo>
                    <a:pt x="252915" y="177398"/>
                  </a:lnTo>
                  <a:lnTo>
                    <a:pt x="230505" y="204068"/>
                  </a:lnTo>
                  <a:close/>
                  <a:moveTo>
                    <a:pt x="41425" y="150727"/>
                  </a:moveTo>
                  <a:lnTo>
                    <a:pt x="36131" y="177398"/>
                  </a:lnTo>
                  <a:lnTo>
                    <a:pt x="62661" y="177398"/>
                  </a:lnTo>
                  <a:close/>
                  <a:moveTo>
                    <a:pt x="41425" y="150727"/>
                  </a:moveTo>
                  <a:lnTo>
                    <a:pt x="62661" y="177398"/>
                  </a:lnTo>
                  <a:lnTo>
                    <a:pt x="71362" y="150727"/>
                  </a:lnTo>
                  <a:close/>
                  <a:moveTo>
                    <a:pt x="252915" y="150727"/>
                  </a:moveTo>
                  <a:lnTo>
                    <a:pt x="252915" y="177398"/>
                  </a:lnTo>
                  <a:lnTo>
                    <a:pt x="268226" y="177398"/>
                  </a:lnTo>
                  <a:close/>
                  <a:moveTo>
                    <a:pt x="252915" y="177398"/>
                  </a:moveTo>
                  <a:lnTo>
                    <a:pt x="252915" y="150727"/>
                  </a:lnTo>
                  <a:lnTo>
                    <a:pt x="236103" y="177398"/>
                  </a:lnTo>
                  <a:close/>
                  <a:moveTo>
                    <a:pt x="55373" y="124056"/>
                  </a:moveTo>
                  <a:lnTo>
                    <a:pt x="72261" y="149154"/>
                  </a:lnTo>
                  <a:lnTo>
                    <a:pt x="72261" y="124056"/>
                  </a:lnTo>
                  <a:close/>
                  <a:moveTo>
                    <a:pt x="71362" y="150727"/>
                  </a:moveTo>
                  <a:lnTo>
                    <a:pt x="72261" y="149154"/>
                  </a:lnTo>
                  <a:lnTo>
                    <a:pt x="55373" y="124056"/>
                  </a:lnTo>
                  <a:close/>
                  <a:moveTo>
                    <a:pt x="252915" y="124056"/>
                  </a:moveTo>
                  <a:lnTo>
                    <a:pt x="252915" y="150727"/>
                  </a:lnTo>
                  <a:lnTo>
                    <a:pt x="275892" y="150727"/>
                  </a:lnTo>
                  <a:close/>
                  <a:moveTo>
                    <a:pt x="107716" y="97386"/>
                  </a:moveTo>
                  <a:lnTo>
                    <a:pt x="72261" y="97386"/>
                  </a:lnTo>
                  <a:lnTo>
                    <a:pt x="72261" y="124056"/>
                  </a:lnTo>
                  <a:close/>
                  <a:moveTo>
                    <a:pt x="252915" y="120289"/>
                  </a:moveTo>
                  <a:lnTo>
                    <a:pt x="289046" y="97386"/>
                  </a:lnTo>
                  <a:lnTo>
                    <a:pt x="261026" y="97386"/>
                  </a:lnTo>
                  <a:close/>
                  <a:moveTo>
                    <a:pt x="252915" y="120289"/>
                  </a:moveTo>
                  <a:lnTo>
                    <a:pt x="289046" y="119363"/>
                  </a:lnTo>
                  <a:lnTo>
                    <a:pt x="289046" y="97386"/>
                  </a:lnTo>
                  <a:close/>
                  <a:moveTo>
                    <a:pt x="252915" y="124056"/>
                  </a:moveTo>
                  <a:lnTo>
                    <a:pt x="289046" y="119363"/>
                  </a:lnTo>
                  <a:lnTo>
                    <a:pt x="252915" y="120289"/>
                  </a:lnTo>
                  <a:close/>
                  <a:moveTo>
                    <a:pt x="108392" y="70715"/>
                  </a:moveTo>
                  <a:lnTo>
                    <a:pt x="88567" y="70715"/>
                  </a:lnTo>
                  <a:lnTo>
                    <a:pt x="108392" y="96323"/>
                  </a:lnTo>
                  <a:close/>
                  <a:moveTo>
                    <a:pt x="108392" y="96323"/>
                  </a:moveTo>
                  <a:lnTo>
                    <a:pt x="72261" y="97368"/>
                  </a:lnTo>
                  <a:lnTo>
                    <a:pt x="107716" y="97386"/>
                  </a:lnTo>
                  <a:close/>
                  <a:moveTo>
                    <a:pt x="289046" y="97386"/>
                  </a:moveTo>
                  <a:lnTo>
                    <a:pt x="289046" y="70715"/>
                  </a:lnTo>
                  <a:lnTo>
                    <a:pt x="261026" y="97386"/>
                  </a:lnTo>
                  <a:close/>
                  <a:moveTo>
                    <a:pt x="108392" y="70715"/>
                  </a:moveTo>
                  <a:lnTo>
                    <a:pt x="144523" y="44044"/>
                  </a:lnTo>
                  <a:lnTo>
                    <a:pt x="108392" y="44044"/>
                  </a:lnTo>
                  <a:close/>
                  <a:moveTo>
                    <a:pt x="252915" y="44044"/>
                  </a:moveTo>
                  <a:lnTo>
                    <a:pt x="289046" y="70715"/>
                  </a:lnTo>
                  <a:lnTo>
                    <a:pt x="289046" y="44044"/>
                  </a:lnTo>
                  <a:close/>
                  <a:moveTo>
                    <a:pt x="144523" y="44044"/>
                  </a:moveTo>
                  <a:lnTo>
                    <a:pt x="180654" y="17374"/>
                  </a:lnTo>
                  <a:lnTo>
                    <a:pt x="144523" y="17374"/>
                  </a:lnTo>
                  <a:close/>
                  <a:moveTo>
                    <a:pt x="252915" y="44044"/>
                  </a:moveTo>
                  <a:lnTo>
                    <a:pt x="289046" y="44044"/>
                  </a:lnTo>
                  <a:lnTo>
                    <a:pt x="252915" y="17374"/>
                  </a:lnTo>
                  <a:close/>
                  <a:moveTo>
                    <a:pt x="216784" y="17374"/>
                  </a:moveTo>
                  <a:lnTo>
                    <a:pt x="252915" y="44044"/>
                  </a:lnTo>
                  <a:lnTo>
                    <a:pt x="252915" y="17374"/>
                  </a:lnTo>
                  <a:close/>
                  <a:moveTo>
                    <a:pt x="180654" y="17374"/>
                  </a:moveTo>
                  <a:lnTo>
                    <a:pt x="216784" y="17374"/>
                  </a:lnTo>
                  <a:lnTo>
                    <a:pt x="216784" y="0"/>
                  </a:lnTo>
                  <a:close/>
                  <a:moveTo>
                    <a:pt x="216784" y="17374"/>
                  </a:moveTo>
                  <a:lnTo>
                    <a:pt x="180654" y="17374"/>
                  </a:lnTo>
                  <a:lnTo>
                    <a:pt x="216784" y="30218"/>
                  </a:lnTo>
                  <a:close/>
                </a:path>
              </a:pathLst>
            </a:custGeom>
            <a:solidFill>
              <a:srgbClr val="70C699"/>
            </a:solidFill>
            <a:ln w="4001">
              <a:solidFill>
                <a:srgbClr val="B0E0C7"/>
              </a:solidFill>
            </a:ln>
          </p:spPr>
        </p:sp>
        <p:sp>
          <p:nvSpPr>
            <p:cNvPr id="4052" name="Match_B2__4051">
              <a:extLst>
                <a:ext uri="{FF2B5EF4-FFF2-40B4-BE49-F238E27FC236}">
                  <a16:creationId xmlns:a16="http://schemas.microsoft.com/office/drawing/2014/main" id="{64ED86DB-3D3A-AFED-7C8A-CF540635F537}"/>
                </a:ext>
              </a:extLst>
            </p:cNvPr>
            <p:cNvSpPr>
              <a:spLocks noGrp="1"/>
            </p:cNvSpPr>
            <p:nvPr/>
          </p:nvSpPr>
          <p:spPr>
            <a:xfrm>
              <a:off x="8412538" y="4115882"/>
              <a:ext cx="289046" cy="460510"/>
            </a:xfrm>
            <a:custGeom>
              <a:avLst/>
              <a:gdLst/>
              <a:ahLst/>
              <a:cxnLst/>
              <a:rect l="0" t="0" r="0" b="0"/>
              <a:pathLst>
                <a:path w="289046" h="460510">
                  <a:moveTo>
                    <a:pt x="108392" y="460510"/>
                  </a:moveTo>
                  <a:lnTo>
                    <a:pt x="144523" y="453402"/>
                  </a:lnTo>
                  <a:lnTo>
                    <a:pt x="132792" y="453402"/>
                  </a:lnTo>
                  <a:close/>
                  <a:moveTo>
                    <a:pt x="36131" y="453402"/>
                  </a:moveTo>
                  <a:lnTo>
                    <a:pt x="53090" y="453402"/>
                  </a:lnTo>
                  <a:lnTo>
                    <a:pt x="36131" y="443741"/>
                  </a:lnTo>
                  <a:close/>
                  <a:moveTo>
                    <a:pt x="144523" y="448509"/>
                  </a:moveTo>
                  <a:lnTo>
                    <a:pt x="180654" y="426731"/>
                  </a:lnTo>
                  <a:lnTo>
                    <a:pt x="170782" y="426731"/>
                  </a:lnTo>
                  <a:close/>
                  <a:moveTo>
                    <a:pt x="132792" y="453402"/>
                  </a:moveTo>
                  <a:lnTo>
                    <a:pt x="144523" y="453402"/>
                  </a:lnTo>
                  <a:lnTo>
                    <a:pt x="144523" y="448509"/>
                  </a:lnTo>
                  <a:close/>
                  <a:moveTo>
                    <a:pt x="20653" y="426731"/>
                  </a:moveTo>
                  <a:lnTo>
                    <a:pt x="16813" y="400060"/>
                  </a:lnTo>
                  <a:lnTo>
                    <a:pt x="0" y="426731"/>
                  </a:lnTo>
                  <a:close/>
                  <a:moveTo>
                    <a:pt x="170782" y="426731"/>
                  </a:moveTo>
                  <a:lnTo>
                    <a:pt x="180654" y="426731"/>
                  </a:lnTo>
                  <a:lnTo>
                    <a:pt x="180654" y="411424"/>
                  </a:lnTo>
                  <a:close/>
                  <a:moveTo>
                    <a:pt x="16813" y="400060"/>
                  </a:moveTo>
                  <a:lnTo>
                    <a:pt x="29440" y="373390"/>
                  </a:lnTo>
                  <a:lnTo>
                    <a:pt x="0" y="400060"/>
                  </a:lnTo>
                  <a:close/>
                  <a:moveTo>
                    <a:pt x="216784" y="373390"/>
                  </a:moveTo>
                  <a:lnTo>
                    <a:pt x="194430" y="373390"/>
                  </a:lnTo>
                  <a:lnTo>
                    <a:pt x="186755" y="400060"/>
                  </a:lnTo>
                  <a:close/>
                  <a:moveTo>
                    <a:pt x="216784" y="346719"/>
                  </a:moveTo>
                  <a:lnTo>
                    <a:pt x="200121" y="346719"/>
                  </a:lnTo>
                  <a:lnTo>
                    <a:pt x="194430" y="373390"/>
                  </a:lnTo>
                  <a:close/>
                  <a:moveTo>
                    <a:pt x="36131" y="346719"/>
                  </a:moveTo>
                  <a:lnTo>
                    <a:pt x="36131" y="365824"/>
                  </a:lnTo>
                  <a:lnTo>
                    <a:pt x="57186" y="346719"/>
                  </a:lnTo>
                  <a:close/>
                  <a:moveTo>
                    <a:pt x="216784" y="346719"/>
                  </a:moveTo>
                  <a:lnTo>
                    <a:pt x="216784" y="320048"/>
                  </a:lnTo>
                  <a:lnTo>
                    <a:pt x="200121" y="346719"/>
                  </a:lnTo>
                  <a:close/>
                  <a:moveTo>
                    <a:pt x="216784" y="320048"/>
                  </a:moveTo>
                  <a:lnTo>
                    <a:pt x="206255" y="320048"/>
                  </a:lnTo>
                  <a:lnTo>
                    <a:pt x="200121" y="346719"/>
                  </a:lnTo>
                  <a:close/>
                  <a:moveTo>
                    <a:pt x="88189" y="320048"/>
                  </a:moveTo>
                  <a:lnTo>
                    <a:pt x="104753" y="293378"/>
                  </a:lnTo>
                  <a:lnTo>
                    <a:pt x="72261" y="320048"/>
                  </a:lnTo>
                  <a:close/>
                  <a:moveTo>
                    <a:pt x="72261" y="320048"/>
                  </a:moveTo>
                  <a:lnTo>
                    <a:pt x="72261" y="332360"/>
                  </a:lnTo>
                  <a:lnTo>
                    <a:pt x="88189" y="320048"/>
                  </a:lnTo>
                  <a:close/>
                  <a:moveTo>
                    <a:pt x="216784" y="320048"/>
                  </a:moveTo>
                  <a:lnTo>
                    <a:pt x="216784" y="293378"/>
                  </a:lnTo>
                  <a:lnTo>
                    <a:pt x="206255" y="320048"/>
                  </a:lnTo>
                  <a:close/>
                  <a:moveTo>
                    <a:pt x="216784" y="293378"/>
                  </a:moveTo>
                  <a:lnTo>
                    <a:pt x="211853" y="293378"/>
                  </a:lnTo>
                  <a:lnTo>
                    <a:pt x="206255" y="320048"/>
                  </a:lnTo>
                  <a:close/>
                  <a:moveTo>
                    <a:pt x="104753" y="293378"/>
                  </a:moveTo>
                  <a:lnTo>
                    <a:pt x="105245" y="266707"/>
                  </a:lnTo>
                  <a:lnTo>
                    <a:pt x="72261" y="293378"/>
                  </a:lnTo>
                  <a:close/>
                  <a:moveTo>
                    <a:pt x="216784" y="293378"/>
                  </a:moveTo>
                  <a:lnTo>
                    <a:pt x="216784" y="266707"/>
                  </a:lnTo>
                  <a:lnTo>
                    <a:pt x="211853" y="293378"/>
                  </a:lnTo>
                  <a:close/>
                  <a:moveTo>
                    <a:pt x="216784" y="266707"/>
                  </a:moveTo>
                  <a:lnTo>
                    <a:pt x="215598" y="266707"/>
                  </a:lnTo>
                  <a:lnTo>
                    <a:pt x="211853" y="293378"/>
                  </a:lnTo>
                  <a:close/>
                  <a:moveTo>
                    <a:pt x="105245" y="266707"/>
                  </a:moveTo>
                  <a:lnTo>
                    <a:pt x="93293" y="240036"/>
                  </a:lnTo>
                  <a:lnTo>
                    <a:pt x="72261" y="266707"/>
                  </a:lnTo>
                  <a:close/>
                  <a:moveTo>
                    <a:pt x="215598" y="266707"/>
                  </a:moveTo>
                  <a:lnTo>
                    <a:pt x="216784" y="266707"/>
                  </a:lnTo>
                  <a:lnTo>
                    <a:pt x="216784" y="260827"/>
                  </a:lnTo>
                  <a:close/>
                  <a:moveTo>
                    <a:pt x="93293" y="240036"/>
                  </a:moveTo>
                  <a:lnTo>
                    <a:pt x="75445" y="213366"/>
                  </a:lnTo>
                  <a:lnTo>
                    <a:pt x="72261" y="240036"/>
                  </a:lnTo>
                  <a:close/>
                  <a:moveTo>
                    <a:pt x="75445" y="213366"/>
                  </a:moveTo>
                  <a:lnTo>
                    <a:pt x="72261" y="213366"/>
                  </a:lnTo>
                  <a:lnTo>
                    <a:pt x="72261" y="240036"/>
                  </a:lnTo>
                  <a:close/>
                  <a:moveTo>
                    <a:pt x="72261" y="213366"/>
                  </a:moveTo>
                  <a:lnTo>
                    <a:pt x="75445" y="213366"/>
                  </a:lnTo>
                  <a:lnTo>
                    <a:pt x="72261" y="207284"/>
                  </a:lnTo>
                  <a:close/>
                  <a:moveTo>
                    <a:pt x="252915" y="160024"/>
                  </a:moveTo>
                  <a:lnTo>
                    <a:pt x="236103" y="160024"/>
                  </a:lnTo>
                  <a:lnTo>
                    <a:pt x="230505" y="186695"/>
                  </a:lnTo>
                  <a:close/>
                  <a:moveTo>
                    <a:pt x="252915" y="133353"/>
                  </a:moveTo>
                  <a:lnTo>
                    <a:pt x="242217" y="133353"/>
                  </a:lnTo>
                  <a:lnTo>
                    <a:pt x="236103" y="160024"/>
                  </a:lnTo>
                  <a:close/>
                  <a:moveTo>
                    <a:pt x="252915" y="133353"/>
                  </a:moveTo>
                  <a:lnTo>
                    <a:pt x="252915" y="106683"/>
                  </a:lnTo>
                  <a:lnTo>
                    <a:pt x="242217" y="133353"/>
                  </a:lnTo>
                  <a:close/>
                  <a:moveTo>
                    <a:pt x="252915" y="106683"/>
                  </a:moveTo>
                  <a:lnTo>
                    <a:pt x="251460" y="106683"/>
                  </a:lnTo>
                  <a:lnTo>
                    <a:pt x="242217" y="133353"/>
                  </a:lnTo>
                  <a:close/>
                  <a:moveTo>
                    <a:pt x="89211" y="106683"/>
                  </a:moveTo>
                  <a:lnTo>
                    <a:pt x="107716" y="80012"/>
                  </a:lnTo>
                  <a:lnTo>
                    <a:pt x="72261" y="106683"/>
                  </a:lnTo>
                  <a:close/>
                  <a:moveTo>
                    <a:pt x="72261" y="106683"/>
                  </a:moveTo>
                  <a:lnTo>
                    <a:pt x="72261" y="131781"/>
                  </a:lnTo>
                  <a:lnTo>
                    <a:pt x="89211" y="106683"/>
                  </a:lnTo>
                  <a:close/>
                  <a:moveTo>
                    <a:pt x="251460" y="106683"/>
                  </a:moveTo>
                  <a:lnTo>
                    <a:pt x="252915" y="106683"/>
                  </a:lnTo>
                  <a:lnTo>
                    <a:pt x="252915" y="102915"/>
                  </a:lnTo>
                  <a:close/>
                  <a:moveTo>
                    <a:pt x="289046" y="53341"/>
                  </a:moveTo>
                  <a:lnTo>
                    <a:pt x="264049" y="53341"/>
                  </a:lnTo>
                  <a:lnTo>
                    <a:pt x="261026" y="80012"/>
                  </a:lnTo>
                  <a:close/>
                  <a:moveTo>
                    <a:pt x="128123" y="53341"/>
                  </a:moveTo>
                  <a:lnTo>
                    <a:pt x="144523" y="34528"/>
                  </a:lnTo>
                  <a:lnTo>
                    <a:pt x="108392" y="53341"/>
                  </a:lnTo>
                  <a:close/>
                  <a:moveTo>
                    <a:pt x="108392" y="53341"/>
                  </a:moveTo>
                  <a:lnTo>
                    <a:pt x="144523" y="34528"/>
                  </a:lnTo>
                  <a:lnTo>
                    <a:pt x="144523" y="26671"/>
                  </a:lnTo>
                  <a:close/>
                  <a:moveTo>
                    <a:pt x="108392" y="53341"/>
                  </a:moveTo>
                  <a:lnTo>
                    <a:pt x="108392" y="78949"/>
                  </a:lnTo>
                  <a:lnTo>
                    <a:pt x="128123" y="53341"/>
                  </a:lnTo>
                  <a:close/>
                  <a:moveTo>
                    <a:pt x="252915" y="29125"/>
                  </a:moveTo>
                  <a:lnTo>
                    <a:pt x="264049" y="53341"/>
                  </a:lnTo>
                  <a:lnTo>
                    <a:pt x="252915" y="26671"/>
                  </a:lnTo>
                  <a:close/>
                  <a:moveTo>
                    <a:pt x="252915" y="26671"/>
                  </a:moveTo>
                  <a:lnTo>
                    <a:pt x="264049" y="53341"/>
                  </a:lnTo>
                  <a:lnTo>
                    <a:pt x="289046" y="53341"/>
                  </a:lnTo>
                  <a:close/>
                  <a:moveTo>
                    <a:pt x="155908" y="26671"/>
                  </a:moveTo>
                  <a:lnTo>
                    <a:pt x="180654" y="14976"/>
                  </a:lnTo>
                  <a:lnTo>
                    <a:pt x="144523" y="26671"/>
                  </a:lnTo>
                  <a:close/>
                  <a:moveTo>
                    <a:pt x="144523" y="26671"/>
                  </a:moveTo>
                  <a:lnTo>
                    <a:pt x="180654" y="14976"/>
                  </a:lnTo>
                  <a:lnTo>
                    <a:pt x="180654" y="0"/>
                  </a:lnTo>
                  <a:close/>
                  <a:moveTo>
                    <a:pt x="144523" y="26671"/>
                  </a:moveTo>
                  <a:lnTo>
                    <a:pt x="144523" y="34528"/>
                  </a:lnTo>
                  <a:lnTo>
                    <a:pt x="155908" y="26671"/>
                  </a:lnTo>
                  <a:close/>
                  <a:moveTo>
                    <a:pt x="216784" y="12845"/>
                  </a:moveTo>
                  <a:lnTo>
                    <a:pt x="250597" y="26671"/>
                  </a:lnTo>
                  <a:lnTo>
                    <a:pt x="216784" y="0"/>
                  </a:lnTo>
                  <a:close/>
                  <a:moveTo>
                    <a:pt x="216784" y="0"/>
                  </a:moveTo>
                  <a:lnTo>
                    <a:pt x="250597" y="26671"/>
                  </a:lnTo>
                  <a:lnTo>
                    <a:pt x="252915" y="26671"/>
                  </a:lnTo>
                  <a:close/>
                  <a:moveTo>
                    <a:pt x="252915" y="29125"/>
                  </a:moveTo>
                  <a:lnTo>
                    <a:pt x="252915" y="26671"/>
                  </a:lnTo>
                  <a:lnTo>
                    <a:pt x="250597" y="26671"/>
                  </a:lnTo>
                  <a:close/>
                  <a:moveTo>
                    <a:pt x="180654" y="0"/>
                  </a:moveTo>
                  <a:lnTo>
                    <a:pt x="180654" y="14976"/>
                  </a:lnTo>
                  <a:lnTo>
                    <a:pt x="216784" y="12845"/>
                  </a:lnTo>
                  <a:close/>
                  <a:moveTo>
                    <a:pt x="53090" y="453402"/>
                  </a:moveTo>
                  <a:lnTo>
                    <a:pt x="72261" y="459842"/>
                  </a:lnTo>
                  <a:lnTo>
                    <a:pt x="72261" y="453402"/>
                  </a:lnTo>
                  <a:close/>
                  <a:moveTo>
                    <a:pt x="72261" y="453402"/>
                  </a:moveTo>
                  <a:lnTo>
                    <a:pt x="36131" y="443741"/>
                  </a:lnTo>
                  <a:lnTo>
                    <a:pt x="53090" y="453402"/>
                  </a:lnTo>
                  <a:close/>
                  <a:moveTo>
                    <a:pt x="36131" y="426731"/>
                  </a:moveTo>
                  <a:lnTo>
                    <a:pt x="36131" y="443741"/>
                  </a:lnTo>
                  <a:lnTo>
                    <a:pt x="72261" y="453402"/>
                  </a:lnTo>
                  <a:close/>
                  <a:moveTo>
                    <a:pt x="108392" y="453402"/>
                  </a:moveTo>
                  <a:lnTo>
                    <a:pt x="72261" y="459842"/>
                  </a:lnTo>
                  <a:lnTo>
                    <a:pt x="108392" y="460510"/>
                  </a:lnTo>
                  <a:close/>
                  <a:moveTo>
                    <a:pt x="108392" y="453402"/>
                  </a:moveTo>
                  <a:lnTo>
                    <a:pt x="72261" y="453402"/>
                  </a:lnTo>
                  <a:lnTo>
                    <a:pt x="72261" y="459842"/>
                  </a:lnTo>
                  <a:close/>
                  <a:moveTo>
                    <a:pt x="108392" y="453402"/>
                  </a:moveTo>
                  <a:lnTo>
                    <a:pt x="108392" y="460510"/>
                  </a:lnTo>
                  <a:lnTo>
                    <a:pt x="132792" y="453402"/>
                  </a:lnTo>
                  <a:close/>
                  <a:moveTo>
                    <a:pt x="144523" y="426731"/>
                  </a:moveTo>
                  <a:lnTo>
                    <a:pt x="132792" y="453402"/>
                  </a:lnTo>
                  <a:lnTo>
                    <a:pt x="144523" y="448509"/>
                  </a:lnTo>
                  <a:close/>
                  <a:moveTo>
                    <a:pt x="108392" y="453402"/>
                  </a:moveTo>
                  <a:lnTo>
                    <a:pt x="132792" y="453402"/>
                  </a:lnTo>
                  <a:lnTo>
                    <a:pt x="144523" y="426731"/>
                  </a:lnTo>
                  <a:close/>
                  <a:moveTo>
                    <a:pt x="20653" y="426731"/>
                  </a:moveTo>
                  <a:lnTo>
                    <a:pt x="36131" y="443741"/>
                  </a:lnTo>
                  <a:lnTo>
                    <a:pt x="36131" y="426731"/>
                  </a:lnTo>
                  <a:close/>
                  <a:moveTo>
                    <a:pt x="16813" y="400060"/>
                  </a:moveTo>
                  <a:lnTo>
                    <a:pt x="20653" y="426731"/>
                  </a:lnTo>
                  <a:lnTo>
                    <a:pt x="36131" y="426731"/>
                  </a:lnTo>
                  <a:close/>
                  <a:moveTo>
                    <a:pt x="144523" y="426731"/>
                  </a:moveTo>
                  <a:lnTo>
                    <a:pt x="144523" y="448509"/>
                  </a:lnTo>
                  <a:lnTo>
                    <a:pt x="170782" y="426731"/>
                  </a:lnTo>
                  <a:close/>
                  <a:moveTo>
                    <a:pt x="180654" y="400060"/>
                  </a:moveTo>
                  <a:lnTo>
                    <a:pt x="170782" y="426731"/>
                  </a:lnTo>
                  <a:lnTo>
                    <a:pt x="180654" y="411424"/>
                  </a:lnTo>
                  <a:close/>
                  <a:moveTo>
                    <a:pt x="144523" y="426731"/>
                  </a:moveTo>
                  <a:lnTo>
                    <a:pt x="170782" y="426731"/>
                  </a:lnTo>
                  <a:lnTo>
                    <a:pt x="180654" y="400060"/>
                  </a:lnTo>
                  <a:close/>
                  <a:moveTo>
                    <a:pt x="29440" y="373390"/>
                  </a:moveTo>
                  <a:lnTo>
                    <a:pt x="36131" y="400060"/>
                  </a:lnTo>
                  <a:lnTo>
                    <a:pt x="36131" y="373390"/>
                  </a:lnTo>
                  <a:close/>
                  <a:moveTo>
                    <a:pt x="29440" y="373390"/>
                  </a:moveTo>
                  <a:lnTo>
                    <a:pt x="16813" y="400060"/>
                  </a:lnTo>
                  <a:lnTo>
                    <a:pt x="36131" y="400060"/>
                  </a:lnTo>
                  <a:close/>
                  <a:moveTo>
                    <a:pt x="180654" y="400060"/>
                  </a:moveTo>
                  <a:lnTo>
                    <a:pt x="180654" y="411424"/>
                  </a:lnTo>
                  <a:lnTo>
                    <a:pt x="186755" y="400060"/>
                  </a:lnTo>
                  <a:close/>
                  <a:moveTo>
                    <a:pt x="180654" y="373390"/>
                  </a:moveTo>
                  <a:lnTo>
                    <a:pt x="186755" y="400060"/>
                  </a:lnTo>
                  <a:lnTo>
                    <a:pt x="194430" y="373390"/>
                  </a:lnTo>
                  <a:close/>
                  <a:moveTo>
                    <a:pt x="180654" y="373390"/>
                  </a:moveTo>
                  <a:lnTo>
                    <a:pt x="180654" y="400060"/>
                  </a:lnTo>
                  <a:lnTo>
                    <a:pt x="186755" y="400060"/>
                  </a:lnTo>
                  <a:close/>
                  <a:moveTo>
                    <a:pt x="36131" y="365824"/>
                  </a:moveTo>
                  <a:lnTo>
                    <a:pt x="29440" y="373390"/>
                  </a:lnTo>
                  <a:lnTo>
                    <a:pt x="36131" y="373390"/>
                  </a:lnTo>
                  <a:close/>
                  <a:moveTo>
                    <a:pt x="36131" y="373390"/>
                  </a:moveTo>
                  <a:lnTo>
                    <a:pt x="57186" y="346719"/>
                  </a:lnTo>
                  <a:lnTo>
                    <a:pt x="36131" y="365824"/>
                  </a:lnTo>
                  <a:close/>
                  <a:moveTo>
                    <a:pt x="72261" y="346719"/>
                  </a:moveTo>
                  <a:lnTo>
                    <a:pt x="57186" y="346719"/>
                  </a:lnTo>
                  <a:lnTo>
                    <a:pt x="36131" y="373390"/>
                  </a:lnTo>
                  <a:close/>
                  <a:moveTo>
                    <a:pt x="180654" y="346719"/>
                  </a:moveTo>
                  <a:lnTo>
                    <a:pt x="194430" y="373390"/>
                  </a:lnTo>
                  <a:lnTo>
                    <a:pt x="200121" y="346719"/>
                  </a:lnTo>
                  <a:close/>
                  <a:moveTo>
                    <a:pt x="180654" y="346719"/>
                  </a:moveTo>
                  <a:lnTo>
                    <a:pt x="180654" y="373390"/>
                  </a:lnTo>
                  <a:lnTo>
                    <a:pt x="194430" y="373390"/>
                  </a:lnTo>
                  <a:close/>
                  <a:moveTo>
                    <a:pt x="72261" y="332360"/>
                  </a:moveTo>
                  <a:lnTo>
                    <a:pt x="57186" y="346719"/>
                  </a:lnTo>
                  <a:lnTo>
                    <a:pt x="72261" y="346719"/>
                  </a:lnTo>
                  <a:close/>
                  <a:moveTo>
                    <a:pt x="72261" y="346719"/>
                  </a:moveTo>
                  <a:lnTo>
                    <a:pt x="88189" y="320048"/>
                  </a:lnTo>
                  <a:lnTo>
                    <a:pt x="72261" y="332360"/>
                  </a:lnTo>
                  <a:close/>
                  <a:moveTo>
                    <a:pt x="108392" y="320048"/>
                  </a:moveTo>
                  <a:lnTo>
                    <a:pt x="88189" y="320048"/>
                  </a:lnTo>
                  <a:lnTo>
                    <a:pt x="72261" y="346719"/>
                  </a:lnTo>
                  <a:close/>
                  <a:moveTo>
                    <a:pt x="180654" y="320048"/>
                  </a:moveTo>
                  <a:lnTo>
                    <a:pt x="200121" y="346719"/>
                  </a:lnTo>
                  <a:lnTo>
                    <a:pt x="206255" y="320048"/>
                  </a:lnTo>
                  <a:close/>
                  <a:moveTo>
                    <a:pt x="180654" y="320048"/>
                  </a:moveTo>
                  <a:lnTo>
                    <a:pt x="180654" y="346719"/>
                  </a:lnTo>
                  <a:lnTo>
                    <a:pt x="200121" y="346719"/>
                  </a:lnTo>
                  <a:close/>
                  <a:moveTo>
                    <a:pt x="104753" y="293378"/>
                  </a:moveTo>
                  <a:lnTo>
                    <a:pt x="108392" y="320048"/>
                  </a:lnTo>
                  <a:lnTo>
                    <a:pt x="108392" y="293378"/>
                  </a:lnTo>
                  <a:close/>
                  <a:moveTo>
                    <a:pt x="104753" y="293378"/>
                  </a:moveTo>
                  <a:lnTo>
                    <a:pt x="88189" y="320048"/>
                  </a:lnTo>
                  <a:lnTo>
                    <a:pt x="108392" y="320048"/>
                  </a:lnTo>
                  <a:close/>
                  <a:moveTo>
                    <a:pt x="108392" y="320048"/>
                  </a:moveTo>
                  <a:lnTo>
                    <a:pt x="144523" y="293378"/>
                  </a:lnTo>
                  <a:lnTo>
                    <a:pt x="108392" y="293378"/>
                  </a:lnTo>
                  <a:close/>
                  <a:moveTo>
                    <a:pt x="180654" y="293378"/>
                  </a:moveTo>
                  <a:lnTo>
                    <a:pt x="206255" y="320048"/>
                  </a:lnTo>
                  <a:lnTo>
                    <a:pt x="211853" y="293378"/>
                  </a:lnTo>
                  <a:close/>
                  <a:moveTo>
                    <a:pt x="180654" y="293378"/>
                  </a:moveTo>
                  <a:lnTo>
                    <a:pt x="180654" y="320048"/>
                  </a:lnTo>
                  <a:lnTo>
                    <a:pt x="206255" y="320048"/>
                  </a:lnTo>
                  <a:close/>
                  <a:moveTo>
                    <a:pt x="105245" y="266707"/>
                  </a:moveTo>
                  <a:lnTo>
                    <a:pt x="108392" y="293378"/>
                  </a:lnTo>
                  <a:lnTo>
                    <a:pt x="108392" y="266707"/>
                  </a:lnTo>
                  <a:close/>
                  <a:moveTo>
                    <a:pt x="105245" y="266707"/>
                  </a:moveTo>
                  <a:lnTo>
                    <a:pt x="104753" y="293378"/>
                  </a:lnTo>
                  <a:lnTo>
                    <a:pt x="108392" y="293378"/>
                  </a:lnTo>
                  <a:close/>
                  <a:moveTo>
                    <a:pt x="108392" y="293378"/>
                  </a:moveTo>
                  <a:lnTo>
                    <a:pt x="144523" y="293378"/>
                  </a:lnTo>
                  <a:lnTo>
                    <a:pt x="144523" y="266707"/>
                  </a:lnTo>
                  <a:close/>
                  <a:moveTo>
                    <a:pt x="108392" y="293378"/>
                  </a:moveTo>
                  <a:lnTo>
                    <a:pt x="144523" y="266707"/>
                  </a:lnTo>
                  <a:lnTo>
                    <a:pt x="108392" y="266707"/>
                  </a:lnTo>
                  <a:close/>
                  <a:moveTo>
                    <a:pt x="180654" y="266707"/>
                  </a:moveTo>
                  <a:lnTo>
                    <a:pt x="211853" y="293378"/>
                  </a:lnTo>
                  <a:lnTo>
                    <a:pt x="215598" y="266707"/>
                  </a:lnTo>
                  <a:close/>
                  <a:moveTo>
                    <a:pt x="180654" y="266707"/>
                  </a:moveTo>
                  <a:lnTo>
                    <a:pt x="180654" y="293378"/>
                  </a:lnTo>
                  <a:lnTo>
                    <a:pt x="211853" y="293378"/>
                  </a:lnTo>
                  <a:close/>
                  <a:moveTo>
                    <a:pt x="93293" y="240036"/>
                  </a:moveTo>
                  <a:lnTo>
                    <a:pt x="108392" y="266707"/>
                  </a:lnTo>
                  <a:lnTo>
                    <a:pt x="108392" y="240036"/>
                  </a:lnTo>
                  <a:close/>
                  <a:moveTo>
                    <a:pt x="93293" y="240036"/>
                  </a:moveTo>
                  <a:lnTo>
                    <a:pt x="105245" y="266707"/>
                  </a:lnTo>
                  <a:lnTo>
                    <a:pt x="108392" y="266707"/>
                  </a:lnTo>
                  <a:close/>
                  <a:moveTo>
                    <a:pt x="216784" y="240036"/>
                  </a:moveTo>
                  <a:lnTo>
                    <a:pt x="215598" y="266707"/>
                  </a:lnTo>
                  <a:lnTo>
                    <a:pt x="216784" y="260827"/>
                  </a:lnTo>
                  <a:close/>
                  <a:moveTo>
                    <a:pt x="180654" y="266707"/>
                  </a:moveTo>
                  <a:lnTo>
                    <a:pt x="215598" y="266707"/>
                  </a:lnTo>
                  <a:lnTo>
                    <a:pt x="216784" y="240036"/>
                  </a:lnTo>
                  <a:close/>
                  <a:moveTo>
                    <a:pt x="75445" y="213366"/>
                  </a:moveTo>
                  <a:lnTo>
                    <a:pt x="93293" y="240036"/>
                  </a:lnTo>
                  <a:lnTo>
                    <a:pt x="108392" y="240036"/>
                  </a:lnTo>
                  <a:close/>
                  <a:moveTo>
                    <a:pt x="180654" y="240036"/>
                  </a:moveTo>
                  <a:lnTo>
                    <a:pt x="216784" y="240036"/>
                  </a:lnTo>
                  <a:lnTo>
                    <a:pt x="216784" y="213366"/>
                  </a:lnTo>
                  <a:close/>
                  <a:moveTo>
                    <a:pt x="216784" y="240036"/>
                  </a:moveTo>
                  <a:lnTo>
                    <a:pt x="216784" y="260827"/>
                  </a:lnTo>
                  <a:lnTo>
                    <a:pt x="219145" y="240036"/>
                  </a:lnTo>
                  <a:close/>
                  <a:moveTo>
                    <a:pt x="216784" y="213366"/>
                  </a:moveTo>
                  <a:lnTo>
                    <a:pt x="219145" y="240036"/>
                  </a:lnTo>
                  <a:lnTo>
                    <a:pt x="224444" y="213366"/>
                  </a:lnTo>
                  <a:close/>
                  <a:moveTo>
                    <a:pt x="216784" y="213366"/>
                  </a:moveTo>
                  <a:lnTo>
                    <a:pt x="216784" y="240036"/>
                  </a:lnTo>
                  <a:lnTo>
                    <a:pt x="219145" y="240036"/>
                  </a:lnTo>
                  <a:close/>
                  <a:moveTo>
                    <a:pt x="108392" y="213366"/>
                  </a:moveTo>
                  <a:lnTo>
                    <a:pt x="72261" y="207284"/>
                  </a:lnTo>
                  <a:lnTo>
                    <a:pt x="75445" y="213366"/>
                  </a:lnTo>
                  <a:close/>
                  <a:moveTo>
                    <a:pt x="72261" y="186695"/>
                  </a:moveTo>
                  <a:lnTo>
                    <a:pt x="72261" y="207284"/>
                  </a:lnTo>
                  <a:lnTo>
                    <a:pt x="108392" y="213366"/>
                  </a:lnTo>
                  <a:close/>
                  <a:moveTo>
                    <a:pt x="216784" y="186695"/>
                  </a:moveTo>
                  <a:lnTo>
                    <a:pt x="224444" y="213366"/>
                  </a:lnTo>
                  <a:lnTo>
                    <a:pt x="230505" y="186695"/>
                  </a:lnTo>
                  <a:close/>
                  <a:moveTo>
                    <a:pt x="216784" y="186695"/>
                  </a:moveTo>
                  <a:lnTo>
                    <a:pt x="216784" y="213366"/>
                  </a:lnTo>
                  <a:lnTo>
                    <a:pt x="224444" y="213366"/>
                  </a:lnTo>
                  <a:close/>
                  <a:moveTo>
                    <a:pt x="64060" y="186695"/>
                  </a:moveTo>
                  <a:lnTo>
                    <a:pt x="72261" y="207284"/>
                  </a:lnTo>
                  <a:lnTo>
                    <a:pt x="72261" y="186695"/>
                  </a:lnTo>
                  <a:close/>
                  <a:moveTo>
                    <a:pt x="62661" y="160024"/>
                  </a:moveTo>
                  <a:lnTo>
                    <a:pt x="72261" y="186695"/>
                  </a:lnTo>
                  <a:lnTo>
                    <a:pt x="72261" y="160024"/>
                  </a:lnTo>
                  <a:close/>
                  <a:moveTo>
                    <a:pt x="62661" y="160024"/>
                  </a:moveTo>
                  <a:lnTo>
                    <a:pt x="64060" y="186695"/>
                  </a:lnTo>
                  <a:lnTo>
                    <a:pt x="72261" y="186695"/>
                  </a:lnTo>
                  <a:close/>
                  <a:moveTo>
                    <a:pt x="216784" y="160024"/>
                  </a:moveTo>
                  <a:lnTo>
                    <a:pt x="230505" y="186695"/>
                  </a:lnTo>
                  <a:lnTo>
                    <a:pt x="236103" y="160024"/>
                  </a:lnTo>
                  <a:close/>
                  <a:moveTo>
                    <a:pt x="216784" y="160024"/>
                  </a:moveTo>
                  <a:lnTo>
                    <a:pt x="216784" y="186695"/>
                  </a:lnTo>
                  <a:lnTo>
                    <a:pt x="230505" y="186695"/>
                  </a:lnTo>
                  <a:close/>
                  <a:moveTo>
                    <a:pt x="71362" y="133353"/>
                  </a:moveTo>
                  <a:lnTo>
                    <a:pt x="72261" y="160024"/>
                  </a:lnTo>
                  <a:lnTo>
                    <a:pt x="72261" y="133353"/>
                  </a:lnTo>
                  <a:close/>
                  <a:moveTo>
                    <a:pt x="71362" y="133353"/>
                  </a:moveTo>
                  <a:lnTo>
                    <a:pt x="62661" y="160024"/>
                  </a:lnTo>
                  <a:lnTo>
                    <a:pt x="72261" y="160024"/>
                  </a:lnTo>
                  <a:close/>
                  <a:moveTo>
                    <a:pt x="216784" y="133353"/>
                  </a:moveTo>
                  <a:lnTo>
                    <a:pt x="236103" y="160024"/>
                  </a:lnTo>
                  <a:lnTo>
                    <a:pt x="242217" y="133353"/>
                  </a:lnTo>
                  <a:close/>
                  <a:moveTo>
                    <a:pt x="72261" y="131781"/>
                  </a:moveTo>
                  <a:lnTo>
                    <a:pt x="71362" y="133353"/>
                  </a:lnTo>
                  <a:lnTo>
                    <a:pt x="72261" y="133353"/>
                  </a:lnTo>
                  <a:close/>
                  <a:moveTo>
                    <a:pt x="72261" y="133353"/>
                  </a:moveTo>
                  <a:lnTo>
                    <a:pt x="89211" y="106683"/>
                  </a:lnTo>
                  <a:lnTo>
                    <a:pt x="72261" y="131781"/>
                  </a:lnTo>
                  <a:close/>
                  <a:moveTo>
                    <a:pt x="108392" y="106683"/>
                  </a:moveTo>
                  <a:lnTo>
                    <a:pt x="89211" y="106683"/>
                  </a:lnTo>
                  <a:lnTo>
                    <a:pt x="72261" y="133353"/>
                  </a:lnTo>
                  <a:close/>
                  <a:moveTo>
                    <a:pt x="216784" y="106683"/>
                  </a:moveTo>
                  <a:lnTo>
                    <a:pt x="242217" y="133353"/>
                  </a:lnTo>
                  <a:lnTo>
                    <a:pt x="251460" y="106683"/>
                  </a:lnTo>
                  <a:close/>
                  <a:moveTo>
                    <a:pt x="107716" y="80012"/>
                  </a:moveTo>
                  <a:lnTo>
                    <a:pt x="108392" y="106683"/>
                  </a:lnTo>
                  <a:lnTo>
                    <a:pt x="108392" y="80012"/>
                  </a:lnTo>
                  <a:close/>
                  <a:moveTo>
                    <a:pt x="107716" y="80012"/>
                  </a:moveTo>
                  <a:lnTo>
                    <a:pt x="89211" y="106683"/>
                  </a:lnTo>
                  <a:lnTo>
                    <a:pt x="108392" y="106683"/>
                  </a:lnTo>
                  <a:close/>
                  <a:moveTo>
                    <a:pt x="252915" y="80012"/>
                  </a:moveTo>
                  <a:lnTo>
                    <a:pt x="251460" y="106683"/>
                  </a:lnTo>
                  <a:lnTo>
                    <a:pt x="252915" y="102915"/>
                  </a:lnTo>
                  <a:close/>
                  <a:moveTo>
                    <a:pt x="216784" y="106683"/>
                  </a:moveTo>
                  <a:lnTo>
                    <a:pt x="251460" y="106683"/>
                  </a:lnTo>
                  <a:lnTo>
                    <a:pt x="252915" y="80012"/>
                  </a:lnTo>
                  <a:close/>
                  <a:moveTo>
                    <a:pt x="108392" y="78949"/>
                  </a:moveTo>
                  <a:lnTo>
                    <a:pt x="107716" y="80012"/>
                  </a:lnTo>
                  <a:lnTo>
                    <a:pt x="108392" y="80012"/>
                  </a:lnTo>
                  <a:close/>
                  <a:moveTo>
                    <a:pt x="108392" y="80012"/>
                  </a:moveTo>
                  <a:lnTo>
                    <a:pt x="128123" y="53341"/>
                  </a:lnTo>
                  <a:lnTo>
                    <a:pt x="108392" y="78949"/>
                  </a:lnTo>
                  <a:close/>
                  <a:moveTo>
                    <a:pt x="144523" y="53341"/>
                  </a:moveTo>
                  <a:lnTo>
                    <a:pt x="128123" y="53341"/>
                  </a:lnTo>
                  <a:lnTo>
                    <a:pt x="108392" y="80012"/>
                  </a:lnTo>
                  <a:close/>
                  <a:moveTo>
                    <a:pt x="252915" y="80012"/>
                  </a:moveTo>
                  <a:lnTo>
                    <a:pt x="252915" y="102915"/>
                  </a:lnTo>
                  <a:lnTo>
                    <a:pt x="261026" y="80012"/>
                  </a:lnTo>
                  <a:close/>
                  <a:moveTo>
                    <a:pt x="252915" y="53341"/>
                  </a:moveTo>
                  <a:lnTo>
                    <a:pt x="261026" y="80012"/>
                  </a:lnTo>
                  <a:lnTo>
                    <a:pt x="264049" y="53341"/>
                  </a:lnTo>
                  <a:close/>
                  <a:moveTo>
                    <a:pt x="252915" y="53341"/>
                  </a:moveTo>
                  <a:lnTo>
                    <a:pt x="252915" y="80012"/>
                  </a:lnTo>
                  <a:lnTo>
                    <a:pt x="261026" y="80012"/>
                  </a:lnTo>
                  <a:close/>
                  <a:moveTo>
                    <a:pt x="144523" y="34528"/>
                  </a:moveTo>
                  <a:lnTo>
                    <a:pt x="128123" y="53341"/>
                  </a:lnTo>
                  <a:lnTo>
                    <a:pt x="144523" y="53341"/>
                  </a:lnTo>
                  <a:close/>
                  <a:moveTo>
                    <a:pt x="144523" y="53341"/>
                  </a:moveTo>
                  <a:lnTo>
                    <a:pt x="155908" y="26671"/>
                  </a:lnTo>
                  <a:lnTo>
                    <a:pt x="144523" y="34528"/>
                  </a:lnTo>
                  <a:close/>
                  <a:moveTo>
                    <a:pt x="180654" y="26671"/>
                  </a:moveTo>
                  <a:lnTo>
                    <a:pt x="155908" y="26671"/>
                  </a:lnTo>
                  <a:lnTo>
                    <a:pt x="144523" y="53341"/>
                  </a:lnTo>
                  <a:close/>
                  <a:moveTo>
                    <a:pt x="216784" y="26671"/>
                  </a:moveTo>
                  <a:lnTo>
                    <a:pt x="252915" y="29125"/>
                  </a:lnTo>
                  <a:lnTo>
                    <a:pt x="250597" y="26671"/>
                  </a:lnTo>
                  <a:close/>
                  <a:moveTo>
                    <a:pt x="252915" y="53341"/>
                  </a:moveTo>
                  <a:lnTo>
                    <a:pt x="252915" y="29125"/>
                  </a:lnTo>
                  <a:lnTo>
                    <a:pt x="216784" y="26671"/>
                  </a:lnTo>
                  <a:close/>
                  <a:moveTo>
                    <a:pt x="252915" y="53341"/>
                  </a:moveTo>
                  <a:lnTo>
                    <a:pt x="264049" y="53341"/>
                  </a:lnTo>
                  <a:lnTo>
                    <a:pt x="252915" y="29125"/>
                  </a:lnTo>
                  <a:close/>
                  <a:moveTo>
                    <a:pt x="180654" y="14976"/>
                  </a:moveTo>
                  <a:lnTo>
                    <a:pt x="155908" y="26671"/>
                  </a:lnTo>
                  <a:lnTo>
                    <a:pt x="180654" y="26671"/>
                  </a:lnTo>
                  <a:close/>
                  <a:moveTo>
                    <a:pt x="180654" y="26671"/>
                  </a:moveTo>
                  <a:lnTo>
                    <a:pt x="216784" y="12845"/>
                  </a:lnTo>
                  <a:lnTo>
                    <a:pt x="180654" y="14976"/>
                  </a:lnTo>
                  <a:close/>
                  <a:moveTo>
                    <a:pt x="180654" y="26671"/>
                  </a:moveTo>
                  <a:lnTo>
                    <a:pt x="216784" y="26671"/>
                  </a:lnTo>
                  <a:lnTo>
                    <a:pt x="216784" y="12845"/>
                  </a:lnTo>
                  <a:close/>
                  <a:moveTo>
                    <a:pt x="216784" y="26671"/>
                  </a:moveTo>
                  <a:lnTo>
                    <a:pt x="250597" y="26671"/>
                  </a:lnTo>
                  <a:lnTo>
                    <a:pt x="216784" y="12845"/>
                  </a:lnTo>
                  <a:close/>
                </a:path>
              </a:pathLst>
            </a:custGeom>
            <a:solidFill>
              <a:srgbClr val="74C79C"/>
            </a:solidFill>
            <a:ln w="4001">
              <a:solidFill>
                <a:srgbClr val="B0E0C7"/>
              </a:solidFill>
            </a:ln>
          </p:spPr>
        </p:sp>
        <p:sp>
          <p:nvSpPr>
            <p:cNvPr id="4053" name="Match_B2__4052">
              <a:extLst>
                <a:ext uri="{FF2B5EF4-FFF2-40B4-BE49-F238E27FC236}">
                  <a16:creationId xmlns:a16="http://schemas.microsoft.com/office/drawing/2014/main" id="{D2E11F35-E947-64F5-1184-FEB46C1AA683}"/>
                </a:ext>
              </a:extLst>
            </p:cNvPr>
            <p:cNvSpPr>
              <a:spLocks noGrp="1"/>
            </p:cNvSpPr>
            <p:nvPr/>
          </p:nvSpPr>
          <p:spPr>
            <a:xfrm>
              <a:off x="8429350" y="4142553"/>
              <a:ext cx="236102" cy="426731"/>
            </a:xfrm>
            <a:custGeom>
              <a:avLst/>
              <a:gdLst/>
              <a:ahLst/>
              <a:cxnLst/>
              <a:rect l="0" t="0" r="0" b="0"/>
              <a:pathLst>
                <a:path w="236102" h="426731">
                  <a:moveTo>
                    <a:pt x="55449" y="400060"/>
                  </a:moveTo>
                  <a:lnTo>
                    <a:pt x="19318" y="400060"/>
                  </a:lnTo>
                  <a:lnTo>
                    <a:pt x="55449" y="426731"/>
                  </a:lnTo>
                  <a:close/>
                  <a:moveTo>
                    <a:pt x="55449" y="426731"/>
                  </a:moveTo>
                  <a:lnTo>
                    <a:pt x="91579" y="426731"/>
                  </a:lnTo>
                  <a:lnTo>
                    <a:pt x="91579" y="400060"/>
                  </a:lnTo>
                  <a:close/>
                  <a:moveTo>
                    <a:pt x="55449" y="426731"/>
                  </a:moveTo>
                  <a:lnTo>
                    <a:pt x="91579" y="400060"/>
                  </a:lnTo>
                  <a:lnTo>
                    <a:pt x="55449" y="400060"/>
                  </a:lnTo>
                  <a:close/>
                  <a:moveTo>
                    <a:pt x="91579" y="400060"/>
                  </a:moveTo>
                  <a:lnTo>
                    <a:pt x="91579" y="426731"/>
                  </a:lnTo>
                  <a:lnTo>
                    <a:pt x="127710" y="400060"/>
                  </a:lnTo>
                  <a:close/>
                  <a:moveTo>
                    <a:pt x="0" y="373390"/>
                  </a:moveTo>
                  <a:lnTo>
                    <a:pt x="19318" y="400060"/>
                  </a:lnTo>
                  <a:lnTo>
                    <a:pt x="19318" y="373390"/>
                  </a:lnTo>
                  <a:close/>
                  <a:moveTo>
                    <a:pt x="19318" y="400060"/>
                  </a:moveTo>
                  <a:lnTo>
                    <a:pt x="55449" y="400060"/>
                  </a:lnTo>
                  <a:lnTo>
                    <a:pt x="55449" y="373390"/>
                  </a:lnTo>
                  <a:close/>
                  <a:moveTo>
                    <a:pt x="19318" y="400060"/>
                  </a:moveTo>
                  <a:lnTo>
                    <a:pt x="55449" y="373390"/>
                  </a:lnTo>
                  <a:lnTo>
                    <a:pt x="19318" y="373390"/>
                  </a:lnTo>
                  <a:close/>
                  <a:moveTo>
                    <a:pt x="91579" y="400060"/>
                  </a:moveTo>
                  <a:lnTo>
                    <a:pt x="127710" y="400060"/>
                  </a:lnTo>
                  <a:lnTo>
                    <a:pt x="127710" y="373390"/>
                  </a:lnTo>
                  <a:close/>
                  <a:moveTo>
                    <a:pt x="127710" y="373390"/>
                  </a:moveTo>
                  <a:lnTo>
                    <a:pt x="127710" y="400060"/>
                  </a:lnTo>
                  <a:lnTo>
                    <a:pt x="163841" y="373390"/>
                  </a:lnTo>
                  <a:close/>
                  <a:moveTo>
                    <a:pt x="19318" y="373390"/>
                  </a:moveTo>
                  <a:lnTo>
                    <a:pt x="55449" y="373390"/>
                  </a:lnTo>
                  <a:lnTo>
                    <a:pt x="55449" y="346719"/>
                  </a:lnTo>
                  <a:close/>
                  <a:moveTo>
                    <a:pt x="19318" y="373390"/>
                  </a:moveTo>
                  <a:lnTo>
                    <a:pt x="55449" y="346719"/>
                  </a:lnTo>
                  <a:lnTo>
                    <a:pt x="19318" y="346719"/>
                  </a:lnTo>
                  <a:close/>
                  <a:moveTo>
                    <a:pt x="127710" y="373390"/>
                  </a:moveTo>
                  <a:lnTo>
                    <a:pt x="163841" y="373390"/>
                  </a:lnTo>
                  <a:lnTo>
                    <a:pt x="163841" y="346719"/>
                  </a:lnTo>
                  <a:close/>
                  <a:moveTo>
                    <a:pt x="127710" y="373390"/>
                  </a:moveTo>
                  <a:lnTo>
                    <a:pt x="163841" y="346719"/>
                  </a:lnTo>
                  <a:lnTo>
                    <a:pt x="127710" y="346719"/>
                  </a:lnTo>
                  <a:close/>
                  <a:moveTo>
                    <a:pt x="55449" y="346719"/>
                  </a:moveTo>
                  <a:lnTo>
                    <a:pt x="55449" y="320048"/>
                  </a:lnTo>
                  <a:lnTo>
                    <a:pt x="19318" y="346719"/>
                  </a:lnTo>
                  <a:close/>
                  <a:moveTo>
                    <a:pt x="55449" y="346719"/>
                  </a:moveTo>
                  <a:lnTo>
                    <a:pt x="91579" y="346719"/>
                  </a:lnTo>
                  <a:lnTo>
                    <a:pt x="91579" y="320048"/>
                  </a:lnTo>
                  <a:close/>
                  <a:moveTo>
                    <a:pt x="55449" y="346719"/>
                  </a:moveTo>
                  <a:lnTo>
                    <a:pt x="91579" y="320048"/>
                  </a:lnTo>
                  <a:lnTo>
                    <a:pt x="55449" y="320048"/>
                  </a:lnTo>
                  <a:close/>
                  <a:moveTo>
                    <a:pt x="91579" y="346719"/>
                  </a:moveTo>
                  <a:lnTo>
                    <a:pt x="127710" y="346719"/>
                  </a:lnTo>
                  <a:lnTo>
                    <a:pt x="127710" y="320048"/>
                  </a:lnTo>
                  <a:close/>
                  <a:moveTo>
                    <a:pt x="91579" y="346719"/>
                  </a:moveTo>
                  <a:lnTo>
                    <a:pt x="127710" y="320048"/>
                  </a:lnTo>
                  <a:lnTo>
                    <a:pt x="91579" y="320048"/>
                  </a:lnTo>
                  <a:close/>
                  <a:moveTo>
                    <a:pt x="127710" y="346719"/>
                  </a:moveTo>
                  <a:lnTo>
                    <a:pt x="163841" y="346719"/>
                  </a:lnTo>
                  <a:lnTo>
                    <a:pt x="163841" y="320048"/>
                  </a:lnTo>
                  <a:close/>
                  <a:moveTo>
                    <a:pt x="127710" y="346719"/>
                  </a:moveTo>
                  <a:lnTo>
                    <a:pt x="163841" y="320048"/>
                  </a:lnTo>
                  <a:lnTo>
                    <a:pt x="127710" y="320048"/>
                  </a:lnTo>
                  <a:close/>
                  <a:moveTo>
                    <a:pt x="91579" y="320048"/>
                  </a:moveTo>
                  <a:lnTo>
                    <a:pt x="91579" y="293378"/>
                  </a:lnTo>
                  <a:lnTo>
                    <a:pt x="55449" y="320048"/>
                  </a:lnTo>
                  <a:close/>
                  <a:moveTo>
                    <a:pt x="91579" y="320048"/>
                  </a:moveTo>
                  <a:lnTo>
                    <a:pt x="127710" y="320048"/>
                  </a:lnTo>
                  <a:lnTo>
                    <a:pt x="127710" y="293378"/>
                  </a:lnTo>
                  <a:close/>
                  <a:moveTo>
                    <a:pt x="91579" y="320048"/>
                  </a:moveTo>
                  <a:lnTo>
                    <a:pt x="127710" y="293378"/>
                  </a:lnTo>
                  <a:lnTo>
                    <a:pt x="91579" y="293378"/>
                  </a:lnTo>
                  <a:close/>
                  <a:moveTo>
                    <a:pt x="127710" y="320048"/>
                  </a:moveTo>
                  <a:lnTo>
                    <a:pt x="163841" y="320048"/>
                  </a:lnTo>
                  <a:lnTo>
                    <a:pt x="163841" y="293378"/>
                  </a:lnTo>
                  <a:close/>
                  <a:moveTo>
                    <a:pt x="127710" y="320048"/>
                  </a:moveTo>
                  <a:lnTo>
                    <a:pt x="163841" y="293378"/>
                  </a:lnTo>
                  <a:lnTo>
                    <a:pt x="127710" y="293378"/>
                  </a:lnTo>
                  <a:close/>
                  <a:moveTo>
                    <a:pt x="91579" y="293378"/>
                  </a:moveTo>
                  <a:lnTo>
                    <a:pt x="127710" y="293378"/>
                  </a:lnTo>
                  <a:lnTo>
                    <a:pt x="127710" y="266707"/>
                  </a:lnTo>
                  <a:close/>
                  <a:moveTo>
                    <a:pt x="127710" y="293378"/>
                  </a:moveTo>
                  <a:lnTo>
                    <a:pt x="163841" y="293378"/>
                  </a:lnTo>
                  <a:lnTo>
                    <a:pt x="163841" y="266707"/>
                  </a:lnTo>
                  <a:close/>
                  <a:moveTo>
                    <a:pt x="127710" y="293378"/>
                  </a:moveTo>
                  <a:lnTo>
                    <a:pt x="163841" y="266707"/>
                  </a:lnTo>
                  <a:lnTo>
                    <a:pt x="127710" y="266707"/>
                  </a:lnTo>
                  <a:close/>
                  <a:moveTo>
                    <a:pt x="127710" y="266707"/>
                  </a:moveTo>
                  <a:lnTo>
                    <a:pt x="163841" y="266707"/>
                  </a:lnTo>
                  <a:lnTo>
                    <a:pt x="163841" y="240036"/>
                  </a:lnTo>
                  <a:close/>
                  <a:moveTo>
                    <a:pt x="127710" y="266707"/>
                  </a:moveTo>
                  <a:lnTo>
                    <a:pt x="163841" y="240036"/>
                  </a:lnTo>
                  <a:lnTo>
                    <a:pt x="127710" y="240036"/>
                  </a:lnTo>
                  <a:close/>
                  <a:moveTo>
                    <a:pt x="91579" y="240036"/>
                  </a:moveTo>
                  <a:lnTo>
                    <a:pt x="127710" y="240036"/>
                  </a:lnTo>
                  <a:lnTo>
                    <a:pt x="127710" y="213366"/>
                  </a:lnTo>
                  <a:close/>
                  <a:moveTo>
                    <a:pt x="91579" y="240036"/>
                  </a:moveTo>
                  <a:lnTo>
                    <a:pt x="127710" y="213366"/>
                  </a:lnTo>
                  <a:lnTo>
                    <a:pt x="91579" y="213366"/>
                  </a:lnTo>
                  <a:close/>
                  <a:moveTo>
                    <a:pt x="127710" y="240036"/>
                  </a:moveTo>
                  <a:lnTo>
                    <a:pt x="163841" y="240036"/>
                  </a:lnTo>
                  <a:lnTo>
                    <a:pt x="163841" y="213366"/>
                  </a:lnTo>
                  <a:close/>
                  <a:moveTo>
                    <a:pt x="127710" y="240036"/>
                  </a:moveTo>
                  <a:lnTo>
                    <a:pt x="163841" y="213366"/>
                  </a:lnTo>
                  <a:lnTo>
                    <a:pt x="127710" y="213366"/>
                  </a:lnTo>
                  <a:close/>
                  <a:moveTo>
                    <a:pt x="163841" y="213366"/>
                  </a:moveTo>
                  <a:lnTo>
                    <a:pt x="163841" y="240036"/>
                  </a:lnTo>
                  <a:lnTo>
                    <a:pt x="199972" y="213366"/>
                  </a:lnTo>
                  <a:close/>
                  <a:moveTo>
                    <a:pt x="58633" y="186695"/>
                  </a:moveTo>
                  <a:lnTo>
                    <a:pt x="91579" y="213366"/>
                  </a:lnTo>
                  <a:lnTo>
                    <a:pt x="91579" y="186695"/>
                  </a:lnTo>
                  <a:close/>
                  <a:moveTo>
                    <a:pt x="91579" y="213366"/>
                  </a:moveTo>
                  <a:lnTo>
                    <a:pt x="127710" y="213366"/>
                  </a:lnTo>
                  <a:lnTo>
                    <a:pt x="127710" y="186695"/>
                  </a:lnTo>
                  <a:close/>
                  <a:moveTo>
                    <a:pt x="91579" y="213366"/>
                  </a:moveTo>
                  <a:lnTo>
                    <a:pt x="127710" y="186695"/>
                  </a:lnTo>
                  <a:lnTo>
                    <a:pt x="91579" y="186695"/>
                  </a:lnTo>
                  <a:close/>
                  <a:moveTo>
                    <a:pt x="127710" y="213366"/>
                  </a:moveTo>
                  <a:lnTo>
                    <a:pt x="163841" y="213366"/>
                  </a:lnTo>
                  <a:lnTo>
                    <a:pt x="163841" y="186695"/>
                  </a:lnTo>
                  <a:close/>
                  <a:moveTo>
                    <a:pt x="127710" y="213366"/>
                  </a:moveTo>
                  <a:lnTo>
                    <a:pt x="163841" y="186695"/>
                  </a:lnTo>
                  <a:lnTo>
                    <a:pt x="127710" y="186695"/>
                  </a:lnTo>
                  <a:close/>
                  <a:moveTo>
                    <a:pt x="163841" y="213366"/>
                  </a:moveTo>
                  <a:lnTo>
                    <a:pt x="199972" y="186695"/>
                  </a:lnTo>
                  <a:lnTo>
                    <a:pt x="163841" y="186695"/>
                  </a:lnTo>
                  <a:close/>
                  <a:moveTo>
                    <a:pt x="91579" y="160024"/>
                  </a:moveTo>
                  <a:lnTo>
                    <a:pt x="55449" y="160024"/>
                  </a:lnTo>
                  <a:lnTo>
                    <a:pt x="91579" y="186695"/>
                  </a:lnTo>
                  <a:close/>
                  <a:moveTo>
                    <a:pt x="91579" y="186695"/>
                  </a:moveTo>
                  <a:lnTo>
                    <a:pt x="127710" y="186695"/>
                  </a:lnTo>
                  <a:lnTo>
                    <a:pt x="127710" y="160024"/>
                  </a:lnTo>
                  <a:close/>
                  <a:moveTo>
                    <a:pt x="127710" y="186695"/>
                  </a:moveTo>
                  <a:lnTo>
                    <a:pt x="163841" y="186695"/>
                  </a:lnTo>
                  <a:lnTo>
                    <a:pt x="163841" y="160024"/>
                  </a:lnTo>
                  <a:close/>
                  <a:moveTo>
                    <a:pt x="163841" y="186695"/>
                  </a:moveTo>
                  <a:lnTo>
                    <a:pt x="199972" y="186695"/>
                  </a:lnTo>
                  <a:lnTo>
                    <a:pt x="199972" y="160024"/>
                  </a:lnTo>
                  <a:close/>
                  <a:moveTo>
                    <a:pt x="163841" y="186695"/>
                  </a:moveTo>
                  <a:lnTo>
                    <a:pt x="199972" y="160024"/>
                  </a:lnTo>
                  <a:lnTo>
                    <a:pt x="163841" y="160024"/>
                  </a:lnTo>
                  <a:close/>
                  <a:moveTo>
                    <a:pt x="55449" y="160024"/>
                  </a:moveTo>
                  <a:lnTo>
                    <a:pt x="91579" y="160024"/>
                  </a:lnTo>
                  <a:lnTo>
                    <a:pt x="91579" y="133353"/>
                  </a:lnTo>
                  <a:close/>
                  <a:moveTo>
                    <a:pt x="55449" y="160024"/>
                  </a:moveTo>
                  <a:lnTo>
                    <a:pt x="91579" y="133353"/>
                  </a:lnTo>
                  <a:lnTo>
                    <a:pt x="55449" y="133353"/>
                  </a:lnTo>
                  <a:close/>
                  <a:moveTo>
                    <a:pt x="163841" y="160024"/>
                  </a:moveTo>
                  <a:lnTo>
                    <a:pt x="199972" y="160024"/>
                  </a:lnTo>
                  <a:lnTo>
                    <a:pt x="199972" y="133353"/>
                  </a:lnTo>
                  <a:close/>
                  <a:moveTo>
                    <a:pt x="163841" y="160024"/>
                  </a:moveTo>
                  <a:lnTo>
                    <a:pt x="199972" y="133353"/>
                  </a:lnTo>
                  <a:lnTo>
                    <a:pt x="163841" y="133353"/>
                  </a:lnTo>
                  <a:close/>
                  <a:moveTo>
                    <a:pt x="55449" y="133353"/>
                  </a:moveTo>
                  <a:lnTo>
                    <a:pt x="91579" y="133353"/>
                  </a:lnTo>
                  <a:lnTo>
                    <a:pt x="91579" y="106683"/>
                  </a:lnTo>
                  <a:close/>
                  <a:moveTo>
                    <a:pt x="55449" y="133353"/>
                  </a:moveTo>
                  <a:lnTo>
                    <a:pt x="91579" y="106683"/>
                  </a:lnTo>
                  <a:lnTo>
                    <a:pt x="55449" y="106683"/>
                  </a:lnTo>
                  <a:close/>
                  <a:moveTo>
                    <a:pt x="163841" y="133353"/>
                  </a:moveTo>
                  <a:lnTo>
                    <a:pt x="199972" y="133353"/>
                  </a:lnTo>
                  <a:lnTo>
                    <a:pt x="199972" y="106683"/>
                  </a:lnTo>
                  <a:close/>
                  <a:moveTo>
                    <a:pt x="199972" y="106683"/>
                  </a:moveTo>
                  <a:lnTo>
                    <a:pt x="199972" y="133353"/>
                  </a:lnTo>
                  <a:lnTo>
                    <a:pt x="219290" y="133353"/>
                  </a:lnTo>
                  <a:close/>
                  <a:moveTo>
                    <a:pt x="91579" y="106683"/>
                  </a:moveTo>
                  <a:lnTo>
                    <a:pt x="91579" y="80012"/>
                  </a:lnTo>
                  <a:lnTo>
                    <a:pt x="55449" y="106683"/>
                  </a:lnTo>
                  <a:close/>
                  <a:moveTo>
                    <a:pt x="91579" y="106683"/>
                  </a:moveTo>
                  <a:lnTo>
                    <a:pt x="127710" y="80012"/>
                  </a:lnTo>
                  <a:lnTo>
                    <a:pt x="91579" y="80012"/>
                  </a:lnTo>
                  <a:close/>
                  <a:moveTo>
                    <a:pt x="163841" y="106683"/>
                  </a:moveTo>
                  <a:lnTo>
                    <a:pt x="199972" y="106683"/>
                  </a:lnTo>
                  <a:lnTo>
                    <a:pt x="199972" y="80012"/>
                  </a:lnTo>
                  <a:close/>
                  <a:moveTo>
                    <a:pt x="199972" y="80012"/>
                  </a:moveTo>
                  <a:lnTo>
                    <a:pt x="199972" y="106683"/>
                  </a:lnTo>
                  <a:lnTo>
                    <a:pt x="225404" y="106683"/>
                  </a:lnTo>
                  <a:close/>
                  <a:moveTo>
                    <a:pt x="91579" y="80012"/>
                  </a:moveTo>
                  <a:lnTo>
                    <a:pt x="127710" y="80012"/>
                  </a:lnTo>
                  <a:lnTo>
                    <a:pt x="127710" y="53341"/>
                  </a:lnTo>
                  <a:close/>
                  <a:moveTo>
                    <a:pt x="91579" y="80012"/>
                  </a:moveTo>
                  <a:lnTo>
                    <a:pt x="127710" y="53341"/>
                  </a:lnTo>
                  <a:lnTo>
                    <a:pt x="91579" y="53341"/>
                  </a:lnTo>
                  <a:close/>
                  <a:moveTo>
                    <a:pt x="127710" y="80012"/>
                  </a:moveTo>
                  <a:lnTo>
                    <a:pt x="163841" y="53341"/>
                  </a:lnTo>
                  <a:lnTo>
                    <a:pt x="127710" y="53341"/>
                  </a:lnTo>
                  <a:close/>
                  <a:moveTo>
                    <a:pt x="163841" y="80012"/>
                  </a:moveTo>
                  <a:lnTo>
                    <a:pt x="199972" y="80012"/>
                  </a:lnTo>
                  <a:lnTo>
                    <a:pt x="199972" y="53341"/>
                  </a:lnTo>
                  <a:close/>
                  <a:moveTo>
                    <a:pt x="163841" y="80012"/>
                  </a:moveTo>
                  <a:lnTo>
                    <a:pt x="199972" y="53341"/>
                  </a:lnTo>
                  <a:lnTo>
                    <a:pt x="163841" y="53341"/>
                  </a:lnTo>
                  <a:close/>
                  <a:moveTo>
                    <a:pt x="199972" y="53341"/>
                  </a:moveTo>
                  <a:lnTo>
                    <a:pt x="199972" y="80012"/>
                  </a:lnTo>
                  <a:lnTo>
                    <a:pt x="236102" y="53341"/>
                  </a:lnTo>
                  <a:close/>
                  <a:moveTo>
                    <a:pt x="127710" y="53341"/>
                  </a:moveTo>
                  <a:lnTo>
                    <a:pt x="127710" y="26671"/>
                  </a:lnTo>
                  <a:lnTo>
                    <a:pt x="91579" y="53341"/>
                  </a:lnTo>
                  <a:close/>
                  <a:moveTo>
                    <a:pt x="127710" y="53341"/>
                  </a:moveTo>
                  <a:lnTo>
                    <a:pt x="163841" y="53341"/>
                  </a:lnTo>
                  <a:lnTo>
                    <a:pt x="163841" y="26671"/>
                  </a:lnTo>
                  <a:close/>
                  <a:moveTo>
                    <a:pt x="127710" y="53341"/>
                  </a:moveTo>
                  <a:lnTo>
                    <a:pt x="163841" y="26671"/>
                  </a:lnTo>
                  <a:lnTo>
                    <a:pt x="127710" y="26671"/>
                  </a:lnTo>
                  <a:close/>
                  <a:moveTo>
                    <a:pt x="163841" y="53341"/>
                  </a:moveTo>
                  <a:lnTo>
                    <a:pt x="199972" y="53341"/>
                  </a:lnTo>
                  <a:lnTo>
                    <a:pt x="199972" y="26671"/>
                  </a:lnTo>
                  <a:close/>
                  <a:moveTo>
                    <a:pt x="163841" y="53341"/>
                  </a:moveTo>
                  <a:lnTo>
                    <a:pt x="199972" y="26671"/>
                  </a:lnTo>
                  <a:lnTo>
                    <a:pt x="163841" y="26671"/>
                  </a:lnTo>
                  <a:close/>
                  <a:moveTo>
                    <a:pt x="199972" y="53341"/>
                  </a:moveTo>
                  <a:lnTo>
                    <a:pt x="236102" y="53341"/>
                  </a:lnTo>
                  <a:lnTo>
                    <a:pt x="236102" y="26671"/>
                  </a:lnTo>
                  <a:close/>
                  <a:moveTo>
                    <a:pt x="199972" y="53341"/>
                  </a:moveTo>
                  <a:lnTo>
                    <a:pt x="236102" y="26671"/>
                  </a:lnTo>
                  <a:lnTo>
                    <a:pt x="199972" y="26671"/>
                  </a:lnTo>
                  <a:close/>
                  <a:moveTo>
                    <a:pt x="163841" y="26671"/>
                  </a:moveTo>
                  <a:lnTo>
                    <a:pt x="163841" y="0"/>
                  </a:lnTo>
                  <a:lnTo>
                    <a:pt x="127710" y="26671"/>
                  </a:lnTo>
                  <a:close/>
                  <a:moveTo>
                    <a:pt x="163841" y="26671"/>
                  </a:moveTo>
                  <a:lnTo>
                    <a:pt x="199972" y="26671"/>
                  </a:lnTo>
                  <a:lnTo>
                    <a:pt x="199972" y="0"/>
                  </a:lnTo>
                  <a:close/>
                  <a:moveTo>
                    <a:pt x="163841" y="26671"/>
                  </a:moveTo>
                  <a:lnTo>
                    <a:pt x="199972" y="0"/>
                  </a:lnTo>
                  <a:lnTo>
                    <a:pt x="163841" y="0"/>
                  </a:lnTo>
                  <a:close/>
                  <a:moveTo>
                    <a:pt x="199972" y="26671"/>
                  </a:moveTo>
                  <a:lnTo>
                    <a:pt x="236102" y="26671"/>
                  </a:lnTo>
                  <a:lnTo>
                    <a:pt x="199972" y="0"/>
                  </a:lnTo>
                  <a:close/>
                </a:path>
              </a:pathLst>
            </a:custGeom>
            <a:solidFill>
              <a:srgbClr val="79C99F"/>
            </a:solidFill>
            <a:ln w="4001">
              <a:solidFill>
                <a:srgbClr val="B0E0C7"/>
              </a:solidFill>
            </a:ln>
          </p:spPr>
        </p:sp>
        <p:sp>
          <p:nvSpPr>
            <p:cNvPr id="4054" name="Match_B2__4053">
              <a:extLst>
                <a:ext uri="{FF2B5EF4-FFF2-40B4-BE49-F238E27FC236}">
                  <a16:creationId xmlns:a16="http://schemas.microsoft.com/office/drawing/2014/main" id="{B06443A4-462A-155C-7F8B-585CA0E49366}"/>
                </a:ext>
              </a:extLst>
            </p:cNvPr>
            <p:cNvSpPr>
              <a:spLocks noGrp="1"/>
            </p:cNvSpPr>
            <p:nvPr/>
          </p:nvSpPr>
          <p:spPr>
            <a:xfrm>
              <a:off x="8484799" y="4195894"/>
              <a:ext cx="144523" cy="346719"/>
            </a:xfrm>
            <a:custGeom>
              <a:avLst/>
              <a:gdLst/>
              <a:ahLst/>
              <a:cxnLst/>
              <a:rect l="0" t="0" r="0" b="0"/>
              <a:pathLst>
                <a:path w="144523" h="346719">
                  <a:moveTo>
                    <a:pt x="0" y="346719"/>
                  </a:moveTo>
                  <a:lnTo>
                    <a:pt x="36131" y="346719"/>
                  </a:lnTo>
                  <a:lnTo>
                    <a:pt x="36131" y="320048"/>
                  </a:lnTo>
                  <a:close/>
                  <a:moveTo>
                    <a:pt x="0" y="346719"/>
                  </a:moveTo>
                  <a:lnTo>
                    <a:pt x="36131" y="320048"/>
                  </a:lnTo>
                  <a:lnTo>
                    <a:pt x="0" y="320048"/>
                  </a:lnTo>
                  <a:close/>
                  <a:moveTo>
                    <a:pt x="36131" y="346719"/>
                  </a:moveTo>
                  <a:lnTo>
                    <a:pt x="72261" y="320048"/>
                  </a:lnTo>
                  <a:lnTo>
                    <a:pt x="36131" y="320048"/>
                  </a:lnTo>
                  <a:close/>
                  <a:moveTo>
                    <a:pt x="0" y="320048"/>
                  </a:moveTo>
                  <a:lnTo>
                    <a:pt x="36131" y="320048"/>
                  </a:lnTo>
                  <a:lnTo>
                    <a:pt x="36131" y="293378"/>
                  </a:lnTo>
                  <a:close/>
                  <a:moveTo>
                    <a:pt x="0" y="320048"/>
                  </a:moveTo>
                  <a:lnTo>
                    <a:pt x="36131" y="293378"/>
                  </a:lnTo>
                  <a:lnTo>
                    <a:pt x="0" y="293378"/>
                  </a:lnTo>
                  <a:close/>
                  <a:moveTo>
                    <a:pt x="36131" y="320048"/>
                  </a:moveTo>
                  <a:lnTo>
                    <a:pt x="72261" y="320048"/>
                  </a:lnTo>
                  <a:lnTo>
                    <a:pt x="72261" y="293378"/>
                  </a:lnTo>
                  <a:close/>
                  <a:moveTo>
                    <a:pt x="36131" y="320048"/>
                  </a:moveTo>
                  <a:lnTo>
                    <a:pt x="72261" y="293378"/>
                  </a:lnTo>
                  <a:lnTo>
                    <a:pt x="36131" y="293378"/>
                  </a:lnTo>
                  <a:close/>
                  <a:moveTo>
                    <a:pt x="36131" y="133353"/>
                  </a:moveTo>
                  <a:lnTo>
                    <a:pt x="72261" y="106683"/>
                  </a:lnTo>
                  <a:lnTo>
                    <a:pt x="36131" y="106683"/>
                  </a:lnTo>
                  <a:close/>
                  <a:moveTo>
                    <a:pt x="72261" y="133353"/>
                  </a:moveTo>
                  <a:lnTo>
                    <a:pt x="108392" y="106683"/>
                  </a:lnTo>
                  <a:lnTo>
                    <a:pt x="72261" y="106683"/>
                  </a:lnTo>
                  <a:close/>
                  <a:moveTo>
                    <a:pt x="36131" y="106683"/>
                  </a:moveTo>
                  <a:lnTo>
                    <a:pt x="72261" y="106683"/>
                  </a:lnTo>
                  <a:lnTo>
                    <a:pt x="72261" y="80012"/>
                  </a:lnTo>
                  <a:close/>
                  <a:moveTo>
                    <a:pt x="36131" y="106683"/>
                  </a:moveTo>
                  <a:lnTo>
                    <a:pt x="72261" y="80012"/>
                  </a:lnTo>
                  <a:lnTo>
                    <a:pt x="36131" y="80012"/>
                  </a:lnTo>
                  <a:close/>
                  <a:moveTo>
                    <a:pt x="72261" y="106683"/>
                  </a:moveTo>
                  <a:lnTo>
                    <a:pt x="108392" y="106683"/>
                  </a:lnTo>
                  <a:lnTo>
                    <a:pt x="108392" y="80012"/>
                  </a:lnTo>
                  <a:close/>
                  <a:moveTo>
                    <a:pt x="72261" y="106683"/>
                  </a:moveTo>
                  <a:lnTo>
                    <a:pt x="108392" y="80012"/>
                  </a:lnTo>
                  <a:lnTo>
                    <a:pt x="72261" y="80012"/>
                  </a:lnTo>
                  <a:close/>
                  <a:moveTo>
                    <a:pt x="36131" y="80012"/>
                  </a:moveTo>
                  <a:lnTo>
                    <a:pt x="72261" y="80012"/>
                  </a:lnTo>
                  <a:lnTo>
                    <a:pt x="72261" y="53341"/>
                  </a:lnTo>
                  <a:close/>
                  <a:moveTo>
                    <a:pt x="36131" y="80012"/>
                  </a:moveTo>
                  <a:lnTo>
                    <a:pt x="72261" y="53341"/>
                  </a:lnTo>
                  <a:lnTo>
                    <a:pt x="36131" y="53341"/>
                  </a:lnTo>
                  <a:close/>
                  <a:moveTo>
                    <a:pt x="72261" y="80012"/>
                  </a:moveTo>
                  <a:lnTo>
                    <a:pt x="108392" y="80012"/>
                  </a:lnTo>
                  <a:lnTo>
                    <a:pt x="108392" y="53341"/>
                  </a:lnTo>
                  <a:close/>
                  <a:moveTo>
                    <a:pt x="72261" y="80012"/>
                  </a:moveTo>
                  <a:lnTo>
                    <a:pt x="108392" y="53341"/>
                  </a:lnTo>
                  <a:lnTo>
                    <a:pt x="72261" y="53341"/>
                  </a:lnTo>
                  <a:close/>
                  <a:moveTo>
                    <a:pt x="108392" y="80012"/>
                  </a:moveTo>
                  <a:lnTo>
                    <a:pt x="144523" y="53341"/>
                  </a:lnTo>
                  <a:lnTo>
                    <a:pt x="108392" y="53341"/>
                  </a:lnTo>
                  <a:close/>
                  <a:moveTo>
                    <a:pt x="36131" y="53341"/>
                  </a:moveTo>
                  <a:lnTo>
                    <a:pt x="72261" y="53341"/>
                  </a:lnTo>
                  <a:lnTo>
                    <a:pt x="72261" y="26671"/>
                  </a:lnTo>
                  <a:close/>
                  <a:moveTo>
                    <a:pt x="72261" y="53341"/>
                  </a:moveTo>
                  <a:lnTo>
                    <a:pt x="108392" y="53341"/>
                  </a:lnTo>
                  <a:lnTo>
                    <a:pt x="108392" y="26671"/>
                  </a:lnTo>
                  <a:close/>
                  <a:moveTo>
                    <a:pt x="72261" y="53341"/>
                  </a:moveTo>
                  <a:lnTo>
                    <a:pt x="108392" y="26671"/>
                  </a:lnTo>
                  <a:lnTo>
                    <a:pt x="72261" y="26671"/>
                  </a:lnTo>
                  <a:close/>
                  <a:moveTo>
                    <a:pt x="108392" y="53341"/>
                  </a:moveTo>
                  <a:lnTo>
                    <a:pt x="144523" y="26671"/>
                  </a:lnTo>
                  <a:lnTo>
                    <a:pt x="108392" y="26671"/>
                  </a:lnTo>
                  <a:close/>
                  <a:moveTo>
                    <a:pt x="72261" y="26671"/>
                  </a:moveTo>
                  <a:lnTo>
                    <a:pt x="108392" y="26671"/>
                  </a:lnTo>
                  <a:lnTo>
                    <a:pt x="108392" y="0"/>
                  </a:lnTo>
                  <a:close/>
                </a:path>
              </a:pathLst>
            </a:custGeom>
            <a:solidFill>
              <a:srgbClr val="7ECBA3"/>
            </a:solidFill>
            <a:ln w="4001">
              <a:solidFill>
                <a:srgbClr val="B0E0C7"/>
              </a:solidFill>
            </a:ln>
          </p:spPr>
        </p:sp>
      </p:grpSp>
      <p:sp>
        <p:nvSpPr>
          <p:cNvPr id="4055" name="label__4054">
            <a:extLst>
              <a:ext uri="{FF2B5EF4-FFF2-40B4-BE49-F238E27FC236}">
                <a16:creationId xmlns:a16="http://schemas.microsoft.com/office/drawing/2014/main" id="{E577FCB8-707A-7159-76D0-B1E0BA737C71}"/>
              </a:ext>
            </a:extLst>
          </p:cNvPr>
          <p:cNvSpPr>
            <a:spLocks noGrp="1"/>
          </p:cNvSpPr>
          <p:nvPr/>
        </p:nvSpPr>
        <p:spPr>
          <a:xfrm>
            <a:off x="5589954" y="2571887"/>
            <a:ext cx="87965" cy="65974"/>
          </a:xfrm>
          <a:prstGeom prst="rect">
            <a:avLst/>
          </a:prstGeom>
          <a:noFill/>
          <a:ln w="0">
            <a:noFill/>
          </a:ln>
        </p:spPr>
        <p:txBody>
          <a:bodyPr wrap="none" lIns="0" tIns="0" rIns="0" bIns="0" anchor="ctr">
            <a:noAutofit/>
          </a:bodyPr>
          <a:lstStyle/>
          <a:p>
            <a:pPr algn="ctr">
              <a:defRPr sz="1275" b="0">
                <a:solidFill>
                  <a:srgbClr val="687780"/>
                </a:solidFill>
                <a:latin typeface="Arial"/>
                <a:ea typeface="Arial"/>
                <a:cs typeface="Arial"/>
              </a:defRPr>
            </a:pPr>
            <a:r>
              <a:rPr sz="442" dirty="0">
                <a:solidFill>
                  <a:srgbClr val="687780"/>
                </a:solidFill>
                <a:latin typeface="Arial"/>
                <a:ea typeface="Arial"/>
                <a:cs typeface="Arial"/>
              </a:rPr>
              <a:t>B2</a:t>
            </a:r>
          </a:p>
        </p:txBody>
      </p:sp>
      <p:grpSp>
        <p:nvGrpSpPr>
          <p:cNvPr id="6229" name="Match_B5">
            <a:extLst>
              <a:ext uri="{FF2B5EF4-FFF2-40B4-BE49-F238E27FC236}">
                <a16:creationId xmlns:a16="http://schemas.microsoft.com/office/drawing/2014/main" id="{2A963DF5-2F0F-C49C-F58E-185B7C88887D}"/>
              </a:ext>
            </a:extLst>
          </p:cNvPr>
          <p:cNvGrpSpPr/>
          <p:nvPr/>
        </p:nvGrpSpPr>
        <p:grpSpPr>
          <a:xfrm>
            <a:off x="5673796" y="2798673"/>
            <a:ext cx="101710" cy="118204"/>
            <a:chOff x="8386763" y="5014913"/>
            <a:chExt cx="352425" cy="409575"/>
          </a:xfrm>
        </p:grpSpPr>
        <p:sp>
          <p:nvSpPr>
            <p:cNvPr id="4056" name="Match_B5__4055">
              <a:extLst>
                <a:ext uri="{FF2B5EF4-FFF2-40B4-BE49-F238E27FC236}">
                  <a16:creationId xmlns:a16="http://schemas.microsoft.com/office/drawing/2014/main" id="{E00F0C09-33E8-68FA-45D9-AD06A3FF6FB5}"/>
                </a:ext>
              </a:extLst>
            </p:cNvPr>
            <p:cNvSpPr>
              <a:spLocks noGrp="1"/>
            </p:cNvSpPr>
            <p:nvPr/>
          </p:nvSpPr>
          <p:spPr>
            <a:xfrm>
              <a:off x="8386763" y="5014913"/>
              <a:ext cx="352425" cy="409575"/>
            </a:xfrm>
            <a:custGeom>
              <a:avLst/>
              <a:gdLst/>
              <a:ahLst/>
              <a:cxnLst/>
              <a:rect l="0" t="0" r="0" b="0"/>
              <a:pathLst>
                <a:path w="352425" h="409575">
                  <a:moveTo>
                    <a:pt x="52072" y="394776"/>
                  </a:moveTo>
                  <a:lnTo>
                    <a:pt x="56881" y="397322"/>
                  </a:lnTo>
                  <a:lnTo>
                    <a:pt x="56881" y="394776"/>
                  </a:lnTo>
                  <a:close/>
                  <a:moveTo>
                    <a:pt x="52072" y="394776"/>
                  </a:moveTo>
                  <a:lnTo>
                    <a:pt x="56881" y="394776"/>
                  </a:lnTo>
                  <a:lnTo>
                    <a:pt x="27609" y="378665"/>
                  </a:lnTo>
                  <a:close/>
                  <a:moveTo>
                    <a:pt x="86154" y="406499"/>
                  </a:moveTo>
                  <a:lnTo>
                    <a:pt x="86154" y="403302"/>
                  </a:lnTo>
                  <a:lnTo>
                    <a:pt x="56881" y="397322"/>
                  </a:lnTo>
                  <a:close/>
                  <a:moveTo>
                    <a:pt x="86154" y="406499"/>
                  </a:moveTo>
                  <a:lnTo>
                    <a:pt x="115427" y="409575"/>
                  </a:lnTo>
                  <a:lnTo>
                    <a:pt x="115427" y="406856"/>
                  </a:lnTo>
                  <a:close/>
                  <a:moveTo>
                    <a:pt x="115427" y="409575"/>
                  </a:moveTo>
                  <a:lnTo>
                    <a:pt x="144699" y="408563"/>
                  </a:lnTo>
                  <a:lnTo>
                    <a:pt x="144699" y="406219"/>
                  </a:lnTo>
                  <a:close/>
                  <a:moveTo>
                    <a:pt x="144699" y="408563"/>
                  </a:moveTo>
                  <a:lnTo>
                    <a:pt x="173972" y="404584"/>
                  </a:lnTo>
                  <a:lnTo>
                    <a:pt x="173972" y="402613"/>
                  </a:lnTo>
                  <a:close/>
                  <a:moveTo>
                    <a:pt x="173972" y="404584"/>
                  </a:moveTo>
                  <a:lnTo>
                    <a:pt x="203244" y="398135"/>
                  </a:lnTo>
                  <a:lnTo>
                    <a:pt x="203244" y="396559"/>
                  </a:lnTo>
                  <a:close/>
                  <a:moveTo>
                    <a:pt x="214629" y="394776"/>
                  </a:moveTo>
                  <a:lnTo>
                    <a:pt x="203244" y="396559"/>
                  </a:lnTo>
                  <a:lnTo>
                    <a:pt x="203244" y="398135"/>
                  </a:lnTo>
                  <a:close/>
                  <a:moveTo>
                    <a:pt x="214629" y="394776"/>
                  </a:moveTo>
                  <a:lnTo>
                    <a:pt x="232517" y="389966"/>
                  </a:lnTo>
                  <a:lnTo>
                    <a:pt x="232517" y="389005"/>
                  </a:lnTo>
                  <a:close/>
                  <a:moveTo>
                    <a:pt x="21787" y="367837"/>
                  </a:moveTo>
                  <a:lnTo>
                    <a:pt x="16640" y="367837"/>
                  </a:lnTo>
                  <a:lnTo>
                    <a:pt x="27609" y="378665"/>
                  </a:lnTo>
                  <a:close/>
                  <a:moveTo>
                    <a:pt x="2393" y="340899"/>
                  </a:moveTo>
                  <a:lnTo>
                    <a:pt x="16640" y="367837"/>
                  </a:lnTo>
                  <a:lnTo>
                    <a:pt x="21787" y="367837"/>
                  </a:lnTo>
                  <a:close/>
                  <a:moveTo>
                    <a:pt x="232517" y="389966"/>
                  </a:moveTo>
                  <a:lnTo>
                    <a:pt x="261790" y="378971"/>
                  </a:lnTo>
                  <a:lnTo>
                    <a:pt x="261790" y="378257"/>
                  </a:lnTo>
                  <a:close/>
                  <a:moveTo>
                    <a:pt x="281741" y="367837"/>
                  </a:moveTo>
                  <a:lnTo>
                    <a:pt x="261790" y="378257"/>
                  </a:lnTo>
                  <a:lnTo>
                    <a:pt x="261790" y="378971"/>
                  </a:lnTo>
                  <a:close/>
                  <a:moveTo>
                    <a:pt x="281741" y="367837"/>
                  </a:moveTo>
                  <a:lnTo>
                    <a:pt x="291062" y="361661"/>
                  </a:lnTo>
                  <a:lnTo>
                    <a:pt x="291062" y="361072"/>
                  </a:lnTo>
                  <a:close/>
                  <a:moveTo>
                    <a:pt x="0" y="313961"/>
                  </a:moveTo>
                  <a:lnTo>
                    <a:pt x="2393" y="340899"/>
                  </a:lnTo>
                  <a:lnTo>
                    <a:pt x="6646" y="340899"/>
                  </a:lnTo>
                  <a:close/>
                  <a:moveTo>
                    <a:pt x="313890" y="340899"/>
                  </a:moveTo>
                  <a:lnTo>
                    <a:pt x="291062" y="361072"/>
                  </a:lnTo>
                  <a:lnTo>
                    <a:pt x="291062" y="361661"/>
                  </a:lnTo>
                  <a:close/>
                  <a:moveTo>
                    <a:pt x="313890" y="340899"/>
                  </a:moveTo>
                  <a:lnTo>
                    <a:pt x="320335" y="331731"/>
                  </a:lnTo>
                  <a:lnTo>
                    <a:pt x="320335" y="330638"/>
                  </a:lnTo>
                  <a:close/>
                  <a:moveTo>
                    <a:pt x="7703" y="287022"/>
                  </a:moveTo>
                  <a:lnTo>
                    <a:pt x="0" y="313961"/>
                  </a:lnTo>
                  <a:lnTo>
                    <a:pt x="4027" y="313961"/>
                  </a:lnTo>
                  <a:close/>
                  <a:moveTo>
                    <a:pt x="331513" y="313961"/>
                  </a:moveTo>
                  <a:lnTo>
                    <a:pt x="320335" y="330638"/>
                  </a:lnTo>
                  <a:lnTo>
                    <a:pt x="320335" y="331731"/>
                  </a:lnTo>
                  <a:close/>
                  <a:moveTo>
                    <a:pt x="330623" y="313961"/>
                  </a:moveTo>
                  <a:lnTo>
                    <a:pt x="331513" y="313961"/>
                  </a:lnTo>
                  <a:lnTo>
                    <a:pt x="340829" y="287022"/>
                  </a:lnTo>
                  <a:close/>
                  <a:moveTo>
                    <a:pt x="27609" y="265806"/>
                  </a:moveTo>
                  <a:lnTo>
                    <a:pt x="27609" y="260183"/>
                  </a:lnTo>
                  <a:lnTo>
                    <a:pt x="7703" y="287022"/>
                  </a:lnTo>
                  <a:close/>
                  <a:moveTo>
                    <a:pt x="27609" y="260183"/>
                  </a:moveTo>
                  <a:lnTo>
                    <a:pt x="27609" y="265806"/>
                  </a:lnTo>
                  <a:lnTo>
                    <a:pt x="27695" y="260084"/>
                  </a:lnTo>
                  <a:close/>
                  <a:moveTo>
                    <a:pt x="339334" y="287022"/>
                  </a:moveTo>
                  <a:lnTo>
                    <a:pt x="340829" y="287022"/>
                  </a:lnTo>
                  <a:lnTo>
                    <a:pt x="345921" y="260084"/>
                  </a:lnTo>
                  <a:close/>
                  <a:moveTo>
                    <a:pt x="56881" y="238804"/>
                  </a:moveTo>
                  <a:lnTo>
                    <a:pt x="56881" y="235079"/>
                  </a:lnTo>
                  <a:lnTo>
                    <a:pt x="27695" y="260084"/>
                  </a:lnTo>
                  <a:close/>
                  <a:moveTo>
                    <a:pt x="56881" y="235079"/>
                  </a:moveTo>
                  <a:lnTo>
                    <a:pt x="56881" y="238804"/>
                  </a:lnTo>
                  <a:lnTo>
                    <a:pt x="59605" y="233146"/>
                  </a:lnTo>
                  <a:close/>
                  <a:moveTo>
                    <a:pt x="343354" y="260084"/>
                  </a:moveTo>
                  <a:lnTo>
                    <a:pt x="345921" y="260084"/>
                  </a:lnTo>
                  <a:lnTo>
                    <a:pt x="349466" y="233146"/>
                  </a:lnTo>
                  <a:close/>
                  <a:moveTo>
                    <a:pt x="86154" y="212901"/>
                  </a:moveTo>
                  <a:lnTo>
                    <a:pt x="86154" y="208870"/>
                  </a:lnTo>
                  <a:lnTo>
                    <a:pt x="59605" y="233146"/>
                  </a:lnTo>
                  <a:close/>
                  <a:moveTo>
                    <a:pt x="86154" y="208870"/>
                  </a:moveTo>
                  <a:lnTo>
                    <a:pt x="86154" y="212901"/>
                  </a:lnTo>
                  <a:lnTo>
                    <a:pt x="88914" y="206208"/>
                  </a:lnTo>
                  <a:close/>
                  <a:moveTo>
                    <a:pt x="349607" y="231669"/>
                  </a:moveTo>
                  <a:lnTo>
                    <a:pt x="349607" y="206208"/>
                  </a:lnTo>
                  <a:lnTo>
                    <a:pt x="349466" y="233146"/>
                  </a:lnTo>
                  <a:close/>
                  <a:moveTo>
                    <a:pt x="95736" y="179269"/>
                  </a:moveTo>
                  <a:lnTo>
                    <a:pt x="88914" y="206208"/>
                  </a:lnTo>
                  <a:lnTo>
                    <a:pt x="93046" y="206208"/>
                  </a:lnTo>
                  <a:close/>
                  <a:moveTo>
                    <a:pt x="349607" y="206208"/>
                  </a:moveTo>
                  <a:lnTo>
                    <a:pt x="349607" y="231669"/>
                  </a:lnTo>
                  <a:lnTo>
                    <a:pt x="352425" y="206208"/>
                  </a:lnTo>
                  <a:close/>
                  <a:moveTo>
                    <a:pt x="349607" y="179269"/>
                  </a:moveTo>
                  <a:lnTo>
                    <a:pt x="352425" y="206208"/>
                  </a:lnTo>
                  <a:lnTo>
                    <a:pt x="352353" y="179269"/>
                  </a:lnTo>
                  <a:close/>
                  <a:moveTo>
                    <a:pt x="349607" y="179269"/>
                  </a:moveTo>
                  <a:lnTo>
                    <a:pt x="349607" y="206208"/>
                  </a:lnTo>
                  <a:lnTo>
                    <a:pt x="352425" y="206208"/>
                  </a:lnTo>
                  <a:close/>
                  <a:moveTo>
                    <a:pt x="95736" y="179269"/>
                  </a:moveTo>
                  <a:lnTo>
                    <a:pt x="98587" y="179269"/>
                  </a:lnTo>
                  <a:lnTo>
                    <a:pt x="86154" y="160391"/>
                  </a:lnTo>
                  <a:close/>
                  <a:moveTo>
                    <a:pt x="349607" y="179269"/>
                  </a:moveTo>
                  <a:lnTo>
                    <a:pt x="352353" y="179269"/>
                  </a:lnTo>
                  <a:lnTo>
                    <a:pt x="349607" y="166529"/>
                  </a:lnTo>
                  <a:close/>
                  <a:moveTo>
                    <a:pt x="349607" y="179269"/>
                  </a:moveTo>
                  <a:lnTo>
                    <a:pt x="349607" y="166529"/>
                  </a:lnTo>
                  <a:lnTo>
                    <a:pt x="345275" y="179269"/>
                  </a:lnTo>
                  <a:close/>
                  <a:moveTo>
                    <a:pt x="345275" y="179269"/>
                  </a:moveTo>
                  <a:lnTo>
                    <a:pt x="349607" y="166529"/>
                  </a:lnTo>
                  <a:lnTo>
                    <a:pt x="346836" y="152331"/>
                  </a:lnTo>
                  <a:close/>
                  <a:moveTo>
                    <a:pt x="81950" y="152331"/>
                  </a:moveTo>
                  <a:lnTo>
                    <a:pt x="81916" y="152331"/>
                  </a:lnTo>
                  <a:lnTo>
                    <a:pt x="86154" y="160391"/>
                  </a:lnTo>
                  <a:close/>
                  <a:moveTo>
                    <a:pt x="59630" y="125393"/>
                  </a:moveTo>
                  <a:lnTo>
                    <a:pt x="81916" y="152331"/>
                  </a:lnTo>
                  <a:lnTo>
                    <a:pt x="81950" y="152331"/>
                  </a:lnTo>
                  <a:close/>
                  <a:moveTo>
                    <a:pt x="338887" y="152331"/>
                  </a:moveTo>
                  <a:lnTo>
                    <a:pt x="346836" y="152331"/>
                  </a:lnTo>
                  <a:lnTo>
                    <a:pt x="333328" y="125393"/>
                  </a:lnTo>
                  <a:close/>
                  <a:moveTo>
                    <a:pt x="59630" y="125393"/>
                  </a:moveTo>
                  <a:lnTo>
                    <a:pt x="57796" y="125393"/>
                  </a:lnTo>
                  <a:lnTo>
                    <a:pt x="56881" y="121199"/>
                  </a:lnTo>
                  <a:close/>
                  <a:moveTo>
                    <a:pt x="320335" y="110852"/>
                  </a:moveTo>
                  <a:lnTo>
                    <a:pt x="323538" y="125393"/>
                  </a:lnTo>
                  <a:lnTo>
                    <a:pt x="333328" y="125393"/>
                  </a:lnTo>
                  <a:close/>
                  <a:moveTo>
                    <a:pt x="320335" y="110852"/>
                  </a:moveTo>
                  <a:lnTo>
                    <a:pt x="306334" y="98454"/>
                  </a:lnTo>
                  <a:lnTo>
                    <a:pt x="295189" y="98454"/>
                  </a:lnTo>
                  <a:close/>
                  <a:moveTo>
                    <a:pt x="41634" y="98454"/>
                  </a:moveTo>
                  <a:lnTo>
                    <a:pt x="43819" y="98454"/>
                  </a:lnTo>
                  <a:lnTo>
                    <a:pt x="56881" y="121199"/>
                  </a:lnTo>
                  <a:close/>
                  <a:moveTo>
                    <a:pt x="39208" y="71516"/>
                  </a:moveTo>
                  <a:lnTo>
                    <a:pt x="43819" y="98454"/>
                  </a:lnTo>
                  <a:lnTo>
                    <a:pt x="41634" y="98454"/>
                  </a:lnTo>
                  <a:close/>
                  <a:moveTo>
                    <a:pt x="291062" y="87284"/>
                  </a:moveTo>
                  <a:lnTo>
                    <a:pt x="295189" y="98454"/>
                  </a:lnTo>
                  <a:lnTo>
                    <a:pt x="306334" y="98454"/>
                  </a:lnTo>
                  <a:close/>
                  <a:moveTo>
                    <a:pt x="264383" y="71516"/>
                  </a:moveTo>
                  <a:lnTo>
                    <a:pt x="261790" y="71516"/>
                  </a:lnTo>
                  <a:lnTo>
                    <a:pt x="291062" y="87284"/>
                  </a:lnTo>
                  <a:close/>
                  <a:moveTo>
                    <a:pt x="291062" y="87284"/>
                  </a:moveTo>
                  <a:lnTo>
                    <a:pt x="261790" y="71516"/>
                  </a:lnTo>
                  <a:lnTo>
                    <a:pt x="261790" y="75262"/>
                  </a:lnTo>
                  <a:close/>
                  <a:moveTo>
                    <a:pt x="46403" y="44578"/>
                  </a:moveTo>
                  <a:lnTo>
                    <a:pt x="39208" y="71516"/>
                  </a:lnTo>
                  <a:lnTo>
                    <a:pt x="36914" y="71516"/>
                  </a:lnTo>
                  <a:close/>
                  <a:moveTo>
                    <a:pt x="232517" y="50502"/>
                  </a:moveTo>
                  <a:lnTo>
                    <a:pt x="224304" y="44578"/>
                  </a:lnTo>
                  <a:lnTo>
                    <a:pt x="222816" y="44578"/>
                  </a:lnTo>
                  <a:close/>
                  <a:moveTo>
                    <a:pt x="261790" y="69840"/>
                  </a:moveTo>
                  <a:lnTo>
                    <a:pt x="256466" y="71516"/>
                  </a:lnTo>
                  <a:lnTo>
                    <a:pt x="261790" y="71516"/>
                  </a:lnTo>
                  <a:close/>
                  <a:moveTo>
                    <a:pt x="232517" y="50502"/>
                  </a:moveTo>
                  <a:lnTo>
                    <a:pt x="232517" y="52907"/>
                  </a:lnTo>
                  <a:lnTo>
                    <a:pt x="261790" y="69840"/>
                  </a:lnTo>
                  <a:close/>
                  <a:moveTo>
                    <a:pt x="261790" y="71516"/>
                  </a:moveTo>
                  <a:lnTo>
                    <a:pt x="264383" y="71516"/>
                  </a:lnTo>
                  <a:lnTo>
                    <a:pt x="261790" y="69840"/>
                  </a:lnTo>
                  <a:close/>
                  <a:moveTo>
                    <a:pt x="56881" y="27534"/>
                  </a:moveTo>
                  <a:lnTo>
                    <a:pt x="56881" y="30970"/>
                  </a:lnTo>
                  <a:lnTo>
                    <a:pt x="46403" y="44578"/>
                  </a:lnTo>
                  <a:close/>
                  <a:moveTo>
                    <a:pt x="56881" y="30970"/>
                  </a:moveTo>
                  <a:lnTo>
                    <a:pt x="56881" y="27534"/>
                  </a:lnTo>
                  <a:lnTo>
                    <a:pt x="71966" y="17639"/>
                  </a:lnTo>
                  <a:close/>
                  <a:moveTo>
                    <a:pt x="203244" y="29219"/>
                  </a:moveTo>
                  <a:lnTo>
                    <a:pt x="222816" y="44578"/>
                  </a:lnTo>
                  <a:lnTo>
                    <a:pt x="224304" y="44578"/>
                  </a:lnTo>
                  <a:close/>
                  <a:moveTo>
                    <a:pt x="203244" y="29219"/>
                  </a:moveTo>
                  <a:lnTo>
                    <a:pt x="183871" y="17639"/>
                  </a:lnTo>
                  <a:lnTo>
                    <a:pt x="186182" y="17639"/>
                  </a:lnTo>
                  <a:close/>
                  <a:moveTo>
                    <a:pt x="86154" y="7071"/>
                  </a:moveTo>
                  <a:lnTo>
                    <a:pt x="86154" y="9329"/>
                  </a:lnTo>
                  <a:lnTo>
                    <a:pt x="71966" y="17639"/>
                  </a:lnTo>
                  <a:close/>
                  <a:moveTo>
                    <a:pt x="115427" y="0"/>
                  </a:moveTo>
                  <a:lnTo>
                    <a:pt x="115427" y="1925"/>
                  </a:lnTo>
                  <a:lnTo>
                    <a:pt x="86154" y="9329"/>
                  </a:lnTo>
                  <a:close/>
                  <a:moveTo>
                    <a:pt x="144699" y="1293"/>
                  </a:moveTo>
                  <a:lnTo>
                    <a:pt x="144699" y="3063"/>
                  </a:lnTo>
                  <a:lnTo>
                    <a:pt x="115427" y="1925"/>
                  </a:lnTo>
                  <a:close/>
                  <a:moveTo>
                    <a:pt x="173972" y="10626"/>
                  </a:moveTo>
                  <a:lnTo>
                    <a:pt x="173972" y="12194"/>
                  </a:lnTo>
                  <a:lnTo>
                    <a:pt x="144699" y="3063"/>
                  </a:lnTo>
                  <a:close/>
                  <a:moveTo>
                    <a:pt x="173972" y="12194"/>
                  </a:moveTo>
                  <a:lnTo>
                    <a:pt x="186182" y="17639"/>
                  </a:lnTo>
                  <a:lnTo>
                    <a:pt x="183871" y="17639"/>
                  </a:lnTo>
                  <a:close/>
                </a:path>
              </a:pathLst>
            </a:custGeom>
            <a:solidFill>
              <a:srgbClr val="5F6873"/>
            </a:solidFill>
            <a:ln w="4001">
              <a:solidFill>
                <a:srgbClr val="B6BABF"/>
              </a:solidFill>
            </a:ln>
          </p:spPr>
        </p:sp>
        <p:sp>
          <p:nvSpPr>
            <p:cNvPr id="4057" name="Match_B5__4056">
              <a:extLst>
                <a:ext uri="{FF2B5EF4-FFF2-40B4-BE49-F238E27FC236}">
                  <a16:creationId xmlns:a16="http://schemas.microsoft.com/office/drawing/2014/main" id="{02E7DAA7-D4A1-714F-F67D-FCDFB11079B5}"/>
                </a:ext>
              </a:extLst>
            </p:cNvPr>
            <p:cNvSpPr>
              <a:spLocks noGrp="1"/>
            </p:cNvSpPr>
            <p:nvPr/>
          </p:nvSpPr>
          <p:spPr>
            <a:xfrm>
              <a:off x="8386763" y="5014913"/>
              <a:ext cx="349607" cy="409575"/>
            </a:xfrm>
            <a:custGeom>
              <a:avLst/>
              <a:gdLst/>
              <a:ahLst/>
              <a:cxnLst/>
              <a:rect l="0" t="0" r="0" b="0"/>
              <a:pathLst>
                <a:path w="349607" h="409575">
                  <a:moveTo>
                    <a:pt x="27609" y="378665"/>
                  </a:moveTo>
                  <a:lnTo>
                    <a:pt x="56881" y="394776"/>
                  </a:lnTo>
                  <a:lnTo>
                    <a:pt x="56881" y="393437"/>
                  </a:lnTo>
                  <a:close/>
                  <a:moveTo>
                    <a:pt x="27609" y="378665"/>
                  </a:moveTo>
                  <a:lnTo>
                    <a:pt x="56881" y="393437"/>
                  </a:lnTo>
                  <a:lnTo>
                    <a:pt x="27609" y="373596"/>
                  </a:lnTo>
                  <a:close/>
                  <a:moveTo>
                    <a:pt x="56881" y="397322"/>
                  </a:moveTo>
                  <a:lnTo>
                    <a:pt x="60490" y="394776"/>
                  </a:lnTo>
                  <a:lnTo>
                    <a:pt x="56881" y="394776"/>
                  </a:lnTo>
                  <a:close/>
                  <a:moveTo>
                    <a:pt x="86154" y="403302"/>
                  </a:moveTo>
                  <a:lnTo>
                    <a:pt x="60490" y="394776"/>
                  </a:lnTo>
                  <a:lnTo>
                    <a:pt x="56881" y="397322"/>
                  </a:lnTo>
                  <a:close/>
                  <a:moveTo>
                    <a:pt x="56881" y="394776"/>
                  </a:moveTo>
                  <a:lnTo>
                    <a:pt x="60490" y="394776"/>
                  </a:lnTo>
                  <a:lnTo>
                    <a:pt x="56881" y="393437"/>
                  </a:lnTo>
                  <a:close/>
                  <a:moveTo>
                    <a:pt x="86154" y="403302"/>
                  </a:moveTo>
                  <a:lnTo>
                    <a:pt x="86154" y="406499"/>
                  </a:lnTo>
                  <a:lnTo>
                    <a:pt x="115427" y="406856"/>
                  </a:lnTo>
                  <a:close/>
                  <a:moveTo>
                    <a:pt x="115427" y="406856"/>
                  </a:moveTo>
                  <a:lnTo>
                    <a:pt x="115427" y="409575"/>
                  </a:lnTo>
                  <a:lnTo>
                    <a:pt x="144699" y="406219"/>
                  </a:lnTo>
                  <a:close/>
                  <a:moveTo>
                    <a:pt x="144699" y="406219"/>
                  </a:moveTo>
                  <a:lnTo>
                    <a:pt x="144699" y="408563"/>
                  </a:lnTo>
                  <a:lnTo>
                    <a:pt x="173972" y="402613"/>
                  </a:lnTo>
                  <a:close/>
                  <a:moveTo>
                    <a:pt x="173972" y="402613"/>
                  </a:moveTo>
                  <a:lnTo>
                    <a:pt x="173972" y="404584"/>
                  </a:lnTo>
                  <a:lnTo>
                    <a:pt x="203244" y="396559"/>
                  </a:lnTo>
                  <a:close/>
                  <a:moveTo>
                    <a:pt x="214629" y="394776"/>
                  </a:moveTo>
                  <a:lnTo>
                    <a:pt x="209632" y="394776"/>
                  </a:lnTo>
                  <a:lnTo>
                    <a:pt x="203244" y="396559"/>
                  </a:lnTo>
                  <a:close/>
                  <a:moveTo>
                    <a:pt x="209632" y="394776"/>
                  </a:moveTo>
                  <a:lnTo>
                    <a:pt x="214629" y="394776"/>
                  </a:lnTo>
                  <a:lnTo>
                    <a:pt x="232517" y="389005"/>
                  </a:lnTo>
                  <a:close/>
                  <a:moveTo>
                    <a:pt x="21787" y="367837"/>
                  </a:moveTo>
                  <a:lnTo>
                    <a:pt x="27609" y="378665"/>
                  </a:lnTo>
                  <a:lnTo>
                    <a:pt x="27609" y="373596"/>
                  </a:lnTo>
                  <a:close/>
                  <a:moveTo>
                    <a:pt x="2393" y="340899"/>
                  </a:moveTo>
                  <a:lnTo>
                    <a:pt x="21787" y="367837"/>
                  </a:lnTo>
                  <a:lnTo>
                    <a:pt x="6646" y="340899"/>
                  </a:lnTo>
                  <a:close/>
                  <a:moveTo>
                    <a:pt x="232517" y="389005"/>
                  </a:moveTo>
                  <a:lnTo>
                    <a:pt x="232517" y="389966"/>
                  </a:lnTo>
                  <a:lnTo>
                    <a:pt x="261790" y="378257"/>
                  </a:lnTo>
                  <a:close/>
                  <a:moveTo>
                    <a:pt x="281741" y="367837"/>
                  </a:moveTo>
                  <a:lnTo>
                    <a:pt x="280731" y="367837"/>
                  </a:lnTo>
                  <a:lnTo>
                    <a:pt x="261790" y="378257"/>
                  </a:lnTo>
                  <a:close/>
                  <a:moveTo>
                    <a:pt x="280731" y="367837"/>
                  </a:moveTo>
                  <a:lnTo>
                    <a:pt x="281741" y="367837"/>
                  </a:lnTo>
                  <a:lnTo>
                    <a:pt x="291062" y="361072"/>
                  </a:lnTo>
                  <a:close/>
                  <a:moveTo>
                    <a:pt x="0" y="313961"/>
                  </a:moveTo>
                  <a:lnTo>
                    <a:pt x="6646" y="340899"/>
                  </a:lnTo>
                  <a:lnTo>
                    <a:pt x="4027" y="313961"/>
                  </a:lnTo>
                  <a:close/>
                  <a:moveTo>
                    <a:pt x="313890" y="340899"/>
                  </a:moveTo>
                  <a:lnTo>
                    <a:pt x="313260" y="340899"/>
                  </a:lnTo>
                  <a:lnTo>
                    <a:pt x="291062" y="361072"/>
                  </a:lnTo>
                  <a:close/>
                  <a:moveTo>
                    <a:pt x="313260" y="340899"/>
                  </a:moveTo>
                  <a:lnTo>
                    <a:pt x="313890" y="340899"/>
                  </a:lnTo>
                  <a:lnTo>
                    <a:pt x="320335" y="330638"/>
                  </a:lnTo>
                  <a:close/>
                  <a:moveTo>
                    <a:pt x="7703" y="287022"/>
                  </a:moveTo>
                  <a:lnTo>
                    <a:pt x="4027" y="313961"/>
                  </a:lnTo>
                  <a:lnTo>
                    <a:pt x="12024" y="287022"/>
                  </a:lnTo>
                  <a:close/>
                  <a:moveTo>
                    <a:pt x="331513" y="313961"/>
                  </a:moveTo>
                  <a:lnTo>
                    <a:pt x="330623" y="313961"/>
                  </a:lnTo>
                  <a:lnTo>
                    <a:pt x="320335" y="330638"/>
                  </a:lnTo>
                  <a:close/>
                  <a:moveTo>
                    <a:pt x="339334" y="287022"/>
                  </a:moveTo>
                  <a:lnTo>
                    <a:pt x="330623" y="313961"/>
                  </a:lnTo>
                  <a:lnTo>
                    <a:pt x="340829" y="287022"/>
                  </a:lnTo>
                  <a:close/>
                  <a:moveTo>
                    <a:pt x="27609" y="265806"/>
                  </a:moveTo>
                  <a:lnTo>
                    <a:pt x="7703" y="287022"/>
                  </a:lnTo>
                  <a:lnTo>
                    <a:pt x="12024" y="287022"/>
                  </a:lnTo>
                  <a:close/>
                  <a:moveTo>
                    <a:pt x="27609" y="265806"/>
                  </a:moveTo>
                  <a:lnTo>
                    <a:pt x="32490" y="260084"/>
                  </a:lnTo>
                  <a:lnTo>
                    <a:pt x="27695" y="260084"/>
                  </a:lnTo>
                  <a:close/>
                  <a:moveTo>
                    <a:pt x="343354" y="260084"/>
                  </a:moveTo>
                  <a:lnTo>
                    <a:pt x="339334" y="287022"/>
                  </a:lnTo>
                  <a:lnTo>
                    <a:pt x="345921" y="260084"/>
                  </a:lnTo>
                  <a:close/>
                  <a:moveTo>
                    <a:pt x="56881" y="238804"/>
                  </a:moveTo>
                  <a:lnTo>
                    <a:pt x="27695" y="260084"/>
                  </a:lnTo>
                  <a:lnTo>
                    <a:pt x="32490" y="260084"/>
                  </a:lnTo>
                  <a:close/>
                  <a:moveTo>
                    <a:pt x="56881" y="238804"/>
                  </a:moveTo>
                  <a:lnTo>
                    <a:pt x="64677" y="233146"/>
                  </a:lnTo>
                  <a:lnTo>
                    <a:pt x="59605" y="233146"/>
                  </a:lnTo>
                  <a:close/>
                  <a:moveTo>
                    <a:pt x="345475" y="233146"/>
                  </a:moveTo>
                  <a:lnTo>
                    <a:pt x="343354" y="260084"/>
                  </a:lnTo>
                  <a:lnTo>
                    <a:pt x="349466" y="233146"/>
                  </a:lnTo>
                  <a:close/>
                  <a:moveTo>
                    <a:pt x="86154" y="212901"/>
                  </a:moveTo>
                  <a:lnTo>
                    <a:pt x="59605" y="233146"/>
                  </a:lnTo>
                  <a:lnTo>
                    <a:pt x="64677" y="233146"/>
                  </a:lnTo>
                  <a:close/>
                  <a:moveTo>
                    <a:pt x="86154" y="212901"/>
                  </a:moveTo>
                  <a:lnTo>
                    <a:pt x="93046" y="206208"/>
                  </a:lnTo>
                  <a:lnTo>
                    <a:pt x="88914" y="206208"/>
                  </a:lnTo>
                  <a:close/>
                  <a:moveTo>
                    <a:pt x="349466" y="233146"/>
                  </a:moveTo>
                  <a:lnTo>
                    <a:pt x="349607" y="206208"/>
                  </a:lnTo>
                  <a:lnTo>
                    <a:pt x="346559" y="206208"/>
                  </a:lnTo>
                  <a:close/>
                  <a:moveTo>
                    <a:pt x="349466" y="233146"/>
                  </a:moveTo>
                  <a:lnTo>
                    <a:pt x="346559" y="206208"/>
                  </a:lnTo>
                  <a:lnTo>
                    <a:pt x="345475" y="233146"/>
                  </a:lnTo>
                  <a:close/>
                  <a:moveTo>
                    <a:pt x="95736" y="179269"/>
                  </a:moveTo>
                  <a:lnTo>
                    <a:pt x="93046" y="206208"/>
                  </a:lnTo>
                  <a:lnTo>
                    <a:pt x="98587" y="179269"/>
                  </a:lnTo>
                  <a:close/>
                  <a:moveTo>
                    <a:pt x="349607" y="206208"/>
                  </a:moveTo>
                  <a:lnTo>
                    <a:pt x="349607" y="179269"/>
                  </a:lnTo>
                  <a:lnTo>
                    <a:pt x="346559" y="206208"/>
                  </a:lnTo>
                  <a:close/>
                  <a:moveTo>
                    <a:pt x="349607" y="179269"/>
                  </a:moveTo>
                  <a:lnTo>
                    <a:pt x="345275" y="179269"/>
                  </a:lnTo>
                  <a:lnTo>
                    <a:pt x="346559" y="206208"/>
                  </a:lnTo>
                  <a:close/>
                  <a:moveTo>
                    <a:pt x="98587" y="179269"/>
                  </a:moveTo>
                  <a:lnTo>
                    <a:pt x="86154" y="159205"/>
                  </a:lnTo>
                  <a:lnTo>
                    <a:pt x="86154" y="160391"/>
                  </a:lnTo>
                  <a:close/>
                  <a:moveTo>
                    <a:pt x="345275" y="179269"/>
                  </a:moveTo>
                  <a:lnTo>
                    <a:pt x="346836" y="152331"/>
                  </a:lnTo>
                  <a:lnTo>
                    <a:pt x="338887" y="152331"/>
                  </a:lnTo>
                  <a:close/>
                  <a:moveTo>
                    <a:pt x="81950" y="152331"/>
                  </a:moveTo>
                  <a:lnTo>
                    <a:pt x="86154" y="160391"/>
                  </a:lnTo>
                  <a:lnTo>
                    <a:pt x="86154" y="159205"/>
                  </a:lnTo>
                  <a:close/>
                  <a:moveTo>
                    <a:pt x="59630" y="125393"/>
                  </a:moveTo>
                  <a:lnTo>
                    <a:pt x="81950" y="152331"/>
                  </a:lnTo>
                  <a:lnTo>
                    <a:pt x="57796" y="125393"/>
                  </a:lnTo>
                  <a:close/>
                  <a:moveTo>
                    <a:pt x="323538" y="125393"/>
                  </a:moveTo>
                  <a:lnTo>
                    <a:pt x="338887" y="152331"/>
                  </a:lnTo>
                  <a:lnTo>
                    <a:pt x="333328" y="125393"/>
                  </a:lnTo>
                  <a:close/>
                  <a:moveTo>
                    <a:pt x="57796" y="125393"/>
                  </a:moveTo>
                  <a:lnTo>
                    <a:pt x="56881" y="124086"/>
                  </a:lnTo>
                  <a:lnTo>
                    <a:pt x="56881" y="121199"/>
                  </a:lnTo>
                  <a:close/>
                  <a:moveTo>
                    <a:pt x="320335" y="110852"/>
                  </a:moveTo>
                  <a:lnTo>
                    <a:pt x="320335" y="121765"/>
                  </a:lnTo>
                  <a:lnTo>
                    <a:pt x="323538" y="125393"/>
                  </a:lnTo>
                  <a:close/>
                  <a:moveTo>
                    <a:pt x="320335" y="121765"/>
                  </a:moveTo>
                  <a:lnTo>
                    <a:pt x="320335" y="110852"/>
                  </a:lnTo>
                  <a:lnTo>
                    <a:pt x="295189" y="98454"/>
                  </a:lnTo>
                  <a:close/>
                  <a:moveTo>
                    <a:pt x="41634" y="98454"/>
                  </a:moveTo>
                  <a:lnTo>
                    <a:pt x="56881" y="121199"/>
                  </a:lnTo>
                  <a:lnTo>
                    <a:pt x="56881" y="124086"/>
                  </a:lnTo>
                  <a:close/>
                  <a:moveTo>
                    <a:pt x="39208" y="71516"/>
                  </a:moveTo>
                  <a:lnTo>
                    <a:pt x="41634" y="98454"/>
                  </a:lnTo>
                  <a:lnTo>
                    <a:pt x="36914" y="71516"/>
                  </a:lnTo>
                  <a:close/>
                  <a:moveTo>
                    <a:pt x="291062" y="87284"/>
                  </a:moveTo>
                  <a:lnTo>
                    <a:pt x="291062" y="95264"/>
                  </a:lnTo>
                  <a:lnTo>
                    <a:pt x="295189" y="98454"/>
                  </a:lnTo>
                  <a:close/>
                  <a:moveTo>
                    <a:pt x="291062" y="87284"/>
                  </a:moveTo>
                  <a:lnTo>
                    <a:pt x="261790" y="75262"/>
                  </a:lnTo>
                  <a:lnTo>
                    <a:pt x="291062" y="95264"/>
                  </a:lnTo>
                  <a:close/>
                  <a:moveTo>
                    <a:pt x="46403" y="44578"/>
                  </a:moveTo>
                  <a:lnTo>
                    <a:pt x="36914" y="71516"/>
                  </a:lnTo>
                  <a:lnTo>
                    <a:pt x="43772" y="44578"/>
                  </a:lnTo>
                  <a:close/>
                  <a:moveTo>
                    <a:pt x="232517" y="52907"/>
                  </a:moveTo>
                  <a:lnTo>
                    <a:pt x="232517" y="50502"/>
                  </a:lnTo>
                  <a:lnTo>
                    <a:pt x="222816" y="44578"/>
                  </a:lnTo>
                  <a:close/>
                  <a:moveTo>
                    <a:pt x="232517" y="52907"/>
                  </a:moveTo>
                  <a:lnTo>
                    <a:pt x="256466" y="71516"/>
                  </a:lnTo>
                  <a:lnTo>
                    <a:pt x="261790" y="69840"/>
                  </a:lnTo>
                  <a:close/>
                  <a:moveTo>
                    <a:pt x="261790" y="75262"/>
                  </a:moveTo>
                  <a:lnTo>
                    <a:pt x="261790" y="71516"/>
                  </a:lnTo>
                  <a:lnTo>
                    <a:pt x="256466" y="71516"/>
                  </a:lnTo>
                  <a:close/>
                  <a:moveTo>
                    <a:pt x="56881" y="27534"/>
                  </a:moveTo>
                  <a:lnTo>
                    <a:pt x="46403" y="44578"/>
                  </a:lnTo>
                  <a:lnTo>
                    <a:pt x="43772" y="44578"/>
                  </a:lnTo>
                  <a:close/>
                  <a:moveTo>
                    <a:pt x="56881" y="27534"/>
                  </a:moveTo>
                  <a:lnTo>
                    <a:pt x="68082" y="17639"/>
                  </a:lnTo>
                  <a:lnTo>
                    <a:pt x="71966" y="17639"/>
                  </a:lnTo>
                  <a:close/>
                  <a:moveTo>
                    <a:pt x="203244" y="29219"/>
                  </a:moveTo>
                  <a:lnTo>
                    <a:pt x="203244" y="28817"/>
                  </a:lnTo>
                  <a:lnTo>
                    <a:pt x="222816" y="44578"/>
                  </a:lnTo>
                  <a:close/>
                  <a:moveTo>
                    <a:pt x="203244" y="28817"/>
                  </a:moveTo>
                  <a:lnTo>
                    <a:pt x="203244" y="29219"/>
                  </a:lnTo>
                  <a:lnTo>
                    <a:pt x="186182" y="17639"/>
                  </a:lnTo>
                  <a:close/>
                  <a:moveTo>
                    <a:pt x="86154" y="7071"/>
                  </a:moveTo>
                  <a:lnTo>
                    <a:pt x="71966" y="17639"/>
                  </a:lnTo>
                  <a:lnTo>
                    <a:pt x="68082" y="17639"/>
                  </a:lnTo>
                  <a:close/>
                  <a:moveTo>
                    <a:pt x="115427" y="0"/>
                  </a:moveTo>
                  <a:lnTo>
                    <a:pt x="86154" y="9329"/>
                  </a:lnTo>
                  <a:lnTo>
                    <a:pt x="86154" y="7071"/>
                  </a:lnTo>
                  <a:close/>
                  <a:moveTo>
                    <a:pt x="144699" y="1293"/>
                  </a:moveTo>
                  <a:lnTo>
                    <a:pt x="115427" y="1925"/>
                  </a:lnTo>
                  <a:lnTo>
                    <a:pt x="115427" y="0"/>
                  </a:lnTo>
                  <a:close/>
                  <a:moveTo>
                    <a:pt x="173972" y="10626"/>
                  </a:moveTo>
                  <a:lnTo>
                    <a:pt x="144699" y="3063"/>
                  </a:lnTo>
                  <a:lnTo>
                    <a:pt x="144699" y="1293"/>
                  </a:lnTo>
                  <a:close/>
                  <a:moveTo>
                    <a:pt x="173972" y="12194"/>
                  </a:moveTo>
                  <a:lnTo>
                    <a:pt x="173972" y="10626"/>
                  </a:lnTo>
                  <a:lnTo>
                    <a:pt x="186182" y="17639"/>
                  </a:lnTo>
                  <a:close/>
                </a:path>
              </a:pathLst>
            </a:custGeom>
            <a:solidFill>
              <a:srgbClr val="646C77"/>
            </a:solidFill>
            <a:ln w="4001">
              <a:solidFill>
                <a:srgbClr val="B6BABF"/>
              </a:solidFill>
            </a:ln>
          </p:spPr>
        </p:sp>
        <p:sp>
          <p:nvSpPr>
            <p:cNvPr id="4058" name="Match_B5__4057">
              <a:extLst>
                <a:ext uri="{FF2B5EF4-FFF2-40B4-BE49-F238E27FC236}">
                  <a16:creationId xmlns:a16="http://schemas.microsoft.com/office/drawing/2014/main" id="{19ECC3A0-214B-0D76-A6CA-D397AF561FAC}"/>
                </a:ext>
              </a:extLst>
            </p:cNvPr>
            <p:cNvSpPr>
              <a:spLocks noGrp="1"/>
            </p:cNvSpPr>
            <p:nvPr/>
          </p:nvSpPr>
          <p:spPr>
            <a:xfrm>
              <a:off x="8390789" y="5014913"/>
              <a:ext cx="342532" cy="406856"/>
            </a:xfrm>
            <a:custGeom>
              <a:avLst/>
              <a:gdLst/>
              <a:ahLst/>
              <a:cxnLst/>
              <a:rect l="0" t="0" r="0" b="0"/>
              <a:pathLst>
                <a:path w="342532" h="406856">
                  <a:moveTo>
                    <a:pt x="56463" y="394776"/>
                  </a:moveTo>
                  <a:lnTo>
                    <a:pt x="82127" y="403302"/>
                  </a:lnTo>
                  <a:lnTo>
                    <a:pt x="82127" y="394776"/>
                  </a:lnTo>
                  <a:close/>
                  <a:moveTo>
                    <a:pt x="56463" y="394776"/>
                  </a:moveTo>
                  <a:lnTo>
                    <a:pt x="82127" y="394776"/>
                  </a:lnTo>
                  <a:lnTo>
                    <a:pt x="52855" y="393437"/>
                  </a:lnTo>
                  <a:close/>
                  <a:moveTo>
                    <a:pt x="111400" y="406856"/>
                  </a:moveTo>
                  <a:lnTo>
                    <a:pt x="111400" y="396413"/>
                  </a:lnTo>
                  <a:lnTo>
                    <a:pt x="82127" y="403302"/>
                  </a:lnTo>
                  <a:close/>
                  <a:moveTo>
                    <a:pt x="111400" y="406856"/>
                  </a:moveTo>
                  <a:lnTo>
                    <a:pt x="140672" y="406219"/>
                  </a:lnTo>
                  <a:lnTo>
                    <a:pt x="140672" y="396415"/>
                  </a:lnTo>
                  <a:close/>
                  <a:moveTo>
                    <a:pt x="140672" y="406219"/>
                  </a:moveTo>
                  <a:lnTo>
                    <a:pt x="169945" y="402613"/>
                  </a:lnTo>
                  <a:lnTo>
                    <a:pt x="140672" y="396415"/>
                  </a:lnTo>
                  <a:close/>
                  <a:moveTo>
                    <a:pt x="199218" y="394776"/>
                  </a:moveTo>
                  <a:lnTo>
                    <a:pt x="169945" y="402613"/>
                  </a:lnTo>
                  <a:lnTo>
                    <a:pt x="199218" y="396559"/>
                  </a:lnTo>
                  <a:close/>
                  <a:moveTo>
                    <a:pt x="199218" y="394776"/>
                  </a:moveTo>
                  <a:lnTo>
                    <a:pt x="169945" y="394776"/>
                  </a:lnTo>
                  <a:lnTo>
                    <a:pt x="169945" y="402613"/>
                  </a:lnTo>
                  <a:close/>
                  <a:moveTo>
                    <a:pt x="199218" y="394776"/>
                  </a:moveTo>
                  <a:lnTo>
                    <a:pt x="199218" y="396559"/>
                  </a:lnTo>
                  <a:lnTo>
                    <a:pt x="205605" y="394776"/>
                  </a:lnTo>
                  <a:close/>
                  <a:moveTo>
                    <a:pt x="199218" y="388403"/>
                  </a:moveTo>
                  <a:lnTo>
                    <a:pt x="205605" y="394776"/>
                  </a:lnTo>
                  <a:lnTo>
                    <a:pt x="228490" y="389005"/>
                  </a:lnTo>
                  <a:close/>
                  <a:moveTo>
                    <a:pt x="17760" y="367837"/>
                  </a:moveTo>
                  <a:lnTo>
                    <a:pt x="23582" y="373596"/>
                  </a:lnTo>
                  <a:lnTo>
                    <a:pt x="23582" y="367837"/>
                  </a:lnTo>
                  <a:close/>
                  <a:moveTo>
                    <a:pt x="2620" y="340899"/>
                  </a:moveTo>
                  <a:lnTo>
                    <a:pt x="17760" y="367837"/>
                  </a:lnTo>
                  <a:lnTo>
                    <a:pt x="17340" y="340899"/>
                  </a:lnTo>
                  <a:close/>
                  <a:moveTo>
                    <a:pt x="52855" y="393437"/>
                  </a:moveTo>
                  <a:lnTo>
                    <a:pt x="52855" y="380092"/>
                  </a:lnTo>
                  <a:lnTo>
                    <a:pt x="23582" y="373596"/>
                  </a:lnTo>
                  <a:close/>
                  <a:moveTo>
                    <a:pt x="228490" y="389005"/>
                  </a:moveTo>
                  <a:lnTo>
                    <a:pt x="257763" y="378257"/>
                  </a:lnTo>
                  <a:lnTo>
                    <a:pt x="257763" y="369541"/>
                  </a:lnTo>
                  <a:close/>
                  <a:moveTo>
                    <a:pt x="276704" y="367837"/>
                  </a:moveTo>
                  <a:lnTo>
                    <a:pt x="257763" y="369541"/>
                  </a:lnTo>
                  <a:lnTo>
                    <a:pt x="257763" y="378257"/>
                  </a:lnTo>
                  <a:close/>
                  <a:moveTo>
                    <a:pt x="276704" y="367837"/>
                  </a:moveTo>
                  <a:lnTo>
                    <a:pt x="287035" y="361072"/>
                  </a:lnTo>
                  <a:lnTo>
                    <a:pt x="287035" y="350976"/>
                  </a:lnTo>
                  <a:close/>
                  <a:moveTo>
                    <a:pt x="0" y="313961"/>
                  </a:moveTo>
                  <a:lnTo>
                    <a:pt x="2620" y="340899"/>
                  </a:lnTo>
                  <a:lnTo>
                    <a:pt x="17340" y="340899"/>
                  </a:lnTo>
                  <a:close/>
                  <a:moveTo>
                    <a:pt x="309233" y="340899"/>
                  </a:moveTo>
                  <a:lnTo>
                    <a:pt x="287035" y="350976"/>
                  </a:lnTo>
                  <a:lnTo>
                    <a:pt x="287035" y="361072"/>
                  </a:lnTo>
                  <a:close/>
                  <a:moveTo>
                    <a:pt x="309233" y="340899"/>
                  </a:moveTo>
                  <a:lnTo>
                    <a:pt x="316308" y="330638"/>
                  </a:lnTo>
                  <a:lnTo>
                    <a:pt x="316308" y="314016"/>
                  </a:lnTo>
                  <a:close/>
                  <a:moveTo>
                    <a:pt x="7997" y="287022"/>
                  </a:moveTo>
                  <a:lnTo>
                    <a:pt x="0" y="313961"/>
                  </a:lnTo>
                  <a:lnTo>
                    <a:pt x="13953" y="313961"/>
                  </a:lnTo>
                  <a:close/>
                  <a:moveTo>
                    <a:pt x="326596" y="313961"/>
                  </a:moveTo>
                  <a:lnTo>
                    <a:pt x="316308" y="314016"/>
                  </a:lnTo>
                  <a:lnTo>
                    <a:pt x="316308" y="330638"/>
                  </a:lnTo>
                  <a:close/>
                  <a:moveTo>
                    <a:pt x="316341" y="313961"/>
                  </a:moveTo>
                  <a:lnTo>
                    <a:pt x="326596" y="313961"/>
                  </a:lnTo>
                  <a:lnTo>
                    <a:pt x="335307" y="287022"/>
                  </a:lnTo>
                  <a:close/>
                  <a:moveTo>
                    <a:pt x="23582" y="286427"/>
                  </a:moveTo>
                  <a:lnTo>
                    <a:pt x="23582" y="265806"/>
                  </a:lnTo>
                  <a:lnTo>
                    <a:pt x="7997" y="287022"/>
                  </a:lnTo>
                  <a:close/>
                  <a:moveTo>
                    <a:pt x="23582" y="265806"/>
                  </a:moveTo>
                  <a:lnTo>
                    <a:pt x="23582" y="286427"/>
                  </a:lnTo>
                  <a:lnTo>
                    <a:pt x="28464" y="260084"/>
                  </a:lnTo>
                  <a:close/>
                  <a:moveTo>
                    <a:pt x="325286" y="287022"/>
                  </a:moveTo>
                  <a:lnTo>
                    <a:pt x="335307" y="287022"/>
                  </a:lnTo>
                  <a:lnTo>
                    <a:pt x="339327" y="260084"/>
                  </a:lnTo>
                  <a:close/>
                  <a:moveTo>
                    <a:pt x="52855" y="253606"/>
                  </a:moveTo>
                  <a:lnTo>
                    <a:pt x="52855" y="238804"/>
                  </a:lnTo>
                  <a:lnTo>
                    <a:pt x="28464" y="260084"/>
                  </a:lnTo>
                  <a:close/>
                  <a:moveTo>
                    <a:pt x="52855" y="238804"/>
                  </a:moveTo>
                  <a:lnTo>
                    <a:pt x="52855" y="253606"/>
                  </a:lnTo>
                  <a:lnTo>
                    <a:pt x="60650" y="233146"/>
                  </a:lnTo>
                  <a:close/>
                  <a:moveTo>
                    <a:pt x="328307" y="260084"/>
                  </a:moveTo>
                  <a:lnTo>
                    <a:pt x="339327" y="260084"/>
                  </a:lnTo>
                  <a:lnTo>
                    <a:pt x="341448" y="233146"/>
                  </a:lnTo>
                  <a:close/>
                  <a:moveTo>
                    <a:pt x="82127" y="231428"/>
                  </a:moveTo>
                  <a:lnTo>
                    <a:pt x="82127" y="212901"/>
                  </a:lnTo>
                  <a:lnTo>
                    <a:pt x="60650" y="233146"/>
                  </a:lnTo>
                  <a:close/>
                  <a:moveTo>
                    <a:pt x="82127" y="212901"/>
                  </a:moveTo>
                  <a:lnTo>
                    <a:pt x="82127" y="231428"/>
                  </a:lnTo>
                  <a:lnTo>
                    <a:pt x="89020" y="206208"/>
                  </a:lnTo>
                  <a:close/>
                  <a:moveTo>
                    <a:pt x="328570" y="233146"/>
                  </a:moveTo>
                  <a:lnTo>
                    <a:pt x="341448" y="233146"/>
                  </a:lnTo>
                  <a:lnTo>
                    <a:pt x="342532" y="206208"/>
                  </a:lnTo>
                  <a:close/>
                  <a:moveTo>
                    <a:pt x="89020" y="206208"/>
                  </a:moveTo>
                  <a:lnTo>
                    <a:pt x="108107" y="206208"/>
                  </a:lnTo>
                  <a:lnTo>
                    <a:pt x="94560" y="179269"/>
                  </a:lnTo>
                  <a:close/>
                  <a:moveTo>
                    <a:pt x="327485" y="206208"/>
                  </a:moveTo>
                  <a:lnTo>
                    <a:pt x="342532" y="206208"/>
                  </a:lnTo>
                  <a:lnTo>
                    <a:pt x="341248" y="179269"/>
                  </a:lnTo>
                  <a:close/>
                  <a:moveTo>
                    <a:pt x="82127" y="159205"/>
                  </a:moveTo>
                  <a:lnTo>
                    <a:pt x="94560" y="179269"/>
                  </a:lnTo>
                  <a:lnTo>
                    <a:pt x="93501" y="152331"/>
                  </a:lnTo>
                  <a:close/>
                  <a:moveTo>
                    <a:pt x="341248" y="179269"/>
                  </a:moveTo>
                  <a:lnTo>
                    <a:pt x="334860" y="152331"/>
                  </a:lnTo>
                  <a:lnTo>
                    <a:pt x="323954" y="179269"/>
                  </a:lnTo>
                  <a:close/>
                  <a:moveTo>
                    <a:pt x="77924" y="152331"/>
                  </a:moveTo>
                  <a:lnTo>
                    <a:pt x="82127" y="159205"/>
                  </a:lnTo>
                  <a:lnTo>
                    <a:pt x="82127" y="152331"/>
                  </a:lnTo>
                  <a:close/>
                  <a:moveTo>
                    <a:pt x="53769" y="125393"/>
                  </a:moveTo>
                  <a:lnTo>
                    <a:pt x="77924" y="152331"/>
                  </a:lnTo>
                  <a:lnTo>
                    <a:pt x="64691" y="125393"/>
                  </a:lnTo>
                  <a:close/>
                  <a:moveTo>
                    <a:pt x="316308" y="125393"/>
                  </a:moveTo>
                  <a:lnTo>
                    <a:pt x="334860" y="152331"/>
                  </a:lnTo>
                  <a:lnTo>
                    <a:pt x="319512" y="125393"/>
                  </a:lnTo>
                  <a:close/>
                  <a:moveTo>
                    <a:pt x="316308" y="125393"/>
                  </a:moveTo>
                  <a:lnTo>
                    <a:pt x="316308" y="152331"/>
                  </a:lnTo>
                  <a:lnTo>
                    <a:pt x="334860" y="152331"/>
                  </a:lnTo>
                  <a:close/>
                  <a:moveTo>
                    <a:pt x="53769" y="125393"/>
                  </a:moveTo>
                  <a:lnTo>
                    <a:pt x="64691" y="125393"/>
                  </a:lnTo>
                  <a:lnTo>
                    <a:pt x="52855" y="124086"/>
                  </a:lnTo>
                  <a:close/>
                  <a:moveTo>
                    <a:pt x="316308" y="125393"/>
                  </a:moveTo>
                  <a:lnTo>
                    <a:pt x="319512" y="125393"/>
                  </a:lnTo>
                  <a:lnTo>
                    <a:pt x="316308" y="121765"/>
                  </a:lnTo>
                  <a:close/>
                  <a:moveTo>
                    <a:pt x="287035" y="98454"/>
                  </a:moveTo>
                  <a:lnTo>
                    <a:pt x="316308" y="125393"/>
                  </a:lnTo>
                  <a:lnTo>
                    <a:pt x="291162" y="98454"/>
                  </a:lnTo>
                  <a:close/>
                  <a:moveTo>
                    <a:pt x="291162" y="98454"/>
                  </a:moveTo>
                  <a:lnTo>
                    <a:pt x="316308" y="125393"/>
                  </a:lnTo>
                  <a:lnTo>
                    <a:pt x="316308" y="121765"/>
                  </a:lnTo>
                  <a:close/>
                  <a:moveTo>
                    <a:pt x="46184" y="98454"/>
                  </a:moveTo>
                  <a:lnTo>
                    <a:pt x="37607" y="98454"/>
                  </a:lnTo>
                  <a:lnTo>
                    <a:pt x="52855" y="124086"/>
                  </a:lnTo>
                  <a:close/>
                  <a:moveTo>
                    <a:pt x="32887" y="71516"/>
                  </a:moveTo>
                  <a:lnTo>
                    <a:pt x="37607" y="98454"/>
                  </a:lnTo>
                  <a:lnTo>
                    <a:pt x="46184" y="98454"/>
                  </a:lnTo>
                  <a:close/>
                  <a:moveTo>
                    <a:pt x="257763" y="75262"/>
                  </a:moveTo>
                  <a:lnTo>
                    <a:pt x="252439" y="71516"/>
                  </a:lnTo>
                  <a:lnTo>
                    <a:pt x="231558" y="71516"/>
                  </a:lnTo>
                  <a:close/>
                  <a:moveTo>
                    <a:pt x="257763" y="75262"/>
                  </a:moveTo>
                  <a:lnTo>
                    <a:pt x="257763" y="93786"/>
                  </a:lnTo>
                  <a:lnTo>
                    <a:pt x="287035" y="95264"/>
                  </a:lnTo>
                  <a:close/>
                  <a:moveTo>
                    <a:pt x="287035" y="98454"/>
                  </a:moveTo>
                  <a:lnTo>
                    <a:pt x="291162" y="98454"/>
                  </a:lnTo>
                  <a:lnTo>
                    <a:pt x="287035" y="95264"/>
                  </a:lnTo>
                  <a:close/>
                  <a:moveTo>
                    <a:pt x="39745" y="44578"/>
                  </a:moveTo>
                  <a:lnTo>
                    <a:pt x="32887" y="71516"/>
                  </a:lnTo>
                  <a:lnTo>
                    <a:pt x="40840" y="71516"/>
                  </a:lnTo>
                  <a:close/>
                  <a:moveTo>
                    <a:pt x="228490" y="52907"/>
                  </a:moveTo>
                  <a:lnTo>
                    <a:pt x="231558" y="71516"/>
                  </a:lnTo>
                  <a:lnTo>
                    <a:pt x="252439" y="71516"/>
                  </a:lnTo>
                  <a:close/>
                  <a:moveTo>
                    <a:pt x="228490" y="52907"/>
                  </a:moveTo>
                  <a:lnTo>
                    <a:pt x="218789" y="44578"/>
                  </a:lnTo>
                  <a:lnTo>
                    <a:pt x="204581" y="44578"/>
                  </a:lnTo>
                  <a:close/>
                  <a:moveTo>
                    <a:pt x="52855" y="38887"/>
                  </a:moveTo>
                  <a:lnTo>
                    <a:pt x="52855" y="27534"/>
                  </a:lnTo>
                  <a:lnTo>
                    <a:pt x="39745" y="44578"/>
                  </a:lnTo>
                  <a:close/>
                  <a:moveTo>
                    <a:pt x="52855" y="27534"/>
                  </a:moveTo>
                  <a:lnTo>
                    <a:pt x="52855" y="38887"/>
                  </a:lnTo>
                  <a:lnTo>
                    <a:pt x="64056" y="17639"/>
                  </a:lnTo>
                  <a:close/>
                  <a:moveTo>
                    <a:pt x="199218" y="28817"/>
                  </a:moveTo>
                  <a:lnTo>
                    <a:pt x="204581" y="44578"/>
                  </a:lnTo>
                  <a:lnTo>
                    <a:pt x="218789" y="44578"/>
                  </a:lnTo>
                  <a:close/>
                  <a:moveTo>
                    <a:pt x="182155" y="17639"/>
                  </a:moveTo>
                  <a:lnTo>
                    <a:pt x="169945" y="17639"/>
                  </a:lnTo>
                  <a:lnTo>
                    <a:pt x="199218" y="28817"/>
                  </a:lnTo>
                  <a:close/>
                  <a:moveTo>
                    <a:pt x="82127" y="14596"/>
                  </a:moveTo>
                  <a:lnTo>
                    <a:pt x="82127" y="7071"/>
                  </a:lnTo>
                  <a:lnTo>
                    <a:pt x="64056" y="17639"/>
                  </a:lnTo>
                  <a:close/>
                  <a:moveTo>
                    <a:pt x="111400" y="6723"/>
                  </a:moveTo>
                  <a:lnTo>
                    <a:pt x="111400" y="0"/>
                  </a:lnTo>
                  <a:lnTo>
                    <a:pt x="82127" y="7071"/>
                  </a:lnTo>
                  <a:close/>
                  <a:moveTo>
                    <a:pt x="140672" y="8209"/>
                  </a:moveTo>
                  <a:lnTo>
                    <a:pt x="140672" y="1293"/>
                  </a:lnTo>
                  <a:lnTo>
                    <a:pt x="111400" y="0"/>
                  </a:lnTo>
                  <a:close/>
                  <a:moveTo>
                    <a:pt x="140672" y="1293"/>
                  </a:moveTo>
                  <a:lnTo>
                    <a:pt x="140672" y="8209"/>
                  </a:lnTo>
                  <a:lnTo>
                    <a:pt x="169945" y="10626"/>
                  </a:lnTo>
                  <a:close/>
                  <a:moveTo>
                    <a:pt x="169945" y="17639"/>
                  </a:moveTo>
                  <a:lnTo>
                    <a:pt x="182155" y="17639"/>
                  </a:lnTo>
                  <a:lnTo>
                    <a:pt x="169945" y="10626"/>
                  </a:lnTo>
                  <a:close/>
                </a:path>
              </a:pathLst>
            </a:custGeom>
            <a:solidFill>
              <a:srgbClr val="68707A"/>
            </a:solidFill>
            <a:ln w="4001">
              <a:solidFill>
                <a:srgbClr val="B6BABF"/>
              </a:solidFill>
            </a:ln>
          </p:spPr>
        </p:sp>
        <p:sp>
          <p:nvSpPr>
            <p:cNvPr id="4059" name="Match_B5__4058">
              <a:extLst>
                <a:ext uri="{FF2B5EF4-FFF2-40B4-BE49-F238E27FC236}">
                  <a16:creationId xmlns:a16="http://schemas.microsoft.com/office/drawing/2014/main" id="{6581107E-DA34-9418-8D3E-96F649D8C965}"/>
                </a:ext>
              </a:extLst>
            </p:cNvPr>
            <p:cNvSpPr>
              <a:spLocks noGrp="1"/>
            </p:cNvSpPr>
            <p:nvPr/>
          </p:nvSpPr>
          <p:spPr>
            <a:xfrm>
              <a:off x="8390789" y="5014913"/>
              <a:ext cx="342532" cy="406856"/>
            </a:xfrm>
            <a:custGeom>
              <a:avLst/>
              <a:gdLst/>
              <a:ahLst/>
              <a:cxnLst/>
              <a:rect l="0" t="0" r="0" b="0"/>
              <a:pathLst>
                <a:path w="342532" h="406856">
                  <a:moveTo>
                    <a:pt x="52855" y="393437"/>
                  </a:moveTo>
                  <a:lnTo>
                    <a:pt x="82127" y="394776"/>
                  </a:lnTo>
                  <a:lnTo>
                    <a:pt x="82127" y="391819"/>
                  </a:lnTo>
                  <a:close/>
                  <a:moveTo>
                    <a:pt x="52855" y="393437"/>
                  </a:moveTo>
                  <a:lnTo>
                    <a:pt x="82127" y="391819"/>
                  </a:lnTo>
                  <a:lnTo>
                    <a:pt x="52855" y="380092"/>
                  </a:lnTo>
                  <a:close/>
                  <a:moveTo>
                    <a:pt x="82127" y="403302"/>
                  </a:moveTo>
                  <a:lnTo>
                    <a:pt x="100870" y="394776"/>
                  </a:lnTo>
                  <a:lnTo>
                    <a:pt x="82127" y="394776"/>
                  </a:lnTo>
                  <a:close/>
                  <a:moveTo>
                    <a:pt x="111400" y="396413"/>
                  </a:moveTo>
                  <a:lnTo>
                    <a:pt x="100870" y="394776"/>
                  </a:lnTo>
                  <a:lnTo>
                    <a:pt x="82127" y="403302"/>
                  </a:lnTo>
                  <a:close/>
                  <a:moveTo>
                    <a:pt x="111400" y="396413"/>
                  </a:moveTo>
                  <a:lnTo>
                    <a:pt x="111400" y="406856"/>
                  </a:lnTo>
                  <a:lnTo>
                    <a:pt x="140672" y="396415"/>
                  </a:lnTo>
                  <a:close/>
                  <a:moveTo>
                    <a:pt x="169945" y="402613"/>
                  </a:moveTo>
                  <a:lnTo>
                    <a:pt x="169945" y="394776"/>
                  </a:lnTo>
                  <a:lnTo>
                    <a:pt x="140672" y="396415"/>
                  </a:lnTo>
                  <a:close/>
                  <a:moveTo>
                    <a:pt x="169945" y="394776"/>
                  </a:moveTo>
                  <a:lnTo>
                    <a:pt x="199218" y="394776"/>
                  </a:lnTo>
                  <a:lnTo>
                    <a:pt x="169945" y="393347"/>
                  </a:lnTo>
                  <a:close/>
                  <a:moveTo>
                    <a:pt x="199218" y="394776"/>
                  </a:moveTo>
                  <a:lnTo>
                    <a:pt x="199218" y="388403"/>
                  </a:lnTo>
                  <a:lnTo>
                    <a:pt x="169945" y="393347"/>
                  </a:lnTo>
                  <a:close/>
                  <a:moveTo>
                    <a:pt x="199218" y="394776"/>
                  </a:moveTo>
                  <a:lnTo>
                    <a:pt x="205605" y="394776"/>
                  </a:lnTo>
                  <a:lnTo>
                    <a:pt x="199218" y="388403"/>
                  </a:lnTo>
                  <a:close/>
                  <a:moveTo>
                    <a:pt x="199218" y="388403"/>
                  </a:moveTo>
                  <a:lnTo>
                    <a:pt x="228490" y="389005"/>
                  </a:lnTo>
                  <a:lnTo>
                    <a:pt x="228490" y="381049"/>
                  </a:lnTo>
                  <a:close/>
                  <a:moveTo>
                    <a:pt x="17340" y="340899"/>
                  </a:moveTo>
                  <a:lnTo>
                    <a:pt x="23582" y="367837"/>
                  </a:lnTo>
                  <a:lnTo>
                    <a:pt x="23582" y="351305"/>
                  </a:lnTo>
                  <a:close/>
                  <a:moveTo>
                    <a:pt x="17760" y="367837"/>
                  </a:moveTo>
                  <a:lnTo>
                    <a:pt x="23582" y="367837"/>
                  </a:lnTo>
                  <a:lnTo>
                    <a:pt x="17340" y="340899"/>
                  </a:lnTo>
                  <a:close/>
                  <a:moveTo>
                    <a:pt x="23582" y="373596"/>
                  </a:moveTo>
                  <a:lnTo>
                    <a:pt x="36065" y="367837"/>
                  </a:lnTo>
                  <a:lnTo>
                    <a:pt x="23582" y="367837"/>
                  </a:lnTo>
                  <a:close/>
                  <a:moveTo>
                    <a:pt x="52855" y="380092"/>
                  </a:moveTo>
                  <a:lnTo>
                    <a:pt x="36065" y="367837"/>
                  </a:lnTo>
                  <a:lnTo>
                    <a:pt x="23582" y="373596"/>
                  </a:lnTo>
                  <a:close/>
                  <a:moveTo>
                    <a:pt x="23582" y="367837"/>
                  </a:moveTo>
                  <a:lnTo>
                    <a:pt x="36065" y="367837"/>
                  </a:lnTo>
                  <a:lnTo>
                    <a:pt x="23582" y="351305"/>
                  </a:lnTo>
                  <a:close/>
                  <a:moveTo>
                    <a:pt x="228490" y="381049"/>
                  </a:moveTo>
                  <a:lnTo>
                    <a:pt x="228490" y="389005"/>
                  </a:lnTo>
                  <a:lnTo>
                    <a:pt x="257763" y="369541"/>
                  </a:lnTo>
                  <a:close/>
                  <a:moveTo>
                    <a:pt x="276704" y="367837"/>
                  </a:moveTo>
                  <a:lnTo>
                    <a:pt x="260912" y="367837"/>
                  </a:lnTo>
                  <a:lnTo>
                    <a:pt x="257763" y="369541"/>
                  </a:lnTo>
                  <a:close/>
                  <a:moveTo>
                    <a:pt x="260912" y="367837"/>
                  </a:moveTo>
                  <a:lnTo>
                    <a:pt x="276704" y="367837"/>
                  </a:lnTo>
                  <a:lnTo>
                    <a:pt x="287035" y="350976"/>
                  </a:lnTo>
                  <a:close/>
                  <a:moveTo>
                    <a:pt x="0" y="313961"/>
                  </a:moveTo>
                  <a:lnTo>
                    <a:pt x="17340" y="340899"/>
                  </a:lnTo>
                  <a:lnTo>
                    <a:pt x="13953" y="313961"/>
                  </a:lnTo>
                  <a:close/>
                  <a:moveTo>
                    <a:pt x="309233" y="340899"/>
                  </a:moveTo>
                  <a:lnTo>
                    <a:pt x="298139" y="340899"/>
                  </a:lnTo>
                  <a:lnTo>
                    <a:pt x="287035" y="350976"/>
                  </a:lnTo>
                  <a:close/>
                  <a:moveTo>
                    <a:pt x="298139" y="340899"/>
                  </a:moveTo>
                  <a:lnTo>
                    <a:pt x="309233" y="340899"/>
                  </a:lnTo>
                  <a:lnTo>
                    <a:pt x="316308" y="314016"/>
                  </a:lnTo>
                  <a:close/>
                  <a:moveTo>
                    <a:pt x="7997" y="287022"/>
                  </a:moveTo>
                  <a:lnTo>
                    <a:pt x="13953" y="313961"/>
                  </a:lnTo>
                  <a:lnTo>
                    <a:pt x="23150" y="287022"/>
                  </a:lnTo>
                  <a:close/>
                  <a:moveTo>
                    <a:pt x="326596" y="313961"/>
                  </a:moveTo>
                  <a:lnTo>
                    <a:pt x="316341" y="313961"/>
                  </a:lnTo>
                  <a:lnTo>
                    <a:pt x="316308" y="314016"/>
                  </a:lnTo>
                  <a:close/>
                  <a:moveTo>
                    <a:pt x="325286" y="287022"/>
                  </a:moveTo>
                  <a:lnTo>
                    <a:pt x="316341" y="313961"/>
                  </a:lnTo>
                  <a:lnTo>
                    <a:pt x="335307" y="287022"/>
                  </a:lnTo>
                  <a:close/>
                  <a:moveTo>
                    <a:pt x="23582" y="286427"/>
                  </a:moveTo>
                  <a:lnTo>
                    <a:pt x="7997" y="287022"/>
                  </a:lnTo>
                  <a:lnTo>
                    <a:pt x="23150" y="287022"/>
                  </a:lnTo>
                  <a:close/>
                  <a:moveTo>
                    <a:pt x="23582" y="286427"/>
                  </a:moveTo>
                  <a:lnTo>
                    <a:pt x="45571" y="260084"/>
                  </a:lnTo>
                  <a:lnTo>
                    <a:pt x="28464" y="260084"/>
                  </a:lnTo>
                  <a:close/>
                  <a:moveTo>
                    <a:pt x="328307" y="260084"/>
                  </a:moveTo>
                  <a:lnTo>
                    <a:pt x="325286" y="287022"/>
                  </a:lnTo>
                  <a:lnTo>
                    <a:pt x="339327" y="260084"/>
                  </a:lnTo>
                  <a:close/>
                  <a:moveTo>
                    <a:pt x="52855" y="253606"/>
                  </a:moveTo>
                  <a:lnTo>
                    <a:pt x="28464" y="260084"/>
                  </a:lnTo>
                  <a:lnTo>
                    <a:pt x="45571" y="260084"/>
                  </a:lnTo>
                  <a:close/>
                  <a:moveTo>
                    <a:pt x="52855" y="253606"/>
                  </a:moveTo>
                  <a:lnTo>
                    <a:pt x="80351" y="233146"/>
                  </a:lnTo>
                  <a:lnTo>
                    <a:pt x="60650" y="233146"/>
                  </a:lnTo>
                  <a:close/>
                  <a:moveTo>
                    <a:pt x="328570" y="233146"/>
                  </a:moveTo>
                  <a:lnTo>
                    <a:pt x="328307" y="260084"/>
                  </a:lnTo>
                  <a:lnTo>
                    <a:pt x="341448" y="233146"/>
                  </a:lnTo>
                  <a:close/>
                  <a:moveTo>
                    <a:pt x="82127" y="231428"/>
                  </a:moveTo>
                  <a:lnTo>
                    <a:pt x="60650" y="233146"/>
                  </a:lnTo>
                  <a:lnTo>
                    <a:pt x="80351" y="233146"/>
                  </a:lnTo>
                  <a:close/>
                  <a:moveTo>
                    <a:pt x="82127" y="231428"/>
                  </a:moveTo>
                  <a:lnTo>
                    <a:pt x="108107" y="206208"/>
                  </a:lnTo>
                  <a:lnTo>
                    <a:pt x="89020" y="206208"/>
                  </a:lnTo>
                  <a:close/>
                  <a:moveTo>
                    <a:pt x="327485" y="206208"/>
                  </a:moveTo>
                  <a:lnTo>
                    <a:pt x="328570" y="233146"/>
                  </a:lnTo>
                  <a:lnTo>
                    <a:pt x="342532" y="206208"/>
                  </a:lnTo>
                  <a:close/>
                  <a:moveTo>
                    <a:pt x="94560" y="179269"/>
                  </a:moveTo>
                  <a:lnTo>
                    <a:pt x="111400" y="188132"/>
                  </a:lnTo>
                  <a:lnTo>
                    <a:pt x="111400" y="179269"/>
                  </a:lnTo>
                  <a:close/>
                  <a:moveTo>
                    <a:pt x="108107" y="206208"/>
                  </a:moveTo>
                  <a:lnTo>
                    <a:pt x="111400" y="188132"/>
                  </a:lnTo>
                  <a:lnTo>
                    <a:pt x="94560" y="179269"/>
                  </a:lnTo>
                  <a:close/>
                  <a:moveTo>
                    <a:pt x="323954" y="179269"/>
                  </a:moveTo>
                  <a:lnTo>
                    <a:pt x="327485" y="206208"/>
                  </a:lnTo>
                  <a:lnTo>
                    <a:pt x="341248" y="179269"/>
                  </a:lnTo>
                  <a:close/>
                  <a:moveTo>
                    <a:pt x="82127" y="152331"/>
                  </a:moveTo>
                  <a:lnTo>
                    <a:pt x="82127" y="159205"/>
                  </a:lnTo>
                  <a:lnTo>
                    <a:pt x="93501" y="152331"/>
                  </a:lnTo>
                  <a:close/>
                  <a:moveTo>
                    <a:pt x="93501" y="152331"/>
                  </a:moveTo>
                  <a:lnTo>
                    <a:pt x="94560" y="179269"/>
                  </a:lnTo>
                  <a:lnTo>
                    <a:pt x="111400" y="177037"/>
                  </a:lnTo>
                  <a:close/>
                  <a:moveTo>
                    <a:pt x="111400" y="177037"/>
                  </a:moveTo>
                  <a:lnTo>
                    <a:pt x="94560" y="179269"/>
                  </a:lnTo>
                  <a:lnTo>
                    <a:pt x="111400" y="179269"/>
                  </a:lnTo>
                  <a:close/>
                  <a:moveTo>
                    <a:pt x="334860" y="152331"/>
                  </a:moveTo>
                  <a:lnTo>
                    <a:pt x="316308" y="152331"/>
                  </a:lnTo>
                  <a:lnTo>
                    <a:pt x="323954" y="179269"/>
                  </a:lnTo>
                  <a:close/>
                  <a:moveTo>
                    <a:pt x="64691" y="125393"/>
                  </a:moveTo>
                  <a:lnTo>
                    <a:pt x="82127" y="152331"/>
                  </a:lnTo>
                  <a:lnTo>
                    <a:pt x="82127" y="143162"/>
                  </a:lnTo>
                  <a:close/>
                  <a:moveTo>
                    <a:pt x="77924" y="152331"/>
                  </a:moveTo>
                  <a:lnTo>
                    <a:pt x="82127" y="152331"/>
                  </a:lnTo>
                  <a:lnTo>
                    <a:pt x="64691" y="125393"/>
                  </a:lnTo>
                  <a:close/>
                  <a:moveTo>
                    <a:pt x="82127" y="152331"/>
                  </a:moveTo>
                  <a:lnTo>
                    <a:pt x="93501" y="152331"/>
                  </a:lnTo>
                  <a:lnTo>
                    <a:pt x="82127" y="143162"/>
                  </a:lnTo>
                  <a:close/>
                  <a:moveTo>
                    <a:pt x="316308" y="152331"/>
                  </a:moveTo>
                  <a:lnTo>
                    <a:pt x="316308" y="125393"/>
                  </a:lnTo>
                  <a:lnTo>
                    <a:pt x="314680" y="152331"/>
                  </a:lnTo>
                  <a:close/>
                  <a:moveTo>
                    <a:pt x="316308" y="125393"/>
                  </a:moveTo>
                  <a:lnTo>
                    <a:pt x="295492" y="125393"/>
                  </a:lnTo>
                  <a:lnTo>
                    <a:pt x="314680" y="152331"/>
                  </a:lnTo>
                  <a:close/>
                  <a:moveTo>
                    <a:pt x="64691" y="125393"/>
                  </a:moveTo>
                  <a:lnTo>
                    <a:pt x="52855" y="109366"/>
                  </a:lnTo>
                  <a:lnTo>
                    <a:pt x="52855" y="124086"/>
                  </a:lnTo>
                  <a:close/>
                  <a:moveTo>
                    <a:pt x="287035" y="117253"/>
                  </a:moveTo>
                  <a:lnTo>
                    <a:pt x="295492" y="125393"/>
                  </a:lnTo>
                  <a:lnTo>
                    <a:pt x="287035" y="98454"/>
                  </a:lnTo>
                  <a:close/>
                  <a:moveTo>
                    <a:pt x="295492" y="125393"/>
                  </a:moveTo>
                  <a:lnTo>
                    <a:pt x="316308" y="125393"/>
                  </a:lnTo>
                  <a:lnTo>
                    <a:pt x="287035" y="98454"/>
                  </a:lnTo>
                  <a:close/>
                  <a:moveTo>
                    <a:pt x="46184" y="98454"/>
                  </a:moveTo>
                  <a:lnTo>
                    <a:pt x="52855" y="124086"/>
                  </a:lnTo>
                  <a:lnTo>
                    <a:pt x="52855" y="109366"/>
                  </a:lnTo>
                  <a:close/>
                  <a:moveTo>
                    <a:pt x="32887" y="71516"/>
                  </a:moveTo>
                  <a:lnTo>
                    <a:pt x="46184" y="98454"/>
                  </a:lnTo>
                  <a:lnTo>
                    <a:pt x="40840" y="71516"/>
                  </a:lnTo>
                  <a:close/>
                  <a:moveTo>
                    <a:pt x="257763" y="93786"/>
                  </a:moveTo>
                  <a:lnTo>
                    <a:pt x="257763" y="75262"/>
                  </a:lnTo>
                  <a:lnTo>
                    <a:pt x="231558" y="71516"/>
                  </a:lnTo>
                  <a:close/>
                  <a:moveTo>
                    <a:pt x="287035" y="95264"/>
                  </a:moveTo>
                  <a:lnTo>
                    <a:pt x="263752" y="98454"/>
                  </a:lnTo>
                  <a:lnTo>
                    <a:pt x="287035" y="98454"/>
                  </a:lnTo>
                  <a:close/>
                  <a:moveTo>
                    <a:pt x="257763" y="93786"/>
                  </a:moveTo>
                  <a:lnTo>
                    <a:pt x="263752" y="98454"/>
                  </a:lnTo>
                  <a:lnTo>
                    <a:pt x="287035" y="95264"/>
                  </a:lnTo>
                  <a:close/>
                  <a:moveTo>
                    <a:pt x="287035" y="117253"/>
                  </a:moveTo>
                  <a:lnTo>
                    <a:pt x="287035" y="98454"/>
                  </a:lnTo>
                  <a:lnTo>
                    <a:pt x="263752" y="98454"/>
                  </a:lnTo>
                  <a:close/>
                  <a:moveTo>
                    <a:pt x="39745" y="44578"/>
                  </a:moveTo>
                  <a:lnTo>
                    <a:pt x="40840" y="71516"/>
                  </a:lnTo>
                  <a:lnTo>
                    <a:pt x="48481" y="44578"/>
                  </a:lnTo>
                  <a:close/>
                  <a:moveTo>
                    <a:pt x="228490" y="52907"/>
                  </a:moveTo>
                  <a:lnTo>
                    <a:pt x="228490" y="68744"/>
                  </a:lnTo>
                  <a:lnTo>
                    <a:pt x="231558" y="71516"/>
                  </a:lnTo>
                  <a:close/>
                  <a:moveTo>
                    <a:pt x="228490" y="68744"/>
                  </a:moveTo>
                  <a:lnTo>
                    <a:pt x="228490" y="52907"/>
                  </a:lnTo>
                  <a:lnTo>
                    <a:pt x="204581" y="44578"/>
                  </a:lnTo>
                  <a:close/>
                  <a:moveTo>
                    <a:pt x="52855" y="38887"/>
                  </a:moveTo>
                  <a:lnTo>
                    <a:pt x="39745" y="44578"/>
                  </a:lnTo>
                  <a:lnTo>
                    <a:pt x="48481" y="44578"/>
                  </a:lnTo>
                  <a:close/>
                  <a:moveTo>
                    <a:pt x="52855" y="38887"/>
                  </a:moveTo>
                  <a:lnTo>
                    <a:pt x="76916" y="17639"/>
                  </a:lnTo>
                  <a:lnTo>
                    <a:pt x="64056" y="17639"/>
                  </a:lnTo>
                  <a:close/>
                  <a:moveTo>
                    <a:pt x="199218" y="28817"/>
                  </a:moveTo>
                  <a:lnTo>
                    <a:pt x="199218" y="39870"/>
                  </a:lnTo>
                  <a:lnTo>
                    <a:pt x="204581" y="44578"/>
                  </a:lnTo>
                  <a:close/>
                  <a:moveTo>
                    <a:pt x="199218" y="28817"/>
                  </a:moveTo>
                  <a:lnTo>
                    <a:pt x="169945" y="17639"/>
                  </a:lnTo>
                  <a:lnTo>
                    <a:pt x="169945" y="18898"/>
                  </a:lnTo>
                  <a:close/>
                  <a:moveTo>
                    <a:pt x="199218" y="28817"/>
                  </a:moveTo>
                  <a:lnTo>
                    <a:pt x="169945" y="18898"/>
                  </a:lnTo>
                  <a:lnTo>
                    <a:pt x="199218" y="39870"/>
                  </a:lnTo>
                  <a:close/>
                  <a:moveTo>
                    <a:pt x="82127" y="14596"/>
                  </a:moveTo>
                  <a:lnTo>
                    <a:pt x="64056" y="17639"/>
                  </a:lnTo>
                  <a:lnTo>
                    <a:pt x="76916" y="17639"/>
                  </a:lnTo>
                  <a:close/>
                  <a:moveTo>
                    <a:pt x="111400" y="6723"/>
                  </a:moveTo>
                  <a:lnTo>
                    <a:pt x="82127" y="7071"/>
                  </a:lnTo>
                  <a:lnTo>
                    <a:pt x="82127" y="14596"/>
                  </a:lnTo>
                  <a:close/>
                  <a:moveTo>
                    <a:pt x="140672" y="8209"/>
                  </a:moveTo>
                  <a:lnTo>
                    <a:pt x="111400" y="0"/>
                  </a:lnTo>
                  <a:lnTo>
                    <a:pt x="111400" y="6723"/>
                  </a:lnTo>
                  <a:close/>
                  <a:moveTo>
                    <a:pt x="169945" y="10626"/>
                  </a:moveTo>
                  <a:lnTo>
                    <a:pt x="166960" y="17639"/>
                  </a:lnTo>
                  <a:lnTo>
                    <a:pt x="169945" y="17639"/>
                  </a:lnTo>
                  <a:close/>
                  <a:moveTo>
                    <a:pt x="140672" y="8209"/>
                  </a:moveTo>
                  <a:lnTo>
                    <a:pt x="166960" y="17639"/>
                  </a:lnTo>
                  <a:lnTo>
                    <a:pt x="169945" y="10626"/>
                  </a:lnTo>
                  <a:close/>
                </a:path>
              </a:pathLst>
            </a:custGeom>
            <a:solidFill>
              <a:srgbClr val="6C747E"/>
            </a:solidFill>
            <a:ln w="4001">
              <a:solidFill>
                <a:srgbClr val="B6BABF"/>
              </a:solidFill>
            </a:ln>
          </p:spPr>
        </p:sp>
        <p:sp>
          <p:nvSpPr>
            <p:cNvPr id="4060" name="Match_B5__4059">
              <a:extLst>
                <a:ext uri="{FF2B5EF4-FFF2-40B4-BE49-F238E27FC236}">
                  <a16:creationId xmlns:a16="http://schemas.microsoft.com/office/drawing/2014/main" id="{B4CFA6AF-FF39-5CE3-26CC-D41A8A9EE1FB}"/>
                </a:ext>
              </a:extLst>
            </p:cNvPr>
            <p:cNvSpPr>
              <a:spLocks noGrp="1"/>
            </p:cNvSpPr>
            <p:nvPr/>
          </p:nvSpPr>
          <p:spPr>
            <a:xfrm>
              <a:off x="8404742" y="5021635"/>
              <a:ext cx="314617" cy="389692"/>
            </a:xfrm>
            <a:custGeom>
              <a:avLst/>
              <a:gdLst/>
              <a:ahLst/>
              <a:cxnLst/>
              <a:rect l="0" t="0" r="0" b="0"/>
              <a:pathLst>
                <a:path w="314617" h="389692">
                  <a:moveTo>
                    <a:pt x="68174" y="388053"/>
                  </a:moveTo>
                  <a:lnTo>
                    <a:pt x="86917" y="388053"/>
                  </a:lnTo>
                  <a:lnTo>
                    <a:pt x="68174" y="385096"/>
                  </a:lnTo>
                  <a:close/>
                  <a:moveTo>
                    <a:pt x="126719" y="389692"/>
                  </a:moveTo>
                  <a:lnTo>
                    <a:pt x="155992" y="388053"/>
                  </a:lnTo>
                  <a:lnTo>
                    <a:pt x="141414" y="388053"/>
                  </a:lnTo>
                  <a:close/>
                  <a:moveTo>
                    <a:pt x="141414" y="388053"/>
                  </a:moveTo>
                  <a:lnTo>
                    <a:pt x="155992" y="388053"/>
                  </a:lnTo>
                  <a:lnTo>
                    <a:pt x="155992" y="386624"/>
                  </a:lnTo>
                  <a:close/>
                  <a:moveTo>
                    <a:pt x="97447" y="172546"/>
                  </a:moveTo>
                  <a:lnTo>
                    <a:pt x="98997" y="172546"/>
                  </a:lnTo>
                  <a:lnTo>
                    <a:pt x="97447" y="170314"/>
                  </a:lnTo>
                  <a:close/>
                  <a:moveTo>
                    <a:pt x="97447" y="172546"/>
                  </a:moveTo>
                  <a:lnTo>
                    <a:pt x="97447" y="181409"/>
                  </a:lnTo>
                  <a:lnTo>
                    <a:pt x="98997" y="172546"/>
                  </a:lnTo>
                  <a:close/>
                  <a:moveTo>
                    <a:pt x="310001" y="172546"/>
                  </a:moveTo>
                  <a:lnTo>
                    <a:pt x="302355" y="145608"/>
                  </a:lnTo>
                  <a:lnTo>
                    <a:pt x="302355" y="149877"/>
                  </a:lnTo>
                  <a:close/>
                  <a:moveTo>
                    <a:pt x="302355" y="149877"/>
                  </a:moveTo>
                  <a:lnTo>
                    <a:pt x="302355" y="145608"/>
                  </a:lnTo>
                  <a:lnTo>
                    <a:pt x="300727" y="145608"/>
                  </a:lnTo>
                  <a:close/>
                  <a:moveTo>
                    <a:pt x="155992" y="12175"/>
                  </a:moveTo>
                  <a:lnTo>
                    <a:pt x="155992" y="10917"/>
                  </a:lnTo>
                  <a:lnTo>
                    <a:pt x="153007" y="10917"/>
                  </a:lnTo>
                  <a:close/>
                  <a:moveTo>
                    <a:pt x="86917" y="388053"/>
                  </a:moveTo>
                  <a:lnTo>
                    <a:pt x="97447" y="389690"/>
                  </a:lnTo>
                  <a:lnTo>
                    <a:pt x="97447" y="388053"/>
                  </a:lnTo>
                  <a:close/>
                  <a:moveTo>
                    <a:pt x="86917" y="388053"/>
                  </a:moveTo>
                  <a:lnTo>
                    <a:pt x="97447" y="388053"/>
                  </a:lnTo>
                  <a:lnTo>
                    <a:pt x="68174" y="385096"/>
                  </a:lnTo>
                  <a:close/>
                  <a:moveTo>
                    <a:pt x="126719" y="388053"/>
                  </a:moveTo>
                  <a:lnTo>
                    <a:pt x="97447" y="389690"/>
                  </a:lnTo>
                  <a:lnTo>
                    <a:pt x="126719" y="389692"/>
                  </a:lnTo>
                  <a:close/>
                  <a:moveTo>
                    <a:pt x="126719" y="388053"/>
                  </a:moveTo>
                  <a:lnTo>
                    <a:pt x="97447" y="388053"/>
                  </a:lnTo>
                  <a:lnTo>
                    <a:pt x="97447" y="389690"/>
                  </a:lnTo>
                  <a:close/>
                  <a:moveTo>
                    <a:pt x="126719" y="388053"/>
                  </a:moveTo>
                  <a:lnTo>
                    <a:pt x="126719" y="389692"/>
                  </a:lnTo>
                  <a:lnTo>
                    <a:pt x="141414" y="388053"/>
                  </a:lnTo>
                  <a:close/>
                  <a:moveTo>
                    <a:pt x="22112" y="361114"/>
                  </a:moveTo>
                  <a:lnTo>
                    <a:pt x="38902" y="373369"/>
                  </a:lnTo>
                  <a:lnTo>
                    <a:pt x="38902" y="361114"/>
                  </a:lnTo>
                  <a:close/>
                  <a:moveTo>
                    <a:pt x="243810" y="361114"/>
                  </a:moveTo>
                  <a:lnTo>
                    <a:pt x="214537" y="374326"/>
                  </a:lnTo>
                  <a:lnTo>
                    <a:pt x="243810" y="362818"/>
                  </a:lnTo>
                  <a:close/>
                  <a:moveTo>
                    <a:pt x="243810" y="361114"/>
                  </a:moveTo>
                  <a:lnTo>
                    <a:pt x="243810" y="362818"/>
                  </a:lnTo>
                  <a:lnTo>
                    <a:pt x="246959" y="361114"/>
                  </a:lnTo>
                  <a:close/>
                  <a:moveTo>
                    <a:pt x="246959" y="361114"/>
                  </a:moveTo>
                  <a:lnTo>
                    <a:pt x="273082" y="344253"/>
                  </a:lnTo>
                  <a:lnTo>
                    <a:pt x="243810" y="361114"/>
                  </a:lnTo>
                  <a:close/>
                  <a:moveTo>
                    <a:pt x="3387" y="334176"/>
                  </a:moveTo>
                  <a:lnTo>
                    <a:pt x="9629" y="344583"/>
                  </a:lnTo>
                  <a:lnTo>
                    <a:pt x="9629" y="334176"/>
                  </a:lnTo>
                  <a:close/>
                  <a:moveTo>
                    <a:pt x="0" y="307238"/>
                  </a:moveTo>
                  <a:lnTo>
                    <a:pt x="9629" y="334176"/>
                  </a:lnTo>
                  <a:lnTo>
                    <a:pt x="9629" y="307238"/>
                  </a:lnTo>
                  <a:close/>
                  <a:moveTo>
                    <a:pt x="0" y="307238"/>
                  </a:moveTo>
                  <a:lnTo>
                    <a:pt x="3387" y="334176"/>
                  </a:lnTo>
                  <a:lnTo>
                    <a:pt x="9629" y="334176"/>
                  </a:lnTo>
                  <a:close/>
                  <a:moveTo>
                    <a:pt x="273082" y="334176"/>
                  </a:moveTo>
                  <a:lnTo>
                    <a:pt x="273082" y="344253"/>
                  </a:lnTo>
                  <a:lnTo>
                    <a:pt x="284186" y="334176"/>
                  </a:lnTo>
                  <a:close/>
                  <a:moveTo>
                    <a:pt x="284186" y="334176"/>
                  </a:moveTo>
                  <a:lnTo>
                    <a:pt x="302355" y="307293"/>
                  </a:lnTo>
                  <a:lnTo>
                    <a:pt x="273082" y="334176"/>
                  </a:lnTo>
                  <a:close/>
                  <a:moveTo>
                    <a:pt x="9197" y="280299"/>
                  </a:moveTo>
                  <a:lnTo>
                    <a:pt x="9629" y="307238"/>
                  </a:lnTo>
                  <a:lnTo>
                    <a:pt x="9629" y="280299"/>
                  </a:lnTo>
                  <a:close/>
                  <a:moveTo>
                    <a:pt x="9197" y="280299"/>
                  </a:moveTo>
                  <a:lnTo>
                    <a:pt x="0" y="307238"/>
                  </a:lnTo>
                  <a:lnTo>
                    <a:pt x="9629" y="307238"/>
                  </a:lnTo>
                  <a:close/>
                  <a:moveTo>
                    <a:pt x="302355" y="307238"/>
                  </a:moveTo>
                  <a:lnTo>
                    <a:pt x="302355" y="307293"/>
                  </a:lnTo>
                  <a:lnTo>
                    <a:pt x="302388" y="307238"/>
                  </a:lnTo>
                  <a:close/>
                  <a:moveTo>
                    <a:pt x="302355" y="280299"/>
                  </a:moveTo>
                  <a:lnTo>
                    <a:pt x="302388" y="307238"/>
                  </a:lnTo>
                  <a:lnTo>
                    <a:pt x="311333" y="280299"/>
                  </a:lnTo>
                  <a:close/>
                  <a:moveTo>
                    <a:pt x="302355" y="280299"/>
                  </a:moveTo>
                  <a:lnTo>
                    <a:pt x="302355" y="307238"/>
                  </a:lnTo>
                  <a:lnTo>
                    <a:pt x="302388" y="307238"/>
                  </a:lnTo>
                  <a:close/>
                  <a:moveTo>
                    <a:pt x="9629" y="279704"/>
                  </a:moveTo>
                  <a:lnTo>
                    <a:pt x="9197" y="280299"/>
                  </a:lnTo>
                  <a:lnTo>
                    <a:pt x="9629" y="280299"/>
                  </a:lnTo>
                  <a:close/>
                  <a:moveTo>
                    <a:pt x="9629" y="280299"/>
                  </a:moveTo>
                  <a:lnTo>
                    <a:pt x="31618" y="253361"/>
                  </a:lnTo>
                  <a:lnTo>
                    <a:pt x="9629" y="279704"/>
                  </a:lnTo>
                  <a:close/>
                  <a:moveTo>
                    <a:pt x="38902" y="253361"/>
                  </a:moveTo>
                  <a:lnTo>
                    <a:pt x="31618" y="253361"/>
                  </a:lnTo>
                  <a:lnTo>
                    <a:pt x="9629" y="280299"/>
                  </a:lnTo>
                  <a:close/>
                  <a:moveTo>
                    <a:pt x="302355" y="253361"/>
                  </a:moveTo>
                  <a:lnTo>
                    <a:pt x="311333" y="280299"/>
                  </a:lnTo>
                  <a:lnTo>
                    <a:pt x="314354" y="253361"/>
                  </a:lnTo>
                  <a:close/>
                  <a:moveTo>
                    <a:pt x="38902" y="246883"/>
                  </a:moveTo>
                  <a:lnTo>
                    <a:pt x="31618" y="253361"/>
                  </a:lnTo>
                  <a:lnTo>
                    <a:pt x="38902" y="253361"/>
                  </a:lnTo>
                  <a:close/>
                  <a:moveTo>
                    <a:pt x="302355" y="226423"/>
                  </a:moveTo>
                  <a:lnTo>
                    <a:pt x="314354" y="253361"/>
                  </a:lnTo>
                  <a:lnTo>
                    <a:pt x="314617" y="226423"/>
                  </a:lnTo>
                  <a:close/>
                  <a:moveTo>
                    <a:pt x="68174" y="224705"/>
                  </a:moveTo>
                  <a:lnTo>
                    <a:pt x="66398" y="226423"/>
                  </a:lnTo>
                  <a:lnTo>
                    <a:pt x="68174" y="226423"/>
                  </a:lnTo>
                  <a:close/>
                  <a:moveTo>
                    <a:pt x="68174" y="226423"/>
                  </a:moveTo>
                  <a:lnTo>
                    <a:pt x="94154" y="199485"/>
                  </a:lnTo>
                  <a:lnTo>
                    <a:pt x="68174" y="224705"/>
                  </a:lnTo>
                  <a:close/>
                  <a:moveTo>
                    <a:pt x="97447" y="199485"/>
                  </a:moveTo>
                  <a:lnTo>
                    <a:pt x="94154" y="199485"/>
                  </a:lnTo>
                  <a:lnTo>
                    <a:pt x="68174" y="226423"/>
                  </a:lnTo>
                  <a:close/>
                  <a:moveTo>
                    <a:pt x="302355" y="199485"/>
                  </a:moveTo>
                  <a:lnTo>
                    <a:pt x="314617" y="226423"/>
                  </a:lnTo>
                  <a:lnTo>
                    <a:pt x="313532" y="199485"/>
                  </a:lnTo>
                  <a:close/>
                  <a:moveTo>
                    <a:pt x="97447" y="181409"/>
                  </a:moveTo>
                  <a:lnTo>
                    <a:pt x="94154" y="199485"/>
                  </a:lnTo>
                  <a:lnTo>
                    <a:pt x="97447" y="199485"/>
                  </a:lnTo>
                  <a:close/>
                  <a:moveTo>
                    <a:pt x="97447" y="199485"/>
                  </a:moveTo>
                  <a:lnTo>
                    <a:pt x="98997" y="172546"/>
                  </a:lnTo>
                  <a:lnTo>
                    <a:pt x="97447" y="181409"/>
                  </a:lnTo>
                  <a:close/>
                  <a:moveTo>
                    <a:pt x="126719" y="172546"/>
                  </a:moveTo>
                  <a:lnTo>
                    <a:pt x="98997" y="172546"/>
                  </a:lnTo>
                  <a:lnTo>
                    <a:pt x="97447" y="199485"/>
                  </a:lnTo>
                  <a:close/>
                  <a:moveTo>
                    <a:pt x="302355" y="172546"/>
                  </a:moveTo>
                  <a:lnTo>
                    <a:pt x="313532" y="199485"/>
                  </a:lnTo>
                  <a:lnTo>
                    <a:pt x="310001" y="172546"/>
                  </a:lnTo>
                  <a:close/>
                  <a:moveTo>
                    <a:pt x="302355" y="172546"/>
                  </a:moveTo>
                  <a:lnTo>
                    <a:pt x="302355" y="199485"/>
                  </a:lnTo>
                  <a:lnTo>
                    <a:pt x="313532" y="199485"/>
                  </a:lnTo>
                  <a:close/>
                  <a:moveTo>
                    <a:pt x="126719" y="172546"/>
                  </a:moveTo>
                  <a:lnTo>
                    <a:pt x="97447" y="170314"/>
                  </a:lnTo>
                  <a:lnTo>
                    <a:pt x="98997" y="172546"/>
                  </a:lnTo>
                  <a:close/>
                  <a:moveTo>
                    <a:pt x="302355" y="172546"/>
                  </a:moveTo>
                  <a:lnTo>
                    <a:pt x="310001" y="172546"/>
                  </a:lnTo>
                  <a:lnTo>
                    <a:pt x="302355" y="149877"/>
                  </a:lnTo>
                  <a:close/>
                  <a:moveTo>
                    <a:pt x="300727" y="145608"/>
                  </a:moveTo>
                  <a:lnTo>
                    <a:pt x="302355" y="172546"/>
                  </a:lnTo>
                  <a:lnTo>
                    <a:pt x="302355" y="149877"/>
                  </a:lnTo>
                  <a:close/>
                  <a:moveTo>
                    <a:pt x="79548" y="145608"/>
                  </a:moveTo>
                  <a:lnTo>
                    <a:pt x="97447" y="170314"/>
                  </a:lnTo>
                  <a:lnTo>
                    <a:pt x="97447" y="145608"/>
                  </a:lnTo>
                  <a:close/>
                  <a:moveTo>
                    <a:pt x="273082" y="118670"/>
                  </a:moveTo>
                  <a:lnTo>
                    <a:pt x="300727" y="145608"/>
                  </a:lnTo>
                  <a:lnTo>
                    <a:pt x="281539" y="118670"/>
                  </a:lnTo>
                  <a:close/>
                  <a:moveTo>
                    <a:pt x="50738" y="118670"/>
                  </a:moveTo>
                  <a:lnTo>
                    <a:pt x="68174" y="136439"/>
                  </a:lnTo>
                  <a:lnTo>
                    <a:pt x="68174" y="118670"/>
                  </a:lnTo>
                  <a:close/>
                  <a:moveTo>
                    <a:pt x="243810" y="91731"/>
                  </a:moveTo>
                  <a:lnTo>
                    <a:pt x="273082" y="110530"/>
                  </a:lnTo>
                  <a:lnTo>
                    <a:pt x="249799" y="91731"/>
                  </a:lnTo>
                  <a:close/>
                  <a:moveTo>
                    <a:pt x="273082" y="118670"/>
                  </a:moveTo>
                  <a:lnTo>
                    <a:pt x="273082" y="110530"/>
                  </a:lnTo>
                  <a:lnTo>
                    <a:pt x="243810" y="91731"/>
                  </a:lnTo>
                  <a:close/>
                  <a:moveTo>
                    <a:pt x="273082" y="118670"/>
                  </a:moveTo>
                  <a:lnTo>
                    <a:pt x="281539" y="118670"/>
                  </a:lnTo>
                  <a:lnTo>
                    <a:pt x="273082" y="110530"/>
                  </a:lnTo>
                  <a:close/>
                  <a:moveTo>
                    <a:pt x="32231" y="91731"/>
                  </a:moveTo>
                  <a:lnTo>
                    <a:pt x="38902" y="102643"/>
                  </a:lnTo>
                  <a:lnTo>
                    <a:pt x="38902" y="91731"/>
                  </a:lnTo>
                  <a:close/>
                  <a:moveTo>
                    <a:pt x="26887" y="64793"/>
                  </a:moveTo>
                  <a:lnTo>
                    <a:pt x="32231" y="91731"/>
                  </a:lnTo>
                  <a:lnTo>
                    <a:pt x="38902" y="91731"/>
                  </a:lnTo>
                  <a:close/>
                  <a:moveTo>
                    <a:pt x="214537" y="64793"/>
                  </a:moveTo>
                  <a:lnTo>
                    <a:pt x="243810" y="87063"/>
                  </a:lnTo>
                  <a:lnTo>
                    <a:pt x="217605" y="64793"/>
                  </a:lnTo>
                  <a:close/>
                  <a:moveTo>
                    <a:pt x="243810" y="91731"/>
                  </a:moveTo>
                  <a:lnTo>
                    <a:pt x="243810" y="87063"/>
                  </a:lnTo>
                  <a:lnTo>
                    <a:pt x="214537" y="64793"/>
                  </a:lnTo>
                  <a:close/>
                  <a:moveTo>
                    <a:pt x="243810" y="91731"/>
                  </a:moveTo>
                  <a:lnTo>
                    <a:pt x="249799" y="91731"/>
                  </a:lnTo>
                  <a:lnTo>
                    <a:pt x="243810" y="87063"/>
                  </a:lnTo>
                  <a:close/>
                  <a:moveTo>
                    <a:pt x="34528" y="37855"/>
                  </a:moveTo>
                  <a:lnTo>
                    <a:pt x="38902" y="64793"/>
                  </a:lnTo>
                  <a:lnTo>
                    <a:pt x="38902" y="37855"/>
                  </a:lnTo>
                  <a:close/>
                  <a:moveTo>
                    <a:pt x="34528" y="37855"/>
                  </a:moveTo>
                  <a:lnTo>
                    <a:pt x="26887" y="64793"/>
                  </a:lnTo>
                  <a:lnTo>
                    <a:pt x="38902" y="64793"/>
                  </a:lnTo>
                  <a:close/>
                  <a:moveTo>
                    <a:pt x="185265" y="37855"/>
                  </a:moveTo>
                  <a:lnTo>
                    <a:pt x="214537" y="62021"/>
                  </a:lnTo>
                  <a:lnTo>
                    <a:pt x="190628" y="37855"/>
                  </a:lnTo>
                  <a:close/>
                  <a:moveTo>
                    <a:pt x="214537" y="64793"/>
                  </a:moveTo>
                  <a:lnTo>
                    <a:pt x="214537" y="62021"/>
                  </a:lnTo>
                  <a:lnTo>
                    <a:pt x="185265" y="37855"/>
                  </a:lnTo>
                  <a:close/>
                  <a:moveTo>
                    <a:pt x="214537" y="64793"/>
                  </a:moveTo>
                  <a:lnTo>
                    <a:pt x="217605" y="64793"/>
                  </a:lnTo>
                  <a:lnTo>
                    <a:pt x="214537" y="62021"/>
                  </a:lnTo>
                  <a:close/>
                  <a:moveTo>
                    <a:pt x="38902" y="32164"/>
                  </a:moveTo>
                  <a:lnTo>
                    <a:pt x="34528" y="37855"/>
                  </a:lnTo>
                  <a:lnTo>
                    <a:pt x="38902" y="37855"/>
                  </a:lnTo>
                  <a:close/>
                  <a:moveTo>
                    <a:pt x="153007" y="10917"/>
                  </a:moveTo>
                  <a:lnTo>
                    <a:pt x="126719" y="10917"/>
                  </a:lnTo>
                  <a:lnTo>
                    <a:pt x="155992" y="12175"/>
                  </a:lnTo>
                  <a:close/>
                  <a:moveTo>
                    <a:pt x="185265" y="37855"/>
                  </a:moveTo>
                  <a:lnTo>
                    <a:pt x="190628" y="37855"/>
                  </a:lnTo>
                  <a:lnTo>
                    <a:pt x="185265" y="33147"/>
                  </a:lnTo>
                  <a:close/>
                  <a:moveTo>
                    <a:pt x="68174" y="7873"/>
                  </a:moveTo>
                  <a:lnTo>
                    <a:pt x="62963" y="10917"/>
                  </a:lnTo>
                  <a:lnTo>
                    <a:pt x="68174" y="10917"/>
                  </a:lnTo>
                  <a:close/>
                  <a:moveTo>
                    <a:pt x="68174" y="10917"/>
                  </a:moveTo>
                  <a:lnTo>
                    <a:pt x="97447" y="0"/>
                  </a:lnTo>
                  <a:lnTo>
                    <a:pt x="68174" y="7873"/>
                  </a:lnTo>
                  <a:close/>
                  <a:moveTo>
                    <a:pt x="68174" y="10917"/>
                  </a:moveTo>
                  <a:lnTo>
                    <a:pt x="97447" y="10917"/>
                  </a:lnTo>
                  <a:lnTo>
                    <a:pt x="97447" y="0"/>
                  </a:lnTo>
                  <a:close/>
                  <a:moveTo>
                    <a:pt x="97447" y="10917"/>
                  </a:moveTo>
                  <a:lnTo>
                    <a:pt x="126719" y="1486"/>
                  </a:lnTo>
                  <a:lnTo>
                    <a:pt x="97447" y="0"/>
                  </a:lnTo>
                  <a:close/>
                  <a:moveTo>
                    <a:pt x="126719" y="10917"/>
                  </a:moveTo>
                  <a:lnTo>
                    <a:pt x="153007" y="10917"/>
                  </a:lnTo>
                  <a:lnTo>
                    <a:pt x="126719" y="1486"/>
                  </a:lnTo>
                  <a:close/>
                </a:path>
              </a:pathLst>
            </a:custGeom>
            <a:solidFill>
              <a:srgbClr val="717982"/>
            </a:solidFill>
            <a:ln w="4001">
              <a:solidFill>
                <a:srgbClr val="B6BABF"/>
              </a:solidFill>
            </a:ln>
          </p:spPr>
        </p:sp>
        <p:sp>
          <p:nvSpPr>
            <p:cNvPr id="4061" name="Match_B5__4060">
              <a:extLst>
                <a:ext uri="{FF2B5EF4-FFF2-40B4-BE49-F238E27FC236}">
                  <a16:creationId xmlns:a16="http://schemas.microsoft.com/office/drawing/2014/main" id="{505E9EC4-3C88-B0BF-3FEA-959D3EB9AE0A}"/>
                </a:ext>
              </a:extLst>
            </p:cNvPr>
            <p:cNvSpPr>
              <a:spLocks noGrp="1"/>
            </p:cNvSpPr>
            <p:nvPr/>
          </p:nvSpPr>
          <p:spPr>
            <a:xfrm>
              <a:off x="8414371" y="5023121"/>
              <a:ext cx="304988" cy="386567"/>
            </a:xfrm>
            <a:custGeom>
              <a:avLst/>
              <a:gdLst/>
              <a:ahLst/>
              <a:cxnLst/>
              <a:rect l="0" t="0" r="0" b="0"/>
              <a:pathLst>
                <a:path w="304988" h="386567">
                  <a:moveTo>
                    <a:pt x="58545" y="383610"/>
                  </a:moveTo>
                  <a:lnTo>
                    <a:pt x="87818" y="386567"/>
                  </a:lnTo>
                  <a:lnTo>
                    <a:pt x="87818" y="367650"/>
                  </a:lnTo>
                  <a:close/>
                  <a:moveTo>
                    <a:pt x="58545" y="383610"/>
                  </a:moveTo>
                  <a:lnTo>
                    <a:pt x="87818" y="367650"/>
                  </a:lnTo>
                  <a:lnTo>
                    <a:pt x="58545" y="360243"/>
                  </a:lnTo>
                  <a:close/>
                  <a:moveTo>
                    <a:pt x="87818" y="386567"/>
                  </a:moveTo>
                  <a:lnTo>
                    <a:pt x="117090" y="386567"/>
                  </a:lnTo>
                  <a:lnTo>
                    <a:pt x="87818" y="367650"/>
                  </a:lnTo>
                  <a:close/>
                  <a:moveTo>
                    <a:pt x="117090" y="386567"/>
                  </a:moveTo>
                  <a:lnTo>
                    <a:pt x="117090" y="369352"/>
                  </a:lnTo>
                  <a:lnTo>
                    <a:pt x="87818" y="367650"/>
                  </a:lnTo>
                  <a:close/>
                  <a:moveTo>
                    <a:pt x="117090" y="386567"/>
                  </a:moveTo>
                  <a:lnTo>
                    <a:pt x="131785" y="386567"/>
                  </a:lnTo>
                  <a:lnTo>
                    <a:pt x="117090" y="369352"/>
                  </a:lnTo>
                  <a:close/>
                  <a:moveTo>
                    <a:pt x="117090" y="369352"/>
                  </a:moveTo>
                  <a:lnTo>
                    <a:pt x="131785" y="386567"/>
                  </a:lnTo>
                  <a:lnTo>
                    <a:pt x="146363" y="385138"/>
                  </a:lnTo>
                  <a:close/>
                  <a:moveTo>
                    <a:pt x="117090" y="369352"/>
                  </a:moveTo>
                  <a:lnTo>
                    <a:pt x="146363" y="385138"/>
                  </a:lnTo>
                  <a:lnTo>
                    <a:pt x="146363" y="367484"/>
                  </a:lnTo>
                  <a:close/>
                  <a:moveTo>
                    <a:pt x="0" y="332690"/>
                  </a:moveTo>
                  <a:lnTo>
                    <a:pt x="0" y="343097"/>
                  </a:lnTo>
                  <a:lnTo>
                    <a:pt x="25180" y="332690"/>
                  </a:lnTo>
                  <a:close/>
                  <a:moveTo>
                    <a:pt x="0" y="343097"/>
                  </a:moveTo>
                  <a:lnTo>
                    <a:pt x="12482" y="359629"/>
                  </a:lnTo>
                  <a:lnTo>
                    <a:pt x="25180" y="332690"/>
                  </a:lnTo>
                  <a:close/>
                  <a:moveTo>
                    <a:pt x="25180" y="332690"/>
                  </a:moveTo>
                  <a:lnTo>
                    <a:pt x="12482" y="359629"/>
                  </a:lnTo>
                  <a:lnTo>
                    <a:pt x="29273" y="337720"/>
                  </a:lnTo>
                  <a:close/>
                  <a:moveTo>
                    <a:pt x="29273" y="337720"/>
                  </a:moveTo>
                  <a:lnTo>
                    <a:pt x="12482" y="359629"/>
                  </a:lnTo>
                  <a:lnTo>
                    <a:pt x="29273" y="359629"/>
                  </a:lnTo>
                  <a:close/>
                  <a:moveTo>
                    <a:pt x="29273" y="371884"/>
                  </a:moveTo>
                  <a:lnTo>
                    <a:pt x="57274" y="359629"/>
                  </a:lnTo>
                  <a:lnTo>
                    <a:pt x="29273" y="359629"/>
                  </a:lnTo>
                  <a:close/>
                  <a:moveTo>
                    <a:pt x="58545" y="360243"/>
                  </a:moveTo>
                  <a:lnTo>
                    <a:pt x="57274" y="359629"/>
                  </a:lnTo>
                  <a:lnTo>
                    <a:pt x="29273" y="371884"/>
                  </a:lnTo>
                  <a:close/>
                  <a:moveTo>
                    <a:pt x="58545" y="383610"/>
                  </a:moveTo>
                  <a:lnTo>
                    <a:pt x="58545" y="360243"/>
                  </a:lnTo>
                  <a:lnTo>
                    <a:pt x="29273" y="371884"/>
                  </a:lnTo>
                  <a:close/>
                  <a:moveTo>
                    <a:pt x="146363" y="385138"/>
                  </a:moveTo>
                  <a:lnTo>
                    <a:pt x="175636" y="380194"/>
                  </a:lnTo>
                  <a:lnTo>
                    <a:pt x="175636" y="362870"/>
                  </a:lnTo>
                  <a:close/>
                  <a:moveTo>
                    <a:pt x="146363" y="367484"/>
                  </a:moveTo>
                  <a:lnTo>
                    <a:pt x="146363" y="385138"/>
                  </a:lnTo>
                  <a:lnTo>
                    <a:pt x="175636" y="362870"/>
                  </a:lnTo>
                  <a:close/>
                  <a:moveTo>
                    <a:pt x="204908" y="372840"/>
                  </a:moveTo>
                  <a:lnTo>
                    <a:pt x="204908" y="359629"/>
                  </a:lnTo>
                  <a:lnTo>
                    <a:pt x="175636" y="362870"/>
                  </a:lnTo>
                  <a:close/>
                  <a:moveTo>
                    <a:pt x="175636" y="380194"/>
                  </a:moveTo>
                  <a:lnTo>
                    <a:pt x="204908" y="372840"/>
                  </a:lnTo>
                  <a:lnTo>
                    <a:pt x="175636" y="362870"/>
                  </a:lnTo>
                  <a:close/>
                  <a:moveTo>
                    <a:pt x="234181" y="359629"/>
                  </a:moveTo>
                  <a:lnTo>
                    <a:pt x="204908" y="359629"/>
                  </a:lnTo>
                  <a:lnTo>
                    <a:pt x="204908" y="372840"/>
                  </a:lnTo>
                  <a:close/>
                  <a:moveTo>
                    <a:pt x="204908" y="359629"/>
                  </a:moveTo>
                  <a:lnTo>
                    <a:pt x="234181" y="359629"/>
                  </a:lnTo>
                  <a:lnTo>
                    <a:pt x="204908" y="354881"/>
                  </a:lnTo>
                  <a:close/>
                  <a:moveTo>
                    <a:pt x="234181" y="359629"/>
                  </a:moveTo>
                  <a:lnTo>
                    <a:pt x="234181" y="341733"/>
                  </a:lnTo>
                  <a:lnTo>
                    <a:pt x="204908" y="354881"/>
                  </a:lnTo>
                  <a:close/>
                  <a:moveTo>
                    <a:pt x="234181" y="341733"/>
                  </a:moveTo>
                  <a:lnTo>
                    <a:pt x="263453" y="342767"/>
                  </a:lnTo>
                  <a:lnTo>
                    <a:pt x="263453" y="332690"/>
                  </a:lnTo>
                  <a:close/>
                  <a:moveTo>
                    <a:pt x="234181" y="359629"/>
                  </a:moveTo>
                  <a:lnTo>
                    <a:pt x="263453" y="342767"/>
                  </a:lnTo>
                  <a:lnTo>
                    <a:pt x="234181" y="341733"/>
                  </a:lnTo>
                  <a:close/>
                  <a:moveTo>
                    <a:pt x="19636" y="305752"/>
                  </a:moveTo>
                  <a:lnTo>
                    <a:pt x="0" y="305752"/>
                  </a:lnTo>
                  <a:lnTo>
                    <a:pt x="0" y="332690"/>
                  </a:lnTo>
                  <a:close/>
                  <a:moveTo>
                    <a:pt x="263453" y="315740"/>
                  </a:moveTo>
                  <a:lnTo>
                    <a:pt x="292726" y="305752"/>
                  </a:lnTo>
                  <a:lnTo>
                    <a:pt x="270782" y="305752"/>
                  </a:lnTo>
                  <a:close/>
                  <a:moveTo>
                    <a:pt x="263453" y="315740"/>
                  </a:moveTo>
                  <a:lnTo>
                    <a:pt x="292726" y="305807"/>
                  </a:lnTo>
                  <a:lnTo>
                    <a:pt x="292726" y="305752"/>
                  </a:lnTo>
                  <a:close/>
                  <a:moveTo>
                    <a:pt x="263453" y="332690"/>
                  </a:moveTo>
                  <a:lnTo>
                    <a:pt x="292726" y="305807"/>
                  </a:lnTo>
                  <a:lnTo>
                    <a:pt x="263453" y="315740"/>
                  </a:lnTo>
                  <a:close/>
                  <a:moveTo>
                    <a:pt x="0" y="305752"/>
                  </a:moveTo>
                  <a:lnTo>
                    <a:pt x="29273" y="278814"/>
                  </a:lnTo>
                  <a:lnTo>
                    <a:pt x="0" y="278814"/>
                  </a:lnTo>
                  <a:close/>
                  <a:moveTo>
                    <a:pt x="292726" y="305752"/>
                  </a:moveTo>
                  <a:lnTo>
                    <a:pt x="292726" y="278814"/>
                  </a:lnTo>
                  <a:lnTo>
                    <a:pt x="270782" y="305752"/>
                  </a:lnTo>
                  <a:close/>
                  <a:moveTo>
                    <a:pt x="29273" y="278814"/>
                  </a:moveTo>
                  <a:lnTo>
                    <a:pt x="29273" y="251876"/>
                  </a:lnTo>
                  <a:lnTo>
                    <a:pt x="0" y="278814"/>
                  </a:lnTo>
                  <a:close/>
                  <a:moveTo>
                    <a:pt x="292726" y="251876"/>
                  </a:moveTo>
                  <a:lnTo>
                    <a:pt x="292726" y="278814"/>
                  </a:lnTo>
                  <a:lnTo>
                    <a:pt x="301704" y="278814"/>
                  </a:lnTo>
                  <a:close/>
                  <a:moveTo>
                    <a:pt x="292726" y="278814"/>
                  </a:moveTo>
                  <a:lnTo>
                    <a:pt x="292726" y="251876"/>
                  </a:lnTo>
                  <a:lnTo>
                    <a:pt x="279993" y="278814"/>
                  </a:lnTo>
                  <a:close/>
                  <a:moveTo>
                    <a:pt x="58545" y="224937"/>
                  </a:moveTo>
                  <a:lnTo>
                    <a:pt x="56769" y="224937"/>
                  </a:lnTo>
                  <a:lnTo>
                    <a:pt x="58545" y="251683"/>
                  </a:lnTo>
                  <a:close/>
                  <a:moveTo>
                    <a:pt x="56769" y="224937"/>
                  </a:moveTo>
                  <a:lnTo>
                    <a:pt x="29273" y="245398"/>
                  </a:lnTo>
                  <a:lnTo>
                    <a:pt x="58545" y="251683"/>
                  </a:lnTo>
                  <a:close/>
                  <a:moveTo>
                    <a:pt x="58545" y="251683"/>
                  </a:moveTo>
                  <a:lnTo>
                    <a:pt x="29273" y="245398"/>
                  </a:lnTo>
                  <a:lnTo>
                    <a:pt x="58300" y="251876"/>
                  </a:lnTo>
                  <a:close/>
                  <a:moveTo>
                    <a:pt x="58300" y="251876"/>
                  </a:moveTo>
                  <a:lnTo>
                    <a:pt x="29273" y="245398"/>
                  </a:lnTo>
                  <a:lnTo>
                    <a:pt x="29273" y="251876"/>
                  </a:lnTo>
                  <a:close/>
                  <a:moveTo>
                    <a:pt x="292726" y="224937"/>
                  </a:moveTo>
                  <a:lnTo>
                    <a:pt x="292726" y="251876"/>
                  </a:lnTo>
                  <a:lnTo>
                    <a:pt x="304725" y="251876"/>
                  </a:lnTo>
                  <a:close/>
                  <a:moveTo>
                    <a:pt x="292726" y="251876"/>
                  </a:moveTo>
                  <a:lnTo>
                    <a:pt x="292726" y="224937"/>
                  </a:lnTo>
                  <a:lnTo>
                    <a:pt x="281333" y="251876"/>
                  </a:lnTo>
                  <a:close/>
                  <a:moveTo>
                    <a:pt x="87818" y="224937"/>
                  </a:moveTo>
                  <a:lnTo>
                    <a:pt x="87818" y="197999"/>
                  </a:lnTo>
                  <a:lnTo>
                    <a:pt x="58545" y="224937"/>
                  </a:lnTo>
                  <a:close/>
                  <a:moveTo>
                    <a:pt x="87818" y="224937"/>
                  </a:moveTo>
                  <a:lnTo>
                    <a:pt x="58545" y="224937"/>
                  </a:lnTo>
                  <a:lnTo>
                    <a:pt x="87818" y="231110"/>
                  </a:lnTo>
                  <a:close/>
                  <a:moveTo>
                    <a:pt x="58545" y="224937"/>
                  </a:moveTo>
                  <a:lnTo>
                    <a:pt x="58545" y="251683"/>
                  </a:lnTo>
                  <a:lnTo>
                    <a:pt x="87818" y="231110"/>
                  </a:lnTo>
                  <a:close/>
                  <a:moveTo>
                    <a:pt x="87818" y="224937"/>
                  </a:moveTo>
                  <a:lnTo>
                    <a:pt x="117090" y="197999"/>
                  </a:lnTo>
                  <a:lnTo>
                    <a:pt x="87818" y="197999"/>
                  </a:lnTo>
                  <a:close/>
                  <a:moveTo>
                    <a:pt x="292726" y="197999"/>
                  </a:moveTo>
                  <a:lnTo>
                    <a:pt x="292726" y="224937"/>
                  </a:lnTo>
                  <a:lnTo>
                    <a:pt x="304988" y="224937"/>
                  </a:lnTo>
                  <a:close/>
                  <a:moveTo>
                    <a:pt x="292726" y="224937"/>
                  </a:moveTo>
                  <a:lnTo>
                    <a:pt x="292726" y="197999"/>
                  </a:lnTo>
                  <a:lnTo>
                    <a:pt x="278069" y="224937"/>
                  </a:lnTo>
                  <a:close/>
                  <a:moveTo>
                    <a:pt x="117090" y="197999"/>
                  </a:moveTo>
                  <a:lnTo>
                    <a:pt x="117090" y="171061"/>
                  </a:lnTo>
                  <a:lnTo>
                    <a:pt x="87818" y="197999"/>
                  </a:lnTo>
                  <a:close/>
                  <a:moveTo>
                    <a:pt x="292726" y="197999"/>
                  </a:moveTo>
                  <a:lnTo>
                    <a:pt x="292726" y="171061"/>
                  </a:lnTo>
                  <a:lnTo>
                    <a:pt x="272248" y="197999"/>
                  </a:lnTo>
                  <a:close/>
                  <a:moveTo>
                    <a:pt x="87818" y="144122"/>
                  </a:moveTo>
                  <a:lnTo>
                    <a:pt x="87818" y="168829"/>
                  </a:lnTo>
                  <a:lnTo>
                    <a:pt x="117090" y="171061"/>
                  </a:lnTo>
                  <a:close/>
                  <a:moveTo>
                    <a:pt x="117090" y="144122"/>
                  </a:moveTo>
                  <a:lnTo>
                    <a:pt x="87818" y="144122"/>
                  </a:lnTo>
                  <a:lnTo>
                    <a:pt x="117090" y="171061"/>
                  </a:lnTo>
                  <a:close/>
                  <a:moveTo>
                    <a:pt x="263502" y="171061"/>
                  </a:moveTo>
                  <a:lnTo>
                    <a:pt x="292726" y="171061"/>
                  </a:lnTo>
                  <a:lnTo>
                    <a:pt x="263453" y="144122"/>
                  </a:lnTo>
                  <a:close/>
                  <a:moveTo>
                    <a:pt x="263453" y="144122"/>
                  </a:moveTo>
                  <a:lnTo>
                    <a:pt x="292726" y="171061"/>
                  </a:lnTo>
                  <a:lnTo>
                    <a:pt x="291098" y="144122"/>
                  </a:lnTo>
                  <a:close/>
                  <a:moveTo>
                    <a:pt x="58545" y="117184"/>
                  </a:moveTo>
                  <a:lnTo>
                    <a:pt x="58545" y="134954"/>
                  </a:lnTo>
                  <a:lnTo>
                    <a:pt x="74636" y="117184"/>
                  </a:lnTo>
                  <a:close/>
                  <a:moveTo>
                    <a:pt x="58545" y="134954"/>
                  </a:moveTo>
                  <a:lnTo>
                    <a:pt x="69919" y="144122"/>
                  </a:lnTo>
                  <a:lnTo>
                    <a:pt x="74636" y="117184"/>
                  </a:lnTo>
                  <a:close/>
                  <a:moveTo>
                    <a:pt x="74636" y="117184"/>
                  </a:moveTo>
                  <a:lnTo>
                    <a:pt x="69919" y="144122"/>
                  </a:lnTo>
                  <a:lnTo>
                    <a:pt x="87818" y="126835"/>
                  </a:lnTo>
                  <a:close/>
                  <a:moveTo>
                    <a:pt x="87818" y="126835"/>
                  </a:moveTo>
                  <a:lnTo>
                    <a:pt x="69919" y="144122"/>
                  </a:lnTo>
                  <a:lnTo>
                    <a:pt x="87818" y="144122"/>
                  </a:lnTo>
                  <a:close/>
                  <a:moveTo>
                    <a:pt x="263453" y="117184"/>
                  </a:moveTo>
                  <a:lnTo>
                    <a:pt x="263453" y="144122"/>
                  </a:lnTo>
                  <a:lnTo>
                    <a:pt x="291098" y="144122"/>
                  </a:lnTo>
                  <a:close/>
                  <a:moveTo>
                    <a:pt x="234181" y="117184"/>
                  </a:moveTo>
                  <a:lnTo>
                    <a:pt x="263453" y="144122"/>
                  </a:lnTo>
                  <a:lnTo>
                    <a:pt x="263453" y="117184"/>
                  </a:lnTo>
                  <a:close/>
                  <a:moveTo>
                    <a:pt x="29273" y="90246"/>
                  </a:moveTo>
                  <a:lnTo>
                    <a:pt x="29273" y="101157"/>
                  </a:lnTo>
                  <a:lnTo>
                    <a:pt x="47317" y="90246"/>
                  </a:lnTo>
                  <a:close/>
                  <a:moveTo>
                    <a:pt x="29273" y="101157"/>
                  </a:moveTo>
                  <a:lnTo>
                    <a:pt x="41109" y="117184"/>
                  </a:lnTo>
                  <a:lnTo>
                    <a:pt x="47317" y="90246"/>
                  </a:lnTo>
                  <a:close/>
                  <a:moveTo>
                    <a:pt x="47317" y="90246"/>
                  </a:moveTo>
                  <a:lnTo>
                    <a:pt x="41109" y="117184"/>
                  </a:lnTo>
                  <a:lnTo>
                    <a:pt x="58545" y="104053"/>
                  </a:lnTo>
                  <a:close/>
                  <a:moveTo>
                    <a:pt x="58545" y="104053"/>
                  </a:moveTo>
                  <a:lnTo>
                    <a:pt x="41109" y="117184"/>
                  </a:lnTo>
                  <a:lnTo>
                    <a:pt x="58545" y="117184"/>
                  </a:lnTo>
                  <a:close/>
                  <a:moveTo>
                    <a:pt x="234181" y="117184"/>
                  </a:moveTo>
                  <a:lnTo>
                    <a:pt x="263453" y="117184"/>
                  </a:lnTo>
                  <a:lnTo>
                    <a:pt x="234181" y="90246"/>
                  </a:lnTo>
                  <a:close/>
                  <a:moveTo>
                    <a:pt x="204908" y="90246"/>
                  </a:moveTo>
                  <a:lnTo>
                    <a:pt x="234181" y="117184"/>
                  </a:lnTo>
                  <a:lnTo>
                    <a:pt x="234181" y="90246"/>
                  </a:lnTo>
                  <a:close/>
                  <a:moveTo>
                    <a:pt x="17258" y="63308"/>
                  </a:moveTo>
                  <a:lnTo>
                    <a:pt x="29273" y="90246"/>
                  </a:lnTo>
                  <a:lnTo>
                    <a:pt x="29273" y="63308"/>
                  </a:lnTo>
                  <a:close/>
                  <a:moveTo>
                    <a:pt x="40331" y="63308"/>
                  </a:moveTo>
                  <a:lnTo>
                    <a:pt x="29273" y="63308"/>
                  </a:lnTo>
                  <a:lnTo>
                    <a:pt x="29273" y="90246"/>
                  </a:lnTo>
                  <a:close/>
                  <a:moveTo>
                    <a:pt x="204908" y="90246"/>
                  </a:moveTo>
                  <a:lnTo>
                    <a:pt x="234181" y="90246"/>
                  </a:lnTo>
                  <a:lnTo>
                    <a:pt x="204908" y="63308"/>
                  </a:lnTo>
                  <a:close/>
                  <a:moveTo>
                    <a:pt x="175636" y="63308"/>
                  </a:moveTo>
                  <a:lnTo>
                    <a:pt x="204908" y="90246"/>
                  </a:lnTo>
                  <a:lnTo>
                    <a:pt x="204908" y="63308"/>
                  </a:lnTo>
                  <a:close/>
                  <a:moveTo>
                    <a:pt x="51593" y="36369"/>
                  </a:moveTo>
                  <a:lnTo>
                    <a:pt x="29273" y="36369"/>
                  </a:lnTo>
                  <a:lnTo>
                    <a:pt x="29273" y="63308"/>
                  </a:lnTo>
                  <a:close/>
                  <a:moveTo>
                    <a:pt x="175636" y="63308"/>
                  </a:moveTo>
                  <a:lnTo>
                    <a:pt x="204908" y="63308"/>
                  </a:lnTo>
                  <a:lnTo>
                    <a:pt x="175636" y="36369"/>
                  </a:lnTo>
                  <a:close/>
                  <a:moveTo>
                    <a:pt x="175636" y="63308"/>
                  </a:moveTo>
                  <a:lnTo>
                    <a:pt x="175636" y="36369"/>
                  </a:lnTo>
                  <a:lnTo>
                    <a:pt x="172740" y="63308"/>
                  </a:lnTo>
                  <a:close/>
                  <a:moveTo>
                    <a:pt x="175636" y="36369"/>
                  </a:moveTo>
                  <a:lnTo>
                    <a:pt x="149361" y="36369"/>
                  </a:lnTo>
                  <a:lnTo>
                    <a:pt x="172740" y="63308"/>
                  </a:lnTo>
                  <a:close/>
                  <a:moveTo>
                    <a:pt x="58545" y="9431"/>
                  </a:moveTo>
                  <a:lnTo>
                    <a:pt x="53334" y="9431"/>
                  </a:lnTo>
                  <a:lnTo>
                    <a:pt x="58545" y="30171"/>
                  </a:lnTo>
                  <a:close/>
                  <a:moveTo>
                    <a:pt x="53334" y="9431"/>
                  </a:moveTo>
                  <a:lnTo>
                    <a:pt x="29273" y="30678"/>
                  </a:lnTo>
                  <a:lnTo>
                    <a:pt x="58545" y="30171"/>
                  </a:lnTo>
                  <a:close/>
                  <a:moveTo>
                    <a:pt x="58545" y="30171"/>
                  </a:moveTo>
                  <a:lnTo>
                    <a:pt x="29273" y="30678"/>
                  </a:lnTo>
                  <a:lnTo>
                    <a:pt x="51593" y="36369"/>
                  </a:lnTo>
                  <a:close/>
                  <a:moveTo>
                    <a:pt x="51593" y="36369"/>
                  </a:moveTo>
                  <a:lnTo>
                    <a:pt x="29273" y="30678"/>
                  </a:lnTo>
                  <a:lnTo>
                    <a:pt x="29273" y="36369"/>
                  </a:lnTo>
                  <a:close/>
                  <a:moveTo>
                    <a:pt x="146363" y="10689"/>
                  </a:moveTo>
                  <a:lnTo>
                    <a:pt x="117090" y="9431"/>
                  </a:lnTo>
                  <a:lnTo>
                    <a:pt x="117090" y="20039"/>
                  </a:lnTo>
                  <a:close/>
                  <a:moveTo>
                    <a:pt x="146363" y="10689"/>
                  </a:moveTo>
                  <a:lnTo>
                    <a:pt x="117090" y="20039"/>
                  </a:lnTo>
                  <a:lnTo>
                    <a:pt x="146363" y="34015"/>
                  </a:lnTo>
                  <a:close/>
                  <a:moveTo>
                    <a:pt x="175636" y="31662"/>
                  </a:moveTo>
                  <a:lnTo>
                    <a:pt x="149361" y="36369"/>
                  </a:lnTo>
                  <a:lnTo>
                    <a:pt x="175636" y="36369"/>
                  </a:lnTo>
                  <a:close/>
                  <a:moveTo>
                    <a:pt x="146363" y="34015"/>
                  </a:moveTo>
                  <a:lnTo>
                    <a:pt x="149361" y="36369"/>
                  </a:lnTo>
                  <a:lnTo>
                    <a:pt x="175636" y="31662"/>
                  </a:lnTo>
                  <a:close/>
                  <a:moveTo>
                    <a:pt x="146363" y="10689"/>
                  </a:moveTo>
                  <a:lnTo>
                    <a:pt x="146363" y="34015"/>
                  </a:lnTo>
                  <a:lnTo>
                    <a:pt x="175636" y="31662"/>
                  </a:lnTo>
                  <a:close/>
                  <a:moveTo>
                    <a:pt x="87818" y="9431"/>
                  </a:moveTo>
                  <a:lnTo>
                    <a:pt x="58545" y="9431"/>
                  </a:lnTo>
                  <a:lnTo>
                    <a:pt x="87818" y="18230"/>
                  </a:lnTo>
                  <a:close/>
                  <a:moveTo>
                    <a:pt x="58545" y="9431"/>
                  </a:moveTo>
                  <a:lnTo>
                    <a:pt x="58545" y="30171"/>
                  </a:lnTo>
                  <a:lnTo>
                    <a:pt x="87818" y="18230"/>
                  </a:lnTo>
                  <a:close/>
                  <a:moveTo>
                    <a:pt x="87818" y="9431"/>
                  </a:moveTo>
                  <a:lnTo>
                    <a:pt x="117090" y="9431"/>
                  </a:lnTo>
                  <a:lnTo>
                    <a:pt x="117090" y="0"/>
                  </a:lnTo>
                  <a:close/>
                  <a:moveTo>
                    <a:pt x="117090" y="9431"/>
                  </a:moveTo>
                  <a:lnTo>
                    <a:pt x="87818" y="9431"/>
                  </a:lnTo>
                  <a:lnTo>
                    <a:pt x="117090" y="20039"/>
                  </a:lnTo>
                  <a:close/>
                </a:path>
              </a:pathLst>
            </a:custGeom>
            <a:solidFill>
              <a:srgbClr val="757D86"/>
            </a:solidFill>
            <a:ln w="4001">
              <a:solidFill>
                <a:srgbClr val="B6BABF"/>
              </a:solidFill>
            </a:ln>
          </p:spPr>
        </p:sp>
        <p:sp>
          <p:nvSpPr>
            <p:cNvPr id="4062" name="Match_B5__4061">
              <a:extLst>
                <a:ext uri="{FF2B5EF4-FFF2-40B4-BE49-F238E27FC236}">
                  <a16:creationId xmlns:a16="http://schemas.microsoft.com/office/drawing/2014/main" id="{26D6E6E2-E7D0-2A1F-661A-136EE876F56A}"/>
                </a:ext>
              </a:extLst>
            </p:cNvPr>
            <p:cNvSpPr>
              <a:spLocks noGrp="1"/>
            </p:cNvSpPr>
            <p:nvPr/>
          </p:nvSpPr>
          <p:spPr>
            <a:xfrm>
              <a:off x="8414371" y="5032552"/>
              <a:ext cx="292726" cy="359921"/>
            </a:xfrm>
            <a:custGeom>
              <a:avLst/>
              <a:gdLst/>
              <a:ahLst/>
              <a:cxnLst/>
              <a:rect l="0" t="0" r="0" b="0"/>
              <a:pathLst>
                <a:path w="292726" h="359921">
                  <a:moveTo>
                    <a:pt x="29273" y="350198"/>
                  </a:moveTo>
                  <a:lnTo>
                    <a:pt x="57274" y="350198"/>
                  </a:lnTo>
                  <a:lnTo>
                    <a:pt x="29273" y="328289"/>
                  </a:lnTo>
                  <a:close/>
                  <a:moveTo>
                    <a:pt x="175636" y="353439"/>
                  </a:moveTo>
                  <a:lnTo>
                    <a:pt x="204908" y="350198"/>
                  </a:lnTo>
                  <a:lnTo>
                    <a:pt x="188054" y="350198"/>
                  </a:lnTo>
                  <a:close/>
                  <a:moveTo>
                    <a:pt x="188054" y="350198"/>
                  </a:moveTo>
                  <a:lnTo>
                    <a:pt x="204908" y="350198"/>
                  </a:lnTo>
                  <a:lnTo>
                    <a:pt x="204908" y="345450"/>
                  </a:lnTo>
                  <a:close/>
                  <a:moveTo>
                    <a:pt x="234181" y="332302"/>
                  </a:moveTo>
                  <a:lnTo>
                    <a:pt x="263453" y="323260"/>
                  </a:lnTo>
                  <a:lnTo>
                    <a:pt x="247350" y="323260"/>
                  </a:lnTo>
                  <a:close/>
                  <a:moveTo>
                    <a:pt x="25180" y="323260"/>
                  </a:moveTo>
                  <a:lnTo>
                    <a:pt x="19636" y="296321"/>
                  </a:lnTo>
                  <a:lnTo>
                    <a:pt x="0" y="323260"/>
                  </a:lnTo>
                  <a:close/>
                  <a:moveTo>
                    <a:pt x="247350" y="323260"/>
                  </a:moveTo>
                  <a:lnTo>
                    <a:pt x="263453" y="323260"/>
                  </a:lnTo>
                  <a:lnTo>
                    <a:pt x="263453" y="306309"/>
                  </a:lnTo>
                  <a:close/>
                  <a:moveTo>
                    <a:pt x="19636" y="296321"/>
                  </a:moveTo>
                  <a:lnTo>
                    <a:pt x="29273" y="271738"/>
                  </a:lnTo>
                  <a:lnTo>
                    <a:pt x="0" y="296321"/>
                  </a:lnTo>
                  <a:close/>
                  <a:moveTo>
                    <a:pt x="0" y="296321"/>
                  </a:moveTo>
                  <a:lnTo>
                    <a:pt x="29273" y="271738"/>
                  </a:lnTo>
                  <a:lnTo>
                    <a:pt x="29273" y="269383"/>
                  </a:lnTo>
                  <a:close/>
                  <a:moveTo>
                    <a:pt x="292726" y="269383"/>
                  </a:moveTo>
                  <a:lnTo>
                    <a:pt x="279993" y="269383"/>
                  </a:lnTo>
                  <a:lnTo>
                    <a:pt x="270782" y="296321"/>
                  </a:lnTo>
                  <a:close/>
                  <a:moveTo>
                    <a:pt x="30337" y="269383"/>
                  </a:moveTo>
                  <a:lnTo>
                    <a:pt x="58300" y="242445"/>
                  </a:lnTo>
                  <a:lnTo>
                    <a:pt x="29273" y="269383"/>
                  </a:lnTo>
                  <a:close/>
                  <a:moveTo>
                    <a:pt x="58300" y="242445"/>
                  </a:moveTo>
                  <a:lnTo>
                    <a:pt x="29273" y="242445"/>
                  </a:lnTo>
                  <a:lnTo>
                    <a:pt x="29273" y="269383"/>
                  </a:lnTo>
                  <a:close/>
                  <a:moveTo>
                    <a:pt x="29273" y="269383"/>
                  </a:moveTo>
                  <a:lnTo>
                    <a:pt x="29273" y="271738"/>
                  </a:lnTo>
                  <a:lnTo>
                    <a:pt x="30337" y="269383"/>
                  </a:lnTo>
                  <a:close/>
                  <a:moveTo>
                    <a:pt x="292726" y="242445"/>
                  </a:moveTo>
                  <a:lnTo>
                    <a:pt x="281333" y="242445"/>
                  </a:lnTo>
                  <a:lnTo>
                    <a:pt x="279993" y="269383"/>
                  </a:lnTo>
                  <a:close/>
                  <a:moveTo>
                    <a:pt x="292726" y="215506"/>
                  </a:moveTo>
                  <a:lnTo>
                    <a:pt x="278069" y="215506"/>
                  </a:lnTo>
                  <a:lnTo>
                    <a:pt x="281333" y="242445"/>
                  </a:lnTo>
                  <a:close/>
                  <a:moveTo>
                    <a:pt x="96901" y="215506"/>
                  </a:moveTo>
                  <a:lnTo>
                    <a:pt x="117090" y="195914"/>
                  </a:lnTo>
                  <a:lnTo>
                    <a:pt x="87818" y="215506"/>
                  </a:lnTo>
                  <a:close/>
                  <a:moveTo>
                    <a:pt x="87818" y="215506"/>
                  </a:moveTo>
                  <a:lnTo>
                    <a:pt x="117090" y="195914"/>
                  </a:lnTo>
                  <a:lnTo>
                    <a:pt x="117090" y="188568"/>
                  </a:lnTo>
                  <a:close/>
                  <a:moveTo>
                    <a:pt x="87818" y="215506"/>
                  </a:moveTo>
                  <a:lnTo>
                    <a:pt x="87818" y="221679"/>
                  </a:lnTo>
                  <a:lnTo>
                    <a:pt x="96901" y="215506"/>
                  </a:lnTo>
                  <a:close/>
                  <a:moveTo>
                    <a:pt x="292726" y="188568"/>
                  </a:moveTo>
                  <a:lnTo>
                    <a:pt x="272248" y="188568"/>
                  </a:lnTo>
                  <a:lnTo>
                    <a:pt x="278069" y="215506"/>
                  </a:lnTo>
                  <a:close/>
                  <a:moveTo>
                    <a:pt x="124814" y="188568"/>
                  </a:moveTo>
                  <a:lnTo>
                    <a:pt x="134279" y="161630"/>
                  </a:lnTo>
                  <a:lnTo>
                    <a:pt x="117090" y="188568"/>
                  </a:lnTo>
                  <a:close/>
                  <a:moveTo>
                    <a:pt x="134279" y="161630"/>
                  </a:moveTo>
                  <a:lnTo>
                    <a:pt x="117090" y="161630"/>
                  </a:lnTo>
                  <a:lnTo>
                    <a:pt x="117090" y="188568"/>
                  </a:lnTo>
                  <a:close/>
                  <a:moveTo>
                    <a:pt x="117090" y="188568"/>
                  </a:moveTo>
                  <a:lnTo>
                    <a:pt x="117090" y="195914"/>
                  </a:lnTo>
                  <a:lnTo>
                    <a:pt x="124814" y="188568"/>
                  </a:lnTo>
                  <a:close/>
                  <a:moveTo>
                    <a:pt x="292726" y="161630"/>
                  </a:moveTo>
                  <a:lnTo>
                    <a:pt x="263502" y="161630"/>
                  </a:lnTo>
                  <a:lnTo>
                    <a:pt x="272248" y="188568"/>
                  </a:lnTo>
                  <a:close/>
                  <a:moveTo>
                    <a:pt x="134279" y="161630"/>
                  </a:moveTo>
                  <a:lnTo>
                    <a:pt x="117694" y="134691"/>
                  </a:lnTo>
                  <a:lnTo>
                    <a:pt x="117090" y="161630"/>
                  </a:lnTo>
                  <a:close/>
                  <a:moveTo>
                    <a:pt x="117694" y="134691"/>
                  </a:moveTo>
                  <a:lnTo>
                    <a:pt x="117090" y="134691"/>
                  </a:lnTo>
                  <a:lnTo>
                    <a:pt x="117090" y="161630"/>
                  </a:lnTo>
                  <a:close/>
                  <a:moveTo>
                    <a:pt x="263453" y="161533"/>
                  </a:moveTo>
                  <a:lnTo>
                    <a:pt x="263502" y="161630"/>
                  </a:lnTo>
                  <a:lnTo>
                    <a:pt x="263453" y="134691"/>
                  </a:lnTo>
                  <a:close/>
                  <a:moveTo>
                    <a:pt x="87818" y="134691"/>
                  </a:moveTo>
                  <a:lnTo>
                    <a:pt x="117090" y="134691"/>
                  </a:lnTo>
                  <a:lnTo>
                    <a:pt x="87818" y="117404"/>
                  </a:lnTo>
                  <a:close/>
                  <a:moveTo>
                    <a:pt x="117090" y="134691"/>
                  </a:moveTo>
                  <a:lnTo>
                    <a:pt x="117090" y="134367"/>
                  </a:lnTo>
                  <a:lnTo>
                    <a:pt x="87818" y="117404"/>
                  </a:lnTo>
                  <a:close/>
                  <a:moveTo>
                    <a:pt x="117090" y="134691"/>
                  </a:moveTo>
                  <a:lnTo>
                    <a:pt x="117694" y="134691"/>
                  </a:lnTo>
                  <a:lnTo>
                    <a:pt x="117090" y="134367"/>
                  </a:lnTo>
                  <a:close/>
                  <a:moveTo>
                    <a:pt x="234181" y="124280"/>
                  </a:moveTo>
                  <a:lnTo>
                    <a:pt x="244213" y="134691"/>
                  </a:lnTo>
                  <a:lnTo>
                    <a:pt x="234181" y="107753"/>
                  </a:lnTo>
                  <a:close/>
                  <a:moveTo>
                    <a:pt x="234181" y="107753"/>
                  </a:moveTo>
                  <a:lnTo>
                    <a:pt x="244213" y="134691"/>
                  </a:lnTo>
                  <a:lnTo>
                    <a:pt x="263453" y="134691"/>
                  </a:lnTo>
                  <a:close/>
                  <a:moveTo>
                    <a:pt x="263453" y="161533"/>
                  </a:moveTo>
                  <a:lnTo>
                    <a:pt x="263453" y="134691"/>
                  </a:lnTo>
                  <a:lnTo>
                    <a:pt x="244213" y="134691"/>
                  </a:lnTo>
                  <a:close/>
                  <a:moveTo>
                    <a:pt x="58545" y="107753"/>
                  </a:moveTo>
                  <a:lnTo>
                    <a:pt x="74636" y="107753"/>
                  </a:lnTo>
                  <a:lnTo>
                    <a:pt x="58545" y="94623"/>
                  </a:lnTo>
                  <a:close/>
                  <a:moveTo>
                    <a:pt x="204908" y="99192"/>
                  </a:moveTo>
                  <a:lnTo>
                    <a:pt x="214063" y="107753"/>
                  </a:lnTo>
                  <a:lnTo>
                    <a:pt x="204908" y="80815"/>
                  </a:lnTo>
                  <a:close/>
                  <a:moveTo>
                    <a:pt x="204908" y="80815"/>
                  </a:moveTo>
                  <a:lnTo>
                    <a:pt x="214063" y="107753"/>
                  </a:lnTo>
                  <a:lnTo>
                    <a:pt x="234181" y="107753"/>
                  </a:lnTo>
                  <a:close/>
                  <a:moveTo>
                    <a:pt x="234181" y="124280"/>
                  </a:moveTo>
                  <a:lnTo>
                    <a:pt x="234181" y="107753"/>
                  </a:lnTo>
                  <a:lnTo>
                    <a:pt x="214063" y="107753"/>
                  </a:lnTo>
                  <a:close/>
                  <a:moveTo>
                    <a:pt x="47317" y="80815"/>
                  </a:moveTo>
                  <a:lnTo>
                    <a:pt x="40331" y="53877"/>
                  </a:lnTo>
                  <a:lnTo>
                    <a:pt x="29273" y="80815"/>
                  </a:lnTo>
                  <a:close/>
                  <a:moveTo>
                    <a:pt x="175636" y="59157"/>
                  </a:moveTo>
                  <a:lnTo>
                    <a:pt x="190038" y="80815"/>
                  </a:lnTo>
                  <a:lnTo>
                    <a:pt x="175636" y="53877"/>
                  </a:lnTo>
                  <a:close/>
                  <a:moveTo>
                    <a:pt x="175636" y="53877"/>
                  </a:moveTo>
                  <a:lnTo>
                    <a:pt x="190038" y="80815"/>
                  </a:lnTo>
                  <a:lnTo>
                    <a:pt x="204908" y="80815"/>
                  </a:lnTo>
                  <a:close/>
                  <a:moveTo>
                    <a:pt x="204908" y="99192"/>
                  </a:moveTo>
                  <a:lnTo>
                    <a:pt x="204908" y="80815"/>
                  </a:lnTo>
                  <a:lnTo>
                    <a:pt x="190038" y="80815"/>
                  </a:lnTo>
                  <a:close/>
                  <a:moveTo>
                    <a:pt x="40331" y="53877"/>
                  </a:moveTo>
                  <a:lnTo>
                    <a:pt x="51593" y="26938"/>
                  </a:lnTo>
                  <a:lnTo>
                    <a:pt x="29273" y="53877"/>
                  </a:lnTo>
                  <a:close/>
                  <a:moveTo>
                    <a:pt x="175636" y="59157"/>
                  </a:moveTo>
                  <a:lnTo>
                    <a:pt x="175636" y="53877"/>
                  </a:lnTo>
                  <a:lnTo>
                    <a:pt x="172740" y="53877"/>
                  </a:lnTo>
                  <a:close/>
                  <a:moveTo>
                    <a:pt x="87818" y="0"/>
                  </a:moveTo>
                  <a:lnTo>
                    <a:pt x="87818" y="8799"/>
                  </a:lnTo>
                  <a:lnTo>
                    <a:pt x="117090" y="10608"/>
                  </a:lnTo>
                  <a:close/>
                  <a:moveTo>
                    <a:pt x="57274" y="350198"/>
                  </a:moveTo>
                  <a:lnTo>
                    <a:pt x="58545" y="350812"/>
                  </a:lnTo>
                  <a:lnTo>
                    <a:pt x="58545" y="350198"/>
                  </a:lnTo>
                  <a:close/>
                  <a:moveTo>
                    <a:pt x="58545" y="350198"/>
                  </a:moveTo>
                  <a:lnTo>
                    <a:pt x="29273" y="328289"/>
                  </a:lnTo>
                  <a:lnTo>
                    <a:pt x="57274" y="350198"/>
                  </a:lnTo>
                  <a:close/>
                  <a:moveTo>
                    <a:pt x="29273" y="323260"/>
                  </a:moveTo>
                  <a:lnTo>
                    <a:pt x="29273" y="328289"/>
                  </a:lnTo>
                  <a:lnTo>
                    <a:pt x="58545" y="350198"/>
                  </a:lnTo>
                  <a:close/>
                  <a:moveTo>
                    <a:pt x="87818" y="350198"/>
                  </a:moveTo>
                  <a:lnTo>
                    <a:pt x="58545" y="350812"/>
                  </a:lnTo>
                  <a:lnTo>
                    <a:pt x="87818" y="358219"/>
                  </a:lnTo>
                  <a:close/>
                  <a:moveTo>
                    <a:pt x="87818" y="350198"/>
                  </a:moveTo>
                  <a:lnTo>
                    <a:pt x="58545" y="350198"/>
                  </a:lnTo>
                  <a:lnTo>
                    <a:pt x="58545" y="350812"/>
                  </a:lnTo>
                  <a:close/>
                  <a:moveTo>
                    <a:pt x="117090" y="350198"/>
                  </a:moveTo>
                  <a:lnTo>
                    <a:pt x="87818" y="358219"/>
                  </a:lnTo>
                  <a:lnTo>
                    <a:pt x="117090" y="359921"/>
                  </a:lnTo>
                  <a:close/>
                  <a:moveTo>
                    <a:pt x="146363" y="350198"/>
                  </a:moveTo>
                  <a:lnTo>
                    <a:pt x="117090" y="359921"/>
                  </a:lnTo>
                  <a:lnTo>
                    <a:pt x="146363" y="358053"/>
                  </a:lnTo>
                  <a:close/>
                  <a:moveTo>
                    <a:pt x="175636" y="350198"/>
                  </a:moveTo>
                  <a:lnTo>
                    <a:pt x="146363" y="358053"/>
                  </a:lnTo>
                  <a:lnTo>
                    <a:pt x="175636" y="353439"/>
                  </a:lnTo>
                  <a:close/>
                  <a:moveTo>
                    <a:pt x="175636" y="350198"/>
                  </a:moveTo>
                  <a:lnTo>
                    <a:pt x="146363" y="350198"/>
                  </a:lnTo>
                  <a:lnTo>
                    <a:pt x="146363" y="358053"/>
                  </a:lnTo>
                  <a:close/>
                  <a:moveTo>
                    <a:pt x="175636" y="350198"/>
                  </a:moveTo>
                  <a:lnTo>
                    <a:pt x="175636" y="353439"/>
                  </a:lnTo>
                  <a:lnTo>
                    <a:pt x="188054" y="350198"/>
                  </a:lnTo>
                  <a:close/>
                  <a:moveTo>
                    <a:pt x="25180" y="323260"/>
                  </a:moveTo>
                  <a:lnTo>
                    <a:pt x="29273" y="328289"/>
                  </a:lnTo>
                  <a:lnTo>
                    <a:pt x="29273" y="323260"/>
                  </a:lnTo>
                  <a:close/>
                  <a:moveTo>
                    <a:pt x="19636" y="296321"/>
                  </a:moveTo>
                  <a:lnTo>
                    <a:pt x="29273" y="323260"/>
                  </a:lnTo>
                  <a:lnTo>
                    <a:pt x="29273" y="296321"/>
                  </a:lnTo>
                  <a:close/>
                  <a:moveTo>
                    <a:pt x="19636" y="296321"/>
                  </a:moveTo>
                  <a:lnTo>
                    <a:pt x="25180" y="323260"/>
                  </a:lnTo>
                  <a:lnTo>
                    <a:pt x="29273" y="323260"/>
                  </a:lnTo>
                  <a:close/>
                  <a:moveTo>
                    <a:pt x="234181" y="323260"/>
                  </a:moveTo>
                  <a:lnTo>
                    <a:pt x="204908" y="345450"/>
                  </a:lnTo>
                  <a:lnTo>
                    <a:pt x="234181" y="332302"/>
                  </a:lnTo>
                  <a:close/>
                  <a:moveTo>
                    <a:pt x="234181" y="323260"/>
                  </a:moveTo>
                  <a:lnTo>
                    <a:pt x="234181" y="332302"/>
                  </a:lnTo>
                  <a:lnTo>
                    <a:pt x="247350" y="323260"/>
                  </a:lnTo>
                  <a:close/>
                  <a:moveTo>
                    <a:pt x="263453" y="296321"/>
                  </a:moveTo>
                  <a:lnTo>
                    <a:pt x="247350" y="323260"/>
                  </a:lnTo>
                  <a:lnTo>
                    <a:pt x="263453" y="306309"/>
                  </a:lnTo>
                  <a:close/>
                  <a:moveTo>
                    <a:pt x="234181" y="323260"/>
                  </a:moveTo>
                  <a:lnTo>
                    <a:pt x="247350" y="323260"/>
                  </a:lnTo>
                  <a:lnTo>
                    <a:pt x="263453" y="296321"/>
                  </a:lnTo>
                  <a:close/>
                  <a:moveTo>
                    <a:pt x="29273" y="271738"/>
                  </a:moveTo>
                  <a:lnTo>
                    <a:pt x="19636" y="296321"/>
                  </a:lnTo>
                  <a:lnTo>
                    <a:pt x="29273" y="296321"/>
                  </a:lnTo>
                  <a:close/>
                  <a:moveTo>
                    <a:pt x="29273" y="296321"/>
                  </a:moveTo>
                  <a:lnTo>
                    <a:pt x="30337" y="269383"/>
                  </a:lnTo>
                  <a:lnTo>
                    <a:pt x="29273" y="271738"/>
                  </a:lnTo>
                  <a:close/>
                  <a:moveTo>
                    <a:pt x="263453" y="296321"/>
                  </a:moveTo>
                  <a:lnTo>
                    <a:pt x="263453" y="306309"/>
                  </a:lnTo>
                  <a:lnTo>
                    <a:pt x="270782" y="296321"/>
                  </a:lnTo>
                  <a:close/>
                  <a:moveTo>
                    <a:pt x="263453" y="269383"/>
                  </a:moveTo>
                  <a:lnTo>
                    <a:pt x="270782" y="296321"/>
                  </a:lnTo>
                  <a:lnTo>
                    <a:pt x="279993" y="269383"/>
                  </a:lnTo>
                  <a:close/>
                  <a:moveTo>
                    <a:pt x="58300" y="242445"/>
                  </a:moveTo>
                  <a:lnTo>
                    <a:pt x="58545" y="269383"/>
                  </a:lnTo>
                  <a:lnTo>
                    <a:pt x="58545" y="242445"/>
                  </a:lnTo>
                  <a:close/>
                  <a:moveTo>
                    <a:pt x="58300" y="242445"/>
                  </a:moveTo>
                  <a:lnTo>
                    <a:pt x="30337" y="269383"/>
                  </a:lnTo>
                  <a:lnTo>
                    <a:pt x="58545" y="269383"/>
                  </a:lnTo>
                  <a:close/>
                  <a:moveTo>
                    <a:pt x="263453" y="242445"/>
                  </a:moveTo>
                  <a:lnTo>
                    <a:pt x="279993" y="269383"/>
                  </a:lnTo>
                  <a:lnTo>
                    <a:pt x="281333" y="242445"/>
                  </a:lnTo>
                  <a:close/>
                  <a:moveTo>
                    <a:pt x="58545" y="242252"/>
                  </a:moveTo>
                  <a:lnTo>
                    <a:pt x="58300" y="242445"/>
                  </a:lnTo>
                  <a:lnTo>
                    <a:pt x="58545" y="242445"/>
                  </a:lnTo>
                  <a:close/>
                  <a:moveTo>
                    <a:pt x="58545" y="242445"/>
                  </a:moveTo>
                  <a:lnTo>
                    <a:pt x="87818" y="221679"/>
                  </a:lnTo>
                  <a:lnTo>
                    <a:pt x="58545" y="242252"/>
                  </a:lnTo>
                  <a:close/>
                  <a:moveTo>
                    <a:pt x="58545" y="242445"/>
                  </a:moveTo>
                  <a:lnTo>
                    <a:pt x="87818" y="242445"/>
                  </a:lnTo>
                  <a:lnTo>
                    <a:pt x="87818" y="221679"/>
                  </a:lnTo>
                  <a:close/>
                  <a:moveTo>
                    <a:pt x="87818" y="242445"/>
                  </a:moveTo>
                  <a:lnTo>
                    <a:pt x="96901" y="215506"/>
                  </a:lnTo>
                  <a:lnTo>
                    <a:pt x="87818" y="221679"/>
                  </a:lnTo>
                  <a:close/>
                  <a:moveTo>
                    <a:pt x="263453" y="215506"/>
                  </a:moveTo>
                  <a:lnTo>
                    <a:pt x="281333" y="242445"/>
                  </a:lnTo>
                  <a:lnTo>
                    <a:pt x="278069" y="215506"/>
                  </a:lnTo>
                  <a:close/>
                  <a:moveTo>
                    <a:pt x="117090" y="195914"/>
                  </a:moveTo>
                  <a:lnTo>
                    <a:pt x="96901" y="215506"/>
                  </a:lnTo>
                  <a:lnTo>
                    <a:pt x="117090" y="215506"/>
                  </a:lnTo>
                  <a:close/>
                  <a:moveTo>
                    <a:pt x="117090" y="215506"/>
                  </a:moveTo>
                  <a:lnTo>
                    <a:pt x="124814" y="188568"/>
                  </a:lnTo>
                  <a:lnTo>
                    <a:pt x="117090" y="195914"/>
                  </a:lnTo>
                  <a:close/>
                  <a:moveTo>
                    <a:pt x="263453" y="188568"/>
                  </a:moveTo>
                  <a:lnTo>
                    <a:pt x="278069" y="215506"/>
                  </a:lnTo>
                  <a:lnTo>
                    <a:pt x="272248" y="188568"/>
                  </a:lnTo>
                  <a:close/>
                  <a:moveTo>
                    <a:pt x="263453" y="188568"/>
                  </a:moveTo>
                  <a:lnTo>
                    <a:pt x="263453" y="215506"/>
                  </a:lnTo>
                  <a:lnTo>
                    <a:pt x="278069" y="215506"/>
                  </a:lnTo>
                  <a:close/>
                  <a:moveTo>
                    <a:pt x="134279" y="161630"/>
                  </a:moveTo>
                  <a:lnTo>
                    <a:pt x="146363" y="188568"/>
                  </a:lnTo>
                  <a:lnTo>
                    <a:pt x="146363" y="161630"/>
                  </a:lnTo>
                  <a:close/>
                  <a:moveTo>
                    <a:pt x="134279" y="161630"/>
                  </a:moveTo>
                  <a:lnTo>
                    <a:pt x="124814" y="188568"/>
                  </a:lnTo>
                  <a:lnTo>
                    <a:pt x="146363" y="188568"/>
                  </a:lnTo>
                  <a:close/>
                  <a:moveTo>
                    <a:pt x="263453" y="161630"/>
                  </a:moveTo>
                  <a:lnTo>
                    <a:pt x="272248" y="188568"/>
                  </a:lnTo>
                  <a:lnTo>
                    <a:pt x="263502" y="161630"/>
                  </a:lnTo>
                  <a:close/>
                  <a:moveTo>
                    <a:pt x="263453" y="161630"/>
                  </a:moveTo>
                  <a:lnTo>
                    <a:pt x="263453" y="188568"/>
                  </a:lnTo>
                  <a:lnTo>
                    <a:pt x="272248" y="188568"/>
                  </a:lnTo>
                  <a:close/>
                  <a:moveTo>
                    <a:pt x="117694" y="134691"/>
                  </a:moveTo>
                  <a:lnTo>
                    <a:pt x="146363" y="161630"/>
                  </a:lnTo>
                  <a:lnTo>
                    <a:pt x="146363" y="134691"/>
                  </a:lnTo>
                  <a:close/>
                  <a:moveTo>
                    <a:pt x="117694" y="134691"/>
                  </a:moveTo>
                  <a:lnTo>
                    <a:pt x="134279" y="161630"/>
                  </a:lnTo>
                  <a:lnTo>
                    <a:pt x="146363" y="161630"/>
                  </a:lnTo>
                  <a:close/>
                  <a:moveTo>
                    <a:pt x="234181" y="134691"/>
                  </a:moveTo>
                  <a:lnTo>
                    <a:pt x="263453" y="161533"/>
                  </a:lnTo>
                  <a:lnTo>
                    <a:pt x="244213" y="134691"/>
                  </a:lnTo>
                  <a:close/>
                  <a:moveTo>
                    <a:pt x="263453" y="161630"/>
                  </a:moveTo>
                  <a:lnTo>
                    <a:pt x="263453" y="161533"/>
                  </a:lnTo>
                  <a:lnTo>
                    <a:pt x="234181" y="134691"/>
                  </a:lnTo>
                  <a:close/>
                  <a:moveTo>
                    <a:pt x="234181" y="161630"/>
                  </a:moveTo>
                  <a:lnTo>
                    <a:pt x="263453" y="161630"/>
                  </a:lnTo>
                  <a:lnTo>
                    <a:pt x="234181" y="134691"/>
                  </a:lnTo>
                  <a:close/>
                  <a:moveTo>
                    <a:pt x="263453" y="161630"/>
                  </a:moveTo>
                  <a:lnTo>
                    <a:pt x="263502" y="161630"/>
                  </a:lnTo>
                  <a:lnTo>
                    <a:pt x="263453" y="161533"/>
                  </a:lnTo>
                  <a:close/>
                  <a:moveTo>
                    <a:pt x="146363" y="134691"/>
                  </a:moveTo>
                  <a:lnTo>
                    <a:pt x="117090" y="134367"/>
                  </a:lnTo>
                  <a:lnTo>
                    <a:pt x="117694" y="134691"/>
                  </a:lnTo>
                  <a:close/>
                  <a:moveTo>
                    <a:pt x="204908" y="107753"/>
                  </a:moveTo>
                  <a:lnTo>
                    <a:pt x="234181" y="124280"/>
                  </a:lnTo>
                  <a:lnTo>
                    <a:pt x="214063" y="107753"/>
                  </a:lnTo>
                  <a:close/>
                  <a:moveTo>
                    <a:pt x="234181" y="134691"/>
                  </a:moveTo>
                  <a:lnTo>
                    <a:pt x="234181" y="124280"/>
                  </a:lnTo>
                  <a:lnTo>
                    <a:pt x="204908" y="107753"/>
                  </a:lnTo>
                  <a:close/>
                  <a:moveTo>
                    <a:pt x="204908" y="134691"/>
                  </a:moveTo>
                  <a:lnTo>
                    <a:pt x="234181" y="134691"/>
                  </a:lnTo>
                  <a:lnTo>
                    <a:pt x="204908" y="107753"/>
                  </a:lnTo>
                  <a:close/>
                  <a:moveTo>
                    <a:pt x="234181" y="134691"/>
                  </a:moveTo>
                  <a:lnTo>
                    <a:pt x="244213" y="134691"/>
                  </a:lnTo>
                  <a:lnTo>
                    <a:pt x="234181" y="124280"/>
                  </a:lnTo>
                  <a:close/>
                  <a:moveTo>
                    <a:pt x="74636" y="107753"/>
                  </a:moveTo>
                  <a:lnTo>
                    <a:pt x="87818" y="117404"/>
                  </a:lnTo>
                  <a:lnTo>
                    <a:pt x="87818" y="107753"/>
                  </a:lnTo>
                  <a:close/>
                  <a:moveTo>
                    <a:pt x="87818" y="107753"/>
                  </a:moveTo>
                  <a:lnTo>
                    <a:pt x="58545" y="94623"/>
                  </a:lnTo>
                  <a:lnTo>
                    <a:pt x="74636" y="107753"/>
                  </a:lnTo>
                  <a:close/>
                  <a:moveTo>
                    <a:pt x="58545" y="80815"/>
                  </a:moveTo>
                  <a:lnTo>
                    <a:pt x="58545" y="94623"/>
                  </a:lnTo>
                  <a:lnTo>
                    <a:pt x="87818" y="107753"/>
                  </a:lnTo>
                  <a:close/>
                  <a:moveTo>
                    <a:pt x="117090" y="107753"/>
                  </a:moveTo>
                  <a:lnTo>
                    <a:pt x="87818" y="117404"/>
                  </a:lnTo>
                  <a:lnTo>
                    <a:pt x="117090" y="134367"/>
                  </a:lnTo>
                  <a:close/>
                  <a:moveTo>
                    <a:pt x="175636" y="80815"/>
                  </a:moveTo>
                  <a:lnTo>
                    <a:pt x="204908" y="99192"/>
                  </a:lnTo>
                  <a:lnTo>
                    <a:pt x="190038" y="80815"/>
                  </a:lnTo>
                  <a:close/>
                  <a:moveTo>
                    <a:pt x="204908" y="107753"/>
                  </a:moveTo>
                  <a:lnTo>
                    <a:pt x="204908" y="99192"/>
                  </a:lnTo>
                  <a:lnTo>
                    <a:pt x="175636" y="80815"/>
                  </a:lnTo>
                  <a:close/>
                  <a:moveTo>
                    <a:pt x="204908" y="107753"/>
                  </a:moveTo>
                  <a:lnTo>
                    <a:pt x="214063" y="107753"/>
                  </a:lnTo>
                  <a:lnTo>
                    <a:pt x="204908" y="99192"/>
                  </a:lnTo>
                  <a:close/>
                  <a:moveTo>
                    <a:pt x="47317" y="80815"/>
                  </a:moveTo>
                  <a:lnTo>
                    <a:pt x="58545" y="94623"/>
                  </a:lnTo>
                  <a:lnTo>
                    <a:pt x="58545" y="80815"/>
                  </a:lnTo>
                  <a:close/>
                  <a:moveTo>
                    <a:pt x="40331" y="53877"/>
                  </a:moveTo>
                  <a:lnTo>
                    <a:pt x="47317" y="80815"/>
                  </a:lnTo>
                  <a:lnTo>
                    <a:pt x="58545" y="80815"/>
                  </a:lnTo>
                  <a:close/>
                  <a:moveTo>
                    <a:pt x="146363" y="53877"/>
                  </a:moveTo>
                  <a:lnTo>
                    <a:pt x="175636" y="59157"/>
                  </a:lnTo>
                  <a:lnTo>
                    <a:pt x="172740" y="53877"/>
                  </a:lnTo>
                  <a:close/>
                  <a:moveTo>
                    <a:pt x="175636" y="80815"/>
                  </a:moveTo>
                  <a:lnTo>
                    <a:pt x="190038" y="80815"/>
                  </a:lnTo>
                  <a:lnTo>
                    <a:pt x="175636" y="59157"/>
                  </a:lnTo>
                  <a:close/>
                  <a:moveTo>
                    <a:pt x="51593" y="26938"/>
                  </a:moveTo>
                  <a:lnTo>
                    <a:pt x="40331" y="53877"/>
                  </a:lnTo>
                  <a:lnTo>
                    <a:pt x="58545" y="53877"/>
                  </a:lnTo>
                  <a:close/>
                  <a:moveTo>
                    <a:pt x="146363" y="26938"/>
                  </a:moveTo>
                  <a:lnTo>
                    <a:pt x="172740" y="53877"/>
                  </a:lnTo>
                  <a:lnTo>
                    <a:pt x="149361" y="26938"/>
                  </a:lnTo>
                  <a:close/>
                  <a:moveTo>
                    <a:pt x="146363" y="26938"/>
                  </a:moveTo>
                  <a:lnTo>
                    <a:pt x="146363" y="53877"/>
                  </a:lnTo>
                  <a:lnTo>
                    <a:pt x="172740" y="53877"/>
                  </a:lnTo>
                  <a:close/>
                  <a:moveTo>
                    <a:pt x="58545" y="20740"/>
                  </a:moveTo>
                  <a:lnTo>
                    <a:pt x="51593" y="26938"/>
                  </a:lnTo>
                  <a:lnTo>
                    <a:pt x="58545" y="26938"/>
                  </a:lnTo>
                  <a:close/>
                  <a:moveTo>
                    <a:pt x="58545" y="26938"/>
                  </a:moveTo>
                  <a:lnTo>
                    <a:pt x="87818" y="8799"/>
                  </a:lnTo>
                  <a:lnTo>
                    <a:pt x="58545" y="20740"/>
                  </a:lnTo>
                  <a:close/>
                  <a:moveTo>
                    <a:pt x="87818" y="26938"/>
                  </a:moveTo>
                  <a:lnTo>
                    <a:pt x="117090" y="10608"/>
                  </a:lnTo>
                  <a:lnTo>
                    <a:pt x="87818" y="8799"/>
                  </a:lnTo>
                  <a:close/>
                  <a:moveTo>
                    <a:pt x="117090" y="26938"/>
                  </a:moveTo>
                  <a:lnTo>
                    <a:pt x="146363" y="24584"/>
                  </a:lnTo>
                  <a:lnTo>
                    <a:pt x="117090" y="10608"/>
                  </a:lnTo>
                  <a:close/>
                  <a:moveTo>
                    <a:pt x="117090" y="26938"/>
                  </a:moveTo>
                  <a:lnTo>
                    <a:pt x="146363" y="26938"/>
                  </a:lnTo>
                  <a:lnTo>
                    <a:pt x="146363" y="24584"/>
                  </a:lnTo>
                  <a:close/>
                  <a:moveTo>
                    <a:pt x="146363" y="26938"/>
                  </a:moveTo>
                  <a:lnTo>
                    <a:pt x="149361" y="26938"/>
                  </a:lnTo>
                  <a:lnTo>
                    <a:pt x="146363" y="24584"/>
                  </a:lnTo>
                  <a:close/>
                </a:path>
              </a:pathLst>
            </a:custGeom>
            <a:solidFill>
              <a:srgbClr val="79818A"/>
            </a:solidFill>
            <a:ln w="4001">
              <a:solidFill>
                <a:srgbClr val="B6BABF"/>
              </a:solidFill>
            </a:ln>
          </p:spPr>
        </p:sp>
        <p:sp>
          <p:nvSpPr>
            <p:cNvPr id="4063" name="Match_B5__4062">
              <a:extLst>
                <a:ext uri="{FF2B5EF4-FFF2-40B4-BE49-F238E27FC236}">
                  <a16:creationId xmlns:a16="http://schemas.microsoft.com/office/drawing/2014/main" id="{03C1690F-CC51-5007-BB72-D8A777262CA6}"/>
                </a:ext>
              </a:extLst>
            </p:cNvPr>
            <p:cNvSpPr>
              <a:spLocks noGrp="1"/>
            </p:cNvSpPr>
            <p:nvPr/>
          </p:nvSpPr>
          <p:spPr>
            <a:xfrm>
              <a:off x="8443644" y="5041351"/>
              <a:ext cx="252061" cy="351122"/>
            </a:xfrm>
            <a:custGeom>
              <a:avLst/>
              <a:gdLst/>
              <a:ahLst/>
              <a:cxnLst/>
              <a:rect l="0" t="0" r="0" b="0"/>
              <a:pathLst>
                <a:path w="252061" h="351122">
                  <a:moveTo>
                    <a:pt x="29273" y="314460"/>
                  </a:moveTo>
                  <a:lnTo>
                    <a:pt x="0" y="314460"/>
                  </a:lnTo>
                  <a:lnTo>
                    <a:pt x="29273" y="341399"/>
                  </a:lnTo>
                  <a:close/>
                  <a:moveTo>
                    <a:pt x="29273" y="341399"/>
                  </a:moveTo>
                  <a:lnTo>
                    <a:pt x="58545" y="341399"/>
                  </a:lnTo>
                  <a:lnTo>
                    <a:pt x="58545" y="314460"/>
                  </a:lnTo>
                  <a:close/>
                  <a:moveTo>
                    <a:pt x="29273" y="341399"/>
                  </a:moveTo>
                  <a:lnTo>
                    <a:pt x="58545" y="314460"/>
                  </a:lnTo>
                  <a:lnTo>
                    <a:pt x="29273" y="314460"/>
                  </a:lnTo>
                  <a:close/>
                  <a:moveTo>
                    <a:pt x="87818" y="341399"/>
                  </a:moveTo>
                  <a:lnTo>
                    <a:pt x="58545" y="341399"/>
                  </a:lnTo>
                  <a:lnTo>
                    <a:pt x="58545" y="349420"/>
                  </a:lnTo>
                  <a:close/>
                  <a:moveTo>
                    <a:pt x="58545" y="341399"/>
                  </a:moveTo>
                  <a:lnTo>
                    <a:pt x="87818" y="341399"/>
                  </a:lnTo>
                  <a:lnTo>
                    <a:pt x="87818" y="314460"/>
                  </a:lnTo>
                  <a:close/>
                  <a:moveTo>
                    <a:pt x="117090" y="341399"/>
                  </a:moveTo>
                  <a:lnTo>
                    <a:pt x="87818" y="341399"/>
                  </a:lnTo>
                  <a:lnTo>
                    <a:pt x="87818" y="351122"/>
                  </a:lnTo>
                  <a:close/>
                  <a:moveTo>
                    <a:pt x="87818" y="341399"/>
                  </a:moveTo>
                  <a:lnTo>
                    <a:pt x="117090" y="341399"/>
                  </a:lnTo>
                  <a:lnTo>
                    <a:pt x="117090" y="314460"/>
                  </a:lnTo>
                  <a:close/>
                  <a:moveTo>
                    <a:pt x="117090" y="341399"/>
                  </a:moveTo>
                  <a:lnTo>
                    <a:pt x="146363" y="341399"/>
                  </a:lnTo>
                  <a:lnTo>
                    <a:pt x="146363" y="314460"/>
                  </a:lnTo>
                  <a:close/>
                  <a:moveTo>
                    <a:pt x="175636" y="314460"/>
                  </a:moveTo>
                  <a:lnTo>
                    <a:pt x="158781" y="341399"/>
                  </a:lnTo>
                  <a:lnTo>
                    <a:pt x="175636" y="336651"/>
                  </a:lnTo>
                  <a:close/>
                  <a:moveTo>
                    <a:pt x="146363" y="341399"/>
                  </a:moveTo>
                  <a:lnTo>
                    <a:pt x="158781" y="341399"/>
                  </a:lnTo>
                  <a:lnTo>
                    <a:pt x="175636" y="314460"/>
                  </a:lnTo>
                  <a:close/>
                  <a:moveTo>
                    <a:pt x="146363" y="314460"/>
                  </a:moveTo>
                  <a:lnTo>
                    <a:pt x="146363" y="341399"/>
                  </a:lnTo>
                  <a:lnTo>
                    <a:pt x="175636" y="314460"/>
                  </a:lnTo>
                  <a:close/>
                  <a:moveTo>
                    <a:pt x="0" y="314460"/>
                  </a:moveTo>
                  <a:lnTo>
                    <a:pt x="29273" y="314460"/>
                  </a:lnTo>
                  <a:lnTo>
                    <a:pt x="29273" y="287522"/>
                  </a:lnTo>
                  <a:close/>
                  <a:moveTo>
                    <a:pt x="0" y="314460"/>
                  </a:moveTo>
                  <a:lnTo>
                    <a:pt x="29273" y="287522"/>
                  </a:lnTo>
                  <a:lnTo>
                    <a:pt x="0" y="287522"/>
                  </a:lnTo>
                  <a:close/>
                  <a:moveTo>
                    <a:pt x="204908" y="314460"/>
                  </a:moveTo>
                  <a:lnTo>
                    <a:pt x="175636" y="314460"/>
                  </a:lnTo>
                  <a:lnTo>
                    <a:pt x="175636" y="336651"/>
                  </a:lnTo>
                  <a:close/>
                  <a:moveTo>
                    <a:pt x="204908" y="287522"/>
                  </a:moveTo>
                  <a:lnTo>
                    <a:pt x="175636" y="314460"/>
                  </a:lnTo>
                  <a:lnTo>
                    <a:pt x="204908" y="314460"/>
                  </a:lnTo>
                  <a:close/>
                  <a:moveTo>
                    <a:pt x="204908" y="287522"/>
                  </a:moveTo>
                  <a:lnTo>
                    <a:pt x="204908" y="314460"/>
                  </a:lnTo>
                  <a:lnTo>
                    <a:pt x="234181" y="287522"/>
                  </a:lnTo>
                  <a:close/>
                  <a:moveTo>
                    <a:pt x="29273" y="260584"/>
                  </a:moveTo>
                  <a:lnTo>
                    <a:pt x="1064" y="260584"/>
                  </a:lnTo>
                  <a:lnTo>
                    <a:pt x="0" y="287522"/>
                  </a:lnTo>
                  <a:close/>
                  <a:moveTo>
                    <a:pt x="29273" y="287522"/>
                  </a:moveTo>
                  <a:lnTo>
                    <a:pt x="29273" y="260584"/>
                  </a:lnTo>
                  <a:lnTo>
                    <a:pt x="0" y="287522"/>
                  </a:lnTo>
                  <a:close/>
                  <a:moveTo>
                    <a:pt x="204908" y="287522"/>
                  </a:moveTo>
                  <a:lnTo>
                    <a:pt x="234181" y="287522"/>
                  </a:lnTo>
                  <a:lnTo>
                    <a:pt x="234181" y="260584"/>
                  </a:lnTo>
                  <a:close/>
                  <a:moveTo>
                    <a:pt x="234181" y="260584"/>
                  </a:moveTo>
                  <a:lnTo>
                    <a:pt x="234181" y="287522"/>
                  </a:lnTo>
                  <a:lnTo>
                    <a:pt x="241509" y="287522"/>
                  </a:lnTo>
                  <a:close/>
                  <a:moveTo>
                    <a:pt x="29273" y="260584"/>
                  </a:moveTo>
                  <a:lnTo>
                    <a:pt x="58545" y="260584"/>
                  </a:lnTo>
                  <a:lnTo>
                    <a:pt x="58545" y="233646"/>
                  </a:lnTo>
                  <a:close/>
                  <a:moveTo>
                    <a:pt x="29273" y="260584"/>
                  </a:moveTo>
                  <a:lnTo>
                    <a:pt x="58545" y="233646"/>
                  </a:lnTo>
                  <a:lnTo>
                    <a:pt x="29273" y="233646"/>
                  </a:lnTo>
                  <a:close/>
                  <a:moveTo>
                    <a:pt x="204908" y="260584"/>
                  </a:moveTo>
                  <a:lnTo>
                    <a:pt x="234181" y="260584"/>
                  </a:lnTo>
                  <a:lnTo>
                    <a:pt x="234181" y="233646"/>
                  </a:lnTo>
                  <a:close/>
                  <a:moveTo>
                    <a:pt x="234181" y="233646"/>
                  </a:moveTo>
                  <a:lnTo>
                    <a:pt x="234181" y="260584"/>
                  </a:lnTo>
                  <a:lnTo>
                    <a:pt x="250721" y="260584"/>
                  </a:lnTo>
                  <a:close/>
                  <a:moveTo>
                    <a:pt x="87818" y="206707"/>
                  </a:moveTo>
                  <a:lnTo>
                    <a:pt x="67628" y="206707"/>
                  </a:lnTo>
                  <a:lnTo>
                    <a:pt x="58545" y="233646"/>
                  </a:lnTo>
                  <a:close/>
                  <a:moveTo>
                    <a:pt x="87818" y="233646"/>
                  </a:moveTo>
                  <a:lnTo>
                    <a:pt x="87818" y="206707"/>
                  </a:lnTo>
                  <a:lnTo>
                    <a:pt x="58545" y="233646"/>
                  </a:lnTo>
                  <a:close/>
                  <a:moveTo>
                    <a:pt x="87818" y="233646"/>
                  </a:moveTo>
                  <a:lnTo>
                    <a:pt x="117090" y="206707"/>
                  </a:lnTo>
                  <a:lnTo>
                    <a:pt x="87818" y="206707"/>
                  </a:lnTo>
                  <a:close/>
                  <a:moveTo>
                    <a:pt x="204908" y="233646"/>
                  </a:moveTo>
                  <a:lnTo>
                    <a:pt x="234181" y="233646"/>
                  </a:lnTo>
                  <a:lnTo>
                    <a:pt x="234181" y="206707"/>
                  </a:lnTo>
                  <a:close/>
                  <a:moveTo>
                    <a:pt x="234181" y="206707"/>
                  </a:moveTo>
                  <a:lnTo>
                    <a:pt x="234181" y="233646"/>
                  </a:lnTo>
                  <a:lnTo>
                    <a:pt x="252061" y="233646"/>
                  </a:lnTo>
                  <a:close/>
                  <a:moveTo>
                    <a:pt x="117090" y="179769"/>
                  </a:moveTo>
                  <a:lnTo>
                    <a:pt x="95541" y="179769"/>
                  </a:lnTo>
                  <a:lnTo>
                    <a:pt x="87818" y="206707"/>
                  </a:lnTo>
                  <a:close/>
                  <a:moveTo>
                    <a:pt x="117090" y="206707"/>
                  </a:moveTo>
                  <a:lnTo>
                    <a:pt x="117090" y="179769"/>
                  </a:lnTo>
                  <a:lnTo>
                    <a:pt x="87818" y="206707"/>
                  </a:lnTo>
                  <a:close/>
                  <a:moveTo>
                    <a:pt x="117090" y="206707"/>
                  </a:moveTo>
                  <a:lnTo>
                    <a:pt x="146363" y="179769"/>
                  </a:lnTo>
                  <a:lnTo>
                    <a:pt x="117090" y="179769"/>
                  </a:lnTo>
                  <a:close/>
                  <a:moveTo>
                    <a:pt x="204908" y="206707"/>
                  </a:moveTo>
                  <a:lnTo>
                    <a:pt x="234181" y="206707"/>
                  </a:lnTo>
                  <a:lnTo>
                    <a:pt x="234181" y="179769"/>
                  </a:lnTo>
                  <a:close/>
                  <a:moveTo>
                    <a:pt x="204908" y="206707"/>
                  </a:moveTo>
                  <a:lnTo>
                    <a:pt x="234181" y="179769"/>
                  </a:lnTo>
                  <a:lnTo>
                    <a:pt x="204908" y="179769"/>
                  </a:lnTo>
                  <a:close/>
                  <a:moveTo>
                    <a:pt x="117090" y="179769"/>
                  </a:moveTo>
                  <a:lnTo>
                    <a:pt x="146363" y="179769"/>
                  </a:lnTo>
                  <a:lnTo>
                    <a:pt x="146363" y="152831"/>
                  </a:lnTo>
                  <a:close/>
                  <a:moveTo>
                    <a:pt x="117090" y="179769"/>
                  </a:moveTo>
                  <a:lnTo>
                    <a:pt x="146363" y="152831"/>
                  </a:lnTo>
                  <a:lnTo>
                    <a:pt x="117090" y="152831"/>
                  </a:lnTo>
                  <a:close/>
                  <a:moveTo>
                    <a:pt x="146363" y="179769"/>
                  </a:moveTo>
                  <a:lnTo>
                    <a:pt x="175636" y="179769"/>
                  </a:lnTo>
                  <a:lnTo>
                    <a:pt x="175636" y="152831"/>
                  </a:lnTo>
                  <a:close/>
                  <a:moveTo>
                    <a:pt x="146363" y="179769"/>
                  </a:moveTo>
                  <a:lnTo>
                    <a:pt x="175636" y="152831"/>
                  </a:lnTo>
                  <a:lnTo>
                    <a:pt x="146363" y="152831"/>
                  </a:lnTo>
                  <a:close/>
                  <a:moveTo>
                    <a:pt x="175636" y="179769"/>
                  </a:moveTo>
                  <a:lnTo>
                    <a:pt x="204908" y="179769"/>
                  </a:lnTo>
                  <a:lnTo>
                    <a:pt x="204908" y="152831"/>
                  </a:lnTo>
                  <a:close/>
                  <a:moveTo>
                    <a:pt x="175636" y="179769"/>
                  </a:moveTo>
                  <a:lnTo>
                    <a:pt x="204908" y="152831"/>
                  </a:lnTo>
                  <a:lnTo>
                    <a:pt x="175636" y="152831"/>
                  </a:lnTo>
                  <a:close/>
                  <a:moveTo>
                    <a:pt x="204908" y="179769"/>
                  </a:moveTo>
                  <a:lnTo>
                    <a:pt x="234181" y="179769"/>
                  </a:lnTo>
                  <a:lnTo>
                    <a:pt x="234181" y="152831"/>
                  </a:lnTo>
                  <a:close/>
                  <a:moveTo>
                    <a:pt x="204908" y="179769"/>
                  </a:moveTo>
                  <a:lnTo>
                    <a:pt x="234181" y="152831"/>
                  </a:lnTo>
                  <a:lnTo>
                    <a:pt x="204908" y="152831"/>
                  </a:lnTo>
                  <a:close/>
                  <a:moveTo>
                    <a:pt x="117090" y="152831"/>
                  </a:moveTo>
                  <a:lnTo>
                    <a:pt x="146363" y="152831"/>
                  </a:lnTo>
                  <a:lnTo>
                    <a:pt x="146363" y="125892"/>
                  </a:lnTo>
                  <a:close/>
                  <a:moveTo>
                    <a:pt x="117090" y="152831"/>
                  </a:moveTo>
                  <a:lnTo>
                    <a:pt x="146363" y="125892"/>
                  </a:lnTo>
                  <a:lnTo>
                    <a:pt x="117090" y="125892"/>
                  </a:lnTo>
                  <a:close/>
                  <a:moveTo>
                    <a:pt x="146363" y="152831"/>
                  </a:moveTo>
                  <a:lnTo>
                    <a:pt x="175636" y="152831"/>
                  </a:lnTo>
                  <a:lnTo>
                    <a:pt x="175636" y="125892"/>
                  </a:lnTo>
                  <a:close/>
                  <a:moveTo>
                    <a:pt x="146363" y="152831"/>
                  </a:moveTo>
                  <a:lnTo>
                    <a:pt x="175636" y="125892"/>
                  </a:lnTo>
                  <a:lnTo>
                    <a:pt x="146363" y="125892"/>
                  </a:lnTo>
                  <a:close/>
                  <a:moveTo>
                    <a:pt x="175636" y="152831"/>
                  </a:moveTo>
                  <a:lnTo>
                    <a:pt x="204908" y="152831"/>
                  </a:lnTo>
                  <a:lnTo>
                    <a:pt x="204908" y="125892"/>
                  </a:lnTo>
                  <a:close/>
                  <a:moveTo>
                    <a:pt x="175636" y="152831"/>
                  </a:moveTo>
                  <a:lnTo>
                    <a:pt x="204908" y="125892"/>
                  </a:lnTo>
                  <a:lnTo>
                    <a:pt x="175636" y="125892"/>
                  </a:lnTo>
                  <a:close/>
                  <a:moveTo>
                    <a:pt x="87818" y="98954"/>
                  </a:moveTo>
                  <a:lnTo>
                    <a:pt x="87818" y="125568"/>
                  </a:lnTo>
                  <a:lnTo>
                    <a:pt x="117090" y="125892"/>
                  </a:lnTo>
                  <a:close/>
                  <a:moveTo>
                    <a:pt x="117090" y="98954"/>
                  </a:moveTo>
                  <a:lnTo>
                    <a:pt x="87818" y="98954"/>
                  </a:lnTo>
                  <a:lnTo>
                    <a:pt x="117090" y="125892"/>
                  </a:lnTo>
                  <a:close/>
                  <a:moveTo>
                    <a:pt x="117090" y="125892"/>
                  </a:moveTo>
                  <a:lnTo>
                    <a:pt x="146363" y="125892"/>
                  </a:lnTo>
                  <a:lnTo>
                    <a:pt x="146363" y="98954"/>
                  </a:lnTo>
                  <a:close/>
                  <a:moveTo>
                    <a:pt x="117090" y="125892"/>
                  </a:moveTo>
                  <a:lnTo>
                    <a:pt x="146363" y="98954"/>
                  </a:lnTo>
                  <a:lnTo>
                    <a:pt x="117090" y="98954"/>
                  </a:lnTo>
                  <a:close/>
                  <a:moveTo>
                    <a:pt x="146363" y="125892"/>
                  </a:moveTo>
                  <a:lnTo>
                    <a:pt x="175636" y="125892"/>
                  </a:lnTo>
                  <a:lnTo>
                    <a:pt x="175636" y="98954"/>
                  </a:lnTo>
                  <a:close/>
                  <a:moveTo>
                    <a:pt x="146363" y="125892"/>
                  </a:moveTo>
                  <a:lnTo>
                    <a:pt x="175636" y="98954"/>
                  </a:lnTo>
                  <a:lnTo>
                    <a:pt x="146363" y="98954"/>
                  </a:lnTo>
                  <a:close/>
                  <a:moveTo>
                    <a:pt x="58545" y="72016"/>
                  </a:moveTo>
                  <a:lnTo>
                    <a:pt x="29273" y="72016"/>
                  </a:lnTo>
                  <a:lnTo>
                    <a:pt x="58545" y="98954"/>
                  </a:lnTo>
                  <a:close/>
                  <a:moveTo>
                    <a:pt x="87818" y="98954"/>
                  </a:moveTo>
                  <a:lnTo>
                    <a:pt x="58545" y="98954"/>
                  </a:lnTo>
                  <a:lnTo>
                    <a:pt x="58545" y="108605"/>
                  </a:lnTo>
                  <a:close/>
                  <a:moveTo>
                    <a:pt x="58545" y="98954"/>
                  </a:moveTo>
                  <a:lnTo>
                    <a:pt x="87818" y="98954"/>
                  </a:lnTo>
                  <a:lnTo>
                    <a:pt x="87818" y="72016"/>
                  </a:lnTo>
                  <a:close/>
                  <a:moveTo>
                    <a:pt x="58545" y="98954"/>
                  </a:moveTo>
                  <a:lnTo>
                    <a:pt x="87818" y="72016"/>
                  </a:lnTo>
                  <a:lnTo>
                    <a:pt x="58545" y="72016"/>
                  </a:lnTo>
                  <a:close/>
                  <a:moveTo>
                    <a:pt x="87818" y="98954"/>
                  </a:moveTo>
                  <a:lnTo>
                    <a:pt x="117090" y="98954"/>
                  </a:lnTo>
                  <a:lnTo>
                    <a:pt x="117090" y="72016"/>
                  </a:lnTo>
                  <a:close/>
                  <a:moveTo>
                    <a:pt x="87818" y="98954"/>
                  </a:moveTo>
                  <a:lnTo>
                    <a:pt x="117090" y="72016"/>
                  </a:lnTo>
                  <a:lnTo>
                    <a:pt x="87818" y="72016"/>
                  </a:lnTo>
                  <a:close/>
                  <a:moveTo>
                    <a:pt x="117090" y="98954"/>
                  </a:moveTo>
                  <a:lnTo>
                    <a:pt x="146363" y="98954"/>
                  </a:lnTo>
                  <a:lnTo>
                    <a:pt x="146363" y="72016"/>
                  </a:lnTo>
                  <a:close/>
                  <a:moveTo>
                    <a:pt x="117090" y="98954"/>
                  </a:moveTo>
                  <a:lnTo>
                    <a:pt x="146363" y="72016"/>
                  </a:lnTo>
                  <a:lnTo>
                    <a:pt x="117090" y="72016"/>
                  </a:lnTo>
                  <a:close/>
                  <a:moveTo>
                    <a:pt x="146363" y="98954"/>
                  </a:moveTo>
                  <a:lnTo>
                    <a:pt x="175636" y="98954"/>
                  </a:lnTo>
                  <a:lnTo>
                    <a:pt x="146363" y="72016"/>
                  </a:lnTo>
                  <a:close/>
                  <a:moveTo>
                    <a:pt x="11059" y="45077"/>
                  </a:moveTo>
                  <a:lnTo>
                    <a:pt x="29273" y="72016"/>
                  </a:lnTo>
                  <a:lnTo>
                    <a:pt x="29273" y="45077"/>
                  </a:lnTo>
                  <a:close/>
                  <a:moveTo>
                    <a:pt x="29273" y="72016"/>
                  </a:moveTo>
                  <a:lnTo>
                    <a:pt x="58545" y="72016"/>
                  </a:lnTo>
                  <a:lnTo>
                    <a:pt x="58545" y="45077"/>
                  </a:lnTo>
                  <a:close/>
                  <a:moveTo>
                    <a:pt x="29273" y="72016"/>
                  </a:moveTo>
                  <a:lnTo>
                    <a:pt x="58545" y="45077"/>
                  </a:lnTo>
                  <a:lnTo>
                    <a:pt x="29273" y="45077"/>
                  </a:lnTo>
                  <a:close/>
                  <a:moveTo>
                    <a:pt x="87818" y="72016"/>
                  </a:moveTo>
                  <a:lnTo>
                    <a:pt x="117090" y="72016"/>
                  </a:lnTo>
                  <a:lnTo>
                    <a:pt x="117090" y="45077"/>
                  </a:lnTo>
                  <a:close/>
                  <a:moveTo>
                    <a:pt x="87818" y="72016"/>
                  </a:moveTo>
                  <a:lnTo>
                    <a:pt x="117090" y="45077"/>
                  </a:lnTo>
                  <a:lnTo>
                    <a:pt x="87818" y="45077"/>
                  </a:lnTo>
                  <a:close/>
                  <a:moveTo>
                    <a:pt x="146363" y="72016"/>
                  </a:moveTo>
                  <a:lnTo>
                    <a:pt x="146363" y="50358"/>
                  </a:lnTo>
                  <a:lnTo>
                    <a:pt x="117090" y="45077"/>
                  </a:lnTo>
                  <a:close/>
                  <a:moveTo>
                    <a:pt x="117090" y="72016"/>
                  </a:moveTo>
                  <a:lnTo>
                    <a:pt x="146363" y="72016"/>
                  </a:lnTo>
                  <a:lnTo>
                    <a:pt x="117090" y="45077"/>
                  </a:lnTo>
                  <a:close/>
                  <a:moveTo>
                    <a:pt x="22320" y="18139"/>
                  </a:moveTo>
                  <a:lnTo>
                    <a:pt x="29273" y="45077"/>
                  </a:lnTo>
                  <a:lnTo>
                    <a:pt x="29273" y="18139"/>
                  </a:lnTo>
                  <a:close/>
                  <a:moveTo>
                    <a:pt x="29273" y="45077"/>
                  </a:moveTo>
                  <a:lnTo>
                    <a:pt x="58545" y="45077"/>
                  </a:lnTo>
                  <a:lnTo>
                    <a:pt x="58545" y="18139"/>
                  </a:lnTo>
                  <a:close/>
                  <a:moveTo>
                    <a:pt x="29273" y="45077"/>
                  </a:moveTo>
                  <a:lnTo>
                    <a:pt x="58545" y="18139"/>
                  </a:lnTo>
                  <a:lnTo>
                    <a:pt x="29273" y="18139"/>
                  </a:lnTo>
                  <a:close/>
                  <a:moveTo>
                    <a:pt x="58545" y="45077"/>
                  </a:moveTo>
                  <a:lnTo>
                    <a:pt x="87818" y="45077"/>
                  </a:lnTo>
                  <a:lnTo>
                    <a:pt x="87818" y="18139"/>
                  </a:lnTo>
                  <a:close/>
                  <a:moveTo>
                    <a:pt x="58545" y="45077"/>
                  </a:moveTo>
                  <a:lnTo>
                    <a:pt x="87818" y="18139"/>
                  </a:lnTo>
                  <a:lnTo>
                    <a:pt x="58545" y="18139"/>
                  </a:lnTo>
                  <a:close/>
                  <a:moveTo>
                    <a:pt x="87818" y="45077"/>
                  </a:moveTo>
                  <a:lnTo>
                    <a:pt x="117090" y="45077"/>
                  </a:lnTo>
                  <a:lnTo>
                    <a:pt x="117090" y="18139"/>
                  </a:lnTo>
                  <a:close/>
                  <a:moveTo>
                    <a:pt x="87818" y="45077"/>
                  </a:moveTo>
                  <a:lnTo>
                    <a:pt x="117090" y="18139"/>
                  </a:lnTo>
                  <a:lnTo>
                    <a:pt x="87818" y="18139"/>
                  </a:lnTo>
                  <a:close/>
                  <a:moveTo>
                    <a:pt x="29273" y="18139"/>
                  </a:moveTo>
                  <a:lnTo>
                    <a:pt x="58545" y="18139"/>
                  </a:lnTo>
                  <a:lnTo>
                    <a:pt x="58545" y="0"/>
                  </a:lnTo>
                  <a:close/>
                  <a:moveTo>
                    <a:pt x="58545" y="18139"/>
                  </a:moveTo>
                  <a:lnTo>
                    <a:pt x="87818" y="18139"/>
                  </a:lnTo>
                  <a:lnTo>
                    <a:pt x="87818" y="1809"/>
                  </a:lnTo>
                  <a:close/>
                </a:path>
              </a:pathLst>
            </a:custGeom>
            <a:solidFill>
              <a:srgbClr val="7E858E"/>
            </a:solidFill>
            <a:ln w="4001">
              <a:solidFill>
                <a:srgbClr val="B6BABF"/>
              </a:solidFill>
            </a:ln>
          </p:spPr>
        </p:sp>
        <p:sp>
          <p:nvSpPr>
            <p:cNvPr id="4064" name="Match_B5__4063">
              <a:extLst>
                <a:ext uri="{FF2B5EF4-FFF2-40B4-BE49-F238E27FC236}">
                  <a16:creationId xmlns:a16="http://schemas.microsoft.com/office/drawing/2014/main" id="{9518143C-6D18-9991-0CBA-BE06E6EFC81B}"/>
                </a:ext>
              </a:extLst>
            </p:cNvPr>
            <p:cNvSpPr>
              <a:spLocks noGrp="1"/>
            </p:cNvSpPr>
            <p:nvPr/>
          </p:nvSpPr>
          <p:spPr>
            <a:xfrm>
              <a:off x="8472917" y="5086429"/>
              <a:ext cx="204908" cy="296321"/>
            </a:xfrm>
            <a:custGeom>
              <a:avLst/>
              <a:gdLst/>
              <a:ahLst/>
              <a:cxnLst/>
              <a:rect l="0" t="0" r="0" b="0"/>
              <a:pathLst>
                <a:path w="204908" h="296321">
                  <a:moveTo>
                    <a:pt x="29273" y="296321"/>
                  </a:moveTo>
                  <a:lnTo>
                    <a:pt x="58545" y="269383"/>
                  </a:lnTo>
                  <a:lnTo>
                    <a:pt x="29273" y="269383"/>
                  </a:lnTo>
                  <a:close/>
                  <a:moveTo>
                    <a:pt x="58545" y="296321"/>
                  </a:moveTo>
                  <a:lnTo>
                    <a:pt x="87818" y="269383"/>
                  </a:lnTo>
                  <a:lnTo>
                    <a:pt x="58545" y="269383"/>
                  </a:lnTo>
                  <a:close/>
                  <a:moveTo>
                    <a:pt x="87818" y="296321"/>
                  </a:moveTo>
                  <a:lnTo>
                    <a:pt x="117090" y="269383"/>
                  </a:lnTo>
                  <a:lnTo>
                    <a:pt x="87818" y="269383"/>
                  </a:lnTo>
                  <a:close/>
                  <a:moveTo>
                    <a:pt x="0" y="269383"/>
                  </a:moveTo>
                  <a:lnTo>
                    <a:pt x="29273" y="269383"/>
                  </a:lnTo>
                  <a:lnTo>
                    <a:pt x="29273" y="242445"/>
                  </a:lnTo>
                  <a:close/>
                  <a:moveTo>
                    <a:pt x="0" y="269383"/>
                  </a:moveTo>
                  <a:lnTo>
                    <a:pt x="29273" y="242445"/>
                  </a:lnTo>
                  <a:lnTo>
                    <a:pt x="0" y="242445"/>
                  </a:lnTo>
                  <a:close/>
                  <a:moveTo>
                    <a:pt x="58545" y="260374"/>
                  </a:moveTo>
                  <a:lnTo>
                    <a:pt x="32841" y="242445"/>
                  </a:lnTo>
                  <a:lnTo>
                    <a:pt x="58545" y="269383"/>
                  </a:lnTo>
                  <a:close/>
                  <a:moveTo>
                    <a:pt x="58545" y="269383"/>
                  </a:moveTo>
                  <a:lnTo>
                    <a:pt x="32841" y="242445"/>
                  </a:lnTo>
                  <a:lnTo>
                    <a:pt x="29273" y="242445"/>
                  </a:lnTo>
                  <a:close/>
                  <a:moveTo>
                    <a:pt x="58545" y="269383"/>
                  </a:moveTo>
                  <a:lnTo>
                    <a:pt x="29273" y="242445"/>
                  </a:lnTo>
                  <a:lnTo>
                    <a:pt x="29273" y="269383"/>
                  </a:lnTo>
                  <a:close/>
                  <a:moveTo>
                    <a:pt x="58545" y="269383"/>
                  </a:moveTo>
                  <a:lnTo>
                    <a:pt x="87818" y="269383"/>
                  </a:lnTo>
                  <a:lnTo>
                    <a:pt x="58545" y="260374"/>
                  </a:lnTo>
                  <a:close/>
                  <a:moveTo>
                    <a:pt x="87818" y="269383"/>
                  </a:moveTo>
                  <a:lnTo>
                    <a:pt x="87818" y="264961"/>
                  </a:lnTo>
                  <a:lnTo>
                    <a:pt x="58545" y="260374"/>
                  </a:lnTo>
                  <a:close/>
                  <a:moveTo>
                    <a:pt x="87818" y="269383"/>
                  </a:moveTo>
                  <a:lnTo>
                    <a:pt x="117090" y="269383"/>
                  </a:lnTo>
                  <a:lnTo>
                    <a:pt x="87818" y="264961"/>
                  </a:lnTo>
                  <a:close/>
                  <a:moveTo>
                    <a:pt x="117090" y="269383"/>
                  </a:moveTo>
                  <a:lnTo>
                    <a:pt x="117090" y="261349"/>
                  </a:lnTo>
                  <a:lnTo>
                    <a:pt x="87818" y="264961"/>
                  </a:lnTo>
                  <a:close/>
                  <a:moveTo>
                    <a:pt x="117090" y="269383"/>
                  </a:moveTo>
                  <a:lnTo>
                    <a:pt x="146363" y="269383"/>
                  </a:lnTo>
                  <a:lnTo>
                    <a:pt x="117090" y="261349"/>
                  </a:lnTo>
                  <a:close/>
                  <a:moveTo>
                    <a:pt x="146363" y="269383"/>
                  </a:moveTo>
                  <a:lnTo>
                    <a:pt x="146363" y="250649"/>
                  </a:lnTo>
                  <a:lnTo>
                    <a:pt x="117090" y="261349"/>
                  </a:lnTo>
                  <a:close/>
                  <a:moveTo>
                    <a:pt x="158301" y="242445"/>
                  </a:moveTo>
                  <a:lnTo>
                    <a:pt x="146363" y="250649"/>
                  </a:lnTo>
                  <a:lnTo>
                    <a:pt x="175636" y="242445"/>
                  </a:lnTo>
                  <a:close/>
                  <a:moveTo>
                    <a:pt x="175636" y="242445"/>
                  </a:moveTo>
                  <a:lnTo>
                    <a:pt x="146363" y="250649"/>
                  </a:lnTo>
                  <a:lnTo>
                    <a:pt x="146363" y="269383"/>
                  </a:lnTo>
                  <a:close/>
                  <a:moveTo>
                    <a:pt x="0" y="242445"/>
                  </a:moveTo>
                  <a:lnTo>
                    <a:pt x="29273" y="242445"/>
                  </a:lnTo>
                  <a:lnTo>
                    <a:pt x="29273" y="215506"/>
                  </a:lnTo>
                  <a:close/>
                  <a:moveTo>
                    <a:pt x="0" y="242445"/>
                  </a:moveTo>
                  <a:lnTo>
                    <a:pt x="29273" y="215506"/>
                  </a:lnTo>
                  <a:lnTo>
                    <a:pt x="0" y="215506"/>
                  </a:lnTo>
                  <a:close/>
                  <a:moveTo>
                    <a:pt x="32841" y="242445"/>
                  </a:moveTo>
                  <a:lnTo>
                    <a:pt x="45116" y="215506"/>
                  </a:lnTo>
                  <a:lnTo>
                    <a:pt x="29273" y="242445"/>
                  </a:lnTo>
                  <a:close/>
                  <a:moveTo>
                    <a:pt x="45116" y="215506"/>
                  </a:moveTo>
                  <a:lnTo>
                    <a:pt x="29273" y="215506"/>
                  </a:lnTo>
                  <a:lnTo>
                    <a:pt x="29273" y="242445"/>
                  </a:lnTo>
                  <a:close/>
                  <a:moveTo>
                    <a:pt x="175636" y="242445"/>
                  </a:moveTo>
                  <a:lnTo>
                    <a:pt x="204908" y="215506"/>
                  </a:lnTo>
                  <a:lnTo>
                    <a:pt x="175636" y="215506"/>
                  </a:lnTo>
                  <a:close/>
                  <a:moveTo>
                    <a:pt x="175636" y="242445"/>
                  </a:moveTo>
                  <a:lnTo>
                    <a:pt x="175636" y="215506"/>
                  </a:lnTo>
                  <a:lnTo>
                    <a:pt x="158301" y="242445"/>
                  </a:lnTo>
                  <a:close/>
                  <a:moveTo>
                    <a:pt x="175636" y="215506"/>
                  </a:moveTo>
                  <a:lnTo>
                    <a:pt x="174297" y="215506"/>
                  </a:lnTo>
                  <a:lnTo>
                    <a:pt x="158301" y="242445"/>
                  </a:lnTo>
                  <a:close/>
                  <a:moveTo>
                    <a:pt x="45116" y="215506"/>
                  </a:moveTo>
                  <a:lnTo>
                    <a:pt x="58545" y="205254"/>
                  </a:lnTo>
                  <a:lnTo>
                    <a:pt x="29273" y="215506"/>
                  </a:lnTo>
                  <a:close/>
                  <a:moveTo>
                    <a:pt x="29273" y="215506"/>
                  </a:moveTo>
                  <a:lnTo>
                    <a:pt x="58545" y="205254"/>
                  </a:lnTo>
                  <a:lnTo>
                    <a:pt x="58545" y="188568"/>
                  </a:lnTo>
                  <a:close/>
                  <a:moveTo>
                    <a:pt x="29273" y="215506"/>
                  </a:moveTo>
                  <a:lnTo>
                    <a:pt x="58545" y="188568"/>
                  </a:lnTo>
                  <a:lnTo>
                    <a:pt x="29273" y="188568"/>
                  </a:lnTo>
                  <a:close/>
                  <a:moveTo>
                    <a:pt x="175636" y="215506"/>
                  </a:moveTo>
                  <a:lnTo>
                    <a:pt x="204908" y="188568"/>
                  </a:lnTo>
                  <a:lnTo>
                    <a:pt x="175636" y="188568"/>
                  </a:lnTo>
                  <a:close/>
                  <a:moveTo>
                    <a:pt x="175636" y="215506"/>
                  </a:moveTo>
                  <a:lnTo>
                    <a:pt x="175636" y="188568"/>
                  </a:lnTo>
                  <a:lnTo>
                    <a:pt x="174297" y="215506"/>
                  </a:lnTo>
                  <a:close/>
                  <a:moveTo>
                    <a:pt x="175636" y="188568"/>
                  </a:moveTo>
                  <a:lnTo>
                    <a:pt x="167523" y="188568"/>
                  </a:lnTo>
                  <a:lnTo>
                    <a:pt x="174297" y="215506"/>
                  </a:lnTo>
                  <a:close/>
                  <a:moveTo>
                    <a:pt x="81789" y="188568"/>
                  </a:moveTo>
                  <a:lnTo>
                    <a:pt x="87818" y="184883"/>
                  </a:lnTo>
                  <a:lnTo>
                    <a:pt x="58545" y="188568"/>
                  </a:lnTo>
                  <a:close/>
                  <a:moveTo>
                    <a:pt x="58545" y="188568"/>
                  </a:moveTo>
                  <a:lnTo>
                    <a:pt x="87818" y="184883"/>
                  </a:lnTo>
                  <a:lnTo>
                    <a:pt x="87818" y="161630"/>
                  </a:lnTo>
                  <a:close/>
                  <a:moveTo>
                    <a:pt x="58545" y="188568"/>
                  </a:moveTo>
                  <a:lnTo>
                    <a:pt x="58545" y="205254"/>
                  </a:lnTo>
                  <a:lnTo>
                    <a:pt x="81789" y="188568"/>
                  </a:lnTo>
                  <a:close/>
                  <a:moveTo>
                    <a:pt x="175636" y="188568"/>
                  </a:moveTo>
                  <a:lnTo>
                    <a:pt x="204908" y="161630"/>
                  </a:lnTo>
                  <a:lnTo>
                    <a:pt x="175636" y="161630"/>
                  </a:lnTo>
                  <a:close/>
                  <a:moveTo>
                    <a:pt x="146363" y="170528"/>
                  </a:moveTo>
                  <a:lnTo>
                    <a:pt x="167523" y="188568"/>
                  </a:lnTo>
                  <a:lnTo>
                    <a:pt x="146363" y="161630"/>
                  </a:lnTo>
                  <a:close/>
                  <a:moveTo>
                    <a:pt x="146363" y="161630"/>
                  </a:moveTo>
                  <a:lnTo>
                    <a:pt x="167523" y="188568"/>
                  </a:lnTo>
                  <a:lnTo>
                    <a:pt x="175636" y="188568"/>
                  </a:lnTo>
                  <a:close/>
                  <a:moveTo>
                    <a:pt x="146363" y="161630"/>
                  </a:moveTo>
                  <a:lnTo>
                    <a:pt x="175636" y="188568"/>
                  </a:lnTo>
                  <a:lnTo>
                    <a:pt x="175636" y="161630"/>
                  </a:lnTo>
                  <a:close/>
                  <a:moveTo>
                    <a:pt x="87818" y="161630"/>
                  </a:moveTo>
                  <a:lnTo>
                    <a:pt x="117090" y="161630"/>
                  </a:lnTo>
                  <a:lnTo>
                    <a:pt x="117090" y="134691"/>
                  </a:lnTo>
                  <a:close/>
                  <a:moveTo>
                    <a:pt x="117090" y="161630"/>
                  </a:moveTo>
                  <a:lnTo>
                    <a:pt x="87818" y="161630"/>
                  </a:lnTo>
                  <a:lnTo>
                    <a:pt x="117090" y="172059"/>
                  </a:lnTo>
                  <a:close/>
                  <a:moveTo>
                    <a:pt x="87818" y="161630"/>
                  </a:moveTo>
                  <a:lnTo>
                    <a:pt x="87818" y="184883"/>
                  </a:lnTo>
                  <a:lnTo>
                    <a:pt x="117090" y="172059"/>
                  </a:lnTo>
                  <a:close/>
                  <a:moveTo>
                    <a:pt x="117090" y="161630"/>
                  </a:moveTo>
                  <a:lnTo>
                    <a:pt x="146363" y="161630"/>
                  </a:lnTo>
                  <a:lnTo>
                    <a:pt x="146363" y="134691"/>
                  </a:lnTo>
                  <a:close/>
                  <a:moveTo>
                    <a:pt x="117090" y="161630"/>
                  </a:moveTo>
                  <a:lnTo>
                    <a:pt x="146363" y="134691"/>
                  </a:lnTo>
                  <a:lnTo>
                    <a:pt x="117090" y="134691"/>
                  </a:lnTo>
                  <a:close/>
                  <a:moveTo>
                    <a:pt x="146363" y="161630"/>
                  </a:moveTo>
                  <a:lnTo>
                    <a:pt x="117090" y="161630"/>
                  </a:lnTo>
                  <a:lnTo>
                    <a:pt x="146363" y="170528"/>
                  </a:lnTo>
                  <a:close/>
                  <a:moveTo>
                    <a:pt x="117090" y="161630"/>
                  </a:moveTo>
                  <a:lnTo>
                    <a:pt x="117090" y="172059"/>
                  </a:lnTo>
                  <a:lnTo>
                    <a:pt x="146363" y="170528"/>
                  </a:lnTo>
                  <a:close/>
                  <a:moveTo>
                    <a:pt x="146363" y="161630"/>
                  </a:moveTo>
                  <a:lnTo>
                    <a:pt x="175636" y="161630"/>
                  </a:lnTo>
                  <a:lnTo>
                    <a:pt x="175636" y="134691"/>
                  </a:lnTo>
                  <a:close/>
                  <a:moveTo>
                    <a:pt x="146363" y="161630"/>
                  </a:moveTo>
                  <a:lnTo>
                    <a:pt x="175636" y="134691"/>
                  </a:lnTo>
                  <a:lnTo>
                    <a:pt x="146363" y="134691"/>
                  </a:lnTo>
                  <a:close/>
                  <a:moveTo>
                    <a:pt x="29273" y="26938"/>
                  </a:moveTo>
                  <a:lnTo>
                    <a:pt x="58545" y="26938"/>
                  </a:lnTo>
                  <a:lnTo>
                    <a:pt x="58545" y="0"/>
                  </a:lnTo>
                  <a:close/>
                  <a:moveTo>
                    <a:pt x="29273" y="26938"/>
                  </a:moveTo>
                  <a:lnTo>
                    <a:pt x="58545" y="0"/>
                  </a:lnTo>
                  <a:lnTo>
                    <a:pt x="29273" y="0"/>
                  </a:lnTo>
                  <a:close/>
                  <a:moveTo>
                    <a:pt x="32841" y="242445"/>
                  </a:moveTo>
                  <a:lnTo>
                    <a:pt x="58545" y="260374"/>
                  </a:lnTo>
                  <a:lnTo>
                    <a:pt x="58545" y="242445"/>
                  </a:lnTo>
                  <a:close/>
                  <a:moveTo>
                    <a:pt x="45116" y="215506"/>
                  </a:moveTo>
                  <a:lnTo>
                    <a:pt x="58545" y="242445"/>
                  </a:lnTo>
                  <a:lnTo>
                    <a:pt x="58545" y="215506"/>
                  </a:lnTo>
                  <a:close/>
                  <a:moveTo>
                    <a:pt x="45116" y="215506"/>
                  </a:moveTo>
                  <a:lnTo>
                    <a:pt x="32841" y="242445"/>
                  </a:lnTo>
                  <a:lnTo>
                    <a:pt x="58545" y="242445"/>
                  </a:lnTo>
                  <a:close/>
                  <a:moveTo>
                    <a:pt x="87818" y="242445"/>
                  </a:moveTo>
                  <a:lnTo>
                    <a:pt x="58545" y="260374"/>
                  </a:lnTo>
                  <a:lnTo>
                    <a:pt x="87818" y="264961"/>
                  </a:lnTo>
                  <a:close/>
                  <a:moveTo>
                    <a:pt x="117090" y="242445"/>
                  </a:moveTo>
                  <a:lnTo>
                    <a:pt x="87818" y="264961"/>
                  </a:lnTo>
                  <a:lnTo>
                    <a:pt x="117090" y="261349"/>
                  </a:lnTo>
                  <a:close/>
                  <a:moveTo>
                    <a:pt x="146363" y="242445"/>
                  </a:moveTo>
                  <a:lnTo>
                    <a:pt x="117090" y="261349"/>
                  </a:lnTo>
                  <a:lnTo>
                    <a:pt x="146363" y="250649"/>
                  </a:lnTo>
                  <a:close/>
                  <a:moveTo>
                    <a:pt x="146363" y="242445"/>
                  </a:moveTo>
                  <a:lnTo>
                    <a:pt x="146363" y="250649"/>
                  </a:lnTo>
                  <a:lnTo>
                    <a:pt x="158301" y="242445"/>
                  </a:lnTo>
                  <a:close/>
                  <a:moveTo>
                    <a:pt x="146363" y="215506"/>
                  </a:moveTo>
                  <a:lnTo>
                    <a:pt x="158301" y="242445"/>
                  </a:lnTo>
                  <a:lnTo>
                    <a:pt x="174297" y="215506"/>
                  </a:lnTo>
                  <a:close/>
                  <a:moveTo>
                    <a:pt x="58545" y="205254"/>
                  </a:moveTo>
                  <a:lnTo>
                    <a:pt x="45116" y="215506"/>
                  </a:lnTo>
                  <a:lnTo>
                    <a:pt x="58545" y="215506"/>
                  </a:lnTo>
                  <a:close/>
                  <a:moveTo>
                    <a:pt x="58545" y="215506"/>
                  </a:moveTo>
                  <a:lnTo>
                    <a:pt x="81789" y="188568"/>
                  </a:lnTo>
                  <a:lnTo>
                    <a:pt x="58545" y="205254"/>
                  </a:lnTo>
                  <a:close/>
                  <a:moveTo>
                    <a:pt x="87818" y="188568"/>
                  </a:moveTo>
                  <a:lnTo>
                    <a:pt x="81789" y="188568"/>
                  </a:lnTo>
                  <a:lnTo>
                    <a:pt x="58545" y="215506"/>
                  </a:lnTo>
                  <a:close/>
                  <a:moveTo>
                    <a:pt x="146363" y="188568"/>
                  </a:moveTo>
                  <a:lnTo>
                    <a:pt x="174297" y="215506"/>
                  </a:lnTo>
                  <a:lnTo>
                    <a:pt x="167523" y="188568"/>
                  </a:lnTo>
                  <a:close/>
                  <a:moveTo>
                    <a:pt x="87818" y="184883"/>
                  </a:moveTo>
                  <a:lnTo>
                    <a:pt x="81789" y="188568"/>
                  </a:lnTo>
                  <a:lnTo>
                    <a:pt x="87818" y="188568"/>
                  </a:lnTo>
                  <a:close/>
                  <a:moveTo>
                    <a:pt x="87818" y="188568"/>
                  </a:moveTo>
                  <a:lnTo>
                    <a:pt x="117090" y="172059"/>
                  </a:lnTo>
                  <a:lnTo>
                    <a:pt x="87818" y="184883"/>
                  </a:lnTo>
                  <a:close/>
                  <a:moveTo>
                    <a:pt x="87818" y="188568"/>
                  </a:moveTo>
                  <a:lnTo>
                    <a:pt x="117090" y="188568"/>
                  </a:lnTo>
                  <a:lnTo>
                    <a:pt x="117090" y="172059"/>
                  </a:lnTo>
                  <a:close/>
                  <a:moveTo>
                    <a:pt x="117090" y="188568"/>
                  </a:moveTo>
                  <a:lnTo>
                    <a:pt x="146363" y="170528"/>
                  </a:lnTo>
                  <a:lnTo>
                    <a:pt x="117090" y="172059"/>
                  </a:lnTo>
                  <a:close/>
                  <a:moveTo>
                    <a:pt x="146363" y="188568"/>
                  </a:moveTo>
                  <a:lnTo>
                    <a:pt x="167523" y="188568"/>
                  </a:lnTo>
                  <a:lnTo>
                    <a:pt x="146363" y="170528"/>
                  </a:lnTo>
                  <a:close/>
                </a:path>
              </a:pathLst>
            </a:custGeom>
            <a:solidFill>
              <a:srgbClr val="828991"/>
            </a:solidFill>
            <a:ln w="4001">
              <a:solidFill>
                <a:srgbClr val="B6BABF"/>
              </a:solidFill>
            </a:ln>
          </p:spPr>
        </p:sp>
        <p:sp>
          <p:nvSpPr>
            <p:cNvPr id="4065" name="Match_B5__4064">
              <a:extLst>
                <a:ext uri="{FF2B5EF4-FFF2-40B4-BE49-F238E27FC236}">
                  <a16:creationId xmlns:a16="http://schemas.microsoft.com/office/drawing/2014/main" id="{29CBEC6C-A903-AB9D-4611-8768B9604F87}"/>
                </a:ext>
              </a:extLst>
            </p:cNvPr>
            <p:cNvSpPr>
              <a:spLocks noGrp="1"/>
            </p:cNvSpPr>
            <p:nvPr/>
          </p:nvSpPr>
          <p:spPr>
            <a:xfrm>
              <a:off x="8531462" y="5256957"/>
              <a:ext cx="115752" cy="94433"/>
            </a:xfrm>
            <a:custGeom>
              <a:avLst/>
              <a:gdLst/>
              <a:ahLst/>
              <a:cxnLst/>
              <a:rect l="0" t="0" r="0" b="0"/>
              <a:pathLst>
                <a:path w="115752" h="94433">
                  <a:moveTo>
                    <a:pt x="29273" y="71917"/>
                  </a:moveTo>
                  <a:lnTo>
                    <a:pt x="0" y="71917"/>
                  </a:lnTo>
                  <a:lnTo>
                    <a:pt x="0" y="89846"/>
                  </a:lnTo>
                  <a:close/>
                  <a:moveTo>
                    <a:pt x="0" y="71917"/>
                  </a:moveTo>
                  <a:lnTo>
                    <a:pt x="29273" y="71917"/>
                  </a:lnTo>
                  <a:lnTo>
                    <a:pt x="29273" y="44978"/>
                  </a:lnTo>
                  <a:close/>
                  <a:moveTo>
                    <a:pt x="0" y="71917"/>
                  </a:moveTo>
                  <a:lnTo>
                    <a:pt x="29273" y="44978"/>
                  </a:lnTo>
                  <a:lnTo>
                    <a:pt x="0" y="44978"/>
                  </a:lnTo>
                  <a:close/>
                  <a:moveTo>
                    <a:pt x="58545" y="71917"/>
                  </a:moveTo>
                  <a:lnTo>
                    <a:pt x="29273" y="71917"/>
                  </a:lnTo>
                  <a:lnTo>
                    <a:pt x="29273" y="94433"/>
                  </a:lnTo>
                  <a:close/>
                  <a:moveTo>
                    <a:pt x="29273" y="71917"/>
                  </a:moveTo>
                  <a:lnTo>
                    <a:pt x="58545" y="71917"/>
                  </a:lnTo>
                  <a:lnTo>
                    <a:pt x="58545" y="44978"/>
                  </a:lnTo>
                  <a:close/>
                  <a:moveTo>
                    <a:pt x="29273" y="71917"/>
                  </a:moveTo>
                  <a:lnTo>
                    <a:pt x="58545" y="44978"/>
                  </a:lnTo>
                  <a:lnTo>
                    <a:pt x="29273" y="44978"/>
                  </a:lnTo>
                  <a:close/>
                  <a:moveTo>
                    <a:pt x="87818" y="71917"/>
                  </a:moveTo>
                  <a:lnTo>
                    <a:pt x="58545" y="71917"/>
                  </a:lnTo>
                  <a:lnTo>
                    <a:pt x="58545" y="90821"/>
                  </a:lnTo>
                  <a:close/>
                  <a:moveTo>
                    <a:pt x="58545" y="71917"/>
                  </a:moveTo>
                  <a:lnTo>
                    <a:pt x="87818" y="71917"/>
                  </a:lnTo>
                  <a:lnTo>
                    <a:pt x="87818" y="44978"/>
                  </a:lnTo>
                  <a:close/>
                  <a:moveTo>
                    <a:pt x="58545" y="71917"/>
                  </a:moveTo>
                  <a:lnTo>
                    <a:pt x="87818" y="44978"/>
                  </a:lnTo>
                  <a:lnTo>
                    <a:pt x="58545" y="44978"/>
                  </a:lnTo>
                  <a:close/>
                  <a:moveTo>
                    <a:pt x="87818" y="44978"/>
                  </a:moveTo>
                  <a:lnTo>
                    <a:pt x="87818" y="71917"/>
                  </a:lnTo>
                  <a:lnTo>
                    <a:pt x="99755" y="71917"/>
                  </a:lnTo>
                  <a:close/>
                  <a:moveTo>
                    <a:pt x="29273" y="44978"/>
                  </a:moveTo>
                  <a:lnTo>
                    <a:pt x="29273" y="18040"/>
                  </a:lnTo>
                  <a:lnTo>
                    <a:pt x="0" y="44978"/>
                  </a:lnTo>
                  <a:close/>
                  <a:moveTo>
                    <a:pt x="29273" y="44978"/>
                  </a:moveTo>
                  <a:lnTo>
                    <a:pt x="58545" y="44978"/>
                  </a:lnTo>
                  <a:lnTo>
                    <a:pt x="58545" y="18040"/>
                  </a:lnTo>
                  <a:close/>
                  <a:moveTo>
                    <a:pt x="29273" y="44978"/>
                  </a:moveTo>
                  <a:lnTo>
                    <a:pt x="58545" y="18040"/>
                  </a:lnTo>
                  <a:lnTo>
                    <a:pt x="29273" y="18040"/>
                  </a:lnTo>
                  <a:close/>
                  <a:moveTo>
                    <a:pt x="58545" y="44978"/>
                  </a:moveTo>
                  <a:lnTo>
                    <a:pt x="87818" y="44978"/>
                  </a:lnTo>
                  <a:lnTo>
                    <a:pt x="87818" y="18040"/>
                  </a:lnTo>
                  <a:close/>
                  <a:moveTo>
                    <a:pt x="58545" y="44978"/>
                  </a:moveTo>
                  <a:lnTo>
                    <a:pt x="87818" y="18040"/>
                  </a:lnTo>
                  <a:lnTo>
                    <a:pt x="58545" y="18040"/>
                  </a:lnTo>
                  <a:close/>
                  <a:moveTo>
                    <a:pt x="87818" y="18040"/>
                  </a:moveTo>
                  <a:lnTo>
                    <a:pt x="87818" y="44978"/>
                  </a:lnTo>
                  <a:lnTo>
                    <a:pt x="115752" y="44978"/>
                  </a:lnTo>
                  <a:close/>
                  <a:moveTo>
                    <a:pt x="58545" y="18040"/>
                  </a:moveTo>
                  <a:lnTo>
                    <a:pt x="87818" y="18040"/>
                  </a:lnTo>
                  <a:lnTo>
                    <a:pt x="87818" y="0"/>
                  </a:lnTo>
                  <a:close/>
                </a:path>
              </a:pathLst>
            </a:custGeom>
            <a:solidFill>
              <a:srgbClr val="868D95"/>
            </a:solidFill>
            <a:ln w="4001">
              <a:solidFill>
                <a:srgbClr val="B6BABF"/>
              </a:solidFill>
            </a:ln>
          </p:spPr>
        </p:sp>
      </p:grpSp>
      <p:grpSp>
        <p:nvGrpSpPr>
          <p:cNvPr id="6230" name="label">
            <a:extLst>
              <a:ext uri="{FF2B5EF4-FFF2-40B4-BE49-F238E27FC236}">
                <a16:creationId xmlns:a16="http://schemas.microsoft.com/office/drawing/2014/main" id="{E63EBB03-4A87-0F3F-FA2C-B7250353EDE3}"/>
              </a:ext>
            </a:extLst>
          </p:cNvPr>
          <p:cNvGrpSpPr/>
          <p:nvPr/>
        </p:nvGrpSpPr>
        <p:grpSpPr>
          <a:xfrm>
            <a:off x="5589954" y="1758208"/>
            <a:ext cx="1109384" cy="1132554"/>
            <a:chOff x="8096250" y="1409700"/>
            <a:chExt cx="3844015" cy="3924300"/>
          </a:xfrm>
        </p:grpSpPr>
        <p:sp>
          <p:nvSpPr>
            <p:cNvPr id="4066" name="label__4065">
              <a:extLst>
                <a:ext uri="{FF2B5EF4-FFF2-40B4-BE49-F238E27FC236}">
                  <a16:creationId xmlns:a16="http://schemas.microsoft.com/office/drawing/2014/main" id="{C74191E7-171C-9EBB-8ED2-6B228CA2BCB3}"/>
                </a:ext>
              </a:extLst>
            </p:cNvPr>
            <p:cNvSpPr>
              <a:spLocks noGrp="1"/>
            </p:cNvSpPr>
            <p:nvPr/>
          </p:nvSpPr>
          <p:spPr>
            <a:xfrm>
              <a:off x="8096250" y="5105400"/>
              <a:ext cx="304800" cy="228600"/>
            </a:xfrm>
            <a:prstGeom prst="rect">
              <a:avLst/>
            </a:prstGeom>
            <a:noFill/>
            <a:ln w="0">
              <a:noFill/>
            </a:ln>
          </p:spPr>
          <p:txBody>
            <a:bodyPr wrap="none" lIns="0" tIns="0" rIns="0" bIns="0" anchor="ctr">
              <a:noAutofit/>
            </a:bodyPr>
            <a:lstStyle/>
            <a:p>
              <a:pPr algn="ctr"/>
              <a:r>
                <a:rPr sz="442" dirty="0">
                  <a:solidFill>
                    <a:srgbClr val="687780"/>
                  </a:solidFill>
                  <a:latin typeface="Arial"/>
                  <a:cs typeface="Arial"/>
                </a:rPr>
                <a:t>B5</a:t>
              </a:r>
            </a:p>
          </p:txBody>
        </p:sp>
        <p:sp>
          <p:nvSpPr>
            <p:cNvPr id="4067" name="label__4066">
              <a:extLst>
                <a:ext uri="{FF2B5EF4-FFF2-40B4-BE49-F238E27FC236}">
                  <a16:creationId xmlns:a16="http://schemas.microsoft.com/office/drawing/2014/main" id="{7B38EB5C-A5F9-5993-B8B6-6A33DF7598DA}"/>
                </a:ext>
              </a:extLst>
            </p:cNvPr>
            <p:cNvSpPr>
              <a:spLocks noGrp="1"/>
            </p:cNvSpPr>
            <p:nvPr/>
          </p:nvSpPr>
          <p:spPr>
            <a:xfrm>
              <a:off x="9825715" y="1409700"/>
              <a:ext cx="2114550" cy="247650"/>
            </a:xfrm>
            <a:prstGeom prst="rect">
              <a:avLst/>
            </a:prstGeom>
            <a:noFill/>
            <a:ln w="0">
              <a:noFill/>
            </a:ln>
          </p:spPr>
          <p:txBody>
            <a:bodyPr wrap="none" lIns="0" tIns="0" rIns="0" bIns="0" anchor="ctr">
              <a:noAutofit/>
            </a:bodyPr>
            <a:lstStyle/>
            <a:p>
              <a:pPr algn="ctr">
                <a:defRPr sz="1425" b="0">
                  <a:solidFill>
                    <a:srgbClr val="263442"/>
                  </a:solidFill>
                  <a:latin typeface="Arial"/>
                  <a:ea typeface="Arial"/>
                  <a:cs typeface="Arial"/>
                </a:defRPr>
              </a:pPr>
              <a:r>
                <a:rPr lang="en-US" sz="520" dirty="0">
                  <a:solidFill>
                    <a:srgbClr val="263442"/>
                  </a:solidFill>
                  <a:latin typeface="Arial"/>
                  <a:ea typeface="Arial"/>
                  <a:cs typeface="Arial"/>
                </a:rPr>
                <a:t>SMILES</a:t>
              </a:r>
              <a:endParaRPr sz="520" dirty="0">
                <a:solidFill>
                  <a:srgbClr val="263442"/>
                </a:solidFill>
                <a:latin typeface="Arial"/>
                <a:ea typeface="Arial"/>
                <a:cs typeface="Arial"/>
              </a:endParaRPr>
            </a:p>
          </p:txBody>
        </p:sp>
      </p:grpSp>
      <p:grpSp>
        <p:nvGrpSpPr>
          <p:cNvPr id="6231" name="Identity_yellow">
            <a:extLst>
              <a:ext uri="{FF2B5EF4-FFF2-40B4-BE49-F238E27FC236}">
                <a16:creationId xmlns:a16="http://schemas.microsoft.com/office/drawing/2014/main" id="{1E276507-7FAB-38D7-C5F1-2B98A69805AD}"/>
              </a:ext>
            </a:extLst>
          </p:cNvPr>
          <p:cNvGrpSpPr/>
          <p:nvPr/>
        </p:nvGrpSpPr>
        <p:grpSpPr>
          <a:xfrm>
            <a:off x="6220144" y="1890486"/>
            <a:ext cx="340316" cy="154434"/>
            <a:chOff x="10279856" y="1868043"/>
            <a:chExt cx="1179195" cy="535115"/>
          </a:xfrm>
        </p:grpSpPr>
        <p:sp>
          <p:nvSpPr>
            <p:cNvPr id="4068" name="Identity_yellow__4067">
              <a:extLst>
                <a:ext uri="{FF2B5EF4-FFF2-40B4-BE49-F238E27FC236}">
                  <a16:creationId xmlns:a16="http://schemas.microsoft.com/office/drawing/2014/main" id="{C8E78F41-A0C2-9CB8-BBDB-89BDE077516B}"/>
                </a:ext>
              </a:extLst>
            </p:cNvPr>
            <p:cNvSpPr>
              <a:spLocks noGrp="1"/>
            </p:cNvSpPr>
            <p:nvPr/>
          </p:nvSpPr>
          <p:spPr>
            <a:xfrm>
              <a:off x="10639425" y="1888046"/>
              <a:ext cx="109538" cy="188405"/>
            </a:xfrm>
            <a:custGeom>
              <a:avLst/>
              <a:gdLst/>
              <a:ahLst/>
              <a:cxnLst/>
              <a:rect l="0" t="0" r="0" b="0"/>
              <a:pathLst>
                <a:path w="109538" h="188405">
                  <a:moveTo>
                    <a:pt x="0" y="188405"/>
                  </a:moveTo>
                  <a:lnTo>
                    <a:pt x="109538" y="0"/>
                  </a:lnTo>
                </a:path>
              </a:pathLst>
            </a:custGeom>
            <a:noFill/>
            <a:ln w="24765">
              <a:solidFill>
                <a:srgbClr val="DDAF36"/>
              </a:solidFill>
            </a:ln>
          </p:spPr>
        </p:sp>
        <p:sp>
          <p:nvSpPr>
            <p:cNvPr id="4069" name="Identity_yellow__4068">
              <a:extLst>
                <a:ext uri="{FF2B5EF4-FFF2-40B4-BE49-F238E27FC236}">
                  <a16:creationId xmlns:a16="http://schemas.microsoft.com/office/drawing/2014/main" id="{65105A75-FCFF-84BB-4F88-C38F5E2C6CD7}"/>
                </a:ext>
              </a:extLst>
            </p:cNvPr>
            <p:cNvSpPr>
              <a:spLocks noGrp="1"/>
            </p:cNvSpPr>
            <p:nvPr/>
          </p:nvSpPr>
          <p:spPr>
            <a:xfrm>
              <a:off x="10748963" y="1888046"/>
              <a:ext cx="219075" cy="95"/>
            </a:xfrm>
            <a:custGeom>
              <a:avLst/>
              <a:gdLst/>
              <a:ahLst/>
              <a:cxnLst/>
              <a:rect l="0" t="0" r="0" b="0"/>
              <a:pathLst>
                <a:path w="219075" h="95">
                  <a:moveTo>
                    <a:pt x="0" y="0"/>
                  </a:moveTo>
                  <a:lnTo>
                    <a:pt x="219075" y="0"/>
                  </a:lnTo>
                </a:path>
              </a:pathLst>
            </a:custGeom>
            <a:noFill/>
            <a:ln w="24765">
              <a:solidFill>
                <a:srgbClr val="DDAF36"/>
              </a:solidFill>
            </a:ln>
          </p:spPr>
        </p:sp>
        <p:sp>
          <p:nvSpPr>
            <p:cNvPr id="4070" name="Identity_yellow__4069">
              <a:extLst>
                <a:ext uri="{FF2B5EF4-FFF2-40B4-BE49-F238E27FC236}">
                  <a16:creationId xmlns:a16="http://schemas.microsoft.com/office/drawing/2014/main" id="{A1E33692-FB52-4D15-4093-7BE883F709EF}"/>
                </a:ext>
              </a:extLst>
            </p:cNvPr>
            <p:cNvSpPr>
              <a:spLocks noGrp="1"/>
            </p:cNvSpPr>
            <p:nvPr/>
          </p:nvSpPr>
          <p:spPr>
            <a:xfrm>
              <a:off x="10968038" y="1888046"/>
              <a:ext cx="109538" cy="188405"/>
            </a:xfrm>
            <a:custGeom>
              <a:avLst/>
              <a:gdLst/>
              <a:ahLst/>
              <a:cxnLst/>
              <a:rect l="0" t="0" r="0" b="0"/>
              <a:pathLst>
                <a:path w="109538" h="188405">
                  <a:moveTo>
                    <a:pt x="0" y="0"/>
                  </a:moveTo>
                  <a:lnTo>
                    <a:pt x="109538" y="188405"/>
                  </a:lnTo>
                </a:path>
              </a:pathLst>
            </a:custGeom>
            <a:noFill/>
            <a:ln w="24765">
              <a:solidFill>
                <a:srgbClr val="DDAF36"/>
              </a:solidFill>
            </a:ln>
          </p:spPr>
        </p:sp>
        <p:sp>
          <p:nvSpPr>
            <p:cNvPr id="4071" name="Identity_yellow__4070">
              <a:extLst>
                <a:ext uri="{FF2B5EF4-FFF2-40B4-BE49-F238E27FC236}">
                  <a16:creationId xmlns:a16="http://schemas.microsoft.com/office/drawing/2014/main" id="{3E6C8710-DA30-6F48-EF61-B08030E8FC5B}"/>
                </a:ext>
              </a:extLst>
            </p:cNvPr>
            <p:cNvSpPr>
              <a:spLocks noGrp="1"/>
            </p:cNvSpPr>
            <p:nvPr/>
          </p:nvSpPr>
          <p:spPr>
            <a:xfrm>
              <a:off x="10968038" y="2076450"/>
              <a:ext cx="109538" cy="188405"/>
            </a:xfrm>
            <a:custGeom>
              <a:avLst/>
              <a:gdLst/>
              <a:ahLst/>
              <a:cxnLst/>
              <a:rect l="0" t="0" r="0" b="0"/>
              <a:pathLst>
                <a:path w="109538" h="188405">
                  <a:moveTo>
                    <a:pt x="109538" y="0"/>
                  </a:moveTo>
                  <a:lnTo>
                    <a:pt x="0" y="188405"/>
                  </a:lnTo>
                </a:path>
              </a:pathLst>
            </a:custGeom>
            <a:noFill/>
            <a:ln w="24765">
              <a:solidFill>
                <a:srgbClr val="DDAF36"/>
              </a:solidFill>
            </a:ln>
          </p:spPr>
        </p:sp>
        <p:sp>
          <p:nvSpPr>
            <p:cNvPr id="4072" name="Identity_yellow__4071">
              <a:extLst>
                <a:ext uri="{FF2B5EF4-FFF2-40B4-BE49-F238E27FC236}">
                  <a16:creationId xmlns:a16="http://schemas.microsoft.com/office/drawing/2014/main" id="{4D75A15E-3D97-FA72-2FA4-9D9E94BDDB99}"/>
                </a:ext>
              </a:extLst>
            </p:cNvPr>
            <p:cNvSpPr>
              <a:spLocks noGrp="1"/>
            </p:cNvSpPr>
            <p:nvPr/>
          </p:nvSpPr>
          <p:spPr>
            <a:xfrm>
              <a:off x="10748963" y="2264855"/>
              <a:ext cx="219075" cy="95"/>
            </a:xfrm>
            <a:custGeom>
              <a:avLst/>
              <a:gdLst/>
              <a:ahLst/>
              <a:cxnLst/>
              <a:rect l="0" t="0" r="0" b="0"/>
              <a:pathLst>
                <a:path w="219075" h="95">
                  <a:moveTo>
                    <a:pt x="219075" y="0"/>
                  </a:moveTo>
                  <a:lnTo>
                    <a:pt x="0" y="0"/>
                  </a:lnTo>
                </a:path>
              </a:pathLst>
            </a:custGeom>
            <a:noFill/>
            <a:ln w="24765">
              <a:solidFill>
                <a:srgbClr val="DDAF36"/>
              </a:solidFill>
            </a:ln>
          </p:spPr>
        </p:sp>
        <p:sp>
          <p:nvSpPr>
            <p:cNvPr id="4073" name="Identity_yellow__4072">
              <a:extLst>
                <a:ext uri="{FF2B5EF4-FFF2-40B4-BE49-F238E27FC236}">
                  <a16:creationId xmlns:a16="http://schemas.microsoft.com/office/drawing/2014/main" id="{E8A6E74B-84D4-B6D3-CFEC-6F5E676E99AD}"/>
                </a:ext>
              </a:extLst>
            </p:cNvPr>
            <p:cNvSpPr>
              <a:spLocks noGrp="1"/>
            </p:cNvSpPr>
            <p:nvPr/>
          </p:nvSpPr>
          <p:spPr>
            <a:xfrm>
              <a:off x="10639425" y="2076450"/>
              <a:ext cx="109538" cy="188405"/>
            </a:xfrm>
            <a:custGeom>
              <a:avLst/>
              <a:gdLst/>
              <a:ahLst/>
              <a:cxnLst/>
              <a:rect l="0" t="0" r="0" b="0"/>
              <a:pathLst>
                <a:path w="109538" h="188405">
                  <a:moveTo>
                    <a:pt x="109538" y="188405"/>
                  </a:moveTo>
                  <a:lnTo>
                    <a:pt x="0" y="0"/>
                  </a:lnTo>
                </a:path>
              </a:pathLst>
            </a:custGeom>
            <a:noFill/>
            <a:ln w="24765">
              <a:solidFill>
                <a:srgbClr val="DDAF36"/>
              </a:solidFill>
            </a:ln>
          </p:spPr>
        </p:sp>
        <p:sp>
          <p:nvSpPr>
            <p:cNvPr id="4074" name="Identity_yellow__4073">
              <a:extLst>
                <a:ext uri="{FF2B5EF4-FFF2-40B4-BE49-F238E27FC236}">
                  <a16:creationId xmlns:a16="http://schemas.microsoft.com/office/drawing/2014/main" id="{D7081234-1F74-7147-D741-E5359E8E302D}"/>
                </a:ext>
              </a:extLst>
            </p:cNvPr>
            <p:cNvSpPr>
              <a:spLocks noGrp="1"/>
            </p:cNvSpPr>
            <p:nvPr/>
          </p:nvSpPr>
          <p:spPr>
            <a:xfrm>
              <a:off x="11077575" y="1966913"/>
              <a:ext cx="175260" cy="109538"/>
            </a:xfrm>
            <a:custGeom>
              <a:avLst/>
              <a:gdLst/>
              <a:ahLst/>
              <a:cxnLst/>
              <a:rect l="0" t="0" r="0" b="0"/>
              <a:pathLst>
                <a:path w="175260" h="109538">
                  <a:moveTo>
                    <a:pt x="0" y="109538"/>
                  </a:moveTo>
                  <a:lnTo>
                    <a:pt x="175260" y="0"/>
                  </a:lnTo>
                </a:path>
              </a:pathLst>
            </a:custGeom>
            <a:noFill/>
            <a:ln w="24765">
              <a:solidFill>
                <a:srgbClr val="DDAF36"/>
              </a:solidFill>
            </a:ln>
          </p:spPr>
        </p:sp>
        <p:sp>
          <p:nvSpPr>
            <p:cNvPr id="4075" name="Identity_yellow__4074">
              <a:extLst>
                <a:ext uri="{FF2B5EF4-FFF2-40B4-BE49-F238E27FC236}">
                  <a16:creationId xmlns:a16="http://schemas.microsoft.com/office/drawing/2014/main" id="{8AD99EF6-6771-F7B2-936A-57076399F7DE}"/>
                </a:ext>
              </a:extLst>
            </p:cNvPr>
            <p:cNvSpPr>
              <a:spLocks noGrp="1"/>
            </p:cNvSpPr>
            <p:nvPr/>
          </p:nvSpPr>
          <p:spPr>
            <a:xfrm>
              <a:off x="11252835" y="1966913"/>
              <a:ext cx="186214" cy="109538"/>
            </a:xfrm>
            <a:custGeom>
              <a:avLst/>
              <a:gdLst/>
              <a:ahLst/>
              <a:cxnLst/>
              <a:rect l="0" t="0" r="0" b="0"/>
              <a:pathLst>
                <a:path w="186214" h="109538">
                  <a:moveTo>
                    <a:pt x="0" y="0"/>
                  </a:moveTo>
                  <a:lnTo>
                    <a:pt x="186214" y="109538"/>
                  </a:lnTo>
                </a:path>
              </a:pathLst>
            </a:custGeom>
            <a:noFill/>
            <a:ln w="24765">
              <a:solidFill>
                <a:srgbClr val="DDAF36"/>
              </a:solidFill>
            </a:ln>
          </p:spPr>
        </p:sp>
        <p:sp>
          <p:nvSpPr>
            <p:cNvPr id="4076" name="Identity_yellow__4075">
              <a:extLst>
                <a:ext uri="{FF2B5EF4-FFF2-40B4-BE49-F238E27FC236}">
                  <a16:creationId xmlns:a16="http://schemas.microsoft.com/office/drawing/2014/main" id="{C29DE565-4EB1-257A-EE28-E3128E93A965}"/>
                </a:ext>
              </a:extLst>
            </p:cNvPr>
            <p:cNvSpPr>
              <a:spLocks noGrp="1"/>
            </p:cNvSpPr>
            <p:nvPr/>
          </p:nvSpPr>
          <p:spPr>
            <a:xfrm>
              <a:off x="11439049" y="2076450"/>
              <a:ext cx="95" cy="219075"/>
            </a:xfrm>
            <a:custGeom>
              <a:avLst/>
              <a:gdLst/>
              <a:ahLst/>
              <a:cxnLst/>
              <a:rect l="0" t="0" r="0" b="0"/>
              <a:pathLst>
                <a:path w="95" h="219075">
                  <a:moveTo>
                    <a:pt x="0" y="0"/>
                  </a:moveTo>
                  <a:lnTo>
                    <a:pt x="0" y="219075"/>
                  </a:lnTo>
                </a:path>
              </a:pathLst>
            </a:custGeom>
            <a:noFill/>
            <a:ln w="24765">
              <a:solidFill>
                <a:srgbClr val="DDAF36"/>
              </a:solidFill>
            </a:ln>
          </p:spPr>
        </p:sp>
        <p:sp>
          <p:nvSpPr>
            <p:cNvPr id="4077" name="Identity_yellow__4076">
              <a:extLst>
                <a:ext uri="{FF2B5EF4-FFF2-40B4-BE49-F238E27FC236}">
                  <a16:creationId xmlns:a16="http://schemas.microsoft.com/office/drawing/2014/main" id="{97891BAC-1007-E549-4E71-B092AD8FB4CB}"/>
                </a:ext>
              </a:extLst>
            </p:cNvPr>
            <p:cNvSpPr>
              <a:spLocks noGrp="1"/>
            </p:cNvSpPr>
            <p:nvPr/>
          </p:nvSpPr>
          <p:spPr>
            <a:xfrm>
              <a:off x="11252835" y="2295525"/>
              <a:ext cx="186214" cy="87630"/>
            </a:xfrm>
            <a:custGeom>
              <a:avLst/>
              <a:gdLst/>
              <a:ahLst/>
              <a:cxnLst/>
              <a:rect l="0" t="0" r="0" b="0"/>
              <a:pathLst>
                <a:path w="186214" h="87630">
                  <a:moveTo>
                    <a:pt x="186214" y="0"/>
                  </a:moveTo>
                  <a:lnTo>
                    <a:pt x="0" y="87630"/>
                  </a:lnTo>
                </a:path>
              </a:pathLst>
            </a:custGeom>
            <a:noFill/>
            <a:ln w="24765">
              <a:solidFill>
                <a:srgbClr val="DDAF36"/>
              </a:solidFill>
            </a:ln>
          </p:spPr>
        </p:sp>
        <p:sp>
          <p:nvSpPr>
            <p:cNvPr id="4078" name="Identity_yellow__4077">
              <a:extLst>
                <a:ext uri="{FF2B5EF4-FFF2-40B4-BE49-F238E27FC236}">
                  <a16:creationId xmlns:a16="http://schemas.microsoft.com/office/drawing/2014/main" id="{518619E3-F859-4BD5-4D44-E1CE92D358B3}"/>
                </a:ext>
              </a:extLst>
            </p:cNvPr>
            <p:cNvSpPr>
              <a:spLocks noGrp="1"/>
            </p:cNvSpPr>
            <p:nvPr/>
          </p:nvSpPr>
          <p:spPr>
            <a:xfrm>
              <a:off x="10968038" y="2264855"/>
              <a:ext cx="284798" cy="118300"/>
            </a:xfrm>
            <a:custGeom>
              <a:avLst/>
              <a:gdLst/>
              <a:ahLst/>
              <a:cxnLst/>
              <a:rect l="0" t="0" r="0" b="0"/>
              <a:pathLst>
                <a:path w="284798" h="118300">
                  <a:moveTo>
                    <a:pt x="284798" y="118300"/>
                  </a:moveTo>
                  <a:lnTo>
                    <a:pt x="0" y="0"/>
                  </a:lnTo>
                </a:path>
              </a:pathLst>
            </a:custGeom>
            <a:noFill/>
            <a:ln w="24765">
              <a:solidFill>
                <a:srgbClr val="DDAF36"/>
              </a:solidFill>
            </a:ln>
          </p:spPr>
        </p:sp>
        <p:sp>
          <p:nvSpPr>
            <p:cNvPr id="4079" name="Identity_yellow__4078">
              <a:extLst>
                <a:ext uri="{FF2B5EF4-FFF2-40B4-BE49-F238E27FC236}">
                  <a16:creationId xmlns:a16="http://schemas.microsoft.com/office/drawing/2014/main" id="{D085297A-72A0-2312-1221-13738FCD90AD}"/>
                </a:ext>
              </a:extLst>
            </p:cNvPr>
            <p:cNvSpPr>
              <a:spLocks noGrp="1"/>
            </p:cNvSpPr>
            <p:nvPr/>
          </p:nvSpPr>
          <p:spPr>
            <a:xfrm>
              <a:off x="10464165" y="1966913"/>
              <a:ext cx="175260" cy="109538"/>
            </a:xfrm>
            <a:custGeom>
              <a:avLst/>
              <a:gdLst/>
              <a:ahLst/>
              <a:cxnLst/>
              <a:rect l="0" t="0" r="0" b="0"/>
              <a:pathLst>
                <a:path w="175260" h="109538">
                  <a:moveTo>
                    <a:pt x="175260" y="109538"/>
                  </a:moveTo>
                  <a:lnTo>
                    <a:pt x="0" y="0"/>
                  </a:lnTo>
                </a:path>
              </a:pathLst>
            </a:custGeom>
            <a:noFill/>
            <a:ln w="24765">
              <a:solidFill>
                <a:srgbClr val="DDAF36"/>
              </a:solidFill>
            </a:ln>
          </p:spPr>
        </p:sp>
        <p:sp>
          <p:nvSpPr>
            <p:cNvPr id="4080" name="Identity_yellow__4079">
              <a:extLst>
                <a:ext uri="{FF2B5EF4-FFF2-40B4-BE49-F238E27FC236}">
                  <a16:creationId xmlns:a16="http://schemas.microsoft.com/office/drawing/2014/main" id="{A5AEF0B5-816C-A5A0-35F1-2C419AACF612}"/>
                </a:ext>
              </a:extLst>
            </p:cNvPr>
            <p:cNvSpPr>
              <a:spLocks noGrp="1"/>
            </p:cNvSpPr>
            <p:nvPr/>
          </p:nvSpPr>
          <p:spPr>
            <a:xfrm>
              <a:off x="10299859" y="1966913"/>
              <a:ext cx="164306" cy="87630"/>
            </a:xfrm>
            <a:custGeom>
              <a:avLst/>
              <a:gdLst/>
              <a:ahLst/>
              <a:cxnLst/>
              <a:rect l="0" t="0" r="0" b="0"/>
              <a:pathLst>
                <a:path w="164306" h="87630">
                  <a:moveTo>
                    <a:pt x="164306" y="0"/>
                  </a:moveTo>
                  <a:lnTo>
                    <a:pt x="0" y="87630"/>
                  </a:lnTo>
                </a:path>
              </a:pathLst>
            </a:custGeom>
            <a:noFill/>
            <a:ln w="24765">
              <a:solidFill>
                <a:srgbClr val="DDAF36"/>
              </a:solidFill>
            </a:ln>
          </p:spPr>
        </p:sp>
        <p:sp>
          <p:nvSpPr>
            <p:cNvPr id="4081" name="Identity_yellow__4080">
              <a:extLst>
                <a:ext uri="{FF2B5EF4-FFF2-40B4-BE49-F238E27FC236}">
                  <a16:creationId xmlns:a16="http://schemas.microsoft.com/office/drawing/2014/main" id="{59CC67A7-23B2-B616-43AA-A15F4CEB692C}"/>
                </a:ext>
              </a:extLst>
            </p:cNvPr>
            <p:cNvSpPr>
              <a:spLocks noGrp="1"/>
            </p:cNvSpPr>
            <p:nvPr/>
          </p:nvSpPr>
          <p:spPr>
            <a:xfrm>
              <a:off x="10619423" y="2056448"/>
              <a:ext cx="40005" cy="40005"/>
            </a:xfrm>
            <a:prstGeom prst="ellipse">
              <a:avLst/>
            </a:prstGeom>
            <a:solidFill>
              <a:srgbClr val="E4C162"/>
            </a:solidFill>
            <a:ln w="0">
              <a:solidFill>
                <a:srgbClr val="FFFFFF"/>
              </a:solidFill>
            </a:ln>
          </p:spPr>
        </p:sp>
        <p:sp>
          <p:nvSpPr>
            <p:cNvPr id="4082" name="Identity_yellow__4081">
              <a:extLst>
                <a:ext uri="{FF2B5EF4-FFF2-40B4-BE49-F238E27FC236}">
                  <a16:creationId xmlns:a16="http://schemas.microsoft.com/office/drawing/2014/main" id="{695BE471-6FD0-7979-C949-3DCA0CFEA56E}"/>
                </a:ext>
              </a:extLst>
            </p:cNvPr>
            <p:cNvSpPr>
              <a:spLocks noGrp="1"/>
            </p:cNvSpPr>
            <p:nvPr/>
          </p:nvSpPr>
          <p:spPr>
            <a:xfrm>
              <a:off x="10728960" y="1868043"/>
              <a:ext cx="40005" cy="40005"/>
            </a:xfrm>
            <a:prstGeom prst="ellipse">
              <a:avLst/>
            </a:prstGeom>
            <a:solidFill>
              <a:srgbClr val="DDAF36"/>
            </a:solidFill>
            <a:ln w="0">
              <a:solidFill>
                <a:srgbClr val="FFFFFF"/>
              </a:solidFill>
            </a:ln>
          </p:spPr>
        </p:sp>
        <p:sp>
          <p:nvSpPr>
            <p:cNvPr id="4083" name="Identity_yellow__4082">
              <a:extLst>
                <a:ext uri="{FF2B5EF4-FFF2-40B4-BE49-F238E27FC236}">
                  <a16:creationId xmlns:a16="http://schemas.microsoft.com/office/drawing/2014/main" id="{C514B270-644C-CF6C-7494-F9AD6DE7A8CD}"/>
                </a:ext>
              </a:extLst>
            </p:cNvPr>
            <p:cNvSpPr>
              <a:spLocks noGrp="1"/>
            </p:cNvSpPr>
            <p:nvPr/>
          </p:nvSpPr>
          <p:spPr>
            <a:xfrm>
              <a:off x="10948035" y="1868043"/>
              <a:ext cx="40005" cy="40005"/>
            </a:xfrm>
            <a:prstGeom prst="ellipse">
              <a:avLst/>
            </a:prstGeom>
            <a:solidFill>
              <a:srgbClr val="DDAF36"/>
            </a:solidFill>
            <a:ln w="0">
              <a:solidFill>
                <a:srgbClr val="FFFFFF"/>
              </a:solidFill>
            </a:ln>
          </p:spPr>
        </p:sp>
        <p:sp>
          <p:nvSpPr>
            <p:cNvPr id="4084" name="Identity_yellow__4083">
              <a:extLst>
                <a:ext uri="{FF2B5EF4-FFF2-40B4-BE49-F238E27FC236}">
                  <a16:creationId xmlns:a16="http://schemas.microsoft.com/office/drawing/2014/main" id="{D4A764F9-D3E8-B745-4829-5992E622EECA}"/>
                </a:ext>
              </a:extLst>
            </p:cNvPr>
            <p:cNvSpPr>
              <a:spLocks noGrp="1"/>
            </p:cNvSpPr>
            <p:nvPr/>
          </p:nvSpPr>
          <p:spPr>
            <a:xfrm>
              <a:off x="11057573" y="2056448"/>
              <a:ext cx="40005" cy="40005"/>
            </a:xfrm>
            <a:prstGeom prst="ellipse">
              <a:avLst/>
            </a:prstGeom>
            <a:solidFill>
              <a:srgbClr val="DDAF36"/>
            </a:solidFill>
            <a:ln w="0">
              <a:solidFill>
                <a:srgbClr val="FFFFFF"/>
              </a:solidFill>
            </a:ln>
          </p:spPr>
        </p:sp>
        <p:sp>
          <p:nvSpPr>
            <p:cNvPr id="4085" name="Identity_yellow__4084">
              <a:extLst>
                <a:ext uri="{FF2B5EF4-FFF2-40B4-BE49-F238E27FC236}">
                  <a16:creationId xmlns:a16="http://schemas.microsoft.com/office/drawing/2014/main" id="{4CD283E5-0D1F-87A5-292A-A624F899715F}"/>
                </a:ext>
              </a:extLst>
            </p:cNvPr>
            <p:cNvSpPr>
              <a:spLocks noGrp="1"/>
            </p:cNvSpPr>
            <p:nvPr/>
          </p:nvSpPr>
          <p:spPr>
            <a:xfrm>
              <a:off x="10948035" y="2244852"/>
              <a:ext cx="40005" cy="40005"/>
            </a:xfrm>
            <a:prstGeom prst="ellipse">
              <a:avLst/>
            </a:prstGeom>
            <a:solidFill>
              <a:srgbClr val="DDAF36"/>
            </a:solidFill>
            <a:ln w="0">
              <a:solidFill>
                <a:srgbClr val="FFFFFF"/>
              </a:solidFill>
            </a:ln>
          </p:spPr>
        </p:sp>
        <p:sp>
          <p:nvSpPr>
            <p:cNvPr id="4086" name="Identity_yellow__4085">
              <a:extLst>
                <a:ext uri="{FF2B5EF4-FFF2-40B4-BE49-F238E27FC236}">
                  <a16:creationId xmlns:a16="http://schemas.microsoft.com/office/drawing/2014/main" id="{E08BFE2F-4E01-34C6-FA1F-D2343471FD18}"/>
                </a:ext>
              </a:extLst>
            </p:cNvPr>
            <p:cNvSpPr>
              <a:spLocks noGrp="1"/>
            </p:cNvSpPr>
            <p:nvPr/>
          </p:nvSpPr>
          <p:spPr>
            <a:xfrm>
              <a:off x="10728960" y="2244852"/>
              <a:ext cx="40005" cy="40005"/>
            </a:xfrm>
            <a:prstGeom prst="ellipse">
              <a:avLst/>
            </a:prstGeom>
            <a:solidFill>
              <a:srgbClr val="E4C162"/>
            </a:solidFill>
            <a:ln w="0">
              <a:solidFill>
                <a:srgbClr val="FFFFFF"/>
              </a:solidFill>
            </a:ln>
          </p:spPr>
        </p:sp>
        <p:sp>
          <p:nvSpPr>
            <p:cNvPr id="4087" name="Identity_yellow__4086">
              <a:extLst>
                <a:ext uri="{FF2B5EF4-FFF2-40B4-BE49-F238E27FC236}">
                  <a16:creationId xmlns:a16="http://schemas.microsoft.com/office/drawing/2014/main" id="{5FC74ADD-C115-395D-0E29-CBA88E6BB875}"/>
                </a:ext>
              </a:extLst>
            </p:cNvPr>
            <p:cNvSpPr>
              <a:spLocks noGrp="1"/>
            </p:cNvSpPr>
            <p:nvPr/>
          </p:nvSpPr>
          <p:spPr>
            <a:xfrm>
              <a:off x="11232833" y="1946910"/>
              <a:ext cx="40005" cy="40005"/>
            </a:xfrm>
            <a:prstGeom prst="ellipse">
              <a:avLst/>
            </a:prstGeom>
            <a:solidFill>
              <a:srgbClr val="DDAF36"/>
            </a:solidFill>
            <a:ln w="0">
              <a:solidFill>
                <a:srgbClr val="FFFFFF"/>
              </a:solidFill>
            </a:ln>
          </p:spPr>
        </p:sp>
        <p:sp>
          <p:nvSpPr>
            <p:cNvPr id="4088" name="Identity_yellow__4087">
              <a:extLst>
                <a:ext uri="{FF2B5EF4-FFF2-40B4-BE49-F238E27FC236}">
                  <a16:creationId xmlns:a16="http://schemas.microsoft.com/office/drawing/2014/main" id="{E44EBF09-0499-0D07-323A-30C58A71B8E9}"/>
                </a:ext>
              </a:extLst>
            </p:cNvPr>
            <p:cNvSpPr>
              <a:spLocks noGrp="1"/>
            </p:cNvSpPr>
            <p:nvPr/>
          </p:nvSpPr>
          <p:spPr>
            <a:xfrm>
              <a:off x="11419046" y="2056448"/>
              <a:ext cx="40005" cy="40005"/>
            </a:xfrm>
            <a:prstGeom prst="ellipse">
              <a:avLst/>
            </a:prstGeom>
            <a:solidFill>
              <a:srgbClr val="DDAF36"/>
            </a:solidFill>
            <a:ln w="0">
              <a:solidFill>
                <a:srgbClr val="FFFFFF"/>
              </a:solidFill>
            </a:ln>
          </p:spPr>
        </p:sp>
        <p:sp>
          <p:nvSpPr>
            <p:cNvPr id="4089" name="Identity_yellow__4088">
              <a:extLst>
                <a:ext uri="{FF2B5EF4-FFF2-40B4-BE49-F238E27FC236}">
                  <a16:creationId xmlns:a16="http://schemas.microsoft.com/office/drawing/2014/main" id="{D8B1B3EA-76AD-6A38-0315-ACEFCFD7BFFE}"/>
                </a:ext>
              </a:extLst>
            </p:cNvPr>
            <p:cNvSpPr>
              <a:spLocks noGrp="1"/>
            </p:cNvSpPr>
            <p:nvPr/>
          </p:nvSpPr>
          <p:spPr>
            <a:xfrm>
              <a:off x="11419046" y="2275523"/>
              <a:ext cx="40005" cy="40005"/>
            </a:xfrm>
            <a:prstGeom prst="ellipse">
              <a:avLst/>
            </a:prstGeom>
            <a:solidFill>
              <a:srgbClr val="DDAF36"/>
            </a:solidFill>
            <a:ln w="0">
              <a:solidFill>
                <a:srgbClr val="FFFFFF"/>
              </a:solidFill>
            </a:ln>
          </p:spPr>
        </p:sp>
        <p:sp>
          <p:nvSpPr>
            <p:cNvPr id="4090" name="Identity_yellow__4089">
              <a:extLst>
                <a:ext uri="{FF2B5EF4-FFF2-40B4-BE49-F238E27FC236}">
                  <a16:creationId xmlns:a16="http://schemas.microsoft.com/office/drawing/2014/main" id="{AE183CCE-7053-BA75-1219-06D743D94244}"/>
                </a:ext>
              </a:extLst>
            </p:cNvPr>
            <p:cNvSpPr>
              <a:spLocks noGrp="1"/>
            </p:cNvSpPr>
            <p:nvPr/>
          </p:nvSpPr>
          <p:spPr>
            <a:xfrm>
              <a:off x="11232833" y="2363153"/>
              <a:ext cx="40005" cy="40005"/>
            </a:xfrm>
            <a:prstGeom prst="ellipse">
              <a:avLst/>
            </a:prstGeom>
            <a:solidFill>
              <a:srgbClr val="DDAF36"/>
            </a:solidFill>
            <a:ln w="0">
              <a:solidFill>
                <a:srgbClr val="FFFFFF"/>
              </a:solidFill>
            </a:ln>
          </p:spPr>
        </p:sp>
        <p:sp>
          <p:nvSpPr>
            <p:cNvPr id="4091" name="Identity_yellow__4090">
              <a:extLst>
                <a:ext uri="{FF2B5EF4-FFF2-40B4-BE49-F238E27FC236}">
                  <a16:creationId xmlns:a16="http://schemas.microsoft.com/office/drawing/2014/main" id="{BC4E4407-812E-55A2-2CEA-25A0349F19EB}"/>
                </a:ext>
              </a:extLst>
            </p:cNvPr>
            <p:cNvSpPr>
              <a:spLocks noGrp="1"/>
            </p:cNvSpPr>
            <p:nvPr/>
          </p:nvSpPr>
          <p:spPr>
            <a:xfrm>
              <a:off x="10444163" y="1946910"/>
              <a:ext cx="40005" cy="40005"/>
            </a:xfrm>
            <a:prstGeom prst="ellipse">
              <a:avLst/>
            </a:prstGeom>
            <a:solidFill>
              <a:srgbClr val="E4C162"/>
            </a:solidFill>
            <a:ln w="0">
              <a:solidFill>
                <a:srgbClr val="FFFFFF"/>
              </a:solidFill>
            </a:ln>
          </p:spPr>
        </p:sp>
        <p:sp>
          <p:nvSpPr>
            <p:cNvPr id="4092" name="Identity_yellow__4091">
              <a:extLst>
                <a:ext uri="{FF2B5EF4-FFF2-40B4-BE49-F238E27FC236}">
                  <a16:creationId xmlns:a16="http://schemas.microsoft.com/office/drawing/2014/main" id="{1A0ED203-4CA2-5B6C-CF4B-810A34223C37}"/>
                </a:ext>
              </a:extLst>
            </p:cNvPr>
            <p:cNvSpPr>
              <a:spLocks noGrp="1"/>
            </p:cNvSpPr>
            <p:nvPr/>
          </p:nvSpPr>
          <p:spPr>
            <a:xfrm>
              <a:off x="10279856" y="2034540"/>
              <a:ext cx="40005" cy="40005"/>
            </a:xfrm>
            <a:prstGeom prst="ellipse">
              <a:avLst/>
            </a:prstGeom>
            <a:solidFill>
              <a:srgbClr val="DDAF36"/>
            </a:solidFill>
            <a:ln w="0">
              <a:solidFill>
                <a:srgbClr val="FFFFFF"/>
              </a:solidFill>
            </a:ln>
          </p:spPr>
        </p:sp>
      </p:grpSp>
      <p:grpSp>
        <p:nvGrpSpPr>
          <p:cNvPr id="6232" name="Identity_green">
            <a:extLst>
              <a:ext uri="{FF2B5EF4-FFF2-40B4-BE49-F238E27FC236}">
                <a16:creationId xmlns:a16="http://schemas.microsoft.com/office/drawing/2014/main" id="{413B7E7D-22C2-1E87-861B-8F35D5301DB8}"/>
              </a:ext>
            </a:extLst>
          </p:cNvPr>
          <p:cNvGrpSpPr/>
          <p:nvPr/>
        </p:nvGrpSpPr>
        <p:grpSpPr>
          <a:xfrm>
            <a:off x="6228017" y="2165377"/>
            <a:ext cx="378251" cy="120292"/>
            <a:chOff x="10290810" y="2706243"/>
            <a:chExt cx="1310640" cy="416814"/>
          </a:xfrm>
        </p:grpSpPr>
        <p:sp>
          <p:nvSpPr>
            <p:cNvPr id="4093" name="Identity_green__4092">
              <a:extLst>
                <a:ext uri="{FF2B5EF4-FFF2-40B4-BE49-F238E27FC236}">
                  <a16:creationId xmlns:a16="http://schemas.microsoft.com/office/drawing/2014/main" id="{18CF6C70-FBDD-7008-5A06-7775FC1A52B4}"/>
                </a:ext>
              </a:extLst>
            </p:cNvPr>
            <p:cNvSpPr>
              <a:spLocks noGrp="1"/>
            </p:cNvSpPr>
            <p:nvPr/>
          </p:nvSpPr>
          <p:spPr>
            <a:xfrm>
              <a:off x="10639425" y="2726246"/>
              <a:ext cx="109538" cy="188404"/>
            </a:xfrm>
            <a:custGeom>
              <a:avLst/>
              <a:gdLst/>
              <a:ahLst/>
              <a:cxnLst/>
              <a:rect l="0" t="0" r="0" b="0"/>
              <a:pathLst>
                <a:path w="109538" h="188404">
                  <a:moveTo>
                    <a:pt x="0" y="188404"/>
                  </a:moveTo>
                  <a:lnTo>
                    <a:pt x="109538" y="0"/>
                  </a:lnTo>
                </a:path>
              </a:pathLst>
            </a:custGeom>
            <a:noFill/>
            <a:ln w="24765">
              <a:solidFill>
                <a:srgbClr val="50B982"/>
              </a:solidFill>
            </a:ln>
          </p:spPr>
        </p:sp>
        <p:sp>
          <p:nvSpPr>
            <p:cNvPr id="4094" name="Identity_green__4093">
              <a:extLst>
                <a:ext uri="{FF2B5EF4-FFF2-40B4-BE49-F238E27FC236}">
                  <a16:creationId xmlns:a16="http://schemas.microsoft.com/office/drawing/2014/main" id="{5E11363B-A240-0BFE-4FB0-8C0AC6B0C1E5}"/>
                </a:ext>
              </a:extLst>
            </p:cNvPr>
            <p:cNvSpPr>
              <a:spLocks noGrp="1"/>
            </p:cNvSpPr>
            <p:nvPr/>
          </p:nvSpPr>
          <p:spPr>
            <a:xfrm>
              <a:off x="10748963" y="2726246"/>
              <a:ext cx="219075" cy="95"/>
            </a:xfrm>
            <a:custGeom>
              <a:avLst/>
              <a:gdLst/>
              <a:ahLst/>
              <a:cxnLst/>
              <a:rect l="0" t="0" r="0" b="0"/>
              <a:pathLst>
                <a:path w="219075" h="95">
                  <a:moveTo>
                    <a:pt x="0" y="0"/>
                  </a:moveTo>
                  <a:lnTo>
                    <a:pt x="219075" y="0"/>
                  </a:lnTo>
                </a:path>
              </a:pathLst>
            </a:custGeom>
            <a:noFill/>
            <a:ln w="24765">
              <a:solidFill>
                <a:srgbClr val="50B982"/>
              </a:solidFill>
            </a:ln>
          </p:spPr>
        </p:sp>
        <p:sp>
          <p:nvSpPr>
            <p:cNvPr id="4095" name="Identity_green__4094">
              <a:extLst>
                <a:ext uri="{FF2B5EF4-FFF2-40B4-BE49-F238E27FC236}">
                  <a16:creationId xmlns:a16="http://schemas.microsoft.com/office/drawing/2014/main" id="{066B98B9-9FD2-5702-A013-27E9E920AB64}"/>
                </a:ext>
              </a:extLst>
            </p:cNvPr>
            <p:cNvSpPr>
              <a:spLocks noGrp="1"/>
            </p:cNvSpPr>
            <p:nvPr/>
          </p:nvSpPr>
          <p:spPr>
            <a:xfrm>
              <a:off x="10968038" y="2726246"/>
              <a:ext cx="109538" cy="188404"/>
            </a:xfrm>
            <a:custGeom>
              <a:avLst/>
              <a:gdLst/>
              <a:ahLst/>
              <a:cxnLst/>
              <a:rect l="0" t="0" r="0" b="0"/>
              <a:pathLst>
                <a:path w="109538" h="188404">
                  <a:moveTo>
                    <a:pt x="0" y="0"/>
                  </a:moveTo>
                  <a:lnTo>
                    <a:pt x="109538" y="188404"/>
                  </a:lnTo>
                </a:path>
              </a:pathLst>
            </a:custGeom>
            <a:noFill/>
            <a:ln w="24765">
              <a:solidFill>
                <a:srgbClr val="50B982"/>
              </a:solidFill>
            </a:ln>
          </p:spPr>
        </p:sp>
        <p:sp>
          <p:nvSpPr>
            <p:cNvPr id="4096" name="Identity_green__4095">
              <a:extLst>
                <a:ext uri="{FF2B5EF4-FFF2-40B4-BE49-F238E27FC236}">
                  <a16:creationId xmlns:a16="http://schemas.microsoft.com/office/drawing/2014/main" id="{20FECEBA-442C-E246-C29B-40641AF98F17}"/>
                </a:ext>
              </a:extLst>
            </p:cNvPr>
            <p:cNvSpPr>
              <a:spLocks noGrp="1"/>
            </p:cNvSpPr>
            <p:nvPr/>
          </p:nvSpPr>
          <p:spPr>
            <a:xfrm>
              <a:off x="10968038" y="2914650"/>
              <a:ext cx="109538" cy="188404"/>
            </a:xfrm>
            <a:custGeom>
              <a:avLst/>
              <a:gdLst/>
              <a:ahLst/>
              <a:cxnLst/>
              <a:rect l="0" t="0" r="0" b="0"/>
              <a:pathLst>
                <a:path w="109538" h="188404">
                  <a:moveTo>
                    <a:pt x="109538" y="0"/>
                  </a:moveTo>
                  <a:lnTo>
                    <a:pt x="0" y="188404"/>
                  </a:lnTo>
                </a:path>
              </a:pathLst>
            </a:custGeom>
            <a:noFill/>
            <a:ln w="24765">
              <a:solidFill>
                <a:srgbClr val="50B982"/>
              </a:solidFill>
            </a:ln>
          </p:spPr>
        </p:sp>
        <p:sp>
          <p:nvSpPr>
            <p:cNvPr id="4097" name="Identity_green__4096">
              <a:extLst>
                <a:ext uri="{FF2B5EF4-FFF2-40B4-BE49-F238E27FC236}">
                  <a16:creationId xmlns:a16="http://schemas.microsoft.com/office/drawing/2014/main" id="{F509F3A5-A978-583B-1F00-5BA0196F05CB}"/>
                </a:ext>
              </a:extLst>
            </p:cNvPr>
            <p:cNvSpPr>
              <a:spLocks noGrp="1"/>
            </p:cNvSpPr>
            <p:nvPr/>
          </p:nvSpPr>
          <p:spPr>
            <a:xfrm>
              <a:off x="10748963" y="3103054"/>
              <a:ext cx="219075" cy="95"/>
            </a:xfrm>
            <a:custGeom>
              <a:avLst/>
              <a:gdLst/>
              <a:ahLst/>
              <a:cxnLst/>
              <a:rect l="0" t="0" r="0" b="0"/>
              <a:pathLst>
                <a:path w="219075" h="95">
                  <a:moveTo>
                    <a:pt x="219075" y="0"/>
                  </a:moveTo>
                  <a:lnTo>
                    <a:pt x="0" y="0"/>
                  </a:lnTo>
                </a:path>
              </a:pathLst>
            </a:custGeom>
            <a:noFill/>
            <a:ln w="24765">
              <a:solidFill>
                <a:srgbClr val="50B982"/>
              </a:solidFill>
            </a:ln>
          </p:spPr>
        </p:sp>
        <p:sp>
          <p:nvSpPr>
            <p:cNvPr id="4098" name="Identity_green__4097">
              <a:extLst>
                <a:ext uri="{FF2B5EF4-FFF2-40B4-BE49-F238E27FC236}">
                  <a16:creationId xmlns:a16="http://schemas.microsoft.com/office/drawing/2014/main" id="{D3CEDF70-EFCB-0F14-D707-86548D5119FB}"/>
                </a:ext>
              </a:extLst>
            </p:cNvPr>
            <p:cNvSpPr>
              <a:spLocks noGrp="1"/>
            </p:cNvSpPr>
            <p:nvPr/>
          </p:nvSpPr>
          <p:spPr>
            <a:xfrm>
              <a:off x="10639425" y="2914650"/>
              <a:ext cx="109538" cy="188404"/>
            </a:xfrm>
            <a:custGeom>
              <a:avLst/>
              <a:gdLst/>
              <a:ahLst/>
              <a:cxnLst/>
              <a:rect l="0" t="0" r="0" b="0"/>
              <a:pathLst>
                <a:path w="109538" h="188404">
                  <a:moveTo>
                    <a:pt x="109538" y="188404"/>
                  </a:moveTo>
                  <a:lnTo>
                    <a:pt x="0" y="0"/>
                  </a:lnTo>
                </a:path>
              </a:pathLst>
            </a:custGeom>
            <a:noFill/>
            <a:ln w="24765">
              <a:solidFill>
                <a:srgbClr val="50B982"/>
              </a:solidFill>
            </a:ln>
          </p:spPr>
        </p:sp>
        <p:sp>
          <p:nvSpPr>
            <p:cNvPr id="4099" name="Identity_green__4098">
              <a:extLst>
                <a:ext uri="{FF2B5EF4-FFF2-40B4-BE49-F238E27FC236}">
                  <a16:creationId xmlns:a16="http://schemas.microsoft.com/office/drawing/2014/main" id="{C6AC8D7C-EDE2-C1D8-C9C5-6FB619F11B05}"/>
                </a:ext>
              </a:extLst>
            </p:cNvPr>
            <p:cNvSpPr>
              <a:spLocks noGrp="1"/>
            </p:cNvSpPr>
            <p:nvPr/>
          </p:nvSpPr>
          <p:spPr>
            <a:xfrm>
              <a:off x="11077575" y="2827020"/>
              <a:ext cx="186214" cy="87630"/>
            </a:xfrm>
            <a:custGeom>
              <a:avLst/>
              <a:gdLst/>
              <a:ahLst/>
              <a:cxnLst/>
              <a:rect l="0" t="0" r="0" b="0"/>
              <a:pathLst>
                <a:path w="186214" h="87630">
                  <a:moveTo>
                    <a:pt x="0" y="87630"/>
                  </a:moveTo>
                  <a:lnTo>
                    <a:pt x="186214" y="0"/>
                  </a:lnTo>
                </a:path>
              </a:pathLst>
            </a:custGeom>
            <a:noFill/>
            <a:ln w="24765">
              <a:solidFill>
                <a:srgbClr val="50B982"/>
              </a:solidFill>
            </a:ln>
          </p:spPr>
        </p:sp>
        <p:sp>
          <p:nvSpPr>
            <p:cNvPr id="4100" name="Identity_green__4099">
              <a:extLst>
                <a:ext uri="{FF2B5EF4-FFF2-40B4-BE49-F238E27FC236}">
                  <a16:creationId xmlns:a16="http://schemas.microsoft.com/office/drawing/2014/main" id="{ADBFE56F-0B9F-957B-0A0A-B7C4CF77D5C4}"/>
                </a:ext>
              </a:extLst>
            </p:cNvPr>
            <p:cNvSpPr>
              <a:spLocks noGrp="1"/>
            </p:cNvSpPr>
            <p:nvPr/>
          </p:nvSpPr>
          <p:spPr>
            <a:xfrm>
              <a:off x="11263789" y="2827020"/>
              <a:ext cx="175260" cy="109538"/>
            </a:xfrm>
            <a:custGeom>
              <a:avLst/>
              <a:gdLst/>
              <a:ahLst/>
              <a:cxnLst/>
              <a:rect l="0" t="0" r="0" b="0"/>
              <a:pathLst>
                <a:path w="175260" h="109538">
                  <a:moveTo>
                    <a:pt x="0" y="0"/>
                  </a:moveTo>
                  <a:lnTo>
                    <a:pt x="175260" y="109538"/>
                  </a:lnTo>
                </a:path>
              </a:pathLst>
            </a:custGeom>
            <a:noFill/>
            <a:ln w="24765">
              <a:solidFill>
                <a:srgbClr val="50B982"/>
              </a:solidFill>
            </a:ln>
          </p:spPr>
        </p:sp>
        <p:sp>
          <p:nvSpPr>
            <p:cNvPr id="4101" name="Identity_green__4100">
              <a:extLst>
                <a:ext uri="{FF2B5EF4-FFF2-40B4-BE49-F238E27FC236}">
                  <a16:creationId xmlns:a16="http://schemas.microsoft.com/office/drawing/2014/main" id="{89A4E768-88D9-186C-FFB8-41FBFA215CAF}"/>
                </a:ext>
              </a:extLst>
            </p:cNvPr>
            <p:cNvSpPr>
              <a:spLocks noGrp="1"/>
            </p:cNvSpPr>
            <p:nvPr/>
          </p:nvSpPr>
          <p:spPr>
            <a:xfrm>
              <a:off x="11439049" y="2794159"/>
              <a:ext cx="142399" cy="142399"/>
            </a:xfrm>
            <a:custGeom>
              <a:avLst/>
              <a:gdLst/>
              <a:ahLst/>
              <a:cxnLst/>
              <a:rect l="0" t="0" r="0" b="0"/>
              <a:pathLst>
                <a:path w="142399" h="142399">
                  <a:moveTo>
                    <a:pt x="0" y="142399"/>
                  </a:moveTo>
                  <a:lnTo>
                    <a:pt x="142399" y="0"/>
                  </a:lnTo>
                </a:path>
              </a:pathLst>
            </a:custGeom>
            <a:noFill/>
            <a:ln w="24765">
              <a:solidFill>
                <a:srgbClr val="50B982"/>
              </a:solidFill>
            </a:ln>
          </p:spPr>
        </p:sp>
        <p:sp>
          <p:nvSpPr>
            <p:cNvPr id="4102" name="Identity_green__4101">
              <a:extLst>
                <a:ext uri="{FF2B5EF4-FFF2-40B4-BE49-F238E27FC236}">
                  <a16:creationId xmlns:a16="http://schemas.microsoft.com/office/drawing/2014/main" id="{C75BB4A8-D633-A106-0836-32BF7C97E680}"/>
                </a:ext>
              </a:extLst>
            </p:cNvPr>
            <p:cNvSpPr>
              <a:spLocks noGrp="1"/>
            </p:cNvSpPr>
            <p:nvPr/>
          </p:nvSpPr>
          <p:spPr>
            <a:xfrm>
              <a:off x="10464165" y="2914650"/>
              <a:ext cx="175260" cy="109538"/>
            </a:xfrm>
            <a:custGeom>
              <a:avLst/>
              <a:gdLst/>
              <a:ahLst/>
              <a:cxnLst/>
              <a:rect l="0" t="0" r="0" b="0"/>
              <a:pathLst>
                <a:path w="175260" h="109538">
                  <a:moveTo>
                    <a:pt x="175260" y="0"/>
                  </a:moveTo>
                  <a:lnTo>
                    <a:pt x="0" y="109538"/>
                  </a:lnTo>
                </a:path>
              </a:pathLst>
            </a:custGeom>
            <a:noFill/>
            <a:ln w="24765">
              <a:solidFill>
                <a:srgbClr val="50B982"/>
              </a:solidFill>
            </a:ln>
          </p:spPr>
        </p:sp>
        <p:sp>
          <p:nvSpPr>
            <p:cNvPr id="4103" name="Identity_green__4102">
              <a:extLst>
                <a:ext uri="{FF2B5EF4-FFF2-40B4-BE49-F238E27FC236}">
                  <a16:creationId xmlns:a16="http://schemas.microsoft.com/office/drawing/2014/main" id="{9A548DEA-5DD7-BBD7-41B4-1C4B51BE9A1F}"/>
                </a:ext>
              </a:extLst>
            </p:cNvPr>
            <p:cNvSpPr>
              <a:spLocks noGrp="1"/>
            </p:cNvSpPr>
            <p:nvPr/>
          </p:nvSpPr>
          <p:spPr>
            <a:xfrm>
              <a:off x="10310813" y="2936558"/>
              <a:ext cx="153352" cy="87630"/>
            </a:xfrm>
            <a:custGeom>
              <a:avLst/>
              <a:gdLst/>
              <a:ahLst/>
              <a:cxnLst/>
              <a:rect l="0" t="0" r="0" b="0"/>
              <a:pathLst>
                <a:path w="153352" h="87630">
                  <a:moveTo>
                    <a:pt x="153352" y="87630"/>
                  </a:moveTo>
                  <a:lnTo>
                    <a:pt x="0" y="0"/>
                  </a:lnTo>
                </a:path>
              </a:pathLst>
            </a:custGeom>
            <a:noFill/>
            <a:ln w="24765">
              <a:solidFill>
                <a:srgbClr val="50B982"/>
              </a:solidFill>
            </a:ln>
          </p:spPr>
        </p:sp>
        <p:sp>
          <p:nvSpPr>
            <p:cNvPr id="4104" name="Identity_green__4103">
              <a:extLst>
                <a:ext uri="{FF2B5EF4-FFF2-40B4-BE49-F238E27FC236}">
                  <a16:creationId xmlns:a16="http://schemas.microsoft.com/office/drawing/2014/main" id="{4098CD9C-1ED7-38D4-7838-0B4B2401E03B}"/>
                </a:ext>
              </a:extLst>
            </p:cNvPr>
            <p:cNvSpPr>
              <a:spLocks noGrp="1"/>
            </p:cNvSpPr>
            <p:nvPr/>
          </p:nvSpPr>
          <p:spPr>
            <a:xfrm>
              <a:off x="10619423" y="2894648"/>
              <a:ext cx="40005" cy="40005"/>
            </a:xfrm>
            <a:prstGeom prst="ellipse">
              <a:avLst/>
            </a:prstGeom>
            <a:solidFill>
              <a:srgbClr val="77C89E"/>
            </a:solidFill>
            <a:ln w="0">
              <a:solidFill>
                <a:srgbClr val="FFFFFF"/>
              </a:solidFill>
            </a:ln>
          </p:spPr>
        </p:sp>
        <p:sp>
          <p:nvSpPr>
            <p:cNvPr id="4105" name="Identity_green__4104">
              <a:extLst>
                <a:ext uri="{FF2B5EF4-FFF2-40B4-BE49-F238E27FC236}">
                  <a16:creationId xmlns:a16="http://schemas.microsoft.com/office/drawing/2014/main" id="{46EA30C3-7547-53F7-3B97-AC88C7CC89A7}"/>
                </a:ext>
              </a:extLst>
            </p:cNvPr>
            <p:cNvSpPr>
              <a:spLocks noGrp="1"/>
            </p:cNvSpPr>
            <p:nvPr/>
          </p:nvSpPr>
          <p:spPr>
            <a:xfrm>
              <a:off x="10728960" y="2706243"/>
              <a:ext cx="40005" cy="40005"/>
            </a:xfrm>
            <a:prstGeom prst="ellipse">
              <a:avLst/>
            </a:prstGeom>
            <a:solidFill>
              <a:srgbClr val="50B982"/>
            </a:solidFill>
            <a:ln w="0">
              <a:solidFill>
                <a:srgbClr val="FFFFFF"/>
              </a:solidFill>
            </a:ln>
          </p:spPr>
        </p:sp>
        <p:sp>
          <p:nvSpPr>
            <p:cNvPr id="4106" name="Identity_green__4105">
              <a:extLst>
                <a:ext uri="{FF2B5EF4-FFF2-40B4-BE49-F238E27FC236}">
                  <a16:creationId xmlns:a16="http://schemas.microsoft.com/office/drawing/2014/main" id="{650CBCFF-6906-B71D-929F-F0F9F1245169}"/>
                </a:ext>
              </a:extLst>
            </p:cNvPr>
            <p:cNvSpPr>
              <a:spLocks noGrp="1"/>
            </p:cNvSpPr>
            <p:nvPr/>
          </p:nvSpPr>
          <p:spPr>
            <a:xfrm>
              <a:off x="10948035" y="2706243"/>
              <a:ext cx="40005" cy="40005"/>
            </a:xfrm>
            <a:prstGeom prst="ellipse">
              <a:avLst/>
            </a:prstGeom>
            <a:solidFill>
              <a:srgbClr val="50B982"/>
            </a:solidFill>
            <a:ln w="0">
              <a:solidFill>
                <a:srgbClr val="FFFFFF"/>
              </a:solidFill>
            </a:ln>
          </p:spPr>
        </p:sp>
        <p:sp>
          <p:nvSpPr>
            <p:cNvPr id="4107" name="Identity_green__4106">
              <a:extLst>
                <a:ext uri="{FF2B5EF4-FFF2-40B4-BE49-F238E27FC236}">
                  <a16:creationId xmlns:a16="http://schemas.microsoft.com/office/drawing/2014/main" id="{3796CA96-E4DF-9EE5-C45F-1AB95310F28B}"/>
                </a:ext>
              </a:extLst>
            </p:cNvPr>
            <p:cNvSpPr>
              <a:spLocks noGrp="1"/>
            </p:cNvSpPr>
            <p:nvPr/>
          </p:nvSpPr>
          <p:spPr>
            <a:xfrm>
              <a:off x="11057573" y="2894648"/>
              <a:ext cx="40005" cy="40005"/>
            </a:xfrm>
            <a:prstGeom prst="ellipse">
              <a:avLst/>
            </a:prstGeom>
            <a:solidFill>
              <a:srgbClr val="50B982"/>
            </a:solidFill>
            <a:ln w="0">
              <a:solidFill>
                <a:srgbClr val="FFFFFF"/>
              </a:solidFill>
            </a:ln>
          </p:spPr>
        </p:sp>
        <p:sp>
          <p:nvSpPr>
            <p:cNvPr id="4108" name="Identity_green__4107">
              <a:extLst>
                <a:ext uri="{FF2B5EF4-FFF2-40B4-BE49-F238E27FC236}">
                  <a16:creationId xmlns:a16="http://schemas.microsoft.com/office/drawing/2014/main" id="{3EC85001-A4F3-8250-C433-02E7D57A2E68}"/>
                </a:ext>
              </a:extLst>
            </p:cNvPr>
            <p:cNvSpPr>
              <a:spLocks noGrp="1"/>
            </p:cNvSpPr>
            <p:nvPr/>
          </p:nvSpPr>
          <p:spPr>
            <a:xfrm>
              <a:off x="10948035" y="3083052"/>
              <a:ext cx="40005" cy="40005"/>
            </a:xfrm>
            <a:prstGeom prst="ellipse">
              <a:avLst/>
            </a:prstGeom>
            <a:solidFill>
              <a:srgbClr val="50B982"/>
            </a:solidFill>
            <a:ln w="0">
              <a:solidFill>
                <a:srgbClr val="FFFFFF"/>
              </a:solidFill>
            </a:ln>
          </p:spPr>
        </p:sp>
        <p:sp>
          <p:nvSpPr>
            <p:cNvPr id="4109" name="Identity_green__4108">
              <a:extLst>
                <a:ext uri="{FF2B5EF4-FFF2-40B4-BE49-F238E27FC236}">
                  <a16:creationId xmlns:a16="http://schemas.microsoft.com/office/drawing/2014/main" id="{74773C1B-8DF5-2177-8260-C3289BF43C61}"/>
                </a:ext>
              </a:extLst>
            </p:cNvPr>
            <p:cNvSpPr>
              <a:spLocks noGrp="1"/>
            </p:cNvSpPr>
            <p:nvPr/>
          </p:nvSpPr>
          <p:spPr>
            <a:xfrm>
              <a:off x="10728960" y="3083052"/>
              <a:ext cx="40005" cy="40005"/>
            </a:xfrm>
            <a:prstGeom prst="ellipse">
              <a:avLst/>
            </a:prstGeom>
            <a:solidFill>
              <a:srgbClr val="77C89E"/>
            </a:solidFill>
            <a:ln w="0">
              <a:solidFill>
                <a:srgbClr val="FFFFFF"/>
              </a:solidFill>
            </a:ln>
          </p:spPr>
        </p:sp>
        <p:sp>
          <p:nvSpPr>
            <p:cNvPr id="4110" name="Identity_green__4109">
              <a:extLst>
                <a:ext uri="{FF2B5EF4-FFF2-40B4-BE49-F238E27FC236}">
                  <a16:creationId xmlns:a16="http://schemas.microsoft.com/office/drawing/2014/main" id="{FB6ECB5F-E396-F4B7-7022-DB26E28F250F}"/>
                </a:ext>
              </a:extLst>
            </p:cNvPr>
            <p:cNvSpPr>
              <a:spLocks noGrp="1"/>
            </p:cNvSpPr>
            <p:nvPr/>
          </p:nvSpPr>
          <p:spPr>
            <a:xfrm>
              <a:off x="11243786" y="2807018"/>
              <a:ext cx="40005" cy="40005"/>
            </a:xfrm>
            <a:prstGeom prst="ellipse">
              <a:avLst/>
            </a:prstGeom>
            <a:solidFill>
              <a:srgbClr val="50B982"/>
            </a:solidFill>
            <a:ln w="0">
              <a:solidFill>
                <a:srgbClr val="FFFFFF"/>
              </a:solidFill>
            </a:ln>
          </p:spPr>
        </p:sp>
        <p:sp>
          <p:nvSpPr>
            <p:cNvPr id="4111" name="Identity_green__4110">
              <a:extLst>
                <a:ext uri="{FF2B5EF4-FFF2-40B4-BE49-F238E27FC236}">
                  <a16:creationId xmlns:a16="http://schemas.microsoft.com/office/drawing/2014/main" id="{6E9C2AE4-5E03-9A47-FBCC-C5234D6ACC27}"/>
                </a:ext>
              </a:extLst>
            </p:cNvPr>
            <p:cNvSpPr>
              <a:spLocks noGrp="1"/>
            </p:cNvSpPr>
            <p:nvPr/>
          </p:nvSpPr>
          <p:spPr>
            <a:xfrm>
              <a:off x="11419046" y="2916555"/>
              <a:ext cx="40005" cy="40005"/>
            </a:xfrm>
            <a:prstGeom prst="ellipse">
              <a:avLst/>
            </a:prstGeom>
            <a:solidFill>
              <a:srgbClr val="50B982"/>
            </a:solidFill>
            <a:ln w="0">
              <a:solidFill>
                <a:srgbClr val="FFFFFF"/>
              </a:solidFill>
            </a:ln>
          </p:spPr>
        </p:sp>
        <p:sp>
          <p:nvSpPr>
            <p:cNvPr id="4112" name="Identity_green__4111">
              <a:extLst>
                <a:ext uri="{FF2B5EF4-FFF2-40B4-BE49-F238E27FC236}">
                  <a16:creationId xmlns:a16="http://schemas.microsoft.com/office/drawing/2014/main" id="{BF92BE09-CD62-6F1B-6F73-F47D191078FB}"/>
                </a:ext>
              </a:extLst>
            </p:cNvPr>
            <p:cNvSpPr>
              <a:spLocks noGrp="1"/>
            </p:cNvSpPr>
            <p:nvPr/>
          </p:nvSpPr>
          <p:spPr>
            <a:xfrm>
              <a:off x="11561445" y="2774156"/>
              <a:ext cx="40005" cy="40005"/>
            </a:xfrm>
            <a:prstGeom prst="ellipse">
              <a:avLst/>
            </a:prstGeom>
            <a:solidFill>
              <a:srgbClr val="50B982"/>
            </a:solidFill>
            <a:ln w="0">
              <a:solidFill>
                <a:srgbClr val="FFFFFF"/>
              </a:solidFill>
            </a:ln>
          </p:spPr>
        </p:sp>
        <p:sp>
          <p:nvSpPr>
            <p:cNvPr id="4113" name="Identity_green__4112">
              <a:extLst>
                <a:ext uri="{FF2B5EF4-FFF2-40B4-BE49-F238E27FC236}">
                  <a16:creationId xmlns:a16="http://schemas.microsoft.com/office/drawing/2014/main" id="{39142CA4-4AE4-C006-28E4-BE12D1AFA6E1}"/>
                </a:ext>
              </a:extLst>
            </p:cNvPr>
            <p:cNvSpPr>
              <a:spLocks noGrp="1"/>
            </p:cNvSpPr>
            <p:nvPr/>
          </p:nvSpPr>
          <p:spPr>
            <a:xfrm>
              <a:off x="10444163" y="3004185"/>
              <a:ext cx="40005" cy="40005"/>
            </a:xfrm>
            <a:prstGeom prst="ellipse">
              <a:avLst/>
            </a:prstGeom>
            <a:solidFill>
              <a:srgbClr val="50B982"/>
            </a:solidFill>
            <a:ln w="0">
              <a:solidFill>
                <a:srgbClr val="FFFFFF"/>
              </a:solidFill>
            </a:ln>
          </p:spPr>
        </p:sp>
        <p:sp>
          <p:nvSpPr>
            <p:cNvPr id="4114" name="Identity_green__4113">
              <a:extLst>
                <a:ext uri="{FF2B5EF4-FFF2-40B4-BE49-F238E27FC236}">
                  <a16:creationId xmlns:a16="http://schemas.microsoft.com/office/drawing/2014/main" id="{D7A28039-6D27-4095-EF9F-71E7EFBD0CEB}"/>
                </a:ext>
              </a:extLst>
            </p:cNvPr>
            <p:cNvSpPr>
              <a:spLocks noGrp="1"/>
            </p:cNvSpPr>
            <p:nvPr/>
          </p:nvSpPr>
          <p:spPr>
            <a:xfrm>
              <a:off x="10290810" y="2916555"/>
              <a:ext cx="40005" cy="40005"/>
            </a:xfrm>
            <a:prstGeom prst="ellipse">
              <a:avLst/>
            </a:prstGeom>
            <a:solidFill>
              <a:srgbClr val="77C89E"/>
            </a:solidFill>
            <a:ln w="0">
              <a:solidFill>
                <a:srgbClr val="FFFFFF"/>
              </a:solidFill>
            </a:ln>
          </p:spPr>
        </p:sp>
      </p:grpSp>
      <p:grpSp>
        <p:nvGrpSpPr>
          <p:cNvPr id="6233" name="Identity_red">
            <a:extLst>
              <a:ext uri="{FF2B5EF4-FFF2-40B4-BE49-F238E27FC236}">
                <a16:creationId xmlns:a16="http://schemas.microsoft.com/office/drawing/2014/main" id="{1A4AD1C5-2575-4A7A-128B-CCF66B7D0344}"/>
              </a:ext>
            </a:extLst>
          </p:cNvPr>
          <p:cNvGrpSpPr/>
          <p:nvPr/>
        </p:nvGrpSpPr>
        <p:grpSpPr>
          <a:xfrm>
            <a:off x="6223304" y="2539038"/>
            <a:ext cx="327671" cy="131673"/>
            <a:chOff x="10268903" y="4221480"/>
            <a:chExt cx="1135380" cy="456248"/>
          </a:xfrm>
        </p:grpSpPr>
        <p:sp>
          <p:nvSpPr>
            <p:cNvPr id="4115" name="Identity_red__4114">
              <a:extLst>
                <a:ext uri="{FF2B5EF4-FFF2-40B4-BE49-F238E27FC236}">
                  <a16:creationId xmlns:a16="http://schemas.microsoft.com/office/drawing/2014/main" id="{4EEA61A2-867E-8A44-1705-51E41912275D}"/>
                </a:ext>
              </a:extLst>
            </p:cNvPr>
            <p:cNvSpPr>
              <a:spLocks noGrp="1"/>
            </p:cNvSpPr>
            <p:nvPr/>
          </p:nvSpPr>
          <p:spPr>
            <a:xfrm>
              <a:off x="10639425" y="4263390"/>
              <a:ext cx="153352" cy="175260"/>
            </a:xfrm>
            <a:custGeom>
              <a:avLst/>
              <a:gdLst/>
              <a:ahLst/>
              <a:cxnLst/>
              <a:rect l="0" t="0" r="0" b="0"/>
              <a:pathLst>
                <a:path w="153352" h="175260">
                  <a:moveTo>
                    <a:pt x="0" y="175260"/>
                  </a:moveTo>
                  <a:lnTo>
                    <a:pt x="153352" y="0"/>
                  </a:lnTo>
                </a:path>
              </a:pathLst>
            </a:custGeom>
            <a:noFill/>
            <a:ln w="24765">
              <a:solidFill>
                <a:srgbClr val="E36A7C"/>
              </a:solidFill>
            </a:ln>
          </p:spPr>
        </p:sp>
        <p:sp>
          <p:nvSpPr>
            <p:cNvPr id="4116" name="Identity_red__4115">
              <a:extLst>
                <a:ext uri="{FF2B5EF4-FFF2-40B4-BE49-F238E27FC236}">
                  <a16:creationId xmlns:a16="http://schemas.microsoft.com/office/drawing/2014/main" id="{1FB6391C-4D30-B4A8-3474-344DF9579503}"/>
                </a:ext>
              </a:extLst>
            </p:cNvPr>
            <p:cNvSpPr>
              <a:spLocks noGrp="1"/>
            </p:cNvSpPr>
            <p:nvPr/>
          </p:nvSpPr>
          <p:spPr>
            <a:xfrm>
              <a:off x="10792778" y="4263390"/>
              <a:ext cx="197168" cy="65722"/>
            </a:xfrm>
            <a:custGeom>
              <a:avLst/>
              <a:gdLst/>
              <a:ahLst/>
              <a:cxnLst/>
              <a:rect l="0" t="0" r="0" b="0"/>
              <a:pathLst>
                <a:path w="197168" h="65722">
                  <a:moveTo>
                    <a:pt x="0" y="0"/>
                  </a:moveTo>
                  <a:lnTo>
                    <a:pt x="197168" y="65722"/>
                  </a:lnTo>
                </a:path>
              </a:pathLst>
            </a:custGeom>
            <a:noFill/>
            <a:ln w="24765">
              <a:solidFill>
                <a:srgbClr val="E36A7C"/>
              </a:solidFill>
            </a:ln>
          </p:spPr>
        </p:sp>
        <p:sp>
          <p:nvSpPr>
            <p:cNvPr id="4117" name="Identity_red__4116">
              <a:extLst>
                <a:ext uri="{FF2B5EF4-FFF2-40B4-BE49-F238E27FC236}">
                  <a16:creationId xmlns:a16="http://schemas.microsoft.com/office/drawing/2014/main" id="{11B5F2B1-ED42-E369-466E-B5184082968D}"/>
                </a:ext>
              </a:extLst>
            </p:cNvPr>
            <p:cNvSpPr>
              <a:spLocks noGrp="1"/>
            </p:cNvSpPr>
            <p:nvPr/>
          </p:nvSpPr>
          <p:spPr>
            <a:xfrm>
              <a:off x="10989945" y="4329113"/>
              <a:ext cx="95" cy="219075"/>
            </a:xfrm>
            <a:custGeom>
              <a:avLst/>
              <a:gdLst/>
              <a:ahLst/>
              <a:cxnLst/>
              <a:rect l="0" t="0" r="0" b="0"/>
              <a:pathLst>
                <a:path w="95" h="219075">
                  <a:moveTo>
                    <a:pt x="0" y="0"/>
                  </a:moveTo>
                  <a:lnTo>
                    <a:pt x="0" y="219075"/>
                  </a:lnTo>
                </a:path>
              </a:pathLst>
            </a:custGeom>
            <a:noFill/>
            <a:ln w="24765">
              <a:solidFill>
                <a:srgbClr val="E36A7C"/>
              </a:solidFill>
            </a:ln>
          </p:spPr>
        </p:sp>
        <p:sp>
          <p:nvSpPr>
            <p:cNvPr id="4118" name="Identity_red__4117">
              <a:extLst>
                <a:ext uri="{FF2B5EF4-FFF2-40B4-BE49-F238E27FC236}">
                  <a16:creationId xmlns:a16="http://schemas.microsoft.com/office/drawing/2014/main" id="{4F3C8F16-DB29-3BB8-F60E-4B34937A7D3A}"/>
                </a:ext>
              </a:extLst>
            </p:cNvPr>
            <p:cNvSpPr>
              <a:spLocks noGrp="1"/>
            </p:cNvSpPr>
            <p:nvPr/>
          </p:nvSpPr>
          <p:spPr>
            <a:xfrm>
              <a:off x="10792778" y="4548188"/>
              <a:ext cx="197168" cy="65722"/>
            </a:xfrm>
            <a:custGeom>
              <a:avLst/>
              <a:gdLst/>
              <a:ahLst/>
              <a:cxnLst/>
              <a:rect l="0" t="0" r="0" b="0"/>
              <a:pathLst>
                <a:path w="197168" h="65722">
                  <a:moveTo>
                    <a:pt x="197168" y="0"/>
                  </a:moveTo>
                  <a:lnTo>
                    <a:pt x="0" y="65722"/>
                  </a:lnTo>
                </a:path>
              </a:pathLst>
            </a:custGeom>
            <a:noFill/>
            <a:ln w="24765">
              <a:solidFill>
                <a:srgbClr val="E36A7C"/>
              </a:solidFill>
            </a:ln>
          </p:spPr>
        </p:sp>
        <p:sp>
          <p:nvSpPr>
            <p:cNvPr id="4119" name="Identity_red__4118">
              <a:extLst>
                <a:ext uri="{FF2B5EF4-FFF2-40B4-BE49-F238E27FC236}">
                  <a16:creationId xmlns:a16="http://schemas.microsoft.com/office/drawing/2014/main" id="{2D0C0ACD-DB9A-B05E-6F39-1F38F5B136E0}"/>
                </a:ext>
              </a:extLst>
            </p:cNvPr>
            <p:cNvSpPr>
              <a:spLocks noGrp="1"/>
            </p:cNvSpPr>
            <p:nvPr/>
          </p:nvSpPr>
          <p:spPr>
            <a:xfrm>
              <a:off x="10639425" y="4438650"/>
              <a:ext cx="153352" cy="175260"/>
            </a:xfrm>
            <a:custGeom>
              <a:avLst/>
              <a:gdLst/>
              <a:ahLst/>
              <a:cxnLst/>
              <a:rect l="0" t="0" r="0" b="0"/>
              <a:pathLst>
                <a:path w="153352" h="175260">
                  <a:moveTo>
                    <a:pt x="153352" y="175260"/>
                  </a:moveTo>
                  <a:lnTo>
                    <a:pt x="0" y="0"/>
                  </a:lnTo>
                </a:path>
              </a:pathLst>
            </a:custGeom>
            <a:noFill/>
            <a:ln w="24765">
              <a:solidFill>
                <a:srgbClr val="E36A7C"/>
              </a:solidFill>
            </a:ln>
          </p:spPr>
        </p:sp>
        <p:sp>
          <p:nvSpPr>
            <p:cNvPr id="4120" name="Identity_red__4119">
              <a:extLst>
                <a:ext uri="{FF2B5EF4-FFF2-40B4-BE49-F238E27FC236}">
                  <a16:creationId xmlns:a16="http://schemas.microsoft.com/office/drawing/2014/main" id="{C21A7B22-3C4D-0A11-64AE-DAEAC4A99E4A}"/>
                </a:ext>
              </a:extLst>
            </p:cNvPr>
            <p:cNvSpPr>
              <a:spLocks noGrp="1"/>
            </p:cNvSpPr>
            <p:nvPr/>
          </p:nvSpPr>
          <p:spPr>
            <a:xfrm>
              <a:off x="10989945" y="4241483"/>
              <a:ext cx="208121" cy="87630"/>
            </a:xfrm>
            <a:custGeom>
              <a:avLst/>
              <a:gdLst/>
              <a:ahLst/>
              <a:cxnLst/>
              <a:rect l="0" t="0" r="0" b="0"/>
              <a:pathLst>
                <a:path w="208121" h="87630">
                  <a:moveTo>
                    <a:pt x="0" y="87630"/>
                  </a:moveTo>
                  <a:lnTo>
                    <a:pt x="208121" y="0"/>
                  </a:lnTo>
                </a:path>
              </a:pathLst>
            </a:custGeom>
            <a:noFill/>
            <a:ln w="24765">
              <a:solidFill>
                <a:srgbClr val="E36A7C"/>
              </a:solidFill>
            </a:ln>
          </p:spPr>
        </p:sp>
        <p:sp>
          <p:nvSpPr>
            <p:cNvPr id="4121" name="Identity_red__4120">
              <a:extLst>
                <a:ext uri="{FF2B5EF4-FFF2-40B4-BE49-F238E27FC236}">
                  <a16:creationId xmlns:a16="http://schemas.microsoft.com/office/drawing/2014/main" id="{78EC96A5-5F12-4EFB-C2D2-CF86E8D5303E}"/>
                </a:ext>
              </a:extLst>
            </p:cNvPr>
            <p:cNvSpPr>
              <a:spLocks noGrp="1"/>
            </p:cNvSpPr>
            <p:nvPr/>
          </p:nvSpPr>
          <p:spPr>
            <a:xfrm>
              <a:off x="11198066" y="4241483"/>
              <a:ext cx="186214" cy="98584"/>
            </a:xfrm>
            <a:custGeom>
              <a:avLst/>
              <a:gdLst/>
              <a:ahLst/>
              <a:cxnLst/>
              <a:rect l="0" t="0" r="0" b="0"/>
              <a:pathLst>
                <a:path w="186214" h="98584">
                  <a:moveTo>
                    <a:pt x="0" y="0"/>
                  </a:moveTo>
                  <a:lnTo>
                    <a:pt x="186214" y="98584"/>
                  </a:lnTo>
                </a:path>
              </a:pathLst>
            </a:custGeom>
            <a:noFill/>
            <a:ln w="24765">
              <a:solidFill>
                <a:srgbClr val="E36A7C"/>
              </a:solidFill>
            </a:ln>
          </p:spPr>
        </p:sp>
        <p:sp>
          <p:nvSpPr>
            <p:cNvPr id="4122" name="Identity_red__4121">
              <a:extLst>
                <a:ext uri="{FF2B5EF4-FFF2-40B4-BE49-F238E27FC236}">
                  <a16:creationId xmlns:a16="http://schemas.microsoft.com/office/drawing/2014/main" id="{A971A6E5-8A9C-3BB3-04D4-BAF356D1C2EE}"/>
                </a:ext>
              </a:extLst>
            </p:cNvPr>
            <p:cNvSpPr>
              <a:spLocks noGrp="1"/>
            </p:cNvSpPr>
            <p:nvPr/>
          </p:nvSpPr>
          <p:spPr>
            <a:xfrm>
              <a:off x="11384280" y="4340066"/>
              <a:ext cx="95" cy="219075"/>
            </a:xfrm>
            <a:custGeom>
              <a:avLst/>
              <a:gdLst/>
              <a:ahLst/>
              <a:cxnLst/>
              <a:rect l="0" t="0" r="0" b="0"/>
              <a:pathLst>
                <a:path w="95" h="219075">
                  <a:moveTo>
                    <a:pt x="0" y="0"/>
                  </a:moveTo>
                  <a:lnTo>
                    <a:pt x="0" y="219075"/>
                  </a:lnTo>
                </a:path>
              </a:pathLst>
            </a:custGeom>
            <a:noFill/>
            <a:ln w="24765">
              <a:solidFill>
                <a:srgbClr val="E36A7C"/>
              </a:solidFill>
            </a:ln>
          </p:spPr>
        </p:sp>
        <p:sp>
          <p:nvSpPr>
            <p:cNvPr id="4123" name="Identity_red__4122">
              <a:extLst>
                <a:ext uri="{FF2B5EF4-FFF2-40B4-BE49-F238E27FC236}">
                  <a16:creationId xmlns:a16="http://schemas.microsoft.com/office/drawing/2014/main" id="{C45BB8A5-D15F-5368-9F80-B0D5E2B46796}"/>
                </a:ext>
              </a:extLst>
            </p:cNvPr>
            <p:cNvSpPr>
              <a:spLocks noGrp="1"/>
            </p:cNvSpPr>
            <p:nvPr/>
          </p:nvSpPr>
          <p:spPr>
            <a:xfrm>
              <a:off x="11198066" y="4559141"/>
              <a:ext cx="186214" cy="98584"/>
            </a:xfrm>
            <a:custGeom>
              <a:avLst/>
              <a:gdLst/>
              <a:ahLst/>
              <a:cxnLst/>
              <a:rect l="0" t="0" r="0" b="0"/>
              <a:pathLst>
                <a:path w="186214" h="98584">
                  <a:moveTo>
                    <a:pt x="186214" y="0"/>
                  </a:moveTo>
                  <a:lnTo>
                    <a:pt x="0" y="98584"/>
                  </a:lnTo>
                </a:path>
              </a:pathLst>
            </a:custGeom>
            <a:noFill/>
            <a:ln w="24765">
              <a:solidFill>
                <a:srgbClr val="E36A7C"/>
              </a:solidFill>
            </a:ln>
          </p:spPr>
        </p:sp>
        <p:sp>
          <p:nvSpPr>
            <p:cNvPr id="4124" name="Identity_red__4123">
              <a:extLst>
                <a:ext uri="{FF2B5EF4-FFF2-40B4-BE49-F238E27FC236}">
                  <a16:creationId xmlns:a16="http://schemas.microsoft.com/office/drawing/2014/main" id="{C9EFBB65-0AC7-9380-1794-BDCEC8533700}"/>
                </a:ext>
              </a:extLst>
            </p:cNvPr>
            <p:cNvSpPr>
              <a:spLocks noGrp="1"/>
            </p:cNvSpPr>
            <p:nvPr/>
          </p:nvSpPr>
          <p:spPr>
            <a:xfrm>
              <a:off x="10989945" y="4548188"/>
              <a:ext cx="208121" cy="109538"/>
            </a:xfrm>
            <a:custGeom>
              <a:avLst/>
              <a:gdLst/>
              <a:ahLst/>
              <a:cxnLst/>
              <a:rect l="0" t="0" r="0" b="0"/>
              <a:pathLst>
                <a:path w="208121" h="109538">
                  <a:moveTo>
                    <a:pt x="208121" y="109538"/>
                  </a:moveTo>
                  <a:lnTo>
                    <a:pt x="0" y="0"/>
                  </a:lnTo>
                </a:path>
              </a:pathLst>
            </a:custGeom>
            <a:noFill/>
            <a:ln w="24765">
              <a:solidFill>
                <a:srgbClr val="E36A7C"/>
              </a:solidFill>
            </a:ln>
          </p:spPr>
        </p:sp>
        <p:sp>
          <p:nvSpPr>
            <p:cNvPr id="4125" name="Identity_red__4124">
              <a:extLst>
                <a:ext uri="{FF2B5EF4-FFF2-40B4-BE49-F238E27FC236}">
                  <a16:creationId xmlns:a16="http://schemas.microsoft.com/office/drawing/2014/main" id="{CBE7B1C5-BDC6-649F-B7A4-9AE81CC3A65A}"/>
                </a:ext>
              </a:extLst>
            </p:cNvPr>
            <p:cNvSpPr>
              <a:spLocks noGrp="1"/>
            </p:cNvSpPr>
            <p:nvPr/>
          </p:nvSpPr>
          <p:spPr>
            <a:xfrm>
              <a:off x="10464165" y="4438650"/>
              <a:ext cx="175260" cy="131445"/>
            </a:xfrm>
            <a:custGeom>
              <a:avLst/>
              <a:gdLst/>
              <a:ahLst/>
              <a:cxnLst/>
              <a:rect l="0" t="0" r="0" b="0"/>
              <a:pathLst>
                <a:path w="175260" h="131445">
                  <a:moveTo>
                    <a:pt x="175260" y="0"/>
                  </a:moveTo>
                  <a:lnTo>
                    <a:pt x="0" y="131445"/>
                  </a:lnTo>
                </a:path>
              </a:pathLst>
            </a:custGeom>
            <a:noFill/>
            <a:ln w="24765">
              <a:solidFill>
                <a:srgbClr val="E36A7C"/>
              </a:solidFill>
            </a:ln>
          </p:spPr>
        </p:sp>
        <p:sp>
          <p:nvSpPr>
            <p:cNvPr id="4126" name="Identity_red__4125">
              <a:extLst>
                <a:ext uri="{FF2B5EF4-FFF2-40B4-BE49-F238E27FC236}">
                  <a16:creationId xmlns:a16="http://schemas.microsoft.com/office/drawing/2014/main" id="{E86E951B-83C0-5324-93C4-771DA6AA54DB}"/>
                </a:ext>
              </a:extLst>
            </p:cNvPr>
            <p:cNvSpPr>
              <a:spLocks noGrp="1"/>
            </p:cNvSpPr>
            <p:nvPr/>
          </p:nvSpPr>
          <p:spPr>
            <a:xfrm>
              <a:off x="10288905" y="4460558"/>
              <a:ext cx="175260" cy="109538"/>
            </a:xfrm>
            <a:custGeom>
              <a:avLst/>
              <a:gdLst/>
              <a:ahLst/>
              <a:cxnLst/>
              <a:rect l="0" t="0" r="0" b="0"/>
              <a:pathLst>
                <a:path w="175260" h="109538">
                  <a:moveTo>
                    <a:pt x="175260" y="109538"/>
                  </a:moveTo>
                  <a:lnTo>
                    <a:pt x="0" y="0"/>
                  </a:lnTo>
                </a:path>
              </a:pathLst>
            </a:custGeom>
            <a:noFill/>
            <a:ln w="24765">
              <a:solidFill>
                <a:srgbClr val="E36A7C"/>
              </a:solidFill>
            </a:ln>
          </p:spPr>
        </p:sp>
        <p:sp>
          <p:nvSpPr>
            <p:cNvPr id="4127" name="Identity_red__4126">
              <a:extLst>
                <a:ext uri="{FF2B5EF4-FFF2-40B4-BE49-F238E27FC236}">
                  <a16:creationId xmlns:a16="http://schemas.microsoft.com/office/drawing/2014/main" id="{D44FCDDB-521D-0DCE-079E-EE08EE526452}"/>
                </a:ext>
              </a:extLst>
            </p:cNvPr>
            <p:cNvSpPr>
              <a:spLocks noGrp="1"/>
            </p:cNvSpPr>
            <p:nvPr/>
          </p:nvSpPr>
          <p:spPr>
            <a:xfrm>
              <a:off x="10619423" y="4418648"/>
              <a:ext cx="40005" cy="40005"/>
            </a:xfrm>
            <a:prstGeom prst="ellipse">
              <a:avLst/>
            </a:prstGeom>
            <a:solidFill>
              <a:srgbClr val="E98B99"/>
            </a:solidFill>
            <a:ln w="0">
              <a:solidFill>
                <a:srgbClr val="FFFFFF"/>
              </a:solidFill>
            </a:ln>
          </p:spPr>
        </p:sp>
        <p:sp>
          <p:nvSpPr>
            <p:cNvPr id="4128" name="Identity_red__4127">
              <a:extLst>
                <a:ext uri="{FF2B5EF4-FFF2-40B4-BE49-F238E27FC236}">
                  <a16:creationId xmlns:a16="http://schemas.microsoft.com/office/drawing/2014/main" id="{DA7415F9-D247-96D9-2F17-F910F7157FA8}"/>
                </a:ext>
              </a:extLst>
            </p:cNvPr>
            <p:cNvSpPr>
              <a:spLocks noGrp="1"/>
            </p:cNvSpPr>
            <p:nvPr/>
          </p:nvSpPr>
          <p:spPr>
            <a:xfrm>
              <a:off x="10772775" y="4243388"/>
              <a:ext cx="40005" cy="40005"/>
            </a:xfrm>
            <a:prstGeom prst="ellipse">
              <a:avLst/>
            </a:prstGeom>
            <a:solidFill>
              <a:srgbClr val="E36A7C"/>
            </a:solidFill>
            <a:ln w="0">
              <a:solidFill>
                <a:srgbClr val="FFFFFF"/>
              </a:solidFill>
            </a:ln>
          </p:spPr>
        </p:sp>
        <p:sp>
          <p:nvSpPr>
            <p:cNvPr id="4129" name="Identity_red__4128">
              <a:extLst>
                <a:ext uri="{FF2B5EF4-FFF2-40B4-BE49-F238E27FC236}">
                  <a16:creationId xmlns:a16="http://schemas.microsoft.com/office/drawing/2014/main" id="{E3025A1E-364E-018D-C919-F8D76C5B3002}"/>
                </a:ext>
              </a:extLst>
            </p:cNvPr>
            <p:cNvSpPr>
              <a:spLocks noGrp="1"/>
            </p:cNvSpPr>
            <p:nvPr/>
          </p:nvSpPr>
          <p:spPr>
            <a:xfrm>
              <a:off x="10969943" y="4309110"/>
              <a:ext cx="40005" cy="40005"/>
            </a:xfrm>
            <a:prstGeom prst="ellipse">
              <a:avLst/>
            </a:prstGeom>
            <a:solidFill>
              <a:srgbClr val="E36A7C"/>
            </a:solidFill>
            <a:ln w="0">
              <a:solidFill>
                <a:srgbClr val="FFFFFF"/>
              </a:solidFill>
            </a:ln>
          </p:spPr>
        </p:sp>
        <p:sp>
          <p:nvSpPr>
            <p:cNvPr id="4130" name="Identity_red__4129">
              <a:extLst>
                <a:ext uri="{FF2B5EF4-FFF2-40B4-BE49-F238E27FC236}">
                  <a16:creationId xmlns:a16="http://schemas.microsoft.com/office/drawing/2014/main" id="{7A10B1C9-B2AE-BB40-D90A-8EA37433B1FF}"/>
                </a:ext>
              </a:extLst>
            </p:cNvPr>
            <p:cNvSpPr>
              <a:spLocks noGrp="1"/>
            </p:cNvSpPr>
            <p:nvPr/>
          </p:nvSpPr>
          <p:spPr>
            <a:xfrm>
              <a:off x="10969943" y="4528185"/>
              <a:ext cx="40005" cy="40005"/>
            </a:xfrm>
            <a:prstGeom prst="ellipse">
              <a:avLst/>
            </a:prstGeom>
            <a:solidFill>
              <a:srgbClr val="E36A7C"/>
            </a:solidFill>
            <a:ln w="0">
              <a:solidFill>
                <a:srgbClr val="FFFFFF"/>
              </a:solidFill>
            </a:ln>
          </p:spPr>
        </p:sp>
        <p:sp>
          <p:nvSpPr>
            <p:cNvPr id="4131" name="Identity_red__4130">
              <a:extLst>
                <a:ext uri="{FF2B5EF4-FFF2-40B4-BE49-F238E27FC236}">
                  <a16:creationId xmlns:a16="http://schemas.microsoft.com/office/drawing/2014/main" id="{3AE0D123-0329-E786-C989-BB9C165CB062}"/>
                </a:ext>
              </a:extLst>
            </p:cNvPr>
            <p:cNvSpPr>
              <a:spLocks noGrp="1"/>
            </p:cNvSpPr>
            <p:nvPr/>
          </p:nvSpPr>
          <p:spPr>
            <a:xfrm>
              <a:off x="10772775" y="4593908"/>
              <a:ext cx="40005" cy="40005"/>
            </a:xfrm>
            <a:prstGeom prst="ellipse">
              <a:avLst/>
            </a:prstGeom>
            <a:solidFill>
              <a:srgbClr val="E36A7C"/>
            </a:solidFill>
            <a:ln w="0">
              <a:solidFill>
                <a:srgbClr val="FFFFFF"/>
              </a:solidFill>
            </a:ln>
          </p:spPr>
        </p:sp>
        <p:sp>
          <p:nvSpPr>
            <p:cNvPr id="4132" name="Identity_red__4131">
              <a:extLst>
                <a:ext uri="{FF2B5EF4-FFF2-40B4-BE49-F238E27FC236}">
                  <a16:creationId xmlns:a16="http://schemas.microsoft.com/office/drawing/2014/main" id="{5A7970EE-E096-A290-BAC1-922DDF422696}"/>
                </a:ext>
              </a:extLst>
            </p:cNvPr>
            <p:cNvSpPr>
              <a:spLocks noGrp="1"/>
            </p:cNvSpPr>
            <p:nvPr/>
          </p:nvSpPr>
          <p:spPr>
            <a:xfrm>
              <a:off x="11178064" y="4221480"/>
              <a:ext cx="40005" cy="40005"/>
            </a:xfrm>
            <a:prstGeom prst="ellipse">
              <a:avLst/>
            </a:prstGeom>
            <a:solidFill>
              <a:srgbClr val="E98B99"/>
            </a:solidFill>
            <a:ln w="0">
              <a:solidFill>
                <a:srgbClr val="FFFFFF"/>
              </a:solidFill>
            </a:ln>
          </p:spPr>
        </p:sp>
        <p:sp>
          <p:nvSpPr>
            <p:cNvPr id="4133" name="Identity_red__4132">
              <a:extLst>
                <a:ext uri="{FF2B5EF4-FFF2-40B4-BE49-F238E27FC236}">
                  <a16:creationId xmlns:a16="http://schemas.microsoft.com/office/drawing/2014/main" id="{0B9E1BA0-35F2-1EAD-EC8D-3F5E5D05DAA0}"/>
                </a:ext>
              </a:extLst>
            </p:cNvPr>
            <p:cNvSpPr>
              <a:spLocks noGrp="1"/>
            </p:cNvSpPr>
            <p:nvPr/>
          </p:nvSpPr>
          <p:spPr>
            <a:xfrm>
              <a:off x="11364278" y="4320064"/>
              <a:ext cx="40005" cy="40005"/>
            </a:xfrm>
            <a:prstGeom prst="ellipse">
              <a:avLst/>
            </a:prstGeom>
            <a:solidFill>
              <a:srgbClr val="E36A7C"/>
            </a:solidFill>
            <a:ln w="0">
              <a:solidFill>
                <a:srgbClr val="FFFFFF"/>
              </a:solidFill>
            </a:ln>
          </p:spPr>
        </p:sp>
        <p:sp>
          <p:nvSpPr>
            <p:cNvPr id="4134" name="Identity_red__4133">
              <a:extLst>
                <a:ext uri="{FF2B5EF4-FFF2-40B4-BE49-F238E27FC236}">
                  <a16:creationId xmlns:a16="http://schemas.microsoft.com/office/drawing/2014/main" id="{A21BECE4-6E9C-7534-E473-14E369509567}"/>
                </a:ext>
              </a:extLst>
            </p:cNvPr>
            <p:cNvSpPr>
              <a:spLocks noGrp="1"/>
            </p:cNvSpPr>
            <p:nvPr/>
          </p:nvSpPr>
          <p:spPr>
            <a:xfrm>
              <a:off x="11364278" y="4539139"/>
              <a:ext cx="40005" cy="40005"/>
            </a:xfrm>
            <a:prstGeom prst="ellipse">
              <a:avLst/>
            </a:prstGeom>
            <a:solidFill>
              <a:srgbClr val="E36A7C"/>
            </a:solidFill>
            <a:ln w="0">
              <a:solidFill>
                <a:srgbClr val="FFFFFF"/>
              </a:solidFill>
            </a:ln>
          </p:spPr>
        </p:sp>
        <p:sp>
          <p:nvSpPr>
            <p:cNvPr id="4135" name="Identity_red__4134">
              <a:extLst>
                <a:ext uri="{FF2B5EF4-FFF2-40B4-BE49-F238E27FC236}">
                  <a16:creationId xmlns:a16="http://schemas.microsoft.com/office/drawing/2014/main" id="{2F8167F8-6FAA-D252-98CF-05B411A5B17C}"/>
                </a:ext>
              </a:extLst>
            </p:cNvPr>
            <p:cNvSpPr>
              <a:spLocks noGrp="1"/>
            </p:cNvSpPr>
            <p:nvPr/>
          </p:nvSpPr>
          <p:spPr>
            <a:xfrm>
              <a:off x="11178064" y="4637723"/>
              <a:ext cx="40005" cy="40005"/>
            </a:xfrm>
            <a:prstGeom prst="ellipse">
              <a:avLst/>
            </a:prstGeom>
            <a:solidFill>
              <a:srgbClr val="E36A7C"/>
            </a:solidFill>
            <a:ln w="0">
              <a:solidFill>
                <a:srgbClr val="FFFFFF"/>
              </a:solidFill>
            </a:ln>
          </p:spPr>
        </p:sp>
        <p:sp>
          <p:nvSpPr>
            <p:cNvPr id="4136" name="Identity_red__4135">
              <a:extLst>
                <a:ext uri="{FF2B5EF4-FFF2-40B4-BE49-F238E27FC236}">
                  <a16:creationId xmlns:a16="http://schemas.microsoft.com/office/drawing/2014/main" id="{945B7C97-38D5-4C43-5462-956A0DBCB589}"/>
                </a:ext>
              </a:extLst>
            </p:cNvPr>
            <p:cNvSpPr>
              <a:spLocks noGrp="1"/>
            </p:cNvSpPr>
            <p:nvPr/>
          </p:nvSpPr>
          <p:spPr>
            <a:xfrm>
              <a:off x="10444163" y="4550093"/>
              <a:ext cx="40005" cy="40005"/>
            </a:xfrm>
            <a:prstGeom prst="ellipse">
              <a:avLst/>
            </a:prstGeom>
            <a:solidFill>
              <a:srgbClr val="E36A7C"/>
            </a:solidFill>
            <a:ln w="0">
              <a:solidFill>
                <a:srgbClr val="FFFFFF"/>
              </a:solidFill>
            </a:ln>
          </p:spPr>
        </p:sp>
        <p:sp>
          <p:nvSpPr>
            <p:cNvPr id="4137" name="Identity_red__4136">
              <a:extLst>
                <a:ext uri="{FF2B5EF4-FFF2-40B4-BE49-F238E27FC236}">
                  <a16:creationId xmlns:a16="http://schemas.microsoft.com/office/drawing/2014/main" id="{549E3CA6-3388-9EEE-6226-E91C6460FE4D}"/>
                </a:ext>
              </a:extLst>
            </p:cNvPr>
            <p:cNvSpPr>
              <a:spLocks noGrp="1"/>
            </p:cNvSpPr>
            <p:nvPr/>
          </p:nvSpPr>
          <p:spPr>
            <a:xfrm>
              <a:off x="10268903" y="4440555"/>
              <a:ext cx="40005" cy="40005"/>
            </a:xfrm>
            <a:prstGeom prst="ellipse">
              <a:avLst/>
            </a:prstGeom>
            <a:solidFill>
              <a:srgbClr val="E98B99"/>
            </a:solidFill>
            <a:ln w="0">
              <a:solidFill>
                <a:srgbClr val="FFFFFF"/>
              </a:solidFill>
            </a:ln>
          </p:spPr>
        </p:sp>
      </p:grpSp>
      <p:grpSp>
        <p:nvGrpSpPr>
          <p:cNvPr id="6234" name="label">
            <a:extLst>
              <a:ext uri="{FF2B5EF4-FFF2-40B4-BE49-F238E27FC236}">
                <a16:creationId xmlns:a16="http://schemas.microsoft.com/office/drawing/2014/main" id="{E2C0ED76-F9AA-FC7A-8DCB-8BB02C7B1DDF}"/>
              </a:ext>
            </a:extLst>
          </p:cNvPr>
          <p:cNvGrpSpPr/>
          <p:nvPr/>
        </p:nvGrpSpPr>
        <p:grpSpPr>
          <a:xfrm>
            <a:off x="6067896" y="2311918"/>
            <a:ext cx="594449" cy="753083"/>
            <a:chOff x="9752317" y="3328303"/>
            <a:chExt cx="2059767" cy="2609433"/>
          </a:xfrm>
        </p:grpSpPr>
        <p:sp>
          <p:nvSpPr>
            <p:cNvPr id="4138" name="label__4137">
              <a:extLst>
                <a:ext uri="{FF2B5EF4-FFF2-40B4-BE49-F238E27FC236}">
                  <a16:creationId xmlns:a16="http://schemas.microsoft.com/office/drawing/2014/main" id="{DAC5B051-F797-45BE-061C-4AD1A884FEF9}"/>
                </a:ext>
              </a:extLst>
            </p:cNvPr>
            <p:cNvSpPr>
              <a:spLocks noGrp="1"/>
            </p:cNvSpPr>
            <p:nvPr/>
          </p:nvSpPr>
          <p:spPr>
            <a:xfrm>
              <a:off x="10210798" y="3328303"/>
              <a:ext cx="1428750" cy="257175"/>
            </a:xfrm>
            <a:prstGeom prst="rect">
              <a:avLst/>
            </a:prstGeom>
            <a:noFill/>
            <a:ln w="0">
              <a:noFill/>
            </a:ln>
          </p:spPr>
          <p:txBody>
            <a:bodyPr wrap="none" lIns="0" tIns="0" rIns="0" bIns="0" anchor="ctr">
              <a:noAutofit/>
            </a:bodyPr>
            <a:lstStyle/>
            <a:p>
              <a:pPr algn="ctr">
                <a:defRPr sz="1350" b="0">
                  <a:solidFill>
                    <a:srgbClr val="50B982"/>
                  </a:solidFill>
                  <a:latin typeface="Arial"/>
                  <a:ea typeface="Arial"/>
                  <a:cs typeface="Arial"/>
                </a:defRPr>
              </a:pPr>
              <a:r>
                <a:rPr lang="en-US" sz="468" dirty="0">
                  <a:solidFill>
                    <a:srgbClr val="50B982"/>
                  </a:solidFill>
                  <a:latin typeface="Arial"/>
                  <a:ea typeface="Arial"/>
                  <a:cs typeface="Arial"/>
                </a:rPr>
                <a:t>(</a:t>
              </a:r>
              <a:r>
                <a:rPr sz="468" dirty="0">
                  <a:solidFill>
                    <a:srgbClr val="50B982"/>
                  </a:solidFill>
                  <a:latin typeface="Arial"/>
                  <a:ea typeface="Arial"/>
                  <a:cs typeface="Arial"/>
                </a:rPr>
                <a:t>Same identity</a:t>
              </a:r>
              <a:r>
                <a:rPr lang="en-US" sz="468" dirty="0">
                  <a:solidFill>
                    <a:srgbClr val="50B982"/>
                  </a:solidFill>
                  <a:latin typeface="Arial"/>
                  <a:ea typeface="Arial"/>
                  <a:cs typeface="Arial"/>
                </a:rPr>
                <a:t>)</a:t>
              </a:r>
              <a:endParaRPr sz="468" dirty="0">
                <a:solidFill>
                  <a:srgbClr val="50B982"/>
                </a:solidFill>
                <a:latin typeface="Arial"/>
                <a:ea typeface="Arial"/>
                <a:cs typeface="Arial"/>
              </a:endParaRPr>
            </a:p>
          </p:txBody>
        </p:sp>
        <p:sp>
          <p:nvSpPr>
            <p:cNvPr id="4139" name="label__4138">
              <a:extLst>
                <a:ext uri="{FF2B5EF4-FFF2-40B4-BE49-F238E27FC236}">
                  <a16:creationId xmlns:a16="http://schemas.microsoft.com/office/drawing/2014/main" id="{32917BDA-EC55-7FFF-453F-B896B6594BC9}"/>
                </a:ext>
              </a:extLst>
            </p:cNvPr>
            <p:cNvSpPr>
              <a:spLocks noGrp="1"/>
            </p:cNvSpPr>
            <p:nvPr/>
          </p:nvSpPr>
          <p:spPr>
            <a:xfrm>
              <a:off x="9752317" y="4501663"/>
              <a:ext cx="1801842" cy="1436073"/>
            </a:xfrm>
            <a:prstGeom prst="rect">
              <a:avLst/>
            </a:prstGeom>
            <a:noFill/>
            <a:ln w="0">
              <a:noFill/>
            </a:ln>
          </p:spPr>
          <p:txBody>
            <a:bodyPr wrap="none" lIns="0" tIns="0" rIns="0" bIns="0" anchor="ctr">
              <a:noAutofit/>
            </a:bodyPr>
            <a:lstStyle/>
            <a:p>
              <a:pPr algn="ctr">
                <a:defRPr sz="2700" b="0">
                  <a:solidFill>
                    <a:srgbClr val="5C6570"/>
                  </a:solidFill>
                  <a:latin typeface="Arial"/>
                  <a:ea typeface="Arial"/>
                  <a:cs typeface="Arial"/>
                </a:defRPr>
              </a:pPr>
              <a:r>
                <a:rPr sz="779" dirty="0">
                  <a:solidFill>
                    <a:srgbClr val="5C6570"/>
                  </a:solidFill>
                  <a:latin typeface="Arial"/>
                  <a:ea typeface="Arial"/>
                  <a:cs typeface="Arial"/>
                </a:rPr>
                <a:t>∅</a:t>
              </a:r>
            </a:p>
          </p:txBody>
        </p:sp>
        <p:sp>
          <p:nvSpPr>
            <p:cNvPr id="4140" name="label__4139">
              <a:extLst>
                <a:ext uri="{FF2B5EF4-FFF2-40B4-BE49-F238E27FC236}">
                  <a16:creationId xmlns:a16="http://schemas.microsoft.com/office/drawing/2014/main" id="{62A7C41A-6FDE-3B36-2613-ECB6192A9EE4}"/>
                </a:ext>
              </a:extLst>
            </p:cNvPr>
            <p:cNvSpPr>
              <a:spLocks noGrp="1"/>
            </p:cNvSpPr>
            <p:nvPr/>
          </p:nvSpPr>
          <p:spPr>
            <a:xfrm>
              <a:off x="10271761" y="5406120"/>
              <a:ext cx="1540323" cy="257177"/>
            </a:xfrm>
            <a:prstGeom prst="rect">
              <a:avLst/>
            </a:prstGeom>
            <a:noFill/>
            <a:ln w="0">
              <a:noFill/>
            </a:ln>
          </p:spPr>
          <p:txBody>
            <a:bodyPr wrap="none" lIns="0" tIns="0" rIns="0" bIns="0" anchor="ctr">
              <a:noAutofit/>
            </a:bodyPr>
            <a:lstStyle/>
            <a:p>
              <a:pPr algn="l">
                <a:defRPr sz="1425" b="0">
                  <a:solidFill>
                    <a:srgbClr val="5C6570"/>
                  </a:solidFill>
                  <a:latin typeface="Arial"/>
                  <a:ea typeface="Arial"/>
                  <a:cs typeface="Arial"/>
                </a:defRPr>
              </a:pPr>
              <a:r>
                <a:rPr lang="en-US" sz="468" dirty="0">
                  <a:solidFill>
                    <a:srgbClr val="5C6570"/>
                  </a:solidFill>
                  <a:latin typeface="Arial"/>
                  <a:ea typeface="Arial"/>
                  <a:cs typeface="Arial"/>
                </a:rPr>
                <a:t>(False positive)</a:t>
              </a:r>
              <a:endParaRPr sz="468" dirty="0">
                <a:solidFill>
                  <a:srgbClr val="5C6570"/>
                </a:solidFill>
                <a:latin typeface="Arial"/>
                <a:ea typeface="Arial"/>
                <a:cs typeface="Arial"/>
              </a:endParaRPr>
            </a:p>
          </p:txBody>
        </p:sp>
      </p:grpSp>
      <p:sp>
        <p:nvSpPr>
          <p:cNvPr id="4145" name="label__4144">
            <a:extLst>
              <a:ext uri="{FF2B5EF4-FFF2-40B4-BE49-F238E27FC236}">
                <a16:creationId xmlns:a16="http://schemas.microsoft.com/office/drawing/2014/main" id="{42B7B582-4E61-94D7-FCAC-3EC648521BF5}"/>
              </a:ext>
            </a:extLst>
          </p:cNvPr>
          <p:cNvSpPr>
            <a:spLocks noGrp="1"/>
          </p:cNvSpPr>
          <p:nvPr/>
        </p:nvSpPr>
        <p:spPr>
          <a:xfrm>
            <a:off x="6685437" y="2176044"/>
            <a:ext cx="219913" cy="87965"/>
          </a:xfrm>
          <a:prstGeom prst="rect">
            <a:avLst/>
          </a:prstGeom>
          <a:noFill/>
          <a:ln w="0">
            <a:noFill/>
          </a:ln>
        </p:spPr>
        <p:txBody>
          <a:bodyPr wrap="none" lIns="0" tIns="0" rIns="0" bIns="0" anchor="ctr">
            <a:noAutofit/>
          </a:bodyPr>
          <a:lstStyle/>
          <a:p>
            <a:pPr algn="ctr">
              <a:defRPr sz="1950" b="1">
                <a:solidFill>
                  <a:srgbClr val="263442"/>
                </a:solidFill>
                <a:latin typeface="Arial"/>
                <a:ea typeface="Arial"/>
                <a:cs typeface="Arial"/>
              </a:defRPr>
            </a:pPr>
            <a:r>
              <a:rPr sz="563" b="1" dirty="0">
                <a:solidFill>
                  <a:srgbClr val="263442"/>
                </a:solidFill>
                <a:latin typeface="Arial"/>
                <a:ea typeface="Arial"/>
                <a:cs typeface="Arial"/>
              </a:rPr>
              <a:t>Build</a:t>
            </a:r>
          </a:p>
        </p:txBody>
      </p:sp>
      <p:sp>
        <p:nvSpPr>
          <p:cNvPr id="4146" name="label__4145">
            <a:extLst>
              <a:ext uri="{FF2B5EF4-FFF2-40B4-BE49-F238E27FC236}">
                <a16:creationId xmlns:a16="http://schemas.microsoft.com/office/drawing/2014/main" id="{D4B6AAED-A4D4-E170-17F8-1273924781EF}"/>
              </a:ext>
            </a:extLst>
          </p:cNvPr>
          <p:cNvSpPr>
            <a:spLocks noGrp="1"/>
          </p:cNvSpPr>
          <p:nvPr/>
        </p:nvSpPr>
        <p:spPr>
          <a:xfrm>
            <a:off x="6894668" y="1967126"/>
            <a:ext cx="514048" cy="184178"/>
          </a:xfrm>
          <a:prstGeom prst="rect">
            <a:avLst/>
          </a:prstGeom>
          <a:noFill/>
          <a:ln w="0">
            <a:noFill/>
          </a:ln>
        </p:spPr>
        <p:txBody>
          <a:bodyPr wrap="none" lIns="0" tIns="0" rIns="0" bIns="0" anchor="ctr">
            <a:noAutofit/>
          </a:bodyPr>
          <a:lstStyle/>
          <a:p>
            <a:pPr algn="ctr">
              <a:defRPr sz="1725" b="1">
                <a:solidFill>
                  <a:srgbClr val="263442"/>
                </a:solidFill>
                <a:latin typeface="Arial"/>
                <a:ea typeface="Arial"/>
                <a:cs typeface="Arial"/>
              </a:defRPr>
            </a:pPr>
            <a:r>
              <a:rPr lang="en-US" altLang="zh-CN" sz="520" b="1" dirty="0">
                <a:solidFill>
                  <a:srgbClr val="263442"/>
                </a:solidFill>
                <a:latin typeface="Arial"/>
                <a:ea typeface="Arial"/>
                <a:cs typeface="Arial"/>
              </a:rPr>
              <a:t> </a:t>
            </a:r>
          </a:p>
          <a:p>
            <a:pPr algn="ctr">
              <a:defRPr sz="1725" b="1">
                <a:solidFill>
                  <a:srgbClr val="263442"/>
                </a:solidFill>
                <a:latin typeface="Arial"/>
                <a:ea typeface="Arial"/>
                <a:cs typeface="Arial"/>
              </a:defRPr>
            </a:pPr>
            <a:r>
              <a:rPr lang="en-US" altLang="zh-CN" sz="520" b="1" dirty="0">
                <a:solidFill>
                  <a:srgbClr val="263442"/>
                </a:solidFill>
                <a:latin typeface="Arial"/>
                <a:cs typeface="Arial"/>
              </a:rPr>
              <a:t>Docking tools</a:t>
            </a:r>
            <a:endParaRPr sz="520" b="1" dirty="0">
              <a:solidFill>
                <a:srgbClr val="263442"/>
              </a:solidFill>
              <a:latin typeface="Arial"/>
              <a:cs typeface="Arial"/>
            </a:endParaRPr>
          </a:p>
        </p:txBody>
      </p:sp>
      <p:sp>
        <p:nvSpPr>
          <p:cNvPr id="4147" name="Builder_divider__4146">
            <a:extLst>
              <a:ext uri="{FF2B5EF4-FFF2-40B4-BE49-F238E27FC236}">
                <a16:creationId xmlns:a16="http://schemas.microsoft.com/office/drawing/2014/main" id="{8D883126-D6C8-8EB4-50EE-5FA7106EED0A}"/>
              </a:ext>
            </a:extLst>
          </p:cNvPr>
          <p:cNvSpPr>
            <a:spLocks noGrp="1"/>
          </p:cNvSpPr>
          <p:nvPr/>
        </p:nvSpPr>
        <p:spPr>
          <a:xfrm>
            <a:off x="6912732" y="2187039"/>
            <a:ext cx="456321" cy="28"/>
          </a:xfrm>
          <a:custGeom>
            <a:avLst/>
            <a:gdLst/>
            <a:ahLst/>
            <a:cxnLst/>
            <a:rect l="0" t="0" r="0" b="0"/>
            <a:pathLst>
              <a:path w="1581150" h="95">
                <a:moveTo>
                  <a:pt x="0" y="0"/>
                </a:moveTo>
                <a:lnTo>
                  <a:pt x="1581150" y="0"/>
                </a:lnTo>
              </a:path>
            </a:pathLst>
          </a:custGeom>
          <a:noFill/>
          <a:ln w="9525">
            <a:solidFill>
              <a:srgbClr val="D2D9DE"/>
            </a:solidFill>
          </a:ln>
        </p:spPr>
      </p:sp>
      <p:sp>
        <p:nvSpPr>
          <p:cNvPr id="4148" name="label__4147">
            <a:extLst>
              <a:ext uri="{FF2B5EF4-FFF2-40B4-BE49-F238E27FC236}">
                <a16:creationId xmlns:a16="http://schemas.microsoft.com/office/drawing/2014/main" id="{CBB58BC5-8BB4-D2DC-ADDE-05B0EC7ABBB9}"/>
              </a:ext>
            </a:extLst>
          </p:cNvPr>
          <p:cNvSpPr>
            <a:spLocks noGrp="1"/>
          </p:cNvSpPr>
          <p:nvPr/>
        </p:nvSpPr>
        <p:spPr>
          <a:xfrm>
            <a:off x="6879745" y="2157039"/>
            <a:ext cx="525043" cy="497554"/>
          </a:xfrm>
          <a:prstGeom prst="rect">
            <a:avLst/>
          </a:prstGeom>
          <a:noFill/>
          <a:ln w="0">
            <a:noFill/>
          </a:ln>
        </p:spPr>
        <p:txBody>
          <a:bodyPr wrap="none" lIns="0" tIns="0" rIns="0" bIns="0" anchor="ctr">
            <a:noAutofit/>
          </a:bodyPr>
          <a:lstStyle/>
          <a:p>
            <a:pPr algn="ctr">
              <a:defRPr sz="1500" b="0">
                <a:solidFill>
                  <a:srgbClr val="687780"/>
                </a:solidFill>
                <a:latin typeface="Arial"/>
                <a:ea typeface="Arial"/>
                <a:cs typeface="Arial"/>
              </a:defRPr>
            </a:pPr>
            <a:r>
              <a:rPr sz="468" dirty="0" err="1">
                <a:solidFill>
                  <a:srgbClr val="687780"/>
                </a:solidFill>
                <a:latin typeface="Arial"/>
                <a:ea typeface="Arial"/>
                <a:cs typeface="Arial"/>
              </a:rPr>
              <a:t>PocketXMol</a:t>
            </a:r>
            <a:endParaRPr sz="468" dirty="0">
              <a:solidFill>
                <a:srgbClr val="687780"/>
              </a:solidFill>
              <a:latin typeface="Arial"/>
              <a:ea typeface="Arial"/>
              <a:cs typeface="Arial"/>
            </a:endParaRPr>
          </a:p>
          <a:p>
            <a:pPr algn="ctr">
              <a:defRPr sz="1500" b="0">
                <a:solidFill>
                  <a:srgbClr val="687780"/>
                </a:solidFill>
                <a:latin typeface="Arial"/>
                <a:ea typeface="Arial"/>
                <a:cs typeface="Arial"/>
              </a:defRPr>
            </a:pPr>
            <a:r>
              <a:rPr sz="468" dirty="0" err="1">
                <a:solidFill>
                  <a:srgbClr val="687780"/>
                </a:solidFill>
                <a:latin typeface="Arial"/>
                <a:ea typeface="Arial"/>
                <a:cs typeface="Arial"/>
              </a:rPr>
              <a:t>Surflex</a:t>
            </a:r>
            <a:r>
              <a:rPr sz="468" dirty="0">
                <a:solidFill>
                  <a:srgbClr val="687780"/>
                </a:solidFill>
                <a:latin typeface="Arial"/>
                <a:ea typeface="Arial"/>
                <a:cs typeface="Arial"/>
              </a:rPr>
              <a:t>-Dock</a:t>
            </a:r>
          </a:p>
          <a:p>
            <a:pPr algn="ctr">
              <a:defRPr sz="1500" b="0">
                <a:solidFill>
                  <a:srgbClr val="687780"/>
                </a:solidFill>
                <a:latin typeface="Arial"/>
                <a:ea typeface="Arial"/>
                <a:cs typeface="Arial"/>
              </a:defRPr>
            </a:pPr>
            <a:r>
              <a:rPr sz="468" dirty="0">
                <a:solidFill>
                  <a:srgbClr val="687780"/>
                </a:solidFill>
                <a:latin typeface="Arial"/>
                <a:ea typeface="Arial"/>
                <a:cs typeface="Arial"/>
              </a:rPr>
              <a:t>EMERALD</a:t>
            </a:r>
          </a:p>
          <a:p>
            <a:pPr algn="ctr">
              <a:defRPr sz="1500" b="0">
                <a:solidFill>
                  <a:srgbClr val="687780"/>
                </a:solidFill>
                <a:latin typeface="Arial"/>
                <a:ea typeface="Arial"/>
                <a:cs typeface="Arial"/>
              </a:defRPr>
            </a:pPr>
            <a:r>
              <a:rPr sz="468" dirty="0">
                <a:solidFill>
                  <a:srgbClr val="687780"/>
                </a:solidFill>
                <a:latin typeface="Arial"/>
                <a:ea typeface="Arial"/>
                <a:cs typeface="Arial"/>
              </a:rPr>
              <a:t>Vina</a:t>
            </a:r>
          </a:p>
          <a:p>
            <a:pPr algn="ctr">
              <a:defRPr sz="1500" b="0">
                <a:solidFill>
                  <a:srgbClr val="687780"/>
                </a:solidFill>
                <a:latin typeface="Arial"/>
                <a:ea typeface="Arial"/>
                <a:cs typeface="Arial"/>
              </a:defRPr>
            </a:pPr>
            <a:r>
              <a:rPr sz="468" dirty="0">
                <a:solidFill>
                  <a:srgbClr val="687780"/>
                </a:solidFill>
                <a:latin typeface="Arial"/>
                <a:ea typeface="Arial"/>
                <a:cs typeface="Arial"/>
              </a:rPr>
              <a:t>…</a:t>
            </a:r>
          </a:p>
        </p:txBody>
      </p:sp>
      <p:grpSp>
        <p:nvGrpSpPr>
          <p:cNvPr id="6239" name="Build：输出背景密度">
            <a:extLst>
              <a:ext uri="{FF2B5EF4-FFF2-40B4-BE49-F238E27FC236}">
                <a16:creationId xmlns:a16="http://schemas.microsoft.com/office/drawing/2014/main" id="{47751F03-6B66-5D17-0890-E7C3C47E0B09}"/>
              </a:ext>
            </a:extLst>
          </p:cNvPr>
          <p:cNvGrpSpPr/>
          <p:nvPr/>
        </p:nvGrpSpPr>
        <p:grpSpPr>
          <a:xfrm>
            <a:off x="7411466" y="1987177"/>
            <a:ext cx="615757" cy="732344"/>
            <a:chOff x="14763750" y="2203077"/>
            <a:chExt cx="2133600" cy="2537571"/>
          </a:xfrm>
        </p:grpSpPr>
        <p:sp>
          <p:nvSpPr>
            <p:cNvPr id="4152" name="Output_density__4151">
              <a:extLst>
                <a:ext uri="{FF2B5EF4-FFF2-40B4-BE49-F238E27FC236}">
                  <a16:creationId xmlns:a16="http://schemas.microsoft.com/office/drawing/2014/main" id="{FAFED2E8-E5B1-EFE0-B281-5B6AF64BB25F}"/>
                </a:ext>
              </a:extLst>
            </p:cNvPr>
            <p:cNvSpPr>
              <a:spLocks noGrp="1"/>
            </p:cNvSpPr>
            <p:nvPr/>
          </p:nvSpPr>
          <p:spPr>
            <a:xfrm>
              <a:off x="15779168" y="4413937"/>
              <a:ext cx="64603" cy="34371"/>
            </a:xfrm>
            <a:custGeom>
              <a:avLst/>
              <a:gdLst/>
              <a:ahLst/>
              <a:cxnLst/>
              <a:rect l="0" t="0" r="0" b="0"/>
              <a:pathLst>
                <a:path w="64603" h="34371">
                  <a:moveTo>
                    <a:pt x="0" y="2953"/>
                  </a:moveTo>
                  <a:lnTo>
                    <a:pt x="8841" y="3472"/>
                  </a:lnTo>
                  <a:lnTo>
                    <a:pt x="9876" y="4434"/>
                  </a:lnTo>
                  <a:close/>
                  <a:moveTo>
                    <a:pt x="64603" y="34371"/>
                  </a:moveTo>
                  <a:lnTo>
                    <a:pt x="44771" y="0"/>
                  </a:lnTo>
                  <a:lnTo>
                    <a:pt x="9876" y="4434"/>
                  </a:lnTo>
                  <a:close/>
                </a:path>
              </a:pathLst>
            </a:custGeom>
            <a:solidFill>
              <a:srgbClr val="EDF0F2"/>
            </a:solidFill>
            <a:ln w="1524">
              <a:solidFill>
                <a:srgbClr val="EDF0F2"/>
              </a:solidFill>
            </a:ln>
          </p:spPr>
        </p:sp>
        <p:sp>
          <p:nvSpPr>
            <p:cNvPr id="4153" name="Output_density__4152">
              <a:extLst>
                <a:ext uri="{FF2B5EF4-FFF2-40B4-BE49-F238E27FC236}">
                  <a16:creationId xmlns:a16="http://schemas.microsoft.com/office/drawing/2014/main" id="{812F70DF-FEA5-4EFD-9A9B-82F3ACF2613A}"/>
                </a:ext>
              </a:extLst>
            </p:cNvPr>
            <p:cNvSpPr>
              <a:spLocks noGrp="1"/>
            </p:cNvSpPr>
            <p:nvPr/>
          </p:nvSpPr>
          <p:spPr>
            <a:xfrm>
              <a:off x="15717360" y="4374121"/>
              <a:ext cx="70649" cy="43289"/>
            </a:xfrm>
            <a:custGeom>
              <a:avLst/>
              <a:gdLst/>
              <a:ahLst/>
              <a:cxnLst/>
              <a:rect l="0" t="0" r="0" b="0"/>
              <a:pathLst>
                <a:path w="70649" h="43289">
                  <a:moveTo>
                    <a:pt x="0" y="0"/>
                  </a:moveTo>
                  <a:lnTo>
                    <a:pt x="61808" y="42769"/>
                  </a:lnTo>
                  <a:lnTo>
                    <a:pt x="23044" y="37068"/>
                  </a:lnTo>
                  <a:close/>
                  <a:moveTo>
                    <a:pt x="70649" y="43289"/>
                  </a:moveTo>
                  <a:lnTo>
                    <a:pt x="61808" y="42769"/>
                  </a:lnTo>
                  <a:lnTo>
                    <a:pt x="0" y="0"/>
                  </a:lnTo>
                  <a:close/>
                </a:path>
              </a:pathLst>
            </a:custGeom>
            <a:solidFill>
              <a:srgbClr val="EFF2F3"/>
            </a:solidFill>
            <a:ln w="1524">
              <a:solidFill>
                <a:srgbClr val="EFF2F3"/>
              </a:solidFill>
            </a:ln>
          </p:spPr>
        </p:sp>
        <p:sp>
          <p:nvSpPr>
            <p:cNvPr id="4154" name="Output_density__4153">
              <a:extLst>
                <a:ext uri="{FF2B5EF4-FFF2-40B4-BE49-F238E27FC236}">
                  <a16:creationId xmlns:a16="http://schemas.microsoft.com/office/drawing/2014/main" id="{174AEDCC-FCB9-138C-8079-11F35E51C6BF}"/>
                </a:ext>
              </a:extLst>
            </p:cNvPr>
            <p:cNvSpPr>
              <a:spLocks noGrp="1"/>
            </p:cNvSpPr>
            <p:nvPr/>
          </p:nvSpPr>
          <p:spPr>
            <a:xfrm>
              <a:off x="15870597" y="4270840"/>
              <a:ext cx="44588" cy="54666"/>
            </a:xfrm>
            <a:custGeom>
              <a:avLst/>
              <a:gdLst/>
              <a:ahLst/>
              <a:cxnLst/>
              <a:rect l="0" t="0" r="0" b="0"/>
              <a:pathLst>
                <a:path w="44588" h="54666">
                  <a:moveTo>
                    <a:pt x="44588" y="0"/>
                  </a:moveTo>
                  <a:lnTo>
                    <a:pt x="0" y="54666"/>
                  </a:lnTo>
                  <a:lnTo>
                    <a:pt x="37662" y="46325"/>
                  </a:lnTo>
                  <a:close/>
                </a:path>
              </a:pathLst>
            </a:custGeom>
            <a:solidFill>
              <a:srgbClr val="F2F4F6"/>
            </a:solidFill>
            <a:ln w="1524">
              <a:solidFill>
                <a:srgbClr val="F2F4F6"/>
              </a:solidFill>
            </a:ln>
          </p:spPr>
        </p:sp>
        <p:sp>
          <p:nvSpPr>
            <p:cNvPr id="4155" name="Output_density__4154">
              <a:extLst>
                <a:ext uri="{FF2B5EF4-FFF2-40B4-BE49-F238E27FC236}">
                  <a16:creationId xmlns:a16="http://schemas.microsoft.com/office/drawing/2014/main" id="{710E72BE-01A4-23F5-C30E-AD57834D4AC8}"/>
                </a:ext>
              </a:extLst>
            </p:cNvPr>
            <p:cNvSpPr>
              <a:spLocks noGrp="1"/>
            </p:cNvSpPr>
            <p:nvPr/>
          </p:nvSpPr>
          <p:spPr>
            <a:xfrm>
              <a:off x="15701780" y="4049656"/>
              <a:ext cx="908187" cy="368715"/>
            </a:xfrm>
            <a:custGeom>
              <a:avLst/>
              <a:gdLst/>
              <a:ahLst/>
              <a:cxnLst/>
              <a:rect l="0" t="0" r="0" b="0"/>
              <a:pathLst>
                <a:path w="908187" h="368715">
                  <a:moveTo>
                    <a:pt x="15580" y="324465"/>
                  </a:moveTo>
                  <a:lnTo>
                    <a:pt x="38623" y="361533"/>
                  </a:lnTo>
                  <a:lnTo>
                    <a:pt x="0" y="315697"/>
                  </a:lnTo>
                  <a:close/>
                  <a:moveTo>
                    <a:pt x="106377" y="343140"/>
                  </a:moveTo>
                  <a:lnTo>
                    <a:pt x="77388" y="367234"/>
                  </a:lnTo>
                  <a:lnTo>
                    <a:pt x="87264" y="368715"/>
                  </a:lnTo>
                  <a:close/>
                  <a:moveTo>
                    <a:pt x="77388" y="367234"/>
                  </a:moveTo>
                  <a:lnTo>
                    <a:pt x="106377" y="343140"/>
                  </a:lnTo>
                  <a:lnTo>
                    <a:pt x="38623" y="361533"/>
                  </a:lnTo>
                  <a:close/>
                  <a:moveTo>
                    <a:pt x="908187" y="32668"/>
                  </a:moveTo>
                  <a:lnTo>
                    <a:pt x="852730" y="0"/>
                  </a:lnTo>
                  <a:lnTo>
                    <a:pt x="869592" y="23267"/>
                  </a:lnTo>
                  <a:close/>
                </a:path>
              </a:pathLst>
            </a:custGeom>
            <a:solidFill>
              <a:srgbClr val="EFF2F3"/>
            </a:solidFill>
            <a:ln w="1524">
              <a:solidFill>
                <a:srgbClr val="EFF2F3"/>
              </a:solidFill>
            </a:ln>
          </p:spPr>
        </p:sp>
        <p:sp>
          <p:nvSpPr>
            <p:cNvPr id="4156" name="Output_density__4155">
              <a:extLst>
                <a:ext uri="{FF2B5EF4-FFF2-40B4-BE49-F238E27FC236}">
                  <a16:creationId xmlns:a16="http://schemas.microsoft.com/office/drawing/2014/main" id="{3020CCB5-950B-C2EF-80C5-932744DDAEFD}"/>
                </a:ext>
              </a:extLst>
            </p:cNvPr>
            <p:cNvSpPr>
              <a:spLocks noGrp="1"/>
            </p:cNvSpPr>
            <p:nvPr/>
          </p:nvSpPr>
          <p:spPr>
            <a:xfrm>
              <a:off x="15691457" y="3997247"/>
              <a:ext cx="879821" cy="447086"/>
            </a:xfrm>
            <a:custGeom>
              <a:avLst/>
              <a:gdLst/>
              <a:ahLst/>
              <a:cxnLst/>
              <a:rect l="0" t="0" r="0" b="0"/>
              <a:pathLst>
                <a:path w="879821" h="447086">
                  <a:moveTo>
                    <a:pt x="17680" y="345577"/>
                  </a:moveTo>
                  <a:lnTo>
                    <a:pt x="36409" y="419643"/>
                  </a:lnTo>
                  <a:lnTo>
                    <a:pt x="0" y="405613"/>
                  </a:lnTo>
                  <a:close/>
                  <a:moveTo>
                    <a:pt x="17680" y="345577"/>
                  </a:moveTo>
                  <a:lnTo>
                    <a:pt x="10324" y="368106"/>
                  </a:lnTo>
                  <a:lnTo>
                    <a:pt x="48947" y="413943"/>
                  </a:lnTo>
                  <a:close/>
                  <a:moveTo>
                    <a:pt x="48947" y="413943"/>
                  </a:moveTo>
                  <a:lnTo>
                    <a:pt x="69651" y="356451"/>
                  </a:lnTo>
                  <a:lnTo>
                    <a:pt x="17680" y="345577"/>
                  </a:lnTo>
                  <a:close/>
                  <a:moveTo>
                    <a:pt x="116700" y="395549"/>
                  </a:moveTo>
                  <a:lnTo>
                    <a:pt x="97588" y="421124"/>
                  </a:lnTo>
                  <a:lnTo>
                    <a:pt x="132482" y="416691"/>
                  </a:lnTo>
                  <a:close/>
                  <a:moveTo>
                    <a:pt x="116700" y="395549"/>
                  </a:moveTo>
                  <a:lnTo>
                    <a:pt x="69651" y="356451"/>
                  </a:lnTo>
                  <a:lnTo>
                    <a:pt x="48947" y="413943"/>
                  </a:lnTo>
                  <a:close/>
                  <a:moveTo>
                    <a:pt x="23005" y="316487"/>
                  </a:moveTo>
                  <a:lnTo>
                    <a:pt x="10324" y="368106"/>
                  </a:lnTo>
                  <a:lnTo>
                    <a:pt x="17680" y="345577"/>
                  </a:lnTo>
                  <a:close/>
                  <a:moveTo>
                    <a:pt x="200725" y="373454"/>
                  </a:moveTo>
                  <a:lnTo>
                    <a:pt x="149414" y="377187"/>
                  </a:lnTo>
                  <a:lnTo>
                    <a:pt x="170559" y="447086"/>
                  </a:lnTo>
                  <a:close/>
                  <a:moveTo>
                    <a:pt x="170559" y="447086"/>
                  </a:moveTo>
                  <a:lnTo>
                    <a:pt x="149414" y="377187"/>
                  </a:lnTo>
                  <a:lnTo>
                    <a:pt x="132482" y="416691"/>
                  </a:lnTo>
                  <a:close/>
                  <a:moveTo>
                    <a:pt x="157752" y="376269"/>
                  </a:moveTo>
                  <a:lnTo>
                    <a:pt x="204188" y="375208"/>
                  </a:lnTo>
                  <a:lnTo>
                    <a:pt x="170559" y="447086"/>
                  </a:lnTo>
                  <a:close/>
                  <a:moveTo>
                    <a:pt x="204188" y="375208"/>
                  </a:moveTo>
                  <a:lnTo>
                    <a:pt x="218422" y="395549"/>
                  </a:lnTo>
                  <a:lnTo>
                    <a:pt x="200725" y="373454"/>
                  </a:lnTo>
                  <a:close/>
                  <a:moveTo>
                    <a:pt x="204188" y="375208"/>
                  </a:moveTo>
                  <a:lnTo>
                    <a:pt x="207256" y="371455"/>
                  </a:lnTo>
                  <a:lnTo>
                    <a:pt x="221499" y="394547"/>
                  </a:lnTo>
                  <a:close/>
                  <a:moveTo>
                    <a:pt x="179141" y="328259"/>
                  </a:moveTo>
                  <a:lnTo>
                    <a:pt x="200725" y="373454"/>
                  </a:lnTo>
                  <a:lnTo>
                    <a:pt x="217993" y="387046"/>
                  </a:lnTo>
                  <a:close/>
                  <a:moveTo>
                    <a:pt x="81684" y="268782"/>
                  </a:moveTo>
                  <a:lnTo>
                    <a:pt x="120001" y="275614"/>
                  </a:lnTo>
                  <a:lnTo>
                    <a:pt x="94685" y="275372"/>
                  </a:lnTo>
                  <a:close/>
                  <a:moveTo>
                    <a:pt x="207660" y="253289"/>
                  </a:moveTo>
                  <a:lnTo>
                    <a:pt x="200283" y="244288"/>
                  </a:lnTo>
                  <a:lnTo>
                    <a:pt x="201941" y="246980"/>
                  </a:lnTo>
                  <a:close/>
                  <a:moveTo>
                    <a:pt x="201941" y="246980"/>
                  </a:moveTo>
                  <a:lnTo>
                    <a:pt x="223729" y="273593"/>
                  </a:lnTo>
                  <a:lnTo>
                    <a:pt x="253427" y="295825"/>
                  </a:lnTo>
                  <a:close/>
                  <a:moveTo>
                    <a:pt x="200283" y="244288"/>
                  </a:moveTo>
                  <a:lnTo>
                    <a:pt x="186783" y="196561"/>
                  </a:lnTo>
                  <a:lnTo>
                    <a:pt x="201941" y="246980"/>
                  </a:lnTo>
                  <a:close/>
                  <a:moveTo>
                    <a:pt x="879821" y="75631"/>
                  </a:moveTo>
                  <a:lnTo>
                    <a:pt x="861539" y="46747"/>
                  </a:lnTo>
                  <a:lnTo>
                    <a:pt x="857276" y="0"/>
                  </a:lnTo>
                  <a:close/>
                </a:path>
              </a:pathLst>
            </a:custGeom>
            <a:solidFill>
              <a:srgbClr val="F1F3F5"/>
            </a:solidFill>
            <a:ln w="1524">
              <a:solidFill>
                <a:srgbClr val="F1F3F5"/>
              </a:solidFill>
            </a:ln>
          </p:spPr>
        </p:sp>
        <p:sp>
          <p:nvSpPr>
            <p:cNvPr id="4157" name="Output_density__4156">
              <a:extLst>
                <a:ext uri="{FF2B5EF4-FFF2-40B4-BE49-F238E27FC236}">
                  <a16:creationId xmlns:a16="http://schemas.microsoft.com/office/drawing/2014/main" id="{7760E5C1-2908-6AD4-310A-36D714A4ACA5}"/>
                </a:ext>
              </a:extLst>
            </p:cNvPr>
            <p:cNvSpPr>
              <a:spLocks noGrp="1"/>
            </p:cNvSpPr>
            <p:nvPr/>
          </p:nvSpPr>
          <p:spPr>
            <a:xfrm>
              <a:off x="15761108" y="4244226"/>
              <a:ext cx="183776" cy="200106"/>
            </a:xfrm>
            <a:custGeom>
              <a:avLst/>
              <a:gdLst/>
              <a:ahLst/>
              <a:cxnLst/>
              <a:rect l="0" t="0" r="0" b="0"/>
              <a:pathLst>
                <a:path w="183776" h="200106">
                  <a:moveTo>
                    <a:pt x="134537" y="128229"/>
                  </a:moveTo>
                  <a:lnTo>
                    <a:pt x="131074" y="126474"/>
                  </a:lnTo>
                  <a:lnTo>
                    <a:pt x="100908" y="200106"/>
                  </a:lnTo>
                  <a:close/>
                  <a:moveTo>
                    <a:pt x="47050" y="148569"/>
                  </a:moveTo>
                  <a:lnTo>
                    <a:pt x="62832" y="169711"/>
                  </a:lnTo>
                  <a:lnTo>
                    <a:pt x="79763" y="130207"/>
                  </a:lnTo>
                  <a:close/>
                  <a:moveTo>
                    <a:pt x="0" y="109471"/>
                  </a:moveTo>
                  <a:lnTo>
                    <a:pt x="47050" y="148569"/>
                  </a:lnTo>
                  <a:lnTo>
                    <a:pt x="59473" y="72939"/>
                  </a:lnTo>
                  <a:close/>
                  <a:moveTo>
                    <a:pt x="84725" y="116667"/>
                  </a:moveTo>
                  <a:lnTo>
                    <a:pt x="47050" y="148569"/>
                  </a:lnTo>
                  <a:lnTo>
                    <a:pt x="79763" y="130207"/>
                  </a:lnTo>
                  <a:close/>
                  <a:moveTo>
                    <a:pt x="109490" y="81279"/>
                  </a:moveTo>
                  <a:lnTo>
                    <a:pt x="84725" y="116667"/>
                  </a:lnTo>
                  <a:lnTo>
                    <a:pt x="79763" y="130207"/>
                  </a:lnTo>
                  <a:close/>
                  <a:moveTo>
                    <a:pt x="2952" y="91928"/>
                  </a:moveTo>
                  <a:lnTo>
                    <a:pt x="63398" y="36929"/>
                  </a:lnTo>
                  <a:lnTo>
                    <a:pt x="50350" y="28634"/>
                  </a:lnTo>
                  <a:close/>
                  <a:moveTo>
                    <a:pt x="2952" y="91928"/>
                  </a:moveTo>
                  <a:lnTo>
                    <a:pt x="50350" y="28634"/>
                  </a:lnTo>
                  <a:lnTo>
                    <a:pt x="12033" y="21802"/>
                  </a:lnTo>
                  <a:close/>
                  <a:moveTo>
                    <a:pt x="63398" y="36929"/>
                  </a:moveTo>
                  <a:lnTo>
                    <a:pt x="92480" y="72939"/>
                  </a:lnTo>
                  <a:lnTo>
                    <a:pt x="50350" y="28634"/>
                  </a:lnTo>
                  <a:close/>
                  <a:moveTo>
                    <a:pt x="92480" y="72939"/>
                  </a:moveTo>
                  <a:lnTo>
                    <a:pt x="109490" y="81279"/>
                  </a:lnTo>
                  <a:lnTo>
                    <a:pt x="50350" y="28634"/>
                  </a:lnTo>
                  <a:close/>
                  <a:moveTo>
                    <a:pt x="147152" y="72939"/>
                  </a:moveTo>
                  <a:lnTo>
                    <a:pt x="172479" y="100381"/>
                  </a:lnTo>
                  <a:lnTo>
                    <a:pt x="183776" y="48845"/>
                  </a:lnTo>
                  <a:close/>
                  <a:moveTo>
                    <a:pt x="183776" y="48845"/>
                  </a:moveTo>
                  <a:lnTo>
                    <a:pt x="154078" y="26613"/>
                  </a:lnTo>
                  <a:lnTo>
                    <a:pt x="147152" y="72939"/>
                  </a:lnTo>
                  <a:close/>
                  <a:moveTo>
                    <a:pt x="183776" y="48845"/>
                  </a:moveTo>
                  <a:lnTo>
                    <a:pt x="138009" y="6309"/>
                  </a:lnTo>
                  <a:lnTo>
                    <a:pt x="132290" y="0"/>
                  </a:lnTo>
                  <a:close/>
                </a:path>
              </a:pathLst>
            </a:custGeom>
            <a:solidFill>
              <a:srgbClr val="F2F4F6"/>
            </a:solidFill>
            <a:ln w="1524">
              <a:solidFill>
                <a:srgbClr val="F2F4F6"/>
              </a:solidFill>
            </a:ln>
          </p:spPr>
        </p:sp>
        <p:sp>
          <p:nvSpPr>
            <p:cNvPr id="4158" name="Output_density__4157">
              <a:extLst>
                <a:ext uri="{FF2B5EF4-FFF2-40B4-BE49-F238E27FC236}">
                  <a16:creationId xmlns:a16="http://schemas.microsoft.com/office/drawing/2014/main" id="{06D9485F-E77E-C6B0-3574-58B438DBFC63}"/>
                </a:ext>
              </a:extLst>
            </p:cNvPr>
            <p:cNvSpPr>
              <a:spLocks noGrp="1"/>
            </p:cNvSpPr>
            <p:nvPr/>
          </p:nvSpPr>
          <p:spPr>
            <a:xfrm>
              <a:off x="15761108" y="4250536"/>
              <a:ext cx="221290" cy="142260"/>
            </a:xfrm>
            <a:custGeom>
              <a:avLst/>
              <a:gdLst/>
              <a:ahLst/>
              <a:cxnLst/>
              <a:rect l="0" t="0" r="0" b="0"/>
              <a:pathLst>
                <a:path w="221290" h="142260">
                  <a:moveTo>
                    <a:pt x="2952" y="85619"/>
                  </a:moveTo>
                  <a:lnTo>
                    <a:pt x="0" y="103162"/>
                  </a:lnTo>
                  <a:lnTo>
                    <a:pt x="59473" y="66630"/>
                  </a:lnTo>
                  <a:close/>
                  <a:moveTo>
                    <a:pt x="59473" y="66630"/>
                  </a:moveTo>
                  <a:lnTo>
                    <a:pt x="47050" y="142260"/>
                  </a:lnTo>
                  <a:lnTo>
                    <a:pt x="84725" y="110358"/>
                  </a:lnTo>
                  <a:close/>
                  <a:moveTo>
                    <a:pt x="92480" y="66630"/>
                  </a:moveTo>
                  <a:lnTo>
                    <a:pt x="84725" y="110358"/>
                  </a:lnTo>
                  <a:lnTo>
                    <a:pt x="109490" y="74970"/>
                  </a:lnTo>
                  <a:close/>
                  <a:moveTo>
                    <a:pt x="109490" y="74970"/>
                  </a:moveTo>
                  <a:lnTo>
                    <a:pt x="79763" y="123898"/>
                  </a:lnTo>
                  <a:lnTo>
                    <a:pt x="131074" y="120165"/>
                  </a:lnTo>
                  <a:close/>
                  <a:moveTo>
                    <a:pt x="59473" y="66630"/>
                  </a:moveTo>
                  <a:lnTo>
                    <a:pt x="63398" y="30619"/>
                  </a:lnTo>
                  <a:lnTo>
                    <a:pt x="2952" y="85619"/>
                  </a:lnTo>
                  <a:close/>
                  <a:moveTo>
                    <a:pt x="134537" y="121919"/>
                  </a:moveTo>
                  <a:lnTo>
                    <a:pt x="164072" y="97447"/>
                  </a:lnTo>
                  <a:lnTo>
                    <a:pt x="137605" y="118166"/>
                  </a:lnTo>
                  <a:close/>
                  <a:moveTo>
                    <a:pt x="147152" y="66630"/>
                  </a:moveTo>
                  <a:lnTo>
                    <a:pt x="137605" y="118166"/>
                  </a:lnTo>
                  <a:lnTo>
                    <a:pt x="172479" y="94072"/>
                  </a:lnTo>
                  <a:close/>
                  <a:moveTo>
                    <a:pt x="63398" y="30619"/>
                  </a:moveTo>
                  <a:lnTo>
                    <a:pt x="117413" y="42535"/>
                  </a:lnTo>
                  <a:lnTo>
                    <a:pt x="92480" y="66630"/>
                  </a:lnTo>
                  <a:close/>
                  <a:moveTo>
                    <a:pt x="183776" y="42535"/>
                  </a:moveTo>
                  <a:lnTo>
                    <a:pt x="221290" y="18442"/>
                  </a:lnTo>
                  <a:lnTo>
                    <a:pt x="138009" y="0"/>
                  </a:lnTo>
                  <a:close/>
                </a:path>
              </a:pathLst>
            </a:custGeom>
            <a:solidFill>
              <a:srgbClr val="F4F6F7"/>
            </a:solidFill>
            <a:ln w="1524">
              <a:solidFill>
                <a:srgbClr val="F4F6F7"/>
              </a:solidFill>
            </a:ln>
          </p:spPr>
        </p:sp>
        <p:sp>
          <p:nvSpPr>
            <p:cNvPr id="4159" name="Output_density__4158">
              <a:extLst>
                <a:ext uri="{FF2B5EF4-FFF2-40B4-BE49-F238E27FC236}">
                  <a16:creationId xmlns:a16="http://schemas.microsoft.com/office/drawing/2014/main" id="{19C05739-2FD4-879C-10D1-DC3E2018E028}"/>
                </a:ext>
              </a:extLst>
            </p:cNvPr>
            <p:cNvSpPr>
              <a:spLocks noGrp="1"/>
            </p:cNvSpPr>
            <p:nvPr/>
          </p:nvSpPr>
          <p:spPr>
            <a:xfrm>
              <a:off x="16035208" y="4382688"/>
              <a:ext cx="28774" cy="27319"/>
            </a:xfrm>
            <a:custGeom>
              <a:avLst/>
              <a:gdLst/>
              <a:ahLst/>
              <a:cxnLst/>
              <a:rect l="0" t="0" r="0" b="0"/>
              <a:pathLst>
                <a:path w="28774" h="27319">
                  <a:moveTo>
                    <a:pt x="11632" y="13457"/>
                  </a:moveTo>
                  <a:lnTo>
                    <a:pt x="28774" y="0"/>
                  </a:lnTo>
                  <a:lnTo>
                    <a:pt x="0" y="27319"/>
                  </a:lnTo>
                  <a:close/>
                </a:path>
              </a:pathLst>
            </a:custGeom>
            <a:solidFill>
              <a:srgbClr val="ECEFF1"/>
            </a:solidFill>
            <a:ln w="1524">
              <a:solidFill>
                <a:srgbClr val="ECEFF1"/>
              </a:solidFill>
            </a:ln>
          </p:spPr>
        </p:sp>
        <p:sp>
          <p:nvSpPr>
            <p:cNvPr id="4160" name="Output_density__4159">
              <a:extLst>
                <a:ext uri="{FF2B5EF4-FFF2-40B4-BE49-F238E27FC236}">
                  <a16:creationId xmlns:a16="http://schemas.microsoft.com/office/drawing/2014/main" id="{B3A5AD4D-DB59-D51C-7A52-BD54464334E2}"/>
                </a:ext>
              </a:extLst>
            </p:cNvPr>
            <p:cNvSpPr>
              <a:spLocks noGrp="1"/>
            </p:cNvSpPr>
            <p:nvPr/>
          </p:nvSpPr>
          <p:spPr>
            <a:xfrm>
              <a:off x="15710752" y="4055104"/>
              <a:ext cx="977313" cy="413322"/>
            </a:xfrm>
            <a:custGeom>
              <a:avLst/>
              <a:gdLst/>
              <a:ahLst/>
              <a:cxnLst/>
              <a:rect l="0" t="0" r="0" b="0"/>
              <a:pathLst>
                <a:path w="977313" h="413322">
                  <a:moveTo>
                    <a:pt x="17114" y="361786"/>
                  </a:moveTo>
                  <a:lnTo>
                    <a:pt x="18327" y="337692"/>
                  </a:lnTo>
                  <a:lnTo>
                    <a:pt x="0" y="413322"/>
                  </a:lnTo>
                  <a:close/>
                  <a:moveTo>
                    <a:pt x="309313" y="338064"/>
                  </a:moveTo>
                  <a:lnTo>
                    <a:pt x="284358" y="379660"/>
                  </a:lnTo>
                  <a:lnTo>
                    <a:pt x="353230" y="327584"/>
                  </a:lnTo>
                  <a:close/>
                  <a:moveTo>
                    <a:pt x="336088" y="341041"/>
                  </a:moveTo>
                  <a:lnTo>
                    <a:pt x="359860" y="316947"/>
                  </a:lnTo>
                  <a:lnTo>
                    <a:pt x="353230" y="327584"/>
                  </a:lnTo>
                  <a:close/>
                  <a:moveTo>
                    <a:pt x="392740" y="241316"/>
                  </a:moveTo>
                  <a:lnTo>
                    <a:pt x="370865" y="258619"/>
                  </a:lnTo>
                  <a:lnTo>
                    <a:pt x="359860" y="316947"/>
                  </a:lnTo>
                  <a:close/>
                  <a:moveTo>
                    <a:pt x="370865" y="258619"/>
                  </a:moveTo>
                  <a:lnTo>
                    <a:pt x="392740" y="241316"/>
                  </a:lnTo>
                  <a:lnTo>
                    <a:pt x="448083" y="237747"/>
                  </a:lnTo>
                  <a:close/>
                  <a:moveTo>
                    <a:pt x="467762" y="176425"/>
                  </a:moveTo>
                  <a:lnTo>
                    <a:pt x="460790" y="217222"/>
                  </a:lnTo>
                  <a:lnTo>
                    <a:pt x="478387" y="176374"/>
                  </a:lnTo>
                  <a:close/>
                  <a:moveTo>
                    <a:pt x="942143" y="13044"/>
                  </a:moveTo>
                  <a:lnTo>
                    <a:pt x="977313" y="21122"/>
                  </a:lnTo>
                  <a:lnTo>
                    <a:pt x="928016" y="0"/>
                  </a:lnTo>
                  <a:close/>
                </a:path>
              </a:pathLst>
            </a:custGeom>
            <a:solidFill>
              <a:srgbClr val="ECEFF1"/>
            </a:solidFill>
            <a:ln w="1524">
              <a:solidFill>
                <a:srgbClr val="ECEFF1"/>
              </a:solidFill>
            </a:ln>
          </p:spPr>
        </p:sp>
        <p:sp>
          <p:nvSpPr>
            <p:cNvPr id="4161" name="Output_density__4160">
              <a:extLst>
                <a:ext uri="{FF2B5EF4-FFF2-40B4-BE49-F238E27FC236}">
                  <a16:creationId xmlns:a16="http://schemas.microsoft.com/office/drawing/2014/main" id="{66014EC7-4DA4-D8CD-4BF0-9750ADC7B76D}"/>
                </a:ext>
              </a:extLst>
            </p:cNvPr>
            <p:cNvSpPr>
              <a:spLocks noGrp="1"/>
            </p:cNvSpPr>
            <p:nvPr/>
          </p:nvSpPr>
          <p:spPr>
            <a:xfrm>
              <a:off x="15633971" y="3845986"/>
              <a:ext cx="1004797" cy="556874"/>
            </a:xfrm>
            <a:custGeom>
              <a:avLst/>
              <a:gdLst/>
              <a:ahLst/>
              <a:cxnLst/>
              <a:rect l="0" t="0" r="0" b="0"/>
              <a:pathLst>
                <a:path w="1004797" h="556874">
                  <a:moveTo>
                    <a:pt x="70960" y="495273"/>
                  </a:moveTo>
                  <a:lnTo>
                    <a:pt x="75166" y="496838"/>
                  </a:lnTo>
                  <a:lnTo>
                    <a:pt x="33786" y="508040"/>
                  </a:lnTo>
                  <a:close/>
                  <a:moveTo>
                    <a:pt x="75166" y="496838"/>
                  </a:moveTo>
                  <a:lnTo>
                    <a:pt x="57486" y="556874"/>
                  </a:lnTo>
                  <a:lnTo>
                    <a:pt x="33786" y="508040"/>
                  </a:lnTo>
                  <a:close/>
                  <a:moveTo>
                    <a:pt x="11190" y="448124"/>
                  </a:moveTo>
                  <a:lnTo>
                    <a:pt x="70960" y="495273"/>
                  </a:lnTo>
                  <a:lnTo>
                    <a:pt x="24402" y="472957"/>
                  </a:lnTo>
                  <a:close/>
                  <a:moveTo>
                    <a:pt x="75166" y="496838"/>
                  </a:moveTo>
                  <a:lnTo>
                    <a:pt x="70960" y="495273"/>
                  </a:lnTo>
                  <a:lnTo>
                    <a:pt x="11190" y="448124"/>
                  </a:lnTo>
                  <a:close/>
                  <a:moveTo>
                    <a:pt x="70960" y="495273"/>
                  </a:moveTo>
                  <a:lnTo>
                    <a:pt x="77637" y="494829"/>
                  </a:lnTo>
                  <a:lnTo>
                    <a:pt x="24402" y="472957"/>
                  </a:lnTo>
                  <a:close/>
                  <a:moveTo>
                    <a:pt x="24402" y="472957"/>
                  </a:moveTo>
                  <a:lnTo>
                    <a:pt x="77637" y="494829"/>
                  </a:lnTo>
                  <a:lnTo>
                    <a:pt x="95730" y="430063"/>
                  </a:lnTo>
                  <a:close/>
                  <a:moveTo>
                    <a:pt x="24402" y="472957"/>
                  </a:moveTo>
                  <a:lnTo>
                    <a:pt x="95730" y="430063"/>
                  </a:lnTo>
                  <a:lnTo>
                    <a:pt x="48331" y="427522"/>
                  </a:lnTo>
                  <a:close/>
                  <a:moveTo>
                    <a:pt x="136799" y="419643"/>
                  </a:moveTo>
                  <a:lnTo>
                    <a:pt x="95730" y="430063"/>
                  </a:lnTo>
                  <a:lnTo>
                    <a:pt x="139170" y="420043"/>
                  </a:lnTo>
                  <a:close/>
                  <a:moveTo>
                    <a:pt x="139170" y="420043"/>
                  </a:moveTo>
                  <a:lnTo>
                    <a:pt x="95730" y="430063"/>
                  </a:lnTo>
                  <a:lnTo>
                    <a:pt x="77637" y="494829"/>
                  </a:lnTo>
                  <a:close/>
                  <a:moveTo>
                    <a:pt x="139170" y="420043"/>
                  </a:moveTo>
                  <a:lnTo>
                    <a:pt x="77637" y="494829"/>
                  </a:lnTo>
                  <a:lnTo>
                    <a:pt x="130089" y="490169"/>
                  </a:lnTo>
                  <a:close/>
                  <a:moveTo>
                    <a:pt x="40252" y="419643"/>
                  </a:moveTo>
                  <a:lnTo>
                    <a:pt x="0" y="443737"/>
                  </a:lnTo>
                  <a:lnTo>
                    <a:pt x="24402" y="472957"/>
                  </a:lnTo>
                  <a:close/>
                  <a:moveTo>
                    <a:pt x="215862" y="521162"/>
                  </a:moveTo>
                  <a:lnTo>
                    <a:pt x="215238" y="527530"/>
                  </a:lnTo>
                  <a:lnTo>
                    <a:pt x="209080" y="544283"/>
                  </a:lnTo>
                  <a:close/>
                  <a:moveTo>
                    <a:pt x="186610" y="471179"/>
                  </a:moveTo>
                  <a:lnTo>
                    <a:pt x="211862" y="514908"/>
                  </a:lnTo>
                  <a:lnTo>
                    <a:pt x="200937" y="498622"/>
                  </a:lnTo>
                  <a:close/>
                  <a:moveTo>
                    <a:pt x="219341" y="447085"/>
                  </a:moveTo>
                  <a:lnTo>
                    <a:pt x="186610" y="471179"/>
                  </a:lnTo>
                  <a:lnTo>
                    <a:pt x="200937" y="498622"/>
                  </a:lnTo>
                  <a:close/>
                  <a:moveTo>
                    <a:pt x="286983" y="498622"/>
                  </a:moveTo>
                  <a:lnTo>
                    <a:pt x="215862" y="521162"/>
                  </a:lnTo>
                  <a:lnTo>
                    <a:pt x="219617" y="471179"/>
                  </a:lnTo>
                  <a:close/>
                  <a:moveTo>
                    <a:pt x="244550" y="447085"/>
                  </a:moveTo>
                  <a:lnTo>
                    <a:pt x="286983" y="498622"/>
                  </a:lnTo>
                  <a:lnTo>
                    <a:pt x="219617" y="471179"/>
                  </a:lnTo>
                  <a:close/>
                  <a:moveTo>
                    <a:pt x="226964" y="436471"/>
                  </a:moveTo>
                  <a:lnTo>
                    <a:pt x="244550" y="447085"/>
                  </a:lnTo>
                  <a:lnTo>
                    <a:pt x="190535" y="435169"/>
                  </a:lnTo>
                  <a:close/>
                  <a:moveTo>
                    <a:pt x="98815" y="414869"/>
                  </a:moveTo>
                  <a:lnTo>
                    <a:pt x="95730" y="430063"/>
                  </a:lnTo>
                  <a:lnTo>
                    <a:pt x="136799" y="419643"/>
                  </a:lnTo>
                  <a:close/>
                  <a:moveTo>
                    <a:pt x="310913" y="447085"/>
                  </a:moveTo>
                  <a:lnTo>
                    <a:pt x="299616" y="498622"/>
                  </a:lnTo>
                  <a:lnTo>
                    <a:pt x="325498" y="474528"/>
                  </a:lnTo>
                  <a:close/>
                  <a:moveTo>
                    <a:pt x="310913" y="447085"/>
                  </a:moveTo>
                  <a:lnTo>
                    <a:pt x="325498" y="474528"/>
                  </a:lnTo>
                  <a:lnTo>
                    <a:pt x="348427" y="422992"/>
                  </a:lnTo>
                  <a:close/>
                  <a:moveTo>
                    <a:pt x="257770" y="395549"/>
                  </a:moveTo>
                  <a:lnTo>
                    <a:pt x="265146" y="404550"/>
                  </a:lnTo>
                  <a:lnTo>
                    <a:pt x="297369" y="390126"/>
                  </a:lnTo>
                  <a:close/>
                  <a:moveTo>
                    <a:pt x="257770" y="395549"/>
                  </a:moveTo>
                  <a:lnTo>
                    <a:pt x="297369" y="390126"/>
                  </a:lnTo>
                  <a:lnTo>
                    <a:pt x="269453" y="371455"/>
                  </a:lnTo>
                  <a:close/>
                  <a:moveTo>
                    <a:pt x="348427" y="422992"/>
                  </a:moveTo>
                  <a:lnTo>
                    <a:pt x="297369" y="390126"/>
                  </a:lnTo>
                  <a:lnTo>
                    <a:pt x="265146" y="404550"/>
                  </a:lnTo>
                  <a:close/>
                  <a:moveTo>
                    <a:pt x="244183" y="344012"/>
                  </a:moveTo>
                  <a:lnTo>
                    <a:pt x="257770" y="395549"/>
                  </a:lnTo>
                  <a:lnTo>
                    <a:pt x="269453" y="371455"/>
                  </a:lnTo>
                  <a:close/>
                  <a:moveTo>
                    <a:pt x="244183" y="344012"/>
                  </a:moveTo>
                  <a:lnTo>
                    <a:pt x="269453" y="371455"/>
                  </a:lnTo>
                  <a:lnTo>
                    <a:pt x="236202" y="319918"/>
                  </a:lnTo>
                  <a:close/>
                  <a:moveTo>
                    <a:pt x="430341" y="403035"/>
                  </a:moveTo>
                  <a:lnTo>
                    <a:pt x="444431" y="422992"/>
                  </a:lnTo>
                  <a:lnTo>
                    <a:pt x="428666" y="399360"/>
                  </a:lnTo>
                  <a:close/>
                  <a:moveTo>
                    <a:pt x="269453" y="371455"/>
                  </a:moveTo>
                  <a:lnTo>
                    <a:pt x="297369" y="390126"/>
                  </a:lnTo>
                  <a:lnTo>
                    <a:pt x="306138" y="360266"/>
                  </a:lnTo>
                  <a:close/>
                  <a:moveTo>
                    <a:pt x="306138" y="360266"/>
                  </a:moveTo>
                  <a:lnTo>
                    <a:pt x="297369" y="390126"/>
                  </a:lnTo>
                  <a:lnTo>
                    <a:pt x="357702" y="419070"/>
                  </a:lnTo>
                  <a:close/>
                  <a:moveTo>
                    <a:pt x="269453" y="371455"/>
                  </a:moveTo>
                  <a:lnTo>
                    <a:pt x="306138" y="360266"/>
                  </a:lnTo>
                  <a:lnTo>
                    <a:pt x="236202" y="319918"/>
                  </a:lnTo>
                  <a:close/>
                  <a:moveTo>
                    <a:pt x="347080" y="302220"/>
                  </a:moveTo>
                  <a:lnTo>
                    <a:pt x="306138" y="360266"/>
                  </a:lnTo>
                  <a:lnTo>
                    <a:pt x="362827" y="352160"/>
                  </a:lnTo>
                  <a:close/>
                  <a:moveTo>
                    <a:pt x="501700" y="440710"/>
                  </a:moveTo>
                  <a:lnTo>
                    <a:pt x="430341" y="403035"/>
                  </a:lnTo>
                  <a:lnTo>
                    <a:pt x="431077" y="397400"/>
                  </a:lnTo>
                  <a:close/>
                  <a:moveTo>
                    <a:pt x="431077" y="397400"/>
                  </a:moveTo>
                  <a:lnTo>
                    <a:pt x="448755" y="398898"/>
                  </a:lnTo>
                  <a:lnTo>
                    <a:pt x="501700" y="440710"/>
                  </a:lnTo>
                  <a:close/>
                  <a:moveTo>
                    <a:pt x="1004797" y="209118"/>
                  </a:moveTo>
                  <a:lnTo>
                    <a:pt x="964334" y="178704"/>
                  </a:lnTo>
                  <a:lnTo>
                    <a:pt x="920540" y="203670"/>
                  </a:lnTo>
                  <a:close/>
                  <a:moveTo>
                    <a:pt x="914587" y="81961"/>
                  </a:moveTo>
                  <a:lnTo>
                    <a:pt x="945215" y="121247"/>
                  </a:lnTo>
                  <a:lnTo>
                    <a:pt x="942521" y="127167"/>
                  </a:lnTo>
                  <a:close/>
                  <a:moveTo>
                    <a:pt x="942521" y="127167"/>
                  </a:moveTo>
                  <a:lnTo>
                    <a:pt x="945215" y="121247"/>
                  </a:lnTo>
                  <a:lnTo>
                    <a:pt x="914763" y="151261"/>
                  </a:lnTo>
                  <a:close/>
                  <a:moveTo>
                    <a:pt x="914845" y="47479"/>
                  </a:moveTo>
                  <a:lnTo>
                    <a:pt x="914587" y="81961"/>
                  </a:lnTo>
                  <a:lnTo>
                    <a:pt x="913622" y="75631"/>
                  </a:lnTo>
                  <a:close/>
                  <a:moveTo>
                    <a:pt x="920550" y="0"/>
                  </a:moveTo>
                  <a:lnTo>
                    <a:pt x="915752" y="18272"/>
                  </a:lnTo>
                  <a:lnTo>
                    <a:pt x="913622" y="75631"/>
                  </a:lnTo>
                  <a:close/>
                </a:path>
              </a:pathLst>
            </a:custGeom>
            <a:solidFill>
              <a:srgbClr val="F2F4F6"/>
            </a:solidFill>
            <a:ln w="1524">
              <a:solidFill>
                <a:srgbClr val="F2F4F6"/>
              </a:solidFill>
            </a:ln>
          </p:spPr>
        </p:sp>
        <p:sp>
          <p:nvSpPr>
            <p:cNvPr id="4162" name="Output_density__4161">
              <a:extLst>
                <a:ext uri="{FF2B5EF4-FFF2-40B4-BE49-F238E27FC236}">
                  <a16:creationId xmlns:a16="http://schemas.microsoft.com/office/drawing/2014/main" id="{BA8A211C-C1CA-5002-C844-70C19EDE043C}"/>
                </a:ext>
              </a:extLst>
            </p:cNvPr>
            <p:cNvSpPr>
              <a:spLocks noGrp="1"/>
            </p:cNvSpPr>
            <p:nvPr/>
          </p:nvSpPr>
          <p:spPr>
            <a:xfrm>
              <a:off x="15698453" y="4052132"/>
              <a:ext cx="997006" cy="364758"/>
            </a:xfrm>
            <a:custGeom>
              <a:avLst/>
              <a:gdLst/>
              <a:ahLst/>
              <a:cxnLst/>
              <a:rect l="0" t="0" r="0" b="0"/>
              <a:pathLst>
                <a:path w="997006" h="364758">
                  <a:moveTo>
                    <a:pt x="30627" y="340664"/>
                  </a:moveTo>
                  <a:lnTo>
                    <a:pt x="29413" y="364758"/>
                  </a:lnTo>
                  <a:lnTo>
                    <a:pt x="10684" y="290692"/>
                  </a:lnTo>
                  <a:close/>
                  <a:moveTo>
                    <a:pt x="29565" y="338085"/>
                  </a:moveTo>
                  <a:lnTo>
                    <a:pt x="6478" y="289127"/>
                  </a:lnTo>
                  <a:lnTo>
                    <a:pt x="0" y="281762"/>
                  </a:lnTo>
                  <a:close/>
                  <a:moveTo>
                    <a:pt x="29565" y="338085"/>
                  </a:moveTo>
                  <a:lnTo>
                    <a:pt x="30627" y="340664"/>
                  </a:lnTo>
                  <a:lnTo>
                    <a:pt x="65607" y="284023"/>
                  </a:lnTo>
                  <a:close/>
                  <a:moveTo>
                    <a:pt x="19675" y="157897"/>
                  </a:moveTo>
                  <a:lnTo>
                    <a:pt x="72317" y="213497"/>
                  </a:lnTo>
                  <a:lnTo>
                    <a:pt x="22993" y="161960"/>
                  </a:lnTo>
                  <a:close/>
                  <a:moveTo>
                    <a:pt x="365859" y="196889"/>
                  </a:moveTo>
                  <a:lnTo>
                    <a:pt x="405039" y="244288"/>
                  </a:lnTo>
                  <a:lnTo>
                    <a:pt x="379949" y="216845"/>
                  </a:lnTo>
                  <a:close/>
                  <a:moveTo>
                    <a:pt x="280042" y="89678"/>
                  </a:moveTo>
                  <a:lnTo>
                    <a:pt x="250725" y="115773"/>
                  </a:lnTo>
                  <a:lnTo>
                    <a:pt x="282598" y="96074"/>
                  </a:lnTo>
                  <a:close/>
                  <a:moveTo>
                    <a:pt x="258752" y="14735"/>
                  </a:moveTo>
                  <a:lnTo>
                    <a:pt x="256408" y="79384"/>
                  </a:lnTo>
                  <a:lnTo>
                    <a:pt x="280042" y="89678"/>
                  </a:lnTo>
                  <a:close/>
                  <a:moveTo>
                    <a:pt x="989613" y="24094"/>
                  </a:moveTo>
                  <a:lnTo>
                    <a:pt x="997006" y="0"/>
                  </a:lnTo>
                  <a:lnTo>
                    <a:pt x="940315" y="2972"/>
                  </a:lnTo>
                  <a:close/>
                </a:path>
              </a:pathLst>
            </a:custGeom>
            <a:solidFill>
              <a:srgbClr val="EFF2F3"/>
            </a:solidFill>
            <a:ln w="1524">
              <a:solidFill>
                <a:srgbClr val="EFF2F3"/>
              </a:solidFill>
            </a:ln>
          </p:spPr>
        </p:sp>
        <p:sp>
          <p:nvSpPr>
            <p:cNvPr id="4163" name="Output_density__4162">
              <a:extLst>
                <a:ext uri="{FF2B5EF4-FFF2-40B4-BE49-F238E27FC236}">
                  <a16:creationId xmlns:a16="http://schemas.microsoft.com/office/drawing/2014/main" id="{7D3970F4-9D4D-02A9-E655-2ADD1950470C}"/>
                </a:ext>
              </a:extLst>
            </p:cNvPr>
            <p:cNvSpPr>
              <a:spLocks noGrp="1"/>
            </p:cNvSpPr>
            <p:nvPr/>
          </p:nvSpPr>
          <p:spPr>
            <a:xfrm>
              <a:off x="15595341" y="4043993"/>
              <a:ext cx="1043427" cy="348803"/>
            </a:xfrm>
            <a:custGeom>
              <a:avLst/>
              <a:gdLst/>
              <a:ahLst/>
              <a:cxnLst/>
              <a:rect l="0" t="0" r="0" b="0"/>
              <a:pathLst>
                <a:path w="1043427" h="348803">
                  <a:moveTo>
                    <a:pt x="165767" y="309705"/>
                  </a:moveTo>
                  <a:lnTo>
                    <a:pt x="133739" y="348803"/>
                  </a:lnTo>
                  <a:lnTo>
                    <a:pt x="113796" y="298830"/>
                  </a:lnTo>
                  <a:close/>
                  <a:moveTo>
                    <a:pt x="77258" y="265792"/>
                  </a:moveTo>
                  <a:lnTo>
                    <a:pt x="113796" y="298830"/>
                  </a:lnTo>
                  <a:lnTo>
                    <a:pt x="49820" y="250117"/>
                  </a:lnTo>
                  <a:close/>
                  <a:moveTo>
                    <a:pt x="38630" y="245729"/>
                  </a:moveTo>
                  <a:lnTo>
                    <a:pt x="49820" y="250117"/>
                  </a:lnTo>
                  <a:lnTo>
                    <a:pt x="63032" y="274950"/>
                  </a:lnTo>
                  <a:close/>
                  <a:moveTo>
                    <a:pt x="116267" y="296822"/>
                  </a:moveTo>
                  <a:lnTo>
                    <a:pt x="109590" y="297266"/>
                  </a:lnTo>
                  <a:lnTo>
                    <a:pt x="132677" y="346224"/>
                  </a:lnTo>
                  <a:close/>
                  <a:moveTo>
                    <a:pt x="168719" y="292162"/>
                  </a:moveTo>
                  <a:lnTo>
                    <a:pt x="133739" y="348803"/>
                  </a:lnTo>
                  <a:lnTo>
                    <a:pt x="165767" y="309705"/>
                  </a:lnTo>
                  <a:close/>
                  <a:moveTo>
                    <a:pt x="116267" y="296822"/>
                  </a:moveTo>
                  <a:lnTo>
                    <a:pt x="132677" y="346224"/>
                  </a:lnTo>
                  <a:lnTo>
                    <a:pt x="168719" y="292162"/>
                  </a:lnTo>
                  <a:close/>
                  <a:moveTo>
                    <a:pt x="78881" y="221636"/>
                  </a:moveTo>
                  <a:lnTo>
                    <a:pt x="0" y="189895"/>
                  </a:lnTo>
                  <a:lnTo>
                    <a:pt x="8102" y="194193"/>
                  </a:lnTo>
                  <a:close/>
                  <a:moveTo>
                    <a:pt x="78881" y="221636"/>
                  </a:moveTo>
                  <a:lnTo>
                    <a:pt x="8102" y="194193"/>
                  </a:lnTo>
                  <a:lnTo>
                    <a:pt x="38630" y="245729"/>
                  </a:lnTo>
                  <a:close/>
                  <a:moveTo>
                    <a:pt x="175429" y="221636"/>
                  </a:moveTo>
                  <a:lnTo>
                    <a:pt x="177800" y="222036"/>
                  </a:lnTo>
                  <a:lnTo>
                    <a:pt x="126105" y="170099"/>
                  </a:lnTo>
                  <a:close/>
                  <a:moveTo>
                    <a:pt x="86929" y="219947"/>
                  </a:moveTo>
                  <a:lnTo>
                    <a:pt x="137445" y="216862"/>
                  </a:lnTo>
                  <a:lnTo>
                    <a:pt x="122787" y="166036"/>
                  </a:lnTo>
                  <a:close/>
                  <a:moveTo>
                    <a:pt x="122787" y="166036"/>
                  </a:moveTo>
                  <a:lnTo>
                    <a:pt x="137445" y="216862"/>
                  </a:lnTo>
                  <a:lnTo>
                    <a:pt x="175429" y="221636"/>
                  </a:lnTo>
                  <a:close/>
                  <a:moveTo>
                    <a:pt x="385710" y="104213"/>
                  </a:moveTo>
                  <a:lnTo>
                    <a:pt x="353836" y="123912"/>
                  </a:lnTo>
                  <a:lnTo>
                    <a:pt x="344768" y="162258"/>
                  </a:lnTo>
                  <a:close/>
                  <a:moveTo>
                    <a:pt x="401457" y="154153"/>
                  </a:moveTo>
                  <a:lnTo>
                    <a:pt x="449106" y="153397"/>
                  </a:lnTo>
                  <a:lnTo>
                    <a:pt x="385710" y="104213"/>
                  </a:lnTo>
                  <a:close/>
                  <a:moveTo>
                    <a:pt x="274832" y="121911"/>
                  </a:moveTo>
                  <a:lnTo>
                    <a:pt x="275944" y="117486"/>
                  </a:lnTo>
                  <a:lnTo>
                    <a:pt x="269372" y="60086"/>
                  </a:lnTo>
                  <a:close/>
                  <a:moveTo>
                    <a:pt x="353836" y="123912"/>
                  </a:moveTo>
                  <a:lnTo>
                    <a:pt x="383153" y="97817"/>
                  </a:lnTo>
                  <a:lnTo>
                    <a:pt x="359520" y="87522"/>
                  </a:lnTo>
                  <a:close/>
                  <a:moveTo>
                    <a:pt x="959170" y="5663"/>
                  </a:moveTo>
                  <a:lnTo>
                    <a:pt x="958236" y="5359"/>
                  </a:lnTo>
                  <a:lnTo>
                    <a:pt x="976032" y="28930"/>
                  </a:lnTo>
                  <a:close/>
                  <a:moveTo>
                    <a:pt x="958236" y="5359"/>
                  </a:moveTo>
                  <a:lnTo>
                    <a:pt x="957655" y="0"/>
                  </a:lnTo>
                  <a:lnTo>
                    <a:pt x="975937" y="28884"/>
                  </a:lnTo>
                  <a:close/>
                  <a:moveTo>
                    <a:pt x="1014627" y="38330"/>
                  </a:moveTo>
                  <a:lnTo>
                    <a:pt x="1043427" y="11111"/>
                  </a:lnTo>
                  <a:lnTo>
                    <a:pt x="959170" y="5663"/>
                  </a:lnTo>
                  <a:close/>
                </a:path>
              </a:pathLst>
            </a:custGeom>
            <a:solidFill>
              <a:srgbClr val="F1F3F5"/>
            </a:solidFill>
            <a:ln w="1524">
              <a:solidFill>
                <a:srgbClr val="F1F3F5"/>
              </a:solidFill>
            </a:ln>
          </p:spPr>
        </p:sp>
        <p:sp>
          <p:nvSpPr>
            <p:cNvPr id="4164" name="Output_density__4163">
              <a:extLst>
                <a:ext uri="{FF2B5EF4-FFF2-40B4-BE49-F238E27FC236}">
                  <a16:creationId xmlns:a16="http://schemas.microsoft.com/office/drawing/2014/main" id="{CC14450E-E07C-3350-AB53-320DA621DDCD}"/>
                </a:ext>
              </a:extLst>
            </p:cNvPr>
            <p:cNvSpPr>
              <a:spLocks noGrp="1"/>
            </p:cNvSpPr>
            <p:nvPr/>
          </p:nvSpPr>
          <p:spPr>
            <a:xfrm>
              <a:off x="15820580" y="3897522"/>
              <a:ext cx="777725" cy="469626"/>
            </a:xfrm>
            <a:custGeom>
              <a:avLst/>
              <a:gdLst/>
              <a:ahLst/>
              <a:cxnLst/>
              <a:rect l="0" t="0" r="0" b="0"/>
              <a:pathLst>
                <a:path w="777725" h="469626">
                  <a:moveTo>
                    <a:pt x="40354" y="384934"/>
                  </a:moveTo>
                  <a:lnTo>
                    <a:pt x="0" y="419643"/>
                  </a:lnTo>
                  <a:lnTo>
                    <a:pt x="32732" y="395549"/>
                  </a:lnTo>
                  <a:close/>
                  <a:moveTo>
                    <a:pt x="40354" y="384934"/>
                  </a:moveTo>
                  <a:lnTo>
                    <a:pt x="3925" y="383633"/>
                  </a:lnTo>
                  <a:lnTo>
                    <a:pt x="0" y="419643"/>
                  </a:lnTo>
                  <a:close/>
                  <a:moveTo>
                    <a:pt x="33007" y="419643"/>
                  </a:moveTo>
                  <a:lnTo>
                    <a:pt x="29252" y="469626"/>
                  </a:lnTo>
                  <a:lnTo>
                    <a:pt x="25253" y="463371"/>
                  </a:lnTo>
                  <a:close/>
                  <a:moveTo>
                    <a:pt x="171092" y="367534"/>
                  </a:moveTo>
                  <a:lnTo>
                    <a:pt x="110759" y="338590"/>
                  </a:lnTo>
                  <a:lnTo>
                    <a:pt x="161817" y="371455"/>
                  </a:lnTo>
                  <a:close/>
                  <a:moveTo>
                    <a:pt x="176218" y="300624"/>
                  </a:moveTo>
                  <a:lnTo>
                    <a:pt x="119529" y="308729"/>
                  </a:lnTo>
                  <a:lnTo>
                    <a:pt x="171092" y="367534"/>
                  </a:lnTo>
                  <a:close/>
                  <a:moveTo>
                    <a:pt x="171092" y="367534"/>
                  </a:moveTo>
                  <a:lnTo>
                    <a:pt x="242057" y="347824"/>
                  </a:lnTo>
                  <a:lnTo>
                    <a:pt x="223867" y="299868"/>
                  </a:lnTo>
                  <a:close/>
                  <a:moveTo>
                    <a:pt x="171092" y="367534"/>
                  </a:moveTo>
                  <a:lnTo>
                    <a:pt x="223867" y="299868"/>
                  </a:lnTo>
                  <a:lnTo>
                    <a:pt x="176218" y="300624"/>
                  </a:lnTo>
                  <a:close/>
                  <a:moveTo>
                    <a:pt x="243732" y="351499"/>
                  </a:moveTo>
                  <a:lnTo>
                    <a:pt x="248169" y="323267"/>
                  </a:lnTo>
                  <a:lnTo>
                    <a:pt x="244467" y="345864"/>
                  </a:lnTo>
                  <a:close/>
                  <a:moveTo>
                    <a:pt x="262146" y="347361"/>
                  </a:moveTo>
                  <a:lnTo>
                    <a:pt x="244467" y="345864"/>
                  </a:lnTo>
                  <a:lnTo>
                    <a:pt x="231631" y="293556"/>
                  </a:lnTo>
                  <a:close/>
                  <a:moveTo>
                    <a:pt x="231631" y="293556"/>
                  </a:moveTo>
                  <a:lnTo>
                    <a:pt x="244467" y="345864"/>
                  </a:lnTo>
                  <a:lnTo>
                    <a:pt x="203711" y="278273"/>
                  </a:lnTo>
                  <a:close/>
                  <a:moveTo>
                    <a:pt x="501468" y="211727"/>
                  </a:moveTo>
                  <a:lnTo>
                    <a:pt x="471663" y="223543"/>
                  </a:lnTo>
                  <a:lnTo>
                    <a:pt x="512281" y="217321"/>
                  </a:lnTo>
                  <a:close/>
                  <a:moveTo>
                    <a:pt x="733930" y="152134"/>
                  </a:moveTo>
                  <a:lnTo>
                    <a:pt x="732236" y="151261"/>
                  </a:lnTo>
                  <a:lnTo>
                    <a:pt x="732997" y="151830"/>
                  </a:lnTo>
                  <a:close/>
                  <a:moveTo>
                    <a:pt x="732416" y="146471"/>
                  </a:moveTo>
                  <a:lnTo>
                    <a:pt x="732997" y="151830"/>
                  </a:lnTo>
                  <a:lnTo>
                    <a:pt x="732236" y="151261"/>
                  </a:lnTo>
                  <a:close/>
                  <a:moveTo>
                    <a:pt x="732236" y="151261"/>
                  </a:moveTo>
                  <a:lnTo>
                    <a:pt x="733930" y="152134"/>
                  </a:lnTo>
                  <a:lnTo>
                    <a:pt x="734340" y="150738"/>
                  </a:lnTo>
                  <a:close/>
                  <a:moveTo>
                    <a:pt x="732416" y="146471"/>
                  </a:moveTo>
                  <a:lnTo>
                    <a:pt x="732236" y="151261"/>
                  </a:lnTo>
                  <a:lnTo>
                    <a:pt x="734340" y="150738"/>
                  </a:lnTo>
                  <a:close/>
                  <a:moveTo>
                    <a:pt x="733930" y="152134"/>
                  </a:moveTo>
                  <a:lnTo>
                    <a:pt x="777725" y="127167"/>
                  </a:lnTo>
                  <a:lnTo>
                    <a:pt x="734340" y="150738"/>
                  </a:lnTo>
                  <a:close/>
                  <a:moveTo>
                    <a:pt x="732416" y="146471"/>
                  </a:moveTo>
                  <a:lnTo>
                    <a:pt x="734340" y="150738"/>
                  </a:lnTo>
                  <a:lnTo>
                    <a:pt x="728153" y="99724"/>
                  </a:lnTo>
                  <a:close/>
                  <a:moveTo>
                    <a:pt x="728153" y="99724"/>
                  </a:moveTo>
                  <a:lnTo>
                    <a:pt x="734340" y="150738"/>
                  </a:lnTo>
                  <a:lnTo>
                    <a:pt x="777725" y="127167"/>
                  </a:lnTo>
                  <a:close/>
                  <a:moveTo>
                    <a:pt x="728153" y="99724"/>
                  </a:moveTo>
                  <a:lnTo>
                    <a:pt x="777725" y="127167"/>
                  </a:lnTo>
                  <a:lnTo>
                    <a:pt x="755911" y="75630"/>
                  </a:lnTo>
                  <a:close/>
                  <a:moveTo>
                    <a:pt x="755911" y="75630"/>
                  </a:moveTo>
                  <a:lnTo>
                    <a:pt x="742257" y="48367"/>
                  </a:lnTo>
                  <a:lnTo>
                    <a:pt x="727978" y="30425"/>
                  </a:lnTo>
                  <a:close/>
                  <a:moveTo>
                    <a:pt x="727013" y="24094"/>
                  </a:moveTo>
                  <a:lnTo>
                    <a:pt x="727978" y="30425"/>
                  </a:lnTo>
                  <a:lnTo>
                    <a:pt x="742257" y="48367"/>
                  </a:lnTo>
                  <a:close/>
                  <a:moveTo>
                    <a:pt x="755703" y="0"/>
                  </a:moveTo>
                  <a:lnTo>
                    <a:pt x="727013" y="24094"/>
                  </a:lnTo>
                  <a:lnTo>
                    <a:pt x="742257" y="48367"/>
                  </a:lnTo>
                  <a:close/>
                </a:path>
              </a:pathLst>
            </a:custGeom>
            <a:solidFill>
              <a:srgbClr val="F4F6F7"/>
            </a:solidFill>
            <a:ln w="1524">
              <a:solidFill>
                <a:srgbClr val="F4F6F7"/>
              </a:solidFill>
            </a:ln>
          </p:spPr>
        </p:sp>
        <p:sp>
          <p:nvSpPr>
            <p:cNvPr id="4165" name="Output_density__4164">
              <a:extLst>
                <a:ext uri="{FF2B5EF4-FFF2-40B4-BE49-F238E27FC236}">
                  <a16:creationId xmlns:a16="http://schemas.microsoft.com/office/drawing/2014/main" id="{5879C2C9-A2E4-6F6E-22CE-FE51ED2EFDD9}"/>
                </a:ext>
              </a:extLst>
            </p:cNvPr>
            <p:cNvSpPr>
              <a:spLocks noGrp="1"/>
            </p:cNvSpPr>
            <p:nvPr/>
          </p:nvSpPr>
          <p:spPr>
            <a:xfrm>
              <a:off x="15733887" y="3748173"/>
              <a:ext cx="961572" cy="644995"/>
            </a:xfrm>
            <a:custGeom>
              <a:avLst/>
              <a:gdLst/>
              <a:ahLst/>
              <a:cxnLst/>
              <a:rect l="0" t="0" r="0" b="0"/>
              <a:pathLst>
                <a:path w="961572" h="644995">
                  <a:moveTo>
                    <a:pt x="334935" y="617630"/>
                  </a:moveTo>
                  <a:lnTo>
                    <a:pt x="286179" y="644995"/>
                  </a:lnTo>
                  <a:lnTo>
                    <a:pt x="330095" y="634515"/>
                  </a:lnTo>
                  <a:close/>
                  <a:moveTo>
                    <a:pt x="334935" y="617630"/>
                  </a:moveTo>
                  <a:lnTo>
                    <a:pt x="292849" y="613863"/>
                  </a:lnTo>
                  <a:lnTo>
                    <a:pt x="286179" y="644995"/>
                  </a:lnTo>
                  <a:close/>
                  <a:moveTo>
                    <a:pt x="334935" y="617630"/>
                  </a:moveTo>
                  <a:lnTo>
                    <a:pt x="330095" y="634515"/>
                  </a:lnTo>
                  <a:lnTo>
                    <a:pt x="336725" y="623878"/>
                  </a:lnTo>
                  <a:close/>
                  <a:moveTo>
                    <a:pt x="336725" y="623878"/>
                  </a:moveTo>
                  <a:lnTo>
                    <a:pt x="347730" y="565550"/>
                  </a:lnTo>
                  <a:lnTo>
                    <a:pt x="334935" y="617630"/>
                  </a:lnTo>
                  <a:close/>
                  <a:moveTo>
                    <a:pt x="369605" y="548247"/>
                  </a:moveTo>
                  <a:lnTo>
                    <a:pt x="330425" y="500848"/>
                  </a:lnTo>
                  <a:lnTo>
                    <a:pt x="401784" y="538523"/>
                  </a:lnTo>
                  <a:close/>
                  <a:moveTo>
                    <a:pt x="19710" y="135955"/>
                  </a:moveTo>
                  <a:lnTo>
                    <a:pt x="16712" y="121743"/>
                  </a:lnTo>
                  <a:lnTo>
                    <a:pt x="0" y="138828"/>
                  </a:lnTo>
                  <a:close/>
                  <a:moveTo>
                    <a:pt x="919008" y="319975"/>
                  </a:moveTo>
                  <a:lnTo>
                    <a:pt x="904881" y="306931"/>
                  </a:lnTo>
                  <a:lnTo>
                    <a:pt x="876081" y="334151"/>
                  </a:lnTo>
                  <a:close/>
                  <a:moveTo>
                    <a:pt x="961572" y="303959"/>
                  </a:moveTo>
                  <a:lnTo>
                    <a:pt x="954178" y="328053"/>
                  </a:lnTo>
                  <a:lnTo>
                    <a:pt x="957785" y="330054"/>
                  </a:lnTo>
                  <a:close/>
                  <a:moveTo>
                    <a:pt x="932517" y="149350"/>
                  </a:moveTo>
                  <a:lnTo>
                    <a:pt x="940631" y="125256"/>
                  </a:lnTo>
                  <a:lnTo>
                    <a:pt x="947636" y="200886"/>
                  </a:lnTo>
                  <a:close/>
                  <a:moveTo>
                    <a:pt x="928168" y="0"/>
                  </a:moveTo>
                  <a:lnTo>
                    <a:pt x="941248" y="73719"/>
                  </a:lnTo>
                  <a:lnTo>
                    <a:pt x="928829" y="22183"/>
                  </a:lnTo>
                  <a:close/>
                </a:path>
              </a:pathLst>
            </a:custGeom>
            <a:solidFill>
              <a:srgbClr val="EDF0F2"/>
            </a:solidFill>
            <a:ln w="1524">
              <a:solidFill>
                <a:srgbClr val="EDF0F2"/>
              </a:solidFill>
            </a:ln>
          </p:spPr>
        </p:sp>
        <p:sp>
          <p:nvSpPr>
            <p:cNvPr id="4166" name="Output_density__4165">
              <a:extLst>
                <a:ext uri="{FF2B5EF4-FFF2-40B4-BE49-F238E27FC236}">
                  <a16:creationId xmlns:a16="http://schemas.microsoft.com/office/drawing/2014/main" id="{D213174A-9910-BA05-B4D7-4AA26EB31CF2}"/>
                </a:ext>
              </a:extLst>
            </p:cNvPr>
            <p:cNvSpPr>
              <a:spLocks noGrp="1"/>
            </p:cNvSpPr>
            <p:nvPr/>
          </p:nvSpPr>
          <p:spPr>
            <a:xfrm>
              <a:off x="15982397" y="4245346"/>
              <a:ext cx="81915" cy="23632"/>
            </a:xfrm>
            <a:custGeom>
              <a:avLst/>
              <a:gdLst/>
              <a:ahLst/>
              <a:cxnLst/>
              <a:rect l="0" t="0" r="0" b="0"/>
              <a:pathLst>
                <a:path w="81915" h="23632">
                  <a:moveTo>
                    <a:pt x="0" y="23632"/>
                  </a:moveTo>
                  <a:lnTo>
                    <a:pt x="40100" y="22013"/>
                  </a:lnTo>
                  <a:lnTo>
                    <a:pt x="9275" y="19710"/>
                  </a:lnTo>
                  <a:close/>
                  <a:moveTo>
                    <a:pt x="80240" y="0"/>
                  </a:moveTo>
                  <a:lnTo>
                    <a:pt x="9275" y="19710"/>
                  </a:lnTo>
                  <a:lnTo>
                    <a:pt x="81915" y="3675"/>
                  </a:lnTo>
                  <a:close/>
                  <a:moveTo>
                    <a:pt x="9275" y="19710"/>
                  </a:moveTo>
                  <a:lnTo>
                    <a:pt x="40100" y="22013"/>
                  </a:lnTo>
                  <a:lnTo>
                    <a:pt x="81915" y="3675"/>
                  </a:lnTo>
                  <a:close/>
                </a:path>
              </a:pathLst>
            </a:custGeom>
            <a:solidFill>
              <a:srgbClr val="F5F7F8"/>
            </a:solidFill>
            <a:ln w="1524">
              <a:solidFill>
                <a:srgbClr val="F5F7F8"/>
              </a:solidFill>
            </a:ln>
          </p:spPr>
        </p:sp>
        <p:sp>
          <p:nvSpPr>
            <p:cNvPr id="4167" name="Output_density__4166">
              <a:extLst>
                <a:ext uri="{FF2B5EF4-FFF2-40B4-BE49-F238E27FC236}">
                  <a16:creationId xmlns:a16="http://schemas.microsoft.com/office/drawing/2014/main" id="{9C9F4B07-D273-6A1C-5F33-4665E1207E52}"/>
                </a:ext>
              </a:extLst>
            </p:cNvPr>
            <p:cNvSpPr>
              <a:spLocks noGrp="1"/>
            </p:cNvSpPr>
            <p:nvPr/>
          </p:nvSpPr>
          <p:spPr>
            <a:xfrm>
              <a:off x="15539140" y="3564719"/>
              <a:ext cx="1188640" cy="1052081"/>
            </a:xfrm>
            <a:custGeom>
              <a:avLst/>
              <a:gdLst/>
              <a:ahLst/>
              <a:cxnLst/>
              <a:rect l="0" t="0" r="0" b="0"/>
              <a:pathLst>
                <a:path w="1188640" h="1052081">
                  <a:moveTo>
                    <a:pt x="206057" y="1034223"/>
                  </a:moveTo>
                  <a:lnTo>
                    <a:pt x="204946" y="1034911"/>
                  </a:lnTo>
                  <a:lnTo>
                    <a:pt x="218877" y="1052081"/>
                  </a:lnTo>
                  <a:close/>
                  <a:moveTo>
                    <a:pt x="0" y="614135"/>
                  </a:moveTo>
                  <a:lnTo>
                    <a:pt x="44437" y="649373"/>
                  </a:lnTo>
                  <a:lnTo>
                    <a:pt x="31683" y="641343"/>
                  </a:lnTo>
                  <a:close/>
                  <a:moveTo>
                    <a:pt x="347443" y="1010130"/>
                  </a:moveTo>
                  <a:lnTo>
                    <a:pt x="359338" y="951110"/>
                  </a:lnTo>
                  <a:lnTo>
                    <a:pt x="338173" y="934499"/>
                  </a:lnTo>
                  <a:close/>
                  <a:moveTo>
                    <a:pt x="359338" y="951110"/>
                  </a:moveTo>
                  <a:lnTo>
                    <a:pt x="391006" y="958593"/>
                  </a:lnTo>
                  <a:lnTo>
                    <a:pt x="370992" y="901679"/>
                  </a:lnTo>
                  <a:close/>
                  <a:moveTo>
                    <a:pt x="153135" y="628346"/>
                  </a:moveTo>
                  <a:lnTo>
                    <a:pt x="142410" y="625279"/>
                  </a:lnTo>
                  <a:lnTo>
                    <a:pt x="115657" y="645731"/>
                  </a:lnTo>
                  <a:close/>
                  <a:moveTo>
                    <a:pt x="143131" y="699222"/>
                  </a:moveTo>
                  <a:lnTo>
                    <a:pt x="178988" y="645310"/>
                  </a:lnTo>
                  <a:lnTo>
                    <a:pt x="153135" y="628346"/>
                  </a:lnTo>
                  <a:close/>
                  <a:moveTo>
                    <a:pt x="153135" y="628346"/>
                  </a:moveTo>
                  <a:lnTo>
                    <a:pt x="116188" y="607939"/>
                  </a:lnTo>
                  <a:lnTo>
                    <a:pt x="142410" y="625279"/>
                  </a:lnTo>
                  <a:close/>
                  <a:moveTo>
                    <a:pt x="454508" y="882962"/>
                  </a:moveTo>
                  <a:lnTo>
                    <a:pt x="455877" y="858869"/>
                  </a:lnTo>
                  <a:lnTo>
                    <a:pt x="444754" y="867887"/>
                  </a:lnTo>
                  <a:close/>
                  <a:moveTo>
                    <a:pt x="487596" y="797317"/>
                  </a:moveTo>
                  <a:lnTo>
                    <a:pt x="455877" y="858869"/>
                  </a:lnTo>
                  <a:lnTo>
                    <a:pt x="480926" y="828449"/>
                  </a:lnTo>
                  <a:close/>
                  <a:moveTo>
                    <a:pt x="487596" y="797317"/>
                  </a:moveTo>
                  <a:lnTo>
                    <a:pt x="529682" y="801084"/>
                  </a:lnTo>
                  <a:lnTo>
                    <a:pt x="500670" y="767370"/>
                  </a:lnTo>
                  <a:close/>
                  <a:moveTo>
                    <a:pt x="529682" y="801084"/>
                  </a:moveTo>
                  <a:lnTo>
                    <a:pt x="542478" y="749005"/>
                  </a:lnTo>
                  <a:lnTo>
                    <a:pt x="500670" y="767370"/>
                  </a:lnTo>
                  <a:close/>
                  <a:moveTo>
                    <a:pt x="542478" y="749005"/>
                  </a:moveTo>
                  <a:lnTo>
                    <a:pt x="575693" y="738291"/>
                  </a:lnTo>
                  <a:lnTo>
                    <a:pt x="500670" y="767370"/>
                  </a:lnTo>
                  <a:close/>
                  <a:moveTo>
                    <a:pt x="418065" y="502148"/>
                  </a:moveTo>
                  <a:lnTo>
                    <a:pt x="377525" y="521406"/>
                  </a:lnTo>
                  <a:lnTo>
                    <a:pt x="364796" y="570216"/>
                  </a:lnTo>
                  <a:close/>
                  <a:moveTo>
                    <a:pt x="418065" y="502148"/>
                  </a:moveTo>
                  <a:lnTo>
                    <a:pt x="364796" y="570216"/>
                  </a:lnTo>
                  <a:lnTo>
                    <a:pt x="415721" y="566797"/>
                  </a:lnTo>
                  <a:close/>
                  <a:moveTo>
                    <a:pt x="316931" y="525555"/>
                  </a:moveTo>
                  <a:lnTo>
                    <a:pt x="317380" y="508039"/>
                  </a:lnTo>
                  <a:lnTo>
                    <a:pt x="289327" y="468103"/>
                  </a:lnTo>
                  <a:close/>
                  <a:moveTo>
                    <a:pt x="185499" y="319409"/>
                  </a:moveTo>
                  <a:lnTo>
                    <a:pt x="194747" y="322282"/>
                  </a:lnTo>
                  <a:lnTo>
                    <a:pt x="211459" y="305198"/>
                  </a:lnTo>
                  <a:close/>
                  <a:moveTo>
                    <a:pt x="192533" y="314002"/>
                  </a:moveTo>
                  <a:lnTo>
                    <a:pt x="185499" y="319409"/>
                  </a:lnTo>
                  <a:lnTo>
                    <a:pt x="211459" y="305198"/>
                  </a:lnTo>
                  <a:close/>
                  <a:moveTo>
                    <a:pt x="586271" y="692335"/>
                  </a:moveTo>
                  <a:lnTo>
                    <a:pt x="575693" y="738291"/>
                  </a:lnTo>
                  <a:lnTo>
                    <a:pt x="630845" y="694080"/>
                  </a:lnTo>
                  <a:close/>
                  <a:moveTo>
                    <a:pt x="630845" y="694080"/>
                  </a:moveTo>
                  <a:lnTo>
                    <a:pt x="639375" y="666810"/>
                  </a:lnTo>
                  <a:lnTo>
                    <a:pt x="593446" y="669768"/>
                  </a:lnTo>
                  <a:close/>
                  <a:moveTo>
                    <a:pt x="1180866" y="463319"/>
                  </a:moveTo>
                  <a:lnTo>
                    <a:pt x="1156319" y="487413"/>
                  </a:lnTo>
                  <a:lnTo>
                    <a:pt x="1188640" y="513610"/>
                  </a:lnTo>
                  <a:close/>
                  <a:moveTo>
                    <a:pt x="1122915" y="183454"/>
                  </a:moveTo>
                  <a:lnTo>
                    <a:pt x="1129873" y="240540"/>
                  </a:lnTo>
                  <a:lnTo>
                    <a:pt x="1135995" y="257173"/>
                  </a:lnTo>
                  <a:close/>
                  <a:moveTo>
                    <a:pt x="1129960" y="114983"/>
                  </a:moveTo>
                  <a:lnTo>
                    <a:pt x="1128795" y="59836"/>
                  </a:lnTo>
                  <a:lnTo>
                    <a:pt x="1087634" y="80618"/>
                  </a:lnTo>
                  <a:close/>
                  <a:moveTo>
                    <a:pt x="1129139" y="52908"/>
                  </a:moveTo>
                  <a:lnTo>
                    <a:pt x="1087634" y="80618"/>
                  </a:lnTo>
                  <a:lnTo>
                    <a:pt x="1128795" y="59836"/>
                  </a:lnTo>
                  <a:close/>
                  <a:moveTo>
                    <a:pt x="1091068" y="45877"/>
                  </a:moveTo>
                  <a:lnTo>
                    <a:pt x="1129139" y="52908"/>
                  </a:lnTo>
                  <a:lnTo>
                    <a:pt x="1117042" y="0"/>
                  </a:lnTo>
                  <a:close/>
                </a:path>
              </a:pathLst>
            </a:custGeom>
            <a:solidFill>
              <a:srgbClr val="EFF2F3"/>
            </a:solidFill>
            <a:ln w="1524">
              <a:solidFill>
                <a:srgbClr val="EFF2F3"/>
              </a:solidFill>
            </a:ln>
          </p:spPr>
        </p:sp>
        <p:sp>
          <p:nvSpPr>
            <p:cNvPr id="4168" name="Output_density__4167">
              <a:extLst>
                <a:ext uri="{FF2B5EF4-FFF2-40B4-BE49-F238E27FC236}">
                  <a16:creationId xmlns:a16="http://schemas.microsoft.com/office/drawing/2014/main" id="{57F90F67-1CAC-124C-D01F-74B69664FF7F}"/>
                </a:ext>
              </a:extLst>
            </p:cNvPr>
            <p:cNvSpPr>
              <a:spLocks noGrp="1"/>
            </p:cNvSpPr>
            <p:nvPr/>
          </p:nvSpPr>
          <p:spPr>
            <a:xfrm>
              <a:off x="15583577" y="3583883"/>
              <a:ext cx="1115651" cy="1015746"/>
            </a:xfrm>
            <a:custGeom>
              <a:avLst/>
              <a:gdLst/>
              <a:ahLst/>
              <a:cxnLst/>
              <a:rect l="0" t="0" r="0" b="0"/>
              <a:pathLst>
                <a:path w="1115651" h="1015746">
                  <a:moveTo>
                    <a:pt x="142523" y="987616"/>
                  </a:moveTo>
                  <a:lnTo>
                    <a:pt x="160509" y="1015746"/>
                  </a:lnTo>
                  <a:lnTo>
                    <a:pt x="161620" y="1015059"/>
                  </a:lnTo>
                  <a:close/>
                  <a:moveTo>
                    <a:pt x="109594" y="922167"/>
                  </a:moveTo>
                  <a:lnTo>
                    <a:pt x="140854" y="942262"/>
                  </a:lnTo>
                  <a:lnTo>
                    <a:pt x="138803" y="963522"/>
                  </a:lnTo>
                  <a:close/>
                  <a:moveTo>
                    <a:pt x="107753" y="911986"/>
                  </a:moveTo>
                  <a:lnTo>
                    <a:pt x="99797" y="867389"/>
                  </a:lnTo>
                  <a:lnTo>
                    <a:pt x="109594" y="922167"/>
                  </a:lnTo>
                  <a:close/>
                  <a:moveTo>
                    <a:pt x="114876" y="750011"/>
                  </a:moveTo>
                  <a:lnTo>
                    <a:pt x="121354" y="757376"/>
                  </a:lnTo>
                  <a:lnTo>
                    <a:pt x="84180" y="770143"/>
                  </a:lnTo>
                  <a:close/>
                  <a:moveTo>
                    <a:pt x="44629" y="662047"/>
                  </a:moveTo>
                  <a:lnTo>
                    <a:pt x="11764" y="650004"/>
                  </a:lnTo>
                  <a:lnTo>
                    <a:pt x="90646" y="681745"/>
                  </a:lnTo>
                  <a:close/>
                  <a:moveTo>
                    <a:pt x="0" y="630209"/>
                  </a:moveTo>
                  <a:lnTo>
                    <a:pt x="11764" y="650004"/>
                  </a:lnTo>
                  <a:lnTo>
                    <a:pt x="44629" y="662047"/>
                  </a:lnTo>
                  <a:close/>
                  <a:moveTo>
                    <a:pt x="248987" y="902074"/>
                  </a:moveTo>
                  <a:lnTo>
                    <a:pt x="233707" y="887892"/>
                  </a:lnTo>
                  <a:lnTo>
                    <a:pt x="287169" y="909932"/>
                  </a:lnTo>
                  <a:close/>
                  <a:moveTo>
                    <a:pt x="248987" y="902074"/>
                  </a:moveTo>
                  <a:lnTo>
                    <a:pt x="287169" y="909932"/>
                  </a:lnTo>
                  <a:lnTo>
                    <a:pt x="314901" y="931945"/>
                  </a:lnTo>
                  <a:close/>
                  <a:moveTo>
                    <a:pt x="314901" y="931945"/>
                  </a:moveTo>
                  <a:lnTo>
                    <a:pt x="326556" y="882515"/>
                  </a:lnTo>
                  <a:lnTo>
                    <a:pt x="305120" y="863798"/>
                  </a:lnTo>
                  <a:close/>
                  <a:moveTo>
                    <a:pt x="44629" y="662047"/>
                  </a:moveTo>
                  <a:lnTo>
                    <a:pt x="90646" y="681745"/>
                  </a:lnTo>
                  <a:lnTo>
                    <a:pt x="71220" y="626566"/>
                  </a:lnTo>
                  <a:close/>
                  <a:moveTo>
                    <a:pt x="71220" y="626566"/>
                  </a:moveTo>
                  <a:lnTo>
                    <a:pt x="90646" y="681745"/>
                  </a:lnTo>
                  <a:lnTo>
                    <a:pt x="108698" y="609181"/>
                  </a:lnTo>
                  <a:close/>
                  <a:moveTo>
                    <a:pt x="108698" y="609181"/>
                  </a:moveTo>
                  <a:lnTo>
                    <a:pt x="90646" y="681745"/>
                  </a:lnTo>
                  <a:lnTo>
                    <a:pt x="98694" y="680057"/>
                  </a:lnTo>
                  <a:close/>
                  <a:moveTo>
                    <a:pt x="149209" y="676971"/>
                  </a:moveTo>
                  <a:lnTo>
                    <a:pt x="98725" y="689625"/>
                  </a:lnTo>
                  <a:lnTo>
                    <a:pt x="146124" y="692165"/>
                  </a:lnTo>
                  <a:close/>
                  <a:moveTo>
                    <a:pt x="400318" y="848722"/>
                  </a:moveTo>
                  <a:lnTo>
                    <a:pt x="380653" y="839704"/>
                  </a:lnTo>
                  <a:lnTo>
                    <a:pt x="326556" y="882515"/>
                  </a:lnTo>
                  <a:close/>
                  <a:moveTo>
                    <a:pt x="379173" y="904566"/>
                  </a:moveTo>
                  <a:lnTo>
                    <a:pt x="400318" y="848722"/>
                  </a:lnTo>
                  <a:lnTo>
                    <a:pt x="326556" y="882515"/>
                  </a:lnTo>
                  <a:close/>
                  <a:moveTo>
                    <a:pt x="290814" y="788167"/>
                  </a:moveTo>
                  <a:lnTo>
                    <a:pt x="248802" y="759472"/>
                  </a:lnTo>
                  <a:lnTo>
                    <a:pt x="251331" y="760725"/>
                  </a:lnTo>
                  <a:close/>
                  <a:moveTo>
                    <a:pt x="401887" y="836467"/>
                  </a:moveTo>
                  <a:lnTo>
                    <a:pt x="400318" y="848722"/>
                  </a:lnTo>
                  <a:lnTo>
                    <a:pt x="411440" y="839704"/>
                  </a:lnTo>
                  <a:close/>
                  <a:moveTo>
                    <a:pt x="401887" y="836467"/>
                  </a:moveTo>
                  <a:lnTo>
                    <a:pt x="411440" y="839704"/>
                  </a:lnTo>
                  <a:lnTo>
                    <a:pt x="443159" y="778153"/>
                  </a:lnTo>
                  <a:close/>
                  <a:moveTo>
                    <a:pt x="400627" y="774748"/>
                  </a:moveTo>
                  <a:lnTo>
                    <a:pt x="401887" y="836467"/>
                  </a:lnTo>
                  <a:lnTo>
                    <a:pt x="443159" y="778153"/>
                  </a:lnTo>
                  <a:close/>
                  <a:moveTo>
                    <a:pt x="400627" y="774748"/>
                  </a:moveTo>
                  <a:lnTo>
                    <a:pt x="371939" y="742618"/>
                  </a:lnTo>
                  <a:lnTo>
                    <a:pt x="358327" y="771155"/>
                  </a:lnTo>
                  <a:close/>
                  <a:moveTo>
                    <a:pt x="443159" y="778153"/>
                  </a:moveTo>
                  <a:lnTo>
                    <a:pt x="456233" y="748205"/>
                  </a:lnTo>
                  <a:lnTo>
                    <a:pt x="400627" y="774748"/>
                  </a:lnTo>
                  <a:close/>
                  <a:moveTo>
                    <a:pt x="400627" y="774748"/>
                  </a:moveTo>
                  <a:lnTo>
                    <a:pt x="456233" y="748205"/>
                  </a:lnTo>
                  <a:lnTo>
                    <a:pt x="375892" y="736631"/>
                  </a:lnTo>
                  <a:close/>
                  <a:moveTo>
                    <a:pt x="375892" y="736631"/>
                  </a:moveTo>
                  <a:lnTo>
                    <a:pt x="371939" y="742618"/>
                  </a:lnTo>
                  <a:lnTo>
                    <a:pt x="400627" y="774748"/>
                  </a:lnTo>
                  <a:close/>
                  <a:moveTo>
                    <a:pt x="300391" y="557927"/>
                  </a:moveTo>
                  <a:lnTo>
                    <a:pt x="272494" y="506390"/>
                  </a:lnTo>
                  <a:lnTo>
                    <a:pt x="281136" y="520196"/>
                  </a:lnTo>
                  <a:close/>
                  <a:moveTo>
                    <a:pt x="531256" y="719126"/>
                  </a:moveTo>
                  <a:lnTo>
                    <a:pt x="490673" y="688443"/>
                  </a:lnTo>
                  <a:lnTo>
                    <a:pt x="456233" y="748205"/>
                  </a:lnTo>
                  <a:close/>
                  <a:moveTo>
                    <a:pt x="272494" y="506390"/>
                  </a:moveTo>
                  <a:lnTo>
                    <a:pt x="320359" y="551051"/>
                  </a:lnTo>
                  <a:lnTo>
                    <a:pt x="282452" y="487598"/>
                  </a:lnTo>
                  <a:close/>
                  <a:moveTo>
                    <a:pt x="541834" y="673171"/>
                  </a:moveTo>
                  <a:lnTo>
                    <a:pt x="586408" y="674915"/>
                  </a:lnTo>
                  <a:lnTo>
                    <a:pt x="549010" y="650603"/>
                  </a:lnTo>
                  <a:close/>
                  <a:moveTo>
                    <a:pt x="485173" y="636906"/>
                  </a:moveTo>
                  <a:lnTo>
                    <a:pt x="511673" y="612812"/>
                  </a:lnTo>
                  <a:lnTo>
                    <a:pt x="451981" y="597408"/>
                  </a:lnTo>
                  <a:close/>
                  <a:moveTo>
                    <a:pt x="488592" y="599390"/>
                  </a:moveTo>
                  <a:lnTo>
                    <a:pt x="436195" y="585369"/>
                  </a:lnTo>
                  <a:lnTo>
                    <a:pt x="451981" y="597408"/>
                  </a:lnTo>
                  <a:close/>
                  <a:moveTo>
                    <a:pt x="1111882" y="468249"/>
                  </a:moveTo>
                  <a:lnTo>
                    <a:pt x="1081927" y="436280"/>
                  </a:lnTo>
                  <a:lnTo>
                    <a:pt x="1055191" y="471220"/>
                  </a:lnTo>
                  <a:close/>
                  <a:moveTo>
                    <a:pt x="1097946" y="365175"/>
                  </a:moveTo>
                  <a:lnTo>
                    <a:pt x="1090811" y="342491"/>
                  </a:lnTo>
                  <a:lnTo>
                    <a:pt x="1115651" y="387693"/>
                  </a:lnTo>
                  <a:close/>
                  <a:moveTo>
                    <a:pt x="1090941" y="289545"/>
                  </a:moveTo>
                  <a:lnTo>
                    <a:pt x="1089881" y="331118"/>
                  </a:lnTo>
                  <a:lnTo>
                    <a:pt x="1097946" y="365175"/>
                  </a:lnTo>
                  <a:close/>
                  <a:moveTo>
                    <a:pt x="1021324" y="235516"/>
                  </a:moveTo>
                  <a:lnTo>
                    <a:pt x="1100711" y="236711"/>
                  </a:lnTo>
                  <a:lnTo>
                    <a:pt x="1085436" y="221376"/>
                  </a:lnTo>
                  <a:close/>
                  <a:moveTo>
                    <a:pt x="1021324" y="235516"/>
                  </a:moveTo>
                  <a:lnTo>
                    <a:pt x="1085436" y="221376"/>
                  </a:lnTo>
                  <a:lnTo>
                    <a:pt x="1078478" y="164289"/>
                  </a:lnTo>
                  <a:close/>
                  <a:moveTo>
                    <a:pt x="1078478" y="164289"/>
                  </a:moveTo>
                  <a:lnTo>
                    <a:pt x="1078824" y="154880"/>
                  </a:lnTo>
                  <a:lnTo>
                    <a:pt x="1031484" y="152562"/>
                  </a:lnTo>
                  <a:close/>
                  <a:moveTo>
                    <a:pt x="959068" y="83399"/>
                  </a:moveTo>
                  <a:lnTo>
                    <a:pt x="966630" y="134935"/>
                  </a:lnTo>
                  <a:lnTo>
                    <a:pt x="993971" y="110841"/>
                  </a:lnTo>
                  <a:close/>
                  <a:moveTo>
                    <a:pt x="943960" y="0"/>
                  </a:moveTo>
                  <a:lnTo>
                    <a:pt x="970186" y="26118"/>
                  </a:lnTo>
                  <a:lnTo>
                    <a:pt x="944290" y="9188"/>
                  </a:lnTo>
                  <a:close/>
                  <a:moveTo>
                    <a:pt x="1085524" y="95819"/>
                  </a:moveTo>
                  <a:lnTo>
                    <a:pt x="1031484" y="152562"/>
                  </a:lnTo>
                  <a:lnTo>
                    <a:pt x="1078824" y="154880"/>
                  </a:lnTo>
                  <a:close/>
                </a:path>
              </a:pathLst>
            </a:custGeom>
            <a:solidFill>
              <a:srgbClr val="F1F3F5"/>
            </a:solidFill>
            <a:ln w="1524">
              <a:solidFill>
                <a:srgbClr val="F1F3F5"/>
              </a:solidFill>
            </a:ln>
          </p:spPr>
        </p:sp>
        <p:sp>
          <p:nvSpPr>
            <p:cNvPr id="4169" name="Output_density__4168">
              <a:extLst>
                <a:ext uri="{FF2B5EF4-FFF2-40B4-BE49-F238E27FC236}">
                  <a16:creationId xmlns:a16="http://schemas.microsoft.com/office/drawing/2014/main" id="{C058ECDB-1DB7-4A9C-A6E2-D7E0DCE21AF7}"/>
                </a:ext>
              </a:extLst>
            </p:cNvPr>
            <p:cNvSpPr>
              <a:spLocks noGrp="1"/>
            </p:cNvSpPr>
            <p:nvPr/>
          </p:nvSpPr>
          <p:spPr>
            <a:xfrm>
              <a:off x="15590419" y="3474301"/>
              <a:ext cx="1129586" cy="1124641"/>
            </a:xfrm>
            <a:custGeom>
              <a:avLst/>
              <a:gdLst/>
              <a:ahLst/>
              <a:cxnLst/>
              <a:rect l="0" t="0" r="0" b="0"/>
              <a:pathLst>
                <a:path w="1129586" h="1124641">
                  <a:moveTo>
                    <a:pt x="131960" y="1073104"/>
                  </a:moveTo>
                  <a:lnTo>
                    <a:pt x="135680" y="1097198"/>
                  </a:lnTo>
                  <a:lnTo>
                    <a:pt x="154778" y="1124641"/>
                  </a:lnTo>
                  <a:close/>
                  <a:moveTo>
                    <a:pt x="100911" y="1021568"/>
                  </a:moveTo>
                  <a:lnTo>
                    <a:pt x="102752" y="1031749"/>
                  </a:lnTo>
                  <a:lnTo>
                    <a:pt x="126470" y="1063423"/>
                  </a:lnTo>
                  <a:close/>
                  <a:moveTo>
                    <a:pt x="72001" y="918494"/>
                  </a:moveTo>
                  <a:lnTo>
                    <a:pt x="94382" y="970031"/>
                  </a:lnTo>
                  <a:lnTo>
                    <a:pt x="96967" y="945937"/>
                  </a:lnTo>
                  <a:close/>
                  <a:moveTo>
                    <a:pt x="83803" y="791327"/>
                  </a:moveTo>
                  <a:lnTo>
                    <a:pt x="67954" y="844642"/>
                  </a:lnTo>
                  <a:lnTo>
                    <a:pt x="91883" y="799207"/>
                  </a:lnTo>
                  <a:close/>
                  <a:moveTo>
                    <a:pt x="262028" y="997474"/>
                  </a:moveTo>
                  <a:lnTo>
                    <a:pt x="242144" y="1011656"/>
                  </a:lnTo>
                  <a:lnTo>
                    <a:pt x="308059" y="1041527"/>
                  </a:lnTo>
                  <a:close/>
                  <a:moveTo>
                    <a:pt x="298278" y="973380"/>
                  </a:moveTo>
                  <a:lnTo>
                    <a:pt x="262028" y="997474"/>
                  </a:lnTo>
                  <a:lnTo>
                    <a:pt x="308059" y="1041527"/>
                  </a:lnTo>
                  <a:close/>
                  <a:moveTo>
                    <a:pt x="252684" y="921843"/>
                  </a:moveTo>
                  <a:lnTo>
                    <a:pt x="253720" y="922236"/>
                  </a:lnTo>
                  <a:lnTo>
                    <a:pt x="254499" y="922950"/>
                  </a:lnTo>
                  <a:close/>
                  <a:moveTo>
                    <a:pt x="254499" y="922950"/>
                  </a:moveTo>
                  <a:lnTo>
                    <a:pt x="253720" y="922236"/>
                  </a:lnTo>
                  <a:lnTo>
                    <a:pt x="298278" y="973380"/>
                  </a:lnTo>
                  <a:close/>
                  <a:moveTo>
                    <a:pt x="298278" y="973380"/>
                  </a:moveTo>
                  <a:lnTo>
                    <a:pt x="253720" y="922236"/>
                  </a:lnTo>
                  <a:lnTo>
                    <a:pt x="249112" y="945937"/>
                  </a:lnTo>
                  <a:close/>
                  <a:moveTo>
                    <a:pt x="298278" y="973380"/>
                  </a:moveTo>
                  <a:lnTo>
                    <a:pt x="249112" y="945937"/>
                  </a:lnTo>
                  <a:lnTo>
                    <a:pt x="262028" y="997474"/>
                  </a:lnTo>
                  <a:close/>
                  <a:moveTo>
                    <a:pt x="252631" y="915967"/>
                  </a:moveTo>
                  <a:lnTo>
                    <a:pt x="253720" y="922236"/>
                  </a:lnTo>
                  <a:lnTo>
                    <a:pt x="252684" y="921843"/>
                  </a:lnTo>
                  <a:close/>
                  <a:moveTo>
                    <a:pt x="252631" y="915967"/>
                  </a:moveTo>
                  <a:lnTo>
                    <a:pt x="258790" y="899214"/>
                  </a:lnTo>
                  <a:lnTo>
                    <a:pt x="253720" y="922236"/>
                  </a:lnTo>
                  <a:close/>
                  <a:moveTo>
                    <a:pt x="253720" y="922236"/>
                  </a:moveTo>
                  <a:lnTo>
                    <a:pt x="258790" y="899214"/>
                  </a:lnTo>
                  <a:lnTo>
                    <a:pt x="249112" y="945937"/>
                  </a:lnTo>
                  <a:close/>
                  <a:moveTo>
                    <a:pt x="91883" y="799207"/>
                  </a:moveTo>
                  <a:lnTo>
                    <a:pt x="91851" y="789639"/>
                  </a:lnTo>
                  <a:lnTo>
                    <a:pt x="83803" y="791327"/>
                  </a:lnTo>
                  <a:close/>
                  <a:moveTo>
                    <a:pt x="91851" y="789639"/>
                  </a:moveTo>
                  <a:lnTo>
                    <a:pt x="91883" y="799207"/>
                  </a:lnTo>
                  <a:lnTo>
                    <a:pt x="142367" y="786553"/>
                  </a:lnTo>
                  <a:close/>
                  <a:moveTo>
                    <a:pt x="298278" y="973380"/>
                  </a:moveTo>
                  <a:lnTo>
                    <a:pt x="319713" y="992097"/>
                  </a:lnTo>
                  <a:lnTo>
                    <a:pt x="331374" y="959830"/>
                  </a:lnTo>
                  <a:close/>
                  <a:moveTo>
                    <a:pt x="369049" y="846213"/>
                  </a:moveTo>
                  <a:lnTo>
                    <a:pt x="449391" y="857787"/>
                  </a:lnTo>
                  <a:lnTo>
                    <a:pt x="413710" y="822119"/>
                  </a:lnTo>
                  <a:close/>
                  <a:moveTo>
                    <a:pt x="308782" y="681428"/>
                  </a:moveTo>
                  <a:lnTo>
                    <a:pt x="349690" y="731950"/>
                  </a:lnTo>
                  <a:lnTo>
                    <a:pt x="358758" y="693604"/>
                  </a:lnTo>
                  <a:close/>
                  <a:moveTo>
                    <a:pt x="279753" y="691603"/>
                  </a:moveTo>
                  <a:lnTo>
                    <a:pt x="349690" y="731950"/>
                  </a:lnTo>
                  <a:lnTo>
                    <a:pt x="308782" y="681428"/>
                  </a:lnTo>
                  <a:close/>
                  <a:moveTo>
                    <a:pt x="280865" y="687178"/>
                  </a:moveTo>
                  <a:lnTo>
                    <a:pt x="279753" y="691603"/>
                  </a:lnTo>
                  <a:lnTo>
                    <a:pt x="308782" y="681428"/>
                  </a:lnTo>
                  <a:close/>
                  <a:moveTo>
                    <a:pt x="26369" y="459139"/>
                  </a:moveTo>
                  <a:lnTo>
                    <a:pt x="0" y="485457"/>
                  </a:lnTo>
                  <a:lnTo>
                    <a:pt x="39911" y="480169"/>
                  </a:lnTo>
                  <a:close/>
                  <a:moveTo>
                    <a:pt x="39911" y="480169"/>
                  </a:moveTo>
                  <a:lnTo>
                    <a:pt x="45335" y="485457"/>
                  </a:lnTo>
                  <a:lnTo>
                    <a:pt x="26369" y="459139"/>
                  </a:lnTo>
                  <a:close/>
                  <a:moveTo>
                    <a:pt x="293549" y="667509"/>
                  </a:moveTo>
                  <a:lnTo>
                    <a:pt x="280865" y="687178"/>
                  </a:lnTo>
                  <a:lnTo>
                    <a:pt x="308782" y="681428"/>
                  </a:lnTo>
                  <a:close/>
                  <a:moveTo>
                    <a:pt x="293549" y="667509"/>
                  </a:moveTo>
                  <a:lnTo>
                    <a:pt x="274293" y="629778"/>
                  </a:lnTo>
                  <a:lnTo>
                    <a:pt x="280865" y="687178"/>
                  </a:lnTo>
                  <a:close/>
                  <a:moveTo>
                    <a:pt x="293549" y="667509"/>
                  </a:moveTo>
                  <a:lnTo>
                    <a:pt x="308782" y="681428"/>
                  </a:lnTo>
                  <a:lnTo>
                    <a:pt x="313517" y="660633"/>
                  </a:lnTo>
                  <a:close/>
                  <a:moveTo>
                    <a:pt x="293549" y="667509"/>
                  </a:moveTo>
                  <a:lnTo>
                    <a:pt x="313517" y="660633"/>
                  </a:lnTo>
                  <a:lnTo>
                    <a:pt x="265652" y="615972"/>
                  </a:lnTo>
                  <a:close/>
                  <a:moveTo>
                    <a:pt x="364441" y="657214"/>
                  </a:moveTo>
                  <a:lnTo>
                    <a:pt x="308782" y="681428"/>
                  </a:lnTo>
                  <a:lnTo>
                    <a:pt x="358758" y="693604"/>
                  </a:lnTo>
                  <a:close/>
                  <a:moveTo>
                    <a:pt x="364441" y="657214"/>
                  </a:moveTo>
                  <a:lnTo>
                    <a:pt x="313517" y="660633"/>
                  </a:lnTo>
                  <a:lnTo>
                    <a:pt x="308782" y="681428"/>
                  </a:lnTo>
                  <a:close/>
                  <a:moveTo>
                    <a:pt x="439533" y="686032"/>
                  </a:moveTo>
                  <a:lnTo>
                    <a:pt x="433872" y="701493"/>
                  </a:lnTo>
                  <a:lnTo>
                    <a:pt x="429353" y="694951"/>
                  </a:lnTo>
                  <a:close/>
                  <a:moveTo>
                    <a:pt x="433872" y="701493"/>
                  </a:moveTo>
                  <a:lnTo>
                    <a:pt x="478330" y="746488"/>
                  </a:lnTo>
                  <a:lnTo>
                    <a:pt x="445139" y="706990"/>
                  </a:lnTo>
                  <a:close/>
                  <a:moveTo>
                    <a:pt x="429353" y="694951"/>
                  </a:moveTo>
                  <a:lnTo>
                    <a:pt x="433872" y="701493"/>
                  </a:lnTo>
                  <a:lnTo>
                    <a:pt x="445139" y="706990"/>
                  </a:lnTo>
                  <a:close/>
                  <a:moveTo>
                    <a:pt x="524413" y="828708"/>
                  </a:moveTo>
                  <a:lnTo>
                    <a:pt x="534992" y="782753"/>
                  </a:lnTo>
                  <a:lnTo>
                    <a:pt x="483831" y="798025"/>
                  </a:lnTo>
                  <a:close/>
                  <a:moveTo>
                    <a:pt x="478330" y="746488"/>
                  </a:moveTo>
                  <a:lnTo>
                    <a:pt x="483831" y="798025"/>
                  </a:lnTo>
                  <a:lnTo>
                    <a:pt x="504831" y="722394"/>
                  </a:lnTo>
                  <a:close/>
                  <a:moveTo>
                    <a:pt x="201032" y="437268"/>
                  </a:moveTo>
                  <a:lnTo>
                    <a:pt x="226872" y="361638"/>
                  </a:lnTo>
                  <a:lnTo>
                    <a:pt x="179616" y="385732"/>
                  </a:lnTo>
                  <a:close/>
                  <a:moveTo>
                    <a:pt x="219824" y="310101"/>
                  </a:moveTo>
                  <a:lnTo>
                    <a:pt x="223462" y="319406"/>
                  </a:lnTo>
                  <a:lnTo>
                    <a:pt x="179616" y="385732"/>
                  </a:lnTo>
                  <a:close/>
                  <a:moveTo>
                    <a:pt x="727693" y="660010"/>
                  </a:moveTo>
                  <a:lnTo>
                    <a:pt x="746545" y="661968"/>
                  </a:lnTo>
                  <a:lnTo>
                    <a:pt x="805488" y="641294"/>
                  </a:lnTo>
                  <a:close/>
                  <a:moveTo>
                    <a:pt x="1059299" y="526294"/>
                  </a:moveTo>
                  <a:lnTo>
                    <a:pt x="1048349" y="580803"/>
                  </a:lnTo>
                  <a:lnTo>
                    <a:pt x="1075084" y="545862"/>
                  </a:lnTo>
                  <a:close/>
                  <a:moveTo>
                    <a:pt x="1059299" y="526294"/>
                  </a:moveTo>
                  <a:lnTo>
                    <a:pt x="1007886" y="550388"/>
                  </a:lnTo>
                  <a:lnTo>
                    <a:pt x="1048349" y="580803"/>
                  </a:lnTo>
                  <a:close/>
                  <a:moveTo>
                    <a:pt x="1105039" y="577831"/>
                  </a:moveTo>
                  <a:lnTo>
                    <a:pt x="1129586" y="553737"/>
                  </a:lnTo>
                  <a:lnTo>
                    <a:pt x="1075084" y="545862"/>
                  </a:lnTo>
                  <a:close/>
                  <a:moveTo>
                    <a:pt x="1108808" y="497275"/>
                  </a:moveTo>
                  <a:lnTo>
                    <a:pt x="1083969" y="452073"/>
                  </a:lnTo>
                  <a:lnTo>
                    <a:pt x="1088500" y="461122"/>
                  </a:lnTo>
                  <a:close/>
                  <a:moveTo>
                    <a:pt x="1000652" y="442251"/>
                  </a:moveTo>
                  <a:lnTo>
                    <a:pt x="1028202" y="474757"/>
                  </a:lnTo>
                  <a:lnTo>
                    <a:pt x="1061358" y="399127"/>
                  </a:lnTo>
                  <a:close/>
                  <a:moveTo>
                    <a:pt x="1061358" y="399127"/>
                  </a:moveTo>
                  <a:lnTo>
                    <a:pt x="1028202" y="474757"/>
                  </a:lnTo>
                  <a:lnTo>
                    <a:pt x="1083038" y="440700"/>
                  </a:lnTo>
                  <a:close/>
                  <a:moveTo>
                    <a:pt x="1091104" y="474757"/>
                  </a:moveTo>
                  <a:lnTo>
                    <a:pt x="1083038" y="440700"/>
                  </a:lnTo>
                  <a:lnTo>
                    <a:pt x="1083969" y="452073"/>
                  </a:lnTo>
                  <a:close/>
                  <a:moveTo>
                    <a:pt x="975496" y="296054"/>
                  </a:moveTo>
                  <a:lnTo>
                    <a:pt x="959787" y="244517"/>
                  </a:lnTo>
                  <a:lnTo>
                    <a:pt x="952418" y="320148"/>
                  </a:lnTo>
                  <a:close/>
                  <a:moveTo>
                    <a:pt x="1061358" y="399127"/>
                  </a:moveTo>
                  <a:lnTo>
                    <a:pt x="1093868" y="346293"/>
                  </a:lnTo>
                  <a:lnTo>
                    <a:pt x="1014481" y="345098"/>
                  </a:lnTo>
                  <a:close/>
                  <a:moveTo>
                    <a:pt x="1061358" y="399127"/>
                  </a:moveTo>
                  <a:lnTo>
                    <a:pt x="1014481" y="345098"/>
                  </a:lnTo>
                  <a:lnTo>
                    <a:pt x="1012342" y="351057"/>
                  </a:lnTo>
                  <a:close/>
                  <a:moveTo>
                    <a:pt x="1087242" y="449412"/>
                  </a:moveTo>
                  <a:lnTo>
                    <a:pt x="1083038" y="440700"/>
                  </a:lnTo>
                  <a:lnTo>
                    <a:pt x="1084099" y="399127"/>
                  </a:lnTo>
                  <a:close/>
                  <a:moveTo>
                    <a:pt x="1014481" y="345098"/>
                  </a:moveTo>
                  <a:lnTo>
                    <a:pt x="1071636" y="273871"/>
                  </a:lnTo>
                  <a:lnTo>
                    <a:pt x="1020881" y="277152"/>
                  </a:lnTo>
                  <a:close/>
                  <a:moveTo>
                    <a:pt x="1020881" y="277152"/>
                  </a:moveTo>
                  <a:lnTo>
                    <a:pt x="1071636" y="273871"/>
                  </a:lnTo>
                  <a:lnTo>
                    <a:pt x="1024642" y="262144"/>
                  </a:lnTo>
                  <a:close/>
                  <a:moveTo>
                    <a:pt x="952225" y="192981"/>
                  </a:moveTo>
                  <a:lnTo>
                    <a:pt x="987129" y="220423"/>
                  </a:lnTo>
                  <a:lnTo>
                    <a:pt x="972638" y="168887"/>
                  </a:lnTo>
                  <a:close/>
                  <a:moveTo>
                    <a:pt x="937447" y="118770"/>
                  </a:moveTo>
                  <a:lnTo>
                    <a:pt x="964523" y="172271"/>
                  </a:lnTo>
                  <a:lnTo>
                    <a:pt x="972638" y="168887"/>
                  </a:lnTo>
                  <a:close/>
                  <a:moveTo>
                    <a:pt x="972302" y="66454"/>
                  </a:moveTo>
                  <a:lnTo>
                    <a:pt x="937117" y="109582"/>
                  </a:lnTo>
                  <a:lnTo>
                    <a:pt x="980801" y="93256"/>
                  </a:lnTo>
                  <a:close/>
                  <a:moveTo>
                    <a:pt x="946348" y="48792"/>
                  </a:moveTo>
                  <a:lnTo>
                    <a:pt x="972459" y="65547"/>
                  </a:lnTo>
                  <a:lnTo>
                    <a:pt x="980801" y="93256"/>
                  </a:lnTo>
                  <a:close/>
                  <a:moveTo>
                    <a:pt x="949836" y="22234"/>
                  </a:moveTo>
                  <a:lnTo>
                    <a:pt x="972459" y="65547"/>
                  </a:lnTo>
                  <a:lnTo>
                    <a:pt x="946348" y="48792"/>
                  </a:lnTo>
                  <a:close/>
                  <a:moveTo>
                    <a:pt x="949836" y="22234"/>
                  </a:moveTo>
                  <a:lnTo>
                    <a:pt x="965549" y="33182"/>
                  </a:lnTo>
                  <a:lnTo>
                    <a:pt x="990609" y="0"/>
                  </a:lnTo>
                  <a:close/>
                </a:path>
              </a:pathLst>
            </a:custGeom>
            <a:solidFill>
              <a:srgbClr val="F2F4F6"/>
            </a:solidFill>
            <a:ln w="1524">
              <a:solidFill>
                <a:srgbClr val="F2F4F6"/>
              </a:solidFill>
            </a:ln>
          </p:spPr>
        </p:sp>
        <p:sp>
          <p:nvSpPr>
            <p:cNvPr id="4170" name="Output_density__4169">
              <a:extLst>
                <a:ext uri="{FF2B5EF4-FFF2-40B4-BE49-F238E27FC236}">
                  <a16:creationId xmlns:a16="http://schemas.microsoft.com/office/drawing/2014/main" id="{BB4F461B-4375-1256-BAAC-7E9583585FDA}"/>
                </a:ext>
              </a:extLst>
            </p:cNvPr>
            <p:cNvSpPr>
              <a:spLocks noGrp="1"/>
            </p:cNvSpPr>
            <p:nvPr/>
          </p:nvSpPr>
          <p:spPr>
            <a:xfrm>
              <a:off x="15504659" y="3617627"/>
              <a:ext cx="1256156" cy="1006948"/>
            </a:xfrm>
            <a:custGeom>
              <a:avLst/>
              <a:gdLst/>
              <a:ahLst/>
              <a:cxnLst/>
              <a:rect l="0" t="0" r="0" b="0"/>
              <a:pathLst>
                <a:path w="1256156" h="1006948">
                  <a:moveTo>
                    <a:pt x="328898" y="1006948"/>
                  </a:moveTo>
                  <a:lnTo>
                    <a:pt x="281751" y="1005351"/>
                  </a:lnTo>
                  <a:lnTo>
                    <a:pt x="253357" y="999173"/>
                  </a:lnTo>
                  <a:close/>
                  <a:moveTo>
                    <a:pt x="66164" y="588434"/>
                  </a:moveTo>
                  <a:lnTo>
                    <a:pt x="0" y="551276"/>
                  </a:lnTo>
                  <a:lnTo>
                    <a:pt x="34480" y="561226"/>
                  </a:lnTo>
                  <a:close/>
                  <a:moveTo>
                    <a:pt x="392542" y="935327"/>
                  </a:moveTo>
                  <a:lnTo>
                    <a:pt x="393818" y="898202"/>
                  </a:lnTo>
                  <a:lnTo>
                    <a:pt x="381923" y="957221"/>
                  </a:lnTo>
                  <a:close/>
                  <a:moveTo>
                    <a:pt x="405473" y="848771"/>
                  </a:moveTo>
                  <a:lnTo>
                    <a:pt x="425486" y="905685"/>
                  </a:lnTo>
                  <a:lnTo>
                    <a:pt x="430831" y="903807"/>
                  </a:lnTo>
                  <a:close/>
                  <a:moveTo>
                    <a:pt x="405473" y="848771"/>
                  </a:moveTo>
                  <a:lnTo>
                    <a:pt x="430831" y="903807"/>
                  </a:lnTo>
                  <a:lnTo>
                    <a:pt x="458090" y="870823"/>
                  </a:lnTo>
                  <a:close/>
                  <a:moveTo>
                    <a:pt x="488989" y="830054"/>
                  </a:moveTo>
                  <a:lnTo>
                    <a:pt x="479235" y="814979"/>
                  </a:lnTo>
                  <a:lnTo>
                    <a:pt x="458090" y="870823"/>
                  </a:lnTo>
                  <a:close/>
                  <a:moveTo>
                    <a:pt x="490357" y="805960"/>
                  </a:moveTo>
                  <a:lnTo>
                    <a:pt x="488989" y="830054"/>
                  </a:lnTo>
                  <a:lnTo>
                    <a:pt x="515406" y="775541"/>
                  </a:lnTo>
                  <a:close/>
                  <a:moveTo>
                    <a:pt x="610173" y="685382"/>
                  </a:moveTo>
                  <a:lnTo>
                    <a:pt x="576958" y="696096"/>
                  </a:lnTo>
                  <a:lnTo>
                    <a:pt x="654176" y="675224"/>
                  </a:lnTo>
                  <a:close/>
                  <a:moveTo>
                    <a:pt x="452971" y="448553"/>
                  </a:moveTo>
                  <a:lnTo>
                    <a:pt x="412005" y="468498"/>
                  </a:lnTo>
                  <a:lnTo>
                    <a:pt x="452545" y="449240"/>
                  </a:lnTo>
                  <a:close/>
                  <a:moveTo>
                    <a:pt x="412005" y="468498"/>
                  </a:moveTo>
                  <a:lnTo>
                    <a:pt x="452971" y="448553"/>
                  </a:lnTo>
                  <a:lnTo>
                    <a:pt x="424357" y="434174"/>
                  </a:lnTo>
                  <a:close/>
                  <a:moveTo>
                    <a:pt x="831173" y="582935"/>
                  </a:moveTo>
                  <a:lnTo>
                    <a:pt x="879999" y="590810"/>
                  </a:lnTo>
                  <a:lnTo>
                    <a:pt x="910881" y="571373"/>
                  </a:lnTo>
                  <a:close/>
                  <a:moveTo>
                    <a:pt x="910881" y="571373"/>
                  </a:moveTo>
                  <a:lnTo>
                    <a:pt x="879999" y="590810"/>
                  </a:lnTo>
                  <a:lnTo>
                    <a:pt x="962734" y="590569"/>
                  </a:lnTo>
                  <a:close/>
                  <a:moveTo>
                    <a:pt x="1190799" y="434505"/>
                  </a:moveTo>
                  <a:lnTo>
                    <a:pt x="1187012" y="460600"/>
                  </a:lnTo>
                  <a:lnTo>
                    <a:pt x="1223120" y="460701"/>
                  </a:lnTo>
                  <a:close/>
                  <a:moveTo>
                    <a:pt x="1215346" y="410411"/>
                  </a:moveTo>
                  <a:lnTo>
                    <a:pt x="1223120" y="460701"/>
                  </a:lnTo>
                  <a:lnTo>
                    <a:pt x="1256156" y="449318"/>
                  </a:lnTo>
                  <a:close/>
                  <a:moveTo>
                    <a:pt x="1158056" y="152728"/>
                  </a:moveTo>
                  <a:lnTo>
                    <a:pt x="1157741" y="121136"/>
                  </a:lnTo>
                  <a:lnTo>
                    <a:pt x="1157395" y="130546"/>
                  </a:lnTo>
                  <a:close/>
                  <a:moveTo>
                    <a:pt x="1164441" y="62075"/>
                  </a:moveTo>
                  <a:lnTo>
                    <a:pt x="1157741" y="121136"/>
                  </a:lnTo>
                  <a:lnTo>
                    <a:pt x="1162383" y="77098"/>
                  </a:lnTo>
                  <a:close/>
                  <a:moveTo>
                    <a:pt x="1162383" y="77098"/>
                  </a:moveTo>
                  <a:lnTo>
                    <a:pt x="1163275" y="6927"/>
                  </a:lnTo>
                  <a:lnTo>
                    <a:pt x="1164441" y="62075"/>
                  </a:lnTo>
                  <a:close/>
                  <a:moveTo>
                    <a:pt x="1163519" y="1467"/>
                  </a:moveTo>
                  <a:lnTo>
                    <a:pt x="1163275" y="6927"/>
                  </a:lnTo>
                  <a:lnTo>
                    <a:pt x="1162383" y="77098"/>
                  </a:lnTo>
                  <a:close/>
                  <a:moveTo>
                    <a:pt x="1163619" y="0"/>
                  </a:moveTo>
                  <a:lnTo>
                    <a:pt x="1163275" y="6927"/>
                  </a:lnTo>
                  <a:lnTo>
                    <a:pt x="1163519" y="1467"/>
                  </a:lnTo>
                  <a:close/>
                </a:path>
              </a:pathLst>
            </a:custGeom>
            <a:solidFill>
              <a:srgbClr val="EDF0F2"/>
            </a:solidFill>
            <a:ln w="1524">
              <a:solidFill>
                <a:srgbClr val="EDF0F2"/>
              </a:solidFill>
            </a:ln>
          </p:spPr>
        </p:sp>
        <p:sp>
          <p:nvSpPr>
            <p:cNvPr id="4171" name="Output_density__4170">
              <a:extLst>
                <a:ext uri="{FF2B5EF4-FFF2-40B4-BE49-F238E27FC236}">
                  <a16:creationId xmlns:a16="http://schemas.microsoft.com/office/drawing/2014/main" id="{37E3076F-FEA8-17AD-94AF-5FDAF8B11D3B}"/>
                </a:ext>
              </a:extLst>
            </p:cNvPr>
            <p:cNvSpPr>
              <a:spLocks noGrp="1"/>
            </p:cNvSpPr>
            <p:nvPr/>
          </p:nvSpPr>
          <p:spPr>
            <a:xfrm>
              <a:off x="15833557" y="3811845"/>
              <a:ext cx="423905" cy="812729"/>
            </a:xfrm>
            <a:custGeom>
              <a:avLst/>
              <a:gdLst/>
              <a:ahLst/>
              <a:cxnLst/>
              <a:rect l="0" t="0" r="0" b="0"/>
              <a:pathLst>
                <a:path w="423905" h="812729">
                  <a:moveTo>
                    <a:pt x="27547" y="780822"/>
                  </a:moveTo>
                  <a:lnTo>
                    <a:pt x="51305" y="777795"/>
                  </a:lnTo>
                  <a:lnTo>
                    <a:pt x="53025" y="763003"/>
                  </a:lnTo>
                  <a:close/>
                  <a:moveTo>
                    <a:pt x="0" y="812729"/>
                  </a:moveTo>
                  <a:lnTo>
                    <a:pt x="41091" y="791684"/>
                  </a:lnTo>
                  <a:lnTo>
                    <a:pt x="27547" y="780822"/>
                  </a:lnTo>
                  <a:close/>
                  <a:moveTo>
                    <a:pt x="53025" y="763003"/>
                  </a:moveTo>
                  <a:lnTo>
                    <a:pt x="51305" y="777795"/>
                  </a:lnTo>
                  <a:lnTo>
                    <a:pt x="63645" y="741109"/>
                  </a:lnTo>
                  <a:close/>
                  <a:moveTo>
                    <a:pt x="64921" y="703983"/>
                  </a:moveTo>
                  <a:lnTo>
                    <a:pt x="63645" y="741109"/>
                  </a:lnTo>
                  <a:lnTo>
                    <a:pt x="96588" y="711466"/>
                  </a:lnTo>
                  <a:close/>
                  <a:moveTo>
                    <a:pt x="336428" y="446953"/>
                  </a:moveTo>
                  <a:lnTo>
                    <a:pt x="281275" y="491164"/>
                  </a:lnTo>
                  <a:lnTo>
                    <a:pt x="325278" y="481006"/>
                  </a:lnTo>
                  <a:close/>
                  <a:moveTo>
                    <a:pt x="336428" y="446953"/>
                  </a:moveTo>
                  <a:lnTo>
                    <a:pt x="325278" y="481006"/>
                  </a:lnTo>
                  <a:lnTo>
                    <a:pt x="337985" y="460481"/>
                  </a:lnTo>
                  <a:close/>
                  <a:moveTo>
                    <a:pt x="336428" y="446953"/>
                  </a:moveTo>
                  <a:lnTo>
                    <a:pt x="337985" y="460481"/>
                  </a:lnTo>
                  <a:lnTo>
                    <a:pt x="344957" y="419683"/>
                  </a:lnTo>
                  <a:close/>
                  <a:moveTo>
                    <a:pt x="344957" y="419683"/>
                  </a:moveTo>
                  <a:lnTo>
                    <a:pt x="387299" y="403314"/>
                  </a:lnTo>
                  <a:lnTo>
                    <a:pt x="423905" y="405280"/>
                  </a:lnTo>
                  <a:close/>
                  <a:moveTo>
                    <a:pt x="377400" y="406083"/>
                  </a:moveTo>
                  <a:lnTo>
                    <a:pt x="344957" y="419683"/>
                  </a:lnTo>
                  <a:lnTo>
                    <a:pt x="423905" y="405280"/>
                  </a:lnTo>
                  <a:close/>
                  <a:moveTo>
                    <a:pt x="98020" y="0"/>
                  </a:moveTo>
                  <a:lnTo>
                    <a:pt x="86302" y="16424"/>
                  </a:lnTo>
                  <a:lnTo>
                    <a:pt x="80507" y="75631"/>
                  </a:lnTo>
                  <a:close/>
                </a:path>
              </a:pathLst>
            </a:custGeom>
            <a:solidFill>
              <a:srgbClr val="ECEFF1"/>
            </a:solidFill>
            <a:ln w="1524">
              <a:solidFill>
                <a:srgbClr val="ECEFF1"/>
              </a:solidFill>
            </a:ln>
          </p:spPr>
        </p:sp>
        <p:sp>
          <p:nvSpPr>
            <p:cNvPr id="4172" name="Output_density__4171">
              <a:extLst>
                <a:ext uri="{FF2B5EF4-FFF2-40B4-BE49-F238E27FC236}">
                  <a16:creationId xmlns:a16="http://schemas.microsoft.com/office/drawing/2014/main" id="{7AB13904-D828-DD8D-1A61-5794BF092783}"/>
                </a:ext>
              </a:extLst>
            </p:cNvPr>
            <p:cNvSpPr>
              <a:spLocks noGrp="1"/>
            </p:cNvSpPr>
            <p:nvPr/>
          </p:nvSpPr>
          <p:spPr>
            <a:xfrm>
              <a:off x="15573165" y="3496535"/>
              <a:ext cx="1111123" cy="835553"/>
            </a:xfrm>
            <a:custGeom>
              <a:avLst/>
              <a:gdLst/>
              <a:ahLst/>
              <a:cxnLst/>
              <a:rect l="0" t="0" r="0" b="0"/>
              <a:pathLst>
                <a:path w="1111123" h="835553">
                  <a:moveTo>
                    <a:pt x="7201" y="475407"/>
                  </a:moveTo>
                  <a:lnTo>
                    <a:pt x="17254" y="463223"/>
                  </a:lnTo>
                  <a:lnTo>
                    <a:pt x="0" y="487316"/>
                  </a:lnTo>
                  <a:close/>
                  <a:moveTo>
                    <a:pt x="386303" y="823979"/>
                  </a:moveTo>
                  <a:lnTo>
                    <a:pt x="430964" y="799885"/>
                  </a:lnTo>
                  <a:lnTo>
                    <a:pt x="409232" y="772442"/>
                  </a:lnTo>
                  <a:close/>
                  <a:moveTo>
                    <a:pt x="430964" y="799885"/>
                  </a:moveTo>
                  <a:lnTo>
                    <a:pt x="466645" y="835553"/>
                  </a:lnTo>
                  <a:lnTo>
                    <a:pt x="481747" y="779851"/>
                  </a:lnTo>
                  <a:close/>
                  <a:moveTo>
                    <a:pt x="466645" y="835553"/>
                  </a:moveTo>
                  <a:lnTo>
                    <a:pt x="501084" y="775791"/>
                  </a:lnTo>
                  <a:lnTo>
                    <a:pt x="481747" y="779851"/>
                  </a:lnTo>
                  <a:close/>
                  <a:moveTo>
                    <a:pt x="491147" y="752486"/>
                  </a:moveTo>
                  <a:lnTo>
                    <a:pt x="481747" y="779851"/>
                  </a:lnTo>
                  <a:lnTo>
                    <a:pt x="495584" y="724254"/>
                  </a:lnTo>
                  <a:close/>
                  <a:moveTo>
                    <a:pt x="495584" y="724254"/>
                  </a:moveTo>
                  <a:lnTo>
                    <a:pt x="481747" y="779851"/>
                  </a:lnTo>
                  <a:lnTo>
                    <a:pt x="501084" y="775791"/>
                  </a:lnTo>
                  <a:close/>
                  <a:moveTo>
                    <a:pt x="491882" y="746851"/>
                  </a:moveTo>
                  <a:lnTo>
                    <a:pt x="495584" y="724254"/>
                  </a:lnTo>
                  <a:lnTo>
                    <a:pt x="451126" y="679259"/>
                  </a:lnTo>
                  <a:close/>
                  <a:moveTo>
                    <a:pt x="244126" y="339404"/>
                  </a:moveTo>
                  <a:lnTo>
                    <a:pt x="237077" y="287867"/>
                  </a:lnTo>
                  <a:lnTo>
                    <a:pt x="196870" y="363498"/>
                  </a:lnTo>
                  <a:close/>
                  <a:moveTo>
                    <a:pt x="744947" y="637776"/>
                  </a:moveTo>
                  <a:lnTo>
                    <a:pt x="786004" y="616603"/>
                  </a:lnTo>
                  <a:lnTo>
                    <a:pt x="707361" y="632148"/>
                  </a:lnTo>
                  <a:close/>
                  <a:moveTo>
                    <a:pt x="822742" y="619060"/>
                  </a:moveTo>
                  <a:lnTo>
                    <a:pt x="763798" y="639734"/>
                  </a:lnTo>
                  <a:lnTo>
                    <a:pt x="809091" y="627878"/>
                  </a:lnTo>
                  <a:close/>
                  <a:moveTo>
                    <a:pt x="786004" y="616603"/>
                  </a:moveTo>
                  <a:lnTo>
                    <a:pt x="744947" y="637776"/>
                  </a:lnTo>
                  <a:lnTo>
                    <a:pt x="822742" y="619060"/>
                  </a:lnTo>
                  <a:close/>
                  <a:moveTo>
                    <a:pt x="861053" y="587620"/>
                  </a:moveTo>
                  <a:lnTo>
                    <a:pt x="786004" y="616603"/>
                  </a:lnTo>
                  <a:lnTo>
                    <a:pt x="822742" y="619060"/>
                  </a:lnTo>
                  <a:close/>
                  <a:moveTo>
                    <a:pt x="847213" y="575653"/>
                  </a:moveTo>
                  <a:lnTo>
                    <a:pt x="861053" y="587620"/>
                  </a:lnTo>
                  <a:lnTo>
                    <a:pt x="822742" y="619060"/>
                  </a:lnTo>
                  <a:close/>
                  <a:moveTo>
                    <a:pt x="1003326" y="476617"/>
                  </a:moveTo>
                  <a:lnTo>
                    <a:pt x="1025140" y="528154"/>
                  </a:lnTo>
                  <a:lnTo>
                    <a:pt x="1076553" y="504060"/>
                  </a:lnTo>
                  <a:close/>
                  <a:moveTo>
                    <a:pt x="1003326" y="476617"/>
                  </a:moveTo>
                  <a:lnTo>
                    <a:pt x="1076553" y="504060"/>
                  </a:lnTo>
                  <a:lnTo>
                    <a:pt x="1045456" y="452523"/>
                  </a:lnTo>
                  <a:close/>
                  <a:moveTo>
                    <a:pt x="1003326" y="476617"/>
                  </a:moveTo>
                  <a:lnTo>
                    <a:pt x="1045456" y="452523"/>
                  </a:lnTo>
                  <a:lnTo>
                    <a:pt x="989672" y="449353"/>
                  </a:lnTo>
                  <a:close/>
                  <a:moveTo>
                    <a:pt x="1045456" y="452523"/>
                  </a:moveTo>
                  <a:lnTo>
                    <a:pt x="1017906" y="420017"/>
                  </a:lnTo>
                  <a:lnTo>
                    <a:pt x="989672" y="449353"/>
                  </a:lnTo>
                  <a:close/>
                  <a:moveTo>
                    <a:pt x="1003118" y="400987"/>
                  </a:moveTo>
                  <a:lnTo>
                    <a:pt x="989672" y="449353"/>
                  </a:lnTo>
                  <a:lnTo>
                    <a:pt x="1017906" y="420017"/>
                  </a:lnTo>
                  <a:close/>
                  <a:moveTo>
                    <a:pt x="1003118" y="400987"/>
                  </a:moveTo>
                  <a:lnTo>
                    <a:pt x="981355" y="349450"/>
                  </a:lnTo>
                  <a:lnTo>
                    <a:pt x="974428" y="425081"/>
                  </a:lnTo>
                  <a:close/>
                  <a:moveTo>
                    <a:pt x="1111123" y="479966"/>
                  </a:moveTo>
                  <a:lnTo>
                    <a:pt x="1076553" y="504060"/>
                  </a:lnTo>
                  <a:lnTo>
                    <a:pt x="1092338" y="523628"/>
                  </a:lnTo>
                  <a:close/>
                  <a:moveTo>
                    <a:pt x="1045456" y="452523"/>
                  </a:moveTo>
                  <a:lnTo>
                    <a:pt x="1105754" y="438888"/>
                  </a:lnTo>
                  <a:lnTo>
                    <a:pt x="1101223" y="429839"/>
                  </a:lnTo>
                  <a:close/>
                  <a:moveTo>
                    <a:pt x="1111123" y="479966"/>
                  </a:moveTo>
                  <a:lnTo>
                    <a:pt x="1105754" y="438888"/>
                  </a:lnTo>
                  <a:lnTo>
                    <a:pt x="1045456" y="452523"/>
                  </a:lnTo>
                  <a:close/>
                  <a:moveTo>
                    <a:pt x="1076553" y="504060"/>
                  </a:moveTo>
                  <a:lnTo>
                    <a:pt x="1111123" y="479966"/>
                  </a:lnTo>
                  <a:lnTo>
                    <a:pt x="1045456" y="452523"/>
                  </a:lnTo>
                  <a:close/>
                  <a:moveTo>
                    <a:pt x="1021959" y="393554"/>
                  </a:moveTo>
                  <a:lnTo>
                    <a:pt x="1017906" y="420017"/>
                  </a:lnTo>
                  <a:lnTo>
                    <a:pt x="1078612" y="376893"/>
                  </a:lnTo>
                  <a:close/>
                  <a:moveTo>
                    <a:pt x="1100292" y="418466"/>
                  </a:moveTo>
                  <a:lnTo>
                    <a:pt x="1045456" y="452523"/>
                  </a:lnTo>
                  <a:lnTo>
                    <a:pt x="1101223" y="429839"/>
                  </a:lnTo>
                  <a:close/>
                  <a:moveTo>
                    <a:pt x="1003118" y="400987"/>
                  </a:moveTo>
                  <a:lnTo>
                    <a:pt x="1017906" y="420017"/>
                  </a:lnTo>
                  <a:lnTo>
                    <a:pt x="1021959" y="393554"/>
                  </a:lnTo>
                  <a:close/>
                  <a:moveTo>
                    <a:pt x="1026911" y="325356"/>
                  </a:moveTo>
                  <a:lnTo>
                    <a:pt x="1021959" y="393554"/>
                  </a:lnTo>
                  <a:lnTo>
                    <a:pt x="1029596" y="328823"/>
                  </a:lnTo>
                  <a:close/>
                  <a:moveTo>
                    <a:pt x="1003118" y="400987"/>
                  </a:moveTo>
                  <a:lnTo>
                    <a:pt x="1021959" y="393554"/>
                  </a:lnTo>
                  <a:lnTo>
                    <a:pt x="1026911" y="325356"/>
                  </a:lnTo>
                  <a:close/>
                  <a:moveTo>
                    <a:pt x="981355" y="349450"/>
                  </a:moveTo>
                  <a:lnTo>
                    <a:pt x="1003118" y="400987"/>
                  </a:lnTo>
                  <a:lnTo>
                    <a:pt x="1026911" y="325356"/>
                  </a:lnTo>
                  <a:close/>
                  <a:moveTo>
                    <a:pt x="1021959" y="393554"/>
                  </a:moveTo>
                  <a:lnTo>
                    <a:pt x="1078612" y="376893"/>
                  </a:lnTo>
                  <a:lnTo>
                    <a:pt x="1029596" y="328823"/>
                  </a:lnTo>
                  <a:close/>
                  <a:moveTo>
                    <a:pt x="969672" y="297914"/>
                  </a:moveTo>
                  <a:lnTo>
                    <a:pt x="981355" y="349450"/>
                  </a:lnTo>
                  <a:lnTo>
                    <a:pt x="1026911" y="325356"/>
                  </a:lnTo>
                  <a:close/>
                  <a:moveTo>
                    <a:pt x="969672" y="297914"/>
                  </a:moveTo>
                  <a:lnTo>
                    <a:pt x="1026911" y="325356"/>
                  </a:lnTo>
                  <a:lnTo>
                    <a:pt x="992749" y="273820"/>
                  </a:lnTo>
                  <a:close/>
                  <a:moveTo>
                    <a:pt x="1026911" y="325356"/>
                  </a:moveTo>
                  <a:lnTo>
                    <a:pt x="1029596" y="328823"/>
                  </a:lnTo>
                  <a:lnTo>
                    <a:pt x="1031735" y="322864"/>
                  </a:lnTo>
                  <a:close/>
                  <a:moveTo>
                    <a:pt x="992749" y="273820"/>
                  </a:moveTo>
                  <a:lnTo>
                    <a:pt x="1031735" y="322864"/>
                  </a:lnTo>
                  <a:lnTo>
                    <a:pt x="1038135" y="254918"/>
                  </a:lnTo>
                  <a:close/>
                  <a:moveTo>
                    <a:pt x="992749" y="273820"/>
                  </a:moveTo>
                  <a:lnTo>
                    <a:pt x="1026911" y="325356"/>
                  </a:lnTo>
                  <a:lnTo>
                    <a:pt x="1031735" y="322864"/>
                  </a:lnTo>
                  <a:close/>
                  <a:moveTo>
                    <a:pt x="992749" y="273820"/>
                  </a:moveTo>
                  <a:lnTo>
                    <a:pt x="1038135" y="254918"/>
                  </a:lnTo>
                  <a:lnTo>
                    <a:pt x="1004382" y="198189"/>
                  </a:lnTo>
                  <a:close/>
                  <a:moveTo>
                    <a:pt x="977041" y="222283"/>
                  </a:moveTo>
                  <a:lnTo>
                    <a:pt x="992749" y="273820"/>
                  </a:lnTo>
                  <a:lnTo>
                    <a:pt x="1004382" y="198189"/>
                  </a:lnTo>
                  <a:close/>
                  <a:moveTo>
                    <a:pt x="989892" y="146653"/>
                  </a:moveTo>
                  <a:lnTo>
                    <a:pt x="957028" y="97280"/>
                  </a:lnTo>
                  <a:lnTo>
                    <a:pt x="954701" y="96536"/>
                  </a:lnTo>
                  <a:close/>
                  <a:moveTo>
                    <a:pt x="955077" y="95116"/>
                  </a:moveTo>
                  <a:lnTo>
                    <a:pt x="954701" y="96536"/>
                  </a:lnTo>
                  <a:lnTo>
                    <a:pt x="957028" y="97280"/>
                  </a:lnTo>
                  <a:close/>
                  <a:moveTo>
                    <a:pt x="954371" y="87348"/>
                  </a:moveTo>
                  <a:lnTo>
                    <a:pt x="954701" y="96536"/>
                  </a:lnTo>
                  <a:lnTo>
                    <a:pt x="955077" y="95116"/>
                  </a:lnTo>
                  <a:close/>
                  <a:moveTo>
                    <a:pt x="958726" y="93264"/>
                  </a:moveTo>
                  <a:lnTo>
                    <a:pt x="957028" y="97280"/>
                  </a:lnTo>
                  <a:lnTo>
                    <a:pt x="998055" y="71022"/>
                  </a:lnTo>
                  <a:close/>
                  <a:moveTo>
                    <a:pt x="998055" y="71022"/>
                  </a:moveTo>
                  <a:lnTo>
                    <a:pt x="957028" y="97280"/>
                  </a:lnTo>
                  <a:lnTo>
                    <a:pt x="989892" y="146653"/>
                  </a:lnTo>
                  <a:close/>
                  <a:moveTo>
                    <a:pt x="955077" y="95116"/>
                  </a:moveTo>
                  <a:lnTo>
                    <a:pt x="957028" y="97280"/>
                  </a:lnTo>
                  <a:lnTo>
                    <a:pt x="958726" y="93264"/>
                  </a:lnTo>
                  <a:close/>
                  <a:moveTo>
                    <a:pt x="955077" y="95116"/>
                  </a:moveTo>
                  <a:lnTo>
                    <a:pt x="958726" y="93264"/>
                  </a:lnTo>
                  <a:lnTo>
                    <a:pt x="954371" y="87348"/>
                  </a:lnTo>
                  <a:close/>
                  <a:moveTo>
                    <a:pt x="998055" y="71022"/>
                  </a:moveTo>
                  <a:lnTo>
                    <a:pt x="954371" y="87348"/>
                  </a:lnTo>
                  <a:lnTo>
                    <a:pt x="958726" y="93264"/>
                  </a:lnTo>
                  <a:close/>
                  <a:moveTo>
                    <a:pt x="967089" y="0"/>
                  </a:moveTo>
                  <a:lnTo>
                    <a:pt x="963601" y="26558"/>
                  </a:lnTo>
                  <a:lnTo>
                    <a:pt x="969769" y="19485"/>
                  </a:lnTo>
                  <a:close/>
                </a:path>
              </a:pathLst>
            </a:custGeom>
            <a:solidFill>
              <a:srgbClr val="F4F6F7"/>
            </a:solidFill>
            <a:ln w="1524">
              <a:solidFill>
                <a:srgbClr val="F4F6F7"/>
              </a:solidFill>
            </a:ln>
          </p:spPr>
        </p:sp>
        <p:sp>
          <p:nvSpPr>
            <p:cNvPr id="4173" name="Output_density__4172">
              <a:extLst>
                <a:ext uri="{FF2B5EF4-FFF2-40B4-BE49-F238E27FC236}">
                  <a16:creationId xmlns:a16="http://schemas.microsoft.com/office/drawing/2014/main" id="{A2EC0B52-7FBE-BB6D-C672-16C4CDECB145}"/>
                </a:ext>
              </a:extLst>
            </p:cNvPr>
            <p:cNvSpPr>
              <a:spLocks noGrp="1"/>
            </p:cNvSpPr>
            <p:nvPr/>
          </p:nvSpPr>
          <p:spPr>
            <a:xfrm>
              <a:off x="15982397" y="4249021"/>
              <a:ext cx="81915" cy="47399"/>
            </a:xfrm>
            <a:custGeom>
              <a:avLst/>
              <a:gdLst/>
              <a:ahLst/>
              <a:cxnLst/>
              <a:rect l="0" t="0" r="0" b="0"/>
              <a:pathLst>
                <a:path w="81915" h="47399">
                  <a:moveTo>
                    <a:pt x="21732" y="47399"/>
                  </a:moveTo>
                  <a:lnTo>
                    <a:pt x="40100" y="18338"/>
                  </a:lnTo>
                  <a:lnTo>
                    <a:pt x="0" y="19956"/>
                  </a:lnTo>
                  <a:close/>
                  <a:moveTo>
                    <a:pt x="40100" y="18338"/>
                  </a:moveTo>
                  <a:lnTo>
                    <a:pt x="21732" y="47399"/>
                  </a:lnTo>
                  <a:lnTo>
                    <a:pt x="72515" y="27365"/>
                  </a:lnTo>
                  <a:close/>
                  <a:moveTo>
                    <a:pt x="40100" y="18338"/>
                  </a:moveTo>
                  <a:lnTo>
                    <a:pt x="72515" y="27365"/>
                  </a:lnTo>
                  <a:lnTo>
                    <a:pt x="81915" y="0"/>
                  </a:lnTo>
                  <a:close/>
                </a:path>
              </a:pathLst>
            </a:custGeom>
            <a:solidFill>
              <a:srgbClr val="F5F7F8"/>
            </a:solidFill>
            <a:ln w="1524">
              <a:solidFill>
                <a:srgbClr val="F5F7F8"/>
              </a:solidFill>
            </a:ln>
          </p:spPr>
        </p:sp>
        <p:sp>
          <p:nvSpPr>
            <p:cNvPr id="4174" name="Output_density__4173">
              <a:extLst>
                <a:ext uri="{FF2B5EF4-FFF2-40B4-BE49-F238E27FC236}">
                  <a16:creationId xmlns:a16="http://schemas.microsoft.com/office/drawing/2014/main" id="{2DF5F190-9A94-C900-309D-3AF2AAC90116}"/>
                </a:ext>
              </a:extLst>
            </p:cNvPr>
            <p:cNvSpPr>
              <a:spLocks noGrp="1"/>
            </p:cNvSpPr>
            <p:nvPr/>
          </p:nvSpPr>
          <p:spPr>
            <a:xfrm>
              <a:off x="15590419" y="3424816"/>
              <a:ext cx="1155122" cy="1174126"/>
            </a:xfrm>
            <a:custGeom>
              <a:avLst/>
              <a:gdLst/>
              <a:ahLst/>
              <a:cxnLst/>
              <a:rect l="0" t="0" r="0" b="0"/>
              <a:pathLst>
                <a:path w="1155122" h="1174126">
                  <a:moveTo>
                    <a:pt x="131960" y="1122589"/>
                  </a:moveTo>
                  <a:lnTo>
                    <a:pt x="126470" y="1112908"/>
                  </a:lnTo>
                  <a:lnTo>
                    <a:pt x="102752" y="1081234"/>
                  </a:lnTo>
                  <a:close/>
                  <a:moveTo>
                    <a:pt x="160405" y="1098495"/>
                  </a:moveTo>
                  <a:lnTo>
                    <a:pt x="212836" y="1155206"/>
                  </a:lnTo>
                  <a:lnTo>
                    <a:pt x="217008" y="1141836"/>
                  </a:lnTo>
                  <a:close/>
                  <a:moveTo>
                    <a:pt x="154778" y="1174126"/>
                  </a:moveTo>
                  <a:lnTo>
                    <a:pt x="212836" y="1155206"/>
                  </a:lnTo>
                  <a:lnTo>
                    <a:pt x="160405" y="1098495"/>
                  </a:lnTo>
                  <a:close/>
                  <a:moveTo>
                    <a:pt x="131960" y="1122589"/>
                  </a:moveTo>
                  <a:lnTo>
                    <a:pt x="154778" y="1174126"/>
                  </a:lnTo>
                  <a:lnTo>
                    <a:pt x="160405" y="1098495"/>
                  </a:lnTo>
                  <a:close/>
                  <a:moveTo>
                    <a:pt x="212836" y="1155206"/>
                  </a:moveTo>
                  <a:lnTo>
                    <a:pt x="231337" y="1150032"/>
                  </a:lnTo>
                  <a:lnTo>
                    <a:pt x="217008" y="1141836"/>
                  </a:lnTo>
                  <a:close/>
                  <a:moveTo>
                    <a:pt x="131960" y="1122589"/>
                  </a:moveTo>
                  <a:lnTo>
                    <a:pt x="160405" y="1098495"/>
                  </a:lnTo>
                  <a:lnTo>
                    <a:pt x="126470" y="1112908"/>
                  </a:lnTo>
                  <a:close/>
                  <a:moveTo>
                    <a:pt x="160405" y="1098495"/>
                  </a:moveTo>
                  <a:lnTo>
                    <a:pt x="158209" y="1096677"/>
                  </a:lnTo>
                  <a:lnTo>
                    <a:pt x="126470" y="1112908"/>
                  </a:lnTo>
                  <a:close/>
                  <a:moveTo>
                    <a:pt x="94382" y="1019516"/>
                  </a:moveTo>
                  <a:lnTo>
                    <a:pt x="100911" y="1071053"/>
                  </a:lnTo>
                  <a:lnTo>
                    <a:pt x="124447" y="1046959"/>
                  </a:lnTo>
                  <a:close/>
                  <a:moveTo>
                    <a:pt x="94382" y="1019516"/>
                  </a:moveTo>
                  <a:lnTo>
                    <a:pt x="124447" y="1046959"/>
                  </a:lnTo>
                  <a:lnTo>
                    <a:pt x="96967" y="995422"/>
                  </a:lnTo>
                  <a:close/>
                  <a:moveTo>
                    <a:pt x="72001" y="967979"/>
                  </a:moveTo>
                  <a:lnTo>
                    <a:pt x="96967" y="995422"/>
                  </a:lnTo>
                  <a:lnTo>
                    <a:pt x="92037" y="943885"/>
                  </a:lnTo>
                  <a:close/>
                  <a:moveTo>
                    <a:pt x="265206" y="1074401"/>
                  </a:moveTo>
                  <a:lnTo>
                    <a:pt x="231337" y="1150032"/>
                  </a:lnTo>
                  <a:lnTo>
                    <a:pt x="291746" y="1125938"/>
                  </a:lnTo>
                  <a:close/>
                  <a:moveTo>
                    <a:pt x="160405" y="1098495"/>
                  </a:moveTo>
                  <a:lnTo>
                    <a:pt x="217008" y="1141836"/>
                  </a:lnTo>
                  <a:lnTo>
                    <a:pt x="230160" y="1078378"/>
                  </a:lnTo>
                  <a:close/>
                  <a:moveTo>
                    <a:pt x="230160" y="1078378"/>
                  </a:moveTo>
                  <a:lnTo>
                    <a:pt x="265206" y="1074401"/>
                  </a:lnTo>
                  <a:lnTo>
                    <a:pt x="280327" y="1068999"/>
                  </a:lnTo>
                  <a:close/>
                  <a:moveTo>
                    <a:pt x="191857" y="984032"/>
                  </a:moveTo>
                  <a:lnTo>
                    <a:pt x="168260" y="999356"/>
                  </a:lnTo>
                  <a:lnTo>
                    <a:pt x="167662" y="1028463"/>
                  </a:lnTo>
                  <a:close/>
                  <a:moveTo>
                    <a:pt x="149058" y="971328"/>
                  </a:moveTo>
                  <a:lnTo>
                    <a:pt x="96582" y="922782"/>
                  </a:lnTo>
                  <a:lnTo>
                    <a:pt x="92037" y="943885"/>
                  </a:lnTo>
                  <a:close/>
                  <a:moveTo>
                    <a:pt x="149058" y="971328"/>
                  </a:moveTo>
                  <a:lnTo>
                    <a:pt x="92037" y="943885"/>
                  </a:lnTo>
                  <a:lnTo>
                    <a:pt x="96967" y="995422"/>
                  </a:lnTo>
                  <a:close/>
                  <a:moveTo>
                    <a:pt x="97222" y="919792"/>
                  </a:moveTo>
                  <a:lnTo>
                    <a:pt x="72030" y="868255"/>
                  </a:lnTo>
                  <a:lnTo>
                    <a:pt x="66961" y="884120"/>
                  </a:lnTo>
                  <a:close/>
                  <a:moveTo>
                    <a:pt x="280327" y="1068999"/>
                  </a:moveTo>
                  <a:lnTo>
                    <a:pt x="265206" y="1074401"/>
                  </a:lnTo>
                  <a:lnTo>
                    <a:pt x="307940" y="1037341"/>
                  </a:lnTo>
                  <a:close/>
                  <a:moveTo>
                    <a:pt x="275844" y="953734"/>
                  </a:moveTo>
                  <a:lnTo>
                    <a:pt x="254499" y="972435"/>
                  </a:lnTo>
                  <a:lnTo>
                    <a:pt x="283972" y="947234"/>
                  </a:lnTo>
                  <a:close/>
                  <a:moveTo>
                    <a:pt x="254499" y="972435"/>
                  </a:moveTo>
                  <a:lnTo>
                    <a:pt x="298278" y="1022865"/>
                  </a:lnTo>
                  <a:lnTo>
                    <a:pt x="283972" y="947234"/>
                  </a:lnTo>
                  <a:close/>
                  <a:moveTo>
                    <a:pt x="283972" y="947234"/>
                  </a:moveTo>
                  <a:lnTo>
                    <a:pt x="298278" y="1022865"/>
                  </a:lnTo>
                  <a:lnTo>
                    <a:pt x="342572" y="992148"/>
                  </a:lnTo>
                  <a:close/>
                  <a:moveTo>
                    <a:pt x="342572" y="992148"/>
                  </a:moveTo>
                  <a:lnTo>
                    <a:pt x="298278" y="1022865"/>
                  </a:lnTo>
                  <a:lnTo>
                    <a:pt x="331374" y="1009315"/>
                  </a:lnTo>
                  <a:close/>
                  <a:moveTo>
                    <a:pt x="331374" y="1009315"/>
                  </a:moveTo>
                  <a:lnTo>
                    <a:pt x="373810" y="998771"/>
                  </a:lnTo>
                  <a:lnTo>
                    <a:pt x="342572" y="992148"/>
                  </a:lnTo>
                  <a:close/>
                  <a:moveTo>
                    <a:pt x="252684" y="971328"/>
                  </a:moveTo>
                  <a:lnTo>
                    <a:pt x="254499" y="972435"/>
                  </a:lnTo>
                  <a:lnTo>
                    <a:pt x="275844" y="953734"/>
                  </a:lnTo>
                  <a:close/>
                  <a:moveTo>
                    <a:pt x="252684" y="971328"/>
                  </a:moveTo>
                  <a:lnTo>
                    <a:pt x="275844" y="953734"/>
                  </a:lnTo>
                  <a:lnTo>
                    <a:pt x="252631" y="965452"/>
                  </a:lnTo>
                  <a:close/>
                  <a:moveTo>
                    <a:pt x="241959" y="918539"/>
                  </a:moveTo>
                  <a:lnTo>
                    <a:pt x="283804" y="947100"/>
                  </a:lnTo>
                  <a:lnTo>
                    <a:pt x="227655" y="895698"/>
                  </a:lnTo>
                  <a:close/>
                  <a:moveTo>
                    <a:pt x="283804" y="947100"/>
                  </a:moveTo>
                  <a:lnTo>
                    <a:pt x="241959" y="918539"/>
                  </a:lnTo>
                  <a:lnTo>
                    <a:pt x="283972" y="947234"/>
                  </a:lnTo>
                  <a:close/>
                  <a:moveTo>
                    <a:pt x="252631" y="965452"/>
                  </a:moveTo>
                  <a:lnTo>
                    <a:pt x="275844" y="953734"/>
                  </a:lnTo>
                  <a:lnTo>
                    <a:pt x="283972" y="947234"/>
                  </a:lnTo>
                  <a:close/>
                  <a:moveTo>
                    <a:pt x="244488" y="919792"/>
                  </a:moveTo>
                  <a:lnTo>
                    <a:pt x="252631" y="965452"/>
                  </a:lnTo>
                  <a:lnTo>
                    <a:pt x="283972" y="947234"/>
                  </a:lnTo>
                  <a:close/>
                  <a:moveTo>
                    <a:pt x="395044" y="995534"/>
                  </a:moveTo>
                  <a:lnTo>
                    <a:pt x="342572" y="992148"/>
                  </a:lnTo>
                  <a:lnTo>
                    <a:pt x="373810" y="998771"/>
                  </a:lnTo>
                  <a:close/>
                  <a:moveTo>
                    <a:pt x="351485" y="930222"/>
                  </a:moveTo>
                  <a:lnTo>
                    <a:pt x="342572" y="992148"/>
                  </a:lnTo>
                  <a:lnTo>
                    <a:pt x="395044" y="995534"/>
                  </a:lnTo>
                  <a:close/>
                  <a:moveTo>
                    <a:pt x="393785" y="933815"/>
                  </a:moveTo>
                  <a:lnTo>
                    <a:pt x="351485" y="930222"/>
                  </a:lnTo>
                  <a:lnTo>
                    <a:pt x="395044" y="995534"/>
                  </a:lnTo>
                  <a:close/>
                  <a:moveTo>
                    <a:pt x="283972" y="947234"/>
                  </a:moveTo>
                  <a:lnTo>
                    <a:pt x="342572" y="992148"/>
                  </a:lnTo>
                  <a:lnTo>
                    <a:pt x="351485" y="930222"/>
                  </a:lnTo>
                  <a:close/>
                  <a:moveTo>
                    <a:pt x="283972" y="947234"/>
                  </a:moveTo>
                  <a:lnTo>
                    <a:pt x="351485" y="930222"/>
                  </a:lnTo>
                  <a:lnTo>
                    <a:pt x="283804" y="947100"/>
                  </a:lnTo>
                  <a:close/>
                  <a:moveTo>
                    <a:pt x="283804" y="947100"/>
                  </a:moveTo>
                  <a:lnTo>
                    <a:pt x="351485" y="930222"/>
                  </a:lnTo>
                  <a:lnTo>
                    <a:pt x="347780" y="876718"/>
                  </a:lnTo>
                  <a:close/>
                  <a:moveTo>
                    <a:pt x="275498" y="871604"/>
                  </a:moveTo>
                  <a:lnTo>
                    <a:pt x="227655" y="895698"/>
                  </a:lnTo>
                  <a:lnTo>
                    <a:pt x="283804" y="947100"/>
                  </a:lnTo>
                  <a:close/>
                  <a:moveTo>
                    <a:pt x="275498" y="871604"/>
                  </a:moveTo>
                  <a:lnTo>
                    <a:pt x="223803" y="844161"/>
                  </a:lnTo>
                  <a:lnTo>
                    <a:pt x="227655" y="895698"/>
                  </a:lnTo>
                  <a:close/>
                  <a:moveTo>
                    <a:pt x="39911" y="529654"/>
                  </a:moveTo>
                  <a:lnTo>
                    <a:pt x="0" y="534942"/>
                  </a:lnTo>
                  <a:lnTo>
                    <a:pt x="73466" y="549811"/>
                  </a:lnTo>
                  <a:close/>
                  <a:moveTo>
                    <a:pt x="483831" y="847510"/>
                  </a:moveTo>
                  <a:lnTo>
                    <a:pt x="534992" y="832238"/>
                  </a:lnTo>
                  <a:lnTo>
                    <a:pt x="504831" y="771879"/>
                  </a:lnTo>
                  <a:close/>
                  <a:moveTo>
                    <a:pt x="481750" y="758457"/>
                  </a:moveTo>
                  <a:lnTo>
                    <a:pt x="502121" y="699724"/>
                  </a:lnTo>
                  <a:lnTo>
                    <a:pt x="438123" y="709540"/>
                  </a:lnTo>
                  <a:close/>
                  <a:moveTo>
                    <a:pt x="438123" y="709540"/>
                  </a:moveTo>
                  <a:lnTo>
                    <a:pt x="502121" y="699724"/>
                  </a:lnTo>
                  <a:lnTo>
                    <a:pt x="497680" y="696249"/>
                  </a:lnTo>
                  <a:close/>
                  <a:moveTo>
                    <a:pt x="558892" y="747785"/>
                  </a:moveTo>
                  <a:lnTo>
                    <a:pt x="504831" y="771879"/>
                  </a:lnTo>
                  <a:lnTo>
                    <a:pt x="542167" y="809670"/>
                  </a:lnTo>
                  <a:close/>
                  <a:moveTo>
                    <a:pt x="559987" y="686431"/>
                  </a:moveTo>
                  <a:lnTo>
                    <a:pt x="538314" y="660364"/>
                  </a:lnTo>
                  <a:lnTo>
                    <a:pt x="537681" y="672155"/>
                  </a:lnTo>
                  <a:close/>
                  <a:moveTo>
                    <a:pt x="538314" y="660364"/>
                  </a:moveTo>
                  <a:lnTo>
                    <a:pt x="559987" y="686431"/>
                  </a:lnTo>
                  <a:lnTo>
                    <a:pt x="620564" y="658308"/>
                  </a:lnTo>
                  <a:close/>
                  <a:moveTo>
                    <a:pt x="335270" y="378719"/>
                  </a:moveTo>
                  <a:lnTo>
                    <a:pt x="302715" y="311399"/>
                  </a:lnTo>
                  <a:lnTo>
                    <a:pt x="289388" y="315295"/>
                  </a:lnTo>
                  <a:close/>
                  <a:moveTo>
                    <a:pt x="358061" y="287305"/>
                  </a:moveTo>
                  <a:lnTo>
                    <a:pt x="346663" y="332943"/>
                  </a:lnTo>
                  <a:lnTo>
                    <a:pt x="373741" y="299287"/>
                  </a:lnTo>
                  <a:close/>
                  <a:moveTo>
                    <a:pt x="358061" y="287305"/>
                  </a:moveTo>
                  <a:lnTo>
                    <a:pt x="302715" y="311399"/>
                  </a:lnTo>
                  <a:lnTo>
                    <a:pt x="346663" y="332943"/>
                  </a:lnTo>
                  <a:close/>
                  <a:moveTo>
                    <a:pt x="834134" y="740969"/>
                  </a:moveTo>
                  <a:lnTo>
                    <a:pt x="848473" y="716592"/>
                  </a:lnTo>
                  <a:lnTo>
                    <a:pt x="790496" y="738464"/>
                  </a:lnTo>
                  <a:close/>
                  <a:moveTo>
                    <a:pt x="790496" y="738464"/>
                  </a:moveTo>
                  <a:lnTo>
                    <a:pt x="848473" y="716592"/>
                  </a:lnTo>
                  <a:lnTo>
                    <a:pt x="791837" y="699597"/>
                  </a:lnTo>
                  <a:close/>
                  <a:moveTo>
                    <a:pt x="857462" y="727040"/>
                  </a:moveTo>
                  <a:lnTo>
                    <a:pt x="834134" y="740969"/>
                  </a:lnTo>
                  <a:lnTo>
                    <a:pt x="825122" y="764184"/>
                  </a:lnTo>
                  <a:close/>
                  <a:moveTo>
                    <a:pt x="857462" y="727040"/>
                  </a:moveTo>
                  <a:lnTo>
                    <a:pt x="919218" y="702946"/>
                  </a:lnTo>
                  <a:lnTo>
                    <a:pt x="848473" y="716592"/>
                  </a:lnTo>
                  <a:close/>
                  <a:moveTo>
                    <a:pt x="848045" y="580092"/>
                  </a:moveTo>
                  <a:lnTo>
                    <a:pt x="838113" y="612249"/>
                  </a:lnTo>
                  <a:lnTo>
                    <a:pt x="839183" y="599873"/>
                  </a:lnTo>
                  <a:close/>
                  <a:moveTo>
                    <a:pt x="1129586" y="603222"/>
                  </a:moveTo>
                  <a:lnTo>
                    <a:pt x="1103816" y="567869"/>
                  </a:lnTo>
                  <a:lnTo>
                    <a:pt x="1075084" y="595347"/>
                  </a:lnTo>
                  <a:close/>
                  <a:moveTo>
                    <a:pt x="1129586" y="603222"/>
                  </a:moveTo>
                  <a:lnTo>
                    <a:pt x="1155122" y="579128"/>
                  </a:lnTo>
                  <a:lnTo>
                    <a:pt x="1103816" y="567869"/>
                  </a:lnTo>
                  <a:close/>
                  <a:moveTo>
                    <a:pt x="1087242" y="498897"/>
                  </a:moveTo>
                  <a:lnTo>
                    <a:pt x="1088500" y="510607"/>
                  </a:lnTo>
                  <a:lnTo>
                    <a:pt x="1062169" y="481299"/>
                  </a:lnTo>
                  <a:close/>
                  <a:moveTo>
                    <a:pt x="1062169" y="481299"/>
                  </a:moveTo>
                  <a:lnTo>
                    <a:pt x="1088500" y="510607"/>
                  </a:lnTo>
                  <a:lnTo>
                    <a:pt x="1110848" y="527591"/>
                  </a:lnTo>
                  <a:close/>
                  <a:moveTo>
                    <a:pt x="1061358" y="448612"/>
                  </a:moveTo>
                  <a:lnTo>
                    <a:pt x="1083038" y="490185"/>
                  </a:lnTo>
                  <a:lnTo>
                    <a:pt x="1063856" y="424518"/>
                  </a:lnTo>
                  <a:close/>
                  <a:moveTo>
                    <a:pt x="1063856" y="424518"/>
                  </a:moveTo>
                  <a:lnTo>
                    <a:pt x="1083038" y="490185"/>
                  </a:lnTo>
                  <a:lnTo>
                    <a:pt x="1062169" y="481299"/>
                  </a:lnTo>
                  <a:close/>
                  <a:moveTo>
                    <a:pt x="1062169" y="481299"/>
                  </a:moveTo>
                  <a:lnTo>
                    <a:pt x="1083038" y="490185"/>
                  </a:lnTo>
                  <a:lnTo>
                    <a:pt x="1087242" y="498897"/>
                  </a:lnTo>
                  <a:close/>
                  <a:moveTo>
                    <a:pt x="1017445" y="194278"/>
                  </a:moveTo>
                  <a:lnTo>
                    <a:pt x="1036608" y="251108"/>
                  </a:lnTo>
                  <a:lnTo>
                    <a:pt x="1036354" y="220521"/>
                  </a:lnTo>
                  <a:close/>
                  <a:moveTo>
                    <a:pt x="980801" y="142741"/>
                  </a:moveTo>
                  <a:lnTo>
                    <a:pt x="1039788" y="185780"/>
                  </a:lnTo>
                  <a:lnTo>
                    <a:pt x="1038321" y="124229"/>
                  </a:lnTo>
                  <a:close/>
                  <a:moveTo>
                    <a:pt x="1041740" y="105758"/>
                  </a:moveTo>
                  <a:lnTo>
                    <a:pt x="980801" y="142741"/>
                  </a:lnTo>
                  <a:lnTo>
                    <a:pt x="1038321" y="124229"/>
                  </a:lnTo>
                  <a:close/>
                  <a:moveTo>
                    <a:pt x="1022918" y="43016"/>
                  </a:moveTo>
                  <a:lnTo>
                    <a:pt x="990252" y="67110"/>
                  </a:lnTo>
                  <a:lnTo>
                    <a:pt x="1041740" y="105758"/>
                  </a:lnTo>
                  <a:close/>
                  <a:moveTo>
                    <a:pt x="1022918" y="43016"/>
                  </a:moveTo>
                  <a:lnTo>
                    <a:pt x="990056" y="0"/>
                  </a:lnTo>
                  <a:lnTo>
                    <a:pt x="989848" y="15574"/>
                  </a:lnTo>
                  <a:close/>
                  <a:moveTo>
                    <a:pt x="1022918" y="43016"/>
                  </a:moveTo>
                  <a:lnTo>
                    <a:pt x="989848" y="15574"/>
                  </a:lnTo>
                  <a:lnTo>
                    <a:pt x="990252" y="67110"/>
                  </a:lnTo>
                  <a:close/>
                </a:path>
              </a:pathLst>
            </a:custGeom>
            <a:solidFill>
              <a:srgbClr val="F2F4F6"/>
            </a:solidFill>
            <a:ln w="1524">
              <a:solidFill>
                <a:srgbClr val="F2F4F6"/>
              </a:solidFill>
            </a:ln>
          </p:spPr>
        </p:sp>
        <p:sp>
          <p:nvSpPr>
            <p:cNvPr id="4175" name="Output_density__4174">
              <a:extLst>
                <a:ext uri="{FF2B5EF4-FFF2-40B4-BE49-F238E27FC236}">
                  <a16:creationId xmlns:a16="http://schemas.microsoft.com/office/drawing/2014/main" id="{252BBEC2-DD35-DDE8-6D6A-9EAB79C487E4}"/>
                </a:ext>
              </a:extLst>
            </p:cNvPr>
            <p:cNvSpPr>
              <a:spLocks noGrp="1"/>
            </p:cNvSpPr>
            <p:nvPr/>
          </p:nvSpPr>
          <p:spPr>
            <a:xfrm>
              <a:off x="15424217" y="3490171"/>
              <a:ext cx="1421812" cy="1132807"/>
            </a:xfrm>
            <a:custGeom>
              <a:avLst/>
              <a:gdLst/>
              <a:ahLst/>
              <a:cxnLst/>
              <a:rect l="0" t="0" r="0" b="0"/>
              <a:pathLst>
                <a:path w="1421812" h="1132807">
                  <a:moveTo>
                    <a:pt x="320980" y="1108771"/>
                  </a:moveTo>
                  <a:lnTo>
                    <a:pt x="333799" y="1126629"/>
                  </a:lnTo>
                  <a:lnTo>
                    <a:pt x="362194" y="1132807"/>
                  </a:lnTo>
                  <a:close/>
                  <a:moveTo>
                    <a:pt x="436887" y="1102497"/>
                  </a:moveTo>
                  <a:lnTo>
                    <a:pt x="397539" y="1084678"/>
                  </a:lnTo>
                  <a:lnTo>
                    <a:pt x="362194" y="1132807"/>
                  </a:lnTo>
                  <a:close/>
                  <a:moveTo>
                    <a:pt x="0" y="643405"/>
                  </a:moveTo>
                  <a:lnTo>
                    <a:pt x="62856" y="672385"/>
                  </a:lnTo>
                  <a:lnTo>
                    <a:pt x="37792" y="658410"/>
                  </a:lnTo>
                  <a:close/>
                  <a:moveTo>
                    <a:pt x="0" y="643405"/>
                  </a:moveTo>
                  <a:lnTo>
                    <a:pt x="80442" y="678732"/>
                  </a:lnTo>
                  <a:lnTo>
                    <a:pt x="62856" y="672385"/>
                  </a:lnTo>
                  <a:close/>
                  <a:moveTo>
                    <a:pt x="62856" y="672385"/>
                  </a:moveTo>
                  <a:lnTo>
                    <a:pt x="80442" y="678732"/>
                  </a:lnTo>
                  <a:lnTo>
                    <a:pt x="92486" y="688222"/>
                  </a:lnTo>
                  <a:close/>
                  <a:moveTo>
                    <a:pt x="146606" y="715891"/>
                  </a:moveTo>
                  <a:lnTo>
                    <a:pt x="92486" y="688222"/>
                  </a:lnTo>
                  <a:lnTo>
                    <a:pt x="80442" y="678732"/>
                  </a:lnTo>
                  <a:close/>
                  <a:moveTo>
                    <a:pt x="397539" y="1084678"/>
                  </a:moveTo>
                  <a:lnTo>
                    <a:pt x="436887" y="1102497"/>
                  </a:lnTo>
                  <a:lnTo>
                    <a:pt x="455968" y="1112120"/>
                  </a:lnTo>
                  <a:close/>
                  <a:moveTo>
                    <a:pt x="159359" y="723921"/>
                  </a:moveTo>
                  <a:lnTo>
                    <a:pt x="211358" y="699827"/>
                  </a:lnTo>
                  <a:lnTo>
                    <a:pt x="146606" y="715891"/>
                  </a:lnTo>
                  <a:close/>
                  <a:moveTo>
                    <a:pt x="211358" y="699827"/>
                  </a:moveTo>
                  <a:lnTo>
                    <a:pt x="172256" y="676894"/>
                  </a:lnTo>
                  <a:lnTo>
                    <a:pt x="146606" y="715891"/>
                  </a:lnTo>
                  <a:close/>
                  <a:moveTo>
                    <a:pt x="92486" y="688222"/>
                  </a:moveTo>
                  <a:lnTo>
                    <a:pt x="62224" y="655561"/>
                  </a:lnTo>
                  <a:lnTo>
                    <a:pt x="62856" y="672385"/>
                  </a:lnTo>
                  <a:close/>
                  <a:moveTo>
                    <a:pt x="37792" y="658410"/>
                  </a:moveTo>
                  <a:lnTo>
                    <a:pt x="62856" y="672385"/>
                  </a:lnTo>
                  <a:lnTo>
                    <a:pt x="62224" y="655561"/>
                  </a:lnTo>
                  <a:close/>
                  <a:moveTo>
                    <a:pt x="92486" y="688222"/>
                  </a:moveTo>
                  <a:lnTo>
                    <a:pt x="146606" y="715891"/>
                  </a:lnTo>
                  <a:lnTo>
                    <a:pt x="172256" y="676894"/>
                  </a:lnTo>
                  <a:close/>
                  <a:moveTo>
                    <a:pt x="124881" y="674441"/>
                  </a:moveTo>
                  <a:lnTo>
                    <a:pt x="92486" y="688222"/>
                  </a:lnTo>
                  <a:lnTo>
                    <a:pt x="172256" y="676894"/>
                  </a:lnTo>
                  <a:close/>
                  <a:moveTo>
                    <a:pt x="344220" y="854437"/>
                  </a:moveTo>
                  <a:lnTo>
                    <a:pt x="330384" y="783856"/>
                  </a:lnTo>
                  <a:lnTo>
                    <a:pt x="335942" y="835933"/>
                  </a:lnTo>
                  <a:close/>
                  <a:moveTo>
                    <a:pt x="211358" y="699827"/>
                  </a:moveTo>
                  <a:lnTo>
                    <a:pt x="223769" y="675733"/>
                  </a:lnTo>
                  <a:lnTo>
                    <a:pt x="172256" y="676894"/>
                  </a:lnTo>
                  <a:close/>
                  <a:moveTo>
                    <a:pt x="249236" y="742956"/>
                  </a:moveTo>
                  <a:lnTo>
                    <a:pt x="230580" y="720279"/>
                  </a:lnTo>
                  <a:lnTo>
                    <a:pt x="257332" y="699827"/>
                  </a:lnTo>
                  <a:close/>
                  <a:moveTo>
                    <a:pt x="517821" y="806249"/>
                  </a:moveTo>
                  <a:lnTo>
                    <a:pt x="484335" y="766497"/>
                  </a:lnTo>
                  <a:lnTo>
                    <a:pt x="509256" y="793697"/>
                  </a:lnTo>
                  <a:close/>
                  <a:moveTo>
                    <a:pt x="515464" y="803932"/>
                  </a:moveTo>
                  <a:lnTo>
                    <a:pt x="509256" y="793697"/>
                  </a:lnTo>
                  <a:lnTo>
                    <a:pt x="475951" y="735330"/>
                  </a:lnTo>
                  <a:close/>
                  <a:moveTo>
                    <a:pt x="515464" y="803932"/>
                  </a:moveTo>
                  <a:lnTo>
                    <a:pt x="513982" y="811364"/>
                  </a:lnTo>
                  <a:lnTo>
                    <a:pt x="517821" y="806249"/>
                  </a:lnTo>
                  <a:close/>
                  <a:moveTo>
                    <a:pt x="515464" y="803932"/>
                  </a:moveTo>
                  <a:lnTo>
                    <a:pt x="517821" y="806249"/>
                  </a:lnTo>
                  <a:lnTo>
                    <a:pt x="509256" y="793697"/>
                  </a:lnTo>
                  <a:close/>
                  <a:moveTo>
                    <a:pt x="432302" y="582587"/>
                  </a:moveTo>
                  <a:lnTo>
                    <a:pt x="431854" y="600103"/>
                  </a:lnTo>
                  <a:lnTo>
                    <a:pt x="441812" y="581310"/>
                  </a:lnTo>
                  <a:close/>
                  <a:moveTo>
                    <a:pt x="425786" y="576009"/>
                  </a:moveTo>
                  <a:lnTo>
                    <a:pt x="432302" y="582587"/>
                  </a:lnTo>
                  <a:lnTo>
                    <a:pt x="441812" y="581310"/>
                  </a:lnTo>
                  <a:close/>
                  <a:moveTo>
                    <a:pt x="425786" y="576009"/>
                  </a:moveTo>
                  <a:lnTo>
                    <a:pt x="404249" y="542651"/>
                  </a:lnTo>
                  <a:lnTo>
                    <a:pt x="432302" y="582587"/>
                  </a:lnTo>
                  <a:close/>
                  <a:moveTo>
                    <a:pt x="425786" y="576009"/>
                  </a:moveTo>
                  <a:lnTo>
                    <a:pt x="441812" y="581310"/>
                  </a:lnTo>
                  <a:lnTo>
                    <a:pt x="448209" y="569656"/>
                  </a:lnTo>
                  <a:close/>
                  <a:moveTo>
                    <a:pt x="504800" y="561630"/>
                  </a:moveTo>
                  <a:lnTo>
                    <a:pt x="441812" y="581310"/>
                  </a:lnTo>
                  <a:lnTo>
                    <a:pt x="492448" y="595954"/>
                  </a:lnTo>
                  <a:close/>
                  <a:moveTo>
                    <a:pt x="504800" y="561630"/>
                  </a:moveTo>
                  <a:lnTo>
                    <a:pt x="448209" y="569656"/>
                  </a:lnTo>
                  <a:lnTo>
                    <a:pt x="441812" y="581310"/>
                  </a:lnTo>
                  <a:close/>
                  <a:moveTo>
                    <a:pt x="708369" y="744316"/>
                  </a:moveTo>
                  <a:lnTo>
                    <a:pt x="754297" y="741358"/>
                  </a:lnTo>
                  <a:lnTo>
                    <a:pt x="786741" y="727758"/>
                  </a:lnTo>
                  <a:close/>
                  <a:moveTo>
                    <a:pt x="703883" y="606801"/>
                  </a:moveTo>
                  <a:lnTo>
                    <a:pt x="704516" y="595010"/>
                  </a:lnTo>
                  <a:lnTo>
                    <a:pt x="697064" y="579358"/>
                  </a:lnTo>
                  <a:close/>
                  <a:moveTo>
                    <a:pt x="703883" y="606801"/>
                  </a:moveTo>
                  <a:lnTo>
                    <a:pt x="697064" y="579358"/>
                  </a:lnTo>
                  <a:lnTo>
                    <a:pt x="711648" y="555264"/>
                  </a:lnTo>
                  <a:close/>
                  <a:moveTo>
                    <a:pt x="1000336" y="675615"/>
                  </a:moveTo>
                  <a:lnTo>
                    <a:pt x="952964" y="730088"/>
                  </a:lnTo>
                  <a:lnTo>
                    <a:pt x="991324" y="698830"/>
                  </a:lnTo>
                  <a:close/>
                  <a:moveTo>
                    <a:pt x="1000336" y="675615"/>
                  </a:moveTo>
                  <a:lnTo>
                    <a:pt x="956698" y="673110"/>
                  </a:lnTo>
                  <a:lnTo>
                    <a:pt x="952964" y="730088"/>
                  </a:lnTo>
                  <a:close/>
                  <a:moveTo>
                    <a:pt x="1064838" y="713222"/>
                  </a:moveTo>
                  <a:lnTo>
                    <a:pt x="1066076" y="722894"/>
                  </a:lnTo>
                  <a:lnTo>
                    <a:pt x="1080931" y="724280"/>
                  </a:lnTo>
                  <a:close/>
                  <a:moveTo>
                    <a:pt x="1124294" y="561961"/>
                  </a:moveTo>
                  <a:lnTo>
                    <a:pt x="1112118" y="534519"/>
                  </a:lnTo>
                  <a:lnTo>
                    <a:pt x="1129075" y="510425"/>
                  </a:lnTo>
                  <a:close/>
                  <a:moveTo>
                    <a:pt x="1321324" y="513773"/>
                  </a:moveTo>
                  <a:lnTo>
                    <a:pt x="1336599" y="576774"/>
                  </a:lnTo>
                  <a:lnTo>
                    <a:pt x="1366767" y="554667"/>
                  </a:lnTo>
                  <a:close/>
                  <a:moveTo>
                    <a:pt x="1421812" y="498113"/>
                  </a:moveTo>
                  <a:lnTo>
                    <a:pt x="1379672" y="494389"/>
                  </a:lnTo>
                  <a:lnTo>
                    <a:pt x="1366767" y="554667"/>
                  </a:lnTo>
                  <a:close/>
                  <a:moveTo>
                    <a:pt x="1409241" y="445590"/>
                  </a:moveTo>
                  <a:lnTo>
                    <a:pt x="1383102" y="480842"/>
                  </a:lnTo>
                  <a:lnTo>
                    <a:pt x="1379672" y="494389"/>
                  </a:lnTo>
                  <a:close/>
                  <a:moveTo>
                    <a:pt x="1207942" y="40403"/>
                  </a:moveTo>
                  <a:lnTo>
                    <a:pt x="1204523" y="58875"/>
                  </a:lnTo>
                  <a:lnTo>
                    <a:pt x="1227790" y="1756"/>
                  </a:lnTo>
                  <a:close/>
                  <a:moveTo>
                    <a:pt x="1227790" y="1756"/>
                  </a:moveTo>
                  <a:lnTo>
                    <a:pt x="1233217" y="0"/>
                  </a:lnTo>
                  <a:lnTo>
                    <a:pt x="1207942" y="40403"/>
                  </a:lnTo>
                  <a:close/>
                </a:path>
              </a:pathLst>
            </a:custGeom>
            <a:solidFill>
              <a:srgbClr val="EFF2F3"/>
            </a:solidFill>
            <a:ln w="1524">
              <a:solidFill>
                <a:srgbClr val="EFF2F3"/>
              </a:solidFill>
            </a:ln>
          </p:spPr>
        </p:sp>
        <p:sp>
          <p:nvSpPr>
            <p:cNvPr id="4176" name="Output_density__4175">
              <a:extLst>
                <a:ext uri="{FF2B5EF4-FFF2-40B4-BE49-F238E27FC236}">
                  <a16:creationId xmlns:a16="http://schemas.microsoft.com/office/drawing/2014/main" id="{C1F8987B-3A81-8C55-55AE-D212414B5E21}"/>
                </a:ext>
              </a:extLst>
            </p:cNvPr>
            <p:cNvSpPr>
              <a:spLocks noGrp="1"/>
            </p:cNvSpPr>
            <p:nvPr/>
          </p:nvSpPr>
          <p:spPr>
            <a:xfrm>
              <a:off x="15583577" y="3549046"/>
              <a:ext cx="1177239" cy="1073932"/>
            </a:xfrm>
            <a:custGeom>
              <a:avLst/>
              <a:gdLst/>
              <a:ahLst/>
              <a:cxnLst/>
              <a:rect l="0" t="0" r="0" b="0"/>
              <a:pathLst>
                <a:path w="1177239" h="1073932">
                  <a:moveTo>
                    <a:pt x="161620" y="1049896"/>
                  </a:moveTo>
                  <a:lnTo>
                    <a:pt x="202834" y="1073932"/>
                  </a:lnTo>
                  <a:lnTo>
                    <a:pt x="219678" y="1030976"/>
                  </a:lnTo>
                  <a:close/>
                  <a:moveTo>
                    <a:pt x="202834" y="1073932"/>
                  </a:moveTo>
                  <a:lnTo>
                    <a:pt x="238180" y="1025803"/>
                  </a:lnTo>
                  <a:lnTo>
                    <a:pt x="219678" y="1030976"/>
                  </a:lnTo>
                  <a:close/>
                  <a:moveTo>
                    <a:pt x="287169" y="944770"/>
                  </a:moveTo>
                  <a:lnTo>
                    <a:pt x="233707" y="922729"/>
                  </a:lnTo>
                  <a:lnTo>
                    <a:pt x="237003" y="954149"/>
                  </a:lnTo>
                  <a:close/>
                  <a:moveTo>
                    <a:pt x="237003" y="954149"/>
                  </a:moveTo>
                  <a:lnTo>
                    <a:pt x="233707" y="922729"/>
                  </a:lnTo>
                  <a:lnTo>
                    <a:pt x="225276" y="900940"/>
                  </a:lnTo>
                  <a:close/>
                  <a:moveTo>
                    <a:pt x="314901" y="966783"/>
                  </a:moveTo>
                  <a:lnTo>
                    <a:pt x="287169" y="944770"/>
                  </a:lnTo>
                  <a:lnTo>
                    <a:pt x="293736" y="950172"/>
                  </a:lnTo>
                  <a:close/>
                  <a:moveTo>
                    <a:pt x="185467" y="847099"/>
                  </a:moveTo>
                  <a:lnTo>
                    <a:pt x="175103" y="875127"/>
                  </a:lnTo>
                  <a:lnTo>
                    <a:pt x="198700" y="859803"/>
                  </a:lnTo>
                  <a:close/>
                  <a:moveTo>
                    <a:pt x="198700" y="859803"/>
                  </a:moveTo>
                  <a:lnTo>
                    <a:pt x="174504" y="904234"/>
                  </a:lnTo>
                  <a:lnTo>
                    <a:pt x="225276" y="900940"/>
                  </a:lnTo>
                  <a:close/>
                  <a:moveTo>
                    <a:pt x="233707" y="922729"/>
                  </a:moveTo>
                  <a:lnTo>
                    <a:pt x="198700" y="859803"/>
                  </a:lnTo>
                  <a:lnTo>
                    <a:pt x="225276" y="900940"/>
                  </a:lnTo>
                  <a:close/>
                  <a:moveTo>
                    <a:pt x="198700" y="859803"/>
                  </a:moveTo>
                  <a:lnTo>
                    <a:pt x="180135" y="854163"/>
                  </a:lnTo>
                  <a:lnTo>
                    <a:pt x="185467" y="847099"/>
                  </a:lnTo>
                  <a:close/>
                  <a:moveTo>
                    <a:pt x="51999" y="640952"/>
                  </a:moveTo>
                  <a:lnTo>
                    <a:pt x="44629" y="696885"/>
                  </a:lnTo>
                  <a:lnTo>
                    <a:pt x="71220" y="661404"/>
                  </a:lnTo>
                  <a:close/>
                  <a:moveTo>
                    <a:pt x="51999" y="640952"/>
                  </a:moveTo>
                  <a:lnTo>
                    <a:pt x="0" y="665046"/>
                  </a:lnTo>
                  <a:lnTo>
                    <a:pt x="44629" y="696885"/>
                  </a:lnTo>
                  <a:close/>
                  <a:moveTo>
                    <a:pt x="326556" y="917352"/>
                  </a:moveTo>
                  <a:lnTo>
                    <a:pt x="380653" y="874541"/>
                  </a:lnTo>
                  <a:lnTo>
                    <a:pt x="338216" y="885086"/>
                  </a:lnTo>
                  <a:close/>
                  <a:moveTo>
                    <a:pt x="176583" y="777058"/>
                  </a:moveTo>
                  <a:lnTo>
                    <a:pt x="185467" y="847099"/>
                  </a:lnTo>
                  <a:lnTo>
                    <a:pt x="184861" y="795562"/>
                  </a:lnTo>
                  <a:close/>
                  <a:moveTo>
                    <a:pt x="51999" y="640952"/>
                  </a:moveTo>
                  <a:lnTo>
                    <a:pt x="71220" y="661404"/>
                  </a:lnTo>
                  <a:lnTo>
                    <a:pt x="79818" y="668395"/>
                  </a:lnTo>
                  <a:close/>
                  <a:moveTo>
                    <a:pt x="380653" y="874541"/>
                  </a:moveTo>
                  <a:lnTo>
                    <a:pt x="400318" y="883560"/>
                  </a:lnTo>
                  <a:lnTo>
                    <a:pt x="401887" y="871305"/>
                  </a:lnTo>
                  <a:close/>
                  <a:moveTo>
                    <a:pt x="290646" y="822871"/>
                  </a:moveTo>
                  <a:lnTo>
                    <a:pt x="354622" y="752489"/>
                  </a:lnTo>
                  <a:lnTo>
                    <a:pt x="311930" y="767547"/>
                  </a:lnTo>
                  <a:close/>
                  <a:moveTo>
                    <a:pt x="358327" y="805993"/>
                  </a:moveTo>
                  <a:lnTo>
                    <a:pt x="371939" y="777456"/>
                  </a:lnTo>
                  <a:lnTo>
                    <a:pt x="358461" y="747374"/>
                  </a:lnTo>
                  <a:close/>
                  <a:moveTo>
                    <a:pt x="354622" y="752489"/>
                  </a:moveTo>
                  <a:lnTo>
                    <a:pt x="358327" y="805993"/>
                  </a:lnTo>
                  <a:lnTo>
                    <a:pt x="358461" y="747374"/>
                  </a:lnTo>
                  <a:close/>
                  <a:moveTo>
                    <a:pt x="356105" y="745057"/>
                  </a:moveTo>
                  <a:lnTo>
                    <a:pt x="311930" y="767547"/>
                  </a:lnTo>
                  <a:lnTo>
                    <a:pt x="354622" y="752489"/>
                  </a:lnTo>
                  <a:close/>
                  <a:moveTo>
                    <a:pt x="282452" y="522435"/>
                  </a:moveTo>
                  <a:lnTo>
                    <a:pt x="320359" y="585889"/>
                  </a:lnTo>
                  <a:lnTo>
                    <a:pt x="333088" y="537079"/>
                  </a:lnTo>
                  <a:close/>
                  <a:moveTo>
                    <a:pt x="266427" y="517134"/>
                  </a:moveTo>
                  <a:lnTo>
                    <a:pt x="234204" y="465597"/>
                  </a:lnTo>
                  <a:lnTo>
                    <a:pt x="244890" y="483776"/>
                  </a:lnTo>
                  <a:close/>
                  <a:moveTo>
                    <a:pt x="511673" y="647650"/>
                  </a:moveTo>
                  <a:lnTo>
                    <a:pt x="541834" y="708008"/>
                  </a:lnTo>
                  <a:lnTo>
                    <a:pt x="549010" y="685441"/>
                  </a:lnTo>
                  <a:close/>
                  <a:moveTo>
                    <a:pt x="511673" y="647650"/>
                  </a:moveTo>
                  <a:lnTo>
                    <a:pt x="488592" y="634228"/>
                  </a:lnTo>
                  <a:lnTo>
                    <a:pt x="451981" y="632246"/>
                  </a:lnTo>
                  <a:close/>
                  <a:moveTo>
                    <a:pt x="234204" y="465597"/>
                  </a:moveTo>
                  <a:lnTo>
                    <a:pt x="288849" y="510781"/>
                  </a:lnTo>
                  <a:lnTo>
                    <a:pt x="253076" y="452379"/>
                  </a:lnTo>
                  <a:close/>
                  <a:moveTo>
                    <a:pt x="266427" y="517134"/>
                  </a:moveTo>
                  <a:lnTo>
                    <a:pt x="288849" y="510781"/>
                  </a:lnTo>
                  <a:lnTo>
                    <a:pt x="234204" y="465597"/>
                  </a:lnTo>
                  <a:close/>
                  <a:moveTo>
                    <a:pt x="234204" y="465597"/>
                  </a:moveTo>
                  <a:lnTo>
                    <a:pt x="237804" y="451555"/>
                  </a:lnTo>
                  <a:lnTo>
                    <a:pt x="214871" y="407456"/>
                  </a:lnTo>
                  <a:close/>
                  <a:moveTo>
                    <a:pt x="477690" y="647650"/>
                  </a:moveTo>
                  <a:lnTo>
                    <a:pt x="488592" y="634228"/>
                  </a:lnTo>
                  <a:lnTo>
                    <a:pt x="444966" y="585311"/>
                  </a:lnTo>
                  <a:close/>
                  <a:moveTo>
                    <a:pt x="511673" y="647650"/>
                  </a:moveTo>
                  <a:lnTo>
                    <a:pt x="565734" y="623556"/>
                  </a:lnTo>
                  <a:lnTo>
                    <a:pt x="488592" y="634228"/>
                  </a:lnTo>
                  <a:close/>
                  <a:moveTo>
                    <a:pt x="565734" y="623556"/>
                  </a:moveTo>
                  <a:lnTo>
                    <a:pt x="508964" y="575495"/>
                  </a:lnTo>
                  <a:lnTo>
                    <a:pt x="488592" y="634228"/>
                  </a:lnTo>
                  <a:close/>
                  <a:moveTo>
                    <a:pt x="570304" y="630160"/>
                  </a:moveTo>
                  <a:lnTo>
                    <a:pt x="549010" y="685441"/>
                  </a:lnTo>
                  <a:lnTo>
                    <a:pt x="627381" y="668883"/>
                  </a:lnTo>
                  <a:close/>
                  <a:moveTo>
                    <a:pt x="627381" y="668883"/>
                  </a:moveTo>
                  <a:lnTo>
                    <a:pt x="604803" y="624243"/>
                  </a:lnTo>
                  <a:lnTo>
                    <a:pt x="570304" y="630160"/>
                  </a:lnTo>
                  <a:close/>
                  <a:moveTo>
                    <a:pt x="353505" y="208714"/>
                  </a:moveTo>
                  <a:lnTo>
                    <a:pt x="309558" y="187169"/>
                  </a:lnTo>
                  <a:lnTo>
                    <a:pt x="342112" y="254490"/>
                  </a:lnTo>
                  <a:close/>
                  <a:moveTo>
                    <a:pt x="342112" y="254490"/>
                  </a:moveTo>
                  <a:lnTo>
                    <a:pt x="296230" y="191066"/>
                  </a:lnTo>
                  <a:lnTo>
                    <a:pt x="312106" y="240902"/>
                  </a:lnTo>
                  <a:close/>
                  <a:moveTo>
                    <a:pt x="734536" y="585265"/>
                  </a:moveTo>
                  <a:lnTo>
                    <a:pt x="760718" y="575368"/>
                  </a:lnTo>
                  <a:lnTo>
                    <a:pt x="753387" y="587223"/>
                  </a:lnTo>
                  <a:close/>
                  <a:moveTo>
                    <a:pt x="753387" y="587223"/>
                  </a:moveTo>
                  <a:lnTo>
                    <a:pt x="774567" y="600034"/>
                  </a:lnTo>
                  <a:lnTo>
                    <a:pt x="798679" y="575368"/>
                  </a:lnTo>
                  <a:close/>
                  <a:moveTo>
                    <a:pt x="864305" y="602811"/>
                  </a:moveTo>
                  <a:lnTo>
                    <a:pt x="906717" y="664019"/>
                  </a:lnTo>
                  <a:lnTo>
                    <a:pt x="905478" y="654347"/>
                  </a:lnTo>
                  <a:close/>
                  <a:moveTo>
                    <a:pt x="831964" y="639955"/>
                  </a:moveTo>
                  <a:lnTo>
                    <a:pt x="906717" y="664019"/>
                  </a:lnTo>
                  <a:lnTo>
                    <a:pt x="864305" y="602811"/>
                  </a:lnTo>
                  <a:close/>
                  <a:moveTo>
                    <a:pt x="864305" y="602811"/>
                  </a:moveTo>
                  <a:lnTo>
                    <a:pt x="905478" y="654347"/>
                  </a:lnTo>
                  <a:lnTo>
                    <a:pt x="926060" y="578717"/>
                  </a:lnTo>
                  <a:close/>
                  <a:moveTo>
                    <a:pt x="1161965" y="454898"/>
                  </a:moveTo>
                  <a:lnTo>
                    <a:pt x="1136429" y="478992"/>
                  </a:lnTo>
                  <a:lnTo>
                    <a:pt x="1177239" y="517899"/>
                  </a:lnTo>
                  <a:close/>
                  <a:moveTo>
                    <a:pt x="1070699" y="300288"/>
                  </a:moveTo>
                  <a:lnTo>
                    <a:pt x="1069011" y="357070"/>
                  </a:lnTo>
                  <a:lnTo>
                    <a:pt x="1065360" y="314057"/>
                  </a:lnTo>
                  <a:close/>
                  <a:moveTo>
                    <a:pt x="1070699" y="300288"/>
                  </a:moveTo>
                  <a:lnTo>
                    <a:pt x="1100711" y="271549"/>
                  </a:lnTo>
                  <a:lnTo>
                    <a:pt x="1068201" y="324383"/>
                  </a:lnTo>
                  <a:close/>
                  <a:moveTo>
                    <a:pt x="1085524" y="130656"/>
                  </a:moveTo>
                  <a:lnTo>
                    <a:pt x="1043450" y="126879"/>
                  </a:lnTo>
                  <a:lnTo>
                    <a:pt x="1031484" y="187400"/>
                  </a:lnTo>
                  <a:close/>
                  <a:moveTo>
                    <a:pt x="1043450" y="126879"/>
                  </a:moveTo>
                  <a:lnTo>
                    <a:pt x="1085524" y="130656"/>
                  </a:lnTo>
                  <a:lnTo>
                    <a:pt x="1043197" y="96291"/>
                  </a:lnTo>
                  <a:close/>
                  <a:moveTo>
                    <a:pt x="1084702" y="68581"/>
                  </a:moveTo>
                  <a:lnTo>
                    <a:pt x="1046631" y="61550"/>
                  </a:lnTo>
                  <a:lnTo>
                    <a:pt x="1043197" y="96291"/>
                  </a:lnTo>
                  <a:close/>
                  <a:moveTo>
                    <a:pt x="1046631" y="61550"/>
                  </a:moveTo>
                  <a:lnTo>
                    <a:pt x="1072605" y="15673"/>
                  </a:lnTo>
                  <a:lnTo>
                    <a:pt x="1045164" y="0"/>
                  </a:lnTo>
                  <a:close/>
                </a:path>
              </a:pathLst>
            </a:custGeom>
            <a:solidFill>
              <a:srgbClr val="F1F3F5"/>
            </a:solidFill>
            <a:ln w="1524">
              <a:solidFill>
                <a:srgbClr val="F1F3F5"/>
              </a:solidFill>
            </a:ln>
          </p:spPr>
        </p:sp>
        <p:sp>
          <p:nvSpPr>
            <p:cNvPr id="4177" name="Output_density__4176">
              <a:extLst>
                <a:ext uri="{FF2B5EF4-FFF2-40B4-BE49-F238E27FC236}">
                  <a16:creationId xmlns:a16="http://schemas.microsoft.com/office/drawing/2014/main" id="{97C6AE0E-AECB-2C7A-65B7-208EA3BE26F8}"/>
                </a:ext>
              </a:extLst>
            </p:cNvPr>
            <p:cNvSpPr>
              <a:spLocks noGrp="1"/>
            </p:cNvSpPr>
            <p:nvPr/>
          </p:nvSpPr>
          <p:spPr>
            <a:xfrm>
              <a:off x="15754601" y="3757759"/>
              <a:ext cx="1091428" cy="866815"/>
            </a:xfrm>
            <a:custGeom>
              <a:avLst/>
              <a:gdLst/>
              <a:ahLst/>
              <a:cxnLst/>
              <a:rect l="0" t="0" r="0" b="0"/>
              <a:pathLst>
                <a:path w="1091428" h="866815">
                  <a:moveTo>
                    <a:pt x="78956" y="866815"/>
                  </a:moveTo>
                  <a:lnTo>
                    <a:pt x="106503" y="834908"/>
                  </a:lnTo>
                  <a:lnTo>
                    <a:pt x="31809" y="865218"/>
                  </a:lnTo>
                  <a:close/>
                  <a:moveTo>
                    <a:pt x="3142" y="511218"/>
                  </a:moveTo>
                  <a:lnTo>
                    <a:pt x="0" y="516267"/>
                  </a:lnTo>
                  <a:lnTo>
                    <a:pt x="13836" y="586849"/>
                  </a:lnTo>
                  <a:close/>
                  <a:moveTo>
                    <a:pt x="317567" y="425514"/>
                  </a:moveTo>
                  <a:lnTo>
                    <a:pt x="306665" y="438936"/>
                  </a:lnTo>
                  <a:lnTo>
                    <a:pt x="254691" y="454990"/>
                  </a:lnTo>
                  <a:close/>
                  <a:moveTo>
                    <a:pt x="166245" y="237941"/>
                  </a:moveTo>
                  <a:lnTo>
                    <a:pt x="133182" y="260160"/>
                  </a:lnTo>
                  <a:lnTo>
                    <a:pt x="117824" y="302067"/>
                  </a:lnTo>
                  <a:close/>
                  <a:moveTo>
                    <a:pt x="166245" y="237941"/>
                  </a:moveTo>
                  <a:lnTo>
                    <a:pt x="117824" y="302067"/>
                  </a:lnTo>
                  <a:lnTo>
                    <a:pt x="174415" y="294041"/>
                  </a:lnTo>
                  <a:close/>
                  <a:moveTo>
                    <a:pt x="176975" y="54086"/>
                  </a:moveTo>
                  <a:lnTo>
                    <a:pt x="182480" y="0"/>
                  </a:lnTo>
                  <a:lnTo>
                    <a:pt x="171087" y="45776"/>
                  </a:lnTo>
                  <a:close/>
                  <a:moveTo>
                    <a:pt x="712792" y="450436"/>
                  </a:moveTo>
                  <a:lnTo>
                    <a:pt x="735692" y="455305"/>
                  </a:lnTo>
                  <a:lnTo>
                    <a:pt x="660939" y="431241"/>
                  </a:lnTo>
                  <a:close/>
                  <a:moveTo>
                    <a:pt x="797797" y="458678"/>
                  </a:moveTo>
                  <a:lnTo>
                    <a:pt x="750546" y="456691"/>
                  </a:lnTo>
                  <a:lnTo>
                    <a:pt x="735692" y="455305"/>
                  </a:lnTo>
                  <a:close/>
                  <a:moveTo>
                    <a:pt x="1083472" y="170554"/>
                  </a:moveTo>
                  <a:lnTo>
                    <a:pt x="1052717" y="213253"/>
                  </a:lnTo>
                  <a:lnTo>
                    <a:pt x="1078857" y="178001"/>
                  </a:lnTo>
                  <a:close/>
                  <a:moveTo>
                    <a:pt x="1078857" y="178001"/>
                  </a:moveTo>
                  <a:lnTo>
                    <a:pt x="1049288" y="226801"/>
                  </a:lnTo>
                  <a:lnTo>
                    <a:pt x="1091428" y="230524"/>
                  </a:lnTo>
                  <a:close/>
                </a:path>
              </a:pathLst>
            </a:custGeom>
            <a:solidFill>
              <a:srgbClr val="EDF0F2"/>
            </a:solidFill>
            <a:ln w="1524">
              <a:solidFill>
                <a:srgbClr val="EDF0F2"/>
              </a:solidFill>
            </a:ln>
          </p:spPr>
        </p:sp>
        <p:sp>
          <p:nvSpPr>
            <p:cNvPr id="4178" name="Output_density__4177">
              <a:extLst>
                <a:ext uri="{FF2B5EF4-FFF2-40B4-BE49-F238E27FC236}">
                  <a16:creationId xmlns:a16="http://schemas.microsoft.com/office/drawing/2014/main" id="{1B2A4602-EAF2-5DE6-0D51-32F33ACFE5F3}"/>
                </a:ext>
              </a:extLst>
            </p:cNvPr>
            <p:cNvSpPr>
              <a:spLocks noGrp="1"/>
            </p:cNvSpPr>
            <p:nvPr/>
          </p:nvSpPr>
          <p:spPr>
            <a:xfrm>
              <a:off x="15580366" y="3440390"/>
              <a:ext cx="1165175" cy="1134458"/>
            </a:xfrm>
            <a:custGeom>
              <a:avLst/>
              <a:gdLst/>
              <a:ahLst/>
              <a:cxnLst/>
              <a:rect l="0" t="0" r="0" b="0"/>
              <a:pathLst>
                <a:path w="1165175" h="1134458">
                  <a:moveTo>
                    <a:pt x="134500" y="1031385"/>
                  </a:moveTo>
                  <a:lnTo>
                    <a:pt x="136523" y="1097334"/>
                  </a:lnTo>
                  <a:lnTo>
                    <a:pt x="168262" y="1081103"/>
                  </a:lnTo>
                  <a:close/>
                  <a:moveTo>
                    <a:pt x="134500" y="1031385"/>
                  </a:moveTo>
                  <a:lnTo>
                    <a:pt x="110963" y="1055479"/>
                  </a:lnTo>
                  <a:lnTo>
                    <a:pt x="136523" y="1097334"/>
                  </a:lnTo>
                  <a:close/>
                  <a:moveTo>
                    <a:pt x="240213" y="1062804"/>
                  </a:moveTo>
                  <a:lnTo>
                    <a:pt x="227060" y="1126262"/>
                  </a:lnTo>
                  <a:lnTo>
                    <a:pt x="275258" y="1058827"/>
                  </a:lnTo>
                  <a:close/>
                  <a:moveTo>
                    <a:pt x="275258" y="1058827"/>
                  </a:moveTo>
                  <a:lnTo>
                    <a:pt x="227060" y="1126262"/>
                  </a:lnTo>
                  <a:lnTo>
                    <a:pt x="241390" y="1134458"/>
                  </a:lnTo>
                  <a:close/>
                  <a:moveTo>
                    <a:pt x="107019" y="979848"/>
                  </a:moveTo>
                  <a:lnTo>
                    <a:pt x="134500" y="1031385"/>
                  </a:lnTo>
                  <a:lnTo>
                    <a:pt x="159111" y="955754"/>
                  </a:lnTo>
                  <a:close/>
                  <a:moveTo>
                    <a:pt x="83518" y="534237"/>
                  </a:moveTo>
                  <a:lnTo>
                    <a:pt x="10053" y="519368"/>
                  </a:lnTo>
                  <a:lnTo>
                    <a:pt x="0" y="531552"/>
                  </a:lnTo>
                  <a:close/>
                  <a:moveTo>
                    <a:pt x="414199" y="721589"/>
                  </a:moveTo>
                  <a:lnTo>
                    <a:pt x="398207" y="742298"/>
                  </a:lnTo>
                  <a:lnTo>
                    <a:pt x="418630" y="704768"/>
                  </a:lnTo>
                  <a:close/>
                  <a:moveTo>
                    <a:pt x="418630" y="704768"/>
                  </a:moveTo>
                  <a:lnTo>
                    <a:pt x="409756" y="662458"/>
                  </a:lnTo>
                  <a:lnTo>
                    <a:pt x="414199" y="721589"/>
                  </a:lnTo>
                  <a:close/>
                  <a:moveTo>
                    <a:pt x="418630" y="704768"/>
                  </a:moveTo>
                  <a:lnTo>
                    <a:pt x="407152" y="653232"/>
                  </a:lnTo>
                  <a:lnTo>
                    <a:pt x="409756" y="662458"/>
                  </a:lnTo>
                  <a:close/>
                  <a:moveTo>
                    <a:pt x="568945" y="732211"/>
                  </a:moveTo>
                  <a:lnTo>
                    <a:pt x="552220" y="794096"/>
                  </a:lnTo>
                  <a:lnTo>
                    <a:pt x="573515" y="738816"/>
                  </a:lnTo>
                  <a:close/>
                  <a:moveTo>
                    <a:pt x="418630" y="704768"/>
                  </a:moveTo>
                  <a:lnTo>
                    <a:pt x="448176" y="693966"/>
                  </a:lnTo>
                  <a:lnTo>
                    <a:pt x="407152" y="653232"/>
                  </a:lnTo>
                  <a:close/>
                  <a:moveTo>
                    <a:pt x="226957" y="316478"/>
                  </a:moveTo>
                  <a:lnTo>
                    <a:pt x="229876" y="344012"/>
                  </a:lnTo>
                  <a:lnTo>
                    <a:pt x="223426" y="323537"/>
                  </a:lnTo>
                  <a:close/>
                  <a:moveTo>
                    <a:pt x="226957" y="316478"/>
                  </a:moveTo>
                  <a:lnTo>
                    <a:pt x="223426" y="323537"/>
                  </a:lnTo>
                  <a:lnTo>
                    <a:pt x="223364" y="319918"/>
                  </a:lnTo>
                  <a:close/>
                  <a:moveTo>
                    <a:pt x="592152" y="708117"/>
                  </a:moveTo>
                  <a:lnTo>
                    <a:pt x="568945" y="732211"/>
                  </a:lnTo>
                  <a:lnTo>
                    <a:pt x="573515" y="738816"/>
                  </a:lnTo>
                  <a:close/>
                  <a:moveTo>
                    <a:pt x="568945" y="732211"/>
                  </a:moveTo>
                  <a:lnTo>
                    <a:pt x="592152" y="708117"/>
                  </a:lnTo>
                  <a:lnTo>
                    <a:pt x="570040" y="670857"/>
                  </a:lnTo>
                  <a:close/>
                  <a:moveTo>
                    <a:pt x="512174" y="684150"/>
                  </a:moveTo>
                  <a:lnTo>
                    <a:pt x="568945" y="732211"/>
                  </a:lnTo>
                  <a:lnTo>
                    <a:pt x="570040" y="670857"/>
                  </a:lnTo>
                  <a:close/>
                  <a:moveTo>
                    <a:pt x="630617" y="642734"/>
                  </a:moveTo>
                  <a:lnTo>
                    <a:pt x="570040" y="670857"/>
                  </a:lnTo>
                  <a:lnTo>
                    <a:pt x="609802" y="656581"/>
                  </a:lnTo>
                  <a:close/>
                  <a:moveTo>
                    <a:pt x="570040" y="670857"/>
                  </a:moveTo>
                  <a:lnTo>
                    <a:pt x="597708" y="694369"/>
                  </a:lnTo>
                  <a:lnTo>
                    <a:pt x="609802" y="656581"/>
                  </a:lnTo>
                  <a:close/>
                  <a:moveTo>
                    <a:pt x="231896" y="316651"/>
                  </a:moveTo>
                  <a:lnTo>
                    <a:pt x="315316" y="349557"/>
                  </a:lnTo>
                  <a:lnTo>
                    <a:pt x="299440" y="299721"/>
                  </a:lnTo>
                  <a:close/>
                  <a:moveTo>
                    <a:pt x="226957" y="316478"/>
                  </a:moveTo>
                  <a:lnTo>
                    <a:pt x="223364" y="319918"/>
                  </a:lnTo>
                  <a:lnTo>
                    <a:pt x="231896" y="316651"/>
                  </a:lnTo>
                  <a:close/>
                  <a:moveTo>
                    <a:pt x="231896" y="316651"/>
                  </a:moveTo>
                  <a:lnTo>
                    <a:pt x="268466" y="296996"/>
                  </a:lnTo>
                  <a:lnTo>
                    <a:pt x="226957" y="316478"/>
                  </a:lnTo>
                  <a:close/>
                  <a:moveTo>
                    <a:pt x="231896" y="316651"/>
                  </a:moveTo>
                  <a:lnTo>
                    <a:pt x="299440" y="299721"/>
                  </a:lnTo>
                  <a:lnTo>
                    <a:pt x="268466" y="296996"/>
                  </a:lnTo>
                  <a:close/>
                  <a:moveTo>
                    <a:pt x="346639" y="279694"/>
                  </a:moveTo>
                  <a:lnTo>
                    <a:pt x="299440" y="299721"/>
                  </a:lnTo>
                  <a:lnTo>
                    <a:pt x="312768" y="295825"/>
                  </a:lnTo>
                  <a:close/>
                  <a:moveTo>
                    <a:pt x="268466" y="296996"/>
                  </a:moveTo>
                  <a:lnTo>
                    <a:pt x="299440" y="299721"/>
                  </a:lnTo>
                  <a:lnTo>
                    <a:pt x="346639" y="279694"/>
                  </a:lnTo>
                  <a:close/>
                  <a:moveTo>
                    <a:pt x="379482" y="267592"/>
                  </a:moveTo>
                  <a:lnTo>
                    <a:pt x="346639" y="279694"/>
                  </a:lnTo>
                  <a:lnTo>
                    <a:pt x="312768" y="295825"/>
                  </a:lnTo>
                  <a:close/>
                  <a:moveTo>
                    <a:pt x="801889" y="684023"/>
                  </a:moveTo>
                  <a:lnTo>
                    <a:pt x="858526" y="701018"/>
                  </a:lnTo>
                  <a:lnTo>
                    <a:pt x="831518" y="659930"/>
                  </a:lnTo>
                  <a:close/>
                  <a:moveTo>
                    <a:pt x="844187" y="725395"/>
                  </a:moveTo>
                  <a:lnTo>
                    <a:pt x="867515" y="711466"/>
                  </a:lnTo>
                  <a:lnTo>
                    <a:pt x="858526" y="701018"/>
                  </a:lnTo>
                  <a:close/>
                  <a:moveTo>
                    <a:pt x="840012" y="631798"/>
                  </a:moveTo>
                  <a:lnTo>
                    <a:pt x="815541" y="675205"/>
                  </a:lnTo>
                  <a:lnTo>
                    <a:pt x="801889" y="684023"/>
                  </a:lnTo>
                  <a:close/>
                  <a:moveTo>
                    <a:pt x="831518" y="659930"/>
                  </a:moveTo>
                  <a:lnTo>
                    <a:pt x="848166" y="596675"/>
                  </a:lnTo>
                  <a:lnTo>
                    <a:pt x="840012" y="631798"/>
                  </a:lnTo>
                  <a:close/>
                  <a:moveTo>
                    <a:pt x="849236" y="584299"/>
                  </a:moveTo>
                  <a:lnTo>
                    <a:pt x="848166" y="596675"/>
                  </a:lnTo>
                  <a:lnTo>
                    <a:pt x="831518" y="659930"/>
                  </a:lnTo>
                  <a:close/>
                  <a:moveTo>
                    <a:pt x="1103922" y="536111"/>
                  </a:moveTo>
                  <a:lnTo>
                    <a:pt x="1085137" y="579773"/>
                  </a:lnTo>
                  <a:lnTo>
                    <a:pt x="1113868" y="552295"/>
                  </a:lnTo>
                  <a:close/>
                  <a:moveTo>
                    <a:pt x="1165175" y="563554"/>
                  </a:moveTo>
                  <a:lnTo>
                    <a:pt x="1149258" y="549711"/>
                  </a:lnTo>
                  <a:lnTo>
                    <a:pt x="1113868" y="552295"/>
                  </a:lnTo>
                  <a:close/>
                  <a:moveTo>
                    <a:pt x="1120901" y="512017"/>
                  </a:moveTo>
                  <a:lnTo>
                    <a:pt x="1113868" y="552295"/>
                  </a:lnTo>
                  <a:lnTo>
                    <a:pt x="1149258" y="549711"/>
                  </a:lnTo>
                  <a:close/>
                  <a:moveTo>
                    <a:pt x="1120901" y="512017"/>
                  </a:moveTo>
                  <a:lnTo>
                    <a:pt x="1103922" y="536111"/>
                  </a:lnTo>
                  <a:lnTo>
                    <a:pt x="1113868" y="552295"/>
                  </a:lnTo>
                  <a:close/>
                  <a:moveTo>
                    <a:pt x="1120901" y="512017"/>
                  </a:moveTo>
                  <a:lnTo>
                    <a:pt x="1098553" y="495033"/>
                  </a:lnTo>
                  <a:lnTo>
                    <a:pt x="1103922" y="536111"/>
                  </a:lnTo>
                  <a:close/>
                  <a:moveTo>
                    <a:pt x="997181" y="254334"/>
                  </a:moveTo>
                  <a:lnTo>
                    <a:pt x="1030933" y="311063"/>
                  </a:lnTo>
                  <a:lnTo>
                    <a:pt x="1034695" y="296055"/>
                  </a:lnTo>
                  <a:close/>
                  <a:moveTo>
                    <a:pt x="997181" y="254334"/>
                  </a:moveTo>
                  <a:lnTo>
                    <a:pt x="1034695" y="296055"/>
                  </a:lnTo>
                  <a:lnTo>
                    <a:pt x="1046660" y="235534"/>
                  </a:lnTo>
                  <a:close/>
                  <a:moveTo>
                    <a:pt x="997181" y="254334"/>
                  </a:moveTo>
                  <a:lnTo>
                    <a:pt x="1046660" y="235534"/>
                  </a:lnTo>
                  <a:lnTo>
                    <a:pt x="1027497" y="178704"/>
                  </a:lnTo>
                  <a:close/>
                  <a:moveTo>
                    <a:pt x="982690" y="202798"/>
                  </a:moveTo>
                  <a:lnTo>
                    <a:pt x="997181" y="254334"/>
                  </a:lnTo>
                  <a:lnTo>
                    <a:pt x="1027497" y="178704"/>
                  </a:lnTo>
                  <a:close/>
                  <a:moveTo>
                    <a:pt x="990854" y="127167"/>
                  </a:moveTo>
                  <a:lnTo>
                    <a:pt x="982690" y="202798"/>
                  </a:lnTo>
                  <a:lnTo>
                    <a:pt x="1027497" y="178704"/>
                  </a:lnTo>
                  <a:close/>
                  <a:moveTo>
                    <a:pt x="956400" y="82703"/>
                  </a:moveTo>
                  <a:lnTo>
                    <a:pt x="967349" y="84038"/>
                  </a:lnTo>
                  <a:lnTo>
                    <a:pt x="962568" y="75630"/>
                  </a:lnTo>
                  <a:close/>
                  <a:moveTo>
                    <a:pt x="990854" y="127167"/>
                  </a:moveTo>
                  <a:lnTo>
                    <a:pt x="967349" y="84038"/>
                  </a:lnTo>
                  <a:lnTo>
                    <a:pt x="956400" y="82703"/>
                  </a:lnTo>
                  <a:close/>
                  <a:moveTo>
                    <a:pt x="1027497" y="178704"/>
                  </a:moveTo>
                  <a:lnTo>
                    <a:pt x="1046407" y="204947"/>
                  </a:lnTo>
                  <a:lnTo>
                    <a:pt x="1049841" y="170206"/>
                  </a:lnTo>
                  <a:close/>
                  <a:moveTo>
                    <a:pt x="990854" y="127167"/>
                  </a:moveTo>
                  <a:lnTo>
                    <a:pt x="1027497" y="178704"/>
                  </a:lnTo>
                  <a:lnTo>
                    <a:pt x="1049841" y="170206"/>
                  </a:lnTo>
                  <a:close/>
                  <a:moveTo>
                    <a:pt x="975602" y="67093"/>
                  </a:moveTo>
                  <a:lnTo>
                    <a:pt x="967349" y="84038"/>
                  </a:lnTo>
                  <a:lnTo>
                    <a:pt x="1000304" y="51536"/>
                  </a:lnTo>
                  <a:close/>
                  <a:moveTo>
                    <a:pt x="967349" y="84038"/>
                  </a:moveTo>
                  <a:lnTo>
                    <a:pt x="990854" y="127167"/>
                  </a:lnTo>
                  <a:lnTo>
                    <a:pt x="1000304" y="51536"/>
                  </a:lnTo>
                  <a:close/>
                  <a:moveTo>
                    <a:pt x="1000304" y="51536"/>
                  </a:moveTo>
                  <a:lnTo>
                    <a:pt x="990854" y="127167"/>
                  </a:lnTo>
                  <a:lnTo>
                    <a:pt x="1051793" y="90184"/>
                  </a:lnTo>
                  <a:close/>
                  <a:moveTo>
                    <a:pt x="962568" y="75630"/>
                  </a:moveTo>
                  <a:lnTo>
                    <a:pt x="967349" y="84038"/>
                  </a:lnTo>
                  <a:lnTo>
                    <a:pt x="975602" y="67093"/>
                  </a:lnTo>
                  <a:close/>
                  <a:moveTo>
                    <a:pt x="959888" y="56145"/>
                  </a:moveTo>
                  <a:lnTo>
                    <a:pt x="962568" y="75630"/>
                  </a:lnTo>
                  <a:lnTo>
                    <a:pt x="975602" y="67093"/>
                  </a:lnTo>
                  <a:close/>
                  <a:moveTo>
                    <a:pt x="999901" y="0"/>
                  </a:moveTo>
                  <a:lnTo>
                    <a:pt x="975602" y="67093"/>
                  </a:lnTo>
                  <a:lnTo>
                    <a:pt x="1000304" y="51536"/>
                  </a:lnTo>
                  <a:close/>
                </a:path>
              </a:pathLst>
            </a:custGeom>
            <a:solidFill>
              <a:srgbClr val="F4F6F7"/>
            </a:solidFill>
            <a:ln w="1524">
              <a:solidFill>
                <a:srgbClr val="F4F6F7"/>
              </a:solidFill>
            </a:ln>
          </p:spPr>
        </p:sp>
        <p:sp>
          <p:nvSpPr>
            <p:cNvPr id="4179" name="Output_density__4178">
              <a:extLst>
                <a:ext uri="{FF2B5EF4-FFF2-40B4-BE49-F238E27FC236}">
                  <a16:creationId xmlns:a16="http://schemas.microsoft.com/office/drawing/2014/main" id="{207E768F-E81E-B26B-04E7-5FC24533B59B}"/>
                </a:ext>
              </a:extLst>
            </p:cNvPr>
            <p:cNvSpPr>
              <a:spLocks noGrp="1"/>
            </p:cNvSpPr>
            <p:nvPr/>
          </p:nvSpPr>
          <p:spPr>
            <a:xfrm>
              <a:off x="15861104" y="3603108"/>
              <a:ext cx="984925" cy="1005777"/>
            </a:xfrm>
            <a:custGeom>
              <a:avLst/>
              <a:gdLst/>
              <a:ahLst/>
              <a:cxnLst/>
              <a:rect l="0" t="0" r="0" b="0"/>
              <a:pathLst>
                <a:path w="984925" h="1005777">
                  <a:moveTo>
                    <a:pt x="25479" y="971740"/>
                  </a:moveTo>
                  <a:lnTo>
                    <a:pt x="30544" y="1005777"/>
                  </a:lnTo>
                  <a:lnTo>
                    <a:pt x="0" y="989560"/>
                  </a:lnTo>
                  <a:close/>
                  <a:moveTo>
                    <a:pt x="64585" y="200427"/>
                  </a:moveTo>
                  <a:lnTo>
                    <a:pt x="58756" y="225161"/>
                  </a:lnTo>
                  <a:lnTo>
                    <a:pt x="70473" y="208737"/>
                  </a:lnTo>
                  <a:close/>
                  <a:moveTo>
                    <a:pt x="516077" y="617151"/>
                  </a:moveTo>
                  <a:lnTo>
                    <a:pt x="474728" y="597454"/>
                  </a:lnTo>
                  <a:lnTo>
                    <a:pt x="554437" y="585892"/>
                  </a:lnTo>
                  <a:close/>
                  <a:moveTo>
                    <a:pt x="449699" y="4053"/>
                  </a:moveTo>
                  <a:lnTo>
                    <a:pt x="417636" y="19075"/>
                  </a:lnTo>
                  <a:lnTo>
                    <a:pt x="495335" y="0"/>
                  </a:lnTo>
                  <a:close/>
                  <a:moveTo>
                    <a:pt x="929880" y="441729"/>
                  </a:moveTo>
                  <a:lnTo>
                    <a:pt x="899712" y="463837"/>
                  </a:lnTo>
                  <a:lnTo>
                    <a:pt x="972454" y="426230"/>
                  </a:lnTo>
                  <a:close/>
                  <a:moveTo>
                    <a:pt x="984925" y="385175"/>
                  </a:moveTo>
                  <a:lnTo>
                    <a:pt x="929880" y="441729"/>
                  </a:lnTo>
                  <a:lnTo>
                    <a:pt x="972454" y="426230"/>
                  </a:lnTo>
                  <a:close/>
                </a:path>
              </a:pathLst>
            </a:custGeom>
            <a:solidFill>
              <a:srgbClr val="ECEFF1"/>
            </a:solidFill>
            <a:ln w="1524">
              <a:solidFill>
                <a:srgbClr val="ECEFF1"/>
              </a:solidFill>
            </a:ln>
          </p:spPr>
        </p:sp>
        <p:sp>
          <p:nvSpPr>
            <p:cNvPr id="4180" name="Output_density__4179">
              <a:extLst>
                <a:ext uri="{FF2B5EF4-FFF2-40B4-BE49-F238E27FC236}">
                  <a16:creationId xmlns:a16="http://schemas.microsoft.com/office/drawing/2014/main" id="{016DED40-B872-573A-EDF5-3613796F720F}"/>
                </a:ext>
              </a:extLst>
            </p:cNvPr>
            <p:cNvSpPr>
              <a:spLocks noGrp="1"/>
            </p:cNvSpPr>
            <p:nvPr/>
          </p:nvSpPr>
          <p:spPr>
            <a:xfrm>
              <a:off x="16382256" y="4072188"/>
              <a:ext cx="38122" cy="52226"/>
            </a:xfrm>
            <a:custGeom>
              <a:avLst/>
              <a:gdLst/>
              <a:ahLst/>
              <a:cxnLst/>
              <a:rect l="0" t="0" r="0" b="0"/>
              <a:pathLst>
                <a:path w="38122" h="52226">
                  <a:moveTo>
                    <a:pt x="38122" y="0"/>
                  </a:moveTo>
                  <a:lnTo>
                    <a:pt x="0" y="52226"/>
                  </a:lnTo>
                  <a:lnTo>
                    <a:pt x="29629" y="28132"/>
                  </a:lnTo>
                  <a:close/>
                </a:path>
              </a:pathLst>
            </a:custGeom>
            <a:solidFill>
              <a:srgbClr val="F5F7F8"/>
            </a:solidFill>
            <a:ln w="1524">
              <a:solidFill>
                <a:srgbClr val="F5F7F8"/>
              </a:solidFill>
            </a:ln>
          </p:spPr>
        </p:sp>
        <p:sp>
          <p:nvSpPr>
            <p:cNvPr id="4181" name="Output_density__4180">
              <a:extLst>
                <a:ext uri="{FF2B5EF4-FFF2-40B4-BE49-F238E27FC236}">
                  <a16:creationId xmlns:a16="http://schemas.microsoft.com/office/drawing/2014/main" id="{092717B9-DA4F-8F5B-316B-E273960EFD89}"/>
                </a:ext>
              </a:extLst>
            </p:cNvPr>
            <p:cNvSpPr>
              <a:spLocks noGrp="1"/>
            </p:cNvSpPr>
            <p:nvPr/>
          </p:nvSpPr>
          <p:spPr>
            <a:xfrm>
              <a:off x="15375679" y="3388559"/>
              <a:ext cx="1462394" cy="1213731"/>
            </a:xfrm>
            <a:custGeom>
              <a:avLst/>
              <a:gdLst/>
              <a:ahLst/>
              <a:cxnLst/>
              <a:rect l="0" t="0" r="0" b="0"/>
              <a:pathLst>
                <a:path w="1462394" h="1213731">
                  <a:moveTo>
                    <a:pt x="506486" y="1162195"/>
                  </a:moveTo>
                  <a:lnTo>
                    <a:pt x="446077" y="1186289"/>
                  </a:lnTo>
                  <a:lnTo>
                    <a:pt x="504505" y="1213731"/>
                  </a:lnTo>
                  <a:close/>
                  <a:moveTo>
                    <a:pt x="122174" y="759135"/>
                  </a:moveTo>
                  <a:lnTo>
                    <a:pt x="110762" y="757172"/>
                  </a:lnTo>
                  <a:lnTo>
                    <a:pt x="141023" y="789834"/>
                  </a:lnTo>
                  <a:close/>
                  <a:moveTo>
                    <a:pt x="34700" y="718284"/>
                  </a:moveTo>
                  <a:lnTo>
                    <a:pt x="108538" y="749902"/>
                  </a:lnTo>
                  <a:lnTo>
                    <a:pt x="66917" y="727216"/>
                  </a:lnTo>
                  <a:close/>
                  <a:moveTo>
                    <a:pt x="34700" y="718284"/>
                  </a:moveTo>
                  <a:lnTo>
                    <a:pt x="110762" y="757172"/>
                  </a:lnTo>
                  <a:lnTo>
                    <a:pt x="108538" y="749902"/>
                  </a:lnTo>
                  <a:close/>
                  <a:moveTo>
                    <a:pt x="35174" y="722460"/>
                  </a:moveTo>
                  <a:lnTo>
                    <a:pt x="110762" y="757172"/>
                  </a:lnTo>
                  <a:lnTo>
                    <a:pt x="34700" y="718284"/>
                  </a:lnTo>
                  <a:close/>
                  <a:moveTo>
                    <a:pt x="108538" y="749902"/>
                  </a:moveTo>
                  <a:lnTo>
                    <a:pt x="110762" y="757172"/>
                  </a:lnTo>
                  <a:lnTo>
                    <a:pt x="122174" y="759135"/>
                  </a:lnTo>
                  <a:close/>
                  <a:moveTo>
                    <a:pt x="66917" y="727216"/>
                  </a:moveTo>
                  <a:lnTo>
                    <a:pt x="0" y="708513"/>
                  </a:lnTo>
                  <a:lnTo>
                    <a:pt x="34700" y="718284"/>
                  </a:lnTo>
                  <a:close/>
                  <a:moveTo>
                    <a:pt x="504505" y="1213731"/>
                  </a:moveTo>
                  <a:lnTo>
                    <a:pt x="493420" y="1200674"/>
                  </a:lnTo>
                  <a:lnTo>
                    <a:pt x="478596" y="1149983"/>
                  </a:lnTo>
                  <a:close/>
                  <a:moveTo>
                    <a:pt x="506486" y="1162195"/>
                  </a:moveTo>
                  <a:lnTo>
                    <a:pt x="478596" y="1149983"/>
                  </a:lnTo>
                  <a:lnTo>
                    <a:pt x="452767" y="1108240"/>
                  </a:lnTo>
                  <a:close/>
                  <a:moveTo>
                    <a:pt x="452690" y="1045559"/>
                  </a:moveTo>
                  <a:lnTo>
                    <a:pt x="479945" y="1110658"/>
                  </a:lnTo>
                  <a:lnTo>
                    <a:pt x="452767" y="1108240"/>
                  </a:lnTo>
                  <a:close/>
                  <a:moveTo>
                    <a:pt x="296053" y="880418"/>
                  </a:moveTo>
                  <a:lnTo>
                    <a:pt x="320428" y="951635"/>
                  </a:lnTo>
                  <a:lnTo>
                    <a:pt x="339556" y="912961"/>
                  </a:lnTo>
                  <a:close/>
                  <a:moveTo>
                    <a:pt x="384480" y="937544"/>
                  </a:moveTo>
                  <a:lnTo>
                    <a:pt x="378922" y="885467"/>
                  </a:lnTo>
                  <a:lnTo>
                    <a:pt x="339556" y="912961"/>
                  </a:lnTo>
                  <a:close/>
                  <a:moveTo>
                    <a:pt x="272307" y="777345"/>
                  </a:moveTo>
                  <a:lnTo>
                    <a:pt x="259896" y="801438"/>
                  </a:lnTo>
                  <a:lnTo>
                    <a:pt x="287715" y="828881"/>
                  </a:lnTo>
                  <a:close/>
                  <a:moveTo>
                    <a:pt x="272307" y="777345"/>
                  </a:moveTo>
                  <a:lnTo>
                    <a:pt x="245045" y="734277"/>
                  </a:lnTo>
                  <a:lnTo>
                    <a:pt x="220794" y="778505"/>
                  </a:lnTo>
                  <a:close/>
                  <a:moveTo>
                    <a:pt x="108538" y="749902"/>
                  </a:moveTo>
                  <a:lnTo>
                    <a:pt x="122174" y="759135"/>
                  </a:lnTo>
                  <a:lnTo>
                    <a:pt x="123556" y="746771"/>
                  </a:lnTo>
                  <a:close/>
                  <a:moveTo>
                    <a:pt x="108538" y="749902"/>
                  </a:moveTo>
                  <a:lnTo>
                    <a:pt x="123556" y="746771"/>
                  </a:lnTo>
                  <a:lnTo>
                    <a:pt x="66917" y="727216"/>
                  </a:lnTo>
                  <a:close/>
                  <a:moveTo>
                    <a:pt x="187434" y="732821"/>
                  </a:moveTo>
                  <a:lnTo>
                    <a:pt x="122174" y="759135"/>
                  </a:lnTo>
                  <a:lnTo>
                    <a:pt x="173418" y="776052"/>
                  </a:lnTo>
                  <a:close/>
                  <a:moveTo>
                    <a:pt x="187434" y="732821"/>
                  </a:moveTo>
                  <a:lnTo>
                    <a:pt x="123556" y="746771"/>
                  </a:lnTo>
                  <a:lnTo>
                    <a:pt x="122174" y="759135"/>
                  </a:lnTo>
                  <a:close/>
                  <a:moveTo>
                    <a:pt x="123556" y="746771"/>
                  </a:moveTo>
                  <a:lnTo>
                    <a:pt x="187434" y="732821"/>
                  </a:lnTo>
                  <a:lnTo>
                    <a:pt x="142920" y="701803"/>
                  </a:lnTo>
                  <a:close/>
                  <a:moveTo>
                    <a:pt x="187434" y="732821"/>
                  </a:moveTo>
                  <a:lnTo>
                    <a:pt x="191801" y="709885"/>
                  </a:lnTo>
                  <a:lnTo>
                    <a:pt x="142920" y="701803"/>
                  </a:lnTo>
                  <a:close/>
                  <a:moveTo>
                    <a:pt x="173418" y="776052"/>
                  </a:moveTo>
                  <a:lnTo>
                    <a:pt x="230811" y="725808"/>
                  </a:lnTo>
                  <a:lnTo>
                    <a:pt x="187434" y="732821"/>
                  </a:lnTo>
                  <a:close/>
                  <a:moveTo>
                    <a:pt x="245045" y="734277"/>
                  </a:moveTo>
                  <a:lnTo>
                    <a:pt x="230811" y="725808"/>
                  </a:lnTo>
                  <a:lnTo>
                    <a:pt x="173418" y="776052"/>
                  </a:lnTo>
                  <a:close/>
                  <a:moveTo>
                    <a:pt x="187434" y="732821"/>
                  </a:moveTo>
                  <a:lnTo>
                    <a:pt x="230811" y="725808"/>
                  </a:lnTo>
                  <a:lnTo>
                    <a:pt x="191801" y="709885"/>
                  </a:lnTo>
                  <a:close/>
                  <a:moveTo>
                    <a:pt x="475484" y="1138101"/>
                  </a:moveTo>
                  <a:lnTo>
                    <a:pt x="452767" y="1108240"/>
                  </a:lnTo>
                  <a:lnTo>
                    <a:pt x="478596" y="1149983"/>
                  </a:lnTo>
                  <a:close/>
                  <a:moveTo>
                    <a:pt x="452767" y="1108240"/>
                  </a:moveTo>
                  <a:lnTo>
                    <a:pt x="448860" y="1086565"/>
                  </a:lnTo>
                  <a:lnTo>
                    <a:pt x="399105" y="1051141"/>
                  </a:lnTo>
                  <a:close/>
                  <a:moveTo>
                    <a:pt x="452690" y="1045559"/>
                  </a:moveTo>
                  <a:lnTo>
                    <a:pt x="452767" y="1108240"/>
                  </a:lnTo>
                  <a:lnTo>
                    <a:pt x="399105" y="1051141"/>
                  </a:lnTo>
                  <a:close/>
                  <a:moveTo>
                    <a:pt x="463186" y="890941"/>
                  </a:moveTo>
                  <a:lnTo>
                    <a:pt x="430384" y="875465"/>
                  </a:lnTo>
                  <a:lnTo>
                    <a:pt x="490238" y="907861"/>
                  </a:lnTo>
                  <a:close/>
                  <a:moveTo>
                    <a:pt x="341350" y="871883"/>
                  </a:moveTo>
                  <a:lnTo>
                    <a:pt x="339556" y="912961"/>
                  </a:lnTo>
                  <a:lnTo>
                    <a:pt x="379602" y="878767"/>
                  </a:lnTo>
                  <a:close/>
                  <a:moveTo>
                    <a:pt x="419930" y="856324"/>
                  </a:moveTo>
                  <a:lnTo>
                    <a:pt x="430384" y="875465"/>
                  </a:lnTo>
                  <a:lnTo>
                    <a:pt x="463186" y="890941"/>
                  </a:lnTo>
                  <a:close/>
                  <a:moveTo>
                    <a:pt x="309426" y="804787"/>
                  </a:moveTo>
                  <a:lnTo>
                    <a:pt x="272307" y="777345"/>
                  </a:lnTo>
                  <a:lnTo>
                    <a:pt x="287715" y="828881"/>
                  </a:lnTo>
                  <a:close/>
                  <a:moveTo>
                    <a:pt x="245045" y="734277"/>
                  </a:moveTo>
                  <a:lnTo>
                    <a:pt x="272307" y="777345"/>
                  </a:lnTo>
                  <a:lnTo>
                    <a:pt x="280195" y="758134"/>
                  </a:lnTo>
                  <a:close/>
                  <a:moveTo>
                    <a:pt x="463186" y="890941"/>
                  </a:moveTo>
                  <a:lnTo>
                    <a:pt x="490238" y="907861"/>
                  </a:lnTo>
                  <a:lnTo>
                    <a:pt x="490974" y="859934"/>
                  </a:lnTo>
                  <a:close/>
                  <a:moveTo>
                    <a:pt x="524489" y="836941"/>
                  </a:moveTo>
                  <a:lnTo>
                    <a:pt x="490238" y="907861"/>
                  </a:lnTo>
                  <a:lnTo>
                    <a:pt x="526504" y="898046"/>
                  </a:lnTo>
                  <a:close/>
                  <a:moveTo>
                    <a:pt x="564002" y="905543"/>
                  </a:moveTo>
                  <a:lnTo>
                    <a:pt x="526504" y="898046"/>
                  </a:lnTo>
                  <a:lnTo>
                    <a:pt x="519827" y="928033"/>
                  </a:lnTo>
                  <a:close/>
                  <a:moveTo>
                    <a:pt x="437931" y="832230"/>
                  </a:moveTo>
                  <a:lnTo>
                    <a:pt x="410666" y="804787"/>
                  </a:lnTo>
                  <a:lnTo>
                    <a:pt x="419930" y="856324"/>
                  </a:lnTo>
                  <a:close/>
                  <a:moveTo>
                    <a:pt x="445701" y="612041"/>
                  </a:moveTo>
                  <a:lnTo>
                    <a:pt x="442102" y="626084"/>
                  </a:lnTo>
                  <a:lnTo>
                    <a:pt x="460973" y="612865"/>
                  </a:lnTo>
                  <a:close/>
                  <a:moveTo>
                    <a:pt x="445701" y="612041"/>
                  </a:moveTo>
                  <a:lnTo>
                    <a:pt x="460973" y="612865"/>
                  </a:lnTo>
                  <a:lnTo>
                    <a:pt x="440478" y="601990"/>
                  </a:lnTo>
                  <a:close/>
                  <a:moveTo>
                    <a:pt x="440478" y="601990"/>
                  </a:moveTo>
                  <a:lnTo>
                    <a:pt x="422768" y="567942"/>
                  </a:lnTo>
                  <a:lnTo>
                    <a:pt x="445701" y="612041"/>
                  </a:lnTo>
                  <a:close/>
                  <a:moveTo>
                    <a:pt x="440478" y="601990"/>
                  </a:moveTo>
                  <a:lnTo>
                    <a:pt x="398394" y="550453"/>
                  </a:lnTo>
                  <a:lnTo>
                    <a:pt x="422768" y="567942"/>
                  </a:lnTo>
                  <a:close/>
                  <a:moveTo>
                    <a:pt x="692050" y="784042"/>
                  </a:moveTo>
                  <a:lnTo>
                    <a:pt x="685587" y="808136"/>
                  </a:lnTo>
                  <a:lnTo>
                    <a:pt x="652863" y="745797"/>
                  </a:lnTo>
                  <a:close/>
                  <a:moveTo>
                    <a:pt x="608068" y="681489"/>
                  </a:moveTo>
                  <a:lnTo>
                    <a:pt x="611838" y="705063"/>
                  </a:lnTo>
                  <a:lnTo>
                    <a:pt x="609093" y="682410"/>
                  </a:lnTo>
                  <a:close/>
                  <a:moveTo>
                    <a:pt x="440478" y="601990"/>
                  </a:moveTo>
                  <a:lnTo>
                    <a:pt x="460973" y="612865"/>
                  </a:lnTo>
                  <a:lnTo>
                    <a:pt x="476933" y="586650"/>
                  </a:lnTo>
                  <a:close/>
                  <a:moveTo>
                    <a:pt x="440478" y="601990"/>
                  </a:moveTo>
                  <a:lnTo>
                    <a:pt x="476933" y="586650"/>
                  </a:lnTo>
                  <a:lnTo>
                    <a:pt x="398394" y="550453"/>
                  </a:lnTo>
                  <a:close/>
                  <a:moveTo>
                    <a:pt x="398248" y="549894"/>
                  </a:moveTo>
                  <a:lnTo>
                    <a:pt x="398394" y="550453"/>
                  </a:lnTo>
                  <a:lnTo>
                    <a:pt x="432579" y="546483"/>
                  </a:lnTo>
                  <a:close/>
                  <a:moveTo>
                    <a:pt x="516010" y="577896"/>
                  </a:moveTo>
                  <a:lnTo>
                    <a:pt x="546448" y="630860"/>
                  </a:lnTo>
                  <a:lnTo>
                    <a:pt x="546664" y="629433"/>
                  </a:lnTo>
                  <a:close/>
                  <a:moveTo>
                    <a:pt x="460973" y="612865"/>
                  </a:moveTo>
                  <a:lnTo>
                    <a:pt x="546448" y="630860"/>
                  </a:lnTo>
                  <a:lnTo>
                    <a:pt x="516010" y="577896"/>
                  </a:lnTo>
                  <a:close/>
                  <a:moveTo>
                    <a:pt x="516010" y="577896"/>
                  </a:moveTo>
                  <a:lnTo>
                    <a:pt x="476933" y="586650"/>
                  </a:lnTo>
                  <a:lnTo>
                    <a:pt x="460973" y="612865"/>
                  </a:lnTo>
                  <a:close/>
                  <a:moveTo>
                    <a:pt x="476933" y="586650"/>
                  </a:moveTo>
                  <a:lnTo>
                    <a:pt x="516010" y="577896"/>
                  </a:lnTo>
                  <a:lnTo>
                    <a:pt x="486114" y="571962"/>
                  </a:lnTo>
                  <a:close/>
                  <a:moveTo>
                    <a:pt x="398394" y="550453"/>
                  </a:moveTo>
                  <a:lnTo>
                    <a:pt x="398248" y="549894"/>
                  </a:lnTo>
                  <a:lnTo>
                    <a:pt x="386341" y="496832"/>
                  </a:lnTo>
                  <a:close/>
                  <a:moveTo>
                    <a:pt x="606378" y="680969"/>
                  </a:moveTo>
                  <a:lnTo>
                    <a:pt x="608068" y="681489"/>
                  </a:lnTo>
                  <a:lnTo>
                    <a:pt x="609093" y="682410"/>
                  </a:lnTo>
                  <a:close/>
                  <a:moveTo>
                    <a:pt x="546448" y="630860"/>
                  </a:moveTo>
                  <a:lnTo>
                    <a:pt x="606378" y="680969"/>
                  </a:lnTo>
                  <a:lnTo>
                    <a:pt x="549187" y="633105"/>
                  </a:lnTo>
                  <a:close/>
                  <a:moveTo>
                    <a:pt x="608068" y="681489"/>
                  </a:moveTo>
                  <a:lnTo>
                    <a:pt x="606378" y="680969"/>
                  </a:lnTo>
                  <a:lnTo>
                    <a:pt x="546448" y="630860"/>
                  </a:lnTo>
                  <a:close/>
                  <a:moveTo>
                    <a:pt x="386501" y="526359"/>
                  </a:moveTo>
                  <a:lnTo>
                    <a:pt x="386341" y="496832"/>
                  </a:lnTo>
                  <a:lnTo>
                    <a:pt x="398248" y="549894"/>
                  </a:lnTo>
                  <a:close/>
                  <a:moveTo>
                    <a:pt x="743174" y="708412"/>
                  </a:moveTo>
                  <a:lnTo>
                    <a:pt x="716861" y="735981"/>
                  </a:lnTo>
                  <a:lnTo>
                    <a:pt x="747004" y="713783"/>
                  </a:lnTo>
                  <a:close/>
                  <a:moveTo>
                    <a:pt x="712420" y="732506"/>
                  </a:moveTo>
                  <a:lnTo>
                    <a:pt x="716861" y="735981"/>
                  </a:lnTo>
                  <a:lnTo>
                    <a:pt x="743174" y="708412"/>
                  </a:lnTo>
                  <a:close/>
                  <a:moveTo>
                    <a:pt x="696872" y="656875"/>
                  </a:moveTo>
                  <a:lnTo>
                    <a:pt x="712420" y="732506"/>
                  </a:lnTo>
                  <a:lnTo>
                    <a:pt x="743174" y="708412"/>
                  </a:lnTo>
                  <a:close/>
                  <a:moveTo>
                    <a:pt x="606378" y="680969"/>
                  </a:moveTo>
                  <a:lnTo>
                    <a:pt x="609093" y="682410"/>
                  </a:lnTo>
                  <a:lnTo>
                    <a:pt x="612034" y="678266"/>
                  </a:lnTo>
                  <a:close/>
                  <a:moveTo>
                    <a:pt x="606378" y="680969"/>
                  </a:moveTo>
                  <a:lnTo>
                    <a:pt x="612034" y="678266"/>
                  </a:lnTo>
                  <a:lnTo>
                    <a:pt x="549187" y="633105"/>
                  </a:lnTo>
                  <a:close/>
                  <a:moveTo>
                    <a:pt x="679252" y="661600"/>
                  </a:moveTo>
                  <a:lnTo>
                    <a:pt x="612034" y="678266"/>
                  </a:lnTo>
                  <a:lnTo>
                    <a:pt x="609093" y="682410"/>
                  </a:lnTo>
                  <a:close/>
                  <a:moveTo>
                    <a:pt x="612034" y="678266"/>
                  </a:moveTo>
                  <a:lnTo>
                    <a:pt x="679252" y="661600"/>
                  </a:lnTo>
                  <a:lnTo>
                    <a:pt x="636929" y="651580"/>
                  </a:lnTo>
                  <a:close/>
                  <a:moveTo>
                    <a:pt x="695358" y="623746"/>
                  </a:moveTo>
                  <a:lnTo>
                    <a:pt x="681102" y="642059"/>
                  </a:lnTo>
                  <a:lnTo>
                    <a:pt x="679252" y="661600"/>
                  </a:lnTo>
                  <a:close/>
                  <a:moveTo>
                    <a:pt x="696872" y="656875"/>
                  </a:moveTo>
                  <a:lnTo>
                    <a:pt x="723859" y="627246"/>
                  </a:lnTo>
                  <a:lnTo>
                    <a:pt x="695358" y="623746"/>
                  </a:lnTo>
                  <a:close/>
                  <a:moveTo>
                    <a:pt x="679252" y="661600"/>
                  </a:moveTo>
                  <a:lnTo>
                    <a:pt x="696872" y="656875"/>
                  </a:lnTo>
                  <a:lnTo>
                    <a:pt x="695358" y="623746"/>
                  </a:lnTo>
                  <a:close/>
                  <a:moveTo>
                    <a:pt x="812700" y="784730"/>
                  </a:moveTo>
                  <a:lnTo>
                    <a:pt x="827909" y="811485"/>
                  </a:lnTo>
                  <a:lnTo>
                    <a:pt x="823900" y="808197"/>
                  </a:lnTo>
                  <a:close/>
                  <a:moveTo>
                    <a:pt x="747004" y="713783"/>
                  </a:moveTo>
                  <a:lnTo>
                    <a:pt x="752420" y="708412"/>
                  </a:lnTo>
                  <a:lnTo>
                    <a:pt x="780610" y="742666"/>
                  </a:lnTo>
                  <a:close/>
                  <a:moveTo>
                    <a:pt x="780610" y="742666"/>
                  </a:moveTo>
                  <a:lnTo>
                    <a:pt x="752420" y="708412"/>
                  </a:lnTo>
                  <a:lnTo>
                    <a:pt x="803619" y="699199"/>
                  </a:lnTo>
                  <a:close/>
                  <a:moveTo>
                    <a:pt x="752534" y="640005"/>
                  </a:moveTo>
                  <a:lnTo>
                    <a:pt x="760185" y="656875"/>
                  </a:lnTo>
                  <a:lnTo>
                    <a:pt x="723859" y="627246"/>
                  </a:lnTo>
                  <a:close/>
                  <a:moveTo>
                    <a:pt x="1113375" y="814833"/>
                  </a:moveTo>
                  <a:lnTo>
                    <a:pt x="1129468" y="825891"/>
                  </a:lnTo>
                  <a:lnTo>
                    <a:pt x="1153717" y="792716"/>
                  </a:lnTo>
                  <a:close/>
                  <a:moveTo>
                    <a:pt x="1113375" y="814833"/>
                  </a:moveTo>
                  <a:lnTo>
                    <a:pt x="1153717" y="792716"/>
                  </a:lnTo>
                  <a:lnTo>
                    <a:pt x="1133957" y="739203"/>
                  </a:lnTo>
                  <a:close/>
                  <a:moveTo>
                    <a:pt x="1210885" y="820719"/>
                  </a:moveTo>
                  <a:lnTo>
                    <a:pt x="1163689" y="784609"/>
                  </a:lnTo>
                  <a:lnTo>
                    <a:pt x="1157530" y="790740"/>
                  </a:lnTo>
                  <a:close/>
                  <a:moveTo>
                    <a:pt x="1186852" y="770640"/>
                  </a:moveTo>
                  <a:lnTo>
                    <a:pt x="1163689" y="784609"/>
                  </a:lnTo>
                  <a:lnTo>
                    <a:pt x="1210885" y="820719"/>
                  </a:lnTo>
                  <a:close/>
                  <a:moveTo>
                    <a:pt x="1139177" y="715109"/>
                  </a:moveTo>
                  <a:lnTo>
                    <a:pt x="1133957" y="739203"/>
                  </a:lnTo>
                  <a:lnTo>
                    <a:pt x="1181653" y="766646"/>
                  </a:lnTo>
                  <a:close/>
                  <a:moveTo>
                    <a:pt x="1142257" y="663573"/>
                  </a:moveTo>
                  <a:lnTo>
                    <a:pt x="1133957" y="739203"/>
                  </a:lnTo>
                  <a:lnTo>
                    <a:pt x="1139177" y="715109"/>
                  </a:lnTo>
                  <a:close/>
                  <a:moveTo>
                    <a:pt x="1107257" y="647722"/>
                  </a:moveTo>
                  <a:lnTo>
                    <a:pt x="1142257" y="663573"/>
                  </a:lnTo>
                  <a:lnTo>
                    <a:pt x="1156686" y="587942"/>
                  </a:lnTo>
                  <a:close/>
                  <a:moveTo>
                    <a:pt x="1156686" y="587942"/>
                  </a:moveTo>
                  <a:lnTo>
                    <a:pt x="1142257" y="663573"/>
                  </a:lnTo>
                  <a:lnTo>
                    <a:pt x="1175782" y="594352"/>
                  </a:lnTo>
                  <a:close/>
                  <a:moveTo>
                    <a:pt x="1175782" y="594352"/>
                  </a:moveTo>
                  <a:lnTo>
                    <a:pt x="1142257" y="663573"/>
                  </a:lnTo>
                  <a:lnTo>
                    <a:pt x="1166408" y="656913"/>
                  </a:lnTo>
                  <a:close/>
                  <a:moveTo>
                    <a:pt x="1172832" y="663573"/>
                  </a:moveTo>
                  <a:lnTo>
                    <a:pt x="1175782" y="594352"/>
                  </a:lnTo>
                  <a:lnTo>
                    <a:pt x="1166408" y="656913"/>
                  </a:lnTo>
                  <a:close/>
                  <a:moveTo>
                    <a:pt x="1274977" y="512311"/>
                  </a:moveTo>
                  <a:lnTo>
                    <a:pt x="1276908" y="517556"/>
                  </a:lnTo>
                  <a:lnTo>
                    <a:pt x="1285539" y="520461"/>
                  </a:lnTo>
                  <a:close/>
                  <a:moveTo>
                    <a:pt x="1273258" y="474543"/>
                  </a:moveTo>
                  <a:lnTo>
                    <a:pt x="1276908" y="517556"/>
                  </a:lnTo>
                  <a:lnTo>
                    <a:pt x="1274977" y="512311"/>
                  </a:lnTo>
                  <a:close/>
                  <a:moveTo>
                    <a:pt x="1369862" y="615385"/>
                  </a:moveTo>
                  <a:lnTo>
                    <a:pt x="1415304" y="656278"/>
                  </a:lnTo>
                  <a:lnTo>
                    <a:pt x="1428210" y="596001"/>
                  </a:lnTo>
                  <a:close/>
                  <a:moveTo>
                    <a:pt x="1274977" y="512311"/>
                  </a:moveTo>
                  <a:lnTo>
                    <a:pt x="1273032" y="457965"/>
                  </a:lnTo>
                  <a:lnTo>
                    <a:pt x="1273258" y="474543"/>
                  </a:lnTo>
                  <a:close/>
                  <a:moveTo>
                    <a:pt x="1421334" y="464124"/>
                  </a:moveTo>
                  <a:lnTo>
                    <a:pt x="1399654" y="502640"/>
                  </a:lnTo>
                  <a:lnTo>
                    <a:pt x="1430552" y="468611"/>
                  </a:lnTo>
                  <a:close/>
                  <a:moveTo>
                    <a:pt x="1430552" y="468611"/>
                  </a:moveTo>
                  <a:lnTo>
                    <a:pt x="1399654" y="502640"/>
                  </a:lnTo>
                  <a:lnTo>
                    <a:pt x="1393217" y="523724"/>
                  </a:lnTo>
                  <a:close/>
                  <a:moveTo>
                    <a:pt x="1441907" y="515660"/>
                  </a:moveTo>
                  <a:lnTo>
                    <a:pt x="1448054" y="508923"/>
                  </a:lnTo>
                  <a:lnTo>
                    <a:pt x="1430552" y="468611"/>
                  </a:lnTo>
                  <a:close/>
                  <a:moveTo>
                    <a:pt x="1393217" y="523724"/>
                  </a:moveTo>
                  <a:lnTo>
                    <a:pt x="1441907" y="515660"/>
                  </a:lnTo>
                  <a:lnTo>
                    <a:pt x="1430552" y="468611"/>
                  </a:lnTo>
                  <a:close/>
                  <a:moveTo>
                    <a:pt x="1462394" y="539754"/>
                  </a:moveTo>
                  <a:lnTo>
                    <a:pt x="1452212" y="524469"/>
                  </a:lnTo>
                  <a:lnTo>
                    <a:pt x="1431639" y="582453"/>
                  </a:lnTo>
                  <a:close/>
                  <a:moveTo>
                    <a:pt x="1462394" y="539754"/>
                  </a:moveTo>
                  <a:lnTo>
                    <a:pt x="1452895" y="515660"/>
                  </a:lnTo>
                  <a:lnTo>
                    <a:pt x="1452212" y="524469"/>
                  </a:lnTo>
                  <a:close/>
                  <a:moveTo>
                    <a:pt x="1452895" y="515660"/>
                  </a:moveTo>
                  <a:lnTo>
                    <a:pt x="1430552" y="468611"/>
                  </a:lnTo>
                  <a:lnTo>
                    <a:pt x="1448054" y="508923"/>
                  </a:lnTo>
                  <a:close/>
                  <a:moveTo>
                    <a:pt x="1298840" y="412587"/>
                  </a:moveTo>
                  <a:lnTo>
                    <a:pt x="1270460" y="385145"/>
                  </a:lnTo>
                  <a:lnTo>
                    <a:pt x="1282795" y="436681"/>
                  </a:lnTo>
                  <a:close/>
                  <a:moveTo>
                    <a:pt x="1397961" y="394382"/>
                  </a:moveTo>
                  <a:lnTo>
                    <a:pt x="1421334" y="464124"/>
                  </a:lnTo>
                  <a:lnTo>
                    <a:pt x="1405378" y="412587"/>
                  </a:lnTo>
                  <a:close/>
                  <a:moveTo>
                    <a:pt x="1237657" y="79273"/>
                  </a:moveTo>
                  <a:lnTo>
                    <a:pt x="1256480" y="142015"/>
                  </a:lnTo>
                  <a:lnTo>
                    <a:pt x="1281754" y="101611"/>
                  </a:lnTo>
                  <a:close/>
                  <a:moveTo>
                    <a:pt x="1281173" y="55180"/>
                  </a:moveTo>
                  <a:lnTo>
                    <a:pt x="1281754" y="101611"/>
                  </a:lnTo>
                  <a:lnTo>
                    <a:pt x="1313816" y="86584"/>
                  </a:lnTo>
                  <a:close/>
                  <a:moveTo>
                    <a:pt x="1281173" y="55180"/>
                  </a:moveTo>
                  <a:lnTo>
                    <a:pt x="1237657" y="79273"/>
                  </a:lnTo>
                  <a:lnTo>
                    <a:pt x="1281754" y="101611"/>
                  </a:lnTo>
                  <a:close/>
                  <a:moveTo>
                    <a:pt x="1339750" y="31086"/>
                  </a:moveTo>
                  <a:lnTo>
                    <a:pt x="1354817" y="53000"/>
                  </a:lnTo>
                  <a:lnTo>
                    <a:pt x="1296113" y="0"/>
                  </a:lnTo>
                  <a:close/>
                </a:path>
              </a:pathLst>
            </a:custGeom>
            <a:solidFill>
              <a:srgbClr val="F1F3F5"/>
            </a:solidFill>
            <a:ln w="1524">
              <a:solidFill>
                <a:srgbClr val="F1F3F5"/>
              </a:solidFill>
            </a:ln>
          </p:spPr>
        </p:sp>
        <p:sp>
          <p:nvSpPr>
            <p:cNvPr id="4182" name="Output_density__4181">
              <a:extLst>
                <a:ext uri="{FF2B5EF4-FFF2-40B4-BE49-F238E27FC236}">
                  <a16:creationId xmlns:a16="http://schemas.microsoft.com/office/drawing/2014/main" id="{FCF3A6DB-061A-370B-02CE-AB5C260CEC39}"/>
                </a:ext>
              </a:extLst>
            </p:cNvPr>
            <p:cNvSpPr>
              <a:spLocks noGrp="1"/>
            </p:cNvSpPr>
            <p:nvPr/>
          </p:nvSpPr>
          <p:spPr>
            <a:xfrm>
              <a:off x="15567481" y="3387959"/>
              <a:ext cx="1261093" cy="1162795"/>
            </a:xfrm>
            <a:custGeom>
              <a:avLst/>
              <a:gdLst/>
              <a:ahLst/>
              <a:cxnLst/>
              <a:rect l="0" t="0" r="0" b="0"/>
              <a:pathLst>
                <a:path w="1261093" h="1162795">
                  <a:moveTo>
                    <a:pt x="253099" y="1115236"/>
                  </a:moveTo>
                  <a:lnTo>
                    <a:pt x="181148" y="1133535"/>
                  </a:lnTo>
                  <a:lnTo>
                    <a:pt x="183343" y="1135353"/>
                  </a:lnTo>
                  <a:close/>
                  <a:moveTo>
                    <a:pt x="190600" y="1065321"/>
                  </a:moveTo>
                  <a:lnTo>
                    <a:pt x="181148" y="1133535"/>
                  </a:lnTo>
                  <a:lnTo>
                    <a:pt x="253099" y="1115236"/>
                  </a:lnTo>
                  <a:close/>
                  <a:moveTo>
                    <a:pt x="241372" y="1062027"/>
                  </a:moveTo>
                  <a:lnTo>
                    <a:pt x="190600" y="1065321"/>
                  </a:lnTo>
                  <a:lnTo>
                    <a:pt x="253099" y="1115236"/>
                  </a:lnTo>
                  <a:close/>
                  <a:moveTo>
                    <a:pt x="171997" y="1008185"/>
                  </a:moveTo>
                  <a:lnTo>
                    <a:pt x="190600" y="1065321"/>
                  </a:lnTo>
                  <a:lnTo>
                    <a:pt x="191199" y="1036213"/>
                  </a:lnTo>
                  <a:close/>
                  <a:moveTo>
                    <a:pt x="147385" y="1083816"/>
                  </a:moveTo>
                  <a:lnTo>
                    <a:pt x="190600" y="1065321"/>
                  </a:lnTo>
                  <a:lnTo>
                    <a:pt x="171997" y="1008185"/>
                  </a:lnTo>
                  <a:close/>
                  <a:moveTo>
                    <a:pt x="124624" y="961977"/>
                  </a:moveTo>
                  <a:lnTo>
                    <a:pt x="119521" y="959639"/>
                  </a:lnTo>
                  <a:lnTo>
                    <a:pt x="171997" y="1008185"/>
                  </a:lnTo>
                  <a:close/>
                  <a:moveTo>
                    <a:pt x="120160" y="956649"/>
                  </a:moveTo>
                  <a:lnTo>
                    <a:pt x="119521" y="959639"/>
                  </a:lnTo>
                  <a:lnTo>
                    <a:pt x="124624" y="961977"/>
                  </a:lnTo>
                  <a:close/>
                  <a:moveTo>
                    <a:pt x="120160" y="956649"/>
                  </a:moveTo>
                  <a:lnTo>
                    <a:pt x="89899" y="920978"/>
                  </a:lnTo>
                  <a:lnTo>
                    <a:pt x="119521" y="959639"/>
                  </a:lnTo>
                  <a:close/>
                  <a:moveTo>
                    <a:pt x="288144" y="1111259"/>
                  </a:moveTo>
                  <a:lnTo>
                    <a:pt x="314684" y="1162795"/>
                  </a:lnTo>
                  <a:lnTo>
                    <a:pt x="260965" y="1108840"/>
                  </a:lnTo>
                  <a:close/>
                  <a:moveTo>
                    <a:pt x="171997" y="1008185"/>
                  </a:moveTo>
                  <a:lnTo>
                    <a:pt x="191199" y="1036213"/>
                  </a:lnTo>
                  <a:lnTo>
                    <a:pt x="195156" y="998874"/>
                  </a:lnTo>
                  <a:close/>
                  <a:moveTo>
                    <a:pt x="195156" y="998874"/>
                  </a:moveTo>
                  <a:lnTo>
                    <a:pt x="124624" y="961977"/>
                  </a:lnTo>
                  <a:lnTo>
                    <a:pt x="171997" y="1008185"/>
                  </a:lnTo>
                  <a:close/>
                  <a:moveTo>
                    <a:pt x="128627" y="952236"/>
                  </a:moveTo>
                  <a:lnTo>
                    <a:pt x="124624" y="961977"/>
                  </a:lnTo>
                  <a:lnTo>
                    <a:pt x="195156" y="998874"/>
                  </a:lnTo>
                  <a:close/>
                  <a:moveTo>
                    <a:pt x="192679" y="938145"/>
                  </a:moveTo>
                  <a:lnTo>
                    <a:pt x="128627" y="952236"/>
                  </a:lnTo>
                  <a:lnTo>
                    <a:pt x="195156" y="998874"/>
                  </a:lnTo>
                  <a:close/>
                  <a:moveTo>
                    <a:pt x="195156" y="998874"/>
                  </a:moveTo>
                  <a:lnTo>
                    <a:pt x="191199" y="1036213"/>
                  </a:lnTo>
                  <a:lnTo>
                    <a:pt x="201563" y="1008185"/>
                  </a:lnTo>
                  <a:close/>
                  <a:moveTo>
                    <a:pt x="192679" y="938145"/>
                  </a:moveTo>
                  <a:lnTo>
                    <a:pt x="195156" y="998874"/>
                  </a:lnTo>
                  <a:lnTo>
                    <a:pt x="201563" y="1008185"/>
                  </a:lnTo>
                  <a:close/>
                  <a:moveTo>
                    <a:pt x="120160" y="956649"/>
                  </a:moveTo>
                  <a:lnTo>
                    <a:pt x="124624" y="961977"/>
                  </a:lnTo>
                  <a:lnTo>
                    <a:pt x="128627" y="952236"/>
                  </a:lnTo>
                  <a:close/>
                  <a:moveTo>
                    <a:pt x="120160" y="956649"/>
                  </a:moveTo>
                  <a:lnTo>
                    <a:pt x="128627" y="952236"/>
                  </a:lnTo>
                  <a:lnTo>
                    <a:pt x="104252" y="881018"/>
                  </a:lnTo>
                  <a:close/>
                  <a:moveTo>
                    <a:pt x="94968" y="905112"/>
                  </a:moveTo>
                  <a:lnTo>
                    <a:pt x="120160" y="956649"/>
                  </a:lnTo>
                  <a:lnTo>
                    <a:pt x="104252" y="881018"/>
                  </a:lnTo>
                  <a:close/>
                  <a:moveTo>
                    <a:pt x="128627" y="952236"/>
                  </a:moveTo>
                  <a:lnTo>
                    <a:pt x="192679" y="938145"/>
                  </a:lnTo>
                  <a:lnTo>
                    <a:pt x="147755" y="913561"/>
                  </a:lnTo>
                  <a:close/>
                  <a:moveTo>
                    <a:pt x="104252" y="881018"/>
                  </a:moveTo>
                  <a:lnTo>
                    <a:pt x="95913" y="829482"/>
                  </a:lnTo>
                  <a:lnTo>
                    <a:pt x="94968" y="905112"/>
                  </a:lnTo>
                  <a:close/>
                  <a:moveTo>
                    <a:pt x="298437" y="908461"/>
                  </a:moveTo>
                  <a:lnTo>
                    <a:pt x="306742" y="983958"/>
                  </a:lnTo>
                  <a:lnTo>
                    <a:pt x="328026" y="928634"/>
                  </a:lnTo>
                  <a:close/>
                  <a:moveTo>
                    <a:pt x="39010" y="726409"/>
                  </a:moveTo>
                  <a:lnTo>
                    <a:pt x="53244" y="734877"/>
                  </a:lnTo>
                  <a:lnTo>
                    <a:pt x="44781" y="702315"/>
                  </a:lnTo>
                  <a:close/>
                  <a:moveTo>
                    <a:pt x="39010" y="726409"/>
                  </a:moveTo>
                  <a:lnTo>
                    <a:pt x="44781" y="702315"/>
                  </a:lnTo>
                  <a:lnTo>
                    <a:pt x="0" y="710485"/>
                  </a:lnTo>
                  <a:close/>
                  <a:moveTo>
                    <a:pt x="298437" y="908461"/>
                  </a:moveTo>
                  <a:lnTo>
                    <a:pt x="328026" y="928634"/>
                  </a:lnTo>
                  <a:lnTo>
                    <a:pt x="334703" y="898646"/>
                  </a:lnTo>
                  <a:close/>
                  <a:moveTo>
                    <a:pt x="246130" y="832831"/>
                  </a:moveTo>
                  <a:lnTo>
                    <a:pt x="228129" y="856924"/>
                  </a:lnTo>
                  <a:lnTo>
                    <a:pt x="271385" y="891541"/>
                  </a:lnTo>
                  <a:close/>
                  <a:moveTo>
                    <a:pt x="488263" y="773681"/>
                  </a:moveTo>
                  <a:lnTo>
                    <a:pt x="431516" y="757200"/>
                  </a:lnTo>
                  <a:lnTo>
                    <a:pt x="411092" y="794729"/>
                  </a:lnTo>
                  <a:close/>
                  <a:moveTo>
                    <a:pt x="461062" y="746397"/>
                  </a:moveTo>
                  <a:lnTo>
                    <a:pt x="488263" y="773681"/>
                  </a:lnTo>
                  <a:lnTo>
                    <a:pt x="500249" y="784643"/>
                  </a:lnTo>
                  <a:close/>
                  <a:moveTo>
                    <a:pt x="417292" y="683010"/>
                  </a:moveTo>
                  <a:lnTo>
                    <a:pt x="461062" y="746397"/>
                  </a:lnTo>
                  <a:lnTo>
                    <a:pt x="472029" y="712983"/>
                  </a:lnTo>
                  <a:close/>
                  <a:moveTo>
                    <a:pt x="420037" y="705663"/>
                  </a:moveTo>
                  <a:lnTo>
                    <a:pt x="461062" y="746397"/>
                  </a:lnTo>
                  <a:lnTo>
                    <a:pt x="417292" y="683010"/>
                  </a:lnTo>
                  <a:close/>
                  <a:moveTo>
                    <a:pt x="605038" y="760549"/>
                  </a:moveTo>
                  <a:lnTo>
                    <a:pt x="586400" y="791247"/>
                  </a:lnTo>
                  <a:lnTo>
                    <a:pt x="620899" y="785330"/>
                  </a:lnTo>
                  <a:close/>
                  <a:moveTo>
                    <a:pt x="582926" y="723288"/>
                  </a:moveTo>
                  <a:lnTo>
                    <a:pt x="560619" y="709012"/>
                  </a:lnTo>
                  <a:lnTo>
                    <a:pt x="555203" y="714384"/>
                  </a:lnTo>
                  <a:close/>
                  <a:moveTo>
                    <a:pt x="555203" y="714384"/>
                  </a:moveTo>
                  <a:lnTo>
                    <a:pt x="525060" y="736582"/>
                  </a:lnTo>
                  <a:lnTo>
                    <a:pt x="582926" y="723288"/>
                  </a:lnTo>
                  <a:close/>
                  <a:moveTo>
                    <a:pt x="487451" y="662201"/>
                  </a:moveTo>
                  <a:lnTo>
                    <a:pt x="472029" y="712983"/>
                  </a:lnTo>
                  <a:lnTo>
                    <a:pt x="505070" y="657475"/>
                  </a:lnTo>
                  <a:close/>
                  <a:moveTo>
                    <a:pt x="505070" y="657475"/>
                  </a:moveTo>
                  <a:lnTo>
                    <a:pt x="472029" y="712983"/>
                  </a:lnTo>
                  <a:lnTo>
                    <a:pt x="520619" y="733106"/>
                  </a:lnTo>
                  <a:close/>
                  <a:moveTo>
                    <a:pt x="487451" y="662201"/>
                  </a:moveTo>
                  <a:lnTo>
                    <a:pt x="417292" y="683010"/>
                  </a:lnTo>
                  <a:lnTo>
                    <a:pt x="472029" y="712983"/>
                  </a:lnTo>
                  <a:close/>
                  <a:moveTo>
                    <a:pt x="487451" y="662201"/>
                  </a:moveTo>
                  <a:lnTo>
                    <a:pt x="489300" y="642660"/>
                  </a:lnTo>
                  <a:lnTo>
                    <a:pt x="445127" y="652181"/>
                  </a:lnTo>
                  <a:close/>
                  <a:moveTo>
                    <a:pt x="605038" y="760549"/>
                  </a:moveTo>
                  <a:lnTo>
                    <a:pt x="632099" y="808797"/>
                  </a:lnTo>
                  <a:lnTo>
                    <a:pt x="588809" y="743266"/>
                  </a:lnTo>
                  <a:close/>
                  <a:moveTo>
                    <a:pt x="620899" y="785330"/>
                  </a:moveTo>
                  <a:lnTo>
                    <a:pt x="632099" y="808797"/>
                  </a:lnTo>
                  <a:lnTo>
                    <a:pt x="605038" y="760549"/>
                  </a:lnTo>
                  <a:close/>
                  <a:moveTo>
                    <a:pt x="610593" y="746801"/>
                  </a:moveTo>
                  <a:lnTo>
                    <a:pt x="605038" y="760549"/>
                  </a:lnTo>
                  <a:lnTo>
                    <a:pt x="588809" y="743266"/>
                  </a:lnTo>
                  <a:close/>
                  <a:moveTo>
                    <a:pt x="551373" y="709012"/>
                  </a:moveTo>
                  <a:lnTo>
                    <a:pt x="571178" y="684918"/>
                  </a:lnTo>
                  <a:lnTo>
                    <a:pt x="505070" y="657475"/>
                  </a:lnTo>
                  <a:close/>
                  <a:moveTo>
                    <a:pt x="575865" y="656736"/>
                  </a:moveTo>
                  <a:lnTo>
                    <a:pt x="568384" y="657475"/>
                  </a:lnTo>
                  <a:lnTo>
                    <a:pt x="560733" y="640606"/>
                  </a:lnTo>
                  <a:close/>
                  <a:moveTo>
                    <a:pt x="560733" y="640606"/>
                  </a:moveTo>
                  <a:lnTo>
                    <a:pt x="532058" y="627846"/>
                  </a:lnTo>
                  <a:lnTo>
                    <a:pt x="505070" y="657475"/>
                  </a:lnTo>
                  <a:close/>
                  <a:moveTo>
                    <a:pt x="392368" y="320023"/>
                  </a:moveTo>
                  <a:lnTo>
                    <a:pt x="380999" y="324162"/>
                  </a:lnTo>
                  <a:lnTo>
                    <a:pt x="416762" y="305230"/>
                  </a:lnTo>
                  <a:close/>
                  <a:moveTo>
                    <a:pt x="942156" y="739804"/>
                  </a:moveTo>
                  <a:lnTo>
                    <a:pt x="961915" y="793316"/>
                  </a:lnTo>
                  <a:lnTo>
                    <a:pt x="962497" y="784426"/>
                  </a:lnTo>
                  <a:close/>
                  <a:moveTo>
                    <a:pt x="937667" y="826492"/>
                  </a:moveTo>
                  <a:lnTo>
                    <a:pt x="965729" y="791340"/>
                  </a:lnTo>
                  <a:lnTo>
                    <a:pt x="961915" y="793316"/>
                  </a:lnTo>
                  <a:close/>
                  <a:moveTo>
                    <a:pt x="942156" y="739804"/>
                  </a:moveTo>
                  <a:lnTo>
                    <a:pt x="891355" y="693116"/>
                  </a:lnTo>
                  <a:lnTo>
                    <a:pt x="871411" y="753449"/>
                  </a:lnTo>
                  <a:close/>
                  <a:moveTo>
                    <a:pt x="989851" y="767246"/>
                  </a:moveTo>
                  <a:lnTo>
                    <a:pt x="962497" y="784426"/>
                  </a:lnTo>
                  <a:lnTo>
                    <a:pt x="971887" y="785209"/>
                  </a:lnTo>
                  <a:close/>
                  <a:moveTo>
                    <a:pt x="942156" y="739804"/>
                  </a:moveTo>
                  <a:lnTo>
                    <a:pt x="962497" y="784426"/>
                  </a:lnTo>
                  <a:lnTo>
                    <a:pt x="989851" y="767246"/>
                  </a:lnTo>
                  <a:close/>
                  <a:moveTo>
                    <a:pt x="950455" y="664173"/>
                  </a:moveTo>
                  <a:lnTo>
                    <a:pt x="891355" y="693116"/>
                  </a:lnTo>
                  <a:lnTo>
                    <a:pt x="942156" y="739804"/>
                  </a:lnTo>
                  <a:close/>
                  <a:moveTo>
                    <a:pt x="876495" y="612637"/>
                  </a:moveTo>
                  <a:lnTo>
                    <a:pt x="886861" y="688267"/>
                  </a:lnTo>
                  <a:lnTo>
                    <a:pt x="915455" y="648323"/>
                  </a:lnTo>
                  <a:close/>
                  <a:moveTo>
                    <a:pt x="893578" y="685405"/>
                  </a:moveTo>
                  <a:lnTo>
                    <a:pt x="950455" y="664173"/>
                  </a:lnTo>
                  <a:lnTo>
                    <a:pt x="915455" y="648323"/>
                  </a:lnTo>
                  <a:close/>
                  <a:moveTo>
                    <a:pt x="876495" y="612637"/>
                  </a:moveTo>
                  <a:lnTo>
                    <a:pt x="866862" y="561100"/>
                  </a:lnTo>
                  <a:lnTo>
                    <a:pt x="862121" y="636730"/>
                  </a:lnTo>
                  <a:close/>
                  <a:moveTo>
                    <a:pt x="1047255" y="656848"/>
                  </a:moveTo>
                  <a:lnTo>
                    <a:pt x="981030" y="664173"/>
                  </a:lnTo>
                  <a:lnTo>
                    <a:pt x="1007338" y="693646"/>
                  </a:lnTo>
                  <a:close/>
                  <a:moveTo>
                    <a:pt x="1133787" y="564448"/>
                  </a:moveTo>
                  <a:lnTo>
                    <a:pt x="1093738" y="521062"/>
                  </a:lnTo>
                  <a:lnTo>
                    <a:pt x="1085107" y="518157"/>
                  </a:lnTo>
                  <a:close/>
                  <a:moveTo>
                    <a:pt x="1178060" y="615985"/>
                  </a:moveTo>
                  <a:lnTo>
                    <a:pt x="1236409" y="596601"/>
                  </a:lnTo>
                  <a:lnTo>
                    <a:pt x="1162144" y="602143"/>
                  </a:lnTo>
                  <a:close/>
                  <a:moveTo>
                    <a:pt x="1162144" y="602143"/>
                  </a:moveTo>
                  <a:lnTo>
                    <a:pt x="1236409" y="596601"/>
                  </a:lnTo>
                  <a:lnTo>
                    <a:pt x="1239838" y="583053"/>
                  </a:lnTo>
                  <a:close/>
                  <a:moveTo>
                    <a:pt x="1162144" y="602143"/>
                  </a:moveTo>
                  <a:lnTo>
                    <a:pt x="1239838" y="583053"/>
                  </a:lnTo>
                  <a:lnTo>
                    <a:pt x="1185466" y="554442"/>
                  </a:lnTo>
                  <a:close/>
                  <a:moveTo>
                    <a:pt x="1170814" y="540355"/>
                  </a:moveTo>
                  <a:lnTo>
                    <a:pt x="1162144" y="602143"/>
                  </a:lnTo>
                  <a:lnTo>
                    <a:pt x="1185466" y="554442"/>
                  </a:lnTo>
                  <a:close/>
                  <a:moveTo>
                    <a:pt x="1170814" y="540355"/>
                  </a:moveTo>
                  <a:lnTo>
                    <a:pt x="1133787" y="564448"/>
                  </a:lnTo>
                  <a:lnTo>
                    <a:pt x="1162144" y="602143"/>
                  </a:lnTo>
                  <a:close/>
                  <a:moveTo>
                    <a:pt x="1133787" y="564448"/>
                  </a:moveTo>
                  <a:lnTo>
                    <a:pt x="1170814" y="540355"/>
                  </a:lnTo>
                  <a:lnTo>
                    <a:pt x="1093738" y="521062"/>
                  </a:lnTo>
                  <a:close/>
                  <a:moveTo>
                    <a:pt x="1170814" y="540355"/>
                  </a:moveTo>
                  <a:lnTo>
                    <a:pt x="1123753" y="498386"/>
                  </a:lnTo>
                  <a:lnTo>
                    <a:pt x="1093738" y="521062"/>
                  </a:lnTo>
                  <a:close/>
                  <a:moveTo>
                    <a:pt x="1109000" y="488818"/>
                  </a:moveTo>
                  <a:lnTo>
                    <a:pt x="1093738" y="521062"/>
                  </a:lnTo>
                  <a:lnTo>
                    <a:pt x="1123753" y="498386"/>
                  </a:lnTo>
                  <a:close/>
                  <a:moveTo>
                    <a:pt x="1109000" y="488818"/>
                  </a:moveTo>
                  <a:lnTo>
                    <a:pt x="1083176" y="512912"/>
                  </a:lnTo>
                  <a:lnTo>
                    <a:pt x="1093738" y="521062"/>
                  </a:lnTo>
                  <a:close/>
                  <a:moveTo>
                    <a:pt x="1090993" y="437281"/>
                  </a:moveTo>
                  <a:lnTo>
                    <a:pt x="1081230" y="458565"/>
                  </a:lnTo>
                  <a:lnTo>
                    <a:pt x="1083176" y="512912"/>
                  </a:lnTo>
                  <a:close/>
                  <a:moveTo>
                    <a:pt x="1109000" y="488818"/>
                  </a:moveTo>
                  <a:lnTo>
                    <a:pt x="1090993" y="437281"/>
                  </a:lnTo>
                  <a:lnTo>
                    <a:pt x="1083176" y="512912"/>
                  </a:lnTo>
                  <a:close/>
                  <a:moveTo>
                    <a:pt x="1090993" y="437281"/>
                  </a:moveTo>
                  <a:lnTo>
                    <a:pt x="1079557" y="397183"/>
                  </a:lnTo>
                  <a:lnTo>
                    <a:pt x="1081230" y="458565"/>
                  </a:lnTo>
                  <a:close/>
                  <a:moveTo>
                    <a:pt x="1170814" y="540355"/>
                  </a:moveTo>
                  <a:lnTo>
                    <a:pt x="1185466" y="554442"/>
                  </a:lnTo>
                  <a:lnTo>
                    <a:pt x="1201415" y="524325"/>
                  </a:lnTo>
                  <a:close/>
                  <a:moveTo>
                    <a:pt x="1170814" y="540355"/>
                  </a:moveTo>
                  <a:lnTo>
                    <a:pt x="1201415" y="524325"/>
                  </a:lnTo>
                  <a:lnTo>
                    <a:pt x="1123753" y="498386"/>
                  </a:lnTo>
                  <a:close/>
                  <a:moveTo>
                    <a:pt x="1185466" y="554442"/>
                  </a:moveTo>
                  <a:lnTo>
                    <a:pt x="1250106" y="516261"/>
                  </a:lnTo>
                  <a:lnTo>
                    <a:pt x="1201415" y="524325"/>
                  </a:lnTo>
                  <a:close/>
                  <a:moveTo>
                    <a:pt x="1260410" y="525070"/>
                  </a:moveTo>
                  <a:lnTo>
                    <a:pt x="1250106" y="516261"/>
                  </a:lnTo>
                  <a:lnTo>
                    <a:pt x="1185466" y="554442"/>
                  </a:lnTo>
                  <a:close/>
                  <a:moveTo>
                    <a:pt x="1239838" y="583053"/>
                  </a:moveTo>
                  <a:lnTo>
                    <a:pt x="1260410" y="525070"/>
                  </a:lnTo>
                  <a:lnTo>
                    <a:pt x="1185466" y="554442"/>
                  </a:lnTo>
                  <a:close/>
                  <a:moveTo>
                    <a:pt x="1250106" y="516261"/>
                  </a:moveTo>
                  <a:lnTo>
                    <a:pt x="1260410" y="525070"/>
                  </a:lnTo>
                  <a:lnTo>
                    <a:pt x="1260551" y="514231"/>
                  </a:lnTo>
                  <a:close/>
                  <a:moveTo>
                    <a:pt x="1260551" y="514231"/>
                  </a:moveTo>
                  <a:lnTo>
                    <a:pt x="1256252" y="509523"/>
                  </a:lnTo>
                  <a:lnTo>
                    <a:pt x="1250106" y="516261"/>
                  </a:lnTo>
                  <a:close/>
                  <a:moveTo>
                    <a:pt x="1260551" y="514231"/>
                  </a:moveTo>
                  <a:lnTo>
                    <a:pt x="1260410" y="525070"/>
                  </a:lnTo>
                  <a:lnTo>
                    <a:pt x="1261093" y="516261"/>
                  </a:lnTo>
                  <a:close/>
                  <a:moveTo>
                    <a:pt x="1260551" y="514231"/>
                  </a:moveTo>
                  <a:lnTo>
                    <a:pt x="1261093" y="516261"/>
                  </a:lnTo>
                  <a:lnTo>
                    <a:pt x="1256252" y="509523"/>
                  </a:lnTo>
                  <a:close/>
                  <a:moveTo>
                    <a:pt x="1045856" y="79874"/>
                  </a:moveTo>
                  <a:lnTo>
                    <a:pt x="1089371" y="55780"/>
                  </a:lnTo>
                  <a:lnTo>
                    <a:pt x="1028689" y="47834"/>
                  </a:lnTo>
                  <a:close/>
                  <a:moveTo>
                    <a:pt x="1058330" y="0"/>
                  </a:moveTo>
                  <a:lnTo>
                    <a:pt x="1141974" y="26910"/>
                  </a:lnTo>
                  <a:lnTo>
                    <a:pt x="1104312" y="600"/>
                  </a:lnTo>
                  <a:close/>
                  <a:moveTo>
                    <a:pt x="1058330" y="0"/>
                  </a:moveTo>
                  <a:lnTo>
                    <a:pt x="1098926" y="862"/>
                  </a:lnTo>
                  <a:lnTo>
                    <a:pt x="1052234" y="963"/>
                  </a:lnTo>
                  <a:close/>
                  <a:moveTo>
                    <a:pt x="1058330" y="0"/>
                  </a:moveTo>
                  <a:lnTo>
                    <a:pt x="1104312" y="600"/>
                  </a:lnTo>
                  <a:lnTo>
                    <a:pt x="1098926" y="862"/>
                  </a:lnTo>
                  <a:close/>
                </a:path>
              </a:pathLst>
            </a:custGeom>
            <a:solidFill>
              <a:srgbClr val="F2F4F6"/>
            </a:solidFill>
            <a:ln w="1524">
              <a:solidFill>
                <a:srgbClr val="F2F4F6"/>
              </a:solidFill>
            </a:ln>
          </p:spPr>
        </p:sp>
        <p:sp>
          <p:nvSpPr>
            <p:cNvPr id="4183" name="Output_density__4182">
              <a:extLst>
                <a:ext uri="{FF2B5EF4-FFF2-40B4-BE49-F238E27FC236}">
                  <a16:creationId xmlns:a16="http://schemas.microsoft.com/office/drawing/2014/main" id="{DF76DC75-72C3-89CE-E12E-80C264E388A3}"/>
                </a:ext>
              </a:extLst>
            </p:cNvPr>
            <p:cNvSpPr>
              <a:spLocks noGrp="1"/>
            </p:cNvSpPr>
            <p:nvPr/>
          </p:nvSpPr>
          <p:spPr>
            <a:xfrm>
              <a:off x="15714866" y="3388821"/>
              <a:ext cx="951541" cy="1132673"/>
            </a:xfrm>
            <a:custGeom>
              <a:avLst/>
              <a:gdLst/>
              <a:ahLst/>
              <a:cxnLst/>
              <a:rect l="0" t="0" r="0" b="0"/>
              <a:pathLst>
                <a:path w="951541" h="1132673">
                  <a:moveTo>
                    <a:pt x="0" y="1082954"/>
                  </a:moveTo>
                  <a:lnTo>
                    <a:pt x="33762" y="1132673"/>
                  </a:lnTo>
                  <a:lnTo>
                    <a:pt x="43215" y="1064459"/>
                  </a:lnTo>
                  <a:close/>
                  <a:moveTo>
                    <a:pt x="313676" y="745536"/>
                  </a:moveTo>
                  <a:lnTo>
                    <a:pt x="284131" y="756338"/>
                  </a:lnTo>
                  <a:lnTo>
                    <a:pt x="340878" y="772820"/>
                  </a:lnTo>
                  <a:close/>
                  <a:moveTo>
                    <a:pt x="313676" y="745536"/>
                  </a:moveTo>
                  <a:lnTo>
                    <a:pt x="373233" y="732244"/>
                  </a:lnTo>
                  <a:lnTo>
                    <a:pt x="324643" y="712122"/>
                  </a:lnTo>
                  <a:close/>
                  <a:moveTo>
                    <a:pt x="485049" y="827598"/>
                  </a:moveTo>
                  <a:lnTo>
                    <a:pt x="457120" y="858078"/>
                  </a:lnTo>
                  <a:lnTo>
                    <a:pt x="445164" y="853155"/>
                  </a:lnTo>
                  <a:close/>
                  <a:moveTo>
                    <a:pt x="435540" y="722427"/>
                  </a:moveTo>
                  <a:lnTo>
                    <a:pt x="457652" y="759687"/>
                  </a:lnTo>
                  <a:lnTo>
                    <a:pt x="463208" y="745939"/>
                  </a:lnTo>
                  <a:close/>
                  <a:moveTo>
                    <a:pt x="357685" y="656614"/>
                  </a:moveTo>
                  <a:lnTo>
                    <a:pt x="428480" y="655875"/>
                  </a:lnTo>
                  <a:lnTo>
                    <a:pt x="413348" y="639744"/>
                  </a:lnTo>
                  <a:close/>
                  <a:moveTo>
                    <a:pt x="244982" y="319161"/>
                  </a:moveTo>
                  <a:lnTo>
                    <a:pt x="178268" y="347394"/>
                  </a:lnTo>
                  <a:lnTo>
                    <a:pt x="233614" y="323300"/>
                  </a:lnTo>
                  <a:close/>
                  <a:moveTo>
                    <a:pt x="814530" y="792455"/>
                  </a:moveTo>
                  <a:lnTo>
                    <a:pt x="818344" y="790479"/>
                  </a:lnTo>
                  <a:lnTo>
                    <a:pt x="815111" y="783565"/>
                  </a:lnTo>
                  <a:close/>
                  <a:moveTo>
                    <a:pt x="739476" y="687406"/>
                  </a:moveTo>
                  <a:lnTo>
                    <a:pt x="724026" y="752587"/>
                  </a:lnTo>
                  <a:lnTo>
                    <a:pt x="743969" y="692254"/>
                  </a:lnTo>
                  <a:close/>
                  <a:moveTo>
                    <a:pt x="739476" y="687406"/>
                  </a:moveTo>
                  <a:lnTo>
                    <a:pt x="697019" y="711499"/>
                  </a:lnTo>
                  <a:lnTo>
                    <a:pt x="724026" y="752587"/>
                  </a:lnTo>
                  <a:close/>
                  <a:moveTo>
                    <a:pt x="739476" y="687406"/>
                  </a:moveTo>
                  <a:lnTo>
                    <a:pt x="714736" y="635869"/>
                  </a:lnTo>
                  <a:lnTo>
                    <a:pt x="697019" y="711499"/>
                  </a:lnTo>
                  <a:close/>
                  <a:moveTo>
                    <a:pt x="815111" y="783565"/>
                  </a:moveTo>
                  <a:lnTo>
                    <a:pt x="818344" y="790479"/>
                  </a:lnTo>
                  <a:lnTo>
                    <a:pt x="824502" y="784347"/>
                  </a:lnTo>
                  <a:close/>
                  <a:moveTo>
                    <a:pt x="746193" y="684543"/>
                  </a:moveTo>
                  <a:lnTo>
                    <a:pt x="743969" y="692254"/>
                  </a:lnTo>
                  <a:lnTo>
                    <a:pt x="803070" y="663311"/>
                  </a:lnTo>
                  <a:close/>
                  <a:moveTo>
                    <a:pt x="746193" y="684543"/>
                  </a:moveTo>
                  <a:lnTo>
                    <a:pt x="739476" y="687406"/>
                  </a:lnTo>
                  <a:lnTo>
                    <a:pt x="743969" y="692254"/>
                  </a:lnTo>
                  <a:close/>
                  <a:moveTo>
                    <a:pt x="739476" y="687406"/>
                  </a:moveTo>
                  <a:lnTo>
                    <a:pt x="746193" y="684543"/>
                  </a:lnTo>
                  <a:lnTo>
                    <a:pt x="768070" y="647461"/>
                  </a:lnTo>
                  <a:close/>
                  <a:moveTo>
                    <a:pt x="714736" y="635869"/>
                  </a:moveTo>
                  <a:lnTo>
                    <a:pt x="739476" y="687406"/>
                  </a:lnTo>
                  <a:lnTo>
                    <a:pt x="729109" y="611775"/>
                  </a:lnTo>
                  <a:close/>
                  <a:moveTo>
                    <a:pt x="803070" y="663311"/>
                  </a:moveTo>
                  <a:lnTo>
                    <a:pt x="859952" y="692784"/>
                  </a:lnTo>
                  <a:lnTo>
                    <a:pt x="827221" y="656651"/>
                  </a:lnTo>
                  <a:close/>
                  <a:moveTo>
                    <a:pt x="859952" y="692784"/>
                  </a:moveTo>
                  <a:lnTo>
                    <a:pt x="833645" y="663311"/>
                  </a:lnTo>
                  <a:lnTo>
                    <a:pt x="827221" y="656651"/>
                  </a:lnTo>
                  <a:close/>
                  <a:moveTo>
                    <a:pt x="881304" y="46972"/>
                  </a:moveTo>
                  <a:lnTo>
                    <a:pt x="865609" y="35996"/>
                  </a:lnTo>
                  <a:lnTo>
                    <a:pt x="898470" y="79012"/>
                  </a:lnTo>
                  <a:close/>
                  <a:moveTo>
                    <a:pt x="870531" y="27476"/>
                  </a:moveTo>
                  <a:lnTo>
                    <a:pt x="865609" y="35996"/>
                  </a:lnTo>
                  <a:lnTo>
                    <a:pt x="881304" y="46972"/>
                  </a:lnTo>
                  <a:close/>
                  <a:moveTo>
                    <a:pt x="875200" y="24153"/>
                  </a:moveTo>
                  <a:lnTo>
                    <a:pt x="865609" y="35996"/>
                  </a:lnTo>
                  <a:lnTo>
                    <a:pt x="870531" y="27476"/>
                  </a:lnTo>
                  <a:close/>
                  <a:moveTo>
                    <a:pt x="941986" y="54918"/>
                  </a:moveTo>
                  <a:lnTo>
                    <a:pt x="908597" y="14117"/>
                  </a:lnTo>
                  <a:lnTo>
                    <a:pt x="881304" y="46972"/>
                  </a:lnTo>
                  <a:close/>
                  <a:moveTo>
                    <a:pt x="908597" y="14117"/>
                  </a:moveTo>
                  <a:lnTo>
                    <a:pt x="870531" y="27476"/>
                  </a:lnTo>
                  <a:lnTo>
                    <a:pt x="881304" y="46972"/>
                  </a:lnTo>
                  <a:close/>
                  <a:moveTo>
                    <a:pt x="951541" y="0"/>
                  </a:moveTo>
                  <a:lnTo>
                    <a:pt x="875200" y="24153"/>
                  </a:lnTo>
                  <a:lnTo>
                    <a:pt x="904848" y="101"/>
                  </a:lnTo>
                  <a:close/>
                </a:path>
              </a:pathLst>
            </a:custGeom>
            <a:solidFill>
              <a:srgbClr val="F4F6F7"/>
            </a:solidFill>
            <a:ln w="1524">
              <a:solidFill>
                <a:srgbClr val="F4F6F7"/>
              </a:solidFill>
            </a:ln>
          </p:spPr>
        </p:sp>
        <p:sp>
          <p:nvSpPr>
            <p:cNvPr id="4184" name="Output_density__4183">
              <a:extLst>
                <a:ext uri="{FF2B5EF4-FFF2-40B4-BE49-F238E27FC236}">
                  <a16:creationId xmlns:a16="http://schemas.microsoft.com/office/drawing/2014/main" id="{EAB82193-A21A-9700-8B95-5509D3210E31}"/>
                </a:ext>
              </a:extLst>
            </p:cNvPr>
            <p:cNvSpPr>
              <a:spLocks noGrp="1"/>
            </p:cNvSpPr>
            <p:nvPr/>
          </p:nvSpPr>
          <p:spPr>
            <a:xfrm>
              <a:off x="15410854" y="3424620"/>
              <a:ext cx="1417720" cy="876900"/>
            </a:xfrm>
            <a:custGeom>
              <a:avLst/>
              <a:gdLst/>
              <a:ahLst/>
              <a:cxnLst/>
              <a:rect l="0" t="0" r="0" b="0"/>
              <a:pathLst>
                <a:path w="1417720" h="876900">
                  <a:moveTo>
                    <a:pt x="138244" y="739992"/>
                  </a:moveTo>
                  <a:lnTo>
                    <a:pt x="86999" y="723075"/>
                  </a:lnTo>
                  <a:lnTo>
                    <a:pt x="105849" y="753773"/>
                  </a:lnTo>
                  <a:close/>
                  <a:moveTo>
                    <a:pt x="51156" y="723961"/>
                  </a:moveTo>
                  <a:lnTo>
                    <a:pt x="75587" y="721112"/>
                  </a:lnTo>
                  <a:lnTo>
                    <a:pt x="0" y="686399"/>
                  </a:lnTo>
                  <a:close/>
                  <a:moveTo>
                    <a:pt x="185620" y="742445"/>
                  </a:moveTo>
                  <a:lnTo>
                    <a:pt x="209871" y="698217"/>
                  </a:lnTo>
                  <a:lnTo>
                    <a:pt x="138244" y="739992"/>
                  </a:lnTo>
                  <a:close/>
                  <a:moveTo>
                    <a:pt x="344428" y="842707"/>
                  </a:moveTo>
                  <a:lnTo>
                    <a:pt x="304382" y="876900"/>
                  </a:lnTo>
                  <a:lnTo>
                    <a:pt x="343747" y="849406"/>
                  </a:lnTo>
                  <a:close/>
                  <a:moveTo>
                    <a:pt x="343747" y="849406"/>
                  </a:moveTo>
                  <a:lnTo>
                    <a:pt x="346889" y="844358"/>
                  </a:lnTo>
                  <a:lnTo>
                    <a:pt x="344428" y="842707"/>
                  </a:lnTo>
                  <a:close/>
                  <a:moveTo>
                    <a:pt x="455800" y="823874"/>
                  </a:moveTo>
                  <a:lnTo>
                    <a:pt x="455063" y="871800"/>
                  </a:lnTo>
                  <a:lnTo>
                    <a:pt x="489314" y="800881"/>
                  </a:lnTo>
                  <a:close/>
                  <a:moveTo>
                    <a:pt x="489314" y="800881"/>
                  </a:moveTo>
                  <a:lnTo>
                    <a:pt x="484270" y="796170"/>
                  </a:lnTo>
                  <a:lnTo>
                    <a:pt x="455800" y="823874"/>
                  </a:lnTo>
                  <a:close/>
                  <a:moveTo>
                    <a:pt x="491330" y="861986"/>
                  </a:moveTo>
                  <a:lnTo>
                    <a:pt x="528827" y="869483"/>
                  </a:lnTo>
                  <a:lnTo>
                    <a:pt x="489314" y="800881"/>
                  </a:lnTo>
                  <a:close/>
                  <a:moveTo>
                    <a:pt x="425799" y="576805"/>
                  </a:moveTo>
                  <a:lnTo>
                    <a:pt x="461572" y="635207"/>
                  </a:lnTo>
                  <a:lnTo>
                    <a:pt x="476930" y="593299"/>
                  </a:lnTo>
                  <a:close/>
                  <a:moveTo>
                    <a:pt x="476930" y="593299"/>
                  </a:moveTo>
                  <a:lnTo>
                    <a:pt x="511274" y="594800"/>
                  </a:lnTo>
                  <a:lnTo>
                    <a:pt x="425799" y="576805"/>
                  </a:lnTo>
                  <a:close/>
                  <a:moveTo>
                    <a:pt x="540432" y="609077"/>
                  </a:moveTo>
                  <a:lnTo>
                    <a:pt x="572894" y="645429"/>
                  </a:lnTo>
                  <a:lnTo>
                    <a:pt x="511274" y="594800"/>
                  </a:lnTo>
                  <a:close/>
                  <a:moveTo>
                    <a:pt x="660928" y="569278"/>
                  </a:moveTo>
                  <a:lnTo>
                    <a:pt x="645927" y="605999"/>
                  </a:lnTo>
                  <a:lnTo>
                    <a:pt x="660183" y="587686"/>
                  </a:lnTo>
                  <a:close/>
                  <a:moveTo>
                    <a:pt x="645927" y="605999"/>
                  </a:moveTo>
                  <a:lnTo>
                    <a:pt x="660928" y="569278"/>
                  </a:lnTo>
                  <a:lnTo>
                    <a:pt x="653294" y="555305"/>
                  </a:lnTo>
                  <a:close/>
                  <a:moveTo>
                    <a:pt x="1175710" y="784658"/>
                  </a:moveTo>
                  <a:lnTo>
                    <a:pt x="1122356" y="754679"/>
                  </a:lnTo>
                  <a:lnTo>
                    <a:pt x="1094294" y="789831"/>
                  </a:lnTo>
                  <a:close/>
                  <a:moveTo>
                    <a:pt x="1142291" y="551882"/>
                  </a:moveTo>
                  <a:lnTo>
                    <a:pt x="1140608" y="558292"/>
                  </a:lnTo>
                  <a:lnTo>
                    <a:pt x="1137657" y="627512"/>
                  </a:lnTo>
                  <a:close/>
                  <a:moveTo>
                    <a:pt x="1142438" y="575976"/>
                  </a:moveTo>
                  <a:lnTo>
                    <a:pt x="1142291" y="551882"/>
                  </a:lnTo>
                  <a:lnTo>
                    <a:pt x="1137657" y="627512"/>
                  </a:lnTo>
                  <a:close/>
                  <a:moveTo>
                    <a:pt x="1142159" y="549227"/>
                  </a:moveTo>
                  <a:lnTo>
                    <a:pt x="1140608" y="558292"/>
                  </a:lnTo>
                  <a:lnTo>
                    <a:pt x="1142291" y="551882"/>
                  </a:lnTo>
                  <a:close/>
                  <a:moveTo>
                    <a:pt x="1405159" y="452157"/>
                  </a:moveTo>
                  <a:lnTo>
                    <a:pt x="1395378" y="432550"/>
                  </a:lnTo>
                  <a:lnTo>
                    <a:pt x="1417720" y="479600"/>
                  </a:lnTo>
                  <a:close/>
                  <a:moveTo>
                    <a:pt x="1395378" y="432550"/>
                  </a:moveTo>
                  <a:lnTo>
                    <a:pt x="1369549" y="390806"/>
                  </a:lnTo>
                  <a:lnTo>
                    <a:pt x="1386159" y="428063"/>
                  </a:lnTo>
                  <a:close/>
                  <a:moveTo>
                    <a:pt x="1369549" y="390806"/>
                  </a:moveTo>
                  <a:lnTo>
                    <a:pt x="1370203" y="376527"/>
                  </a:lnTo>
                  <a:lnTo>
                    <a:pt x="1386159" y="428063"/>
                  </a:lnTo>
                  <a:close/>
                  <a:moveTo>
                    <a:pt x="1331957" y="320642"/>
                  </a:moveTo>
                  <a:lnTo>
                    <a:pt x="1362786" y="358322"/>
                  </a:lnTo>
                  <a:lnTo>
                    <a:pt x="1370203" y="376527"/>
                  </a:lnTo>
                  <a:close/>
                  <a:moveTo>
                    <a:pt x="1278641" y="50523"/>
                  </a:moveTo>
                  <a:lnTo>
                    <a:pt x="1246580" y="65551"/>
                  </a:lnTo>
                  <a:lnTo>
                    <a:pt x="1320804" y="33488"/>
                  </a:lnTo>
                  <a:close/>
                  <a:moveTo>
                    <a:pt x="1278641" y="50523"/>
                  </a:moveTo>
                  <a:lnTo>
                    <a:pt x="1320804" y="33488"/>
                  </a:lnTo>
                  <a:lnTo>
                    <a:pt x="1301209" y="0"/>
                  </a:lnTo>
                  <a:close/>
                </a:path>
              </a:pathLst>
            </a:custGeom>
            <a:solidFill>
              <a:srgbClr val="EFF2F3"/>
            </a:solidFill>
            <a:ln w="1524">
              <a:solidFill>
                <a:srgbClr val="EFF2F3"/>
              </a:solidFill>
            </a:ln>
          </p:spPr>
        </p:sp>
        <p:sp>
          <p:nvSpPr>
            <p:cNvPr id="4185" name="Output_density__4184">
              <a:extLst>
                <a:ext uri="{FF2B5EF4-FFF2-40B4-BE49-F238E27FC236}">
                  <a16:creationId xmlns:a16="http://schemas.microsoft.com/office/drawing/2014/main" id="{DBB96772-9C3C-7FB5-EDC8-DD10B35FDF24}"/>
                </a:ext>
              </a:extLst>
            </p:cNvPr>
            <p:cNvSpPr>
              <a:spLocks noGrp="1"/>
            </p:cNvSpPr>
            <p:nvPr/>
          </p:nvSpPr>
          <p:spPr>
            <a:xfrm>
              <a:off x="15717030" y="3424620"/>
              <a:ext cx="1014629" cy="842707"/>
            </a:xfrm>
            <a:custGeom>
              <a:avLst/>
              <a:gdLst/>
              <a:ahLst/>
              <a:cxnLst/>
              <a:rect l="0" t="0" r="0" b="0"/>
              <a:pathLst>
                <a:path w="1014629" h="842707">
                  <a:moveTo>
                    <a:pt x="31251" y="785656"/>
                  </a:moveTo>
                  <a:lnTo>
                    <a:pt x="11162" y="790442"/>
                  </a:lnTo>
                  <a:lnTo>
                    <a:pt x="0" y="835823"/>
                  </a:lnTo>
                  <a:close/>
                  <a:moveTo>
                    <a:pt x="31251" y="785656"/>
                  </a:moveTo>
                  <a:lnTo>
                    <a:pt x="0" y="835823"/>
                  </a:lnTo>
                  <a:lnTo>
                    <a:pt x="38252" y="842707"/>
                  </a:lnTo>
                  <a:close/>
                  <a:moveTo>
                    <a:pt x="350700" y="747982"/>
                  </a:moveTo>
                  <a:lnTo>
                    <a:pt x="385405" y="799519"/>
                  </a:lnTo>
                  <a:lnTo>
                    <a:pt x="344237" y="772076"/>
                  </a:lnTo>
                  <a:close/>
                  <a:moveTo>
                    <a:pt x="170754" y="593299"/>
                  </a:moveTo>
                  <a:lnTo>
                    <a:pt x="200516" y="565929"/>
                  </a:lnTo>
                  <a:lnTo>
                    <a:pt x="205098" y="594800"/>
                  </a:lnTo>
                  <a:close/>
                  <a:moveTo>
                    <a:pt x="302406" y="314944"/>
                  </a:moveTo>
                  <a:lnTo>
                    <a:pt x="274988" y="324991"/>
                  </a:lnTo>
                  <a:lnTo>
                    <a:pt x="274990" y="268743"/>
                  </a:lnTo>
                  <a:close/>
                  <a:moveTo>
                    <a:pt x="903880" y="778171"/>
                  </a:moveTo>
                  <a:lnTo>
                    <a:pt x="845502" y="734580"/>
                  </a:lnTo>
                  <a:lnTo>
                    <a:pt x="869535" y="784658"/>
                  </a:lnTo>
                  <a:close/>
                  <a:moveTo>
                    <a:pt x="938137" y="731573"/>
                  </a:moveTo>
                  <a:lnTo>
                    <a:pt x="931622" y="746993"/>
                  </a:lnTo>
                  <a:lnTo>
                    <a:pt x="903880" y="778171"/>
                  </a:lnTo>
                  <a:close/>
                  <a:moveTo>
                    <a:pt x="852954" y="500345"/>
                  </a:moveTo>
                  <a:lnTo>
                    <a:pt x="856468" y="476251"/>
                  </a:lnTo>
                  <a:lnTo>
                    <a:pt x="836115" y="551882"/>
                  </a:lnTo>
                  <a:close/>
                  <a:moveTo>
                    <a:pt x="593774" y="182541"/>
                  </a:moveTo>
                  <a:lnTo>
                    <a:pt x="619195" y="167031"/>
                  </a:lnTo>
                  <a:lnTo>
                    <a:pt x="578771" y="166225"/>
                  </a:lnTo>
                  <a:close/>
                  <a:moveTo>
                    <a:pt x="593774" y="182541"/>
                  </a:moveTo>
                  <a:lnTo>
                    <a:pt x="578771" y="166225"/>
                  </a:lnTo>
                  <a:lnTo>
                    <a:pt x="547689" y="184915"/>
                  </a:lnTo>
                  <a:close/>
                  <a:moveTo>
                    <a:pt x="1014629" y="33488"/>
                  </a:moveTo>
                  <a:lnTo>
                    <a:pt x="1013467" y="16939"/>
                  </a:lnTo>
                  <a:lnTo>
                    <a:pt x="995033" y="0"/>
                  </a:lnTo>
                  <a:close/>
                </a:path>
              </a:pathLst>
            </a:custGeom>
            <a:solidFill>
              <a:srgbClr val="EDF0F2"/>
            </a:solidFill>
            <a:ln w="1524">
              <a:solidFill>
                <a:srgbClr val="EDF0F2"/>
              </a:solidFill>
            </a:ln>
          </p:spPr>
        </p:sp>
        <p:sp>
          <p:nvSpPr>
            <p:cNvPr id="4186" name="Output_density__4185">
              <a:extLst>
                <a:ext uri="{FF2B5EF4-FFF2-40B4-BE49-F238E27FC236}">
                  <a16:creationId xmlns:a16="http://schemas.microsoft.com/office/drawing/2014/main" id="{B381CA54-9790-95AA-774F-D8AB09CDBB2E}"/>
                </a:ext>
              </a:extLst>
            </p:cNvPr>
            <p:cNvSpPr>
              <a:spLocks noGrp="1"/>
            </p:cNvSpPr>
            <p:nvPr/>
          </p:nvSpPr>
          <p:spPr>
            <a:xfrm>
              <a:off x="16231326" y="3583346"/>
              <a:ext cx="191989" cy="36238"/>
            </a:xfrm>
            <a:custGeom>
              <a:avLst/>
              <a:gdLst/>
              <a:ahLst/>
              <a:cxnLst/>
              <a:rect l="0" t="0" r="0" b="0"/>
              <a:pathLst>
                <a:path w="191989" h="36238">
                  <a:moveTo>
                    <a:pt x="33393" y="26189"/>
                  </a:moveTo>
                  <a:lnTo>
                    <a:pt x="0" y="36238"/>
                  </a:lnTo>
                  <a:lnTo>
                    <a:pt x="79478" y="23815"/>
                  </a:lnTo>
                  <a:close/>
                  <a:moveTo>
                    <a:pt x="110255" y="9244"/>
                  </a:moveTo>
                  <a:lnTo>
                    <a:pt x="104899" y="8305"/>
                  </a:lnTo>
                  <a:lnTo>
                    <a:pt x="79478" y="23815"/>
                  </a:lnTo>
                  <a:close/>
                  <a:moveTo>
                    <a:pt x="113016" y="8305"/>
                  </a:moveTo>
                  <a:lnTo>
                    <a:pt x="110255" y="9244"/>
                  </a:lnTo>
                  <a:lnTo>
                    <a:pt x="156429" y="1947"/>
                  </a:lnTo>
                  <a:close/>
                  <a:moveTo>
                    <a:pt x="156429" y="1947"/>
                  </a:moveTo>
                  <a:lnTo>
                    <a:pt x="110255" y="9244"/>
                  </a:lnTo>
                  <a:lnTo>
                    <a:pt x="79478" y="23815"/>
                  </a:lnTo>
                  <a:close/>
                  <a:moveTo>
                    <a:pt x="156429" y="1947"/>
                  </a:moveTo>
                  <a:lnTo>
                    <a:pt x="79478" y="23815"/>
                  </a:lnTo>
                  <a:lnTo>
                    <a:pt x="125113" y="19762"/>
                  </a:lnTo>
                  <a:close/>
                  <a:moveTo>
                    <a:pt x="104899" y="8305"/>
                  </a:moveTo>
                  <a:lnTo>
                    <a:pt x="110255" y="9244"/>
                  </a:lnTo>
                  <a:lnTo>
                    <a:pt x="111459" y="8487"/>
                  </a:lnTo>
                  <a:close/>
                  <a:moveTo>
                    <a:pt x="113016" y="8305"/>
                  </a:moveTo>
                  <a:lnTo>
                    <a:pt x="111459" y="8487"/>
                  </a:lnTo>
                  <a:lnTo>
                    <a:pt x="110255" y="9244"/>
                  </a:lnTo>
                  <a:close/>
                  <a:moveTo>
                    <a:pt x="191989" y="0"/>
                  </a:moveTo>
                  <a:lnTo>
                    <a:pt x="113016" y="8305"/>
                  </a:lnTo>
                  <a:lnTo>
                    <a:pt x="163192" y="4190"/>
                  </a:lnTo>
                  <a:close/>
                  <a:moveTo>
                    <a:pt x="163192" y="4190"/>
                  </a:moveTo>
                  <a:lnTo>
                    <a:pt x="113016" y="8305"/>
                  </a:lnTo>
                  <a:lnTo>
                    <a:pt x="156429" y="1947"/>
                  </a:lnTo>
                  <a:close/>
                </a:path>
              </a:pathLst>
            </a:custGeom>
            <a:solidFill>
              <a:srgbClr val="ECEFF1"/>
            </a:solidFill>
            <a:ln w="1524">
              <a:solidFill>
                <a:srgbClr val="ECEFF1"/>
              </a:solidFill>
            </a:ln>
          </p:spPr>
        </p:sp>
        <p:sp>
          <p:nvSpPr>
            <p:cNvPr id="4187" name="Output_density__4186">
              <a:extLst>
                <a:ext uri="{FF2B5EF4-FFF2-40B4-BE49-F238E27FC236}">
                  <a16:creationId xmlns:a16="http://schemas.microsoft.com/office/drawing/2014/main" id="{89DD7FC6-ACB2-8491-9D2A-E013D447D2C5}"/>
                </a:ext>
              </a:extLst>
            </p:cNvPr>
            <p:cNvSpPr>
              <a:spLocks noGrp="1"/>
            </p:cNvSpPr>
            <p:nvPr/>
          </p:nvSpPr>
          <p:spPr>
            <a:xfrm>
              <a:off x="15375679" y="3368109"/>
              <a:ext cx="1413907" cy="1221125"/>
            </a:xfrm>
            <a:custGeom>
              <a:avLst/>
              <a:gdLst/>
              <a:ahLst/>
              <a:cxnLst/>
              <a:rect l="0" t="0" r="0" b="0"/>
              <a:pathLst>
                <a:path w="1413907" h="1221125">
                  <a:moveTo>
                    <a:pt x="3581" y="718816"/>
                  </a:moveTo>
                  <a:lnTo>
                    <a:pt x="0" y="728963"/>
                  </a:lnTo>
                  <a:lnTo>
                    <a:pt x="18047" y="739626"/>
                  </a:lnTo>
                  <a:close/>
                  <a:moveTo>
                    <a:pt x="3528" y="685340"/>
                  </a:moveTo>
                  <a:lnTo>
                    <a:pt x="0" y="728963"/>
                  </a:lnTo>
                  <a:lnTo>
                    <a:pt x="3581" y="718816"/>
                  </a:lnTo>
                  <a:close/>
                  <a:moveTo>
                    <a:pt x="24394" y="694722"/>
                  </a:moveTo>
                  <a:lnTo>
                    <a:pt x="3581" y="718816"/>
                  </a:lnTo>
                  <a:lnTo>
                    <a:pt x="18047" y="739626"/>
                  </a:lnTo>
                  <a:close/>
                  <a:moveTo>
                    <a:pt x="3581" y="718816"/>
                  </a:moveTo>
                  <a:lnTo>
                    <a:pt x="1966" y="664623"/>
                  </a:lnTo>
                  <a:lnTo>
                    <a:pt x="3528" y="685340"/>
                  </a:lnTo>
                  <a:close/>
                  <a:moveTo>
                    <a:pt x="2458" y="667280"/>
                  </a:moveTo>
                  <a:lnTo>
                    <a:pt x="3528" y="685340"/>
                  </a:lnTo>
                  <a:lnTo>
                    <a:pt x="1966" y="664623"/>
                  </a:lnTo>
                  <a:close/>
                  <a:moveTo>
                    <a:pt x="498041" y="1210088"/>
                  </a:moveTo>
                  <a:lnTo>
                    <a:pt x="478596" y="1170434"/>
                  </a:lnTo>
                  <a:lnTo>
                    <a:pt x="493420" y="1221125"/>
                  </a:lnTo>
                  <a:close/>
                  <a:moveTo>
                    <a:pt x="498041" y="1210088"/>
                  </a:moveTo>
                  <a:lnTo>
                    <a:pt x="475484" y="1158551"/>
                  </a:lnTo>
                  <a:lnTo>
                    <a:pt x="478596" y="1170434"/>
                  </a:lnTo>
                  <a:close/>
                  <a:moveTo>
                    <a:pt x="475484" y="1158551"/>
                  </a:moveTo>
                  <a:lnTo>
                    <a:pt x="498041" y="1210088"/>
                  </a:lnTo>
                  <a:lnTo>
                    <a:pt x="533889" y="1185994"/>
                  </a:lnTo>
                  <a:close/>
                  <a:moveTo>
                    <a:pt x="497459" y="1134458"/>
                  </a:moveTo>
                  <a:lnTo>
                    <a:pt x="452930" y="1090575"/>
                  </a:lnTo>
                  <a:lnTo>
                    <a:pt x="448860" y="1107015"/>
                  </a:lnTo>
                  <a:close/>
                  <a:moveTo>
                    <a:pt x="497459" y="1134458"/>
                  </a:moveTo>
                  <a:lnTo>
                    <a:pt x="448860" y="1107015"/>
                  </a:lnTo>
                  <a:lnTo>
                    <a:pt x="475484" y="1158551"/>
                  </a:lnTo>
                  <a:close/>
                  <a:moveTo>
                    <a:pt x="236583" y="722165"/>
                  </a:moveTo>
                  <a:lnTo>
                    <a:pt x="225513" y="785058"/>
                  </a:lnTo>
                  <a:lnTo>
                    <a:pt x="229861" y="737734"/>
                  </a:lnTo>
                  <a:close/>
                  <a:moveTo>
                    <a:pt x="142920" y="722254"/>
                  </a:moveTo>
                  <a:lnTo>
                    <a:pt x="197649" y="670628"/>
                  </a:lnTo>
                  <a:lnTo>
                    <a:pt x="147184" y="685270"/>
                  </a:lnTo>
                  <a:close/>
                  <a:moveTo>
                    <a:pt x="191801" y="730335"/>
                  </a:moveTo>
                  <a:lnTo>
                    <a:pt x="219917" y="700554"/>
                  </a:lnTo>
                  <a:lnTo>
                    <a:pt x="142920" y="722254"/>
                  </a:lnTo>
                  <a:close/>
                  <a:moveTo>
                    <a:pt x="592443" y="1115861"/>
                  </a:moveTo>
                  <a:lnTo>
                    <a:pt x="556606" y="1085995"/>
                  </a:lnTo>
                  <a:lnTo>
                    <a:pt x="537133" y="1060102"/>
                  </a:lnTo>
                  <a:close/>
                  <a:moveTo>
                    <a:pt x="556606" y="1085995"/>
                  </a:moveTo>
                  <a:lnTo>
                    <a:pt x="592443" y="1115861"/>
                  </a:lnTo>
                  <a:lnTo>
                    <a:pt x="644710" y="1105824"/>
                  </a:lnTo>
                  <a:close/>
                  <a:moveTo>
                    <a:pt x="290853" y="769919"/>
                  </a:moveTo>
                  <a:lnTo>
                    <a:pt x="291088" y="791975"/>
                  </a:lnTo>
                  <a:lnTo>
                    <a:pt x="338419" y="749608"/>
                  </a:lnTo>
                  <a:close/>
                  <a:moveTo>
                    <a:pt x="257158" y="759331"/>
                  </a:moveTo>
                  <a:lnTo>
                    <a:pt x="309221" y="724872"/>
                  </a:lnTo>
                  <a:lnTo>
                    <a:pt x="236583" y="722165"/>
                  </a:lnTo>
                  <a:close/>
                  <a:moveTo>
                    <a:pt x="236583" y="722165"/>
                  </a:moveTo>
                  <a:lnTo>
                    <a:pt x="309221" y="724872"/>
                  </a:lnTo>
                  <a:lnTo>
                    <a:pt x="282809" y="698071"/>
                  </a:lnTo>
                  <a:close/>
                  <a:moveTo>
                    <a:pt x="290853" y="769919"/>
                  </a:moveTo>
                  <a:lnTo>
                    <a:pt x="338419" y="749608"/>
                  </a:lnTo>
                  <a:lnTo>
                    <a:pt x="309221" y="724872"/>
                  </a:lnTo>
                  <a:close/>
                  <a:moveTo>
                    <a:pt x="282809" y="698071"/>
                  </a:moveTo>
                  <a:lnTo>
                    <a:pt x="249408" y="675916"/>
                  </a:lnTo>
                  <a:lnTo>
                    <a:pt x="219917" y="700554"/>
                  </a:lnTo>
                  <a:close/>
                  <a:moveTo>
                    <a:pt x="211148" y="646534"/>
                  </a:moveTo>
                  <a:lnTo>
                    <a:pt x="219917" y="700554"/>
                  </a:lnTo>
                  <a:lnTo>
                    <a:pt x="249408" y="675916"/>
                  </a:lnTo>
                  <a:close/>
                  <a:moveTo>
                    <a:pt x="437931" y="852681"/>
                  </a:moveTo>
                  <a:lnTo>
                    <a:pt x="500749" y="838710"/>
                  </a:lnTo>
                  <a:lnTo>
                    <a:pt x="436410" y="851056"/>
                  </a:lnTo>
                  <a:close/>
                  <a:moveTo>
                    <a:pt x="766653" y="942595"/>
                  </a:moveTo>
                  <a:lnTo>
                    <a:pt x="761744" y="959103"/>
                  </a:lnTo>
                  <a:lnTo>
                    <a:pt x="776847" y="883472"/>
                  </a:lnTo>
                  <a:close/>
                  <a:moveTo>
                    <a:pt x="776847" y="883472"/>
                  </a:moveTo>
                  <a:lnTo>
                    <a:pt x="761744" y="959103"/>
                  </a:lnTo>
                  <a:lnTo>
                    <a:pt x="773729" y="935009"/>
                  </a:lnTo>
                  <a:close/>
                  <a:moveTo>
                    <a:pt x="823900" y="828648"/>
                  </a:moveTo>
                  <a:lnTo>
                    <a:pt x="860835" y="850250"/>
                  </a:lnTo>
                  <a:lnTo>
                    <a:pt x="825499" y="807842"/>
                  </a:lnTo>
                  <a:close/>
                  <a:moveTo>
                    <a:pt x="780610" y="763116"/>
                  </a:moveTo>
                  <a:lnTo>
                    <a:pt x="825499" y="807842"/>
                  </a:lnTo>
                  <a:lnTo>
                    <a:pt x="791721" y="766523"/>
                  </a:lnTo>
                  <a:close/>
                  <a:moveTo>
                    <a:pt x="780610" y="763116"/>
                  </a:moveTo>
                  <a:lnTo>
                    <a:pt x="823900" y="828648"/>
                  </a:lnTo>
                  <a:lnTo>
                    <a:pt x="825499" y="807842"/>
                  </a:lnTo>
                  <a:close/>
                  <a:moveTo>
                    <a:pt x="762980" y="704768"/>
                  </a:moveTo>
                  <a:lnTo>
                    <a:pt x="767667" y="676587"/>
                  </a:lnTo>
                  <a:lnTo>
                    <a:pt x="696872" y="677326"/>
                  </a:lnTo>
                  <a:close/>
                  <a:moveTo>
                    <a:pt x="782129" y="756305"/>
                  </a:moveTo>
                  <a:lnTo>
                    <a:pt x="780610" y="763116"/>
                  </a:lnTo>
                  <a:lnTo>
                    <a:pt x="791721" y="766523"/>
                  </a:lnTo>
                  <a:close/>
                  <a:moveTo>
                    <a:pt x="825499" y="807842"/>
                  </a:moveTo>
                  <a:lnTo>
                    <a:pt x="872651" y="783748"/>
                  </a:lnTo>
                  <a:lnTo>
                    <a:pt x="791721" y="766523"/>
                  </a:lnTo>
                  <a:close/>
                  <a:moveTo>
                    <a:pt x="761140" y="680674"/>
                  </a:moveTo>
                  <a:lnTo>
                    <a:pt x="767667" y="676587"/>
                  </a:lnTo>
                  <a:lnTo>
                    <a:pt x="762980" y="704768"/>
                  </a:lnTo>
                  <a:close/>
                  <a:moveTo>
                    <a:pt x="884735" y="779190"/>
                  </a:moveTo>
                  <a:lnTo>
                    <a:pt x="935222" y="776127"/>
                  </a:lnTo>
                  <a:lnTo>
                    <a:pt x="924528" y="722079"/>
                  </a:lnTo>
                  <a:close/>
                  <a:moveTo>
                    <a:pt x="1181653" y="787097"/>
                  </a:moveTo>
                  <a:lnTo>
                    <a:pt x="1163689" y="805059"/>
                  </a:lnTo>
                  <a:lnTo>
                    <a:pt x="1186852" y="791091"/>
                  </a:lnTo>
                  <a:close/>
                  <a:moveTo>
                    <a:pt x="1181653" y="787097"/>
                  </a:moveTo>
                  <a:lnTo>
                    <a:pt x="1186852" y="791091"/>
                  </a:lnTo>
                  <a:lnTo>
                    <a:pt x="1192443" y="781683"/>
                  </a:lnTo>
                  <a:close/>
                  <a:moveTo>
                    <a:pt x="1139177" y="735560"/>
                  </a:moveTo>
                  <a:lnTo>
                    <a:pt x="1192443" y="781683"/>
                  </a:lnTo>
                  <a:lnTo>
                    <a:pt x="1199139" y="713496"/>
                  </a:lnTo>
                  <a:close/>
                  <a:moveTo>
                    <a:pt x="1186852" y="791091"/>
                  </a:moveTo>
                  <a:lnTo>
                    <a:pt x="1226164" y="763003"/>
                  </a:lnTo>
                  <a:lnTo>
                    <a:pt x="1192443" y="781683"/>
                  </a:lnTo>
                  <a:close/>
                  <a:moveTo>
                    <a:pt x="1272972" y="803504"/>
                  </a:moveTo>
                  <a:lnTo>
                    <a:pt x="1226164" y="763003"/>
                  </a:lnTo>
                  <a:lnTo>
                    <a:pt x="1186852" y="791091"/>
                  </a:lnTo>
                  <a:close/>
                  <a:moveTo>
                    <a:pt x="1142257" y="684023"/>
                  </a:moveTo>
                  <a:lnTo>
                    <a:pt x="1139177" y="735560"/>
                  </a:lnTo>
                  <a:lnTo>
                    <a:pt x="1199139" y="713496"/>
                  </a:lnTo>
                  <a:close/>
                  <a:moveTo>
                    <a:pt x="1068296" y="632487"/>
                  </a:moveTo>
                  <a:lnTo>
                    <a:pt x="1107257" y="668173"/>
                  </a:lnTo>
                  <a:lnTo>
                    <a:pt x="1123604" y="611437"/>
                  </a:lnTo>
                  <a:close/>
                  <a:moveTo>
                    <a:pt x="1067078" y="556856"/>
                  </a:moveTo>
                  <a:lnTo>
                    <a:pt x="1068296" y="632487"/>
                  </a:lnTo>
                  <a:lnTo>
                    <a:pt x="1125449" y="601291"/>
                  </a:lnTo>
                  <a:close/>
                  <a:moveTo>
                    <a:pt x="1058664" y="580950"/>
                  </a:moveTo>
                  <a:lnTo>
                    <a:pt x="1068296" y="632487"/>
                  </a:lnTo>
                  <a:lnTo>
                    <a:pt x="1067078" y="556856"/>
                  </a:lnTo>
                  <a:close/>
                  <a:moveTo>
                    <a:pt x="755185" y="196100"/>
                  </a:moveTo>
                  <a:lnTo>
                    <a:pt x="766661" y="209771"/>
                  </a:lnTo>
                  <a:lnTo>
                    <a:pt x="790805" y="223498"/>
                  </a:lnTo>
                  <a:close/>
                  <a:moveTo>
                    <a:pt x="1067078" y="556856"/>
                  </a:moveTo>
                  <a:lnTo>
                    <a:pt x="1125449" y="601291"/>
                  </a:lnTo>
                  <a:lnTo>
                    <a:pt x="1124654" y="532762"/>
                  </a:lnTo>
                  <a:close/>
                  <a:moveTo>
                    <a:pt x="1089619" y="505319"/>
                  </a:moveTo>
                  <a:lnTo>
                    <a:pt x="1067078" y="556856"/>
                  </a:lnTo>
                  <a:lnTo>
                    <a:pt x="1124654" y="532762"/>
                  </a:lnTo>
                  <a:close/>
                  <a:moveTo>
                    <a:pt x="776632" y="170506"/>
                  </a:moveTo>
                  <a:lnTo>
                    <a:pt x="797926" y="184353"/>
                  </a:lnTo>
                  <a:lnTo>
                    <a:pt x="822990" y="169154"/>
                  </a:lnTo>
                  <a:close/>
                  <a:moveTo>
                    <a:pt x="845126" y="120469"/>
                  </a:moveTo>
                  <a:lnTo>
                    <a:pt x="797926" y="184353"/>
                  </a:lnTo>
                  <a:lnTo>
                    <a:pt x="822995" y="172006"/>
                  </a:lnTo>
                  <a:close/>
                  <a:moveTo>
                    <a:pt x="1216780" y="687372"/>
                  </a:moveTo>
                  <a:lnTo>
                    <a:pt x="1201335" y="648967"/>
                  </a:lnTo>
                  <a:lnTo>
                    <a:pt x="1205304" y="708484"/>
                  </a:lnTo>
                  <a:close/>
                  <a:moveTo>
                    <a:pt x="1315555" y="518236"/>
                  </a:moveTo>
                  <a:lnTo>
                    <a:pt x="1399654" y="523091"/>
                  </a:lnTo>
                  <a:lnTo>
                    <a:pt x="1343385" y="487388"/>
                  </a:lnTo>
                  <a:close/>
                  <a:moveTo>
                    <a:pt x="1341652" y="484574"/>
                  </a:moveTo>
                  <a:lnTo>
                    <a:pt x="1315555" y="518236"/>
                  </a:lnTo>
                  <a:lnTo>
                    <a:pt x="1343385" y="487388"/>
                  </a:lnTo>
                  <a:close/>
                  <a:moveTo>
                    <a:pt x="1341652" y="484574"/>
                  </a:moveTo>
                  <a:lnTo>
                    <a:pt x="1300801" y="508668"/>
                  </a:lnTo>
                  <a:lnTo>
                    <a:pt x="1315555" y="518236"/>
                  </a:lnTo>
                  <a:close/>
                  <a:moveTo>
                    <a:pt x="1282795" y="457132"/>
                  </a:moveTo>
                  <a:lnTo>
                    <a:pt x="1341652" y="484574"/>
                  </a:lnTo>
                  <a:lnTo>
                    <a:pt x="1298840" y="433038"/>
                  </a:lnTo>
                  <a:close/>
                  <a:moveTo>
                    <a:pt x="1298840" y="433038"/>
                  </a:moveTo>
                  <a:lnTo>
                    <a:pt x="1344245" y="483263"/>
                  </a:lnTo>
                  <a:lnTo>
                    <a:pt x="1349171" y="416516"/>
                  </a:lnTo>
                  <a:close/>
                  <a:moveTo>
                    <a:pt x="1298840" y="433038"/>
                  </a:moveTo>
                  <a:lnTo>
                    <a:pt x="1341652" y="484574"/>
                  </a:lnTo>
                  <a:lnTo>
                    <a:pt x="1344245" y="483263"/>
                  </a:lnTo>
                  <a:close/>
                  <a:moveTo>
                    <a:pt x="1413907" y="464611"/>
                  </a:moveTo>
                  <a:lnTo>
                    <a:pt x="1343385" y="487388"/>
                  </a:lnTo>
                  <a:lnTo>
                    <a:pt x="1399654" y="523091"/>
                  </a:lnTo>
                  <a:close/>
                  <a:moveTo>
                    <a:pt x="1344245" y="483263"/>
                  </a:moveTo>
                  <a:lnTo>
                    <a:pt x="1413907" y="464611"/>
                  </a:lnTo>
                  <a:lnTo>
                    <a:pt x="1397961" y="414833"/>
                  </a:lnTo>
                  <a:close/>
                  <a:moveTo>
                    <a:pt x="1344245" y="483263"/>
                  </a:moveTo>
                  <a:lnTo>
                    <a:pt x="1397961" y="414833"/>
                  </a:lnTo>
                  <a:lnTo>
                    <a:pt x="1349171" y="416516"/>
                  </a:lnTo>
                  <a:close/>
                  <a:moveTo>
                    <a:pt x="1294082" y="360577"/>
                  </a:moveTo>
                  <a:lnTo>
                    <a:pt x="1276660" y="412593"/>
                  </a:lnTo>
                  <a:lnTo>
                    <a:pt x="1349171" y="416516"/>
                  </a:lnTo>
                  <a:close/>
                  <a:moveTo>
                    <a:pt x="1340607" y="360735"/>
                  </a:moveTo>
                  <a:lnTo>
                    <a:pt x="1294082" y="360577"/>
                  </a:lnTo>
                  <a:lnTo>
                    <a:pt x="1349171" y="416516"/>
                  </a:lnTo>
                  <a:close/>
                  <a:moveTo>
                    <a:pt x="1209316" y="329965"/>
                  </a:moveTo>
                  <a:lnTo>
                    <a:pt x="1247868" y="305871"/>
                  </a:lnTo>
                  <a:lnTo>
                    <a:pt x="1206375" y="324486"/>
                  </a:lnTo>
                  <a:close/>
                  <a:moveTo>
                    <a:pt x="1197463" y="254334"/>
                  </a:moveTo>
                  <a:lnTo>
                    <a:pt x="1179245" y="278428"/>
                  </a:lnTo>
                  <a:lnTo>
                    <a:pt x="1206375" y="324486"/>
                  </a:lnTo>
                  <a:close/>
                  <a:moveTo>
                    <a:pt x="1330057" y="51536"/>
                  </a:moveTo>
                  <a:lnTo>
                    <a:pt x="1313816" y="107034"/>
                  </a:lnTo>
                  <a:lnTo>
                    <a:pt x="1336383" y="56511"/>
                  </a:lnTo>
                  <a:close/>
                  <a:moveTo>
                    <a:pt x="1330057" y="51536"/>
                  </a:moveTo>
                  <a:lnTo>
                    <a:pt x="1333775" y="46760"/>
                  </a:lnTo>
                  <a:lnTo>
                    <a:pt x="1281173" y="75630"/>
                  </a:lnTo>
                  <a:close/>
                  <a:moveTo>
                    <a:pt x="1281173" y="75630"/>
                  </a:moveTo>
                  <a:lnTo>
                    <a:pt x="1333775" y="46760"/>
                  </a:lnTo>
                  <a:lnTo>
                    <a:pt x="1250132" y="19850"/>
                  </a:lnTo>
                  <a:close/>
                  <a:moveTo>
                    <a:pt x="1281173" y="75630"/>
                  </a:moveTo>
                  <a:lnTo>
                    <a:pt x="1250132" y="19850"/>
                  </a:lnTo>
                  <a:lnTo>
                    <a:pt x="1247784" y="34829"/>
                  </a:lnTo>
                  <a:close/>
                  <a:moveTo>
                    <a:pt x="1333775" y="46760"/>
                  </a:moveTo>
                  <a:lnTo>
                    <a:pt x="1339750" y="51536"/>
                  </a:lnTo>
                  <a:lnTo>
                    <a:pt x="1296113" y="20451"/>
                  </a:lnTo>
                  <a:close/>
                  <a:moveTo>
                    <a:pt x="1244035" y="20813"/>
                  </a:moveTo>
                  <a:lnTo>
                    <a:pt x="1236045" y="0"/>
                  </a:lnTo>
                  <a:lnTo>
                    <a:pt x="1250132" y="19850"/>
                  </a:lnTo>
                  <a:close/>
                  <a:moveTo>
                    <a:pt x="1330057" y="51536"/>
                  </a:moveTo>
                  <a:lnTo>
                    <a:pt x="1336383" y="56511"/>
                  </a:lnTo>
                  <a:lnTo>
                    <a:pt x="1339742" y="47724"/>
                  </a:lnTo>
                  <a:close/>
                  <a:moveTo>
                    <a:pt x="1333775" y="46760"/>
                  </a:moveTo>
                  <a:lnTo>
                    <a:pt x="1330057" y="51536"/>
                  </a:lnTo>
                  <a:lnTo>
                    <a:pt x="1339742" y="47724"/>
                  </a:lnTo>
                  <a:close/>
                  <a:moveTo>
                    <a:pt x="1339742" y="47724"/>
                  </a:moveTo>
                  <a:lnTo>
                    <a:pt x="1336383" y="56511"/>
                  </a:lnTo>
                  <a:lnTo>
                    <a:pt x="1339750" y="51536"/>
                  </a:lnTo>
                  <a:close/>
                  <a:moveTo>
                    <a:pt x="1339742" y="47724"/>
                  </a:moveTo>
                  <a:lnTo>
                    <a:pt x="1339750" y="51536"/>
                  </a:lnTo>
                  <a:lnTo>
                    <a:pt x="1333775" y="46760"/>
                  </a:lnTo>
                  <a:close/>
                </a:path>
              </a:pathLst>
            </a:custGeom>
            <a:solidFill>
              <a:srgbClr val="F2F4F6"/>
            </a:solidFill>
            <a:ln w="1524">
              <a:solidFill>
                <a:srgbClr val="F2F4F6"/>
              </a:solidFill>
            </a:ln>
          </p:spPr>
        </p:sp>
        <p:sp>
          <p:nvSpPr>
            <p:cNvPr id="4188" name="Output_density__4187">
              <a:extLst>
                <a:ext uri="{FF2B5EF4-FFF2-40B4-BE49-F238E27FC236}">
                  <a16:creationId xmlns:a16="http://schemas.microsoft.com/office/drawing/2014/main" id="{BBCA59FF-20F1-D028-81CF-48A002CCAD87}"/>
                </a:ext>
              </a:extLst>
            </p:cNvPr>
            <p:cNvSpPr>
              <a:spLocks noGrp="1"/>
            </p:cNvSpPr>
            <p:nvPr/>
          </p:nvSpPr>
          <p:spPr>
            <a:xfrm>
              <a:off x="15375679" y="3419645"/>
              <a:ext cx="1421334" cy="1206528"/>
            </a:xfrm>
            <a:custGeom>
              <a:avLst/>
              <a:gdLst/>
              <a:ahLst/>
              <a:cxnLst/>
              <a:rect l="0" t="0" r="0" b="0"/>
              <a:pathLst>
                <a:path w="1421334" h="1206528">
                  <a:moveTo>
                    <a:pt x="66917" y="696131"/>
                  </a:moveTo>
                  <a:lnTo>
                    <a:pt x="18047" y="688090"/>
                  </a:lnTo>
                  <a:lnTo>
                    <a:pt x="0" y="677427"/>
                  </a:lnTo>
                  <a:close/>
                  <a:moveTo>
                    <a:pt x="512598" y="1179497"/>
                  </a:moveTo>
                  <a:lnTo>
                    <a:pt x="493420" y="1169589"/>
                  </a:lnTo>
                  <a:lnTo>
                    <a:pt x="528302" y="1198435"/>
                  </a:lnTo>
                  <a:close/>
                  <a:moveTo>
                    <a:pt x="411809" y="977342"/>
                  </a:moveTo>
                  <a:lnTo>
                    <a:pt x="399105" y="1020055"/>
                  </a:lnTo>
                  <a:lnTo>
                    <a:pt x="405865" y="1003942"/>
                  </a:lnTo>
                  <a:close/>
                  <a:moveTo>
                    <a:pt x="66917" y="696131"/>
                  </a:moveTo>
                  <a:lnTo>
                    <a:pt x="123556" y="715685"/>
                  </a:lnTo>
                  <a:lnTo>
                    <a:pt x="142920" y="670717"/>
                  </a:lnTo>
                  <a:close/>
                  <a:moveTo>
                    <a:pt x="18047" y="688090"/>
                  </a:moveTo>
                  <a:lnTo>
                    <a:pt x="66917" y="696131"/>
                  </a:lnTo>
                  <a:lnTo>
                    <a:pt x="97426" y="675299"/>
                  </a:lnTo>
                  <a:close/>
                  <a:moveTo>
                    <a:pt x="47459" y="663154"/>
                  </a:moveTo>
                  <a:lnTo>
                    <a:pt x="18047" y="688090"/>
                  </a:lnTo>
                  <a:lnTo>
                    <a:pt x="97426" y="675299"/>
                  </a:lnTo>
                  <a:close/>
                  <a:moveTo>
                    <a:pt x="475484" y="1107015"/>
                  </a:moveTo>
                  <a:lnTo>
                    <a:pt x="448860" y="1055479"/>
                  </a:lnTo>
                  <a:lnTo>
                    <a:pt x="452767" y="1077154"/>
                  </a:lnTo>
                  <a:close/>
                  <a:moveTo>
                    <a:pt x="399105" y="1020055"/>
                  </a:moveTo>
                  <a:lnTo>
                    <a:pt x="448860" y="1055479"/>
                  </a:lnTo>
                  <a:lnTo>
                    <a:pt x="424493" y="1024765"/>
                  </a:lnTo>
                  <a:close/>
                  <a:moveTo>
                    <a:pt x="405865" y="1003942"/>
                  </a:moveTo>
                  <a:lnTo>
                    <a:pt x="399105" y="1020055"/>
                  </a:lnTo>
                  <a:lnTo>
                    <a:pt x="424493" y="1024765"/>
                  </a:lnTo>
                  <a:close/>
                  <a:moveTo>
                    <a:pt x="512598" y="1179497"/>
                  </a:moveTo>
                  <a:lnTo>
                    <a:pt x="566548" y="1206528"/>
                  </a:lnTo>
                  <a:lnTo>
                    <a:pt x="590887" y="1162628"/>
                  </a:lnTo>
                  <a:close/>
                  <a:moveTo>
                    <a:pt x="424493" y="1024765"/>
                  </a:moveTo>
                  <a:lnTo>
                    <a:pt x="448860" y="1055479"/>
                  </a:lnTo>
                  <a:lnTo>
                    <a:pt x="452930" y="1039039"/>
                  </a:lnTo>
                  <a:close/>
                  <a:moveTo>
                    <a:pt x="405865" y="1003942"/>
                  </a:moveTo>
                  <a:lnTo>
                    <a:pt x="452930" y="1039039"/>
                  </a:lnTo>
                  <a:lnTo>
                    <a:pt x="399686" y="981600"/>
                  </a:lnTo>
                  <a:close/>
                  <a:moveTo>
                    <a:pt x="424493" y="1024765"/>
                  </a:moveTo>
                  <a:lnTo>
                    <a:pt x="452930" y="1039039"/>
                  </a:lnTo>
                  <a:lnTo>
                    <a:pt x="405865" y="1003942"/>
                  </a:lnTo>
                  <a:close/>
                  <a:moveTo>
                    <a:pt x="339556" y="881875"/>
                  </a:moveTo>
                  <a:lnTo>
                    <a:pt x="341350" y="840798"/>
                  </a:lnTo>
                  <a:lnTo>
                    <a:pt x="296053" y="849332"/>
                  </a:lnTo>
                  <a:close/>
                  <a:moveTo>
                    <a:pt x="287715" y="797796"/>
                  </a:moveTo>
                  <a:lnTo>
                    <a:pt x="296053" y="849332"/>
                  </a:lnTo>
                  <a:lnTo>
                    <a:pt x="309426" y="773702"/>
                  </a:lnTo>
                  <a:close/>
                  <a:moveTo>
                    <a:pt x="291088" y="740439"/>
                  </a:moveTo>
                  <a:lnTo>
                    <a:pt x="280195" y="727048"/>
                  </a:lnTo>
                  <a:lnTo>
                    <a:pt x="309426" y="773702"/>
                  </a:lnTo>
                  <a:close/>
                  <a:moveTo>
                    <a:pt x="309426" y="773702"/>
                  </a:moveTo>
                  <a:lnTo>
                    <a:pt x="280195" y="727048"/>
                  </a:lnTo>
                  <a:lnTo>
                    <a:pt x="272307" y="746259"/>
                  </a:lnTo>
                  <a:close/>
                  <a:moveTo>
                    <a:pt x="236583" y="670629"/>
                  </a:moveTo>
                  <a:lnTo>
                    <a:pt x="245045" y="703191"/>
                  </a:lnTo>
                  <a:lnTo>
                    <a:pt x="225513" y="733521"/>
                  </a:lnTo>
                  <a:close/>
                  <a:moveTo>
                    <a:pt x="225513" y="733521"/>
                  </a:moveTo>
                  <a:lnTo>
                    <a:pt x="245045" y="703191"/>
                  </a:lnTo>
                  <a:lnTo>
                    <a:pt x="280195" y="727048"/>
                  </a:lnTo>
                  <a:close/>
                  <a:moveTo>
                    <a:pt x="147184" y="633733"/>
                  </a:moveTo>
                  <a:lnTo>
                    <a:pt x="97426" y="675299"/>
                  </a:lnTo>
                  <a:lnTo>
                    <a:pt x="142920" y="670717"/>
                  </a:lnTo>
                  <a:close/>
                  <a:moveTo>
                    <a:pt x="197649" y="619092"/>
                  </a:moveTo>
                  <a:lnTo>
                    <a:pt x="174008" y="567556"/>
                  </a:lnTo>
                  <a:lnTo>
                    <a:pt x="147184" y="633733"/>
                  </a:lnTo>
                  <a:close/>
                  <a:moveTo>
                    <a:pt x="174008" y="567556"/>
                  </a:moveTo>
                  <a:lnTo>
                    <a:pt x="148500" y="569921"/>
                  </a:lnTo>
                  <a:lnTo>
                    <a:pt x="147184" y="633733"/>
                  </a:lnTo>
                  <a:close/>
                  <a:moveTo>
                    <a:pt x="108931" y="543637"/>
                  </a:moveTo>
                  <a:lnTo>
                    <a:pt x="141080" y="567556"/>
                  </a:lnTo>
                  <a:lnTo>
                    <a:pt x="148500" y="569921"/>
                  </a:lnTo>
                  <a:close/>
                  <a:moveTo>
                    <a:pt x="96992" y="538777"/>
                  </a:moveTo>
                  <a:lnTo>
                    <a:pt x="141080" y="567556"/>
                  </a:lnTo>
                  <a:lnTo>
                    <a:pt x="108931" y="543637"/>
                  </a:lnTo>
                  <a:close/>
                  <a:moveTo>
                    <a:pt x="537133" y="1008566"/>
                  </a:moveTo>
                  <a:lnTo>
                    <a:pt x="556606" y="1034459"/>
                  </a:lnTo>
                  <a:lnTo>
                    <a:pt x="553077" y="1031385"/>
                  </a:lnTo>
                  <a:close/>
                  <a:moveTo>
                    <a:pt x="515024" y="963797"/>
                  </a:moveTo>
                  <a:lnTo>
                    <a:pt x="537133" y="1008566"/>
                  </a:lnTo>
                  <a:lnTo>
                    <a:pt x="553077" y="1031385"/>
                  </a:lnTo>
                  <a:close/>
                  <a:moveTo>
                    <a:pt x="437931" y="801145"/>
                  </a:moveTo>
                  <a:lnTo>
                    <a:pt x="463186" y="859855"/>
                  </a:lnTo>
                  <a:lnTo>
                    <a:pt x="490974" y="828849"/>
                  </a:lnTo>
                  <a:close/>
                  <a:moveTo>
                    <a:pt x="257158" y="707794"/>
                  </a:moveTo>
                  <a:lnTo>
                    <a:pt x="291088" y="740439"/>
                  </a:lnTo>
                  <a:lnTo>
                    <a:pt x="290853" y="718383"/>
                  </a:lnTo>
                  <a:close/>
                  <a:moveTo>
                    <a:pt x="338419" y="698071"/>
                  </a:moveTo>
                  <a:lnTo>
                    <a:pt x="291088" y="740439"/>
                  </a:lnTo>
                  <a:lnTo>
                    <a:pt x="309426" y="773702"/>
                  </a:lnTo>
                  <a:close/>
                  <a:moveTo>
                    <a:pt x="290853" y="718383"/>
                  </a:moveTo>
                  <a:lnTo>
                    <a:pt x="309221" y="673336"/>
                  </a:lnTo>
                  <a:lnTo>
                    <a:pt x="257158" y="707794"/>
                  </a:lnTo>
                  <a:close/>
                  <a:moveTo>
                    <a:pt x="211148" y="594998"/>
                  </a:moveTo>
                  <a:lnTo>
                    <a:pt x="174008" y="567556"/>
                  </a:lnTo>
                  <a:lnTo>
                    <a:pt x="197649" y="619092"/>
                  </a:lnTo>
                  <a:close/>
                  <a:moveTo>
                    <a:pt x="182482" y="548830"/>
                  </a:moveTo>
                  <a:lnTo>
                    <a:pt x="141080" y="567556"/>
                  </a:lnTo>
                  <a:lnTo>
                    <a:pt x="168385" y="553755"/>
                  </a:lnTo>
                  <a:close/>
                  <a:moveTo>
                    <a:pt x="168385" y="553755"/>
                  </a:moveTo>
                  <a:lnTo>
                    <a:pt x="141080" y="567556"/>
                  </a:lnTo>
                  <a:lnTo>
                    <a:pt x="146109" y="509122"/>
                  </a:lnTo>
                  <a:close/>
                  <a:moveTo>
                    <a:pt x="437931" y="801145"/>
                  </a:moveTo>
                  <a:lnTo>
                    <a:pt x="490974" y="828849"/>
                  </a:lnTo>
                  <a:lnTo>
                    <a:pt x="500749" y="787174"/>
                  </a:lnTo>
                  <a:close/>
                  <a:moveTo>
                    <a:pt x="436410" y="799519"/>
                  </a:moveTo>
                  <a:lnTo>
                    <a:pt x="500749" y="787174"/>
                  </a:lnTo>
                  <a:lnTo>
                    <a:pt x="501707" y="734078"/>
                  </a:lnTo>
                  <a:close/>
                  <a:moveTo>
                    <a:pt x="346347" y="570904"/>
                  </a:moveTo>
                  <a:lnTo>
                    <a:pt x="330349" y="617429"/>
                  </a:lnTo>
                  <a:lnTo>
                    <a:pt x="353228" y="580169"/>
                  </a:lnTo>
                  <a:close/>
                  <a:moveTo>
                    <a:pt x="336241" y="622441"/>
                  </a:moveTo>
                  <a:lnTo>
                    <a:pt x="370024" y="591089"/>
                  </a:lnTo>
                  <a:lnTo>
                    <a:pt x="353228" y="580169"/>
                  </a:lnTo>
                  <a:close/>
                  <a:moveTo>
                    <a:pt x="432579" y="515398"/>
                  </a:moveTo>
                  <a:lnTo>
                    <a:pt x="476933" y="555565"/>
                  </a:lnTo>
                  <a:lnTo>
                    <a:pt x="486114" y="540876"/>
                  </a:lnTo>
                  <a:close/>
                  <a:moveTo>
                    <a:pt x="398394" y="519368"/>
                  </a:moveTo>
                  <a:lnTo>
                    <a:pt x="476933" y="555565"/>
                  </a:lnTo>
                  <a:lnTo>
                    <a:pt x="432579" y="515398"/>
                  </a:lnTo>
                  <a:close/>
                  <a:moveTo>
                    <a:pt x="386501" y="495274"/>
                  </a:moveTo>
                  <a:lnTo>
                    <a:pt x="398248" y="518808"/>
                  </a:lnTo>
                  <a:lnTo>
                    <a:pt x="432579" y="515398"/>
                  </a:lnTo>
                  <a:close/>
                  <a:moveTo>
                    <a:pt x="386501" y="495274"/>
                  </a:moveTo>
                  <a:lnTo>
                    <a:pt x="375504" y="443737"/>
                  </a:lnTo>
                  <a:lnTo>
                    <a:pt x="386341" y="465746"/>
                  </a:lnTo>
                  <a:close/>
                  <a:moveTo>
                    <a:pt x="720308" y="848108"/>
                  </a:moveTo>
                  <a:lnTo>
                    <a:pt x="718262" y="884810"/>
                  </a:lnTo>
                  <a:lnTo>
                    <a:pt x="743503" y="856030"/>
                  </a:lnTo>
                  <a:close/>
                  <a:moveTo>
                    <a:pt x="714251" y="790290"/>
                  </a:moveTo>
                  <a:lnTo>
                    <a:pt x="743503" y="856030"/>
                  </a:lnTo>
                  <a:lnTo>
                    <a:pt x="726756" y="804493"/>
                  </a:lnTo>
                  <a:close/>
                  <a:moveTo>
                    <a:pt x="720308" y="848108"/>
                  </a:moveTo>
                  <a:lnTo>
                    <a:pt x="743503" y="856030"/>
                  </a:lnTo>
                  <a:lnTo>
                    <a:pt x="714251" y="790290"/>
                  </a:lnTo>
                  <a:close/>
                  <a:moveTo>
                    <a:pt x="720308" y="848108"/>
                  </a:moveTo>
                  <a:lnTo>
                    <a:pt x="714251" y="790290"/>
                  </a:lnTo>
                  <a:lnTo>
                    <a:pt x="712306" y="831936"/>
                  </a:lnTo>
                  <a:close/>
                  <a:moveTo>
                    <a:pt x="664313" y="730163"/>
                  </a:moveTo>
                  <a:lnTo>
                    <a:pt x="714251" y="790290"/>
                  </a:lnTo>
                  <a:lnTo>
                    <a:pt x="687574" y="749235"/>
                  </a:lnTo>
                  <a:close/>
                  <a:moveTo>
                    <a:pt x="664313" y="730163"/>
                  </a:moveTo>
                  <a:lnTo>
                    <a:pt x="687574" y="749235"/>
                  </a:lnTo>
                  <a:lnTo>
                    <a:pt x="680065" y="741995"/>
                  </a:lnTo>
                  <a:close/>
                  <a:moveTo>
                    <a:pt x="549187" y="602020"/>
                  </a:moveTo>
                  <a:lnTo>
                    <a:pt x="612034" y="647180"/>
                  </a:lnTo>
                  <a:lnTo>
                    <a:pt x="636929" y="620495"/>
                  </a:lnTo>
                  <a:close/>
                  <a:moveTo>
                    <a:pt x="549187" y="602020"/>
                  </a:moveTo>
                  <a:lnTo>
                    <a:pt x="636929" y="620495"/>
                  </a:lnTo>
                  <a:lnTo>
                    <a:pt x="586139" y="605279"/>
                  </a:lnTo>
                  <a:close/>
                  <a:moveTo>
                    <a:pt x="545012" y="574253"/>
                  </a:moveTo>
                  <a:lnTo>
                    <a:pt x="549187" y="602020"/>
                  </a:lnTo>
                  <a:lnTo>
                    <a:pt x="586139" y="605279"/>
                  </a:lnTo>
                  <a:close/>
                  <a:moveTo>
                    <a:pt x="545012" y="574253"/>
                  </a:moveTo>
                  <a:lnTo>
                    <a:pt x="546664" y="598347"/>
                  </a:lnTo>
                  <a:lnTo>
                    <a:pt x="549187" y="602020"/>
                  </a:lnTo>
                  <a:close/>
                  <a:moveTo>
                    <a:pt x="516010" y="546810"/>
                  </a:moveTo>
                  <a:lnTo>
                    <a:pt x="546664" y="598347"/>
                  </a:lnTo>
                  <a:lnTo>
                    <a:pt x="545012" y="574253"/>
                  </a:lnTo>
                  <a:close/>
                  <a:moveTo>
                    <a:pt x="516010" y="546810"/>
                  </a:moveTo>
                  <a:lnTo>
                    <a:pt x="545012" y="574253"/>
                  </a:lnTo>
                  <a:lnTo>
                    <a:pt x="522262" y="522716"/>
                  </a:lnTo>
                  <a:close/>
                  <a:moveTo>
                    <a:pt x="516010" y="546810"/>
                  </a:moveTo>
                  <a:lnTo>
                    <a:pt x="522262" y="522716"/>
                  </a:lnTo>
                  <a:lnTo>
                    <a:pt x="486114" y="540876"/>
                  </a:lnTo>
                  <a:close/>
                  <a:moveTo>
                    <a:pt x="522262" y="522716"/>
                  </a:moveTo>
                  <a:lnTo>
                    <a:pt x="511778" y="501930"/>
                  </a:lnTo>
                  <a:lnTo>
                    <a:pt x="486114" y="540876"/>
                  </a:lnTo>
                  <a:close/>
                  <a:moveTo>
                    <a:pt x="437615" y="471180"/>
                  </a:moveTo>
                  <a:lnTo>
                    <a:pt x="386501" y="495274"/>
                  </a:lnTo>
                  <a:lnTo>
                    <a:pt x="432579" y="515398"/>
                  </a:lnTo>
                  <a:close/>
                  <a:moveTo>
                    <a:pt x="437615" y="471180"/>
                  </a:moveTo>
                  <a:lnTo>
                    <a:pt x="375504" y="443737"/>
                  </a:lnTo>
                  <a:lnTo>
                    <a:pt x="386501" y="495274"/>
                  </a:lnTo>
                  <a:close/>
                  <a:moveTo>
                    <a:pt x="432579" y="515398"/>
                  </a:moveTo>
                  <a:lnTo>
                    <a:pt x="486114" y="540876"/>
                  </a:lnTo>
                  <a:lnTo>
                    <a:pt x="511778" y="501930"/>
                  </a:lnTo>
                  <a:close/>
                  <a:moveTo>
                    <a:pt x="869303" y="830375"/>
                  </a:moveTo>
                  <a:lnTo>
                    <a:pt x="874022" y="831936"/>
                  </a:lnTo>
                  <a:lnTo>
                    <a:pt x="851775" y="817192"/>
                  </a:lnTo>
                  <a:close/>
                  <a:moveTo>
                    <a:pt x="869303" y="830375"/>
                  </a:moveTo>
                  <a:lnTo>
                    <a:pt x="873409" y="807842"/>
                  </a:lnTo>
                  <a:lnTo>
                    <a:pt x="882261" y="830390"/>
                  </a:lnTo>
                  <a:close/>
                  <a:moveTo>
                    <a:pt x="860835" y="798714"/>
                  </a:moveTo>
                  <a:lnTo>
                    <a:pt x="882261" y="830390"/>
                  </a:lnTo>
                  <a:lnTo>
                    <a:pt x="873409" y="807842"/>
                  </a:lnTo>
                  <a:close/>
                  <a:moveTo>
                    <a:pt x="823900" y="777111"/>
                  </a:moveTo>
                  <a:lnTo>
                    <a:pt x="882261" y="830390"/>
                  </a:lnTo>
                  <a:lnTo>
                    <a:pt x="860835" y="798714"/>
                  </a:lnTo>
                  <a:close/>
                  <a:moveTo>
                    <a:pt x="851775" y="817192"/>
                  </a:moveTo>
                  <a:lnTo>
                    <a:pt x="874022" y="831936"/>
                  </a:lnTo>
                  <a:lnTo>
                    <a:pt x="824236" y="796774"/>
                  </a:lnTo>
                  <a:close/>
                  <a:moveTo>
                    <a:pt x="782129" y="704769"/>
                  </a:moveTo>
                  <a:lnTo>
                    <a:pt x="747004" y="682698"/>
                  </a:lnTo>
                  <a:lnTo>
                    <a:pt x="780610" y="711580"/>
                  </a:lnTo>
                  <a:close/>
                  <a:moveTo>
                    <a:pt x="743174" y="677326"/>
                  </a:moveTo>
                  <a:lnTo>
                    <a:pt x="747004" y="682698"/>
                  </a:lnTo>
                  <a:lnTo>
                    <a:pt x="782129" y="704769"/>
                  </a:lnTo>
                  <a:close/>
                  <a:moveTo>
                    <a:pt x="762980" y="653232"/>
                  </a:moveTo>
                  <a:lnTo>
                    <a:pt x="743174" y="677326"/>
                  </a:lnTo>
                  <a:lnTo>
                    <a:pt x="782129" y="704769"/>
                  </a:lnTo>
                  <a:close/>
                  <a:moveTo>
                    <a:pt x="636929" y="620495"/>
                  </a:moveTo>
                  <a:lnTo>
                    <a:pt x="681102" y="610974"/>
                  </a:lnTo>
                  <a:lnTo>
                    <a:pt x="655173" y="553808"/>
                  </a:lnTo>
                  <a:close/>
                  <a:moveTo>
                    <a:pt x="511778" y="501930"/>
                  </a:moveTo>
                  <a:lnTo>
                    <a:pt x="522262" y="522716"/>
                  </a:lnTo>
                  <a:lnTo>
                    <a:pt x="519533" y="520931"/>
                  </a:lnTo>
                  <a:close/>
                  <a:moveTo>
                    <a:pt x="564020" y="397260"/>
                  </a:moveTo>
                  <a:lnTo>
                    <a:pt x="523003" y="369224"/>
                  </a:lnTo>
                  <a:lnTo>
                    <a:pt x="559640" y="395549"/>
                  </a:lnTo>
                  <a:close/>
                  <a:moveTo>
                    <a:pt x="567983" y="402499"/>
                  </a:moveTo>
                  <a:lnTo>
                    <a:pt x="564020" y="397260"/>
                  </a:lnTo>
                  <a:lnTo>
                    <a:pt x="559640" y="395549"/>
                  </a:lnTo>
                  <a:close/>
                  <a:moveTo>
                    <a:pt x="935222" y="724591"/>
                  </a:moveTo>
                  <a:lnTo>
                    <a:pt x="998999" y="710723"/>
                  </a:lnTo>
                  <a:lnTo>
                    <a:pt x="924528" y="670542"/>
                  </a:lnTo>
                  <a:close/>
                  <a:moveTo>
                    <a:pt x="998999" y="710723"/>
                  </a:moveTo>
                  <a:lnTo>
                    <a:pt x="1007095" y="732211"/>
                  </a:lnTo>
                  <a:lnTo>
                    <a:pt x="965883" y="707217"/>
                  </a:lnTo>
                  <a:close/>
                  <a:moveTo>
                    <a:pt x="1139177" y="684024"/>
                  </a:moveTo>
                  <a:lnTo>
                    <a:pt x="1181653" y="735560"/>
                  </a:lnTo>
                  <a:lnTo>
                    <a:pt x="1192443" y="730146"/>
                  </a:lnTo>
                  <a:close/>
                  <a:moveTo>
                    <a:pt x="1245231" y="783146"/>
                  </a:moveTo>
                  <a:lnTo>
                    <a:pt x="1272972" y="751967"/>
                  </a:lnTo>
                  <a:lnTo>
                    <a:pt x="1186852" y="739555"/>
                  </a:lnTo>
                  <a:close/>
                  <a:moveTo>
                    <a:pt x="1123604" y="559901"/>
                  </a:moveTo>
                  <a:lnTo>
                    <a:pt x="1107257" y="616637"/>
                  </a:lnTo>
                  <a:lnTo>
                    <a:pt x="1156686" y="556857"/>
                  </a:lnTo>
                  <a:close/>
                  <a:moveTo>
                    <a:pt x="1068296" y="580951"/>
                  </a:moveTo>
                  <a:lnTo>
                    <a:pt x="1123604" y="559901"/>
                  </a:lnTo>
                  <a:lnTo>
                    <a:pt x="1125449" y="549754"/>
                  </a:lnTo>
                  <a:close/>
                  <a:moveTo>
                    <a:pt x="1124654" y="481226"/>
                  </a:moveTo>
                  <a:lnTo>
                    <a:pt x="1125449" y="549754"/>
                  </a:lnTo>
                  <a:lnTo>
                    <a:pt x="1147476" y="497212"/>
                  </a:lnTo>
                  <a:close/>
                  <a:moveTo>
                    <a:pt x="1118603" y="556857"/>
                  </a:moveTo>
                  <a:lnTo>
                    <a:pt x="1066943" y="505690"/>
                  </a:lnTo>
                  <a:lnTo>
                    <a:pt x="1101320" y="540034"/>
                  </a:lnTo>
                  <a:close/>
                  <a:moveTo>
                    <a:pt x="1089619" y="453783"/>
                  </a:moveTo>
                  <a:lnTo>
                    <a:pt x="1124654" y="481226"/>
                  </a:lnTo>
                  <a:lnTo>
                    <a:pt x="1089374" y="429689"/>
                  </a:lnTo>
                  <a:close/>
                  <a:moveTo>
                    <a:pt x="836702" y="168885"/>
                  </a:moveTo>
                  <a:lnTo>
                    <a:pt x="869858" y="157950"/>
                  </a:lnTo>
                  <a:lnTo>
                    <a:pt x="790805" y="171962"/>
                  </a:lnTo>
                  <a:close/>
                  <a:moveTo>
                    <a:pt x="1152920" y="473324"/>
                  </a:moveTo>
                  <a:lnTo>
                    <a:pt x="1147476" y="497212"/>
                  </a:lnTo>
                  <a:lnTo>
                    <a:pt x="1197356" y="475180"/>
                  </a:lnTo>
                  <a:close/>
                  <a:moveTo>
                    <a:pt x="958471" y="147912"/>
                  </a:moveTo>
                  <a:lnTo>
                    <a:pt x="948434" y="142156"/>
                  </a:lnTo>
                  <a:lnTo>
                    <a:pt x="920121" y="171200"/>
                  </a:lnTo>
                  <a:close/>
                  <a:moveTo>
                    <a:pt x="869858" y="157950"/>
                  </a:moveTo>
                  <a:lnTo>
                    <a:pt x="920121" y="171200"/>
                  </a:lnTo>
                  <a:lnTo>
                    <a:pt x="948434" y="142156"/>
                  </a:lnTo>
                  <a:close/>
                  <a:moveTo>
                    <a:pt x="1315555" y="466700"/>
                  </a:moveTo>
                  <a:lnTo>
                    <a:pt x="1393217" y="492639"/>
                  </a:lnTo>
                  <a:lnTo>
                    <a:pt x="1399654" y="471555"/>
                  </a:lnTo>
                  <a:close/>
                  <a:moveTo>
                    <a:pt x="1298840" y="381501"/>
                  </a:moveTo>
                  <a:lnTo>
                    <a:pt x="1253723" y="341852"/>
                  </a:lnTo>
                  <a:lnTo>
                    <a:pt x="1270460" y="354059"/>
                  </a:lnTo>
                  <a:close/>
                  <a:moveTo>
                    <a:pt x="1180229" y="238133"/>
                  </a:moveTo>
                  <a:lnTo>
                    <a:pt x="1209316" y="278428"/>
                  </a:lnTo>
                  <a:lnTo>
                    <a:pt x="1206375" y="272949"/>
                  </a:lnTo>
                  <a:close/>
                  <a:moveTo>
                    <a:pt x="1179245" y="226892"/>
                  </a:moveTo>
                  <a:lnTo>
                    <a:pt x="1180229" y="238133"/>
                  </a:lnTo>
                  <a:lnTo>
                    <a:pt x="1206375" y="272949"/>
                  </a:lnTo>
                  <a:close/>
                  <a:moveTo>
                    <a:pt x="1399654" y="471555"/>
                  </a:moveTo>
                  <a:lnTo>
                    <a:pt x="1421334" y="433038"/>
                  </a:lnTo>
                  <a:lnTo>
                    <a:pt x="1413907" y="413075"/>
                  </a:lnTo>
                  <a:close/>
                  <a:moveTo>
                    <a:pt x="1397961" y="363296"/>
                  </a:moveTo>
                  <a:lnTo>
                    <a:pt x="1413907" y="413075"/>
                  </a:lnTo>
                  <a:lnTo>
                    <a:pt x="1421334" y="433038"/>
                  </a:lnTo>
                  <a:close/>
                  <a:moveTo>
                    <a:pt x="1349171" y="364979"/>
                  </a:moveTo>
                  <a:lnTo>
                    <a:pt x="1276660" y="361057"/>
                  </a:lnTo>
                  <a:lnTo>
                    <a:pt x="1298840" y="381501"/>
                  </a:lnTo>
                  <a:close/>
                  <a:moveTo>
                    <a:pt x="1349171" y="364979"/>
                  </a:moveTo>
                  <a:lnTo>
                    <a:pt x="1397961" y="363296"/>
                  </a:lnTo>
                  <a:lnTo>
                    <a:pt x="1367132" y="325617"/>
                  </a:lnTo>
                  <a:close/>
                  <a:moveTo>
                    <a:pt x="1349171" y="364979"/>
                  </a:moveTo>
                  <a:lnTo>
                    <a:pt x="1367132" y="325617"/>
                  </a:lnTo>
                  <a:lnTo>
                    <a:pt x="1340607" y="309199"/>
                  </a:lnTo>
                  <a:close/>
                  <a:moveTo>
                    <a:pt x="1323599" y="260283"/>
                  </a:moveTo>
                  <a:lnTo>
                    <a:pt x="1296035" y="298595"/>
                  </a:lnTo>
                  <a:lnTo>
                    <a:pt x="1294082" y="309041"/>
                  </a:lnTo>
                  <a:close/>
                  <a:moveTo>
                    <a:pt x="1197463" y="202798"/>
                  </a:moveTo>
                  <a:lnTo>
                    <a:pt x="1137821" y="171885"/>
                  </a:lnTo>
                  <a:lnTo>
                    <a:pt x="1147447" y="175355"/>
                  </a:lnTo>
                  <a:close/>
                  <a:moveTo>
                    <a:pt x="1197463" y="202798"/>
                  </a:moveTo>
                  <a:lnTo>
                    <a:pt x="1147447" y="175355"/>
                  </a:lnTo>
                  <a:lnTo>
                    <a:pt x="1179245" y="226892"/>
                  </a:lnTo>
                  <a:close/>
                  <a:moveTo>
                    <a:pt x="1330057" y="0"/>
                  </a:moveTo>
                  <a:lnTo>
                    <a:pt x="1281173" y="24094"/>
                  </a:lnTo>
                  <a:lnTo>
                    <a:pt x="1313816" y="55498"/>
                  </a:lnTo>
                  <a:close/>
                  <a:moveTo>
                    <a:pt x="1336383" y="4975"/>
                  </a:moveTo>
                  <a:lnTo>
                    <a:pt x="1354817" y="21914"/>
                  </a:lnTo>
                  <a:lnTo>
                    <a:pt x="1339750" y="0"/>
                  </a:lnTo>
                  <a:close/>
                </a:path>
              </a:pathLst>
            </a:custGeom>
            <a:solidFill>
              <a:srgbClr val="F1F3F5"/>
            </a:solidFill>
            <a:ln w="1524">
              <a:solidFill>
                <a:srgbClr val="F1F3F5"/>
              </a:solidFill>
            </a:ln>
          </p:spPr>
        </p:sp>
        <p:sp>
          <p:nvSpPr>
            <p:cNvPr id="4189" name="Output_density__4188">
              <a:extLst>
                <a:ext uri="{FF2B5EF4-FFF2-40B4-BE49-F238E27FC236}">
                  <a16:creationId xmlns:a16="http://schemas.microsoft.com/office/drawing/2014/main" id="{10904A33-906D-E138-E501-C952764F5796}"/>
                </a:ext>
              </a:extLst>
            </p:cNvPr>
            <p:cNvSpPr>
              <a:spLocks noGrp="1"/>
            </p:cNvSpPr>
            <p:nvPr/>
          </p:nvSpPr>
          <p:spPr>
            <a:xfrm>
              <a:off x="15442597" y="3567557"/>
              <a:ext cx="1300215" cy="1058616"/>
            </a:xfrm>
            <a:custGeom>
              <a:avLst/>
              <a:gdLst/>
              <a:ahLst/>
              <a:cxnLst/>
              <a:rect l="0" t="0" r="0" b="0"/>
              <a:pathLst>
                <a:path w="1300215" h="1058616">
                  <a:moveTo>
                    <a:pt x="499630" y="1058616"/>
                  </a:moveTo>
                  <a:lnTo>
                    <a:pt x="445681" y="1031584"/>
                  </a:lnTo>
                  <a:lnTo>
                    <a:pt x="461385" y="1050523"/>
                  </a:lnTo>
                  <a:close/>
                  <a:moveTo>
                    <a:pt x="0" y="548219"/>
                  </a:moveTo>
                  <a:lnTo>
                    <a:pt x="76003" y="522805"/>
                  </a:lnTo>
                  <a:lnTo>
                    <a:pt x="30509" y="527386"/>
                  </a:lnTo>
                  <a:close/>
                  <a:moveTo>
                    <a:pt x="523969" y="1014716"/>
                  </a:moveTo>
                  <a:lnTo>
                    <a:pt x="499630" y="1058616"/>
                  </a:lnTo>
                  <a:lnTo>
                    <a:pt x="573920" y="1026797"/>
                  </a:lnTo>
                  <a:close/>
                  <a:moveTo>
                    <a:pt x="229136" y="701420"/>
                  </a:moveTo>
                  <a:lnTo>
                    <a:pt x="274433" y="692886"/>
                  </a:lnTo>
                  <a:lnTo>
                    <a:pt x="285595" y="647504"/>
                  </a:lnTo>
                  <a:close/>
                  <a:moveTo>
                    <a:pt x="242509" y="625789"/>
                  </a:moveTo>
                  <a:lnTo>
                    <a:pt x="229136" y="701420"/>
                  </a:lnTo>
                  <a:lnTo>
                    <a:pt x="285595" y="647504"/>
                  </a:lnTo>
                  <a:close/>
                  <a:moveTo>
                    <a:pt x="42963" y="478166"/>
                  </a:moveTo>
                  <a:lnTo>
                    <a:pt x="30509" y="527386"/>
                  </a:lnTo>
                  <a:lnTo>
                    <a:pt x="80267" y="485821"/>
                  </a:lnTo>
                  <a:close/>
                  <a:moveTo>
                    <a:pt x="74163" y="419643"/>
                  </a:moveTo>
                  <a:lnTo>
                    <a:pt x="46798" y="453389"/>
                  </a:lnTo>
                  <a:lnTo>
                    <a:pt x="81583" y="422008"/>
                  </a:lnTo>
                  <a:close/>
                  <a:moveTo>
                    <a:pt x="81583" y="422008"/>
                  </a:moveTo>
                  <a:lnTo>
                    <a:pt x="42963" y="478166"/>
                  </a:lnTo>
                  <a:lnTo>
                    <a:pt x="80267" y="485821"/>
                  </a:lnTo>
                  <a:close/>
                  <a:moveTo>
                    <a:pt x="213277" y="579136"/>
                  </a:moveTo>
                  <a:lnTo>
                    <a:pt x="224171" y="592526"/>
                  </a:lnTo>
                  <a:lnTo>
                    <a:pt x="175524" y="634589"/>
                  </a:lnTo>
                  <a:close/>
                  <a:moveTo>
                    <a:pt x="573920" y="1026797"/>
                  </a:moveTo>
                  <a:lnTo>
                    <a:pt x="603361" y="1001970"/>
                  </a:lnTo>
                  <a:lnTo>
                    <a:pt x="523969" y="1014716"/>
                  </a:lnTo>
                  <a:close/>
                  <a:moveTo>
                    <a:pt x="242509" y="625789"/>
                  </a:moveTo>
                  <a:lnTo>
                    <a:pt x="285595" y="647504"/>
                  </a:lnTo>
                  <a:lnTo>
                    <a:pt x="315797" y="625525"/>
                  </a:lnTo>
                  <a:close/>
                  <a:moveTo>
                    <a:pt x="369493" y="651607"/>
                  </a:moveTo>
                  <a:lnTo>
                    <a:pt x="331853" y="621443"/>
                  </a:lnTo>
                  <a:lnTo>
                    <a:pt x="371014" y="653232"/>
                  </a:lnTo>
                  <a:close/>
                  <a:moveTo>
                    <a:pt x="315797" y="625525"/>
                  </a:moveTo>
                  <a:lnTo>
                    <a:pt x="285595" y="647504"/>
                  </a:lnTo>
                  <a:lnTo>
                    <a:pt x="369493" y="651607"/>
                  </a:lnTo>
                  <a:close/>
                  <a:moveTo>
                    <a:pt x="144231" y="447086"/>
                  </a:moveTo>
                  <a:lnTo>
                    <a:pt x="101468" y="405842"/>
                  </a:lnTo>
                  <a:lnTo>
                    <a:pt x="107091" y="419643"/>
                  </a:lnTo>
                  <a:close/>
                  <a:moveTo>
                    <a:pt x="369493" y="651607"/>
                  </a:moveTo>
                  <a:lnTo>
                    <a:pt x="434790" y="586166"/>
                  </a:lnTo>
                  <a:lnTo>
                    <a:pt x="396472" y="617579"/>
                  </a:lnTo>
                  <a:close/>
                  <a:moveTo>
                    <a:pt x="424057" y="680936"/>
                  </a:moveTo>
                  <a:lnTo>
                    <a:pt x="452527" y="653232"/>
                  </a:lnTo>
                  <a:lnTo>
                    <a:pt x="433832" y="639261"/>
                  </a:lnTo>
                  <a:close/>
                  <a:moveTo>
                    <a:pt x="452527" y="653232"/>
                  </a:moveTo>
                  <a:lnTo>
                    <a:pt x="434790" y="586166"/>
                  </a:lnTo>
                  <a:lnTo>
                    <a:pt x="433832" y="639261"/>
                  </a:lnTo>
                  <a:close/>
                  <a:moveTo>
                    <a:pt x="396472" y="617579"/>
                  </a:moveTo>
                  <a:lnTo>
                    <a:pt x="315797" y="625525"/>
                  </a:lnTo>
                  <a:lnTo>
                    <a:pt x="369493" y="651607"/>
                  </a:lnTo>
                  <a:close/>
                  <a:moveTo>
                    <a:pt x="256275" y="355951"/>
                  </a:moveTo>
                  <a:lnTo>
                    <a:pt x="279430" y="422992"/>
                  </a:lnTo>
                  <a:lnTo>
                    <a:pt x="264413" y="371455"/>
                  </a:lnTo>
                  <a:close/>
                  <a:moveTo>
                    <a:pt x="651345" y="736897"/>
                  </a:moveTo>
                  <a:lnTo>
                    <a:pt x="653391" y="700196"/>
                  </a:lnTo>
                  <a:lnTo>
                    <a:pt x="649844" y="759654"/>
                  </a:lnTo>
                  <a:close/>
                  <a:moveTo>
                    <a:pt x="620657" y="601323"/>
                  </a:moveTo>
                  <a:lnTo>
                    <a:pt x="647334" y="642377"/>
                  </a:lnTo>
                  <a:lnTo>
                    <a:pt x="659838" y="656581"/>
                  </a:lnTo>
                  <a:close/>
                  <a:moveTo>
                    <a:pt x="370698" y="323267"/>
                  </a:moveTo>
                  <a:lnTo>
                    <a:pt x="310373" y="287209"/>
                  </a:lnTo>
                  <a:lnTo>
                    <a:pt x="308587" y="295825"/>
                  </a:lnTo>
                  <a:close/>
                  <a:moveTo>
                    <a:pt x="393218" y="335611"/>
                  </a:moveTo>
                  <a:lnTo>
                    <a:pt x="365662" y="367485"/>
                  </a:lnTo>
                  <a:lnTo>
                    <a:pt x="444861" y="354017"/>
                  </a:lnTo>
                  <a:close/>
                  <a:moveTo>
                    <a:pt x="519222" y="457367"/>
                  </a:moveTo>
                  <a:lnTo>
                    <a:pt x="570011" y="472582"/>
                  </a:lnTo>
                  <a:lnTo>
                    <a:pt x="588256" y="405896"/>
                  </a:lnTo>
                  <a:close/>
                  <a:moveTo>
                    <a:pt x="614185" y="463061"/>
                  </a:moveTo>
                  <a:lnTo>
                    <a:pt x="621551" y="412367"/>
                  </a:lnTo>
                  <a:lnTo>
                    <a:pt x="588256" y="405896"/>
                  </a:lnTo>
                  <a:close/>
                  <a:moveTo>
                    <a:pt x="497103" y="249348"/>
                  </a:moveTo>
                  <a:lnTo>
                    <a:pt x="501066" y="254586"/>
                  </a:lnTo>
                  <a:lnTo>
                    <a:pt x="529189" y="299174"/>
                  </a:lnTo>
                  <a:close/>
                  <a:moveTo>
                    <a:pt x="549209" y="332472"/>
                  </a:moveTo>
                  <a:lnTo>
                    <a:pt x="582518" y="384442"/>
                  </a:lnTo>
                  <a:lnTo>
                    <a:pt x="567257" y="350710"/>
                  </a:lnTo>
                  <a:close/>
                  <a:moveTo>
                    <a:pt x="513966" y="275079"/>
                  </a:moveTo>
                  <a:lnTo>
                    <a:pt x="501066" y="254586"/>
                  </a:lnTo>
                  <a:lnTo>
                    <a:pt x="492723" y="247637"/>
                  </a:lnTo>
                  <a:close/>
                  <a:moveTo>
                    <a:pt x="549423" y="125805"/>
                  </a:moveTo>
                  <a:lnTo>
                    <a:pt x="549421" y="182053"/>
                  </a:lnTo>
                  <a:lnTo>
                    <a:pt x="545026" y="172006"/>
                  </a:lnTo>
                  <a:close/>
                  <a:moveTo>
                    <a:pt x="932082" y="562811"/>
                  </a:moveTo>
                  <a:lnTo>
                    <a:pt x="960695" y="635835"/>
                  </a:lnTo>
                  <a:lnTo>
                    <a:pt x="940178" y="584299"/>
                  </a:lnTo>
                  <a:close/>
                  <a:moveTo>
                    <a:pt x="868305" y="576679"/>
                  </a:moveTo>
                  <a:lnTo>
                    <a:pt x="936413" y="622032"/>
                  </a:lnTo>
                  <a:lnTo>
                    <a:pt x="932082" y="562811"/>
                  </a:lnTo>
                  <a:close/>
                  <a:moveTo>
                    <a:pt x="857610" y="522630"/>
                  </a:moveTo>
                  <a:lnTo>
                    <a:pt x="898966" y="559305"/>
                  </a:lnTo>
                  <a:lnTo>
                    <a:pt x="868425" y="532763"/>
                  </a:lnTo>
                  <a:close/>
                  <a:moveTo>
                    <a:pt x="932082" y="562811"/>
                  </a:moveTo>
                  <a:lnTo>
                    <a:pt x="898966" y="559305"/>
                  </a:lnTo>
                  <a:lnTo>
                    <a:pt x="857610" y="522630"/>
                  </a:lnTo>
                  <a:close/>
                  <a:moveTo>
                    <a:pt x="826265" y="510131"/>
                  </a:moveTo>
                  <a:lnTo>
                    <a:pt x="838636" y="508419"/>
                  </a:lnTo>
                  <a:lnTo>
                    <a:pt x="829775" y="457132"/>
                  </a:lnTo>
                  <a:close/>
                  <a:moveTo>
                    <a:pt x="857610" y="522630"/>
                  </a:moveTo>
                  <a:lnTo>
                    <a:pt x="838636" y="508419"/>
                  </a:lnTo>
                  <a:lnTo>
                    <a:pt x="826265" y="510131"/>
                  </a:lnTo>
                  <a:close/>
                  <a:moveTo>
                    <a:pt x="549423" y="125805"/>
                  </a:moveTo>
                  <a:lnTo>
                    <a:pt x="545026" y="172006"/>
                  </a:lnTo>
                  <a:lnTo>
                    <a:pt x="573043" y="162850"/>
                  </a:lnTo>
                  <a:close/>
                  <a:moveTo>
                    <a:pt x="1056687" y="411988"/>
                  </a:moveTo>
                  <a:lnTo>
                    <a:pt x="1089769" y="408944"/>
                  </a:lnTo>
                  <a:lnTo>
                    <a:pt x="1058532" y="401842"/>
                  </a:lnTo>
                  <a:close/>
                  <a:moveTo>
                    <a:pt x="723888" y="24050"/>
                  </a:moveTo>
                  <a:lnTo>
                    <a:pt x="699744" y="10323"/>
                  </a:lnTo>
                  <a:lnTo>
                    <a:pt x="741716" y="50929"/>
                  </a:lnTo>
                  <a:close/>
                  <a:moveTo>
                    <a:pt x="769785" y="20972"/>
                  </a:moveTo>
                  <a:lnTo>
                    <a:pt x="723888" y="24050"/>
                  </a:lnTo>
                  <a:lnTo>
                    <a:pt x="741716" y="50929"/>
                  </a:lnTo>
                  <a:close/>
                  <a:moveTo>
                    <a:pt x="1229529" y="615090"/>
                  </a:moveTo>
                  <a:lnTo>
                    <a:pt x="1246410" y="590996"/>
                  </a:lnTo>
                  <a:lnTo>
                    <a:pt x="1206055" y="604055"/>
                  </a:lnTo>
                  <a:close/>
                  <a:moveTo>
                    <a:pt x="1089769" y="408944"/>
                  </a:moveTo>
                  <a:lnTo>
                    <a:pt x="1108865" y="415354"/>
                  </a:lnTo>
                  <a:lnTo>
                    <a:pt x="1110416" y="406289"/>
                  </a:lnTo>
                  <a:close/>
                  <a:moveTo>
                    <a:pt x="1089769" y="408944"/>
                  </a:moveTo>
                  <a:lnTo>
                    <a:pt x="1110416" y="406289"/>
                  </a:lnTo>
                  <a:lnTo>
                    <a:pt x="1058532" y="401842"/>
                  </a:lnTo>
                  <a:close/>
                  <a:moveTo>
                    <a:pt x="1058532" y="401842"/>
                  </a:moveTo>
                  <a:lnTo>
                    <a:pt x="1110416" y="406289"/>
                  </a:lnTo>
                  <a:lnTo>
                    <a:pt x="1125984" y="344458"/>
                  </a:lnTo>
                  <a:close/>
                  <a:moveTo>
                    <a:pt x="1058532" y="401842"/>
                  </a:moveTo>
                  <a:lnTo>
                    <a:pt x="1125984" y="344458"/>
                  </a:lnTo>
                  <a:lnTo>
                    <a:pt x="1080559" y="349300"/>
                  </a:lnTo>
                  <a:close/>
                  <a:moveTo>
                    <a:pt x="1110548" y="408944"/>
                  </a:moveTo>
                  <a:lnTo>
                    <a:pt x="1125984" y="344458"/>
                  </a:lnTo>
                  <a:lnTo>
                    <a:pt x="1110416" y="406289"/>
                  </a:lnTo>
                  <a:close/>
                  <a:moveTo>
                    <a:pt x="1130901" y="333313"/>
                  </a:moveTo>
                  <a:lnTo>
                    <a:pt x="1125984" y="344458"/>
                  </a:lnTo>
                  <a:lnTo>
                    <a:pt x="1110548" y="408944"/>
                  </a:lnTo>
                  <a:close/>
                  <a:moveTo>
                    <a:pt x="802941" y="10038"/>
                  </a:moveTo>
                  <a:lnTo>
                    <a:pt x="769785" y="20972"/>
                  </a:lnTo>
                  <a:lnTo>
                    <a:pt x="853204" y="23288"/>
                  </a:lnTo>
                  <a:close/>
                  <a:moveTo>
                    <a:pt x="1130439" y="327268"/>
                  </a:moveTo>
                  <a:lnTo>
                    <a:pt x="1080559" y="349300"/>
                  </a:lnTo>
                  <a:lnTo>
                    <a:pt x="1125984" y="344458"/>
                  </a:lnTo>
                  <a:close/>
                  <a:moveTo>
                    <a:pt x="1136043" y="257683"/>
                  </a:moveTo>
                  <a:lnTo>
                    <a:pt x="1100415" y="288637"/>
                  </a:lnTo>
                  <a:lnTo>
                    <a:pt x="1135987" y="260014"/>
                  </a:lnTo>
                  <a:close/>
                  <a:moveTo>
                    <a:pt x="1135987" y="260014"/>
                  </a:moveTo>
                  <a:lnTo>
                    <a:pt x="1086003" y="325412"/>
                  </a:lnTo>
                  <a:lnTo>
                    <a:pt x="1130439" y="327268"/>
                  </a:lnTo>
                  <a:close/>
                  <a:moveTo>
                    <a:pt x="1130439" y="327268"/>
                  </a:moveTo>
                  <a:lnTo>
                    <a:pt x="1125984" y="344458"/>
                  </a:lnTo>
                  <a:lnTo>
                    <a:pt x="1130901" y="333313"/>
                  </a:lnTo>
                  <a:close/>
                  <a:moveTo>
                    <a:pt x="891554" y="0"/>
                  </a:moveTo>
                  <a:lnTo>
                    <a:pt x="900188" y="24275"/>
                  </a:lnTo>
                  <a:lnTo>
                    <a:pt x="935235" y="20413"/>
                  </a:lnTo>
                  <a:close/>
                  <a:moveTo>
                    <a:pt x="893628" y="24094"/>
                  </a:moveTo>
                  <a:lnTo>
                    <a:pt x="891554" y="0"/>
                  </a:lnTo>
                  <a:lnTo>
                    <a:pt x="853204" y="23288"/>
                  </a:lnTo>
                  <a:close/>
                  <a:moveTo>
                    <a:pt x="1209743" y="213145"/>
                  </a:moveTo>
                  <a:lnTo>
                    <a:pt x="1186806" y="193939"/>
                  </a:lnTo>
                  <a:lnTo>
                    <a:pt x="1231923" y="233589"/>
                  </a:lnTo>
                  <a:close/>
                  <a:moveTo>
                    <a:pt x="1160348" y="182052"/>
                  </a:moveTo>
                  <a:lnTo>
                    <a:pt x="1209743" y="213145"/>
                  </a:lnTo>
                  <a:lnTo>
                    <a:pt x="1227165" y="161128"/>
                  </a:lnTo>
                  <a:close/>
                  <a:moveTo>
                    <a:pt x="1254758" y="106422"/>
                  </a:moveTo>
                  <a:lnTo>
                    <a:pt x="1229118" y="150683"/>
                  </a:lnTo>
                  <a:lnTo>
                    <a:pt x="1256682" y="112370"/>
                  </a:lnTo>
                  <a:close/>
                  <a:moveTo>
                    <a:pt x="1256682" y="112370"/>
                  </a:moveTo>
                  <a:lnTo>
                    <a:pt x="1227165" y="161128"/>
                  </a:lnTo>
                  <a:lnTo>
                    <a:pt x="1273690" y="161286"/>
                  </a:lnTo>
                  <a:close/>
                  <a:moveTo>
                    <a:pt x="1273690" y="161286"/>
                  </a:moveTo>
                  <a:lnTo>
                    <a:pt x="1300215" y="177705"/>
                  </a:lnTo>
                  <a:lnTo>
                    <a:pt x="1256682" y="112370"/>
                  </a:lnTo>
                  <a:close/>
                </a:path>
              </a:pathLst>
            </a:custGeom>
            <a:solidFill>
              <a:srgbClr val="EFF2F3"/>
            </a:solidFill>
            <a:ln w="1524">
              <a:solidFill>
                <a:srgbClr val="EFF2F3"/>
              </a:solidFill>
            </a:ln>
          </p:spPr>
        </p:sp>
        <p:sp>
          <p:nvSpPr>
            <p:cNvPr id="4190" name="Output_density__4189">
              <a:extLst>
                <a:ext uri="{FF2B5EF4-FFF2-40B4-BE49-F238E27FC236}">
                  <a16:creationId xmlns:a16="http://schemas.microsoft.com/office/drawing/2014/main" id="{687D0894-5CF4-C748-2A41-077FE032782D}"/>
                </a:ext>
              </a:extLst>
            </p:cNvPr>
            <p:cNvSpPr>
              <a:spLocks noGrp="1"/>
            </p:cNvSpPr>
            <p:nvPr/>
          </p:nvSpPr>
          <p:spPr>
            <a:xfrm>
              <a:off x="15377645" y="3538615"/>
              <a:ext cx="1411941" cy="1060527"/>
            </a:xfrm>
            <a:custGeom>
              <a:avLst/>
              <a:gdLst/>
              <a:ahLst/>
              <a:cxnLst/>
              <a:rect l="0" t="0" r="0" b="0"/>
              <a:pathLst>
                <a:path w="1411941" h="1060527">
                  <a:moveTo>
                    <a:pt x="7678" y="472680"/>
                  </a:moveTo>
                  <a:lnTo>
                    <a:pt x="0" y="494116"/>
                  </a:lnTo>
                  <a:lnTo>
                    <a:pt x="1615" y="548310"/>
                  </a:lnTo>
                  <a:close/>
                  <a:moveTo>
                    <a:pt x="491455" y="1050619"/>
                  </a:moveTo>
                  <a:lnTo>
                    <a:pt x="510632" y="1060527"/>
                  </a:lnTo>
                  <a:lnTo>
                    <a:pt x="496075" y="1039582"/>
                  </a:lnTo>
                  <a:close/>
                  <a:moveTo>
                    <a:pt x="20101" y="449246"/>
                  </a:moveTo>
                  <a:lnTo>
                    <a:pt x="0" y="494116"/>
                  </a:lnTo>
                  <a:lnTo>
                    <a:pt x="7678" y="472680"/>
                  </a:lnTo>
                  <a:close/>
                  <a:moveTo>
                    <a:pt x="496075" y="1039582"/>
                  </a:moveTo>
                  <a:lnTo>
                    <a:pt x="510632" y="1060527"/>
                  </a:lnTo>
                  <a:lnTo>
                    <a:pt x="536036" y="1020605"/>
                  </a:lnTo>
                  <a:close/>
                  <a:moveTo>
                    <a:pt x="234617" y="551659"/>
                  </a:moveTo>
                  <a:lnTo>
                    <a:pt x="217951" y="530047"/>
                  </a:lnTo>
                  <a:lnTo>
                    <a:pt x="189836" y="559829"/>
                  </a:lnTo>
                  <a:close/>
                  <a:moveTo>
                    <a:pt x="217951" y="530047"/>
                  </a:moveTo>
                  <a:lnTo>
                    <a:pt x="195683" y="500122"/>
                  </a:lnTo>
                  <a:lnTo>
                    <a:pt x="140955" y="551747"/>
                  </a:lnTo>
                  <a:close/>
                  <a:moveTo>
                    <a:pt x="642744" y="935317"/>
                  </a:moveTo>
                  <a:lnTo>
                    <a:pt x="590477" y="945354"/>
                  </a:lnTo>
                  <a:lnTo>
                    <a:pt x="637665" y="939857"/>
                  </a:lnTo>
                  <a:close/>
                  <a:moveTo>
                    <a:pt x="234617" y="551659"/>
                  </a:moveTo>
                  <a:lnTo>
                    <a:pt x="227896" y="567227"/>
                  </a:lnTo>
                  <a:lnTo>
                    <a:pt x="255192" y="588824"/>
                  </a:lnTo>
                  <a:close/>
                  <a:moveTo>
                    <a:pt x="234617" y="551659"/>
                  </a:moveTo>
                  <a:lnTo>
                    <a:pt x="280844" y="527565"/>
                  </a:lnTo>
                  <a:lnTo>
                    <a:pt x="217951" y="530047"/>
                  </a:lnTo>
                  <a:close/>
                  <a:moveTo>
                    <a:pt x="209182" y="476028"/>
                  </a:moveTo>
                  <a:lnTo>
                    <a:pt x="195683" y="500122"/>
                  </a:lnTo>
                  <a:lnTo>
                    <a:pt x="217951" y="530047"/>
                  </a:lnTo>
                  <a:close/>
                  <a:moveTo>
                    <a:pt x="764687" y="772089"/>
                  </a:moveTo>
                  <a:lnTo>
                    <a:pt x="774881" y="712966"/>
                  </a:lnTo>
                  <a:lnTo>
                    <a:pt x="767976" y="726769"/>
                  </a:lnTo>
                  <a:close/>
                  <a:moveTo>
                    <a:pt x="767976" y="726769"/>
                  </a:moveTo>
                  <a:lnTo>
                    <a:pt x="774881" y="712966"/>
                  </a:lnTo>
                  <a:lnTo>
                    <a:pt x="782386" y="703360"/>
                  </a:lnTo>
                  <a:close/>
                  <a:moveTo>
                    <a:pt x="782386" y="703360"/>
                  </a:moveTo>
                  <a:lnTo>
                    <a:pt x="774881" y="712966"/>
                  </a:lnTo>
                  <a:lnTo>
                    <a:pt x="793488" y="706029"/>
                  </a:lnTo>
                  <a:close/>
                  <a:moveTo>
                    <a:pt x="793488" y="706029"/>
                  </a:moveTo>
                  <a:lnTo>
                    <a:pt x="822270" y="677804"/>
                  </a:lnTo>
                  <a:lnTo>
                    <a:pt x="782386" y="703360"/>
                  </a:lnTo>
                  <a:close/>
                  <a:moveTo>
                    <a:pt x="849809" y="698222"/>
                  </a:moveTo>
                  <a:lnTo>
                    <a:pt x="822270" y="677804"/>
                  </a:lnTo>
                  <a:lnTo>
                    <a:pt x="793488" y="706029"/>
                  </a:lnTo>
                  <a:close/>
                  <a:moveTo>
                    <a:pt x="870685" y="613241"/>
                  </a:moveTo>
                  <a:lnTo>
                    <a:pt x="823533" y="637335"/>
                  </a:lnTo>
                  <a:lnTo>
                    <a:pt x="858869" y="679744"/>
                  </a:lnTo>
                  <a:close/>
                  <a:moveTo>
                    <a:pt x="1224199" y="592496"/>
                  </a:moveTo>
                  <a:lnTo>
                    <a:pt x="1202846" y="540960"/>
                  </a:lnTo>
                  <a:lnTo>
                    <a:pt x="1190477" y="611176"/>
                  </a:lnTo>
                  <a:close/>
                  <a:moveTo>
                    <a:pt x="1202846" y="540960"/>
                  </a:moveTo>
                  <a:lnTo>
                    <a:pt x="1197173" y="542990"/>
                  </a:lnTo>
                  <a:lnTo>
                    <a:pt x="1190477" y="611176"/>
                  </a:lnTo>
                  <a:close/>
                  <a:moveTo>
                    <a:pt x="1197173" y="542990"/>
                  </a:moveTo>
                  <a:lnTo>
                    <a:pt x="1202846" y="540960"/>
                  </a:lnTo>
                  <a:lnTo>
                    <a:pt x="1237091" y="506192"/>
                  </a:lnTo>
                  <a:close/>
                  <a:moveTo>
                    <a:pt x="1250283" y="568402"/>
                  </a:moveTo>
                  <a:lnTo>
                    <a:pt x="1202846" y="540960"/>
                  </a:lnTo>
                  <a:lnTo>
                    <a:pt x="1224199" y="592496"/>
                  </a:lnTo>
                  <a:close/>
                  <a:moveTo>
                    <a:pt x="1252208" y="473487"/>
                  </a:moveTo>
                  <a:lnTo>
                    <a:pt x="1202846" y="540960"/>
                  </a:lnTo>
                  <a:lnTo>
                    <a:pt x="1203338" y="537978"/>
                  </a:lnTo>
                  <a:close/>
                  <a:moveTo>
                    <a:pt x="753219" y="25594"/>
                  </a:moveTo>
                  <a:lnTo>
                    <a:pt x="788840" y="52992"/>
                  </a:lnTo>
                  <a:lnTo>
                    <a:pt x="795961" y="13846"/>
                  </a:lnTo>
                  <a:close/>
                  <a:moveTo>
                    <a:pt x="774666" y="0"/>
                  </a:moveTo>
                  <a:lnTo>
                    <a:pt x="753219" y="25594"/>
                  </a:lnTo>
                  <a:lnTo>
                    <a:pt x="795961" y="13846"/>
                  </a:lnTo>
                  <a:close/>
                  <a:moveTo>
                    <a:pt x="788840" y="52992"/>
                  </a:moveTo>
                  <a:lnTo>
                    <a:pt x="821029" y="1500"/>
                  </a:lnTo>
                  <a:lnTo>
                    <a:pt x="795961" y="13846"/>
                  </a:lnTo>
                  <a:close/>
                  <a:moveTo>
                    <a:pt x="1280829" y="286625"/>
                  </a:moveTo>
                  <a:lnTo>
                    <a:pt x="1298836" y="338162"/>
                  </a:lnTo>
                  <a:lnTo>
                    <a:pt x="1339686" y="314068"/>
                  </a:lnTo>
                  <a:close/>
                  <a:moveTo>
                    <a:pt x="1339686" y="314068"/>
                  </a:moveTo>
                  <a:lnTo>
                    <a:pt x="1341419" y="316882"/>
                  </a:lnTo>
                  <a:lnTo>
                    <a:pt x="1342280" y="312757"/>
                  </a:lnTo>
                  <a:close/>
                  <a:moveTo>
                    <a:pt x="1411941" y="294105"/>
                  </a:moveTo>
                  <a:lnTo>
                    <a:pt x="1342280" y="312757"/>
                  </a:lnTo>
                  <a:lnTo>
                    <a:pt x="1341419" y="316882"/>
                  </a:lnTo>
                  <a:close/>
                </a:path>
              </a:pathLst>
            </a:custGeom>
            <a:solidFill>
              <a:srgbClr val="F4F6F7"/>
            </a:solidFill>
            <a:ln w="1524">
              <a:solidFill>
                <a:srgbClr val="F4F6F7"/>
              </a:solidFill>
            </a:ln>
          </p:spPr>
        </p:sp>
        <p:sp>
          <p:nvSpPr>
            <p:cNvPr id="4191" name="Output_density__4190">
              <a:extLst>
                <a:ext uri="{FF2B5EF4-FFF2-40B4-BE49-F238E27FC236}">
                  <a16:creationId xmlns:a16="http://schemas.microsoft.com/office/drawing/2014/main" id="{28FF0390-56CA-2282-6DEC-4DD3081B28AE}"/>
                </a:ext>
              </a:extLst>
            </p:cNvPr>
            <p:cNvSpPr>
              <a:spLocks noGrp="1"/>
            </p:cNvSpPr>
            <p:nvPr/>
          </p:nvSpPr>
          <p:spPr>
            <a:xfrm>
              <a:off x="15942227" y="3551451"/>
              <a:ext cx="793323" cy="1074722"/>
            </a:xfrm>
            <a:custGeom>
              <a:avLst/>
              <a:gdLst/>
              <a:ahLst/>
              <a:cxnLst/>
              <a:rect l="0" t="0" r="0" b="0"/>
              <a:pathLst>
                <a:path w="793323" h="1074722">
                  <a:moveTo>
                    <a:pt x="0" y="1074722"/>
                  </a:moveTo>
                  <a:lnTo>
                    <a:pt x="44119" y="1064997"/>
                  </a:lnTo>
                  <a:lnTo>
                    <a:pt x="74290" y="1042903"/>
                  </a:lnTo>
                  <a:close/>
                  <a:moveTo>
                    <a:pt x="85291" y="859470"/>
                  </a:moveTo>
                  <a:lnTo>
                    <a:pt x="135888" y="828731"/>
                  </a:lnTo>
                  <a:lnTo>
                    <a:pt x="111190" y="851391"/>
                  </a:lnTo>
                  <a:close/>
                  <a:moveTo>
                    <a:pt x="111190" y="851391"/>
                  </a:moveTo>
                  <a:lnTo>
                    <a:pt x="135888" y="828731"/>
                  </a:lnTo>
                  <a:lnTo>
                    <a:pt x="116220" y="834325"/>
                  </a:lnTo>
                  <a:close/>
                  <a:moveTo>
                    <a:pt x="151714" y="753003"/>
                  </a:moveTo>
                  <a:lnTo>
                    <a:pt x="149922" y="782165"/>
                  </a:lnTo>
                  <a:lnTo>
                    <a:pt x="169250" y="799854"/>
                  </a:lnTo>
                  <a:close/>
                  <a:moveTo>
                    <a:pt x="77209" y="188112"/>
                  </a:moveTo>
                  <a:lnTo>
                    <a:pt x="65743" y="201548"/>
                  </a:lnTo>
                  <a:lnTo>
                    <a:pt x="49791" y="198159"/>
                  </a:lnTo>
                  <a:close/>
                  <a:moveTo>
                    <a:pt x="73412" y="178955"/>
                  </a:moveTo>
                  <a:lnTo>
                    <a:pt x="65743" y="201548"/>
                  </a:lnTo>
                  <a:lnTo>
                    <a:pt x="77209" y="188112"/>
                  </a:lnTo>
                  <a:close/>
                  <a:moveTo>
                    <a:pt x="793323" y="635484"/>
                  </a:moveTo>
                  <a:lnTo>
                    <a:pt x="746780" y="607102"/>
                  </a:lnTo>
                  <a:lnTo>
                    <a:pt x="758516" y="640244"/>
                  </a:lnTo>
                  <a:close/>
                  <a:moveTo>
                    <a:pt x="400557" y="40381"/>
                  </a:moveTo>
                  <a:lnTo>
                    <a:pt x="402115" y="40200"/>
                  </a:lnTo>
                  <a:lnTo>
                    <a:pt x="481087" y="31894"/>
                  </a:lnTo>
                  <a:close/>
                  <a:moveTo>
                    <a:pt x="494629" y="16106"/>
                  </a:moveTo>
                  <a:lnTo>
                    <a:pt x="508638" y="0"/>
                  </a:lnTo>
                  <a:lnTo>
                    <a:pt x="481087" y="31894"/>
                  </a:lnTo>
                  <a:close/>
                </a:path>
              </a:pathLst>
            </a:custGeom>
            <a:solidFill>
              <a:srgbClr val="ECEFF1"/>
            </a:solidFill>
            <a:ln w="1524">
              <a:solidFill>
                <a:srgbClr val="ECEFF1"/>
              </a:solidFill>
            </a:ln>
          </p:spPr>
        </p:sp>
        <p:sp>
          <p:nvSpPr>
            <p:cNvPr id="4192" name="Output_density__4191">
              <a:extLst>
                <a:ext uri="{FF2B5EF4-FFF2-40B4-BE49-F238E27FC236}">
                  <a16:creationId xmlns:a16="http://schemas.microsoft.com/office/drawing/2014/main" id="{5F1B7487-0DC1-07AB-1763-288D307CBA2F}"/>
                </a:ext>
              </a:extLst>
            </p:cNvPr>
            <p:cNvSpPr>
              <a:spLocks noGrp="1"/>
            </p:cNvSpPr>
            <p:nvPr/>
          </p:nvSpPr>
          <p:spPr>
            <a:xfrm>
              <a:off x="15485560" y="3551451"/>
              <a:ext cx="1215183" cy="1042903"/>
            </a:xfrm>
            <a:custGeom>
              <a:avLst/>
              <a:gdLst/>
              <a:ahLst/>
              <a:cxnLst/>
              <a:rect l="0" t="0" r="0" b="0"/>
              <a:pathLst>
                <a:path w="1215183" h="1042903">
                  <a:moveTo>
                    <a:pt x="38620" y="438114"/>
                  </a:moveTo>
                  <a:lnTo>
                    <a:pt x="3835" y="469495"/>
                  </a:lnTo>
                  <a:lnTo>
                    <a:pt x="0" y="494272"/>
                  </a:lnTo>
                  <a:close/>
                  <a:moveTo>
                    <a:pt x="574915" y="1032576"/>
                  </a:moveTo>
                  <a:lnTo>
                    <a:pt x="560398" y="1018076"/>
                  </a:lnTo>
                  <a:lnTo>
                    <a:pt x="530957" y="1042903"/>
                  </a:lnTo>
                  <a:close/>
                  <a:moveTo>
                    <a:pt x="242633" y="663610"/>
                  </a:moveTo>
                  <a:lnTo>
                    <a:pt x="273508" y="641895"/>
                  </a:lnTo>
                  <a:lnTo>
                    <a:pt x="326530" y="667713"/>
                  </a:lnTo>
                  <a:close/>
                  <a:moveTo>
                    <a:pt x="395695" y="593707"/>
                  </a:moveTo>
                  <a:lnTo>
                    <a:pt x="391827" y="602272"/>
                  </a:lnTo>
                  <a:lnTo>
                    <a:pt x="409564" y="669338"/>
                  </a:lnTo>
                  <a:close/>
                  <a:moveTo>
                    <a:pt x="580397" y="823050"/>
                  </a:moveTo>
                  <a:lnTo>
                    <a:pt x="592556" y="828731"/>
                  </a:lnTo>
                  <a:lnTo>
                    <a:pt x="606590" y="782165"/>
                  </a:lnTo>
                  <a:close/>
                  <a:moveTo>
                    <a:pt x="608382" y="753003"/>
                  </a:moveTo>
                  <a:lnTo>
                    <a:pt x="625695" y="777956"/>
                  </a:lnTo>
                  <a:lnTo>
                    <a:pt x="633623" y="724223"/>
                  </a:lnTo>
                  <a:close/>
                  <a:moveTo>
                    <a:pt x="606881" y="775760"/>
                  </a:moveTo>
                  <a:lnTo>
                    <a:pt x="606590" y="782165"/>
                  </a:lnTo>
                  <a:lnTo>
                    <a:pt x="608382" y="753003"/>
                  </a:lnTo>
                  <a:close/>
                  <a:moveTo>
                    <a:pt x="395517" y="588845"/>
                  </a:moveTo>
                  <a:lnTo>
                    <a:pt x="387551" y="586283"/>
                  </a:lnTo>
                  <a:lnTo>
                    <a:pt x="392673" y="569613"/>
                  </a:lnTo>
                  <a:close/>
                  <a:moveTo>
                    <a:pt x="204835" y="316205"/>
                  </a:moveTo>
                  <a:lnTo>
                    <a:pt x="213312" y="372057"/>
                  </a:lnTo>
                  <a:lnTo>
                    <a:pt x="221450" y="387561"/>
                  </a:lnTo>
                  <a:close/>
                  <a:moveTo>
                    <a:pt x="776954" y="751666"/>
                  </a:moveTo>
                  <a:lnTo>
                    <a:pt x="764142" y="700129"/>
                  </a:lnTo>
                  <a:lnTo>
                    <a:pt x="759423" y="698569"/>
                  </a:lnTo>
                  <a:close/>
                  <a:moveTo>
                    <a:pt x="808893" y="731643"/>
                  </a:moveTo>
                  <a:lnTo>
                    <a:pt x="776954" y="751666"/>
                  </a:lnTo>
                  <a:lnTo>
                    <a:pt x="759423" y="698569"/>
                  </a:lnTo>
                  <a:close/>
                  <a:moveTo>
                    <a:pt x="772381" y="698584"/>
                  </a:moveTo>
                  <a:lnTo>
                    <a:pt x="808893" y="731643"/>
                  </a:lnTo>
                  <a:lnTo>
                    <a:pt x="759423" y="698569"/>
                  </a:lnTo>
                  <a:close/>
                  <a:moveTo>
                    <a:pt x="545293" y="422002"/>
                  </a:moveTo>
                  <a:lnTo>
                    <a:pt x="578588" y="428473"/>
                  </a:lnTo>
                  <a:lnTo>
                    <a:pt x="552701" y="418352"/>
                  </a:lnTo>
                  <a:close/>
                  <a:moveTo>
                    <a:pt x="539555" y="400548"/>
                  </a:moveTo>
                  <a:lnTo>
                    <a:pt x="552701" y="418352"/>
                  </a:lnTo>
                  <a:lnTo>
                    <a:pt x="524381" y="371817"/>
                  </a:lnTo>
                  <a:close/>
                  <a:moveTo>
                    <a:pt x="552701" y="418352"/>
                  </a:moveTo>
                  <a:lnTo>
                    <a:pt x="578588" y="428473"/>
                  </a:lnTo>
                  <a:lnTo>
                    <a:pt x="524381" y="371817"/>
                  </a:lnTo>
                  <a:close/>
                  <a:moveTo>
                    <a:pt x="545293" y="422002"/>
                  </a:moveTo>
                  <a:lnTo>
                    <a:pt x="552701" y="418352"/>
                  </a:lnTo>
                  <a:lnTo>
                    <a:pt x="555367" y="409369"/>
                  </a:lnTo>
                  <a:close/>
                  <a:moveTo>
                    <a:pt x="555367" y="409369"/>
                  </a:moveTo>
                  <a:lnTo>
                    <a:pt x="552701" y="418352"/>
                  </a:lnTo>
                  <a:lnTo>
                    <a:pt x="539555" y="400548"/>
                  </a:lnTo>
                  <a:close/>
                  <a:moveTo>
                    <a:pt x="502063" y="188112"/>
                  </a:moveTo>
                  <a:lnTo>
                    <a:pt x="506458" y="198159"/>
                  </a:lnTo>
                  <a:lnTo>
                    <a:pt x="522410" y="201548"/>
                  </a:lnTo>
                  <a:close/>
                  <a:moveTo>
                    <a:pt x="502063" y="188112"/>
                  </a:moveTo>
                  <a:lnTo>
                    <a:pt x="522410" y="201548"/>
                  </a:lnTo>
                  <a:lnTo>
                    <a:pt x="530080" y="178955"/>
                  </a:lnTo>
                  <a:close/>
                  <a:moveTo>
                    <a:pt x="530080" y="178955"/>
                  </a:moveTo>
                  <a:lnTo>
                    <a:pt x="533876" y="188112"/>
                  </a:lnTo>
                  <a:lnTo>
                    <a:pt x="506460" y="141911"/>
                  </a:lnTo>
                  <a:close/>
                  <a:moveTo>
                    <a:pt x="1169607" y="604742"/>
                  </a:moveTo>
                  <a:lnTo>
                    <a:pt x="1186567" y="631196"/>
                  </a:lnTo>
                  <a:lnTo>
                    <a:pt x="1163092" y="620161"/>
                  </a:lnTo>
                  <a:close/>
                  <a:moveTo>
                    <a:pt x="1215183" y="640244"/>
                  </a:moveTo>
                  <a:lnTo>
                    <a:pt x="1203447" y="607102"/>
                  </a:lnTo>
                  <a:lnTo>
                    <a:pt x="1186567" y="631196"/>
                  </a:lnTo>
                  <a:close/>
                  <a:moveTo>
                    <a:pt x="726822" y="37078"/>
                  </a:moveTo>
                  <a:lnTo>
                    <a:pt x="779159" y="58083"/>
                  </a:lnTo>
                  <a:lnTo>
                    <a:pt x="810241" y="39394"/>
                  </a:lnTo>
                  <a:close/>
                  <a:moveTo>
                    <a:pt x="1093024" y="276120"/>
                  </a:moveTo>
                  <a:lnTo>
                    <a:pt x="1087476" y="343374"/>
                  </a:lnTo>
                  <a:lnTo>
                    <a:pt x="1087938" y="349419"/>
                  </a:lnTo>
                  <a:close/>
                  <a:moveTo>
                    <a:pt x="848591" y="16106"/>
                  </a:moveTo>
                  <a:lnTo>
                    <a:pt x="850665" y="40200"/>
                  </a:lnTo>
                  <a:lnTo>
                    <a:pt x="857225" y="40381"/>
                  </a:lnTo>
                  <a:close/>
                  <a:moveTo>
                    <a:pt x="892273" y="36519"/>
                  </a:moveTo>
                  <a:lnTo>
                    <a:pt x="857225" y="40381"/>
                  </a:lnTo>
                  <a:lnTo>
                    <a:pt x="937755" y="31894"/>
                  </a:lnTo>
                  <a:close/>
                  <a:moveTo>
                    <a:pt x="937755" y="31894"/>
                  </a:moveTo>
                  <a:lnTo>
                    <a:pt x="965305" y="0"/>
                  </a:lnTo>
                  <a:lnTo>
                    <a:pt x="892273" y="36519"/>
                  </a:lnTo>
                  <a:close/>
                  <a:moveTo>
                    <a:pt x="1117385" y="198158"/>
                  </a:moveTo>
                  <a:lnTo>
                    <a:pt x="1143843" y="210045"/>
                  </a:lnTo>
                  <a:lnTo>
                    <a:pt x="1166780" y="229251"/>
                  </a:lnTo>
                  <a:close/>
                </a:path>
              </a:pathLst>
            </a:custGeom>
            <a:solidFill>
              <a:srgbClr val="EDF0F2"/>
            </a:solidFill>
            <a:ln w="1524">
              <a:solidFill>
                <a:srgbClr val="EDF0F2"/>
              </a:solidFill>
            </a:ln>
          </p:spPr>
        </p:sp>
        <p:sp>
          <p:nvSpPr>
            <p:cNvPr id="4193" name="Output_density__4192">
              <a:extLst>
                <a:ext uri="{FF2B5EF4-FFF2-40B4-BE49-F238E27FC236}">
                  <a16:creationId xmlns:a16="http://schemas.microsoft.com/office/drawing/2014/main" id="{BE2ABAE7-3D5F-00C8-DFF9-E06F1968788D}"/>
                </a:ext>
              </a:extLst>
            </p:cNvPr>
            <p:cNvSpPr>
              <a:spLocks noGrp="1"/>
            </p:cNvSpPr>
            <p:nvPr/>
          </p:nvSpPr>
          <p:spPr>
            <a:xfrm>
              <a:off x="16171133" y="4076593"/>
              <a:ext cx="456795" cy="173427"/>
            </a:xfrm>
            <a:custGeom>
              <a:avLst/>
              <a:gdLst/>
              <a:ahLst/>
              <a:cxnLst/>
              <a:rect l="0" t="0" r="0" b="0"/>
              <a:pathLst>
                <a:path w="456795" h="173427">
                  <a:moveTo>
                    <a:pt x="56321" y="160244"/>
                  </a:moveTo>
                  <a:lnTo>
                    <a:pt x="0" y="168051"/>
                  </a:lnTo>
                  <a:lnTo>
                    <a:pt x="73850" y="173427"/>
                  </a:lnTo>
                  <a:close/>
                  <a:moveTo>
                    <a:pt x="456795" y="30424"/>
                  </a:moveTo>
                  <a:lnTo>
                    <a:pt x="409850" y="0"/>
                  </a:lnTo>
                  <a:lnTo>
                    <a:pt x="409358" y="2982"/>
                  </a:lnTo>
                  <a:close/>
                </a:path>
              </a:pathLst>
            </a:custGeom>
            <a:solidFill>
              <a:srgbClr val="F5F7F8"/>
            </a:solidFill>
            <a:ln w="1524">
              <a:solidFill>
                <a:srgbClr val="F5F7F8"/>
              </a:solidFill>
            </a:ln>
          </p:spPr>
        </p:sp>
        <p:sp>
          <p:nvSpPr>
            <p:cNvPr id="4194" name="Output_density__4193">
              <a:extLst>
                <a:ext uri="{FF2B5EF4-FFF2-40B4-BE49-F238E27FC236}">
                  <a16:creationId xmlns:a16="http://schemas.microsoft.com/office/drawing/2014/main" id="{1BD2E2E6-22A8-A4A4-314B-43DE977B6BB4}"/>
                </a:ext>
              </a:extLst>
            </p:cNvPr>
            <p:cNvSpPr>
              <a:spLocks noGrp="1"/>
            </p:cNvSpPr>
            <p:nvPr/>
          </p:nvSpPr>
          <p:spPr>
            <a:xfrm>
              <a:off x="15385323" y="3419987"/>
              <a:ext cx="1381863" cy="1179155"/>
            </a:xfrm>
            <a:custGeom>
              <a:avLst/>
              <a:gdLst/>
              <a:ahLst/>
              <a:cxnLst/>
              <a:rect l="0" t="0" r="0" b="0"/>
              <a:pathLst>
                <a:path w="1381863" h="1179155">
                  <a:moveTo>
                    <a:pt x="14751" y="642844"/>
                  </a:moveTo>
                  <a:lnTo>
                    <a:pt x="8404" y="687748"/>
                  </a:lnTo>
                  <a:lnTo>
                    <a:pt x="37815" y="662813"/>
                  </a:lnTo>
                  <a:close/>
                  <a:moveTo>
                    <a:pt x="465840" y="1106673"/>
                  </a:moveTo>
                  <a:lnTo>
                    <a:pt x="524245" y="1134116"/>
                  </a:lnTo>
                  <a:lnTo>
                    <a:pt x="487816" y="1082580"/>
                  </a:lnTo>
                  <a:close/>
                  <a:moveTo>
                    <a:pt x="528358" y="1139233"/>
                  </a:moveTo>
                  <a:lnTo>
                    <a:pt x="502955" y="1179155"/>
                  </a:lnTo>
                  <a:lnTo>
                    <a:pt x="581243" y="1162286"/>
                  </a:lnTo>
                  <a:close/>
                  <a:moveTo>
                    <a:pt x="456535" y="1045376"/>
                  </a:moveTo>
                  <a:lnTo>
                    <a:pt x="443287" y="1038697"/>
                  </a:lnTo>
                  <a:lnTo>
                    <a:pt x="487816" y="1082580"/>
                  </a:lnTo>
                  <a:close/>
                  <a:moveTo>
                    <a:pt x="390043" y="981258"/>
                  </a:moveTo>
                  <a:lnTo>
                    <a:pt x="441857" y="1031043"/>
                  </a:lnTo>
                  <a:lnTo>
                    <a:pt x="393324" y="983717"/>
                  </a:lnTo>
                  <a:close/>
                  <a:moveTo>
                    <a:pt x="390043" y="981258"/>
                  </a:moveTo>
                  <a:lnTo>
                    <a:pt x="443287" y="1038697"/>
                  </a:lnTo>
                  <a:lnTo>
                    <a:pt x="441857" y="1031043"/>
                  </a:lnTo>
                  <a:close/>
                  <a:moveTo>
                    <a:pt x="0" y="591308"/>
                  </a:moveTo>
                  <a:lnTo>
                    <a:pt x="14751" y="642844"/>
                  </a:lnTo>
                  <a:lnTo>
                    <a:pt x="30257" y="618750"/>
                  </a:lnTo>
                  <a:close/>
                  <a:moveTo>
                    <a:pt x="441857" y="1031043"/>
                  </a:moveTo>
                  <a:lnTo>
                    <a:pt x="443287" y="1038697"/>
                  </a:lnTo>
                  <a:lnTo>
                    <a:pt x="456535" y="1045376"/>
                  </a:lnTo>
                  <a:close/>
                  <a:moveTo>
                    <a:pt x="389370" y="979506"/>
                  </a:moveTo>
                  <a:lnTo>
                    <a:pt x="390043" y="981258"/>
                  </a:lnTo>
                  <a:lnTo>
                    <a:pt x="393324" y="983717"/>
                  </a:lnTo>
                  <a:close/>
                  <a:moveTo>
                    <a:pt x="660635" y="1149541"/>
                  </a:moveTo>
                  <a:lnTo>
                    <a:pt x="617766" y="1110022"/>
                  </a:lnTo>
                  <a:lnTo>
                    <a:pt x="581243" y="1162286"/>
                  </a:lnTo>
                  <a:close/>
                  <a:moveTo>
                    <a:pt x="527687" y="1070806"/>
                  </a:moveTo>
                  <a:lnTo>
                    <a:pt x="456535" y="1045376"/>
                  </a:lnTo>
                  <a:lnTo>
                    <a:pt x="487816" y="1082580"/>
                  </a:lnTo>
                  <a:close/>
                  <a:moveTo>
                    <a:pt x="460770" y="1024484"/>
                  </a:moveTo>
                  <a:lnTo>
                    <a:pt x="456535" y="1045376"/>
                  </a:lnTo>
                  <a:lnTo>
                    <a:pt x="527687" y="1070806"/>
                  </a:lnTo>
                  <a:close/>
                  <a:moveTo>
                    <a:pt x="527490" y="1008224"/>
                  </a:moveTo>
                  <a:lnTo>
                    <a:pt x="460770" y="1024484"/>
                  </a:lnTo>
                  <a:lnTo>
                    <a:pt x="527687" y="1070806"/>
                  </a:lnTo>
                  <a:close/>
                  <a:moveTo>
                    <a:pt x="441857" y="1031043"/>
                  </a:moveTo>
                  <a:lnTo>
                    <a:pt x="456535" y="1045376"/>
                  </a:lnTo>
                  <a:lnTo>
                    <a:pt x="460770" y="1024484"/>
                  </a:lnTo>
                  <a:close/>
                  <a:moveTo>
                    <a:pt x="395584" y="976753"/>
                  </a:moveTo>
                  <a:lnTo>
                    <a:pt x="393324" y="983717"/>
                  </a:lnTo>
                  <a:lnTo>
                    <a:pt x="466234" y="955413"/>
                  </a:lnTo>
                  <a:close/>
                  <a:moveTo>
                    <a:pt x="393324" y="983717"/>
                  </a:moveTo>
                  <a:lnTo>
                    <a:pt x="441857" y="1031043"/>
                  </a:lnTo>
                  <a:lnTo>
                    <a:pt x="466234" y="955413"/>
                  </a:lnTo>
                  <a:close/>
                  <a:moveTo>
                    <a:pt x="466234" y="955413"/>
                  </a:moveTo>
                  <a:lnTo>
                    <a:pt x="441857" y="1031043"/>
                  </a:lnTo>
                  <a:lnTo>
                    <a:pt x="469142" y="957613"/>
                  </a:lnTo>
                  <a:close/>
                  <a:moveTo>
                    <a:pt x="469142" y="957613"/>
                  </a:moveTo>
                  <a:lnTo>
                    <a:pt x="441857" y="1031043"/>
                  </a:lnTo>
                  <a:lnTo>
                    <a:pt x="460770" y="1024484"/>
                  </a:lnTo>
                  <a:close/>
                  <a:moveTo>
                    <a:pt x="389370" y="979506"/>
                  </a:moveTo>
                  <a:lnTo>
                    <a:pt x="393324" y="983717"/>
                  </a:lnTo>
                  <a:lnTo>
                    <a:pt x="395584" y="976753"/>
                  </a:lnTo>
                  <a:close/>
                  <a:moveTo>
                    <a:pt x="401641" y="903876"/>
                  </a:moveTo>
                  <a:lnTo>
                    <a:pt x="395584" y="976753"/>
                  </a:lnTo>
                  <a:lnTo>
                    <a:pt x="408705" y="906326"/>
                  </a:lnTo>
                  <a:close/>
                  <a:moveTo>
                    <a:pt x="389370" y="979506"/>
                  </a:moveTo>
                  <a:lnTo>
                    <a:pt x="395584" y="976753"/>
                  </a:lnTo>
                  <a:lnTo>
                    <a:pt x="401641" y="903876"/>
                  </a:lnTo>
                  <a:close/>
                  <a:moveTo>
                    <a:pt x="220218" y="685856"/>
                  </a:moveTo>
                  <a:lnTo>
                    <a:pt x="249728" y="697729"/>
                  </a:lnTo>
                  <a:lnTo>
                    <a:pt x="247515" y="707452"/>
                  </a:lnTo>
                  <a:close/>
                  <a:moveTo>
                    <a:pt x="617766" y="1110022"/>
                  </a:moveTo>
                  <a:lnTo>
                    <a:pt x="676283" y="1151450"/>
                  </a:lnTo>
                  <a:lnTo>
                    <a:pt x="611998" y="1102988"/>
                  </a:lnTo>
                  <a:close/>
                  <a:moveTo>
                    <a:pt x="466234" y="955413"/>
                  </a:moveTo>
                  <a:lnTo>
                    <a:pt x="469142" y="957613"/>
                  </a:lnTo>
                  <a:lnTo>
                    <a:pt x="469284" y="954819"/>
                  </a:lnTo>
                  <a:close/>
                  <a:moveTo>
                    <a:pt x="469284" y="954819"/>
                  </a:moveTo>
                  <a:lnTo>
                    <a:pt x="460717" y="926111"/>
                  </a:lnTo>
                  <a:lnTo>
                    <a:pt x="466234" y="955413"/>
                  </a:lnTo>
                  <a:close/>
                  <a:moveTo>
                    <a:pt x="408705" y="906326"/>
                  </a:moveTo>
                  <a:lnTo>
                    <a:pt x="434086" y="903876"/>
                  </a:lnTo>
                  <a:lnTo>
                    <a:pt x="408615" y="903416"/>
                  </a:lnTo>
                  <a:close/>
                  <a:moveTo>
                    <a:pt x="469284" y="954819"/>
                  </a:moveTo>
                  <a:lnTo>
                    <a:pt x="469142" y="957613"/>
                  </a:lnTo>
                  <a:lnTo>
                    <a:pt x="471226" y="955413"/>
                  </a:lnTo>
                  <a:close/>
                  <a:moveTo>
                    <a:pt x="469284" y="954819"/>
                  </a:moveTo>
                  <a:lnTo>
                    <a:pt x="471226" y="955413"/>
                  </a:lnTo>
                  <a:lnTo>
                    <a:pt x="460717" y="926111"/>
                  </a:lnTo>
                  <a:close/>
                  <a:moveTo>
                    <a:pt x="401641" y="903876"/>
                  </a:moveTo>
                  <a:lnTo>
                    <a:pt x="408705" y="906326"/>
                  </a:lnTo>
                  <a:lnTo>
                    <a:pt x="408615" y="903416"/>
                  </a:lnTo>
                  <a:close/>
                  <a:moveTo>
                    <a:pt x="320095" y="686429"/>
                  </a:moveTo>
                  <a:lnTo>
                    <a:pt x="324141" y="629930"/>
                  </a:lnTo>
                  <a:lnTo>
                    <a:pt x="328776" y="697729"/>
                  </a:lnTo>
                  <a:close/>
                  <a:moveTo>
                    <a:pt x="328776" y="697729"/>
                  </a:moveTo>
                  <a:lnTo>
                    <a:pt x="324141" y="629930"/>
                  </a:lnTo>
                  <a:lnTo>
                    <a:pt x="326598" y="622099"/>
                  </a:lnTo>
                  <a:close/>
                  <a:moveTo>
                    <a:pt x="317374" y="625898"/>
                  </a:moveTo>
                  <a:lnTo>
                    <a:pt x="299578" y="672994"/>
                  </a:lnTo>
                  <a:lnTo>
                    <a:pt x="328776" y="697729"/>
                  </a:lnTo>
                  <a:close/>
                  <a:moveTo>
                    <a:pt x="326598" y="622099"/>
                  </a:moveTo>
                  <a:lnTo>
                    <a:pt x="317374" y="625898"/>
                  </a:lnTo>
                  <a:lnTo>
                    <a:pt x="328776" y="697729"/>
                  </a:lnTo>
                  <a:close/>
                  <a:moveTo>
                    <a:pt x="273166" y="646193"/>
                  </a:moveTo>
                  <a:lnTo>
                    <a:pt x="299578" y="672994"/>
                  </a:lnTo>
                  <a:lnTo>
                    <a:pt x="317374" y="625898"/>
                  </a:lnTo>
                  <a:close/>
                  <a:moveTo>
                    <a:pt x="324141" y="629930"/>
                  </a:moveTo>
                  <a:lnTo>
                    <a:pt x="320095" y="686429"/>
                  </a:lnTo>
                  <a:lnTo>
                    <a:pt x="314798" y="673635"/>
                  </a:lnTo>
                  <a:close/>
                  <a:moveTo>
                    <a:pt x="273166" y="646193"/>
                  </a:moveTo>
                  <a:lnTo>
                    <a:pt x="317374" y="625898"/>
                  </a:lnTo>
                  <a:lnTo>
                    <a:pt x="239765" y="624038"/>
                  </a:lnTo>
                  <a:close/>
                  <a:moveTo>
                    <a:pt x="239765" y="624038"/>
                  </a:moveTo>
                  <a:lnTo>
                    <a:pt x="317374" y="625898"/>
                  </a:lnTo>
                  <a:lnTo>
                    <a:pt x="320706" y="617087"/>
                  </a:lnTo>
                  <a:close/>
                  <a:moveTo>
                    <a:pt x="317374" y="625898"/>
                  </a:moveTo>
                  <a:lnTo>
                    <a:pt x="326598" y="622099"/>
                  </a:lnTo>
                  <a:lnTo>
                    <a:pt x="343585" y="579828"/>
                  </a:lnTo>
                  <a:close/>
                  <a:moveTo>
                    <a:pt x="324141" y="629930"/>
                  </a:moveTo>
                  <a:lnTo>
                    <a:pt x="314798" y="673635"/>
                  </a:lnTo>
                  <a:lnTo>
                    <a:pt x="324189" y="620357"/>
                  </a:lnTo>
                  <a:close/>
                  <a:moveTo>
                    <a:pt x="326598" y="622099"/>
                  </a:moveTo>
                  <a:lnTo>
                    <a:pt x="324141" y="629930"/>
                  </a:lnTo>
                  <a:lnTo>
                    <a:pt x="324189" y="620357"/>
                  </a:lnTo>
                  <a:close/>
                  <a:moveTo>
                    <a:pt x="360381" y="590747"/>
                  </a:moveTo>
                  <a:lnTo>
                    <a:pt x="326598" y="622099"/>
                  </a:lnTo>
                  <a:lnTo>
                    <a:pt x="324189" y="620357"/>
                  </a:lnTo>
                  <a:close/>
                  <a:moveTo>
                    <a:pt x="764086" y="883131"/>
                  </a:moveTo>
                  <a:lnTo>
                    <a:pt x="777945" y="859037"/>
                  </a:lnTo>
                  <a:lnTo>
                    <a:pt x="767204" y="831594"/>
                  </a:lnTo>
                  <a:close/>
                  <a:moveTo>
                    <a:pt x="379480" y="395207"/>
                  </a:moveTo>
                  <a:lnTo>
                    <a:pt x="333787" y="361583"/>
                  </a:lnTo>
                  <a:lnTo>
                    <a:pt x="328607" y="367765"/>
                  </a:lnTo>
                  <a:close/>
                  <a:moveTo>
                    <a:pt x="379480" y="395207"/>
                  </a:moveTo>
                  <a:lnTo>
                    <a:pt x="328607" y="367765"/>
                  </a:lnTo>
                  <a:lnTo>
                    <a:pt x="344814" y="419301"/>
                  </a:lnTo>
                  <a:close/>
                  <a:moveTo>
                    <a:pt x="863008" y="731870"/>
                  </a:moveTo>
                  <a:lnTo>
                    <a:pt x="814635" y="701469"/>
                  </a:lnTo>
                  <a:lnTo>
                    <a:pt x="782078" y="714645"/>
                  </a:lnTo>
                  <a:close/>
                  <a:moveTo>
                    <a:pt x="790318" y="680333"/>
                  </a:moveTo>
                  <a:lnTo>
                    <a:pt x="782078" y="714645"/>
                  </a:lnTo>
                  <a:lnTo>
                    <a:pt x="814635" y="701469"/>
                  </a:lnTo>
                  <a:close/>
                  <a:moveTo>
                    <a:pt x="790318" y="680333"/>
                  </a:moveTo>
                  <a:lnTo>
                    <a:pt x="772486" y="704427"/>
                  </a:lnTo>
                  <a:lnTo>
                    <a:pt x="782078" y="714645"/>
                  </a:lnTo>
                  <a:close/>
                  <a:moveTo>
                    <a:pt x="753336" y="652890"/>
                  </a:moveTo>
                  <a:lnTo>
                    <a:pt x="772486" y="704427"/>
                  </a:lnTo>
                  <a:lnTo>
                    <a:pt x="790318" y="680333"/>
                  </a:lnTo>
                  <a:close/>
                  <a:moveTo>
                    <a:pt x="753336" y="652890"/>
                  </a:moveTo>
                  <a:lnTo>
                    <a:pt x="790318" y="680333"/>
                  </a:lnTo>
                  <a:lnTo>
                    <a:pt x="751497" y="628796"/>
                  </a:lnTo>
                  <a:close/>
                  <a:moveTo>
                    <a:pt x="956884" y="749060"/>
                  </a:moveTo>
                  <a:lnTo>
                    <a:pt x="973892" y="759312"/>
                  </a:lnTo>
                  <a:lnTo>
                    <a:pt x="925579" y="724249"/>
                  </a:lnTo>
                  <a:close/>
                  <a:moveTo>
                    <a:pt x="883539" y="657702"/>
                  </a:moveTo>
                  <a:lnTo>
                    <a:pt x="863008" y="731870"/>
                  </a:lnTo>
                  <a:lnTo>
                    <a:pt x="875091" y="727312"/>
                  </a:lnTo>
                  <a:close/>
                  <a:moveTo>
                    <a:pt x="820644" y="656239"/>
                  </a:moveTo>
                  <a:lnTo>
                    <a:pt x="790318" y="680333"/>
                  </a:lnTo>
                  <a:lnTo>
                    <a:pt x="814635" y="701469"/>
                  </a:lnTo>
                  <a:close/>
                  <a:moveTo>
                    <a:pt x="820644" y="656239"/>
                  </a:moveTo>
                  <a:lnTo>
                    <a:pt x="751497" y="628796"/>
                  </a:lnTo>
                  <a:lnTo>
                    <a:pt x="790318" y="680333"/>
                  </a:lnTo>
                  <a:close/>
                  <a:moveTo>
                    <a:pt x="969093" y="683682"/>
                  </a:moveTo>
                  <a:lnTo>
                    <a:pt x="960582" y="632145"/>
                  </a:lnTo>
                  <a:lnTo>
                    <a:pt x="960949" y="632751"/>
                  </a:lnTo>
                  <a:close/>
                  <a:moveTo>
                    <a:pt x="1242606" y="687030"/>
                  </a:moveTo>
                  <a:lnTo>
                    <a:pt x="1263329" y="751625"/>
                  </a:lnTo>
                  <a:lnTo>
                    <a:pt x="1294498" y="733261"/>
                  </a:lnTo>
                  <a:close/>
                  <a:moveTo>
                    <a:pt x="1242606" y="687030"/>
                  </a:moveTo>
                  <a:lnTo>
                    <a:pt x="1216521" y="711124"/>
                  </a:lnTo>
                  <a:lnTo>
                    <a:pt x="1263329" y="751625"/>
                  </a:lnTo>
                  <a:close/>
                  <a:moveTo>
                    <a:pt x="1091932" y="532421"/>
                  </a:moveTo>
                  <a:lnTo>
                    <a:pt x="1057300" y="505348"/>
                  </a:lnTo>
                  <a:lnTo>
                    <a:pt x="1056074" y="504978"/>
                  </a:lnTo>
                  <a:close/>
                  <a:moveTo>
                    <a:pt x="860215" y="157608"/>
                  </a:moveTo>
                  <a:lnTo>
                    <a:pt x="813352" y="120128"/>
                  </a:lnTo>
                  <a:lnTo>
                    <a:pt x="781162" y="171620"/>
                  </a:lnTo>
                  <a:close/>
                  <a:moveTo>
                    <a:pt x="1303684" y="738567"/>
                  </a:moveTo>
                  <a:lnTo>
                    <a:pt x="1345088" y="714473"/>
                  </a:lnTo>
                  <a:lnTo>
                    <a:pt x="1294498" y="733261"/>
                  </a:lnTo>
                  <a:close/>
                  <a:moveTo>
                    <a:pt x="1294498" y="733261"/>
                  </a:moveTo>
                  <a:lnTo>
                    <a:pt x="1287409" y="662937"/>
                  </a:lnTo>
                  <a:lnTo>
                    <a:pt x="1242606" y="687030"/>
                  </a:lnTo>
                  <a:close/>
                  <a:moveTo>
                    <a:pt x="1232186" y="674962"/>
                  </a:moveTo>
                  <a:lnTo>
                    <a:pt x="1197274" y="617313"/>
                  </a:lnTo>
                  <a:lnTo>
                    <a:pt x="1207137" y="635494"/>
                  </a:lnTo>
                  <a:close/>
                  <a:moveTo>
                    <a:pt x="1118753" y="405254"/>
                  </a:moveTo>
                  <a:lnTo>
                    <a:pt x="1143277" y="472982"/>
                  </a:lnTo>
                  <a:lnTo>
                    <a:pt x="1157689" y="436207"/>
                  </a:lnTo>
                  <a:close/>
                  <a:moveTo>
                    <a:pt x="1115010" y="480884"/>
                  </a:moveTo>
                  <a:lnTo>
                    <a:pt x="1143277" y="472982"/>
                  </a:lnTo>
                  <a:lnTo>
                    <a:pt x="1118753" y="405254"/>
                  </a:lnTo>
                  <a:close/>
                  <a:moveTo>
                    <a:pt x="862049" y="96034"/>
                  </a:moveTo>
                  <a:lnTo>
                    <a:pt x="860215" y="157608"/>
                  </a:lnTo>
                  <a:lnTo>
                    <a:pt x="880426" y="98274"/>
                  </a:lnTo>
                  <a:close/>
                  <a:moveTo>
                    <a:pt x="862049" y="96034"/>
                  </a:moveTo>
                  <a:lnTo>
                    <a:pt x="813352" y="120128"/>
                  </a:lnTo>
                  <a:lnTo>
                    <a:pt x="860215" y="157608"/>
                  </a:lnTo>
                  <a:close/>
                  <a:moveTo>
                    <a:pt x="862049" y="96034"/>
                  </a:moveTo>
                  <a:lnTo>
                    <a:pt x="835482" y="68591"/>
                  </a:lnTo>
                  <a:lnTo>
                    <a:pt x="813352" y="120128"/>
                  </a:lnTo>
                  <a:close/>
                  <a:moveTo>
                    <a:pt x="880426" y="98274"/>
                  </a:moveTo>
                  <a:lnTo>
                    <a:pt x="860215" y="157608"/>
                  </a:lnTo>
                  <a:lnTo>
                    <a:pt x="938791" y="141814"/>
                  </a:lnTo>
                  <a:close/>
                  <a:moveTo>
                    <a:pt x="1381863" y="615426"/>
                  </a:moveTo>
                  <a:lnTo>
                    <a:pt x="1333596" y="611400"/>
                  </a:lnTo>
                  <a:lnTo>
                    <a:pt x="1335228" y="643865"/>
                  </a:lnTo>
                  <a:close/>
                  <a:moveTo>
                    <a:pt x="1157331" y="381160"/>
                  </a:moveTo>
                  <a:lnTo>
                    <a:pt x="1118753" y="405254"/>
                  </a:lnTo>
                  <a:lnTo>
                    <a:pt x="1157689" y="436207"/>
                  </a:lnTo>
                  <a:close/>
                  <a:moveTo>
                    <a:pt x="948828" y="147571"/>
                  </a:moveTo>
                  <a:lnTo>
                    <a:pt x="1013318" y="126215"/>
                  </a:lnTo>
                  <a:lnTo>
                    <a:pt x="938791" y="141814"/>
                  </a:lnTo>
                  <a:close/>
                  <a:moveTo>
                    <a:pt x="938791" y="141814"/>
                  </a:moveTo>
                  <a:lnTo>
                    <a:pt x="1013318" y="126215"/>
                  </a:lnTo>
                  <a:lnTo>
                    <a:pt x="1015876" y="120449"/>
                  </a:lnTo>
                  <a:close/>
                  <a:moveTo>
                    <a:pt x="938791" y="141814"/>
                  </a:moveTo>
                  <a:lnTo>
                    <a:pt x="1015876" y="120449"/>
                  </a:lnTo>
                  <a:lnTo>
                    <a:pt x="958350" y="80043"/>
                  </a:lnTo>
                  <a:close/>
                  <a:moveTo>
                    <a:pt x="882370" y="93966"/>
                  </a:moveTo>
                  <a:lnTo>
                    <a:pt x="862049" y="96034"/>
                  </a:lnTo>
                  <a:lnTo>
                    <a:pt x="880426" y="98274"/>
                  </a:lnTo>
                  <a:close/>
                  <a:moveTo>
                    <a:pt x="880426" y="98274"/>
                  </a:moveTo>
                  <a:lnTo>
                    <a:pt x="945082" y="71940"/>
                  </a:lnTo>
                  <a:lnTo>
                    <a:pt x="882370" y="93966"/>
                  </a:lnTo>
                  <a:close/>
                  <a:moveTo>
                    <a:pt x="938791" y="141814"/>
                  </a:moveTo>
                  <a:lnTo>
                    <a:pt x="958350" y="80043"/>
                  </a:lnTo>
                  <a:lnTo>
                    <a:pt x="880426" y="98274"/>
                  </a:lnTo>
                  <a:close/>
                  <a:moveTo>
                    <a:pt x="1238225" y="253993"/>
                  </a:moveTo>
                  <a:lnTo>
                    <a:pt x="1284439" y="308699"/>
                  </a:lnTo>
                  <a:lnTo>
                    <a:pt x="1286392" y="298253"/>
                  </a:lnTo>
                  <a:close/>
                  <a:moveTo>
                    <a:pt x="1238225" y="253993"/>
                  </a:moveTo>
                  <a:lnTo>
                    <a:pt x="1225376" y="244802"/>
                  </a:lnTo>
                  <a:lnTo>
                    <a:pt x="1196732" y="272607"/>
                  </a:lnTo>
                  <a:close/>
                  <a:moveTo>
                    <a:pt x="1187820" y="202456"/>
                  </a:moveTo>
                  <a:lnTo>
                    <a:pt x="1196732" y="272607"/>
                  </a:lnTo>
                  <a:lnTo>
                    <a:pt x="1225376" y="244802"/>
                  </a:lnTo>
                  <a:close/>
                  <a:moveTo>
                    <a:pt x="1158416" y="169125"/>
                  </a:moveTo>
                  <a:lnTo>
                    <a:pt x="1128178" y="171543"/>
                  </a:lnTo>
                  <a:lnTo>
                    <a:pt x="1187820" y="202456"/>
                  </a:lnTo>
                  <a:close/>
                  <a:moveTo>
                    <a:pt x="1065994" y="47846"/>
                  </a:moveTo>
                  <a:lnTo>
                    <a:pt x="1015876" y="120449"/>
                  </a:lnTo>
                  <a:lnTo>
                    <a:pt x="1033129" y="123477"/>
                  </a:lnTo>
                  <a:close/>
                  <a:moveTo>
                    <a:pt x="1065994" y="47846"/>
                  </a:moveTo>
                  <a:lnTo>
                    <a:pt x="1033129" y="123477"/>
                  </a:lnTo>
                  <a:lnTo>
                    <a:pt x="1070197" y="99382"/>
                  </a:lnTo>
                  <a:close/>
                  <a:moveTo>
                    <a:pt x="963219" y="66220"/>
                  </a:moveTo>
                  <a:lnTo>
                    <a:pt x="903703" y="50404"/>
                  </a:lnTo>
                  <a:lnTo>
                    <a:pt x="945082" y="71940"/>
                  </a:lnTo>
                  <a:close/>
                  <a:moveTo>
                    <a:pt x="963219" y="66220"/>
                  </a:moveTo>
                  <a:lnTo>
                    <a:pt x="1000528" y="11127"/>
                  </a:lnTo>
                  <a:lnTo>
                    <a:pt x="961714" y="4700"/>
                  </a:lnTo>
                  <a:close/>
                  <a:moveTo>
                    <a:pt x="961714" y="4700"/>
                  </a:moveTo>
                  <a:lnTo>
                    <a:pt x="983661" y="0"/>
                  </a:lnTo>
                  <a:lnTo>
                    <a:pt x="938370" y="5341"/>
                  </a:lnTo>
                  <a:close/>
                  <a:moveTo>
                    <a:pt x="961714" y="4700"/>
                  </a:moveTo>
                  <a:lnTo>
                    <a:pt x="1000528" y="11127"/>
                  </a:lnTo>
                  <a:lnTo>
                    <a:pt x="983661" y="0"/>
                  </a:lnTo>
                  <a:close/>
                  <a:moveTo>
                    <a:pt x="1238225" y="253993"/>
                  </a:moveTo>
                  <a:lnTo>
                    <a:pt x="1286392" y="298253"/>
                  </a:lnTo>
                  <a:lnTo>
                    <a:pt x="1303300" y="230622"/>
                  </a:lnTo>
                  <a:close/>
                  <a:moveTo>
                    <a:pt x="1241087" y="180475"/>
                  </a:moveTo>
                  <a:lnTo>
                    <a:pt x="1225376" y="244802"/>
                  </a:lnTo>
                  <a:lnTo>
                    <a:pt x="1273934" y="178362"/>
                  </a:lnTo>
                  <a:close/>
                  <a:moveTo>
                    <a:pt x="1225376" y="244802"/>
                  </a:moveTo>
                  <a:lnTo>
                    <a:pt x="1238225" y="253993"/>
                  </a:lnTo>
                  <a:lnTo>
                    <a:pt x="1273934" y="178362"/>
                  </a:lnTo>
                  <a:close/>
                  <a:moveTo>
                    <a:pt x="1273934" y="178362"/>
                  </a:moveTo>
                  <a:lnTo>
                    <a:pt x="1238225" y="253993"/>
                  </a:lnTo>
                  <a:lnTo>
                    <a:pt x="1299922" y="213943"/>
                  </a:lnTo>
                  <a:close/>
                  <a:moveTo>
                    <a:pt x="1187820" y="202456"/>
                  </a:moveTo>
                  <a:lnTo>
                    <a:pt x="1225376" y="244802"/>
                  </a:lnTo>
                  <a:lnTo>
                    <a:pt x="1241087" y="180475"/>
                  </a:lnTo>
                  <a:close/>
                  <a:moveTo>
                    <a:pt x="1179896" y="129497"/>
                  </a:moveTo>
                  <a:lnTo>
                    <a:pt x="1158416" y="169125"/>
                  </a:lnTo>
                  <a:lnTo>
                    <a:pt x="1192815" y="126825"/>
                  </a:lnTo>
                  <a:close/>
                  <a:moveTo>
                    <a:pt x="1158416" y="169125"/>
                  </a:moveTo>
                  <a:lnTo>
                    <a:pt x="1187820" y="202456"/>
                  </a:lnTo>
                  <a:lnTo>
                    <a:pt x="1192815" y="126825"/>
                  </a:lnTo>
                  <a:close/>
                  <a:moveTo>
                    <a:pt x="1192815" y="126825"/>
                  </a:moveTo>
                  <a:lnTo>
                    <a:pt x="1187820" y="202456"/>
                  </a:lnTo>
                  <a:lnTo>
                    <a:pt x="1239284" y="161904"/>
                  </a:lnTo>
                  <a:close/>
                  <a:moveTo>
                    <a:pt x="1239284" y="161904"/>
                  </a:moveTo>
                  <a:lnTo>
                    <a:pt x="1187820" y="202456"/>
                  </a:lnTo>
                  <a:lnTo>
                    <a:pt x="1241087" y="180475"/>
                  </a:lnTo>
                  <a:close/>
                  <a:moveTo>
                    <a:pt x="1137494" y="150919"/>
                  </a:moveTo>
                  <a:lnTo>
                    <a:pt x="1158416" y="169125"/>
                  </a:lnTo>
                  <a:lnTo>
                    <a:pt x="1179896" y="129497"/>
                  </a:lnTo>
                  <a:close/>
                  <a:moveTo>
                    <a:pt x="1137494" y="150919"/>
                  </a:moveTo>
                  <a:lnTo>
                    <a:pt x="1179896" y="129497"/>
                  </a:lnTo>
                  <a:lnTo>
                    <a:pt x="1098612" y="120206"/>
                  </a:lnTo>
                  <a:close/>
                  <a:moveTo>
                    <a:pt x="1098612" y="120206"/>
                  </a:moveTo>
                  <a:lnTo>
                    <a:pt x="1179896" y="129497"/>
                  </a:lnTo>
                  <a:lnTo>
                    <a:pt x="1182515" y="124329"/>
                  </a:lnTo>
                  <a:close/>
                </a:path>
              </a:pathLst>
            </a:custGeom>
            <a:solidFill>
              <a:srgbClr val="F2F4F6"/>
            </a:solidFill>
            <a:ln w="1524">
              <a:solidFill>
                <a:srgbClr val="F2F4F6"/>
              </a:solidFill>
            </a:ln>
          </p:spPr>
        </p:sp>
        <p:sp>
          <p:nvSpPr>
            <p:cNvPr id="4195" name="Output_density__4194">
              <a:extLst>
                <a:ext uri="{FF2B5EF4-FFF2-40B4-BE49-F238E27FC236}">
                  <a16:creationId xmlns:a16="http://schemas.microsoft.com/office/drawing/2014/main" id="{57AF6C02-2502-324A-478A-06B7B9B64249}"/>
                </a:ext>
              </a:extLst>
            </p:cNvPr>
            <p:cNvSpPr>
              <a:spLocks noGrp="1"/>
            </p:cNvSpPr>
            <p:nvPr/>
          </p:nvSpPr>
          <p:spPr>
            <a:xfrm>
              <a:off x="15379260" y="3420567"/>
              <a:ext cx="1351150" cy="1161706"/>
            </a:xfrm>
            <a:custGeom>
              <a:avLst/>
              <a:gdLst/>
              <a:ahLst/>
              <a:cxnLst/>
              <a:rect l="0" t="0" r="0" b="0"/>
              <a:pathLst>
                <a:path w="1351150" h="1161706">
                  <a:moveTo>
                    <a:pt x="20813" y="642264"/>
                  </a:moveTo>
                  <a:lnTo>
                    <a:pt x="6062" y="590728"/>
                  </a:lnTo>
                  <a:lnTo>
                    <a:pt x="0" y="666358"/>
                  </a:lnTo>
                  <a:close/>
                  <a:moveTo>
                    <a:pt x="494460" y="1157630"/>
                  </a:moveTo>
                  <a:lnTo>
                    <a:pt x="534421" y="1138653"/>
                  </a:lnTo>
                  <a:lnTo>
                    <a:pt x="530308" y="1133536"/>
                  </a:lnTo>
                  <a:close/>
                  <a:moveTo>
                    <a:pt x="6062" y="590728"/>
                  </a:moveTo>
                  <a:lnTo>
                    <a:pt x="36320" y="618170"/>
                  </a:lnTo>
                  <a:lnTo>
                    <a:pt x="24198" y="566634"/>
                  </a:lnTo>
                  <a:close/>
                  <a:moveTo>
                    <a:pt x="44269" y="528793"/>
                  </a:moveTo>
                  <a:lnTo>
                    <a:pt x="6062" y="590728"/>
                  </a:lnTo>
                  <a:lnTo>
                    <a:pt x="24198" y="566634"/>
                  </a:lnTo>
                  <a:close/>
                  <a:moveTo>
                    <a:pt x="44269" y="528793"/>
                  </a:moveTo>
                  <a:lnTo>
                    <a:pt x="18485" y="567294"/>
                  </a:lnTo>
                  <a:lnTo>
                    <a:pt x="6062" y="590728"/>
                  </a:lnTo>
                  <a:close/>
                  <a:moveTo>
                    <a:pt x="530308" y="1133536"/>
                  </a:moveTo>
                  <a:lnTo>
                    <a:pt x="534421" y="1138653"/>
                  </a:lnTo>
                  <a:lnTo>
                    <a:pt x="535070" y="1131896"/>
                  </a:lnTo>
                  <a:close/>
                  <a:moveTo>
                    <a:pt x="493879" y="1081999"/>
                  </a:moveTo>
                  <a:lnTo>
                    <a:pt x="535070" y="1131896"/>
                  </a:lnTo>
                  <a:lnTo>
                    <a:pt x="533749" y="1070226"/>
                  </a:lnTo>
                  <a:close/>
                  <a:moveTo>
                    <a:pt x="493879" y="1081999"/>
                  </a:moveTo>
                  <a:lnTo>
                    <a:pt x="530308" y="1133536"/>
                  </a:lnTo>
                  <a:lnTo>
                    <a:pt x="535070" y="1131896"/>
                  </a:lnTo>
                  <a:close/>
                  <a:moveTo>
                    <a:pt x="600821" y="1116423"/>
                  </a:moveTo>
                  <a:lnTo>
                    <a:pt x="534421" y="1138653"/>
                  </a:lnTo>
                  <a:lnTo>
                    <a:pt x="587306" y="1161706"/>
                  </a:lnTo>
                  <a:close/>
                  <a:moveTo>
                    <a:pt x="600821" y="1116423"/>
                  </a:moveTo>
                  <a:lnTo>
                    <a:pt x="535070" y="1131896"/>
                  </a:lnTo>
                  <a:lnTo>
                    <a:pt x="534421" y="1138653"/>
                  </a:lnTo>
                  <a:close/>
                  <a:moveTo>
                    <a:pt x="535070" y="1131896"/>
                  </a:moveTo>
                  <a:lnTo>
                    <a:pt x="600821" y="1116423"/>
                  </a:lnTo>
                  <a:lnTo>
                    <a:pt x="588862" y="1063402"/>
                  </a:lnTo>
                  <a:close/>
                  <a:moveTo>
                    <a:pt x="535070" y="1131896"/>
                  </a:moveTo>
                  <a:lnTo>
                    <a:pt x="588862" y="1063402"/>
                  </a:lnTo>
                  <a:lnTo>
                    <a:pt x="533749" y="1070226"/>
                  </a:lnTo>
                  <a:close/>
                  <a:moveTo>
                    <a:pt x="587306" y="1161706"/>
                  </a:moveTo>
                  <a:lnTo>
                    <a:pt x="623829" y="1109442"/>
                  </a:lnTo>
                  <a:lnTo>
                    <a:pt x="600821" y="1116423"/>
                  </a:lnTo>
                  <a:close/>
                  <a:moveTo>
                    <a:pt x="623829" y="1109442"/>
                  </a:moveTo>
                  <a:lnTo>
                    <a:pt x="636050" y="1057905"/>
                  </a:lnTo>
                  <a:lnTo>
                    <a:pt x="600821" y="1116423"/>
                  </a:lnTo>
                  <a:close/>
                  <a:moveTo>
                    <a:pt x="636050" y="1057905"/>
                  </a:moveTo>
                  <a:lnTo>
                    <a:pt x="588862" y="1063402"/>
                  </a:lnTo>
                  <a:lnTo>
                    <a:pt x="600821" y="1116423"/>
                  </a:lnTo>
                  <a:close/>
                  <a:moveTo>
                    <a:pt x="533749" y="1070226"/>
                  </a:moveTo>
                  <a:lnTo>
                    <a:pt x="588862" y="1063402"/>
                  </a:lnTo>
                  <a:lnTo>
                    <a:pt x="533552" y="1007643"/>
                  </a:lnTo>
                  <a:close/>
                  <a:moveTo>
                    <a:pt x="70093" y="490447"/>
                  </a:moveTo>
                  <a:lnTo>
                    <a:pt x="69045" y="491976"/>
                  </a:lnTo>
                  <a:lnTo>
                    <a:pt x="69732" y="491003"/>
                  </a:lnTo>
                  <a:close/>
                  <a:moveTo>
                    <a:pt x="70093" y="490447"/>
                  </a:moveTo>
                  <a:lnTo>
                    <a:pt x="73813" y="491003"/>
                  </a:lnTo>
                  <a:lnTo>
                    <a:pt x="69045" y="491976"/>
                  </a:lnTo>
                  <a:close/>
                  <a:moveTo>
                    <a:pt x="623829" y="1109442"/>
                  </a:moveTo>
                  <a:lnTo>
                    <a:pt x="618060" y="1102408"/>
                  </a:lnTo>
                  <a:lnTo>
                    <a:pt x="636050" y="1057905"/>
                  </a:lnTo>
                  <a:close/>
                  <a:moveTo>
                    <a:pt x="131206" y="466909"/>
                  </a:moveTo>
                  <a:lnTo>
                    <a:pt x="130154" y="480278"/>
                  </a:lnTo>
                  <a:lnTo>
                    <a:pt x="122227" y="510691"/>
                  </a:lnTo>
                  <a:close/>
                  <a:moveTo>
                    <a:pt x="71178" y="490242"/>
                  </a:moveTo>
                  <a:lnTo>
                    <a:pt x="73813" y="491003"/>
                  </a:lnTo>
                  <a:lnTo>
                    <a:pt x="70093" y="490447"/>
                  </a:lnTo>
                  <a:close/>
                  <a:moveTo>
                    <a:pt x="773266" y="831014"/>
                  </a:moveTo>
                  <a:lnTo>
                    <a:pt x="817931" y="825445"/>
                  </a:lnTo>
                  <a:lnTo>
                    <a:pt x="791873" y="824077"/>
                  </a:lnTo>
                  <a:close/>
                  <a:moveTo>
                    <a:pt x="791873" y="824077"/>
                  </a:moveTo>
                  <a:lnTo>
                    <a:pt x="817931" y="825445"/>
                  </a:lnTo>
                  <a:lnTo>
                    <a:pt x="865723" y="829453"/>
                  </a:lnTo>
                  <a:close/>
                  <a:moveTo>
                    <a:pt x="894773" y="803167"/>
                  </a:moveTo>
                  <a:lnTo>
                    <a:pt x="865723" y="829453"/>
                  </a:lnTo>
                  <a:lnTo>
                    <a:pt x="817931" y="825445"/>
                  </a:lnTo>
                  <a:close/>
                  <a:moveTo>
                    <a:pt x="865723" y="829453"/>
                  </a:moveTo>
                  <a:lnTo>
                    <a:pt x="894773" y="803167"/>
                  </a:lnTo>
                  <a:lnTo>
                    <a:pt x="869829" y="806920"/>
                  </a:lnTo>
                  <a:close/>
                  <a:moveTo>
                    <a:pt x="894773" y="803167"/>
                  </a:moveTo>
                  <a:lnTo>
                    <a:pt x="896387" y="782826"/>
                  </a:lnTo>
                  <a:lnTo>
                    <a:pt x="869829" y="806920"/>
                  </a:lnTo>
                  <a:close/>
                  <a:moveTo>
                    <a:pt x="869829" y="806920"/>
                  </a:moveTo>
                  <a:lnTo>
                    <a:pt x="896387" y="782826"/>
                  </a:lnTo>
                  <a:lnTo>
                    <a:pt x="857254" y="797792"/>
                  </a:lnTo>
                  <a:close/>
                  <a:moveTo>
                    <a:pt x="896387" y="782826"/>
                  </a:moveTo>
                  <a:lnTo>
                    <a:pt x="882228" y="756266"/>
                  </a:lnTo>
                  <a:lnTo>
                    <a:pt x="857254" y="797792"/>
                  </a:lnTo>
                  <a:close/>
                  <a:moveTo>
                    <a:pt x="869070" y="731289"/>
                  </a:moveTo>
                  <a:lnTo>
                    <a:pt x="857254" y="797792"/>
                  </a:lnTo>
                  <a:lnTo>
                    <a:pt x="882228" y="756266"/>
                  </a:lnTo>
                  <a:close/>
                  <a:moveTo>
                    <a:pt x="894773" y="803167"/>
                  </a:moveTo>
                  <a:lnTo>
                    <a:pt x="923863" y="817496"/>
                  </a:lnTo>
                  <a:lnTo>
                    <a:pt x="896387" y="782826"/>
                  </a:lnTo>
                  <a:close/>
                  <a:moveTo>
                    <a:pt x="896387" y="782826"/>
                  </a:moveTo>
                  <a:lnTo>
                    <a:pt x="966673" y="810269"/>
                  </a:lnTo>
                  <a:lnTo>
                    <a:pt x="941057" y="758732"/>
                  </a:lnTo>
                  <a:close/>
                  <a:moveTo>
                    <a:pt x="941057" y="758732"/>
                  </a:moveTo>
                  <a:lnTo>
                    <a:pt x="962946" y="748480"/>
                  </a:lnTo>
                  <a:lnTo>
                    <a:pt x="896387" y="782826"/>
                  </a:lnTo>
                  <a:close/>
                  <a:moveTo>
                    <a:pt x="896387" y="782826"/>
                  </a:moveTo>
                  <a:lnTo>
                    <a:pt x="962946" y="748480"/>
                  </a:lnTo>
                  <a:lnTo>
                    <a:pt x="881154" y="726732"/>
                  </a:lnTo>
                  <a:close/>
                  <a:moveTo>
                    <a:pt x="881154" y="726732"/>
                  </a:moveTo>
                  <a:lnTo>
                    <a:pt x="962946" y="748480"/>
                  </a:lnTo>
                  <a:lnTo>
                    <a:pt x="931641" y="723669"/>
                  </a:lnTo>
                  <a:close/>
                  <a:moveTo>
                    <a:pt x="896387" y="782826"/>
                  </a:moveTo>
                  <a:lnTo>
                    <a:pt x="881154" y="726732"/>
                  </a:lnTo>
                  <a:lnTo>
                    <a:pt x="882228" y="756266"/>
                  </a:lnTo>
                  <a:close/>
                  <a:moveTo>
                    <a:pt x="869070" y="731289"/>
                  </a:moveTo>
                  <a:lnTo>
                    <a:pt x="882228" y="756266"/>
                  </a:lnTo>
                  <a:lnTo>
                    <a:pt x="881154" y="726732"/>
                  </a:lnTo>
                  <a:close/>
                  <a:moveTo>
                    <a:pt x="967354" y="630062"/>
                  </a:moveTo>
                  <a:lnTo>
                    <a:pt x="967012" y="632170"/>
                  </a:lnTo>
                  <a:lnTo>
                    <a:pt x="966644" y="631565"/>
                  </a:lnTo>
                  <a:close/>
                  <a:moveTo>
                    <a:pt x="1238248" y="674381"/>
                  </a:moveTo>
                  <a:lnTo>
                    <a:pt x="1201723" y="656026"/>
                  </a:lnTo>
                  <a:lnTo>
                    <a:pt x="1248668" y="686450"/>
                  </a:lnTo>
                  <a:close/>
                  <a:moveTo>
                    <a:pt x="1213200" y="634914"/>
                  </a:moveTo>
                  <a:lnTo>
                    <a:pt x="1201723" y="656026"/>
                  </a:lnTo>
                  <a:lnTo>
                    <a:pt x="1238248" y="674381"/>
                  </a:lnTo>
                  <a:close/>
                  <a:moveTo>
                    <a:pt x="1351150" y="713893"/>
                  </a:moveTo>
                  <a:lnTo>
                    <a:pt x="1326604" y="695156"/>
                  </a:lnTo>
                  <a:lnTo>
                    <a:pt x="1300560" y="732681"/>
                  </a:lnTo>
                  <a:close/>
                  <a:moveTo>
                    <a:pt x="1326604" y="695156"/>
                  </a:moveTo>
                  <a:lnTo>
                    <a:pt x="1293471" y="662356"/>
                  </a:lnTo>
                  <a:lnTo>
                    <a:pt x="1300560" y="732681"/>
                  </a:lnTo>
                  <a:close/>
                  <a:moveTo>
                    <a:pt x="1248668" y="686450"/>
                  </a:moveTo>
                  <a:lnTo>
                    <a:pt x="1293471" y="662356"/>
                  </a:lnTo>
                  <a:lnTo>
                    <a:pt x="1238248" y="674381"/>
                  </a:lnTo>
                  <a:close/>
                  <a:moveTo>
                    <a:pt x="964412" y="79463"/>
                  </a:moveTo>
                  <a:lnTo>
                    <a:pt x="951145" y="71360"/>
                  </a:lnTo>
                  <a:lnTo>
                    <a:pt x="886488" y="97693"/>
                  </a:lnTo>
                  <a:close/>
                  <a:moveTo>
                    <a:pt x="1033143" y="51703"/>
                  </a:moveTo>
                  <a:lnTo>
                    <a:pt x="1021939" y="119869"/>
                  </a:lnTo>
                  <a:lnTo>
                    <a:pt x="1072056" y="47266"/>
                  </a:lnTo>
                  <a:close/>
                  <a:moveTo>
                    <a:pt x="951145" y="71360"/>
                  </a:moveTo>
                  <a:lnTo>
                    <a:pt x="964412" y="79463"/>
                  </a:lnTo>
                  <a:lnTo>
                    <a:pt x="969281" y="65640"/>
                  </a:lnTo>
                  <a:close/>
                  <a:moveTo>
                    <a:pt x="1033143" y="51703"/>
                  </a:moveTo>
                  <a:lnTo>
                    <a:pt x="964412" y="79463"/>
                  </a:lnTo>
                  <a:lnTo>
                    <a:pt x="1021939" y="119869"/>
                  </a:lnTo>
                  <a:close/>
                  <a:moveTo>
                    <a:pt x="1033143" y="51703"/>
                  </a:moveTo>
                  <a:lnTo>
                    <a:pt x="969281" y="65640"/>
                  </a:lnTo>
                  <a:lnTo>
                    <a:pt x="964412" y="79463"/>
                  </a:lnTo>
                  <a:close/>
                  <a:moveTo>
                    <a:pt x="969281" y="65640"/>
                  </a:moveTo>
                  <a:lnTo>
                    <a:pt x="1033143" y="51703"/>
                  </a:lnTo>
                  <a:lnTo>
                    <a:pt x="1006591" y="10547"/>
                  </a:lnTo>
                  <a:close/>
                  <a:moveTo>
                    <a:pt x="1033143" y="51703"/>
                  </a:moveTo>
                  <a:lnTo>
                    <a:pt x="1079317" y="24821"/>
                  </a:lnTo>
                  <a:lnTo>
                    <a:pt x="1056989" y="7556"/>
                  </a:lnTo>
                  <a:close/>
                  <a:moveTo>
                    <a:pt x="1033143" y="51703"/>
                  </a:moveTo>
                  <a:lnTo>
                    <a:pt x="1056989" y="7556"/>
                  </a:lnTo>
                  <a:lnTo>
                    <a:pt x="1006591" y="10547"/>
                  </a:lnTo>
                  <a:close/>
                  <a:moveTo>
                    <a:pt x="1079317" y="24821"/>
                  </a:moveTo>
                  <a:lnTo>
                    <a:pt x="1072056" y="47266"/>
                  </a:lnTo>
                  <a:lnTo>
                    <a:pt x="1062040" y="0"/>
                  </a:lnTo>
                  <a:close/>
                </a:path>
              </a:pathLst>
            </a:custGeom>
            <a:solidFill>
              <a:srgbClr val="F4F6F7"/>
            </a:solidFill>
            <a:ln w="1524">
              <a:solidFill>
                <a:srgbClr val="F4F6F7"/>
              </a:solidFill>
            </a:ln>
          </p:spPr>
        </p:sp>
        <p:sp>
          <p:nvSpPr>
            <p:cNvPr id="4196" name="Output_density__4195">
              <a:extLst>
                <a:ext uri="{FF2B5EF4-FFF2-40B4-BE49-F238E27FC236}">
                  <a16:creationId xmlns:a16="http://schemas.microsoft.com/office/drawing/2014/main" id="{F08682DE-5C25-C8C4-E078-2BDDB1F63E4F}"/>
                </a:ext>
              </a:extLst>
            </p:cNvPr>
            <p:cNvSpPr>
              <a:spLocks noGrp="1"/>
            </p:cNvSpPr>
            <p:nvPr/>
          </p:nvSpPr>
          <p:spPr>
            <a:xfrm>
              <a:off x="15415580" y="3346649"/>
              <a:ext cx="1254181" cy="1056193"/>
            </a:xfrm>
            <a:custGeom>
              <a:avLst/>
              <a:gdLst/>
              <a:ahLst/>
              <a:cxnLst/>
              <a:rect l="0" t="0" r="0" b="0"/>
              <a:pathLst>
                <a:path w="1254181" h="1056193">
                  <a:moveTo>
                    <a:pt x="0" y="692088"/>
                  </a:moveTo>
                  <a:lnTo>
                    <a:pt x="7558" y="736151"/>
                  </a:lnTo>
                  <a:lnTo>
                    <a:pt x="40126" y="723017"/>
                  </a:lnTo>
                  <a:close/>
                  <a:moveTo>
                    <a:pt x="371384" y="977214"/>
                  </a:moveTo>
                  <a:lnTo>
                    <a:pt x="292621" y="945732"/>
                  </a:lnTo>
                  <a:lnTo>
                    <a:pt x="317684" y="949771"/>
                  </a:lnTo>
                  <a:close/>
                  <a:moveTo>
                    <a:pt x="371384" y="977214"/>
                  </a:moveTo>
                  <a:lnTo>
                    <a:pt x="317684" y="949771"/>
                  </a:lnTo>
                  <a:lnTo>
                    <a:pt x="314153" y="1001308"/>
                  </a:lnTo>
                  <a:close/>
                  <a:moveTo>
                    <a:pt x="292621" y="945732"/>
                  </a:moveTo>
                  <a:lnTo>
                    <a:pt x="292354" y="925677"/>
                  </a:lnTo>
                  <a:lnTo>
                    <a:pt x="285198" y="940594"/>
                  </a:lnTo>
                  <a:close/>
                  <a:moveTo>
                    <a:pt x="142581" y="621826"/>
                  </a:moveTo>
                  <a:lnTo>
                    <a:pt x="73815" y="674298"/>
                  </a:lnTo>
                  <a:lnTo>
                    <a:pt x="101179" y="640552"/>
                  </a:lnTo>
                  <a:close/>
                  <a:moveTo>
                    <a:pt x="195833" y="643900"/>
                  </a:moveTo>
                  <a:lnTo>
                    <a:pt x="209507" y="697376"/>
                  </a:lnTo>
                  <a:lnTo>
                    <a:pt x="237798" y="668249"/>
                  </a:lnTo>
                  <a:close/>
                  <a:moveTo>
                    <a:pt x="171248" y="667994"/>
                  </a:moveTo>
                  <a:lnTo>
                    <a:pt x="195833" y="643900"/>
                  </a:lnTo>
                  <a:lnTo>
                    <a:pt x="142581" y="621826"/>
                  </a:lnTo>
                  <a:close/>
                  <a:moveTo>
                    <a:pt x="195833" y="643900"/>
                  </a:moveTo>
                  <a:lnTo>
                    <a:pt x="181892" y="633903"/>
                  </a:lnTo>
                  <a:lnTo>
                    <a:pt x="142581" y="621826"/>
                  </a:lnTo>
                  <a:close/>
                  <a:moveTo>
                    <a:pt x="606819" y="1056193"/>
                  </a:moveTo>
                  <a:lnTo>
                    <a:pt x="642867" y="1039128"/>
                  </a:lnTo>
                  <a:lnTo>
                    <a:pt x="566412" y="1023499"/>
                  </a:lnTo>
                  <a:close/>
                  <a:moveTo>
                    <a:pt x="566412" y="1023499"/>
                  </a:moveTo>
                  <a:lnTo>
                    <a:pt x="642867" y="1039128"/>
                  </a:lnTo>
                  <a:lnTo>
                    <a:pt x="650377" y="1027853"/>
                  </a:lnTo>
                  <a:close/>
                  <a:moveTo>
                    <a:pt x="566412" y="1023499"/>
                  </a:moveTo>
                  <a:lnTo>
                    <a:pt x="650377" y="1027853"/>
                  </a:lnTo>
                  <a:lnTo>
                    <a:pt x="602897" y="1025009"/>
                  </a:lnTo>
                  <a:close/>
                  <a:moveTo>
                    <a:pt x="602897" y="1025009"/>
                  </a:moveTo>
                  <a:lnTo>
                    <a:pt x="522373" y="1004657"/>
                  </a:lnTo>
                  <a:lnTo>
                    <a:pt x="566412" y="1023499"/>
                  </a:lnTo>
                  <a:close/>
                  <a:moveTo>
                    <a:pt x="283292" y="576860"/>
                  </a:moveTo>
                  <a:lnTo>
                    <a:pt x="274815" y="521008"/>
                  </a:lnTo>
                  <a:lnTo>
                    <a:pt x="262264" y="568270"/>
                  </a:lnTo>
                  <a:close/>
                  <a:moveTo>
                    <a:pt x="676860" y="980563"/>
                  </a:moveTo>
                  <a:lnTo>
                    <a:pt x="668753" y="961660"/>
                  </a:lnTo>
                  <a:lnTo>
                    <a:pt x="650377" y="1027853"/>
                  </a:lnTo>
                  <a:close/>
                  <a:moveTo>
                    <a:pt x="676860" y="980563"/>
                  </a:moveTo>
                  <a:lnTo>
                    <a:pt x="673344" y="956469"/>
                  </a:lnTo>
                  <a:lnTo>
                    <a:pt x="668753" y="961660"/>
                  </a:lnTo>
                  <a:close/>
                  <a:moveTo>
                    <a:pt x="676860" y="980563"/>
                  </a:moveTo>
                  <a:lnTo>
                    <a:pt x="680408" y="921104"/>
                  </a:lnTo>
                  <a:lnTo>
                    <a:pt x="672406" y="904932"/>
                  </a:lnTo>
                  <a:close/>
                  <a:moveTo>
                    <a:pt x="676860" y="980563"/>
                  </a:moveTo>
                  <a:lnTo>
                    <a:pt x="672406" y="904932"/>
                  </a:lnTo>
                  <a:lnTo>
                    <a:pt x="673344" y="956469"/>
                  </a:lnTo>
                  <a:close/>
                  <a:moveTo>
                    <a:pt x="468803" y="752978"/>
                  </a:moveTo>
                  <a:lnTo>
                    <a:pt x="447592" y="793705"/>
                  </a:lnTo>
                  <a:lnTo>
                    <a:pt x="462652" y="774416"/>
                  </a:lnTo>
                  <a:close/>
                  <a:moveTo>
                    <a:pt x="447539" y="707522"/>
                  </a:moveTo>
                  <a:lnTo>
                    <a:pt x="462652" y="774416"/>
                  </a:lnTo>
                  <a:lnTo>
                    <a:pt x="460903" y="722880"/>
                  </a:lnTo>
                  <a:close/>
                  <a:moveTo>
                    <a:pt x="447539" y="707522"/>
                  </a:moveTo>
                  <a:lnTo>
                    <a:pt x="468803" y="752978"/>
                  </a:lnTo>
                  <a:lnTo>
                    <a:pt x="462652" y="774416"/>
                  </a:lnTo>
                  <a:close/>
                  <a:moveTo>
                    <a:pt x="397715" y="544176"/>
                  </a:moveTo>
                  <a:lnTo>
                    <a:pt x="392679" y="588394"/>
                  </a:lnTo>
                  <a:lnTo>
                    <a:pt x="420234" y="556520"/>
                  </a:lnTo>
                  <a:close/>
                  <a:moveTo>
                    <a:pt x="364478" y="522730"/>
                  </a:moveTo>
                  <a:lnTo>
                    <a:pt x="337390" y="508118"/>
                  </a:lnTo>
                  <a:lnTo>
                    <a:pt x="397715" y="544176"/>
                  </a:lnTo>
                  <a:close/>
                  <a:moveTo>
                    <a:pt x="314557" y="492639"/>
                  </a:moveTo>
                  <a:lnTo>
                    <a:pt x="337390" y="508118"/>
                  </a:lnTo>
                  <a:lnTo>
                    <a:pt x="364478" y="522730"/>
                  </a:lnTo>
                  <a:close/>
                  <a:moveTo>
                    <a:pt x="314557" y="492639"/>
                  </a:moveTo>
                  <a:lnTo>
                    <a:pt x="314831" y="463716"/>
                  </a:lnTo>
                  <a:lnTo>
                    <a:pt x="337390" y="508118"/>
                  </a:lnTo>
                  <a:close/>
                  <a:moveTo>
                    <a:pt x="647501" y="847132"/>
                  </a:moveTo>
                  <a:lnTo>
                    <a:pt x="628921" y="812734"/>
                  </a:lnTo>
                  <a:lnTo>
                    <a:pt x="599270" y="785617"/>
                  </a:lnTo>
                  <a:close/>
                  <a:moveTo>
                    <a:pt x="574345" y="648460"/>
                  </a:moveTo>
                  <a:lnTo>
                    <a:pt x="546239" y="678276"/>
                  </a:lnTo>
                  <a:lnTo>
                    <a:pt x="615272" y="626804"/>
                  </a:lnTo>
                  <a:close/>
                  <a:moveTo>
                    <a:pt x="397715" y="544176"/>
                  </a:moveTo>
                  <a:lnTo>
                    <a:pt x="444075" y="584853"/>
                  </a:lnTo>
                  <a:lnTo>
                    <a:pt x="379045" y="536996"/>
                  </a:lnTo>
                  <a:close/>
                  <a:moveTo>
                    <a:pt x="420234" y="556520"/>
                  </a:moveTo>
                  <a:lnTo>
                    <a:pt x="444075" y="584853"/>
                  </a:lnTo>
                  <a:lnTo>
                    <a:pt x="397715" y="544176"/>
                  </a:lnTo>
                  <a:close/>
                  <a:moveTo>
                    <a:pt x="364478" y="522730"/>
                  </a:moveTo>
                  <a:lnTo>
                    <a:pt x="397715" y="544176"/>
                  </a:lnTo>
                  <a:lnTo>
                    <a:pt x="379045" y="536996"/>
                  </a:lnTo>
                  <a:close/>
                  <a:moveTo>
                    <a:pt x="420234" y="556520"/>
                  </a:moveTo>
                  <a:lnTo>
                    <a:pt x="471877" y="574926"/>
                  </a:lnTo>
                  <a:lnTo>
                    <a:pt x="444075" y="584853"/>
                  </a:lnTo>
                  <a:close/>
                  <a:moveTo>
                    <a:pt x="471877" y="574926"/>
                  </a:moveTo>
                  <a:lnTo>
                    <a:pt x="479632" y="593928"/>
                  </a:lnTo>
                  <a:lnTo>
                    <a:pt x="444075" y="584853"/>
                  </a:lnTo>
                  <a:close/>
                  <a:moveTo>
                    <a:pt x="518829" y="615570"/>
                  </a:moveTo>
                  <a:lnTo>
                    <a:pt x="444075" y="584853"/>
                  </a:lnTo>
                  <a:lnTo>
                    <a:pt x="479632" y="593928"/>
                  </a:lnTo>
                  <a:close/>
                  <a:moveTo>
                    <a:pt x="625346" y="614172"/>
                  </a:moveTo>
                  <a:lnTo>
                    <a:pt x="590241" y="604730"/>
                  </a:lnTo>
                  <a:lnTo>
                    <a:pt x="574345" y="648460"/>
                  </a:lnTo>
                  <a:close/>
                  <a:moveTo>
                    <a:pt x="590241" y="604730"/>
                  </a:moveTo>
                  <a:lnTo>
                    <a:pt x="625346" y="614172"/>
                  </a:lnTo>
                  <a:lnTo>
                    <a:pt x="576226" y="553381"/>
                  </a:lnTo>
                  <a:close/>
                  <a:moveTo>
                    <a:pt x="576226" y="553381"/>
                  </a:moveTo>
                  <a:lnTo>
                    <a:pt x="551894" y="510419"/>
                  </a:lnTo>
                  <a:lnTo>
                    <a:pt x="560162" y="547525"/>
                  </a:lnTo>
                  <a:close/>
                  <a:moveTo>
                    <a:pt x="945956" y="894667"/>
                  </a:moveTo>
                  <a:lnTo>
                    <a:pt x="968169" y="901831"/>
                  </a:lnTo>
                  <a:lnTo>
                    <a:pt x="949312" y="884187"/>
                  </a:lnTo>
                  <a:close/>
                  <a:moveTo>
                    <a:pt x="963430" y="842941"/>
                  </a:moveTo>
                  <a:lnTo>
                    <a:pt x="943635" y="832650"/>
                  </a:lnTo>
                  <a:lnTo>
                    <a:pt x="949312" y="884187"/>
                  </a:lnTo>
                  <a:close/>
                  <a:moveTo>
                    <a:pt x="853282" y="731040"/>
                  </a:moveTo>
                  <a:lnTo>
                    <a:pt x="849961" y="729577"/>
                  </a:lnTo>
                  <a:lnTo>
                    <a:pt x="815402" y="755904"/>
                  </a:lnTo>
                  <a:close/>
                  <a:moveTo>
                    <a:pt x="852027" y="718161"/>
                  </a:moveTo>
                  <a:lnTo>
                    <a:pt x="853282" y="731040"/>
                  </a:lnTo>
                  <a:lnTo>
                    <a:pt x="856792" y="678041"/>
                  </a:lnTo>
                  <a:close/>
                  <a:moveTo>
                    <a:pt x="849961" y="729577"/>
                  </a:moveTo>
                  <a:lnTo>
                    <a:pt x="853282" y="731040"/>
                  </a:lnTo>
                  <a:lnTo>
                    <a:pt x="852027" y="718161"/>
                  </a:lnTo>
                  <a:close/>
                  <a:moveTo>
                    <a:pt x="943635" y="832650"/>
                  </a:moveTo>
                  <a:lnTo>
                    <a:pt x="926626" y="822398"/>
                  </a:lnTo>
                  <a:lnTo>
                    <a:pt x="986128" y="824488"/>
                  </a:lnTo>
                  <a:close/>
                  <a:moveTo>
                    <a:pt x="849740" y="671176"/>
                  </a:moveTo>
                  <a:lnTo>
                    <a:pt x="849961" y="729577"/>
                  </a:lnTo>
                  <a:lnTo>
                    <a:pt x="852027" y="718161"/>
                  </a:lnTo>
                  <a:close/>
                  <a:moveTo>
                    <a:pt x="821198" y="719141"/>
                  </a:moveTo>
                  <a:lnTo>
                    <a:pt x="849961" y="729577"/>
                  </a:lnTo>
                  <a:lnTo>
                    <a:pt x="849740" y="671176"/>
                  </a:lnTo>
                  <a:close/>
                  <a:moveTo>
                    <a:pt x="1076151" y="726540"/>
                  </a:moveTo>
                  <a:lnTo>
                    <a:pt x="1102767" y="784463"/>
                  </a:lnTo>
                  <a:lnTo>
                    <a:pt x="1086201" y="732926"/>
                  </a:lnTo>
                  <a:close/>
                  <a:moveTo>
                    <a:pt x="1082816" y="658378"/>
                  </a:moveTo>
                  <a:lnTo>
                    <a:pt x="1086201" y="732926"/>
                  </a:lnTo>
                  <a:lnTo>
                    <a:pt x="1081517" y="681389"/>
                  </a:lnTo>
                  <a:close/>
                  <a:moveTo>
                    <a:pt x="1163059" y="478592"/>
                  </a:moveTo>
                  <a:lnTo>
                    <a:pt x="1158289" y="490017"/>
                  </a:lnTo>
                  <a:lnTo>
                    <a:pt x="1127431" y="509545"/>
                  </a:lnTo>
                  <a:close/>
                  <a:moveTo>
                    <a:pt x="1035285" y="204803"/>
                  </a:moveTo>
                  <a:lnTo>
                    <a:pt x="1002872" y="196815"/>
                  </a:lnTo>
                  <a:lnTo>
                    <a:pt x="962252" y="241322"/>
                  </a:lnTo>
                  <a:close/>
                  <a:moveTo>
                    <a:pt x="1187364" y="402961"/>
                  </a:moveTo>
                  <a:lnTo>
                    <a:pt x="1254181" y="382037"/>
                  </a:lnTo>
                  <a:lnTo>
                    <a:pt x="1207968" y="327331"/>
                  </a:lnTo>
                  <a:close/>
                  <a:moveTo>
                    <a:pt x="1068354" y="193544"/>
                  </a:moveTo>
                  <a:lnTo>
                    <a:pt x="1062491" y="196815"/>
                  </a:lnTo>
                  <a:lnTo>
                    <a:pt x="1097920" y="244882"/>
                  </a:lnTo>
                  <a:close/>
                  <a:moveTo>
                    <a:pt x="1203776" y="134062"/>
                  </a:moveTo>
                  <a:lnTo>
                    <a:pt x="1215516" y="187260"/>
                  </a:lnTo>
                  <a:lnTo>
                    <a:pt x="1212589" y="200164"/>
                  </a:lnTo>
                  <a:close/>
                  <a:moveTo>
                    <a:pt x="1190196" y="19617"/>
                  </a:moveTo>
                  <a:lnTo>
                    <a:pt x="1222095" y="72996"/>
                  </a:lnTo>
                  <a:lnTo>
                    <a:pt x="1196144" y="21460"/>
                  </a:lnTo>
                  <a:close/>
                  <a:moveTo>
                    <a:pt x="1190196" y="19617"/>
                  </a:moveTo>
                  <a:lnTo>
                    <a:pt x="1213522" y="63396"/>
                  </a:lnTo>
                  <a:lnTo>
                    <a:pt x="1222095" y="72996"/>
                  </a:lnTo>
                  <a:close/>
                  <a:moveTo>
                    <a:pt x="1167606" y="0"/>
                  </a:moveTo>
                  <a:lnTo>
                    <a:pt x="1213522" y="63396"/>
                  </a:lnTo>
                  <a:lnTo>
                    <a:pt x="1190196" y="19617"/>
                  </a:lnTo>
                  <a:close/>
                </a:path>
              </a:pathLst>
            </a:custGeom>
            <a:solidFill>
              <a:srgbClr val="EFF2F3"/>
            </a:solidFill>
            <a:ln w="1524">
              <a:solidFill>
                <a:srgbClr val="EFF2F3"/>
              </a:solidFill>
            </a:ln>
          </p:spPr>
        </p:sp>
        <p:sp>
          <p:nvSpPr>
            <p:cNvPr id="4197" name="Output_density__4196">
              <a:extLst>
                <a:ext uri="{FF2B5EF4-FFF2-40B4-BE49-F238E27FC236}">
                  <a16:creationId xmlns:a16="http://schemas.microsoft.com/office/drawing/2014/main" id="{57D20C9F-54A2-3F98-41C2-7768987A4F6A}"/>
                </a:ext>
              </a:extLst>
            </p:cNvPr>
            <p:cNvSpPr>
              <a:spLocks noGrp="1"/>
            </p:cNvSpPr>
            <p:nvPr/>
          </p:nvSpPr>
          <p:spPr>
            <a:xfrm>
              <a:off x="15400074" y="3418218"/>
              <a:ext cx="1320477" cy="1153219"/>
            </a:xfrm>
            <a:custGeom>
              <a:avLst/>
              <a:gdLst/>
              <a:ahLst/>
              <a:cxnLst/>
              <a:rect l="0" t="0" r="0" b="0"/>
              <a:pathLst>
                <a:path w="1320477" h="1153219">
                  <a:moveTo>
                    <a:pt x="15506" y="620519"/>
                  </a:moveTo>
                  <a:lnTo>
                    <a:pt x="0" y="644613"/>
                  </a:lnTo>
                  <a:lnTo>
                    <a:pt x="23064" y="664581"/>
                  </a:lnTo>
                  <a:close/>
                  <a:moveTo>
                    <a:pt x="374619" y="981275"/>
                  </a:moveTo>
                  <a:lnTo>
                    <a:pt x="347222" y="943105"/>
                  </a:lnTo>
                  <a:lnTo>
                    <a:pt x="375292" y="983027"/>
                  </a:lnTo>
                  <a:close/>
                  <a:moveTo>
                    <a:pt x="374619" y="981275"/>
                  </a:moveTo>
                  <a:lnTo>
                    <a:pt x="329659" y="929739"/>
                  </a:lnTo>
                  <a:lnTo>
                    <a:pt x="347222" y="943105"/>
                  </a:lnTo>
                  <a:close/>
                  <a:moveTo>
                    <a:pt x="456475" y="957181"/>
                  </a:moveTo>
                  <a:lnTo>
                    <a:pt x="454391" y="959382"/>
                  </a:lnTo>
                  <a:lnTo>
                    <a:pt x="490630" y="965224"/>
                  </a:lnTo>
                  <a:close/>
                  <a:moveTo>
                    <a:pt x="490630" y="965224"/>
                  </a:moveTo>
                  <a:lnTo>
                    <a:pt x="454391" y="959382"/>
                  </a:lnTo>
                  <a:lnTo>
                    <a:pt x="446019" y="1026253"/>
                  </a:lnTo>
                  <a:close/>
                  <a:moveTo>
                    <a:pt x="490630" y="965224"/>
                  </a:moveTo>
                  <a:lnTo>
                    <a:pt x="446019" y="1026253"/>
                  </a:lnTo>
                  <a:lnTo>
                    <a:pt x="512739" y="1009993"/>
                  </a:lnTo>
                  <a:close/>
                  <a:moveTo>
                    <a:pt x="329659" y="929739"/>
                  </a:moveTo>
                  <a:lnTo>
                    <a:pt x="374619" y="981275"/>
                  </a:lnTo>
                  <a:lnTo>
                    <a:pt x="386890" y="905645"/>
                  </a:lnTo>
                  <a:close/>
                  <a:moveTo>
                    <a:pt x="419335" y="905645"/>
                  </a:moveTo>
                  <a:lnTo>
                    <a:pt x="393954" y="908094"/>
                  </a:lnTo>
                  <a:lnTo>
                    <a:pt x="438478" y="906897"/>
                  </a:lnTo>
                  <a:close/>
                  <a:moveTo>
                    <a:pt x="438478" y="906897"/>
                  </a:moveTo>
                  <a:lnTo>
                    <a:pt x="393954" y="908094"/>
                  </a:lnTo>
                  <a:lnTo>
                    <a:pt x="380833" y="978522"/>
                  </a:lnTo>
                  <a:close/>
                  <a:moveTo>
                    <a:pt x="451483" y="957181"/>
                  </a:moveTo>
                  <a:lnTo>
                    <a:pt x="445966" y="927880"/>
                  </a:lnTo>
                  <a:lnTo>
                    <a:pt x="438478" y="906897"/>
                  </a:lnTo>
                  <a:close/>
                  <a:moveTo>
                    <a:pt x="380833" y="978522"/>
                  </a:moveTo>
                  <a:lnTo>
                    <a:pt x="451483" y="957181"/>
                  </a:lnTo>
                  <a:lnTo>
                    <a:pt x="438478" y="906897"/>
                  </a:lnTo>
                  <a:close/>
                  <a:moveTo>
                    <a:pt x="445966" y="927880"/>
                  </a:moveTo>
                  <a:lnTo>
                    <a:pt x="456475" y="957181"/>
                  </a:lnTo>
                  <a:lnTo>
                    <a:pt x="438478" y="906897"/>
                  </a:lnTo>
                  <a:close/>
                  <a:moveTo>
                    <a:pt x="456475" y="957181"/>
                  </a:moveTo>
                  <a:lnTo>
                    <a:pt x="490630" y="965224"/>
                  </a:lnTo>
                  <a:lnTo>
                    <a:pt x="438478" y="906897"/>
                  </a:lnTo>
                  <a:close/>
                  <a:moveTo>
                    <a:pt x="342250" y="889455"/>
                  </a:moveTo>
                  <a:lnTo>
                    <a:pt x="308127" y="874163"/>
                  </a:lnTo>
                  <a:lnTo>
                    <a:pt x="386890" y="905645"/>
                  </a:lnTo>
                  <a:close/>
                  <a:moveTo>
                    <a:pt x="158087" y="550257"/>
                  </a:moveTo>
                  <a:lnTo>
                    <a:pt x="143991" y="555182"/>
                  </a:lnTo>
                  <a:lnTo>
                    <a:pt x="186754" y="596425"/>
                  </a:lnTo>
                  <a:close/>
                  <a:moveTo>
                    <a:pt x="597247" y="1104757"/>
                  </a:moveTo>
                  <a:lnTo>
                    <a:pt x="661532" y="1153219"/>
                  </a:lnTo>
                  <a:lnTo>
                    <a:pt x="647393" y="1139234"/>
                  </a:lnTo>
                  <a:close/>
                  <a:moveTo>
                    <a:pt x="645884" y="1151309"/>
                  </a:moveTo>
                  <a:lnTo>
                    <a:pt x="661532" y="1153219"/>
                  </a:lnTo>
                  <a:lnTo>
                    <a:pt x="603015" y="1111791"/>
                  </a:lnTo>
                  <a:close/>
                  <a:moveTo>
                    <a:pt x="387681" y="847469"/>
                  </a:moveTo>
                  <a:lnTo>
                    <a:pt x="393864" y="905185"/>
                  </a:lnTo>
                  <a:lnTo>
                    <a:pt x="419335" y="905645"/>
                  </a:lnTo>
                  <a:close/>
                  <a:moveTo>
                    <a:pt x="225014" y="625807"/>
                  </a:moveTo>
                  <a:lnTo>
                    <a:pt x="305955" y="618856"/>
                  </a:lnTo>
                  <a:lnTo>
                    <a:pt x="253304" y="596680"/>
                  </a:lnTo>
                  <a:close/>
                  <a:moveTo>
                    <a:pt x="328834" y="581596"/>
                  </a:moveTo>
                  <a:lnTo>
                    <a:pt x="305955" y="618856"/>
                  </a:lnTo>
                  <a:lnTo>
                    <a:pt x="302623" y="627667"/>
                  </a:lnTo>
                  <a:close/>
                  <a:moveTo>
                    <a:pt x="211339" y="572331"/>
                  </a:moveTo>
                  <a:lnTo>
                    <a:pt x="186754" y="596425"/>
                  </a:lnTo>
                  <a:lnTo>
                    <a:pt x="225014" y="625807"/>
                  </a:lnTo>
                  <a:close/>
                  <a:moveTo>
                    <a:pt x="305955" y="618856"/>
                  </a:moveTo>
                  <a:lnTo>
                    <a:pt x="321953" y="572331"/>
                  </a:lnTo>
                  <a:lnTo>
                    <a:pt x="319697" y="551043"/>
                  </a:lnTo>
                  <a:close/>
                  <a:moveTo>
                    <a:pt x="324348" y="552723"/>
                  </a:moveTo>
                  <a:lnTo>
                    <a:pt x="345630" y="592516"/>
                  </a:lnTo>
                  <a:lnTo>
                    <a:pt x="309438" y="622126"/>
                  </a:lnTo>
                  <a:close/>
                  <a:moveTo>
                    <a:pt x="253304" y="596680"/>
                  </a:moveTo>
                  <a:lnTo>
                    <a:pt x="305955" y="618856"/>
                  </a:lnTo>
                  <a:lnTo>
                    <a:pt x="301498" y="548237"/>
                  </a:lnTo>
                  <a:close/>
                  <a:moveTo>
                    <a:pt x="301498" y="548237"/>
                  </a:moveTo>
                  <a:lnTo>
                    <a:pt x="305955" y="618856"/>
                  </a:lnTo>
                  <a:lnTo>
                    <a:pt x="319697" y="551043"/>
                  </a:lnTo>
                  <a:close/>
                  <a:moveTo>
                    <a:pt x="298798" y="505290"/>
                  </a:moveTo>
                  <a:lnTo>
                    <a:pt x="319697" y="551043"/>
                  </a:lnTo>
                  <a:lnTo>
                    <a:pt x="321953" y="572331"/>
                  </a:lnTo>
                  <a:close/>
                  <a:moveTo>
                    <a:pt x="319697" y="551043"/>
                  </a:moveTo>
                  <a:lnTo>
                    <a:pt x="298798" y="505290"/>
                  </a:lnTo>
                  <a:lnTo>
                    <a:pt x="301498" y="548237"/>
                  </a:lnTo>
                  <a:close/>
                  <a:moveTo>
                    <a:pt x="298798" y="505290"/>
                  </a:moveTo>
                  <a:lnTo>
                    <a:pt x="277770" y="496701"/>
                  </a:lnTo>
                  <a:lnTo>
                    <a:pt x="301498" y="548237"/>
                  </a:lnTo>
                  <a:close/>
                  <a:moveTo>
                    <a:pt x="749335" y="884900"/>
                  </a:moveTo>
                  <a:lnTo>
                    <a:pt x="737350" y="908994"/>
                  </a:lnTo>
                  <a:lnTo>
                    <a:pt x="773750" y="936436"/>
                  </a:lnTo>
                  <a:close/>
                  <a:moveTo>
                    <a:pt x="689857" y="791717"/>
                  </a:moveTo>
                  <a:lnTo>
                    <a:pt x="666477" y="781826"/>
                  </a:lnTo>
                  <a:lnTo>
                    <a:pt x="687912" y="833363"/>
                  </a:lnTo>
                  <a:close/>
                  <a:moveTo>
                    <a:pt x="644428" y="741165"/>
                  </a:moveTo>
                  <a:lnTo>
                    <a:pt x="666477" y="781826"/>
                  </a:lnTo>
                  <a:lnTo>
                    <a:pt x="639919" y="731590"/>
                  </a:lnTo>
                  <a:close/>
                  <a:moveTo>
                    <a:pt x="639919" y="731590"/>
                  </a:moveTo>
                  <a:lnTo>
                    <a:pt x="666477" y="781826"/>
                  </a:lnTo>
                  <a:lnTo>
                    <a:pt x="689857" y="791717"/>
                  </a:lnTo>
                  <a:close/>
                  <a:moveTo>
                    <a:pt x="644428" y="741165"/>
                  </a:moveTo>
                  <a:lnTo>
                    <a:pt x="639919" y="731590"/>
                  </a:lnTo>
                  <a:lnTo>
                    <a:pt x="638958" y="730290"/>
                  </a:lnTo>
                  <a:close/>
                  <a:moveTo>
                    <a:pt x="304900" y="369534"/>
                  </a:moveTo>
                  <a:lnTo>
                    <a:pt x="305456" y="421070"/>
                  </a:lnTo>
                  <a:lnTo>
                    <a:pt x="274780" y="393628"/>
                  </a:lnTo>
                  <a:close/>
                  <a:moveTo>
                    <a:pt x="330063" y="421070"/>
                  </a:moveTo>
                  <a:lnTo>
                    <a:pt x="313856" y="369534"/>
                  </a:lnTo>
                  <a:lnTo>
                    <a:pt x="330337" y="392146"/>
                  </a:lnTo>
                  <a:close/>
                  <a:moveTo>
                    <a:pt x="686620" y="819109"/>
                  </a:moveTo>
                  <a:lnTo>
                    <a:pt x="688851" y="884900"/>
                  </a:lnTo>
                  <a:lnTo>
                    <a:pt x="687912" y="833363"/>
                  </a:lnTo>
                  <a:close/>
                  <a:moveTo>
                    <a:pt x="663007" y="775563"/>
                  </a:moveTo>
                  <a:lnTo>
                    <a:pt x="687912" y="833363"/>
                  </a:lnTo>
                  <a:lnTo>
                    <a:pt x="666477" y="781826"/>
                  </a:lnTo>
                  <a:close/>
                  <a:moveTo>
                    <a:pt x="663007" y="775563"/>
                  </a:moveTo>
                  <a:lnTo>
                    <a:pt x="686620" y="819109"/>
                  </a:lnTo>
                  <a:lnTo>
                    <a:pt x="687912" y="833363"/>
                  </a:lnTo>
                  <a:close/>
                  <a:moveTo>
                    <a:pt x="663007" y="775563"/>
                  </a:moveTo>
                  <a:lnTo>
                    <a:pt x="666477" y="781826"/>
                  </a:lnTo>
                  <a:lnTo>
                    <a:pt x="644428" y="741165"/>
                  </a:lnTo>
                  <a:close/>
                  <a:moveTo>
                    <a:pt x="545127" y="551586"/>
                  </a:moveTo>
                  <a:lnTo>
                    <a:pt x="561745" y="606706"/>
                  </a:lnTo>
                  <a:lnTo>
                    <a:pt x="589851" y="576891"/>
                  </a:lnTo>
                  <a:close/>
                  <a:moveTo>
                    <a:pt x="545127" y="551586"/>
                  </a:moveTo>
                  <a:lnTo>
                    <a:pt x="520618" y="575680"/>
                  </a:lnTo>
                  <a:lnTo>
                    <a:pt x="561745" y="606706"/>
                  </a:lnTo>
                  <a:close/>
                  <a:moveTo>
                    <a:pt x="534335" y="544001"/>
                  </a:moveTo>
                  <a:lnTo>
                    <a:pt x="495139" y="522358"/>
                  </a:lnTo>
                  <a:lnTo>
                    <a:pt x="545127" y="551586"/>
                  </a:lnTo>
                  <a:close/>
                  <a:moveTo>
                    <a:pt x="545127" y="551586"/>
                  </a:moveTo>
                  <a:lnTo>
                    <a:pt x="495139" y="522358"/>
                  </a:lnTo>
                  <a:lnTo>
                    <a:pt x="497868" y="524144"/>
                  </a:lnTo>
                  <a:close/>
                  <a:moveTo>
                    <a:pt x="545127" y="551586"/>
                  </a:moveTo>
                  <a:lnTo>
                    <a:pt x="497868" y="524144"/>
                  </a:lnTo>
                  <a:lnTo>
                    <a:pt x="520618" y="575680"/>
                  </a:lnTo>
                  <a:close/>
                  <a:moveTo>
                    <a:pt x="545127" y="551586"/>
                  </a:moveTo>
                  <a:lnTo>
                    <a:pt x="589851" y="576891"/>
                  </a:lnTo>
                  <a:lnTo>
                    <a:pt x="605747" y="533160"/>
                  </a:lnTo>
                  <a:close/>
                  <a:moveTo>
                    <a:pt x="591732" y="481812"/>
                  </a:moveTo>
                  <a:lnTo>
                    <a:pt x="545127" y="551586"/>
                  </a:lnTo>
                  <a:lnTo>
                    <a:pt x="605747" y="533160"/>
                  </a:lnTo>
                  <a:close/>
                  <a:moveTo>
                    <a:pt x="910828" y="726018"/>
                  </a:moveTo>
                  <a:lnTo>
                    <a:pt x="959141" y="761081"/>
                  </a:lnTo>
                  <a:lnTo>
                    <a:pt x="978936" y="771372"/>
                  </a:lnTo>
                  <a:close/>
                  <a:moveTo>
                    <a:pt x="799884" y="703238"/>
                  </a:moveTo>
                  <a:lnTo>
                    <a:pt x="848257" y="733638"/>
                  </a:lnTo>
                  <a:lnTo>
                    <a:pt x="830908" y="684335"/>
                  </a:lnTo>
                  <a:close/>
                  <a:moveTo>
                    <a:pt x="830908" y="684335"/>
                  </a:moveTo>
                  <a:lnTo>
                    <a:pt x="848257" y="733638"/>
                  </a:lnTo>
                  <a:lnTo>
                    <a:pt x="868788" y="659471"/>
                  </a:lnTo>
                  <a:close/>
                  <a:moveTo>
                    <a:pt x="860340" y="729081"/>
                  </a:moveTo>
                  <a:lnTo>
                    <a:pt x="900133" y="671969"/>
                  </a:lnTo>
                  <a:lnTo>
                    <a:pt x="868788" y="659471"/>
                  </a:lnTo>
                  <a:close/>
                  <a:moveTo>
                    <a:pt x="805893" y="658008"/>
                  </a:moveTo>
                  <a:lnTo>
                    <a:pt x="736751" y="628107"/>
                  </a:lnTo>
                  <a:lnTo>
                    <a:pt x="736746" y="630565"/>
                  </a:lnTo>
                  <a:close/>
                  <a:moveTo>
                    <a:pt x="720435" y="580870"/>
                  </a:moveTo>
                  <a:lnTo>
                    <a:pt x="736746" y="630565"/>
                  </a:lnTo>
                  <a:lnTo>
                    <a:pt x="736751" y="628107"/>
                  </a:lnTo>
                  <a:close/>
                  <a:moveTo>
                    <a:pt x="739540" y="606471"/>
                  </a:moveTo>
                  <a:lnTo>
                    <a:pt x="720435" y="580870"/>
                  </a:lnTo>
                  <a:lnTo>
                    <a:pt x="736751" y="628107"/>
                  </a:lnTo>
                  <a:close/>
                  <a:moveTo>
                    <a:pt x="959141" y="761081"/>
                  </a:moveTo>
                  <a:lnTo>
                    <a:pt x="961757" y="810099"/>
                  </a:lnTo>
                  <a:lnTo>
                    <a:pt x="964819" y="812618"/>
                  </a:lnTo>
                  <a:close/>
                  <a:moveTo>
                    <a:pt x="1031156" y="774096"/>
                  </a:moveTo>
                  <a:lnTo>
                    <a:pt x="961757" y="810099"/>
                  </a:lnTo>
                  <a:lnTo>
                    <a:pt x="959141" y="761081"/>
                  </a:lnTo>
                  <a:close/>
                  <a:moveTo>
                    <a:pt x="1288933" y="740336"/>
                  </a:moveTo>
                  <a:lnTo>
                    <a:pt x="1279747" y="735030"/>
                  </a:lnTo>
                  <a:lnTo>
                    <a:pt x="1248578" y="753394"/>
                  </a:lnTo>
                  <a:close/>
                  <a:moveTo>
                    <a:pt x="1098323" y="586809"/>
                  </a:moveTo>
                  <a:lnTo>
                    <a:pt x="1091657" y="654971"/>
                  </a:lnTo>
                  <a:lnTo>
                    <a:pt x="1101707" y="661357"/>
                  </a:lnTo>
                  <a:close/>
                  <a:moveTo>
                    <a:pt x="1077181" y="534190"/>
                  </a:moveTo>
                  <a:lnTo>
                    <a:pt x="1041323" y="506747"/>
                  </a:lnTo>
                  <a:lnTo>
                    <a:pt x="1059919" y="482653"/>
                  </a:lnTo>
                  <a:close/>
                  <a:moveTo>
                    <a:pt x="1192386" y="637263"/>
                  </a:moveTo>
                  <a:lnTo>
                    <a:pt x="1182523" y="619081"/>
                  </a:lnTo>
                  <a:lnTo>
                    <a:pt x="1155300" y="578470"/>
                  </a:lnTo>
                  <a:close/>
                  <a:moveTo>
                    <a:pt x="1100259" y="482653"/>
                  </a:moveTo>
                  <a:lnTo>
                    <a:pt x="1123082" y="498639"/>
                  </a:lnTo>
                  <a:lnTo>
                    <a:pt x="1128526" y="474751"/>
                  </a:lnTo>
                  <a:close/>
                  <a:moveTo>
                    <a:pt x="1064980" y="431116"/>
                  </a:moveTo>
                  <a:lnTo>
                    <a:pt x="1100259" y="482653"/>
                  </a:lnTo>
                  <a:lnTo>
                    <a:pt x="1104002" y="407023"/>
                  </a:lnTo>
                  <a:close/>
                  <a:moveTo>
                    <a:pt x="1178510" y="409354"/>
                  </a:moveTo>
                  <a:lnTo>
                    <a:pt x="1142938" y="437976"/>
                  </a:lnTo>
                  <a:lnTo>
                    <a:pt x="1128526" y="474751"/>
                  </a:lnTo>
                  <a:close/>
                  <a:moveTo>
                    <a:pt x="1123482" y="365232"/>
                  </a:moveTo>
                  <a:lnTo>
                    <a:pt x="1064980" y="431116"/>
                  </a:lnTo>
                  <a:lnTo>
                    <a:pt x="1104002" y="407023"/>
                  </a:lnTo>
                  <a:close/>
                  <a:moveTo>
                    <a:pt x="1320477" y="645634"/>
                  </a:moveTo>
                  <a:lnTo>
                    <a:pt x="1318845" y="613169"/>
                  </a:lnTo>
                  <a:lnTo>
                    <a:pt x="1303610" y="596604"/>
                  </a:lnTo>
                  <a:close/>
                  <a:moveTo>
                    <a:pt x="1107520" y="331392"/>
                  </a:moveTo>
                  <a:lnTo>
                    <a:pt x="1127298" y="350264"/>
                  </a:lnTo>
                  <a:lnTo>
                    <a:pt x="1104002" y="407023"/>
                  </a:lnTo>
                  <a:close/>
                  <a:moveTo>
                    <a:pt x="934077" y="149339"/>
                  </a:moveTo>
                  <a:lnTo>
                    <a:pt x="977759" y="169753"/>
                  </a:lnTo>
                  <a:lnTo>
                    <a:pt x="998567" y="127984"/>
                  </a:lnTo>
                  <a:close/>
                  <a:moveTo>
                    <a:pt x="977759" y="169753"/>
                  </a:moveTo>
                  <a:lnTo>
                    <a:pt x="1018378" y="125245"/>
                  </a:lnTo>
                  <a:lnTo>
                    <a:pt x="998567" y="127984"/>
                  </a:lnTo>
                  <a:close/>
                  <a:moveTo>
                    <a:pt x="998567" y="127984"/>
                  </a:moveTo>
                  <a:lnTo>
                    <a:pt x="1018378" y="125245"/>
                  </a:lnTo>
                  <a:lnTo>
                    <a:pt x="1001125" y="122218"/>
                  </a:lnTo>
                  <a:close/>
                  <a:moveTo>
                    <a:pt x="847298" y="97803"/>
                  </a:moveTo>
                  <a:lnTo>
                    <a:pt x="867619" y="95735"/>
                  </a:lnTo>
                  <a:lnTo>
                    <a:pt x="888952" y="52173"/>
                  </a:lnTo>
                  <a:close/>
                  <a:moveTo>
                    <a:pt x="867619" y="95735"/>
                  </a:moveTo>
                  <a:lnTo>
                    <a:pt x="930331" y="73709"/>
                  </a:lnTo>
                  <a:lnTo>
                    <a:pt x="888952" y="52173"/>
                  </a:lnTo>
                  <a:close/>
                  <a:moveTo>
                    <a:pt x="1184922" y="279855"/>
                  </a:moveTo>
                  <a:lnTo>
                    <a:pt x="1202871" y="331392"/>
                  </a:lnTo>
                  <a:lnTo>
                    <a:pt x="1223474" y="255761"/>
                  </a:lnTo>
                  <a:close/>
                  <a:moveTo>
                    <a:pt x="1055446" y="101151"/>
                  </a:moveTo>
                  <a:lnTo>
                    <a:pt x="1050791" y="133234"/>
                  </a:lnTo>
                  <a:lnTo>
                    <a:pt x="1083861" y="121975"/>
                  </a:lnTo>
                  <a:close/>
                  <a:moveTo>
                    <a:pt x="1055446" y="101151"/>
                  </a:moveTo>
                  <a:lnTo>
                    <a:pt x="1018378" y="125245"/>
                  </a:lnTo>
                  <a:lnTo>
                    <a:pt x="1050791" y="133234"/>
                  </a:lnTo>
                  <a:close/>
                  <a:moveTo>
                    <a:pt x="1122743" y="152688"/>
                  </a:moveTo>
                  <a:lnTo>
                    <a:pt x="1083861" y="121975"/>
                  </a:lnTo>
                  <a:lnTo>
                    <a:pt x="1113427" y="173312"/>
                  </a:lnTo>
                  <a:close/>
                  <a:moveTo>
                    <a:pt x="908201" y="0"/>
                  </a:moveTo>
                  <a:lnTo>
                    <a:pt x="946963" y="6469"/>
                  </a:lnTo>
                  <a:lnTo>
                    <a:pt x="923619" y="7110"/>
                  </a:lnTo>
                  <a:close/>
                  <a:moveTo>
                    <a:pt x="1122743" y="152688"/>
                  </a:moveTo>
                  <a:lnTo>
                    <a:pt x="1113427" y="173312"/>
                  </a:lnTo>
                  <a:lnTo>
                    <a:pt x="1143665" y="170894"/>
                  </a:lnTo>
                  <a:close/>
                  <a:moveTo>
                    <a:pt x="1285171" y="215712"/>
                  </a:moveTo>
                  <a:lnTo>
                    <a:pt x="1223474" y="255761"/>
                  </a:lnTo>
                  <a:lnTo>
                    <a:pt x="1288549" y="232390"/>
                  </a:lnTo>
                  <a:close/>
                  <a:moveTo>
                    <a:pt x="1288549" y="232390"/>
                  </a:moveTo>
                  <a:lnTo>
                    <a:pt x="1271641" y="300022"/>
                  </a:lnTo>
                  <a:lnTo>
                    <a:pt x="1297281" y="255761"/>
                  </a:lnTo>
                  <a:close/>
                  <a:moveTo>
                    <a:pt x="1297281" y="255761"/>
                  </a:moveTo>
                  <a:lnTo>
                    <a:pt x="1285171" y="215712"/>
                  </a:lnTo>
                  <a:lnTo>
                    <a:pt x="1288549" y="232390"/>
                  </a:lnTo>
                  <a:close/>
                  <a:moveTo>
                    <a:pt x="1278304" y="180131"/>
                  </a:moveTo>
                  <a:lnTo>
                    <a:pt x="1285171" y="215712"/>
                  </a:lnTo>
                  <a:lnTo>
                    <a:pt x="1297281" y="255761"/>
                  </a:lnTo>
                  <a:close/>
                  <a:moveTo>
                    <a:pt x="1228095" y="128594"/>
                  </a:moveTo>
                  <a:lnTo>
                    <a:pt x="1224533" y="163673"/>
                  </a:lnTo>
                  <a:lnTo>
                    <a:pt x="1239837" y="146507"/>
                  </a:lnTo>
                  <a:close/>
                  <a:moveTo>
                    <a:pt x="1239837" y="146507"/>
                  </a:moveTo>
                  <a:lnTo>
                    <a:pt x="1224533" y="163673"/>
                  </a:lnTo>
                  <a:lnTo>
                    <a:pt x="1226336" y="182244"/>
                  </a:lnTo>
                  <a:close/>
                  <a:moveTo>
                    <a:pt x="1259183" y="180131"/>
                  </a:moveTo>
                  <a:lnTo>
                    <a:pt x="1274425" y="175535"/>
                  </a:lnTo>
                  <a:lnTo>
                    <a:pt x="1239837" y="146507"/>
                  </a:lnTo>
                  <a:close/>
                  <a:moveTo>
                    <a:pt x="1226336" y="182244"/>
                  </a:moveTo>
                  <a:lnTo>
                    <a:pt x="1259183" y="180131"/>
                  </a:lnTo>
                  <a:lnTo>
                    <a:pt x="1239837" y="146507"/>
                  </a:lnTo>
                  <a:close/>
                  <a:moveTo>
                    <a:pt x="1259183" y="180131"/>
                  </a:moveTo>
                  <a:lnTo>
                    <a:pt x="1285171" y="215712"/>
                  </a:lnTo>
                  <a:lnTo>
                    <a:pt x="1277913" y="178295"/>
                  </a:lnTo>
                  <a:close/>
                  <a:moveTo>
                    <a:pt x="1277913" y="178295"/>
                  </a:moveTo>
                  <a:lnTo>
                    <a:pt x="1274425" y="175535"/>
                  </a:lnTo>
                  <a:lnTo>
                    <a:pt x="1259183" y="180131"/>
                  </a:lnTo>
                  <a:close/>
                  <a:moveTo>
                    <a:pt x="1224533" y="163673"/>
                  </a:moveTo>
                  <a:lnTo>
                    <a:pt x="1228095" y="128594"/>
                  </a:lnTo>
                  <a:lnTo>
                    <a:pt x="1231023" y="115691"/>
                  </a:lnTo>
                  <a:close/>
                  <a:moveTo>
                    <a:pt x="1277913" y="178295"/>
                  </a:moveTo>
                  <a:lnTo>
                    <a:pt x="1285171" y="215712"/>
                  </a:lnTo>
                  <a:lnTo>
                    <a:pt x="1278304" y="180131"/>
                  </a:lnTo>
                  <a:close/>
                  <a:moveTo>
                    <a:pt x="1277913" y="178295"/>
                  </a:moveTo>
                  <a:lnTo>
                    <a:pt x="1278304" y="180131"/>
                  </a:lnTo>
                  <a:lnTo>
                    <a:pt x="1274425" y="175535"/>
                  </a:lnTo>
                  <a:close/>
                  <a:moveTo>
                    <a:pt x="1178064" y="128594"/>
                  </a:moveTo>
                  <a:lnTo>
                    <a:pt x="1224533" y="163673"/>
                  </a:lnTo>
                  <a:lnTo>
                    <a:pt x="1231023" y="115691"/>
                  </a:lnTo>
                  <a:close/>
                </a:path>
              </a:pathLst>
            </a:custGeom>
            <a:solidFill>
              <a:srgbClr val="F1F3F5"/>
            </a:solidFill>
            <a:ln w="1524">
              <a:solidFill>
                <a:srgbClr val="F1F3F5"/>
              </a:solidFill>
            </a:ln>
          </p:spPr>
        </p:sp>
        <p:sp>
          <p:nvSpPr>
            <p:cNvPr id="4198" name="Output_density__4197">
              <a:extLst>
                <a:ext uri="{FF2B5EF4-FFF2-40B4-BE49-F238E27FC236}">
                  <a16:creationId xmlns:a16="http://schemas.microsoft.com/office/drawing/2014/main" id="{08D5518B-2795-393A-CB63-75B0A7012AD7}"/>
                </a:ext>
              </a:extLst>
            </p:cNvPr>
            <p:cNvSpPr>
              <a:spLocks noGrp="1"/>
            </p:cNvSpPr>
            <p:nvPr/>
          </p:nvSpPr>
          <p:spPr>
            <a:xfrm>
              <a:off x="15473105" y="3419645"/>
              <a:ext cx="1164570" cy="794901"/>
            </a:xfrm>
            <a:custGeom>
              <a:avLst/>
              <a:gdLst/>
              <a:ahLst/>
              <a:cxnLst/>
              <a:rect l="0" t="0" r="0" b="0"/>
              <a:pathLst>
                <a:path w="1164570" h="794901">
                  <a:moveTo>
                    <a:pt x="0" y="675299"/>
                  </a:moveTo>
                  <a:lnTo>
                    <a:pt x="12454" y="626079"/>
                  </a:lnTo>
                  <a:lnTo>
                    <a:pt x="3055" y="619092"/>
                  </a:lnTo>
                  <a:close/>
                  <a:moveTo>
                    <a:pt x="327110" y="794901"/>
                  </a:moveTo>
                  <a:lnTo>
                    <a:pt x="309694" y="787328"/>
                  </a:lnTo>
                  <a:lnTo>
                    <a:pt x="342090" y="777051"/>
                  </a:lnTo>
                  <a:close/>
                  <a:moveTo>
                    <a:pt x="342090" y="777051"/>
                  </a:moveTo>
                  <a:lnTo>
                    <a:pt x="309694" y="787328"/>
                  </a:lnTo>
                  <a:lnTo>
                    <a:pt x="365964" y="765492"/>
                  </a:lnTo>
                  <a:close/>
                  <a:moveTo>
                    <a:pt x="217290" y="448012"/>
                  </a:moveTo>
                  <a:lnTo>
                    <a:pt x="219915" y="443737"/>
                  </a:lnTo>
                  <a:lnTo>
                    <a:pt x="204738" y="495274"/>
                  </a:lnTo>
                  <a:close/>
                  <a:moveTo>
                    <a:pt x="1019437" y="735560"/>
                  </a:moveTo>
                  <a:lnTo>
                    <a:pt x="1045242" y="711466"/>
                  </a:lnTo>
                  <a:lnTo>
                    <a:pt x="1031252" y="736506"/>
                  </a:lnTo>
                  <a:close/>
                  <a:moveTo>
                    <a:pt x="1150506" y="75631"/>
                  </a:moveTo>
                  <a:lnTo>
                    <a:pt x="1148800" y="17247"/>
                  </a:lnTo>
                  <a:lnTo>
                    <a:pt x="1146251" y="61065"/>
                  </a:lnTo>
                  <a:close/>
                  <a:moveTo>
                    <a:pt x="1164570" y="0"/>
                  </a:moveTo>
                  <a:lnTo>
                    <a:pt x="1148800" y="17247"/>
                  </a:lnTo>
                  <a:lnTo>
                    <a:pt x="1150506" y="75631"/>
                  </a:lnTo>
                  <a:close/>
                </a:path>
              </a:pathLst>
            </a:custGeom>
            <a:solidFill>
              <a:srgbClr val="ECEFF1"/>
            </a:solidFill>
            <a:ln w="1524">
              <a:solidFill>
                <a:srgbClr val="ECEFF1"/>
              </a:solidFill>
            </a:ln>
          </p:spPr>
        </p:sp>
        <p:sp>
          <p:nvSpPr>
            <p:cNvPr id="4199" name="Output_density__4198">
              <a:extLst>
                <a:ext uri="{FF2B5EF4-FFF2-40B4-BE49-F238E27FC236}">
                  <a16:creationId xmlns:a16="http://schemas.microsoft.com/office/drawing/2014/main" id="{FE406506-32D7-C0FB-0E9A-292963DE4399}"/>
                </a:ext>
              </a:extLst>
            </p:cNvPr>
            <p:cNvSpPr>
              <a:spLocks noGrp="1"/>
            </p:cNvSpPr>
            <p:nvPr/>
          </p:nvSpPr>
          <p:spPr>
            <a:xfrm>
              <a:off x="15423138" y="3410044"/>
              <a:ext cx="1214537" cy="1171501"/>
            </a:xfrm>
            <a:custGeom>
              <a:avLst/>
              <a:gdLst/>
              <a:ahLst/>
              <a:cxnLst/>
              <a:rect l="0" t="0" r="0" b="0"/>
              <a:pathLst>
                <a:path w="1214537" h="1171501">
                  <a:moveTo>
                    <a:pt x="0" y="672755"/>
                  </a:moveTo>
                  <a:lnTo>
                    <a:pt x="49967" y="684899"/>
                  </a:lnTo>
                  <a:lnTo>
                    <a:pt x="32568" y="659622"/>
                  </a:lnTo>
                  <a:close/>
                  <a:moveTo>
                    <a:pt x="277640" y="877199"/>
                  </a:moveTo>
                  <a:lnTo>
                    <a:pt x="259833" y="850397"/>
                  </a:lnTo>
                  <a:lnTo>
                    <a:pt x="221943" y="843634"/>
                  </a:lnTo>
                  <a:close/>
                  <a:moveTo>
                    <a:pt x="622819" y="1159483"/>
                  </a:moveTo>
                  <a:lnTo>
                    <a:pt x="663550" y="1171501"/>
                  </a:lnTo>
                  <a:lnTo>
                    <a:pt x="638468" y="1161393"/>
                  </a:lnTo>
                  <a:close/>
                  <a:moveTo>
                    <a:pt x="364617" y="855643"/>
                  </a:moveTo>
                  <a:lnTo>
                    <a:pt x="396271" y="913818"/>
                  </a:lnTo>
                  <a:lnTo>
                    <a:pt x="367674" y="862282"/>
                  </a:lnTo>
                  <a:close/>
                  <a:moveTo>
                    <a:pt x="642819" y="964458"/>
                  </a:moveTo>
                  <a:lnTo>
                    <a:pt x="669011" y="923572"/>
                  </a:lnTo>
                  <a:lnTo>
                    <a:pt x="669302" y="917167"/>
                  </a:lnTo>
                  <a:close/>
                  <a:moveTo>
                    <a:pt x="635309" y="975732"/>
                  </a:moveTo>
                  <a:lnTo>
                    <a:pt x="654977" y="970139"/>
                  </a:lnTo>
                  <a:lnTo>
                    <a:pt x="642819" y="964458"/>
                  </a:lnTo>
                  <a:close/>
                  <a:moveTo>
                    <a:pt x="394943" y="736398"/>
                  </a:moveTo>
                  <a:lnTo>
                    <a:pt x="392058" y="786651"/>
                  </a:lnTo>
                  <a:lnTo>
                    <a:pt x="415931" y="775093"/>
                  </a:lnTo>
                  <a:close/>
                  <a:moveTo>
                    <a:pt x="394943" y="736398"/>
                  </a:moveTo>
                  <a:lnTo>
                    <a:pt x="415931" y="775093"/>
                  </a:lnTo>
                  <a:lnTo>
                    <a:pt x="440034" y="730309"/>
                  </a:lnTo>
                  <a:close/>
                  <a:moveTo>
                    <a:pt x="440034" y="730309"/>
                  </a:moveTo>
                  <a:lnTo>
                    <a:pt x="457939" y="730252"/>
                  </a:lnTo>
                  <a:lnTo>
                    <a:pt x="455094" y="711021"/>
                  </a:lnTo>
                  <a:close/>
                  <a:moveTo>
                    <a:pt x="454249" y="743679"/>
                  </a:moveTo>
                  <a:lnTo>
                    <a:pt x="457939" y="730252"/>
                  </a:lnTo>
                  <a:lnTo>
                    <a:pt x="440034" y="730309"/>
                  </a:lnTo>
                  <a:close/>
                  <a:moveTo>
                    <a:pt x="415931" y="775093"/>
                  </a:moveTo>
                  <a:lnTo>
                    <a:pt x="454249" y="743679"/>
                  </a:lnTo>
                  <a:lnTo>
                    <a:pt x="440034" y="730309"/>
                  </a:lnTo>
                  <a:close/>
                  <a:moveTo>
                    <a:pt x="282391" y="429244"/>
                  </a:moveTo>
                  <a:lnTo>
                    <a:pt x="269883" y="453338"/>
                  </a:lnTo>
                  <a:lnTo>
                    <a:pt x="251716" y="401801"/>
                  </a:lnTo>
                  <a:close/>
                  <a:moveTo>
                    <a:pt x="617788" y="550776"/>
                  </a:moveTo>
                  <a:lnTo>
                    <a:pt x="566787" y="585065"/>
                  </a:lnTo>
                  <a:lnTo>
                    <a:pt x="607714" y="563409"/>
                  </a:lnTo>
                  <a:close/>
                  <a:moveTo>
                    <a:pt x="617788" y="550776"/>
                  </a:moveTo>
                  <a:lnTo>
                    <a:pt x="601976" y="541955"/>
                  </a:lnTo>
                  <a:lnTo>
                    <a:pt x="568668" y="489985"/>
                  </a:lnTo>
                  <a:close/>
                  <a:moveTo>
                    <a:pt x="938398" y="831271"/>
                  </a:moveTo>
                  <a:lnTo>
                    <a:pt x="955013" y="853616"/>
                  </a:lnTo>
                  <a:lnTo>
                    <a:pt x="960611" y="838435"/>
                  </a:lnTo>
                  <a:close/>
                  <a:moveTo>
                    <a:pt x="936384" y="882893"/>
                  </a:moveTo>
                  <a:lnTo>
                    <a:pt x="955013" y="853616"/>
                  </a:lnTo>
                  <a:lnTo>
                    <a:pt x="938398" y="831271"/>
                  </a:lnTo>
                  <a:close/>
                  <a:moveTo>
                    <a:pt x="960611" y="838435"/>
                  </a:moveTo>
                  <a:lnTo>
                    <a:pt x="955872" y="779545"/>
                  </a:lnTo>
                  <a:lnTo>
                    <a:pt x="941754" y="820792"/>
                  </a:lnTo>
                  <a:close/>
                  <a:moveTo>
                    <a:pt x="810159" y="595833"/>
                  </a:moveTo>
                  <a:lnTo>
                    <a:pt x="842182" y="607780"/>
                  </a:lnTo>
                  <a:lnTo>
                    <a:pt x="825549" y="558560"/>
                  </a:lnTo>
                  <a:close/>
                  <a:moveTo>
                    <a:pt x="844469" y="654765"/>
                  </a:moveTo>
                  <a:lnTo>
                    <a:pt x="849234" y="614645"/>
                  </a:lnTo>
                  <a:lnTo>
                    <a:pt x="842182" y="607780"/>
                  </a:lnTo>
                  <a:close/>
                  <a:moveTo>
                    <a:pt x="1078643" y="669530"/>
                  </a:moveTo>
                  <a:lnTo>
                    <a:pt x="1095209" y="721067"/>
                  </a:lnTo>
                  <a:lnTo>
                    <a:pt x="1069216" y="693624"/>
                  </a:lnTo>
                  <a:close/>
                  <a:moveTo>
                    <a:pt x="1053862" y="549635"/>
                  </a:moveTo>
                  <a:lnTo>
                    <a:pt x="1075258" y="594983"/>
                  </a:lnTo>
                  <a:lnTo>
                    <a:pt x="1073959" y="617994"/>
                  </a:lnTo>
                  <a:close/>
                  <a:moveTo>
                    <a:pt x="791409" y="91462"/>
                  </a:moveTo>
                  <a:lnTo>
                    <a:pt x="824233" y="105976"/>
                  </a:lnTo>
                  <a:lnTo>
                    <a:pt x="865888" y="60347"/>
                  </a:lnTo>
                  <a:close/>
                  <a:moveTo>
                    <a:pt x="1027727" y="141407"/>
                  </a:moveTo>
                  <a:lnTo>
                    <a:pt x="1054933" y="133419"/>
                  </a:lnTo>
                  <a:lnTo>
                    <a:pt x="1060796" y="130149"/>
                  </a:lnTo>
                  <a:close/>
                  <a:moveTo>
                    <a:pt x="1196218" y="70666"/>
                  </a:moveTo>
                  <a:lnTo>
                    <a:pt x="1205030" y="136768"/>
                  </a:lnTo>
                  <a:lnTo>
                    <a:pt x="1200474" y="85231"/>
                  </a:lnTo>
                  <a:close/>
                  <a:moveTo>
                    <a:pt x="1196218" y="70666"/>
                  </a:moveTo>
                  <a:lnTo>
                    <a:pt x="1198768" y="26848"/>
                  </a:lnTo>
                  <a:lnTo>
                    <a:pt x="1159296" y="53944"/>
                  </a:lnTo>
                  <a:close/>
                  <a:moveTo>
                    <a:pt x="1205964" y="0"/>
                  </a:moveTo>
                  <a:lnTo>
                    <a:pt x="1198768" y="26848"/>
                  </a:lnTo>
                  <a:lnTo>
                    <a:pt x="1214537" y="9601"/>
                  </a:lnTo>
                  <a:close/>
                </a:path>
              </a:pathLst>
            </a:custGeom>
            <a:solidFill>
              <a:srgbClr val="EDF0F2"/>
            </a:solidFill>
            <a:ln w="1524">
              <a:solidFill>
                <a:srgbClr val="EDF0F2"/>
              </a:solidFill>
            </a:ln>
          </p:spPr>
        </p:sp>
        <p:sp>
          <p:nvSpPr>
            <p:cNvPr id="4200" name="Output_density__4199">
              <a:extLst>
                <a:ext uri="{FF2B5EF4-FFF2-40B4-BE49-F238E27FC236}">
                  <a16:creationId xmlns:a16="http://schemas.microsoft.com/office/drawing/2014/main" id="{2A0AB0BC-DCCB-F84C-8AEF-3D7404392226}"/>
                </a:ext>
              </a:extLst>
            </p:cNvPr>
            <p:cNvSpPr>
              <a:spLocks noGrp="1"/>
            </p:cNvSpPr>
            <p:nvPr/>
          </p:nvSpPr>
          <p:spPr>
            <a:xfrm>
              <a:off x="16412404" y="3445388"/>
              <a:ext cx="46174" cy="26882"/>
            </a:xfrm>
            <a:custGeom>
              <a:avLst/>
              <a:gdLst/>
              <a:ahLst/>
              <a:cxnLst/>
              <a:rect l="0" t="0" r="0" b="0"/>
              <a:pathLst>
                <a:path w="46174" h="26882">
                  <a:moveTo>
                    <a:pt x="38913" y="22445"/>
                  </a:moveTo>
                  <a:lnTo>
                    <a:pt x="46174" y="0"/>
                  </a:lnTo>
                  <a:lnTo>
                    <a:pt x="0" y="26882"/>
                  </a:lnTo>
                  <a:close/>
                </a:path>
              </a:pathLst>
            </a:custGeom>
            <a:solidFill>
              <a:srgbClr val="F5F7F8"/>
            </a:solidFill>
            <a:ln w="1524">
              <a:solidFill>
                <a:srgbClr val="F5F7F8"/>
              </a:solidFill>
            </a:ln>
          </p:spPr>
        </p:sp>
        <p:sp>
          <p:nvSpPr>
            <p:cNvPr id="4201" name="Output_density__4200">
              <a:extLst>
                <a:ext uri="{FF2B5EF4-FFF2-40B4-BE49-F238E27FC236}">
                  <a16:creationId xmlns:a16="http://schemas.microsoft.com/office/drawing/2014/main" id="{096F1D52-EE09-1399-C28C-9DED041FFB00}"/>
                </a:ext>
              </a:extLst>
            </p:cNvPr>
            <p:cNvSpPr>
              <a:spLocks noGrp="1"/>
            </p:cNvSpPr>
            <p:nvPr/>
          </p:nvSpPr>
          <p:spPr>
            <a:xfrm>
              <a:off x="15411515" y="3153354"/>
              <a:ext cx="1309036" cy="1572364"/>
            </a:xfrm>
            <a:custGeom>
              <a:avLst/>
              <a:gdLst/>
              <a:ahLst/>
              <a:cxnLst/>
              <a:rect l="0" t="0" r="0" b="0"/>
              <a:pathLst>
                <a:path w="1309036" h="1572364">
                  <a:moveTo>
                    <a:pt x="381098" y="1572364"/>
                  </a:moveTo>
                  <a:lnTo>
                    <a:pt x="350713" y="1534304"/>
                  </a:lnTo>
                  <a:lnTo>
                    <a:pt x="357073" y="1552010"/>
                  </a:lnTo>
                  <a:close/>
                  <a:moveTo>
                    <a:pt x="362227" y="1541585"/>
                  </a:moveTo>
                  <a:lnTo>
                    <a:pt x="350713" y="1534304"/>
                  </a:lnTo>
                  <a:lnTo>
                    <a:pt x="381098" y="1572364"/>
                  </a:lnTo>
                  <a:close/>
                  <a:moveTo>
                    <a:pt x="357073" y="1552010"/>
                  </a:moveTo>
                  <a:lnTo>
                    <a:pt x="350713" y="1534304"/>
                  </a:lnTo>
                  <a:lnTo>
                    <a:pt x="322054" y="1494861"/>
                  </a:lnTo>
                  <a:close/>
                  <a:moveTo>
                    <a:pt x="348999" y="1527916"/>
                  </a:moveTo>
                  <a:lnTo>
                    <a:pt x="322054" y="1494861"/>
                  </a:lnTo>
                  <a:lnTo>
                    <a:pt x="350713" y="1534304"/>
                  </a:lnTo>
                  <a:close/>
                  <a:moveTo>
                    <a:pt x="348999" y="1527916"/>
                  </a:moveTo>
                  <a:lnTo>
                    <a:pt x="305936" y="1476379"/>
                  </a:lnTo>
                  <a:lnTo>
                    <a:pt x="322054" y="1494861"/>
                  </a:lnTo>
                  <a:close/>
                  <a:moveTo>
                    <a:pt x="330809" y="1154319"/>
                  </a:moveTo>
                  <a:lnTo>
                    <a:pt x="296419" y="1118972"/>
                  </a:lnTo>
                  <a:lnTo>
                    <a:pt x="296686" y="1139027"/>
                  </a:lnTo>
                  <a:close/>
                  <a:moveTo>
                    <a:pt x="218745" y="1067435"/>
                  </a:moveTo>
                  <a:lnTo>
                    <a:pt x="213124" y="1063669"/>
                  </a:lnTo>
                  <a:lnTo>
                    <a:pt x="178739" y="1070010"/>
                  </a:lnTo>
                  <a:close/>
                  <a:moveTo>
                    <a:pt x="4065" y="885383"/>
                  </a:moveTo>
                  <a:lnTo>
                    <a:pt x="54228" y="933241"/>
                  </a:lnTo>
                  <a:lnTo>
                    <a:pt x="0" y="876602"/>
                  </a:lnTo>
                  <a:close/>
                  <a:moveTo>
                    <a:pt x="585806" y="1369621"/>
                  </a:moveTo>
                  <a:lnTo>
                    <a:pt x="635952" y="1404098"/>
                  </a:lnTo>
                  <a:lnTo>
                    <a:pt x="618367" y="1395845"/>
                  </a:lnTo>
                  <a:close/>
                  <a:moveTo>
                    <a:pt x="296419" y="1118972"/>
                  </a:moveTo>
                  <a:lnTo>
                    <a:pt x="330809" y="1154319"/>
                  </a:lnTo>
                  <a:lnTo>
                    <a:pt x="333060" y="1109456"/>
                  </a:lnTo>
                  <a:close/>
                  <a:moveTo>
                    <a:pt x="333060" y="1109456"/>
                  </a:moveTo>
                  <a:lnTo>
                    <a:pt x="330809" y="1154319"/>
                  </a:lnTo>
                  <a:lnTo>
                    <a:pt x="382423" y="1170049"/>
                  </a:lnTo>
                  <a:close/>
                  <a:moveTo>
                    <a:pt x="218745" y="1067435"/>
                  </a:moveTo>
                  <a:lnTo>
                    <a:pt x="271456" y="1107088"/>
                  </a:lnTo>
                  <a:lnTo>
                    <a:pt x="260446" y="1043341"/>
                  </a:lnTo>
                  <a:close/>
                  <a:moveTo>
                    <a:pt x="296419" y="1118972"/>
                  </a:moveTo>
                  <a:lnTo>
                    <a:pt x="333060" y="1109456"/>
                  </a:lnTo>
                  <a:lnTo>
                    <a:pt x="271456" y="1107088"/>
                  </a:lnTo>
                  <a:close/>
                  <a:moveTo>
                    <a:pt x="574195" y="1352561"/>
                  </a:moveTo>
                  <a:lnTo>
                    <a:pt x="585806" y="1369621"/>
                  </a:lnTo>
                  <a:lnTo>
                    <a:pt x="618367" y="1395845"/>
                  </a:lnTo>
                  <a:close/>
                  <a:moveTo>
                    <a:pt x="618367" y="1395845"/>
                  </a:moveTo>
                  <a:lnTo>
                    <a:pt x="635952" y="1404098"/>
                  </a:lnTo>
                  <a:lnTo>
                    <a:pt x="633960" y="1393215"/>
                  </a:lnTo>
                  <a:close/>
                  <a:moveTo>
                    <a:pt x="618367" y="1395845"/>
                  </a:moveTo>
                  <a:lnTo>
                    <a:pt x="633960" y="1393215"/>
                  </a:lnTo>
                  <a:lnTo>
                    <a:pt x="574195" y="1352561"/>
                  </a:lnTo>
                  <a:close/>
                  <a:moveTo>
                    <a:pt x="233944" y="925842"/>
                  </a:moveTo>
                  <a:lnTo>
                    <a:pt x="237523" y="940268"/>
                  </a:lnTo>
                  <a:lnTo>
                    <a:pt x="210350" y="918398"/>
                  </a:lnTo>
                  <a:close/>
                  <a:moveTo>
                    <a:pt x="297997" y="886990"/>
                  </a:moveTo>
                  <a:lnTo>
                    <a:pt x="288606" y="940268"/>
                  </a:lnTo>
                  <a:lnTo>
                    <a:pt x="289037" y="919035"/>
                  </a:lnTo>
                  <a:close/>
                  <a:moveTo>
                    <a:pt x="297997" y="886990"/>
                  </a:moveTo>
                  <a:lnTo>
                    <a:pt x="289037" y="919035"/>
                  </a:lnTo>
                  <a:lnTo>
                    <a:pt x="259940" y="879947"/>
                  </a:lnTo>
                  <a:close/>
                  <a:moveTo>
                    <a:pt x="185957" y="827198"/>
                  </a:moveTo>
                  <a:lnTo>
                    <a:pt x="197013" y="813101"/>
                  </a:lnTo>
                  <a:lnTo>
                    <a:pt x="162529" y="779381"/>
                  </a:lnTo>
                  <a:close/>
                  <a:moveTo>
                    <a:pt x="520473" y="1196525"/>
                  </a:moveTo>
                  <a:lnTo>
                    <a:pt x="503547" y="1181005"/>
                  </a:lnTo>
                  <a:lnTo>
                    <a:pt x="504683" y="1173857"/>
                  </a:lnTo>
                  <a:close/>
                  <a:moveTo>
                    <a:pt x="466827" y="1139413"/>
                  </a:moveTo>
                  <a:lnTo>
                    <a:pt x="504683" y="1173857"/>
                  </a:lnTo>
                  <a:lnTo>
                    <a:pt x="500792" y="1170705"/>
                  </a:lnTo>
                  <a:close/>
                  <a:moveTo>
                    <a:pt x="645780" y="1258120"/>
                  </a:moveTo>
                  <a:lnTo>
                    <a:pt x="676747" y="1270926"/>
                  </a:lnTo>
                  <a:lnTo>
                    <a:pt x="661555" y="1247741"/>
                  </a:lnTo>
                  <a:close/>
                  <a:moveTo>
                    <a:pt x="580542" y="1159301"/>
                  </a:moveTo>
                  <a:lnTo>
                    <a:pt x="606962" y="1218304"/>
                  </a:lnTo>
                  <a:lnTo>
                    <a:pt x="621750" y="1152170"/>
                  </a:lnTo>
                  <a:close/>
                  <a:moveTo>
                    <a:pt x="606962" y="1218304"/>
                  </a:moveTo>
                  <a:lnTo>
                    <a:pt x="651663" y="1149763"/>
                  </a:lnTo>
                  <a:lnTo>
                    <a:pt x="621750" y="1152170"/>
                  </a:lnTo>
                  <a:close/>
                  <a:moveTo>
                    <a:pt x="416816" y="953860"/>
                  </a:moveTo>
                  <a:lnTo>
                    <a:pt x="365444" y="1014017"/>
                  </a:lnTo>
                  <a:lnTo>
                    <a:pt x="406566" y="993088"/>
                  </a:lnTo>
                  <a:close/>
                  <a:moveTo>
                    <a:pt x="406566" y="993088"/>
                  </a:moveTo>
                  <a:lnTo>
                    <a:pt x="472868" y="946273"/>
                  </a:lnTo>
                  <a:lnTo>
                    <a:pt x="416816" y="953860"/>
                  </a:lnTo>
                  <a:close/>
                  <a:moveTo>
                    <a:pt x="416816" y="953860"/>
                  </a:moveTo>
                  <a:lnTo>
                    <a:pt x="472868" y="946273"/>
                  </a:lnTo>
                  <a:lnTo>
                    <a:pt x="451605" y="900817"/>
                  </a:lnTo>
                  <a:close/>
                  <a:moveTo>
                    <a:pt x="414105" y="893322"/>
                  </a:moveTo>
                  <a:lnTo>
                    <a:pt x="451605" y="900817"/>
                  </a:lnTo>
                  <a:lnTo>
                    <a:pt x="373778" y="863364"/>
                  </a:lnTo>
                  <a:close/>
                  <a:moveTo>
                    <a:pt x="414105" y="893322"/>
                  </a:moveTo>
                  <a:lnTo>
                    <a:pt x="373778" y="863364"/>
                  </a:lnTo>
                  <a:lnTo>
                    <a:pt x="400723" y="892080"/>
                  </a:lnTo>
                  <a:close/>
                  <a:moveTo>
                    <a:pt x="651663" y="1149763"/>
                  </a:moveTo>
                  <a:lnTo>
                    <a:pt x="672818" y="1154954"/>
                  </a:lnTo>
                  <a:lnTo>
                    <a:pt x="675040" y="1146829"/>
                  </a:lnTo>
                  <a:close/>
                  <a:moveTo>
                    <a:pt x="672818" y="1154954"/>
                  </a:moveTo>
                  <a:lnTo>
                    <a:pt x="677410" y="1149763"/>
                  </a:lnTo>
                  <a:lnTo>
                    <a:pt x="675040" y="1146829"/>
                  </a:lnTo>
                  <a:close/>
                  <a:moveTo>
                    <a:pt x="675179" y="1083972"/>
                  </a:moveTo>
                  <a:lnTo>
                    <a:pt x="675040" y="1146829"/>
                  </a:lnTo>
                  <a:lnTo>
                    <a:pt x="677410" y="1149763"/>
                  </a:lnTo>
                  <a:close/>
                  <a:moveTo>
                    <a:pt x="581725" y="1028824"/>
                  </a:moveTo>
                  <a:lnTo>
                    <a:pt x="604211" y="1073119"/>
                  </a:lnTo>
                  <a:lnTo>
                    <a:pt x="604477" y="1040727"/>
                  </a:lnTo>
                  <a:close/>
                  <a:moveTo>
                    <a:pt x="564708" y="1097819"/>
                  </a:moveTo>
                  <a:lnTo>
                    <a:pt x="604211" y="1073119"/>
                  </a:lnTo>
                  <a:lnTo>
                    <a:pt x="581725" y="1028824"/>
                  </a:lnTo>
                  <a:close/>
                  <a:moveTo>
                    <a:pt x="604477" y="1040727"/>
                  </a:moveTo>
                  <a:lnTo>
                    <a:pt x="604211" y="1073119"/>
                  </a:lnTo>
                  <a:lnTo>
                    <a:pt x="675179" y="1083972"/>
                  </a:lnTo>
                  <a:close/>
                  <a:moveTo>
                    <a:pt x="651566" y="1040427"/>
                  </a:moveTo>
                  <a:lnTo>
                    <a:pt x="604477" y="1040727"/>
                  </a:lnTo>
                  <a:lnTo>
                    <a:pt x="675179" y="1083972"/>
                  </a:lnTo>
                  <a:close/>
                  <a:moveTo>
                    <a:pt x="254804" y="685934"/>
                  </a:moveTo>
                  <a:lnTo>
                    <a:pt x="310119" y="713666"/>
                  </a:lnTo>
                  <a:lnTo>
                    <a:pt x="272419" y="681574"/>
                  </a:lnTo>
                  <a:close/>
                  <a:moveTo>
                    <a:pt x="272419" y="681574"/>
                  </a:moveTo>
                  <a:lnTo>
                    <a:pt x="283917" y="737470"/>
                  </a:lnTo>
                  <a:lnTo>
                    <a:pt x="294015" y="685934"/>
                  </a:lnTo>
                  <a:close/>
                  <a:moveTo>
                    <a:pt x="318622" y="685934"/>
                  </a:moveTo>
                  <a:lnTo>
                    <a:pt x="368543" y="716025"/>
                  </a:lnTo>
                  <a:lnTo>
                    <a:pt x="381086" y="713377"/>
                  </a:lnTo>
                  <a:close/>
                  <a:moveTo>
                    <a:pt x="353288" y="661840"/>
                  </a:moveTo>
                  <a:lnTo>
                    <a:pt x="318622" y="685934"/>
                  </a:lnTo>
                  <a:lnTo>
                    <a:pt x="381086" y="713377"/>
                  </a:lnTo>
                  <a:close/>
                  <a:moveTo>
                    <a:pt x="335267" y="631389"/>
                  </a:moveTo>
                  <a:lnTo>
                    <a:pt x="307595" y="628215"/>
                  </a:lnTo>
                  <a:lnTo>
                    <a:pt x="353288" y="661840"/>
                  </a:lnTo>
                  <a:close/>
                  <a:moveTo>
                    <a:pt x="279049" y="613441"/>
                  </a:moveTo>
                  <a:lnTo>
                    <a:pt x="293459" y="634397"/>
                  </a:lnTo>
                  <a:lnTo>
                    <a:pt x="253252" y="571670"/>
                  </a:lnTo>
                  <a:close/>
                  <a:moveTo>
                    <a:pt x="218952" y="561573"/>
                  </a:moveTo>
                  <a:lnTo>
                    <a:pt x="279049" y="613441"/>
                  </a:lnTo>
                  <a:lnTo>
                    <a:pt x="253252" y="571670"/>
                  </a:lnTo>
                  <a:close/>
                  <a:moveTo>
                    <a:pt x="381086" y="713377"/>
                  </a:moveTo>
                  <a:lnTo>
                    <a:pt x="383111" y="730291"/>
                  </a:lnTo>
                  <a:lnTo>
                    <a:pt x="413023" y="747429"/>
                  </a:lnTo>
                  <a:close/>
                  <a:moveTo>
                    <a:pt x="748860" y="1124797"/>
                  </a:moveTo>
                  <a:lnTo>
                    <a:pt x="760944" y="1174864"/>
                  </a:lnTo>
                  <a:lnTo>
                    <a:pt x="723491" y="1107439"/>
                  </a:lnTo>
                  <a:close/>
                  <a:moveTo>
                    <a:pt x="460214" y="740819"/>
                  </a:moveTo>
                  <a:lnTo>
                    <a:pt x="432139" y="764913"/>
                  </a:lnTo>
                  <a:lnTo>
                    <a:pt x="478043" y="815853"/>
                  </a:lnTo>
                  <a:close/>
                  <a:moveTo>
                    <a:pt x="432139" y="764913"/>
                  </a:moveTo>
                  <a:lnTo>
                    <a:pt x="460214" y="740819"/>
                  </a:lnTo>
                  <a:lnTo>
                    <a:pt x="413023" y="747429"/>
                  </a:lnTo>
                  <a:close/>
                  <a:moveTo>
                    <a:pt x="353288" y="661840"/>
                  </a:moveTo>
                  <a:lnTo>
                    <a:pt x="381086" y="713377"/>
                  </a:lnTo>
                  <a:lnTo>
                    <a:pt x="352048" y="654818"/>
                  </a:lnTo>
                  <a:close/>
                  <a:moveTo>
                    <a:pt x="335267" y="631389"/>
                  </a:moveTo>
                  <a:lnTo>
                    <a:pt x="353288" y="661840"/>
                  </a:lnTo>
                  <a:lnTo>
                    <a:pt x="352048" y="654818"/>
                  </a:lnTo>
                  <a:close/>
                  <a:moveTo>
                    <a:pt x="794452" y="922872"/>
                  </a:moveTo>
                  <a:lnTo>
                    <a:pt x="788443" y="968102"/>
                  </a:lnTo>
                  <a:lnTo>
                    <a:pt x="819467" y="949198"/>
                  </a:lnTo>
                  <a:close/>
                  <a:moveTo>
                    <a:pt x="757463" y="892049"/>
                  </a:moveTo>
                  <a:lnTo>
                    <a:pt x="725310" y="892970"/>
                  </a:lnTo>
                  <a:lnTo>
                    <a:pt x="794452" y="922872"/>
                  </a:lnTo>
                  <a:close/>
                  <a:moveTo>
                    <a:pt x="696674" y="819798"/>
                  </a:moveTo>
                  <a:lnTo>
                    <a:pt x="708367" y="843892"/>
                  </a:lnTo>
                  <a:lnTo>
                    <a:pt x="728099" y="871335"/>
                  </a:lnTo>
                  <a:close/>
                  <a:moveTo>
                    <a:pt x="569347" y="665189"/>
                  </a:moveTo>
                  <a:lnTo>
                    <a:pt x="561240" y="682434"/>
                  </a:lnTo>
                  <a:lnTo>
                    <a:pt x="564227" y="740819"/>
                  </a:lnTo>
                  <a:close/>
                  <a:moveTo>
                    <a:pt x="569347" y="665189"/>
                  </a:moveTo>
                  <a:lnTo>
                    <a:pt x="522232" y="630409"/>
                  </a:lnTo>
                  <a:lnTo>
                    <a:pt x="552873" y="651151"/>
                  </a:lnTo>
                  <a:close/>
                  <a:moveTo>
                    <a:pt x="493798" y="615542"/>
                  </a:moveTo>
                  <a:lnTo>
                    <a:pt x="506430" y="652189"/>
                  </a:lnTo>
                  <a:lnTo>
                    <a:pt x="552873" y="651151"/>
                  </a:lnTo>
                  <a:close/>
                  <a:moveTo>
                    <a:pt x="426584" y="528331"/>
                  </a:moveTo>
                  <a:lnTo>
                    <a:pt x="464382" y="562116"/>
                  </a:lnTo>
                  <a:lnTo>
                    <a:pt x="409802" y="520362"/>
                  </a:lnTo>
                  <a:close/>
                  <a:moveTo>
                    <a:pt x="728099" y="871335"/>
                  </a:moveTo>
                  <a:lnTo>
                    <a:pt x="725310" y="892970"/>
                  </a:lnTo>
                  <a:lnTo>
                    <a:pt x="757463" y="892049"/>
                  </a:lnTo>
                  <a:close/>
                  <a:moveTo>
                    <a:pt x="757463" y="892049"/>
                  </a:moveTo>
                  <a:lnTo>
                    <a:pt x="794452" y="922872"/>
                  </a:lnTo>
                  <a:lnTo>
                    <a:pt x="784368" y="857744"/>
                  </a:lnTo>
                  <a:close/>
                  <a:moveTo>
                    <a:pt x="784368" y="857744"/>
                  </a:moveTo>
                  <a:lnTo>
                    <a:pt x="794452" y="922872"/>
                  </a:lnTo>
                  <a:lnTo>
                    <a:pt x="821782" y="852523"/>
                  </a:lnTo>
                  <a:close/>
                  <a:moveTo>
                    <a:pt x="821782" y="852523"/>
                  </a:moveTo>
                  <a:lnTo>
                    <a:pt x="794452" y="922872"/>
                  </a:lnTo>
                  <a:lnTo>
                    <a:pt x="825264" y="912435"/>
                  </a:lnTo>
                  <a:close/>
                  <a:moveTo>
                    <a:pt x="825264" y="912435"/>
                  </a:moveTo>
                  <a:lnTo>
                    <a:pt x="819467" y="949198"/>
                  </a:lnTo>
                  <a:lnTo>
                    <a:pt x="854027" y="922872"/>
                  </a:lnTo>
                  <a:close/>
                  <a:moveTo>
                    <a:pt x="769347" y="847241"/>
                  </a:moveTo>
                  <a:lnTo>
                    <a:pt x="728099" y="871335"/>
                  </a:lnTo>
                  <a:lnTo>
                    <a:pt x="757463" y="892049"/>
                  </a:lnTo>
                  <a:close/>
                  <a:moveTo>
                    <a:pt x="769347" y="847241"/>
                  </a:moveTo>
                  <a:lnTo>
                    <a:pt x="696674" y="819798"/>
                  </a:lnTo>
                  <a:lnTo>
                    <a:pt x="728099" y="871335"/>
                  </a:lnTo>
                  <a:close/>
                  <a:moveTo>
                    <a:pt x="561874" y="660923"/>
                  </a:moveTo>
                  <a:lnTo>
                    <a:pt x="561240" y="682434"/>
                  </a:lnTo>
                  <a:lnTo>
                    <a:pt x="569347" y="665189"/>
                  </a:lnTo>
                  <a:close/>
                  <a:moveTo>
                    <a:pt x="561874" y="660923"/>
                  </a:moveTo>
                  <a:lnTo>
                    <a:pt x="569347" y="665189"/>
                  </a:lnTo>
                  <a:lnTo>
                    <a:pt x="552873" y="651151"/>
                  </a:lnTo>
                  <a:close/>
                  <a:moveTo>
                    <a:pt x="1034955" y="918649"/>
                  </a:moveTo>
                  <a:lnTo>
                    <a:pt x="1080216" y="919835"/>
                  </a:lnTo>
                  <a:lnTo>
                    <a:pt x="1086882" y="851673"/>
                  </a:lnTo>
                  <a:close/>
                  <a:moveTo>
                    <a:pt x="1034955" y="918649"/>
                  </a:moveTo>
                  <a:lnTo>
                    <a:pt x="1086882" y="851673"/>
                  </a:lnTo>
                  <a:lnTo>
                    <a:pt x="1032509" y="857895"/>
                  </a:lnTo>
                  <a:close/>
                  <a:moveTo>
                    <a:pt x="984166" y="859215"/>
                  </a:moveTo>
                  <a:lnTo>
                    <a:pt x="1034955" y="918649"/>
                  </a:lnTo>
                  <a:lnTo>
                    <a:pt x="1032509" y="857895"/>
                  </a:lnTo>
                  <a:close/>
                  <a:moveTo>
                    <a:pt x="974443" y="804376"/>
                  </a:moveTo>
                  <a:lnTo>
                    <a:pt x="991402" y="837979"/>
                  </a:lnTo>
                  <a:lnTo>
                    <a:pt x="913961" y="823147"/>
                  </a:lnTo>
                  <a:close/>
                  <a:moveTo>
                    <a:pt x="1037222" y="834617"/>
                  </a:moveTo>
                  <a:lnTo>
                    <a:pt x="991402" y="837979"/>
                  </a:lnTo>
                  <a:lnTo>
                    <a:pt x="963806" y="823147"/>
                  </a:lnTo>
                  <a:close/>
                  <a:moveTo>
                    <a:pt x="984166" y="859215"/>
                  </a:moveTo>
                  <a:lnTo>
                    <a:pt x="1032509" y="857895"/>
                  </a:lnTo>
                  <a:lnTo>
                    <a:pt x="963806" y="823147"/>
                  </a:lnTo>
                  <a:close/>
                  <a:moveTo>
                    <a:pt x="1065485" y="806325"/>
                  </a:moveTo>
                  <a:lnTo>
                    <a:pt x="1032509" y="857895"/>
                  </a:lnTo>
                  <a:lnTo>
                    <a:pt x="1086882" y="851673"/>
                  </a:lnTo>
                  <a:close/>
                  <a:moveTo>
                    <a:pt x="1051938" y="779357"/>
                  </a:moveTo>
                  <a:lnTo>
                    <a:pt x="991402" y="837979"/>
                  </a:lnTo>
                  <a:lnTo>
                    <a:pt x="1037222" y="834617"/>
                  </a:lnTo>
                  <a:close/>
                  <a:moveTo>
                    <a:pt x="1051938" y="779357"/>
                  </a:moveTo>
                  <a:lnTo>
                    <a:pt x="1037222" y="834617"/>
                  </a:lnTo>
                  <a:lnTo>
                    <a:pt x="1065740" y="799053"/>
                  </a:lnTo>
                  <a:close/>
                  <a:moveTo>
                    <a:pt x="1167727" y="878032"/>
                  </a:moveTo>
                  <a:lnTo>
                    <a:pt x="1143859" y="843334"/>
                  </a:lnTo>
                  <a:lnTo>
                    <a:pt x="1171082" y="883945"/>
                  </a:lnTo>
                  <a:close/>
                  <a:moveTo>
                    <a:pt x="1292169" y="861467"/>
                  </a:moveTo>
                  <a:lnTo>
                    <a:pt x="1251489" y="856558"/>
                  </a:lnTo>
                  <a:lnTo>
                    <a:pt x="1309036" y="910498"/>
                  </a:lnTo>
                  <a:close/>
                  <a:moveTo>
                    <a:pt x="1251489" y="856558"/>
                  </a:moveTo>
                  <a:lnTo>
                    <a:pt x="1183789" y="898351"/>
                  </a:lnTo>
                  <a:lnTo>
                    <a:pt x="1233093" y="908016"/>
                  </a:lnTo>
                  <a:close/>
                  <a:moveTo>
                    <a:pt x="1251489" y="856558"/>
                  </a:moveTo>
                  <a:lnTo>
                    <a:pt x="1189513" y="868961"/>
                  </a:lnTo>
                  <a:lnTo>
                    <a:pt x="1183789" y="898351"/>
                  </a:lnTo>
                  <a:close/>
                  <a:moveTo>
                    <a:pt x="1189513" y="868961"/>
                  </a:moveTo>
                  <a:lnTo>
                    <a:pt x="1251489" y="856558"/>
                  </a:lnTo>
                  <a:lnTo>
                    <a:pt x="1203184" y="835966"/>
                  </a:lnTo>
                  <a:close/>
                  <a:moveTo>
                    <a:pt x="1251489" y="856558"/>
                  </a:moveTo>
                  <a:lnTo>
                    <a:pt x="1252365" y="845167"/>
                  </a:lnTo>
                  <a:lnTo>
                    <a:pt x="1203184" y="835966"/>
                  </a:lnTo>
                  <a:close/>
                  <a:moveTo>
                    <a:pt x="1156797" y="802402"/>
                  </a:moveTo>
                  <a:lnTo>
                    <a:pt x="1122806" y="759724"/>
                  </a:lnTo>
                  <a:lnTo>
                    <a:pt x="1134831" y="774959"/>
                  </a:lnTo>
                  <a:close/>
                  <a:moveTo>
                    <a:pt x="1156797" y="802402"/>
                  </a:moveTo>
                  <a:lnTo>
                    <a:pt x="1134831" y="774959"/>
                  </a:lnTo>
                  <a:lnTo>
                    <a:pt x="1141858" y="826496"/>
                  </a:lnTo>
                  <a:close/>
                  <a:moveTo>
                    <a:pt x="1131139" y="647792"/>
                  </a:moveTo>
                  <a:lnTo>
                    <a:pt x="1131497" y="702840"/>
                  </a:lnTo>
                  <a:lnTo>
                    <a:pt x="1162354" y="683312"/>
                  </a:lnTo>
                  <a:close/>
                  <a:moveTo>
                    <a:pt x="681702" y="132426"/>
                  </a:moveTo>
                  <a:lnTo>
                    <a:pt x="662922" y="90052"/>
                  </a:lnTo>
                  <a:lnTo>
                    <a:pt x="683346" y="136190"/>
                  </a:lnTo>
                  <a:close/>
                  <a:moveTo>
                    <a:pt x="1252365" y="845167"/>
                  </a:moveTo>
                  <a:lnTo>
                    <a:pt x="1248943" y="795884"/>
                  </a:lnTo>
                  <a:lnTo>
                    <a:pt x="1203184" y="835966"/>
                  </a:lnTo>
                  <a:close/>
                  <a:moveTo>
                    <a:pt x="1131139" y="647792"/>
                  </a:moveTo>
                  <a:lnTo>
                    <a:pt x="1162354" y="683312"/>
                  </a:lnTo>
                  <a:lnTo>
                    <a:pt x="1148181" y="623698"/>
                  </a:lnTo>
                  <a:close/>
                  <a:moveTo>
                    <a:pt x="896760" y="264864"/>
                  </a:moveTo>
                  <a:lnTo>
                    <a:pt x="877511" y="317037"/>
                  </a:lnTo>
                  <a:lnTo>
                    <a:pt x="937027" y="332853"/>
                  </a:lnTo>
                  <a:close/>
                  <a:moveTo>
                    <a:pt x="842223" y="224877"/>
                  </a:moveTo>
                  <a:lnTo>
                    <a:pt x="894619" y="262942"/>
                  </a:lnTo>
                  <a:lnTo>
                    <a:pt x="824304" y="223043"/>
                  </a:lnTo>
                  <a:close/>
                  <a:moveTo>
                    <a:pt x="894619" y="262942"/>
                  </a:moveTo>
                  <a:lnTo>
                    <a:pt x="896760" y="264864"/>
                  </a:lnTo>
                  <a:lnTo>
                    <a:pt x="824304" y="223043"/>
                  </a:lnTo>
                  <a:close/>
                  <a:moveTo>
                    <a:pt x="842223" y="224877"/>
                  </a:moveTo>
                  <a:lnTo>
                    <a:pt x="824304" y="223043"/>
                  </a:lnTo>
                  <a:lnTo>
                    <a:pt x="820175" y="211405"/>
                  </a:lnTo>
                  <a:close/>
                  <a:moveTo>
                    <a:pt x="689369" y="108332"/>
                  </a:moveTo>
                  <a:lnTo>
                    <a:pt x="656489" y="80890"/>
                  </a:lnTo>
                  <a:lnTo>
                    <a:pt x="681702" y="132426"/>
                  </a:lnTo>
                  <a:close/>
                  <a:moveTo>
                    <a:pt x="1058393" y="341921"/>
                  </a:moveTo>
                  <a:lnTo>
                    <a:pt x="1044005" y="366015"/>
                  </a:lnTo>
                  <a:lnTo>
                    <a:pt x="1072420" y="386839"/>
                  </a:lnTo>
                  <a:close/>
                  <a:moveTo>
                    <a:pt x="849952" y="32702"/>
                  </a:moveTo>
                  <a:lnTo>
                    <a:pt x="789952" y="0"/>
                  </a:lnTo>
                  <a:lnTo>
                    <a:pt x="822825" y="17452"/>
                  </a:lnTo>
                  <a:close/>
                  <a:moveTo>
                    <a:pt x="1219582" y="380554"/>
                  </a:moveTo>
                  <a:lnTo>
                    <a:pt x="1156323" y="390962"/>
                  </a:lnTo>
                  <a:lnTo>
                    <a:pt x="1166623" y="393458"/>
                  </a:lnTo>
                  <a:close/>
                  <a:moveTo>
                    <a:pt x="1171535" y="318891"/>
                  </a:moveTo>
                  <a:lnTo>
                    <a:pt x="1156323" y="390962"/>
                  </a:lnTo>
                  <a:lnTo>
                    <a:pt x="1219582" y="380554"/>
                  </a:lnTo>
                  <a:close/>
                  <a:moveTo>
                    <a:pt x="1156323" y="390962"/>
                  </a:moveTo>
                  <a:lnTo>
                    <a:pt x="1171535" y="318891"/>
                  </a:lnTo>
                  <a:lnTo>
                    <a:pt x="1128169" y="325475"/>
                  </a:lnTo>
                  <a:close/>
                  <a:moveTo>
                    <a:pt x="1101548" y="360844"/>
                  </a:moveTo>
                  <a:lnTo>
                    <a:pt x="1156323" y="390962"/>
                  </a:lnTo>
                  <a:lnTo>
                    <a:pt x="1128169" y="325475"/>
                  </a:lnTo>
                  <a:close/>
                  <a:moveTo>
                    <a:pt x="1157529" y="317828"/>
                  </a:moveTo>
                  <a:lnTo>
                    <a:pt x="1171535" y="318891"/>
                  </a:lnTo>
                  <a:lnTo>
                    <a:pt x="1170919" y="310634"/>
                  </a:lnTo>
                  <a:close/>
                  <a:moveTo>
                    <a:pt x="837041" y="24460"/>
                  </a:moveTo>
                  <a:lnTo>
                    <a:pt x="852019" y="84239"/>
                  </a:lnTo>
                  <a:lnTo>
                    <a:pt x="849952" y="32702"/>
                  </a:lnTo>
                  <a:close/>
                  <a:moveTo>
                    <a:pt x="837041" y="24460"/>
                  </a:moveTo>
                  <a:lnTo>
                    <a:pt x="845446" y="80370"/>
                  </a:lnTo>
                  <a:lnTo>
                    <a:pt x="852019" y="84239"/>
                  </a:lnTo>
                  <a:close/>
                  <a:moveTo>
                    <a:pt x="788922" y="25598"/>
                  </a:moveTo>
                  <a:lnTo>
                    <a:pt x="822825" y="17452"/>
                  </a:lnTo>
                  <a:lnTo>
                    <a:pt x="777078" y="21090"/>
                  </a:lnTo>
                  <a:close/>
                  <a:moveTo>
                    <a:pt x="788922" y="25598"/>
                  </a:moveTo>
                  <a:lnTo>
                    <a:pt x="837041" y="24460"/>
                  </a:lnTo>
                  <a:lnTo>
                    <a:pt x="822825" y="17452"/>
                  </a:lnTo>
                  <a:close/>
                </a:path>
              </a:pathLst>
            </a:custGeom>
            <a:solidFill>
              <a:srgbClr val="F1F3F5"/>
            </a:solidFill>
            <a:ln w="1524">
              <a:solidFill>
                <a:srgbClr val="F1F3F5"/>
              </a:solidFill>
            </a:ln>
          </p:spPr>
        </p:sp>
        <p:sp>
          <p:nvSpPr>
            <p:cNvPr id="4202" name="Output_density__4201">
              <a:extLst>
                <a:ext uri="{FF2B5EF4-FFF2-40B4-BE49-F238E27FC236}">
                  <a16:creationId xmlns:a16="http://schemas.microsoft.com/office/drawing/2014/main" id="{8958E534-9425-E136-4CFD-F784AF554FA2}"/>
                </a:ext>
              </a:extLst>
            </p:cNvPr>
            <p:cNvSpPr>
              <a:spLocks noGrp="1"/>
            </p:cNvSpPr>
            <p:nvPr/>
          </p:nvSpPr>
          <p:spPr>
            <a:xfrm>
              <a:off x="15576988" y="2594157"/>
              <a:ext cx="1320362" cy="2134573"/>
            </a:xfrm>
            <a:custGeom>
              <a:avLst/>
              <a:gdLst/>
              <a:ahLst/>
              <a:cxnLst/>
              <a:rect l="0" t="0" r="0" b="0"/>
              <a:pathLst>
                <a:path w="1320362" h="2134573">
                  <a:moveTo>
                    <a:pt x="252373" y="2134056"/>
                  </a:moveTo>
                  <a:lnTo>
                    <a:pt x="196754" y="2100782"/>
                  </a:lnTo>
                  <a:lnTo>
                    <a:pt x="215625" y="2131561"/>
                  </a:lnTo>
                  <a:close/>
                  <a:moveTo>
                    <a:pt x="299230" y="2134573"/>
                  </a:moveTo>
                  <a:lnTo>
                    <a:pt x="319375" y="2114555"/>
                  </a:lnTo>
                  <a:lnTo>
                    <a:pt x="276365" y="2088860"/>
                  </a:lnTo>
                  <a:close/>
                  <a:moveTo>
                    <a:pt x="299230" y="2134573"/>
                  </a:moveTo>
                  <a:lnTo>
                    <a:pt x="276365" y="2088860"/>
                  </a:lnTo>
                  <a:lnTo>
                    <a:pt x="252373" y="2134056"/>
                  </a:lnTo>
                  <a:close/>
                  <a:moveTo>
                    <a:pt x="319375" y="2114555"/>
                  </a:moveTo>
                  <a:lnTo>
                    <a:pt x="308576" y="2131938"/>
                  </a:lnTo>
                  <a:lnTo>
                    <a:pt x="332808" y="2125214"/>
                  </a:lnTo>
                  <a:close/>
                  <a:moveTo>
                    <a:pt x="68094" y="1659521"/>
                  </a:moveTo>
                  <a:lnTo>
                    <a:pt x="53272" y="1626632"/>
                  </a:lnTo>
                  <a:lnTo>
                    <a:pt x="56758" y="1650726"/>
                  </a:lnTo>
                  <a:close/>
                  <a:moveTo>
                    <a:pt x="105983" y="1666285"/>
                  </a:moveTo>
                  <a:lnTo>
                    <a:pt x="53272" y="1626632"/>
                  </a:lnTo>
                  <a:lnTo>
                    <a:pt x="68094" y="1659521"/>
                  </a:lnTo>
                  <a:close/>
                  <a:moveTo>
                    <a:pt x="56758" y="1650726"/>
                  </a:moveTo>
                  <a:lnTo>
                    <a:pt x="53272" y="1626632"/>
                  </a:lnTo>
                  <a:lnTo>
                    <a:pt x="13266" y="1629207"/>
                  </a:lnTo>
                  <a:close/>
                  <a:moveTo>
                    <a:pt x="123790" y="1693086"/>
                  </a:moveTo>
                  <a:lnTo>
                    <a:pt x="130946" y="1678169"/>
                  </a:lnTo>
                  <a:lnTo>
                    <a:pt x="105983" y="1666285"/>
                  </a:lnTo>
                  <a:close/>
                  <a:moveTo>
                    <a:pt x="210767" y="1671530"/>
                  </a:moveTo>
                  <a:lnTo>
                    <a:pt x="167587" y="1668653"/>
                  </a:lnTo>
                  <a:lnTo>
                    <a:pt x="216950" y="1729246"/>
                  </a:lnTo>
                  <a:close/>
                  <a:moveTo>
                    <a:pt x="105983" y="1666285"/>
                  </a:moveTo>
                  <a:lnTo>
                    <a:pt x="167587" y="1668653"/>
                  </a:lnTo>
                  <a:lnTo>
                    <a:pt x="176789" y="1621439"/>
                  </a:lnTo>
                  <a:close/>
                  <a:moveTo>
                    <a:pt x="105983" y="1666285"/>
                  </a:moveTo>
                  <a:lnTo>
                    <a:pt x="176789" y="1621439"/>
                  </a:lnTo>
                  <a:lnTo>
                    <a:pt x="131456" y="1626622"/>
                  </a:lnTo>
                  <a:close/>
                  <a:moveTo>
                    <a:pt x="470479" y="1963295"/>
                  </a:moveTo>
                  <a:lnTo>
                    <a:pt x="484618" y="1977280"/>
                  </a:lnTo>
                  <a:lnTo>
                    <a:pt x="506420" y="1980489"/>
                  </a:lnTo>
                  <a:close/>
                  <a:moveTo>
                    <a:pt x="408721" y="1911758"/>
                  </a:moveTo>
                  <a:lnTo>
                    <a:pt x="468487" y="1952412"/>
                  </a:lnTo>
                  <a:lnTo>
                    <a:pt x="403297" y="1904685"/>
                  </a:lnTo>
                  <a:close/>
                  <a:moveTo>
                    <a:pt x="233073" y="1590653"/>
                  </a:moveTo>
                  <a:lnTo>
                    <a:pt x="241093" y="1552285"/>
                  </a:lnTo>
                  <a:lnTo>
                    <a:pt x="199971" y="1573214"/>
                  </a:lnTo>
                  <a:close/>
                  <a:moveTo>
                    <a:pt x="94467" y="1439144"/>
                  </a:moveTo>
                  <a:lnTo>
                    <a:pt x="118057" y="1475371"/>
                  </a:lnTo>
                  <a:lnTo>
                    <a:pt x="83287" y="1423835"/>
                  </a:lnTo>
                  <a:close/>
                  <a:moveTo>
                    <a:pt x="123564" y="1478232"/>
                  </a:moveTo>
                  <a:lnTo>
                    <a:pt x="118057" y="1475371"/>
                  </a:lnTo>
                  <a:lnTo>
                    <a:pt x="94467" y="1439144"/>
                  </a:lnTo>
                  <a:close/>
                  <a:moveTo>
                    <a:pt x="11318" y="1396392"/>
                  </a:moveTo>
                  <a:lnTo>
                    <a:pt x="0" y="1377237"/>
                  </a:lnTo>
                  <a:lnTo>
                    <a:pt x="8581" y="1447929"/>
                  </a:lnTo>
                  <a:close/>
                  <a:moveTo>
                    <a:pt x="0" y="1377237"/>
                  </a:moveTo>
                  <a:lnTo>
                    <a:pt x="11318" y="1396392"/>
                  </a:lnTo>
                  <a:lnTo>
                    <a:pt x="20484" y="1386395"/>
                  </a:lnTo>
                  <a:close/>
                  <a:moveTo>
                    <a:pt x="76390" y="1420741"/>
                  </a:moveTo>
                  <a:lnTo>
                    <a:pt x="94467" y="1439144"/>
                  </a:lnTo>
                  <a:lnTo>
                    <a:pt x="34425" y="1396392"/>
                  </a:lnTo>
                  <a:close/>
                  <a:moveTo>
                    <a:pt x="480307" y="1817317"/>
                  </a:moveTo>
                  <a:lnTo>
                    <a:pt x="496082" y="1806938"/>
                  </a:lnTo>
                  <a:lnTo>
                    <a:pt x="445988" y="1794324"/>
                  </a:lnTo>
                  <a:close/>
                  <a:moveTo>
                    <a:pt x="399654" y="1782161"/>
                  </a:moveTo>
                  <a:lnTo>
                    <a:pt x="441489" y="1777501"/>
                  </a:lnTo>
                  <a:lnTo>
                    <a:pt x="415069" y="1718497"/>
                  </a:lnTo>
                  <a:close/>
                  <a:moveTo>
                    <a:pt x="507345" y="1714151"/>
                  </a:moveTo>
                  <a:lnTo>
                    <a:pt x="486190" y="1708960"/>
                  </a:lnTo>
                  <a:lnTo>
                    <a:pt x="441489" y="1777501"/>
                  </a:lnTo>
                  <a:close/>
                  <a:moveTo>
                    <a:pt x="488969" y="1780345"/>
                  </a:moveTo>
                  <a:lnTo>
                    <a:pt x="507345" y="1714151"/>
                  </a:lnTo>
                  <a:lnTo>
                    <a:pt x="441489" y="1777501"/>
                  </a:lnTo>
                  <a:close/>
                  <a:moveTo>
                    <a:pt x="286184" y="1546196"/>
                  </a:moveTo>
                  <a:lnTo>
                    <a:pt x="307395" y="1505470"/>
                  </a:lnTo>
                  <a:lnTo>
                    <a:pt x="241093" y="1552285"/>
                  </a:lnTo>
                  <a:close/>
                  <a:moveTo>
                    <a:pt x="208304" y="1422561"/>
                  </a:moveTo>
                  <a:lnTo>
                    <a:pt x="205876" y="1399741"/>
                  </a:lnTo>
                  <a:lnTo>
                    <a:pt x="235250" y="1451277"/>
                  </a:lnTo>
                  <a:close/>
                  <a:moveTo>
                    <a:pt x="128542" y="1245131"/>
                  </a:moveTo>
                  <a:lnTo>
                    <a:pt x="118443" y="1296667"/>
                  </a:lnTo>
                  <a:lnTo>
                    <a:pt x="116033" y="1269225"/>
                  </a:lnTo>
                  <a:close/>
                  <a:moveTo>
                    <a:pt x="416252" y="1588021"/>
                  </a:moveTo>
                  <a:lnTo>
                    <a:pt x="439003" y="1599924"/>
                  </a:lnTo>
                  <a:lnTo>
                    <a:pt x="422406" y="1581793"/>
                  </a:lnTo>
                  <a:close/>
                  <a:moveTo>
                    <a:pt x="439003" y="1599924"/>
                  </a:moveTo>
                  <a:lnTo>
                    <a:pt x="486093" y="1599624"/>
                  </a:lnTo>
                  <a:lnTo>
                    <a:pt x="437862" y="1538109"/>
                  </a:lnTo>
                  <a:close/>
                  <a:moveTo>
                    <a:pt x="217638" y="1289488"/>
                  </a:moveTo>
                  <a:lnTo>
                    <a:pt x="266666" y="1324110"/>
                  </a:lnTo>
                  <a:lnTo>
                    <a:pt x="247550" y="1306626"/>
                  </a:lnTo>
                  <a:close/>
                  <a:moveTo>
                    <a:pt x="217638" y="1289488"/>
                  </a:moveTo>
                  <a:lnTo>
                    <a:pt x="282667" y="1337344"/>
                  </a:lnTo>
                  <a:lnTo>
                    <a:pt x="266666" y="1324110"/>
                  </a:lnTo>
                  <a:close/>
                  <a:moveTo>
                    <a:pt x="215613" y="1272574"/>
                  </a:moveTo>
                  <a:lnTo>
                    <a:pt x="203070" y="1275222"/>
                  </a:lnTo>
                  <a:lnTo>
                    <a:pt x="217638" y="1289488"/>
                  </a:lnTo>
                  <a:close/>
                  <a:moveTo>
                    <a:pt x="266666" y="1324110"/>
                  </a:moveTo>
                  <a:lnTo>
                    <a:pt x="282667" y="1337344"/>
                  </a:lnTo>
                  <a:lnTo>
                    <a:pt x="312570" y="1375050"/>
                  </a:lnTo>
                  <a:close/>
                  <a:moveTo>
                    <a:pt x="357421" y="1368061"/>
                  </a:moveTo>
                  <a:lnTo>
                    <a:pt x="312570" y="1375050"/>
                  </a:lnTo>
                  <a:lnTo>
                    <a:pt x="282667" y="1337344"/>
                  </a:lnTo>
                  <a:close/>
                  <a:moveTo>
                    <a:pt x="357421" y="1368061"/>
                  </a:moveTo>
                  <a:lnTo>
                    <a:pt x="368213" y="1375647"/>
                  </a:lnTo>
                  <a:lnTo>
                    <a:pt x="379598" y="1316078"/>
                  </a:lnTo>
                  <a:close/>
                  <a:moveTo>
                    <a:pt x="379598" y="1316078"/>
                  </a:moveTo>
                  <a:lnTo>
                    <a:pt x="368213" y="1375647"/>
                  </a:lnTo>
                  <a:lnTo>
                    <a:pt x="414818" y="1305872"/>
                  </a:lnTo>
                  <a:close/>
                  <a:moveTo>
                    <a:pt x="414818" y="1305872"/>
                  </a:moveTo>
                  <a:lnTo>
                    <a:pt x="398754" y="1300016"/>
                  </a:lnTo>
                  <a:lnTo>
                    <a:pt x="379598" y="1316078"/>
                  </a:lnTo>
                  <a:close/>
                  <a:moveTo>
                    <a:pt x="312570" y="1375050"/>
                  </a:moveTo>
                  <a:lnTo>
                    <a:pt x="357421" y="1368061"/>
                  </a:lnTo>
                  <a:lnTo>
                    <a:pt x="379598" y="1316078"/>
                  </a:lnTo>
                  <a:close/>
                  <a:moveTo>
                    <a:pt x="336398" y="1329236"/>
                  </a:moveTo>
                  <a:lnTo>
                    <a:pt x="312570" y="1375050"/>
                  </a:lnTo>
                  <a:lnTo>
                    <a:pt x="379598" y="1316078"/>
                  </a:lnTo>
                  <a:close/>
                  <a:moveTo>
                    <a:pt x="784548" y="1647158"/>
                  </a:moveTo>
                  <a:lnTo>
                    <a:pt x="768945" y="1636679"/>
                  </a:lnTo>
                  <a:lnTo>
                    <a:pt x="782534" y="1698780"/>
                  </a:lnTo>
                  <a:close/>
                  <a:moveTo>
                    <a:pt x="782534" y="1698780"/>
                  </a:moveTo>
                  <a:lnTo>
                    <a:pt x="768945" y="1636679"/>
                  </a:lnTo>
                  <a:lnTo>
                    <a:pt x="726136" y="1643906"/>
                  </a:lnTo>
                  <a:close/>
                  <a:moveTo>
                    <a:pt x="726136" y="1643906"/>
                  </a:moveTo>
                  <a:lnTo>
                    <a:pt x="724760" y="1636679"/>
                  </a:lnTo>
                  <a:lnTo>
                    <a:pt x="748138" y="1688215"/>
                  </a:lnTo>
                  <a:close/>
                  <a:moveTo>
                    <a:pt x="394562" y="1284359"/>
                  </a:moveTo>
                  <a:lnTo>
                    <a:pt x="336398" y="1329236"/>
                  </a:lnTo>
                  <a:lnTo>
                    <a:pt x="379598" y="1316078"/>
                  </a:lnTo>
                  <a:close/>
                  <a:moveTo>
                    <a:pt x="394562" y="1284359"/>
                  </a:moveTo>
                  <a:lnTo>
                    <a:pt x="379598" y="1316078"/>
                  </a:lnTo>
                  <a:lnTo>
                    <a:pt x="398754" y="1300016"/>
                  </a:lnTo>
                  <a:close/>
                  <a:moveTo>
                    <a:pt x="398754" y="1300016"/>
                  </a:moveTo>
                  <a:lnTo>
                    <a:pt x="395767" y="1241631"/>
                  </a:lnTo>
                  <a:lnTo>
                    <a:pt x="394562" y="1284359"/>
                  </a:lnTo>
                  <a:close/>
                  <a:moveTo>
                    <a:pt x="379575" y="1248480"/>
                  </a:moveTo>
                  <a:lnTo>
                    <a:pt x="403874" y="1224386"/>
                  </a:lnTo>
                  <a:lnTo>
                    <a:pt x="398754" y="1300016"/>
                  </a:lnTo>
                  <a:close/>
                  <a:moveTo>
                    <a:pt x="359946" y="1196943"/>
                  </a:moveTo>
                  <a:lnTo>
                    <a:pt x="356759" y="1189606"/>
                  </a:lnTo>
                  <a:lnTo>
                    <a:pt x="403874" y="1224386"/>
                  </a:lnTo>
                  <a:close/>
                  <a:moveTo>
                    <a:pt x="356759" y="1189606"/>
                  </a:moveTo>
                  <a:lnTo>
                    <a:pt x="328325" y="1174739"/>
                  </a:lnTo>
                  <a:lnTo>
                    <a:pt x="387400" y="1210348"/>
                  </a:lnTo>
                  <a:close/>
                  <a:moveTo>
                    <a:pt x="755042" y="1576619"/>
                  </a:moveTo>
                  <a:lnTo>
                    <a:pt x="784843" y="1634159"/>
                  </a:lnTo>
                  <a:lnTo>
                    <a:pt x="802426" y="1579103"/>
                  </a:lnTo>
                  <a:close/>
                  <a:moveTo>
                    <a:pt x="802426" y="1579103"/>
                  </a:moveTo>
                  <a:lnTo>
                    <a:pt x="784843" y="1634159"/>
                  </a:lnTo>
                  <a:lnTo>
                    <a:pt x="854242" y="1598157"/>
                  </a:lnTo>
                  <a:close/>
                  <a:moveTo>
                    <a:pt x="656309" y="1411720"/>
                  </a:moveTo>
                  <a:lnTo>
                    <a:pt x="638020" y="1406438"/>
                  </a:lnTo>
                  <a:lnTo>
                    <a:pt x="618895" y="1416941"/>
                  </a:lnTo>
                  <a:close/>
                  <a:moveTo>
                    <a:pt x="656309" y="1411720"/>
                  </a:moveTo>
                  <a:lnTo>
                    <a:pt x="659790" y="1471632"/>
                  </a:lnTo>
                  <a:lnTo>
                    <a:pt x="688332" y="1423668"/>
                  </a:lnTo>
                  <a:close/>
                  <a:moveTo>
                    <a:pt x="603874" y="1406438"/>
                  </a:moveTo>
                  <a:lnTo>
                    <a:pt x="531279" y="1374660"/>
                  </a:lnTo>
                  <a:lnTo>
                    <a:pt x="531201" y="1378995"/>
                  </a:lnTo>
                  <a:close/>
                  <a:moveTo>
                    <a:pt x="656309" y="1411720"/>
                  </a:moveTo>
                  <a:lnTo>
                    <a:pt x="640678" y="1361684"/>
                  </a:lnTo>
                  <a:lnTo>
                    <a:pt x="638020" y="1406438"/>
                  </a:lnTo>
                  <a:close/>
                  <a:moveTo>
                    <a:pt x="624838" y="1399323"/>
                  </a:moveTo>
                  <a:lnTo>
                    <a:pt x="638020" y="1406438"/>
                  </a:lnTo>
                  <a:lnTo>
                    <a:pt x="638756" y="1354902"/>
                  </a:lnTo>
                  <a:close/>
                  <a:moveTo>
                    <a:pt x="626031" y="1335610"/>
                  </a:moveTo>
                  <a:lnTo>
                    <a:pt x="638756" y="1354902"/>
                  </a:lnTo>
                  <a:lnTo>
                    <a:pt x="601541" y="1292777"/>
                  </a:lnTo>
                  <a:close/>
                  <a:moveTo>
                    <a:pt x="888751" y="1524924"/>
                  </a:moveTo>
                  <a:lnTo>
                    <a:pt x="930127" y="1529268"/>
                  </a:lnTo>
                  <a:lnTo>
                    <a:pt x="914743" y="1479032"/>
                  </a:lnTo>
                  <a:close/>
                  <a:moveTo>
                    <a:pt x="888751" y="1524924"/>
                  </a:moveTo>
                  <a:lnTo>
                    <a:pt x="914743" y="1479032"/>
                  </a:lnTo>
                  <a:lnTo>
                    <a:pt x="869482" y="1477846"/>
                  </a:lnTo>
                  <a:close/>
                  <a:moveTo>
                    <a:pt x="914743" y="1479032"/>
                  </a:moveTo>
                  <a:lnTo>
                    <a:pt x="930127" y="1529268"/>
                  </a:lnTo>
                  <a:lnTo>
                    <a:pt x="941359" y="1536954"/>
                  </a:lnTo>
                  <a:close/>
                  <a:moveTo>
                    <a:pt x="818693" y="1418412"/>
                  </a:moveTo>
                  <a:lnTo>
                    <a:pt x="865580" y="1461323"/>
                  </a:lnTo>
                  <a:lnTo>
                    <a:pt x="869482" y="1477846"/>
                  </a:lnTo>
                  <a:close/>
                  <a:moveTo>
                    <a:pt x="900266" y="1358250"/>
                  </a:moveTo>
                  <a:lnTo>
                    <a:pt x="871749" y="1393814"/>
                  </a:lnTo>
                  <a:lnTo>
                    <a:pt x="900012" y="1365522"/>
                  </a:lnTo>
                  <a:close/>
                  <a:moveTo>
                    <a:pt x="900012" y="1365522"/>
                  </a:moveTo>
                  <a:lnTo>
                    <a:pt x="871749" y="1393814"/>
                  </a:lnTo>
                  <a:lnTo>
                    <a:pt x="867036" y="1417092"/>
                  </a:lnTo>
                  <a:close/>
                  <a:moveTo>
                    <a:pt x="900266" y="1358250"/>
                  </a:moveTo>
                  <a:lnTo>
                    <a:pt x="882309" y="1298395"/>
                  </a:lnTo>
                  <a:lnTo>
                    <a:pt x="886465" y="1338554"/>
                  </a:lnTo>
                  <a:close/>
                  <a:moveTo>
                    <a:pt x="881706" y="1282620"/>
                  </a:moveTo>
                  <a:lnTo>
                    <a:pt x="882309" y="1298395"/>
                  </a:lnTo>
                  <a:lnTo>
                    <a:pt x="900266" y="1358250"/>
                  </a:lnTo>
                  <a:close/>
                  <a:moveTo>
                    <a:pt x="1089011" y="1361599"/>
                  </a:moveTo>
                  <a:lnTo>
                    <a:pt x="1086891" y="1404364"/>
                  </a:lnTo>
                  <a:lnTo>
                    <a:pt x="1096123" y="1382777"/>
                  </a:lnTo>
                  <a:close/>
                  <a:moveTo>
                    <a:pt x="1096123" y="1382777"/>
                  </a:moveTo>
                  <a:lnTo>
                    <a:pt x="1086891" y="1404364"/>
                  </a:lnTo>
                  <a:lnTo>
                    <a:pt x="1086016" y="1415755"/>
                  </a:lnTo>
                  <a:close/>
                  <a:moveTo>
                    <a:pt x="1096123" y="1382777"/>
                  </a:moveTo>
                  <a:lnTo>
                    <a:pt x="1086016" y="1415755"/>
                  </a:lnTo>
                  <a:lnTo>
                    <a:pt x="1126696" y="1420664"/>
                  </a:lnTo>
                  <a:close/>
                  <a:moveTo>
                    <a:pt x="882309" y="1298395"/>
                  </a:moveTo>
                  <a:lnTo>
                    <a:pt x="881706" y="1282620"/>
                  </a:lnTo>
                  <a:lnTo>
                    <a:pt x="888601" y="1274074"/>
                  </a:lnTo>
                  <a:close/>
                  <a:moveTo>
                    <a:pt x="1040492" y="1289296"/>
                  </a:moveTo>
                  <a:lnTo>
                    <a:pt x="1066921" y="1329701"/>
                  </a:lnTo>
                  <a:lnTo>
                    <a:pt x="1051980" y="1310062"/>
                  </a:lnTo>
                  <a:close/>
                  <a:moveTo>
                    <a:pt x="1083470" y="1355081"/>
                  </a:moveTo>
                  <a:lnTo>
                    <a:pt x="1066921" y="1329701"/>
                  </a:lnTo>
                  <a:lnTo>
                    <a:pt x="1040492" y="1289296"/>
                  </a:lnTo>
                  <a:close/>
                  <a:moveTo>
                    <a:pt x="1083470" y="1355081"/>
                  </a:moveTo>
                  <a:lnTo>
                    <a:pt x="1086891" y="1404364"/>
                  </a:lnTo>
                  <a:lnTo>
                    <a:pt x="1089011" y="1361599"/>
                  </a:lnTo>
                  <a:close/>
                  <a:moveTo>
                    <a:pt x="1083470" y="1355081"/>
                  </a:moveTo>
                  <a:lnTo>
                    <a:pt x="1089011" y="1361599"/>
                  </a:lnTo>
                  <a:lnTo>
                    <a:pt x="1066921" y="1329701"/>
                  </a:lnTo>
                  <a:close/>
                  <a:moveTo>
                    <a:pt x="902829" y="1105317"/>
                  </a:moveTo>
                  <a:lnTo>
                    <a:pt x="890577" y="1103916"/>
                  </a:lnTo>
                  <a:lnTo>
                    <a:pt x="934729" y="1149069"/>
                  </a:lnTo>
                  <a:close/>
                  <a:moveTo>
                    <a:pt x="690991" y="897770"/>
                  </a:moveTo>
                  <a:lnTo>
                    <a:pt x="731287" y="824061"/>
                  </a:lnTo>
                  <a:lnTo>
                    <a:pt x="729146" y="822139"/>
                  </a:lnTo>
                  <a:close/>
                  <a:moveTo>
                    <a:pt x="42899" y="0"/>
                  </a:moveTo>
                  <a:lnTo>
                    <a:pt x="55865" y="52202"/>
                  </a:lnTo>
                  <a:lnTo>
                    <a:pt x="72308" y="14073"/>
                  </a:lnTo>
                  <a:close/>
                  <a:moveTo>
                    <a:pt x="1297771" y="1420291"/>
                  </a:moveTo>
                  <a:lnTo>
                    <a:pt x="1314181" y="1469693"/>
                  </a:lnTo>
                  <a:lnTo>
                    <a:pt x="1320362" y="1492115"/>
                  </a:lnTo>
                  <a:close/>
                  <a:moveTo>
                    <a:pt x="892920" y="901118"/>
                  </a:moveTo>
                  <a:lnTo>
                    <a:pt x="906946" y="946036"/>
                  </a:lnTo>
                  <a:lnTo>
                    <a:pt x="936075" y="920041"/>
                  </a:lnTo>
                  <a:close/>
                  <a:moveTo>
                    <a:pt x="881462" y="890529"/>
                  </a:moveTo>
                  <a:lnTo>
                    <a:pt x="853187" y="863665"/>
                  </a:lnTo>
                  <a:lnTo>
                    <a:pt x="892920" y="901118"/>
                  </a:lnTo>
                  <a:close/>
                  <a:moveTo>
                    <a:pt x="1042369" y="886553"/>
                  </a:moveTo>
                  <a:lnTo>
                    <a:pt x="1006062" y="878088"/>
                  </a:lnTo>
                  <a:lnTo>
                    <a:pt x="1054109" y="939751"/>
                  </a:lnTo>
                  <a:close/>
                  <a:moveTo>
                    <a:pt x="962696" y="884672"/>
                  </a:moveTo>
                  <a:lnTo>
                    <a:pt x="1006062" y="878088"/>
                  </a:lnTo>
                  <a:lnTo>
                    <a:pt x="992056" y="877024"/>
                  </a:lnTo>
                  <a:close/>
                  <a:moveTo>
                    <a:pt x="1006062" y="878088"/>
                  </a:moveTo>
                  <a:lnTo>
                    <a:pt x="1042369" y="886553"/>
                  </a:lnTo>
                  <a:lnTo>
                    <a:pt x="1005446" y="869831"/>
                  </a:lnTo>
                  <a:close/>
                  <a:moveTo>
                    <a:pt x="679973" y="639567"/>
                  </a:moveTo>
                  <a:lnTo>
                    <a:pt x="676872" y="649634"/>
                  </a:lnTo>
                  <a:lnTo>
                    <a:pt x="686546" y="643436"/>
                  </a:lnTo>
                  <a:close/>
                </a:path>
              </a:pathLst>
            </a:custGeom>
            <a:solidFill>
              <a:srgbClr val="EFF2F3"/>
            </a:solidFill>
            <a:ln w="1524">
              <a:solidFill>
                <a:srgbClr val="EFF2F3"/>
              </a:solidFill>
            </a:ln>
          </p:spPr>
        </p:sp>
        <p:sp>
          <p:nvSpPr>
            <p:cNvPr id="4203" name="Output_density__4202">
              <a:extLst>
                <a:ext uri="{FF2B5EF4-FFF2-40B4-BE49-F238E27FC236}">
                  <a16:creationId xmlns:a16="http://schemas.microsoft.com/office/drawing/2014/main" id="{524DF03E-CECD-8193-9F59-8C1AADA296A8}"/>
                </a:ext>
              </a:extLst>
            </p:cNvPr>
            <p:cNvSpPr>
              <a:spLocks noGrp="1"/>
            </p:cNvSpPr>
            <p:nvPr/>
          </p:nvSpPr>
          <p:spPr>
            <a:xfrm>
              <a:off x="15597472" y="2770414"/>
              <a:ext cx="1299878" cy="1958316"/>
            </a:xfrm>
            <a:custGeom>
              <a:avLst/>
              <a:gdLst/>
              <a:ahLst/>
              <a:cxnLst/>
              <a:rect l="0" t="0" r="0" b="0"/>
              <a:pathLst>
                <a:path w="1299878" h="1958316">
                  <a:moveTo>
                    <a:pt x="231888" y="1957799"/>
                  </a:moveTo>
                  <a:lnTo>
                    <a:pt x="195141" y="1955304"/>
                  </a:lnTo>
                  <a:lnTo>
                    <a:pt x="278746" y="1958316"/>
                  </a:lnTo>
                  <a:close/>
                  <a:moveTo>
                    <a:pt x="288092" y="1955680"/>
                  </a:moveTo>
                  <a:lnTo>
                    <a:pt x="298891" y="1938298"/>
                  </a:lnTo>
                  <a:lnTo>
                    <a:pt x="278746" y="1958316"/>
                  </a:lnTo>
                  <a:close/>
                  <a:moveTo>
                    <a:pt x="361337" y="1957531"/>
                  </a:moveTo>
                  <a:lnTo>
                    <a:pt x="312324" y="1948957"/>
                  </a:lnTo>
                  <a:lnTo>
                    <a:pt x="288092" y="1955680"/>
                  </a:lnTo>
                  <a:close/>
                  <a:moveTo>
                    <a:pt x="94945" y="1525345"/>
                  </a:moveTo>
                  <a:lnTo>
                    <a:pt x="134969" y="1553448"/>
                  </a:lnTo>
                  <a:lnTo>
                    <a:pt x="69145" y="1563782"/>
                  </a:lnTo>
                  <a:close/>
                  <a:moveTo>
                    <a:pt x="156305" y="1445182"/>
                  </a:moveTo>
                  <a:lnTo>
                    <a:pt x="147103" y="1492395"/>
                  </a:lnTo>
                  <a:lnTo>
                    <a:pt x="138464" y="1450375"/>
                  </a:lnTo>
                  <a:close/>
                  <a:moveTo>
                    <a:pt x="524145" y="1812193"/>
                  </a:moveTo>
                  <a:lnTo>
                    <a:pt x="449995" y="1787037"/>
                  </a:lnTo>
                  <a:lnTo>
                    <a:pt x="485935" y="1804232"/>
                  </a:lnTo>
                  <a:close/>
                  <a:moveTo>
                    <a:pt x="156305" y="1445182"/>
                  </a:moveTo>
                  <a:lnTo>
                    <a:pt x="212589" y="1414396"/>
                  </a:lnTo>
                  <a:lnTo>
                    <a:pt x="179287" y="1403487"/>
                  </a:lnTo>
                  <a:close/>
                  <a:moveTo>
                    <a:pt x="212589" y="1414396"/>
                  </a:moveTo>
                  <a:lnTo>
                    <a:pt x="217724" y="1426281"/>
                  </a:lnTo>
                  <a:lnTo>
                    <a:pt x="220609" y="1376028"/>
                  </a:lnTo>
                  <a:close/>
                  <a:moveTo>
                    <a:pt x="20812" y="1205389"/>
                  </a:moveTo>
                  <a:lnTo>
                    <a:pt x="11056" y="1196041"/>
                  </a:lnTo>
                  <a:lnTo>
                    <a:pt x="0" y="1210138"/>
                  </a:lnTo>
                  <a:close/>
                  <a:moveTo>
                    <a:pt x="13941" y="1220134"/>
                  </a:moveTo>
                  <a:lnTo>
                    <a:pt x="73983" y="1262887"/>
                  </a:lnTo>
                  <a:lnTo>
                    <a:pt x="20812" y="1205389"/>
                  </a:lnTo>
                  <a:close/>
                  <a:moveTo>
                    <a:pt x="0" y="1210138"/>
                  </a:moveTo>
                  <a:lnTo>
                    <a:pt x="13941" y="1220134"/>
                  </a:lnTo>
                  <a:lnTo>
                    <a:pt x="20812" y="1205389"/>
                  </a:lnTo>
                  <a:close/>
                  <a:moveTo>
                    <a:pt x="418519" y="1423667"/>
                  </a:moveTo>
                  <a:lnTo>
                    <a:pt x="417378" y="1361852"/>
                  </a:lnTo>
                  <a:lnTo>
                    <a:pt x="401922" y="1405536"/>
                  </a:lnTo>
                  <a:close/>
                  <a:moveTo>
                    <a:pt x="762050" y="1522522"/>
                  </a:moveTo>
                  <a:lnTo>
                    <a:pt x="705651" y="1467648"/>
                  </a:lnTo>
                  <a:lnTo>
                    <a:pt x="727098" y="1512956"/>
                  </a:lnTo>
                  <a:close/>
                  <a:moveTo>
                    <a:pt x="359090" y="1072222"/>
                  </a:moveTo>
                  <a:lnTo>
                    <a:pt x="339462" y="1020686"/>
                  </a:lnTo>
                  <a:lnTo>
                    <a:pt x="383390" y="1048129"/>
                  </a:lnTo>
                  <a:close/>
                  <a:moveTo>
                    <a:pt x="620194" y="1185427"/>
                  </a:moveTo>
                  <a:lnTo>
                    <a:pt x="618272" y="1178644"/>
                  </a:lnTo>
                  <a:lnTo>
                    <a:pt x="617536" y="1230181"/>
                  </a:lnTo>
                  <a:close/>
                  <a:moveTo>
                    <a:pt x="781942" y="1402846"/>
                  </a:moveTo>
                  <a:lnTo>
                    <a:pt x="833758" y="1421900"/>
                  </a:lnTo>
                  <a:lnTo>
                    <a:pt x="864225" y="1400911"/>
                  </a:lnTo>
                  <a:close/>
                  <a:moveTo>
                    <a:pt x="864225" y="1400911"/>
                  </a:moveTo>
                  <a:lnTo>
                    <a:pt x="833758" y="1421900"/>
                  </a:lnTo>
                  <a:lnTo>
                    <a:pt x="906886" y="1385736"/>
                  </a:lnTo>
                  <a:close/>
                  <a:moveTo>
                    <a:pt x="909643" y="1353011"/>
                  </a:moveTo>
                  <a:lnTo>
                    <a:pt x="864225" y="1400911"/>
                  </a:lnTo>
                  <a:lnTo>
                    <a:pt x="906886" y="1385736"/>
                  </a:lnTo>
                  <a:close/>
                  <a:moveTo>
                    <a:pt x="909643" y="1353011"/>
                  </a:moveTo>
                  <a:lnTo>
                    <a:pt x="868266" y="1348667"/>
                  </a:lnTo>
                  <a:lnTo>
                    <a:pt x="864225" y="1400911"/>
                  </a:lnTo>
                  <a:close/>
                  <a:moveTo>
                    <a:pt x="909643" y="1353011"/>
                  </a:moveTo>
                  <a:lnTo>
                    <a:pt x="906886" y="1385736"/>
                  </a:lnTo>
                  <a:lnTo>
                    <a:pt x="920875" y="1360697"/>
                  </a:lnTo>
                  <a:close/>
                  <a:moveTo>
                    <a:pt x="862521" y="1130456"/>
                  </a:moveTo>
                  <a:lnTo>
                    <a:pt x="861222" y="1106362"/>
                  </a:lnTo>
                  <a:lnTo>
                    <a:pt x="879782" y="1181993"/>
                  </a:lnTo>
                  <a:close/>
                  <a:moveTo>
                    <a:pt x="865585" y="1054826"/>
                  </a:moveTo>
                  <a:lnTo>
                    <a:pt x="861222" y="1106362"/>
                  </a:lnTo>
                  <a:lnTo>
                    <a:pt x="851804" y="1078920"/>
                  </a:lnTo>
                  <a:close/>
                  <a:moveTo>
                    <a:pt x="865430" y="1037259"/>
                  </a:moveTo>
                  <a:lnTo>
                    <a:pt x="861222" y="1106362"/>
                  </a:lnTo>
                  <a:lnTo>
                    <a:pt x="865585" y="1054826"/>
                  </a:lnTo>
                  <a:close/>
                  <a:moveTo>
                    <a:pt x="865430" y="1037259"/>
                  </a:moveTo>
                  <a:lnTo>
                    <a:pt x="868117" y="1097816"/>
                  </a:lnTo>
                  <a:lnTo>
                    <a:pt x="861222" y="1106362"/>
                  </a:lnTo>
                  <a:close/>
                  <a:moveTo>
                    <a:pt x="854722" y="983221"/>
                  </a:moveTo>
                  <a:lnTo>
                    <a:pt x="865430" y="1037259"/>
                  </a:lnTo>
                  <a:lnTo>
                    <a:pt x="865585" y="1054826"/>
                  </a:lnTo>
                  <a:close/>
                  <a:moveTo>
                    <a:pt x="854238" y="979195"/>
                  </a:moveTo>
                  <a:lnTo>
                    <a:pt x="854722" y="983221"/>
                  </a:lnTo>
                  <a:lnTo>
                    <a:pt x="856729" y="968187"/>
                  </a:lnTo>
                  <a:close/>
                  <a:moveTo>
                    <a:pt x="40428" y="75630"/>
                  </a:moveTo>
                  <a:lnTo>
                    <a:pt x="63454" y="0"/>
                  </a:lnTo>
                  <a:lnTo>
                    <a:pt x="67674" y="51536"/>
                  </a:lnTo>
                  <a:close/>
                  <a:moveTo>
                    <a:pt x="691554" y="699976"/>
                  </a:moveTo>
                  <a:lnTo>
                    <a:pt x="710803" y="647803"/>
                  </a:lnTo>
                  <a:lnTo>
                    <a:pt x="670507" y="721512"/>
                  </a:lnTo>
                  <a:close/>
                  <a:moveTo>
                    <a:pt x="670507" y="721512"/>
                  </a:moveTo>
                  <a:lnTo>
                    <a:pt x="708662" y="645882"/>
                  </a:lnTo>
                  <a:lnTo>
                    <a:pt x="690104" y="697418"/>
                  </a:lnTo>
                  <a:close/>
                  <a:moveTo>
                    <a:pt x="1293696" y="1293436"/>
                  </a:moveTo>
                  <a:lnTo>
                    <a:pt x="1289380" y="1367394"/>
                  </a:lnTo>
                  <a:lnTo>
                    <a:pt x="1299878" y="1315858"/>
                  </a:lnTo>
                  <a:close/>
                  <a:moveTo>
                    <a:pt x="1025575" y="1006638"/>
                  </a:moveTo>
                  <a:lnTo>
                    <a:pt x="1035855" y="982544"/>
                  </a:lnTo>
                  <a:lnTo>
                    <a:pt x="1012129" y="1058175"/>
                  </a:lnTo>
                  <a:close/>
                  <a:moveTo>
                    <a:pt x="1035855" y="982544"/>
                  </a:moveTo>
                  <a:lnTo>
                    <a:pt x="1025575" y="1006638"/>
                  </a:lnTo>
                  <a:lnTo>
                    <a:pt x="1012444" y="955101"/>
                  </a:lnTo>
                  <a:close/>
                  <a:moveTo>
                    <a:pt x="611484" y="480163"/>
                  </a:moveTo>
                  <a:lnTo>
                    <a:pt x="625701" y="542809"/>
                  </a:lnTo>
                  <a:lnTo>
                    <a:pt x="637535" y="537788"/>
                  </a:lnTo>
                  <a:close/>
                  <a:moveTo>
                    <a:pt x="661119" y="491272"/>
                  </a:moveTo>
                  <a:lnTo>
                    <a:pt x="666062" y="467178"/>
                  </a:lnTo>
                  <a:lnTo>
                    <a:pt x="656388" y="473377"/>
                  </a:lnTo>
                  <a:close/>
                  <a:moveTo>
                    <a:pt x="663995" y="415641"/>
                  </a:moveTo>
                  <a:lnTo>
                    <a:pt x="666062" y="467178"/>
                  </a:lnTo>
                  <a:lnTo>
                    <a:pt x="653588" y="439735"/>
                  </a:lnTo>
                  <a:close/>
                  <a:moveTo>
                    <a:pt x="915590" y="743783"/>
                  </a:moveTo>
                  <a:lnTo>
                    <a:pt x="889596" y="703897"/>
                  </a:lnTo>
                  <a:lnTo>
                    <a:pt x="872436" y="724861"/>
                  </a:lnTo>
                  <a:close/>
                  <a:moveTo>
                    <a:pt x="984962" y="693574"/>
                  </a:moveTo>
                  <a:lnTo>
                    <a:pt x="1024434" y="666478"/>
                  </a:lnTo>
                  <a:lnTo>
                    <a:pt x="1011606" y="658291"/>
                  </a:lnTo>
                  <a:close/>
                </a:path>
              </a:pathLst>
            </a:custGeom>
            <a:solidFill>
              <a:srgbClr val="EDF0F2"/>
            </a:solidFill>
            <a:ln w="1524">
              <a:solidFill>
                <a:srgbClr val="EDF0F2"/>
              </a:solidFill>
            </a:ln>
          </p:spPr>
        </p:sp>
        <p:sp>
          <p:nvSpPr>
            <p:cNvPr id="4204" name="Output_density__4203">
              <a:extLst>
                <a:ext uri="{FF2B5EF4-FFF2-40B4-BE49-F238E27FC236}">
                  <a16:creationId xmlns:a16="http://schemas.microsoft.com/office/drawing/2014/main" id="{46B4DC94-465B-FD96-E42D-C0F0C639DCF7}"/>
                </a:ext>
              </a:extLst>
            </p:cNvPr>
            <p:cNvSpPr>
              <a:spLocks noGrp="1"/>
            </p:cNvSpPr>
            <p:nvPr/>
          </p:nvSpPr>
          <p:spPr>
            <a:xfrm>
              <a:off x="15411515" y="2578104"/>
              <a:ext cx="1355671" cy="1851548"/>
            </a:xfrm>
            <a:custGeom>
              <a:avLst/>
              <a:gdLst/>
              <a:ahLst/>
              <a:cxnLst/>
              <a:rect l="0" t="0" r="0" b="0"/>
              <a:pathLst>
                <a:path w="1355671" h="1851548">
                  <a:moveTo>
                    <a:pt x="0" y="1451852"/>
                  </a:moveTo>
                  <a:lnTo>
                    <a:pt x="54228" y="1508490"/>
                  </a:lnTo>
                  <a:lnTo>
                    <a:pt x="36607" y="1488075"/>
                  </a:lnTo>
                  <a:close/>
                  <a:moveTo>
                    <a:pt x="382423" y="1745298"/>
                  </a:moveTo>
                  <a:lnTo>
                    <a:pt x="330809" y="1729568"/>
                  </a:lnTo>
                  <a:lnTo>
                    <a:pt x="375449" y="1745758"/>
                  </a:lnTo>
                  <a:close/>
                  <a:moveTo>
                    <a:pt x="271260" y="1546702"/>
                  </a:moveTo>
                  <a:lnTo>
                    <a:pt x="288606" y="1515518"/>
                  </a:lnTo>
                  <a:lnTo>
                    <a:pt x="293903" y="1528311"/>
                  </a:lnTo>
                  <a:close/>
                  <a:moveTo>
                    <a:pt x="292506" y="1554207"/>
                  </a:moveTo>
                  <a:lnTo>
                    <a:pt x="271260" y="1546702"/>
                  </a:lnTo>
                  <a:lnTo>
                    <a:pt x="237523" y="1515518"/>
                  </a:lnTo>
                  <a:close/>
                  <a:moveTo>
                    <a:pt x="339845" y="1542960"/>
                  </a:moveTo>
                  <a:lnTo>
                    <a:pt x="289037" y="1494285"/>
                  </a:lnTo>
                  <a:lnTo>
                    <a:pt x="288606" y="1515518"/>
                  </a:lnTo>
                  <a:close/>
                  <a:moveTo>
                    <a:pt x="288606" y="1515518"/>
                  </a:moveTo>
                  <a:lnTo>
                    <a:pt x="271260" y="1546702"/>
                  </a:lnTo>
                  <a:lnTo>
                    <a:pt x="339845" y="1542960"/>
                  </a:lnTo>
                  <a:close/>
                  <a:moveTo>
                    <a:pt x="676747" y="1846176"/>
                  </a:moveTo>
                  <a:lnTo>
                    <a:pt x="645780" y="1833369"/>
                  </a:lnTo>
                  <a:lnTo>
                    <a:pt x="705274" y="1851548"/>
                  </a:lnTo>
                  <a:close/>
                  <a:moveTo>
                    <a:pt x="651663" y="1725013"/>
                  </a:moveTo>
                  <a:lnTo>
                    <a:pt x="629726" y="1673476"/>
                  </a:lnTo>
                  <a:lnTo>
                    <a:pt x="621750" y="1727420"/>
                  </a:lnTo>
                  <a:close/>
                  <a:moveTo>
                    <a:pt x="629726" y="1673476"/>
                  </a:moveTo>
                  <a:lnTo>
                    <a:pt x="601376" y="1681240"/>
                  </a:lnTo>
                  <a:lnTo>
                    <a:pt x="621750" y="1727420"/>
                  </a:lnTo>
                  <a:close/>
                  <a:moveTo>
                    <a:pt x="621750" y="1727420"/>
                  </a:moveTo>
                  <a:lnTo>
                    <a:pt x="601376" y="1681240"/>
                  </a:lnTo>
                  <a:lnTo>
                    <a:pt x="597776" y="1725013"/>
                  </a:lnTo>
                  <a:close/>
                  <a:moveTo>
                    <a:pt x="601376" y="1681240"/>
                  </a:moveTo>
                  <a:lnTo>
                    <a:pt x="567690" y="1673476"/>
                  </a:lnTo>
                  <a:lnTo>
                    <a:pt x="597776" y="1725013"/>
                  </a:lnTo>
                  <a:close/>
                  <a:moveTo>
                    <a:pt x="601376" y="1681240"/>
                  </a:moveTo>
                  <a:lnTo>
                    <a:pt x="629726" y="1673476"/>
                  </a:lnTo>
                  <a:lnTo>
                    <a:pt x="604211" y="1648369"/>
                  </a:lnTo>
                  <a:close/>
                  <a:moveTo>
                    <a:pt x="567690" y="1673476"/>
                  </a:moveTo>
                  <a:lnTo>
                    <a:pt x="601376" y="1681240"/>
                  </a:lnTo>
                  <a:lnTo>
                    <a:pt x="604211" y="1648369"/>
                  </a:lnTo>
                  <a:close/>
                  <a:moveTo>
                    <a:pt x="414105" y="1468571"/>
                  </a:moveTo>
                  <a:lnTo>
                    <a:pt x="357677" y="1539207"/>
                  </a:lnTo>
                  <a:lnTo>
                    <a:pt x="416816" y="1529110"/>
                  </a:lnTo>
                  <a:close/>
                  <a:moveTo>
                    <a:pt x="416816" y="1529110"/>
                  </a:moveTo>
                  <a:lnTo>
                    <a:pt x="451605" y="1476066"/>
                  </a:lnTo>
                  <a:lnTo>
                    <a:pt x="414105" y="1468571"/>
                  </a:lnTo>
                  <a:close/>
                  <a:moveTo>
                    <a:pt x="747780" y="1835796"/>
                  </a:moveTo>
                  <a:lnTo>
                    <a:pt x="771620" y="1803992"/>
                  </a:lnTo>
                  <a:lnTo>
                    <a:pt x="761931" y="1814906"/>
                  </a:lnTo>
                  <a:close/>
                  <a:moveTo>
                    <a:pt x="629726" y="1673476"/>
                  </a:moveTo>
                  <a:lnTo>
                    <a:pt x="675040" y="1722078"/>
                  </a:lnTo>
                  <a:lnTo>
                    <a:pt x="675179" y="1659222"/>
                  </a:lnTo>
                  <a:close/>
                  <a:moveTo>
                    <a:pt x="629726" y="1673476"/>
                  </a:moveTo>
                  <a:lnTo>
                    <a:pt x="651663" y="1725013"/>
                  </a:lnTo>
                  <a:lnTo>
                    <a:pt x="675040" y="1722078"/>
                  </a:lnTo>
                  <a:close/>
                  <a:moveTo>
                    <a:pt x="760944" y="1750113"/>
                  </a:moveTo>
                  <a:lnTo>
                    <a:pt x="761365" y="1752623"/>
                  </a:lnTo>
                  <a:lnTo>
                    <a:pt x="761317" y="1752456"/>
                  </a:lnTo>
                  <a:close/>
                  <a:moveTo>
                    <a:pt x="567690" y="1673476"/>
                  </a:moveTo>
                  <a:lnTo>
                    <a:pt x="604211" y="1648369"/>
                  </a:lnTo>
                  <a:lnTo>
                    <a:pt x="564708" y="1673069"/>
                  </a:lnTo>
                  <a:close/>
                  <a:moveTo>
                    <a:pt x="675179" y="1659222"/>
                  </a:moveTo>
                  <a:lnTo>
                    <a:pt x="604211" y="1648369"/>
                  </a:lnTo>
                  <a:lnTo>
                    <a:pt x="629726" y="1673476"/>
                  </a:lnTo>
                  <a:close/>
                  <a:moveTo>
                    <a:pt x="279049" y="1188690"/>
                  </a:moveTo>
                  <a:lnTo>
                    <a:pt x="254804" y="1261183"/>
                  </a:lnTo>
                  <a:lnTo>
                    <a:pt x="272419" y="1256823"/>
                  </a:lnTo>
                  <a:close/>
                  <a:moveTo>
                    <a:pt x="294015" y="1261183"/>
                  </a:moveTo>
                  <a:lnTo>
                    <a:pt x="279049" y="1188690"/>
                  </a:lnTo>
                  <a:lnTo>
                    <a:pt x="272419" y="1256823"/>
                  </a:lnTo>
                  <a:close/>
                  <a:moveTo>
                    <a:pt x="293459" y="1209647"/>
                  </a:moveTo>
                  <a:lnTo>
                    <a:pt x="279049" y="1188690"/>
                  </a:lnTo>
                  <a:lnTo>
                    <a:pt x="294015" y="1261183"/>
                  </a:lnTo>
                  <a:close/>
                  <a:moveTo>
                    <a:pt x="294177" y="1185553"/>
                  </a:moveTo>
                  <a:lnTo>
                    <a:pt x="307595" y="1203465"/>
                  </a:lnTo>
                  <a:lnTo>
                    <a:pt x="335267" y="1206639"/>
                  </a:lnTo>
                  <a:close/>
                  <a:moveTo>
                    <a:pt x="307595" y="1203465"/>
                  </a:moveTo>
                  <a:lnTo>
                    <a:pt x="294177" y="1185553"/>
                  </a:lnTo>
                  <a:lnTo>
                    <a:pt x="322577" y="1159191"/>
                  </a:lnTo>
                  <a:close/>
                  <a:moveTo>
                    <a:pt x="218952" y="1136823"/>
                  </a:moveTo>
                  <a:lnTo>
                    <a:pt x="274398" y="1185553"/>
                  </a:lnTo>
                  <a:lnTo>
                    <a:pt x="279049" y="1188690"/>
                  </a:lnTo>
                  <a:close/>
                  <a:moveTo>
                    <a:pt x="771620" y="1803992"/>
                  </a:moveTo>
                  <a:lnTo>
                    <a:pt x="761365" y="1752623"/>
                  </a:lnTo>
                  <a:lnTo>
                    <a:pt x="761931" y="1814906"/>
                  </a:lnTo>
                  <a:close/>
                  <a:moveTo>
                    <a:pt x="771620" y="1803992"/>
                  </a:moveTo>
                  <a:lnTo>
                    <a:pt x="761317" y="1752456"/>
                  </a:lnTo>
                  <a:lnTo>
                    <a:pt x="761365" y="1752623"/>
                  </a:lnTo>
                  <a:close/>
                  <a:moveTo>
                    <a:pt x="294177" y="1185553"/>
                  </a:moveTo>
                  <a:lnTo>
                    <a:pt x="336115" y="1117536"/>
                  </a:lnTo>
                  <a:lnTo>
                    <a:pt x="322577" y="1159191"/>
                  </a:lnTo>
                  <a:close/>
                  <a:moveTo>
                    <a:pt x="862518" y="1645629"/>
                  </a:moveTo>
                  <a:lnTo>
                    <a:pt x="890233" y="1652731"/>
                  </a:lnTo>
                  <a:lnTo>
                    <a:pt x="891609" y="1659958"/>
                  </a:lnTo>
                  <a:close/>
                  <a:moveTo>
                    <a:pt x="847804" y="1630392"/>
                  </a:moveTo>
                  <a:lnTo>
                    <a:pt x="890233" y="1652731"/>
                  </a:lnTo>
                  <a:lnTo>
                    <a:pt x="862518" y="1645629"/>
                  </a:lnTo>
                  <a:close/>
                  <a:moveTo>
                    <a:pt x="864133" y="1625288"/>
                  </a:moveTo>
                  <a:lnTo>
                    <a:pt x="891609" y="1659958"/>
                  </a:lnTo>
                  <a:lnTo>
                    <a:pt x="934418" y="1652731"/>
                  </a:lnTo>
                  <a:close/>
                  <a:moveTo>
                    <a:pt x="409802" y="1095612"/>
                  </a:moveTo>
                  <a:lnTo>
                    <a:pt x="349974" y="1106269"/>
                  </a:lnTo>
                  <a:lnTo>
                    <a:pt x="426584" y="1103581"/>
                  </a:lnTo>
                  <a:close/>
                  <a:moveTo>
                    <a:pt x="934418" y="1652731"/>
                  </a:moveTo>
                  <a:lnTo>
                    <a:pt x="950021" y="1663211"/>
                  </a:lnTo>
                  <a:lnTo>
                    <a:pt x="950316" y="1650212"/>
                  </a:lnTo>
                  <a:close/>
                  <a:moveTo>
                    <a:pt x="908802" y="1601195"/>
                  </a:moveTo>
                  <a:lnTo>
                    <a:pt x="950316" y="1650212"/>
                  </a:lnTo>
                  <a:lnTo>
                    <a:pt x="920515" y="1592671"/>
                  </a:lnTo>
                  <a:close/>
                  <a:moveTo>
                    <a:pt x="934418" y="1652731"/>
                  </a:moveTo>
                  <a:lnTo>
                    <a:pt x="950316" y="1650212"/>
                  </a:lnTo>
                  <a:lnTo>
                    <a:pt x="908802" y="1601195"/>
                  </a:lnTo>
                  <a:close/>
                  <a:moveTo>
                    <a:pt x="950316" y="1650212"/>
                  </a:moveTo>
                  <a:lnTo>
                    <a:pt x="950021" y="1663211"/>
                  </a:lnTo>
                  <a:lnTo>
                    <a:pt x="953378" y="1652731"/>
                  </a:lnTo>
                  <a:close/>
                  <a:moveTo>
                    <a:pt x="898569" y="1591557"/>
                  </a:moveTo>
                  <a:lnTo>
                    <a:pt x="930692" y="1590942"/>
                  </a:lnTo>
                  <a:lnTo>
                    <a:pt x="908802" y="1601195"/>
                  </a:lnTo>
                  <a:close/>
                  <a:moveTo>
                    <a:pt x="794452" y="1498122"/>
                  </a:moveTo>
                  <a:lnTo>
                    <a:pt x="819467" y="1524448"/>
                  </a:lnTo>
                  <a:lnTo>
                    <a:pt x="825264" y="1487685"/>
                  </a:lnTo>
                  <a:close/>
                  <a:moveTo>
                    <a:pt x="510536" y="1239927"/>
                  </a:moveTo>
                  <a:lnTo>
                    <a:pt x="561874" y="1236173"/>
                  </a:lnTo>
                  <a:lnTo>
                    <a:pt x="552873" y="1226400"/>
                  </a:lnTo>
                  <a:close/>
                  <a:moveTo>
                    <a:pt x="935100" y="1472524"/>
                  </a:moveTo>
                  <a:lnTo>
                    <a:pt x="934390" y="1474028"/>
                  </a:lnTo>
                  <a:lnTo>
                    <a:pt x="963189" y="1442644"/>
                  </a:lnTo>
                  <a:close/>
                  <a:moveTo>
                    <a:pt x="963806" y="1398397"/>
                  </a:moveTo>
                  <a:lnTo>
                    <a:pt x="991402" y="1413229"/>
                  </a:lnTo>
                  <a:lnTo>
                    <a:pt x="974443" y="1379626"/>
                  </a:lnTo>
                  <a:close/>
                  <a:moveTo>
                    <a:pt x="1032509" y="1433145"/>
                  </a:moveTo>
                  <a:lnTo>
                    <a:pt x="1037222" y="1409866"/>
                  </a:lnTo>
                  <a:lnTo>
                    <a:pt x="963806" y="1398397"/>
                  </a:lnTo>
                  <a:close/>
                  <a:moveTo>
                    <a:pt x="963806" y="1398397"/>
                  </a:moveTo>
                  <a:lnTo>
                    <a:pt x="974443" y="1379626"/>
                  </a:lnTo>
                  <a:lnTo>
                    <a:pt x="954336" y="1333230"/>
                  </a:lnTo>
                  <a:close/>
                  <a:moveTo>
                    <a:pt x="1183789" y="1473600"/>
                  </a:moveTo>
                  <a:lnTo>
                    <a:pt x="1171082" y="1459195"/>
                  </a:lnTo>
                  <a:lnTo>
                    <a:pt x="1205994" y="1516844"/>
                  </a:lnTo>
                  <a:close/>
                  <a:moveTo>
                    <a:pt x="1233093" y="1483266"/>
                  </a:moveTo>
                  <a:lnTo>
                    <a:pt x="1183789" y="1473600"/>
                  </a:lnTo>
                  <a:lnTo>
                    <a:pt x="1205994" y="1516844"/>
                  </a:lnTo>
                  <a:close/>
                  <a:moveTo>
                    <a:pt x="1167727" y="1453282"/>
                  </a:moveTo>
                  <a:lnTo>
                    <a:pt x="1171082" y="1459195"/>
                  </a:lnTo>
                  <a:lnTo>
                    <a:pt x="1183789" y="1473600"/>
                  </a:lnTo>
                  <a:close/>
                  <a:moveTo>
                    <a:pt x="1167727" y="1453282"/>
                  </a:moveTo>
                  <a:lnTo>
                    <a:pt x="1141858" y="1401746"/>
                  </a:lnTo>
                  <a:lnTo>
                    <a:pt x="1143859" y="1418584"/>
                  </a:lnTo>
                  <a:close/>
                  <a:moveTo>
                    <a:pt x="1336251" y="1559380"/>
                  </a:moveTo>
                  <a:lnTo>
                    <a:pt x="1302489" y="1568047"/>
                  </a:lnTo>
                  <a:lnTo>
                    <a:pt x="1311976" y="1532261"/>
                  </a:lnTo>
                  <a:close/>
                  <a:moveTo>
                    <a:pt x="1302489" y="1568047"/>
                  </a:moveTo>
                  <a:lnTo>
                    <a:pt x="1336251" y="1559380"/>
                  </a:lnTo>
                  <a:lnTo>
                    <a:pt x="1318896" y="1556355"/>
                  </a:lnTo>
                  <a:close/>
                  <a:moveTo>
                    <a:pt x="1336251" y="1559380"/>
                  </a:moveTo>
                  <a:lnTo>
                    <a:pt x="1338523" y="1532261"/>
                  </a:lnTo>
                  <a:lnTo>
                    <a:pt x="1318896" y="1556355"/>
                  </a:lnTo>
                  <a:close/>
                  <a:moveTo>
                    <a:pt x="1251489" y="1431808"/>
                  </a:moveTo>
                  <a:lnTo>
                    <a:pt x="1233093" y="1483266"/>
                  </a:lnTo>
                  <a:lnTo>
                    <a:pt x="1309036" y="1485747"/>
                  </a:lnTo>
                  <a:close/>
                  <a:moveTo>
                    <a:pt x="1309036" y="1485747"/>
                  </a:moveTo>
                  <a:lnTo>
                    <a:pt x="1323741" y="1480725"/>
                  </a:lnTo>
                  <a:lnTo>
                    <a:pt x="1355671" y="1457309"/>
                  </a:lnTo>
                  <a:close/>
                  <a:moveTo>
                    <a:pt x="1167727" y="1453282"/>
                  </a:moveTo>
                  <a:lnTo>
                    <a:pt x="1183789" y="1473600"/>
                  </a:lnTo>
                  <a:lnTo>
                    <a:pt x="1189513" y="1444211"/>
                  </a:lnTo>
                  <a:close/>
                  <a:moveTo>
                    <a:pt x="1141858" y="1401746"/>
                  </a:moveTo>
                  <a:lnTo>
                    <a:pt x="1167727" y="1453282"/>
                  </a:lnTo>
                  <a:lnTo>
                    <a:pt x="1156797" y="1377652"/>
                  </a:lnTo>
                  <a:close/>
                  <a:moveTo>
                    <a:pt x="1131139" y="1223042"/>
                  </a:moveTo>
                  <a:lnTo>
                    <a:pt x="1096079" y="1171505"/>
                  </a:lnTo>
                  <a:lnTo>
                    <a:pt x="1092561" y="1247136"/>
                  </a:lnTo>
                  <a:close/>
                  <a:moveTo>
                    <a:pt x="742324" y="910875"/>
                  </a:moveTo>
                  <a:lnTo>
                    <a:pt x="750146" y="883344"/>
                  </a:lnTo>
                  <a:lnTo>
                    <a:pt x="747990" y="892284"/>
                  </a:lnTo>
                  <a:close/>
                  <a:moveTo>
                    <a:pt x="697433" y="759213"/>
                  </a:moveTo>
                  <a:lnTo>
                    <a:pt x="683346" y="711440"/>
                  </a:lnTo>
                  <a:lnTo>
                    <a:pt x="698572" y="761804"/>
                  </a:lnTo>
                  <a:close/>
                  <a:moveTo>
                    <a:pt x="697433" y="759213"/>
                  </a:moveTo>
                  <a:lnTo>
                    <a:pt x="681702" y="707676"/>
                  </a:lnTo>
                  <a:lnTo>
                    <a:pt x="683346" y="711440"/>
                  </a:lnTo>
                  <a:close/>
                  <a:moveTo>
                    <a:pt x="1313666" y="1419241"/>
                  </a:moveTo>
                  <a:lnTo>
                    <a:pt x="1323741" y="1480725"/>
                  </a:lnTo>
                  <a:lnTo>
                    <a:pt x="1319075" y="1477586"/>
                  </a:lnTo>
                  <a:close/>
                  <a:moveTo>
                    <a:pt x="1126686" y="1164979"/>
                  </a:moveTo>
                  <a:lnTo>
                    <a:pt x="1100202" y="1165122"/>
                  </a:lnTo>
                  <a:lnTo>
                    <a:pt x="1148181" y="1198948"/>
                  </a:lnTo>
                  <a:close/>
                  <a:moveTo>
                    <a:pt x="1148181" y="1198948"/>
                  </a:moveTo>
                  <a:lnTo>
                    <a:pt x="1100202" y="1165122"/>
                  </a:lnTo>
                  <a:lnTo>
                    <a:pt x="1096079" y="1171505"/>
                  </a:lnTo>
                  <a:close/>
                  <a:moveTo>
                    <a:pt x="1148181" y="1198948"/>
                  </a:moveTo>
                  <a:lnTo>
                    <a:pt x="1096079" y="1171505"/>
                  </a:lnTo>
                  <a:lnTo>
                    <a:pt x="1131139" y="1223042"/>
                  </a:lnTo>
                  <a:close/>
                  <a:moveTo>
                    <a:pt x="935522" y="846582"/>
                  </a:moveTo>
                  <a:lnTo>
                    <a:pt x="896760" y="840113"/>
                  </a:lnTo>
                  <a:lnTo>
                    <a:pt x="937027" y="908102"/>
                  </a:lnTo>
                  <a:close/>
                  <a:moveTo>
                    <a:pt x="656489" y="656139"/>
                  </a:moveTo>
                  <a:lnTo>
                    <a:pt x="653608" y="618961"/>
                  </a:lnTo>
                  <a:lnTo>
                    <a:pt x="673231" y="580509"/>
                  </a:lnTo>
                  <a:close/>
                  <a:moveTo>
                    <a:pt x="656489" y="656139"/>
                  </a:moveTo>
                  <a:lnTo>
                    <a:pt x="673231" y="580509"/>
                  </a:lnTo>
                  <a:lnTo>
                    <a:pt x="651839" y="604603"/>
                  </a:lnTo>
                  <a:close/>
                  <a:moveTo>
                    <a:pt x="158229" y="18836"/>
                  </a:moveTo>
                  <a:lnTo>
                    <a:pt x="208372" y="16053"/>
                  </a:lnTo>
                  <a:lnTo>
                    <a:pt x="171661" y="0"/>
                  </a:lnTo>
                  <a:close/>
                  <a:moveTo>
                    <a:pt x="1107158" y="1147411"/>
                  </a:moveTo>
                  <a:lnTo>
                    <a:pt x="1100202" y="1165122"/>
                  </a:lnTo>
                  <a:lnTo>
                    <a:pt x="1126686" y="1164979"/>
                  </a:lnTo>
                  <a:close/>
                  <a:moveTo>
                    <a:pt x="1072420" y="962088"/>
                  </a:moveTo>
                  <a:lnTo>
                    <a:pt x="1156323" y="966211"/>
                  </a:lnTo>
                  <a:lnTo>
                    <a:pt x="1101548" y="936093"/>
                  </a:lnTo>
                  <a:close/>
                  <a:moveTo>
                    <a:pt x="1153704" y="971380"/>
                  </a:moveTo>
                  <a:lnTo>
                    <a:pt x="1166623" y="968708"/>
                  </a:lnTo>
                  <a:lnTo>
                    <a:pt x="1156323" y="966211"/>
                  </a:lnTo>
                  <a:close/>
                  <a:moveTo>
                    <a:pt x="1058393" y="917171"/>
                  </a:moveTo>
                  <a:lnTo>
                    <a:pt x="1018660" y="879718"/>
                  </a:lnTo>
                  <a:lnTo>
                    <a:pt x="1039802" y="889728"/>
                  </a:lnTo>
                  <a:close/>
                  <a:moveTo>
                    <a:pt x="1058393" y="917171"/>
                  </a:moveTo>
                  <a:lnTo>
                    <a:pt x="1039802" y="889728"/>
                  </a:lnTo>
                  <a:lnTo>
                    <a:pt x="1044005" y="941265"/>
                  </a:lnTo>
                  <a:close/>
                  <a:moveTo>
                    <a:pt x="752667" y="567580"/>
                  </a:moveTo>
                  <a:lnTo>
                    <a:pt x="705104" y="568265"/>
                  </a:lnTo>
                  <a:lnTo>
                    <a:pt x="777078" y="596340"/>
                  </a:lnTo>
                  <a:close/>
                  <a:moveTo>
                    <a:pt x="789952" y="575250"/>
                  </a:moveTo>
                  <a:lnTo>
                    <a:pt x="752667" y="567580"/>
                  </a:lnTo>
                  <a:lnTo>
                    <a:pt x="822825" y="592702"/>
                  </a:lnTo>
                  <a:close/>
                  <a:moveTo>
                    <a:pt x="752667" y="567580"/>
                  </a:moveTo>
                  <a:lnTo>
                    <a:pt x="777078" y="596340"/>
                  </a:lnTo>
                  <a:lnTo>
                    <a:pt x="822825" y="592702"/>
                  </a:lnTo>
                  <a:close/>
                  <a:moveTo>
                    <a:pt x="984114" y="846382"/>
                  </a:moveTo>
                  <a:lnTo>
                    <a:pt x="1018660" y="879718"/>
                  </a:lnTo>
                  <a:lnTo>
                    <a:pt x="976903" y="875683"/>
                  </a:lnTo>
                  <a:close/>
                  <a:moveTo>
                    <a:pt x="837041" y="599710"/>
                  </a:moveTo>
                  <a:lnTo>
                    <a:pt x="849952" y="607951"/>
                  </a:lnTo>
                  <a:lnTo>
                    <a:pt x="822825" y="592702"/>
                  </a:lnTo>
                  <a:close/>
                  <a:moveTo>
                    <a:pt x="1152081" y="855229"/>
                  </a:moveTo>
                  <a:lnTo>
                    <a:pt x="1157529" y="893077"/>
                  </a:lnTo>
                  <a:lnTo>
                    <a:pt x="1170919" y="885884"/>
                  </a:lnTo>
                  <a:close/>
                  <a:moveTo>
                    <a:pt x="1123987" y="769328"/>
                  </a:moveTo>
                  <a:lnTo>
                    <a:pt x="1171671" y="768544"/>
                  </a:lnTo>
                  <a:lnTo>
                    <a:pt x="1139867" y="769784"/>
                  </a:lnTo>
                  <a:close/>
                  <a:moveTo>
                    <a:pt x="1171671" y="768544"/>
                  </a:moveTo>
                  <a:lnTo>
                    <a:pt x="1123987" y="769328"/>
                  </a:lnTo>
                  <a:lnTo>
                    <a:pt x="1178631" y="779817"/>
                  </a:lnTo>
                  <a:close/>
                </a:path>
              </a:pathLst>
            </a:custGeom>
            <a:solidFill>
              <a:srgbClr val="F2F4F6"/>
            </a:solidFill>
            <a:ln w="1524">
              <a:solidFill>
                <a:srgbClr val="F2F4F6"/>
              </a:solidFill>
            </a:ln>
          </p:spPr>
        </p:sp>
        <p:sp>
          <p:nvSpPr>
            <p:cNvPr id="4205" name="Output_density__4204">
              <a:extLst>
                <a:ext uri="{FF2B5EF4-FFF2-40B4-BE49-F238E27FC236}">
                  <a16:creationId xmlns:a16="http://schemas.microsoft.com/office/drawing/2014/main" id="{7C328B9B-DE9D-72B2-5053-B18A86EA80AA}"/>
                </a:ext>
              </a:extLst>
            </p:cNvPr>
            <p:cNvSpPr>
              <a:spLocks noGrp="1"/>
            </p:cNvSpPr>
            <p:nvPr/>
          </p:nvSpPr>
          <p:spPr>
            <a:xfrm>
              <a:off x="15403458" y="3139662"/>
              <a:ext cx="1368326" cy="994797"/>
            </a:xfrm>
            <a:custGeom>
              <a:avLst/>
              <a:gdLst/>
              <a:ahLst/>
              <a:cxnLst/>
              <a:rect l="0" t="0" r="0" b="0"/>
              <a:pathLst>
                <a:path w="1368326" h="994797">
                  <a:moveTo>
                    <a:pt x="0" y="847538"/>
                  </a:moveTo>
                  <a:lnTo>
                    <a:pt x="12122" y="899075"/>
                  </a:lnTo>
                  <a:lnTo>
                    <a:pt x="12134" y="824235"/>
                  </a:lnTo>
                  <a:close/>
                  <a:moveTo>
                    <a:pt x="12122" y="899075"/>
                  </a:moveTo>
                  <a:lnTo>
                    <a:pt x="8056" y="890294"/>
                  </a:lnTo>
                  <a:lnTo>
                    <a:pt x="12134" y="824235"/>
                  </a:lnTo>
                  <a:close/>
                  <a:moveTo>
                    <a:pt x="45534" y="771907"/>
                  </a:moveTo>
                  <a:lnTo>
                    <a:pt x="44847" y="772880"/>
                  </a:lnTo>
                  <a:lnTo>
                    <a:pt x="12925" y="822759"/>
                  </a:lnTo>
                  <a:close/>
                  <a:moveTo>
                    <a:pt x="44847" y="772880"/>
                  </a:moveTo>
                  <a:lnTo>
                    <a:pt x="20070" y="809698"/>
                  </a:lnTo>
                  <a:lnTo>
                    <a:pt x="12925" y="822759"/>
                  </a:lnTo>
                  <a:close/>
                  <a:moveTo>
                    <a:pt x="12925" y="822759"/>
                  </a:moveTo>
                  <a:lnTo>
                    <a:pt x="20070" y="809698"/>
                  </a:lnTo>
                  <a:lnTo>
                    <a:pt x="12134" y="824235"/>
                  </a:lnTo>
                  <a:close/>
                  <a:moveTo>
                    <a:pt x="12134" y="824235"/>
                  </a:moveTo>
                  <a:lnTo>
                    <a:pt x="20070" y="809698"/>
                  </a:lnTo>
                  <a:lnTo>
                    <a:pt x="0" y="847538"/>
                  </a:lnTo>
                  <a:close/>
                  <a:moveTo>
                    <a:pt x="98029" y="791596"/>
                  </a:moveTo>
                  <a:lnTo>
                    <a:pt x="46980" y="771146"/>
                  </a:lnTo>
                  <a:lnTo>
                    <a:pt x="85143" y="783192"/>
                  </a:lnTo>
                  <a:close/>
                  <a:moveTo>
                    <a:pt x="85143" y="783192"/>
                  </a:moveTo>
                  <a:lnTo>
                    <a:pt x="107008" y="747813"/>
                  </a:lnTo>
                  <a:lnTo>
                    <a:pt x="98029" y="791596"/>
                  </a:lnTo>
                  <a:close/>
                  <a:moveTo>
                    <a:pt x="45895" y="771351"/>
                  </a:moveTo>
                  <a:lnTo>
                    <a:pt x="45534" y="771907"/>
                  </a:lnTo>
                  <a:lnTo>
                    <a:pt x="46980" y="771146"/>
                  </a:lnTo>
                  <a:close/>
                  <a:moveTo>
                    <a:pt x="279316" y="985144"/>
                  </a:moveTo>
                  <a:lnTo>
                    <a:pt x="300562" y="992649"/>
                  </a:lnTo>
                  <a:lnTo>
                    <a:pt x="347902" y="981402"/>
                  </a:lnTo>
                  <a:close/>
                  <a:moveTo>
                    <a:pt x="115896" y="723499"/>
                  </a:moveTo>
                  <a:lnTo>
                    <a:pt x="137485" y="735549"/>
                  </a:lnTo>
                  <a:lnTo>
                    <a:pt x="132038" y="696277"/>
                  </a:lnTo>
                  <a:close/>
                  <a:moveTo>
                    <a:pt x="132038" y="696277"/>
                  </a:moveTo>
                  <a:lnTo>
                    <a:pt x="137485" y="735549"/>
                  </a:lnTo>
                  <a:lnTo>
                    <a:pt x="161347" y="723719"/>
                  </a:lnTo>
                  <a:close/>
                  <a:moveTo>
                    <a:pt x="132038" y="696277"/>
                  </a:moveTo>
                  <a:lnTo>
                    <a:pt x="161347" y="723719"/>
                  </a:lnTo>
                  <a:lnTo>
                    <a:pt x="139462" y="672183"/>
                  </a:lnTo>
                  <a:close/>
                  <a:moveTo>
                    <a:pt x="262860" y="699625"/>
                  </a:moveTo>
                  <a:lnTo>
                    <a:pt x="219722" y="706674"/>
                  </a:lnTo>
                  <a:lnTo>
                    <a:pt x="240349" y="752648"/>
                  </a:lnTo>
                  <a:close/>
                  <a:moveTo>
                    <a:pt x="219722" y="706674"/>
                  </a:moveTo>
                  <a:lnTo>
                    <a:pt x="262860" y="699625"/>
                  </a:lnTo>
                  <a:lnTo>
                    <a:pt x="225522" y="688897"/>
                  </a:lnTo>
                  <a:close/>
                  <a:moveTo>
                    <a:pt x="161803" y="620646"/>
                  </a:moveTo>
                  <a:lnTo>
                    <a:pt x="139462" y="672183"/>
                  </a:lnTo>
                  <a:lnTo>
                    <a:pt x="178588" y="648089"/>
                  </a:lnTo>
                  <a:close/>
                  <a:moveTo>
                    <a:pt x="161803" y="620646"/>
                  </a:moveTo>
                  <a:lnTo>
                    <a:pt x="178588" y="648089"/>
                  </a:lnTo>
                  <a:lnTo>
                    <a:pt x="172280" y="596552"/>
                  </a:lnTo>
                  <a:close/>
                  <a:moveTo>
                    <a:pt x="191110" y="560234"/>
                  </a:moveTo>
                  <a:lnTo>
                    <a:pt x="172280" y="596552"/>
                  </a:lnTo>
                  <a:lnTo>
                    <a:pt x="227008" y="575265"/>
                  </a:lnTo>
                  <a:close/>
                  <a:moveTo>
                    <a:pt x="343097" y="548364"/>
                  </a:moveTo>
                  <a:lnTo>
                    <a:pt x="344171" y="555978"/>
                  </a:lnTo>
                  <a:lnTo>
                    <a:pt x="302234" y="623995"/>
                  </a:lnTo>
                  <a:close/>
                  <a:moveTo>
                    <a:pt x="1269273" y="943261"/>
                  </a:moveTo>
                  <a:lnTo>
                    <a:pt x="1241149" y="921708"/>
                  </a:lnTo>
                  <a:lnTo>
                    <a:pt x="1214050" y="955286"/>
                  </a:lnTo>
                  <a:close/>
                  <a:moveTo>
                    <a:pt x="1269273" y="943261"/>
                  </a:moveTo>
                  <a:lnTo>
                    <a:pt x="1302406" y="976060"/>
                  </a:lnTo>
                  <a:lnTo>
                    <a:pt x="1317092" y="924189"/>
                  </a:lnTo>
                  <a:close/>
                  <a:moveTo>
                    <a:pt x="1317092" y="924189"/>
                  </a:moveTo>
                  <a:lnTo>
                    <a:pt x="1302406" y="976060"/>
                  </a:lnTo>
                  <a:lnTo>
                    <a:pt x="1331797" y="919167"/>
                  </a:lnTo>
                  <a:close/>
                  <a:moveTo>
                    <a:pt x="1331797" y="919167"/>
                  </a:moveTo>
                  <a:lnTo>
                    <a:pt x="1302406" y="976060"/>
                  </a:lnTo>
                  <a:lnTo>
                    <a:pt x="1326952" y="994797"/>
                  </a:lnTo>
                  <a:close/>
                  <a:moveTo>
                    <a:pt x="1331797" y="919167"/>
                  </a:moveTo>
                  <a:lnTo>
                    <a:pt x="1326952" y="994797"/>
                  </a:lnTo>
                  <a:lnTo>
                    <a:pt x="1346579" y="970703"/>
                  </a:lnTo>
                  <a:close/>
                  <a:moveTo>
                    <a:pt x="1317092" y="924189"/>
                  </a:moveTo>
                  <a:lnTo>
                    <a:pt x="1241149" y="921708"/>
                  </a:lnTo>
                  <a:lnTo>
                    <a:pt x="1269273" y="943261"/>
                  </a:lnTo>
                  <a:close/>
                  <a:moveTo>
                    <a:pt x="1368326" y="946610"/>
                  </a:moveTo>
                  <a:lnTo>
                    <a:pt x="1327131" y="916028"/>
                  </a:lnTo>
                  <a:lnTo>
                    <a:pt x="1331797" y="919167"/>
                  </a:lnTo>
                  <a:close/>
                  <a:moveTo>
                    <a:pt x="693609" y="2159"/>
                  </a:moveTo>
                  <a:lnTo>
                    <a:pt x="659895" y="43045"/>
                  </a:lnTo>
                  <a:lnTo>
                    <a:pt x="681287" y="18951"/>
                  </a:lnTo>
                  <a:close/>
                  <a:moveTo>
                    <a:pt x="1037841" y="280904"/>
                  </a:moveTo>
                  <a:lnTo>
                    <a:pt x="1047858" y="328170"/>
                  </a:lnTo>
                  <a:lnTo>
                    <a:pt x="1026716" y="318160"/>
                  </a:lnTo>
                  <a:close/>
                  <a:moveTo>
                    <a:pt x="713160" y="6707"/>
                  </a:moveTo>
                  <a:lnTo>
                    <a:pt x="739751" y="0"/>
                  </a:lnTo>
                  <a:lnTo>
                    <a:pt x="693609" y="2159"/>
                  </a:lnTo>
                  <a:close/>
                  <a:moveTo>
                    <a:pt x="713160" y="6707"/>
                  </a:moveTo>
                  <a:lnTo>
                    <a:pt x="760723" y="6022"/>
                  </a:lnTo>
                  <a:lnTo>
                    <a:pt x="739751" y="0"/>
                  </a:lnTo>
                  <a:close/>
                  <a:moveTo>
                    <a:pt x="992170" y="284824"/>
                  </a:moveTo>
                  <a:lnTo>
                    <a:pt x="1037841" y="280904"/>
                  </a:lnTo>
                  <a:lnTo>
                    <a:pt x="1026716" y="318160"/>
                  </a:lnTo>
                  <a:close/>
                  <a:moveTo>
                    <a:pt x="1097057" y="228446"/>
                  </a:moveTo>
                  <a:lnTo>
                    <a:pt x="1094430" y="238349"/>
                  </a:lnTo>
                  <a:lnTo>
                    <a:pt x="1065339" y="248814"/>
                  </a:lnTo>
                  <a:close/>
                  <a:moveTo>
                    <a:pt x="1065339" y="248814"/>
                  </a:moveTo>
                  <a:lnTo>
                    <a:pt x="1094430" y="238349"/>
                  </a:lnTo>
                  <a:lnTo>
                    <a:pt x="1079245" y="261030"/>
                  </a:lnTo>
                  <a:close/>
                  <a:moveTo>
                    <a:pt x="1105064" y="222660"/>
                  </a:moveTo>
                  <a:lnTo>
                    <a:pt x="1094430" y="238349"/>
                  </a:lnTo>
                  <a:lnTo>
                    <a:pt x="1097057" y="228446"/>
                  </a:lnTo>
                  <a:close/>
                  <a:moveTo>
                    <a:pt x="1105064" y="222660"/>
                  </a:moveTo>
                  <a:lnTo>
                    <a:pt x="1097057" y="228446"/>
                  </a:lnTo>
                  <a:lnTo>
                    <a:pt x="1132043" y="207770"/>
                  </a:lnTo>
                  <a:close/>
                  <a:moveTo>
                    <a:pt x="1132043" y="207770"/>
                  </a:moveTo>
                  <a:lnTo>
                    <a:pt x="1147923" y="208226"/>
                  </a:lnTo>
                  <a:lnTo>
                    <a:pt x="1105064" y="222660"/>
                  </a:lnTo>
                  <a:close/>
                  <a:moveTo>
                    <a:pt x="1132043" y="207770"/>
                  </a:moveTo>
                  <a:lnTo>
                    <a:pt x="1136924" y="206881"/>
                  </a:lnTo>
                  <a:lnTo>
                    <a:pt x="1186687" y="218259"/>
                  </a:lnTo>
                  <a:close/>
                </a:path>
              </a:pathLst>
            </a:custGeom>
            <a:solidFill>
              <a:srgbClr val="F4F6F7"/>
            </a:solidFill>
            <a:ln w="1524">
              <a:solidFill>
                <a:srgbClr val="F4F6F7"/>
              </a:solidFill>
            </a:ln>
          </p:spPr>
        </p:sp>
        <p:sp>
          <p:nvSpPr>
            <p:cNvPr id="4206" name="Output_density__4205">
              <a:extLst>
                <a:ext uri="{FF2B5EF4-FFF2-40B4-BE49-F238E27FC236}">
                  <a16:creationId xmlns:a16="http://schemas.microsoft.com/office/drawing/2014/main" id="{ADA7456F-0562-DE21-F306-704EB25196BD}"/>
                </a:ext>
              </a:extLst>
            </p:cNvPr>
            <p:cNvSpPr>
              <a:spLocks noGrp="1"/>
            </p:cNvSpPr>
            <p:nvPr/>
          </p:nvSpPr>
          <p:spPr>
            <a:xfrm>
              <a:off x="15415593" y="3141821"/>
              <a:ext cx="1124790" cy="822077"/>
            </a:xfrm>
            <a:custGeom>
              <a:avLst/>
              <a:gdLst/>
              <a:ahLst/>
              <a:cxnLst/>
              <a:rect l="0" t="0" r="0" b="0"/>
              <a:pathLst>
                <a:path w="1124790" h="822077">
                  <a:moveTo>
                    <a:pt x="790" y="820600"/>
                  </a:moveTo>
                  <a:lnTo>
                    <a:pt x="0" y="822077"/>
                  </a:lnTo>
                  <a:lnTo>
                    <a:pt x="502" y="821285"/>
                  </a:lnTo>
                  <a:close/>
                  <a:moveTo>
                    <a:pt x="790" y="820600"/>
                  </a:moveTo>
                  <a:lnTo>
                    <a:pt x="502" y="821285"/>
                  </a:lnTo>
                  <a:lnTo>
                    <a:pt x="1741" y="820662"/>
                  </a:lnTo>
                  <a:close/>
                  <a:moveTo>
                    <a:pt x="34845" y="768987"/>
                  </a:moveTo>
                  <a:lnTo>
                    <a:pt x="33399" y="769748"/>
                  </a:lnTo>
                  <a:lnTo>
                    <a:pt x="73008" y="781034"/>
                  </a:lnTo>
                  <a:close/>
                  <a:moveTo>
                    <a:pt x="33399" y="769748"/>
                  </a:moveTo>
                  <a:lnTo>
                    <a:pt x="790" y="820600"/>
                  </a:lnTo>
                  <a:lnTo>
                    <a:pt x="73008" y="781034"/>
                  </a:lnTo>
                  <a:close/>
                  <a:moveTo>
                    <a:pt x="103762" y="721341"/>
                  </a:moveTo>
                  <a:lnTo>
                    <a:pt x="93821" y="759023"/>
                  </a:lnTo>
                  <a:lnTo>
                    <a:pt x="94874" y="745655"/>
                  </a:lnTo>
                  <a:close/>
                  <a:moveTo>
                    <a:pt x="125350" y="733390"/>
                  </a:moveTo>
                  <a:lnTo>
                    <a:pt x="94874" y="745655"/>
                  </a:lnTo>
                  <a:lnTo>
                    <a:pt x="148800" y="754831"/>
                  </a:lnTo>
                  <a:close/>
                  <a:moveTo>
                    <a:pt x="94874" y="745655"/>
                  </a:moveTo>
                  <a:lnTo>
                    <a:pt x="73008" y="781034"/>
                  </a:lnTo>
                  <a:lnTo>
                    <a:pt x="148800" y="754831"/>
                  </a:lnTo>
                  <a:close/>
                  <a:moveTo>
                    <a:pt x="103762" y="721341"/>
                  </a:moveTo>
                  <a:lnTo>
                    <a:pt x="94874" y="745655"/>
                  </a:lnTo>
                  <a:lnTo>
                    <a:pt x="125350" y="733390"/>
                  </a:lnTo>
                  <a:close/>
                  <a:moveTo>
                    <a:pt x="125350" y="733390"/>
                  </a:moveTo>
                  <a:lnTo>
                    <a:pt x="148800" y="754831"/>
                  </a:lnTo>
                  <a:lnTo>
                    <a:pt x="149213" y="721561"/>
                  </a:lnTo>
                  <a:close/>
                  <a:moveTo>
                    <a:pt x="149213" y="721561"/>
                  </a:moveTo>
                  <a:lnTo>
                    <a:pt x="207587" y="704515"/>
                  </a:lnTo>
                  <a:lnTo>
                    <a:pt x="166454" y="645930"/>
                  </a:lnTo>
                  <a:close/>
                  <a:moveTo>
                    <a:pt x="127328" y="670024"/>
                  </a:moveTo>
                  <a:lnTo>
                    <a:pt x="149213" y="721561"/>
                  </a:lnTo>
                  <a:lnTo>
                    <a:pt x="166454" y="645930"/>
                  </a:lnTo>
                  <a:close/>
                  <a:moveTo>
                    <a:pt x="681474" y="0"/>
                  </a:moveTo>
                  <a:lnTo>
                    <a:pt x="669153" y="16792"/>
                  </a:lnTo>
                  <a:lnTo>
                    <a:pt x="701026" y="4549"/>
                  </a:lnTo>
                  <a:close/>
                  <a:moveTo>
                    <a:pt x="1119909" y="205611"/>
                  </a:moveTo>
                  <a:lnTo>
                    <a:pt x="1084923" y="226287"/>
                  </a:lnTo>
                  <a:lnTo>
                    <a:pt x="1124790" y="204723"/>
                  </a:lnTo>
                  <a:close/>
                  <a:moveTo>
                    <a:pt x="1084923" y="226287"/>
                  </a:moveTo>
                  <a:lnTo>
                    <a:pt x="1053205" y="246655"/>
                  </a:lnTo>
                  <a:lnTo>
                    <a:pt x="1124790" y="204723"/>
                  </a:lnTo>
                  <a:close/>
                </a:path>
              </a:pathLst>
            </a:custGeom>
            <a:solidFill>
              <a:srgbClr val="F5F7F8"/>
            </a:solidFill>
            <a:ln w="1524">
              <a:solidFill>
                <a:srgbClr val="F5F7F8"/>
              </a:solidFill>
            </a:ln>
          </p:spPr>
        </p:sp>
        <p:sp>
          <p:nvSpPr>
            <p:cNvPr id="4207" name="Output_density__4206">
              <a:extLst>
                <a:ext uri="{FF2B5EF4-FFF2-40B4-BE49-F238E27FC236}">
                  <a16:creationId xmlns:a16="http://schemas.microsoft.com/office/drawing/2014/main" id="{D1C42F07-1479-40A7-7F73-D812EF615685}"/>
                </a:ext>
              </a:extLst>
            </p:cNvPr>
            <p:cNvSpPr>
              <a:spLocks noGrp="1"/>
            </p:cNvSpPr>
            <p:nvPr/>
          </p:nvSpPr>
          <p:spPr>
            <a:xfrm>
              <a:off x="15753777" y="3243791"/>
              <a:ext cx="1137828" cy="1338816"/>
            </a:xfrm>
            <a:custGeom>
              <a:avLst/>
              <a:gdLst/>
              <a:ahLst/>
              <a:cxnLst/>
              <a:rect l="0" t="0" r="0" b="0"/>
              <a:pathLst>
                <a:path w="1137828" h="1338816">
                  <a:moveTo>
                    <a:pt x="367840" y="1338816"/>
                  </a:moveTo>
                  <a:lnTo>
                    <a:pt x="329631" y="1330855"/>
                  </a:lnTo>
                  <a:lnTo>
                    <a:pt x="411783" y="1328434"/>
                  </a:lnTo>
                  <a:close/>
                  <a:moveTo>
                    <a:pt x="46439" y="970755"/>
                  </a:moveTo>
                  <a:lnTo>
                    <a:pt x="56284" y="941019"/>
                  </a:lnTo>
                  <a:lnTo>
                    <a:pt x="0" y="971805"/>
                  </a:lnTo>
                  <a:close/>
                  <a:moveTo>
                    <a:pt x="56284" y="941019"/>
                  </a:moveTo>
                  <a:lnTo>
                    <a:pt x="46439" y="970755"/>
                  </a:lnTo>
                  <a:lnTo>
                    <a:pt x="61419" y="952904"/>
                  </a:lnTo>
                  <a:close/>
                  <a:moveTo>
                    <a:pt x="440267" y="1300031"/>
                  </a:moveTo>
                  <a:lnTo>
                    <a:pt x="367840" y="1338816"/>
                  </a:lnTo>
                  <a:lnTo>
                    <a:pt x="411783" y="1328434"/>
                  </a:lnTo>
                  <a:close/>
                  <a:moveTo>
                    <a:pt x="677453" y="948523"/>
                  </a:moveTo>
                  <a:lnTo>
                    <a:pt x="722510" y="942306"/>
                  </a:lnTo>
                  <a:lnTo>
                    <a:pt x="750581" y="912359"/>
                  </a:lnTo>
                  <a:close/>
                  <a:moveTo>
                    <a:pt x="1056381" y="952288"/>
                  </a:moveTo>
                  <a:lnTo>
                    <a:pt x="1100159" y="941292"/>
                  </a:lnTo>
                  <a:lnTo>
                    <a:pt x="1126660" y="905476"/>
                  </a:lnTo>
                  <a:close/>
                  <a:moveTo>
                    <a:pt x="1111832" y="918111"/>
                  </a:moveTo>
                  <a:lnTo>
                    <a:pt x="1133075" y="894017"/>
                  </a:lnTo>
                  <a:lnTo>
                    <a:pt x="1126660" y="905476"/>
                  </a:lnTo>
                  <a:close/>
                  <a:moveTo>
                    <a:pt x="855824" y="584798"/>
                  </a:moveTo>
                  <a:lnTo>
                    <a:pt x="850757" y="587445"/>
                  </a:lnTo>
                  <a:lnTo>
                    <a:pt x="851843" y="557355"/>
                  </a:lnTo>
                  <a:close/>
                  <a:moveTo>
                    <a:pt x="869270" y="533261"/>
                  </a:moveTo>
                  <a:lnTo>
                    <a:pt x="855824" y="584798"/>
                  </a:lnTo>
                  <a:lnTo>
                    <a:pt x="851843" y="557355"/>
                  </a:lnTo>
                  <a:close/>
                  <a:moveTo>
                    <a:pt x="1137828" y="882447"/>
                  </a:moveTo>
                  <a:lnTo>
                    <a:pt x="1126660" y="905476"/>
                  </a:lnTo>
                  <a:lnTo>
                    <a:pt x="1133075" y="894017"/>
                  </a:lnTo>
                  <a:close/>
                  <a:moveTo>
                    <a:pt x="504814" y="17895"/>
                  </a:moveTo>
                  <a:lnTo>
                    <a:pt x="500083" y="0"/>
                  </a:lnTo>
                  <a:lnTo>
                    <a:pt x="481230" y="64411"/>
                  </a:lnTo>
                  <a:close/>
                </a:path>
              </a:pathLst>
            </a:custGeom>
            <a:solidFill>
              <a:srgbClr val="ECEFF1"/>
            </a:solidFill>
            <a:ln w="1524">
              <a:solidFill>
                <a:srgbClr val="ECEFF1"/>
              </a:solidFill>
            </a:ln>
          </p:spPr>
        </p:sp>
        <p:sp>
          <p:nvSpPr>
            <p:cNvPr id="4208" name="Output_density__4207">
              <a:extLst>
                <a:ext uri="{FF2B5EF4-FFF2-40B4-BE49-F238E27FC236}">
                  <a16:creationId xmlns:a16="http://schemas.microsoft.com/office/drawing/2014/main" id="{AA0BE097-2223-714C-371C-CB2E38FF3027}"/>
                </a:ext>
              </a:extLst>
            </p:cNvPr>
            <p:cNvSpPr>
              <a:spLocks noGrp="1"/>
            </p:cNvSpPr>
            <p:nvPr/>
          </p:nvSpPr>
          <p:spPr>
            <a:xfrm>
              <a:off x="15583229" y="2636791"/>
              <a:ext cx="1307940" cy="2091422"/>
            </a:xfrm>
            <a:custGeom>
              <a:avLst/>
              <a:gdLst/>
              <a:ahLst/>
              <a:cxnLst/>
              <a:rect l="0" t="0" r="0" b="0"/>
              <a:pathLst>
                <a:path w="1307940" h="2091422">
                  <a:moveTo>
                    <a:pt x="177285" y="2044479"/>
                  </a:moveTo>
                  <a:lnTo>
                    <a:pt x="178999" y="2050867"/>
                  </a:lnTo>
                  <a:lnTo>
                    <a:pt x="190513" y="2058148"/>
                  </a:lnTo>
                  <a:close/>
                  <a:moveTo>
                    <a:pt x="197945" y="2020385"/>
                  </a:moveTo>
                  <a:lnTo>
                    <a:pt x="190513" y="2058148"/>
                  </a:lnTo>
                  <a:lnTo>
                    <a:pt x="220187" y="2034195"/>
                  </a:lnTo>
                  <a:close/>
                  <a:moveTo>
                    <a:pt x="197945" y="2020385"/>
                  </a:moveTo>
                  <a:lnTo>
                    <a:pt x="177285" y="2044479"/>
                  </a:lnTo>
                  <a:lnTo>
                    <a:pt x="190513" y="2058148"/>
                  </a:lnTo>
                  <a:close/>
                  <a:moveTo>
                    <a:pt x="163683" y="1997616"/>
                  </a:moveTo>
                  <a:lnTo>
                    <a:pt x="133086" y="1987468"/>
                  </a:lnTo>
                  <a:lnTo>
                    <a:pt x="197945" y="2020385"/>
                  </a:lnTo>
                  <a:close/>
                  <a:moveTo>
                    <a:pt x="197945" y="2020385"/>
                  </a:moveTo>
                  <a:lnTo>
                    <a:pt x="133086" y="1987468"/>
                  </a:lnTo>
                  <a:lnTo>
                    <a:pt x="134222" y="1992942"/>
                  </a:lnTo>
                  <a:close/>
                  <a:moveTo>
                    <a:pt x="197945" y="2020385"/>
                  </a:moveTo>
                  <a:lnTo>
                    <a:pt x="134222" y="1992942"/>
                  </a:lnTo>
                  <a:lnTo>
                    <a:pt x="177285" y="2044479"/>
                  </a:lnTo>
                  <a:close/>
                  <a:moveTo>
                    <a:pt x="190513" y="2058148"/>
                  </a:moveTo>
                  <a:lnTo>
                    <a:pt x="246132" y="2091422"/>
                  </a:lnTo>
                  <a:lnTo>
                    <a:pt x="270124" y="2046226"/>
                  </a:lnTo>
                  <a:close/>
                  <a:moveTo>
                    <a:pt x="220187" y="2034195"/>
                  </a:moveTo>
                  <a:lnTo>
                    <a:pt x="190513" y="2058148"/>
                  </a:lnTo>
                  <a:lnTo>
                    <a:pt x="270124" y="2046226"/>
                  </a:lnTo>
                  <a:close/>
                  <a:moveTo>
                    <a:pt x="118030" y="1961824"/>
                  </a:moveTo>
                  <a:lnTo>
                    <a:pt x="134222" y="1992942"/>
                  </a:lnTo>
                  <a:lnTo>
                    <a:pt x="133086" y="1987468"/>
                  </a:lnTo>
                  <a:close/>
                  <a:moveTo>
                    <a:pt x="85549" y="1925390"/>
                  </a:moveTo>
                  <a:lnTo>
                    <a:pt x="133086" y="1987468"/>
                  </a:lnTo>
                  <a:lnTo>
                    <a:pt x="130677" y="1968848"/>
                  </a:lnTo>
                  <a:close/>
                  <a:moveTo>
                    <a:pt x="104199" y="1941406"/>
                  </a:moveTo>
                  <a:lnTo>
                    <a:pt x="133086" y="1987468"/>
                  </a:lnTo>
                  <a:lnTo>
                    <a:pt x="85549" y="1925390"/>
                  </a:lnTo>
                  <a:close/>
                  <a:moveTo>
                    <a:pt x="336484" y="2047828"/>
                  </a:moveTo>
                  <a:lnTo>
                    <a:pt x="326567" y="2082580"/>
                  </a:lnTo>
                  <a:lnTo>
                    <a:pt x="360042" y="2072837"/>
                  </a:lnTo>
                  <a:close/>
                  <a:moveTo>
                    <a:pt x="336484" y="2047828"/>
                  </a:moveTo>
                  <a:lnTo>
                    <a:pt x="313134" y="2071921"/>
                  </a:lnTo>
                  <a:lnTo>
                    <a:pt x="326567" y="2082580"/>
                  </a:lnTo>
                  <a:close/>
                  <a:moveTo>
                    <a:pt x="290784" y="1997969"/>
                  </a:moveTo>
                  <a:lnTo>
                    <a:pt x="270124" y="2046226"/>
                  </a:lnTo>
                  <a:lnTo>
                    <a:pt x="296968" y="1996291"/>
                  </a:lnTo>
                  <a:close/>
                  <a:moveTo>
                    <a:pt x="296968" y="1996291"/>
                  </a:moveTo>
                  <a:lnTo>
                    <a:pt x="270124" y="2046226"/>
                  </a:lnTo>
                  <a:lnTo>
                    <a:pt x="313134" y="2071921"/>
                  </a:lnTo>
                  <a:close/>
                  <a:moveTo>
                    <a:pt x="296968" y="1996291"/>
                  </a:moveTo>
                  <a:lnTo>
                    <a:pt x="313134" y="2071921"/>
                  </a:lnTo>
                  <a:lnTo>
                    <a:pt x="336484" y="2047828"/>
                  </a:lnTo>
                  <a:close/>
                  <a:moveTo>
                    <a:pt x="270124" y="2046226"/>
                  </a:moveTo>
                  <a:lnTo>
                    <a:pt x="290784" y="1997969"/>
                  </a:lnTo>
                  <a:lnTo>
                    <a:pt x="246646" y="1998221"/>
                  </a:lnTo>
                  <a:close/>
                  <a:moveTo>
                    <a:pt x="220187" y="2034195"/>
                  </a:moveTo>
                  <a:lnTo>
                    <a:pt x="270124" y="2046226"/>
                  </a:lnTo>
                  <a:lnTo>
                    <a:pt x="246646" y="1998221"/>
                  </a:lnTo>
                  <a:close/>
                  <a:moveTo>
                    <a:pt x="296968" y="1996291"/>
                  </a:moveTo>
                  <a:lnTo>
                    <a:pt x="334682" y="1978022"/>
                  </a:lnTo>
                  <a:lnTo>
                    <a:pt x="290784" y="1997969"/>
                  </a:lnTo>
                  <a:close/>
                  <a:moveTo>
                    <a:pt x="290784" y="1997969"/>
                  </a:moveTo>
                  <a:lnTo>
                    <a:pt x="275299" y="1947816"/>
                  </a:lnTo>
                  <a:lnTo>
                    <a:pt x="267962" y="1996291"/>
                  </a:lnTo>
                  <a:close/>
                  <a:moveTo>
                    <a:pt x="275299" y="1947816"/>
                  </a:moveTo>
                  <a:lnTo>
                    <a:pt x="267093" y="1944754"/>
                  </a:lnTo>
                  <a:lnTo>
                    <a:pt x="267962" y="1996291"/>
                  </a:lnTo>
                  <a:close/>
                  <a:moveTo>
                    <a:pt x="219239" y="1895751"/>
                  </a:moveTo>
                  <a:lnTo>
                    <a:pt x="267093" y="1944754"/>
                  </a:lnTo>
                  <a:lnTo>
                    <a:pt x="218043" y="1893639"/>
                  </a:lnTo>
                  <a:close/>
                  <a:moveTo>
                    <a:pt x="267093" y="1944754"/>
                  </a:moveTo>
                  <a:lnTo>
                    <a:pt x="275299" y="1947816"/>
                  </a:lnTo>
                  <a:lnTo>
                    <a:pt x="218043" y="1893639"/>
                  </a:lnTo>
                  <a:close/>
                  <a:moveTo>
                    <a:pt x="219239" y="1895751"/>
                  </a:moveTo>
                  <a:lnTo>
                    <a:pt x="218043" y="1893639"/>
                  </a:lnTo>
                  <a:lnTo>
                    <a:pt x="217332" y="1893218"/>
                  </a:lnTo>
                  <a:close/>
                  <a:moveTo>
                    <a:pt x="296968" y="1996291"/>
                  </a:moveTo>
                  <a:lnTo>
                    <a:pt x="336484" y="2047828"/>
                  </a:lnTo>
                  <a:lnTo>
                    <a:pt x="294336" y="1995082"/>
                  </a:lnTo>
                  <a:close/>
                  <a:moveTo>
                    <a:pt x="109188" y="1658968"/>
                  </a:moveTo>
                  <a:lnTo>
                    <a:pt x="97366" y="1654544"/>
                  </a:lnTo>
                  <a:lnTo>
                    <a:pt x="145137" y="1658475"/>
                  </a:lnTo>
                  <a:close/>
                  <a:moveTo>
                    <a:pt x="88732" y="1559904"/>
                  </a:moveTo>
                  <a:lnTo>
                    <a:pt x="99742" y="1623650"/>
                  </a:lnTo>
                  <a:lnTo>
                    <a:pt x="125215" y="1583988"/>
                  </a:lnTo>
                  <a:close/>
                  <a:moveTo>
                    <a:pt x="397056" y="1862051"/>
                  </a:moveTo>
                  <a:lnTo>
                    <a:pt x="469172" y="1896566"/>
                  </a:lnTo>
                  <a:lnTo>
                    <a:pt x="425286" y="1872297"/>
                  </a:lnTo>
                  <a:close/>
                  <a:moveTo>
                    <a:pt x="397056" y="1862051"/>
                  </a:moveTo>
                  <a:lnTo>
                    <a:pt x="462246" y="1909778"/>
                  </a:lnTo>
                  <a:lnTo>
                    <a:pt x="469172" y="1896566"/>
                  </a:lnTo>
                  <a:close/>
                  <a:moveTo>
                    <a:pt x="311980" y="1798020"/>
                  </a:moveTo>
                  <a:lnTo>
                    <a:pt x="298176" y="1803732"/>
                  </a:lnTo>
                  <a:lnTo>
                    <a:pt x="333623" y="1839162"/>
                  </a:lnTo>
                  <a:close/>
                  <a:moveTo>
                    <a:pt x="369017" y="1836594"/>
                  </a:moveTo>
                  <a:lnTo>
                    <a:pt x="311980" y="1798020"/>
                  </a:lnTo>
                  <a:lnTo>
                    <a:pt x="333623" y="1839162"/>
                  </a:lnTo>
                  <a:close/>
                  <a:moveTo>
                    <a:pt x="382547" y="1847403"/>
                  </a:moveTo>
                  <a:lnTo>
                    <a:pt x="382809" y="1845030"/>
                  </a:lnTo>
                  <a:lnTo>
                    <a:pt x="369017" y="1836594"/>
                  </a:lnTo>
                  <a:close/>
                  <a:moveTo>
                    <a:pt x="193730" y="1530579"/>
                  </a:moveTo>
                  <a:lnTo>
                    <a:pt x="168131" y="1484274"/>
                  </a:lnTo>
                  <a:lnTo>
                    <a:pt x="193531" y="1537110"/>
                  </a:lnTo>
                  <a:close/>
                  <a:moveTo>
                    <a:pt x="142117" y="1512284"/>
                  </a:moveTo>
                  <a:lnTo>
                    <a:pt x="192776" y="1535810"/>
                  </a:lnTo>
                  <a:lnTo>
                    <a:pt x="193531" y="1537110"/>
                  </a:lnTo>
                  <a:close/>
                  <a:moveTo>
                    <a:pt x="117323" y="1435598"/>
                  </a:moveTo>
                  <a:lnTo>
                    <a:pt x="123472" y="1442571"/>
                  </a:lnTo>
                  <a:lnTo>
                    <a:pt x="111816" y="1432737"/>
                  </a:lnTo>
                  <a:close/>
                  <a:moveTo>
                    <a:pt x="123472" y="1442571"/>
                  </a:moveTo>
                  <a:lnTo>
                    <a:pt x="117323" y="1435598"/>
                  </a:lnTo>
                  <a:lnTo>
                    <a:pt x="168131" y="1484274"/>
                  </a:lnTo>
                  <a:close/>
                  <a:moveTo>
                    <a:pt x="62230" y="1442405"/>
                  </a:moveTo>
                  <a:lnTo>
                    <a:pt x="38636" y="1434960"/>
                  </a:lnTo>
                  <a:lnTo>
                    <a:pt x="0" y="1392272"/>
                  </a:lnTo>
                  <a:close/>
                  <a:moveTo>
                    <a:pt x="14280" y="1443405"/>
                  </a:moveTo>
                  <a:lnTo>
                    <a:pt x="62230" y="1442405"/>
                  </a:lnTo>
                  <a:lnTo>
                    <a:pt x="0" y="1392272"/>
                  </a:lnTo>
                  <a:close/>
                  <a:moveTo>
                    <a:pt x="382809" y="1845030"/>
                  </a:moveTo>
                  <a:lnTo>
                    <a:pt x="397056" y="1862051"/>
                  </a:lnTo>
                  <a:lnTo>
                    <a:pt x="425286" y="1872297"/>
                  </a:lnTo>
                  <a:close/>
                  <a:moveTo>
                    <a:pt x="381910" y="1773639"/>
                  </a:moveTo>
                  <a:lnTo>
                    <a:pt x="432958" y="1770120"/>
                  </a:lnTo>
                  <a:lnTo>
                    <a:pt x="393413" y="1739527"/>
                  </a:lnTo>
                  <a:close/>
                  <a:moveTo>
                    <a:pt x="381910" y="1773639"/>
                  </a:moveTo>
                  <a:lnTo>
                    <a:pt x="393413" y="1739527"/>
                  </a:lnTo>
                  <a:lnTo>
                    <a:pt x="359763" y="1728902"/>
                  </a:lnTo>
                  <a:close/>
                  <a:moveTo>
                    <a:pt x="432958" y="1770120"/>
                  </a:moveTo>
                  <a:lnTo>
                    <a:pt x="474066" y="1774682"/>
                  </a:lnTo>
                  <a:lnTo>
                    <a:pt x="393413" y="1739527"/>
                  </a:lnTo>
                  <a:close/>
                  <a:moveTo>
                    <a:pt x="332969" y="1690420"/>
                  </a:moveTo>
                  <a:lnTo>
                    <a:pt x="331833" y="1697568"/>
                  </a:lnTo>
                  <a:lnTo>
                    <a:pt x="359763" y="1728902"/>
                  </a:lnTo>
                  <a:close/>
                  <a:moveTo>
                    <a:pt x="359763" y="1728902"/>
                  </a:moveTo>
                  <a:lnTo>
                    <a:pt x="393413" y="1739527"/>
                  </a:lnTo>
                  <a:lnTo>
                    <a:pt x="332969" y="1690420"/>
                  </a:lnTo>
                  <a:close/>
                  <a:moveTo>
                    <a:pt x="329078" y="1687268"/>
                  </a:moveTo>
                  <a:lnTo>
                    <a:pt x="332969" y="1690420"/>
                  </a:lnTo>
                  <a:lnTo>
                    <a:pt x="337540" y="1684226"/>
                  </a:lnTo>
                  <a:close/>
                  <a:moveTo>
                    <a:pt x="337540" y="1684226"/>
                  </a:moveTo>
                  <a:lnTo>
                    <a:pt x="347807" y="1666326"/>
                  </a:lnTo>
                  <a:lnTo>
                    <a:pt x="329078" y="1687268"/>
                  </a:lnTo>
                  <a:close/>
                  <a:moveTo>
                    <a:pt x="329078" y="1687268"/>
                  </a:moveTo>
                  <a:lnTo>
                    <a:pt x="347807" y="1666326"/>
                  </a:lnTo>
                  <a:lnTo>
                    <a:pt x="305774" y="1639917"/>
                  </a:lnTo>
                  <a:close/>
                  <a:moveTo>
                    <a:pt x="123472" y="1442571"/>
                  </a:moveTo>
                  <a:lnTo>
                    <a:pt x="185963" y="1480520"/>
                  </a:lnTo>
                  <a:lnTo>
                    <a:pt x="199421" y="1416955"/>
                  </a:lnTo>
                  <a:close/>
                  <a:moveTo>
                    <a:pt x="185963" y="1480520"/>
                  </a:moveTo>
                  <a:lnTo>
                    <a:pt x="193730" y="1530579"/>
                  </a:lnTo>
                  <a:lnTo>
                    <a:pt x="245102" y="1470423"/>
                  </a:lnTo>
                  <a:close/>
                  <a:moveTo>
                    <a:pt x="229009" y="1408643"/>
                  </a:moveTo>
                  <a:lnTo>
                    <a:pt x="199421" y="1416955"/>
                  </a:lnTo>
                  <a:lnTo>
                    <a:pt x="242390" y="1409884"/>
                  </a:lnTo>
                  <a:close/>
                  <a:moveTo>
                    <a:pt x="77046" y="1381201"/>
                  </a:moveTo>
                  <a:lnTo>
                    <a:pt x="111816" y="1432737"/>
                  </a:lnTo>
                  <a:lnTo>
                    <a:pt x="74282" y="1369864"/>
                  </a:lnTo>
                  <a:close/>
                  <a:moveTo>
                    <a:pt x="313621" y="1602947"/>
                  </a:moveTo>
                  <a:lnTo>
                    <a:pt x="356340" y="1606199"/>
                  </a:lnTo>
                  <a:lnTo>
                    <a:pt x="338214" y="1558192"/>
                  </a:lnTo>
                  <a:close/>
                  <a:moveTo>
                    <a:pt x="392994" y="1614382"/>
                  </a:moveTo>
                  <a:lnTo>
                    <a:pt x="396690" y="1539159"/>
                  </a:lnTo>
                  <a:lnTo>
                    <a:pt x="338214" y="1558192"/>
                  </a:lnTo>
                  <a:close/>
                  <a:moveTo>
                    <a:pt x="392994" y="1614382"/>
                  </a:moveTo>
                  <a:lnTo>
                    <a:pt x="338214" y="1558192"/>
                  </a:lnTo>
                  <a:lnTo>
                    <a:pt x="356340" y="1606199"/>
                  </a:lnTo>
                  <a:close/>
                  <a:moveTo>
                    <a:pt x="338214" y="1558192"/>
                  </a:moveTo>
                  <a:lnTo>
                    <a:pt x="356871" y="1521384"/>
                  </a:lnTo>
                  <a:lnTo>
                    <a:pt x="301157" y="1511716"/>
                  </a:lnTo>
                  <a:close/>
                  <a:moveTo>
                    <a:pt x="309533" y="1543527"/>
                  </a:moveTo>
                  <a:lnTo>
                    <a:pt x="338214" y="1558192"/>
                  </a:lnTo>
                  <a:lnTo>
                    <a:pt x="301157" y="1511716"/>
                  </a:lnTo>
                  <a:close/>
                  <a:moveTo>
                    <a:pt x="338214" y="1558192"/>
                  </a:moveTo>
                  <a:lnTo>
                    <a:pt x="396690" y="1539159"/>
                  </a:lnTo>
                  <a:lnTo>
                    <a:pt x="356871" y="1521384"/>
                  </a:lnTo>
                  <a:close/>
                  <a:moveTo>
                    <a:pt x="200615" y="1405864"/>
                  </a:moveTo>
                  <a:lnTo>
                    <a:pt x="199421" y="1416955"/>
                  </a:lnTo>
                  <a:lnTo>
                    <a:pt x="229009" y="1408643"/>
                  </a:lnTo>
                  <a:close/>
                  <a:moveTo>
                    <a:pt x="229009" y="1408643"/>
                  </a:moveTo>
                  <a:lnTo>
                    <a:pt x="213952" y="1336387"/>
                  </a:lnTo>
                  <a:lnTo>
                    <a:pt x="200615" y="1405864"/>
                  </a:lnTo>
                  <a:close/>
                  <a:moveTo>
                    <a:pt x="78697" y="1254033"/>
                  </a:moveTo>
                  <a:lnTo>
                    <a:pt x="138405" y="1230229"/>
                  </a:lnTo>
                  <a:lnTo>
                    <a:pt x="83090" y="1202497"/>
                  </a:lnTo>
                  <a:close/>
                  <a:moveTo>
                    <a:pt x="356871" y="1521384"/>
                  </a:moveTo>
                  <a:lnTo>
                    <a:pt x="396690" y="1539159"/>
                  </a:lnTo>
                  <a:lnTo>
                    <a:pt x="399643" y="1463529"/>
                  </a:lnTo>
                  <a:close/>
                  <a:moveTo>
                    <a:pt x="399643" y="1463529"/>
                  </a:moveTo>
                  <a:lnTo>
                    <a:pt x="396690" y="1539159"/>
                  </a:lnTo>
                  <a:lnTo>
                    <a:pt x="428771" y="1480627"/>
                  </a:lnTo>
                  <a:close/>
                  <a:moveTo>
                    <a:pt x="428771" y="1480627"/>
                  </a:moveTo>
                  <a:lnTo>
                    <a:pt x="396690" y="1539159"/>
                  </a:lnTo>
                  <a:lnTo>
                    <a:pt x="414875" y="1533850"/>
                  </a:lnTo>
                  <a:close/>
                  <a:moveTo>
                    <a:pt x="479172" y="1566602"/>
                  </a:moveTo>
                  <a:lnTo>
                    <a:pt x="474880" y="1523049"/>
                  </a:lnTo>
                  <a:lnTo>
                    <a:pt x="484494" y="1577976"/>
                  </a:lnTo>
                  <a:close/>
                  <a:moveTo>
                    <a:pt x="465517" y="1515065"/>
                  </a:moveTo>
                  <a:lnTo>
                    <a:pt x="474880" y="1523049"/>
                  </a:lnTo>
                  <a:lnTo>
                    <a:pt x="479172" y="1566602"/>
                  </a:lnTo>
                  <a:close/>
                  <a:moveTo>
                    <a:pt x="428771" y="1480627"/>
                  </a:moveTo>
                  <a:lnTo>
                    <a:pt x="474880" y="1523049"/>
                  </a:lnTo>
                  <a:lnTo>
                    <a:pt x="465517" y="1515065"/>
                  </a:lnTo>
                  <a:close/>
                  <a:moveTo>
                    <a:pt x="288500" y="1257382"/>
                  </a:moveTo>
                  <a:lnTo>
                    <a:pt x="272675" y="1246364"/>
                  </a:lnTo>
                  <a:lnTo>
                    <a:pt x="241309" y="1263992"/>
                  </a:lnTo>
                  <a:close/>
                  <a:moveTo>
                    <a:pt x="59259" y="1068363"/>
                  </a:moveTo>
                  <a:lnTo>
                    <a:pt x="83280" y="1062280"/>
                  </a:lnTo>
                  <a:lnTo>
                    <a:pt x="65923" y="1051235"/>
                  </a:lnTo>
                  <a:close/>
                  <a:moveTo>
                    <a:pt x="83280" y="1062280"/>
                  </a:moveTo>
                  <a:lnTo>
                    <a:pt x="59259" y="1068363"/>
                  </a:lnTo>
                  <a:lnTo>
                    <a:pt x="97297" y="1051235"/>
                  </a:lnTo>
                  <a:close/>
                  <a:moveTo>
                    <a:pt x="549753" y="1618138"/>
                  </a:moveTo>
                  <a:lnTo>
                    <a:pt x="551777" y="1624002"/>
                  </a:lnTo>
                  <a:lnTo>
                    <a:pt x="562009" y="1629431"/>
                  </a:lnTo>
                  <a:close/>
                  <a:moveTo>
                    <a:pt x="484494" y="1577976"/>
                  </a:moveTo>
                  <a:lnTo>
                    <a:pt x="549753" y="1618138"/>
                  </a:lnTo>
                  <a:lnTo>
                    <a:pt x="504493" y="1589065"/>
                  </a:lnTo>
                  <a:close/>
                  <a:moveTo>
                    <a:pt x="551777" y="1624002"/>
                  </a:moveTo>
                  <a:lnTo>
                    <a:pt x="549753" y="1618138"/>
                  </a:lnTo>
                  <a:lnTo>
                    <a:pt x="484494" y="1577976"/>
                  </a:lnTo>
                  <a:close/>
                  <a:moveTo>
                    <a:pt x="479172" y="1566602"/>
                  </a:moveTo>
                  <a:lnTo>
                    <a:pt x="484494" y="1577976"/>
                  </a:lnTo>
                  <a:lnTo>
                    <a:pt x="504493" y="1589065"/>
                  </a:lnTo>
                  <a:close/>
                  <a:moveTo>
                    <a:pt x="330157" y="1286602"/>
                  </a:moveTo>
                  <a:lnTo>
                    <a:pt x="343286" y="1240355"/>
                  </a:lnTo>
                  <a:lnTo>
                    <a:pt x="288500" y="1257382"/>
                  </a:lnTo>
                  <a:close/>
                  <a:moveTo>
                    <a:pt x="272675" y="1246364"/>
                  </a:moveTo>
                  <a:lnTo>
                    <a:pt x="338766" y="1183893"/>
                  </a:lnTo>
                  <a:lnTo>
                    <a:pt x="297660" y="1204879"/>
                  </a:lnTo>
                  <a:close/>
                  <a:moveTo>
                    <a:pt x="343286" y="1240355"/>
                  </a:moveTo>
                  <a:lnTo>
                    <a:pt x="330157" y="1286602"/>
                  </a:lnTo>
                  <a:lnTo>
                    <a:pt x="388321" y="1241724"/>
                  </a:lnTo>
                  <a:close/>
                  <a:moveTo>
                    <a:pt x="388321" y="1241724"/>
                  </a:moveTo>
                  <a:lnTo>
                    <a:pt x="389526" y="1198997"/>
                  </a:lnTo>
                  <a:lnTo>
                    <a:pt x="338766" y="1183893"/>
                  </a:lnTo>
                  <a:close/>
                  <a:moveTo>
                    <a:pt x="667593" y="1518414"/>
                  </a:moveTo>
                  <a:lnTo>
                    <a:pt x="676090" y="1571705"/>
                  </a:lnTo>
                  <a:lnTo>
                    <a:pt x="655683" y="1542508"/>
                  </a:lnTo>
                  <a:close/>
                  <a:moveTo>
                    <a:pt x="655975" y="1577273"/>
                  </a:moveTo>
                  <a:lnTo>
                    <a:pt x="676090" y="1571705"/>
                  </a:lnTo>
                  <a:lnTo>
                    <a:pt x="667593" y="1518414"/>
                  </a:lnTo>
                  <a:close/>
                  <a:moveTo>
                    <a:pt x="694156" y="1584215"/>
                  </a:moveTo>
                  <a:lnTo>
                    <a:pt x="676090" y="1571705"/>
                  </a:lnTo>
                  <a:lnTo>
                    <a:pt x="655975" y="1577273"/>
                  </a:lnTo>
                  <a:close/>
                  <a:moveTo>
                    <a:pt x="694156" y="1584215"/>
                  </a:moveTo>
                  <a:lnTo>
                    <a:pt x="718519" y="1594045"/>
                  </a:lnTo>
                  <a:lnTo>
                    <a:pt x="676090" y="1571705"/>
                  </a:lnTo>
                  <a:close/>
                  <a:moveTo>
                    <a:pt x="610917" y="1502711"/>
                  </a:moveTo>
                  <a:lnTo>
                    <a:pt x="591933" y="1490971"/>
                  </a:lnTo>
                  <a:lnTo>
                    <a:pt x="649402" y="1511702"/>
                  </a:lnTo>
                  <a:close/>
                  <a:moveTo>
                    <a:pt x="597633" y="1363804"/>
                  </a:moveTo>
                  <a:lnTo>
                    <a:pt x="585749" y="1408612"/>
                  </a:lnTo>
                  <a:lnTo>
                    <a:pt x="612654" y="1374307"/>
                  </a:lnTo>
                  <a:close/>
                  <a:moveTo>
                    <a:pt x="555434" y="1335046"/>
                  </a:moveTo>
                  <a:lnTo>
                    <a:pt x="525038" y="1332026"/>
                  </a:lnTo>
                  <a:lnTo>
                    <a:pt x="597633" y="1363804"/>
                  </a:lnTo>
                  <a:close/>
                  <a:moveTo>
                    <a:pt x="489783" y="1260731"/>
                  </a:moveTo>
                  <a:lnTo>
                    <a:pt x="517413" y="1327794"/>
                  </a:lnTo>
                  <a:lnTo>
                    <a:pt x="501469" y="1313205"/>
                  </a:lnTo>
                  <a:close/>
                  <a:moveTo>
                    <a:pt x="501469" y="1313205"/>
                  </a:moveTo>
                  <a:lnTo>
                    <a:pt x="517413" y="1327794"/>
                  </a:lnTo>
                  <a:lnTo>
                    <a:pt x="525038" y="1332026"/>
                  </a:lnTo>
                  <a:close/>
                  <a:moveTo>
                    <a:pt x="338822" y="1181241"/>
                  </a:moveTo>
                  <a:lnTo>
                    <a:pt x="297660" y="1204879"/>
                  </a:lnTo>
                  <a:lnTo>
                    <a:pt x="338766" y="1183893"/>
                  </a:lnTo>
                  <a:close/>
                  <a:moveTo>
                    <a:pt x="338822" y="1181241"/>
                  </a:moveTo>
                  <a:lnTo>
                    <a:pt x="312731" y="1164470"/>
                  </a:lnTo>
                  <a:lnTo>
                    <a:pt x="297660" y="1204879"/>
                  </a:lnTo>
                  <a:close/>
                  <a:moveTo>
                    <a:pt x="312731" y="1164470"/>
                  </a:moveTo>
                  <a:lnTo>
                    <a:pt x="334716" y="1168752"/>
                  </a:lnTo>
                  <a:lnTo>
                    <a:pt x="331624" y="1106121"/>
                  </a:lnTo>
                  <a:close/>
                  <a:moveTo>
                    <a:pt x="338822" y="1181241"/>
                  </a:moveTo>
                  <a:lnTo>
                    <a:pt x="334716" y="1168752"/>
                  </a:lnTo>
                  <a:lnTo>
                    <a:pt x="312731" y="1164470"/>
                  </a:lnTo>
                  <a:close/>
                  <a:moveTo>
                    <a:pt x="292668" y="1078678"/>
                  </a:moveTo>
                  <a:lnTo>
                    <a:pt x="287250" y="1059700"/>
                  </a:lnTo>
                  <a:lnTo>
                    <a:pt x="331624" y="1106121"/>
                  </a:lnTo>
                  <a:close/>
                  <a:moveTo>
                    <a:pt x="555434" y="1335046"/>
                  </a:moveTo>
                  <a:lnTo>
                    <a:pt x="501469" y="1313205"/>
                  </a:lnTo>
                  <a:lnTo>
                    <a:pt x="525038" y="1332026"/>
                  </a:lnTo>
                  <a:close/>
                  <a:moveTo>
                    <a:pt x="750784" y="1494320"/>
                  </a:moveTo>
                  <a:lnTo>
                    <a:pt x="748801" y="1533985"/>
                  </a:lnTo>
                  <a:lnTo>
                    <a:pt x="783610" y="1529231"/>
                  </a:lnTo>
                  <a:close/>
                  <a:moveTo>
                    <a:pt x="750784" y="1494320"/>
                  </a:moveTo>
                  <a:lnTo>
                    <a:pt x="726996" y="1518414"/>
                  </a:lnTo>
                  <a:lnTo>
                    <a:pt x="748801" y="1533985"/>
                  </a:lnTo>
                  <a:close/>
                  <a:moveTo>
                    <a:pt x="597633" y="1363804"/>
                  </a:moveTo>
                  <a:lnTo>
                    <a:pt x="612654" y="1374307"/>
                  </a:lnTo>
                  <a:lnTo>
                    <a:pt x="618597" y="1356689"/>
                  </a:lnTo>
                  <a:close/>
                  <a:moveTo>
                    <a:pt x="555434" y="1335046"/>
                  </a:moveTo>
                  <a:lnTo>
                    <a:pt x="597633" y="1363804"/>
                  </a:lnTo>
                  <a:lnTo>
                    <a:pt x="580700" y="1294611"/>
                  </a:lnTo>
                  <a:close/>
                  <a:moveTo>
                    <a:pt x="580700" y="1294611"/>
                  </a:moveTo>
                  <a:lnTo>
                    <a:pt x="597633" y="1363804"/>
                  </a:lnTo>
                  <a:lnTo>
                    <a:pt x="619790" y="1292976"/>
                  </a:lnTo>
                  <a:close/>
                  <a:moveTo>
                    <a:pt x="619790" y="1292976"/>
                  </a:moveTo>
                  <a:lnTo>
                    <a:pt x="597633" y="1363804"/>
                  </a:lnTo>
                  <a:lnTo>
                    <a:pt x="618597" y="1356689"/>
                  </a:lnTo>
                  <a:close/>
                  <a:moveTo>
                    <a:pt x="619790" y="1292976"/>
                  </a:moveTo>
                  <a:lnTo>
                    <a:pt x="597146" y="1288173"/>
                  </a:lnTo>
                  <a:lnTo>
                    <a:pt x="580700" y="1294611"/>
                  </a:lnTo>
                  <a:close/>
                  <a:moveTo>
                    <a:pt x="685738" y="1339710"/>
                  </a:moveTo>
                  <a:lnTo>
                    <a:pt x="685587" y="1340209"/>
                  </a:lnTo>
                  <a:lnTo>
                    <a:pt x="688376" y="1391247"/>
                  </a:lnTo>
                  <a:close/>
                  <a:moveTo>
                    <a:pt x="631779" y="1363804"/>
                  </a:moveTo>
                  <a:lnTo>
                    <a:pt x="618597" y="1356689"/>
                  </a:lnTo>
                  <a:lnTo>
                    <a:pt x="612654" y="1374307"/>
                  </a:lnTo>
                  <a:close/>
                  <a:moveTo>
                    <a:pt x="618597" y="1356689"/>
                  </a:moveTo>
                  <a:lnTo>
                    <a:pt x="632515" y="1312267"/>
                  </a:lnTo>
                  <a:lnTo>
                    <a:pt x="619790" y="1292976"/>
                  </a:lnTo>
                  <a:close/>
                  <a:moveTo>
                    <a:pt x="555434" y="1335046"/>
                  </a:moveTo>
                  <a:lnTo>
                    <a:pt x="580700" y="1294611"/>
                  </a:lnTo>
                  <a:lnTo>
                    <a:pt x="503376" y="1315089"/>
                  </a:lnTo>
                  <a:close/>
                  <a:moveTo>
                    <a:pt x="551593" y="1288173"/>
                  </a:moveTo>
                  <a:lnTo>
                    <a:pt x="489448" y="1260234"/>
                  </a:lnTo>
                  <a:lnTo>
                    <a:pt x="489783" y="1260731"/>
                  </a:lnTo>
                  <a:close/>
                  <a:moveTo>
                    <a:pt x="489783" y="1260731"/>
                  </a:moveTo>
                  <a:lnTo>
                    <a:pt x="496933" y="1291000"/>
                  </a:lnTo>
                  <a:lnTo>
                    <a:pt x="551593" y="1288173"/>
                  </a:lnTo>
                  <a:close/>
                  <a:moveTo>
                    <a:pt x="619790" y="1292976"/>
                  </a:moveTo>
                  <a:lnTo>
                    <a:pt x="595300" y="1250143"/>
                  </a:lnTo>
                  <a:lnTo>
                    <a:pt x="597146" y="1288173"/>
                  </a:lnTo>
                  <a:close/>
                  <a:moveTo>
                    <a:pt x="650463" y="1288173"/>
                  </a:moveTo>
                  <a:lnTo>
                    <a:pt x="685738" y="1339710"/>
                  </a:lnTo>
                  <a:lnTo>
                    <a:pt x="686933" y="1315616"/>
                  </a:lnTo>
                  <a:close/>
                  <a:moveTo>
                    <a:pt x="792806" y="1353767"/>
                  </a:moveTo>
                  <a:lnTo>
                    <a:pt x="823739" y="1369689"/>
                  </a:lnTo>
                  <a:lnTo>
                    <a:pt x="820985" y="1367153"/>
                  </a:lnTo>
                  <a:close/>
                  <a:moveTo>
                    <a:pt x="812233" y="1313212"/>
                  </a:moveTo>
                  <a:lnTo>
                    <a:pt x="820985" y="1367153"/>
                  </a:lnTo>
                  <a:lnTo>
                    <a:pt x="819688" y="1354542"/>
                  </a:lnTo>
                  <a:close/>
                  <a:moveTo>
                    <a:pt x="792806" y="1353767"/>
                  </a:moveTo>
                  <a:lnTo>
                    <a:pt x="820985" y="1367153"/>
                  </a:lnTo>
                  <a:lnTo>
                    <a:pt x="812233" y="1313212"/>
                  </a:lnTo>
                  <a:close/>
                  <a:moveTo>
                    <a:pt x="825308" y="1240655"/>
                  </a:moveTo>
                  <a:lnTo>
                    <a:pt x="823105" y="1239986"/>
                  </a:lnTo>
                  <a:lnTo>
                    <a:pt x="812233" y="1313212"/>
                  </a:lnTo>
                  <a:close/>
                  <a:moveTo>
                    <a:pt x="880224" y="1295920"/>
                  </a:moveTo>
                  <a:lnTo>
                    <a:pt x="812233" y="1313212"/>
                  </a:lnTo>
                  <a:lnTo>
                    <a:pt x="819688" y="1354542"/>
                  </a:lnTo>
                  <a:close/>
                  <a:moveTo>
                    <a:pt x="812233" y="1313212"/>
                  </a:moveTo>
                  <a:lnTo>
                    <a:pt x="880224" y="1295920"/>
                  </a:lnTo>
                  <a:lnTo>
                    <a:pt x="825308" y="1240655"/>
                  </a:lnTo>
                  <a:close/>
                  <a:moveTo>
                    <a:pt x="880224" y="1295920"/>
                  </a:moveTo>
                  <a:lnTo>
                    <a:pt x="876068" y="1255761"/>
                  </a:lnTo>
                  <a:lnTo>
                    <a:pt x="825308" y="1240655"/>
                  </a:lnTo>
                  <a:close/>
                  <a:moveTo>
                    <a:pt x="765626" y="1250379"/>
                  </a:moveTo>
                  <a:lnTo>
                    <a:pt x="823105" y="1239986"/>
                  </a:lnTo>
                  <a:lnTo>
                    <a:pt x="766597" y="1195819"/>
                  </a:lnTo>
                  <a:close/>
                  <a:moveTo>
                    <a:pt x="760159" y="1239986"/>
                  </a:moveTo>
                  <a:lnTo>
                    <a:pt x="765626" y="1250379"/>
                  </a:lnTo>
                  <a:lnTo>
                    <a:pt x="766597" y="1195819"/>
                  </a:lnTo>
                  <a:close/>
                  <a:moveTo>
                    <a:pt x="623183" y="1143872"/>
                  </a:moveTo>
                  <a:lnTo>
                    <a:pt x="631977" y="1161006"/>
                  </a:lnTo>
                  <a:lnTo>
                    <a:pt x="635162" y="1154993"/>
                  </a:lnTo>
                  <a:close/>
                  <a:moveTo>
                    <a:pt x="644010" y="1136913"/>
                  </a:moveTo>
                  <a:lnTo>
                    <a:pt x="623183" y="1143872"/>
                  </a:lnTo>
                  <a:lnTo>
                    <a:pt x="635162" y="1154993"/>
                  </a:lnTo>
                  <a:close/>
                  <a:moveTo>
                    <a:pt x="600530" y="1109470"/>
                  </a:moveTo>
                  <a:lnTo>
                    <a:pt x="623183" y="1143872"/>
                  </a:lnTo>
                  <a:lnTo>
                    <a:pt x="644010" y="1136913"/>
                  </a:lnTo>
                  <a:close/>
                  <a:moveTo>
                    <a:pt x="594618" y="1057933"/>
                  </a:moveTo>
                  <a:lnTo>
                    <a:pt x="600530" y="1109470"/>
                  </a:lnTo>
                  <a:lnTo>
                    <a:pt x="622020" y="1085376"/>
                  </a:lnTo>
                  <a:close/>
                  <a:moveTo>
                    <a:pt x="823105" y="1239986"/>
                  </a:moveTo>
                  <a:lnTo>
                    <a:pt x="825308" y="1240655"/>
                  </a:lnTo>
                  <a:lnTo>
                    <a:pt x="826106" y="1239191"/>
                  </a:lnTo>
                  <a:close/>
                  <a:moveTo>
                    <a:pt x="766597" y="1195819"/>
                  </a:moveTo>
                  <a:lnTo>
                    <a:pt x="823105" y="1239986"/>
                  </a:lnTo>
                  <a:lnTo>
                    <a:pt x="835815" y="1164355"/>
                  </a:lnTo>
                  <a:close/>
                  <a:moveTo>
                    <a:pt x="835815" y="1164355"/>
                  </a:moveTo>
                  <a:lnTo>
                    <a:pt x="823105" y="1239986"/>
                  </a:lnTo>
                  <a:lnTo>
                    <a:pt x="843883" y="1175205"/>
                  </a:lnTo>
                  <a:close/>
                  <a:moveTo>
                    <a:pt x="843883" y="1175205"/>
                  </a:moveTo>
                  <a:lnTo>
                    <a:pt x="823105" y="1239986"/>
                  </a:lnTo>
                  <a:lnTo>
                    <a:pt x="826106" y="1239191"/>
                  </a:lnTo>
                  <a:close/>
                  <a:moveTo>
                    <a:pt x="538034" y="756774"/>
                  </a:moveTo>
                  <a:lnTo>
                    <a:pt x="573405" y="803599"/>
                  </a:lnTo>
                  <a:lnTo>
                    <a:pt x="549681" y="773940"/>
                  </a:lnTo>
                  <a:close/>
                  <a:moveTo>
                    <a:pt x="1179541" y="1518223"/>
                  </a:moveTo>
                  <a:lnTo>
                    <a:pt x="1254885" y="1528912"/>
                  </a:lnTo>
                  <a:lnTo>
                    <a:pt x="1231898" y="1501017"/>
                  </a:lnTo>
                  <a:close/>
                  <a:moveTo>
                    <a:pt x="1084417" y="1456851"/>
                  </a:moveTo>
                  <a:lnTo>
                    <a:pt x="1122736" y="1463680"/>
                  </a:lnTo>
                  <a:lnTo>
                    <a:pt x="1105596" y="1454997"/>
                  </a:lnTo>
                  <a:close/>
                  <a:moveTo>
                    <a:pt x="969233" y="1294514"/>
                  </a:moveTo>
                  <a:lnTo>
                    <a:pt x="985083" y="1318965"/>
                  </a:lnTo>
                  <a:lnTo>
                    <a:pt x="995514" y="1257875"/>
                  </a:lnTo>
                  <a:close/>
                  <a:moveTo>
                    <a:pt x="995514" y="1257875"/>
                  </a:moveTo>
                  <a:lnTo>
                    <a:pt x="985083" y="1318965"/>
                  </a:lnTo>
                  <a:lnTo>
                    <a:pt x="1034251" y="1246662"/>
                  </a:lnTo>
                  <a:close/>
                  <a:moveTo>
                    <a:pt x="1034251" y="1246662"/>
                  </a:moveTo>
                  <a:lnTo>
                    <a:pt x="985083" y="1318965"/>
                  </a:lnTo>
                  <a:lnTo>
                    <a:pt x="1042975" y="1302313"/>
                  </a:lnTo>
                  <a:close/>
                  <a:moveTo>
                    <a:pt x="1031470" y="1352529"/>
                  </a:moveTo>
                  <a:lnTo>
                    <a:pt x="1077229" y="1312447"/>
                  </a:lnTo>
                  <a:lnTo>
                    <a:pt x="1042975" y="1302313"/>
                  </a:lnTo>
                  <a:close/>
                  <a:moveTo>
                    <a:pt x="1042975" y="1302313"/>
                  </a:moveTo>
                  <a:lnTo>
                    <a:pt x="1077229" y="1312447"/>
                  </a:lnTo>
                  <a:lnTo>
                    <a:pt x="1034251" y="1246662"/>
                  </a:lnTo>
                  <a:close/>
                  <a:moveTo>
                    <a:pt x="970036" y="1243334"/>
                  </a:moveTo>
                  <a:lnTo>
                    <a:pt x="969233" y="1294514"/>
                  </a:lnTo>
                  <a:lnTo>
                    <a:pt x="995514" y="1257875"/>
                  </a:lnTo>
                  <a:close/>
                  <a:moveTo>
                    <a:pt x="970036" y="1243334"/>
                  </a:moveTo>
                  <a:lnTo>
                    <a:pt x="951627" y="1267428"/>
                  </a:lnTo>
                  <a:lnTo>
                    <a:pt x="969233" y="1294514"/>
                  </a:lnTo>
                  <a:close/>
                  <a:moveTo>
                    <a:pt x="970036" y="1243334"/>
                  </a:moveTo>
                  <a:lnTo>
                    <a:pt x="957567" y="1250897"/>
                  </a:lnTo>
                  <a:lnTo>
                    <a:pt x="951627" y="1267428"/>
                  </a:lnTo>
                  <a:close/>
                  <a:moveTo>
                    <a:pt x="935444" y="1088724"/>
                  </a:moveTo>
                  <a:lnTo>
                    <a:pt x="896588" y="1062683"/>
                  </a:lnTo>
                  <a:lnTo>
                    <a:pt x="928488" y="1106435"/>
                  </a:lnTo>
                  <a:close/>
                  <a:moveTo>
                    <a:pt x="490652" y="593015"/>
                  </a:moveTo>
                  <a:lnTo>
                    <a:pt x="477982" y="579384"/>
                  </a:lnTo>
                  <a:lnTo>
                    <a:pt x="517655" y="624895"/>
                  </a:lnTo>
                  <a:close/>
                  <a:moveTo>
                    <a:pt x="517655" y="624895"/>
                  </a:moveTo>
                  <a:lnTo>
                    <a:pt x="477982" y="579384"/>
                  </a:lnTo>
                  <a:lnTo>
                    <a:pt x="484775" y="597452"/>
                  </a:lnTo>
                  <a:close/>
                  <a:moveTo>
                    <a:pt x="46859" y="185160"/>
                  </a:moveTo>
                  <a:lnTo>
                    <a:pt x="92477" y="225700"/>
                  </a:lnTo>
                  <a:lnTo>
                    <a:pt x="74866" y="177275"/>
                  </a:lnTo>
                  <a:close/>
                  <a:moveTo>
                    <a:pt x="17644" y="133623"/>
                  </a:moveTo>
                  <a:lnTo>
                    <a:pt x="74866" y="177275"/>
                  </a:lnTo>
                  <a:lnTo>
                    <a:pt x="60059" y="126570"/>
                  </a:lnTo>
                  <a:close/>
                  <a:moveTo>
                    <a:pt x="60059" y="126570"/>
                  </a:moveTo>
                  <a:lnTo>
                    <a:pt x="81917" y="185160"/>
                  </a:lnTo>
                  <a:lnTo>
                    <a:pt x="77697" y="133623"/>
                  </a:lnTo>
                  <a:close/>
                  <a:moveTo>
                    <a:pt x="1231898" y="1501017"/>
                  </a:moveTo>
                  <a:lnTo>
                    <a:pt x="1254885" y="1528912"/>
                  </a:lnTo>
                  <a:lnTo>
                    <a:pt x="1266916" y="1485171"/>
                  </a:lnTo>
                  <a:close/>
                  <a:moveTo>
                    <a:pt x="1301213" y="1425387"/>
                  </a:moveTo>
                  <a:lnTo>
                    <a:pt x="1272243" y="1458911"/>
                  </a:lnTo>
                  <a:lnTo>
                    <a:pt x="1307940" y="1427059"/>
                  </a:lnTo>
                  <a:close/>
                  <a:moveTo>
                    <a:pt x="1307940" y="1427059"/>
                  </a:moveTo>
                  <a:lnTo>
                    <a:pt x="1272243" y="1458911"/>
                  </a:lnTo>
                  <a:lnTo>
                    <a:pt x="1266916" y="1485171"/>
                  </a:lnTo>
                  <a:close/>
                  <a:moveTo>
                    <a:pt x="1307940" y="1427059"/>
                  </a:moveTo>
                  <a:lnTo>
                    <a:pt x="1291530" y="1377657"/>
                  </a:lnTo>
                  <a:lnTo>
                    <a:pt x="1301213" y="1425387"/>
                  </a:lnTo>
                  <a:close/>
                  <a:moveTo>
                    <a:pt x="1291530" y="1377657"/>
                  </a:moveTo>
                  <a:lnTo>
                    <a:pt x="1283622" y="1373850"/>
                  </a:lnTo>
                  <a:lnTo>
                    <a:pt x="1301213" y="1425387"/>
                  </a:lnTo>
                  <a:close/>
                  <a:moveTo>
                    <a:pt x="1186335" y="1447289"/>
                  </a:moveTo>
                  <a:lnTo>
                    <a:pt x="1129140" y="1395730"/>
                  </a:lnTo>
                  <a:lnTo>
                    <a:pt x="1130281" y="1397944"/>
                  </a:lnTo>
                  <a:close/>
                  <a:moveTo>
                    <a:pt x="1291530" y="1377657"/>
                  </a:moveTo>
                  <a:lnTo>
                    <a:pt x="1240145" y="1338903"/>
                  </a:lnTo>
                  <a:lnTo>
                    <a:pt x="1283622" y="1373850"/>
                  </a:lnTo>
                  <a:close/>
                  <a:moveTo>
                    <a:pt x="983358" y="1187312"/>
                  </a:moveTo>
                  <a:lnTo>
                    <a:pt x="1045752" y="1136128"/>
                  </a:lnTo>
                  <a:lnTo>
                    <a:pt x="976467" y="1140261"/>
                  </a:lnTo>
                  <a:close/>
                  <a:moveTo>
                    <a:pt x="976467" y="1140261"/>
                  </a:moveTo>
                  <a:lnTo>
                    <a:pt x="1045752" y="1136128"/>
                  </a:lnTo>
                  <a:lnTo>
                    <a:pt x="1028561" y="1116168"/>
                  </a:lnTo>
                  <a:close/>
                  <a:moveTo>
                    <a:pt x="1028561" y="1116168"/>
                  </a:moveTo>
                  <a:lnTo>
                    <a:pt x="986434" y="1089026"/>
                  </a:lnTo>
                  <a:lnTo>
                    <a:pt x="954971" y="1106292"/>
                  </a:lnTo>
                  <a:close/>
                  <a:moveTo>
                    <a:pt x="899986" y="1028882"/>
                  </a:moveTo>
                  <a:lnTo>
                    <a:pt x="881992" y="1088724"/>
                  </a:lnTo>
                  <a:lnTo>
                    <a:pt x="896588" y="1062683"/>
                  </a:lnTo>
                  <a:close/>
                  <a:moveTo>
                    <a:pt x="899986" y="1028882"/>
                  </a:moveTo>
                  <a:lnTo>
                    <a:pt x="879709" y="999576"/>
                  </a:lnTo>
                  <a:lnTo>
                    <a:pt x="867298" y="1017475"/>
                  </a:lnTo>
                  <a:close/>
                  <a:moveTo>
                    <a:pt x="879709" y="999576"/>
                  </a:moveTo>
                  <a:lnTo>
                    <a:pt x="899986" y="1028882"/>
                  </a:lnTo>
                  <a:lnTo>
                    <a:pt x="961798" y="996914"/>
                  </a:lnTo>
                  <a:close/>
                  <a:moveTo>
                    <a:pt x="720334" y="872760"/>
                  </a:moveTo>
                  <a:lnTo>
                    <a:pt x="704348" y="831041"/>
                  </a:lnTo>
                  <a:lnTo>
                    <a:pt x="700943" y="825782"/>
                  </a:lnTo>
                  <a:close/>
                  <a:moveTo>
                    <a:pt x="694283" y="768454"/>
                  </a:moveTo>
                  <a:lnTo>
                    <a:pt x="704348" y="831041"/>
                  </a:lnTo>
                  <a:lnTo>
                    <a:pt x="722905" y="779505"/>
                  </a:lnTo>
                  <a:close/>
                  <a:moveTo>
                    <a:pt x="694283" y="768454"/>
                  </a:moveTo>
                  <a:lnTo>
                    <a:pt x="700943" y="825782"/>
                  </a:lnTo>
                  <a:lnTo>
                    <a:pt x="704348" y="831041"/>
                  </a:lnTo>
                  <a:close/>
                  <a:moveTo>
                    <a:pt x="694283" y="768454"/>
                  </a:moveTo>
                  <a:lnTo>
                    <a:pt x="670509" y="741440"/>
                  </a:lnTo>
                  <a:lnTo>
                    <a:pt x="632921" y="717615"/>
                  </a:lnTo>
                  <a:close/>
                  <a:moveTo>
                    <a:pt x="616453" y="668261"/>
                  </a:moveTo>
                  <a:lnTo>
                    <a:pt x="582216" y="676432"/>
                  </a:lnTo>
                  <a:lnTo>
                    <a:pt x="592730" y="712308"/>
                  </a:lnTo>
                  <a:close/>
                  <a:moveTo>
                    <a:pt x="554890" y="658513"/>
                  </a:moveTo>
                  <a:lnTo>
                    <a:pt x="625727" y="613787"/>
                  </a:lnTo>
                  <a:lnTo>
                    <a:pt x="580682" y="620047"/>
                  </a:lnTo>
                  <a:close/>
                  <a:moveTo>
                    <a:pt x="490652" y="593015"/>
                  </a:moveTo>
                  <a:lnTo>
                    <a:pt x="517655" y="624895"/>
                  </a:lnTo>
                  <a:lnTo>
                    <a:pt x="517512" y="609991"/>
                  </a:lnTo>
                  <a:close/>
                  <a:moveTo>
                    <a:pt x="14672" y="0"/>
                  </a:moveTo>
                  <a:lnTo>
                    <a:pt x="41528" y="57993"/>
                  </a:lnTo>
                  <a:lnTo>
                    <a:pt x="36332" y="6456"/>
                  </a:lnTo>
                  <a:close/>
                  <a:moveTo>
                    <a:pt x="1269309" y="1357739"/>
                  </a:moveTo>
                  <a:lnTo>
                    <a:pt x="1301213" y="1425387"/>
                  </a:lnTo>
                  <a:lnTo>
                    <a:pt x="1283622" y="1373850"/>
                  </a:lnTo>
                  <a:close/>
                  <a:moveTo>
                    <a:pt x="1192256" y="1319658"/>
                  </a:moveTo>
                  <a:lnTo>
                    <a:pt x="1240145" y="1338903"/>
                  </a:lnTo>
                  <a:lnTo>
                    <a:pt x="1204031" y="1322314"/>
                  </a:lnTo>
                  <a:close/>
                  <a:moveTo>
                    <a:pt x="1269309" y="1357739"/>
                  </a:moveTo>
                  <a:lnTo>
                    <a:pt x="1240145" y="1338903"/>
                  </a:lnTo>
                  <a:lnTo>
                    <a:pt x="1192256" y="1319658"/>
                  </a:lnTo>
                  <a:close/>
                  <a:moveTo>
                    <a:pt x="1269309" y="1357739"/>
                  </a:moveTo>
                  <a:lnTo>
                    <a:pt x="1283622" y="1373850"/>
                  </a:lnTo>
                  <a:lnTo>
                    <a:pt x="1240145" y="1338903"/>
                  </a:lnTo>
                  <a:close/>
                  <a:moveTo>
                    <a:pt x="1192256" y="1319658"/>
                  </a:moveTo>
                  <a:lnTo>
                    <a:pt x="1204031" y="1322314"/>
                  </a:lnTo>
                  <a:lnTo>
                    <a:pt x="1187627" y="1317221"/>
                  </a:lnTo>
                  <a:close/>
                  <a:moveTo>
                    <a:pt x="1028561" y="1116168"/>
                  </a:moveTo>
                  <a:lnTo>
                    <a:pt x="1045752" y="1136128"/>
                  </a:lnTo>
                  <a:lnTo>
                    <a:pt x="1051247" y="1107359"/>
                  </a:lnTo>
                  <a:close/>
                  <a:moveTo>
                    <a:pt x="1028561" y="1116168"/>
                  </a:moveTo>
                  <a:lnTo>
                    <a:pt x="1051247" y="1107359"/>
                  </a:lnTo>
                  <a:lnTo>
                    <a:pt x="986434" y="1089026"/>
                  </a:lnTo>
                  <a:close/>
                  <a:moveTo>
                    <a:pt x="986434" y="1089026"/>
                  </a:moveTo>
                  <a:lnTo>
                    <a:pt x="1051247" y="1107359"/>
                  </a:lnTo>
                  <a:lnTo>
                    <a:pt x="1065253" y="1074140"/>
                  </a:lnTo>
                  <a:close/>
                  <a:moveTo>
                    <a:pt x="1051247" y="1107359"/>
                  </a:moveTo>
                  <a:lnTo>
                    <a:pt x="1045752" y="1136128"/>
                  </a:lnTo>
                  <a:lnTo>
                    <a:pt x="1050098" y="1116168"/>
                  </a:lnTo>
                  <a:close/>
                  <a:moveTo>
                    <a:pt x="673732" y="596933"/>
                  </a:moveTo>
                  <a:lnTo>
                    <a:pt x="625727" y="613787"/>
                  </a:lnTo>
                  <a:lnTo>
                    <a:pt x="670632" y="607000"/>
                  </a:lnTo>
                  <a:close/>
                  <a:moveTo>
                    <a:pt x="967649" y="823626"/>
                  </a:moveTo>
                  <a:lnTo>
                    <a:pt x="956455" y="842038"/>
                  </a:lnTo>
                  <a:lnTo>
                    <a:pt x="985815" y="834390"/>
                  </a:lnTo>
                  <a:close/>
                  <a:moveTo>
                    <a:pt x="980367" y="796542"/>
                  </a:moveTo>
                  <a:lnTo>
                    <a:pt x="999205" y="827197"/>
                  </a:lnTo>
                  <a:lnTo>
                    <a:pt x="1025849" y="791915"/>
                  </a:lnTo>
                  <a:close/>
                </a:path>
              </a:pathLst>
            </a:custGeom>
            <a:solidFill>
              <a:srgbClr val="F1F3F5"/>
            </a:solidFill>
            <a:ln w="1524">
              <a:solidFill>
                <a:srgbClr val="F1F3F5"/>
              </a:solidFill>
            </a:ln>
          </p:spPr>
        </p:sp>
        <p:sp>
          <p:nvSpPr>
            <p:cNvPr id="4209" name="Output_density__4208">
              <a:extLst>
                <a:ext uri="{FF2B5EF4-FFF2-40B4-BE49-F238E27FC236}">
                  <a16:creationId xmlns:a16="http://schemas.microsoft.com/office/drawing/2014/main" id="{DE00E993-78AA-2F3F-BF08-5EF920CCD956}"/>
                </a:ext>
              </a:extLst>
            </p:cNvPr>
            <p:cNvSpPr>
              <a:spLocks noGrp="1"/>
            </p:cNvSpPr>
            <p:nvPr/>
          </p:nvSpPr>
          <p:spPr>
            <a:xfrm>
              <a:off x="15582560" y="2646359"/>
              <a:ext cx="1309045" cy="2094289"/>
            </a:xfrm>
            <a:custGeom>
              <a:avLst/>
              <a:gdLst/>
              <a:ahLst/>
              <a:cxnLst/>
              <a:rect l="0" t="0" r="0" b="0"/>
              <a:pathLst>
                <a:path w="1309045" h="2094289">
                  <a:moveTo>
                    <a:pt x="376249" y="2081587"/>
                  </a:moveTo>
                  <a:lnTo>
                    <a:pt x="360710" y="2063269"/>
                  </a:lnTo>
                  <a:lnTo>
                    <a:pt x="327235" y="2073013"/>
                  </a:lnTo>
                  <a:close/>
                  <a:moveTo>
                    <a:pt x="83463" y="1725392"/>
                  </a:moveTo>
                  <a:lnTo>
                    <a:pt x="33805" y="1714409"/>
                  </a:lnTo>
                  <a:lnTo>
                    <a:pt x="0" y="1696962"/>
                  </a:lnTo>
                  <a:close/>
                  <a:moveTo>
                    <a:pt x="409670" y="2065703"/>
                  </a:moveTo>
                  <a:lnTo>
                    <a:pt x="403630" y="2089796"/>
                  </a:lnTo>
                  <a:lnTo>
                    <a:pt x="415727" y="2094289"/>
                  </a:lnTo>
                  <a:close/>
                  <a:moveTo>
                    <a:pt x="125883" y="1574420"/>
                  </a:moveTo>
                  <a:lnTo>
                    <a:pt x="171217" y="1569237"/>
                  </a:lnTo>
                  <a:lnTo>
                    <a:pt x="193445" y="1526243"/>
                  </a:lnTo>
                  <a:close/>
                  <a:moveTo>
                    <a:pt x="557529" y="1924016"/>
                  </a:moveTo>
                  <a:lnTo>
                    <a:pt x="571124" y="1921242"/>
                  </a:lnTo>
                  <a:lnTo>
                    <a:pt x="556999" y="1914442"/>
                  </a:lnTo>
                  <a:close/>
                  <a:moveTo>
                    <a:pt x="576253" y="1908793"/>
                  </a:moveTo>
                  <a:lnTo>
                    <a:pt x="571124" y="1921242"/>
                  </a:lnTo>
                  <a:lnTo>
                    <a:pt x="575231" y="1914442"/>
                  </a:lnTo>
                  <a:close/>
                  <a:moveTo>
                    <a:pt x="201284" y="1396297"/>
                  </a:moveTo>
                  <a:lnTo>
                    <a:pt x="167982" y="1385388"/>
                  </a:lnTo>
                  <a:lnTo>
                    <a:pt x="157175" y="1421615"/>
                  </a:lnTo>
                  <a:close/>
                  <a:moveTo>
                    <a:pt x="177822" y="1324132"/>
                  </a:moveTo>
                  <a:lnTo>
                    <a:pt x="210866" y="1312779"/>
                  </a:lnTo>
                  <a:lnTo>
                    <a:pt x="217062" y="1323445"/>
                  </a:lnTo>
                  <a:close/>
                  <a:moveTo>
                    <a:pt x="216112" y="1321499"/>
                  </a:moveTo>
                  <a:lnTo>
                    <a:pt x="210866" y="1312779"/>
                  </a:lnTo>
                  <a:lnTo>
                    <a:pt x="176831" y="1315452"/>
                  </a:lnTo>
                  <a:close/>
                  <a:moveTo>
                    <a:pt x="216112" y="1321499"/>
                  </a:moveTo>
                  <a:lnTo>
                    <a:pt x="214621" y="1326820"/>
                  </a:lnTo>
                  <a:lnTo>
                    <a:pt x="217062" y="1323445"/>
                  </a:lnTo>
                  <a:close/>
                  <a:moveTo>
                    <a:pt x="216112" y="1321499"/>
                  </a:moveTo>
                  <a:lnTo>
                    <a:pt x="217062" y="1323445"/>
                  </a:lnTo>
                  <a:lnTo>
                    <a:pt x="210866" y="1312779"/>
                  </a:lnTo>
                  <a:close/>
                  <a:moveTo>
                    <a:pt x="749470" y="1524417"/>
                  </a:moveTo>
                  <a:lnTo>
                    <a:pt x="796854" y="1526901"/>
                  </a:lnTo>
                  <a:lnTo>
                    <a:pt x="833850" y="1530324"/>
                  </a:lnTo>
                  <a:close/>
                  <a:moveTo>
                    <a:pt x="833850" y="1530324"/>
                  </a:moveTo>
                  <a:lnTo>
                    <a:pt x="796854" y="1526901"/>
                  </a:lnTo>
                  <a:lnTo>
                    <a:pt x="879137" y="1524966"/>
                  </a:lnTo>
                  <a:close/>
                  <a:moveTo>
                    <a:pt x="861949" y="1500483"/>
                  </a:moveTo>
                  <a:lnTo>
                    <a:pt x="784279" y="1519663"/>
                  </a:lnTo>
                  <a:lnTo>
                    <a:pt x="833850" y="1530324"/>
                  </a:lnTo>
                  <a:close/>
                  <a:moveTo>
                    <a:pt x="861949" y="1500483"/>
                  </a:moveTo>
                  <a:lnTo>
                    <a:pt x="883178" y="1472722"/>
                  </a:lnTo>
                  <a:lnTo>
                    <a:pt x="862723" y="1460658"/>
                  </a:lnTo>
                  <a:close/>
                  <a:moveTo>
                    <a:pt x="879137" y="1524966"/>
                  </a:moveTo>
                  <a:lnTo>
                    <a:pt x="883178" y="1472722"/>
                  </a:lnTo>
                  <a:lnTo>
                    <a:pt x="861949" y="1500483"/>
                  </a:lnTo>
                  <a:close/>
                  <a:moveTo>
                    <a:pt x="833850" y="1530324"/>
                  </a:moveTo>
                  <a:lnTo>
                    <a:pt x="879137" y="1524966"/>
                  </a:lnTo>
                  <a:lnTo>
                    <a:pt x="861949" y="1500483"/>
                  </a:lnTo>
                  <a:close/>
                  <a:moveTo>
                    <a:pt x="573684" y="1157967"/>
                  </a:moveTo>
                  <a:lnTo>
                    <a:pt x="588826" y="1208400"/>
                  </a:lnTo>
                  <a:lnTo>
                    <a:pt x="595277" y="1227069"/>
                  </a:lnTo>
                  <a:close/>
                  <a:moveTo>
                    <a:pt x="812902" y="1303645"/>
                  </a:moveTo>
                  <a:lnTo>
                    <a:pt x="766295" y="1240811"/>
                  </a:lnTo>
                  <a:lnTo>
                    <a:pt x="782088" y="1290714"/>
                  </a:lnTo>
                  <a:close/>
                  <a:moveTo>
                    <a:pt x="880342" y="1161314"/>
                  </a:moveTo>
                  <a:lnTo>
                    <a:pt x="826775" y="1229624"/>
                  </a:lnTo>
                  <a:lnTo>
                    <a:pt x="883029" y="1221872"/>
                  </a:lnTo>
                  <a:close/>
                  <a:moveTo>
                    <a:pt x="880342" y="1161314"/>
                  </a:moveTo>
                  <a:lnTo>
                    <a:pt x="869634" y="1107277"/>
                  </a:lnTo>
                  <a:lnTo>
                    <a:pt x="860727" y="1154787"/>
                  </a:lnTo>
                  <a:close/>
                  <a:moveTo>
                    <a:pt x="869634" y="1107277"/>
                  </a:moveTo>
                  <a:lnTo>
                    <a:pt x="869150" y="1103251"/>
                  </a:lnTo>
                  <a:lnTo>
                    <a:pt x="860727" y="1154787"/>
                  </a:lnTo>
                  <a:close/>
                  <a:moveTo>
                    <a:pt x="1173809" y="1567080"/>
                  </a:moveTo>
                  <a:lnTo>
                    <a:pt x="1177879" y="1538508"/>
                  </a:lnTo>
                  <a:lnTo>
                    <a:pt x="1180209" y="1508656"/>
                  </a:lnTo>
                  <a:close/>
                  <a:moveTo>
                    <a:pt x="1255554" y="1519345"/>
                  </a:moveTo>
                  <a:lnTo>
                    <a:pt x="1177879" y="1538508"/>
                  </a:lnTo>
                  <a:lnTo>
                    <a:pt x="1227597" y="1549721"/>
                  </a:lnTo>
                  <a:close/>
                  <a:moveTo>
                    <a:pt x="1255554" y="1519345"/>
                  </a:moveTo>
                  <a:lnTo>
                    <a:pt x="1227597" y="1549721"/>
                  </a:lnTo>
                  <a:lnTo>
                    <a:pt x="1297877" y="1502908"/>
                  </a:lnTo>
                  <a:close/>
                  <a:moveTo>
                    <a:pt x="911034" y="1199105"/>
                  </a:moveTo>
                  <a:lnTo>
                    <a:pt x="958236" y="1241329"/>
                  </a:lnTo>
                  <a:lnTo>
                    <a:pt x="970705" y="1233767"/>
                  </a:lnTo>
                  <a:close/>
                  <a:moveTo>
                    <a:pt x="906500" y="1130694"/>
                  </a:moveTo>
                  <a:lnTo>
                    <a:pt x="860727" y="1154787"/>
                  </a:lnTo>
                  <a:lnTo>
                    <a:pt x="869150" y="1103251"/>
                  </a:lnTo>
                  <a:close/>
                  <a:moveTo>
                    <a:pt x="882661" y="1079157"/>
                  </a:moveTo>
                  <a:lnTo>
                    <a:pt x="906500" y="1130694"/>
                  </a:lnTo>
                  <a:lnTo>
                    <a:pt x="869150" y="1103251"/>
                  </a:lnTo>
                  <a:close/>
                  <a:moveTo>
                    <a:pt x="869150" y="1103251"/>
                  </a:moveTo>
                  <a:lnTo>
                    <a:pt x="871641" y="1092242"/>
                  </a:lnTo>
                  <a:lnTo>
                    <a:pt x="897257" y="1053115"/>
                  </a:lnTo>
                  <a:close/>
                  <a:moveTo>
                    <a:pt x="4261" y="120053"/>
                  </a:moveTo>
                  <a:lnTo>
                    <a:pt x="18313" y="124056"/>
                  </a:lnTo>
                  <a:lnTo>
                    <a:pt x="23695" y="57810"/>
                  </a:lnTo>
                  <a:close/>
                  <a:moveTo>
                    <a:pt x="53199" y="60380"/>
                  </a:moveTo>
                  <a:lnTo>
                    <a:pt x="50293" y="0"/>
                  </a:lnTo>
                  <a:lnTo>
                    <a:pt x="42196" y="48425"/>
                  </a:lnTo>
                  <a:close/>
                  <a:moveTo>
                    <a:pt x="1309045" y="1479879"/>
                  </a:moveTo>
                  <a:lnTo>
                    <a:pt x="1255554" y="1519345"/>
                  </a:lnTo>
                  <a:lnTo>
                    <a:pt x="1297877" y="1502908"/>
                  </a:lnTo>
                  <a:close/>
                  <a:moveTo>
                    <a:pt x="1308608" y="1417491"/>
                  </a:moveTo>
                  <a:lnTo>
                    <a:pt x="1309045" y="1479879"/>
                  </a:lnTo>
                  <a:lnTo>
                    <a:pt x="1304292" y="1491450"/>
                  </a:lnTo>
                  <a:close/>
                  <a:moveTo>
                    <a:pt x="1028187" y="1179826"/>
                  </a:moveTo>
                  <a:lnTo>
                    <a:pt x="1018131" y="1233767"/>
                  </a:lnTo>
                  <a:lnTo>
                    <a:pt x="1028175" y="1193244"/>
                  </a:lnTo>
                  <a:close/>
                  <a:moveTo>
                    <a:pt x="1005637" y="1222919"/>
                  </a:moveTo>
                  <a:lnTo>
                    <a:pt x="1018131" y="1233767"/>
                  </a:lnTo>
                  <a:lnTo>
                    <a:pt x="1028187" y="1179826"/>
                  </a:lnTo>
                  <a:close/>
                  <a:moveTo>
                    <a:pt x="1050767" y="1106600"/>
                  </a:moveTo>
                  <a:lnTo>
                    <a:pt x="1046421" y="1126561"/>
                  </a:lnTo>
                  <a:lnTo>
                    <a:pt x="1027041" y="1182230"/>
                  </a:lnTo>
                  <a:close/>
                  <a:moveTo>
                    <a:pt x="1063963" y="1055063"/>
                  </a:moveTo>
                  <a:lnTo>
                    <a:pt x="1080158" y="1030969"/>
                  </a:lnTo>
                  <a:lnTo>
                    <a:pt x="1050767" y="1106600"/>
                  </a:lnTo>
                  <a:close/>
                  <a:moveTo>
                    <a:pt x="908855" y="826679"/>
                  </a:moveTo>
                  <a:lnTo>
                    <a:pt x="904508" y="827953"/>
                  </a:lnTo>
                  <a:lnTo>
                    <a:pt x="930502" y="867839"/>
                  </a:lnTo>
                  <a:close/>
                  <a:moveTo>
                    <a:pt x="636859" y="579904"/>
                  </a:moveTo>
                  <a:lnTo>
                    <a:pt x="645538" y="567140"/>
                  </a:lnTo>
                  <a:lnTo>
                    <a:pt x="626396" y="604219"/>
                  </a:lnTo>
                  <a:close/>
                </a:path>
              </a:pathLst>
            </a:custGeom>
            <a:solidFill>
              <a:srgbClr val="EDF0F2"/>
            </a:solidFill>
            <a:ln w="1524">
              <a:solidFill>
                <a:srgbClr val="EDF0F2"/>
              </a:solidFill>
            </a:ln>
          </p:spPr>
        </p:sp>
        <p:sp>
          <p:nvSpPr>
            <p:cNvPr id="4210" name="Output_density__4209">
              <a:extLst>
                <a:ext uri="{FF2B5EF4-FFF2-40B4-BE49-F238E27FC236}">
                  <a16:creationId xmlns:a16="http://schemas.microsoft.com/office/drawing/2014/main" id="{459DD87F-C576-5024-F386-751F2A00D34D}"/>
                </a:ext>
              </a:extLst>
            </p:cNvPr>
            <p:cNvSpPr>
              <a:spLocks noGrp="1"/>
            </p:cNvSpPr>
            <p:nvPr/>
          </p:nvSpPr>
          <p:spPr>
            <a:xfrm>
              <a:off x="15528482" y="2643247"/>
              <a:ext cx="1363123" cy="1991514"/>
            </a:xfrm>
            <a:custGeom>
              <a:avLst/>
              <a:gdLst/>
              <a:ahLst/>
              <a:cxnLst/>
              <a:rect l="0" t="0" r="0" b="0"/>
              <a:pathLst>
                <a:path w="1363123" h="1991514">
                  <a:moveTo>
                    <a:pt x="345531" y="1991514"/>
                  </a:moveTo>
                  <a:lnTo>
                    <a:pt x="352627" y="1960984"/>
                  </a:lnTo>
                  <a:lnTo>
                    <a:pt x="330046" y="1941360"/>
                  </a:lnTo>
                  <a:close/>
                  <a:moveTo>
                    <a:pt x="179575" y="1708058"/>
                  </a:moveTo>
                  <a:lnTo>
                    <a:pt x="146550" y="1732152"/>
                  </a:lnTo>
                  <a:lnTo>
                    <a:pt x="188913" y="1745899"/>
                  </a:lnTo>
                  <a:close/>
                  <a:moveTo>
                    <a:pt x="203959" y="1680615"/>
                  </a:moveTo>
                  <a:lnTo>
                    <a:pt x="163935" y="1652512"/>
                  </a:lnTo>
                  <a:lnTo>
                    <a:pt x="204403" y="1656521"/>
                  </a:lnTo>
                  <a:close/>
                  <a:moveTo>
                    <a:pt x="163935" y="1652512"/>
                  </a:moveTo>
                  <a:lnTo>
                    <a:pt x="118950" y="1622574"/>
                  </a:lnTo>
                  <a:lnTo>
                    <a:pt x="152113" y="1648088"/>
                  </a:lnTo>
                  <a:close/>
                  <a:moveTo>
                    <a:pt x="0" y="1517828"/>
                  </a:moveTo>
                  <a:lnTo>
                    <a:pt x="40896" y="1577542"/>
                  </a:lnTo>
                  <a:lnTo>
                    <a:pt x="70073" y="1516031"/>
                  </a:lnTo>
                  <a:close/>
                  <a:moveTo>
                    <a:pt x="45866" y="1560426"/>
                  </a:moveTo>
                  <a:lnTo>
                    <a:pt x="96157" y="1573776"/>
                  </a:lnTo>
                  <a:lnTo>
                    <a:pt x="120609" y="1530300"/>
                  </a:lnTo>
                  <a:close/>
                  <a:moveTo>
                    <a:pt x="70073" y="1516031"/>
                  </a:moveTo>
                  <a:lnTo>
                    <a:pt x="45866" y="1560426"/>
                  </a:lnTo>
                  <a:lnTo>
                    <a:pt x="120609" y="1530300"/>
                  </a:lnTo>
                  <a:close/>
                  <a:moveTo>
                    <a:pt x="241297" y="1759595"/>
                  </a:moveTo>
                  <a:lnTo>
                    <a:pt x="256600" y="1774860"/>
                  </a:lnTo>
                  <a:lnTo>
                    <a:pt x="283963" y="1791698"/>
                  </a:lnTo>
                  <a:close/>
                  <a:moveTo>
                    <a:pt x="388370" y="1832706"/>
                  </a:moveTo>
                  <a:lnTo>
                    <a:pt x="352923" y="1797276"/>
                  </a:lnTo>
                  <a:lnTo>
                    <a:pt x="346769" y="1811131"/>
                  </a:lnTo>
                  <a:close/>
                  <a:moveTo>
                    <a:pt x="451803" y="1855595"/>
                  </a:moveTo>
                  <a:lnTo>
                    <a:pt x="437556" y="1838574"/>
                  </a:lnTo>
                  <a:lnTo>
                    <a:pt x="437294" y="1840947"/>
                  </a:lnTo>
                  <a:close/>
                  <a:moveTo>
                    <a:pt x="437294" y="1840947"/>
                  </a:moveTo>
                  <a:lnTo>
                    <a:pt x="423764" y="1830139"/>
                  </a:lnTo>
                  <a:lnTo>
                    <a:pt x="388370" y="1832706"/>
                  </a:lnTo>
                  <a:close/>
                  <a:moveTo>
                    <a:pt x="143479" y="1553448"/>
                  </a:moveTo>
                  <a:lnTo>
                    <a:pt x="179962" y="1577532"/>
                  </a:lnTo>
                  <a:lnTo>
                    <a:pt x="171218" y="1529355"/>
                  </a:lnTo>
                  <a:close/>
                  <a:moveTo>
                    <a:pt x="57087" y="1398839"/>
                  </a:moveTo>
                  <a:lnTo>
                    <a:pt x="48506" y="1328147"/>
                  </a:lnTo>
                  <a:lnTo>
                    <a:pt x="54747" y="1385816"/>
                  </a:lnTo>
                  <a:close/>
                  <a:moveTo>
                    <a:pt x="611078" y="1917553"/>
                  </a:moveTo>
                  <a:lnTo>
                    <a:pt x="573088" y="1866017"/>
                  </a:lnTo>
                  <a:lnTo>
                    <a:pt x="593135" y="1939360"/>
                  </a:lnTo>
                  <a:close/>
                  <a:moveTo>
                    <a:pt x="448160" y="1733071"/>
                  </a:moveTo>
                  <a:lnTo>
                    <a:pt x="463575" y="1669408"/>
                  </a:lnTo>
                  <a:lnTo>
                    <a:pt x="387716" y="1683964"/>
                  </a:lnTo>
                  <a:close/>
                  <a:moveTo>
                    <a:pt x="383825" y="1680812"/>
                  </a:moveTo>
                  <a:lnTo>
                    <a:pt x="360521" y="1633461"/>
                  </a:lnTo>
                  <a:lnTo>
                    <a:pt x="329707" y="1653152"/>
                  </a:lnTo>
                  <a:close/>
                  <a:moveTo>
                    <a:pt x="178218" y="1436115"/>
                  </a:moveTo>
                  <a:lnTo>
                    <a:pt x="254168" y="1410499"/>
                  </a:lnTo>
                  <a:lnTo>
                    <a:pt x="211253" y="1424727"/>
                  </a:lnTo>
                  <a:close/>
                  <a:moveTo>
                    <a:pt x="211253" y="1424727"/>
                  </a:moveTo>
                  <a:lnTo>
                    <a:pt x="166563" y="1426281"/>
                  </a:lnTo>
                  <a:lnTo>
                    <a:pt x="178218" y="1436115"/>
                  </a:lnTo>
                  <a:close/>
                  <a:moveTo>
                    <a:pt x="163430" y="1460926"/>
                  </a:moveTo>
                  <a:lnTo>
                    <a:pt x="166563" y="1426281"/>
                  </a:lnTo>
                  <a:lnTo>
                    <a:pt x="211253" y="1424727"/>
                  </a:lnTo>
                  <a:close/>
                  <a:moveTo>
                    <a:pt x="105484" y="1350651"/>
                  </a:moveTo>
                  <a:lnTo>
                    <a:pt x="103462" y="1331290"/>
                  </a:lnTo>
                  <a:lnTo>
                    <a:pt x="129029" y="1363408"/>
                  </a:lnTo>
                  <a:close/>
                  <a:moveTo>
                    <a:pt x="80046" y="1323208"/>
                  </a:moveTo>
                  <a:lnTo>
                    <a:pt x="103462" y="1331290"/>
                  </a:lnTo>
                  <a:lnTo>
                    <a:pt x="105484" y="1350651"/>
                  </a:lnTo>
                  <a:close/>
                  <a:moveTo>
                    <a:pt x="464758" y="1538931"/>
                  </a:moveTo>
                  <a:lnTo>
                    <a:pt x="451437" y="1532703"/>
                  </a:lnTo>
                  <a:lnTo>
                    <a:pt x="447741" y="1607926"/>
                  </a:lnTo>
                  <a:close/>
                  <a:moveTo>
                    <a:pt x="411618" y="1514928"/>
                  </a:moveTo>
                  <a:lnTo>
                    <a:pt x="367699" y="1525397"/>
                  </a:lnTo>
                  <a:lnTo>
                    <a:pt x="355904" y="1505261"/>
                  </a:lnTo>
                  <a:close/>
                  <a:moveTo>
                    <a:pt x="255362" y="1399408"/>
                  </a:moveTo>
                  <a:lnTo>
                    <a:pt x="211253" y="1424727"/>
                  </a:lnTo>
                  <a:lnTo>
                    <a:pt x="254168" y="1410499"/>
                  </a:lnTo>
                  <a:close/>
                  <a:moveTo>
                    <a:pt x="255362" y="1399408"/>
                  </a:moveTo>
                  <a:lnTo>
                    <a:pt x="268699" y="1329931"/>
                  </a:lnTo>
                  <a:lnTo>
                    <a:pt x="228656" y="1354891"/>
                  </a:lnTo>
                  <a:close/>
                  <a:moveTo>
                    <a:pt x="271140" y="1326557"/>
                  </a:moveTo>
                  <a:lnTo>
                    <a:pt x="268699" y="1329931"/>
                  </a:lnTo>
                  <a:lnTo>
                    <a:pt x="283756" y="1402187"/>
                  </a:lnTo>
                  <a:close/>
                  <a:moveTo>
                    <a:pt x="254382" y="1350651"/>
                  </a:moveTo>
                  <a:lnTo>
                    <a:pt x="271140" y="1326557"/>
                  </a:lnTo>
                  <a:lnTo>
                    <a:pt x="283756" y="1402187"/>
                  </a:lnTo>
                  <a:close/>
                  <a:moveTo>
                    <a:pt x="451437" y="1532703"/>
                  </a:moveTo>
                  <a:lnTo>
                    <a:pt x="464758" y="1538931"/>
                  </a:lnTo>
                  <a:lnTo>
                    <a:pt x="469622" y="1527394"/>
                  </a:lnTo>
                  <a:close/>
                  <a:moveTo>
                    <a:pt x="470912" y="1532703"/>
                  </a:moveTo>
                  <a:lnTo>
                    <a:pt x="469622" y="1527394"/>
                  </a:lnTo>
                  <a:lnTo>
                    <a:pt x="464758" y="1538931"/>
                  </a:lnTo>
                  <a:close/>
                  <a:moveTo>
                    <a:pt x="483518" y="1474171"/>
                  </a:moveTo>
                  <a:lnTo>
                    <a:pt x="469622" y="1527394"/>
                  </a:lnTo>
                  <a:lnTo>
                    <a:pt x="470912" y="1532703"/>
                  </a:lnTo>
                  <a:close/>
                  <a:moveTo>
                    <a:pt x="470912" y="1532703"/>
                  </a:moveTo>
                  <a:lnTo>
                    <a:pt x="478246" y="1481166"/>
                  </a:lnTo>
                  <a:lnTo>
                    <a:pt x="483518" y="1474171"/>
                  </a:lnTo>
                  <a:close/>
                  <a:moveTo>
                    <a:pt x="454390" y="1457073"/>
                  </a:moveTo>
                  <a:lnTo>
                    <a:pt x="472178" y="1431773"/>
                  </a:lnTo>
                  <a:lnTo>
                    <a:pt x="425787" y="1462307"/>
                  </a:lnTo>
                  <a:close/>
                  <a:moveTo>
                    <a:pt x="343247" y="1250926"/>
                  </a:moveTo>
                  <a:lnTo>
                    <a:pt x="361076" y="1325960"/>
                  </a:lnTo>
                  <a:lnTo>
                    <a:pt x="384904" y="1280146"/>
                  </a:lnTo>
                  <a:close/>
                  <a:moveTo>
                    <a:pt x="296056" y="1257536"/>
                  </a:moveTo>
                  <a:lnTo>
                    <a:pt x="269627" y="1199583"/>
                  </a:lnTo>
                  <a:lnTo>
                    <a:pt x="264119" y="1223484"/>
                  </a:lnTo>
                  <a:close/>
                  <a:moveTo>
                    <a:pt x="270016" y="1199956"/>
                  </a:moveTo>
                  <a:lnTo>
                    <a:pt x="269627" y="1199583"/>
                  </a:lnTo>
                  <a:lnTo>
                    <a:pt x="296056" y="1257536"/>
                  </a:lnTo>
                  <a:close/>
                  <a:moveTo>
                    <a:pt x="327421" y="1239908"/>
                  </a:moveTo>
                  <a:lnTo>
                    <a:pt x="270016" y="1199956"/>
                  </a:lnTo>
                  <a:lnTo>
                    <a:pt x="296056" y="1257536"/>
                  </a:lnTo>
                  <a:close/>
                  <a:moveTo>
                    <a:pt x="264119" y="1223484"/>
                  </a:moveTo>
                  <a:lnTo>
                    <a:pt x="269627" y="1199583"/>
                  </a:lnTo>
                  <a:lnTo>
                    <a:pt x="235081" y="1164925"/>
                  </a:lnTo>
                  <a:close/>
                  <a:moveTo>
                    <a:pt x="576291" y="1579382"/>
                  </a:moveTo>
                  <a:lnTo>
                    <a:pt x="606524" y="1617546"/>
                  </a:lnTo>
                  <a:lnTo>
                    <a:pt x="539241" y="1571520"/>
                  </a:lnTo>
                  <a:close/>
                  <a:moveTo>
                    <a:pt x="270016" y="1199956"/>
                  </a:moveTo>
                  <a:lnTo>
                    <a:pt x="327421" y="1239908"/>
                  </a:lnTo>
                  <a:lnTo>
                    <a:pt x="352407" y="1198423"/>
                  </a:lnTo>
                  <a:close/>
                  <a:moveTo>
                    <a:pt x="389463" y="1162296"/>
                  </a:moveTo>
                  <a:lnTo>
                    <a:pt x="376831" y="1125650"/>
                  </a:lnTo>
                  <a:lnTo>
                    <a:pt x="377298" y="1123759"/>
                  </a:lnTo>
                  <a:close/>
                  <a:moveTo>
                    <a:pt x="386371" y="1099665"/>
                  </a:moveTo>
                  <a:lnTo>
                    <a:pt x="389463" y="1162296"/>
                  </a:lnTo>
                  <a:lnTo>
                    <a:pt x="377298" y="1123759"/>
                  </a:lnTo>
                  <a:close/>
                  <a:moveTo>
                    <a:pt x="377298" y="1123759"/>
                  </a:moveTo>
                  <a:lnTo>
                    <a:pt x="347415" y="1072223"/>
                  </a:lnTo>
                  <a:lnTo>
                    <a:pt x="386371" y="1099665"/>
                  </a:lnTo>
                  <a:close/>
                  <a:moveTo>
                    <a:pt x="838357" y="1522775"/>
                  </a:moveTo>
                  <a:lnTo>
                    <a:pt x="803548" y="1527529"/>
                  </a:lnTo>
                  <a:lnTo>
                    <a:pt x="887928" y="1533436"/>
                  </a:lnTo>
                  <a:close/>
                  <a:moveTo>
                    <a:pt x="650047" y="1243687"/>
                  </a:moveTo>
                  <a:lnTo>
                    <a:pt x="649356" y="1230181"/>
                  </a:lnTo>
                  <a:lnTo>
                    <a:pt x="651893" y="1281718"/>
                  </a:lnTo>
                  <a:close/>
                  <a:moveTo>
                    <a:pt x="937257" y="1475834"/>
                  </a:moveTo>
                  <a:lnTo>
                    <a:pt x="917988" y="1428756"/>
                  </a:lnTo>
                  <a:lnTo>
                    <a:pt x="916802" y="1463770"/>
                  </a:lnTo>
                  <a:close/>
                  <a:moveTo>
                    <a:pt x="917988" y="1428756"/>
                  </a:moveTo>
                  <a:lnTo>
                    <a:pt x="914086" y="1412234"/>
                  </a:lnTo>
                  <a:lnTo>
                    <a:pt x="916802" y="1463770"/>
                  </a:lnTo>
                  <a:close/>
                  <a:moveTo>
                    <a:pt x="878486" y="1363233"/>
                  </a:moveTo>
                  <a:lnTo>
                    <a:pt x="867199" y="1369322"/>
                  </a:lnTo>
                  <a:lnTo>
                    <a:pt x="875732" y="1360697"/>
                  </a:lnTo>
                  <a:close/>
                  <a:moveTo>
                    <a:pt x="642904" y="1211512"/>
                  </a:moveTo>
                  <a:lnTo>
                    <a:pt x="651893" y="1281718"/>
                  </a:lnTo>
                  <a:lnTo>
                    <a:pt x="649356" y="1230181"/>
                  </a:lnTo>
                  <a:close/>
                  <a:moveTo>
                    <a:pt x="836167" y="1293825"/>
                  </a:moveTo>
                  <a:lnTo>
                    <a:pt x="847553" y="1347312"/>
                  </a:lnTo>
                  <a:lnTo>
                    <a:pt x="866980" y="1306757"/>
                  </a:lnTo>
                  <a:close/>
                  <a:moveTo>
                    <a:pt x="866980" y="1306757"/>
                  </a:moveTo>
                  <a:lnTo>
                    <a:pt x="877852" y="1233530"/>
                  </a:lnTo>
                  <a:lnTo>
                    <a:pt x="820373" y="1243923"/>
                  </a:lnTo>
                  <a:close/>
                  <a:moveTo>
                    <a:pt x="937107" y="1224984"/>
                  </a:moveTo>
                  <a:lnTo>
                    <a:pt x="880055" y="1234199"/>
                  </a:lnTo>
                  <a:lnTo>
                    <a:pt x="930815" y="1249305"/>
                  </a:lnTo>
                  <a:close/>
                  <a:moveTo>
                    <a:pt x="937107" y="1224984"/>
                  </a:moveTo>
                  <a:lnTo>
                    <a:pt x="880853" y="1232736"/>
                  </a:lnTo>
                  <a:lnTo>
                    <a:pt x="880055" y="1234199"/>
                  </a:lnTo>
                  <a:close/>
                  <a:moveTo>
                    <a:pt x="914805" y="1157899"/>
                  </a:moveTo>
                  <a:lnTo>
                    <a:pt x="898630" y="1168749"/>
                  </a:lnTo>
                  <a:lnTo>
                    <a:pt x="934420" y="1164426"/>
                  </a:lnTo>
                  <a:close/>
                  <a:moveTo>
                    <a:pt x="934420" y="1164426"/>
                  </a:moveTo>
                  <a:lnTo>
                    <a:pt x="898630" y="1168749"/>
                  </a:lnTo>
                  <a:lnTo>
                    <a:pt x="880853" y="1232736"/>
                  </a:lnTo>
                  <a:close/>
                  <a:moveTo>
                    <a:pt x="101606" y="178704"/>
                  </a:moveTo>
                  <a:lnTo>
                    <a:pt x="71609" y="202798"/>
                  </a:lnTo>
                  <a:lnTo>
                    <a:pt x="108201" y="230241"/>
                  </a:lnTo>
                  <a:close/>
                  <a:moveTo>
                    <a:pt x="39606" y="151261"/>
                  </a:moveTo>
                  <a:lnTo>
                    <a:pt x="71609" y="202798"/>
                  </a:lnTo>
                  <a:lnTo>
                    <a:pt x="101606" y="178704"/>
                  </a:lnTo>
                  <a:close/>
                  <a:moveTo>
                    <a:pt x="39606" y="151261"/>
                  </a:moveTo>
                  <a:lnTo>
                    <a:pt x="101606" y="178704"/>
                  </a:lnTo>
                  <a:lnTo>
                    <a:pt x="72391" y="127167"/>
                  </a:lnTo>
                  <a:close/>
                  <a:moveTo>
                    <a:pt x="1234288" y="1511768"/>
                  </a:moveTo>
                  <a:lnTo>
                    <a:pt x="1199656" y="1501940"/>
                  </a:lnTo>
                  <a:lnTo>
                    <a:pt x="1227887" y="1570192"/>
                  </a:lnTo>
                  <a:close/>
                  <a:moveTo>
                    <a:pt x="1234288" y="1511768"/>
                  </a:moveTo>
                  <a:lnTo>
                    <a:pt x="1231957" y="1541620"/>
                  </a:lnTo>
                  <a:lnTo>
                    <a:pt x="1309632" y="1522457"/>
                  </a:lnTo>
                  <a:close/>
                  <a:moveTo>
                    <a:pt x="1088998" y="1240206"/>
                  </a:moveTo>
                  <a:lnTo>
                    <a:pt x="1072209" y="1236878"/>
                  </a:lnTo>
                  <a:lnTo>
                    <a:pt x="1050261" y="1251419"/>
                  </a:lnTo>
                  <a:close/>
                  <a:moveTo>
                    <a:pt x="926090" y="1195959"/>
                  </a:moveTo>
                  <a:lnTo>
                    <a:pt x="898630" y="1168749"/>
                  </a:lnTo>
                  <a:lnTo>
                    <a:pt x="914805" y="1157899"/>
                  </a:lnTo>
                  <a:close/>
                  <a:moveTo>
                    <a:pt x="936739" y="1082269"/>
                  </a:moveTo>
                  <a:lnTo>
                    <a:pt x="923228" y="1106363"/>
                  </a:lnTo>
                  <a:lnTo>
                    <a:pt x="951335" y="1056227"/>
                  </a:lnTo>
                  <a:close/>
                  <a:moveTo>
                    <a:pt x="129613" y="170819"/>
                  </a:moveTo>
                  <a:lnTo>
                    <a:pt x="141809" y="230241"/>
                  </a:lnTo>
                  <a:lnTo>
                    <a:pt x="136664" y="178704"/>
                  </a:lnTo>
                  <a:close/>
                  <a:moveTo>
                    <a:pt x="107277" y="63492"/>
                  </a:moveTo>
                  <a:lnTo>
                    <a:pt x="72391" y="127167"/>
                  </a:lnTo>
                  <a:lnTo>
                    <a:pt x="114805" y="120114"/>
                  </a:lnTo>
                  <a:close/>
                  <a:moveTo>
                    <a:pt x="107277" y="63492"/>
                  </a:moveTo>
                  <a:lnTo>
                    <a:pt x="114805" y="120114"/>
                  </a:lnTo>
                  <a:lnTo>
                    <a:pt x="132444" y="127167"/>
                  </a:lnTo>
                  <a:close/>
                  <a:moveTo>
                    <a:pt x="104371" y="3112"/>
                  </a:moveTo>
                  <a:lnTo>
                    <a:pt x="91079" y="0"/>
                  </a:lnTo>
                  <a:lnTo>
                    <a:pt x="96275" y="51537"/>
                  </a:lnTo>
                  <a:close/>
                  <a:moveTo>
                    <a:pt x="1363123" y="1482991"/>
                  </a:moveTo>
                  <a:lnTo>
                    <a:pt x="1321663" y="1478715"/>
                  </a:lnTo>
                  <a:lnTo>
                    <a:pt x="1309632" y="1522457"/>
                  </a:lnTo>
                  <a:close/>
                  <a:moveTo>
                    <a:pt x="1362687" y="1420603"/>
                  </a:moveTo>
                  <a:lnTo>
                    <a:pt x="1321663" y="1478715"/>
                  </a:lnTo>
                  <a:lnTo>
                    <a:pt x="1363123" y="1482991"/>
                  </a:lnTo>
                  <a:close/>
                  <a:moveTo>
                    <a:pt x="923478" y="955102"/>
                  </a:moveTo>
                  <a:lnTo>
                    <a:pt x="934456" y="993120"/>
                  </a:lnTo>
                  <a:lnTo>
                    <a:pt x="925154" y="979195"/>
                  </a:lnTo>
                  <a:close/>
                  <a:moveTo>
                    <a:pt x="922044" y="1011019"/>
                  </a:moveTo>
                  <a:lnTo>
                    <a:pt x="934456" y="993120"/>
                  </a:lnTo>
                  <a:lnTo>
                    <a:pt x="923478" y="955102"/>
                  </a:lnTo>
                  <a:close/>
                  <a:moveTo>
                    <a:pt x="687668" y="711159"/>
                  </a:moveTo>
                  <a:lnTo>
                    <a:pt x="725256" y="734984"/>
                  </a:lnTo>
                  <a:lnTo>
                    <a:pt x="703208" y="721512"/>
                  </a:lnTo>
                  <a:close/>
                  <a:moveTo>
                    <a:pt x="687668" y="711159"/>
                  </a:moveTo>
                  <a:lnTo>
                    <a:pt x="671200" y="661805"/>
                  </a:lnTo>
                  <a:lnTo>
                    <a:pt x="647477" y="705852"/>
                  </a:lnTo>
                  <a:close/>
                  <a:moveTo>
                    <a:pt x="671200" y="661805"/>
                  </a:moveTo>
                  <a:lnTo>
                    <a:pt x="703208" y="721512"/>
                  </a:lnTo>
                  <a:lnTo>
                    <a:pt x="694691" y="669976"/>
                  </a:lnTo>
                  <a:close/>
                  <a:moveTo>
                    <a:pt x="671200" y="661805"/>
                  </a:moveTo>
                  <a:lnTo>
                    <a:pt x="687668" y="711159"/>
                  </a:lnTo>
                  <a:lnTo>
                    <a:pt x="703208" y="721512"/>
                  </a:lnTo>
                  <a:close/>
                  <a:moveTo>
                    <a:pt x="671200" y="661805"/>
                  </a:moveTo>
                  <a:lnTo>
                    <a:pt x="694691" y="669976"/>
                  </a:lnTo>
                  <a:lnTo>
                    <a:pt x="680474" y="607331"/>
                  </a:lnTo>
                  <a:close/>
                  <a:moveTo>
                    <a:pt x="680474" y="607331"/>
                  </a:moveTo>
                  <a:lnTo>
                    <a:pt x="706525" y="664955"/>
                  </a:lnTo>
                  <a:lnTo>
                    <a:pt x="725378" y="600544"/>
                  </a:lnTo>
                  <a:close/>
                  <a:moveTo>
                    <a:pt x="1104845" y="1109712"/>
                  </a:moveTo>
                  <a:lnTo>
                    <a:pt x="1120000" y="1067684"/>
                  </a:lnTo>
                  <a:lnTo>
                    <a:pt x="1105994" y="1100904"/>
                  </a:lnTo>
                  <a:close/>
                  <a:moveTo>
                    <a:pt x="1134236" y="1034081"/>
                  </a:moveTo>
                  <a:lnTo>
                    <a:pt x="1120000" y="1067684"/>
                  </a:lnTo>
                  <a:lnTo>
                    <a:pt x="1104845" y="1109712"/>
                  </a:lnTo>
                  <a:close/>
                  <a:moveTo>
                    <a:pt x="1011202" y="835582"/>
                  </a:moveTo>
                  <a:lnTo>
                    <a:pt x="962933" y="829791"/>
                  </a:lnTo>
                  <a:lnTo>
                    <a:pt x="984580" y="870951"/>
                  </a:lnTo>
                  <a:close/>
                  <a:moveTo>
                    <a:pt x="728479" y="590477"/>
                  </a:moveTo>
                  <a:lnTo>
                    <a:pt x="690938" y="583015"/>
                  </a:lnTo>
                  <a:lnTo>
                    <a:pt x="680474" y="607331"/>
                  </a:lnTo>
                  <a:close/>
                  <a:moveTo>
                    <a:pt x="690938" y="583015"/>
                  </a:moveTo>
                  <a:lnTo>
                    <a:pt x="728479" y="590477"/>
                  </a:lnTo>
                  <a:lnTo>
                    <a:pt x="720074" y="534567"/>
                  </a:lnTo>
                  <a:close/>
                  <a:moveTo>
                    <a:pt x="690938" y="583015"/>
                  </a:moveTo>
                  <a:lnTo>
                    <a:pt x="720074" y="534567"/>
                  </a:lnTo>
                  <a:lnTo>
                    <a:pt x="671955" y="535705"/>
                  </a:lnTo>
                  <a:close/>
                  <a:moveTo>
                    <a:pt x="1011202" y="835582"/>
                  </a:moveTo>
                  <a:lnTo>
                    <a:pt x="1022396" y="817170"/>
                  </a:lnTo>
                  <a:lnTo>
                    <a:pt x="962933" y="829791"/>
                  </a:lnTo>
                  <a:close/>
                  <a:moveTo>
                    <a:pt x="962933" y="829791"/>
                  </a:moveTo>
                  <a:lnTo>
                    <a:pt x="1022396" y="817170"/>
                  </a:lnTo>
                  <a:lnTo>
                    <a:pt x="963352" y="827190"/>
                  </a:lnTo>
                  <a:close/>
                </a:path>
              </a:pathLst>
            </a:custGeom>
            <a:solidFill>
              <a:srgbClr val="EFF2F3"/>
            </a:solidFill>
            <a:ln w="1524">
              <a:solidFill>
                <a:srgbClr val="EFF2F3"/>
              </a:solidFill>
            </a:ln>
          </p:spPr>
        </p:sp>
        <p:sp>
          <p:nvSpPr>
            <p:cNvPr id="4211" name="Output_density__4210">
              <a:extLst>
                <a:ext uri="{FF2B5EF4-FFF2-40B4-BE49-F238E27FC236}">
                  <a16:creationId xmlns:a16="http://schemas.microsoft.com/office/drawing/2014/main" id="{A88134D6-14D1-181C-8DB1-56F91ABB1361}"/>
                </a:ext>
              </a:extLst>
            </p:cNvPr>
            <p:cNvSpPr>
              <a:spLocks noGrp="1"/>
            </p:cNvSpPr>
            <p:nvPr/>
          </p:nvSpPr>
          <p:spPr>
            <a:xfrm>
              <a:off x="15382761" y="2588835"/>
              <a:ext cx="1257515" cy="1944522"/>
            </a:xfrm>
            <a:custGeom>
              <a:avLst/>
              <a:gdLst/>
              <a:ahLst/>
              <a:cxnLst/>
              <a:rect l="0" t="0" r="0" b="0"/>
              <a:pathLst>
                <a:path w="1257515" h="1944522">
                  <a:moveTo>
                    <a:pt x="0" y="1557454"/>
                  </a:moveTo>
                  <a:lnTo>
                    <a:pt x="34479" y="1551465"/>
                  </a:lnTo>
                  <a:lnTo>
                    <a:pt x="28959" y="1552975"/>
                  </a:lnTo>
                  <a:close/>
                  <a:moveTo>
                    <a:pt x="65147" y="1491449"/>
                  </a:moveTo>
                  <a:lnTo>
                    <a:pt x="28959" y="1552975"/>
                  </a:lnTo>
                  <a:lnTo>
                    <a:pt x="53833" y="1528881"/>
                  </a:lnTo>
                  <a:close/>
                  <a:moveTo>
                    <a:pt x="28754" y="1441121"/>
                  </a:moveTo>
                  <a:lnTo>
                    <a:pt x="65361" y="1477344"/>
                  </a:lnTo>
                  <a:lnTo>
                    <a:pt x="57270" y="1462002"/>
                  </a:lnTo>
                  <a:close/>
                  <a:moveTo>
                    <a:pt x="38354" y="1425808"/>
                  </a:moveTo>
                  <a:lnTo>
                    <a:pt x="28754" y="1441121"/>
                  </a:lnTo>
                  <a:lnTo>
                    <a:pt x="57270" y="1462002"/>
                  </a:lnTo>
                  <a:close/>
                  <a:moveTo>
                    <a:pt x="289200" y="1607860"/>
                  </a:moveTo>
                  <a:lnTo>
                    <a:pt x="342585" y="1560239"/>
                  </a:lnTo>
                  <a:lnTo>
                    <a:pt x="273727" y="1544138"/>
                  </a:lnTo>
                  <a:close/>
                  <a:moveTo>
                    <a:pt x="273727" y="1544138"/>
                  </a:moveTo>
                  <a:lnTo>
                    <a:pt x="342585" y="1560239"/>
                  </a:lnTo>
                  <a:lnTo>
                    <a:pt x="321260" y="1543476"/>
                  </a:lnTo>
                  <a:close/>
                  <a:moveTo>
                    <a:pt x="273727" y="1544138"/>
                  </a:moveTo>
                  <a:lnTo>
                    <a:pt x="321260" y="1543476"/>
                  </a:lnTo>
                  <a:lnTo>
                    <a:pt x="262698" y="1490361"/>
                  </a:lnTo>
                  <a:close/>
                  <a:moveTo>
                    <a:pt x="161647" y="1433806"/>
                  </a:moveTo>
                  <a:lnTo>
                    <a:pt x="194227" y="1382559"/>
                  </a:lnTo>
                  <a:lnTo>
                    <a:pt x="140819" y="1387997"/>
                  </a:lnTo>
                  <a:close/>
                  <a:moveTo>
                    <a:pt x="637906" y="1877178"/>
                  </a:moveTo>
                  <a:lnTo>
                    <a:pt x="625754" y="1920252"/>
                  </a:lnTo>
                  <a:lnTo>
                    <a:pt x="692738" y="1868892"/>
                  </a:lnTo>
                  <a:close/>
                  <a:moveTo>
                    <a:pt x="692738" y="1868892"/>
                  </a:moveTo>
                  <a:lnTo>
                    <a:pt x="669640" y="1944522"/>
                  </a:lnTo>
                  <a:lnTo>
                    <a:pt x="696063" y="1873553"/>
                  </a:lnTo>
                  <a:close/>
                  <a:moveTo>
                    <a:pt x="696063" y="1873553"/>
                  </a:moveTo>
                  <a:lnTo>
                    <a:pt x="669640" y="1944522"/>
                  </a:lnTo>
                  <a:lnTo>
                    <a:pt x="693037" y="1933081"/>
                  </a:lnTo>
                  <a:close/>
                  <a:moveTo>
                    <a:pt x="693037" y="1933081"/>
                  </a:moveTo>
                  <a:lnTo>
                    <a:pt x="718809" y="1920428"/>
                  </a:lnTo>
                  <a:lnTo>
                    <a:pt x="696063" y="1873553"/>
                  </a:lnTo>
                  <a:close/>
                  <a:moveTo>
                    <a:pt x="692738" y="1868892"/>
                  </a:moveTo>
                  <a:lnTo>
                    <a:pt x="693909" y="1865496"/>
                  </a:lnTo>
                  <a:lnTo>
                    <a:pt x="637906" y="1877178"/>
                  </a:lnTo>
                  <a:close/>
                  <a:moveTo>
                    <a:pt x="637906" y="1877178"/>
                  </a:moveTo>
                  <a:lnTo>
                    <a:pt x="693909" y="1865496"/>
                  </a:lnTo>
                  <a:lnTo>
                    <a:pt x="674534" y="1822638"/>
                  </a:lnTo>
                  <a:close/>
                  <a:moveTo>
                    <a:pt x="674534" y="1822638"/>
                  </a:moveTo>
                  <a:lnTo>
                    <a:pt x="693909" y="1865496"/>
                  </a:lnTo>
                  <a:lnTo>
                    <a:pt x="734028" y="1840817"/>
                  </a:lnTo>
                  <a:close/>
                  <a:moveTo>
                    <a:pt x="225767" y="1377620"/>
                  </a:moveTo>
                  <a:lnTo>
                    <a:pt x="189553" y="1323616"/>
                  </a:lnTo>
                  <a:lnTo>
                    <a:pt x="191283" y="1343900"/>
                  </a:lnTo>
                  <a:close/>
                  <a:moveTo>
                    <a:pt x="279165" y="1301989"/>
                  </a:moveTo>
                  <a:lnTo>
                    <a:pt x="283558" y="1250452"/>
                  </a:lnTo>
                  <a:lnTo>
                    <a:pt x="261047" y="1303475"/>
                  </a:lnTo>
                  <a:close/>
                  <a:moveTo>
                    <a:pt x="261047" y="1303475"/>
                  </a:moveTo>
                  <a:lnTo>
                    <a:pt x="263249" y="1303391"/>
                  </a:lnTo>
                  <a:lnTo>
                    <a:pt x="279165" y="1301989"/>
                  </a:lnTo>
                  <a:close/>
                  <a:moveTo>
                    <a:pt x="199286" y="1198916"/>
                  </a:moveTo>
                  <a:lnTo>
                    <a:pt x="240420" y="1257501"/>
                  </a:lnTo>
                  <a:lnTo>
                    <a:pt x="246220" y="1239724"/>
                  </a:lnTo>
                  <a:close/>
                  <a:moveTo>
                    <a:pt x="734028" y="1840817"/>
                  </a:moveTo>
                  <a:lnTo>
                    <a:pt x="758607" y="1855014"/>
                  </a:lnTo>
                  <a:lnTo>
                    <a:pt x="776534" y="1825066"/>
                  </a:lnTo>
                  <a:close/>
                  <a:moveTo>
                    <a:pt x="776534" y="1825066"/>
                  </a:moveTo>
                  <a:lnTo>
                    <a:pt x="758607" y="1855014"/>
                  </a:lnTo>
                  <a:lnTo>
                    <a:pt x="800374" y="1793261"/>
                  </a:lnTo>
                  <a:close/>
                  <a:moveTo>
                    <a:pt x="246220" y="1239724"/>
                  </a:moveTo>
                  <a:lnTo>
                    <a:pt x="283558" y="1250452"/>
                  </a:lnTo>
                  <a:lnTo>
                    <a:pt x="273828" y="1208047"/>
                  </a:lnTo>
                  <a:close/>
                  <a:moveTo>
                    <a:pt x="273828" y="1208047"/>
                  </a:moveTo>
                  <a:lnTo>
                    <a:pt x="283558" y="1250452"/>
                  </a:lnTo>
                  <a:lnTo>
                    <a:pt x="307802" y="1177959"/>
                  </a:lnTo>
                  <a:close/>
                  <a:moveTo>
                    <a:pt x="249979" y="1174822"/>
                  </a:moveTo>
                  <a:lnTo>
                    <a:pt x="246220" y="1239724"/>
                  </a:lnTo>
                  <a:lnTo>
                    <a:pt x="273828" y="1208047"/>
                  </a:lnTo>
                  <a:close/>
                  <a:moveTo>
                    <a:pt x="249979" y="1174822"/>
                  </a:moveTo>
                  <a:lnTo>
                    <a:pt x="199286" y="1198916"/>
                  </a:lnTo>
                  <a:lnTo>
                    <a:pt x="246220" y="1239724"/>
                  </a:lnTo>
                  <a:close/>
                  <a:moveTo>
                    <a:pt x="192978" y="1147379"/>
                  </a:moveTo>
                  <a:lnTo>
                    <a:pt x="253908" y="1133567"/>
                  </a:lnTo>
                  <a:lnTo>
                    <a:pt x="247706" y="1126092"/>
                  </a:lnTo>
                  <a:close/>
                  <a:moveTo>
                    <a:pt x="253908" y="1133567"/>
                  </a:moveTo>
                  <a:lnTo>
                    <a:pt x="303152" y="1174822"/>
                  </a:lnTo>
                  <a:lnTo>
                    <a:pt x="247706" y="1126092"/>
                  </a:lnTo>
                  <a:close/>
                  <a:moveTo>
                    <a:pt x="800374" y="1793261"/>
                  </a:moveTo>
                  <a:lnTo>
                    <a:pt x="802690" y="1844798"/>
                  </a:lnTo>
                  <a:lnTo>
                    <a:pt x="841139" y="1820704"/>
                  </a:lnTo>
                  <a:close/>
                  <a:moveTo>
                    <a:pt x="800374" y="1793261"/>
                  </a:moveTo>
                  <a:lnTo>
                    <a:pt x="841139" y="1820704"/>
                  </a:lnTo>
                  <a:lnTo>
                    <a:pt x="813101" y="1769167"/>
                  </a:lnTo>
                  <a:close/>
                  <a:moveTo>
                    <a:pt x="274070" y="1167401"/>
                  </a:moveTo>
                  <a:lnTo>
                    <a:pt x="273828" y="1208047"/>
                  </a:lnTo>
                  <a:lnTo>
                    <a:pt x="303152" y="1174822"/>
                  </a:lnTo>
                  <a:close/>
                  <a:moveTo>
                    <a:pt x="303152" y="1174822"/>
                  </a:moveTo>
                  <a:lnTo>
                    <a:pt x="253908" y="1133567"/>
                  </a:lnTo>
                  <a:lnTo>
                    <a:pt x="274070" y="1167401"/>
                  </a:lnTo>
                  <a:close/>
                  <a:moveTo>
                    <a:pt x="341526" y="1150728"/>
                  </a:moveTo>
                  <a:lnTo>
                    <a:pt x="322931" y="1174822"/>
                  </a:lnTo>
                  <a:lnTo>
                    <a:pt x="355243" y="1202265"/>
                  </a:lnTo>
                  <a:close/>
                  <a:moveTo>
                    <a:pt x="341526" y="1150728"/>
                  </a:moveTo>
                  <a:lnTo>
                    <a:pt x="363795" y="1099191"/>
                  </a:lnTo>
                  <a:lnTo>
                    <a:pt x="322931" y="1174822"/>
                  </a:lnTo>
                  <a:close/>
                  <a:moveTo>
                    <a:pt x="363795" y="1099191"/>
                  </a:moveTo>
                  <a:lnTo>
                    <a:pt x="409216" y="1095086"/>
                  </a:lnTo>
                  <a:lnTo>
                    <a:pt x="378728" y="1095538"/>
                  </a:lnTo>
                  <a:close/>
                  <a:moveTo>
                    <a:pt x="378728" y="1095538"/>
                  </a:moveTo>
                  <a:lnTo>
                    <a:pt x="409216" y="1095086"/>
                  </a:lnTo>
                  <a:lnTo>
                    <a:pt x="455338" y="1092850"/>
                  </a:lnTo>
                  <a:close/>
                  <a:moveTo>
                    <a:pt x="438729" y="1109501"/>
                  </a:moveTo>
                  <a:lnTo>
                    <a:pt x="455338" y="1092850"/>
                  </a:lnTo>
                  <a:lnTo>
                    <a:pt x="409216" y="1095086"/>
                  </a:lnTo>
                  <a:close/>
                  <a:moveTo>
                    <a:pt x="438729" y="1109501"/>
                  </a:moveTo>
                  <a:lnTo>
                    <a:pt x="487718" y="1107656"/>
                  </a:lnTo>
                  <a:lnTo>
                    <a:pt x="455338" y="1092850"/>
                  </a:lnTo>
                  <a:close/>
                  <a:moveTo>
                    <a:pt x="1124829" y="1619178"/>
                  </a:moveTo>
                  <a:lnTo>
                    <a:pt x="1126208" y="1620586"/>
                  </a:lnTo>
                  <a:lnTo>
                    <a:pt x="1171671" y="1619635"/>
                  </a:lnTo>
                  <a:close/>
                  <a:moveTo>
                    <a:pt x="771798" y="1037736"/>
                  </a:moveTo>
                  <a:lnTo>
                    <a:pt x="765314" y="1033904"/>
                  </a:lnTo>
                  <a:lnTo>
                    <a:pt x="796535" y="1081795"/>
                  </a:lnTo>
                  <a:close/>
                  <a:moveTo>
                    <a:pt x="765924" y="1030259"/>
                  </a:moveTo>
                  <a:lnTo>
                    <a:pt x="765314" y="1033904"/>
                  </a:lnTo>
                  <a:lnTo>
                    <a:pt x="771798" y="1037736"/>
                  </a:lnTo>
                  <a:close/>
                  <a:moveTo>
                    <a:pt x="764942" y="1012103"/>
                  </a:moveTo>
                  <a:lnTo>
                    <a:pt x="765314" y="1033904"/>
                  </a:lnTo>
                  <a:lnTo>
                    <a:pt x="765924" y="1030259"/>
                  </a:lnTo>
                  <a:close/>
                  <a:moveTo>
                    <a:pt x="729938" y="937178"/>
                  </a:moveTo>
                  <a:lnTo>
                    <a:pt x="765867" y="978722"/>
                  </a:lnTo>
                  <a:lnTo>
                    <a:pt x="751310" y="961133"/>
                  </a:lnTo>
                  <a:close/>
                  <a:moveTo>
                    <a:pt x="730814" y="927185"/>
                  </a:moveTo>
                  <a:lnTo>
                    <a:pt x="729938" y="937178"/>
                  </a:lnTo>
                  <a:lnTo>
                    <a:pt x="751310" y="961133"/>
                  </a:lnTo>
                  <a:close/>
                  <a:moveTo>
                    <a:pt x="737065" y="907874"/>
                  </a:moveTo>
                  <a:lnTo>
                    <a:pt x="729938" y="937178"/>
                  </a:lnTo>
                  <a:lnTo>
                    <a:pt x="730814" y="927185"/>
                  </a:lnTo>
                  <a:close/>
                  <a:moveTo>
                    <a:pt x="1158035" y="1298853"/>
                  </a:moveTo>
                  <a:lnTo>
                    <a:pt x="1151559" y="1324243"/>
                  </a:lnTo>
                  <a:lnTo>
                    <a:pt x="1152095" y="1315384"/>
                  </a:lnTo>
                  <a:close/>
                  <a:moveTo>
                    <a:pt x="984849" y="1175368"/>
                  </a:moveTo>
                  <a:lnTo>
                    <a:pt x="960398" y="1160774"/>
                  </a:lnTo>
                  <a:lnTo>
                    <a:pt x="966734" y="1235071"/>
                  </a:lnTo>
                  <a:close/>
                  <a:moveTo>
                    <a:pt x="764942" y="1012103"/>
                  </a:moveTo>
                  <a:lnTo>
                    <a:pt x="765924" y="1030259"/>
                  </a:lnTo>
                  <a:lnTo>
                    <a:pt x="779916" y="1022033"/>
                  </a:lnTo>
                  <a:close/>
                  <a:moveTo>
                    <a:pt x="764942" y="1012103"/>
                  </a:moveTo>
                  <a:lnTo>
                    <a:pt x="779916" y="1022033"/>
                  </a:lnTo>
                  <a:lnTo>
                    <a:pt x="765867" y="978722"/>
                  </a:lnTo>
                  <a:close/>
                  <a:moveTo>
                    <a:pt x="771078" y="900144"/>
                  </a:moveTo>
                  <a:lnTo>
                    <a:pt x="737065" y="907874"/>
                  </a:lnTo>
                  <a:lnTo>
                    <a:pt x="730814" y="927185"/>
                  </a:lnTo>
                  <a:close/>
                  <a:moveTo>
                    <a:pt x="773873" y="851555"/>
                  </a:moveTo>
                  <a:lnTo>
                    <a:pt x="778900" y="872613"/>
                  </a:lnTo>
                  <a:lnTo>
                    <a:pt x="771078" y="900144"/>
                  </a:lnTo>
                  <a:close/>
                  <a:moveTo>
                    <a:pt x="771078" y="900144"/>
                  </a:moveTo>
                  <a:lnTo>
                    <a:pt x="776744" y="881553"/>
                  </a:lnTo>
                  <a:lnTo>
                    <a:pt x="737065" y="907874"/>
                  </a:lnTo>
                  <a:close/>
                  <a:moveTo>
                    <a:pt x="110486" y="26969"/>
                  </a:moveTo>
                  <a:lnTo>
                    <a:pt x="105079" y="36710"/>
                  </a:lnTo>
                  <a:lnTo>
                    <a:pt x="78645" y="58021"/>
                  </a:lnTo>
                  <a:close/>
                  <a:moveTo>
                    <a:pt x="1152095" y="1315384"/>
                  </a:moveTo>
                  <a:lnTo>
                    <a:pt x="1151559" y="1324243"/>
                  </a:lnTo>
                  <a:lnTo>
                    <a:pt x="1169701" y="1342470"/>
                  </a:lnTo>
                  <a:close/>
                  <a:moveTo>
                    <a:pt x="115504" y="21151"/>
                  </a:moveTo>
                  <a:lnTo>
                    <a:pt x="105079" y="36710"/>
                  </a:lnTo>
                  <a:lnTo>
                    <a:pt x="110486" y="26969"/>
                  </a:lnTo>
                  <a:close/>
                  <a:moveTo>
                    <a:pt x="773873" y="851555"/>
                  </a:moveTo>
                  <a:lnTo>
                    <a:pt x="825351" y="827461"/>
                  </a:lnTo>
                  <a:lnTo>
                    <a:pt x="750149" y="821896"/>
                  </a:lnTo>
                  <a:close/>
                  <a:moveTo>
                    <a:pt x="726187" y="748482"/>
                  </a:moveTo>
                  <a:lnTo>
                    <a:pt x="714001" y="786667"/>
                  </a:lnTo>
                  <a:lnTo>
                    <a:pt x="763441" y="736694"/>
                  </a:lnTo>
                  <a:close/>
                  <a:moveTo>
                    <a:pt x="763441" y="736694"/>
                  </a:moveTo>
                  <a:lnTo>
                    <a:pt x="739392" y="741264"/>
                  </a:lnTo>
                  <a:lnTo>
                    <a:pt x="726187" y="748482"/>
                  </a:lnTo>
                  <a:close/>
                  <a:moveTo>
                    <a:pt x="718123" y="672851"/>
                  </a:moveTo>
                  <a:lnTo>
                    <a:pt x="739392" y="741264"/>
                  </a:lnTo>
                  <a:lnTo>
                    <a:pt x="755358" y="706469"/>
                  </a:lnTo>
                  <a:close/>
                  <a:moveTo>
                    <a:pt x="123296" y="21899"/>
                  </a:moveTo>
                  <a:lnTo>
                    <a:pt x="110486" y="26969"/>
                  </a:lnTo>
                  <a:lnTo>
                    <a:pt x="155932" y="37405"/>
                  </a:lnTo>
                  <a:close/>
                  <a:moveTo>
                    <a:pt x="155932" y="37405"/>
                  </a:moveTo>
                  <a:lnTo>
                    <a:pt x="110486" y="26969"/>
                  </a:lnTo>
                  <a:lnTo>
                    <a:pt x="78645" y="58021"/>
                  </a:lnTo>
                  <a:close/>
                  <a:moveTo>
                    <a:pt x="200412" y="29036"/>
                  </a:moveTo>
                  <a:lnTo>
                    <a:pt x="236800" y="54412"/>
                  </a:lnTo>
                  <a:lnTo>
                    <a:pt x="186983" y="8105"/>
                  </a:lnTo>
                  <a:close/>
                  <a:moveTo>
                    <a:pt x="115504" y="21151"/>
                  </a:moveTo>
                  <a:lnTo>
                    <a:pt x="110486" y="26969"/>
                  </a:lnTo>
                  <a:lnTo>
                    <a:pt x="123296" y="21899"/>
                  </a:lnTo>
                  <a:close/>
                  <a:moveTo>
                    <a:pt x="123296" y="21899"/>
                  </a:moveTo>
                  <a:lnTo>
                    <a:pt x="156566" y="0"/>
                  </a:lnTo>
                  <a:lnTo>
                    <a:pt x="115504" y="21151"/>
                  </a:lnTo>
                  <a:close/>
                  <a:moveTo>
                    <a:pt x="123296" y="21899"/>
                  </a:moveTo>
                  <a:lnTo>
                    <a:pt x="186983" y="8105"/>
                  </a:lnTo>
                  <a:lnTo>
                    <a:pt x="156566" y="0"/>
                  </a:lnTo>
                  <a:close/>
                  <a:moveTo>
                    <a:pt x="186983" y="8105"/>
                  </a:moveTo>
                  <a:lnTo>
                    <a:pt x="123296" y="21899"/>
                  </a:lnTo>
                  <a:lnTo>
                    <a:pt x="200412" y="29036"/>
                  </a:lnTo>
                  <a:close/>
                  <a:moveTo>
                    <a:pt x="123296" y="21899"/>
                  </a:moveTo>
                  <a:lnTo>
                    <a:pt x="155932" y="37405"/>
                  </a:lnTo>
                  <a:lnTo>
                    <a:pt x="200412" y="29036"/>
                  </a:lnTo>
                  <a:close/>
                  <a:moveTo>
                    <a:pt x="1149364" y="1061050"/>
                  </a:moveTo>
                  <a:lnTo>
                    <a:pt x="1135912" y="1136680"/>
                  </a:lnTo>
                  <a:lnTo>
                    <a:pt x="1157286" y="1112587"/>
                  </a:lnTo>
                  <a:close/>
                  <a:moveTo>
                    <a:pt x="853042" y="875079"/>
                  </a:moveTo>
                  <a:lnTo>
                    <a:pt x="894751" y="816409"/>
                  </a:lnTo>
                  <a:lnTo>
                    <a:pt x="837488" y="824981"/>
                  </a:lnTo>
                  <a:close/>
                  <a:moveTo>
                    <a:pt x="782684" y="724388"/>
                  </a:moveTo>
                  <a:lnTo>
                    <a:pt x="816921" y="716217"/>
                  </a:lnTo>
                  <a:lnTo>
                    <a:pt x="755358" y="706469"/>
                  </a:lnTo>
                  <a:close/>
                  <a:moveTo>
                    <a:pt x="733858" y="557535"/>
                  </a:moveTo>
                  <a:lnTo>
                    <a:pt x="701985" y="569778"/>
                  </a:lnTo>
                  <a:lnTo>
                    <a:pt x="751805" y="558288"/>
                  </a:lnTo>
                  <a:close/>
                  <a:moveTo>
                    <a:pt x="751805" y="558288"/>
                  </a:moveTo>
                  <a:lnTo>
                    <a:pt x="701985" y="569778"/>
                  </a:lnTo>
                  <a:lnTo>
                    <a:pt x="682362" y="608230"/>
                  </a:lnTo>
                  <a:close/>
                  <a:moveTo>
                    <a:pt x="751805" y="558288"/>
                  </a:moveTo>
                  <a:lnTo>
                    <a:pt x="682362" y="608230"/>
                  </a:lnTo>
                  <a:lnTo>
                    <a:pt x="710277" y="577700"/>
                  </a:lnTo>
                  <a:close/>
                  <a:moveTo>
                    <a:pt x="1042559" y="811761"/>
                  </a:moveTo>
                  <a:lnTo>
                    <a:pt x="1012868" y="835651"/>
                  </a:lnTo>
                  <a:lnTo>
                    <a:pt x="985537" y="854904"/>
                  </a:lnTo>
                  <a:close/>
                  <a:moveTo>
                    <a:pt x="1086037" y="799641"/>
                  </a:moveTo>
                  <a:lnTo>
                    <a:pt x="1012868" y="835651"/>
                  </a:lnTo>
                  <a:lnTo>
                    <a:pt x="1042559" y="811761"/>
                  </a:lnTo>
                  <a:close/>
                  <a:moveTo>
                    <a:pt x="1242721" y="766301"/>
                  </a:moveTo>
                  <a:lnTo>
                    <a:pt x="1203777" y="782622"/>
                  </a:lnTo>
                  <a:lnTo>
                    <a:pt x="1257515" y="774143"/>
                  </a:lnTo>
                  <a:close/>
                </a:path>
              </a:pathLst>
            </a:custGeom>
            <a:solidFill>
              <a:srgbClr val="F4F6F7"/>
            </a:solidFill>
            <a:ln w="1524">
              <a:solidFill>
                <a:srgbClr val="F4F6F7"/>
              </a:solidFill>
            </a:ln>
          </p:spPr>
        </p:sp>
        <p:sp>
          <p:nvSpPr>
            <p:cNvPr id="4212" name="Output_density__4211">
              <a:extLst>
                <a:ext uri="{FF2B5EF4-FFF2-40B4-BE49-F238E27FC236}">
                  <a16:creationId xmlns:a16="http://schemas.microsoft.com/office/drawing/2014/main" id="{2829802D-5808-9404-BE72-E526F9C93DEC}"/>
                </a:ext>
              </a:extLst>
            </p:cNvPr>
            <p:cNvSpPr>
              <a:spLocks noGrp="1"/>
            </p:cNvSpPr>
            <p:nvPr/>
          </p:nvSpPr>
          <p:spPr>
            <a:xfrm>
              <a:off x="15447907" y="2594157"/>
              <a:ext cx="1436535" cy="1988450"/>
            </a:xfrm>
            <a:custGeom>
              <a:avLst/>
              <a:gdLst/>
              <a:ahLst/>
              <a:cxnLst/>
              <a:rect l="0" t="0" r="0" b="0"/>
              <a:pathLst>
                <a:path w="1436535" h="1988450">
                  <a:moveTo>
                    <a:pt x="0" y="1486128"/>
                  </a:moveTo>
                  <a:lnTo>
                    <a:pt x="215" y="1472023"/>
                  </a:lnTo>
                  <a:lnTo>
                    <a:pt x="17836" y="1492438"/>
                  </a:lnTo>
                  <a:close/>
                  <a:moveTo>
                    <a:pt x="182353" y="1626632"/>
                  </a:moveTo>
                  <a:lnTo>
                    <a:pt x="224053" y="1602538"/>
                  </a:lnTo>
                  <a:lnTo>
                    <a:pt x="176731" y="1622866"/>
                  </a:lnTo>
                  <a:close/>
                  <a:moveTo>
                    <a:pt x="224053" y="1602538"/>
                  </a:moveTo>
                  <a:lnTo>
                    <a:pt x="201184" y="1579390"/>
                  </a:lnTo>
                  <a:lnTo>
                    <a:pt x="176731" y="1622866"/>
                  </a:lnTo>
                  <a:close/>
                  <a:moveTo>
                    <a:pt x="577955" y="1979792"/>
                  </a:moveTo>
                  <a:lnTo>
                    <a:pt x="604493" y="1939201"/>
                  </a:lnTo>
                  <a:lnTo>
                    <a:pt x="597567" y="1952412"/>
                  </a:lnTo>
                  <a:close/>
                  <a:moveTo>
                    <a:pt x="251793" y="1578445"/>
                  </a:moveTo>
                  <a:lnTo>
                    <a:pt x="277439" y="1554918"/>
                  </a:lnTo>
                  <a:lnTo>
                    <a:pt x="224053" y="1602538"/>
                  </a:lnTo>
                  <a:close/>
                  <a:moveTo>
                    <a:pt x="224053" y="1602538"/>
                  </a:moveTo>
                  <a:lnTo>
                    <a:pt x="208580" y="1538816"/>
                  </a:lnTo>
                  <a:lnTo>
                    <a:pt x="201184" y="1579390"/>
                  </a:lnTo>
                  <a:close/>
                  <a:moveTo>
                    <a:pt x="328852" y="1579744"/>
                  </a:moveTo>
                  <a:lnTo>
                    <a:pt x="303453" y="1526908"/>
                  </a:lnTo>
                  <a:lnTo>
                    <a:pt x="256113" y="1538155"/>
                  </a:lnTo>
                  <a:close/>
                  <a:moveTo>
                    <a:pt x="256113" y="1538155"/>
                  </a:moveTo>
                  <a:lnTo>
                    <a:pt x="277439" y="1554918"/>
                  </a:lnTo>
                  <a:lnTo>
                    <a:pt x="328852" y="1579744"/>
                  </a:lnTo>
                  <a:close/>
                  <a:moveTo>
                    <a:pt x="208580" y="1538816"/>
                  </a:moveTo>
                  <a:lnTo>
                    <a:pt x="182379" y="1526908"/>
                  </a:lnTo>
                  <a:lnTo>
                    <a:pt x="201184" y="1579390"/>
                  </a:lnTo>
                  <a:close/>
                  <a:moveTo>
                    <a:pt x="197552" y="1485039"/>
                  </a:moveTo>
                  <a:lnTo>
                    <a:pt x="256113" y="1538155"/>
                  </a:lnTo>
                  <a:lnTo>
                    <a:pt x="201131" y="1499465"/>
                  </a:lnTo>
                  <a:close/>
                  <a:moveTo>
                    <a:pt x="149602" y="1486039"/>
                  </a:moveTo>
                  <a:lnTo>
                    <a:pt x="208580" y="1538816"/>
                  </a:lnTo>
                  <a:lnTo>
                    <a:pt x="197552" y="1485039"/>
                  </a:lnTo>
                  <a:close/>
                  <a:moveTo>
                    <a:pt x="96501" y="1428484"/>
                  </a:moveTo>
                  <a:lnTo>
                    <a:pt x="135322" y="1434906"/>
                  </a:lnTo>
                  <a:lnTo>
                    <a:pt x="129081" y="1377237"/>
                  </a:lnTo>
                  <a:close/>
                  <a:moveTo>
                    <a:pt x="126137" y="1338578"/>
                  </a:moveTo>
                  <a:lnTo>
                    <a:pt x="129081" y="1377237"/>
                  </a:lnTo>
                  <a:lnTo>
                    <a:pt x="149565" y="1386395"/>
                  </a:lnTo>
                  <a:close/>
                  <a:moveTo>
                    <a:pt x="627891" y="1927760"/>
                  </a:moveTo>
                  <a:lnTo>
                    <a:pt x="604493" y="1939201"/>
                  </a:lnTo>
                  <a:lnTo>
                    <a:pt x="592517" y="1981279"/>
                  </a:lnTo>
                  <a:close/>
                  <a:moveTo>
                    <a:pt x="653663" y="1915106"/>
                  </a:moveTo>
                  <a:lnTo>
                    <a:pt x="627891" y="1927760"/>
                  </a:lnTo>
                  <a:lnTo>
                    <a:pt x="673710" y="1988450"/>
                  </a:lnTo>
                  <a:close/>
                  <a:moveTo>
                    <a:pt x="560608" y="1914931"/>
                  </a:moveTo>
                  <a:lnTo>
                    <a:pt x="604493" y="1939201"/>
                  </a:lnTo>
                  <a:lnTo>
                    <a:pt x="627592" y="1863570"/>
                  </a:lnTo>
                  <a:close/>
                  <a:moveTo>
                    <a:pt x="518131" y="1887664"/>
                  </a:moveTo>
                  <a:lnTo>
                    <a:pt x="560608" y="1914931"/>
                  </a:lnTo>
                  <a:lnTo>
                    <a:pt x="572759" y="1871856"/>
                  </a:lnTo>
                  <a:close/>
                  <a:moveTo>
                    <a:pt x="572759" y="1871856"/>
                  </a:moveTo>
                  <a:lnTo>
                    <a:pt x="609388" y="1817317"/>
                  </a:lnTo>
                  <a:lnTo>
                    <a:pt x="568280" y="1812754"/>
                  </a:lnTo>
                  <a:close/>
                  <a:moveTo>
                    <a:pt x="446598" y="1772973"/>
                  </a:moveTo>
                  <a:lnTo>
                    <a:pt x="467154" y="1740202"/>
                  </a:lnTo>
                  <a:lnTo>
                    <a:pt x="423743" y="1752571"/>
                  </a:lnTo>
                  <a:close/>
                  <a:moveTo>
                    <a:pt x="495084" y="1771536"/>
                  </a:moveTo>
                  <a:lnTo>
                    <a:pt x="467154" y="1740202"/>
                  </a:lnTo>
                  <a:lnTo>
                    <a:pt x="446598" y="1772973"/>
                  </a:lnTo>
                  <a:close/>
                  <a:moveTo>
                    <a:pt x="472862" y="1726860"/>
                  </a:moveTo>
                  <a:lnTo>
                    <a:pt x="499771" y="1727253"/>
                  </a:lnTo>
                  <a:lnTo>
                    <a:pt x="483129" y="1708960"/>
                  </a:lnTo>
                  <a:close/>
                  <a:moveTo>
                    <a:pt x="544150" y="1718497"/>
                  </a:moveTo>
                  <a:lnTo>
                    <a:pt x="499771" y="1727253"/>
                  </a:lnTo>
                  <a:lnTo>
                    <a:pt x="468291" y="1733054"/>
                  </a:lnTo>
                  <a:close/>
                  <a:moveTo>
                    <a:pt x="468291" y="1733054"/>
                  </a:moveTo>
                  <a:lnTo>
                    <a:pt x="499771" y="1727253"/>
                  </a:lnTo>
                  <a:lnTo>
                    <a:pt x="472862" y="1726860"/>
                  </a:lnTo>
                  <a:close/>
                  <a:moveTo>
                    <a:pt x="544150" y="1718497"/>
                  </a:moveTo>
                  <a:lnTo>
                    <a:pt x="585357" y="1711367"/>
                  </a:lnTo>
                  <a:lnTo>
                    <a:pt x="561384" y="1708960"/>
                  </a:lnTo>
                  <a:close/>
                  <a:moveTo>
                    <a:pt x="329052" y="1573214"/>
                  </a:moveTo>
                  <a:lnTo>
                    <a:pt x="321284" y="1523154"/>
                  </a:lnTo>
                  <a:lnTo>
                    <a:pt x="303453" y="1526908"/>
                  </a:lnTo>
                  <a:close/>
                  <a:moveTo>
                    <a:pt x="303453" y="1526908"/>
                  </a:moveTo>
                  <a:lnTo>
                    <a:pt x="321284" y="1523154"/>
                  </a:lnTo>
                  <a:lnTo>
                    <a:pt x="258793" y="1485205"/>
                  </a:lnTo>
                  <a:close/>
                  <a:moveTo>
                    <a:pt x="377712" y="1452519"/>
                  </a:moveTo>
                  <a:lnTo>
                    <a:pt x="334742" y="1459589"/>
                  </a:lnTo>
                  <a:lnTo>
                    <a:pt x="321284" y="1523154"/>
                  </a:lnTo>
                  <a:close/>
                  <a:moveTo>
                    <a:pt x="247138" y="1475371"/>
                  </a:moveTo>
                  <a:lnTo>
                    <a:pt x="226835" y="1461232"/>
                  </a:lnTo>
                  <a:lnTo>
                    <a:pt x="209604" y="1412498"/>
                  </a:lnTo>
                  <a:close/>
                  <a:moveTo>
                    <a:pt x="168265" y="1348204"/>
                  </a:moveTo>
                  <a:lnTo>
                    <a:pt x="198102" y="1298069"/>
                  </a:lnTo>
                  <a:lnTo>
                    <a:pt x="160621" y="1372298"/>
                  </a:lnTo>
                  <a:close/>
                  <a:moveTo>
                    <a:pt x="160621" y="1372298"/>
                  </a:moveTo>
                  <a:lnTo>
                    <a:pt x="198102" y="1298069"/>
                  </a:lnTo>
                  <a:lnTo>
                    <a:pt x="124406" y="1318294"/>
                  </a:lnTo>
                  <a:close/>
                  <a:moveTo>
                    <a:pt x="543870" y="1707114"/>
                  </a:moveTo>
                  <a:lnTo>
                    <a:pt x="499771" y="1727253"/>
                  </a:lnTo>
                  <a:lnTo>
                    <a:pt x="544150" y="1718497"/>
                  </a:lnTo>
                  <a:close/>
                  <a:moveTo>
                    <a:pt x="543870" y="1707114"/>
                  </a:moveTo>
                  <a:lnTo>
                    <a:pt x="499694" y="1705046"/>
                  </a:lnTo>
                  <a:lnTo>
                    <a:pt x="499771" y="1727253"/>
                  </a:lnTo>
                  <a:close/>
                  <a:moveTo>
                    <a:pt x="499694" y="1705046"/>
                  </a:moveTo>
                  <a:lnTo>
                    <a:pt x="543870" y="1707114"/>
                  </a:lnTo>
                  <a:lnTo>
                    <a:pt x="528316" y="1657016"/>
                  </a:lnTo>
                  <a:close/>
                  <a:moveTo>
                    <a:pt x="499694" y="1705046"/>
                  </a:moveTo>
                  <a:lnTo>
                    <a:pt x="528316" y="1657016"/>
                  </a:lnTo>
                  <a:lnTo>
                    <a:pt x="491661" y="1648833"/>
                  </a:lnTo>
                  <a:close/>
                  <a:moveTo>
                    <a:pt x="543870" y="1707114"/>
                  </a:moveTo>
                  <a:lnTo>
                    <a:pt x="544150" y="1718497"/>
                  </a:lnTo>
                  <a:lnTo>
                    <a:pt x="561384" y="1708960"/>
                  </a:lnTo>
                  <a:close/>
                  <a:moveTo>
                    <a:pt x="528316" y="1657016"/>
                  </a:moveTo>
                  <a:lnTo>
                    <a:pt x="561384" y="1708960"/>
                  </a:lnTo>
                  <a:lnTo>
                    <a:pt x="531297" y="1657424"/>
                  </a:lnTo>
                  <a:close/>
                  <a:moveTo>
                    <a:pt x="528316" y="1657016"/>
                  </a:moveTo>
                  <a:lnTo>
                    <a:pt x="543870" y="1707114"/>
                  </a:lnTo>
                  <a:lnTo>
                    <a:pt x="561384" y="1708960"/>
                  </a:lnTo>
                  <a:close/>
                  <a:moveTo>
                    <a:pt x="242656" y="1172638"/>
                  </a:moveTo>
                  <a:lnTo>
                    <a:pt x="238005" y="1169500"/>
                  </a:lnTo>
                  <a:lnTo>
                    <a:pt x="208682" y="1202725"/>
                  </a:lnTo>
                  <a:close/>
                  <a:moveTo>
                    <a:pt x="724925" y="1736403"/>
                  </a:moveTo>
                  <a:lnTo>
                    <a:pt x="735227" y="1787939"/>
                  </a:lnTo>
                  <a:lnTo>
                    <a:pt x="747955" y="1763845"/>
                  </a:lnTo>
                  <a:close/>
                  <a:moveTo>
                    <a:pt x="724925" y="1736403"/>
                  </a:moveTo>
                  <a:lnTo>
                    <a:pt x="747955" y="1763845"/>
                  </a:lnTo>
                  <a:lnTo>
                    <a:pt x="731067" y="1712309"/>
                  </a:lnTo>
                  <a:close/>
                  <a:moveTo>
                    <a:pt x="687099" y="1666636"/>
                  </a:moveTo>
                  <a:lnTo>
                    <a:pt x="724552" y="1734061"/>
                  </a:lnTo>
                  <a:lnTo>
                    <a:pt x="731067" y="1712309"/>
                  </a:lnTo>
                  <a:close/>
                  <a:moveTo>
                    <a:pt x="731067" y="1712309"/>
                  </a:moveTo>
                  <a:lnTo>
                    <a:pt x="724552" y="1734061"/>
                  </a:lnTo>
                  <a:lnTo>
                    <a:pt x="724925" y="1736403"/>
                  </a:lnTo>
                  <a:close/>
                  <a:moveTo>
                    <a:pt x="731067" y="1712309"/>
                  </a:moveTo>
                  <a:lnTo>
                    <a:pt x="697331" y="1672065"/>
                  </a:lnTo>
                  <a:lnTo>
                    <a:pt x="687099" y="1666636"/>
                  </a:lnTo>
                  <a:close/>
                  <a:moveTo>
                    <a:pt x="486327" y="1464941"/>
                  </a:moveTo>
                  <a:lnTo>
                    <a:pt x="433148" y="1478720"/>
                  </a:lnTo>
                  <a:lnTo>
                    <a:pt x="506361" y="1511396"/>
                  </a:lnTo>
                  <a:close/>
                  <a:moveTo>
                    <a:pt x="290096" y="1196943"/>
                  </a:moveTo>
                  <a:lnTo>
                    <a:pt x="298875" y="1190586"/>
                  </a:lnTo>
                  <a:lnTo>
                    <a:pt x="315656" y="1214015"/>
                  </a:lnTo>
                  <a:close/>
                  <a:moveTo>
                    <a:pt x="257785" y="1169500"/>
                  </a:moveTo>
                  <a:lnTo>
                    <a:pt x="298875" y="1190586"/>
                  </a:lnTo>
                  <a:lnTo>
                    <a:pt x="290096" y="1196943"/>
                  </a:lnTo>
                  <a:close/>
                  <a:moveTo>
                    <a:pt x="315656" y="1214015"/>
                  </a:moveTo>
                  <a:lnTo>
                    <a:pt x="289987" y="1197135"/>
                  </a:lnTo>
                  <a:lnTo>
                    <a:pt x="290096" y="1196943"/>
                  </a:lnTo>
                  <a:close/>
                  <a:moveTo>
                    <a:pt x="731067" y="1712309"/>
                  </a:moveTo>
                  <a:lnTo>
                    <a:pt x="774076" y="1688215"/>
                  </a:lnTo>
                  <a:lnTo>
                    <a:pt x="697331" y="1672065"/>
                  </a:lnTo>
                  <a:close/>
                  <a:moveTo>
                    <a:pt x="423821" y="1300016"/>
                  </a:moveTo>
                  <a:lnTo>
                    <a:pt x="478607" y="1282989"/>
                  </a:lnTo>
                  <a:lnTo>
                    <a:pt x="407996" y="1288998"/>
                  </a:lnTo>
                  <a:close/>
                  <a:moveTo>
                    <a:pt x="407996" y="1288998"/>
                  </a:moveTo>
                  <a:lnTo>
                    <a:pt x="478607" y="1282989"/>
                  </a:lnTo>
                  <a:lnTo>
                    <a:pt x="474088" y="1226528"/>
                  </a:lnTo>
                  <a:close/>
                  <a:moveTo>
                    <a:pt x="478607" y="1282989"/>
                  </a:moveTo>
                  <a:lnTo>
                    <a:pt x="523642" y="1284359"/>
                  </a:lnTo>
                  <a:lnTo>
                    <a:pt x="474088" y="1226528"/>
                  </a:lnTo>
                  <a:close/>
                  <a:moveTo>
                    <a:pt x="746238" y="1545345"/>
                  </a:moveTo>
                  <a:lnTo>
                    <a:pt x="784724" y="1554336"/>
                  </a:lnTo>
                  <a:lnTo>
                    <a:pt x="802914" y="1561048"/>
                  </a:lnTo>
                  <a:close/>
                  <a:moveTo>
                    <a:pt x="625104" y="1303365"/>
                  </a:moveTo>
                  <a:lnTo>
                    <a:pt x="636791" y="1355839"/>
                  </a:lnTo>
                  <a:lnTo>
                    <a:pt x="632255" y="1333634"/>
                  </a:lnTo>
                  <a:close/>
                  <a:moveTo>
                    <a:pt x="525482" y="1220120"/>
                  </a:moveTo>
                  <a:lnTo>
                    <a:pt x="474088" y="1226528"/>
                  </a:lnTo>
                  <a:lnTo>
                    <a:pt x="524847" y="1241631"/>
                  </a:lnTo>
                  <a:close/>
                  <a:moveTo>
                    <a:pt x="525482" y="1220120"/>
                  </a:moveTo>
                  <a:lnTo>
                    <a:pt x="474143" y="1223875"/>
                  </a:lnTo>
                  <a:lnTo>
                    <a:pt x="474088" y="1226528"/>
                  </a:lnTo>
                  <a:close/>
                  <a:moveTo>
                    <a:pt x="474143" y="1223875"/>
                  </a:moveTo>
                  <a:lnTo>
                    <a:pt x="516480" y="1210348"/>
                  </a:lnTo>
                  <a:lnTo>
                    <a:pt x="470038" y="1211386"/>
                  </a:lnTo>
                  <a:close/>
                  <a:moveTo>
                    <a:pt x="466946" y="1148755"/>
                  </a:moveTo>
                  <a:lnTo>
                    <a:pt x="422571" y="1102334"/>
                  </a:lnTo>
                  <a:lnTo>
                    <a:pt x="433338" y="1113947"/>
                  </a:lnTo>
                  <a:close/>
                  <a:moveTo>
                    <a:pt x="422571" y="1102334"/>
                  </a:moveTo>
                  <a:lnTo>
                    <a:pt x="427989" y="1121313"/>
                  </a:lnTo>
                  <a:lnTo>
                    <a:pt x="390191" y="1087528"/>
                  </a:lnTo>
                  <a:close/>
                  <a:moveTo>
                    <a:pt x="632255" y="1333634"/>
                  </a:moveTo>
                  <a:lnTo>
                    <a:pt x="636791" y="1355839"/>
                  </a:lnTo>
                  <a:lnTo>
                    <a:pt x="636274" y="1354902"/>
                  </a:lnTo>
                  <a:close/>
                  <a:moveTo>
                    <a:pt x="690755" y="1377680"/>
                  </a:moveTo>
                  <a:lnTo>
                    <a:pt x="638698" y="1357723"/>
                  </a:lnTo>
                  <a:lnTo>
                    <a:pt x="636791" y="1355839"/>
                  </a:lnTo>
                  <a:close/>
                  <a:moveTo>
                    <a:pt x="886106" y="1536954"/>
                  </a:moveTo>
                  <a:lnTo>
                    <a:pt x="866599" y="1485418"/>
                  </a:lnTo>
                  <a:lnTo>
                    <a:pt x="862318" y="1561048"/>
                  </a:lnTo>
                  <a:close/>
                  <a:moveTo>
                    <a:pt x="823697" y="1433881"/>
                  </a:moveTo>
                  <a:lnTo>
                    <a:pt x="820908" y="1382843"/>
                  </a:lnTo>
                  <a:lnTo>
                    <a:pt x="824798" y="1442425"/>
                  </a:lnTo>
                  <a:close/>
                  <a:moveTo>
                    <a:pt x="640947" y="1352459"/>
                  </a:moveTo>
                  <a:lnTo>
                    <a:pt x="632255" y="1333634"/>
                  </a:lnTo>
                  <a:lnTo>
                    <a:pt x="636274" y="1354902"/>
                  </a:lnTo>
                  <a:close/>
                  <a:moveTo>
                    <a:pt x="824798" y="1442425"/>
                  </a:moveTo>
                  <a:lnTo>
                    <a:pt x="866599" y="1485418"/>
                  </a:lnTo>
                  <a:lnTo>
                    <a:pt x="841057" y="1455382"/>
                  </a:lnTo>
                  <a:close/>
                  <a:moveTo>
                    <a:pt x="870139" y="1506288"/>
                  </a:moveTo>
                  <a:lnTo>
                    <a:pt x="866599" y="1485418"/>
                  </a:lnTo>
                  <a:lnTo>
                    <a:pt x="824798" y="1442425"/>
                  </a:lnTo>
                  <a:close/>
                  <a:moveTo>
                    <a:pt x="823697" y="1433881"/>
                  </a:moveTo>
                  <a:lnTo>
                    <a:pt x="824798" y="1442425"/>
                  </a:lnTo>
                  <a:lnTo>
                    <a:pt x="841057" y="1455382"/>
                  </a:lnTo>
                  <a:close/>
                  <a:moveTo>
                    <a:pt x="821059" y="1382344"/>
                  </a:moveTo>
                  <a:lnTo>
                    <a:pt x="823697" y="1433881"/>
                  </a:lnTo>
                  <a:lnTo>
                    <a:pt x="859034" y="1409787"/>
                  </a:lnTo>
                  <a:close/>
                  <a:moveTo>
                    <a:pt x="791895" y="1306713"/>
                  </a:moveTo>
                  <a:lnTo>
                    <a:pt x="795362" y="1255177"/>
                  </a:lnTo>
                  <a:lnTo>
                    <a:pt x="785785" y="1330807"/>
                  </a:lnTo>
                  <a:close/>
                  <a:moveTo>
                    <a:pt x="832547" y="1231083"/>
                  </a:moveTo>
                  <a:lnTo>
                    <a:pt x="770483" y="1197627"/>
                  </a:lnTo>
                  <a:lnTo>
                    <a:pt x="767299" y="1203640"/>
                  </a:lnTo>
                  <a:close/>
                  <a:moveTo>
                    <a:pt x="832547" y="1231083"/>
                  </a:moveTo>
                  <a:lnTo>
                    <a:pt x="767299" y="1203640"/>
                  </a:lnTo>
                  <a:lnTo>
                    <a:pt x="795362" y="1255177"/>
                  </a:lnTo>
                  <a:close/>
                  <a:moveTo>
                    <a:pt x="729939" y="1100567"/>
                  </a:moveTo>
                  <a:lnTo>
                    <a:pt x="757341" y="1128010"/>
                  </a:lnTo>
                  <a:lnTo>
                    <a:pt x="731388" y="1076473"/>
                  </a:lnTo>
                  <a:close/>
                  <a:moveTo>
                    <a:pt x="731388" y="1076473"/>
                  </a:moveTo>
                  <a:lnTo>
                    <a:pt x="700167" y="1028582"/>
                  </a:lnTo>
                  <a:lnTo>
                    <a:pt x="711041" y="1049031"/>
                  </a:lnTo>
                  <a:close/>
                  <a:moveTo>
                    <a:pt x="700721" y="973400"/>
                  </a:moveTo>
                  <a:lnTo>
                    <a:pt x="720878" y="986985"/>
                  </a:lnTo>
                  <a:lnTo>
                    <a:pt x="699795" y="1006781"/>
                  </a:lnTo>
                  <a:close/>
                  <a:moveTo>
                    <a:pt x="699795" y="1006781"/>
                  </a:moveTo>
                  <a:lnTo>
                    <a:pt x="718450" y="1036750"/>
                  </a:lnTo>
                  <a:lnTo>
                    <a:pt x="700167" y="1028582"/>
                  </a:lnTo>
                  <a:close/>
                  <a:moveTo>
                    <a:pt x="1120404" y="1361599"/>
                  </a:moveTo>
                  <a:lnTo>
                    <a:pt x="1153121" y="1428158"/>
                  </a:lnTo>
                  <a:lnTo>
                    <a:pt x="1166791" y="1395163"/>
                  </a:lnTo>
                  <a:close/>
                  <a:moveTo>
                    <a:pt x="1131334" y="1437229"/>
                  </a:moveTo>
                  <a:lnTo>
                    <a:pt x="1153121" y="1428158"/>
                  </a:lnTo>
                  <a:lnTo>
                    <a:pt x="1120404" y="1361599"/>
                  </a:lnTo>
                  <a:close/>
                  <a:moveTo>
                    <a:pt x="1104555" y="1337148"/>
                  </a:moveTo>
                  <a:lnTo>
                    <a:pt x="1086413" y="1318921"/>
                  </a:lnTo>
                  <a:lnTo>
                    <a:pt x="1120404" y="1361599"/>
                  </a:lnTo>
                  <a:close/>
                  <a:moveTo>
                    <a:pt x="901587" y="1229750"/>
                  </a:moveTo>
                  <a:lnTo>
                    <a:pt x="895481" y="1282620"/>
                  </a:lnTo>
                  <a:lnTo>
                    <a:pt x="901918" y="1238454"/>
                  </a:lnTo>
                  <a:close/>
                  <a:moveTo>
                    <a:pt x="901587" y="1229750"/>
                  </a:moveTo>
                  <a:lnTo>
                    <a:pt x="901918" y="1238454"/>
                  </a:lnTo>
                  <a:lnTo>
                    <a:pt x="971136" y="1206989"/>
                  </a:lnTo>
                  <a:close/>
                  <a:moveTo>
                    <a:pt x="901587" y="1229750"/>
                  </a:moveTo>
                  <a:lnTo>
                    <a:pt x="971136" y="1206989"/>
                  </a:lnTo>
                  <a:lnTo>
                    <a:pt x="919702" y="1170046"/>
                  </a:lnTo>
                  <a:close/>
                  <a:moveTo>
                    <a:pt x="664542" y="794696"/>
                  </a:moveTo>
                  <a:lnTo>
                    <a:pt x="661041" y="743160"/>
                  </a:lnTo>
                  <a:lnTo>
                    <a:pt x="662179" y="745752"/>
                  </a:lnTo>
                  <a:close/>
                  <a:moveTo>
                    <a:pt x="1258057" y="1506314"/>
                  </a:moveTo>
                  <a:lnTo>
                    <a:pt x="1299859" y="1543327"/>
                  </a:lnTo>
                  <a:lnTo>
                    <a:pt x="1275584" y="1516209"/>
                  </a:lnTo>
                  <a:close/>
                  <a:moveTo>
                    <a:pt x="1314862" y="1560857"/>
                  </a:moveTo>
                  <a:lnTo>
                    <a:pt x="1299859" y="1543327"/>
                  </a:lnTo>
                  <a:lnTo>
                    <a:pt x="1258057" y="1506314"/>
                  </a:lnTo>
                  <a:close/>
                  <a:moveTo>
                    <a:pt x="1280231" y="1551030"/>
                  </a:moveTo>
                  <a:lnTo>
                    <a:pt x="1314862" y="1560857"/>
                  </a:lnTo>
                  <a:lnTo>
                    <a:pt x="1258057" y="1506314"/>
                  </a:lnTo>
                  <a:close/>
                  <a:moveTo>
                    <a:pt x="1299859" y="1543327"/>
                  </a:moveTo>
                  <a:lnTo>
                    <a:pt x="1314862" y="1560857"/>
                  </a:lnTo>
                  <a:lnTo>
                    <a:pt x="1302131" y="1516209"/>
                  </a:lnTo>
                  <a:close/>
                  <a:moveTo>
                    <a:pt x="1302131" y="1516209"/>
                  </a:moveTo>
                  <a:lnTo>
                    <a:pt x="1314862" y="1560857"/>
                  </a:lnTo>
                  <a:lnTo>
                    <a:pt x="1367219" y="1543651"/>
                  </a:lnTo>
                  <a:close/>
                  <a:moveTo>
                    <a:pt x="1302131" y="1516209"/>
                  </a:moveTo>
                  <a:lnTo>
                    <a:pt x="1367219" y="1543651"/>
                  </a:lnTo>
                  <a:lnTo>
                    <a:pt x="1323877" y="1492115"/>
                  </a:lnTo>
                  <a:close/>
                  <a:moveTo>
                    <a:pt x="1282683" y="1461533"/>
                  </a:moveTo>
                  <a:lnTo>
                    <a:pt x="1321656" y="1489923"/>
                  </a:lnTo>
                  <a:lnTo>
                    <a:pt x="1265602" y="1440578"/>
                  </a:lnTo>
                  <a:close/>
                  <a:moveTo>
                    <a:pt x="1321656" y="1489923"/>
                  </a:moveTo>
                  <a:lnTo>
                    <a:pt x="1282683" y="1461533"/>
                  </a:lnTo>
                  <a:lnTo>
                    <a:pt x="1323877" y="1492115"/>
                  </a:lnTo>
                  <a:close/>
                  <a:moveTo>
                    <a:pt x="1323877" y="1492115"/>
                  </a:moveTo>
                  <a:lnTo>
                    <a:pt x="1287348" y="1464672"/>
                  </a:lnTo>
                  <a:lnTo>
                    <a:pt x="1302131" y="1516209"/>
                  </a:lnTo>
                  <a:close/>
                  <a:moveTo>
                    <a:pt x="1120404" y="1361599"/>
                  </a:moveTo>
                  <a:lnTo>
                    <a:pt x="1166791" y="1395163"/>
                  </a:lnTo>
                  <a:lnTo>
                    <a:pt x="1178296" y="1344948"/>
                  </a:lnTo>
                  <a:close/>
                  <a:moveTo>
                    <a:pt x="760205" y="822139"/>
                  </a:moveTo>
                  <a:lnTo>
                    <a:pt x="717512" y="803221"/>
                  </a:lnTo>
                  <a:lnTo>
                    <a:pt x="685003" y="816574"/>
                  </a:lnTo>
                  <a:close/>
                  <a:moveTo>
                    <a:pt x="661041" y="743160"/>
                  </a:moveTo>
                  <a:lnTo>
                    <a:pt x="674245" y="735942"/>
                  </a:lnTo>
                  <a:lnTo>
                    <a:pt x="652977" y="667529"/>
                  </a:lnTo>
                  <a:close/>
                  <a:moveTo>
                    <a:pt x="645309" y="691623"/>
                  </a:moveTo>
                  <a:lnTo>
                    <a:pt x="661041" y="743160"/>
                  </a:lnTo>
                  <a:lnTo>
                    <a:pt x="652977" y="667529"/>
                  </a:lnTo>
                  <a:close/>
                  <a:moveTo>
                    <a:pt x="613303" y="622019"/>
                  </a:moveTo>
                  <a:lnTo>
                    <a:pt x="617216" y="602908"/>
                  </a:lnTo>
                  <a:lnTo>
                    <a:pt x="620097" y="640087"/>
                  </a:lnTo>
                  <a:close/>
                  <a:moveTo>
                    <a:pt x="152966" y="176257"/>
                  </a:moveTo>
                  <a:lnTo>
                    <a:pt x="182181" y="227794"/>
                  </a:lnTo>
                  <a:lnTo>
                    <a:pt x="210188" y="219909"/>
                  </a:lnTo>
                  <a:close/>
                  <a:moveTo>
                    <a:pt x="195380" y="169204"/>
                  </a:moveTo>
                  <a:lnTo>
                    <a:pt x="210188" y="219909"/>
                  </a:lnTo>
                  <a:lnTo>
                    <a:pt x="217239" y="227794"/>
                  </a:lnTo>
                  <a:close/>
                  <a:moveTo>
                    <a:pt x="121836" y="2783"/>
                  </a:moveTo>
                  <a:lnTo>
                    <a:pt x="171653" y="49090"/>
                  </a:lnTo>
                  <a:lnTo>
                    <a:pt x="184945" y="52202"/>
                  </a:lnTo>
                  <a:close/>
                  <a:moveTo>
                    <a:pt x="121836" y="2783"/>
                  </a:moveTo>
                  <a:lnTo>
                    <a:pt x="184945" y="52202"/>
                  </a:lnTo>
                  <a:lnTo>
                    <a:pt x="171980" y="0"/>
                  </a:lnTo>
                  <a:close/>
                  <a:moveTo>
                    <a:pt x="1282683" y="1461533"/>
                  </a:moveTo>
                  <a:lnTo>
                    <a:pt x="1265602" y="1440578"/>
                  </a:lnTo>
                  <a:lnTo>
                    <a:pt x="1238927" y="1396381"/>
                  </a:lnTo>
                  <a:close/>
                  <a:moveTo>
                    <a:pt x="608960" y="615992"/>
                  </a:moveTo>
                  <a:lnTo>
                    <a:pt x="613303" y="622019"/>
                  </a:lnTo>
                  <a:lnTo>
                    <a:pt x="625973" y="635649"/>
                  </a:lnTo>
                  <a:close/>
                  <a:moveTo>
                    <a:pt x="617216" y="602908"/>
                  </a:moveTo>
                  <a:lnTo>
                    <a:pt x="613303" y="622019"/>
                  </a:lnTo>
                  <a:lnTo>
                    <a:pt x="608960" y="615992"/>
                  </a:lnTo>
                  <a:close/>
                  <a:moveTo>
                    <a:pt x="1367219" y="1543651"/>
                  </a:moveTo>
                  <a:lnTo>
                    <a:pt x="1402238" y="1527805"/>
                  </a:lnTo>
                  <a:lnTo>
                    <a:pt x="1378103" y="1468021"/>
                  </a:lnTo>
                  <a:close/>
                  <a:moveTo>
                    <a:pt x="1323877" y="1492115"/>
                  </a:moveTo>
                  <a:lnTo>
                    <a:pt x="1367219" y="1543651"/>
                  </a:lnTo>
                  <a:lnTo>
                    <a:pt x="1378103" y="1468021"/>
                  </a:lnTo>
                  <a:close/>
                  <a:moveTo>
                    <a:pt x="1323877" y="1492115"/>
                  </a:moveTo>
                  <a:lnTo>
                    <a:pt x="1378103" y="1468021"/>
                  </a:lnTo>
                  <a:lnTo>
                    <a:pt x="1321656" y="1489923"/>
                  </a:lnTo>
                  <a:close/>
                  <a:moveTo>
                    <a:pt x="1111789" y="1182895"/>
                  </a:moveTo>
                  <a:lnTo>
                    <a:pt x="1163883" y="1158802"/>
                  </a:lnTo>
                  <a:lnTo>
                    <a:pt x="1090293" y="1148927"/>
                  </a:lnTo>
                  <a:close/>
                  <a:moveTo>
                    <a:pt x="1090293" y="1148927"/>
                  </a:moveTo>
                  <a:lnTo>
                    <a:pt x="1092140" y="1107265"/>
                  </a:lnTo>
                  <a:lnTo>
                    <a:pt x="1070765" y="1131359"/>
                  </a:lnTo>
                  <a:close/>
                  <a:moveTo>
                    <a:pt x="1121755" y="1131660"/>
                  </a:moveTo>
                  <a:lnTo>
                    <a:pt x="1092140" y="1107265"/>
                  </a:lnTo>
                  <a:lnTo>
                    <a:pt x="1090293" y="1148927"/>
                  </a:lnTo>
                  <a:close/>
                  <a:moveTo>
                    <a:pt x="1035308" y="1071516"/>
                  </a:moveTo>
                  <a:lnTo>
                    <a:pt x="1031910" y="1105317"/>
                  </a:lnTo>
                  <a:lnTo>
                    <a:pt x="1084217" y="1055728"/>
                  </a:lnTo>
                  <a:close/>
                  <a:moveTo>
                    <a:pt x="1084217" y="1055728"/>
                  </a:moveTo>
                  <a:lnTo>
                    <a:pt x="1031910" y="1105317"/>
                  </a:lnTo>
                  <a:lnTo>
                    <a:pt x="1070765" y="1131359"/>
                  </a:lnTo>
                  <a:close/>
                  <a:moveTo>
                    <a:pt x="1097119" y="1039548"/>
                  </a:moveTo>
                  <a:lnTo>
                    <a:pt x="1035308" y="1071516"/>
                  </a:lnTo>
                  <a:lnTo>
                    <a:pt x="1084217" y="1055728"/>
                  </a:lnTo>
                  <a:close/>
                  <a:moveTo>
                    <a:pt x="911024" y="867800"/>
                  </a:moveTo>
                  <a:lnTo>
                    <a:pt x="839669" y="873676"/>
                  </a:lnTo>
                  <a:lnTo>
                    <a:pt x="855656" y="915394"/>
                  </a:lnTo>
                  <a:close/>
                  <a:moveTo>
                    <a:pt x="787895" y="869758"/>
                  </a:moveTo>
                  <a:lnTo>
                    <a:pt x="836264" y="868417"/>
                  </a:lnTo>
                  <a:lnTo>
                    <a:pt x="829605" y="811088"/>
                  </a:lnTo>
                  <a:close/>
                  <a:moveTo>
                    <a:pt x="772342" y="819659"/>
                  </a:moveTo>
                  <a:lnTo>
                    <a:pt x="829605" y="811088"/>
                  </a:lnTo>
                  <a:lnTo>
                    <a:pt x="768242" y="760249"/>
                  </a:lnTo>
                  <a:close/>
                  <a:moveTo>
                    <a:pt x="829605" y="811088"/>
                  </a:moveTo>
                  <a:lnTo>
                    <a:pt x="858226" y="822139"/>
                  </a:lnTo>
                  <a:lnTo>
                    <a:pt x="805830" y="784074"/>
                  </a:lnTo>
                  <a:close/>
                  <a:moveTo>
                    <a:pt x="728051" y="754942"/>
                  </a:moveTo>
                  <a:lnTo>
                    <a:pt x="717537" y="719066"/>
                  </a:lnTo>
                  <a:lnTo>
                    <a:pt x="698295" y="731372"/>
                  </a:lnTo>
                  <a:close/>
                  <a:moveTo>
                    <a:pt x="690211" y="701148"/>
                  </a:moveTo>
                  <a:lnTo>
                    <a:pt x="751774" y="710895"/>
                  </a:lnTo>
                  <a:lnTo>
                    <a:pt x="761049" y="656421"/>
                  </a:lnTo>
                  <a:close/>
                  <a:moveTo>
                    <a:pt x="690211" y="701148"/>
                  </a:moveTo>
                  <a:lnTo>
                    <a:pt x="652833" y="652625"/>
                  </a:lnTo>
                  <a:lnTo>
                    <a:pt x="652977" y="667529"/>
                  </a:lnTo>
                  <a:close/>
                  <a:moveTo>
                    <a:pt x="645131" y="572378"/>
                  </a:moveTo>
                  <a:lnTo>
                    <a:pt x="617216" y="602908"/>
                  </a:lnTo>
                  <a:lnTo>
                    <a:pt x="608960" y="615992"/>
                  </a:lnTo>
                  <a:close/>
                  <a:moveTo>
                    <a:pt x="668711" y="552213"/>
                  </a:moveTo>
                  <a:lnTo>
                    <a:pt x="686659" y="552966"/>
                  </a:lnTo>
                  <a:lnTo>
                    <a:pt x="740686" y="580287"/>
                  </a:lnTo>
                  <a:close/>
                  <a:moveTo>
                    <a:pt x="149994" y="42634"/>
                  </a:moveTo>
                  <a:lnTo>
                    <a:pt x="171653" y="49090"/>
                  </a:lnTo>
                  <a:lnTo>
                    <a:pt x="135266" y="23714"/>
                  </a:lnTo>
                  <a:close/>
                  <a:moveTo>
                    <a:pt x="1420284" y="1450390"/>
                  </a:moveTo>
                  <a:lnTo>
                    <a:pt x="1407565" y="1501545"/>
                  </a:lnTo>
                  <a:lnTo>
                    <a:pt x="1436535" y="1468021"/>
                  </a:lnTo>
                  <a:close/>
                  <a:moveTo>
                    <a:pt x="1404631" y="1400373"/>
                  </a:moveTo>
                  <a:lnTo>
                    <a:pt x="1420284" y="1450390"/>
                  </a:lnTo>
                  <a:lnTo>
                    <a:pt x="1436535" y="1468021"/>
                  </a:lnTo>
                  <a:close/>
                  <a:moveTo>
                    <a:pt x="1102971" y="866260"/>
                  </a:moveTo>
                  <a:lnTo>
                    <a:pt x="1048881" y="809509"/>
                  </a:lnTo>
                  <a:lnTo>
                    <a:pt x="1043927" y="876279"/>
                  </a:lnTo>
                  <a:close/>
                  <a:moveTo>
                    <a:pt x="1102971" y="866260"/>
                  </a:moveTo>
                  <a:lnTo>
                    <a:pt x="1121137" y="877024"/>
                  </a:lnTo>
                  <a:lnTo>
                    <a:pt x="1115688" y="839176"/>
                  </a:lnTo>
                  <a:close/>
                  <a:moveTo>
                    <a:pt x="1169079" y="850498"/>
                  </a:moveTo>
                  <a:lnTo>
                    <a:pt x="1135387" y="839906"/>
                  </a:lnTo>
                  <a:lnTo>
                    <a:pt x="1138631" y="777300"/>
                  </a:lnTo>
                  <a:close/>
                  <a:moveTo>
                    <a:pt x="1115688" y="839176"/>
                  </a:moveTo>
                  <a:lnTo>
                    <a:pt x="1161170" y="834549"/>
                  </a:lnTo>
                  <a:lnTo>
                    <a:pt x="1138631" y="777300"/>
                  </a:lnTo>
                  <a:close/>
                  <a:moveTo>
                    <a:pt x="1142238" y="763764"/>
                  </a:moveTo>
                  <a:lnTo>
                    <a:pt x="1092475" y="752387"/>
                  </a:lnTo>
                  <a:lnTo>
                    <a:pt x="1177574" y="760980"/>
                  </a:lnTo>
                  <a:close/>
                  <a:moveTo>
                    <a:pt x="1192369" y="768821"/>
                  </a:moveTo>
                  <a:lnTo>
                    <a:pt x="1210013" y="777300"/>
                  </a:lnTo>
                  <a:lnTo>
                    <a:pt x="1177574" y="760980"/>
                  </a:lnTo>
                  <a:close/>
                </a:path>
              </a:pathLst>
            </a:custGeom>
            <a:solidFill>
              <a:srgbClr val="F2F4F6"/>
            </a:solidFill>
            <a:ln w="1524">
              <a:solidFill>
                <a:srgbClr val="F2F4F6"/>
              </a:solidFill>
            </a:ln>
          </p:spPr>
        </p:sp>
        <p:sp>
          <p:nvSpPr>
            <p:cNvPr id="4213" name="Output_density__4212">
              <a:extLst>
                <a:ext uri="{FF2B5EF4-FFF2-40B4-BE49-F238E27FC236}">
                  <a16:creationId xmlns:a16="http://schemas.microsoft.com/office/drawing/2014/main" id="{A87BF23E-344C-DEB5-4640-0E3814037349}"/>
                </a:ext>
              </a:extLst>
            </p:cNvPr>
            <p:cNvSpPr>
              <a:spLocks noGrp="1"/>
            </p:cNvSpPr>
            <p:nvPr/>
          </p:nvSpPr>
          <p:spPr>
            <a:xfrm>
              <a:off x="15517313" y="2694784"/>
              <a:ext cx="1292845" cy="2045864"/>
            </a:xfrm>
            <a:custGeom>
              <a:avLst/>
              <a:gdLst/>
              <a:ahLst/>
              <a:cxnLst/>
              <a:rect l="0" t="0" r="0" b="0"/>
              <a:pathLst>
                <a:path w="1292845" h="2045864">
                  <a:moveTo>
                    <a:pt x="468877" y="2041371"/>
                  </a:moveTo>
                  <a:lnTo>
                    <a:pt x="475580" y="2044780"/>
                  </a:lnTo>
                  <a:lnTo>
                    <a:pt x="480974" y="2045864"/>
                  </a:lnTo>
                  <a:close/>
                  <a:moveTo>
                    <a:pt x="486591" y="2041371"/>
                  </a:moveTo>
                  <a:lnTo>
                    <a:pt x="512890" y="2030292"/>
                  </a:lnTo>
                  <a:lnTo>
                    <a:pt x="480974" y="2045864"/>
                  </a:lnTo>
                  <a:close/>
                  <a:moveTo>
                    <a:pt x="486591" y="2041371"/>
                  </a:moveTo>
                  <a:lnTo>
                    <a:pt x="539548" y="2017278"/>
                  </a:lnTo>
                  <a:lnTo>
                    <a:pt x="512890" y="2030292"/>
                  </a:lnTo>
                  <a:close/>
                  <a:moveTo>
                    <a:pt x="604305" y="1887823"/>
                  </a:moveTo>
                  <a:lnTo>
                    <a:pt x="622776" y="1875591"/>
                  </a:lnTo>
                  <a:lnTo>
                    <a:pt x="622247" y="1866017"/>
                  </a:lnTo>
                  <a:close/>
                  <a:moveTo>
                    <a:pt x="640478" y="1866017"/>
                  </a:moveTo>
                  <a:lnTo>
                    <a:pt x="622776" y="1875591"/>
                  </a:lnTo>
                  <a:lnTo>
                    <a:pt x="676732" y="1849038"/>
                  </a:lnTo>
                  <a:close/>
                  <a:moveTo>
                    <a:pt x="676732" y="1849038"/>
                  </a:moveTo>
                  <a:lnTo>
                    <a:pt x="622776" y="1875591"/>
                  </a:lnTo>
                  <a:lnTo>
                    <a:pt x="604305" y="1887823"/>
                  </a:lnTo>
                  <a:close/>
                  <a:moveTo>
                    <a:pt x="640478" y="1866017"/>
                  </a:moveTo>
                  <a:lnTo>
                    <a:pt x="636372" y="1872817"/>
                  </a:lnTo>
                  <a:lnTo>
                    <a:pt x="622776" y="1875591"/>
                  </a:lnTo>
                  <a:close/>
                  <a:moveTo>
                    <a:pt x="706015" y="1823624"/>
                  </a:moveTo>
                  <a:lnTo>
                    <a:pt x="640478" y="1866017"/>
                  </a:lnTo>
                  <a:lnTo>
                    <a:pt x="676732" y="1849038"/>
                  </a:lnTo>
                  <a:close/>
                  <a:moveTo>
                    <a:pt x="1220364" y="1542749"/>
                  </a:moveTo>
                  <a:lnTo>
                    <a:pt x="1220987" y="1542208"/>
                  </a:lnTo>
                  <a:lnTo>
                    <a:pt x="1243126" y="1490083"/>
                  </a:lnTo>
                  <a:close/>
                  <a:moveTo>
                    <a:pt x="1243126" y="1490083"/>
                  </a:moveTo>
                  <a:lnTo>
                    <a:pt x="1220987" y="1542208"/>
                  </a:lnTo>
                  <a:lnTo>
                    <a:pt x="1292845" y="1501296"/>
                  </a:lnTo>
                  <a:close/>
                  <a:moveTo>
                    <a:pt x="67352" y="75631"/>
                  </a:moveTo>
                  <a:lnTo>
                    <a:pt x="0" y="95028"/>
                  </a:lnTo>
                  <a:lnTo>
                    <a:pt x="69509" y="71628"/>
                  </a:lnTo>
                  <a:close/>
                  <a:moveTo>
                    <a:pt x="1083378" y="1185342"/>
                  </a:moveTo>
                  <a:lnTo>
                    <a:pt x="1087221" y="1136452"/>
                  </a:lnTo>
                  <a:lnTo>
                    <a:pt x="1093423" y="1144819"/>
                  </a:lnTo>
                  <a:close/>
                  <a:moveTo>
                    <a:pt x="67352" y="75631"/>
                  </a:moveTo>
                  <a:lnTo>
                    <a:pt x="69509" y="71628"/>
                  </a:lnTo>
                  <a:lnTo>
                    <a:pt x="88942" y="9385"/>
                  </a:lnTo>
                  <a:close/>
                  <a:moveTo>
                    <a:pt x="88942" y="9385"/>
                  </a:moveTo>
                  <a:lnTo>
                    <a:pt x="83560" y="75631"/>
                  </a:lnTo>
                  <a:lnTo>
                    <a:pt x="118447" y="11955"/>
                  </a:lnTo>
                  <a:close/>
                  <a:moveTo>
                    <a:pt x="118447" y="11955"/>
                  </a:moveTo>
                  <a:lnTo>
                    <a:pt x="107444" y="0"/>
                  </a:lnTo>
                  <a:lnTo>
                    <a:pt x="88942" y="9385"/>
                  </a:lnTo>
                  <a:close/>
                  <a:moveTo>
                    <a:pt x="1093435" y="1131401"/>
                  </a:moveTo>
                  <a:lnTo>
                    <a:pt x="1093423" y="1144819"/>
                  </a:lnTo>
                  <a:lnTo>
                    <a:pt x="1092288" y="1133805"/>
                  </a:lnTo>
                  <a:close/>
                  <a:moveTo>
                    <a:pt x="1092288" y="1133805"/>
                  </a:moveTo>
                  <a:lnTo>
                    <a:pt x="1111668" y="1078136"/>
                  </a:lnTo>
                  <a:lnTo>
                    <a:pt x="1093435" y="1131401"/>
                  </a:lnTo>
                  <a:close/>
                  <a:moveTo>
                    <a:pt x="937221" y="852028"/>
                  </a:moveTo>
                  <a:lnTo>
                    <a:pt x="959990" y="827935"/>
                  </a:lnTo>
                  <a:lnTo>
                    <a:pt x="934647" y="903565"/>
                  </a:lnTo>
                  <a:close/>
                  <a:moveTo>
                    <a:pt x="969756" y="779528"/>
                  </a:moveTo>
                  <a:lnTo>
                    <a:pt x="974102" y="778254"/>
                  </a:lnTo>
                  <a:lnTo>
                    <a:pt x="938356" y="800492"/>
                  </a:lnTo>
                  <a:close/>
                  <a:moveTo>
                    <a:pt x="938356" y="800492"/>
                  </a:moveTo>
                  <a:lnTo>
                    <a:pt x="974102" y="778254"/>
                  </a:lnTo>
                  <a:lnTo>
                    <a:pt x="959990" y="827935"/>
                  </a:lnTo>
                  <a:close/>
                  <a:moveTo>
                    <a:pt x="941137" y="789902"/>
                  </a:moveTo>
                  <a:lnTo>
                    <a:pt x="952595" y="800492"/>
                  </a:lnTo>
                  <a:lnTo>
                    <a:pt x="969756" y="779528"/>
                  </a:lnTo>
                  <a:close/>
                  <a:moveTo>
                    <a:pt x="1143523" y="931008"/>
                  </a:moveTo>
                  <a:lnTo>
                    <a:pt x="1141383" y="906914"/>
                  </a:lnTo>
                  <a:lnTo>
                    <a:pt x="1145405" y="982544"/>
                  </a:lnTo>
                  <a:close/>
                </a:path>
              </a:pathLst>
            </a:custGeom>
            <a:solidFill>
              <a:srgbClr val="ECEFF1"/>
            </a:solidFill>
            <a:ln w="1524">
              <a:solidFill>
                <a:srgbClr val="ECEFF1"/>
              </a:solidFill>
            </a:ln>
          </p:spPr>
        </p:sp>
        <p:sp>
          <p:nvSpPr>
            <p:cNvPr id="4214" name="Output_density__4213">
              <a:extLst>
                <a:ext uri="{FF2B5EF4-FFF2-40B4-BE49-F238E27FC236}">
                  <a16:creationId xmlns:a16="http://schemas.microsoft.com/office/drawing/2014/main" id="{637523DB-7DEC-33A1-92FA-C1B1A9A77ACF}"/>
                </a:ext>
              </a:extLst>
            </p:cNvPr>
            <p:cNvSpPr>
              <a:spLocks noGrp="1"/>
            </p:cNvSpPr>
            <p:nvPr/>
          </p:nvSpPr>
          <p:spPr>
            <a:xfrm>
              <a:off x="15411515" y="3295305"/>
              <a:ext cx="1213967" cy="1192504"/>
            </a:xfrm>
            <a:custGeom>
              <a:avLst/>
              <a:gdLst/>
              <a:ahLst/>
              <a:cxnLst/>
              <a:rect l="0" t="0" r="0" b="0"/>
              <a:pathLst>
                <a:path w="1213967" h="1192504">
                  <a:moveTo>
                    <a:pt x="9600" y="719338"/>
                  </a:moveTo>
                  <a:lnTo>
                    <a:pt x="4078" y="668593"/>
                  </a:lnTo>
                  <a:lnTo>
                    <a:pt x="0" y="734651"/>
                  </a:lnTo>
                  <a:close/>
                  <a:moveTo>
                    <a:pt x="9600" y="719338"/>
                  </a:moveTo>
                  <a:lnTo>
                    <a:pt x="4580" y="667802"/>
                  </a:lnTo>
                  <a:lnTo>
                    <a:pt x="4078" y="668593"/>
                  </a:lnTo>
                  <a:close/>
                  <a:moveTo>
                    <a:pt x="36393" y="784980"/>
                  </a:moveTo>
                  <a:lnTo>
                    <a:pt x="65443" y="806933"/>
                  </a:lnTo>
                  <a:lnTo>
                    <a:pt x="36607" y="770875"/>
                  </a:lnTo>
                  <a:close/>
                  <a:moveTo>
                    <a:pt x="31978" y="708654"/>
                  </a:moveTo>
                  <a:lnTo>
                    <a:pt x="28516" y="755532"/>
                  </a:lnTo>
                  <a:lnTo>
                    <a:pt x="62440" y="695244"/>
                  </a:lnTo>
                  <a:close/>
                  <a:moveTo>
                    <a:pt x="62440" y="695244"/>
                  </a:moveTo>
                  <a:lnTo>
                    <a:pt x="28516" y="755532"/>
                  </a:lnTo>
                  <a:lnTo>
                    <a:pt x="36607" y="770875"/>
                  </a:lnTo>
                  <a:close/>
                  <a:moveTo>
                    <a:pt x="62440" y="695244"/>
                  </a:moveTo>
                  <a:lnTo>
                    <a:pt x="36607" y="770875"/>
                  </a:lnTo>
                  <a:lnTo>
                    <a:pt x="71563" y="746781"/>
                  </a:lnTo>
                  <a:close/>
                  <a:moveTo>
                    <a:pt x="9600" y="719338"/>
                  </a:moveTo>
                  <a:lnTo>
                    <a:pt x="28516" y="755532"/>
                  </a:lnTo>
                  <a:lnTo>
                    <a:pt x="31978" y="708654"/>
                  </a:lnTo>
                  <a:close/>
                  <a:moveTo>
                    <a:pt x="4580" y="667802"/>
                  </a:moveTo>
                  <a:lnTo>
                    <a:pt x="31978" y="708654"/>
                  </a:lnTo>
                  <a:lnTo>
                    <a:pt x="5819" y="667178"/>
                  </a:lnTo>
                  <a:close/>
                  <a:moveTo>
                    <a:pt x="4580" y="667802"/>
                  </a:moveTo>
                  <a:lnTo>
                    <a:pt x="9600" y="719338"/>
                  </a:lnTo>
                  <a:lnTo>
                    <a:pt x="31978" y="708654"/>
                  </a:lnTo>
                  <a:close/>
                  <a:moveTo>
                    <a:pt x="62440" y="695244"/>
                  </a:moveTo>
                  <a:lnTo>
                    <a:pt x="70501" y="643708"/>
                  </a:lnTo>
                  <a:lnTo>
                    <a:pt x="31978" y="708654"/>
                  </a:lnTo>
                  <a:close/>
                  <a:moveTo>
                    <a:pt x="70501" y="643708"/>
                  </a:moveTo>
                  <a:lnTo>
                    <a:pt x="5819" y="667178"/>
                  </a:lnTo>
                  <a:lnTo>
                    <a:pt x="31978" y="708654"/>
                  </a:lnTo>
                  <a:close/>
                  <a:moveTo>
                    <a:pt x="77087" y="627550"/>
                  </a:moveTo>
                  <a:lnTo>
                    <a:pt x="4869" y="667117"/>
                  </a:lnTo>
                  <a:lnTo>
                    <a:pt x="70501" y="643708"/>
                  </a:lnTo>
                  <a:close/>
                  <a:moveTo>
                    <a:pt x="70501" y="643708"/>
                  </a:moveTo>
                  <a:lnTo>
                    <a:pt x="4869" y="667117"/>
                  </a:lnTo>
                  <a:lnTo>
                    <a:pt x="5819" y="667178"/>
                  </a:lnTo>
                  <a:close/>
                  <a:moveTo>
                    <a:pt x="70501" y="643708"/>
                  </a:moveTo>
                  <a:lnTo>
                    <a:pt x="112065" y="681527"/>
                  </a:lnTo>
                  <a:lnTo>
                    <a:pt x="86905" y="639239"/>
                  </a:lnTo>
                  <a:close/>
                  <a:moveTo>
                    <a:pt x="70501" y="643708"/>
                  </a:moveTo>
                  <a:lnTo>
                    <a:pt x="62440" y="695244"/>
                  </a:lnTo>
                  <a:lnTo>
                    <a:pt x="112065" y="681527"/>
                  </a:lnTo>
                  <a:close/>
                  <a:moveTo>
                    <a:pt x="162529" y="637431"/>
                  </a:moveTo>
                  <a:lnTo>
                    <a:pt x="152399" y="619614"/>
                  </a:lnTo>
                  <a:lnTo>
                    <a:pt x="165473" y="676089"/>
                  </a:lnTo>
                  <a:close/>
                  <a:moveTo>
                    <a:pt x="165473" y="676089"/>
                  </a:moveTo>
                  <a:lnTo>
                    <a:pt x="152399" y="619614"/>
                  </a:lnTo>
                  <a:lnTo>
                    <a:pt x="86905" y="639239"/>
                  </a:lnTo>
                  <a:close/>
                  <a:moveTo>
                    <a:pt x="165473" y="676089"/>
                  </a:moveTo>
                  <a:lnTo>
                    <a:pt x="86905" y="639239"/>
                  </a:lnTo>
                  <a:lnTo>
                    <a:pt x="112065" y="681527"/>
                  </a:lnTo>
                  <a:close/>
                  <a:moveTo>
                    <a:pt x="77087" y="627550"/>
                  </a:moveTo>
                  <a:lnTo>
                    <a:pt x="70501" y="643708"/>
                  </a:lnTo>
                  <a:lnTo>
                    <a:pt x="86905" y="639239"/>
                  </a:lnTo>
                  <a:close/>
                  <a:moveTo>
                    <a:pt x="152878" y="601347"/>
                  </a:moveTo>
                  <a:lnTo>
                    <a:pt x="77087" y="627550"/>
                  </a:lnTo>
                  <a:lnTo>
                    <a:pt x="152399" y="619614"/>
                  </a:lnTo>
                  <a:close/>
                  <a:moveTo>
                    <a:pt x="152399" y="619614"/>
                  </a:moveTo>
                  <a:lnTo>
                    <a:pt x="77087" y="627550"/>
                  </a:lnTo>
                  <a:lnTo>
                    <a:pt x="86905" y="639239"/>
                  </a:lnTo>
                  <a:close/>
                  <a:moveTo>
                    <a:pt x="160799" y="617147"/>
                  </a:moveTo>
                  <a:lnTo>
                    <a:pt x="234495" y="596921"/>
                  </a:lnTo>
                  <a:lnTo>
                    <a:pt x="232293" y="597005"/>
                  </a:lnTo>
                  <a:close/>
                  <a:moveTo>
                    <a:pt x="152399" y="619614"/>
                  </a:moveTo>
                  <a:lnTo>
                    <a:pt x="162529" y="637431"/>
                  </a:lnTo>
                  <a:lnTo>
                    <a:pt x="160799" y="617147"/>
                  </a:lnTo>
                  <a:close/>
                  <a:moveTo>
                    <a:pt x="152878" y="601347"/>
                  </a:moveTo>
                  <a:lnTo>
                    <a:pt x="152399" y="619614"/>
                  </a:lnTo>
                  <a:lnTo>
                    <a:pt x="160799" y="617147"/>
                  </a:lnTo>
                  <a:close/>
                  <a:moveTo>
                    <a:pt x="160799" y="617147"/>
                  </a:moveTo>
                  <a:lnTo>
                    <a:pt x="153291" y="568077"/>
                  </a:lnTo>
                  <a:lnTo>
                    <a:pt x="152878" y="601347"/>
                  </a:lnTo>
                  <a:close/>
                  <a:moveTo>
                    <a:pt x="211666" y="551032"/>
                  </a:moveTo>
                  <a:lnTo>
                    <a:pt x="153291" y="568077"/>
                  </a:lnTo>
                  <a:lnTo>
                    <a:pt x="160799" y="617147"/>
                  </a:lnTo>
                  <a:close/>
                  <a:moveTo>
                    <a:pt x="232293" y="597005"/>
                  </a:moveTo>
                  <a:lnTo>
                    <a:pt x="211666" y="551032"/>
                  </a:lnTo>
                  <a:lnTo>
                    <a:pt x="160799" y="617147"/>
                  </a:lnTo>
                  <a:close/>
                  <a:moveTo>
                    <a:pt x="666698" y="1161906"/>
                  </a:moveTo>
                  <a:lnTo>
                    <a:pt x="667309" y="1167083"/>
                  </a:lnTo>
                  <a:lnTo>
                    <a:pt x="752957" y="1192504"/>
                  </a:lnTo>
                  <a:close/>
                  <a:moveTo>
                    <a:pt x="729853" y="1148544"/>
                  </a:moveTo>
                  <a:lnTo>
                    <a:pt x="666698" y="1161906"/>
                  </a:lnTo>
                  <a:lnTo>
                    <a:pt x="752957" y="1192504"/>
                  </a:lnTo>
                  <a:close/>
                  <a:moveTo>
                    <a:pt x="768368" y="1189865"/>
                  </a:moveTo>
                  <a:lnTo>
                    <a:pt x="773936" y="1138328"/>
                  </a:lnTo>
                  <a:lnTo>
                    <a:pt x="752957" y="1192504"/>
                  </a:lnTo>
                  <a:close/>
                  <a:moveTo>
                    <a:pt x="773936" y="1138328"/>
                  </a:moveTo>
                  <a:lnTo>
                    <a:pt x="729853" y="1148544"/>
                  </a:lnTo>
                  <a:lnTo>
                    <a:pt x="752957" y="1192504"/>
                  </a:lnTo>
                  <a:close/>
                  <a:moveTo>
                    <a:pt x="663984" y="1162422"/>
                  </a:moveTo>
                  <a:lnTo>
                    <a:pt x="667309" y="1167083"/>
                  </a:lnTo>
                  <a:lnTo>
                    <a:pt x="666698" y="1161906"/>
                  </a:lnTo>
                  <a:close/>
                  <a:moveTo>
                    <a:pt x="665155" y="1159027"/>
                  </a:moveTo>
                  <a:lnTo>
                    <a:pt x="663984" y="1162422"/>
                  </a:lnTo>
                  <a:lnTo>
                    <a:pt x="666698" y="1161906"/>
                  </a:lnTo>
                  <a:close/>
                  <a:moveTo>
                    <a:pt x="666698" y="1161906"/>
                  </a:moveTo>
                  <a:lnTo>
                    <a:pt x="705274" y="1134348"/>
                  </a:lnTo>
                  <a:lnTo>
                    <a:pt x="665155" y="1159027"/>
                  </a:lnTo>
                  <a:close/>
                  <a:moveTo>
                    <a:pt x="666698" y="1161906"/>
                  </a:moveTo>
                  <a:lnTo>
                    <a:pt x="729853" y="1148544"/>
                  </a:lnTo>
                  <a:lnTo>
                    <a:pt x="705274" y="1134348"/>
                  </a:lnTo>
                  <a:close/>
                  <a:moveTo>
                    <a:pt x="771620" y="1086792"/>
                  </a:moveTo>
                  <a:lnTo>
                    <a:pt x="729853" y="1148544"/>
                  </a:lnTo>
                  <a:lnTo>
                    <a:pt x="773936" y="1138328"/>
                  </a:lnTo>
                  <a:close/>
                  <a:moveTo>
                    <a:pt x="221225" y="468353"/>
                  </a:moveTo>
                  <a:lnTo>
                    <a:pt x="225154" y="427097"/>
                  </a:lnTo>
                  <a:lnTo>
                    <a:pt x="164224" y="440910"/>
                  </a:lnTo>
                  <a:close/>
                  <a:moveTo>
                    <a:pt x="170532" y="492447"/>
                  </a:moveTo>
                  <a:lnTo>
                    <a:pt x="221225" y="468353"/>
                  </a:lnTo>
                  <a:lnTo>
                    <a:pt x="164224" y="440910"/>
                  </a:lnTo>
                  <a:close/>
                  <a:moveTo>
                    <a:pt x="221225" y="468353"/>
                  </a:moveTo>
                  <a:lnTo>
                    <a:pt x="245074" y="501577"/>
                  </a:lnTo>
                  <a:lnTo>
                    <a:pt x="245317" y="460932"/>
                  </a:lnTo>
                  <a:close/>
                  <a:moveTo>
                    <a:pt x="221225" y="468353"/>
                  </a:moveTo>
                  <a:lnTo>
                    <a:pt x="245317" y="460932"/>
                  </a:lnTo>
                  <a:lnTo>
                    <a:pt x="225154" y="427097"/>
                  </a:lnTo>
                  <a:close/>
                  <a:moveTo>
                    <a:pt x="358820" y="420165"/>
                  </a:moveTo>
                  <a:lnTo>
                    <a:pt x="380463" y="388617"/>
                  </a:lnTo>
                  <a:lnTo>
                    <a:pt x="335041" y="392722"/>
                  </a:lnTo>
                  <a:close/>
                  <a:moveTo>
                    <a:pt x="312772" y="444259"/>
                  </a:moveTo>
                  <a:lnTo>
                    <a:pt x="358820" y="420165"/>
                  </a:lnTo>
                  <a:lnTo>
                    <a:pt x="335041" y="392722"/>
                  </a:lnTo>
                  <a:close/>
                  <a:moveTo>
                    <a:pt x="737114" y="272253"/>
                  </a:moveTo>
                  <a:lnTo>
                    <a:pt x="770066" y="248159"/>
                  </a:lnTo>
                  <a:lnTo>
                    <a:pt x="722556" y="254664"/>
                  </a:lnTo>
                  <a:close/>
                  <a:moveTo>
                    <a:pt x="770066" y="248159"/>
                  </a:moveTo>
                  <a:lnTo>
                    <a:pt x="743568" y="198325"/>
                  </a:lnTo>
                  <a:lnTo>
                    <a:pt x="722556" y="254664"/>
                  </a:lnTo>
                  <a:close/>
                  <a:moveTo>
                    <a:pt x="742393" y="196622"/>
                  </a:moveTo>
                  <a:lnTo>
                    <a:pt x="722556" y="254664"/>
                  </a:lnTo>
                  <a:lnTo>
                    <a:pt x="743568" y="198325"/>
                  </a:lnTo>
                  <a:close/>
                  <a:moveTo>
                    <a:pt x="742393" y="196622"/>
                  </a:moveTo>
                  <a:lnTo>
                    <a:pt x="702060" y="220716"/>
                  </a:lnTo>
                  <a:lnTo>
                    <a:pt x="722556" y="254664"/>
                  </a:lnTo>
                  <a:close/>
                  <a:moveTo>
                    <a:pt x="742324" y="193675"/>
                  </a:moveTo>
                  <a:lnTo>
                    <a:pt x="702060" y="220716"/>
                  </a:lnTo>
                  <a:lnTo>
                    <a:pt x="742393" y="196622"/>
                  </a:lnTo>
                  <a:close/>
                  <a:moveTo>
                    <a:pt x="742393" y="196622"/>
                  </a:moveTo>
                  <a:lnTo>
                    <a:pt x="743568" y="198325"/>
                  </a:lnTo>
                  <a:lnTo>
                    <a:pt x="743720" y="196128"/>
                  </a:lnTo>
                  <a:close/>
                  <a:moveTo>
                    <a:pt x="742324" y="193675"/>
                  </a:moveTo>
                  <a:lnTo>
                    <a:pt x="742393" y="196622"/>
                  </a:lnTo>
                  <a:lnTo>
                    <a:pt x="743720" y="196128"/>
                  </a:lnTo>
                  <a:close/>
                  <a:moveTo>
                    <a:pt x="742324" y="193675"/>
                  </a:moveTo>
                  <a:lnTo>
                    <a:pt x="743720" y="196128"/>
                  </a:lnTo>
                  <a:lnTo>
                    <a:pt x="745119" y="145086"/>
                  </a:lnTo>
                  <a:close/>
                  <a:moveTo>
                    <a:pt x="745119" y="145086"/>
                  </a:moveTo>
                  <a:lnTo>
                    <a:pt x="743720" y="196128"/>
                  </a:lnTo>
                  <a:lnTo>
                    <a:pt x="812440" y="172528"/>
                  </a:lnTo>
                  <a:close/>
                  <a:moveTo>
                    <a:pt x="745119" y="145086"/>
                  </a:moveTo>
                  <a:lnTo>
                    <a:pt x="812440" y="172528"/>
                  </a:lnTo>
                  <a:lnTo>
                    <a:pt x="796597" y="120991"/>
                  </a:lnTo>
                  <a:close/>
                  <a:moveTo>
                    <a:pt x="710638" y="34795"/>
                  </a:moveTo>
                  <a:lnTo>
                    <a:pt x="753930" y="17918"/>
                  </a:lnTo>
                  <a:lnTo>
                    <a:pt x="726604" y="0"/>
                  </a:lnTo>
                  <a:close/>
                  <a:moveTo>
                    <a:pt x="710638" y="34795"/>
                  </a:moveTo>
                  <a:lnTo>
                    <a:pt x="734687" y="30224"/>
                  </a:lnTo>
                  <a:lnTo>
                    <a:pt x="753930" y="17918"/>
                  </a:lnTo>
                  <a:close/>
                  <a:moveTo>
                    <a:pt x="1013805" y="105292"/>
                  </a:moveTo>
                  <a:lnTo>
                    <a:pt x="956783" y="148434"/>
                  </a:lnTo>
                  <a:lnTo>
                    <a:pt x="998142" y="124340"/>
                  </a:lnTo>
                  <a:close/>
                  <a:moveTo>
                    <a:pt x="1152081" y="138029"/>
                  </a:moveTo>
                  <a:lnTo>
                    <a:pt x="1117944" y="100246"/>
                  </a:lnTo>
                  <a:lnTo>
                    <a:pt x="1139364" y="165112"/>
                  </a:lnTo>
                  <a:close/>
                  <a:moveTo>
                    <a:pt x="1139364" y="165112"/>
                  </a:moveTo>
                  <a:lnTo>
                    <a:pt x="1117944" y="100246"/>
                  </a:lnTo>
                  <a:lnTo>
                    <a:pt x="1085274" y="108362"/>
                  </a:lnTo>
                  <a:close/>
                  <a:moveTo>
                    <a:pt x="1032370" y="113389"/>
                  </a:moveTo>
                  <a:lnTo>
                    <a:pt x="1057283" y="93171"/>
                  </a:lnTo>
                  <a:lnTo>
                    <a:pt x="1013805" y="105292"/>
                  </a:lnTo>
                  <a:close/>
                  <a:moveTo>
                    <a:pt x="1032370" y="113389"/>
                  </a:moveTo>
                  <a:lnTo>
                    <a:pt x="1085274" y="108362"/>
                  </a:lnTo>
                  <a:lnTo>
                    <a:pt x="1057283" y="93171"/>
                  </a:lnTo>
                  <a:close/>
                  <a:moveTo>
                    <a:pt x="1128868" y="51239"/>
                  </a:moveTo>
                  <a:lnTo>
                    <a:pt x="1057283" y="93171"/>
                  </a:lnTo>
                  <a:lnTo>
                    <a:pt x="1117944" y="100246"/>
                  </a:lnTo>
                  <a:close/>
                  <a:moveTo>
                    <a:pt x="1117944" y="100246"/>
                  </a:moveTo>
                  <a:lnTo>
                    <a:pt x="1057283" y="93171"/>
                  </a:lnTo>
                  <a:lnTo>
                    <a:pt x="1085274" y="108362"/>
                  </a:lnTo>
                  <a:close/>
                  <a:moveTo>
                    <a:pt x="1117944" y="100246"/>
                  </a:moveTo>
                  <a:lnTo>
                    <a:pt x="1152081" y="138029"/>
                  </a:lnTo>
                  <a:lnTo>
                    <a:pt x="1169569" y="77813"/>
                  </a:lnTo>
                  <a:close/>
                  <a:moveTo>
                    <a:pt x="1128868" y="51239"/>
                  </a:moveTo>
                  <a:lnTo>
                    <a:pt x="1117944" y="100246"/>
                  </a:lnTo>
                  <a:lnTo>
                    <a:pt x="1169569" y="77813"/>
                  </a:lnTo>
                  <a:close/>
                  <a:moveTo>
                    <a:pt x="1213967" y="59832"/>
                  </a:moveTo>
                  <a:lnTo>
                    <a:pt x="1169569" y="77813"/>
                  </a:lnTo>
                  <a:lnTo>
                    <a:pt x="1175023" y="76152"/>
                  </a:lnTo>
                  <a:close/>
                  <a:moveTo>
                    <a:pt x="1128868" y="51239"/>
                  </a:moveTo>
                  <a:lnTo>
                    <a:pt x="1169569" y="77813"/>
                  </a:lnTo>
                  <a:lnTo>
                    <a:pt x="1213967" y="59832"/>
                  </a:lnTo>
                  <a:close/>
                </a:path>
              </a:pathLst>
            </a:custGeom>
            <a:solidFill>
              <a:srgbClr val="F5F7F8"/>
            </a:solidFill>
            <a:ln w="1524">
              <a:solidFill>
                <a:srgbClr val="F5F7F8"/>
              </a:solidFill>
            </a:ln>
          </p:spPr>
        </p:sp>
        <p:sp>
          <p:nvSpPr>
            <p:cNvPr id="4215" name="Output_density__4214">
              <a:extLst>
                <a:ext uri="{FF2B5EF4-FFF2-40B4-BE49-F238E27FC236}">
                  <a16:creationId xmlns:a16="http://schemas.microsoft.com/office/drawing/2014/main" id="{029CE28D-B8A8-A3D2-08D3-D305FD260E6C}"/>
                </a:ext>
              </a:extLst>
            </p:cNvPr>
            <p:cNvSpPr>
              <a:spLocks noGrp="1"/>
            </p:cNvSpPr>
            <p:nvPr/>
          </p:nvSpPr>
          <p:spPr>
            <a:xfrm>
              <a:off x="16194044" y="3828589"/>
              <a:ext cx="416691" cy="715233"/>
            </a:xfrm>
            <a:custGeom>
              <a:avLst/>
              <a:gdLst/>
              <a:ahLst/>
              <a:cxnLst/>
              <a:rect l="0" t="0" r="0" b="0"/>
              <a:pathLst>
                <a:path w="416691" h="715233">
                  <a:moveTo>
                    <a:pt x="29283" y="689819"/>
                  </a:moveTo>
                  <a:lnTo>
                    <a:pt x="0" y="715233"/>
                  </a:lnTo>
                  <a:lnTo>
                    <a:pt x="67483" y="657965"/>
                  </a:lnTo>
                  <a:close/>
                  <a:moveTo>
                    <a:pt x="416691" y="11013"/>
                  </a:moveTo>
                  <a:lnTo>
                    <a:pt x="410489" y="2647"/>
                  </a:lnTo>
                  <a:lnTo>
                    <a:pt x="415557" y="0"/>
                  </a:lnTo>
                  <a:close/>
                </a:path>
              </a:pathLst>
            </a:custGeom>
            <a:solidFill>
              <a:srgbClr val="EAEDF0"/>
            </a:solidFill>
            <a:ln w="1524">
              <a:solidFill>
                <a:srgbClr val="EAEDF0"/>
              </a:solidFill>
            </a:ln>
          </p:spPr>
        </p:sp>
        <p:sp>
          <p:nvSpPr>
            <p:cNvPr id="4216" name="Output_density__4215">
              <a:extLst>
                <a:ext uri="{FF2B5EF4-FFF2-40B4-BE49-F238E27FC236}">
                  <a16:creationId xmlns:a16="http://schemas.microsoft.com/office/drawing/2014/main" id="{72013142-573B-1828-7EBF-85941288B939}"/>
                </a:ext>
              </a:extLst>
            </p:cNvPr>
            <p:cNvSpPr>
              <a:spLocks noGrp="1"/>
            </p:cNvSpPr>
            <p:nvPr/>
          </p:nvSpPr>
          <p:spPr>
            <a:xfrm>
              <a:off x="15330055" y="2617871"/>
              <a:ext cx="1538136" cy="1993564"/>
            </a:xfrm>
            <a:custGeom>
              <a:avLst/>
              <a:gdLst/>
              <a:ahLst/>
              <a:cxnLst/>
              <a:rect l="0" t="0" r="0" b="0"/>
              <a:pathLst>
                <a:path w="1538136" h="1993564">
                  <a:moveTo>
                    <a:pt x="212" y="1651106"/>
                  </a:moveTo>
                  <a:lnTo>
                    <a:pt x="0" y="1653317"/>
                  </a:lnTo>
                  <a:lnTo>
                    <a:pt x="6433" y="1664987"/>
                  </a:lnTo>
                  <a:close/>
                  <a:moveTo>
                    <a:pt x="764" y="1643795"/>
                  </a:moveTo>
                  <a:lnTo>
                    <a:pt x="0" y="1653317"/>
                  </a:lnTo>
                  <a:lnTo>
                    <a:pt x="212" y="1651106"/>
                  </a:lnTo>
                  <a:close/>
                  <a:moveTo>
                    <a:pt x="338722" y="1944310"/>
                  </a:moveTo>
                  <a:lnTo>
                    <a:pt x="383850" y="1987768"/>
                  </a:lnTo>
                  <a:lnTo>
                    <a:pt x="353417" y="1954020"/>
                  </a:lnTo>
                  <a:close/>
                  <a:moveTo>
                    <a:pt x="212" y="1651106"/>
                  </a:moveTo>
                  <a:lnTo>
                    <a:pt x="6433" y="1664987"/>
                  </a:lnTo>
                  <a:lnTo>
                    <a:pt x="22475" y="1678549"/>
                  </a:lnTo>
                  <a:close/>
                  <a:moveTo>
                    <a:pt x="335879" y="1936231"/>
                  </a:moveTo>
                  <a:lnTo>
                    <a:pt x="338722" y="1944310"/>
                  </a:lnTo>
                  <a:lnTo>
                    <a:pt x="353417" y="1954020"/>
                  </a:lnTo>
                  <a:close/>
                  <a:moveTo>
                    <a:pt x="479210" y="1939580"/>
                  </a:moveTo>
                  <a:lnTo>
                    <a:pt x="500835" y="1951223"/>
                  </a:lnTo>
                  <a:lnTo>
                    <a:pt x="442242" y="1898132"/>
                  </a:lnTo>
                  <a:close/>
                  <a:moveTo>
                    <a:pt x="442242" y="1898132"/>
                  </a:moveTo>
                  <a:lnTo>
                    <a:pt x="500835" y="1951223"/>
                  </a:lnTo>
                  <a:lnTo>
                    <a:pt x="470506" y="1912138"/>
                  </a:lnTo>
                  <a:close/>
                  <a:moveTo>
                    <a:pt x="378002" y="1733434"/>
                  </a:moveTo>
                  <a:lnTo>
                    <a:pt x="355916" y="1693563"/>
                  </a:lnTo>
                  <a:lnTo>
                    <a:pt x="335967" y="1753880"/>
                  </a:lnTo>
                  <a:close/>
                  <a:moveTo>
                    <a:pt x="306984" y="1685295"/>
                  </a:moveTo>
                  <a:lnTo>
                    <a:pt x="286310" y="1742897"/>
                  </a:lnTo>
                  <a:lnTo>
                    <a:pt x="355916" y="1693563"/>
                  </a:lnTo>
                  <a:close/>
                  <a:moveTo>
                    <a:pt x="161773" y="1491728"/>
                  </a:moveTo>
                  <a:lnTo>
                    <a:pt x="192040" y="1527287"/>
                  </a:lnTo>
                  <a:lnTo>
                    <a:pt x="198427" y="1543204"/>
                  </a:lnTo>
                  <a:close/>
                  <a:moveTo>
                    <a:pt x="483243" y="1760876"/>
                  </a:moveTo>
                  <a:lnTo>
                    <a:pt x="482389" y="1817074"/>
                  </a:lnTo>
                  <a:lnTo>
                    <a:pt x="510183" y="1786088"/>
                  </a:lnTo>
                  <a:close/>
                  <a:moveTo>
                    <a:pt x="471153" y="1709340"/>
                  </a:moveTo>
                  <a:lnTo>
                    <a:pt x="421791" y="1765183"/>
                  </a:lnTo>
                  <a:lnTo>
                    <a:pt x="439723" y="1784971"/>
                  </a:lnTo>
                  <a:close/>
                  <a:moveTo>
                    <a:pt x="299601" y="1681897"/>
                  </a:moveTo>
                  <a:lnTo>
                    <a:pt x="306984" y="1685295"/>
                  </a:lnTo>
                  <a:lnTo>
                    <a:pt x="308114" y="1680240"/>
                  </a:lnTo>
                  <a:close/>
                  <a:moveTo>
                    <a:pt x="404544" y="1677808"/>
                  </a:moveTo>
                  <a:lnTo>
                    <a:pt x="360532" y="1675608"/>
                  </a:lnTo>
                  <a:lnTo>
                    <a:pt x="426803" y="1722455"/>
                  </a:lnTo>
                  <a:close/>
                  <a:moveTo>
                    <a:pt x="262369" y="1630361"/>
                  </a:moveTo>
                  <a:lnTo>
                    <a:pt x="299601" y="1681897"/>
                  </a:lnTo>
                  <a:lnTo>
                    <a:pt x="308114" y="1680240"/>
                  </a:lnTo>
                  <a:close/>
                  <a:moveTo>
                    <a:pt x="360532" y="1675608"/>
                  </a:moveTo>
                  <a:lnTo>
                    <a:pt x="306984" y="1685295"/>
                  </a:lnTo>
                  <a:lnTo>
                    <a:pt x="355916" y="1693563"/>
                  </a:lnTo>
                  <a:close/>
                  <a:moveTo>
                    <a:pt x="360532" y="1675608"/>
                  </a:moveTo>
                  <a:lnTo>
                    <a:pt x="308114" y="1680240"/>
                  </a:lnTo>
                  <a:lnTo>
                    <a:pt x="306984" y="1685295"/>
                  </a:lnTo>
                  <a:close/>
                  <a:moveTo>
                    <a:pt x="360532" y="1675608"/>
                  </a:moveTo>
                  <a:lnTo>
                    <a:pt x="350540" y="1673463"/>
                  </a:lnTo>
                  <a:lnTo>
                    <a:pt x="312595" y="1630361"/>
                  </a:lnTo>
                  <a:close/>
                  <a:moveTo>
                    <a:pt x="302736" y="1621869"/>
                  </a:moveTo>
                  <a:lnTo>
                    <a:pt x="360532" y="1675608"/>
                  </a:lnTo>
                  <a:lnTo>
                    <a:pt x="312595" y="1630361"/>
                  </a:lnTo>
                  <a:close/>
                  <a:moveTo>
                    <a:pt x="302736" y="1621869"/>
                  </a:moveTo>
                  <a:lnTo>
                    <a:pt x="312595" y="1630361"/>
                  </a:lnTo>
                  <a:lnTo>
                    <a:pt x="288017" y="1614377"/>
                  </a:lnTo>
                  <a:close/>
                  <a:moveTo>
                    <a:pt x="251523" y="1527287"/>
                  </a:moveTo>
                  <a:lnTo>
                    <a:pt x="292568" y="1496495"/>
                  </a:lnTo>
                  <a:lnTo>
                    <a:pt x="218617" y="1464047"/>
                  </a:lnTo>
                  <a:close/>
                  <a:moveTo>
                    <a:pt x="218617" y="1464047"/>
                  </a:moveTo>
                  <a:lnTo>
                    <a:pt x="292568" y="1496495"/>
                  </a:lnTo>
                  <a:lnTo>
                    <a:pt x="267454" y="1462325"/>
                  </a:lnTo>
                  <a:close/>
                  <a:moveTo>
                    <a:pt x="251523" y="1527287"/>
                  </a:moveTo>
                  <a:lnTo>
                    <a:pt x="218617" y="1464047"/>
                  </a:lnTo>
                  <a:lnTo>
                    <a:pt x="211437" y="1502733"/>
                  </a:lnTo>
                  <a:close/>
                  <a:moveTo>
                    <a:pt x="292568" y="1496495"/>
                  </a:moveTo>
                  <a:lnTo>
                    <a:pt x="300231" y="1503193"/>
                  </a:lnTo>
                  <a:lnTo>
                    <a:pt x="267454" y="1462325"/>
                  </a:lnTo>
                  <a:close/>
                  <a:moveTo>
                    <a:pt x="267454" y="1462325"/>
                  </a:moveTo>
                  <a:lnTo>
                    <a:pt x="300231" y="1503193"/>
                  </a:lnTo>
                  <a:lnTo>
                    <a:pt x="326432" y="1515101"/>
                  </a:lnTo>
                  <a:close/>
                  <a:moveTo>
                    <a:pt x="218617" y="1464047"/>
                  </a:moveTo>
                  <a:lnTo>
                    <a:pt x="253173" y="1411191"/>
                  </a:lnTo>
                  <a:lnTo>
                    <a:pt x="214352" y="1404770"/>
                  </a:lnTo>
                  <a:close/>
                  <a:moveTo>
                    <a:pt x="557427" y="1812413"/>
                  </a:moveTo>
                  <a:lnTo>
                    <a:pt x="551349" y="1822651"/>
                  </a:lnTo>
                  <a:lnTo>
                    <a:pt x="565154" y="1816940"/>
                  </a:lnTo>
                  <a:close/>
                  <a:moveTo>
                    <a:pt x="669625" y="1952706"/>
                  </a:moveTo>
                  <a:lnTo>
                    <a:pt x="695807" y="1956078"/>
                  </a:lnTo>
                  <a:lnTo>
                    <a:pt x="647138" y="1948789"/>
                  </a:lnTo>
                  <a:close/>
                  <a:moveTo>
                    <a:pt x="669625" y="1952706"/>
                  </a:moveTo>
                  <a:lnTo>
                    <a:pt x="710369" y="1957564"/>
                  </a:lnTo>
                  <a:lnTo>
                    <a:pt x="695807" y="1956078"/>
                  </a:lnTo>
                  <a:close/>
                  <a:moveTo>
                    <a:pt x="710369" y="1957564"/>
                  </a:moveTo>
                  <a:lnTo>
                    <a:pt x="722345" y="1915486"/>
                  </a:lnTo>
                  <a:lnTo>
                    <a:pt x="695807" y="1956078"/>
                  </a:lnTo>
                  <a:close/>
                  <a:moveTo>
                    <a:pt x="710369" y="1957564"/>
                  </a:moveTo>
                  <a:lnTo>
                    <a:pt x="741134" y="1990647"/>
                  </a:lnTo>
                  <a:lnTo>
                    <a:pt x="788634" y="1993564"/>
                  </a:lnTo>
                  <a:close/>
                  <a:moveTo>
                    <a:pt x="690611" y="1848141"/>
                  </a:moveTo>
                  <a:lnTo>
                    <a:pt x="622190" y="1855514"/>
                  </a:lnTo>
                  <a:lnTo>
                    <a:pt x="635982" y="1863950"/>
                  </a:lnTo>
                  <a:close/>
                  <a:moveTo>
                    <a:pt x="557427" y="1812413"/>
                  </a:moveTo>
                  <a:lnTo>
                    <a:pt x="565154" y="1816940"/>
                  </a:lnTo>
                  <a:lnTo>
                    <a:pt x="567170" y="1809789"/>
                  </a:lnTo>
                  <a:close/>
                  <a:moveTo>
                    <a:pt x="567170" y="1809789"/>
                  </a:moveTo>
                  <a:lnTo>
                    <a:pt x="510183" y="1786088"/>
                  </a:lnTo>
                  <a:lnTo>
                    <a:pt x="557427" y="1812413"/>
                  </a:lnTo>
                  <a:close/>
                  <a:moveTo>
                    <a:pt x="635083" y="1792559"/>
                  </a:moveTo>
                  <a:lnTo>
                    <a:pt x="565154" y="1816940"/>
                  </a:lnTo>
                  <a:lnTo>
                    <a:pt x="622190" y="1855514"/>
                  </a:lnTo>
                  <a:close/>
                  <a:moveTo>
                    <a:pt x="503776" y="1697860"/>
                  </a:moveTo>
                  <a:lnTo>
                    <a:pt x="541595" y="1728857"/>
                  </a:lnTo>
                  <a:lnTo>
                    <a:pt x="512557" y="1709340"/>
                  </a:lnTo>
                  <a:close/>
                  <a:moveTo>
                    <a:pt x="564450" y="1749258"/>
                  </a:moveTo>
                  <a:lnTo>
                    <a:pt x="541595" y="1728857"/>
                  </a:lnTo>
                  <a:lnTo>
                    <a:pt x="503776" y="1697860"/>
                  </a:lnTo>
                  <a:close/>
                  <a:moveTo>
                    <a:pt x="503776" y="1697860"/>
                  </a:moveTo>
                  <a:lnTo>
                    <a:pt x="479521" y="1671449"/>
                  </a:lnTo>
                  <a:lnTo>
                    <a:pt x="471153" y="1709340"/>
                  </a:lnTo>
                  <a:close/>
                  <a:moveTo>
                    <a:pt x="344687" y="1437518"/>
                  </a:moveTo>
                  <a:lnTo>
                    <a:pt x="300231" y="1503193"/>
                  </a:lnTo>
                  <a:lnTo>
                    <a:pt x="323726" y="1478089"/>
                  </a:lnTo>
                  <a:close/>
                  <a:moveTo>
                    <a:pt x="323726" y="1478089"/>
                  </a:moveTo>
                  <a:lnTo>
                    <a:pt x="342923" y="1427563"/>
                  </a:lnTo>
                  <a:lnTo>
                    <a:pt x="344687" y="1437518"/>
                  </a:lnTo>
                  <a:close/>
                  <a:moveTo>
                    <a:pt x="342923" y="1427563"/>
                  </a:moveTo>
                  <a:lnTo>
                    <a:pt x="327456" y="1388784"/>
                  </a:lnTo>
                  <a:lnTo>
                    <a:pt x="344687" y="1437518"/>
                  </a:lnTo>
                  <a:close/>
                  <a:moveTo>
                    <a:pt x="342923" y="1427563"/>
                  </a:moveTo>
                  <a:lnTo>
                    <a:pt x="303910" y="1376026"/>
                  </a:lnTo>
                  <a:lnTo>
                    <a:pt x="327456" y="1388784"/>
                  </a:lnTo>
                  <a:close/>
                  <a:moveTo>
                    <a:pt x="771514" y="1891392"/>
                  </a:moveTo>
                  <a:lnTo>
                    <a:pt x="828758" y="1937280"/>
                  </a:lnTo>
                  <a:lnTo>
                    <a:pt x="834416" y="1869937"/>
                  </a:lnTo>
                  <a:close/>
                  <a:moveTo>
                    <a:pt x="834416" y="1869937"/>
                  </a:moveTo>
                  <a:lnTo>
                    <a:pt x="893272" y="1900536"/>
                  </a:lnTo>
                  <a:lnTo>
                    <a:pt x="849827" y="1867298"/>
                  </a:lnTo>
                  <a:close/>
                  <a:moveTo>
                    <a:pt x="600980" y="1685246"/>
                  </a:moveTo>
                  <a:lnTo>
                    <a:pt x="617623" y="1703539"/>
                  </a:lnTo>
                  <a:lnTo>
                    <a:pt x="617546" y="1681331"/>
                  </a:lnTo>
                  <a:close/>
                  <a:moveTo>
                    <a:pt x="617546" y="1681331"/>
                  </a:moveTo>
                  <a:lnTo>
                    <a:pt x="558948" y="1658837"/>
                  </a:lnTo>
                  <a:lnTo>
                    <a:pt x="600980" y="1685246"/>
                  </a:lnTo>
                  <a:close/>
                  <a:moveTo>
                    <a:pt x="566794" y="1621866"/>
                  </a:moveTo>
                  <a:lnTo>
                    <a:pt x="558948" y="1658837"/>
                  </a:lnTo>
                  <a:lnTo>
                    <a:pt x="617546" y="1681331"/>
                  </a:lnTo>
                  <a:close/>
                  <a:moveTo>
                    <a:pt x="609513" y="1625119"/>
                  </a:moveTo>
                  <a:lnTo>
                    <a:pt x="566794" y="1621866"/>
                  </a:lnTo>
                  <a:lnTo>
                    <a:pt x="617546" y="1681331"/>
                  </a:lnTo>
                  <a:close/>
                  <a:moveTo>
                    <a:pt x="368538" y="1418127"/>
                  </a:moveTo>
                  <a:lnTo>
                    <a:pt x="342923" y="1427563"/>
                  </a:lnTo>
                  <a:lnTo>
                    <a:pt x="323726" y="1478089"/>
                  </a:lnTo>
                  <a:close/>
                  <a:moveTo>
                    <a:pt x="303910" y="1376026"/>
                  </a:moveTo>
                  <a:lnTo>
                    <a:pt x="307084" y="1367363"/>
                  </a:lnTo>
                  <a:lnTo>
                    <a:pt x="307173" y="1304547"/>
                  </a:lnTo>
                  <a:close/>
                  <a:moveTo>
                    <a:pt x="905217" y="1843204"/>
                  </a:moveTo>
                  <a:lnTo>
                    <a:pt x="849827" y="1867298"/>
                  </a:lnTo>
                  <a:lnTo>
                    <a:pt x="893272" y="1900536"/>
                  </a:lnTo>
                  <a:close/>
                  <a:moveTo>
                    <a:pt x="323185" y="1248859"/>
                  </a:moveTo>
                  <a:lnTo>
                    <a:pt x="311575" y="1297759"/>
                  </a:lnTo>
                  <a:lnTo>
                    <a:pt x="309840" y="1239637"/>
                  </a:lnTo>
                  <a:close/>
                  <a:moveTo>
                    <a:pt x="974192" y="1832267"/>
                  </a:moveTo>
                  <a:lnTo>
                    <a:pt x="936036" y="1767574"/>
                  </a:lnTo>
                  <a:lnTo>
                    <a:pt x="920894" y="1774872"/>
                  </a:lnTo>
                  <a:close/>
                  <a:moveTo>
                    <a:pt x="920894" y="1774872"/>
                  </a:moveTo>
                  <a:lnTo>
                    <a:pt x="933432" y="1780890"/>
                  </a:lnTo>
                  <a:lnTo>
                    <a:pt x="974192" y="1832267"/>
                  </a:lnTo>
                  <a:close/>
                  <a:moveTo>
                    <a:pt x="891928" y="1664501"/>
                  </a:moveTo>
                  <a:lnTo>
                    <a:pt x="849240" y="1640785"/>
                  </a:lnTo>
                  <a:lnTo>
                    <a:pt x="815183" y="1648350"/>
                  </a:lnTo>
                  <a:close/>
                  <a:moveTo>
                    <a:pt x="821425" y="1612964"/>
                  </a:moveTo>
                  <a:lnTo>
                    <a:pt x="815183" y="1648350"/>
                  </a:lnTo>
                  <a:lnTo>
                    <a:pt x="849240" y="1640785"/>
                  </a:lnTo>
                  <a:close/>
                  <a:moveTo>
                    <a:pt x="758474" y="1561428"/>
                  </a:moveTo>
                  <a:lnTo>
                    <a:pt x="757667" y="1607985"/>
                  </a:lnTo>
                  <a:lnTo>
                    <a:pt x="788326" y="1587715"/>
                  </a:lnTo>
                  <a:close/>
                  <a:moveTo>
                    <a:pt x="758474" y="1561428"/>
                  </a:moveTo>
                  <a:lnTo>
                    <a:pt x="732346" y="1585521"/>
                  </a:lnTo>
                  <a:lnTo>
                    <a:pt x="757667" y="1607985"/>
                  </a:lnTo>
                  <a:close/>
                  <a:moveTo>
                    <a:pt x="721820" y="1513738"/>
                  </a:moveTo>
                  <a:lnTo>
                    <a:pt x="717305" y="1512726"/>
                  </a:lnTo>
                  <a:lnTo>
                    <a:pt x="758474" y="1561428"/>
                  </a:lnTo>
                  <a:close/>
                  <a:moveTo>
                    <a:pt x="758474" y="1561428"/>
                  </a:moveTo>
                  <a:lnTo>
                    <a:pt x="717305" y="1512726"/>
                  </a:lnTo>
                  <a:lnTo>
                    <a:pt x="718690" y="1533985"/>
                  </a:lnTo>
                  <a:close/>
                  <a:moveTo>
                    <a:pt x="758474" y="1561428"/>
                  </a:moveTo>
                  <a:lnTo>
                    <a:pt x="718690" y="1533985"/>
                  </a:lnTo>
                  <a:lnTo>
                    <a:pt x="732346" y="1585521"/>
                  </a:lnTo>
                  <a:close/>
                  <a:moveTo>
                    <a:pt x="716959" y="1509891"/>
                  </a:moveTo>
                  <a:lnTo>
                    <a:pt x="681944" y="1499546"/>
                  </a:lnTo>
                  <a:lnTo>
                    <a:pt x="717305" y="1512726"/>
                  </a:lnTo>
                  <a:close/>
                  <a:moveTo>
                    <a:pt x="652817" y="1482448"/>
                  </a:moveTo>
                  <a:lnTo>
                    <a:pt x="681944" y="1499546"/>
                  </a:lnTo>
                  <a:lnTo>
                    <a:pt x="716959" y="1509891"/>
                  </a:lnTo>
                  <a:close/>
                  <a:moveTo>
                    <a:pt x="716959" y="1509891"/>
                  </a:moveTo>
                  <a:lnTo>
                    <a:pt x="717305" y="1512726"/>
                  </a:lnTo>
                  <a:lnTo>
                    <a:pt x="721820" y="1513738"/>
                  </a:lnTo>
                  <a:close/>
                  <a:moveTo>
                    <a:pt x="909148" y="1596192"/>
                  </a:moveTo>
                  <a:lnTo>
                    <a:pt x="860709" y="1597591"/>
                  </a:lnTo>
                  <a:lnTo>
                    <a:pt x="917447" y="1652189"/>
                  </a:lnTo>
                  <a:close/>
                  <a:moveTo>
                    <a:pt x="917447" y="1652189"/>
                  </a:moveTo>
                  <a:lnTo>
                    <a:pt x="947329" y="1603134"/>
                  </a:lnTo>
                  <a:lnTo>
                    <a:pt x="909148" y="1596192"/>
                  </a:lnTo>
                  <a:close/>
                  <a:moveTo>
                    <a:pt x="821425" y="1612964"/>
                  </a:moveTo>
                  <a:lnTo>
                    <a:pt x="849240" y="1640785"/>
                  </a:lnTo>
                  <a:lnTo>
                    <a:pt x="860709" y="1597591"/>
                  </a:lnTo>
                  <a:close/>
                  <a:moveTo>
                    <a:pt x="860709" y="1597591"/>
                  </a:moveTo>
                  <a:lnTo>
                    <a:pt x="788326" y="1587715"/>
                  </a:lnTo>
                  <a:lnTo>
                    <a:pt x="821425" y="1612964"/>
                  </a:lnTo>
                  <a:close/>
                  <a:moveTo>
                    <a:pt x="806483" y="1540950"/>
                  </a:moveTo>
                  <a:lnTo>
                    <a:pt x="788326" y="1587715"/>
                  </a:lnTo>
                  <a:lnTo>
                    <a:pt x="860709" y="1597591"/>
                  </a:lnTo>
                  <a:close/>
                  <a:moveTo>
                    <a:pt x="909209" y="1555422"/>
                  </a:moveTo>
                  <a:lnTo>
                    <a:pt x="893447" y="1537334"/>
                  </a:lnTo>
                  <a:lnTo>
                    <a:pt x="909148" y="1596192"/>
                  </a:lnTo>
                  <a:close/>
                  <a:moveTo>
                    <a:pt x="909148" y="1596192"/>
                  </a:moveTo>
                  <a:lnTo>
                    <a:pt x="893447" y="1537334"/>
                  </a:lnTo>
                  <a:lnTo>
                    <a:pt x="848464" y="1544803"/>
                  </a:lnTo>
                  <a:close/>
                  <a:moveTo>
                    <a:pt x="909148" y="1596192"/>
                  </a:moveTo>
                  <a:lnTo>
                    <a:pt x="848464" y="1544803"/>
                  </a:lnTo>
                  <a:lnTo>
                    <a:pt x="860709" y="1597591"/>
                  </a:lnTo>
                  <a:close/>
                  <a:moveTo>
                    <a:pt x="909209" y="1555422"/>
                  </a:moveTo>
                  <a:lnTo>
                    <a:pt x="909148" y="1596192"/>
                  </a:lnTo>
                  <a:lnTo>
                    <a:pt x="920766" y="1537334"/>
                  </a:lnTo>
                  <a:close/>
                  <a:moveTo>
                    <a:pt x="832445" y="1495083"/>
                  </a:moveTo>
                  <a:lnTo>
                    <a:pt x="806483" y="1540950"/>
                  </a:lnTo>
                  <a:lnTo>
                    <a:pt x="848464" y="1544803"/>
                  </a:lnTo>
                  <a:close/>
                  <a:moveTo>
                    <a:pt x="902576" y="1530622"/>
                  </a:moveTo>
                  <a:lnTo>
                    <a:pt x="845106" y="1509891"/>
                  </a:lnTo>
                  <a:lnTo>
                    <a:pt x="848464" y="1544803"/>
                  </a:lnTo>
                  <a:close/>
                  <a:moveTo>
                    <a:pt x="716959" y="1509891"/>
                  </a:moveTo>
                  <a:lnTo>
                    <a:pt x="721820" y="1513738"/>
                  </a:lnTo>
                  <a:lnTo>
                    <a:pt x="728894" y="1503304"/>
                  </a:lnTo>
                  <a:close/>
                  <a:moveTo>
                    <a:pt x="568353" y="1154402"/>
                  </a:moveTo>
                  <a:lnTo>
                    <a:pt x="534919" y="1125041"/>
                  </a:lnTo>
                  <a:lnTo>
                    <a:pt x="565904" y="1183390"/>
                  </a:lnTo>
                  <a:close/>
                  <a:moveTo>
                    <a:pt x="756550" y="1334009"/>
                  </a:moveTo>
                  <a:lnTo>
                    <a:pt x="804766" y="1307093"/>
                  </a:lnTo>
                  <a:lnTo>
                    <a:pt x="758799" y="1328745"/>
                  </a:lnTo>
                  <a:close/>
                  <a:moveTo>
                    <a:pt x="750107" y="1309920"/>
                  </a:moveTo>
                  <a:lnTo>
                    <a:pt x="758799" y="1328745"/>
                  </a:lnTo>
                  <a:lnTo>
                    <a:pt x="804766" y="1307093"/>
                  </a:lnTo>
                  <a:close/>
                  <a:moveTo>
                    <a:pt x="696206" y="1216164"/>
                  </a:moveTo>
                  <a:lnTo>
                    <a:pt x="694172" y="1255557"/>
                  </a:lnTo>
                  <a:lnTo>
                    <a:pt x="694068" y="1204020"/>
                  </a:lnTo>
                  <a:close/>
                  <a:moveTo>
                    <a:pt x="709098" y="1268426"/>
                  </a:moveTo>
                  <a:lnTo>
                    <a:pt x="694172" y="1255557"/>
                  </a:lnTo>
                  <a:lnTo>
                    <a:pt x="696206" y="1216164"/>
                  </a:lnTo>
                  <a:close/>
                  <a:moveTo>
                    <a:pt x="534919" y="1125041"/>
                  </a:moveTo>
                  <a:lnTo>
                    <a:pt x="568353" y="1154402"/>
                  </a:lnTo>
                  <a:lnTo>
                    <a:pt x="573714" y="1114298"/>
                  </a:lnTo>
                  <a:close/>
                  <a:moveTo>
                    <a:pt x="573714" y="1114298"/>
                  </a:moveTo>
                  <a:lnTo>
                    <a:pt x="568353" y="1154402"/>
                  </a:lnTo>
                  <a:lnTo>
                    <a:pt x="584798" y="1125041"/>
                  </a:lnTo>
                  <a:close/>
                  <a:moveTo>
                    <a:pt x="573714" y="1114298"/>
                  </a:moveTo>
                  <a:lnTo>
                    <a:pt x="584798" y="1125041"/>
                  </a:lnTo>
                  <a:lnTo>
                    <a:pt x="551190" y="1090233"/>
                  </a:lnTo>
                  <a:close/>
                  <a:moveTo>
                    <a:pt x="1036784" y="1548150"/>
                  </a:moveTo>
                  <a:lnTo>
                    <a:pt x="1055543" y="1490398"/>
                  </a:lnTo>
                  <a:lnTo>
                    <a:pt x="1003958" y="1513240"/>
                  </a:lnTo>
                  <a:close/>
                  <a:moveTo>
                    <a:pt x="1055543" y="1490398"/>
                  </a:moveTo>
                  <a:lnTo>
                    <a:pt x="1114454" y="1528970"/>
                  </a:lnTo>
                  <a:lnTo>
                    <a:pt x="1066368" y="1489146"/>
                  </a:lnTo>
                  <a:close/>
                  <a:moveTo>
                    <a:pt x="976886" y="1386072"/>
                  </a:moveTo>
                  <a:lnTo>
                    <a:pt x="941549" y="1410166"/>
                  </a:lnTo>
                  <a:lnTo>
                    <a:pt x="958909" y="1431668"/>
                  </a:lnTo>
                  <a:close/>
                  <a:moveTo>
                    <a:pt x="938911" y="1358630"/>
                  </a:moveTo>
                  <a:lnTo>
                    <a:pt x="976886" y="1386072"/>
                  </a:lnTo>
                  <a:lnTo>
                    <a:pt x="940106" y="1334536"/>
                  </a:lnTo>
                  <a:close/>
                  <a:moveTo>
                    <a:pt x="903637" y="1307093"/>
                  </a:moveTo>
                  <a:lnTo>
                    <a:pt x="940106" y="1334536"/>
                  </a:lnTo>
                  <a:lnTo>
                    <a:pt x="909747" y="1282999"/>
                  </a:lnTo>
                  <a:close/>
                  <a:moveTo>
                    <a:pt x="1224376" y="1590599"/>
                  </a:moveTo>
                  <a:lnTo>
                    <a:pt x="1178913" y="1591550"/>
                  </a:lnTo>
                  <a:lnTo>
                    <a:pt x="1206594" y="1516588"/>
                  </a:lnTo>
                  <a:close/>
                  <a:moveTo>
                    <a:pt x="940106" y="1334536"/>
                  </a:moveTo>
                  <a:lnTo>
                    <a:pt x="989284" y="1380797"/>
                  </a:lnTo>
                  <a:lnTo>
                    <a:pt x="988564" y="1318640"/>
                  </a:lnTo>
                  <a:close/>
                  <a:moveTo>
                    <a:pt x="970382" y="1258905"/>
                  </a:moveTo>
                  <a:lnTo>
                    <a:pt x="988564" y="1318640"/>
                  </a:lnTo>
                  <a:lnTo>
                    <a:pt x="992560" y="1287683"/>
                  </a:lnTo>
                  <a:close/>
                  <a:moveTo>
                    <a:pt x="940106" y="1334536"/>
                  </a:moveTo>
                  <a:lnTo>
                    <a:pt x="988564" y="1318640"/>
                  </a:lnTo>
                  <a:lnTo>
                    <a:pt x="970382" y="1258905"/>
                  </a:lnTo>
                  <a:close/>
                  <a:moveTo>
                    <a:pt x="913875" y="1168171"/>
                  </a:moveTo>
                  <a:lnTo>
                    <a:pt x="888335" y="1173913"/>
                  </a:lnTo>
                  <a:lnTo>
                    <a:pt x="950399" y="1207369"/>
                  </a:lnTo>
                  <a:close/>
                  <a:moveTo>
                    <a:pt x="875193" y="1104296"/>
                  </a:moveTo>
                  <a:lnTo>
                    <a:pt x="853703" y="1128390"/>
                  </a:lnTo>
                  <a:lnTo>
                    <a:pt x="897184" y="1155832"/>
                  </a:lnTo>
                  <a:close/>
                  <a:moveTo>
                    <a:pt x="897184" y="1155832"/>
                  </a:moveTo>
                  <a:lnTo>
                    <a:pt x="888335" y="1173913"/>
                  </a:lnTo>
                  <a:lnTo>
                    <a:pt x="913875" y="1168171"/>
                  </a:lnTo>
                  <a:close/>
                  <a:moveTo>
                    <a:pt x="1280379" y="1544031"/>
                  </a:moveTo>
                  <a:lnTo>
                    <a:pt x="1206594" y="1516588"/>
                  </a:lnTo>
                  <a:lnTo>
                    <a:pt x="1244911" y="1568125"/>
                  </a:lnTo>
                  <a:close/>
                  <a:moveTo>
                    <a:pt x="970382" y="1258905"/>
                  </a:moveTo>
                  <a:lnTo>
                    <a:pt x="992560" y="1287683"/>
                  </a:lnTo>
                  <a:lnTo>
                    <a:pt x="1007807" y="1240253"/>
                  </a:lnTo>
                  <a:close/>
                  <a:moveTo>
                    <a:pt x="1007807" y="1240253"/>
                  </a:moveTo>
                  <a:lnTo>
                    <a:pt x="992560" y="1287683"/>
                  </a:lnTo>
                  <a:lnTo>
                    <a:pt x="1013333" y="1258905"/>
                  </a:lnTo>
                  <a:close/>
                  <a:moveTo>
                    <a:pt x="1007807" y="1240253"/>
                  </a:moveTo>
                  <a:lnTo>
                    <a:pt x="1013333" y="1258905"/>
                  </a:lnTo>
                  <a:lnTo>
                    <a:pt x="1019439" y="1206035"/>
                  </a:lnTo>
                  <a:close/>
                  <a:moveTo>
                    <a:pt x="983335" y="1197405"/>
                  </a:moveTo>
                  <a:lnTo>
                    <a:pt x="1007807" y="1240253"/>
                  </a:lnTo>
                  <a:lnTo>
                    <a:pt x="1019439" y="1206035"/>
                  </a:lnTo>
                  <a:close/>
                  <a:moveTo>
                    <a:pt x="921982" y="1080202"/>
                  </a:moveTo>
                  <a:lnTo>
                    <a:pt x="916210" y="1151251"/>
                  </a:lnTo>
                  <a:lnTo>
                    <a:pt x="927909" y="1085741"/>
                  </a:lnTo>
                  <a:close/>
                  <a:moveTo>
                    <a:pt x="897184" y="1155832"/>
                  </a:moveTo>
                  <a:lnTo>
                    <a:pt x="916210" y="1151251"/>
                  </a:lnTo>
                  <a:lnTo>
                    <a:pt x="921982" y="1080202"/>
                  </a:lnTo>
                  <a:close/>
                  <a:moveTo>
                    <a:pt x="955255" y="1080202"/>
                  </a:moveTo>
                  <a:lnTo>
                    <a:pt x="927909" y="1085741"/>
                  </a:lnTo>
                  <a:lnTo>
                    <a:pt x="971834" y="1081269"/>
                  </a:lnTo>
                  <a:close/>
                  <a:moveTo>
                    <a:pt x="971834" y="1081269"/>
                  </a:moveTo>
                  <a:lnTo>
                    <a:pt x="927909" y="1085741"/>
                  </a:lnTo>
                  <a:lnTo>
                    <a:pt x="916210" y="1151251"/>
                  </a:lnTo>
                  <a:close/>
                  <a:moveTo>
                    <a:pt x="971834" y="1081269"/>
                  </a:moveTo>
                  <a:lnTo>
                    <a:pt x="916210" y="1151251"/>
                  </a:lnTo>
                  <a:lnTo>
                    <a:pt x="978177" y="1138856"/>
                  </a:lnTo>
                  <a:close/>
                  <a:moveTo>
                    <a:pt x="983252" y="1080202"/>
                  </a:moveTo>
                  <a:lnTo>
                    <a:pt x="971834" y="1081269"/>
                  </a:lnTo>
                  <a:lnTo>
                    <a:pt x="978177" y="1138856"/>
                  </a:lnTo>
                  <a:close/>
                  <a:moveTo>
                    <a:pt x="972276" y="1076945"/>
                  </a:moveTo>
                  <a:lnTo>
                    <a:pt x="971834" y="1081269"/>
                  </a:lnTo>
                  <a:lnTo>
                    <a:pt x="983252" y="1080202"/>
                  </a:lnTo>
                  <a:close/>
                  <a:moveTo>
                    <a:pt x="955255" y="1080202"/>
                  </a:moveTo>
                  <a:lnTo>
                    <a:pt x="971834" y="1081269"/>
                  </a:lnTo>
                  <a:lnTo>
                    <a:pt x="972276" y="1076945"/>
                  </a:lnTo>
                  <a:close/>
                  <a:moveTo>
                    <a:pt x="1371731" y="1573500"/>
                  </a:moveTo>
                  <a:lnTo>
                    <a:pt x="1412595" y="1540261"/>
                  </a:lnTo>
                  <a:lnTo>
                    <a:pt x="1398083" y="1527316"/>
                  </a:lnTo>
                  <a:close/>
                  <a:moveTo>
                    <a:pt x="1371731" y="1573500"/>
                  </a:moveTo>
                  <a:lnTo>
                    <a:pt x="1398083" y="1527316"/>
                  </a:lnTo>
                  <a:lnTo>
                    <a:pt x="1355836" y="1523680"/>
                  </a:lnTo>
                  <a:close/>
                  <a:moveTo>
                    <a:pt x="1294525" y="1535542"/>
                  </a:moveTo>
                  <a:lnTo>
                    <a:pt x="1355836" y="1523680"/>
                  </a:lnTo>
                  <a:lnTo>
                    <a:pt x="1337590" y="1475770"/>
                  </a:lnTo>
                  <a:close/>
                  <a:moveTo>
                    <a:pt x="1355836" y="1523680"/>
                  </a:moveTo>
                  <a:lnTo>
                    <a:pt x="1398083" y="1527316"/>
                  </a:lnTo>
                  <a:lnTo>
                    <a:pt x="1375909" y="1482600"/>
                  </a:lnTo>
                  <a:close/>
                  <a:moveTo>
                    <a:pt x="1355836" y="1523680"/>
                  </a:moveTo>
                  <a:lnTo>
                    <a:pt x="1375909" y="1482600"/>
                  </a:lnTo>
                  <a:lnTo>
                    <a:pt x="1337590" y="1475770"/>
                  </a:lnTo>
                  <a:close/>
                  <a:moveTo>
                    <a:pt x="1079551" y="1107644"/>
                  </a:moveTo>
                  <a:lnTo>
                    <a:pt x="1037554" y="1146332"/>
                  </a:lnTo>
                  <a:lnTo>
                    <a:pt x="1088988" y="1183275"/>
                  </a:lnTo>
                  <a:close/>
                  <a:moveTo>
                    <a:pt x="1079551" y="1107644"/>
                  </a:moveTo>
                  <a:lnTo>
                    <a:pt x="1088988" y="1183275"/>
                  </a:lnTo>
                  <a:lnTo>
                    <a:pt x="1089842" y="1159181"/>
                  </a:lnTo>
                  <a:close/>
                  <a:moveTo>
                    <a:pt x="921982" y="1080202"/>
                  </a:moveTo>
                  <a:lnTo>
                    <a:pt x="927909" y="1085741"/>
                  </a:lnTo>
                  <a:lnTo>
                    <a:pt x="930781" y="1076663"/>
                  </a:lnTo>
                  <a:close/>
                  <a:moveTo>
                    <a:pt x="930781" y="1076663"/>
                  </a:moveTo>
                  <a:lnTo>
                    <a:pt x="927909" y="1085741"/>
                  </a:lnTo>
                  <a:lnTo>
                    <a:pt x="955255" y="1080202"/>
                  </a:lnTo>
                  <a:close/>
                  <a:moveTo>
                    <a:pt x="976950" y="1014367"/>
                  </a:moveTo>
                  <a:lnTo>
                    <a:pt x="955255" y="1080202"/>
                  </a:lnTo>
                  <a:lnTo>
                    <a:pt x="972276" y="1076945"/>
                  </a:lnTo>
                  <a:close/>
                  <a:moveTo>
                    <a:pt x="930781" y="1076663"/>
                  </a:moveTo>
                  <a:lnTo>
                    <a:pt x="955255" y="1080202"/>
                  </a:lnTo>
                  <a:lnTo>
                    <a:pt x="976950" y="1014367"/>
                  </a:lnTo>
                  <a:close/>
                  <a:moveTo>
                    <a:pt x="1013020" y="1004571"/>
                  </a:moveTo>
                  <a:lnTo>
                    <a:pt x="972276" y="1076945"/>
                  </a:lnTo>
                  <a:lnTo>
                    <a:pt x="983252" y="1080202"/>
                  </a:lnTo>
                  <a:close/>
                  <a:moveTo>
                    <a:pt x="816147" y="707657"/>
                  </a:moveTo>
                  <a:lnTo>
                    <a:pt x="766707" y="757630"/>
                  </a:lnTo>
                  <a:lnTo>
                    <a:pt x="775668" y="730992"/>
                  </a:lnTo>
                  <a:close/>
                  <a:moveTo>
                    <a:pt x="1495955" y="1444307"/>
                  </a:moveTo>
                  <a:lnTo>
                    <a:pt x="1520090" y="1504091"/>
                  </a:lnTo>
                  <a:lnTo>
                    <a:pt x="1525416" y="1477831"/>
                  </a:lnTo>
                  <a:close/>
                  <a:moveTo>
                    <a:pt x="1495955" y="1444307"/>
                  </a:moveTo>
                  <a:lnTo>
                    <a:pt x="1465231" y="1427484"/>
                  </a:lnTo>
                  <a:lnTo>
                    <a:pt x="1439508" y="1466209"/>
                  </a:lnTo>
                  <a:close/>
                  <a:moveTo>
                    <a:pt x="1079551" y="1107644"/>
                  </a:moveTo>
                  <a:lnTo>
                    <a:pt x="1141249" y="1089551"/>
                  </a:lnTo>
                  <a:lnTo>
                    <a:pt x="1132419" y="1089424"/>
                  </a:lnTo>
                  <a:close/>
                  <a:moveTo>
                    <a:pt x="1120471" y="1036395"/>
                  </a:moveTo>
                  <a:lnTo>
                    <a:pt x="1067155" y="1041757"/>
                  </a:lnTo>
                  <a:lnTo>
                    <a:pt x="1132419" y="1089424"/>
                  </a:lnTo>
                  <a:close/>
                  <a:moveTo>
                    <a:pt x="1120471" y="1036395"/>
                  </a:moveTo>
                  <a:lnTo>
                    <a:pt x="1132419" y="1089424"/>
                  </a:lnTo>
                  <a:lnTo>
                    <a:pt x="1153160" y="1047801"/>
                  </a:lnTo>
                  <a:close/>
                  <a:moveTo>
                    <a:pt x="1061769" y="980477"/>
                  </a:moveTo>
                  <a:lnTo>
                    <a:pt x="1067155" y="1041757"/>
                  </a:lnTo>
                  <a:lnTo>
                    <a:pt x="1066721" y="985583"/>
                  </a:lnTo>
                  <a:close/>
                  <a:moveTo>
                    <a:pt x="1067155" y="1041757"/>
                  </a:moveTo>
                  <a:lnTo>
                    <a:pt x="1120471" y="1036395"/>
                  </a:lnTo>
                  <a:lnTo>
                    <a:pt x="1066721" y="985583"/>
                  </a:lnTo>
                  <a:close/>
                  <a:moveTo>
                    <a:pt x="1013020" y="1004571"/>
                  </a:moveTo>
                  <a:lnTo>
                    <a:pt x="1061769" y="980477"/>
                  </a:lnTo>
                  <a:lnTo>
                    <a:pt x="978585" y="965631"/>
                  </a:lnTo>
                  <a:close/>
                  <a:moveTo>
                    <a:pt x="1061769" y="980477"/>
                  </a:moveTo>
                  <a:lnTo>
                    <a:pt x="1006583" y="935413"/>
                  </a:lnTo>
                  <a:lnTo>
                    <a:pt x="978585" y="965631"/>
                  </a:lnTo>
                  <a:close/>
                  <a:moveTo>
                    <a:pt x="237623" y="5509"/>
                  </a:moveTo>
                  <a:lnTo>
                    <a:pt x="253118" y="0"/>
                  </a:lnTo>
                  <a:lnTo>
                    <a:pt x="208637" y="8369"/>
                  </a:lnTo>
                  <a:close/>
                  <a:moveTo>
                    <a:pt x="237623" y="5509"/>
                  </a:moveTo>
                  <a:lnTo>
                    <a:pt x="267846" y="18920"/>
                  </a:lnTo>
                  <a:lnTo>
                    <a:pt x="253118" y="0"/>
                  </a:lnTo>
                  <a:close/>
                  <a:moveTo>
                    <a:pt x="1525416" y="1477831"/>
                  </a:moveTo>
                  <a:lnTo>
                    <a:pt x="1538136" y="1426676"/>
                  </a:lnTo>
                  <a:lnTo>
                    <a:pt x="1495955" y="1444307"/>
                  </a:lnTo>
                  <a:close/>
                  <a:moveTo>
                    <a:pt x="1495955" y="1444307"/>
                  </a:moveTo>
                  <a:lnTo>
                    <a:pt x="1538136" y="1426676"/>
                  </a:lnTo>
                  <a:lnTo>
                    <a:pt x="1477390" y="1375336"/>
                  </a:lnTo>
                  <a:close/>
                  <a:moveTo>
                    <a:pt x="1477390" y="1375336"/>
                  </a:moveTo>
                  <a:lnTo>
                    <a:pt x="1538136" y="1426676"/>
                  </a:lnTo>
                  <a:lnTo>
                    <a:pt x="1522483" y="1376659"/>
                  </a:lnTo>
                  <a:close/>
                  <a:moveTo>
                    <a:pt x="1495955" y="1444307"/>
                  </a:moveTo>
                  <a:lnTo>
                    <a:pt x="1477390" y="1375336"/>
                  </a:lnTo>
                  <a:lnTo>
                    <a:pt x="1465231" y="1427484"/>
                  </a:lnTo>
                  <a:close/>
                  <a:moveTo>
                    <a:pt x="1461076" y="1368676"/>
                  </a:moveTo>
                  <a:lnTo>
                    <a:pt x="1465231" y="1427484"/>
                  </a:lnTo>
                  <a:lnTo>
                    <a:pt x="1477390" y="1375336"/>
                  </a:lnTo>
                  <a:close/>
                  <a:moveTo>
                    <a:pt x="1477390" y="1375336"/>
                  </a:moveTo>
                  <a:lnTo>
                    <a:pt x="1522483" y="1376659"/>
                  </a:lnTo>
                  <a:lnTo>
                    <a:pt x="1445429" y="1338578"/>
                  </a:lnTo>
                  <a:close/>
                  <a:moveTo>
                    <a:pt x="1416382" y="1324211"/>
                  </a:moveTo>
                  <a:lnTo>
                    <a:pt x="1461076" y="1368676"/>
                  </a:lnTo>
                  <a:lnTo>
                    <a:pt x="1477390" y="1375336"/>
                  </a:lnTo>
                  <a:close/>
                  <a:moveTo>
                    <a:pt x="1209992" y="1083551"/>
                  </a:moveTo>
                  <a:lnTo>
                    <a:pt x="1239607" y="1107946"/>
                  </a:lnTo>
                  <a:lnTo>
                    <a:pt x="1266556" y="1073802"/>
                  </a:lnTo>
                  <a:close/>
                  <a:moveTo>
                    <a:pt x="1209992" y="1083551"/>
                  </a:moveTo>
                  <a:lnTo>
                    <a:pt x="1266556" y="1073802"/>
                  </a:lnTo>
                  <a:lnTo>
                    <a:pt x="1242233" y="1059457"/>
                  </a:lnTo>
                  <a:close/>
                  <a:moveTo>
                    <a:pt x="1066420" y="979612"/>
                  </a:moveTo>
                  <a:lnTo>
                    <a:pt x="1061769" y="980477"/>
                  </a:lnTo>
                  <a:lnTo>
                    <a:pt x="1066721" y="985583"/>
                  </a:lnTo>
                  <a:close/>
                  <a:moveTo>
                    <a:pt x="1061769" y="980477"/>
                  </a:moveTo>
                  <a:lnTo>
                    <a:pt x="1066420" y="979612"/>
                  </a:lnTo>
                  <a:lnTo>
                    <a:pt x="1082806" y="910820"/>
                  </a:lnTo>
                  <a:close/>
                  <a:moveTo>
                    <a:pt x="1242233" y="1059457"/>
                  </a:moveTo>
                  <a:lnTo>
                    <a:pt x="1279062" y="1046170"/>
                  </a:lnTo>
                  <a:lnTo>
                    <a:pt x="1220093" y="1007920"/>
                  </a:lnTo>
                  <a:close/>
                  <a:moveTo>
                    <a:pt x="1131878" y="838892"/>
                  </a:moveTo>
                  <a:lnTo>
                    <a:pt x="1161779" y="852565"/>
                  </a:lnTo>
                  <a:lnTo>
                    <a:pt x="1166733" y="785795"/>
                  </a:lnTo>
                  <a:close/>
                  <a:moveTo>
                    <a:pt x="1348305" y="776887"/>
                  </a:moveTo>
                  <a:lnTo>
                    <a:pt x="1390916" y="832565"/>
                  </a:lnTo>
                  <a:lnTo>
                    <a:pt x="1358632" y="781028"/>
                  </a:lnTo>
                  <a:close/>
                </a:path>
              </a:pathLst>
            </a:custGeom>
            <a:solidFill>
              <a:srgbClr val="F2F4F6"/>
            </a:solidFill>
            <a:ln w="1524">
              <a:solidFill>
                <a:srgbClr val="F2F4F6"/>
              </a:solidFill>
            </a:ln>
          </p:spPr>
        </p:sp>
        <p:sp>
          <p:nvSpPr>
            <p:cNvPr id="4217" name="Output_density__4216">
              <a:extLst>
                <a:ext uri="{FF2B5EF4-FFF2-40B4-BE49-F238E27FC236}">
                  <a16:creationId xmlns:a16="http://schemas.microsoft.com/office/drawing/2014/main" id="{8177785E-2260-021B-78AB-F33CD21D8A0C}"/>
                </a:ext>
              </a:extLst>
            </p:cNvPr>
            <p:cNvSpPr>
              <a:spLocks noGrp="1"/>
            </p:cNvSpPr>
            <p:nvPr/>
          </p:nvSpPr>
          <p:spPr>
            <a:xfrm>
              <a:off x="15336488" y="3349099"/>
              <a:ext cx="1470958" cy="1360529"/>
            </a:xfrm>
            <a:custGeom>
              <a:avLst/>
              <a:gdLst/>
              <a:ahLst/>
              <a:cxnLst/>
              <a:rect l="0" t="0" r="0" b="0"/>
              <a:pathLst>
                <a:path w="1470958" h="1360529">
                  <a:moveTo>
                    <a:pt x="16043" y="947321"/>
                  </a:moveTo>
                  <a:lnTo>
                    <a:pt x="0" y="933760"/>
                  </a:lnTo>
                  <a:lnTo>
                    <a:pt x="17351" y="965497"/>
                  </a:lnTo>
                  <a:close/>
                  <a:moveTo>
                    <a:pt x="377418" y="1256541"/>
                  </a:moveTo>
                  <a:lnTo>
                    <a:pt x="379827" y="1275161"/>
                  </a:lnTo>
                  <a:lnTo>
                    <a:pt x="410424" y="1285308"/>
                  </a:lnTo>
                  <a:close/>
                  <a:moveTo>
                    <a:pt x="490604" y="1283983"/>
                  </a:moveTo>
                  <a:lnTo>
                    <a:pt x="444686" y="1308077"/>
                  </a:lnTo>
                  <a:lnTo>
                    <a:pt x="466928" y="1321887"/>
                  </a:lnTo>
                  <a:close/>
                  <a:moveTo>
                    <a:pt x="444686" y="1308077"/>
                  </a:moveTo>
                  <a:lnTo>
                    <a:pt x="490604" y="1283983"/>
                  </a:lnTo>
                  <a:lnTo>
                    <a:pt x="410424" y="1285308"/>
                  </a:lnTo>
                  <a:close/>
                  <a:moveTo>
                    <a:pt x="490604" y="1283983"/>
                  </a:moveTo>
                  <a:lnTo>
                    <a:pt x="436020" y="1246105"/>
                  </a:lnTo>
                  <a:lnTo>
                    <a:pt x="410424" y="1285308"/>
                  </a:lnTo>
                  <a:close/>
                  <a:moveTo>
                    <a:pt x="406896" y="1232447"/>
                  </a:moveTo>
                  <a:lnTo>
                    <a:pt x="410424" y="1285308"/>
                  </a:lnTo>
                  <a:lnTo>
                    <a:pt x="436020" y="1246105"/>
                  </a:lnTo>
                  <a:close/>
                  <a:moveTo>
                    <a:pt x="406896" y="1232447"/>
                  </a:moveTo>
                  <a:lnTo>
                    <a:pt x="377418" y="1256541"/>
                  </a:lnTo>
                  <a:lnTo>
                    <a:pt x="410424" y="1285308"/>
                  </a:lnTo>
                  <a:close/>
                  <a:moveTo>
                    <a:pt x="377418" y="1256541"/>
                  </a:moveTo>
                  <a:lnTo>
                    <a:pt x="406896" y="1232447"/>
                  </a:lnTo>
                  <a:lnTo>
                    <a:pt x="346984" y="1222792"/>
                  </a:lnTo>
                  <a:close/>
                  <a:moveTo>
                    <a:pt x="406896" y="1232447"/>
                  </a:moveTo>
                  <a:lnTo>
                    <a:pt x="381857" y="1218278"/>
                  </a:lnTo>
                  <a:lnTo>
                    <a:pt x="346984" y="1222792"/>
                  </a:lnTo>
                  <a:close/>
                  <a:moveTo>
                    <a:pt x="346984" y="1222792"/>
                  </a:moveTo>
                  <a:lnTo>
                    <a:pt x="322526" y="1183037"/>
                  </a:lnTo>
                  <a:lnTo>
                    <a:pt x="329446" y="1205004"/>
                  </a:lnTo>
                  <a:close/>
                  <a:moveTo>
                    <a:pt x="329446" y="1205004"/>
                  </a:moveTo>
                  <a:lnTo>
                    <a:pt x="322526" y="1183037"/>
                  </a:lnTo>
                  <a:lnTo>
                    <a:pt x="289700" y="1146981"/>
                  </a:lnTo>
                  <a:close/>
                  <a:moveTo>
                    <a:pt x="606782" y="1360529"/>
                  </a:moveTo>
                  <a:lnTo>
                    <a:pt x="572676" y="1319828"/>
                  </a:lnTo>
                  <a:lnTo>
                    <a:pt x="583225" y="1335520"/>
                  </a:lnTo>
                  <a:close/>
                  <a:moveTo>
                    <a:pt x="588060" y="1330305"/>
                  </a:moveTo>
                  <a:lnTo>
                    <a:pt x="572676" y="1319828"/>
                  </a:lnTo>
                  <a:lnTo>
                    <a:pt x="606782" y="1360529"/>
                  </a:lnTo>
                  <a:close/>
                  <a:moveTo>
                    <a:pt x="642337" y="1358559"/>
                  </a:moveTo>
                  <a:lnTo>
                    <a:pt x="588060" y="1330305"/>
                  </a:lnTo>
                  <a:lnTo>
                    <a:pt x="606782" y="1360529"/>
                  </a:lnTo>
                  <a:close/>
                  <a:moveTo>
                    <a:pt x="583225" y="1335520"/>
                  </a:moveTo>
                  <a:lnTo>
                    <a:pt x="572676" y="1319828"/>
                  </a:lnTo>
                  <a:lnTo>
                    <a:pt x="541077" y="1282774"/>
                  </a:lnTo>
                  <a:close/>
                  <a:moveTo>
                    <a:pt x="572676" y="1319828"/>
                  </a:moveTo>
                  <a:lnTo>
                    <a:pt x="514702" y="1283983"/>
                  </a:lnTo>
                  <a:lnTo>
                    <a:pt x="541077" y="1282774"/>
                  </a:lnTo>
                  <a:close/>
                  <a:moveTo>
                    <a:pt x="513953" y="1227910"/>
                  </a:moveTo>
                  <a:lnTo>
                    <a:pt x="541077" y="1282774"/>
                  </a:lnTo>
                  <a:lnTo>
                    <a:pt x="513834" y="1232447"/>
                  </a:lnTo>
                  <a:close/>
                  <a:moveTo>
                    <a:pt x="513834" y="1232447"/>
                  </a:moveTo>
                  <a:lnTo>
                    <a:pt x="541077" y="1282774"/>
                  </a:lnTo>
                  <a:lnTo>
                    <a:pt x="514702" y="1283983"/>
                  </a:lnTo>
                  <a:close/>
                  <a:moveTo>
                    <a:pt x="513953" y="1227910"/>
                  </a:moveTo>
                  <a:lnTo>
                    <a:pt x="513834" y="1232447"/>
                  </a:lnTo>
                  <a:lnTo>
                    <a:pt x="494402" y="1219995"/>
                  </a:lnTo>
                  <a:close/>
                  <a:moveTo>
                    <a:pt x="561302" y="1230262"/>
                  </a:moveTo>
                  <a:lnTo>
                    <a:pt x="543708" y="1283983"/>
                  </a:lnTo>
                  <a:lnTo>
                    <a:pt x="541077" y="1282774"/>
                  </a:lnTo>
                  <a:close/>
                  <a:moveTo>
                    <a:pt x="494402" y="1219995"/>
                  </a:moveTo>
                  <a:lnTo>
                    <a:pt x="513834" y="1232447"/>
                  </a:lnTo>
                  <a:lnTo>
                    <a:pt x="465980" y="1183443"/>
                  </a:lnTo>
                  <a:close/>
                  <a:moveTo>
                    <a:pt x="464073" y="1180910"/>
                  </a:moveTo>
                  <a:lnTo>
                    <a:pt x="494402" y="1219995"/>
                  </a:lnTo>
                  <a:lnTo>
                    <a:pt x="465980" y="1183443"/>
                  </a:lnTo>
                  <a:close/>
                  <a:moveTo>
                    <a:pt x="435810" y="1166904"/>
                  </a:moveTo>
                  <a:lnTo>
                    <a:pt x="408794" y="1144315"/>
                  </a:lnTo>
                  <a:lnTo>
                    <a:pt x="383360" y="1108821"/>
                  </a:lnTo>
                  <a:close/>
                  <a:moveTo>
                    <a:pt x="435810" y="1166904"/>
                  </a:moveTo>
                  <a:lnTo>
                    <a:pt x="464073" y="1180910"/>
                  </a:lnTo>
                  <a:lnTo>
                    <a:pt x="408794" y="1144315"/>
                  </a:lnTo>
                  <a:close/>
                  <a:moveTo>
                    <a:pt x="371569" y="1002206"/>
                  </a:moveTo>
                  <a:lnTo>
                    <a:pt x="380907" y="1040047"/>
                  </a:lnTo>
                  <a:lnTo>
                    <a:pt x="415358" y="1033956"/>
                  </a:lnTo>
                  <a:close/>
                  <a:moveTo>
                    <a:pt x="338544" y="1026300"/>
                  </a:moveTo>
                  <a:lnTo>
                    <a:pt x="371569" y="1002206"/>
                  </a:lnTo>
                  <a:lnTo>
                    <a:pt x="329535" y="1022652"/>
                  </a:lnTo>
                  <a:close/>
                  <a:moveTo>
                    <a:pt x="300552" y="954067"/>
                  </a:moveTo>
                  <a:lnTo>
                    <a:pt x="231777" y="1006504"/>
                  </a:lnTo>
                  <a:lnTo>
                    <a:pt x="279877" y="1011669"/>
                  </a:lnTo>
                  <a:close/>
                  <a:moveTo>
                    <a:pt x="279877" y="1011669"/>
                  </a:moveTo>
                  <a:lnTo>
                    <a:pt x="329535" y="1022652"/>
                  </a:lnTo>
                  <a:lnTo>
                    <a:pt x="349483" y="962336"/>
                  </a:lnTo>
                  <a:close/>
                  <a:moveTo>
                    <a:pt x="281584" y="883150"/>
                  </a:moveTo>
                  <a:lnTo>
                    <a:pt x="232889" y="871691"/>
                  </a:lnTo>
                  <a:lnTo>
                    <a:pt x="236525" y="901259"/>
                  </a:lnTo>
                  <a:close/>
                  <a:moveTo>
                    <a:pt x="236525" y="901259"/>
                  </a:moveTo>
                  <a:lnTo>
                    <a:pt x="232889" y="871691"/>
                  </a:lnTo>
                  <a:lnTo>
                    <a:pt x="218775" y="852946"/>
                  </a:lnTo>
                  <a:close/>
                  <a:moveTo>
                    <a:pt x="191994" y="811976"/>
                  </a:moveTo>
                  <a:lnTo>
                    <a:pt x="262067" y="810180"/>
                  </a:lnTo>
                  <a:lnTo>
                    <a:pt x="245091" y="796060"/>
                  </a:lnTo>
                  <a:close/>
                  <a:moveTo>
                    <a:pt x="191994" y="811976"/>
                  </a:moveTo>
                  <a:lnTo>
                    <a:pt x="185607" y="796060"/>
                  </a:lnTo>
                  <a:lnTo>
                    <a:pt x="195199" y="847597"/>
                  </a:lnTo>
                  <a:close/>
                  <a:moveTo>
                    <a:pt x="191994" y="811976"/>
                  </a:moveTo>
                  <a:lnTo>
                    <a:pt x="245091" y="796060"/>
                  </a:lnTo>
                  <a:lnTo>
                    <a:pt x="205004" y="771506"/>
                  </a:lnTo>
                  <a:close/>
                  <a:moveTo>
                    <a:pt x="205004" y="771506"/>
                  </a:moveTo>
                  <a:lnTo>
                    <a:pt x="162577" y="744523"/>
                  </a:lnTo>
                  <a:lnTo>
                    <a:pt x="191994" y="811976"/>
                  </a:lnTo>
                  <a:close/>
                  <a:moveTo>
                    <a:pt x="476811" y="1029649"/>
                  </a:moveTo>
                  <a:lnTo>
                    <a:pt x="433291" y="1053743"/>
                  </a:lnTo>
                  <a:lnTo>
                    <a:pt x="475957" y="1085846"/>
                  </a:lnTo>
                  <a:close/>
                  <a:moveTo>
                    <a:pt x="544917" y="1091424"/>
                  </a:moveTo>
                  <a:lnTo>
                    <a:pt x="550994" y="1081186"/>
                  </a:lnTo>
                  <a:lnTo>
                    <a:pt x="524384" y="1092230"/>
                  </a:lnTo>
                  <a:close/>
                  <a:moveTo>
                    <a:pt x="524384" y="1092230"/>
                  </a:moveTo>
                  <a:lnTo>
                    <a:pt x="550994" y="1081186"/>
                  </a:lnTo>
                  <a:lnTo>
                    <a:pt x="503750" y="1054861"/>
                  </a:lnTo>
                  <a:close/>
                  <a:moveTo>
                    <a:pt x="473088" y="940221"/>
                  </a:moveTo>
                  <a:lnTo>
                    <a:pt x="396396" y="950670"/>
                  </a:lnTo>
                  <a:lnTo>
                    <a:pt x="420371" y="991228"/>
                  </a:lnTo>
                  <a:close/>
                  <a:moveTo>
                    <a:pt x="420371" y="991228"/>
                  </a:moveTo>
                  <a:lnTo>
                    <a:pt x="396396" y="950670"/>
                  </a:lnTo>
                  <a:lnTo>
                    <a:pt x="398112" y="946581"/>
                  </a:lnTo>
                  <a:close/>
                  <a:moveTo>
                    <a:pt x="354099" y="944380"/>
                  </a:moveTo>
                  <a:lnTo>
                    <a:pt x="398112" y="946581"/>
                  </a:lnTo>
                  <a:lnTo>
                    <a:pt x="391878" y="946167"/>
                  </a:lnTo>
                  <a:close/>
                  <a:moveTo>
                    <a:pt x="344107" y="942236"/>
                  </a:moveTo>
                  <a:lnTo>
                    <a:pt x="354099" y="944380"/>
                  </a:lnTo>
                  <a:lnTo>
                    <a:pt x="391878" y="946167"/>
                  </a:lnTo>
                  <a:close/>
                  <a:moveTo>
                    <a:pt x="245091" y="796060"/>
                  </a:moveTo>
                  <a:lnTo>
                    <a:pt x="262067" y="810180"/>
                  </a:lnTo>
                  <a:lnTo>
                    <a:pt x="266606" y="823503"/>
                  </a:lnTo>
                  <a:close/>
                  <a:moveTo>
                    <a:pt x="278517" y="771966"/>
                  </a:moveTo>
                  <a:lnTo>
                    <a:pt x="286136" y="765267"/>
                  </a:lnTo>
                  <a:lnTo>
                    <a:pt x="245091" y="796060"/>
                  </a:lnTo>
                  <a:close/>
                  <a:moveTo>
                    <a:pt x="312603" y="824449"/>
                  </a:moveTo>
                  <a:lnTo>
                    <a:pt x="284036" y="837872"/>
                  </a:lnTo>
                  <a:lnTo>
                    <a:pt x="262067" y="810180"/>
                  </a:lnTo>
                  <a:close/>
                  <a:moveTo>
                    <a:pt x="212184" y="732819"/>
                  </a:moveTo>
                  <a:lnTo>
                    <a:pt x="261021" y="731097"/>
                  </a:lnTo>
                  <a:lnTo>
                    <a:pt x="246741" y="679964"/>
                  </a:lnTo>
                  <a:close/>
                  <a:moveTo>
                    <a:pt x="497343" y="966633"/>
                  </a:moveTo>
                  <a:lnTo>
                    <a:pt x="506124" y="978113"/>
                  </a:lnTo>
                  <a:lnTo>
                    <a:pt x="473088" y="940221"/>
                  </a:lnTo>
                  <a:close/>
                  <a:moveTo>
                    <a:pt x="338254" y="706291"/>
                  </a:moveTo>
                  <a:lnTo>
                    <a:pt x="358557" y="720429"/>
                  </a:lnTo>
                  <a:lnTo>
                    <a:pt x="355424" y="755075"/>
                  </a:lnTo>
                  <a:close/>
                  <a:moveTo>
                    <a:pt x="279684" y="593262"/>
                  </a:moveTo>
                  <a:lnTo>
                    <a:pt x="272040" y="617356"/>
                  </a:lnTo>
                  <a:lnTo>
                    <a:pt x="297478" y="644799"/>
                  </a:lnTo>
                  <a:close/>
                  <a:moveTo>
                    <a:pt x="765082" y="1160165"/>
                  </a:moveTo>
                  <a:lnTo>
                    <a:pt x="803072" y="1211702"/>
                  </a:lnTo>
                  <a:lnTo>
                    <a:pt x="822325" y="1206053"/>
                  </a:lnTo>
                  <a:close/>
                  <a:moveTo>
                    <a:pt x="822325" y="1206053"/>
                  </a:moveTo>
                  <a:lnTo>
                    <a:pt x="821303" y="1211702"/>
                  </a:lnTo>
                  <a:lnTo>
                    <a:pt x="827984" y="1138710"/>
                  </a:lnTo>
                  <a:close/>
                  <a:moveTo>
                    <a:pt x="560362" y="890639"/>
                  </a:moveTo>
                  <a:lnTo>
                    <a:pt x="506030" y="928485"/>
                  </a:lnTo>
                  <a:lnTo>
                    <a:pt x="552515" y="927609"/>
                  </a:lnTo>
                  <a:close/>
                  <a:moveTo>
                    <a:pt x="560362" y="890639"/>
                  </a:moveTo>
                  <a:lnTo>
                    <a:pt x="510851" y="892908"/>
                  </a:lnTo>
                  <a:lnTo>
                    <a:pt x="506030" y="928485"/>
                  </a:lnTo>
                  <a:close/>
                  <a:moveTo>
                    <a:pt x="527938" y="826851"/>
                  </a:moveTo>
                  <a:lnTo>
                    <a:pt x="516123" y="831322"/>
                  </a:lnTo>
                  <a:lnTo>
                    <a:pt x="556274" y="831219"/>
                  </a:lnTo>
                  <a:close/>
                  <a:moveTo>
                    <a:pt x="556274" y="831219"/>
                  </a:moveTo>
                  <a:lnTo>
                    <a:pt x="516123" y="831322"/>
                  </a:lnTo>
                  <a:lnTo>
                    <a:pt x="510851" y="892908"/>
                  </a:lnTo>
                  <a:close/>
                  <a:moveTo>
                    <a:pt x="560362" y="890639"/>
                  </a:moveTo>
                  <a:lnTo>
                    <a:pt x="584955" y="845884"/>
                  </a:lnTo>
                  <a:lnTo>
                    <a:pt x="556274" y="831219"/>
                  </a:lnTo>
                  <a:close/>
                  <a:moveTo>
                    <a:pt x="297478" y="644799"/>
                  </a:moveTo>
                  <a:lnTo>
                    <a:pt x="336491" y="696335"/>
                  </a:lnTo>
                  <a:lnTo>
                    <a:pt x="376000" y="656781"/>
                  </a:lnTo>
                  <a:close/>
                  <a:moveTo>
                    <a:pt x="376000" y="656781"/>
                  </a:moveTo>
                  <a:lnTo>
                    <a:pt x="336491" y="696335"/>
                  </a:lnTo>
                  <a:lnTo>
                    <a:pt x="362105" y="686900"/>
                  </a:lnTo>
                  <a:close/>
                  <a:moveTo>
                    <a:pt x="300652" y="636135"/>
                  </a:moveTo>
                  <a:lnTo>
                    <a:pt x="297478" y="644799"/>
                  </a:lnTo>
                  <a:lnTo>
                    <a:pt x="376000" y="656781"/>
                  </a:lnTo>
                  <a:close/>
                  <a:moveTo>
                    <a:pt x="617781" y="756455"/>
                  </a:moveTo>
                  <a:lnTo>
                    <a:pt x="603612" y="809076"/>
                  </a:lnTo>
                  <a:lnTo>
                    <a:pt x="646384" y="751221"/>
                  </a:lnTo>
                  <a:close/>
                  <a:moveTo>
                    <a:pt x="617781" y="756455"/>
                  </a:moveTo>
                  <a:lnTo>
                    <a:pt x="544567" y="723778"/>
                  </a:lnTo>
                  <a:lnTo>
                    <a:pt x="566255" y="709179"/>
                  </a:lnTo>
                  <a:close/>
                  <a:moveTo>
                    <a:pt x="814993" y="881737"/>
                  </a:moveTo>
                  <a:lnTo>
                    <a:pt x="796493" y="905831"/>
                  </a:lnTo>
                  <a:lnTo>
                    <a:pt x="808750" y="917123"/>
                  </a:lnTo>
                  <a:close/>
                  <a:moveTo>
                    <a:pt x="796493" y="905831"/>
                  </a:moveTo>
                  <a:lnTo>
                    <a:pt x="814993" y="881737"/>
                  </a:lnTo>
                  <a:lnTo>
                    <a:pt x="751234" y="876758"/>
                  </a:lnTo>
                  <a:close/>
                  <a:moveTo>
                    <a:pt x="814993" y="881737"/>
                  </a:moveTo>
                  <a:lnTo>
                    <a:pt x="781894" y="856488"/>
                  </a:lnTo>
                  <a:lnTo>
                    <a:pt x="751234" y="876758"/>
                  </a:lnTo>
                  <a:close/>
                  <a:moveTo>
                    <a:pt x="675512" y="768319"/>
                  </a:moveTo>
                  <a:lnTo>
                    <a:pt x="712258" y="802757"/>
                  </a:lnTo>
                  <a:lnTo>
                    <a:pt x="710872" y="781498"/>
                  </a:lnTo>
                  <a:close/>
                  <a:moveTo>
                    <a:pt x="618336" y="693260"/>
                  </a:moveTo>
                  <a:lnTo>
                    <a:pt x="653288" y="725006"/>
                  </a:lnTo>
                  <a:lnTo>
                    <a:pt x="594436" y="675590"/>
                  </a:lnTo>
                  <a:close/>
                  <a:moveTo>
                    <a:pt x="655469" y="727127"/>
                  </a:moveTo>
                  <a:lnTo>
                    <a:pt x="646384" y="751221"/>
                  </a:lnTo>
                  <a:lnTo>
                    <a:pt x="710526" y="778664"/>
                  </a:lnTo>
                  <a:close/>
                  <a:moveTo>
                    <a:pt x="655469" y="727127"/>
                  </a:moveTo>
                  <a:lnTo>
                    <a:pt x="664172" y="725921"/>
                  </a:lnTo>
                  <a:lnTo>
                    <a:pt x="646384" y="751221"/>
                  </a:lnTo>
                  <a:close/>
                  <a:moveTo>
                    <a:pt x="655469" y="727127"/>
                  </a:moveTo>
                  <a:lnTo>
                    <a:pt x="653288" y="725006"/>
                  </a:lnTo>
                  <a:lnTo>
                    <a:pt x="618336" y="693260"/>
                  </a:lnTo>
                  <a:close/>
                  <a:moveTo>
                    <a:pt x="929603" y="1036347"/>
                  </a:moveTo>
                  <a:lnTo>
                    <a:pt x="980839" y="1076284"/>
                  </a:lnTo>
                  <a:lnTo>
                    <a:pt x="974355" y="1012253"/>
                  </a:lnTo>
                  <a:close/>
                  <a:moveTo>
                    <a:pt x="813485" y="754570"/>
                  </a:moveTo>
                  <a:lnTo>
                    <a:pt x="801154" y="793600"/>
                  </a:lnTo>
                  <a:lnTo>
                    <a:pt x="826012" y="763855"/>
                  </a:lnTo>
                  <a:close/>
                  <a:moveTo>
                    <a:pt x="826012" y="763855"/>
                  </a:moveTo>
                  <a:lnTo>
                    <a:pt x="801154" y="793600"/>
                  </a:lnTo>
                  <a:lnTo>
                    <a:pt x="800050" y="809723"/>
                  </a:lnTo>
                  <a:close/>
                  <a:moveTo>
                    <a:pt x="842031" y="813575"/>
                  </a:moveTo>
                  <a:lnTo>
                    <a:pt x="838674" y="778664"/>
                  </a:lnTo>
                  <a:lnTo>
                    <a:pt x="826012" y="763855"/>
                  </a:lnTo>
                  <a:close/>
                  <a:moveTo>
                    <a:pt x="757517" y="754570"/>
                  </a:moveTo>
                  <a:lnTo>
                    <a:pt x="780963" y="718111"/>
                  </a:lnTo>
                  <a:lnTo>
                    <a:pt x="772125" y="706940"/>
                  </a:lnTo>
                  <a:close/>
                  <a:moveTo>
                    <a:pt x="780963" y="718111"/>
                  </a:moveTo>
                  <a:lnTo>
                    <a:pt x="813485" y="754570"/>
                  </a:lnTo>
                  <a:lnTo>
                    <a:pt x="772125" y="706940"/>
                  </a:lnTo>
                  <a:close/>
                  <a:moveTo>
                    <a:pt x="559472" y="452162"/>
                  </a:moveTo>
                  <a:lnTo>
                    <a:pt x="502073" y="398101"/>
                  </a:lnTo>
                  <a:lnTo>
                    <a:pt x="496571" y="465318"/>
                  </a:lnTo>
                  <a:close/>
                  <a:moveTo>
                    <a:pt x="561920" y="423175"/>
                  </a:moveTo>
                  <a:lnTo>
                    <a:pt x="559472" y="452162"/>
                  </a:lnTo>
                  <a:lnTo>
                    <a:pt x="578365" y="393813"/>
                  </a:lnTo>
                  <a:close/>
                  <a:moveTo>
                    <a:pt x="801423" y="745864"/>
                  </a:moveTo>
                  <a:lnTo>
                    <a:pt x="813485" y="754570"/>
                  </a:lnTo>
                  <a:lnTo>
                    <a:pt x="780963" y="718111"/>
                  </a:lnTo>
                  <a:close/>
                  <a:moveTo>
                    <a:pt x="827440" y="582304"/>
                  </a:moveTo>
                  <a:lnTo>
                    <a:pt x="798334" y="575866"/>
                  </a:lnTo>
                  <a:lnTo>
                    <a:pt x="750117" y="602781"/>
                  </a:lnTo>
                  <a:close/>
                  <a:moveTo>
                    <a:pt x="777400" y="569889"/>
                  </a:moveTo>
                  <a:lnTo>
                    <a:pt x="736189" y="547926"/>
                  </a:lnTo>
                  <a:lnTo>
                    <a:pt x="798334" y="575866"/>
                  </a:lnTo>
                  <a:close/>
                  <a:moveTo>
                    <a:pt x="1049110" y="759170"/>
                  </a:moveTo>
                  <a:lnTo>
                    <a:pt x="1030351" y="816923"/>
                  </a:lnTo>
                  <a:lnTo>
                    <a:pt x="1108022" y="797742"/>
                  </a:lnTo>
                  <a:close/>
                  <a:moveTo>
                    <a:pt x="798334" y="575866"/>
                  </a:moveTo>
                  <a:lnTo>
                    <a:pt x="827440" y="582304"/>
                  </a:lnTo>
                  <a:lnTo>
                    <a:pt x="830048" y="572346"/>
                  </a:lnTo>
                  <a:close/>
                  <a:moveTo>
                    <a:pt x="830048" y="572346"/>
                  </a:moveTo>
                  <a:lnTo>
                    <a:pt x="827440" y="582304"/>
                  </a:lnTo>
                  <a:lnTo>
                    <a:pt x="843887" y="575866"/>
                  </a:lnTo>
                  <a:close/>
                  <a:moveTo>
                    <a:pt x="816106" y="448699"/>
                  </a:moveTo>
                  <a:lnTo>
                    <a:pt x="819756" y="455227"/>
                  </a:lnTo>
                  <a:lnTo>
                    <a:pt x="737785" y="421773"/>
                  </a:lnTo>
                  <a:close/>
                  <a:moveTo>
                    <a:pt x="1078577" y="797958"/>
                  </a:moveTo>
                  <a:lnTo>
                    <a:pt x="1107808" y="809455"/>
                  </a:lnTo>
                  <a:lnTo>
                    <a:pt x="1051492" y="761066"/>
                  </a:lnTo>
                  <a:close/>
                  <a:moveTo>
                    <a:pt x="1059935" y="757918"/>
                  </a:moveTo>
                  <a:lnTo>
                    <a:pt x="1108022" y="797742"/>
                  </a:lnTo>
                  <a:lnTo>
                    <a:pt x="1106335" y="750630"/>
                  </a:lnTo>
                  <a:close/>
                  <a:moveTo>
                    <a:pt x="1106352" y="687873"/>
                  </a:moveTo>
                  <a:lnTo>
                    <a:pt x="1057901" y="689281"/>
                  </a:lnTo>
                  <a:lnTo>
                    <a:pt x="1106335" y="750630"/>
                  </a:lnTo>
                  <a:close/>
                  <a:moveTo>
                    <a:pt x="1057901" y="689281"/>
                  </a:moveTo>
                  <a:lnTo>
                    <a:pt x="1106352" y="687873"/>
                  </a:lnTo>
                  <a:lnTo>
                    <a:pt x="1039547" y="641460"/>
                  </a:lnTo>
                  <a:close/>
                  <a:moveTo>
                    <a:pt x="982851" y="649570"/>
                  </a:moveTo>
                  <a:lnTo>
                    <a:pt x="1039547" y="641460"/>
                  </a:lnTo>
                  <a:lnTo>
                    <a:pt x="1028161" y="587974"/>
                  </a:lnTo>
                  <a:close/>
                  <a:moveTo>
                    <a:pt x="1006900" y="527678"/>
                  </a:moveTo>
                  <a:lnTo>
                    <a:pt x="986128" y="556456"/>
                  </a:lnTo>
                  <a:lnTo>
                    <a:pt x="1012367" y="538071"/>
                  </a:lnTo>
                  <a:close/>
                  <a:moveTo>
                    <a:pt x="1273946" y="812804"/>
                  </a:moveTo>
                  <a:lnTo>
                    <a:pt x="1198092" y="776758"/>
                  </a:lnTo>
                  <a:lnTo>
                    <a:pt x="1200162" y="785361"/>
                  </a:lnTo>
                  <a:close/>
                  <a:moveTo>
                    <a:pt x="1163429" y="733824"/>
                  </a:moveTo>
                  <a:lnTo>
                    <a:pt x="1198092" y="776758"/>
                  </a:lnTo>
                  <a:lnTo>
                    <a:pt x="1141201" y="722285"/>
                  </a:lnTo>
                  <a:close/>
                  <a:moveTo>
                    <a:pt x="1117307" y="678967"/>
                  </a:moveTo>
                  <a:lnTo>
                    <a:pt x="1141201" y="722285"/>
                  </a:lnTo>
                  <a:lnTo>
                    <a:pt x="1083507" y="668464"/>
                  </a:lnTo>
                  <a:close/>
                  <a:moveTo>
                    <a:pt x="1391650" y="796088"/>
                  </a:moveTo>
                  <a:lnTo>
                    <a:pt x="1406162" y="809033"/>
                  </a:lnTo>
                  <a:lnTo>
                    <a:pt x="1419881" y="864340"/>
                  </a:lnTo>
                  <a:close/>
                  <a:moveTo>
                    <a:pt x="1290159" y="739891"/>
                  </a:moveTo>
                  <a:lnTo>
                    <a:pt x="1331158" y="744543"/>
                  </a:lnTo>
                  <a:lnTo>
                    <a:pt x="1272535" y="691476"/>
                  </a:lnTo>
                  <a:close/>
                  <a:moveTo>
                    <a:pt x="1082555" y="452047"/>
                  </a:moveTo>
                  <a:lnTo>
                    <a:pt x="1090624" y="462897"/>
                  </a:lnTo>
                  <a:lnTo>
                    <a:pt x="1083409" y="427954"/>
                  </a:lnTo>
                  <a:close/>
                  <a:moveTo>
                    <a:pt x="828932" y="48279"/>
                  </a:moveTo>
                  <a:lnTo>
                    <a:pt x="778904" y="35911"/>
                  </a:lnTo>
                  <a:lnTo>
                    <a:pt x="796422" y="61632"/>
                  </a:lnTo>
                  <a:close/>
                  <a:moveTo>
                    <a:pt x="1409371" y="686131"/>
                  </a:moveTo>
                  <a:lnTo>
                    <a:pt x="1375881" y="683422"/>
                  </a:lnTo>
                  <a:lnTo>
                    <a:pt x="1433075" y="734982"/>
                  </a:lnTo>
                  <a:close/>
                  <a:moveTo>
                    <a:pt x="1458798" y="696257"/>
                  </a:moveTo>
                  <a:lnTo>
                    <a:pt x="1409371" y="686131"/>
                  </a:lnTo>
                  <a:lnTo>
                    <a:pt x="1433075" y="734982"/>
                  </a:lnTo>
                  <a:close/>
                  <a:moveTo>
                    <a:pt x="1363521" y="649607"/>
                  </a:moveTo>
                  <a:lnTo>
                    <a:pt x="1375881" y="683422"/>
                  </a:lnTo>
                  <a:lnTo>
                    <a:pt x="1351321" y="665407"/>
                  </a:lnTo>
                  <a:close/>
                  <a:moveTo>
                    <a:pt x="1125986" y="358197"/>
                  </a:moveTo>
                  <a:lnTo>
                    <a:pt x="1128733" y="376417"/>
                  </a:lnTo>
                  <a:lnTo>
                    <a:pt x="1146727" y="316574"/>
                  </a:lnTo>
                  <a:close/>
                  <a:moveTo>
                    <a:pt x="1114038" y="305167"/>
                  </a:moveTo>
                  <a:lnTo>
                    <a:pt x="1113695" y="279356"/>
                  </a:lnTo>
                  <a:lnTo>
                    <a:pt x="1060289" y="254355"/>
                  </a:lnTo>
                  <a:close/>
                  <a:moveTo>
                    <a:pt x="1113695" y="279356"/>
                  </a:moveTo>
                  <a:lnTo>
                    <a:pt x="1114038" y="305167"/>
                  </a:lnTo>
                  <a:lnTo>
                    <a:pt x="1115472" y="249250"/>
                  </a:lnTo>
                  <a:close/>
                  <a:moveTo>
                    <a:pt x="839471" y="0"/>
                  </a:moveTo>
                  <a:lnTo>
                    <a:pt x="828932" y="48279"/>
                  </a:lnTo>
                  <a:lnTo>
                    <a:pt x="883761" y="64717"/>
                  </a:lnTo>
                  <a:close/>
                  <a:moveTo>
                    <a:pt x="1409371" y="686131"/>
                  </a:moveTo>
                  <a:lnTo>
                    <a:pt x="1458798" y="696257"/>
                  </a:lnTo>
                  <a:lnTo>
                    <a:pt x="1454644" y="637449"/>
                  </a:lnTo>
                  <a:close/>
                  <a:moveTo>
                    <a:pt x="1409949" y="592983"/>
                  </a:moveTo>
                  <a:lnTo>
                    <a:pt x="1470958" y="644109"/>
                  </a:lnTo>
                  <a:lnTo>
                    <a:pt x="1438996" y="607350"/>
                  </a:lnTo>
                  <a:close/>
                  <a:moveTo>
                    <a:pt x="1369982" y="587494"/>
                  </a:moveTo>
                  <a:lnTo>
                    <a:pt x="1409949" y="592983"/>
                  </a:lnTo>
                  <a:lnTo>
                    <a:pt x="1381946" y="583595"/>
                  </a:lnTo>
                  <a:close/>
                  <a:moveTo>
                    <a:pt x="1409949" y="592983"/>
                  </a:moveTo>
                  <a:lnTo>
                    <a:pt x="1438996" y="607350"/>
                  </a:lnTo>
                  <a:lnTo>
                    <a:pt x="1434367" y="604913"/>
                  </a:lnTo>
                  <a:close/>
                  <a:moveTo>
                    <a:pt x="1233175" y="376718"/>
                  </a:moveTo>
                  <a:lnTo>
                    <a:pt x="1311994" y="361832"/>
                  </a:lnTo>
                  <a:lnTo>
                    <a:pt x="1260123" y="342575"/>
                  </a:lnTo>
                  <a:close/>
                  <a:moveTo>
                    <a:pt x="1113119" y="243171"/>
                  </a:moveTo>
                  <a:lnTo>
                    <a:pt x="1060289" y="254355"/>
                  </a:lnTo>
                  <a:lnTo>
                    <a:pt x="1113695" y="279356"/>
                  </a:lnTo>
                  <a:close/>
                  <a:moveTo>
                    <a:pt x="1113119" y="243171"/>
                  </a:moveTo>
                  <a:lnTo>
                    <a:pt x="1059987" y="248385"/>
                  </a:lnTo>
                  <a:lnTo>
                    <a:pt x="1060289" y="254355"/>
                  </a:lnTo>
                  <a:close/>
                  <a:moveTo>
                    <a:pt x="1059987" y="248385"/>
                  </a:moveTo>
                  <a:lnTo>
                    <a:pt x="1113119" y="243171"/>
                  </a:lnTo>
                  <a:lnTo>
                    <a:pt x="1076373" y="179593"/>
                  </a:lnTo>
                  <a:close/>
                  <a:moveTo>
                    <a:pt x="1113119" y="243171"/>
                  </a:moveTo>
                  <a:lnTo>
                    <a:pt x="1125379" y="188139"/>
                  </a:lnTo>
                  <a:lnTo>
                    <a:pt x="1076373" y="179593"/>
                  </a:lnTo>
                  <a:close/>
                  <a:moveTo>
                    <a:pt x="1235801" y="328229"/>
                  </a:moveTo>
                  <a:lnTo>
                    <a:pt x="1260123" y="342575"/>
                  </a:lnTo>
                  <a:lnTo>
                    <a:pt x="1272629" y="314943"/>
                  </a:lnTo>
                  <a:close/>
                  <a:moveTo>
                    <a:pt x="1213660" y="276692"/>
                  </a:moveTo>
                  <a:lnTo>
                    <a:pt x="1216462" y="259881"/>
                  </a:lnTo>
                  <a:lnTo>
                    <a:pt x="1191433" y="217486"/>
                  </a:lnTo>
                  <a:close/>
                  <a:moveTo>
                    <a:pt x="1125379" y="188139"/>
                  </a:moveTo>
                  <a:lnTo>
                    <a:pt x="1138749" y="159592"/>
                  </a:lnTo>
                  <a:lnTo>
                    <a:pt x="1076373" y="179593"/>
                  </a:lnTo>
                  <a:close/>
                  <a:moveTo>
                    <a:pt x="1125445" y="107665"/>
                  </a:moveTo>
                  <a:lnTo>
                    <a:pt x="1138749" y="159592"/>
                  </a:lnTo>
                  <a:lnTo>
                    <a:pt x="1155346" y="121338"/>
                  </a:lnTo>
                  <a:close/>
                  <a:moveTo>
                    <a:pt x="1352199" y="49801"/>
                  </a:moveTo>
                  <a:lnTo>
                    <a:pt x="1365955" y="64063"/>
                  </a:lnTo>
                  <a:lnTo>
                    <a:pt x="1303788" y="13879"/>
                  </a:lnTo>
                  <a:close/>
                </a:path>
              </a:pathLst>
            </a:custGeom>
            <a:solidFill>
              <a:srgbClr val="F1F3F5"/>
            </a:solidFill>
            <a:ln w="1524">
              <a:solidFill>
                <a:srgbClr val="F1F3F5"/>
              </a:solidFill>
            </a:ln>
          </p:spPr>
        </p:sp>
        <p:sp>
          <p:nvSpPr>
            <p:cNvPr id="4218" name="Output_density__4217">
              <a:extLst>
                <a:ext uri="{FF2B5EF4-FFF2-40B4-BE49-F238E27FC236}">
                  <a16:creationId xmlns:a16="http://schemas.microsoft.com/office/drawing/2014/main" id="{1AF384D8-5827-BEB0-DC9B-AE4CCFC76BCB}"/>
                </a:ext>
              </a:extLst>
            </p:cNvPr>
            <p:cNvSpPr>
              <a:spLocks noGrp="1"/>
            </p:cNvSpPr>
            <p:nvPr/>
          </p:nvSpPr>
          <p:spPr>
            <a:xfrm>
              <a:off x="15330267" y="2626240"/>
              <a:ext cx="1358420" cy="1847145"/>
            </a:xfrm>
            <a:custGeom>
              <a:avLst/>
              <a:gdLst/>
              <a:ahLst/>
              <a:cxnLst/>
              <a:rect l="0" t="0" r="0" b="0"/>
              <a:pathLst>
                <a:path w="1358420" h="1847145">
                  <a:moveTo>
                    <a:pt x="26882" y="1598970"/>
                  </a:moveTo>
                  <a:lnTo>
                    <a:pt x="0" y="1642737"/>
                  </a:lnTo>
                  <a:lnTo>
                    <a:pt x="18607" y="1618643"/>
                  </a:lnTo>
                  <a:close/>
                  <a:moveTo>
                    <a:pt x="26882" y="1598970"/>
                  </a:moveTo>
                  <a:lnTo>
                    <a:pt x="552" y="1635426"/>
                  </a:lnTo>
                  <a:lnTo>
                    <a:pt x="0" y="1642737"/>
                  </a:lnTo>
                  <a:close/>
                  <a:moveTo>
                    <a:pt x="552" y="1635426"/>
                  </a:moveTo>
                  <a:lnTo>
                    <a:pt x="26882" y="1598970"/>
                  </a:lnTo>
                  <a:lnTo>
                    <a:pt x="11581" y="1591200"/>
                  </a:lnTo>
                  <a:close/>
                  <a:moveTo>
                    <a:pt x="52493" y="1520049"/>
                  </a:moveTo>
                  <a:lnTo>
                    <a:pt x="11581" y="1591200"/>
                  </a:lnTo>
                  <a:lnTo>
                    <a:pt x="30446" y="1567107"/>
                  </a:lnTo>
                  <a:close/>
                  <a:moveTo>
                    <a:pt x="86972" y="1514060"/>
                  </a:moveTo>
                  <a:lnTo>
                    <a:pt x="106327" y="1491476"/>
                  </a:lnTo>
                  <a:lnTo>
                    <a:pt x="81452" y="1515570"/>
                  </a:lnTo>
                  <a:close/>
                  <a:moveTo>
                    <a:pt x="242745" y="1624118"/>
                  </a:moveTo>
                  <a:lnTo>
                    <a:pt x="262157" y="1621992"/>
                  </a:lnTo>
                  <a:lnTo>
                    <a:pt x="287804" y="1606008"/>
                  </a:lnTo>
                  <a:close/>
                  <a:moveTo>
                    <a:pt x="198214" y="1534835"/>
                  </a:moveTo>
                  <a:lnTo>
                    <a:pt x="168797" y="1467382"/>
                  </a:lnTo>
                  <a:lnTo>
                    <a:pt x="146691" y="1475997"/>
                  </a:lnTo>
                  <a:close/>
                  <a:moveTo>
                    <a:pt x="146691" y="1475997"/>
                  </a:moveTo>
                  <a:lnTo>
                    <a:pt x="161561" y="1483360"/>
                  </a:lnTo>
                  <a:lnTo>
                    <a:pt x="198214" y="1534835"/>
                  </a:lnTo>
                  <a:close/>
                  <a:moveTo>
                    <a:pt x="426591" y="1714086"/>
                  </a:moveTo>
                  <a:lnTo>
                    <a:pt x="421579" y="1756815"/>
                  </a:lnTo>
                  <a:lnTo>
                    <a:pt x="470941" y="1700971"/>
                  </a:lnTo>
                  <a:close/>
                  <a:moveTo>
                    <a:pt x="470941" y="1700971"/>
                  </a:moveTo>
                  <a:lnTo>
                    <a:pt x="439511" y="1776602"/>
                  </a:lnTo>
                  <a:lnTo>
                    <a:pt x="483031" y="1752508"/>
                  </a:lnTo>
                  <a:close/>
                  <a:moveTo>
                    <a:pt x="377790" y="1725065"/>
                  </a:moveTo>
                  <a:lnTo>
                    <a:pt x="421579" y="1756815"/>
                  </a:lnTo>
                  <a:lnTo>
                    <a:pt x="426591" y="1714086"/>
                  </a:lnTo>
                  <a:close/>
                  <a:moveTo>
                    <a:pt x="360319" y="1667239"/>
                  </a:moveTo>
                  <a:lnTo>
                    <a:pt x="355703" y="1685194"/>
                  </a:lnTo>
                  <a:lnTo>
                    <a:pt x="426591" y="1714086"/>
                  </a:lnTo>
                  <a:close/>
                  <a:moveTo>
                    <a:pt x="426591" y="1714086"/>
                  </a:moveTo>
                  <a:lnTo>
                    <a:pt x="470941" y="1700971"/>
                  </a:lnTo>
                  <a:lnTo>
                    <a:pt x="479309" y="1663080"/>
                  </a:lnTo>
                  <a:close/>
                  <a:moveTo>
                    <a:pt x="262157" y="1621992"/>
                  </a:moveTo>
                  <a:lnTo>
                    <a:pt x="307902" y="1671871"/>
                  </a:lnTo>
                  <a:lnTo>
                    <a:pt x="302524" y="1613501"/>
                  </a:lnTo>
                  <a:close/>
                  <a:moveTo>
                    <a:pt x="307902" y="1671871"/>
                  </a:moveTo>
                  <a:lnTo>
                    <a:pt x="360319" y="1667239"/>
                  </a:lnTo>
                  <a:lnTo>
                    <a:pt x="302524" y="1613501"/>
                  </a:lnTo>
                  <a:close/>
                  <a:moveTo>
                    <a:pt x="262157" y="1621992"/>
                  </a:moveTo>
                  <a:lnTo>
                    <a:pt x="302524" y="1613501"/>
                  </a:lnTo>
                  <a:lnTo>
                    <a:pt x="287804" y="1606008"/>
                  </a:lnTo>
                  <a:close/>
                  <a:moveTo>
                    <a:pt x="168797" y="1467382"/>
                  </a:moveTo>
                  <a:lnTo>
                    <a:pt x="211224" y="1494364"/>
                  </a:lnTo>
                  <a:lnTo>
                    <a:pt x="218404" y="1455678"/>
                  </a:lnTo>
                  <a:close/>
                  <a:moveTo>
                    <a:pt x="152811" y="1415845"/>
                  </a:moveTo>
                  <a:lnTo>
                    <a:pt x="218404" y="1455678"/>
                  </a:lnTo>
                  <a:lnTo>
                    <a:pt x="214140" y="1396401"/>
                  </a:lnTo>
                  <a:close/>
                  <a:moveTo>
                    <a:pt x="634871" y="1784190"/>
                  </a:moveTo>
                  <a:lnTo>
                    <a:pt x="621978" y="1847145"/>
                  </a:lnTo>
                  <a:lnTo>
                    <a:pt x="690399" y="1839773"/>
                  </a:lnTo>
                  <a:close/>
                  <a:moveTo>
                    <a:pt x="685920" y="1780671"/>
                  </a:moveTo>
                  <a:lnTo>
                    <a:pt x="634871" y="1784190"/>
                  </a:lnTo>
                  <a:lnTo>
                    <a:pt x="690399" y="1839773"/>
                  </a:lnTo>
                  <a:close/>
                  <a:moveTo>
                    <a:pt x="514492" y="1743350"/>
                  </a:moveTo>
                  <a:lnTo>
                    <a:pt x="509970" y="1777719"/>
                  </a:lnTo>
                  <a:lnTo>
                    <a:pt x="566958" y="1801421"/>
                  </a:lnTo>
                  <a:close/>
                  <a:moveTo>
                    <a:pt x="564238" y="1740889"/>
                  </a:moveTo>
                  <a:lnTo>
                    <a:pt x="514492" y="1743350"/>
                  </a:lnTo>
                  <a:lnTo>
                    <a:pt x="566958" y="1801421"/>
                  </a:lnTo>
                  <a:close/>
                  <a:moveTo>
                    <a:pt x="634871" y="1784190"/>
                  </a:moveTo>
                  <a:lnTo>
                    <a:pt x="566958" y="1801421"/>
                  </a:lnTo>
                  <a:lnTo>
                    <a:pt x="564942" y="1808571"/>
                  </a:lnTo>
                  <a:close/>
                  <a:moveTo>
                    <a:pt x="566958" y="1801421"/>
                  </a:moveTo>
                  <a:lnTo>
                    <a:pt x="634871" y="1784190"/>
                  </a:lnTo>
                  <a:lnTo>
                    <a:pt x="612724" y="1739453"/>
                  </a:lnTo>
                  <a:close/>
                  <a:moveTo>
                    <a:pt x="566958" y="1801421"/>
                  </a:moveTo>
                  <a:lnTo>
                    <a:pt x="612724" y="1739453"/>
                  </a:lnTo>
                  <a:lnTo>
                    <a:pt x="564238" y="1740889"/>
                  </a:lnTo>
                  <a:close/>
                  <a:moveTo>
                    <a:pt x="483031" y="1752508"/>
                  </a:moveTo>
                  <a:lnTo>
                    <a:pt x="509970" y="1777719"/>
                  </a:lnTo>
                  <a:lnTo>
                    <a:pt x="514492" y="1743350"/>
                  </a:lnTo>
                  <a:close/>
                  <a:moveTo>
                    <a:pt x="470941" y="1700971"/>
                  </a:moveTo>
                  <a:lnTo>
                    <a:pt x="514492" y="1743350"/>
                  </a:lnTo>
                  <a:lnTo>
                    <a:pt x="503563" y="1689491"/>
                  </a:lnTo>
                  <a:close/>
                  <a:moveTo>
                    <a:pt x="514492" y="1743350"/>
                  </a:moveTo>
                  <a:lnTo>
                    <a:pt x="564238" y="1740889"/>
                  </a:lnTo>
                  <a:lnTo>
                    <a:pt x="503563" y="1689491"/>
                  </a:lnTo>
                  <a:close/>
                  <a:moveTo>
                    <a:pt x="285905" y="1316121"/>
                  </a:moveTo>
                  <a:lnTo>
                    <a:pt x="303698" y="1367658"/>
                  </a:lnTo>
                  <a:lnTo>
                    <a:pt x="306961" y="1296179"/>
                  </a:lnTo>
                  <a:close/>
                  <a:moveTo>
                    <a:pt x="318087" y="1262373"/>
                  </a:moveTo>
                  <a:lnTo>
                    <a:pt x="315742" y="1265986"/>
                  </a:lnTo>
                  <a:lnTo>
                    <a:pt x="311363" y="1289390"/>
                  </a:lnTo>
                  <a:close/>
                  <a:moveTo>
                    <a:pt x="311363" y="1289390"/>
                  </a:moveTo>
                  <a:lnTo>
                    <a:pt x="315742" y="1265986"/>
                  </a:lnTo>
                  <a:lnTo>
                    <a:pt x="306961" y="1296179"/>
                  </a:lnTo>
                  <a:close/>
                  <a:moveTo>
                    <a:pt x="306961" y="1296179"/>
                  </a:moveTo>
                  <a:lnTo>
                    <a:pt x="315742" y="1265986"/>
                  </a:lnTo>
                  <a:lnTo>
                    <a:pt x="285905" y="1316121"/>
                  </a:lnTo>
                  <a:close/>
                  <a:moveTo>
                    <a:pt x="865595" y="1731762"/>
                  </a:moveTo>
                  <a:lnTo>
                    <a:pt x="893633" y="1783299"/>
                  </a:lnTo>
                  <a:lnTo>
                    <a:pt x="908533" y="1707669"/>
                  </a:lnTo>
                  <a:close/>
                  <a:moveTo>
                    <a:pt x="848707" y="1680226"/>
                  </a:moveTo>
                  <a:lnTo>
                    <a:pt x="865595" y="1731762"/>
                  </a:lnTo>
                  <a:lnTo>
                    <a:pt x="908533" y="1707669"/>
                  </a:lnTo>
                  <a:close/>
                  <a:moveTo>
                    <a:pt x="848707" y="1680226"/>
                  </a:moveTo>
                  <a:lnTo>
                    <a:pt x="908533" y="1707669"/>
                  </a:lnTo>
                  <a:lnTo>
                    <a:pt x="891716" y="1656132"/>
                  </a:lnTo>
                  <a:close/>
                  <a:moveTo>
                    <a:pt x="441659" y="1157392"/>
                  </a:moveTo>
                  <a:lnTo>
                    <a:pt x="407627" y="1165051"/>
                  </a:lnTo>
                  <a:lnTo>
                    <a:pt x="362023" y="1169222"/>
                  </a:lnTo>
                  <a:close/>
                  <a:moveTo>
                    <a:pt x="441659" y="1157392"/>
                  </a:moveTo>
                  <a:lnTo>
                    <a:pt x="362023" y="1169222"/>
                  </a:lnTo>
                  <a:lnTo>
                    <a:pt x="395476" y="1159400"/>
                  </a:lnTo>
                  <a:close/>
                  <a:moveTo>
                    <a:pt x="917235" y="1643820"/>
                  </a:moveTo>
                  <a:lnTo>
                    <a:pt x="849027" y="1632416"/>
                  </a:lnTo>
                  <a:lnTo>
                    <a:pt x="891716" y="1656132"/>
                  </a:lnTo>
                  <a:close/>
                  <a:moveTo>
                    <a:pt x="860496" y="1589222"/>
                  </a:moveTo>
                  <a:lnTo>
                    <a:pt x="849027" y="1632416"/>
                  </a:lnTo>
                  <a:lnTo>
                    <a:pt x="917235" y="1643820"/>
                  </a:lnTo>
                  <a:close/>
                  <a:moveTo>
                    <a:pt x="940657" y="1632038"/>
                  </a:moveTo>
                  <a:lnTo>
                    <a:pt x="971194" y="1604922"/>
                  </a:lnTo>
                  <a:lnTo>
                    <a:pt x="917235" y="1643820"/>
                  </a:lnTo>
                  <a:close/>
                  <a:moveTo>
                    <a:pt x="917235" y="1643820"/>
                  </a:moveTo>
                  <a:lnTo>
                    <a:pt x="971194" y="1604922"/>
                  </a:lnTo>
                  <a:lnTo>
                    <a:pt x="947117" y="1594766"/>
                  </a:lnTo>
                  <a:close/>
                  <a:moveTo>
                    <a:pt x="848252" y="1536434"/>
                  </a:moveTo>
                  <a:lnTo>
                    <a:pt x="806271" y="1532582"/>
                  </a:lnTo>
                  <a:lnTo>
                    <a:pt x="860496" y="1589222"/>
                  </a:lnTo>
                  <a:close/>
                  <a:moveTo>
                    <a:pt x="848252" y="1536434"/>
                  </a:moveTo>
                  <a:lnTo>
                    <a:pt x="893235" y="1528965"/>
                  </a:lnTo>
                  <a:lnTo>
                    <a:pt x="902364" y="1522253"/>
                  </a:lnTo>
                  <a:close/>
                  <a:moveTo>
                    <a:pt x="756337" y="1325640"/>
                  </a:moveTo>
                  <a:lnTo>
                    <a:pt x="753913" y="1322818"/>
                  </a:lnTo>
                  <a:lnTo>
                    <a:pt x="754431" y="1323756"/>
                  </a:lnTo>
                  <a:close/>
                  <a:moveTo>
                    <a:pt x="565692" y="1175021"/>
                  </a:moveTo>
                  <a:lnTo>
                    <a:pt x="534707" y="1116672"/>
                  </a:lnTo>
                  <a:lnTo>
                    <a:pt x="508294" y="1120960"/>
                  </a:lnTo>
                  <a:close/>
                  <a:moveTo>
                    <a:pt x="508294" y="1120960"/>
                  </a:moveTo>
                  <a:lnTo>
                    <a:pt x="550978" y="1081864"/>
                  </a:lnTo>
                  <a:lnTo>
                    <a:pt x="540211" y="1070251"/>
                  </a:lnTo>
                  <a:close/>
                  <a:moveTo>
                    <a:pt x="893235" y="1528965"/>
                  </a:moveTo>
                  <a:lnTo>
                    <a:pt x="908997" y="1547053"/>
                  </a:lnTo>
                  <a:lnTo>
                    <a:pt x="909510" y="1524614"/>
                  </a:lnTo>
                  <a:close/>
                  <a:moveTo>
                    <a:pt x="902364" y="1522253"/>
                  </a:moveTo>
                  <a:lnTo>
                    <a:pt x="893235" y="1528965"/>
                  </a:lnTo>
                  <a:lnTo>
                    <a:pt x="909510" y="1524614"/>
                  </a:lnTo>
                  <a:close/>
                  <a:moveTo>
                    <a:pt x="909510" y="1524614"/>
                  </a:moveTo>
                  <a:lnTo>
                    <a:pt x="908997" y="1547053"/>
                  </a:lnTo>
                  <a:lnTo>
                    <a:pt x="920554" y="1528965"/>
                  </a:lnTo>
                  <a:close/>
                  <a:moveTo>
                    <a:pt x="909510" y="1524614"/>
                  </a:moveTo>
                  <a:lnTo>
                    <a:pt x="920554" y="1528965"/>
                  </a:lnTo>
                  <a:lnTo>
                    <a:pt x="902364" y="1522253"/>
                  </a:lnTo>
                  <a:close/>
                  <a:moveTo>
                    <a:pt x="753913" y="1322818"/>
                  </a:moveTo>
                  <a:lnTo>
                    <a:pt x="756337" y="1325640"/>
                  </a:lnTo>
                  <a:lnTo>
                    <a:pt x="758587" y="1320376"/>
                  </a:lnTo>
                  <a:close/>
                  <a:moveTo>
                    <a:pt x="550978" y="1081864"/>
                  </a:moveTo>
                  <a:lnTo>
                    <a:pt x="534707" y="1116672"/>
                  </a:lnTo>
                  <a:lnTo>
                    <a:pt x="573502" y="1105929"/>
                  </a:lnTo>
                  <a:close/>
                  <a:moveTo>
                    <a:pt x="1003745" y="1504871"/>
                  </a:moveTo>
                  <a:lnTo>
                    <a:pt x="1055331" y="1482029"/>
                  </a:lnTo>
                  <a:lnTo>
                    <a:pt x="1020357" y="1429240"/>
                  </a:lnTo>
                  <a:close/>
                  <a:moveTo>
                    <a:pt x="984239" y="1453334"/>
                  </a:moveTo>
                  <a:lnTo>
                    <a:pt x="1003745" y="1504871"/>
                  </a:lnTo>
                  <a:lnTo>
                    <a:pt x="1020357" y="1429240"/>
                  </a:lnTo>
                  <a:close/>
                  <a:moveTo>
                    <a:pt x="984239" y="1453334"/>
                  </a:moveTo>
                  <a:lnTo>
                    <a:pt x="1020357" y="1429240"/>
                  </a:lnTo>
                  <a:lnTo>
                    <a:pt x="958697" y="1423299"/>
                  </a:lnTo>
                  <a:close/>
                  <a:moveTo>
                    <a:pt x="1020357" y="1429240"/>
                  </a:moveTo>
                  <a:lnTo>
                    <a:pt x="985046" y="1386913"/>
                  </a:lnTo>
                  <a:lnTo>
                    <a:pt x="958697" y="1423299"/>
                  </a:lnTo>
                  <a:close/>
                  <a:moveTo>
                    <a:pt x="976673" y="1377704"/>
                  </a:moveTo>
                  <a:lnTo>
                    <a:pt x="958697" y="1423299"/>
                  </a:lnTo>
                  <a:lnTo>
                    <a:pt x="985046" y="1386913"/>
                  </a:lnTo>
                  <a:close/>
                  <a:moveTo>
                    <a:pt x="1178701" y="1583181"/>
                  </a:moveTo>
                  <a:lnTo>
                    <a:pt x="1174325" y="1583850"/>
                  </a:lnTo>
                  <a:lnTo>
                    <a:pt x="1221141" y="1610704"/>
                  </a:lnTo>
                  <a:close/>
                  <a:moveTo>
                    <a:pt x="1177323" y="1581773"/>
                  </a:moveTo>
                  <a:lnTo>
                    <a:pt x="1174325" y="1583850"/>
                  </a:lnTo>
                  <a:lnTo>
                    <a:pt x="1178701" y="1583181"/>
                  </a:lnTo>
                  <a:close/>
                  <a:moveTo>
                    <a:pt x="1206382" y="1508220"/>
                  </a:moveTo>
                  <a:lnTo>
                    <a:pt x="1178701" y="1583181"/>
                  </a:lnTo>
                  <a:lnTo>
                    <a:pt x="1244699" y="1559756"/>
                  </a:lnTo>
                  <a:close/>
                  <a:moveTo>
                    <a:pt x="1178701" y="1583181"/>
                  </a:moveTo>
                  <a:lnTo>
                    <a:pt x="1221141" y="1610704"/>
                  </a:lnTo>
                  <a:lnTo>
                    <a:pt x="1244699" y="1559756"/>
                  </a:lnTo>
                  <a:close/>
                  <a:moveTo>
                    <a:pt x="1112555" y="1473489"/>
                  </a:moveTo>
                  <a:lnTo>
                    <a:pt x="1056214" y="1478320"/>
                  </a:lnTo>
                  <a:lnTo>
                    <a:pt x="1066155" y="1480777"/>
                  </a:lnTo>
                  <a:close/>
                  <a:moveTo>
                    <a:pt x="1064121" y="1412140"/>
                  </a:moveTo>
                  <a:lnTo>
                    <a:pt x="1056214" y="1478320"/>
                  </a:lnTo>
                  <a:lnTo>
                    <a:pt x="1112555" y="1473489"/>
                  </a:lnTo>
                  <a:close/>
                  <a:moveTo>
                    <a:pt x="1020357" y="1429240"/>
                  </a:moveTo>
                  <a:lnTo>
                    <a:pt x="1056214" y="1478320"/>
                  </a:lnTo>
                  <a:lnTo>
                    <a:pt x="1064121" y="1412140"/>
                  </a:lnTo>
                  <a:close/>
                  <a:moveTo>
                    <a:pt x="1064121" y="1412140"/>
                  </a:moveTo>
                  <a:lnTo>
                    <a:pt x="985046" y="1386913"/>
                  </a:lnTo>
                  <a:lnTo>
                    <a:pt x="1020357" y="1429240"/>
                  </a:lnTo>
                  <a:close/>
                  <a:moveTo>
                    <a:pt x="989071" y="1372429"/>
                  </a:moveTo>
                  <a:lnTo>
                    <a:pt x="985046" y="1386913"/>
                  </a:lnTo>
                  <a:lnTo>
                    <a:pt x="1064121" y="1412140"/>
                  </a:lnTo>
                  <a:close/>
                  <a:moveTo>
                    <a:pt x="1045767" y="1364318"/>
                  </a:moveTo>
                  <a:lnTo>
                    <a:pt x="989071" y="1372429"/>
                  </a:lnTo>
                  <a:lnTo>
                    <a:pt x="1064121" y="1412140"/>
                  </a:lnTo>
                  <a:close/>
                  <a:moveTo>
                    <a:pt x="976673" y="1377704"/>
                  </a:moveTo>
                  <a:lnTo>
                    <a:pt x="985046" y="1386913"/>
                  </a:lnTo>
                  <a:lnTo>
                    <a:pt x="989071" y="1372429"/>
                  </a:lnTo>
                  <a:close/>
                  <a:moveTo>
                    <a:pt x="939894" y="1326167"/>
                  </a:moveTo>
                  <a:lnTo>
                    <a:pt x="976673" y="1377704"/>
                  </a:lnTo>
                  <a:lnTo>
                    <a:pt x="989071" y="1372429"/>
                  </a:lnTo>
                  <a:close/>
                  <a:moveTo>
                    <a:pt x="909535" y="1274630"/>
                  </a:moveTo>
                  <a:lnTo>
                    <a:pt x="939894" y="1326167"/>
                  </a:lnTo>
                  <a:lnTo>
                    <a:pt x="970170" y="1250537"/>
                  </a:lnTo>
                  <a:close/>
                  <a:moveTo>
                    <a:pt x="913002" y="1223094"/>
                  </a:moveTo>
                  <a:lnTo>
                    <a:pt x="909535" y="1274630"/>
                  </a:lnTo>
                  <a:lnTo>
                    <a:pt x="970170" y="1250537"/>
                  </a:lnTo>
                  <a:close/>
                  <a:moveTo>
                    <a:pt x="913002" y="1223094"/>
                  </a:moveTo>
                  <a:lnTo>
                    <a:pt x="970170" y="1250537"/>
                  </a:lnTo>
                  <a:lnTo>
                    <a:pt x="950187" y="1199000"/>
                  </a:lnTo>
                  <a:close/>
                  <a:moveTo>
                    <a:pt x="1244699" y="1559756"/>
                  </a:moveTo>
                  <a:lnTo>
                    <a:pt x="1221141" y="1610704"/>
                  </a:lnTo>
                  <a:lnTo>
                    <a:pt x="1290891" y="1592697"/>
                  </a:lnTo>
                  <a:close/>
                  <a:moveTo>
                    <a:pt x="1280167" y="1535662"/>
                  </a:moveTo>
                  <a:lnTo>
                    <a:pt x="1244699" y="1559756"/>
                  </a:lnTo>
                  <a:lnTo>
                    <a:pt x="1290891" y="1592697"/>
                  </a:lnTo>
                  <a:close/>
                  <a:moveTo>
                    <a:pt x="950187" y="1199000"/>
                  </a:moveTo>
                  <a:lnTo>
                    <a:pt x="1007594" y="1231884"/>
                  </a:lnTo>
                  <a:lnTo>
                    <a:pt x="983122" y="1189037"/>
                  </a:lnTo>
                  <a:close/>
                  <a:moveTo>
                    <a:pt x="950187" y="1199000"/>
                  </a:moveTo>
                  <a:lnTo>
                    <a:pt x="970170" y="1250537"/>
                  </a:lnTo>
                  <a:lnTo>
                    <a:pt x="1007594" y="1231884"/>
                  </a:lnTo>
                  <a:close/>
                  <a:moveTo>
                    <a:pt x="983122" y="1189037"/>
                  </a:moveTo>
                  <a:lnTo>
                    <a:pt x="913663" y="1159802"/>
                  </a:lnTo>
                  <a:lnTo>
                    <a:pt x="950187" y="1199000"/>
                  </a:lnTo>
                  <a:close/>
                  <a:moveTo>
                    <a:pt x="915998" y="1142882"/>
                  </a:moveTo>
                  <a:lnTo>
                    <a:pt x="913663" y="1159802"/>
                  </a:lnTo>
                  <a:lnTo>
                    <a:pt x="983122" y="1189037"/>
                  </a:lnTo>
                  <a:close/>
                  <a:moveTo>
                    <a:pt x="977965" y="1130487"/>
                  </a:moveTo>
                  <a:lnTo>
                    <a:pt x="915998" y="1142882"/>
                  </a:lnTo>
                  <a:lnTo>
                    <a:pt x="983122" y="1189037"/>
                  </a:lnTo>
                  <a:close/>
                  <a:moveTo>
                    <a:pt x="1019227" y="1197666"/>
                  </a:moveTo>
                  <a:lnTo>
                    <a:pt x="1012892" y="1123370"/>
                  </a:lnTo>
                  <a:lnTo>
                    <a:pt x="977965" y="1130487"/>
                  </a:lnTo>
                  <a:close/>
                  <a:moveTo>
                    <a:pt x="1019227" y="1197666"/>
                  </a:moveTo>
                  <a:lnTo>
                    <a:pt x="977965" y="1130487"/>
                  </a:lnTo>
                  <a:lnTo>
                    <a:pt x="983122" y="1189037"/>
                  </a:lnTo>
                  <a:close/>
                  <a:moveTo>
                    <a:pt x="896971" y="1147464"/>
                  </a:moveTo>
                  <a:lnTo>
                    <a:pt x="913663" y="1159802"/>
                  </a:lnTo>
                  <a:lnTo>
                    <a:pt x="915998" y="1142882"/>
                  </a:lnTo>
                  <a:close/>
                  <a:moveTo>
                    <a:pt x="874981" y="1095927"/>
                  </a:moveTo>
                  <a:lnTo>
                    <a:pt x="896971" y="1147464"/>
                  </a:lnTo>
                  <a:lnTo>
                    <a:pt x="921770" y="1071833"/>
                  </a:lnTo>
                  <a:close/>
                  <a:moveTo>
                    <a:pt x="1012892" y="1123370"/>
                  </a:moveTo>
                  <a:lnTo>
                    <a:pt x="983040" y="1071833"/>
                  </a:lnTo>
                  <a:lnTo>
                    <a:pt x="977965" y="1130487"/>
                  </a:lnTo>
                  <a:close/>
                  <a:moveTo>
                    <a:pt x="849028" y="1044390"/>
                  </a:moveTo>
                  <a:lnTo>
                    <a:pt x="874981" y="1095927"/>
                  </a:lnTo>
                  <a:lnTo>
                    <a:pt x="921770" y="1071833"/>
                  </a:lnTo>
                  <a:close/>
                  <a:moveTo>
                    <a:pt x="849028" y="1044390"/>
                  </a:moveTo>
                  <a:lnTo>
                    <a:pt x="921770" y="1071833"/>
                  </a:lnTo>
                  <a:lnTo>
                    <a:pt x="895387" y="1020296"/>
                  </a:lnTo>
                  <a:close/>
                  <a:moveTo>
                    <a:pt x="832409" y="984628"/>
                  </a:moveTo>
                  <a:lnTo>
                    <a:pt x="824291" y="1000332"/>
                  </a:lnTo>
                  <a:lnTo>
                    <a:pt x="857843" y="968760"/>
                  </a:lnTo>
                  <a:close/>
                  <a:moveTo>
                    <a:pt x="857843" y="968760"/>
                  </a:moveTo>
                  <a:lnTo>
                    <a:pt x="824291" y="1000332"/>
                  </a:lnTo>
                  <a:lnTo>
                    <a:pt x="849028" y="1044390"/>
                  </a:lnTo>
                  <a:close/>
                  <a:moveTo>
                    <a:pt x="857843" y="968760"/>
                  </a:moveTo>
                  <a:lnTo>
                    <a:pt x="849028" y="1044390"/>
                  </a:lnTo>
                  <a:lnTo>
                    <a:pt x="895387" y="1020296"/>
                  </a:lnTo>
                  <a:close/>
                  <a:moveTo>
                    <a:pt x="818417" y="992854"/>
                  </a:moveTo>
                  <a:lnTo>
                    <a:pt x="824291" y="1000332"/>
                  </a:lnTo>
                  <a:lnTo>
                    <a:pt x="832409" y="984628"/>
                  </a:lnTo>
                  <a:close/>
                  <a:moveTo>
                    <a:pt x="818361" y="941317"/>
                  </a:moveTo>
                  <a:lnTo>
                    <a:pt x="832409" y="984628"/>
                  </a:lnTo>
                  <a:lnTo>
                    <a:pt x="857843" y="968760"/>
                  </a:lnTo>
                  <a:close/>
                  <a:moveTo>
                    <a:pt x="1050568" y="1109444"/>
                  </a:moveTo>
                  <a:lnTo>
                    <a:pt x="1037342" y="1137963"/>
                  </a:lnTo>
                  <a:lnTo>
                    <a:pt x="1079339" y="1099275"/>
                  </a:lnTo>
                  <a:close/>
                  <a:moveTo>
                    <a:pt x="1012892" y="1123370"/>
                  </a:moveTo>
                  <a:lnTo>
                    <a:pt x="1037342" y="1137963"/>
                  </a:lnTo>
                  <a:lnTo>
                    <a:pt x="1050568" y="1109444"/>
                  </a:lnTo>
                  <a:close/>
                  <a:moveTo>
                    <a:pt x="1034407" y="1047739"/>
                  </a:moveTo>
                  <a:lnTo>
                    <a:pt x="1050568" y="1109444"/>
                  </a:lnTo>
                  <a:lnTo>
                    <a:pt x="1057881" y="1079854"/>
                  </a:lnTo>
                  <a:close/>
                  <a:moveTo>
                    <a:pt x="1012892" y="1123370"/>
                  </a:moveTo>
                  <a:lnTo>
                    <a:pt x="1050568" y="1109444"/>
                  </a:lnTo>
                  <a:lnTo>
                    <a:pt x="1034407" y="1047739"/>
                  </a:lnTo>
                  <a:close/>
                  <a:moveTo>
                    <a:pt x="983040" y="1071833"/>
                  </a:moveTo>
                  <a:lnTo>
                    <a:pt x="1012892" y="1123370"/>
                  </a:lnTo>
                  <a:lnTo>
                    <a:pt x="1034407" y="1047739"/>
                  </a:lnTo>
                  <a:close/>
                  <a:moveTo>
                    <a:pt x="1050568" y="1109444"/>
                  </a:moveTo>
                  <a:lnTo>
                    <a:pt x="1079339" y="1099275"/>
                  </a:lnTo>
                  <a:lnTo>
                    <a:pt x="1057881" y="1079854"/>
                  </a:lnTo>
                  <a:close/>
                  <a:moveTo>
                    <a:pt x="895387" y="1020296"/>
                  </a:moveTo>
                  <a:lnTo>
                    <a:pt x="930569" y="1068294"/>
                  </a:lnTo>
                  <a:lnTo>
                    <a:pt x="925433" y="1009726"/>
                  </a:lnTo>
                  <a:close/>
                  <a:moveTo>
                    <a:pt x="895387" y="1020296"/>
                  </a:moveTo>
                  <a:lnTo>
                    <a:pt x="921770" y="1071833"/>
                  </a:lnTo>
                  <a:lnTo>
                    <a:pt x="930569" y="1068294"/>
                  </a:lnTo>
                  <a:close/>
                  <a:moveTo>
                    <a:pt x="925433" y="1009726"/>
                  </a:moveTo>
                  <a:lnTo>
                    <a:pt x="930569" y="1068294"/>
                  </a:lnTo>
                  <a:lnTo>
                    <a:pt x="976738" y="1005998"/>
                  </a:lnTo>
                  <a:close/>
                  <a:moveTo>
                    <a:pt x="976738" y="1005998"/>
                  </a:moveTo>
                  <a:lnTo>
                    <a:pt x="972064" y="1068577"/>
                  </a:lnTo>
                  <a:lnTo>
                    <a:pt x="1012808" y="996202"/>
                  </a:lnTo>
                  <a:close/>
                  <a:moveTo>
                    <a:pt x="1012808" y="996202"/>
                  </a:moveTo>
                  <a:lnTo>
                    <a:pt x="983040" y="1071833"/>
                  </a:lnTo>
                  <a:lnTo>
                    <a:pt x="1034407" y="1047739"/>
                  </a:lnTo>
                  <a:close/>
                  <a:moveTo>
                    <a:pt x="923851" y="944666"/>
                  </a:moveTo>
                  <a:lnTo>
                    <a:pt x="925433" y="1009726"/>
                  </a:lnTo>
                  <a:lnTo>
                    <a:pt x="930139" y="951602"/>
                  </a:lnTo>
                  <a:close/>
                  <a:moveTo>
                    <a:pt x="895387" y="1020296"/>
                  </a:moveTo>
                  <a:lnTo>
                    <a:pt x="925433" y="1009726"/>
                  </a:lnTo>
                  <a:lnTo>
                    <a:pt x="923851" y="944666"/>
                  </a:lnTo>
                  <a:close/>
                  <a:moveTo>
                    <a:pt x="925433" y="1009726"/>
                  </a:moveTo>
                  <a:lnTo>
                    <a:pt x="976738" y="1005998"/>
                  </a:lnTo>
                  <a:lnTo>
                    <a:pt x="930139" y="951602"/>
                  </a:lnTo>
                  <a:close/>
                  <a:moveTo>
                    <a:pt x="976738" y="1005998"/>
                  </a:moveTo>
                  <a:lnTo>
                    <a:pt x="978372" y="957262"/>
                  </a:lnTo>
                  <a:lnTo>
                    <a:pt x="930139" y="951602"/>
                  </a:lnTo>
                  <a:close/>
                  <a:moveTo>
                    <a:pt x="978372" y="957262"/>
                  </a:moveTo>
                  <a:lnTo>
                    <a:pt x="976738" y="1005998"/>
                  </a:lnTo>
                  <a:lnTo>
                    <a:pt x="1012808" y="996202"/>
                  </a:lnTo>
                  <a:close/>
                  <a:moveTo>
                    <a:pt x="208425" y="0"/>
                  </a:moveTo>
                  <a:lnTo>
                    <a:pt x="131138" y="20616"/>
                  </a:lnTo>
                  <a:lnTo>
                    <a:pt x="164282" y="9635"/>
                  </a:lnTo>
                  <a:close/>
                  <a:moveTo>
                    <a:pt x="1132207" y="1081055"/>
                  </a:moveTo>
                  <a:lnTo>
                    <a:pt x="1057881" y="1079854"/>
                  </a:lnTo>
                  <a:lnTo>
                    <a:pt x="1079339" y="1099275"/>
                  </a:lnTo>
                  <a:close/>
                  <a:moveTo>
                    <a:pt x="1066943" y="1033388"/>
                  </a:moveTo>
                  <a:lnTo>
                    <a:pt x="1057881" y="1079854"/>
                  </a:lnTo>
                  <a:lnTo>
                    <a:pt x="1132207" y="1081055"/>
                  </a:lnTo>
                  <a:close/>
                  <a:moveTo>
                    <a:pt x="1034407" y="1047739"/>
                  </a:moveTo>
                  <a:lnTo>
                    <a:pt x="1057881" y="1079854"/>
                  </a:lnTo>
                  <a:lnTo>
                    <a:pt x="1066943" y="1033388"/>
                  </a:lnTo>
                  <a:close/>
                  <a:moveTo>
                    <a:pt x="1034407" y="1047739"/>
                  </a:moveTo>
                  <a:lnTo>
                    <a:pt x="1066943" y="1033388"/>
                  </a:lnTo>
                  <a:lnTo>
                    <a:pt x="1061557" y="972108"/>
                  </a:lnTo>
                  <a:close/>
                  <a:moveTo>
                    <a:pt x="1012808" y="996202"/>
                  </a:moveTo>
                  <a:lnTo>
                    <a:pt x="1034407" y="1047739"/>
                  </a:lnTo>
                  <a:lnTo>
                    <a:pt x="1061557" y="972108"/>
                  </a:lnTo>
                  <a:close/>
                  <a:moveTo>
                    <a:pt x="1006371" y="927044"/>
                  </a:moveTo>
                  <a:lnTo>
                    <a:pt x="930139" y="951602"/>
                  </a:lnTo>
                  <a:lnTo>
                    <a:pt x="978372" y="957262"/>
                  </a:lnTo>
                  <a:close/>
                  <a:moveTo>
                    <a:pt x="953904" y="836333"/>
                  </a:moveTo>
                  <a:lnTo>
                    <a:pt x="905535" y="837675"/>
                  </a:lnTo>
                  <a:lnTo>
                    <a:pt x="973296" y="883311"/>
                  </a:lnTo>
                  <a:close/>
                  <a:moveTo>
                    <a:pt x="889982" y="787576"/>
                  </a:moveTo>
                  <a:lnTo>
                    <a:pt x="835152" y="771138"/>
                  </a:lnTo>
                  <a:lnTo>
                    <a:pt x="877844" y="790056"/>
                  </a:lnTo>
                  <a:close/>
                  <a:moveTo>
                    <a:pt x="762771" y="540295"/>
                  </a:moveTo>
                  <a:lnTo>
                    <a:pt x="726599" y="583909"/>
                  </a:lnTo>
                  <a:lnTo>
                    <a:pt x="743664" y="559816"/>
                  </a:lnTo>
                  <a:close/>
                  <a:moveTo>
                    <a:pt x="1201857" y="1023645"/>
                  </a:moveTo>
                  <a:lnTo>
                    <a:pt x="1209780" y="1075182"/>
                  </a:lnTo>
                  <a:lnTo>
                    <a:pt x="1242021" y="1051088"/>
                  </a:lnTo>
                  <a:close/>
                  <a:moveTo>
                    <a:pt x="1201857" y="1023645"/>
                  </a:moveTo>
                  <a:lnTo>
                    <a:pt x="1242021" y="1051088"/>
                  </a:lnTo>
                  <a:lnTo>
                    <a:pt x="1219880" y="999551"/>
                  </a:lnTo>
                  <a:close/>
                  <a:moveTo>
                    <a:pt x="790266" y="508196"/>
                  </a:moveTo>
                  <a:lnTo>
                    <a:pt x="743664" y="559816"/>
                  </a:lnTo>
                  <a:lnTo>
                    <a:pt x="764300" y="535722"/>
                  </a:lnTo>
                  <a:close/>
                  <a:moveTo>
                    <a:pt x="790266" y="508196"/>
                  </a:moveTo>
                  <a:lnTo>
                    <a:pt x="762771" y="540295"/>
                  </a:lnTo>
                  <a:lnTo>
                    <a:pt x="743664" y="559816"/>
                  </a:lnTo>
                  <a:close/>
                  <a:moveTo>
                    <a:pt x="1131666" y="830523"/>
                  </a:moveTo>
                  <a:lnTo>
                    <a:pt x="1073180" y="844941"/>
                  </a:lnTo>
                  <a:lnTo>
                    <a:pt x="1088088" y="890712"/>
                  </a:lnTo>
                  <a:close/>
                  <a:moveTo>
                    <a:pt x="1230739" y="837190"/>
                  </a:moveTo>
                  <a:lnTo>
                    <a:pt x="1253027" y="807823"/>
                  </a:lnTo>
                  <a:lnTo>
                    <a:pt x="1238604" y="826817"/>
                  </a:lnTo>
                  <a:close/>
                  <a:moveTo>
                    <a:pt x="1230739" y="837190"/>
                  </a:moveTo>
                  <a:lnTo>
                    <a:pt x="1238604" y="826817"/>
                  </a:lnTo>
                  <a:lnTo>
                    <a:pt x="1200020" y="857236"/>
                  </a:lnTo>
                  <a:close/>
                  <a:moveTo>
                    <a:pt x="1310008" y="736738"/>
                  </a:moveTo>
                  <a:lnTo>
                    <a:pt x="1256271" y="745217"/>
                  </a:lnTo>
                  <a:lnTo>
                    <a:pt x="1340016" y="761505"/>
                  </a:lnTo>
                  <a:close/>
                  <a:moveTo>
                    <a:pt x="1340016" y="761505"/>
                  </a:moveTo>
                  <a:lnTo>
                    <a:pt x="1358420" y="772660"/>
                  </a:lnTo>
                  <a:lnTo>
                    <a:pt x="1310008" y="736738"/>
                  </a:lnTo>
                  <a:close/>
                  <a:moveTo>
                    <a:pt x="1340016" y="761505"/>
                  </a:moveTo>
                  <a:lnTo>
                    <a:pt x="1325984" y="772660"/>
                  </a:lnTo>
                  <a:lnTo>
                    <a:pt x="1348093" y="768518"/>
                  </a:lnTo>
                  <a:close/>
                  <a:moveTo>
                    <a:pt x="1348093" y="768518"/>
                  </a:moveTo>
                  <a:lnTo>
                    <a:pt x="1358420" y="772660"/>
                  </a:lnTo>
                  <a:lnTo>
                    <a:pt x="1340016" y="761505"/>
                  </a:lnTo>
                  <a:close/>
                </a:path>
              </a:pathLst>
            </a:custGeom>
            <a:solidFill>
              <a:srgbClr val="F4F6F7"/>
            </a:solidFill>
            <a:ln w="1524">
              <a:solidFill>
                <a:srgbClr val="F4F6F7"/>
              </a:solidFill>
            </a:ln>
          </p:spPr>
        </p:sp>
        <p:sp>
          <p:nvSpPr>
            <p:cNvPr id="4219" name="Output_density__4218">
              <a:extLst>
                <a:ext uri="{FF2B5EF4-FFF2-40B4-BE49-F238E27FC236}">
                  <a16:creationId xmlns:a16="http://schemas.microsoft.com/office/drawing/2014/main" id="{C66173F7-1578-0B5B-F298-476B381F9159}"/>
                </a:ext>
              </a:extLst>
            </p:cNvPr>
            <p:cNvSpPr>
              <a:spLocks noGrp="1"/>
            </p:cNvSpPr>
            <p:nvPr/>
          </p:nvSpPr>
          <p:spPr>
            <a:xfrm>
              <a:off x="15341848" y="3371457"/>
              <a:ext cx="1328435" cy="1137807"/>
            </a:xfrm>
            <a:custGeom>
              <a:avLst/>
              <a:gdLst/>
              <a:ahLst/>
              <a:cxnLst/>
              <a:rect l="0" t="0" r="0" b="0"/>
              <a:pathLst>
                <a:path w="1328435" h="1137807">
                  <a:moveTo>
                    <a:pt x="15302" y="853753"/>
                  </a:moveTo>
                  <a:lnTo>
                    <a:pt x="18866" y="821890"/>
                  </a:lnTo>
                  <a:lnTo>
                    <a:pt x="0" y="845983"/>
                  </a:lnTo>
                  <a:close/>
                  <a:moveTo>
                    <a:pt x="75392" y="768843"/>
                  </a:moveTo>
                  <a:lnTo>
                    <a:pt x="18866" y="821890"/>
                  </a:lnTo>
                  <a:lnTo>
                    <a:pt x="64172" y="797796"/>
                  </a:lnTo>
                  <a:close/>
                  <a:moveTo>
                    <a:pt x="75392" y="768843"/>
                  </a:moveTo>
                  <a:lnTo>
                    <a:pt x="40913" y="774832"/>
                  </a:lnTo>
                  <a:lnTo>
                    <a:pt x="18866" y="821890"/>
                  </a:lnTo>
                  <a:close/>
                  <a:moveTo>
                    <a:pt x="135110" y="730780"/>
                  </a:moveTo>
                  <a:lnTo>
                    <a:pt x="94746" y="746259"/>
                  </a:lnTo>
                  <a:lnTo>
                    <a:pt x="149981" y="738143"/>
                  </a:lnTo>
                  <a:close/>
                  <a:moveTo>
                    <a:pt x="94746" y="746259"/>
                  </a:moveTo>
                  <a:lnTo>
                    <a:pt x="75392" y="768843"/>
                  </a:lnTo>
                  <a:lnTo>
                    <a:pt x="149981" y="738143"/>
                  </a:lnTo>
                  <a:close/>
                  <a:moveTo>
                    <a:pt x="149981" y="738143"/>
                  </a:moveTo>
                  <a:lnTo>
                    <a:pt x="75392" y="768843"/>
                  </a:lnTo>
                  <a:lnTo>
                    <a:pt x="139772" y="773702"/>
                  </a:lnTo>
                  <a:close/>
                  <a:moveTo>
                    <a:pt x="106059" y="708828"/>
                  </a:moveTo>
                  <a:lnTo>
                    <a:pt x="94746" y="746259"/>
                  </a:lnTo>
                  <a:lnTo>
                    <a:pt x="135110" y="730780"/>
                  </a:lnTo>
                  <a:close/>
                  <a:moveTo>
                    <a:pt x="106274" y="694723"/>
                  </a:moveTo>
                  <a:lnTo>
                    <a:pt x="135110" y="730780"/>
                  </a:lnTo>
                  <a:lnTo>
                    <a:pt x="157216" y="722165"/>
                  </a:lnTo>
                  <a:close/>
                  <a:moveTo>
                    <a:pt x="106274" y="694723"/>
                  </a:moveTo>
                  <a:lnTo>
                    <a:pt x="157216" y="722165"/>
                  </a:lnTo>
                  <a:lnTo>
                    <a:pt x="141230" y="670629"/>
                  </a:lnTo>
                  <a:close/>
                  <a:moveTo>
                    <a:pt x="415011" y="968870"/>
                  </a:moveTo>
                  <a:lnTo>
                    <a:pt x="344123" y="939978"/>
                  </a:lnTo>
                  <a:lnTo>
                    <a:pt x="366209" y="979848"/>
                  </a:lnTo>
                  <a:close/>
                  <a:moveTo>
                    <a:pt x="141230" y="670629"/>
                  </a:moveTo>
                  <a:lnTo>
                    <a:pt x="157216" y="722165"/>
                  </a:lnTo>
                  <a:lnTo>
                    <a:pt x="206824" y="710461"/>
                  </a:lnTo>
                  <a:close/>
                  <a:moveTo>
                    <a:pt x="132106" y="619092"/>
                  </a:moveTo>
                  <a:lnTo>
                    <a:pt x="202560" y="651184"/>
                  </a:lnTo>
                  <a:lnTo>
                    <a:pt x="181731" y="605375"/>
                  </a:lnTo>
                  <a:close/>
                  <a:moveTo>
                    <a:pt x="132106" y="619092"/>
                  </a:moveTo>
                  <a:lnTo>
                    <a:pt x="141230" y="670629"/>
                  </a:lnTo>
                  <a:lnTo>
                    <a:pt x="202560" y="651184"/>
                  </a:lnTo>
                  <a:close/>
                  <a:moveTo>
                    <a:pt x="459360" y="955754"/>
                  </a:moveTo>
                  <a:lnTo>
                    <a:pt x="471450" y="1007291"/>
                  </a:lnTo>
                  <a:lnTo>
                    <a:pt x="502912" y="998133"/>
                  </a:lnTo>
                  <a:close/>
                  <a:moveTo>
                    <a:pt x="822624" y="1116352"/>
                  </a:moveTo>
                  <a:lnTo>
                    <a:pt x="736976" y="1090931"/>
                  </a:lnTo>
                  <a:lnTo>
                    <a:pt x="759722" y="1137807"/>
                  </a:lnTo>
                  <a:close/>
                  <a:moveTo>
                    <a:pt x="843602" y="1062176"/>
                  </a:moveTo>
                  <a:lnTo>
                    <a:pt x="838034" y="1113713"/>
                  </a:lnTo>
                  <a:lnTo>
                    <a:pt x="893424" y="1089619"/>
                  </a:lnTo>
                  <a:close/>
                  <a:moveTo>
                    <a:pt x="843602" y="1062176"/>
                  </a:moveTo>
                  <a:lnTo>
                    <a:pt x="893424" y="1089619"/>
                  </a:lnTo>
                  <a:lnTo>
                    <a:pt x="882052" y="1038082"/>
                  </a:lnTo>
                  <a:close/>
                  <a:moveTo>
                    <a:pt x="882052" y="1038082"/>
                  </a:moveTo>
                  <a:lnTo>
                    <a:pt x="921640" y="1027304"/>
                  </a:lnTo>
                  <a:lnTo>
                    <a:pt x="909102" y="1021286"/>
                  </a:lnTo>
                  <a:close/>
                  <a:moveTo>
                    <a:pt x="912801" y="1065525"/>
                  </a:moveTo>
                  <a:lnTo>
                    <a:pt x="921640" y="1027304"/>
                  </a:lnTo>
                  <a:lnTo>
                    <a:pt x="882052" y="1038082"/>
                  </a:lnTo>
                  <a:close/>
                  <a:moveTo>
                    <a:pt x="893424" y="1089619"/>
                  </a:moveTo>
                  <a:lnTo>
                    <a:pt x="912801" y="1065525"/>
                  </a:lnTo>
                  <a:lnTo>
                    <a:pt x="882052" y="1038082"/>
                  </a:lnTo>
                  <a:close/>
                  <a:moveTo>
                    <a:pt x="896952" y="962452"/>
                  </a:moveTo>
                  <a:lnTo>
                    <a:pt x="909102" y="1021286"/>
                  </a:lnTo>
                  <a:lnTo>
                    <a:pt x="915204" y="1003243"/>
                  </a:lnTo>
                  <a:close/>
                  <a:moveTo>
                    <a:pt x="882052" y="1038082"/>
                  </a:moveTo>
                  <a:lnTo>
                    <a:pt x="909102" y="1021286"/>
                  </a:lnTo>
                  <a:lnTo>
                    <a:pt x="896952" y="962452"/>
                  </a:lnTo>
                  <a:close/>
                  <a:moveTo>
                    <a:pt x="909102" y="1021286"/>
                  </a:moveTo>
                  <a:lnTo>
                    <a:pt x="924243" y="1013989"/>
                  </a:lnTo>
                  <a:lnTo>
                    <a:pt x="915204" y="1003243"/>
                  </a:lnTo>
                  <a:close/>
                  <a:moveTo>
                    <a:pt x="396046" y="419835"/>
                  </a:moveTo>
                  <a:lnTo>
                    <a:pt x="430078" y="412175"/>
                  </a:lnTo>
                  <a:lnTo>
                    <a:pt x="396155" y="419643"/>
                  </a:lnTo>
                  <a:close/>
                  <a:moveTo>
                    <a:pt x="430078" y="412175"/>
                  </a:moveTo>
                  <a:lnTo>
                    <a:pt x="433014" y="395549"/>
                  </a:lnTo>
                  <a:lnTo>
                    <a:pt x="396155" y="419643"/>
                  </a:lnTo>
                  <a:close/>
                  <a:moveTo>
                    <a:pt x="382439" y="368106"/>
                  </a:moveTo>
                  <a:lnTo>
                    <a:pt x="396155" y="419643"/>
                  </a:lnTo>
                  <a:lnTo>
                    <a:pt x="433014" y="395549"/>
                  </a:lnTo>
                  <a:close/>
                  <a:moveTo>
                    <a:pt x="382439" y="368106"/>
                  </a:moveTo>
                  <a:lnTo>
                    <a:pt x="433014" y="395549"/>
                  </a:lnTo>
                  <a:lnTo>
                    <a:pt x="428487" y="344013"/>
                  </a:lnTo>
                  <a:close/>
                  <a:moveTo>
                    <a:pt x="919244" y="950298"/>
                  </a:moveTo>
                  <a:lnTo>
                    <a:pt x="915204" y="1003243"/>
                  </a:lnTo>
                  <a:lnTo>
                    <a:pt x="940771" y="938358"/>
                  </a:lnTo>
                  <a:close/>
                  <a:moveTo>
                    <a:pt x="940771" y="938358"/>
                  </a:moveTo>
                  <a:lnTo>
                    <a:pt x="915204" y="1003243"/>
                  </a:lnTo>
                  <a:lnTo>
                    <a:pt x="924243" y="1013989"/>
                  </a:lnTo>
                  <a:close/>
                  <a:moveTo>
                    <a:pt x="896952" y="962452"/>
                  </a:moveTo>
                  <a:lnTo>
                    <a:pt x="915204" y="1003243"/>
                  </a:lnTo>
                  <a:lnTo>
                    <a:pt x="919244" y="950298"/>
                  </a:lnTo>
                  <a:close/>
                  <a:moveTo>
                    <a:pt x="880135" y="910915"/>
                  </a:moveTo>
                  <a:lnTo>
                    <a:pt x="919244" y="950298"/>
                  </a:lnTo>
                  <a:lnTo>
                    <a:pt x="905654" y="898603"/>
                  </a:lnTo>
                  <a:close/>
                  <a:moveTo>
                    <a:pt x="880135" y="910915"/>
                  </a:moveTo>
                  <a:lnTo>
                    <a:pt x="896952" y="962452"/>
                  </a:lnTo>
                  <a:lnTo>
                    <a:pt x="919244" y="950298"/>
                  </a:lnTo>
                  <a:close/>
                  <a:moveTo>
                    <a:pt x="940771" y="938358"/>
                  </a:moveTo>
                  <a:lnTo>
                    <a:pt x="929076" y="886821"/>
                  </a:lnTo>
                  <a:lnTo>
                    <a:pt x="919244" y="950298"/>
                  </a:lnTo>
                  <a:close/>
                  <a:moveTo>
                    <a:pt x="929076" y="886821"/>
                  </a:moveTo>
                  <a:lnTo>
                    <a:pt x="905654" y="898603"/>
                  </a:lnTo>
                  <a:lnTo>
                    <a:pt x="919244" y="950298"/>
                  </a:lnTo>
                  <a:close/>
                  <a:moveTo>
                    <a:pt x="428487" y="344013"/>
                  </a:moveTo>
                  <a:lnTo>
                    <a:pt x="496713" y="375743"/>
                  </a:lnTo>
                  <a:lnTo>
                    <a:pt x="479641" y="326879"/>
                  </a:lnTo>
                  <a:close/>
                  <a:moveTo>
                    <a:pt x="428487" y="344013"/>
                  </a:moveTo>
                  <a:lnTo>
                    <a:pt x="433014" y="395549"/>
                  </a:lnTo>
                  <a:lnTo>
                    <a:pt x="496713" y="375743"/>
                  </a:lnTo>
                  <a:close/>
                  <a:moveTo>
                    <a:pt x="523126" y="371455"/>
                  </a:moveTo>
                  <a:lnTo>
                    <a:pt x="539397" y="336647"/>
                  </a:lnTo>
                  <a:lnTo>
                    <a:pt x="496713" y="375743"/>
                  </a:lnTo>
                  <a:close/>
                  <a:moveTo>
                    <a:pt x="496713" y="375743"/>
                  </a:moveTo>
                  <a:lnTo>
                    <a:pt x="528630" y="325034"/>
                  </a:lnTo>
                  <a:lnTo>
                    <a:pt x="479641" y="326879"/>
                  </a:lnTo>
                  <a:close/>
                  <a:moveTo>
                    <a:pt x="450129" y="312465"/>
                  </a:moveTo>
                  <a:lnTo>
                    <a:pt x="428487" y="344013"/>
                  </a:lnTo>
                  <a:lnTo>
                    <a:pt x="479641" y="326879"/>
                  </a:lnTo>
                  <a:close/>
                  <a:moveTo>
                    <a:pt x="1008777" y="684024"/>
                  </a:moveTo>
                  <a:lnTo>
                    <a:pt x="1043750" y="736812"/>
                  </a:lnTo>
                  <a:lnTo>
                    <a:pt x="1044633" y="733103"/>
                  </a:lnTo>
                  <a:close/>
                  <a:moveTo>
                    <a:pt x="1043750" y="736812"/>
                  </a:moveTo>
                  <a:lnTo>
                    <a:pt x="1054575" y="735560"/>
                  </a:lnTo>
                  <a:lnTo>
                    <a:pt x="1044633" y="733103"/>
                  </a:lnTo>
                  <a:close/>
                  <a:moveTo>
                    <a:pt x="806780" y="196100"/>
                  </a:moveTo>
                  <a:lnTo>
                    <a:pt x="846262" y="223543"/>
                  </a:lnTo>
                  <a:lnTo>
                    <a:pt x="839732" y="172006"/>
                  </a:lnTo>
                  <a:close/>
                  <a:moveTo>
                    <a:pt x="846262" y="223543"/>
                  </a:moveTo>
                  <a:lnTo>
                    <a:pt x="883806" y="275079"/>
                  </a:lnTo>
                  <a:lnTo>
                    <a:pt x="912270" y="199449"/>
                  </a:lnTo>
                  <a:close/>
                  <a:moveTo>
                    <a:pt x="839732" y="172006"/>
                  </a:moveTo>
                  <a:lnTo>
                    <a:pt x="909907" y="174041"/>
                  </a:lnTo>
                  <a:lnTo>
                    <a:pt x="900705" y="149712"/>
                  </a:lnTo>
                  <a:close/>
                  <a:moveTo>
                    <a:pt x="912270" y="199449"/>
                  </a:moveTo>
                  <a:lnTo>
                    <a:pt x="909907" y="174041"/>
                  </a:lnTo>
                  <a:lnTo>
                    <a:pt x="839732" y="172006"/>
                  </a:lnTo>
                  <a:close/>
                  <a:moveTo>
                    <a:pt x="846262" y="223543"/>
                  </a:moveTo>
                  <a:lnTo>
                    <a:pt x="912270" y="199449"/>
                  </a:lnTo>
                  <a:lnTo>
                    <a:pt x="839732" y="172006"/>
                  </a:lnTo>
                  <a:close/>
                  <a:moveTo>
                    <a:pt x="813387" y="119976"/>
                  </a:moveTo>
                  <a:lnTo>
                    <a:pt x="813234" y="122172"/>
                  </a:lnTo>
                  <a:lnTo>
                    <a:pt x="882106" y="96376"/>
                  </a:lnTo>
                  <a:close/>
                  <a:moveTo>
                    <a:pt x="813234" y="122172"/>
                  </a:moveTo>
                  <a:lnTo>
                    <a:pt x="839732" y="172006"/>
                  </a:lnTo>
                  <a:lnTo>
                    <a:pt x="882106" y="96376"/>
                  </a:lnTo>
                  <a:close/>
                  <a:moveTo>
                    <a:pt x="882106" y="96376"/>
                  </a:moveTo>
                  <a:lnTo>
                    <a:pt x="839732" y="172006"/>
                  </a:lnTo>
                  <a:lnTo>
                    <a:pt x="897188" y="126484"/>
                  </a:lnTo>
                  <a:close/>
                  <a:moveTo>
                    <a:pt x="897188" y="126484"/>
                  </a:moveTo>
                  <a:lnTo>
                    <a:pt x="839732" y="172006"/>
                  </a:lnTo>
                  <a:lnTo>
                    <a:pt x="900705" y="149712"/>
                  </a:lnTo>
                  <a:close/>
                  <a:moveTo>
                    <a:pt x="900705" y="149712"/>
                  </a:moveTo>
                  <a:lnTo>
                    <a:pt x="914662" y="147912"/>
                  </a:lnTo>
                  <a:lnTo>
                    <a:pt x="897188" y="126484"/>
                  </a:lnTo>
                  <a:close/>
                  <a:moveTo>
                    <a:pt x="900705" y="149712"/>
                  </a:moveTo>
                  <a:lnTo>
                    <a:pt x="909907" y="174041"/>
                  </a:lnTo>
                  <a:lnTo>
                    <a:pt x="914662" y="147912"/>
                  </a:lnTo>
                  <a:close/>
                  <a:moveTo>
                    <a:pt x="918559" y="206385"/>
                  </a:moveTo>
                  <a:lnTo>
                    <a:pt x="926503" y="191482"/>
                  </a:lnTo>
                  <a:lnTo>
                    <a:pt x="912270" y="199449"/>
                  </a:lnTo>
                  <a:close/>
                  <a:moveTo>
                    <a:pt x="909907" y="174041"/>
                  </a:moveTo>
                  <a:lnTo>
                    <a:pt x="912270" y="199449"/>
                  </a:lnTo>
                  <a:lnTo>
                    <a:pt x="926503" y="191482"/>
                  </a:lnTo>
                  <a:close/>
                  <a:moveTo>
                    <a:pt x="961715" y="138094"/>
                  </a:moveTo>
                  <a:lnTo>
                    <a:pt x="914662" y="147912"/>
                  </a:lnTo>
                  <a:lnTo>
                    <a:pt x="991488" y="169481"/>
                  </a:lnTo>
                  <a:close/>
                  <a:moveTo>
                    <a:pt x="914662" y="147912"/>
                  </a:moveTo>
                  <a:lnTo>
                    <a:pt x="909907" y="174041"/>
                  </a:lnTo>
                  <a:lnTo>
                    <a:pt x="991488" y="169481"/>
                  </a:lnTo>
                  <a:close/>
                  <a:moveTo>
                    <a:pt x="991488" y="169481"/>
                  </a:moveTo>
                  <a:lnTo>
                    <a:pt x="909907" y="174041"/>
                  </a:lnTo>
                  <a:lnTo>
                    <a:pt x="982751" y="175355"/>
                  </a:lnTo>
                  <a:close/>
                  <a:moveTo>
                    <a:pt x="982751" y="175355"/>
                  </a:moveTo>
                  <a:lnTo>
                    <a:pt x="909907" y="174041"/>
                  </a:lnTo>
                  <a:lnTo>
                    <a:pt x="926503" y="191482"/>
                  </a:lnTo>
                  <a:close/>
                  <a:moveTo>
                    <a:pt x="961715" y="138094"/>
                  </a:moveTo>
                  <a:lnTo>
                    <a:pt x="897188" y="126484"/>
                  </a:lnTo>
                  <a:lnTo>
                    <a:pt x="914662" y="147912"/>
                  </a:lnTo>
                  <a:close/>
                  <a:moveTo>
                    <a:pt x="893954" y="92458"/>
                  </a:moveTo>
                  <a:lnTo>
                    <a:pt x="897188" y="126484"/>
                  </a:lnTo>
                  <a:lnTo>
                    <a:pt x="961715" y="138094"/>
                  </a:lnTo>
                  <a:close/>
                  <a:moveTo>
                    <a:pt x="961715" y="138094"/>
                  </a:moveTo>
                  <a:lnTo>
                    <a:pt x="1007143" y="123818"/>
                  </a:lnTo>
                  <a:lnTo>
                    <a:pt x="1017083" y="90500"/>
                  </a:lnTo>
                  <a:close/>
                  <a:moveTo>
                    <a:pt x="961715" y="138094"/>
                  </a:moveTo>
                  <a:lnTo>
                    <a:pt x="991488" y="169481"/>
                  </a:lnTo>
                  <a:lnTo>
                    <a:pt x="1007143" y="123818"/>
                  </a:lnTo>
                  <a:close/>
                  <a:moveTo>
                    <a:pt x="882106" y="96376"/>
                  </a:moveTo>
                  <a:lnTo>
                    <a:pt x="897188" y="126484"/>
                  </a:lnTo>
                  <a:lnTo>
                    <a:pt x="893954" y="92458"/>
                  </a:lnTo>
                  <a:close/>
                  <a:moveTo>
                    <a:pt x="866264" y="44839"/>
                  </a:moveTo>
                  <a:lnTo>
                    <a:pt x="893954" y="92458"/>
                  </a:lnTo>
                  <a:lnTo>
                    <a:pt x="878401" y="42359"/>
                  </a:lnTo>
                  <a:close/>
                  <a:moveTo>
                    <a:pt x="866264" y="44839"/>
                  </a:moveTo>
                  <a:lnTo>
                    <a:pt x="882106" y="96376"/>
                  </a:lnTo>
                  <a:lnTo>
                    <a:pt x="893954" y="92458"/>
                  </a:lnTo>
                  <a:close/>
                  <a:moveTo>
                    <a:pt x="1048750" y="105319"/>
                  </a:moveTo>
                  <a:lnTo>
                    <a:pt x="1007143" y="123818"/>
                  </a:lnTo>
                  <a:lnTo>
                    <a:pt x="1061672" y="122311"/>
                  </a:lnTo>
                  <a:close/>
                  <a:moveTo>
                    <a:pt x="1061672" y="122311"/>
                  </a:moveTo>
                  <a:lnTo>
                    <a:pt x="1007143" y="123818"/>
                  </a:lnTo>
                  <a:lnTo>
                    <a:pt x="991488" y="169481"/>
                  </a:lnTo>
                  <a:close/>
                  <a:moveTo>
                    <a:pt x="1017083" y="90500"/>
                  </a:moveTo>
                  <a:lnTo>
                    <a:pt x="1007143" y="123818"/>
                  </a:lnTo>
                  <a:lnTo>
                    <a:pt x="1048750" y="105319"/>
                  </a:lnTo>
                  <a:close/>
                  <a:moveTo>
                    <a:pt x="1017083" y="90500"/>
                  </a:moveTo>
                  <a:lnTo>
                    <a:pt x="1048750" y="105319"/>
                  </a:lnTo>
                  <a:lnTo>
                    <a:pt x="1026450" y="72282"/>
                  </a:lnTo>
                  <a:close/>
                  <a:moveTo>
                    <a:pt x="1026450" y="72282"/>
                  </a:moveTo>
                  <a:lnTo>
                    <a:pt x="1048750" y="105319"/>
                  </a:lnTo>
                  <a:lnTo>
                    <a:pt x="1061599" y="99725"/>
                  </a:lnTo>
                  <a:close/>
                  <a:moveTo>
                    <a:pt x="1026450" y="72282"/>
                  </a:moveTo>
                  <a:lnTo>
                    <a:pt x="1061599" y="99725"/>
                  </a:lnTo>
                  <a:lnTo>
                    <a:pt x="1067808" y="48188"/>
                  </a:lnTo>
                  <a:close/>
                  <a:moveTo>
                    <a:pt x="1048750" y="105319"/>
                  </a:moveTo>
                  <a:lnTo>
                    <a:pt x="1061672" y="122311"/>
                  </a:lnTo>
                  <a:lnTo>
                    <a:pt x="1061599" y="99725"/>
                  </a:lnTo>
                  <a:close/>
                  <a:moveTo>
                    <a:pt x="1067808" y="48188"/>
                  </a:moveTo>
                  <a:lnTo>
                    <a:pt x="1120085" y="85307"/>
                  </a:lnTo>
                  <a:lnTo>
                    <a:pt x="1102037" y="37237"/>
                  </a:lnTo>
                  <a:close/>
                  <a:moveTo>
                    <a:pt x="1067808" y="48188"/>
                  </a:moveTo>
                  <a:lnTo>
                    <a:pt x="1061599" y="99725"/>
                  </a:lnTo>
                  <a:lnTo>
                    <a:pt x="1120085" y="85307"/>
                  </a:lnTo>
                  <a:close/>
                  <a:moveTo>
                    <a:pt x="1120085" y="85307"/>
                  </a:moveTo>
                  <a:lnTo>
                    <a:pt x="1154940" y="32209"/>
                  </a:lnTo>
                  <a:lnTo>
                    <a:pt x="1102037" y="37237"/>
                  </a:lnTo>
                  <a:close/>
                  <a:moveTo>
                    <a:pt x="1083472" y="29139"/>
                  </a:moveTo>
                  <a:lnTo>
                    <a:pt x="1067808" y="48188"/>
                  </a:lnTo>
                  <a:lnTo>
                    <a:pt x="1102037" y="37237"/>
                  </a:lnTo>
                  <a:close/>
                  <a:moveTo>
                    <a:pt x="1250893" y="51536"/>
                  </a:moveTo>
                  <a:lnTo>
                    <a:pt x="1241446" y="62606"/>
                  </a:lnTo>
                  <a:lnTo>
                    <a:pt x="1219158" y="91973"/>
                  </a:lnTo>
                  <a:close/>
                  <a:moveTo>
                    <a:pt x="1243940" y="9951"/>
                  </a:moveTo>
                  <a:lnTo>
                    <a:pt x="1241446" y="62606"/>
                  </a:lnTo>
                  <a:lnTo>
                    <a:pt x="1250893" y="51536"/>
                  </a:lnTo>
                  <a:close/>
                  <a:moveTo>
                    <a:pt x="1244690" y="0"/>
                  </a:moveTo>
                  <a:lnTo>
                    <a:pt x="1241446" y="62606"/>
                  </a:lnTo>
                  <a:lnTo>
                    <a:pt x="1243940" y="9951"/>
                  </a:lnTo>
                  <a:close/>
                  <a:moveTo>
                    <a:pt x="1244690" y="0"/>
                  </a:moveTo>
                  <a:lnTo>
                    <a:pt x="1239235" y="1661"/>
                  </a:lnTo>
                  <a:lnTo>
                    <a:pt x="1221747" y="61876"/>
                  </a:lnTo>
                  <a:close/>
                  <a:moveTo>
                    <a:pt x="1263077" y="45021"/>
                  </a:moveTo>
                  <a:lnTo>
                    <a:pt x="1250893" y="51536"/>
                  </a:lnTo>
                  <a:lnTo>
                    <a:pt x="1293506" y="60370"/>
                  </a:lnTo>
                  <a:close/>
                  <a:moveTo>
                    <a:pt x="1243940" y="9951"/>
                  </a:moveTo>
                  <a:lnTo>
                    <a:pt x="1250893" y="51536"/>
                  </a:lnTo>
                  <a:lnTo>
                    <a:pt x="1263077" y="45021"/>
                  </a:lnTo>
                  <a:close/>
                  <a:moveTo>
                    <a:pt x="1244690" y="0"/>
                  </a:moveTo>
                  <a:lnTo>
                    <a:pt x="1243940" y="9951"/>
                  </a:lnTo>
                  <a:lnTo>
                    <a:pt x="1328435" y="16288"/>
                  </a:lnTo>
                  <a:close/>
                  <a:moveTo>
                    <a:pt x="1328435" y="16288"/>
                  </a:moveTo>
                  <a:lnTo>
                    <a:pt x="1243940" y="9951"/>
                  </a:lnTo>
                  <a:lnTo>
                    <a:pt x="1314404" y="27443"/>
                  </a:lnTo>
                  <a:close/>
                  <a:moveTo>
                    <a:pt x="1314404" y="27443"/>
                  </a:moveTo>
                  <a:lnTo>
                    <a:pt x="1243940" y="9951"/>
                  </a:lnTo>
                  <a:lnTo>
                    <a:pt x="1263077" y="45021"/>
                  </a:lnTo>
                  <a:close/>
                </a:path>
              </a:pathLst>
            </a:custGeom>
            <a:solidFill>
              <a:srgbClr val="F5F7F8"/>
            </a:solidFill>
            <a:ln w="1524">
              <a:solidFill>
                <a:srgbClr val="F5F7F8"/>
              </a:solidFill>
            </a:ln>
          </p:spPr>
        </p:sp>
        <p:sp>
          <p:nvSpPr>
            <p:cNvPr id="4220" name="Output_density__4219">
              <a:extLst>
                <a:ext uri="{FF2B5EF4-FFF2-40B4-BE49-F238E27FC236}">
                  <a16:creationId xmlns:a16="http://schemas.microsoft.com/office/drawing/2014/main" id="{D4384305-43B3-F0AA-324B-FDF57A1707CD}"/>
                </a:ext>
              </a:extLst>
            </p:cNvPr>
            <p:cNvSpPr>
              <a:spLocks noGrp="1"/>
            </p:cNvSpPr>
            <p:nvPr/>
          </p:nvSpPr>
          <p:spPr>
            <a:xfrm>
              <a:off x="15520307" y="2623380"/>
              <a:ext cx="1225552" cy="2112775"/>
            </a:xfrm>
            <a:custGeom>
              <a:avLst/>
              <a:gdLst/>
              <a:ahLst/>
              <a:cxnLst/>
              <a:rect l="0" t="0" r="0" b="0"/>
              <a:pathLst>
                <a:path w="1225552" h="2112775">
                  <a:moveTo>
                    <a:pt x="306785" y="2009702"/>
                  </a:moveTo>
                  <a:lnTo>
                    <a:pt x="283108" y="2047606"/>
                  </a:lnTo>
                  <a:lnTo>
                    <a:pt x="309567" y="2011632"/>
                  </a:lnTo>
                  <a:close/>
                  <a:moveTo>
                    <a:pt x="309567" y="2011632"/>
                  </a:moveTo>
                  <a:lnTo>
                    <a:pt x="353706" y="2011380"/>
                  </a:lnTo>
                  <a:lnTo>
                    <a:pt x="330883" y="2009702"/>
                  </a:lnTo>
                  <a:close/>
                  <a:moveTo>
                    <a:pt x="0" y="1700482"/>
                  </a:moveTo>
                  <a:lnTo>
                    <a:pt x="23225" y="1713687"/>
                  </a:lnTo>
                  <a:lnTo>
                    <a:pt x="47957" y="1732222"/>
                  </a:lnTo>
                  <a:close/>
                  <a:moveTo>
                    <a:pt x="96058" y="1737388"/>
                  </a:moveTo>
                  <a:lnTo>
                    <a:pt x="47957" y="1732222"/>
                  </a:lnTo>
                  <a:lnTo>
                    <a:pt x="23225" y="1713687"/>
                  </a:lnTo>
                  <a:close/>
                  <a:moveTo>
                    <a:pt x="465883" y="2112775"/>
                  </a:moveTo>
                  <a:lnTo>
                    <a:pt x="471923" y="2088681"/>
                  </a:lnTo>
                  <a:lnTo>
                    <a:pt x="422963" y="2086248"/>
                  </a:lnTo>
                  <a:close/>
                  <a:moveTo>
                    <a:pt x="471923" y="2088681"/>
                  </a:moveTo>
                  <a:lnTo>
                    <a:pt x="458517" y="2084278"/>
                  </a:lnTo>
                  <a:lnTo>
                    <a:pt x="422963" y="2086248"/>
                  </a:lnTo>
                  <a:close/>
                  <a:moveTo>
                    <a:pt x="309567" y="2011632"/>
                  </a:moveTo>
                  <a:lnTo>
                    <a:pt x="286768" y="1989836"/>
                  </a:lnTo>
                  <a:lnTo>
                    <a:pt x="306785" y="2009702"/>
                  </a:lnTo>
                  <a:close/>
                  <a:moveTo>
                    <a:pt x="349440" y="2025808"/>
                  </a:moveTo>
                  <a:lnTo>
                    <a:pt x="330883" y="2009702"/>
                  </a:lnTo>
                  <a:lnTo>
                    <a:pt x="388857" y="2045546"/>
                  </a:lnTo>
                  <a:close/>
                  <a:moveTo>
                    <a:pt x="309567" y="2011632"/>
                  </a:moveTo>
                  <a:lnTo>
                    <a:pt x="330883" y="2009702"/>
                  </a:lnTo>
                  <a:lnTo>
                    <a:pt x="349440" y="2025808"/>
                  </a:lnTo>
                  <a:close/>
                  <a:moveTo>
                    <a:pt x="249472" y="1779462"/>
                  </a:moveTo>
                  <a:lnTo>
                    <a:pt x="231539" y="1759674"/>
                  </a:lnTo>
                  <a:lnTo>
                    <a:pt x="264775" y="1794726"/>
                  </a:lnTo>
                  <a:close/>
                  <a:moveTo>
                    <a:pt x="34956" y="1578665"/>
                  </a:moveTo>
                  <a:lnTo>
                    <a:pt x="8175" y="1537695"/>
                  </a:lnTo>
                  <a:lnTo>
                    <a:pt x="11380" y="1573315"/>
                  </a:lnTo>
                  <a:close/>
                  <a:moveTo>
                    <a:pt x="505875" y="2064587"/>
                  </a:moveTo>
                  <a:lnTo>
                    <a:pt x="471923" y="2088681"/>
                  </a:lnTo>
                  <a:lnTo>
                    <a:pt x="509896" y="2101695"/>
                  </a:lnTo>
                  <a:close/>
                  <a:moveTo>
                    <a:pt x="471923" y="2088681"/>
                  </a:moveTo>
                  <a:lnTo>
                    <a:pt x="505875" y="2064587"/>
                  </a:lnTo>
                  <a:lnTo>
                    <a:pt x="458517" y="2084278"/>
                  </a:lnTo>
                  <a:close/>
                  <a:moveTo>
                    <a:pt x="340565" y="1817948"/>
                  </a:moveTo>
                  <a:lnTo>
                    <a:pt x="319931" y="1780579"/>
                  </a:lnTo>
                  <a:lnTo>
                    <a:pt x="292137" y="1811565"/>
                  </a:lnTo>
                  <a:close/>
                  <a:moveTo>
                    <a:pt x="94698" y="1497685"/>
                  </a:moveTo>
                  <a:lnTo>
                    <a:pt x="61271" y="1521778"/>
                  </a:lnTo>
                  <a:lnTo>
                    <a:pt x="82786" y="1549221"/>
                  </a:lnTo>
                  <a:close/>
                  <a:moveTo>
                    <a:pt x="109979" y="1497685"/>
                  </a:moveTo>
                  <a:lnTo>
                    <a:pt x="100217" y="1563591"/>
                  </a:lnTo>
                  <a:lnTo>
                    <a:pt x="128784" y="1550167"/>
                  </a:lnTo>
                  <a:close/>
                  <a:moveTo>
                    <a:pt x="292835" y="1646428"/>
                  </a:moveTo>
                  <a:lnTo>
                    <a:pt x="322211" y="1654204"/>
                  </a:lnTo>
                  <a:lnTo>
                    <a:pt x="255193" y="1639048"/>
                  </a:lnTo>
                  <a:close/>
                  <a:moveTo>
                    <a:pt x="301497" y="1652294"/>
                  </a:moveTo>
                  <a:lnTo>
                    <a:pt x="337882" y="1673018"/>
                  </a:lnTo>
                  <a:lnTo>
                    <a:pt x="322211" y="1654204"/>
                  </a:lnTo>
                  <a:close/>
                  <a:moveTo>
                    <a:pt x="322211" y="1654204"/>
                  </a:moveTo>
                  <a:lnTo>
                    <a:pt x="337882" y="1673018"/>
                  </a:lnTo>
                  <a:lnTo>
                    <a:pt x="368696" y="1653328"/>
                  </a:lnTo>
                  <a:close/>
                  <a:moveTo>
                    <a:pt x="301497" y="1652294"/>
                  </a:moveTo>
                  <a:lnTo>
                    <a:pt x="322211" y="1654204"/>
                  </a:lnTo>
                  <a:lnTo>
                    <a:pt x="292835" y="1646428"/>
                  </a:lnTo>
                  <a:close/>
                  <a:moveTo>
                    <a:pt x="599394" y="1988330"/>
                  </a:moveTo>
                  <a:lnTo>
                    <a:pt x="598965" y="1990235"/>
                  </a:lnTo>
                  <a:lnTo>
                    <a:pt x="598974" y="1988957"/>
                  </a:lnTo>
                  <a:close/>
                  <a:moveTo>
                    <a:pt x="599394" y="1988330"/>
                  </a:moveTo>
                  <a:lnTo>
                    <a:pt x="598974" y="1988957"/>
                  </a:lnTo>
                  <a:lnTo>
                    <a:pt x="598382" y="1988055"/>
                  </a:lnTo>
                  <a:close/>
                  <a:moveTo>
                    <a:pt x="644165" y="1864428"/>
                  </a:moveTo>
                  <a:lnTo>
                    <a:pt x="637484" y="1937420"/>
                  </a:lnTo>
                  <a:lnTo>
                    <a:pt x="703020" y="1895027"/>
                  </a:lnTo>
                  <a:close/>
                  <a:moveTo>
                    <a:pt x="372455" y="1556938"/>
                  </a:moveTo>
                  <a:lnTo>
                    <a:pt x="327032" y="1618627"/>
                  </a:lnTo>
                  <a:lnTo>
                    <a:pt x="376543" y="1616358"/>
                  </a:lnTo>
                  <a:close/>
                  <a:moveTo>
                    <a:pt x="287725" y="1525127"/>
                  </a:moveTo>
                  <a:lnTo>
                    <a:pt x="375873" y="1545264"/>
                  </a:lnTo>
                  <a:lnTo>
                    <a:pt x="344119" y="1552570"/>
                  </a:lnTo>
                  <a:close/>
                  <a:moveTo>
                    <a:pt x="344119" y="1552570"/>
                  </a:moveTo>
                  <a:lnTo>
                    <a:pt x="372455" y="1556938"/>
                  </a:lnTo>
                  <a:lnTo>
                    <a:pt x="287725" y="1525127"/>
                  </a:lnTo>
                  <a:close/>
                  <a:moveTo>
                    <a:pt x="178286" y="1412619"/>
                  </a:moveTo>
                  <a:lnTo>
                    <a:pt x="202000" y="1456082"/>
                  </a:lnTo>
                  <a:lnTo>
                    <a:pt x="230235" y="1408367"/>
                  </a:lnTo>
                  <a:close/>
                  <a:moveTo>
                    <a:pt x="178286" y="1412619"/>
                  </a:moveTo>
                  <a:lnTo>
                    <a:pt x="230235" y="1408367"/>
                  </a:lnTo>
                  <a:lnTo>
                    <a:pt x="192181" y="1382499"/>
                  </a:lnTo>
                  <a:close/>
                  <a:moveTo>
                    <a:pt x="230235" y="1408367"/>
                  </a:moveTo>
                  <a:lnTo>
                    <a:pt x="263537" y="1419275"/>
                  </a:lnTo>
                  <a:lnTo>
                    <a:pt x="236830" y="1374758"/>
                  </a:lnTo>
                  <a:close/>
                  <a:moveTo>
                    <a:pt x="714965" y="1837695"/>
                  </a:moveTo>
                  <a:lnTo>
                    <a:pt x="703020" y="1895027"/>
                  </a:lnTo>
                  <a:lnTo>
                    <a:pt x="733128" y="1872695"/>
                  </a:lnTo>
                  <a:close/>
                  <a:moveTo>
                    <a:pt x="401049" y="1504492"/>
                  </a:moveTo>
                  <a:lnTo>
                    <a:pt x="433961" y="1482173"/>
                  </a:lnTo>
                  <a:lnTo>
                    <a:pt x="426736" y="1476939"/>
                  </a:lnTo>
                  <a:close/>
                  <a:moveTo>
                    <a:pt x="419793" y="1534795"/>
                  </a:moveTo>
                  <a:lnTo>
                    <a:pt x="433961" y="1482173"/>
                  </a:lnTo>
                  <a:lnTo>
                    <a:pt x="401049" y="1504492"/>
                  </a:lnTo>
                  <a:close/>
                  <a:moveTo>
                    <a:pt x="375873" y="1545264"/>
                  </a:moveTo>
                  <a:lnTo>
                    <a:pt x="419793" y="1534795"/>
                  </a:lnTo>
                  <a:lnTo>
                    <a:pt x="401049" y="1504492"/>
                  </a:lnTo>
                  <a:close/>
                  <a:moveTo>
                    <a:pt x="433961" y="1482173"/>
                  </a:moveTo>
                  <a:lnTo>
                    <a:pt x="382435" y="1434898"/>
                  </a:lnTo>
                  <a:lnTo>
                    <a:pt x="426736" y="1476939"/>
                  </a:lnTo>
                  <a:close/>
                  <a:moveTo>
                    <a:pt x="278365" y="1344478"/>
                  </a:moveTo>
                  <a:lnTo>
                    <a:pt x="239084" y="1338430"/>
                  </a:lnTo>
                  <a:lnTo>
                    <a:pt x="236830" y="1374758"/>
                  </a:lnTo>
                  <a:close/>
                  <a:moveTo>
                    <a:pt x="797020" y="1802003"/>
                  </a:moveTo>
                  <a:lnTo>
                    <a:pt x="745784" y="1762065"/>
                  </a:lnTo>
                  <a:lnTo>
                    <a:pt x="783940" y="1826758"/>
                  </a:lnTo>
                  <a:close/>
                  <a:moveTo>
                    <a:pt x="743181" y="1775381"/>
                  </a:moveTo>
                  <a:lnTo>
                    <a:pt x="781453" y="1813602"/>
                  </a:lnTo>
                  <a:lnTo>
                    <a:pt x="783940" y="1826758"/>
                  </a:lnTo>
                  <a:close/>
                  <a:moveTo>
                    <a:pt x="415117" y="1459511"/>
                  </a:moveTo>
                  <a:lnTo>
                    <a:pt x="426736" y="1476939"/>
                  </a:lnTo>
                  <a:lnTo>
                    <a:pt x="382435" y="1434898"/>
                  </a:lnTo>
                  <a:close/>
                  <a:moveTo>
                    <a:pt x="309395" y="1201591"/>
                  </a:moveTo>
                  <a:lnTo>
                    <a:pt x="278191" y="1219823"/>
                  </a:lnTo>
                  <a:lnTo>
                    <a:pt x="360581" y="1218290"/>
                  </a:lnTo>
                  <a:close/>
                  <a:moveTo>
                    <a:pt x="146202" y="1075690"/>
                  </a:moveTo>
                  <a:lnTo>
                    <a:pt x="110588" y="1053216"/>
                  </a:lnTo>
                  <a:lnTo>
                    <a:pt x="128845" y="1064646"/>
                  </a:lnTo>
                  <a:close/>
                  <a:moveTo>
                    <a:pt x="586250" y="1428752"/>
                  </a:moveTo>
                  <a:lnTo>
                    <a:pt x="558178" y="1472817"/>
                  </a:lnTo>
                  <a:lnTo>
                    <a:pt x="588305" y="1432659"/>
                  </a:lnTo>
                  <a:close/>
                  <a:moveTo>
                    <a:pt x="629666" y="1480288"/>
                  </a:moveTo>
                  <a:lnTo>
                    <a:pt x="642193" y="1489574"/>
                  </a:lnTo>
                  <a:lnTo>
                    <a:pt x="588305" y="1432659"/>
                  </a:lnTo>
                  <a:close/>
                  <a:moveTo>
                    <a:pt x="375652" y="1177881"/>
                  </a:moveTo>
                  <a:lnTo>
                    <a:pt x="309395" y="1201591"/>
                  </a:lnTo>
                  <a:lnTo>
                    <a:pt x="360581" y="1218290"/>
                  </a:lnTo>
                  <a:close/>
                  <a:moveTo>
                    <a:pt x="312752" y="1191036"/>
                  </a:moveTo>
                  <a:lnTo>
                    <a:pt x="309395" y="1201591"/>
                  </a:lnTo>
                  <a:lnTo>
                    <a:pt x="375652" y="1177881"/>
                  </a:lnTo>
                  <a:close/>
                  <a:moveTo>
                    <a:pt x="518847" y="1262917"/>
                  </a:moveTo>
                  <a:lnTo>
                    <a:pt x="593581" y="1295608"/>
                  </a:lnTo>
                  <a:lnTo>
                    <a:pt x="539289" y="1267296"/>
                  </a:lnTo>
                  <a:close/>
                  <a:moveTo>
                    <a:pt x="552370" y="1273645"/>
                  </a:moveTo>
                  <a:lnTo>
                    <a:pt x="593581" y="1295608"/>
                  </a:lnTo>
                  <a:lnTo>
                    <a:pt x="518847" y="1262917"/>
                  </a:lnTo>
                  <a:close/>
                  <a:moveTo>
                    <a:pt x="228745" y="889292"/>
                  </a:moveTo>
                  <a:lnTo>
                    <a:pt x="203800" y="913386"/>
                  </a:lnTo>
                  <a:lnTo>
                    <a:pt x="247565" y="940828"/>
                  </a:lnTo>
                  <a:close/>
                  <a:moveTo>
                    <a:pt x="593581" y="1295608"/>
                  </a:moveTo>
                  <a:lnTo>
                    <a:pt x="614515" y="1301584"/>
                  </a:lnTo>
                  <a:lnTo>
                    <a:pt x="621790" y="1266176"/>
                  </a:lnTo>
                  <a:close/>
                  <a:moveTo>
                    <a:pt x="651079" y="1231379"/>
                  </a:moveTo>
                  <a:lnTo>
                    <a:pt x="614515" y="1301584"/>
                  </a:lnTo>
                  <a:lnTo>
                    <a:pt x="646228" y="1298065"/>
                  </a:lnTo>
                  <a:close/>
                  <a:moveTo>
                    <a:pt x="651079" y="1231379"/>
                  </a:moveTo>
                  <a:lnTo>
                    <a:pt x="646228" y="1298065"/>
                  </a:lnTo>
                  <a:lnTo>
                    <a:pt x="660068" y="1301584"/>
                  </a:lnTo>
                  <a:close/>
                  <a:moveTo>
                    <a:pt x="651079" y="1231379"/>
                  </a:moveTo>
                  <a:lnTo>
                    <a:pt x="635937" y="1180946"/>
                  </a:lnTo>
                  <a:lnTo>
                    <a:pt x="647633" y="1225954"/>
                  </a:lnTo>
                  <a:close/>
                  <a:moveTo>
                    <a:pt x="635937" y="1180946"/>
                  </a:moveTo>
                  <a:lnTo>
                    <a:pt x="632287" y="1174417"/>
                  </a:lnTo>
                  <a:lnTo>
                    <a:pt x="647633" y="1225954"/>
                  </a:lnTo>
                  <a:close/>
                  <a:moveTo>
                    <a:pt x="924202" y="1523461"/>
                  </a:moveTo>
                  <a:lnTo>
                    <a:pt x="924976" y="1483637"/>
                  </a:lnTo>
                  <a:lnTo>
                    <a:pt x="922516" y="1476349"/>
                  </a:lnTo>
                  <a:close/>
                  <a:moveTo>
                    <a:pt x="922516" y="1476349"/>
                  </a:moveTo>
                  <a:lnTo>
                    <a:pt x="924976" y="1483637"/>
                  </a:lnTo>
                  <a:lnTo>
                    <a:pt x="922533" y="1413591"/>
                  </a:lnTo>
                  <a:close/>
                  <a:moveTo>
                    <a:pt x="799032" y="1375289"/>
                  </a:moveTo>
                  <a:lnTo>
                    <a:pt x="844341" y="1313692"/>
                  </a:lnTo>
                  <a:lnTo>
                    <a:pt x="798312" y="1313131"/>
                  </a:lnTo>
                  <a:close/>
                  <a:moveTo>
                    <a:pt x="828547" y="1263790"/>
                  </a:moveTo>
                  <a:lnTo>
                    <a:pt x="802308" y="1282174"/>
                  </a:lnTo>
                  <a:lnTo>
                    <a:pt x="798312" y="1313131"/>
                  </a:lnTo>
                  <a:close/>
                  <a:moveTo>
                    <a:pt x="632287" y="1174417"/>
                  </a:moveTo>
                  <a:lnTo>
                    <a:pt x="656434" y="1150323"/>
                  </a:lnTo>
                  <a:lnTo>
                    <a:pt x="647633" y="1225954"/>
                  </a:lnTo>
                  <a:close/>
                  <a:moveTo>
                    <a:pt x="1032958" y="1256745"/>
                  </a:moveTo>
                  <a:lnTo>
                    <a:pt x="1058436" y="1271285"/>
                  </a:lnTo>
                  <a:lnTo>
                    <a:pt x="1067889" y="1245898"/>
                  </a:lnTo>
                  <a:close/>
                  <a:moveTo>
                    <a:pt x="1067889" y="1245898"/>
                  </a:moveTo>
                  <a:lnTo>
                    <a:pt x="1058436" y="1271285"/>
                  </a:lnTo>
                  <a:lnTo>
                    <a:pt x="1080384" y="1256745"/>
                  </a:lnTo>
                  <a:close/>
                  <a:moveTo>
                    <a:pt x="695842" y="731026"/>
                  </a:moveTo>
                  <a:lnTo>
                    <a:pt x="655651" y="725719"/>
                  </a:lnTo>
                  <a:lnTo>
                    <a:pt x="699942" y="790436"/>
                  </a:lnTo>
                  <a:close/>
                  <a:moveTo>
                    <a:pt x="625895" y="702149"/>
                  </a:moveTo>
                  <a:lnTo>
                    <a:pt x="648321" y="717285"/>
                  </a:lnTo>
                  <a:lnTo>
                    <a:pt x="655651" y="725719"/>
                  </a:lnTo>
                  <a:close/>
                  <a:moveTo>
                    <a:pt x="600817" y="648161"/>
                  </a:moveTo>
                  <a:lnTo>
                    <a:pt x="580433" y="623402"/>
                  </a:lnTo>
                  <a:lnTo>
                    <a:pt x="617811" y="671924"/>
                  </a:lnTo>
                  <a:close/>
                  <a:moveTo>
                    <a:pt x="643604" y="633458"/>
                  </a:moveTo>
                  <a:lnTo>
                    <a:pt x="600817" y="648161"/>
                  </a:lnTo>
                  <a:lnTo>
                    <a:pt x="617811" y="671924"/>
                  </a:lnTo>
                  <a:close/>
                  <a:moveTo>
                    <a:pt x="77594" y="13411"/>
                  </a:moveTo>
                  <a:lnTo>
                    <a:pt x="101429" y="56777"/>
                  </a:lnTo>
                  <a:lnTo>
                    <a:pt x="104449" y="71403"/>
                  </a:lnTo>
                  <a:close/>
                  <a:moveTo>
                    <a:pt x="47371" y="0"/>
                  </a:moveTo>
                  <a:lnTo>
                    <a:pt x="101429" y="56777"/>
                  </a:lnTo>
                  <a:lnTo>
                    <a:pt x="77594" y="13411"/>
                  </a:lnTo>
                  <a:close/>
                  <a:moveTo>
                    <a:pt x="1225552" y="1411850"/>
                  </a:moveTo>
                  <a:lnTo>
                    <a:pt x="1167502" y="1391126"/>
                  </a:lnTo>
                  <a:lnTo>
                    <a:pt x="1192062" y="1409141"/>
                  </a:lnTo>
                  <a:close/>
                  <a:moveTo>
                    <a:pt x="929300" y="968890"/>
                  </a:moveTo>
                  <a:lnTo>
                    <a:pt x="929876" y="1005074"/>
                  </a:lnTo>
                  <a:lnTo>
                    <a:pt x="931653" y="974968"/>
                  </a:lnTo>
                  <a:close/>
                  <a:moveTo>
                    <a:pt x="931653" y="974968"/>
                  </a:moveTo>
                  <a:lnTo>
                    <a:pt x="941559" y="913857"/>
                  </a:lnTo>
                  <a:lnTo>
                    <a:pt x="929300" y="968890"/>
                  </a:lnTo>
                  <a:close/>
                  <a:moveTo>
                    <a:pt x="1138256" y="1038445"/>
                  </a:moveTo>
                  <a:lnTo>
                    <a:pt x="1076304" y="1068293"/>
                  </a:lnTo>
                  <a:lnTo>
                    <a:pt x="1128175" y="1087551"/>
                  </a:lnTo>
                  <a:close/>
                  <a:moveTo>
                    <a:pt x="1138256" y="1038445"/>
                  </a:moveTo>
                  <a:lnTo>
                    <a:pt x="1088810" y="1040661"/>
                  </a:lnTo>
                  <a:lnTo>
                    <a:pt x="1076304" y="1068293"/>
                  </a:lnTo>
                  <a:close/>
                  <a:moveTo>
                    <a:pt x="1088810" y="1040661"/>
                  </a:moveTo>
                  <a:lnTo>
                    <a:pt x="1138256" y="1038445"/>
                  </a:lnTo>
                  <a:lnTo>
                    <a:pt x="1098986" y="1018196"/>
                  </a:lnTo>
                  <a:close/>
                  <a:moveTo>
                    <a:pt x="941559" y="913857"/>
                  </a:moveTo>
                  <a:lnTo>
                    <a:pt x="956995" y="899338"/>
                  </a:lnTo>
                  <a:lnTo>
                    <a:pt x="954930" y="885311"/>
                  </a:lnTo>
                  <a:close/>
                  <a:moveTo>
                    <a:pt x="954930" y="885311"/>
                  </a:moveTo>
                  <a:lnTo>
                    <a:pt x="956995" y="899338"/>
                  </a:lnTo>
                  <a:lnTo>
                    <a:pt x="971108" y="849658"/>
                  </a:lnTo>
                  <a:close/>
                  <a:moveTo>
                    <a:pt x="971527" y="847056"/>
                  </a:moveTo>
                  <a:lnTo>
                    <a:pt x="954930" y="885311"/>
                  </a:lnTo>
                  <a:lnTo>
                    <a:pt x="971108" y="849658"/>
                  </a:lnTo>
                  <a:close/>
                  <a:moveTo>
                    <a:pt x="1183713" y="851150"/>
                  </a:moveTo>
                  <a:lnTo>
                    <a:pt x="1168380" y="775519"/>
                  </a:lnTo>
                  <a:lnTo>
                    <a:pt x="1200664" y="827056"/>
                  </a:lnTo>
                  <a:close/>
                </a:path>
              </a:pathLst>
            </a:custGeom>
            <a:solidFill>
              <a:srgbClr val="EFF2F3"/>
            </a:solidFill>
            <a:ln w="1524">
              <a:solidFill>
                <a:srgbClr val="EFF2F3"/>
              </a:solidFill>
            </a:ln>
          </p:spPr>
        </p:sp>
        <p:sp>
          <p:nvSpPr>
            <p:cNvPr id="4221" name="Output_density__4220">
              <a:extLst>
                <a:ext uri="{FF2B5EF4-FFF2-40B4-BE49-F238E27FC236}">
                  <a16:creationId xmlns:a16="http://schemas.microsoft.com/office/drawing/2014/main" id="{0CD16D05-B2AD-CDEB-5758-931E878ADF20}"/>
                </a:ext>
              </a:extLst>
            </p:cNvPr>
            <p:cNvSpPr>
              <a:spLocks noGrp="1"/>
            </p:cNvSpPr>
            <p:nvPr/>
          </p:nvSpPr>
          <p:spPr>
            <a:xfrm>
              <a:off x="15471606" y="2623380"/>
              <a:ext cx="1191112" cy="2117267"/>
            </a:xfrm>
            <a:custGeom>
              <a:avLst/>
              <a:gdLst/>
              <a:ahLst/>
              <a:cxnLst/>
              <a:rect l="0" t="0" r="0" b="0"/>
              <a:pathLst>
                <a:path w="1191112" h="2117267">
                  <a:moveTo>
                    <a:pt x="0" y="1671437"/>
                  </a:moveTo>
                  <a:lnTo>
                    <a:pt x="48701" y="1700482"/>
                  </a:lnTo>
                  <a:lnTo>
                    <a:pt x="39935" y="1694822"/>
                  </a:lnTo>
                  <a:close/>
                  <a:moveTo>
                    <a:pt x="0" y="1671437"/>
                  </a:moveTo>
                  <a:lnTo>
                    <a:pt x="71926" y="1713687"/>
                  </a:lnTo>
                  <a:lnTo>
                    <a:pt x="48701" y="1700482"/>
                  </a:lnTo>
                  <a:close/>
                  <a:moveTo>
                    <a:pt x="144759" y="1737388"/>
                  </a:moveTo>
                  <a:lnTo>
                    <a:pt x="71926" y="1713687"/>
                  </a:lnTo>
                  <a:lnTo>
                    <a:pt x="110954" y="1719940"/>
                  </a:lnTo>
                  <a:close/>
                  <a:moveTo>
                    <a:pt x="520624" y="2088681"/>
                  </a:moveTo>
                  <a:lnTo>
                    <a:pt x="526681" y="2117267"/>
                  </a:lnTo>
                  <a:lnTo>
                    <a:pt x="558597" y="2101695"/>
                  </a:lnTo>
                  <a:close/>
                  <a:moveTo>
                    <a:pt x="554576" y="2064587"/>
                  </a:moveTo>
                  <a:lnTo>
                    <a:pt x="558597" y="2101695"/>
                  </a:lnTo>
                  <a:lnTo>
                    <a:pt x="589485" y="2082281"/>
                  </a:lnTo>
                  <a:close/>
                  <a:moveTo>
                    <a:pt x="636892" y="2040493"/>
                  </a:moveTo>
                  <a:lnTo>
                    <a:pt x="616096" y="2064587"/>
                  </a:lnTo>
                  <a:lnTo>
                    <a:pt x="647666" y="1990235"/>
                  </a:lnTo>
                  <a:close/>
                  <a:moveTo>
                    <a:pt x="303895" y="1639048"/>
                  </a:moveTo>
                  <a:lnTo>
                    <a:pt x="279516" y="1628201"/>
                  </a:lnTo>
                  <a:lnTo>
                    <a:pt x="274598" y="1603681"/>
                  </a:lnTo>
                  <a:close/>
                  <a:moveTo>
                    <a:pt x="332243" y="1644525"/>
                  </a:moveTo>
                  <a:lnTo>
                    <a:pt x="341536" y="1646428"/>
                  </a:lnTo>
                  <a:lnTo>
                    <a:pt x="303895" y="1639048"/>
                  </a:lnTo>
                  <a:close/>
                  <a:moveTo>
                    <a:pt x="667954" y="1937420"/>
                  </a:moveTo>
                  <a:lnTo>
                    <a:pt x="682079" y="1944220"/>
                  </a:lnTo>
                  <a:lnTo>
                    <a:pt x="687207" y="1931771"/>
                  </a:lnTo>
                  <a:close/>
                  <a:moveTo>
                    <a:pt x="278937" y="1408367"/>
                  </a:moveTo>
                  <a:lnTo>
                    <a:pt x="241105" y="1473591"/>
                  </a:lnTo>
                  <a:lnTo>
                    <a:pt x="268129" y="1444593"/>
                  </a:lnTo>
                  <a:close/>
                  <a:moveTo>
                    <a:pt x="278937" y="1408367"/>
                  </a:moveTo>
                  <a:lnTo>
                    <a:pt x="285532" y="1374758"/>
                  </a:lnTo>
                  <a:lnTo>
                    <a:pt x="240882" y="1382499"/>
                  </a:lnTo>
                  <a:close/>
                  <a:moveTo>
                    <a:pt x="285532" y="1374758"/>
                  </a:moveTo>
                  <a:lnTo>
                    <a:pt x="287785" y="1338430"/>
                  </a:lnTo>
                  <a:lnTo>
                    <a:pt x="272539" y="1365960"/>
                  </a:lnTo>
                  <a:close/>
                  <a:moveTo>
                    <a:pt x="327066" y="1344478"/>
                  </a:moveTo>
                  <a:lnTo>
                    <a:pt x="285532" y="1374758"/>
                  </a:lnTo>
                  <a:lnTo>
                    <a:pt x="325575" y="1349798"/>
                  </a:lnTo>
                  <a:close/>
                  <a:moveTo>
                    <a:pt x="287785" y="1338430"/>
                  </a:moveTo>
                  <a:lnTo>
                    <a:pt x="321820" y="1335757"/>
                  </a:lnTo>
                  <a:lnTo>
                    <a:pt x="294242" y="1270793"/>
                  </a:lnTo>
                  <a:close/>
                  <a:moveTo>
                    <a:pt x="281772" y="1322330"/>
                  </a:moveTo>
                  <a:lnTo>
                    <a:pt x="287785" y="1338430"/>
                  </a:lnTo>
                  <a:lnTo>
                    <a:pt x="293904" y="1271163"/>
                  </a:lnTo>
                  <a:close/>
                  <a:moveTo>
                    <a:pt x="181032" y="1063608"/>
                  </a:moveTo>
                  <a:lnTo>
                    <a:pt x="159289" y="1053216"/>
                  </a:lnTo>
                  <a:lnTo>
                    <a:pt x="194903" y="1075690"/>
                  </a:lnTo>
                  <a:close/>
                  <a:moveTo>
                    <a:pt x="225917" y="1056746"/>
                  </a:moveTo>
                  <a:lnTo>
                    <a:pt x="181032" y="1063608"/>
                  </a:lnTo>
                  <a:lnTo>
                    <a:pt x="194903" y="1075690"/>
                  </a:lnTo>
                  <a:close/>
                  <a:moveTo>
                    <a:pt x="208920" y="1064646"/>
                  </a:moveTo>
                  <a:lnTo>
                    <a:pt x="225917" y="1056746"/>
                  </a:lnTo>
                  <a:lnTo>
                    <a:pt x="194903" y="1075690"/>
                  </a:lnTo>
                  <a:close/>
                  <a:moveTo>
                    <a:pt x="972690" y="1535173"/>
                  </a:moveTo>
                  <a:lnTo>
                    <a:pt x="910382" y="1550567"/>
                  </a:lnTo>
                  <a:lnTo>
                    <a:pt x="916374" y="1486784"/>
                  </a:lnTo>
                  <a:close/>
                  <a:moveTo>
                    <a:pt x="670491" y="1266176"/>
                  </a:moveTo>
                  <a:lnTo>
                    <a:pt x="663216" y="1301584"/>
                  </a:lnTo>
                  <a:lnTo>
                    <a:pt x="699780" y="1231379"/>
                  </a:lnTo>
                  <a:close/>
                  <a:moveTo>
                    <a:pt x="699780" y="1231379"/>
                  </a:moveTo>
                  <a:lnTo>
                    <a:pt x="696334" y="1225954"/>
                  </a:lnTo>
                  <a:lnTo>
                    <a:pt x="670491" y="1266176"/>
                  </a:lnTo>
                  <a:close/>
                  <a:moveTo>
                    <a:pt x="877249" y="1263790"/>
                  </a:moveTo>
                  <a:lnTo>
                    <a:pt x="847013" y="1313131"/>
                  </a:lnTo>
                  <a:lnTo>
                    <a:pt x="893042" y="1313692"/>
                  </a:lnTo>
                  <a:close/>
                  <a:moveTo>
                    <a:pt x="1052331" y="1241053"/>
                  </a:moveTo>
                  <a:lnTo>
                    <a:pt x="1081659" y="1256745"/>
                  </a:lnTo>
                  <a:lnTo>
                    <a:pt x="1083288" y="1221897"/>
                  </a:lnTo>
                  <a:close/>
                  <a:moveTo>
                    <a:pt x="693814" y="773998"/>
                  </a:moveTo>
                  <a:lnTo>
                    <a:pt x="704353" y="725719"/>
                  </a:lnTo>
                  <a:lnTo>
                    <a:pt x="678085" y="754971"/>
                  </a:lnTo>
                  <a:close/>
                  <a:moveTo>
                    <a:pt x="643786" y="761630"/>
                  </a:moveTo>
                  <a:lnTo>
                    <a:pt x="693814" y="773998"/>
                  </a:lnTo>
                  <a:lnTo>
                    <a:pt x="678085" y="754971"/>
                  </a:lnTo>
                  <a:close/>
                  <a:moveTo>
                    <a:pt x="117727" y="57297"/>
                  </a:moveTo>
                  <a:lnTo>
                    <a:pt x="134649" y="80789"/>
                  </a:lnTo>
                  <a:lnTo>
                    <a:pt x="150130" y="56777"/>
                  </a:lnTo>
                  <a:close/>
                  <a:moveTo>
                    <a:pt x="111211" y="122940"/>
                  </a:moveTo>
                  <a:lnTo>
                    <a:pt x="134649" y="80789"/>
                  </a:lnTo>
                  <a:lnTo>
                    <a:pt x="110706" y="113589"/>
                  </a:lnTo>
                  <a:close/>
                  <a:moveTo>
                    <a:pt x="150130" y="56777"/>
                  </a:moveTo>
                  <a:lnTo>
                    <a:pt x="134649" y="80789"/>
                  </a:lnTo>
                  <a:lnTo>
                    <a:pt x="153151" y="71403"/>
                  </a:lnTo>
                  <a:close/>
                  <a:moveTo>
                    <a:pt x="96072" y="0"/>
                  </a:moveTo>
                  <a:lnTo>
                    <a:pt x="137311" y="47310"/>
                  </a:lnTo>
                  <a:lnTo>
                    <a:pt x="150130" y="56777"/>
                  </a:lnTo>
                  <a:close/>
                  <a:moveTo>
                    <a:pt x="1005697" y="899338"/>
                  </a:moveTo>
                  <a:lnTo>
                    <a:pt x="990261" y="913857"/>
                  </a:lnTo>
                  <a:lnTo>
                    <a:pt x="980354" y="974968"/>
                  </a:lnTo>
                  <a:close/>
                  <a:moveTo>
                    <a:pt x="1186957" y="1038445"/>
                  </a:moveTo>
                  <a:lnTo>
                    <a:pt x="1185100" y="983400"/>
                  </a:lnTo>
                  <a:lnTo>
                    <a:pt x="1147687" y="1018196"/>
                  </a:lnTo>
                  <a:close/>
                  <a:moveTo>
                    <a:pt x="1186957" y="1038445"/>
                  </a:moveTo>
                  <a:lnTo>
                    <a:pt x="1176876" y="1087551"/>
                  </a:lnTo>
                  <a:lnTo>
                    <a:pt x="1191112" y="1053948"/>
                  </a:lnTo>
                  <a:close/>
                  <a:moveTo>
                    <a:pt x="1191112" y="1053948"/>
                  </a:moveTo>
                  <a:lnTo>
                    <a:pt x="1185100" y="983400"/>
                  </a:lnTo>
                  <a:lnTo>
                    <a:pt x="1186957" y="1038445"/>
                  </a:lnTo>
                  <a:close/>
                  <a:moveTo>
                    <a:pt x="1187089" y="978317"/>
                  </a:moveTo>
                  <a:lnTo>
                    <a:pt x="1185100" y="983400"/>
                  </a:lnTo>
                  <a:lnTo>
                    <a:pt x="1191112" y="1053948"/>
                  </a:lnTo>
                  <a:close/>
                  <a:moveTo>
                    <a:pt x="1186575" y="976013"/>
                  </a:moveTo>
                  <a:lnTo>
                    <a:pt x="1188775" y="954223"/>
                  </a:lnTo>
                  <a:lnTo>
                    <a:pt x="1185100" y="983400"/>
                  </a:lnTo>
                  <a:close/>
                  <a:moveTo>
                    <a:pt x="1186575" y="976013"/>
                  </a:moveTo>
                  <a:lnTo>
                    <a:pt x="1185100" y="983400"/>
                  </a:lnTo>
                  <a:lnTo>
                    <a:pt x="1187089" y="978317"/>
                  </a:lnTo>
                  <a:close/>
                </a:path>
              </a:pathLst>
            </a:custGeom>
            <a:solidFill>
              <a:srgbClr val="EDF0F2"/>
            </a:solidFill>
            <a:ln w="1524">
              <a:solidFill>
                <a:srgbClr val="EDF0F2"/>
              </a:solidFill>
            </a:ln>
          </p:spPr>
        </p:sp>
        <p:sp>
          <p:nvSpPr>
            <p:cNvPr id="4222" name="Output_density__4221">
              <a:extLst>
                <a:ext uri="{FF2B5EF4-FFF2-40B4-BE49-F238E27FC236}">
                  <a16:creationId xmlns:a16="http://schemas.microsoft.com/office/drawing/2014/main" id="{CFFBC09C-E887-7E4F-F114-D5BE5F32F925}"/>
                </a:ext>
              </a:extLst>
            </p:cNvPr>
            <p:cNvSpPr>
              <a:spLocks noGrp="1"/>
            </p:cNvSpPr>
            <p:nvPr/>
          </p:nvSpPr>
          <p:spPr>
            <a:xfrm>
              <a:off x="15576822" y="2704169"/>
              <a:ext cx="1099521" cy="2020907"/>
            </a:xfrm>
            <a:custGeom>
              <a:avLst/>
              <a:gdLst/>
              <a:ahLst/>
              <a:cxnLst/>
              <a:rect l="0" t="0" r="0" b="0"/>
              <a:pathLst>
                <a:path w="1099521" h="2020907">
                  <a:moveTo>
                    <a:pt x="480038" y="2007893"/>
                  </a:moveTo>
                  <a:lnTo>
                    <a:pt x="484269" y="2001492"/>
                  </a:lnTo>
                  <a:lnTo>
                    <a:pt x="453381" y="2020907"/>
                  </a:lnTo>
                  <a:close/>
                  <a:moveTo>
                    <a:pt x="480038" y="2007893"/>
                  </a:moveTo>
                  <a:lnTo>
                    <a:pt x="510880" y="1983798"/>
                  </a:lnTo>
                  <a:lnTo>
                    <a:pt x="484269" y="2001492"/>
                  </a:lnTo>
                  <a:close/>
                  <a:moveTo>
                    <a:pt x="510880" y="1983798"/>
                  </a:moveTo>
                  <a:lnTo>
                    <a:pt x="521234" y="1965024"/>
                  </a:lnTo>
                  <a:lnTo>
                    <a:pt x="542450" y="1909446"/>
                  </a:lnTo>
                  <a:close/>
                  <a:moveTo>
                    <a:pt x="676613" y="1791906"/>
                  </a:moveTo>
                  <a:lnTo>
                    <a:pt x="646505" y="1814239"/>
                  </a:lnTo>
                  <a:lnTo>
                    <a:pt x="716254" y="1765443"/>
                  </a:lnTo>
                  <a:close/>
                  <a:moveTo>
                    <a:pt x="716254" y="1765443"/>
                  </a:moveTo>
                  <a:lnTo>
                    <a:pt x="693143" y="1798601"/>
                  </a:lnTo>
                  <a:lnTo>
                    <a:pt x="676613" y="1791906"/>
                  </a:lnTo>
                  <a:close/>
                  <a:moveTo>
                    <a:pt x="189026" y="1190004"/>
                  </a:moveTo>
                  <a:lnTo>
                    <a:pt x="221676" y="1139034"/>
                  </a:lnTo>
                  <a:lnTo>
                    <a:pt x="252880" y="1120802"/>
                  </a:lnTo>
                  <a:close/>
                  <a:moveTo>
                    <a:pt x="249885" y="1165911"/>
                  </a:moveTo>
                  <a:lnTo>
                    <a:pt x="252880" y="1120802"/>
                  </a:lnTo>
                  <a:lnTo>
                    <a:pt x="256237" y="1110248"/>
                  </a:lnTo>
                  <a:close/>
                  <a:moveTo>
                    <a:pt x="1021432" y="1668147"/>
                  </a:moveTo>
                  <a:lnTo>
                    <a:pt x="981761" y="1653145"/>
                  </a:lnTo>
                  <a:lnTo>
                    <a:pt x="990815" y="1660531"/>
                  </a:lnTo>
                  <a:close/>
                  <a:moveTo>
                    <a:pt x="1029804" y="1660531"/>
                  </a:moveTo>
                  <a:lnTo>
                    <a:pt x="1052871" y="1650793"/>
                  </a:lnTo>
                  <a:lnTo>
                    <a:pt x="1021432" y="1668147"/>
                  </a:lnTo>
                  <a:close/>
                  <a:moveTo>
                    <a:pt x="1029804" y="1660531"/>
                  </a:moveTo>
                  <a:lnTo>
                    <a:pt x="1068916" y="1636437"/>
                  </a:lnTo>
                  <a:lnTo>
                    <a:pt x="1052871" y="1650793"/>
                  </a:lnTo>
                  <a:close/>
                  <a:moveTo>
                    <a:pt x="7843" y="66245"/>
                  </a:moveTo>
                  <a:lnTo>
                    <a:pt x="5995" y="42151"/>
                  </a:lnTo>
                  <a:lnTo>
                    <a:pt x="0" y="64632"/>
                  </a:lnTo>
                  <a:close/>
                  <a:moveTo>
                    <a:pt x="5995" y="42151"/>
                  </a:moveTo>
                  <a:lnTo>
                    <a:pt x="7843" y="66245"/>
                  </a:lnTo>
                  <a:lnTo>
                    <a:pt x="29433" y="0"/>
                  </a:lnTo>
                  <a:close/>
                  <a:moveTo>
                    <a:pt x="632134" y="546409"/>
                  </a:moveTo>
                  <a:lnTo>
                    <a:pt x="617937" y="566902"/>
                  </a:lnTo>
                  <a:lnTo>
                    <a:pt x="587089" y="552670"/>
                  </a:lnTo>
                  <a:close/>
                  <a:moveTo>
                    <a:pt x="1081873" y="897529"/>
                  </a:moveTo>
                  <a:lnTo>
                    <a:pt x="1099521" y="841131"/>
                  </a:lnTo>
                  <a:lnTo>
                    <a:pt x="1081359" y="895225"/>
                  </a:lnTo>
                  <a:close/>
                  <a:moveTo>
                    <a:pt x="1083559" y="873435"/>
                  </a:moveTo>
                  <a:lnTo>
                    <a:pt x="1081359" y="895225"/>
                  </a:lnTo>
                  <a:lnTo>
                    <a:pt x="1099521" y="841131"/>
                  </a:lnTo>
                  <a:close/>
                </a:path>
              </a:pathLst>
            </a:custGeom>
            <a:solidFill>
              <a:srgbClr val="ECEFF1"/>
            </a:solidFill>
            <a:ln w="1524">
              <a:solidFill>
                <a:srgbClr val="ECEFF1"/>
              </a:solidFill>
            </a:ln>
          </p:spPr>
        </p:sp>
        <p:sp>
          <p:nvSpPr>
            <p:cNvPr id="4223" name="Output_density__4222">
              <a:extLst>
                <a:ext uri="{FF2B5EF4-FFF2-40B4-BE49-F238E27FC236}">
                  <a16:creationId xmlns:a16="http://schemas.microsoft.com/office/drawing/2014/main" id="{B843B912-85E3-F660-7E4E-A636D8184762}"/>
                </a:ext>
              </a:extLst>
            </p:cNvPr>
            <p:cNvSpPr>
              <a:spLocks noGrp="1"/>
            </p:cNvSpPr>
            <p:nvPr/>
          </p:nvSpPr>
          <p:spPr>
            <a:xfrm>
              <a:off x="15330267" y="3101892"/>
              <a:ext cx="1469513" cy="1573234"/>
            </a:xfrm>
            <a:custGeom>
              <a:avLst/>
              <a:gdLst/>
              <a:ahLst/>
              <a:cxnLst/>
              <a:rect l="0" t="0" r="0" b="0"/>
              <a:pathLst>
                <a:path w="1469513" h="1573234">
                  <a:moveTo>
                    <a:pt x="18607" y="1142991"/>
                  </a:moveTo>
                  <a:lnTo>
                    <a:pt x="0" y="1167085"/>
                  </a:lnTo>
                  <a:lnTo>
                    <a:pt x="22263" y="1194528"/>
                  </a:lnTo>
                  <a:close/>
                  <a:moveTo>
                    <a:pt x="22263" y="1194528"/>
                  </a:moveTo>
                  <a:lnTo>
                    <a:pt x="59393" y="1118898"/>
                  </a:lnTo>
                  <a:lnTo>
                    <a:pt x="18607" y="1142991"/>
                  </a:lnTo>
                  <a:close/>
                  <a:moveTo>
                    <a:pt x="246321" y="1208301"/>
                  </a:moveTo>
                  <a:lnTo>
                    <a:pt x="306772" y="1201274"/>
                  </a:lnTo>
                  <a:lnTo>
                    <a:pt x="299389" y="1197876"/>
                  </a:lnTo>
                  <a:close/>
                  <a:moveTo>
                    <a:pt x="299389" y="1197876"/>
                  </a:moveTo>
                  <a:lnTo>
                    <a:pt x="262157" y="1146340"/>
                  </a:lnTo>
                  <a:lnTo>
                    <a:pt x="246321" y="1208301"/>
                  </a:lnTo>
                  <a:close/>
                  <a:moveTo>
                    <a:pt x="262157" y="1146340"/>
                  </a:moveTo>
                  <a:lnTo>
                    <a:pt x="242745" y="1148466"/>
                  </a:lnTo>
                  <a:lnTo>
                    <a:pt x="246321" y="1208301"/>
                  </a:lnTo>
                  <a:close/>
                  <a:moveTo>
                    <a:pt x="193884" y="1150207"/>
                  </a:moveTo>
                  <a:lnTo>
                    <a:pt x="158739" y="1094803"/>
                  </a:lnTo>
                  <a:lnTo>
                    <a:pt x="134200" y="1098003"/>
                  </a:lnTo>
                  <a:close/>
                  <a:moveTo>
                    <a:pt x="134200" y="1098003"/>
                  </a:moveTo>
                  <a:lnTo>
                    <a:pt x="141476" y="1107288"/>
                  </a:lnTo>
                  <a:lnTo>
                    <a:pt x="193884" y="1150207"/>
                  </a:lnTo>
                  <a:close/>
                  <a:moveTo>
                    <a:pt x="190059" y="1027831"/>
                  </a:moveTo>
                  <a:lnTo>
                    <a:pt x="191828" y="1043267"/>
                  </a:lnTo>
                  <a:lnTo>
                    <a:pt x="161561" y="1007708"/>
                  </a:lnTo>
                  <a:close/>
                  <a:moveTo>
                    <a:pt x="688096" y="1516239"/>
                  </a:moveTo>
                  <a:lnTo>
                    <a:pt x="675936" y="1573234"/>
                  </a:lnTo>
                  <a:lnTo>
                    <a:pt x="734740" y="1510445"/>
                  </a:lnTo>
                  <a:close/>
                  <a:moveTo>
                    <a:pt x="627396" y="1527605"/>
                  </a:moveTo>
                  <a:lnTo>
                    <a:pt x="688096" y="1516239"/>
                  </a:lnTo>
                  <a:lnTo>
                    <a:pt x="669413" y="1468685"/>
                  </a:lnTo>
                  <a:close/>
                  <a:moveTo>
                    <a:pt x="688096" y="1516239"/>
                  </a:moveTo>
                  <a:lnTo>
                    <a:pt x="740922" y="1506627"/>
                  </a:lnTo>
                  <a:lnTo>
                    <a:pt x="710157" y="1473544"/>
                  </a:lnTo>
                  <a:close/>
                  <a:moveTo>
                    <a:pt x="688096" y="1516239"/>
                  </a:moveTo>
                  <a:lnTo>
                    <a:pt x="710157" y="1473544"/>
                  </a:lnTo>
                  <a:lnTo>
                    <a:pt x="669413" y="1468685"/>
                  </a:lnTo>
                  <a:close/>
                  <a:moveTo>
                    <a:pt x="734740" y="1510445"/>
                  </a:moveTo>
                  <a:lnTo>
                    <a:pt x="770479" y="1549989"/>
                  </a:lnTo>
                  <a:lnTo>
                    <a:pt x="745754" y="1507346"/>
                  </a:lnTo>
                  <a:close/>
                  <a:moveTo>
                    <a:pt x="740922" y="1506627"/>
                  </a:moveTo>
                  <a:lnTo>
                    <a:pt x="734740" y="1510445"/>
                  </a:lnTo>
                  <a:lnTo>
                    <a:pt x="745754" y="1507346"/>
                  </a:lnTo>
                  <a:close/>
                  <a:moveTo>
                    <a:pt x="311507" y="867912"/>
                  </a:moveTo>
                  <a:lnTo>
                    <a:pt x="310956" y="816375"/>
                  </a:lnTo>
                  <a:lnTo>
                    <a:pt x="306961" y="820527"/>
                  </a:lnTo>
                  <a:close/>
                  <a:moveTo>
                    <a:pt x="311363" y="813738"/>
                  </a:moveTo>
                  <a:lnTo>
                    <a:pt x="306961" y="820527"/>
                  </a:lnTo>
                  <a:lnTo>
                    <a:pt x="310956" y="816375"/>
                  </a:lnTo>
                  <a:close/>
                  <a:moveTo>
                    <a:pt x="310956" y="816375"/>
                  </a:moveTo>
                  <a:lnTo>
                    <a:pt x="311507" y="867912"/>
                  </a:lnTo>
                  <a:lnTo>
                    <a:pt x="315799" y="843818"/>
                  </a:lnTo>
                  <a:close/>
                  <a:moveTo>
                    <a:pt x="310956" y="816375"/>
                  </a:moveTo>
                  <a:lnTo>
                    <a:pt x="315799" y="843818"/>
                  </a:lnTo>
                  <a:lnTo>
                    <a:pt x="323941" y="792281"/>
                  </a:lnTo>
                  <a:close/>
                  <a:moveTo>
                    <a:pt x="310956" y="816375"/>
                  </a:moveTo>
                  <a:lnTo>
                    <a:pt x="309628" y="755616"/>
                  </a:lnTo>
                  <a:lnTo>
                    <a:pt x="311363" y="813738"/>
                  </a:lnTo>
                  <a:close/>
                  <a:moveTo>
                    <a:pt x="310062" y="740745"/>
                  </a:moveTo>
                  <a:lnTo>
                    <a:pt x="309628" y="755616"/>
                  </a:lnTo>
                  <a:lnTo>
                    <a:pt x="310956" y="816375"/>
                  </a:lnTo>
                  <a:close/>
                  <a:moveTo>
                    <a:pt x="323941" y="792281"/>
                  </a:moveTo>
                  <a:lnTo>
                    <a:pt x="310062" y="740745"/>
                  </a:lnTo>
                  <a:lnTo>
                    <a:pt x="310956" y="816375"/>
                  </a:lnTo>
                  <a:close/>
                  <a:moveTo>
                    <a:pt x="318953" y="707218"/>
                  </a:moveTo>
                  <a:lnTo>
                    <a:pt x="309628" y="755616"/>
                  </a:lnTo>
                  <a:lnTo>
                    <a:pt x="310062" y="740745"/>
                  </a:lnTo>
                  <a:close/>
                  <a:moveTo>
                    <a:pt x="924382" y="1335090"/>
                  </a:moveTo>
                  <a:lnTo>
                    <a:pt x="905005" y="1359184"/>
                  </a:lnTo>
                  <a:lnTo>
                    <a:pt x="932870" y="1386627"/>
                  </a:lnTo>
                  <a:close/>
                  <a:moveTo>
                    <a:pt x="395476" y="683748"/>
                  </a:moveTo>
                  <a:lnTo>
                    <a:pt x="362023" y="693570"/>
                  </a:lnTo>
                  <a:lnTo>
                    <a:pt x="318953" y="707218"/>
                  </a:lnTo>
                  <a:close/>
                  <a:moveTo>
                    <a:pt x="395476" y="683748"/>
                  </a:moveTo>
                  <a:lnTo>
                    <a:pt x="318953" y="707218"/>
                  </a:lnTo>
                  <a:lnTo>
                    <a:pt x="352594" y="698097"/>
                  </a:lnTo>
                  <a:close/>
                  <a:moveTo>
                    <a:pt x="433626" y="692790"/>
                  </a:moveTo>
                  <a:lnTo>
                    <a:pt x="441659" y="681740"/>
                  </a:lnTo>
                  <a:lnTo>
                    <a:pt x="395476" y="683748"/>
                  </a:lnTo>
                  <a:close/>
                  <a:moveTo>
                    <a:pt x="433626" y="692790"/>
                  </a:moveTo>
                  <a:lnTo>
                    <a:pt x="474887" y="697228"/>
                  </a:lnTo>
                  <a:lnTo>
                    <a:pt x="441659" y="681740"/>
                  </a:lnTo>
                  <a:close/>
                  <a:moveTo>
                    <a:pt x="508294" y="645308"/>
                  </a:moveTo>
                  <a:lnTo>
                    <a:pt x="444594" y="665114"/>
                  </a:lnTo>
                  <a:lnTo>
                    <a:pt x="474887" y="697228"/>
                  </a:lnTo>
                  <a:close/>
                  <a:moveTo>
                    <a:pt x="295572" y="562041"/>
                  </a:moveTo>
                  <a:lnTo>
                    <a:pt x="293119" y="515505"/>
                  </a:lnTo>
                  <a:lnTo>
                    <a:pt x="297777" y="486410"/>
                  </a:lnTo>
                  <a:close/>
                  <a:moveTo>
                    <a:pt x="297777" y="486410"/>
                  </a:moveTo>
                  <a:lnTo>
                    <a:pt x="319737" y="440349"/>
                  </a:lnTo>
                  <a:lnTo>
                    <a:pt x="263187" y="510504"/>
                  </a:lnTo>
                  <a:close/>
                  <a:moveTo>
                    <a:pt x="1010320" y="1235365"/>
                  </a:moveTo>
                  <a:lnTo>
                    <a:pt x="980576" y="1259460"/>
                  </a:lnTo>
                  <a:lnTo>
                    <a:pt x="1044385" y="1286902"/>
                  </a:lnTo>
                  <a:close/>
                  <a:moveTo>
                    <a:pt x="952352" y="1207923"/>
                  </a:moveTo>
                  <a:lnTo>
                    <a:pt x="980576" y="1259460"/>
                  </a:lnTo>
                  <a:lnTo>
                    <a:pt x="1010320" y="1235365"/>
                  </a:lnTo>
                  <a:close/>
                  <a:moveTo>
                    <a:pt x="952352" y="1207923"/>
                  </a:moveTo>
                  <a:lnTo>
                    <a:pt x="1010320" y="1235365"/>
                  </a:lnTo>
                  <a:lnTo>
                    <a:pt x="985408" y="1183829"/>
                  </a:lnTo>
                  <a:close/>
                  <a:moveTo>
                    <a:pt x="940657" y="1156386"/>
                  </a:moveTo>
                  <a:lnTo>
                    <a:pt x="985408" y="1183829"/>
                  </a:lnTo>
                  <a:lnTo>
                    <a:pt x="961496" y="1132292"/>
                  </a:lnTo>
                  <a:close/>
                  <a:moveTo>
                    <a:pt x="359470" y="464124"/>
                  </a:moveTo>
                  <a:lnTo>
                    <a:pt x="367539" y="444398"/>
                  </a:lnTo>
                  <a:lnTo>
                    <a:pt x="319737" y="440349"/>
                  </a:lnTo>
                  <a:close/>
                  <a:moveTo>
                    <a:pt x="359470" y="464124"/>
                  </a:moveTo>
                  <a:lnTo>
                    <a:pt x="401665" y="467803"/>
                  </a:lnTo>
                  <a:lnTo>
                    <a:pt x="367539" y="444398"/>
                  </a:lnTo>
                  <a:close/>
                  <a:moveTo>
                    <a:pt x="401665" y="467803"/>
                  </a:moveTo>
                  <a:lnTo>
                    <a:pt x="359470" y="464124"/>
                  </a:lnTo>
                  <a:lnTo>
                    <a:pt x="414810" y="486236"/>
                  </a:lnTo>
                  <a:close/>
                  <a:moveTo>
                    <a:pt x="719605" y="747442"/>
                  </a:moveTo>
                  <a:lnTo>
                    <a:pt x="693856" y="720000"/>
                  </a:lnTo>
                  <a:lnTo>
                    <a:pt x="693960" y="771536"/>
                  </a:lnTo>
                  <a:close/>
                  <a:moveTo>
                    <a:pt x="481148" y="438223"/>
                  </a:moveTo>
                  <a:lnTo>
                    <a:pt x="493115" y="431437"/>
                  </a:lnTo>
                  <a:lnTo>
                    <a:pt x="477773" y="412066"/>
                  </a:lnTo>
                  <a:close/>
                  <a:moveTo>
                    <a:pt x="1290891" y="1117046"/>
                  </a:moveTo>
                  <a:lnTo>
                    <a:pt x="1306090" y="1111547"/>
                  </a:lnTo>
                  <a:lnTo>
                    <a:pt x="1287409" y="1073242"/>
                  </a:lnTo>
                  <a:close/>
                  <a:moveTo>
                    <a:pt x="1371519" y="1089479"/>
                  </a:moveTo>
                  <a:lnTo>
                    <a:pt x="1306090" y="1111547"/>
                  </a:lnTo>
                  <a:lnTo>
                    <a:pt x="1374989" y="1091110"/>
                  </a:lnTo>
                  <a:close/>
                  <a:moveTo>
                    <a:pt x="1374989" y="1091110"/>
                  </a:moveTo>
                  <a:lnTo>
                    <a:pt x="1303067" y="1131783"/>
                  </a:lnTo>
                  <a:lnTo>
                    <a:pt x="1359650" y="1138990"/>
                  </a:lnTo>
                  <a:close/>
                  <a:moveTo>
                    <a:pt x="1371519" y="1089479"/>
                  </a:moveTo>
                  <a:lnTo>
                    <a:pt x="1287409" y="1073242"/>
                  </a:lnTo>
                  <a:lnTo>
                    <a:pt x="1306090" y="1111547"/>
                  </a:lnTo>
                  <a:close/>
                  <a:moveTo>
                    <a:pt x="1376691" y="1087453"/>
                  </a:moveTo>
                  <a:lnTo>
                    <a:pt x="1412382" y="1056240"/>
                  </a:lnTo>
                  <a:lnTo>
                    <a:pt x="1371519" y="1089479"/>
                  </a:lnTo>
                  <a:close/>
                  <a:moveTo>
                    <a:pt x="1371519" y="1089479"/>
                  </a:moveTo>
                  <a:lnTo>
                    <a:pt x="1374989" y="1091110"/>
                  </a:lnTo>
                  <a:lnTo>
                    <a:pt x="1376691" y="1087453"/>
                  </a:lnTo>
                  <a:close/>
                  <a:moveTo>
                    <a:pt x="1169722" y="982582"/>
                  </a:moveTo>
                  <a:lnTo>
                    <a:pt x="1252945" y="984428"/>
                  </a:lnTo>
                  <a:lnTo>
                    <a:pt x="1252967" y="984241"/>
                  </a:lnTo>
                  <a:close/>
                  <a:moveTo>
                    <a:pt x="1169722" y="982582"/>
                  </a:moveTo>
                  <a:lnTo>
                    <a:pt x="1252967" y="984241"/>
                  </a:lnTo>
                  <a:lnTo>
                    <a:pt x="1192769" y="933850"/>
                  </a:lnTo>
                  <a:close/>
                  <a:moveTo>
                    <a:pt x="1191951" y="932843"/>
                  </a:moveTo>
                  <a:lnTo>
                    <a:pt x="1152067" y="956937"/>
                  </a:lnTo>
                  <a:lnTo>
                    <a:pt x="1169722" y="982582"/>
                  </a:lnTo>
                  <a:close/>
                  <a:moveTo>
                    <a:pt x="1111148" y="668458"/>
                  </a:moveTo>
                  <a:lnTo>
                    <a:pt x="1110278" y="651067"/>
                  </a:lnTo>
                  <a:lnTo>
                    <a:pt x="1089630" y="675161"/>
                  </a:lnTo>
                  <a:close/>
                  <a:moveTo>
                    <a:pt x="1073253" y="391877"/>
                  </a:moveTo>
                  <a:lnTo>
                    <a:pt x="1003069" y="439046"/>
                  </a:lnTo>
                  <a:lnTo>
                    <a:pt x="1032289" y="413395"/>
                  </a:lnTo>
                  <a:close/>
                  <a:moveTo>
                    <a:pt x="1418577" y="884656"/>
                  </a:moveTo>
                  <a:lnTo>
                    <a:pt x="1469513" y="922308"/>
                  </a:lnTo>
                  <a:lnTo>
                    <a:pt x="1448611" y="876559"/>
                  </a:lnTo>
                  <a:close/>
                  <a:moveTo>
                    <a:pt x="1432724" y="862494"/>
                  </a:moveTo>
                  <a:lnTo>
                    <a:pt x="1418577" y="884656"/>
                  </a:lnTo>
                  <a:lnTo>
                    <a:pt x="1448611" y="876559"/>
                  </a:lnTo>
                  <a:close/>
                  <a:moveTo>
                    <a:pt x="1448611" y="876559"/>
                  </a:moveTo>
                  <a:lnTo>
                    <a:pt x="1460864" y="884656"/>
                  </a:lnTo>
                  <a:lnTo>
                    <a:pt x="1432724" y="862494"/>
                  </a:lnTo>
                  <a:close/>
                  <a:moveTo>
                    <a:pt x="1088088" y="415060"/>
                  </a:moveTo>
                  <a:lnTo>
                    <a:pt x="1073180" y="369290"/>
                  </a:lnTo>
                  <a:lnTo>
                    <a:pt x="1073253" y="391877"/>
                  </a:lnTo>
                  <a:close/>
                  <a:moveTo>
                    <a:pt x="1181143" y="396732"/>
                  </a:moveTo>
                  <a:lnTo>
                    <a:pt x="1166772" y="451817"/>
                  </a:lnTo>
                  <a:lnTo>
                    <a:pt x="1165895" y="428674"/>
                  </a:lnTo>
                  <a:close/>
                  <a:moveTo>
                    <a:pt x="817643" y="0"/>
                  </a:moveTo>
                  <a:lnTo>
                    <a:pt x="764300" y="60070"/>
                  </a:lnTo>
                  <a:lnTo>
                    <a:pt x="797794" y="35976"/>
                  </a:lnTo>
                  <a:close/>
                  <a:moveTo>
                    <a:pt x="1195114" y="403019"/>
                  </a:moveTo>
                  <a:lnTo>
                    <a:pt x="1165895" y="428674"/>
                  </a:lnTo>
                  <a:lnTo>
                    <a:pt x="1162480" y="448269"/>
                  </a:lnTo>
                  <a:close/>
                  <a:moveTo>
                    <a:pt x="1230739" y="361538"/>
                  </a:moveTo>
                  <a:lnTo>
                    <a:pt x="1200020" y="381585"/>
                  </a:lnTo>
                  <a:lnTo>
                    <a:pt x="1181143" y="396732"/>
                  </a:lnTo>
                  <a:close/>
                  <a:moveTo>
                    <a:pt x="1374272" y="334327"/>
                  </a:moveTo>
                  <a:lnTo>
                    <a:pt x="1348093" y="292867"/>
                  </a:lnTo>
                  <a:lnTo>
                    <a:pt x="1317325" y="342641"/>
                  </a:lnTo>
                  <a:close/>
                </a:path>
              </a:pathLst>
            </a:custGeom>
            <a:solidFill>
              <a:srgbClr val="F4F6F7"/>
            </a:solidFill>
            <a:ln w="1524">
              <a:solidFill>
                <a:srgbClr val="F4F6F7"/>
              </a:solidFill>
            </a:ln>
          </p:spPr>
        </p:sp>
        <p:sp>
          <p:nvSpPr>
            <p:cNvPr id="4224" name="Output_density__4223">
              <a:extLst>
                <a:ext uri="{FF2B5EF4-FFF2-40B4-BE49-F238E27FC236}">
                  <a16:creationId xmlns:a16="http://schemas.microsoft.com/office/drawing/2014/main" id="{C2503D61-BAD8-B515-CC5A-0DD68821C633}"/>
                </a:ext>
              </a:extLst>
            </p:cNvPr>
            <p:cNvSpPr>
              <a:spLocks noGrp="1"/>
            </p:cNvSpPr>
            <p:nvPr/>
          </p:nvSpPr>
          <p:spPr>
            <a:xfrm>
              <a:off x="15352531" y="2623380"/>
              <a:ext cx="1476908" cy="2082281"/>
            </a:xfrm>
            <a:custGeom>
              <a:avLst/>
              <a:gdLst/>
              <a:ahLst/>
              <a:cxnLst/>
              <a:rect l="0" t="0" r="0" b="0"/>
              <a:pathLst>
                <a:path w="1476908" h="2082281">
                  <a:moveTo>
                    <a:pt x="0" y="1673040"/>
                  </a:moveTo>
                  <a:lnTo>
                    <a:pt x="1308" y="1691216"/>
                  </a:lnTo>
                  <a:lnTo>
                    <a:pt x="32992" y="1707911"/>
                  </a:lnTo>
                  <a:close/>
                  <a:moveTo>
                    <a:pt x="32992" y="1707911"/>
                  </a:moveTo>
                  <a:lnTo>
                    <a:pt x="61768" y="1704805"/>
                  </a:lnTo>
                  <a:lnTo>
                    <a:pt x="0" y="1673040"/>
                  </a:lnTo>
                  <a:close/>
                  <a:moveTo>
                    <a:pt x="304338" y="1906629"/>
                  </a:moveTo>
                  <a:lnTo>
                    <a:pt x="306484" y="1908756"/>
                  </a:lnTo>
                  <a:lnTo>
                    <a:pt x="310008" y="1910021"/>
                  </a:lnTo>
                  <a:close/>
                  <a:moveTo>
                    <a:pt x="304338" y="1906629"/>
                  </a:moveTo>
                  <a:lnTo>
                    <a:pt x="273657" y="1872700"/>
                  </a:lnTo>
                  <a:lnTo>
                    <a:pt x="306484" y="1908756"/>
                  </a:lnTo>
                  <a:close/>
                  <a:moveTo>
                    <a:pt x="462316" y="1995224"/>
                  </a:moveTo>
                  <a:lnTo>
                    <a:pt x="454544" y="1989836"/>
                  </a:lnTo>
                  <a:lnTo>
                    <a:pt x="477344" y="2011632"/>
                  </a:lnTo>
                  <a:close/>
                  <a:moveTo>
                    <a:pt x="517216" y="2025808"/>
                  </a:moveTo>
                  <a:lnTo>
                    <a:pt x="462316" y="1995224"/>
                  </a:lnTo>
                  <a:lnTo>
                    <a:pt x="477344" y="2011632"/>
                  </a:lnTo>
                  <a:close/>
                  <a:moveTo>
                    <a:pt x="419977" y="1971824"/>
                  </a:moveTo>
                  <a:lnTo>
                    <a:pt x="474561" y="2009702"/>
                  </a:lnTo>
                  <a:lnTo>
                    <a:pt x="454544" y="1989836"/>
                  </a:lnTo>
                  <a:close/>
                  <a:moveTo>
                    <a:pt x="538241" y="2037144"/>
                  </a:moveTo>
                  <a:lnTo>
                    <a:pt x="517216" y="2025808"/>
                  </a:lnTo>
                  <a:lnTo>
                    <a:pt x="556633" y="2045546"/>
                  </a:lnTo>
                  <a:close/>
                  <a:moveTo>
                    <a:pt x="433614" y="1985608"/>
                  </a:moveTo>
                  <a:lnTo>
                    <a:pt x="419977" y="1971824"/>
                  </a:lnTo>
                  <a:lnTo>
                    <a:pt x="454544" y="1989836"/>
                  </a:lnTo>
                  <a:close/>
                  <a:moveTo>
                    <a:pt x="390853" y="1958165"/>
                  </a:moveTo>
                  <a:lnTo>
                    <a:pt x="419977" y="1971824"/>
                  </a:lnTo>
                  <a:lnTo>
                    <a:pt x="433614" y="1985608"/>
                  </a:lnTo>
                  <a:close/>
                  <a:moveTo>
                    <a:pt x="304338" y="1906629"/>
                  </a:moveTo>
                  <a:lnTo>
                    <a:pt x="310008" y="1910021"/>
                  </a:lnTo>
                  <a:lnTo>
                    <a:pt x="322554" y="1895691"/>
                  </a:lnTo>
                  <a:close/>
                  <a:moveTo>
                    <a:pt x="304338" y="1906629"/>
                  </a:moveTo>
                  <a:lnTo>
                    <a:pt x="322554" y="1895691"/>
                  </a:lnTo>
                  <a:lnTo>
                    <a:pt x="255639" y="1855092"/>
                  </a:lnTo>
                  <a:close/>
                  <a:moveTo>
                    <a:pt x="363445" y="1830998"/>
                  </a:moveTo>
                  <a:lnTo>
                    <a:pt x="337305" y="1877180"/>
                  </a:lnTo>
                  <a:lnTo>
                    <a:pt x="367317" y="1834539"/>
                  </a:lnTo>
                  <a:close/>
                  <a:moveTo>
                    <a:pt x="367317" y="1834539"/>
                  </a:moveTo>
                  <a:lnTo>
                    <a:pt x="337305" y="1877180"/>
                  </a:lnTo>
                  <a:lnTo>
                    <a:pt x="322554" y="1895691"/>
                  </a:lnTo>
                  <a:close/>
                  <a:moveTo>
                    <a:pt x="367317" y="1834539"/>
                  </a:moveTo>
                  <a:lnTo>
                    <a:pt x="322554" y="1895691"/>
                  </a:lnTo>
                  <a:lnTo>
                    <a:pt x="372416" y="1893136"/>
                  </a:lnTo>
                  <a:close/>
                  <a:moveTo>
                    <a:pt x="171621" y="1628719"/>
                  </a:moveTo>
                  <a:lnTo>
                    <a:pt x="164504" y="1624852"/>
                  </a:lnTo>
                  <a:lnTo>
                    <a:pt x="159011" y="1694822"/>
                  </a:lnTo>
                  <a:close/>
                  <a:moveTo>
                    <a:pt x="538241" y="2037144"/>
                  </a:moveTo>
                  <a:lnTo>
                    <a:pt x="556633" y="2045546"/>
                  </a:lnTo>
                  <a:lnTo>
                    <a:pt x="572017" y="2056023"/>
                  </a:lnTo>
                  <a:close/>
                  <a:moveTo>
                    <a:pt x="572017" y="2056023"/>
                  </a:moveTo>
                  <a:lnTo>
                    <a:pt x="536546" y="2023894"/>
                  </a:lnTo>
                  <a:lnTo>
                    <a:pt x="538241" y="2037144"/>
                  </a:lnTo>
                  <a:close/>
                  <a:moveTo>
                    <a:pt x="552175" y="2021613"/>
                  </a:moveTo>
                  <a:lnTo>
                    <a:pt x="536546" y="2023894"/>
                  </a:lnTo>
                  <a:lnTo>
                    <a:pt x="572017" y="2056023"/>
                  </a:lnTo>
                  <a:close/>
                  <a:moveTo>
                    <a:pt x="599843" y="2025159"/>
                  </a:moveTo>
                  <a:lnTo>
                    <a:pt x="552175" y="2021613"/>
                  </a:lnTo>
                  <a:lnTo>
                    <a:pt x="572017" y="2056023"/>
                  </a:lnTo>
                  <a:close/>
                  <a:moveTo>
                    <a:pt x="517216" y="2025808"/>
                  </a:moveTo>
                  <a:lnTo>
                    <a:pt x="538241" y="2037144"/>
                  </a:lnTo>
                  <a:lnTo>
                    <a:pt x="536546" y="2023894"/>
                  </a:lnTo>
                  <a:close/>
                  <a:moveTo>
                    <a:pt x="358722" y="1806904"/>
                  </a:moveTo>
                  <a:lnTo>
                    <a:pt x="363445" y="1830998"/>
                  </a:lnTo>
                  <a:lnTo>
                    <a:pt x="338807" y="1779462"/>
                  </a:lnTo>
                  <a:close/>
                  <a:moveTo>
                    <a:pt x="136476" y="1573315"/>
                  </a:moveTo>
                  <a:lnTo>
                    <a:pt x="170081" y="1601313"/>
                  </a:lnTo>
                  <a:lnTo>
                    <a:pt x="194384" y="1557277"/>
                  </a:lnTo>
                  <a:close/>
                  <a:moveTo>
                    <a:pt x="179156" y="1573315"/>
                  </a:moveTo>
                  <a:lnTo>
                    <a:pt x="194384" y="1557277"/>
                  </a:lnTo>
                  <a:lnTo>
                    <a:pt x="170081" y="1601313"/>
                  </a:lnTo>
                  <a:close/>
                  <a:moveTo>
                    <a:pt x="707146" y="2040493"/>
                  </a:moveTo>
                  <a:lnTo>
                    <a:pt x="708560" y="2082281"/>
                  </a:lnTo>
                  <a:lnTo>
                    <a:pt x="735342" y="2047514"/>
                  </a:lnTo>
                  <a:close/>
                  <a:moveTo>
                    <a:pt x="707146" y="2040493"/>
                  </a:moveTo>
                  <a:lnTo>
                    <a:pt x="673651" y="2064587"/>
                  </a:lnTo>
                  <a:lnTo>
                    <a:pt x="708560" y="2082281"/>
                  </a:lnTo>
                  <a:close/>
                  <a:moveTo>
                    <a:pt x="422970" y="1639048"/>
                  </a:moveTo>
                  <a:lnTo>
                    <a:pt x="489987" y="1654204"/>
                  </a:lnTo>
                  <a:lnTo>
                    <a:pt x="444698" y="1659552"/>
                  </a:lnTo>
                  <a:close/>
                  <a:moveTo>
                    <a:pt x="357182" y="1641921"/>
                  </a:moveTo>
                  <a:lnTo>
                    <a:pt x="320223" y="1583872"/>
                  </a:lnTo>
                  <a:lnTo>
                    <a:pt x="317729" y="1600758"/>
                  </a:lnTo>
                  <a:close/>
                  <a:moveTo>
                    <a:pt x="331070" y="1584070"/>
                  </a:moveTo>
                  <a:lnTo>
                    <a:pt x="320223" y="1583872"/>
                  </a:lnTo>
                  <a:lnTo>
                    <a:pt x="357182" y="1641921"/>
                  </a:lnTo>
                  <a:close/>
                  <a:moveTo>
                    <a:pt x="388803" y="1625247"/>
                  </a:moveTo>
                  <a:lnTo>
                    <a:pt x="331070" y="1584070"/>
                  </a:lnTo>
                  <a:lnTo>
                    <a:pt x="357182" y="1641921"/>
                  </a:lnTo>
                  <a:close/>
                  <a:moveTo>
                    <a:pt x="294510" y="1582279"/>
                  </a:moveTo>
                  <a:lnTo>
                    <a:pt x="322292" y="1549221"/>
                  </a:lnTo>
                  <a:lnTo>
                    <a:pt x="320223" y="1583872"/>
                  </a:lnTo>
                  <a:close/>
                  <a:moveTo>
                    <a:pt x="335705" y="1561622"/>
                  </a:moveTo>
                  <a:lnTo>
                    <a:pt x="317729" y="1600758"/>
                  </a:lnTo>
                  <a:lnTo>
                    <a:pt x="320223" y="1583872"/>
                  </a:lnTo>
                  <a:close/>
                  <a:moveTo>
                    <a:pt x="393674" y="1603681"/>
                  </a:moveTo>
                  <a:lnTo>
                    <a:pt x="398591" y="1628201"/>
                  </a:lnTo>
                  <a:lnTo>
                    <a:pt x="388803" y="1625247"/>
                  </a:lnTo>
                  <a:close/>
                  <a:moveTo>
                    <a:pt x="243141" y="1545813"/>
                  </a:moveTo>
                  <a:lnTo>
                    <a:pt x="320223" y="1583872"/>
                  </a:lnTo>
                  <a:lnTo>
                    <a:pt x="299350" y="1576664"/>
                  </a:lnTo>
                  <a:close/>
                  <a:moveTo>
                    <a:pt x="250563" y="1549221"/>
                  </a:moveTo>
                  <a:lnTo>
                    <a:pt x="320223" y="1583872"/>
                  </a:lnTo>
                  <a:lnTo>
                    <a:pt x="243141" y="1545813"/>
                  </a:lnTo>
                  <a:close/>
                  <a:moveTo>
                    <a:pt x="294510" y="1582279"/>
                  </a:moveTo>
                  <a:lnTo>
                    <a:pt x="320223" y="1583872"/>
                  </a:lnTo>
                  <a:lnTo>
                    <a:pt x="250563" y="1549221"/>
                  </a:lnTo>
                  <a:close/>
                  <a:moveTo>
                    <a:pt x="398591" y="1628201"/>
                  </a:moveTo>
                  <a:lnTo>
                    <a:pt x="422970" y="1639048"/>
                  </a:lnTo>
                  <a:lnTo>
                    <a:pt x="444698" y="1659552"/>
                  </a:lnTo>
                  <a:close/>
                  <a:moveTo>
                    <a:pt x="748215" y="2028501"/>
                  </a:moveTo>
                  <a:lnTo>
                    <a:pt x="735342" y="2047514"/>
                  </a:lnTo>
                  <a:lnTo>
                    <a:pt x="755968" y="2040493"/>
                  </a:lnTo>
                  <a:close/>
                  <a:moveTo>
                    <a:pt x="748215" y="2028501"/>
                  </a:moveTo>
                  <a:lnTo>
                    <a:pt x="755968" y="2040493"/>
                  </a:lnTo>
                  <a:lnTo>
                    <a:pt x="767170" y="1988330"/>
                  </a:lnTo>
                  <a:close/>
                  <a:moveTo>
                    <a:pt x="398591" y="1628201"/>
                  </a:moveTo>
                  <a:lnTo>
                    <a:pt x="444698" y="1659552"/>
                  </a:lnTo>
                  <a:lnTo>
                    <a:pt x="451852" y="1615567"/>
                  </a:lnTo>
                  <a:close/>
                  <a:moveTo>
                    <a:pt x="494809" y="1618627"/>
                  </a:moveTo>
                  <a:lnTo>
                    <a:pt x="444698" y="1659552"/>
                  </a:lnTo>
                  <a:lnTo>
                    <a:pt x="489987" y="1654204"/>
                  </a:lnTo>
                  <a:close/>
                  <a:moveTo>
                    <a:pt x="494809" y="1618627"/>
                  </a:moveTo>
                  <a:lnTo>
                    <a:pt x="451852" y="1615567"/>
                  </a:lnTo>
                  <a:lnTo>
                    <a:pt x="444698" y="1659552"/>
                  </a:lnTo>
                  <a:close/>
                  <a:moveTo>
                    <a:pt x="445606" y="1557902"/>
                  </a:moveTo>
                  <a:lnTo>
                    <a:pt x="435015" y="1503769"/>
                  </a:lnTo>
                  <a:lnTo>
                    <a:pt x="434775" y="1552570"/>
                  </a:lnTo>
                  <a:close/>
                  <a:moveTo>
                    <a:pt x="477342" y="1511805"/>
                  </a:moveTo>
                  <a:lnTo>
                    <a:pt x="502289" y="1549802"/>
                  </a:lnTo>
                  <a:lnTo>
                    <a:pt x="524371" y="1512960"/>
                  </a:lnTo>
                  <a:close/>
                  <a:moveTo>
                    <a:pt x="449772" y="1501033"/>
                  </a:moveTo>
                  <a:lnTo>
                    <a:pt x="502289" y="1549802"/>
                  </a:lnTo>
                  <a:lnTo>
                    <a:pt x="477342" y="1511805"/>
                  </a:lnTo>
                  <a:close/>
                  <a:moveTo>
                    <a:pt x="524371" y="1512960"/>
                  </a:moveTo>
                  <a:lnTo>
                    <a:pt x="511895" y="1552570"/>
                  </a:lnTo>
                  <a:lnTo>
                    <a:pt x="543650" y="1545264"/>
                  </a:lnTo>
                  <a:close/>
                  <a:moveTo>
                    <a:pt x="547439" y="1464309"/>
                  </a:moveTo>
                  <a:lnTo>
                    <a:pt x="582893" y="1459511"/>
                  </a:lnTo>
                  <a:lnTo>
                    <a:pt x="562539" y="1452846"/>
                  </a:lnTo>
                  <a:close/>
                  <a:moveTo>
                    <a:pt x="212730" y="943108"/>
                  </a:moveTo>
                  <a:lnTo>
                    <a:pt x="240923" y="989016"/>
                  </a:lnTo>
                  <a:lnTo>
                    <a:pt x="226977" y="964862"/>
                  </a:lnTo>
                  <a:close/>
                  <a:moveTo>
                    <a:pt x="949230" y="1813602"/>
                  </a:moveTo>
                  <a:lnTo>
                    <a:pt x="939285" y="1798882"/>
                  </a:lnTo>
                  <a:lnTo>
                    <a:pt x="989350" y="1841044"/>
                  </a:lnTo>
                  <a:close/>
                  <a:moveTo>
                    <a:pt x="958312" y="1737971"/>
                  </a:moveTo>
                  <a:lnTo>
                    <a:pt x="964797" y="1802003"/>
                  </a:lnTo>
                  <a:lnTo>
                    <a:pt x="994939" y="1779801"/>
                  </a:lnTo>
                  <a:close/>
                  <a:moveTo>
                    <a:pt x="578262" y="1400534"/>
                  </a:moveTo>
                  <a:lnTo>
                    <a:pt x="614038" y="1434191"/>
                  </a:lnTo>
                  <a:lnTo>
                    <a:pt x="540499" y="1393252"/>
                  </a:lnTo>
                  <a:close/>
                  <a:moveTo>
                    <a:pt x="614038" y="1434191"/>
                  </a:moveTo>
                  <a:lnTo>
                    <a:pt x="578393" y="1401309"/>
                  </a:lnTo>
                  <a:lnTo>
                    <a:pt x="665379" y="1421012"/>
                  </a:lnTo>
                  <a:close/>
                  <a:moveTo>
                    <a:pt x="578262" y="1400534"/>
                  </a:moveTo>
                  <a:lnTo>
                    <a:pt x="578393" y="1401309"/>
                  </a:lnTo>
                  <a:lnTo>
                    <a:pt x="614038" y="1434191"/>
                  </a:lnTo>
                  <a:close/>
                  <a:moveTo>
                    <a:pt x="240923" y="989016"/>
                  </a:moveTo>
                  <a:lnTo>
                    <a:pt x="234689" y="925256"/>
                  </a:lnTo>
                  <a:lnTo>
                    <a:pt x="226977" y="964862"/>
                  </a:lnTo>
                  <a:close/>
                  <a:moveTo>
                    <a:pt x="1022122" y="1765414"/>
                  </a:moveTo>
                  <a:lnTo>
                    <a:pt x="994939" y="1779801"/>
                  </a:lnTo>
                  <a:lnTo>
                    <a:pt x="1021265" y="1770216"/>
                  </a:lnTo>
                  <a:close/>
                  <a:moveTo>
                    <a:pt x="729965" y="1377215"/>
                  </a:moveTo>
                  <a:lnTo>
                    <a:pt x="712562" y="1367315"/>
                  </a:lnTo>
                  <a:lnTo>
                    <a:pt x="754702" y="1404658"/>
                  </a:lnTo>
                  <a:close/>
                  <a:moveTo>
                    <a:pt x="754026" y="1428752"/>
                  </a:moveTo>
                  <a:lnTo>
                    <a:pt x="729965" y="1377215"/>
                  </a:lnTo>
                  <a:lnTo>
                    <a:pt x="754702" y="1404658"/>
                  </a:lnTo>
                  <a:close/>
                  <a:moveTo>
                    <a:pt x="678715" y="1301584"/>
                  </a:moveTo>
                  <a:lnTo>
                    <a:pt x="693150" y="1350168"/>
                  </a:lnTo>
                  <a:lnTo>
                    <a:pt x="675202" y="1325678"/>
                  </a:lnTo>
                  <a:close/>
                  <a:moveTo>
                    <a:pt x="677468" y="1357864"/>
                  </a:moveTo>
                  <a:lnTo>
                    <a:pt x="693150" y="1350168"/>
                  </a:lnTo>
                  <a:lnTo>
                    <a:pt x="678715" y="1301584"/>
                  </a:lnTo>
                  <a:close/>
                  <a:moveTo>
                    <a:pt x="712562" y="1367315"/>
                  </a:moveTo>
                  <a:lnTo>
                    <a:pt x="693150" y="1350168"/>
                  </a:lnTo>
                  <a:lnTo>
                    <a:pt x="677468" y="1357864"/>
                  </a:lnTo>
                  <a:close/>
                  <a:moveTo>
                    <a:pt x="675490" y="1323918"/>
                  </a:moveTo>
                  <a:lnTo>
                    <a:pt x="677468" y="1357864"/>
                  </a:lnTo>
                  <a:lnTo>
                    <a:pt x="678715" y="1301584"/>
                  </a:lnTo>
                  <a:close/>
                  <a:moveTo>
                    <a:pt x="266712" y="843624"/>
                  </a:moveTo>
                  <a:lnTo>
                    <a:pt x="245169" y="897978"/>
                  </a:lnTo>
                  <a:lnTo>
                    <a:pt x="321990" y="875623"/>
                  </a:lnTo>
                  <a:close/>
                  <a:moveTo>
                    <a:pt x="1079417" y="1786070"/>
                  </a:moveTo>
                  <a:lnTo>
                    <a:pt x="1030403" y="1777495"/>
                  </a:lnTo>
                  <a:lnTo>
                    <a:pt x="1021265" y="1770216"/>
                  </a:lnTo>
                  <a:close/>
                  <a:moveTo>
                    <a:pt x="1088864" y="1753241"/>
                  </a:moveTo>
                  <a:lnTo>
                    <a:pt x="1030403" y="1777495"/>
                  </a:lnTo>
                  <a:lnTo>
                    <a:pt x="1079417" y="1786070"/>
                  </a:lnTo>
                  <a:close/>
                  <a:moveTo>
                    <a:pt x="697342" y="1225954"/>
                  </a:moveTo>
                  <a:lnTo>
                    <a:pt x="707066" y="1267296"/>
                  </a:lnTo>
                  <a:lnTo>
                    <a:pt x="744634" y="1272855"/>
                  </a:lnTo>
                  <a:close/>
                  <a:moveTo>
                    <a:pt x="707066" y="1267296"/>
                  </a:moveTo>
                  <a:lnTo>
                    <a:pt x="761357" y="1295608"/>
                  </a:lnTo>
                  <a:lnTo>
                    <a:pt x="789566" y="1266176"/>
                  </a:lnTo>
                  <a:close/>
                  <a:moveTo>
                    <a:pt x="396522" y="889292"/>
                  </a:moveTo>
                  <a:lnTo>
                    <a:pt x="458885" y="916734"/>
                  </a:lnTo>
                  <a:lnTo>
                    <a:pt x="445119" y="868127"/>
                  </a:lnTo>
                  <a:close/>
                  <a:moveTo>
                    <a:pt x="321990" y="875623"/>
                  </a:moveTo>
                  <a:lnTo>
                    <a:pt x="369007" y="876734"/>
                  </a:lnTo>
                  <a:lnTo>
                    <a:pt x="349680" y="869752"/>
                  </a:lnTo>
                  <a:close/>
                  <a:moveTo>
                    <a:pt x="804983" y="1204675"/>
                  </a:moveTo>
                  <a:lnTo>
                    <a:pt x="789566" y="1266176"/>
                  </a:lnTo>
                  <a:lnTo>
                    <a:pt x="815409" y="1225954"/>
                  </a:lnTo>
                  <a:close/>
                  <a:moveTo>
                    <a:pt x="815409" y="1225954"/>
                  </a:moveTo>
                  <a:lnTo>
                    <a:pt x="806474" y="1194491"/>
                  </a:lnTo>
                  <a:lnTo>
                    <a:pt x="804983" y="1204675"/>
                  </a:lnTo>
                  <a:close/>
                  <a:moveTo>
                    <a:pt x="824210" y="1150323"/>
                  </a:moveTo>
                  <a:lnTo>
                    <a:pt x="806474" y="1194491"/>
                  </a:lnTo>
                  <a:lnTo>
                    <a:pt x="815409" y="1225954"/>
                  </a:lnTo>
                  <a:close/>
                  <a:moveTo>
                    <a:pt x="1048976" y="1346470"/>
                  </a:moveTo>
                  <a:lnTo>
                    <a:pt x="1067464" y="1394182"/>
                  </a:lnTo>
                  <a:lnTo>
                    <a:pt x="1013909" y="1336997"/>
                  </a:lnTo>
                  <a:close/>
                  <a:moveTo>
                    <a:pt x="1008175" y="1332376"/>
                  </a:moveTo>
                  <a:lnTo>
                    <a:pt x="1013909" y="1336997"/>
                  </a:lnTo>
                  <a:lnTo>
                    <a:pt x="1021540" y="1339658"/>
                  </a:lnTo>
                  <a:close/>
                  <a:moveTo>
                    <a:pt x="1008175" y="1332376"/>
                  </a:moveTo>
                  <a:lnTo>
                    <a:pt x="983737" y="1298783"/>
                  </a:lnTo>
                  <a:lnTo>
                    <a:pt x="1013909" y="1336997"/>
                  </a:lnTo>
                  <a:close/>
                  <a:moveTo>
                    <a:pt x="1234931" y="1343659"/>
                  </a:moveTo>
                  <a:lnTo>
                    <a:pt x="1215797" y="1349555"/>
                  </a:lnTo>
                  <a:lnTo>
                    <a:pt x="1289479" y="1372930"/>
                  </a:lnTo>
                  <a:close/>
                  <a:moveTo>
                    <a:pt x="1262352" y="1349688"/>
                  </a:moveTo>
                  <a:lnTo>
                    <a:pt x="1327245" y="1387261"/>
                  </a:lnTo>
                  <a:lnTo>
                    <a:pt x="1289479" y="1372930"/>
                  </a:lnTo>
                  <a:close/>
                  <a:moveTo>
                    <a:pt x="1262352" y="1349688"/>
                  </a:moveTo>
                  <a:lnTo>
                    <a:pt x="1335279" y="1391126"/>
                  </a:lnTo>
                  <a:lnTo>
                    <a:pt x="1327245" y="1387261"/>
                  </a:lnTo>
                  <a:close/>
                  <a:moveTo>
                    <a:pt x="197808" y="101600"/>
                  </a:moveTo>
                  <a:lnTo>
                    <a:pt x="229781" y="113589"/>
                  </a:lnTo>
                  <a:lnTo>
                    <a:pt x="194178" y="72609"/>
                  </a:lnTo>
                  <a:close/>
                  <a:moveTo>
                    <a:pt x="229781" y="113589"/>
                  </a:moveTo>
                  <a:lnTo>
                    <a:pt x="236802" y="57297"/>
                  </a:lnTo>
                  <a:lnTo>
                    <a:pt x="194178" y="72609"/>
                  </a:lnTo>
                  <a:close/>
                  <a:moveTo>
                    <a:pt x="224947" y="12973"/>
                  </a:moveTo>
                  <a:lnTo>
                    <a:pt x="256386" y="47310"/>
                  </a:lnTo>
                  <a:lnTo>
                    <a:pt x="215147" y="0"/>
                  </a:lnTo>
                  <a:close/>
                  <a:moveTo>
                    <a:pt x="1327245" y="1387261"/>
                  </a:moveTo>
                  <a:lnTo>
                    <a:pt x="1335279" y="1391126"/>
                  </a:lnTo>
                  <a:lnTo>
                    <a:pt x="1340973" y="1390779"/>
                  </a:lnTo>
                  <a:close/>
                  <a:moveTo>
                    <a:pt x="1393328" y="1411850"/>
                  </a:moveTo>
                  <a:lnTo>
                    <a:pt x="1340973" y="1390779"/>
                  </a:lnTo>
                  <a:lnTo>
                    <a:pt x="1335279" y="1391126"/>
                  </a:lnTo>
                  <a:close/>
                  <a:moveTo>
                    <a:pt x="1327245" y="1387261"/>
                  </a:moveTo>
                  <a:lnTo>
                    <a:pt x="1340973" y="1390779"/>
                  </a:lnTo>
                  <a:lnTo>
                    <a:pt x="1348026" y="1380762"/>
                  </a:lnTo>
                  <a:close/>
                  <a:moveTo>
                    <a:pt x="1393328" y="1411850"/>
                  </a:moveTo>
                  <a:lnTo>
                    <a:pt x="1425042" y="1418874"/>
                  </a:lnTo>
                  <a:lnTo>
                    <a:pt x="1340973" y="1390779"/>
                  </a:lnTo>
                  <a:close/>
                  <a:moveTo>
                    <a:pt x="1228587" y="1213671"/>
                  </a:moveTo>
                  <a:lnTo>
                    <a:pt x="1222680" y="1208558"/>
                  </a:lnTo>
                  <a:lnTo>
                    <a:pt x="1202364" y="1221897"/>
                  </a:lnTo>
                  <a:close/>
                  <a:moveTo>
                    <a:pt x="1241010" y="1208558"/>
                  </a:moveTo>
                  <a:lnTo>
                    <a:pt x="1228587" y="1213671"/>
                  </a:lnTo>
                  <a:lnTo>
                    <a:pt x="1232373" y="1181115"/>
                  </a:lnTo>
                  <a:close/>
                  <a:moveTo>
                    <a:pt x="1237203" y="1157021"/>
                  </a:moveTo>
                  <a:lnTo>
                    <a:pt x="1241010" y="1208558"/>
                  </a:lnTo>
                  <a:lnTo>
                    <a:pt x="1232373" y="1181115"/>
                  </a:lnTo>
                  <a:close/>
                  <a:moveTo>
                    <a:pt x="1060330" y="905311"/>
                  </a:moveTo>
                  <a:lnTo>
                    <a:pt x="1007714" y="965576"/>
                  </a:lnTo>
                  <a:lnTo>
                    <a:pt x="984108" y="929904"/>
                  </a:lnTo>
                  <a:close/>
                  <a:moveTo>
                    <a:pt x="395467" y="243082"/>
                  </a:moveTo>
                  <a:lnTo>
                    <a:pt x="403911" y="298959"/>
                  </a:lnTo>
                  <a:lnTo>
                    <a:pt x="437674" y="284294"/>
                  </a:lnTo>
                  <a:close/>
                  <a:moveTo>
                    <a:pt x="416315" y="201373"/>
                  </a:moveTo>
                  <a:lnTo>
                    <a:pt x="451744" y="235312"/>
                  </a:lnTo>
                  <a:lnTo>
                    <a:pt x="408365" y="214488"/>
                  </a:lnTo>
                  <a:close/>
                  <a:moveTo>
                    <a:pt x="1447250" y="1400820"/>
                  </a:moveTo>
                  <a:lnTo>
                    <a:pt x="1453534" y="1458453"/>
                  </a:lnTo>
                  <a:lnTo>
                    <a:pt x="1476908" y="1414690"/>
                  </a:lnTo>
                  <a:close/>
                  <a:moveTo>
                    <a:pt x="1215925" y="1002802"/>
                  </a:moveTo>
                  <a:lnTo>
                    <a:pt x="1256586" y="1040661"/>
                  </a:lnTo>
                  <a:lnTo>
                    <a:pt x="1266762" y="1018196"/>
                  </a:lnTo>
                  <a:close/>
                  <a:moveTo>
                    <a:pt x="1197617" y="1002411"/>
                  </a:moveTo>
                  <a:lnTo>
                    <a:pt x="1256586" y="1040661"/>
                  </a:lnTo>
                  <a:lnTo>
                    <a:pt x="1215925" y="1002802"/>
                  </a:lnTo>
                  <a:close/>
                  <a:moveTo>
                    <a:pt x="1060330" y="905311"/>
                  </a:moveTo>
                  <a:lnTo>
                    <a:pt x="1065825" y="893572"/>
                  </a:lnTo>
                  <a:lnTo>
                    <a:pt x="1045051" y="950874"/>
                  </a:lnTo>
                  <a:close/>
                  <a:moveTo>
                    <a:pt x="562922" y="280898"/>
                  </a:moveTo>
                  <a:lnTo>
                    <a:pt x="545462" y="259846"/>
                  </a:lnTo>
                  <a:lnTo>
                    <a:pt x="573180" y="308341"/>
                  </a:lnTo>
                  <a:close/>
                  <a:moveTo>
                    <a:pt x="527838" y="211431"/>
                  </a:moveTo>
                  <a:lnTo>
                    <a:pt x="544662" y="200049"/>
                  </a:lnTo>
                  <a:lnTo>
                    <a:pt x="544399" y="153732"/>
                  </a:lnTo>
                  <a:close/>
                  <a:moveTo>
                    <a:pt x="566984" y="217588"/>
                  </a:moveTo>
                  <a:lnTo>
                    <a:pt x="544662" y="200049"/>
                  </a:lnTo>
                  <a:lnTo>
                    <a:pt x="527838" y="211431"/>
                  </a:lnTo>
                  <a:close/>
                  <a:moveTo>
                    <a:pt x="541011" y="137979"/>
                  </a:moveTo>
                  <a:lnTo>
                    <a:pt x="544399" y="153732"/>
                  </a:lnTo>
                  <a:lnTo>
                    <a:pt x="510750" y="113036"/>
                  </a:lnTo>
                  <a:close/>
                  <a:moveTo>
                    <a:pt x="961302" y="479715"/>
                  </a:moveTo>
                  <a:lnTo>
                    <a:pt x="988212" y="479488"/>
                  </a:lnTo>
                  <a:lnTo>
                    <a:pt x="971200" y="466300"/>
                  </a:lnTo>
                  <a:close/>
                  <a:moveTo>
                    <a:pt x="1352009" y="812838"/>
                  </a:moveTo>
                  <a:lnTo>
                    <a:pt x="1371111" y="878593"/>
                  </a:lnTo>
                  <a:lnTo>
                    <a:pt x="1368441" y="827056"/>
                  </a:lnTo>
                  <a:close/>
                  <a:moveTo>
                    <a:pt x="1352009" y="812838"/>
                  </a:moveTo>
                  <a:lnTo>
                    <a:pt x="1372469" y="858948"/>
                  </a:lnTo>
                  <a:lnTo>
                    <a:pt x="1371111" y="878593"/>
                  </a:lnTo>
                  <a:close/>
                </a:path>
              </a:pathLst>
            </a:custGeom>
            <a:solidFill>
              <a:srgbClr val="EFF2F3"/>
            </a:solidFill>
            <a:ln w="1524">
              <a:solidFill>
                <a:srgbClr val="EFF2F3"/>
              </a:solidFill>
            </a:ln>
          </p:spPr>
        </p:sp>
        <p:sp>
          <p:nvSpPr>
            <p:cNvPr id="4225" name="Output_density__4224">
              <a:extLst>
                <a:ext uri="{FF2B5EF4-FFF2-40B4-BE49-F238E27FC236}">
                  <a16:creationId xmlns:a16="http://schemas.microsoft.com/office/drawing/2014/main" id="{21B699B8-26BD-521D-F9AB-42FC8381ABB8}"/>
                </a:ext>
              </a:extLst>
            </p:cNvPr>
            <p:cNvSpPr>
              <a:spLocks noGrp="1"/>
            </p:cNvSpPr>
            <p:nvPr/>
          </p:nvSpPr>
          <p:spPr>
            <a:xfrm>
              <a:off x="15511541" y="2736416"/>
              <a:ext cx="1317897" cy="1971242"/>
            </a:xfrm>
            <a:custGeom>
              <a:avLst/>
              <a:gdLst/>
              <a:ahLst/>
              <a:cxnLst/>
              <a:rect l="0" t="0" r="0" b="0"/>
              <a:pathLst>
                <a:path w="1317897" h="1971242">
                  <a:moveTo>
                    <a:pt x="150997" y="1796985"/>
                  </a:moveTo>
                  <a:lnTo>
                    <a:pt x="147473" y="1795720"/>
                  </a:lnTo>
                  <a:lnTo>
                    <a:pt x="171931" y="1835475"/>
                  </a:lnTo>
                  <a:close/>
                  <a:moveTo>
                    <a:pt x="206804" y="1830961"/>
                  </a:moveTo>
                  <a:lnTo>
                    <a:pt x="150997" y="1796985"/>
                  </a:lnTo>
                  <a:lnTo>
                    <a:pt x="171931" y="1835475"/>
                  </a:lnTo>
                  <a:close/>
                  <a:moveTo>
                    <a:pt x="145327" y="1793593"/>
                  </a:moveTo>
                  <a:lnTo>
                    <a:pt x="96628" y="1742056"/>
                  </a:lnTo>
                  <a:lnTo>
                    <a:pt x="114647" y="1759664"/>
                  </a:lnTo>
                  <a:close/>
                  <a:moveTo>
                    <a:pt x="63583" y="1700454"/>
                  </a:moveTo>
                  <a:lnTo>
                    <a:pt x="96628" y="1742056"/>
                  </a:lnTo>
                  <a:lnTo>
                    <a:pt x="86023" y="1728735"/>
                  </a:lnTo>
                  <a:close/>
                  <a:moveTo>
                    <a:pt x="231842" y="1845129"/>
                  </a:moveTo>
                  <a:lnTo>
                    <a:pt x="284620" y="1812326"/>
                  </a:lnTo>
                  <a:lnTo>
                    <a:pt x="213406" y="1780100"/>
                  </a:lnTo>
                  <a:close/>
                  <a:moveTo>
                    <a:pt x="231842" y="1845129"/>
                  </a:moveTo>
                  <a:lnTo>
                    <a:pt x="213406" y="1780100"/>
                  </a:lnTo>
                  <a:lnTo>
                    <a:pt x="206804" y="1830961"/>
                  </a:lnTo>
                  <a:close/>
                  <a:moveTo>
                    <a:pt x="213406" y="1780100"/>
                  </a:moveTo>
                  <a:lnTo>
                    <a:pt x="150997" y="1796985"/>
                  </a:lnTo>
                  <a:lnTo>
                    <a:pt x="206804" y="1830961"/>
                  </a:lnTo>
                  <a:close/>
                  <a:moveTo>
                    <a:pt x="213406" y="1780100"/>
                  </a:moveTo>
                  <a:lnTo>
                    <a:pt x="163544" y="1782655"/>
                  </a:lnTo>
                  <a:lnTo>
                    <a:pt x="150997" y="1796985"/>
                  </a:lnTo>
                  <a:close/>
                  <a:moveTo>
                    <a:pt x="213406" y="1780100"/>
                  </a:moveTo>
                  <a:lnTo>
                    <a:pt x="260756" y="1779587"/>
                  </a:lnTo>
                  <a:lnTo>
                    <a:pt x="208306" y="1721503"/>
                  </a:lnTo>
                  <a:close/>
                  <a:moveTo>
                    <a:pt x="86023" y="1728735"/>
                  </a:moveTo>
                  <a:lnTo>
                    <a:pt x="96628" y="1742056"/>
                  </a:lnTo>
                  <a:lnTo>
                    <a:pt x="113164" y="1722888"/>
                  </a:lnTo>
                  <a:close/>
                  <a:moveTo>
                    <a:pt x="86023" y="1728735"/>
                  </a:moveTo>
                  <a:lnTo>
                    <a:pt x="113164" y="1722888"/>
                  </a:lnTo>
                  <a:lnTo>
                    <a:pt x="57135" y="1690520"/>
                  </a:lnTo>
                  <a:close/>
                  <a:moveTo>
                    <a:pt x="56723" y="1619187"/>
                  </a:moveTo>
                  <a:lnTo>
                    <a:pt x="65048" y="1573777"/>
                  </a:lnTo>
                  <a:lnTo>
                    <a:pt x="8766" y="1587446"/>
                  </a:lnTo>
                  <a:close/>
                  <a:moveTo>
                    <a:pt x="65048" y="1573777"/>
                  </a:moveTo>
                  <a:lnTo>
                    <a:pt x="0" y="1581786"/>
                  </a:lnTo>
                  <a:lnTo>
                    <a:pt x="8766" y="1587446"/>
                  </a:lnTo>
                  <a:close/>
                  <a:moveTo>
                    <a:pt x="12610" y="1515683"/>
                  </a:moveTo>
                  <a:lnTo>
                    <a:pt x="0" y="1581786"/>
                  </a:lnTo>
                  <a:lnTo>
                    <a:pt x="65048" y="1573777"/>
                  </a:lnTo>
                  <a:close/>
                  <a:moveTo>
                    <a:pt x="20146" y="1460279"/>
                  </a:moveTo>
                  <a:lnTo>
                    <a:pt x="11071" y="1488278"/>
                  </a:lnTo>
                  <a:lnTo>
                    <a:pt x="43722" y="1465629"/>
                  </a:lnTo>
                  <a:close/>
                  <a:moveTo>
                    <a:pt x="43722" y="1465629"/>
                  </a:moveTo>
                  <a:lnTo>
                    <a:pt x="11071" y="1488278"/>
                  </a:lnTo>
                  <a:lnTo>
                    <a:pt x="12610" y="1515683"/>
                  </a:lnTo>
                  <a:close/>
                  <a:moveTo>
                    <a:pt x="514641" y="1951551"/>
                  </a:moveTo>
                  <a:lnTo>
                    <a:pt x="494663" y="1938710"/>
                  </a:lnTo>
                  <a:lnTo>
                    <a:pt x="467283" y="1971242"/>
                  </a:lnTo>
                  <a:close/>
                  <a:moveTo>
                    <a:pt x="413007" y="1942987"/>
                  </a:moveTo>
                  <a:lnTo>
                    <a:pt x="467283" y="1971242"/>
                  </a:lnTo>
                  <a:lnTo>
                    <a:pt x="494663" y="1938710"/>
                  </a:lnTo>
                  <a:close/>
                  <a:moveTo>
                    <a:pt x="440832" y="1912123"/>
                  </a:moveTo>
                  <a:lnTo>
                    <a:pt x="413007" y="1942987"/>
                  </a:lnTo>
                  <a:lnTo>
                    <a:pt x="494663" y="1938710"/>
                  </a:lnTo>
                  <a:close/>
                  <a:moveTo>
                    <a:pt x="10554" y="1408743"/>
                  </a:moveTo>
                  <a:lnTo>
                    <a:pt x="8785" y="1393307"/>
                  </a:lnTo>
                  <a:lnTo>
                    <a:pt x="46329" y="1436186"/>
                  </a:lnTo>
                  <a:close/>
                  <a:moveTo>
                    <a:pt x="20146" y="1460279"/>
                  </a:moveTo>
                  <a:lnTo>
                    <a:pt x="10554" y="1408743"/>
                  </a:lnTo>
                  <a:lnTo>
                    <a:pt x="46329" y="1436186"/>
                  </a:lnTo>
                  <a:close/>
                  <a:moveTo>
                    <a:pt x="401595" y="1828556"/>
                  </a:moveTo>
                  <a:lnTo>
                    <a:pt x="416205" y="1820046"/>
                  </a:lnTo>
                  <a:lnTo>
                    <a:pt x="365330" y="1804508"/>
                  </a:lnTo>
                  <a:close/>
                  <a:moveTo>
                    <a:pt x="548136" y="1927457"/>
                  </a:moveTo>
                  <a:lnTo>
                    <a:pt x="576331" y="1934479"/>
                  </a:lnTo>
                  <a:lnTo>
                    <a:pt x="589205" y="1915465"/>
                  </a:lnTo>
                  <a:close/>
                  <a:moveTo>
                    <a:pt x="564481" y="1872822"/>
                  </a:moveTo>
                  <a:lnTo>
                    <a:pt x="589205" y="1915465"/>
                  </a:lnTo>
                  <a:lnTo>
                    <a:pt x="608160" y="1875294"/>
                  </a:lnTo>
                  <a:close/>
                  <a:moveTo>
                    <a:pt x="564481" y="1872822"/>
                  </a:moveTo>
                  <a:lnTo>
                    <a:pt x="608160" y="1875294"/>
                  </a:lnTo>
                  <a:lnTo>
                    <a:pt x="607148" y="1875020"/>
                  </a:lnTo>
                  <a:close/>
                  <a:moveTo>
                    <a:pt x="257768" y="1481907"/>
                  </a:moveTo>
                  <a:lnTo>
                    <a:pt x="239580" y="1515165"/>
                  </a:lnTo>
                  <a:lnTo>
                    <a:pt x="286596" y="1444866"/>
                  </a:lnTo>
                  <a:close/>
                  <a:moveTo>
                    <a:pt x="286596" y="1444866"/>
                  </a:moveTo>
                  <a:lnTo>
                    <a:pt x="239580" y="1515165"/>
                  </a:lnTo>
                  <a:lnTo>
                    <a:pt x="292842" y="1502531"/>
                  </a:lnTo>
                  <a:close/>
                  <a:moveTo>
                    <a:pt x="286596" y="1444866"/>
                  </a:moveTo>
                  <a:lnTo>
                    <a:pt x="275765" y="1439534"/>
                  </a:lnTo>
                  <a:lnTo>
                    <a:pt x="257768" y="1481907"/>
                  </a:lnTo>
                  <a:close/>
                  <a:moveTo>
                    <a:pt x="341070" y="1444005"/>
                  </a:moveTo>
                  <a:lnTo>
                    <a:pt x="331760" y="1439534"/>
                  </a:lnTo>
                  <a:lnTo>
                    <a:pt x="335798" y="1505591"/>
                  </a:lnTo>
                  <a:close/>
                  <a:moveTo>
                    <a:pt x="335798" y="1505591"/>
                  </a:moveTo>
                  <a:lnTo>
                    <a:pt x="331760" y="1439534"/>
                  </a:lnTo>
                  <a:lnTo>
                    <a:pt x="286596" y="1444866"/>
                  </a:lnTo>
                  <a:close/>
                  <a:moveTo>
                    <a:pt x="335798" y="1505591"/>
                  </a:moveTo>
                  <a:lnTo>
                    <a:pt x="286596" y="1444866"/>
                  </a:lnTo>
                  <a:lnTo>
                    <a:pt x="292842" y="1502531"/>
                  </a:lnTo>
                  <a:close/>
                  <a:moveTo>
                    <a:pt x="331760" y="1439534"/>
                  </a:moveTo>
                  <a:lnTo>
                    <a:pt x="290761" y="1387998"/>
                  </a:lnTo>
                  <a:lnTo>
                    <a:pt x="286596" y="1444866"/>
                  </a:lnTo>
                  <a:close/>
                  <a:moveTo>
                    <a:pt x="144751" y="1358733"/>
                  </a:moveTo>
                  <a:lnTo>
                    <a:pt x="187052" y="1299583"/>
                  </a:lnTo>
                  <a:lnTo>
                    <a:pt x="142240" y="1359544"/>
                  </a:lnTo>
                  <a:close/>
                  <a:moveTo>
                    <a:pt x="274038" y="1387998"/>
                  </a:moveTo>
                  <a:lnTo>
                    <a:pt x="259238" y="1429125"/>
                  </a:lnTo>
                  <a:lnTo>
                    <a:pt x="275765" y="1439534"/>
                  </a:lnTo>
                  <a:close/>
                  <a:moveTo>
                    <a:pt x="331760" y="1439534"/>
                  </a:moveTo>
                  <a:lnTo>
                    <a:pt x="343279" y="1436766"/>
                  </a:lnTo>
                  <a:lnTo>
                    <a:pt x="290761" y="1387998"/>
                  </a:lnTo>
                  <a:close/>
                  <a:moveTo>
                    <a:pt x="343279" y="1436766"/>
                  </a:moveTo>
                  <a:lnTo>
                    <a:pt x="352884" y="1439534"/>
                  </a:lnTo>
                  <a:lnTo>
                    <a:pt x="365361" y="1399924"/>
                  </a:lnTo>
                  <a:close/>
                  <a:moveTo>
                    <a:pt x="723731" y="1724660"/>
                  </a:moveTo>
                  <a:lnTo>
                    <a:pt x="741894" y="1759659"/>
                  </a:lnTo>
                  <a:lnTo>
                    <a:pt x="751596" y="1752102"/>
                  </a:lnTo>
                  <a:close/>
                  <a:moveTo>
                    <a:pt x="513862" y="1315716"/>
                  </a:moveTo>
                  <a:lnTo>
                    <a:pt x="547408" y="1384759"/>
                  </a:lnTo>
                  <a:lnTo>
                    <a:pt x="566944" y="1359781"/>
                  </a:lnTo>
                  <a:close/>
                  <a:moveTo>
                    <a:pt x="535473" y="1391346"/>
                  </a:moveTo>
                  <a:lnTo>
                    <a:pt x="547408" y="1384759"/>
                  </a:lnTo>
                  <a:lnTo>
                    <a:pt x="513862" y="1315716"/>
                  </a:lnTo>
                  <a:close/>
                  <a:moveTo>
                    <a:pt x="480416" y="1339810"/>
                  </a:moveTo>
                  <a:lnTo>
                    <a:pt x="535473" y="1391346"/>
                  </a:lnTo>
                  <a:lnTo>
                    <a:pt x="513862" y="1315716"/>
                  </a:lnTo>
                  <a:close/>
                  <a:moveTo>
                    <a:pt x="597071" y="1319623"/>
                  </a:moveTo>
                  <a:lnTo>
                    <a:pt x="566944" y="1359781"/>
                  </a:lnTo>
                  <a:lnTo>
                    <a:pt x="547408" y="1384759"/>
                  </a:lnTo>
                  <a:close/>
                  <a:moveTo>
                    <a:pt x="547408" y="1384759"/>
                  </a:moveTo>
                  <a:lnTo>
                    <a:pt x="582463" y="1367252"/>
                  </a:lnTo>
                  <a:lnTo>
                    <a:pt x="597071" y="1319623"/>
                  </a:lnTo>
                  <a:close/>
                  <a:moveTo>
                    <a:pt x="480416" y="1339810"/>
                  </a:moveTo>
                  <a:lnTo>
                    <a:pt x="513862" y="1315716"/>
                  </a:lnTo>
                  <a:lnTo>
                    <a:pt x="478234" y="1337689"/>
                  </a:lnTo>
                  <a:close/>
                  <a:moveTo>
                    <a:pt x="513862" y="1315716"/>
                  </a:moveTo>
                  <a:lnTo>
                    <a:pt x="506368" y="1307976"/>
                  </a:lnTo>
                  <a:lnTo>
                    <a:pt x="478234" y="1337689"/>
                  </a:lnTo>
                  <a:close/>
                  <a:moveTo>
                    <a:pt x="506368" y="1307976"/>
                  </a:moveTo>
                  <a:lnTo>
                    <a:pt x="419383" y="1288273"/>
                  </a:lnTo>
                  <a:lnTo>
                    <a:pt x="478234" y="1337689"/>
                  </a:lnTo>
                  <a:close/>
                  <a:moveTo>
                    <a:pt x="416213" y="1280478"/>
                  </a:moveTo>
                  <a:lnTo>
                    <a:pt x="419383" y="1288273"/>
                  </a:lnTo>
                  <a:lnTo>
                    <a:pt x="419251" y="1287498"/>
                  </a:lnTo>
                  <a:close/>
                  <a:moveTo>
                    <a:pt x="390820" y="1236736"/>
                  </a:moveTo>
                  <a:lnTo>
                    <a:pt x="416213" y="1280478"/>
                  </a:lnTo>
                  <a:lnTo>
                    <a:pt x="382253" y="1216852"/>
                  </a:lnTo>
                  <a:close/>
                  <a:moveTo>
                    <a:pt x="382253" y="1216852"/>
                  </a:moveTo>
                  <a:lnTo>
                    <a:pt x="416213" y="1280478"/>
                  </a:lnTo>
                  <a:lnTo>
                    <a:pt x="419251" y="1287498"/>
                  </a:lnTo>
                  <a:close/>
                  <a:moveTo>
                    <a:pt x="382253" y="1216852"/>
                  </a:moveTo>
                  <a:lnTo>
                    <a:pt x="419251" y="1287498"/>
                  </a:lnTo>
                  <a:lnTo>
                    <a:pt x="381489" y="1280216"/>
                  </a:lnTo>
                  <a:close/>
                  <a:moveTo>
                    <a:pt x="390820" y="1236736"/>
                  </a:moveTo>
                  <a:lnTo>
                    <a:pt x="382253" y="1216852"/>
                  </a:lnTo>
                  <a:lnTo>
                    <a:pt x="351346" y="1179236"/>
                  </a:lnTo>
                  <a:close/>
                  <a:moveTo>
                    <a:pt x="81913" y="875980"/>
                  </a:moveTo>
                  <a:lnTo>
                    <a:pt x="138463" y="805825"/>
                  </a:lnTo>
                  <a:lnTo>
                    <a:pt x="75679" y="812220"/>
                  </a:lnTo>
                  <a:close/>
                  <a:moveTo>
                    <a:pt x="75679" y="812220"/>
                  </a:moveTo>
                  <a:lnTo>
                    <a:pt x="138463" y="805825"/>
                  </a:lnTo>
                  <a:lnTo>
                    <a:pt x="124936" y="810157"/>
                  </a:lnTo>
                  <a:close/>
                  <a:moveTo>
                    <a:pt x="382187" y="1212643"/>
                  </a:moveTo>
                  <a:lnTo>
                    <a:pt x="351346" y="1179236"/>
                  </a:lnTo>
                  <a:lnTo>
                    <a:pt x="382253" y="1216852"/>
                  </a:lnTo>
                  <a:close/>
                  <a:moveTo>
                    <a:pt x="799302" y="1624935"/>
                  </a:moveTo>
                  <a:lnTo>
                    <a:pt x="835929" y="1666765"/>
                  </a:lnTo>
                  <a:lnTo>
                    <a:pt x="863112" y="1652378"/>
                  </a:lnTo>
                  <a:close/>
                  <a:moveTo>
                    <a:pt x="780222" y="1497768"/>
                  </a:moveTo>
                  <a:lnTo>
                    <a:pt x="815982" y="1457287"/>
                  </a:lnTo>
                  <a:lnTo>
                    <a:pt x="759383" y="1521862"/>
                  </a:lnTo>
                  <a:close/>
                  <a:moveTo>
                    <a:pt x="590357" y="1312421"/>
                  </a:moveTo>
                  <a:lnTo>
                    <a:pt x="595016" y="1315716"/>
                  </a:lnTo>
                  <a:lnTo>
                    <a:pt x="595692" y="1291622"/>
                  </a:lnTo>
                  <a:close/>
                  <a:moveTo>
                    <a:pt x="566944" y="1359781"/>
                  </a:moveTo>
                  <a:lnTo>
                    <a:pt x="595016" y="1315716"/>
                  </a:lnTo>
                  <a:lnTo>
                    <a:pt x="590357" y="1312421"/>
                  </a:lnTo>
                  <a:close/>
                  <a:moveTo>
                    <a:pt x="605910" y="1330794"/>
                  </a:moveTo>
                  <a:lnTo>
                    <a:pt x="582463" y="1367252"/>
                  </a:lnTo>
                  <a:lnTo>
                    <a:pt x="626370" y="1358547"/>
                  </a:lnTo>
                  <a:close/>
                  <a:moveTo>
                    <a:pt x="565050" y="1291622"/>
                  </a:moveTo>
                  <a:lnTo>
                    <a:pt x="566944" y="1359781"/>
                  </a:lnTo>
                  <a:lnTo>
                    <a:pt x="590357" y="1312421"/>
                  </a:lnTo>
                  <a:close/>
                  <a:moveTo>
                    <a:pt x="513862" y="1315716"/>
                  </a:moveTo>
                  <a:lnTo>
                    <a:pt x="581089" y="1277767"/>
                  </a:lnTo>
                  <a:lnTo>
                    <a:pt x="518457" y="1244828"/>
                  </a:lnTo>
                  <a:close/>
                  <a:moveTo>
                    <a:pt x="518457" y="1244828"/>
                  </a:moveTo>
                  <a:lnTo>
                    <a:pt x="581089" y="1277767"/>
                  </a:lnTo>
                  <a:lnTo>
                    <a:pt x="553551" y="1254279"/>
                  </a:lnTo>
                  <a:close/>
                  <a:moveTo>
                    <a:pt x="513862" y="1315716"/>
                  </a:moveTo>
                  <a:lnTo>
                    <a:pt x="518457" y="1244828"/>
                  </a:lnTo>
                  <a:lnTo>
                    <a:pt x="506368" y="1307976"/>
                  </a:lnTo>
                  <a:close/>
                  <a:moveTo>
                    <a:pt x="595692" y="1291622"/>
                  </a:moveTo>
                  <a:lnTo>
                    <a:pt x="553551" y="1254279"/>
                  </a:lnTo>
                  <a:lnTo>
                    <a:pt x="581089" y="1277767"/>
                  </a:lnTo>
                  <a:close/>
                  <a:moveTo>
                    <a:pt x="527613" y="1149881"/>
                  </a:moveTo>
                  <a:lnTo>
                    <a:pt x="548055" y="1154260"/>
                  </a:lnTo>
                  <a:lnTo>
                    <a:pt x="512686" y="1137012"/>
                  </a:lnTo>
                  <a:close/>
                  <a:moveTo>
                    <a:pt x="503831" y="1163592"/>
                  </a:moveTo>
                  <a:lnTo>
                    <a:pt x="519704" y="1188549"/>
                  </a:lnTo>
                  <a:lnTo>
                    <a:pt x="491886" y="1161106"/>
                  </a:lnTo>
                  <a:close/>
                  <a:moveTo>
                    <a:pt x="233537" y="851712"/>
                  </a:moveTo>
                  <a:lnTo>
                    <a:pt x="241391" y="851886"/>
                  </a:lnTo>
                  <a:lnTo>
                    <a:pt x="220391" y="833279"/>
                  </a:lnTo>
                  <a:close/>
                  <a:moveTo>
                    <a:pt x="233537" y="851712"/>
                  </a:moveTo>
                  <a:lnTo>
                    <a:pt x="256331" y="827793"/>
                  </a:lnTo>
                  <a:lnTo>
                    <a:pt x="252138" y="845451"/>
                  </a:lnTo>
                  <a:close/>
                  <a:moveTo>
                    <a:pt x="86158" y="784942"/>
                  </a:moveTo>
                  <a:lnTo>
                    <a:pt x="134488" y="790962"/>
                  </a:lnTo>
                  <a:lnTo>
                    <a:pt x="162979" y="762587"/>
                  </a:lnTo>
                  <a:close/>
                  <a:moveTo>
                    <a:pt x="162979" y="762587"/>
                  </a:moveTo>
                  <a:lnTo>
                    <a:pt x="134488" y="790962"/>
                  </a:lnTo>
                  <a:lnTo>
                    <a:pt x="209996" y="763698"/>
                  </a:lnTo>
                  <a:close/>
                  <a:moveTo>
                    <a:pt x="771155" y="1379547"/>
                  </a:moveTo>
                  <a:lnTo>
                    <a:pt x="720428" y="1446232"/>
                  </a:lnTo>
                  <a:lnTo>
                    <a:pt x="720796" y="1445248"/>
                  </a:lnTo>
                  <a:close/>
                  <a:moveTo>
                    <a:pt x="462511" y="1126843"/>
                  </a:moveTo>
                  <a:lnTo>
                    <a:pt x="503831" y="1163592"/>
                  </a:lnTo>
                  <a:lnTo>
                    <a:pt x="474499" y="1137012"/>
                  </a:lnTo>
                  <a:close/>
                  <a:moveTo>
                    <a:pt x="519104" y="1181559"/>
                  </a:moveTo>
                  <a:lnTo>
                    <a:pt x="516480" y="1210882"/>
                  </a:lnTo>
                  <a:lnTo>
                    <a:pt x="519704" y="1188549"/>
                  </a:lnTo>
                  <a:close/>
                  <a:moveTo>
                    <a:pt x="519704" y="1188549"/>
                  </a:moveTo>
                  <a:lnTo>
                    <a:pt x="503831" y="1163592"/>
                  </a:lnTo>
                  <a:lnTo>
                    <a:pt x="519104" y="1181559"/>
                  </a:lnTo>
                  <a:close/>
                  <a:moveTo>
                    <a:pt x="449763" y="1085476"/>
                  </a:moveTo>
                  <a:lnTo>
                    <a:pt x="465629" y="1061565"/>
                  </a:lnTo>
                  <a:lnTo>
                    <a:pt x="474499" y="1137012"/>
                  </a:lnTo>
                  <a:close/>
                  <a:moveTo>
                    <a:pt x="538332" y="1112918"/>
                  </a:moveTo>
                  <a:lnTo>
                    <a:pt x="497379" y="1073736"/>
                  </a:lnTo>
                  <a:lnTo>
                    <a:pt x="512583" y="1085476"/>
                  </a:lnTo>
                  <a:close/>
                  <a:moveTo>
                    <a:pt x="645972" y="1091639"/>
                  </a:moveTo>
                  <a:lnTo>
                    <a:pt x="588810" y="1100129"/>
                  </a:lnTo>
                  <a:lnTo>
                    <a:pt x="585623" y="1159820"/>
                  </a:lnTo>
                  <a:close/>
                  <a:moveTo>
                    <a:pt x="1109617" y="1482522"/>
                  </a:moveTo>
                  <a:lnTo>
                    <a:pt x="1061632" y="1447004"/>
                  </a:lnTo>
                  <a:lnTo>
                    <a:pt x="1109299" y="1477023"/>
                  </a:lnTo>
                  <a:close/>
                  <a:moveTo>
                    <a:pt x="1049925" y="1403231"/>
                  </a:moveTo>
                  <a:lnTo>
                    <a:pt x="1023039" y="1389441"/>
                  </a:lnTo>
                  <a:lnTo>
                    <a:pt x="1098893" y="1425487"/>
                  </a:lnTo>
                  <a:close/>
                  <a:moveTo>
                    <a:pt x="1018570" y="1373950"/>
                  </a:moveTo>
                  <a:lnTo>
                    <a:pt x="1023039" y="1389441"/>
                  </a:lnTo>
                  <a:lnTo>
                    <a:pt x="1049925" y="1403231"/>
                  </a:lnTo>
                  <a:close/>
                  <a:moveTo>
                    <a:pt x="854898" y="1223961"/>
                  </a:moveTo>
                  <a:lnTo>
                    <a:pt x="911529" y="1270877"/>
                  </a:lnTo>
                  <a:lnTo>
                    <a:pt x="862530" y="1226622"/>
                  </a:lnTo>
                  <a:close/>
                  <a:moveTo>
                    <a:pt x="908453" y="1281147"/>
                  </a:moveTo>
                  <a:lnTo>
                    <a:pt x="911529" y="1270877"/>
                  </a:lnTo>
                  <a:lnTo>
                    <a:pt x="854898" y="1223961"/>
                  </a:lnTo>
                  <a:close/>
                  <a:moveTo>
                    <a:pt x="849164" y="1219340"/>
                  </a:moveTo>
                  <a:lnTo>
                    <a:pt x="809089" y="1167803"/>
                  </a:lnTo>
                  <a:lnTo>
                    <a:pt x="824726" y="1185747"/>
                  </a:lnTo>
                  <a:close/>
                  <a:moveTo>
                    <a:pt x="1088794" y="1461469"/>
                  </a:moveTo>
                  <a:lnTo>
                    <a:pt x="1139069" y="1521321"/>
                  </a:lnTo>
                  <a:lnTo>
                    <a:pt x="1109299" y="1477023"/>
                  </a:lnTo>
                  <a:close/>
                  <a:moveTo>
                    <a:pt x="1109299" y="1477023"/>
                  </a:moveTo>
                  <a:lnTo>
                    <a:pt x="1139069" y="1521321"/>
                  </a:lnTo>
                  <a:lnTo>
                    <a:pt x="1121793" y="1497259"/>
                  </a:lnTo>
                  <a:close/>
                  <a:moveTo>
                    <a:pt x="1113039" y="1416997"/>
                  </a:moveTo>
                  <a:lnTo>
                    <a:pt x="1049925" y="1403231"/>
                  </a:lnTo>
                  <a:lnTo>
                    <a:pt x="1098893" y="1425487"/>
                  </a:lnTo>
                  <a:close/>
                  <a:moveTo>
                    <a:pt x="1085795" y="1298319"/>
                  </a:moveTo>
                  <a:lnTo>
                    <a:pt x="1071693" y="1349717"/>
                  </a:lnTo>
                  <a:lnTo>
                    <a:pt x="1097482" y="1304159"/>
                  </a:lnTo>
                  <a:close/>
                  <a:moveTo>
                    <a:pt x="911529" y="1270877"/>
                  </a:moveTo>
                  <a:lnTo>
                    <a:pt x="936438" y="1258396"/>
                  </a:lnTo>
                  <a:lnTo>
                    <a:pt x="862530" y="1226622"/>
                  </a:lnTo>
                  <a:close/>
                  <a:moveTo>
                    <a:pt x="1065209" y="1292414"/>
                  </a:moveTo>
                  <a:lnTo>
                    <a:pt x="1048211" y="1261922"/>
                  </a:lnTo>
                  <a:lnTo>
                    <a:pt x="1031777" y="1246783"/>
                  </a:lnTo>
                  <a:close/>
                  <a:moveTo>
                    <a:pt x="1025246" y="1224178"/>
                  </a:moveTo>
                  <a:lnTo>
                    <a:pt x="1065209" y="1292414"/>
                  </a:lnTo>
                  <a:lnTo>
                    <a:pt x="1031777" y="1246783"/>
                  </a:lnTo>
                  <a:close/>
                  <a:moveTo>
                    <a:pt x="1130468" y="1259894"/>
                  </a:moveTo>
                  <a:lnTo>
                    <a:pt x="1168234" y="1274225"/>
                  </a:lnTo>
                  <a:lnTo>
                    <a:pt x="1159253" y="1232615"/>
                  </a:lnTo>
                  <a:close/>
                  <a:moveTo>
                    <a:pt x="1159253" y="1232615"/>
                  </a:moveTo>
                  <a:lnTo>
                    <a:pt x="1168234" y="1274225"/>
                  </a:lnTo>
                  <a:lnTo>
                    <a:pt x="1194928" y="1200176"/>
                  </a:lnTo>
                  <a:close/>
                  <a:moveTo>
                    <a:pt x="1194928" y="1200176"/>
                  </a:moveTo>
                  <a:lnTo>
                    <a:pt x="1168234" y="1274225"/>
                  </a:lnTo>
                  <a:lnTo>
                    <a:pt x="1189015" y="1267727"/>
                  </a:lnTo>
                  <a:close/>
                  <a:moveTo>
                    <a:pt x="1194928" y="1200176"/>
                  </a:moveTo>
                  <a:lnTo>
                    <a:pt x="1192179" y="1198595"/>
                  </a:lnTo>
                  <a:lnTo>
                    <a:pt x="1159253" y="1232615"/>
                  </a:lnTo>
                  <a:close/>
                  <a:moveTo>
                    <a:pt x="1237303" y="1250132"/>
                  </a:moveTo>
                  <a:lnTo>
                    <a:pt x="1266031" y="1305839"/>
                  </a:lnTo>
                  <a:lnTo>
                    <a:pt x="1258292" y="1301668"/>
                  </a:lnTo>
                  <a:close/>
                  <a:moveTo>
                    <a:pt x="1181962" y="1277743"/>
                  </a:moveTo>
                  <a:lnTo>
                    <a:pt x="1266031" y="1305839"/>
                  </a:lnTo>
                  <a:lnTo>
                    <a:pt x="1237303" y="1250132"/>
                  </a:lnTo>
                  <a:close/>
                  <a:moveTo>
                    <a:pt x="1237303" y="1250132"/>
                  </a:moveTo>
                  <a:lnTo>
                    <a:pt x="1189015" y="1267727"/>
                  </a:lnTo>
                  <a:lnTo>
                    <a:pt x="1181962" y="1277743"/>
                  </a:lnTo>
                  <a:close/>
                  <a:moveTo>
                    <a:pt x="1189015" y="1267727"/>
                  </a:moveTo>
                  <a:lnTo>
                    <a:pt x="1251450" y="1227970"/>
                  </a:lnTo>
                  <a:lnTo>
                    <a:pt x="1234896" y="1205666"/>
                  </a:lnTo>
                  <a:close/>
                  <a:moveTo>
                    <a:pt x="1189015" y="1267727"/>
                  </a:moveTo>
                  <a:lnTo>
                    <a:pt x="1234896" y="1205666"/>
                  </a:lnTo>
                  <a:lnTo>
                    <a:pt x="1194928" y="1200176"/>
                  </a:lnTo>
                  <a:close/>
                  <a:moveTo>
                    <a:pt x="1266031" y="1305839"/>
                  </a:moveTo>
                  <a:lnTo>
                    <a:pt x="1234318" y="1298814"/>
                  </a:lnTo>
                  <a:lnTo>
                    <a:pt x="1279590" y="1250132"/>
                  </a:lnTo>
                  <a:close/>
                  <a:moveTo>
                    <a:pt x="1194928" y="1200176"/>
                  </a:moveTo>
                  <a:lnTo>
                    <a:pt x="1155084" y="1177248"/>
                  </a:lnTo>
                  <a:lnTo>
                    <a:pt x="1192179" y="1198595"/>
                  </a:lnTo>
                  <a:close/>
                  <a:moveTo>
                    <a:pt x="1192179" y="1198595"/>
                  </a:moveTo>
                  <a:lnTo>
                    <a:pt x="1141138" y="1171152"/>
                  </a:lnTo>
                  <a:lnTo>
                    <a:pt x="1141358" y="1147058"/>
                  </a:lnTo>
                  <a:close/>
                  <a:moveTo>
                    <a:pt x="1097610" y="1137043"/>
                  </a:moveTo>
                  <a:lnTo>
                    <a:pt x="1134160" y="1138798"/>
                  </a:lnTo>
                  <a:lnTo>
                    <a:pt x="1141358" y="1147058"/>
                  </a:lnTo>
                  <a:close/>
                  <a:moveTo>
                    <a:pt x="1043353" y="1108861"/>
                  </a:moveTo>
                  <a:lnTo>
                    <a:pt x="1026956" y="1087330"/>
                  </a:lnTo>
                  <a:lnTo>
                    <a:pt x="989691" y="1082902"/>
                  </a:lnTo>
                  <a:close/>
                  <a:moveTo>
                    <a:pt x="813058" y="810396"/>
                  </a:moveTo>
                  <a:lnTo>
                    <a:pt x="825097" y="816868"/>
                  </a:lnTo>
                  <a:lnTo>
                    <a:pt x="848703" y="852540"/>
                  </a:lnTo>
                  <a:close/>
                  <a:moveTo>
                    <a:pt x="1267337" y="1242034"/>
                  </a:moveTo>
                  <a:lnTo>
                    <a:pt x="1317874" y="1301644"/>
                  </a:lnTo>
                  <a:lnTo>
                    <a:pt x="1279590" y="1250132"/>
                  </a:lnTo>
                  <a:close/>
                  <a:moveTo>
                    <a:pt x="1288239" y="1287784"/>
                  </a:moveTo>
                  <a:lnTo>
                    <a:pt x="1317897" y="1301655"/>
                  </a:lnTo>
                  <a:lnTo>
                    <a:pt x="1267337" y="1242034"/>
                  </a:lnTo>
                  <a:close/>
                  <a:moveTo>
                    <a:pt x="1041408" y="872564"/>
                  </a:moveTo>
                  <a:lnTo>
                    <a:pt x="1038607" y="889375"/>
                  </a:lnTo>
                  <a:lnTo>
                    <a:pt x="1056915" y="889766"/>
                  </a:lnTo>
                  <a:close/>
                  <a:moveTo>
                    <a:pt x="891979" y="757352"/>
                  </a:moveTo>
                  <a:lnTo>
                    <a:pt x="916352" y="762208"/>
                  </a:lnTo>
                  <a:lnTo>
                    <a:pt x="906814" y="780536"/>
                  </a:lnTo>
                  <a:close/>
                  <a:moveTo>
                    <a:pt x="870338" y="716215"/>
                  </a:moveTo>
                  <a:lnTo>
                    <a:pt x="916352" y="762208"/>
                  </a:lnTo>
                  <a:lnTo>
                    <a:pt x="891979" y="757352"/>
                  </a:lnTo>
                  <a:close/>
                  <a:moveTo>
                    <a:pt x="368827" y="98396"/>
                  </a:moveTo>
                  <a:lnTo>
                    <a:pt x="386452" y="146810"/>
                  </a:lnTo>
                  <a:lnTo>
                    <a:pt x="407973" y="104553"/>
                  </a:lnTo>
                  <a:close/>
                  <a:moveTo>
                    <a:pt x="370994" y="71990"/>
                  </a:moveTo>
                  <a:lnTo>
                    <a:pt x="368827" y="98396"/>
                  </a:lnTo>
                  <a:lnTo>
                    <a:pt x="385389" y="40696"/>
                  </a:lnTo>
                  <a:close/>
                  <a:moveTo>
                    <a:pt x="319690" y="15071"/>
                  </a:moveTo>
                  <a:lnTo>
                    <a:pt x="311355" y="23688"/>
                  </a:lnTo>
                  <a:lnTo>
                    <a:pt x="351739" y="0"/>
                  </a:lnTo>
                  <a:close/>
                  <a:moveTo>
                    <a:pt x="1041408" y="872564"/>
                  </a:moveTo>
                  <a:lnTo>
                    <a:pt x="1029666" y="865282"/>
                  </a:lnTo>
                  <a:lnTo>
                    <a:pt x="985499" y="817292"/>
                  </a:lnTo>
                  <a:close/>
                  <a:moveTo>
                    <a:pt x="1016379" y="830169"/>
                  </a:moveTo>
                  <a:lnTo>
                    <a:pt x="1041408" y="872564"/>
                  </a:lnTo>
                  <a:lnTo>
                    <a:pt x="985499" y="817292"/>
                  </a:lnTo>
                  <a:close/>
                  <a:moveTo>
                    <a:pt x="382000" y="24944"/>
                  </a:moveTo>
                  <a:lnTo>
                    <a:pt x="370994" y="71990"/>
                  </a:lnTo>
                  <a:lnTo>
                    <a:pt x="385389" y="40696"/>
                  </a:lnTo>
                  <a:close/>
                  <a:moveTo>
                    <a:pt x="795518" y="341356"/>
                  </a:moveTo>
                  <a:lnTo>
                    <a:pt x="812190" y="353264"/>
                  </a:lnTo>
                  <a:lnTo>
                    <a:pt x="763720" y="318962"/>
                  </a:lnTo>
                  <a:close/>
                  <a:moveTo>
                    <a:pt x="1166820" y="658343"/>
                  </a:moveTo>
                  <a:lnTo>
                    <a:pt x="1192998" y="699803"/>
                  </a:lnTo>
                  <a:lnTo>
                    <a:pt x="1209430" y="714020"/>
                  </a:lnTo>
                  <a:close/>
                </a:path>
              </a:pathLst>
            </a:custGeom>
            <a:solidFill>
              <a:srgbClr val="F1F3F5"/>
            </a:solidFill>
            <a:ln w="1524">
              <a:solidFill>
                <a:srgbClr val="F1F3F5"/>
              </a:solidFill>
            </a:ln>
          </p:spPr>
        </p:sp>
        <p:sp>
          <p:nvSpPr>
            <p:cNvPr id="4226" name="Output_density__4225">
              <a:extLst>
                <a:ext uri="{FF2B5EF4-FFF2-40B4-BE49-F238E27FC236}">
                  <a16:creationId xmlns:a16="http://schemas.microsoft.com/office/drawing/2014/main" id="{8FC1F54D-2BB5-0065-D6C0-67FC6563D8D5}"/>
                </a:ext>
              </a:extLst>
            </p:cNvPr>
            <p:cNvSpPr>
              <a:spLocks noGrp="1"/>
            </p:cNvSpPr>
            <p:nvPr/>
          </p:nvSpPr>
          <p:spPr>
            <a:xfrm>
              <a:off x="15385522" y="2670690"/>
              <a:ext cx="1344122" cy="2034971"/>
            </a:xfrm>
            <a:custGeom>
              <a:avLst/>
              <a:gdLst/>
              <a:ahLst/>
              <a:cxnLst/>
              <a:rect l="0" t="0" r="0" b="0"/>
              <a:pathLst>
                <a:path w="1344122" h="2034971">
                  <a:moveTo>
                    <a:pt x="80259" y="1651099"/>
                  </a:moveTo>
                  <a:lnTo>
                    <a:pt x="28776" y="1657495"/>
                  </a:lnTo>
                  <a:lnTo>
                    <a:pt x="0" y="1660601"/>
                  </a:lnTo>
                  <a:close/>
                  <a:moveTo>
                    <a:pt x="131513" y="1577542"/>
                  </a:moveTo>
                  <a:lnTo>
                    <a:pt x="83335" y="1651122"/>
                  </a:lnTo>
                  <a:lnTo>
                    <a:pt x="126019" y="1647512"/>
                  </a:lnTo>
                  <a:close/>
                  <a:moveTo>
                    <a:pt x="702179" y="2017277"/>
                  </a:moveTo>
                  <a:lnTo>
                    <a:pt x="702350" y="2000205"/>
                  </a:lnTo>
                  <a:lnTo>
                    <a:pt x="675568" y="2034971"/>
                  </a:lnTo>
                  <a:close/>
                  <a:moveTo>
                    <a:pt x="702179" y="2017277"/>
                  </a:moveTo>
                  <a:lnTo>
                    <a:pt x="722976" y="1993183"/>
                  </a:lnTo>
                  <a:lnTo>
                    <a:pt x="702350" y="2000205"/>
                  </a:lnTo>
                  <a:close/>
                  <a:moveTo>
                    <a:pt x="360682" y="1556371"/>
                  </a:moveTo>
                  <a:lnTo>
                    <a:pt x="355811" y="1577937"/>
                  </a:lnTo>
                  <a:lnTo>
                    <a:pt x="324190" y="1594612"/>
                  </a:lnTo>
                  <a:close/>
                  <a:moveTo>
                    <a:pt x="734179" y="1941020"/>
                  </a:moveTo>
                  <a:lnTo>
                    <a:pt x="722976" y="1993183"/>
                  </a:lnTo>
                  <a:lnTo>
                    <a:pt x="733749" y="1942925"/>
                  </a:lnTo>
                  <a:close/>
                  <a:moveTo>
                    <a:pt x="278246" y="1355638"/>
                  </a:moveTo>
                  <a:lnTo>
                    <a:pt x="251617" y="1314544"/>
                  </a:lnTo>
                  <a:lnTo>
                    <a:pt x="326966" y="1335190"/>
                  </a:lnTo>
                  <a:close/>
                  <a:moveTo>
                    <a:pt x="491379" y="1465650"/>
                  </a:moveTo>
                  <a:lnTo>
                    <a:pt x="510658" y="1497954"/>
                  </a:lnTo>
                  <a:lnTo>
                    <a:pt x="535834" y="1457182"/>
                  </a:lnTo>
                  <a:close/>
                  <a:moveTo>
                    <a:pt x="358623" y="1318650"/>
                  </a:moveTo>
                  <a:lnTo>
                    <a:pt x="373868" y="1291121"/>
                  </a:lnTo>
                  <a:lnTo>
                    <a:pt x="367856" y="1275020"/>
                  </a:lnTo>
                  <a:close/>
                  <a:moveTo>
                    <a:pt x="326966" y="1335190"/>
                  </a:moveTo>
                  <a:lnTo>
                    <a:pt x="371615" y="1327448"/>
                  </a:lnTo>
                  <a:lnTo>
                    <a:pt x="358623" y="1318650"/>
                  </a:lnTo>
                  <a:close/>
                  <a:moveTo>
                    <a:pt x="535834" y="1457182"/>
                  </a:moveTo>
                  <a:lnTo>
                    <a:pt x="549901" y="1412202"/>
                  </a:lnTo>
                  <a:lnTo>
                    <a:pt x="514447" y="1416999"/>
                  </a:lnTo>
                  <a:close/>
                  <a:moveTo>
                    <a:pt x="491379" y="1465650"/>
                  </a:moveTo>
                  <a:lnTo>
                    <a:pt x="535834" y="1457182"/>
                  </a:lnTo>
                  <a:lnTo>
                    <a:pt x="514447" y="1416999"/>
                  </a:lnTo>
                  <a:close/>
                  <a:moveTo>
                    <a:pt x="549901" y="1412202"/>
                  </a:moveTo>
                  <a:lnTo>
                    <a:pt x="535834" y="1457182"/>
                  </a:lnTo>
                  <a:lnTo>
                    <a:pt x="561520" y="1429630"/>
                  </a:lnTo>
                  <a:close/>
                  <a:moveTo>
                    <a:pt x="529547" y="1405536"/>
                  </a:moveTo>
                  <a:lnTo>
                    <a:pt x="549901" y="1412202"/>
                  </a:lnTo>
                  <a:lnTo>
                    <a:pt x="495076" y="1356049"/>
                  </a:lnTo>
                  <a:close/>
                  <a:moveTo>
                    <a:pt x="447536" y="1143727"/>
                  </a:moveTo>
                  <a:lnTo>
                    <a:pt x="419632" y="1128430"/>
                  </a:lnTo>
                  <a:lnTo>
                    <a:pt x="441184" y="1199389"/>
                  </a:lnTo>
                  <a:close/>
                  <a:moveTo>
                    <a:pt x="201698" y="877946"/>
                  </a:moveTo>
                  <a:lnTo>
                    <a:pt x="197571" y="866076"/>
                  </a:lnTo>
                  <a:lnTo>
                    <a:pt x="193986" y="917553"/>
                  </a:lnTo>
                  <a:close/>
                  <a:moveTo>
                    <a:pt x="961947" y="1732491"/>
                  </a:moveTo>
                  <a:lnTo>
                    <a:pt x="1008153" y="1730570"/>
                  </a:lnTo>
                  <a:lnTo>
                    <a:pt x="988273" y="1722906"/>
                  </a:lnTo>
                  <a:close/>
                  <a:moveTo>
                    <a:pt x="1046425" y="1738760"/>
                  </a:moveTo>
                  <a:lnTo>
                    <a:pt x="988273" y="1722906"/>
                  </a:lnTo>
                  <a:lnTo>
                    <a:pt x="1025317" y="1730773"/>
                  </a:lnTo>
                  <a:close/>
                  <a:moveTo>
                    <a:pt x="451007" y="996592"/>
                  </a:moveTo>
                  <a:lnTo>
                    <a:pt x="458702" y="1009163"/>
                  </a:lnTo>
                  <a:lnTo>
                    <a:pt x="478528" y="1012904"/>
                  </a:lnTo>
                  <a:close/>
                  <a:moveTo>
                    <a:pt x="1055872" y="1705932"/>
                  </a:moveTo>
                  <a:lnTo>
                    <a:pt x="1068283" y="1718104"/>
                  </a:lnTo>
                  <a:lnTo>
                    <a:pt x="1068665" y="1687011"/>
                  </a:lnTo>
                  <a:close/>
                  <a:moveTo>
                    <a:pt x="711642" y="1225546"/>
                  </a:moveTo>
                  <a:lnTo>
                    <a:pt x="674074" y="1219986"/>
                  </a:lnTo>
                  <a:lnTo>
                    <a:pt x="756575" y="1218866"/>
                  </a:lnTo>
                  <a:close/>
                  <a:moveTo>
                    <a:pt x="413968" y="811300"/>
                  </a:moveTo>
                  <a:lnTo>
                    <a:pt x="357101" y="827570"/>
                  </a:lnTo>
                  <a:lnTo>
                    <a:pt x="336015" y="829424"/>
                  </a:lnTo>
                  <a:close/>
                  <a:moveTo>
                    <a:pt x="336015" y="829424"/>
                  </a:moveTo>
                  <a:lnTo>
                    <a:pt x="363530" y="841982"/>
                  </a:lnTo>
                  <a:lnTo>
                    <a:pt x="413968" y="811300"/>
                  </a:lnTo>
                  <a:close/>
                  <a:moveTo>
                    <a:pt x="336015" y="829424"/>
                  </a:moveTo>
                  <a:lnTo>
                    <a:pt x="357101" y="827570"/>
                  </a:lnTo>
                  <a:lnTo>
                    <a:pt x="316688" y="822442"/>
                  </a:lnTo>
                  <a:close/>
                  <a:moveTo>
                    <a:pt x="1162178" y="1687288"/>
                  </a:moveTo>
                  <a:lnTo>
                    <a:pt x="1182115" y="1694010"/>
                  </a:lnTo>
                  <a:lnTo>
                    <a:pt x="1173060" y="1686624"/>
                  </a:lnTo>
                  <a:close/>
                  <a:moveTo>
                    <a:pt x="1110271" y="1667895"/>
                  </a:moveTo>
                  <a:lnTo>
                    <a:pt x="1131601" y="1682348"/>
                  </a:lnTo>
                  <a:lnTo>
                    <a:pt x="1068665" y="1687011"/>
                  </a:lnTo>
                  <a:close/>
                  <a:moveTo>
                    <a:pt x="1110271" y="1667895"/>
                  </a:moveTo>
                  <a:lnTo>
                    <a:pt x="1162178" y="1687288"/>
                  </a:lnTo>
                  <a:lnTo>
                    <a:pt x="1131601" y="1682348"/>
                  </a:lnTo>
                  <a:close/>
                  <a:moveTo>
                    <a:pt x="1162178" y="1687288"/>
                  </a:moveTo>
                  <a:lnTo>
                    <a:pt x="1173060" y="1686624"/>
                  </a:lnTo>
                  <a:lnTo>
                    <a:pt x="1131601" y="1682348"/>
                  </a:lnTo>
                  <a:close/>
                  <a:moveTo>
                    <a:pt x="771991" y="1157365"/>
                  </a:moveTo>
                  <a:lnTo>
                    <a:pt x="711642" y="1225546"/>
                  </a:lnTo>
                  <a:lnTo>
                    <a:pt x="756575" y="1218866"/>
                  </a:lnTo>
                  <a:close/>
                  <a:moveTo>
                    <a:pt x="1200118" y="1694243"/>
                  </a:moveTo>
                  <a:lnTo>
                    <a:pt x="1131601" y="1682348"/>
                  </a:lnTo>
                  <a:lnTo>
                    <a:pt x="1173060" y="1686624"/>
                  </a:lnTo>
                  <a:close/>
                  <a:moveTo>
                    <a:pt x="1251552" y="1660794"/>
                  </a:moveTo>
                  <a:lnTo>
                    <a:pt x="1260215" y="1669916"/>
                  </a:lnTo>
                  <a:lnTo>
                    <a:pt x="1260737" y="1611308"/>
                  </a:lnTo>
                  <a:close/>
                  <a:moveTo>
                    <a:pt x="1260737" y="1611308"/>
                  </a:moveTo>
                  <a:lnTo>
                    <a:pt x="1283190" y="1655477"/>
                  </a:lnTo>
                  <a:lnTo>
                    <a:pt x="1311359" y="1625898"/>
                  </a:lnTo>
                  <a:close/>
                  <a:moveTo>
                    <a:pt x="1244123" y="1645822"/>
                  </a:moveTo>
                  <a:lnTo>
                    <a:pt x="1251552" y="1660794"/>
                  </a:lnTo>
                  <a:lnTo>
                    <a:pt x="1260737" y="1611308"/>
                  </a:lnTo>
                  <a:close/>
                  <a:moveTo>
                    <a:pt x="782337" y="1086211"/>
                  </a:moveTo>
                  <a:lnTo>
                    <a:pt x="773482" y="1147181"/>
                  </a:lnTo>
                  <a:lnTo>
                    <a:pt x="791219" y="1103014"/>
                  </a:lnTo>
                  <a:close/>
                  <a:moveTo>
                    <a:pt x="1311359" y="1625898"/>
                  </a:moveTo>
                  <a:lnTo>
                    <a:pt x="1344122" y="1613493"/>
                  </a:lnTo>
                  <a:lnTo>
                    <a:pt x="1260737" y="1611308"/>
                  </a:lnTo>
                  <a:close/>
                  <a:moveTo>
                    <a:pt x="1102042" y="1204436"/>
                  </a:moveTo>
                  <a:lnTo>
                    <a:pt x="1115709" y="1148628"/>
                  </a:lnTo>
                  <a:lnTo>
                    <a:pt x="1074936" y="1170860"/>
                  </a:lnTo>
                  <a:close/>
                  <a:moveTo>
                    <a:pt x="1115709" y="1148628"/>
                  </a:moveTo>
                  <a:lnTo>
                    <a:pt x="1138415" y="1193744"/>
                  </a:lnTo>
                  <a:lnTo>
                    <a:pt x="1169372" y="1174587"/>
                  </a:lnTo>
                  <a:close/>
                  <a:moveTo>
                    <a:pt x="169110" y="113542"/>
                  </a:moveTo>
                  <a:lnTo>
                    <a:pt x="188790" y="127167"/>
                  </a:lnTo>
                  <a:lnTo>
                    <a:pt x="196789" y="66279"/>
                  </a:lnTo>
                  <a:close/>
                  <a:moveTo>
                    <a:pt x="203810" y="9988"/>
                  </a:moveTo>
                  <a:lnTo>
                    <a:pt x="236214" y="9467"/>
                  </a:lnTo>
                  <a:lnTo>
                    <a:pt x="223394" y="0"/>
                  </a:lnTo>
                  <a:close/>
                  <a:moveTo>
                    <a:pt x="196789" y="66279"/>
                  </a:moveTo>
                  <a:lnTo>
                    <a:pt x="220732" y="33479"/>
                  </a:lnTo>
                  <a:lnTo>
                    <a:pt x="203810" y="9988"/>
                  </a:lnTo>
                  <a:close/>
                  <a:moveTo>
                    <a:pt x="1199381" y="1133805"/>
                  </a:moveTo>
                  <a:lnTo>
                    <a:pt x="1195595" y="1166361"/>
                  </a:lnTo>
                  <a:lnTo>
                    <a:pt x="1169372" y="1174587"/>
                  </a:lnTo>
                  <a:close/>
                  <a:moveTo>
                    <a:pt x="203810" y="9988"/>
                  </a:moveTo>
                  <a:lnTo>
                    <a:pt x="223394" y="0"/>
                  </a:lnTo>
                  <a:lnTo>
                    <a:pt x="285669" y="6468"/>
                  </a:lnTo>
                  <a:close/>
                  <a:moveTo>
                    <a:pt x="1201486" y="1098829"/>
                  </a:moveTo>
                  <a:lnTo>
                    <a:pt x="1208019" y="1161248"/>
                  </a:lnTo>
                  <a:lnTo>
                    <a:pt x="1204211" y="1109711"/>
                  </a:lnTo>
                  <a:close/>
                  <a:moveTo>
                    <a:pt x="1204211" y="1109711"/>
                  </a:moveTo>
                  <a:lnTo>
                    <a:pt x="1210001" y="1056692"/>
                  </a:lnTo>
                  <a:lnTo>
                    <a:pt x="1201486" y="1098829"/>
                  </a:lnTo>
                  <a:close/>
                  <a:moveTo>
                    <a:pt x="1217460" y="1034081"/>
                  </a:moveTo>
                  <a:lnTo>
                    <a:pt x="1210001" y="1056692"/>
                  </a:lnTo>
                  <a:lnTo>
                    <a:pt x="1204211" y="1109711"/>
                  </a:lnTo>
                  <a:close/>
                  <a:moveTo>
                    <a:pt x="1012059" y="903565"/>
                  </a:moveTo>
                  <a:lnTo>
                    <a:pt x="1032833" y="846262"/>
                  </a:lnTo>
                  <a:lnTo>
                    <a:pt x="1042371" y="827934"/>
                  </a:lnTo>
                  <a:close/>
                  <a:moveTo>
                    <a:pt x="512470" y="212536"/>
                  </a:moveTo>
                  <a:lnTo>
                    <a:pt x="529930" y="233589"/>
                  </a:lnTo>
                  <a:lnTo>
                    <a:pt x="533992" y="170279"/>
                  </a:lnTo>
                  <a:close/>
                  <a:moveTo>
                    <a:pt x="1233770" y="970886"/>
                  </a:moveTo>
                  <a:lnTo>
                    <a:pt x="1264659" y="958450"/>
                  </a:lnTo>
                  <a:lnTo>
                    <a:pt x="1211357" y="926862"/>
                  </a:lnTo>
                  <a:close/>
                  <a:moveTo>
                    <a:pt x="1233770" y="970886"/>
                  </a:moveTo>
                  <a:lnTo>
                    <a:pt x="1211357" y="926862"/>
                  </a:lnTo>
                  <a:lnTo>
                    <a:pt x="1182933" y="955492"/>
                  </a:lnTo>
                  <a:close/>
                  <a:moveTo>
                    <a:pt x="1271183" y="936090"/>
                  </a:moveTo>
                  <a:lnTo>
                    <a:pt x="1265987" y="958887"/>
                  </a:lnTo>
                  <a:lnTo>
                    <a:pt x="1233770" y="970886"/>
                  </a:lnTo>
                  <a:close/>
                  <a:moveTo>
                    <a:pt x="1274859" y="906914"/>
                  </a:moveTo>
                  <a:lnTo>
                    <a:pt x="1265987" y="958887"/>
                  </a:lnTo>
                  <a:lnTo>
                    <a:pt x="1271183" y="936090"/>
                  </a:lnTo>
                  <a:close/>
                  <a:moveTo>
                    <a:pt x="1275537" y="888381"/>
                  </a:moveTo>
                  <a:lnTo>
                    <a:pt x="1267013" y="958450"/>
                  </a:lnTo>
                  <a:lnTo>
                    <a:pt x="1274859" y="906914"/>
                  </a:lnTo>
                  <a:close/>
                  <a:moveTo>
                    <a:pt x="1275537" y="888381"/>
                  </a:moveTo>
                  <a:lnTo>
                    <a:pt x="1274859" y="906914"/>
                  </a:lnTo>
                  <a:lnTo>
                    <a:pt x="1280310" y="875093"/>
                  </a:lnTo>
                  <a:close/>
                  <a:moveTo>
                    <a:pt x="915763" y="489017"/>
                  </a:moveTo>
                  <a:lnTo>
                    <a:pt x="928255" y="546157"/>
                  </a:lnTo>
                  <a:lnTo>
                    <a:pt x="918359" y="494621"/>
                  </a:lnTo>
                  <a:close/>
                </a:path>
              </a:pathLst>
            </a:custGeom>
            <a:solidFill>
              <a:srgbClr val="EDF0F2"/>
            </a:solidFill>
            <a:ln w="1524">
              <a:solidFill>
                <a:srgbClr val="EDF0F2"/>
              </a:solidFill>
            </a:ln>
          </p:spPr>
        </p:sp>
        <p:sp>
          <p:nvSpPr>
            <p:cNvPr id="4227" name="Output_density__4226">
              <a:extLst>
                <a:ext uri="{FF2B5EF4-FFF2-40B4-BE49-F238E27FC236}">
                  <a16:creationId xmlns:a16="http://schemas.microsoft.com/office/drawing/2014/main" id="{76A2186A-2710-5860-8D40-0403E1632831}"/>
                </a:ext>
              </a:extLst>
            </p:cNvPr>
            <p:cNvSpPr>
              <a:spLocks noGrp="1"/>
            </p:cNvSpPr>
            <p:nvPr/>
          </p:nvSpPr>
          <p:spPr>
            <a:xfrm>
              <a:off x="15348874" y="3161962"/>
              <a:ext cx="1329486" cy="1456169"/>
            </a:xfrm>
            <a:custGeom>
              <a:avLst/>
              <a:gdLst/>
              <a:ahLst/>
              <a:cxnLst/>
              <a:rect l="0" t="0" r="0" b="0"/>
              <a:pathLst>
                <a:path w="1329486" h="1456169">
                  <a:moveTo>
                    <a:pt x="42720" y="1057133"/>
                  </a:moveTo>
                  <a:lnTo>
                    <a:pt x="0" y="1082921"/>
                  </a:lnTo>
                  <a:lnTo>
                    <a:pt x="40786" y="1058827"/>
                  </a:lnTo>
                  <a:close/>
                  <a:moveTo>
                    <a:pt x="42720" y="1057133"/>
                  </a:moveTo>
                  <a:lnTo>
                    <a:pt x="8275" y="1063248"/>
                  </a:lnTo>
                  <a:lnTo>
                    <a:pt x="0" y="1082921"/>
                  </a:lnTo>
                  <a:close/>
                  <a:moveTo>
                    <a:pt x="8275" y="1063248"/>
                  </a:moveTo>
                  <a:lnTo>
                    <a:pt x="42720" y="1057133"/>
                  </a:lnTo>
                  <a:lnTo>
                    <a:pt x="11839" y="1031385"/>
                  </a:lnTo>
                  <a:close/>
                  <a:moveTo>
                    <a:pt x="42720" y="1057133"/>
                  </a:moveTo>
                  <a:lnTo>
                    <a:pt x="57146" y="1007291"/>
                  </a:lnTo>
                  <a:lnTo>
                    <a:pt x="11839" y="1031385"/>
                  </a:lnTo>
                  <a:close/>
                  <a:moveTo>
                    <a:pt x="42720" y="1057133"/>
                  </a:moveTo>
                  <a:lnTo>
                    <a:pt x="40786" y="1058827"/>
                  </a:lnTo>
                  <a:lnTo>
                    <a:pt x="46201" y="1056366"/>
                  </a:lnTo>
                  <a:close/>
                  <a:moveTo>
                    <a:pt x="46201" y="1056366"/>
                  </a:moveTo>
                  <a:lnTo>
                    <a:pt x="57146" y="1007291"/>
                  </a:lnTo>
                  <a:lnTo>
                    <a:pt x="42720" y="1057133"/>
                  </a:lnTo>
                  <a:close/>
                  <a:moveTo>
                    <a:pt x="90148" y="995877"/>
                  </a:moveTo>
                  <a:lnTo>
                    <a:pt x="57146" y="1007291"/>
                  </a:lnTo>
                  <a:lnTo>
                    <a:pt x="46201" y="1056366"/>
                  </a:lnTo>
                  <a:close/>
                  <a:moveTo>
                    <a:pt x="115593" y="1037933"/>
                  </a:moveTo>
                  <a:lnTo>
                    <a:pt x="90148" y="995877"/>
                  </a:lnTo>
                  <a:lnTo>
                    <a:pt x="46201" y="1056366"/>
                  </a:lnTo>
                  <a:close/>
                  <a:moveTo>
                    <a:pt x="115593" y="1037933"/>
                  </a:moveTo>
                  <a:lnTo>
                    <a:pt x="46201" y="1056366"/>
                  </a:lnTo>
                  <a:lnTo>
                    <a:pt x="122869" y="1047218"/>
                  </a:lnTo>
                  <a:close/>
                  <a:moveTo>
                    <a:pt x="140132" y="1034733"/>
                  </a:moveTo>
                  <a:lnTo>
                    <a:pt x="132745" y="983197"/>
                  </a:lnTo>
                  <a:lnTo>
                    <a:pt x="115593" y="1037933"/>
                  </a:lnTo>
                  <a:close/>
                  <a:moveTo>
                    <a:pt x="132745" y="983197"/>
                  </a:moveTo>
                  <a:lnTo>
                    <a:pt x="90148" y="995877"/>
                  </a:lnTo>
                  <a:lnTo>
                    <a:pt x="115593" y="1037933"/>
                  </a:lnTo>
                  <a:close/>
                  <a:moveTo>
                    <a:pt x="68365" y="978338"/>
                  </a:moveTo>
                  <a:lnTo>
                    <a:pt x="57146" y="1007291"/>
                  </a:lnTo>
                  <a:lnTo>
                    <a:pt x="90148" y="995877"/>
                  </a:lnTo>
                  <a:close/>
                  <a:moveTo>
                    <a:pt x="132745" y="983197"/>
                  </a:moveTo>
                  <a:lnTo>
                    <a:pt x="68365" y="978338"/>
                  </a:lnTo>
                  <a:lnTo>
                    <a:pt x="90148" y="995877"/>
                  </a:lnTo>
                  <a:close/>
                  <a:moveTo>
                    <a:pt x="142954" y="947638"/>
                  </a:moveTo>
                  <a:lnTo>
                    <a:pt x="132745" y="983197"/>
                  </a:lnTo>
                  <a:lnTo>
                    <a:pt x="171452" y="967761"/>
                  </a:lnTo>
                  <a:close/>
                  <a:moveTo>
                    <a:pt x="716133" y="1450375"/>
                  </a:moveTo>
                  <a:lnTo>
                    <a:pt x="722315" y="1446557"/>
                  </a:lnTo>
                  <a:lnTo>
                    <a:pt x="669489" y="1456169"/>
                  </a:lnTo>
                  <a:close/>
                  <a:moveTo>
                    <a:pt x="333987" y="638027"/>
                  </a:moveTo>
                  <a:lnTo>
                    <a:pt x="300346" y="647148"/>
                  </a:lnTo>
                  <a:lnTo>
                    <a:pt x="291455" y="680675"/>
                  </a:lnTo>
                  <a:close/>
                  <a:moveTo>
                    <a:pt x="905774" y="1275020"/>
                  </a:moveTo>
                  <a:lnTo>
                    <a:pt x="961098" y="1275698"/>
                  </a:lnTo>
                  <a:lnTo>
                    <a:pt x="942941" y="1260301"/>
                  </a:lnTo>
                  <a:close/>
                  <a:moveTo>
                    <a:pt x="914613" y="1236799"/>
                  </a:moveTo>
                  <a:lnTo>
                    <a:pt x="905774" y="1275020"/>
                  </a:lnTo>
                  <a:lnTo>
                    <a:pt x="942941" y="1260301"/>
                  </a:lnTo>
                  <a:close/>
                  <a:moveTo>
                    <a:pt x="933744" y="1147853"/>
                  </a:moveTo>
                  <a:lnTo>
                    <a:pt x="917216" y="1223483"/>
                  </a:lnTo>
                  <a:lnTo>
                    <a:pt x="961969" y="1199389"/>
                  </a:lnTo>
                  <a:close/>
                  <a:moveTo>
                    <a:pt x="456280" y="637158"/>
                  </a:moveTo>
                  <a:lnTo>
                    <a:pt x="425987" y="605044"/>
                  </a:lnTo>
                  <a:lnTo>
                    <a:pt x="423052" y="621670"/>
                  </a:lnTo>
                  <a:close/>
                  <a:moveTo>
                    <a:pt x="922049" y="1096316"/>
                  </a:moveTo>
                  <a:lnTo>
                    <a:pt x="933744" y="1147853"/>
                  </a:lnTo>
                  <a:lnTo>
                    <a:pt x="966801" y="1123759"/>
                  </a:lnTo>
                  <a:close/>
                  <a:moveTo>
                    <a:pt x="301130" y="380279"/>
                  </a:moveTo>
                  <a:lnTo>
                    <a:pt x="279170" y="426340"/>
                  </a:lnTo>
                  <a:lnTo>
                    <a:pt x="340863" y="404054"/>
                  </a:lnTo>
                  <a:close/>
                  <a:moveTo>
                    <a:pt x="919477" y="400977"/>
                  </a:moveTo>
                  <a:lnTo>
                    <a:pt x="911532" y="415880"/>
                  </a:lnTo>
                  <a:lnTo>
                    <a:pt x="987764" y="391322"/>
                  </a:lnTo>
                  <a:close/>
                  <a:moveTo>
                    <a:pt x="919477" y="400977"/>
                  </a:moveTo>
                  <a:lnTo>
                    <a:pt x="987764" y="391322"/>
                  </a:lnTo>
                  <a:lnTo>
                    <a:pt x="975725" y="384850"/>
                  </a:lnTo>
                  <a:close/>
                  <a:moveTo>
                    <a:pt x="725057" y="24094"/>
                  </a:moveTo>
                  <a:lnTo>
                    <a:pt x="752834" y="51537"/>
                  </a:lnTo>
                  <a:lnTo>
                    <a:pt x="745693" y="0"/>
                  </a:lnTo>
                  <a:close/>
                  <a:moveTo>
                    <a:pt x="745693" y="0"/>
                  </a:moveTo>
                  <a:lnTo>
                    <a:pt x="752834" y="51537"/>
                  </a:lnTo>
                  <a:lnTo>
                    <a:pt x="800078" y="27442"/>
                  </a:lnTo>
                  <a:close/>
                  <a:moveTo>
                    <a:pt x="1147288" y="368604"/>
                  </a:moveTo>
                  <a:lnTo>
                    <a:pt x="1176507" y="342949"/>
                  </a:lnTo>
                  <a:lnTo>
                    <a:pt x="1162536" y="336662"/>
                  </a:lnTo>
                  <a:close/>
                  <a:moveTo>
                    <a:pt x="1176507" y="342949"/>
                  </a:moveTo>
                  <a:lnTo>
                    <a:pt x="1199336" y="312568"/>
                  </a:lnTo>
                  <a:lnTo>
                    <a:pt x="1162536" y="336662"/>
                  </a:lnTo>
                  <a:close/>
                  <a:moveTo>
                    <a:pt x="1212132" y="301468"/>
                  </a:moveTo>
                  <a:lnTo>
                    <a:pt x="1162536" y="336662"/>
                  </a:lnTo>
                  <a:lnTo>
                    <a:pt x="1199336" y="312568"/>
                  </a:lnTo>
                  <a:close/>
                  <a:moveTo>
                    <a:pt x="1226077" y="303645"/>
                  </a:moveTo>
                  <a:lnTo>
                    <a:pt x="1199336" y="312568"/>
                  </a:lnTo>
                  <a:lnTo>
                    <a:pt x="1250133" y="308649"/>
                  </a:lnTo>
                  <a:close/>
                  <a:moveTo>
                    <a:pt x="1212132" y="301468"/>
                  </a:moveTo>
                  <a:lnTo>
                    <a:pt x="1199336" y="312568"/>
                  </a:lnTo>
                  <a:lnTo>
                    <a:pt x="1226077" y="303645"/>
                  </a:lnTo>
                  <a:close/>
                  <a:moveTo>
                    <a:pt x="1243867" y="261031"/>
                  </a:moveTo>
                  <a:lnTo>
                    <a:pt x="1212132" y="301468"/>
                  </a:lnTo>
                  <a:lnTo>
                    <a:pt x="1286479" y="269865"/>
                  </a:lnTo>
                  <a:close/>
                  <a:moveTo>
                    <a:pt x="1286479" y="269865"/>
                  </a:moveTo>
                  <a:lnTo>
                    <a:pt x="1212132" y="301468"/>
                  </a:lnTo>
                  <a:lnTo>
                    <a:pt x="1280128" y="288474"/>
                  </a:lnTo>
                  <a:close/>
                  <a:moveTo>
                    <a:pt x="1280128" y="288474"/>
                  </a:moveTo>
                  <a:lnTo>
                    <a:pt x="1212132" y="301468"/>
                  </a:lnTo>
                  <a:lnTo>
                    <a:pt x="1226077" y="303645"/>
                  </a:lnTo>
                  <a:close/>
                  <a:moveTo>
                    <a:pt x="1256051" y="254516"/>
                  </a:moveTo>
                  <a:lnTo>
                    <a:pt x="1286479" y="269865"/>
                  </a:lnTo>
                  <a:lnTo>
                    <a:pt x="1307377" y="236938"/>
                  </a:lnTo>
                  <a:close/>
                  <a:moveTo>
                    <a:pt x="1286479" y="269865"/>
                  </a:moveTo>
                  <a:lnTo>
                    <a:pt x="1280128" y="288474"/>
                  </a:lnTo>
                  <a:lnTo>
                    <a:pt x="1298718" y="282571"/>
                  </a:lnTo>
                  <a:close/>
                  <a:moveTo>
                    <a:pt x="1298718" y="282571"/>
                  </a:moveTo>
                  <a:lnTo>
                    <a:pt x="1307377" y="236938"/>
                  </a:lnTo>
                  <a:lnTo>
                    <a:pt x="1286479" y="269865"/>
                  </a:lnTo>
                  <a:close/>
                  <a:moveTo>
                    <a:pt x="1329486" y="232797"/>
                  </a:moveTo>
                  <a:lnTo>
                    <a:pt x="1307377" y="236938"/>
                  </a:lnTo>
                  <a:lnTo>
                    <a:pt x="1298718" y="282571"/>
                  </a:lnTo>
                  <a:close/>
                </a:path>
              </a:pathLst>
            </a:custGeom>
            <a:solidFill>
              <a:srgbClr val="F5F7F8"/>
            </a:solidFill>
            <a:ln w="1524">
              <a:solidFill>
                <a:srgbClr val="F5F7F8"/>
              </a:solidFill>
            </a:ln>
          </p:spPr>
        </p:sp>
        <p:sp>
          <p:nvSpPr>
            <p:cNvPr id="4228" name="Output_density__4227">
              <a:extLst>
                <a:ext uri="{FF2B5EF4-FFF2-40B4-BE49-F238E27FC236}">
                  <a16:creationId xmlns:a16="http://schemas.microsoft.com/office/drawing/2014/main" id="{9AF45804-A60B-B4B9-8E18-A39B1310A810}"/>
                </a:ext>
              </a:extLst>
            </p:cNvPr>
            <p:cNvSpPr>
              <a:spLocks noGrp="1"/>
            </p:cNvSpPr>
            <p:nvPr/>
          </p:nvSpPr>
          <p:spPr>
            <a:xfrm>
              <a:off x="15471743" y="2700485"/>
              <a:ext cx="1328037" cy="1987482"/>
            </a:xfrm>
            <a:custGeom>
              <a:avLst/>
              <a:gdLst/>
              <a:ahLst/>
              <a:cxnLst/>
              <a:rect l="0" t="0" r="0" b="0"/>
              <a:pathLst>
                <a:path w="1328037" h="1987482">
                  <a:moveTo>
                    <a:pt x="253204" y="1816031"/>
                  </a:moveTo>
                  <a:lnTo>
                    <a:pt x="324418" y="1848257"/>
                  </a:lnTo>
                  <a:lnTo>
                    <a:pt x="300554" y="1815518"/>
                  </a:lnTo>
                  <a:close/>
                  <a:moveTo>
                    <a:pt x="101270" y="1549872"/>
                  </a:moveTo>
                  <a:lnTo>
                    <a:pt x="52408" y="1551614"/>
                  </a:lnTo>
                  <a:lnTo>
                    <a:pt x="104846" y="1609708"/>
                  </a:lnTo>
                  <a:close/>
                  <a:moveTo>
                    <a:pt x="104846" y="1609708"/>
                  </a:moveTo>
                  <a:lnTo>
                    <a:pt x="96521" y="1655117"/>
                  </a:lnTo>
                  <a:lnTo>
                    <a:pt x="165296" y="1602681"/>
                  </a:lnTo>
                  <a:close/>
                  <a:moveTo>
                    <a:pt x="83520" y="1501560"/>
                  </a:moveTo>
                  <a:lnTo>
                    <a:pt x="52408" y="1551614"/>
                  </a:lnTo>
                  <a:lnTo>
                    <a:pt x="101270" y="1549872"/>
                  </a:lnTo>
                  <a:close/>
                  <a:moveTo>
                    <a:pt x="50869" y="1524208"/>
                  </a:moveTo>
                  <a:lnTo>
                    <a:pt x="17263" y="1496210"/>
                  </a:lnTo>
                  <a:lnTo>
                    <a:pt x="52408" y="1551614"/>
                  </a:lnTo>
                  <a:close/>
                  <a:moveTo>
                    <a:pt x="0" y="1508695"/>
                  </a:moveTo>
                  <a:lnTo>
                    <a:pt x="45292" y="1547747"/>
                  </a:lnTo>
                  <a:lnTo>
                    <a:pt x="52408" y="1551614"/>
                  </a:lnTo>
                  <a:close/>
                  <a:moveTo>
                    <a:pt x="9877" y="1444673"/>
                  </a:moveTo>
                  <a:lnTo>
                    <a:pt x="68780" y="1456274"/>
                  </a:lnTo>
                  <a:lnTo>
                    <a:pt x="48583" y="1429237"/>
                  </a:lnTo>
                  <a:close/>
                  <a:moveTo>
                    <a:pt x="17263" y="1496210"/>
                  </a:moveTo>
                  <a:lnTo>
                    <a:pt x="46263" y="1472116"/>
                  </a:lnTo>
                  <a:lnTo>
                    <a:pt x="9877" y="1444673"/>
                  </a:lnTo>
                  <a:close/>
                  <a:moveTo>
                    <a:pt x="593264" y="1911852"/>
                  </a:moveTo>
                  <a:lnTo>
                    <a:pt x="534461" y="1974641"/>
                  </a:lnTo>
                  <a:lnTo>
                    <a:pt x="554439" y="1987482"/>
                  </a:lnTo>
                  <a:close/>
                  <a:moveTo>
                    <a:pt x="593264" y="1911852"/>
                  </a:moveTo>
                  <a:lnTo>
                    <a:pt x="554439" y="1987482"/>
                  </a:lnTo>
                  <a:lnTo>
                    <a:pt x="587934" y="1963388"/>
                  </a:lnTo>
                  <a:close/>
                  <a:moveTo>
                    <a:pt x="546621" y="1917646"/>
                  </a:moveTo>
                  <a:lnTo>
                    <a:pt x="480630" y="1948054"/>
                  </a:lnTo>
                  <a:lnTo>
                    <a:pt x="534461" y="1974641"/>
                  </a:lnTo>
                  <a:close/>
                  <a:moveTo>
                    <a:pt x="546621" y="1917646"/>
                  </a:moveTo>
                  <a:lnTo>
                    <a:pt x="485920" y="1929012"/>
                  </a:lnTo>
                  <a:lnTo>
                    <a:pt x="480630" y="1948054"/>
                  </a:lnTo>
                  <a:close/>
                  <a:moveTo>
                    <a:pt x="485920" y="1929012"/>
                  </a:moveTo>
                  <a:lnTo>
                    <a:pt x="527937" y="1870092"/>
                  </a:lnTo>
                  <a:lnTo>
                    <a:pt x="483898" y="1867913"/>
                  </a:lnTo>
                  <a:close/>
                  <a:moveTo>
                    <a:pt x="441393" y="1864487"/>
                  </a:moveTo>
                  <a:lnTo>
                    <a:pt x="483898" y="1867913"/>
                  </a:lnTo>
                  <a:lnTo>
                    <a:pt x="456003" y="1855977"/>
                  </a:lnTo>
                  <a:close/>
                  <a:moveTo>
                    <a:pt x="483898" y="1867913"/>
                  </a:moveTo>
                  <a:lnTo>
                    <a:pt x="505450" y="1866175"/>
                  </a:lnTo>
                  <a:lnTo>
                    <a:pt x="456003" y="1855977"/>
                  </a:lnTo>
                  <a:close/>
                  <a:moveTo>
                    <a:pt x="483898" y="1867913"/>
                  </a:moveTo>
                  <a:lnTo>
                    <a:pt x="527937" y="1870092"/>
                  </a:lnTo>
                  <a:lnTo>
                    <a:pt x="505450" y="1866175"/>
                  </a:lnTo>
                  <a:close/>
                  <a:moveTo>
                    <a:pt x="593264" y="1911852"/>
                  </a:moveTo>
                  <a:lnTo>
                    <a:pt x="587934" y="1963388"/>
                  </a:lnTo>
                  <a:lnTo>
                    <a:pt x="629003" y="1951396"/>
                  </a:lnTo>
                  <a:close/>
                  <a:moveTo>
                    <a:pt x="604279" y="1908753"/>
                  </a:moveTo>
                  <a:lnTo>
                    <a:pt x="646946" y="1910950"/>
                  </a:lnTo>
                  <a:lnTo>
                    <a:pt x="599446" y="1908033"/>
                  </a:lnTo>
                  <a:close/>
                  <a:moveTo>
                    <a:pt x="170031" y="1269318"/>
                  </a:moveTo>
                  <a:lnTo>
                    <a:pt x="165485" y="1221933"/>
                  </a:lnTo>
                  <a:lnTo>
                    <a:pt x="165396" y="1284749"/>
                  </a:lnTo>
                  <a:close/>
                  <a:moveTo>
                    <a:pt x="371558" y="1475465"/>
                  </a:moveTo>
                  <a:lnTo>
                    <a:pt x="380868" y="1479936"/>
                  </a:lnTo>
                  <a:lnTo>
                    <a:pt x="383077" y="1472697"/>
                  </a:lnTo>
                  <a:close/>
                  <a:moveTo>
                    <a:pt x="383077" y="1472697"/>
                  </a:moveTo>
                  <a:lnTo>
                    <a:pt x="380868" y="1479936"/>
                  </a:lnTo>
                  <a:lnTo>
                    <a:pt x="392682" y="1475465"/>
                  </a:lnTo>
                  <a:close/>
                  <a:moveTo>
                    <a:pt x="791394" y="1788033"/>
                  </a:moveTo>
                  <a:lnTo>
                    <a:pt x="823434" y="1763939"/>
                  </a:lnTo>
                  <a:lnTo>
                    <a:pt x="782906" y="1736497"/>
                  </a:lnTo>
                  <a:close/>
                  <a:moveTo>
                    <a:pt x="870137" y="1763939"/>
                  </a:moveTo>
                  <a:lnTo>
                    <a:pt x="820073" y="1721777"/>
                  </a:lnTo>
                  <a:lnTo>
                    <a:pt x="838229" y="1737174"/>
                  </a:lnTo>
                  <a:close/>
                  <a:moveTo>
                    <a:pt x="830017" y="1736497"/>
                  </a:moveTo>
                  <a:lnTo>
                    <a:pt x="791744" y="1698276"/>
                  </a:lnTo>
                  <a:lnTo>
                    <a:pt x="820073" y="1721777"/>
                  </a:lnTo>
                  <a:close/>
                  <a:moveTo>
                    <a:pt x="616786" y="1478814"/>
                  </a:moveTo>
                  <a:lnTo>
                    <a:pt x="646638" y="1505101"/>
                  </a:lnTo>
                  <a:lnTo>
                    <a:pt x="664795" y="1458336"/>
                  </a:lnTo>
                  <a:close/>
                  <a:moveTo>
                    <a:pt x="587206" y="1420690"/>
                  </a:moveTo>
                  <a:lnTo>
                    <a:pt x="580132" y="1431124"/>
                  </a:lnTo>
                  <a:lnTo>
                    <a:pt x="622261" y="1403183"/>
                  </a:lnTo>
                  <a:close/>
                  <a:moveTo>
                    <a:pt x="580132" y="1431124"/>
                  </a:moveTo>
                  <a:lnTo>
                    <a:pt x="616786" y="1478814"/>
                  </a:lnTo>
                  <a:lnTo>
                    <a:pt x="622261" y="1403183"/>
                  </a:lnTo>
                  <a:close/>
                  <a:moveTo>
                    <a:pt x="622261" y="1403183"/>
                  </a:moveTo>
                  <a:lnTo>
                    <a:pt x="616786" y="1478814"/>
                  </a:lnTo>
                  <a:lnTo>
                    <a:pt x="665899" y="1442214"/>
                  </a:lnTo>
                  <a:close/>
                  <a:moveTo>
                    <a:pt x="665899" y="1442214"/>
                  </a:moveTo>
                  <a:lnTo>
                    <a:pt x="616786" y="1478814"/>
                  </a:lnTo>
                  <a:lnTo>
                    <a:pt x="664795" y="1458336"/>
                  </a:lnTo>
                  <a:close/>
                  <a:moveTo>
                    <a:pt x="361316" y="1113931"/>
                  </a:moveTo>
                  <a:lnTo>
                    <a:pt x="366818" y="1046715"/>
                  </a:lnTo>
                  <a:lnTo>
                    <a:pt x="333412" y="1098634"/>
                  </a:lnTo>
                  <a:close/>
                  <a:moveTo>
                    <a:pt x="154096" y="963448"/>
                  </a:moveTo>
                  <a:lnTo>
                    <a:pt x="156301" y="887817"/>
                  </a:lnTo>
                  <a:lnTo>
                    <a:pt x="121711" y="911911"/>
                  </a:lnTo>
                  <a:close/>
                  <a:moveTo>
                    <a:pt x="622261" y="1403183"/>
                  </a:moveTo>
                  <a:lnTo>
                    <a:pt x="665899" y="1442214"/>
                  </a:lnTo>
                  <a:lnTo>
                    <a:pt x="666168" y="1394477"/>
                  </a:lnTo>
                  <a:close/>
                  <a:moveTo>
                    <a:pt x="666168" y="1394477"/>
                  </a:moveTo>
                  <a:lnTo>
                    <a:pt x="665899" y="1442214"/>
                  </a:lnTo>
                  <a:lnTo>
                    <a:pt x="678230" y="1403183"/>
                  </a:lnTo>
                  <a:close/>
                  <a:moveTo>
                    <a:pt x="604848" y="1327553"/>
                  </a:moveTo>
                  <a:lnTo>
                    <a:pt x="553660" y="1351647"/>
                  </a:lnTo>
                  <a:lnTo>
                    <a:pt x="606742" y="1395712"/>
                  </a:lnTo>
                  <a:close/>
                  <a:moveTo>
                    <a:pt x="604848" y="1327553"/>
                  </a:moveTo>
                  <a:lnTo>
                    <a:pt x="620887" y="1313698"/>
                  </a:lnTo>
                  <a:lnTo>
                    <a:pt x="553660" y="1351647"/>
                  </a:lnTo>
                  <a:close/>
                  <a:moveTo>
                    <a:pt x="543629" y="1199523"/>
                  </a:moveTo>
                  <a:lnTo>
                    <a:pt x="526306" y="1181247"/>
                  </a:lnTo>
                  <a:lnTo>
                    <a:pt x="514297" y="1172943"/>
                  </a:lnTo>
                  <a:close/>
                  <a:moveTo>
                    <a:pt x="389324" y="1106855"/>
                  </a:moveTo>
                  <a:lnTo>
                    <a:pt x="340869" y="1100365"/>
                  </a:lnTo>
                  <a:lnTo>
                    <a:pt x="419481" y="1084706"/>
                  </a:lnTo>
                  <a:close/>
                  <a:moveTo>
                    <a:pt x="874839" y="1561142"/>
                  </a:moveTo>
                  <a:lnTo>
                    <a:pt x="819967" y="1533635"/>
                  </a:lnTo>
                  <a:lnTo>
                    <a:pt x="820020" y="1533699"/>
                  </a:lnTo>
                  <a:close/>
                  <a:moveTo>
                    <a:pt x="760226" y="1482162"/>
                  </a:moveTo>
                  <a:lnTo>
                    <a:pt x="819967" y="1533635"/>
                  </a:lnTo>
                  <a:lnTo>
                    <a:pt x="760594" y="1481178"/>
                  </a:lnTo>
                  <a:close/>
                  <a:moveTo>
                    <a:pt x="819846" y="1533543"/>
                  </a:moveTo>
                  <a:lnTo>
                    <a:pt x="819967" y="1533635"/>
                  </a:lnTo>
                  <a:lnTo>
                    <a:pt x="760226" y="1482162"/>
                  </a:lnTo>
                  <a:close/>
                  <a:moveTo>
                    <a:pt x="552484" y="1172943"/>
                  </a:moveTo>
                  <a:lnTo>
                    <a:pt x="587853" y="1190191"/>
                  </a:lnTo>
                  <a:lnTo>
                    <a:pt x="578129" y="1148849"/>
                  </a:lnTo>
                  <a:close/>
                  <a:moveTo>
                    <a:pt x="561872" y="1132829"/>
                  </a:moveTo>
                  <a:lnTo>
                    <a:pt x="537177" y="1109666"/>
                  </a:lnTo>
                  <a:lnTo>
                    <a:pt x="578129" y="1148849"/>
                  </a:lnTo>
                  <a:close/>
                  <a:moveTo>
                    <a:pt x="544404" y="1067520"/>
                  </a:moveTo>
                  <a:lnTo>
                    <a:pt x="537177" y="1109666"/>
                  </a:lnTo>
                  <a:lnTo>
                    <a:pt x="505792" y="1097312"/>
                  </a:lnTo>
                  <a:close/>
                  <a:moveTo>
                    <a:pt x="296129" y="863723"/>
                  </a:moveTo>
                  <a:lnTo>
                    <a:pt x="339672" y="839629"/>
                  </a:lnTo>
                  <a:lnTo>
                    <a:pt x="277309" y="812187"/>
                  </a:lnTo>
                  <a:close/>
                  <a:moveTo>
                    <a:pt x="902588" y="1441704"/>
                  </a:moveTo>
                  <a:lnTo>
                    <a:pt x="916237" y="1409679"/>
                  </a:lnTo>
                  <a:lnTo>
                    <a:pt x="874981" y="1430106"/>
                  </a:lnTo>
                  <a:close/>
                  <a:moveTo>
                    <a:pt x="902588" y="1441704"/>
                  </a:moveTo>
                  <a:lnTo>
                    <a:pt x="943321" y="1446571"/>
                  </a:lnTo>
                  <a:lnTo>
                    <a:pt x="916237" y="1409679"/>
                  </a:lnTo>
                  <a:close/>
                  <a:moveTo>
                    <a:pt x="1149415" y="1518452"/>
                  </a:moveTo>
                  <a:lnTo>
                    <a:pt x="1145934" y="1474649"/>
                  </a:lnTo>
                  <a:lnTo>
                    <a:pt x="1138691" y="1461417"/>
                  </a:lnTo>
                  <a:close/>
                  <a:moveTo>
                    <a:pt x="1149415" y="1518452"/>
                  </a:moveTo>
                  <a:lnTo>
                    <a:pt x="1161591" y="1533190"/>
                  </a:lnTo>
                  <a:lnTo>
                    <a:pt x="1164614" y="1512954"/>
                  </a:lnTo>
                  <a:close/>
                  <a:moveTo>
                    <a:pt x="1161591" y="1533190"/>
                  </a:moveTo>
                  <a:lnTo>
                    <a:pt x="1149415" y="1518452"/>
                  </a:lnTo>
                  <a:lnTo>
                    <a:pt x="1149097" y="1512954"/>
                  </a:lnTo>
                  <a:close/>
                  <a:moveTo>
                    <a:pt x="1005945" y="1370898"/>
                  </a:moveTo>
                  <a:lnTo>
                    <a:pt x="1058368" y="1409880"/>
                  </a:lnTo>
                  <a:lnTo>
                    <a:pt x="1028247" y="1383989"/>
                  </a:lnTo>
                  <a:close/>
                  <a:moveTo>
                    <a:pt x="1005945" y="1370898"/>
                  </a:moveTo>
                  <a:lnTo>
                    <a:pt x="1062837" y="1425372"/>
                  </a:lnTo>
                  <a:lnTo>
                    <a:pt x="1058368" y="1409880"/>
                  </a:lnTo>
                  <a:close/>
                  <a:moveTo>
                    <a:pt x="1010591" y="1358344"/>
                  </a:moveTo>
                  <a:lnTo>
                    <a:pt x="1005945" y="1370898"/>
                  </a:lnTo>
                  <a:lnTo>
                    <a:pt x="1028247" y="1383989"/>
                  </a:lnTo>
                  <a:close/>
                  <a:moveTo>
                    <a:pt x="948251" y="1317077"/>
                  </a:moveTo>
                  <a:lnTo>
                    <a:pt x="1010591" y="1358344"/>
                  </a:lnTo>
                  <a:lnTo>
                    <a:pt x="962990" y="1314682"/>
                  </a:lnTo>
                  <a:close/>
                  <a:moveTo>
                    <a:pt x="1005945" y="1370898"/>
                  </a:moveTo>
                  <a:lnTo>
                    <a:pt x="1010591" y="1358344"/>
                  </a:lnTo>
                  <a:lnTo>
                    <a:pt x="948251" y="1317077"/>
                  </a:lnTo>
                  <a:close/>
                  <a:moveTo>
                    <a:pt x="951327" y="1306807"/>
                  </a:moveTo>
                  <a:lnTo>
                    <a:pt x="948251" y="1317077"/>
                  </a:lnTo>
                  <a:lnTo>
                    <a:pt x="962990" y="1314682"/>
                  </a:lnTo>
                  <a:close/>
                  <a:moveTo>
                    <a:pt x="1164614" y="1512954"/>
                  </a:moveTo>
                  <a:lnTo>
                    <a:pt x="1161591" y="1533190"/>
                  </a:lnTo>
                  <a:lnTo>
                    <a:pt x="1233513" y="1492516"/>
                  </a:lnTo>
                  <a:close/>
                  <a:moveTo>
                    <a:pt x="1218174" y="1540396"/>
                  </a:moveTo>
                  <a:lnTo>
                    <a:pt x="1161591" y="1533190"/>
                  </a:lnTo>
                  <a:lnTo>
                    <a:pt x="1178867" y="1557251"/>
                  </a:lnTo>
                  <a:close/>
                  <a:moveTo>
                    <a:pt x="1138691" y="1461417"/>
                  </a:moveTo>
                  <a:lnTo>
                    <a:pt x="1145934" y="1474649"/>
                  </a:lnTo>
                  <a:lnTo>
                    <a:pt x="1152837" y="1452928"/>
                  </a:lnTo>
                  <a:close/>
                  <a:moveTo>
                    <a:pt x="1152837" y="1452928"/>
                  </a:moveTo>
                  <a:lnTo>
                    <a:pt x="1145934" y="1474649"/>
                  </a:lnTo>
                  <a:lnTo>
                    <a:pt x="1230043" y="1490886"/>
                  </a:lnTo>
                  <a:close/>
                  <a:moveTo>
                    <a:pt x="1214148" y="1441066"/>
                  </a:moveTo>
                  <a:lnTo>
                    <a:pt x="1152837" y="1452928"/>
                  </a:lnTo>
                  <a:lnTo>
                    <a:pt x="1230043" y="1490886"/>
                  </a:lnTo>
                  <a:close/>
                  <a:moveTo>
                    <a:pt x="1111469" y="1385835"/>
                  </a:moveTo>
                  <a:lnTo>
                    <a:pt x="1089723" y="1439161"/>
                  </a:lnTo>
                  <a:lnTo>
                    <a:pt x="1152837" y="1452928"/>
                  </a:lnTo>
                  <a:close/>
                  <a:moveTo>
                    <a:pt x="1154904" y="1388505"/>
                  </a:moveTo>
                  <a:lnTo>
                    <a:pt x="1111469" y="1385835"/>
                  </a:lnTo>
                  <a:lnTo>
                    <a:pt x="1152837" y="1452928"/>
                  </a:lnTo>
                  <a:close/>
                  <a:moveTo>
                    <a:pt x="1152837" y="1452928"/>
                  </a:moveTo>
                  <a:lnTo>
                    <a:pt x="1195902" y="1393156"/>
                  </a:lnTo>
                  <a:lnTo>
                    <a:pt x="1154904" y="1388505"/>
                  </a:lnTo>
                  <a:close/>
                  <a:moveTo>
                    <a:pt x="1058368" y="1409880"/>
                  </a:moveTo>
                  <a:lnTo>
                    <a:pt x="1089723" y="1439161"/>
                  </a:lnTo>
                  <a:lnTo>
                    <a:pt x="1111469" y="1385835"/>
                  </a:lnTo>
                  <a:close/>
                  <a:moveTo>
                    <a:pt x="1058368" y="1409880"/>
                  </a:moveTo>
                  <a:lnTo>
                    <a:pt x="1111469" y="1385835"/>
                  </a:lnTo>
                  <a:lnTo>
                    <a:pt x="1028247" y="1383989"/>
                  </a:lnTo>
                  <a:close/>
                  <a:moveTo>
                    <a:pt x="1137280" y="1340090"/>
                  </a:moveTo>
                  <a:lnTo>
                    <a:pt x="1111491" y="1385648"/>
                  </a:lnTo>
                  <a:lnTo>
                    <a:pt x="1111469" y="1385835"/>
                  </a:lnTo>
                  <a:close/>
                  <a:moveTo>
                    <a:pt x="1137280" y="1340090"/>
                  </a:moveTo>
                  <a:lnTo>
                    <a:pt x="1111469" y="1385835"/>
                  </a:lnTo>
                  <a:lnTo>
                    <a:pt x="1154904" y="1388505"/>
                  </a:lnTo>
                  <a:close/>
                  <a:moveTo>
                    <a:pt x="1008752" y="1282713"/>
                  </a:moveTo>
                  <a:lnTo>
                    <a:pt x="962990" y="1314682"/>
                  </a:lnTo>
                  <a:lnTo>
                    <a:pt x="1010591" y="1358344"/>
                  </a:lnTo>
                  <a:close/>
                  <a:moveTo>
                    <a:pt x="951327" y="1306807"/>
                  </a:moveTo>
                  <a:lnTo>
                    <a:pt x="962990" y="1314682"/>
                  </a:lnTo>
                  <a:lnTo>
                    <a:pt x="976235" y="1294327"/>
                  </a:lnTo>
                  <a:close/>
                  <a:moveTo>
                    <a:pt x="1233550" y="1488035"/>
                  </a:moveTo>
                  <a:lnTo>
                    <a:pt x="1233513" y="1492516"/>
                  </a:lnTo>
                  <a:lnTo>
                    <a:pt x="1213632" y="1466245"/>
                  </a:lnTo>
                  <a:close/>
                  <a:moveTo>
                    <a:pt x="1235215" y="1488860"/>
                  </a:moveTo>
                  <a:lnTo>
                    <a:pt x="1233513" y="1492516"/>
                  </a:lnTo>
                  <a:lnTo>
                    <a:pt x="1233550" y="1488035"/>
                  </a:lnTo>
                  <a:close/>
                  <a:moveTo>
                    <a:pt x="1105007" y="1328345"/>
                  </a:moveTo>
                  <a:lnTo>
                    <a:pt x="1111491" y="1385648"/>
                  </a:lnTo>
                  <a:lnTo>
                    <a:pt x="1125593" y="1334250"/>
                  </a:lnTo>
                  <a:close/>
                  <a:moveTo>
                    <a:pt x="1088009" y="1297853"/>
                  </a:moveTo>
                  <a:lnTo>
                    <a:pt x="1105007" y="1328345"/>
                  </a:lnTo>
                  <a:lnTo>
                    <a:pt x="1125593" y="1334250"/>
                  </a:lnTo>
                  <a:close/>
                  <a:moveTo>
                    <a:pt x="968802" y="1052473"/>
                  </a:moveTo>
                  <a:lnTo>
                    <a:pt x="999561" y="1006937"/>
                  </a:lnTo>
                  <a:lnTo>
                    <a:pt x="937863" y="1025030"/>
                  </a:lnTo>
                  <a:close/>
                  <a:moveTo>
                    <a:pt x="948154" y="1076567"/>
                  </a:moveTo>
                  <a:lnTo>
                    <a:pt x="968802" y="1052473"/>
                  </a:lnTo>
                  <a:lnTo>
                    <a:pt x="937863" y="1025030"/>
                  </a:lnTo>
                  <a:close/>
                  <a:moveTo>
                    <a:pt x="1277101" y="1286062"/>
                  </a:moveTo>
                  <a:lnTo>
                    <a:pt x="1291248" y="1263901"/>
                  </a:lnTo>
                  <a:lnTo>
                    <a:pt x="1228813" y="1303657"/>
                  </a:lnTo>
                  <a:close/>
                  <a:moveTo>
                    <a:pt x="1291248" y="1263901"/>
                  </a:moveTo>
                  <a:lnTo>
                    <a:pt x="1319388" y="1286062"/>
                  </a:lnTo>
                  <a:lnTo>
                    <a:pt x="1274694" y="1241597"/>
                  </a:lnTo>
                  <a:close/>
                  <a:moveTo>
                    <a:pt x="864895" y="852799"/>
                  </a:moveTo>
                  <a:lnTo>
                    <a:pt x="920081" y="897863"/>
                  </a:lnTo>
                  <a:lnTo>
                    <a:pt x="941118" y="828206"/>
                  </a:lnTo>
                  <a:close/>
                  <a:moveTo>
                    <a:pt x="861593" y="840452"/>
                  </a:moveTo>
                  <a:lnTo>
                    <a:pt x="852856" y="846327"/>
                  </a:lnTo>
                  <a:lnTo>
                    <a:pt x="833795" y="776299"/>
                  </a:lnTo>
                  <a:close/>
                  <a:moveTo>
                    <a:pt x="629966" y="513014"/>
                  </a:moveTo>
                  <a:lnTo>
                    <a:pt x="619462" y="537107"/>
                  </a:lnTo>
                  <a:lnTo>
                    <a:pt x="640813" y="564550"/>
                  </a:lnTo>
                  <a:close/>
                  <a:moveTo>
                    <a:pt x="602189" y="485570"/>
                  </a:moveTo>
                  <a:lnTo>
                    <a:pt x="619462" y="537107"/>
                  </a:lnTo>
                  <a:lnTo>
                    <a:pt x="629966" y="513014"/>
                  </a:lnTo>
                  <a:close/>
                  <a:moveTo>
                    <a:pt x="332186" y="203793"/>
                  </a:moveTo>
                  <a:lnTo>
                    <a:pt x="332463" y="152257"/>
                  </a:lnTo>
                  <a:lnTo>
                    <a:pt x="318461" y="207189"/>
                  </a:lnTo>
                  <a:close/>
                  <a:moveTo>
                    <a:pt x="318461" y="207189"/>
                  </a:moveTo>
                  <a:lnTo>
                    <a:pt x="332463" y="152257"/>
                  </a:lnTo>
                  <a:lnTo>
                    <a:pt x="332532" y="158207"/>
                  </a:lnTo>
                  <a:close/>
                  <a:moveTo>
                    <a:pt x="284699" y="221854"/>
                  </a:moveTo>
                  <a:lnTo>
                    <a:pt x="332186" y="203793"/>
                  </a:lnTo>
                  <a:lnTo>
                    <a:pt x="318461" y="207189"/>
                  </a:lnTo>
                  <a:close/>
                  <a:moveTo>
                    <a:pt x="289152" y="137383"/>
                  </a:moveTo>
                  <a:lnTo>
                    <a:pt x="332532" y="158207"/>
                  </a:lnTo>
                  <a:lnTo>
                    <a:pt x="332463" y="152257"/>
                  </a:lnTo>
                  <a:close/>
                  <a:moveTo>
                    <a:pt x="1298090" y="1337599"/>
                  </a:moveTo>
                  <a:lnTo>
                    <a:pt x="1328037" y="1323715"/>
                  </a:lnTo>
                  <a:lnTo>
                    <a:pt x="1277101" y="1286062"/>
                  </a:lnTo>
                  <a:close/>
                  <a:moveTo>
                    <a:pt x="1177808" y="1181656"/>
                  </a:moveTo>
                  <a:lnTo>
                    <a:pt x="1231977" y="1234526"/>
                  </a:lnTo>
                  <a:lnTo>
                    <a:pt x="1181156" y="1182989"/>
                  </a:lnTo>
                  <a:close/>
                  <a:moveTo>
                    <a:pt x="1177808" y="1181656"/>
                  </a:moveTo>
                  <a:lnTo>
                    <a:pt x="1173958" y="1174728"/>
                  </a:lnTo>
                  <a:lnTo>
                    <a:pt x="1163504" y="1182989"/>
                  </a:lnTo>
                  <a:close/>
                  <a:moveTo>
                    <a:pt x="1177808" y="1181656"/>
                  </a:moveTo>
                  <a:lnTo>
                    <a:pt x="1181156" y="1182989"/>
                  </a:lnTo>
                  <a:lnTo>
                    <a:pt x="1173958" y="1174728"/>
                  </a:lnTo>
                  <a:close/>
                  <a:moveTo>
                    <a:pt x="941118" y="828206"/>
                  </a:moveTo>
                  <a:lnTo>
                    <a:pt x="1003494" y="808206"/>
                  </a:lnTo>
                  <a:lnTo>
                    <a:pt x="946612" y="816467"/>
                  </a:lnTo>
                  <a:close/>
                  <a:moveTo>
                    <a:pt x="1024419" y="830081"/>
                  </a:moveTo>
                  <a:lnTo>
                    <a:pt x="1025296" y="853223"/>
                  </a:lnTo>
                  <a:lnTo>
                    <a:pt x="1021004" y="849675"/>
                  </a:lnTo>
                  <a:close/>
                  <a:moveTo>
                    <a:pt x="1003494" y="808206"/>
                  </a:moveTo>
                  <a:lnTo>
                    <a:pt x="990190" y="756278"/>
                  </a:lnTo>
                  <a:lnTo>
                    <a:pt x="946612" y="816467"/>
                  </a:lnTo>
                  <a:close/>
                  <a:moveTo>
                    <a:pt x="359488" y="51002"/>
                  </a:moveTo>
                  <a:lnTo>
                    <a:pt x="333445" y="31978"/>
                  </a:lnTo>
                  <a:lnTo>
                    <a:pt x="351153" y="59619"/>
                  </a:lnTo>
                  <a:close/>
                  <a:moveTo>
                    <a:pt x="224490" y="44592"/>
                  </a:moveTo>
                  <a:lnTo>
                    <a:pt x="280361" y="37152"/>
                  </a:lnTo>
                  <a:lnTo>
                    <a:pt x="252407" y="0"/>
                  </a:lnTo>
                  <a:close/>
                  <a:moveTo>
                    <a:pt x="280361" y="37152"/>
                  </a:moveTo>
                  <a:lnTo>
                    <a:pt x="333445" y="31978"/>
                  </a:lnTo>
                  <a:lnTo>
                    <a:pt x="303974" y="18123"/>
                  </a:lnTo>
                  <a:close/>
                  <a:moveTo>
                    <a:pt x="1175849" y="744047"/>
                  </a:moveTo>
                  <a:lnTo>
                    <a:pt x="1253256" y="781842"/>
                  </a:lnTo>
                  <a:lnTo>
                    <a:pt x="1232796" y="735733"/>
                  </a:lnTo>
                  <a:close/>
                </a:path>
              </a:pathLst>
            </a:custGeom>
            <a:solidFill>
              <a:srgbClr val="F2F4F6"/>
            </a:solidFill>
            <a:ln w="1524">
              <a:solidFill>
                <a:srgbClr val="F2F4F6"/>
              </a:solidFill>
            </a:ln>
          </p:spPr>
        </p:sp>
        <p:sp>
          <p:nvSpPr>
            <p:cNvPr id="4229" name="Output_density__4228">
              <a:extLst>
                <a:ext uri="{FF2B5EF4-FFF2-40B4-BE49-F238E27FC236}">
                  <a16:creationId xmlns:a16="http://schemas.microsoft.com/office/drawing/2014/main" id="{7586DB04-E709-CE11-7F8D-BA645F491C67}"/>
                </a:ext>
              </a:extLst>
            </p:cNvPr>
            <p:cNvSpPr>
              <a:spLocks noGrp="1"/>
            </p:cNvSpPr>
            <p:nvPr/>
          </p:nvSpPr>
          <p:spPr>
            <a:xfrm>
              <a:off x="15465781" y="2736969"/>
              <a:ext cx="1373884" cy="1765800"/>
            </a:xfrm>
            <a:custGeom>
              <a:avLst/>
              <a:gdLst/>
              <a:ahLst/>
              <a:cxnLst/>
              <a:rect l="0" t="0" r="0" b="0"/>
              <a:pathLst>
                <a:path w="1373884" h="1765800">
                  <a:moveTo>
                    <a:pt x="45760" y="1581233"/>
                  </a:moveTo>
                  <a:lnTo>
                    <a:pt x="3076" y="1584843"/>
                  </a:lnTo>
                  <a:lnTo>
                    <a:pt x="0" y="1584820"/>
                  </a:lnTo>
                  <a:close/>
                  <a:moveTo>
                    <a:pt x="797356" y="1751549"/>
                  </a:moveTo>
                  <a:lnTo>
                    <a:pt x="787654" y="1759106"/>
                  </a:lnTo>
                  <a:lnTo>
                    <a:pt x="804184" y="1765800"/>
                  </a:lnTo>
                  <a:close/>
                  <a:moveTo>
                    <a:pt x="296649" y="1184647"/>
                  </a:moveTo>
                  <a:lnTo>
                    <a:pt x="287597" y="1208741"/>
                  </a:lnTo>
                  <a:lnTo>
                    <a:pt x="335692" y="1157135"/>
                  </a:lnTo>
                  <a:close/>
                  <a:moveTo>
                    <a:pt x="797356" y="1751549"/>
                  </a:moveTo>
                  <a:lnTo>
                    <a:pt x="804184" y="1765800"/>
                  </a:lnTo>
                  <a:lnTo>
                    <a:pt x="822943" y="1756146"/>
                  </a:lnTo>
                  <a:close/>
                  <a:moveTo>
                    <a:pt x="830880" y="1751549"/>
                  </a:moveTo>
                  <a:lnTo>
                    <a:pt x="822943" y="1756146"/>
                  </a:lnTo>
                  <a:lnTo>
                    <a:pt x="804184" y="1765800"/>
                  </a:lnTo>
                  <a:close/>
                  <a:moveTo>
                    <a:pt x="830880" y="1751549"/>
                  </a:moveTo>
                  <a:lnTo>
                    <a:pt x="854381" y="1738790"/>
                  </a:lnTo>
                  <a:lnTo>
                    <a:pt x="822943" y="1756146"/>
                  </a:lnTo>
                  <a:close/>
                  <a:moveTo>
                    <a:pt x="830880" y="1751549"/>
                  </a:moveTo>
                  <a:lnTo>
                    <a:pt x="876100" y="1727455"/>
                  </a:lnTo>
                  <a:lnTo>
                    <a:pt x="854381" y="1738790"/>
                  </a:lnTo>
                  <a:close/>
                  <a:moveTo>
                    <a:pt x="117312" y="799797"/>
                  </a:moveTo>
                  <a:lnTo>
                    <a:pt x="121439" y="811667"/>
                  </a:lnTo>
                  <a:lnTo>
                    <a:pt x="131918" y="784389"/>
                  </a:lnTo>
                  <a:close/>
                  <a:moveTo>
                    <a:pt x="927895" y="1664290"/>
                  </a:moveTo>
                  <a:lnTo>
                    <a:pt x="945058" y="1664494"/>
                  </a:lnTo>
                  <a:lnTo>
                    <a:pt x="908014" y="1656627"/>
                  </a:lnTo>
                  <a:close/>
                  <a:moveTo>
                    <a:pt x="988024" y="1651825"/>
                  </a:moveTo>
                  <a:lnTo>
                    <a:pt x="966166" y="1672481"/>
                  </a:lnTo>
                  <a:lnTo>
                    <a:pt x="945058" y="1664494"/>
                  </a:lnTo>
                  <a:close/>
                  <a:moveTo>
                    <a:pt x="975614" y="1639652"/>
                  </a:moveTo>
                  <a:lnTo>
                    <a:pt x="966166" y="1672481"/>
                  </a:lnTo>
                  <a:lnTo>
                    <a:pt x="988024" y="1651825"/>
                  </a:lnTo>
                  <a:close/>
                  <a:moveTo>
                    <a:pt x="988406" y="1620732"/>
                  </a:moveTo>
                  <a:lnTo>
                    <a:pt x="988024" y="1651825"/>
                  </a:lnTo>
                  <a:lnTo>
                    <a:pt x="1005043" y="1643159"/>
                  </a:lnTo>
                  <a:close/>
                  <a:moveTo>
                    <a:pt x="988406" y="1620732"/>
                  </a:moveTo>
                  <a:lnTo>
                    <a:pt x="1005043" y="1643159"/>
                  </a:lnTo>
                  <a:lnTo>
                    <a:pt x="1030013" y="1601616"/>
                  </a:lnTo>
                  <a:close/>
                  <a:moveTo>
                    <a:pt x="433760" y="944415"/>
                  </a:moveTo>
                  <a:lnTo>
                    <a:pt x="398270" y="946624"/>
                  </a:lnTo>
                  <a:lnTo>
                    <a:pt x="471696" y="911575"/>
                  </a:lnTo>
                  <a:close/>
                  <a:moveTo>
                    <a:pt x="327932" y="751609"/>
                  </a:moveTo>
                  <a:lnTo>
                    <a:pt x="292854" y="766946"/>
                  </a:lnTo>
                  <a:lnTo>
                    <a:pt x="276842" y="761291"/>
                  </a:lnTo>
                  <a:close/>
                  <a:moveTo>
                    <a:pt x="1119860" y="1627964"/>
                  </a:moveTo>
                  <a:lnTo>
                    <a:pt x="1092801" y="1620345"/>
                  </a:lnTo>
                  <a:lnTo>
                    <a:pt x="1132473" y="1635346"/>
                  </a:lnTo>
                  <a:close/>
                  <a:moveTo>
                    <a:pt x="1163912" y="1617992"/>
                  </a:moveTo>
                  <a:lnTo>
                    <a:pt x="1119860" y="1627964"/>
                  </a:lnTo>
                  <a:lnTo>
                    <a:pt x="1132473" y="1635346"/>
                  </a:lnTo>
                  <a:close/>
                  <a:moveTo>
                    <a:pt x="1171294" y="1594515"/>
                  </a:moveTo>
                  <a:lnTo>
                    <a:pt x="1163865" y="1579543"/>
                  </a:lnTo>
                  <a:lnTo>
                    <a:pt x="1163912" y="1617992"/>
                  </a:lnTo>
                  <a:close/>
                  <a:moveTo>
                    <a:pt x="1171294" y="1594515"/>
                  </a:moveTo>
                  <a:lnTo>
                    <a:pt x="1163912" y="1617992"/>
                  </a:lnTo>
                  <a:lnTo>
                    <a:pt x="1179957" y="1603637"/>
                  </a:lnTo>
                  <a:close/>
                  <a:moveTo>
                    <a:pt x="1180478" y="1545029"/>
                  </a:moveTo>
                  <a:lnTo>
                    <a:pt x="1179957" y="1603637"/>
                  </a:lnTo>
                  <a:lnTo>
                    <a:pt x="1202931" y="1589198"/>
                  </a:lnTo>
                  <a:close/>
                  <a:moveTo>
                    <a:pt x="1263863" y="1547214"/>
                  </a:moveTo>
                  <a:lnTo>
                    <a:pt x="1231101" y="1559619"/>
                  </a:lnTo>
                  <a:lnTo>
                    <a:pt x="1306249" y="1531012"/>
                  </a:lnTo>
                  <a:close/>
                  <a:moveTo>
                    <a:pt x="1263863" y="1547214"/>
                  </a:moveTo>
                  <a:lnTo>
                    <a:pt x="1306249" y="1531012"/>
                  </a:lnTo>
                  <a:lnTo>
                    <a:pt x="1336662" y="1509820"/>
                  </a:lnTo>
                  <a:close/>
                  <a:moveTo>
                    <a:pt x="111041" y="31831"/>
                  </a:moveTo>
                  <a:lnTo>
                    <a:pt x="117036" y="9351"/>
                  </a:lnTo>
                  <a:lnTo>
                    <a:pt x="116530" y="0"/>
                  </a:lnTo>
                  <a:close/>
                  <a:moveTo>
                    <a:pt x="1355977" y="1428282"/>
                  </a:moveTo>
                  <a:lnTo>
                    <a:pt x="1373884" y="1404188"/>
                  </a:lnTo>
                  <a:lnTo>
                    <a:pt x="1351553" y="1479819"/>
                  </a:lnTo>
                  <a:close/>
                  <a:moveTo>
                    <a:pt x="1185728" y="892608"/>
                  </a:moveTo>
                  <a:lnTo>
                    <a:pt x="1186381" y="892603"/>
                  </a:lnTo>
                  <a:lnTo>
                    <a:pt x="1184400" y="892171"/>
                  </a:lnTo>
                  <a:close/>
                  <a:moveTo>
                    <a:pt x="1185728" y="892608"/>
                  </a:moveTo>
                  <a:lnTo>
                    <a:pt x="1184400" y="892171"/>
                  </a:lnTo>
                  <a:lnTo>
                    <a:pt x="1153512" y="904607"/>
                  </a:lnTo>
                  <a:close/>
                  <a:moveTo>
                    <a:pt x="1186755" y="892171"/>
                  </a:moveTo>
                  <a:lnTo>
                    <a:pt x="1185728" y="892608"/>
                  </a:lnTo>
                  <a:lnTo>
                    <a:pt x="1194600" y="840634"/>
                  </a:lnTo>
                  <a:close/>
                  <a:moveTo>
                    <a:pt x="1186755" y="892171"/>
                  </a:moveTo>
                  <a:lnTo>
                    <a:pt x="1186381" y="892603"/>
                  </a:lnTo>
                  <a:lnTo>
                    <a:pt x="1185728" y="892608"/>
                  </a:lnTo>
                  <a:close/>
                  <a:moveTo>
                    <a:pt x="1184400" y="892171"/>
                  </a:moveTo>
                  <a:lnTo>
                    <a:pt x="1186381" y="892603"/>
                  </a:lnTo>
                  <a:lnTo>
                    <a:pt x="1186726" y="891796"/>
                  </a:lnTo>
                  <a:close/>
                  <a:moveTo>
                    <a:pt x="1186726" y="891796"/>
                  </a:moveTo>
                  <a:lnTo>
                    <a:pt x="1186381" y="892603"/>
                  </a:lnTo>
                  <a:lnTo>
                    <a:pt x="1186755" y="892171"/>
                  </a:lnTo>
                  <a:close/>
                  <a:moveTo>
                    <a:pt x="1200052" y="808814"/>
                  </a:moveTo>
                  <a:lnTo>
                    <a:pt x="1194600" y="840634"/>
                  </a:lnTo>
                  <a:lnTo>
                    <a:pt x="1210562" y="808331"/>
                  </a:lnTo>
                  <a:close/>
                  <a:moveTo>
                    <a:pt x="1200052" y="808814"/>
                  </a:moveTo>
                  <a:lnTo>
                    <a:pt x="1210562" y="808331"/>
                  </a:lnTo>
                  <a:lnTo>
                    <a:pt x="1241946" y="790772"/>
                  </a:lnTo>
                  <a:close/>
                  <a:moveTo>
                    <a:pt x="835505" y="422737"/>
                  </a:moveTo>
                  <a:lnTo>
                    <a:pt x="866731" y="396190"/>
                  </a:lnTo>
                  <a:lnTo>
                    <a:pt x="848051" y="366126"/>
                  </a:lnTo>
                  <a:close/>
                  <a:moveTo>
                    <a:pt x="1259218" y="745359"/>
                  </a:moveTo>
                  <a:lnTo>
                    <a:pt x="1241946" y="790772"/>
                  </a:lnTo>
                  <a:lnTo>
                    <a:pt x="1257860" y="765004"/>
                  </a:lnTo>
                  <a:close/>
                </a:path>
              </a:pathLst>
            </a:custGeom>
            <a:solidFill>
              <a:srgbClr val="ECEFF1"/>
            </a:solidFill>
            <a:ln w="1524">
              <a:solidFill>
                <a:srgbClr val="ECEFF1"/>
              </a:solidFill>
            </a:ln>
          </p:spPr>
        </p:sp>
        <p:sp>
          <p:nvSpPr>
            <p:cNvPr id="4230" name="Output_density__4229">
              <a:extLst>
                <a:ext uri="{FF2B5EF4-FFF2-40B4-BE49-F238E27FC236}">
                  <a16:creationId xmlns:a16="http://schemas.microsoft.com/office/drawing/2014/main" id="{EBCB505A-624F-88E1-4F8C-5C2171E34FDF}"/>
                </a:ext>
              </a:extLst>
            </p:cNvPr>
            <p:cNvSpPr>
              <a:spLocks noGrp="1"/>
            </p:cNvSpPr>
            <p:nvPr/>
          </p:nvSpPr>
          <p:spPr>
            <a:xfrm>
              <a:off x="15358134" y="2736416"/>
              <a:ext cx="1371510" cy="1894781"/>
            </a:xfrm>
            <a:custGeom>
              <a:avLst/>
              <a:gdLst/>
              <a:ahLst/>
              <a:cxnLst/>
              <a:rect l="0" t="0" r="0" b="0"/>
              <a:pathLst>
                <a:path w="1371510" h="1894781">
                  <a:moveTo>
                    <a:pt x="0" y="1536705"/>
                  </a:moveTo>
                  <a:lnTo>
                    <a:pt x="49435" y="1587446"/>
                  </a:lnTo>
                  <a:lnTo>
                    <a:pt x="2350" y="1541039"/>
                  </a:lnTo>
                  <a:close/>
                  <a:moveTo>
                    <a:pt x="31680" y="1511816"/>
                  </a:moveTo>
                  <a:lnTo>
                    <a:pt x="2350" y="1541039"/>
                  </a:lnTo>
                  <a:lnTo>
                    <a:pt x="49435" y="1587446"/>
                  </a:lnTo>
                  <a:close/>
                  <a:moveTo>
                    <a:pt x="550718" y="1894781"/>
                  </a:moveTo>
                  <a:lnTo>
                    <a:pt x="597506" y="1831983"/>
                  </a:lnTo>
                  <a:lnTo>
                    <a:pt x="555002" y="1828556"/>
                  </a:lnTo>
                  <a:close/>
                  <a:moveTo>
                    <a:pt x="325466" y="1471034"/>
                  </a:moveTo>
                  <a:lnTo>
                    <a:pt x="368816" y="1439534"/>
                  </a:lnTo>
                  <a:lnTo>
                    <a:pt x="334232" y="1454891"/>
                  </a:lnTo>
                  <a:close/>
                  <a:moveTo>
                    <a:pt x="334232" y="1454891"/>
                  </a:moveTo>
                  <a:lnTo>
                    <a:pt x="368816" y="1439534"/>
                  </a:lnTo>
                  <a:lnTo>
                    <a:pt x="347151" y="1417212"/>
                  </a:lnTo>
                  <a:close/>
                  <a:moveTo>
                    <a:pt x="368816" y="1439534"/>
                  </a:moveTo>
                  <a:lnTo>
                    <a:pt x="411174" y="1481907"/>
                  </a:lnTo>
                  <a:lnTo>
                    <a:pt x="412645" y="1429125"/>
                  </a:lnTo>
                  <a:close/>
                  <a:moveTo>
                    <a:pt x="350078" y="1379266"/>
                  </a:moveTo>
                  <a:lnTo>
                    <a:pt x="347151" y="1417212"/>
                  </a:lnTo>
                  <a:lnTo>
                    <a:pt x="389842" y="1363904"/>
                  </a:lnTo>
                  <a:close/>
                  <a:moveTo>
                    <a:pt x="347151" y="1417212"/>
                  </a:moveTo>
                  <a:lnTo>
                    <a:pt x="368816" y="1439534"/>
                  </a:lnTo>
                  <a:lnTo>
                    <a:pt x="389842" y="1363904"/>
                  </a:lnTo>
                  <a:close/>
                  <a:moveTo>
                    <a:pt x="389842" y="1363904"/>
                  </a:moveTo>
                  <a:lnTo>
                    <a:pt x="368816" y="1439534"/>
                  </a:lnTo>
                  <a:lnTo>
                    <a:pt x="422906" y="1390869"/>
                  </a:lnTo>
                  <a:close/>
                  <a:moveTo>
                    <a:pt x="422906" y="1390869"/>
                  </a:moveTo>
                  <a:lnTo>
                    <a:pt x="368816" y="1439534"/>
                  </a:lnTo>
                  <a:lnTo>
                    <a:pt x="412645" y="1429125"/>
                  </a:lnTo>
                  <a:close/>
                  <a:moveTo>
                    <a:pt x="412645" y="1429125"/>
                  </a:moveTo>
                  <a:lnTo>
                    <a:pt x="411174" y="1481907"/>
                  </a:lnTo>
                  <a:lnTo>
                    <a:pt x="429172" y="1439534"/>
                  </a:lnTo>
                  <a:close/>
                  <a:moveTo>
                    <a:pt x="534896" y="1280216"/>
                  </a:moveTo>
                  <a:lnTo>
                    <a:pt x="555479" y="1267383"/>
                  </a:lnTo>
                  <a:lnTo>
                    <a:pt x="549622" y="1264179"/>
                  </a:lnTo>
                  <a:close/>
                  <a:moveTo>
                    <a:pt x="534896" y="1280216"/>
                  </a:moveTo>
                  <a:lnTo>
                    <a:pt x="549622" y="1264179"/>
                  </a:lnTo>
                  <a:lnTo>
                    <a:pt x="535660" y="1216852"/>
                  </a:lnTo>
                  <a:close/>
                  <a:moveTo>
                    <a:pt x="361734" y="1181561"/>
                  </a:moveTo>
                  <a:lnTo>
                    <a:pt x="404238" y="1184988"/>
                  </a:lnTo>
                  <a:lnTo>
                    <a:pt x="419680" y="1109691"/>
                  </a:lnTo>
                  <a:close/>
                  <a:moveTo>
                    <a:pt x="419680" y="1109691"/>
                  </a:moveTo>
                  <a:lnTo>
                    <a:pt x="404296" y="1185200"/>
                  </a:lnTo>
                  <a:lnTo>
                    <a:pt x="474773" y="1140314"/>
                  </a:lnTo>
                  <a:close/>
                  <a:moveTo>
                    <a:pt x="258342" y="913920"/>
                  </a:moveTo>
                  <a:lnTo>
                    <a:pt x="265252" y="880981"/>
                  </a:lnTo>
                  <a:lnTo>
                    <a:pt x="267705" y="927517"/>
                  </a:lnTo>
                  <a:close/>
                  <a:moveTo>
                    <a:pt x="259682" y="954960"/>
                  </a:moveTo>
                  <a:lnTo>
                    <a:pt x="258342" y="913920"/>
                  </a:lnTo>
                  <a:lnTo>
                    <a:pt x="274492" y="963534"/>
                  </a:lnTo>
                  <a:close/>
                  <a:moveTo>
                    <a:pt x="937042" y="1728009"/>
                  </a:moveTo>
                  <a:lnTo>
                    <a:pt x="962028" y="1739344"/>
                  </a:lnTo>
                  <a:lnTo>
                    <a:pt x="981598" y="1709634"/>
                  </a:lnTo>
                  <a:close/>
                  <a:moveTo>
                    <a:pt x="555479" y="1267383"/>
                  </a:moveTo>
                  <a:lnTo>
                    <a:pt x="606317" y="1315716"/>
                  </a:lnTo>
                  <a:lnTo>
                    <a:pt x="618021" y="1240085"/>
                  </a:lnTo>
                  <a:close/>
                  <a:moveTo>
                    <a:pt x="535594" y="1212643"/>
                  </a:moveTo>
                  <a:lnTo>
                    <a:pt x="556264" y="1262844"/>
                  </a:lnTo>
                  <a:lnTo>
                    <a:pt x="548358" y="1206529"/>
                  </a:lnTo>
                  <a:close/>
                  <a:moveTo>
                    <a:pt x="528575" y="1137012"/>
                  </a:moveTo>
                  <a:lnTo>
                    <a:pt x="548358" y="1206529"/>
                  </a:lnTo>
                  <a:lnTo>
                    <a:pt x="566778" y="1174730"/>
                  </a:lnTo>
                  <a:close/>
                  <a:moveTo>
                    <a:pt x="535594" y="1212643"/>
                  </a:moveTo>
                  <a:lnTo>
                    <a:pt x="548358" y="1206529"/>
                  </a:lnTo>
                  <a:lnTo>
                    <a:pt x="528575" y="1137012"/>
                  </a:lnTo>
                  <a:close/>
                  <a:moveTo>
                    <a:pt x="494099" y="1161106"/>
                  </a:moveTo>
                  <a:lnTo>
                    <a:pt x="535594" y="1212643"/>
                  </a:lnTo>
                  <a:lnTo>
                    <a:pt x="528575" y="1137012"/>
                  </a:lnTo>
                  <a:close/>
                  <a:moveTo>
                    <a:pt x="548358" y="1206529"/>
                  </a:moveTo>
                  <a:lnTo>
                    <a:pt x="605776" y="1188549"/>
                  </a:lnTo>
                  <a:lnTo>
                    <a:pt x="566778" y="1174730"/>
                  </a:lnTo>
                  <a:close/>
                  <a:moveTo>
                    <a:pt x="1019370" y="1576747"/>
                  </a:moveTo>
                  <a:lnTo>
                    <a:pt x="1023570" y="1650750"/>
                  </a:lnTo>
                  <a:lnTo>
                    <a:pt x="1045500" y="1606955"/>
                  </a:lnTo>
                  <a:close/>
                  <a:moveTo>
                    <a:pt x="1016518" y="1652378"/>
                  </a:moveTo>
                  <a:lnTo>
                    <a:pt x="1023570" y="1650750"/>
                  </a:lnTo>
                  <a:lnTo>
                    <a:pt x="1019370" y="1576747"/>
                  </a:lnTo>
                  <a:close/>
                  <a:moveTo>
                    <a:pt x="973274" y="1511590"/>
                  </a:moveTo>
                  <a:lnTo>
                    <a:pt x="933575" y="1497704"/>
                  </a:lnTo>
                  <a:lnTo>
                    <a:pt x="988447" y="1525211"/>
                  </a:lnTo>
                  <a:close/>
                  <a:moveTo>
                    <a:pt x="874203" y="1445248"/>
                  </a:moveTo>
                  <a:lnTo>
                    <a:pt x="938994" y="1473674"/>
                  </a:lnTo>
                  <a:lnTo>
                    <a:pt x="906602" y="1436992"/>
                  </a:lnTo>
                  <a:close/>
                  <a:moveTo>
                    <a:pt x="874203" y="1445248"/>
                  </a:moveTo>
                  <a:lnTo>
                    <a:pt x="933575" y="1497704"/>
                  </a:lnTo>
                  <a:lnTo>
                    <a:pt x="938994" y="1473674"/>
                  </a:lnTo>
                  <a:close/>
                  <a:moveTo>
                    <a:pt x="718457" y="1291622"/>
                  </a:moveTo>
                  <a:lnTo>
                    <a:pt x="743764" y="1312421"/>
                  </a:lnTo>
                  <a:lnTo>
                    <a:pt x="750047" y="1281991"/>
                  </a:lnTo>
                  <a:close/>
                  <a:moveTo>
                    <a:pt x="734495" y="1277767"/>
                  </a:moveTo>
                  <a:lnTo>
                    <a:pt x="718457" y="1291622"/>
                  </a:lnTo>
                  <a:lnTo>
                    <a:pt x="750047" y="1281991"/>
                  </a:lnTo>
                  <a:close/>
                  <a:moveTo>
                    <a:pt x="743764" y="1312421"/>
                  </a:moveTo>
                  <a:lnTo>
                    <a:pt x="749099" y="1291622"/>
                  </a:lnTo>
                  <a:lnTo>
                    <a:pt x="750047" y="1281991"/>
                  </a:lnTo>
                  <a:close/>
                  <a:moveTo>
                    <a:pt x="750047" y="1281991"/>
                  </a:moveTo>
                  <a:lnTo>
                    <a:pt x="749099" y="1291622"/>
                  </a:lnTo>
                  <a:lnTo>
                    <a:pt x="734495" y="1277767"/>
                  </a:lnTo>
                  <a:close/>
                  <a:moveTo>
                    <a:pt x="638587" y="1233899"/>
                  </a:moveTo>
                  <a:lnTo>
                    <a:pt x="643575" y="1287187"/>
                  </a:lnTo>
                  <a:lnTo>
                    <a:pt x="648364" y="1240085"/>
                  </a:lnTo>
                  <a:close/>
                  <a:moveTo>
                    <a:pt x="638587" y="1233899"/>
                  </a:moveTo>
                  <a:lnTo>
                    <a:pt x="648364" y="1240085"/>
                  </a:lnTo>
                  <a:lnTo>
                    <a:pt x="672511" y="1181559"/>
                  </a:lnTo>
                  <a:close/>
                  <a:moveTo>
                    <a:pt x="615918" y="1126843"/>
                  </a:moveTo>
                  <a:lnTo>
                    <a:pt x="577295" y="1120261"/>
                  </a:lnTo>
                  <a:lnTo>
                    <a:pt x="621134" y="1185345"/>
                  </a:lnTo>
                  <a:close/>
                  <a:moveTo>
                    <a:pt x="621134" y="1185345"/>
                  </a:moveTo>
                  <a:lnTo>
                    <a:pt x="672511" y="1181559"/>
                  </a:lnTo>
                  <a:lnTo>
                    <a:pt x="615918" y="1126843"/>
                  </a:lnTo>
                  <a:close/>
                  <a:moveTo>
                    <a:pt x="627906" y="1137012"/>
                  </a:moveTo>
                  <a:lnTo>
                    <a:pt x="619036" y="1061565"/>
                  </a:lnTo>
                  <a:lnTo>
                    <a:pt x="615918" y="1126843"/>
                  </a:lnTo>
                  <a:close/>
                  <a:moveTo>
                    <a:pt x="619400" y="1061382"/>
                  </a:moveTo>
                  <a:lnTo>
                    <a:pt x="650785" y="1073736"/>
                  </a:lnTo>
                  <a:lnTo>
                    <a:pt x="675481" y="1096899"/>
                  </a:lnTo>
                  <a:close/>
                  <a:moveTo>
                    <a:pt x="564078" y="1068263"/>
                  </a:moveTo>
                  <a:lnTo>
                    <a:pt x="583527" y="1062674"/>
                  </a:lnTo>
                  <a:lnTo>
                    <a:pt x="533090" y="1048776"/>
                  </a:lnTo>
                  <a:close/>
                  <a:moveTo>
                    <a:pt x="564078" y="1068263"/>
                  </a:moveTo>
                  <a:lnTo>
                    <a:pt x="619036" y="1061565"/>
                  </a:lnTo>
                  <a:lnTo>
                    <a:pt x="583527" y="1062674"/>
                  </a:lnTo>
                  <a:close/>
                  <a:moveTo>
                    <a:pt x="938994" y="1473674"/>
                  </a:moveTo>
                  <a:lnTo>
                    <a:pt x="933575" y="1497704"/>
                  </a:lnTo>
                  <a:lnTo>
                    <a:pt x="973274" y="1511590"/>
                  </a:lnTo>
                  <a:close/>
                  <a:moveTo>
                    <a:pt x="894055" y="1422138"/>
                  </a:moveTo>
                  <a:lnTo>
                    <a:pt x="874203" y="1445248"/>
                  </a:lnTo>
                  <a:lnTo>
                    <a:pt x="906602" y="1436992"/>
                  </a:lnTo>
                  <a:close/>
                  <a:moveTo>
                    <a:pt x="894055" y="1422138"/>
                  </a:moveTo>
                  <a:lnTo>
                    <a:pt x="872605" y="1383804"/>
                  </a:lnTo>
                  <a:lnTo>
                    <a:pt x="874203" y="1445248"/>
                  </a:lnTo>
                  <a:close/>
                  <a:moveTo>
                    <a:pt x="1102682" y="1561674"/>
                  </a:moveTo>
                  <a:lnTo>
                    <a:pt x="1045500" y="1606955"/>
                  </a:lnTo>
                  <a:lnTo>
                    <a:pt x="1096053" y="1621285"/>
                  </a:lnTo>
                  <a:close/>
                  <a:moveTo>
                    <a:pt x="1142133" y="1552654"/>
                  </a:moveTo>
                  <a:lnTo>
                    <a:pt x="1158989" y="1616622"/>
                  </a:lnTo>
                  <a:lnTo>
                    <a:pt x="1156522" y="1604190"/>
                  </a:lnTo>
                  <a:close/>
                  <a:moveTo>
                    <a:pt x="1142133" y="1552654"/>
                  </a:moveTo>
                  <a:lnTo>
                    <a:pt x="1102682" y="1561674"/>
                  </a:lnTo>
                  <a:lnTo>
                    <a:pt x="1096053" y="1621285"/>
                  </a:lnTo>
                  <a:close/>
                  <a:moveTo>
                    <a:pt x="1142133" y="1552654"/>
                  </a:moveTo>
                  <a:lnTo>
                    <a:pt x="1148380" y="1507353"/>
                  </a:lnTo>
                  <a:lnTo>
                    <a:pt x="1102682" y="1561674"/>
                  </a:lnTo>
                  <a:close/>
                  <a:moveTo>
                    <a:pt x="1102682" y="1561674"/>
                  </a:moveTo>
                  <a:lnTo>
                    <a:pt x="1141781" y="1505126"/>
                  </a:lnTo>
                  <a:lnTo>
                    <a:pt x="1094266" y="1505772"/>
                  </a:lnTo>
                  <a:close/>
                  <a:moveTo>
                    <a:pt x="973274" y="1511590"/>
                  </a:moveTo>
                  <a:lnTo>
                    <a:pt x="1042531" y="1509850"/>
                  </a:lnTo>
                  <a:lnTo>
                    <a:pt x="1039980" y="1451417"/>
                  </a:lnTo>
                  <a:close/>
                  <a:moveTo>
                    <a:pt x="973274" y="1511590"/>
                  </a:moveTo>
                  <a:lnTo>
                    <a:pt x="1039980" y="1451417"/>
                  </a:lnTo>
                  <a:lnTo>
                    <a:pt x="993811" y="1453478"/>
                  </a:lnTo>
                  <a:close/>
                  <a:moveTo>
                    <a:pt x="1072259" y="1460921"/>
                  </a:moveTo>
                  <a:lnTo>
                    <a:pt x="1042531" y="1509850"/>
                  </a:lnTo>
                  <a:lnTo>
                    <a:pt x="1094266" y="1505772"/>
                  </a:lnTo>
                  <a:close/>
                  <a:moveTo>
                    <a:pt x="988826" y="1449580"/>
                  </a:moveTo>
                  <a:lnTo>
                    <a:pt x="938994" y="1473674"/>
                  </a:lnTo>
                  <a:lnTo>
                    <a:pt x="973274" y="1511590"/>
                  </a:lnTo>
                  <a:close/>
                  <a:moveTo>
                    <a:pt x="938994" y="1473674"/>
                  </a:moveTo>
                  <a:lnTo>
                    <a:pt x="988826" y="1449580"/>
                  </a:lnTo>
                  <a:lnTo>
                    <a:pt x="906602" y="1436992"/>
                  </a:lnTo>
                  <a:close/>
                  <a:moveTo>
                    <a:pt x="923108" y="1398044"/>
                  </a:moveTo>
                  <a:lnTo>
                    <a:pt x="894055" y="1422138"/>
                  </a:lnTo>
                  <a:lnTo>
                    <a:pt x="906602" y="1436992"/>
                  </a:lnTo>
                  <a:close/>
                  <a:moveTo>
                    <a:pt x="923108" y="1398044"/>
                  </a:moveTo>
                  <a:lnTo>
                    <a:pt x="857520" y="1370601"/>
                  </a:lnTo>
                  <a:lnTo>
                    <a:pt x="894055" y="1422138"/>
                  </a:lnTo>
                  <a:close/>
                  <a:moveTo>
                    <a:pt x="691738" y="1112918"/>
                  </a:moveTo>
                  <a:lnTo>
                    <a:pt x="742216" y="1100129"/>
                  </a:lnTo>
                  <a:lnTo>
                    <a:pt x="675481" y="1096899"/>
                  </a:lnTo>
                  <a:close/>
                  <a:moveTo>
                    <a:pt x="675481" y="1096899"/>
                  </a:moveTo>
                  <a:lnTo>
                    <a:pt x="742216" y="1100129"/>
                  </a:lnTo>
                  <a:lnTo>
                    <a:pt x="752632" y="1075776"/>
                  </a:lnTo>
                  <a:close/>
                  <a:moveTo>
                    <a:pt x="675481" y="1096899"/>
                  </a:moveTo>
                  <a:lnTo>
                    <a:pt x="752632" y="1075776"/>
                  </a:lnTo>
                  <a:lnTo>
                    <a:pt x="702774" y="1064046"/>
                  </a:lnTo>
                  <a:close/>
                  <a:moveTo>
                    <a:pt x="286493" y="640063"/>
                  </a:moveTo>
                  <a:lnTo>
                    <a:pt x="319105" y="637853"/>
                  </a:lnTo>
                  <a:lnTo>
                    <a:pt x="270553" y="631000"/>
                  </a:lnTo>
                  <a:close/>
                  <a:moveTo>
                    <a:pt x="1109395" y="1493473"/>
                  </a:moveTo>
                  <a:lnTo>
                    <a:pt x="1148380" y="1507353"/>
                  </a:lnTo>
                  <a:lnTo>
                    <a:pt x="1158186" y="1528560"/>
                  </a:lnTo>
                  <a:close/>
                  <a:moveTo>
                    <a:pt x="1158186" y="1528560"/>
                  </a:moveTo>
                  <a:lnTo>
                    <a:pt x="1148380" y="1507353"/>
                  </a:lnTo>
                  <a:lnTo>
                    <a:pt x="1142133" y="1552654"/>
                  </a:lnTo>
                  <a:close/>
                  <a:moveTo>
                    <a:pt x="1072791" y="1439193"/>
                  </a:moveTo>
                  <a:lnTo>
                    <a:pt x="1041164" y="1449580"/>
                  </a:lnTo>
                  <a:lnTo>
                    <a:pt x="1109395" y="1493473"/>
                  </a:lnTo>
                  <a:close/>
                  <a:moveTo>
                    <a:pt x="522231" y="778155"/>
                  </a:moveTo>
                  <a:lnTo>
                    <a:pt x="524535" y="779604"/>
                  </a:lnTo>
                  <a:lnTo>
                    <a:pt x="487689" y="783908"/>
                  </a:lnTo>
                  <a:close/>
                  <a:moveTo>
                    <a:pt x="434092" y="623294"/>
                  </a:moveTo>
                  <a:lnTo>
                    <a:pt x="352058" y="624995"/>
                  </a:lnTo>
                  <a:lnTo>
                    <a:pt x="351763" y="625055"/>
                  </a:lnTo>
                  <a:close/>
                  <a:moveTo>
                    <a:pt x="1288125" y="1545582"/>
                  </a:moveTo>
                  <a:lnTo>
                    <a:pt x="1331783" y="1504466"/>
                  </a:lnTo>
                  <a:lnTo>
                    <a:pt x="1292476" y="1521321"/>
                  </a:lnTo>
                  <a:close/>
                  <a:moveTo>
                    <a:pt x="1089844" y="1258396"/>
                  </a:moveTo>
                  <a:lnTo>
                    <a:pt x="1076599" y="1278751"/>
                  </a:lnTo>
                  <a:lnTo>
                    <a:pt x="1122361" y="1246783"/>
                  </a:lnTo>
                  <a:close/>
                  <a:moveTo>
                    <a:pt x="1122361" y="1246783"/>
                  </a:moveTo>
                  <a:lnTo>
                    <a:pt x="1124200" y="1322413"/>
                  </a:lnTo>
                  <a:lnTo>
                    <a:pt x="1164084" y="1298319"/>
                  </a:lnTo>
                  <a:close/>
                  <a:moveTo>
                    <a:pt x="1089844" y="1258396"/>
                  </a:moveTo>
                  <a:lnTo>
                    <a:pt x="1122361" y="1246783"/>
                  </a:lnTo>
                  <a:lnTo>
                    <a:pt x="1100677" y="1233877"/>
                  </a:lnTo>
                  <a:close/>
                  <a:moveTo>
                    <a:pt x="962496" y="1167803"/>
                  </a:moveTo>
                  <a:lnTo>
                    <a:pt x="1023703" y="1195246"/>
                  </a:lnTo>
                  <a:lnTo>
                    <a:pt x="990051" y="1143709"/>
                  </a:lnTo>
                  <a:close/>
                  <a:moveTo>
                    <a:pt x="956643" y="1102493"/>
                  </a:moveTo>
                  <a:lnTo>
                    <a:pt x="987967" y="1122052"/>
                  </a:lnTo>
                  <a:lnTo>
                    <a:pt x="990051" y="1143709"/>
                  </a:lnTo>
                  <a:close/>
                  <a:moveTo>
                    <a:pt x="990051" y="1143709"/>
                  </a:moveTo>
                  <a:lnTo>
                    <a:pt x="987967" y="1122052"/>
                  </a:lnTo>
                  <a:lnTo>
                    <a:pt x="962496" y="1167803"/>
                  </a:lnTo>
                  <a:close/>
                  <a:moveTo>
                    <a:pt x="990051" y="1143709"/>
                  </a:moveTo>
                  <a:lnTo>
                    <a:pt x="979112" y="1128716"/>
                  </a:lnTo>
                  <a:lnTo>
                    <a:pt x="956643" y="1102493"/>
                  </a:lnTo>
                  <a:close/>
                  <a:moveTo>
                    <a:pt x="951668" y="1092173"/>
                  </a:moveTo>
                  <a:lnTo>
                    <a:pt x="956643" y="1102493"/>
                  </a:lnTo>
                  <a:lnTo>
                    <a:pt x="979112" y="1128716"/>
                  </a:lnTo>
                  <a:close/>
                  <a:moveTo>
                    <a:pt x="1327241" y="1430314"/>
                  </a:moveTo>
                  <a:lnTo>
                    <a:pt x="1330390" y="1433806"/>
                  </a:lnTo>
                  <a:lnTo>
                    <a:pt x="1326248" y="1428835"/>
                  </a:lnTo>
                  <a:close/>
                  <a:moveTo>
                    <a:pt x="1356281" y="1480372"/>
                  </a:moveTo>
                  <a:lnTo>
                    <a:pt x="1331783" y="1504466"/>
                  </a:lnTo>
                  <a:lnTo>
                    <a:pt x="1371510" y="1547767"/>
                  </a:lnTo>
                  <a:close/>
                  <a:moveTo>
                    <a:pt x="1327241" y="1430314"/>
                  </a:moveTo>
                  <a:lnTo>
                    <a:pt x="1347122" y="1456586"/>
                  </a:lnTo>
                  <a:lnTo>
                    <a:pt x="1356281" y="1480372"/>
                  </a:lnTo>
                  <a:close/>
                  <a:moveTo>
                    <a:pt x="1356281" y="1480372"/>
                  </a:moveTo>
                  <a:lnTo>
                    <a:pt x="1330390" y="1433806"/>
                  </a:lnTo>
                  <a:lnTo>
                    <a:pt x="1327241" y="1430314"/>
                  </a:lnTo>
                  <a:close/>
                  <a:moveTo>
                    <a:pt x="1122361" y="1246783"/>
                  </a:moveTo>
                  <a:lnTo>
                    <a:pt x="1165060" y="1297972"/>
                  </a:lnTo>
                  <a:lnTo>
                    <a:pt x="1178653" y="1224178"/>
                  </a:lnTo>
                  <a:close/>
                  <a:moveTo>
                    <a:pt x="1165060" y="1297972"/>
                  </a:moveTo>
                  <a:lnTo>
                    <a:pt x="1218616" y="1292414"/>
                  </a:lnTo>
                  <a:lnTo>
                    <a:pt x="1178653" y="1224178"/>
                  </a:lnTo>
                  <a:close/>
                  <a:moveTo>
                    <a:pt x="1315601" y="1353205"/>
                  </a:moveTo>
                  <a:lnTo>
                    <a:pt x="1311708" y="1363959"/>
                  </a:lnTo>
                  <a:lnTo>
                    <a:pt x="1300594" y="1377299"/>
                  </a:lnTo>
                  <a:close/>
                  <a:moveTo>
                    <a:pt x="1183928" y="1100661"/>
                  </a:moveTo>
                  <a:lnTo>
                    <a:pt x="1107913" y="1126031"/>
                  </a:lnTo>
                  <a:lnTo>
                    <a:pt x="1140508" y="1113000"/>
                  </a:lnTo>
                  <a:close/>
                  <a:moveTo>
                    <a:pt x="1056246" y="1059500"/>
                  </a:moveTo>
                  <a:lnTo>
                    <a:pt x="1102324" y="1105134"/>
                  </a:lnTo>
                  <a:lnTo>
                    <a:pt x="1104582" y="1058186"/>
                  </a:lnTo>
                  <a:close/>
                  <a:moveTo>
                    <a:pt x="1056246" y="1059500"/>
                  </a:moveTo>
                  <a:lnTo>
                    <a:pt x="1083280" y="1033934"/>
                  </a:lnTo>
                  <a:lnTo>
                    <a:pt x="1032796" y="1019859"/>
                  </a:lnTo>
                  <a:close/>
                  <a:moveTo>
                    <a:pt x="1089774" y="1007481"/>
                  </a:moveTo>
                  <a:lnTo>
                    <a:pt x="1113373" y="1011546"/>
                  </a:lnTo>
                  <a:lnTo>
                    <a:pt x="1100772" y="992449"/>
                  </a:lnTo>
                  <a:close/>
                  <a:moveTo>
                    <a:pt x="1102324" y="1105134"/>
                  </a:moveTo>
                  <a:lnTo>
                    <a:pt x="1135036" y="1043985"/>
                  </a:lnTo>
                  <a:lnTo>
                    <a:pt x="1104582" y="1058186"/>
                  </a:lnTo>
                  <a:close/>
                  <a:moveTo>
                    <a:pt x="1143097" y="1082902"/>
                  </a:moveTo>
                  <a:lnTo>
                    <a:pt x="1180362" y="1087330"/>
                  </a:lnTo>
                  <a:lnTo>
                    <a:pt x="1102324" y="1105134"/>
                  </a:lnTo>
                  <a:close/>
                  <a:moveTo>
                    <a:pt x="1196760" y="1108861"/>
                  </a:moveTo>
                  <a:lnTo>
                    <a:pt x="1217076" y="1095522"/>
                  </a:lnTo>
                  <a:lnTo>
                    <a:pt x="1180362" y="1087330"/>
                  </a:lnTo>
                  <a:close/>
                  <a:moveTo>
                    <a:pt x="751695" y="532675"/>
                  </a:moveTo>
                  <a:lnTo>
                    <a:pt x="741400" y="536107"/>
                  </a:lnTo>
                  <a:lnTo>
                    <a:pt x="748272" y="528619"/>
                  </a:lnTo>
                  <a:close/>
                  <a:moveTo>
                    <a:pt x="371271" y="232665"/>
                  </a:moveTo>
                  <a:lnTo>
                    <a:pt x="398308" y="185924"/>
                  </a:lnTo>
                  <a:lnTo>
                    <a:pt x="357863" y="180822"/>
                  </a:lnTo>
                  <a:close/>
                  <a:moveTo>
                    <a:pt x="1100772" y="992449"/>
                  </a:moveTo>
                  <a:lnTo>
                    <a:pt x="1076374" y="955633"/>
                  </a:lnTo>
                  <a:lnTo>
                    <a:pt x="1089774" y="1007481"/>
                  </a:lnTo>
                  <a:close/>
                  <a:moveTo>
                    <a:pt x="1291416" y="1145725"/>
                  </a:moveTo>
                  <a:lnTo>
                    <a:pt x="1277113" y="1147058"/>
                  </a:lnTo>
                  <a:lnTo>
                    <a:pt x="1268389" y="1189207"/>
                  </a:lnTo>
                  <a:close/>
                  <a:moveTo>
                    <a:pt x="1320402" y="1184903"/>
                  </a:moveTo>
                  <a:lnTo>
                    <a:pt x="1291416" y="1145725"/>
                  </a:lnTo>
                  <a:lnTo>
                    <a:pt x="1268389" y="1189207"/>
                  </a:lnTo>
                  <a:close/>
                  <a:moveTo>
                    <a:pt x="1320402" y="1184903"/>
                  </a:moveTo>
                  <a:lnTo>
                    <a:pt x="1312659" y="1232615"/>
                  </a:lnTo>
                  <a:lnTo>
                    <a:pt x="1345585" y="1198595"/>
                  </a:lnTo>
                  <a:close/>
                  <a:moveTo>
                    <a:pt x="1291416" y="1145725"/>
                  </a:moveTo>
                  <a:lnTo>
                    <a:pt x="1320402" y="1184903"/>
                  </a:lnTo>
                  <a:lnTo>
                    <a:pt x="1345585" y="1198595"/>
                  </a:lnTo>
                  <a:close/>
                  <a:moveTo>
                    <a:pt x="1230960" y="1094150"/>
                  </a:moveTo>
                  <a:lnTo>
                    <a:pt x="1180362" y="1087330"/>
                  </a:lnTo>
                  <a:lnTo>
                    <a:pt x="1217076" y="1095522"/>
                  </a:lnTo>
                  <a:close/>
                  <a:moveTo>
                    <a:pt x="1193236" y="1024094"/>
                  </a:moveTo>
                  <a:lnTo>
                    <a:pt x="1180362" y="1087330"/>
                  </a:lnTo>
                  <a:lnTo>
                    <a:pt x="1230960" y="1094150"/>
                  </a:lnTo>
                  <a:close/>
                  <a:moveTo>
                    <a:pt x="1135036" y="1043985"/>
                  </a:moveTo>
                  <a:lnTo>
                    <a:pt x="1180362" y="1087330"/>
                  </a:lnTo>
                  <a:lnTo>
                    <a:pt x="1193236" y="1024094"/>
                  </a:lnTo>
                  <a:close/>
                  <a:moveTo>
                    <a:pt x="1135036" y="1043985"/>
                  </a:moveTo>
                  <a:lnTo>
                    <a:pt x="1193236" y="1024094"/>
                  </a:lnTo>
                  <a:lnTo>
                    <a:pt x="1113373" y="1011546"/>
                  </a:lnTo>
                  <a:close/>
                  <a:moveTo>
                    <a:pt x="1115417" y="968355"/>
                  </a:moveTo>
                  <a:lnTo>
                    <a:pt x="1100772" y="992449"/>
                  </a:lnTo>
                  <a:lnTo>
                    <a:pt x="1113373" y="1011546"/>
                  </a:lnTo>
                  <a:close/>
                  <a:moveTo>
                    <a:pt x="1115417" y="968355"/>
                  </a:moveTo>
                  <a:lnTo>
                    <a:pt x="1066377" y="940912"/>
                  </a:lnTo>
                  <a:lnTo>
                    <a:pt x="1100772" y="992449"/>
                  </a:lnTo>
                  <a:close/>
                  <a:moveTo>
                    <a:pt x="744084" y="504525"/>
                  </a:moveTo>
                  <a:lnTo>
                    <a:pt x="751695" y="532675"/>
                  </a:lnTo>
                  <a:lnTo>
                    <a:pt x="748272" y="528619"/>
                  </a:lnTo>
                  <a:close/>
                  <a:moveTo>
                    <a:pt x="772014" y="573961"/>
                  </a:moveTo>
                  <a:lnTo>
                    <a:pt x="751695" y="532675"/>
                  </a:lnTo>
                  <a:lnTo>
                    <a:pt x="721185" y="577302"/>
                  </a:lnTo>
                  <a:close/>
                  <a:moveTo>
                    <a:pt x="841578" y="559156"/>
                  </a:moveTo>
                  <a:lnTo>
                    <a:pt x="822044" y="621021"/>
                  </a:lnTo>
                  <a:lnTo>
                    <a:pt x="896972" y="591587"/>
                  </a:lnTo>
                  <a:close/>
                  <a:moveTo>
                    <a:pt x="744084" y="504525"/>
                  </a:moveTo>
                  <a:lnTo>
                    <a:pt x="748272" y="528619"/>
                  </a:lnTo>
                  <a:lnTo>
                    <a:pt x="721011" y="477083"/>
                  </a:lnTo>
                  <a:close/>
                  <a:moveTo>
                    <a:pt x="567576" y="195306"/>
                  </a:moveTo>
                  <a:lnTo>
                    <a:pt x="539858" y="146810"/>
                  </a:lnTo>
                  <a:lnTo>
                    <a:pt x="549022" y="164044"/>
                  </a:lnTo>
                  <a:close/>
                  <a:moveTo>
                    <a:pt x="402761" y="101452"/>
                  </a:moveTo>
                  <a:lnTo>
                    <a:pt x="446072" y="116327"/>
                  </a:lnTo>
                  <a:lnTo>
                    <a:pt x="446319" y="40696"/>
                  </a:lnTo>
                  <a:close/>
                  <a:moveTo>
                    <a:pt x="522234" y="98396"/>
                  </a:moveTo>
                  <a:lnTo>
                    <a:pt x="524401" y="71990"/>
                  </a:lnTo>
                  <a:lnTo>
                    <a:pt x="472508" y="52648"/>
                  </a:lnTo>
                  <a:close/>
                  <a:moveTo>
                    <a:pt x="338099" y="8662"/>
                  </a:moveTo>
                  <a:lnTo>
                    <a:pt x="413039" y="40696"/>
                  </a:lnTo>
                  <a:lnTo>
                    <a:pt x="419777" y="42983"/>
                  </a:lnTo>
                  <a:close/>
                  <a:moveTo>
                    <a:pt x="1061847" y="741232"/>
                  </a:moveTo>
                  <a:lnTo>
                    <a:pt x="1023744" y="716215"/>
                  </a:lnTo>
                  <a:lnTo>
                    <a:pt x="1011879" y="743873"/>
                  </a:lnTo>
                  <a:close/>
                  <a:moveTo>
                    <a:pt x="901747" y="481712"/>
                  </a:moveTo>
                  <a:lnTo>
                    <a:pt x="859722" y="428895"/>
                  </a:lnTo>
                  <a:lnTo>
                    <a:pt x="834362" y="435770"/>
                  </a:lnTo>
                  <a:close/>
                  <a:moveTo>
                    <a:pt x="769927" y="401452"/>
                  </a:moveTo>
                  <a:lnTo>
                    <a:pt x="834362" y="435770"/>
                  </a:lnTo>
                  <a:lnTo>
                    <a:pt x="785153" y="387970"/>
                  </a:lnTo>
                  <a:close/>
                  <a:moveTo>
                    <a:pt x="772684" y="385188"/>
                  </a:moveTo>
                  <a:lnTo>
                    <a:pt x="769927" y="401452"/>
                  </a:lnTo>
                  <a:lnTo>
                    <a:pt x="785153" y="387970"/>
                  </a:lnTo>
                  <a:close/>
                  <a:moveTo>
                    <a:pt x="795586" y="341808"/>
                  </a:moveTo>
                  <a:lnTo>
                    <a:pt x="769927" y="401452"/>
                  </a:lnTo>
                  <a:lnTo>
                    <a:pt x="772684" y="385188"/>
                  </a:lnTo>
                  <a:close/>
                  <a:moveTo>
                    <a:pt x="537630" y="195306"/>
                  </a:moveTo>
                  <a:lnTo>
                    <a:pt x="562560" y="214662"/>
                  </a:lnTo>
                  <a:lnTo>
                    <a:pt x="565202" y="188949"/>
                  </a:lnTo>
                  <a:close/>
                  <a:moveTo>
                    <a:pt x="549022" y="164044"/>
                  </a:moveTo>
                  <a:lnTo>
                    <a:pt x="537630" y="195306"/>
                  </a:lnTo>
                  <a:lnTo>
                    <a:pt x="565202" y="188949"/>
                  </a:lnTo>
                  <a:close/>
                  <a:moveTo>
                    <a:pt x="535407" y="24944"/>
                  </a:moveTo>
                  <a:lnTo>
                    <a:pt x="472508" y="52648"/>
                  </a:lnTo>
                  <a:lnTo>
                    <a:pt x="524401" y="71990"/>
                  </a:lnTo>
                  <a:close/>
                  <a:moveTo>
                    <a:pt x="483437" y="29211"/>
                  </a:moveTo>
                  <a:lnTo>
                    <a:pt x="472508" y="52648"/>
                  </a:lnTo>
                  <a:lnTo>
                    <a:pt x="535407" y="24944"/>
                  </a:lnTo>
                  <a:close/>
                  <a:moveTo>
                    <a:pt x="483437" y="29211"/>
                  </a:moveTo>
                  <a:lnTo>
                    <a:pt x="535407" y="24944"/>
                  </a:lnTo>
                  <a:lnTo>
                    <a:pt x="505146" y="0"/>
                  </a:lnTo>
                  <a:close/>
                  <a:moveTo>
                    <a:pt x="953311" y="477774"/>
                  </a:moveTo>
                  <a:lnTo>
                    <a:pt x="921773" y="480431"/>
                  </a:lnTo>
                  <a:lnTo>
                    <a:pt x="937685" y="515238"/>
                  </a:lnTo>
                  <a:close/>
                  <a:moveTo>
                    <a:pt x="901262" y="472730"/>
                  </a:moveTo>
                  <a:lnTo>
                    <a:pt x="870675" y="406247"/>
                  </a:lnTo>
                  <a:lnTo>
                    <a:pt x="859722" y="428895"/>
                  </a:lnTo>
                  <a:close/>
                  <a:moveTo>
                    <a:pt x="1267490" y="750737"/>
                  </a:moveTo>
                  <a:lnTo>
                    <a:pt x="1290885" y="817094"/>
                  </a:lnTo>
                  <a:lnTo>
                    <a:pt x="1329399" y="755600"/>
                  </a:lnTo>
                  <a:close/>
                  <a:moveTo>
                    <a:pt x="1329399" y="755600"/>
                  </a:moveTo>
                  <a:lnTo>
                    <a:pt x="1366865" y="745912"/>
                  </a:lnTo>
                  <a:lnTo>
                    <a:pt x="1331965" y="741463"/>
                  </a:lnTo>
                  <a:close/>
                </a:path>
              </a:pathLst>
            </a:custGeom>
            <a:solidFill>
              <a:srgbClr val="F2F4F6"/>
            </a:solidFill>
            <a:ln w="1524">
              <a:solidFill>
                <a:srgbClr val="F2F4F6"/>
              </a:solidFill>
            </a:ln>
          </p:spPr>
        </p:sp>
        <p:sp>
          <p:nvSpPr>
            <p:cNvPr id="4231" name="Output_density__4230">
              <a:extLst>
                <a:ext uri="{FF2B5EF4-FFF2-40B4-BE49-F238E27FC236}">
                  <a16:creationId xmlns:a16="http://schemas.microsoft.com/office/drawing/2014/main" id="{852A08E2-A47E-6FD6-2D96-B4CC8FFE9069}"/>
                </a:ext>
              </a:extLst>
            </p:cNvPr>
            <p:cNvSpPr>
              <a:spLocks noGrp="1"/>
            </p:cNvSpPr>
            <p:nvPr/>
          </p:nvSpPr>
          <p:spPr>
            <a:xfrm>
              <a:off x="15358134" y="2677125"/>
              <a:ext cx="1465778" cy="1972063"/>
            </a:xfrm>
            <a:custGeom>
              <a:avLst/>
              <a:gdLst/>
              <a:ahLst/>
              <a:cxnLst/>
              <a:rect l="0" t="0" r="0" b="0"/>
              <a:pathLst>
                <a:path w="1465778" h="1972063">
                  <a:moveTo>
                    <a:pt x="0" y="1595996"/>
                  </a:moveTo>
                  <a:lnTo>
                    <a:pt x="56164" y="1651060"/>
                  </a:lnTo>
                  <a:lnTo>
                    <a:pt x="49435" y="1646737"/>
                  </a:lnTo>
                  <a:close/>
                  <a:moveTo>
                    <a:pt x="273903" y="1782015"/>
                  </a:moveTo>
                  <a:lnTo>
                    <a:pt x="316951" y="1841946"/>
                  </a:lnTo>
                  <a:lnTo>
                    <a:pt x="331701" y="1823435"/>
                  </a:lnTo>
                  <a:close/>
                  <a:moveTo>
                    <a:pt x="204766" y="1731700"/>
                  </a:moveTo>
                  <a:lnTo>
                    <a:pt x="199517" y="1725717"/>
                  </a:lnTo>
                  <a:lnTo>
                    <a:pt x="149126" y="1676210"/>
                  </a:lnTo>
                  <a:close/>
                  <a:moveTo>
                    <a:pt x="443922" y="1933434"/>
                  </a:moveTo>
                  <a:lnTo>
                    <a:pt x="414242" y="1926318"/>
                  </a:lnTo>
                  <a:lnTo>
                    <a:pt x="456713" y="1941480"/>
                  </a:lnTo>
                  <a:close/>
                  <a:moveTo>
                    <a:pt x="493785" y="1945187"/>
                  </a:moveTo>
                  <a:lnTo>
                    <a:pt x="443922" y="1933434"/>
                  </a:lnTo>
                  <a:lnTo>
                    <a:pt x="456713" y="1941480"/>
                  </a:lnTo>
                  <a:close/>
                  <a:moveTo>
                    <a:pt x="530942" y="1970150"/>
                  </a:moveTo>
                  <a:lnTo>
                    <a:pt x="525304" y="1959306"/>
                  </a:lnTo>
                  <a:lnTo>
                    <a:pt x="511612" y="1972063"/>
                  </a:lnTo>
                  <a:close/>
                  <a:moveTo>
                    <a:pt x="511612" y="1972063"/>
                  </a:moveTo>
                  <a:lnTo>
                    <a:pt x="525304" y="1959306"/>
                  </a:lnTo>
                  <a:lnTo>
                    <a:pt x="493785" y="1945187"/>
                  </a:lnTo>
                  <a:close/>
                  <a:moveTo>
                    <a:pt x="511612" y="1972063"/>
                  </a:moveTo>
                  <a:lnTo>
                    <a:pt x="493785" y="1945187"/>
                  </a:lnTo>
                  <a:lnTo>
                    <a:pt x="456713" y="1941480"/>
                  </a:lnTo>
                  <a:close/>
                  <a:moveTo>
                    <a:pt x="357841" y="1777253"/>
                  </a:moveTo>
                  <a:lnTo>
                    <a:pt x="352663" y="1766910"/>
                  </a:lnTo>
                  <a:lnTo>
                    <a:pt x="331701" y="1823435"/>
                  </a:lnTo>
                  <a:close/>
                  <a:moveTo>
                    <a:pt x="335411" y="1701623"/>
                  </a:moveTo>
                  <a:lnTo>
                    <a:pt x="353118" y="1753159"/>
                  </a:lnTo>
                  <a:lnTo>
                    <a:pt x="333203" y="1725717"/>
                  </a:lnTo>
                  <a:close/>
                  <a:moveTo>
                    <a:pt x="525304" y="1959306"/>
                  </a:moveTo>
                  <a:lnTo>
                    <a:pt x="530942" y="1970150"/>
                  </a:lnTo>
                  <a:lnTo>
                    <a:pt x="546571" y="1967868"/>
                  </a:lnTo>
                  <a:close/>
                  <a:moveTo>
                    <a:pt x="525304" y="1959306"/>
                  </a:moveTo>
                  <a:lnTo>
                    <a:pt x="546571" y="1967868"/>
                  </a:lnTo>
                  <a:lnTo>
                    <a:pt x="550718" y="1954072"/>
                  </a:lnTo>
                  <a:close/>
                  <a:moveTo>
                    <a:pt x="550718" y="1954072"/>
                  </a:moveTo>
                  <a:lnTo>
                    <a:pt x="493785" y="1945187"/>
                  </a:lnTo>
                  <a:lnTo>
                    <a:pt x="525304" y="1959306"/>
                  </a:lnTo>
                  <a:close/>
                  <a:moveTo>
                    <a:pt x="335438" y="1701430"/>
                  </a:moveTo>
                  <a:lnTo>
                    <a:pt x="353118" y="1753159"/>
                  </a:lnTo>
                  <a:lnTo>
                    <a:pt x="335411" y="1701623"/>
                  </a:lnTo>
                  <a:close/>
                  <a:moveTo>
                    <a:pt x="309428" y="1684594"/>
                  </a:moveTo>
                  <a:lnTo>
                    <a:pt x="335438" y="1701430"/>
                  </a:lnTo>
                  <a:lnTo>
                    <a:pt x="293412" y="1634872"/>
                  </a:lnTo>
                  <a:close/>
                  <a:moveTo>
                    <a:pt x="293746" y="1522919"/>
                  </a:moveTo>
                  <a:lnTo>
                    <a:pt x="334232" y="1514182"/>
                  </a:lnTo>
                  <a:lnTo>
                    <a:pt x="275890" y="1519645"/>
                  </a:lnTo>
                  <a:close/>
                  <a:moveTo>
                    <a:pt x="275890" y="1519645"/>
                  </a:moveTo>
                  <a:lnTo>
                    <a:pt x="347151" y="1476503"/>
                  </a:lnTo>
                  <a:lnTo>
                    <a:pt x="303498" y="1487966"/>
                  </a:lnTo>
                  <a:close/>
                  <a:moveTo>
                    <a:pt x="471738" y="1458060"/>
                  </a:moveTo>
                  <a:lnTo>
                    <a:pt x="412645" y="1488416"/>
                  </a:lnTo>
                  <a:lnTo>
                    <a:pt x="427445" y="1447288"/>
                  </a:lnTo>
                  <a:close/>
                  <a:moveTo>
                    <a:pt x="315502" y="1428684"/>
                  </a:moveTo>
                  <a:lnTo>
                    <a:pt x="350078" y="1438557"/>
                  </a:lnTo>
                  <a:lnTo>
                    <a:pt x="317381" y="1395752"/>
                  </a:lnTo>
                  <a:close/>
                  <a:moveTo>
                    <a:pt x="422906" y="1450160"/>
                  </a:moveTo>
                  <a:lnTo>
                    <a:pt x="471738" y="1458060"/>
                  </a:lnTo>
                  <a:lnTo>
                    <a:pt x="498813" y="1424388"/>
                  </a:lnTo>
                  <a:close/>
                  <a:moveTo>
                    <a:pt x="498813" y="1424388"/>
                  </a:moveTo>
                  <a:lnTo>
                    <a:pt x="471738" y="1458060"/>
                  </a:lnTo>
                  <a:lnTo>
                    <a:pt x="541835" y="1410564"/>
                  </a:lnTo>
                  <a:close/>
                  <a:moveTo>
                    <a:pt x="937042" y="1787300"/>
                  </a:moveTo>
                  <a:lnTo>
                    <a:pt x="930589" y="1815990"/>
                  </a:lnTo>
                  <a:lnTo>
                    <a:pt x="962028" y="1798634"/>
                  </a:lnTo>
                  <a:close/>
                  <a:moveTo>
                    <a:pt x="937042" y="1787300"/>
                  </a:moveTo>
                  <a:lnTo>
                    <a:pt x="905003" y="1811393"/>
                  </a:lnTo>
                  <a:lnTo>
                    <a:pt x="930589" y="1815990"/>
                  </a:lnTo>
                  <a:close/>
                  <a:moveTo>
                    <a:pt x="548739" y="1390995"/>
                  </a:moveTo>
                  <a:lnTo>
                    <a:pt x="498813" y="1424388"/>
                  </a:lnTo>
                  <a:lnTo>
                    <a:pt x="541835" y="1410564"/>
                  </a:lnTo>
                  <a:close/>
                  <a:moveTo>
                    <a:pt x="548739" y="1390995"/>
                  </a:moveTo>
                  <a:lnTo>
                    <a:pt x="511428" y="1383347"/>
                  </a:lnTo>
                  <a:lnTo>
                    <a:pt x="498813" y="1424388"/>
                  </a:lnTo>
                  <a:close/>
                  <a:moveTo>
                    <a:pt x="503717" y="1326873"/>
                  </a:moveTo>
                  <a:lnTo>
                    <a:pt x="548739" y="1390995"/>
                  </a:lnTo>
                  <a:lnTo>
                    <a:pt x="524527" y="1347564"/>
                  </a:lnTo>
                  <a:close/>
                  <a:moveTo>
                    <a:pt x="541835" y="1410564"/>
                  </a:moveTo>
                  <a:lnTo>
                    <a:pt x="556935" y="1399101"/>
                  </a:lnTo>
                  <a:lnTo>
                    <a:pt x="548739" y="1390995"/>
                  </a:lnTo>
                  <a:close/>
                  <a:moveTo>
                    <a:pt x="548739" y="1390995"/>
                  </a:moveTo>
                  <a:lnTo>
                    <a:pt x="556935" y="1399101"/>
                  </a:lnTo>
                  <a:lnTo>
                    <a:pt x="525835" y="1350741"/>
                  </a:lnTo>
                  <a:close/>
                  <a:moveTo>
                    <a:pt x="659775" y="1367267"/>
                  </a:moveTo>
                  <a:lnTo>
                    <a:pt x="629413" y="1375007"/>
                  </a:lnTo>
                  <a:lnTo>
                    <a:pt x="608434" y="1380446"/>
                  </a:lnTo>
                  <a:close/>
                  <a:moveTo>
                    <a:pt x="404296" y="1244491"/>
                  </a:moveTo>
                  <a:lnTo>
                    <a:pt x="404238" y="1244279"/>
                  </a:lnTo>
                  <a:lnTo>
                    <a:pt x="452048" y="1271934"/>
                  </a:lnTo>
                  <a:close/>
                  <a:moveTo>
                    <a:pt x="474773" y="1199605"/>
                  </a:moveTo>
                  <a:lnTo>
                    <a:pt x="404296" y="1244491"/>
                  </a:lnTo>
                  <a:lnTo>
                    <a:pt x="443339" y="1216979"/>
                  </a:lnTo>
                  <a:close/>
                  <a:moveTo>
                    <a:pt x="258342" y="973211"/>
                  </a:moveTo>
                  <a:lnTo>
                    <a:pt x="309311" y="1032500"/>
                  </a:lnTo>
                  <a:lnTo>
                    <a:pt x="274492" y="1022825"/>
                  </a:lnTo>
                  <a:close/>
                  <a:moveTo>
                    <a:pt x="274492" y="1022825"/>
                  </a:moveTo>
                  <a:lnTo>
                    <a:pt x="338794" y="1065787"/>
                  </a:lnTo>
                  <a:lnTo>
                    <a:pt x="290091" y="1033139"/>
                  </a:lnTo>
                  <a:close/>
                  <a:moveTo>
                    <a:pt x="981598" y="1768925"/>
                  </a:moveTo>
                  <a:lnTo>
                    <a:pt x="962028" y="1798634"/>
                  </a:lnTo>
                  <a:lnTo>
                    <a:pt x="983746" y="1787300"/>
                  </a:lnTo>
                  <a:close/>
                  <a:moveTo>
                    <a:pt x="643575" y="1346478"/>
                  </a:moveTo>
                  <a:lnTo>
                    <a:pt x="606317" y="1375007"/>
                  </a:lnTo>
                  <a:lnTo>
                    <a:pt x="640333" y="1354514"/>
                  </a:lnTo>
                  <a:close/>
                  <a:moveTo>
                    <a:pt x="640333" y="1354514"/>
                  </a:moveTo>
                  <a:lnTo>
                    <a:pt x="616497" y="1380137"/>
                  </a:lnTo>
                  <a:lnTo>
                    <a:pt x="629413" y="1375007"/>
                  </a:lnTo>
                  <a:close/>
                  <a:moveTo>
                    <a:pt x="629413" y="1375007"/>
                  </a:moveTo>
                  <a:lnTo>
                    <a:pt x="659775" y="1367267"/>
                  </a:lnTo>
                  <a:lnTo>
                    <a:pt x="640333" y="1354514"/>
                  </a:lnTo>
                  <a:close/>
                  <a:moveTo>
                    <a:pt x="1083260" y="1699497"/>
                  </a:moveTo>
                  <a:lnTo>
                    <a:pt x="1023570" y="1710041"/>
                  </a:lnTo>
                  <a:lnTo>
                    <a:pt x="1024799" y="1723750"/>
                  </a:lnTo>
                  <a:close/>
                  <a:moveTo>
                    <a:pt x="289233" y="760131"/>
                  </a:moveTo>
                  <a:lnTo>
                    <a:pt x="251225" y="835547"/>
                  </a:lnTo>
                  <a:lnTo>
                    <a:pt x="261108" y="789880"/>
                  </a:lnTo>
                  <a:close/>
                  <a:moveTo>
                    <a:pt x="344076" y="816007"/>
                  </a:moveTo>
                  <a:lnTo>
                    <a:pt x="345627" y="811453"/>
                  </a:lnTo>
                  <a:lnTo>
                    <a:pt x="316386" y="821878"/>
                  </a:lnTo>
                  <a:close/>
                  <a:moveTo>
                    <a:pt x="316386" y="821878"/>
                  </a:moveTo>
                  <a:lnTo>
                    <a:pt x="345627" y="811453"/>
                  </a:lnTo>
                  <a:lnTo>
                    <a:pt x="289233" y="760131"/>
                  </a:lnTo>
                  <a:close/>
                  <a:moveTo>
                    <a:pt x="316386" y="821878"/>
                  </a:moveTo>
                  <a:lnTo>
                    <a:pt x="289233" y="760131"/>
                  </a:lnTo>
                  <a:lnTo>
                    <a:pt x="261108" y="789880"/>
                  </a:lnTo>
                  <a:close/>
                  <a:moveTo>
                    <a:pt x="345627" y="811453"/>
                  </a:moveTo>
                  <a:lnTo>
                    <a:pt x="344076" y="816007"/>
                  </a:lnTo>
                  <a:lnTo>
                    <a:pt x="350509" y="814558"/>
                  </a:lnTo>
                  <a:close/>
                  <a:moveTo>
                    <a:pt x="400500" y="826790"/>
                  </a:moveTo>
                  <a:lnTo>
                    <a:pt x="350509" y="814558"/>
                  </a:lnTo>
                  <a:lnTo>
                    <a:pt x="344076" y="816007"/>
                  </a:lnTo>
                  <a:close/>
                  <a:moveTo>
                    <a:pt x="1041164" y="1508871"/>
                  </a:moveTo>
                  <a:lnTo>
                    <a:pt x="1039980" y="1510708"/>
                  </a:lnTo>
                  <a:lnTo>
                    <a:pt x="1072259" y="1520212"/>
                  </a:lnTo>
                  <a:close/>
                  <a:moveTo>
                    <a:pt x="1016197" y="1465064"/>
                  </a:moveTo>
                  <a:lnTo>
                    <a:pt x="1041164" y="1508871"/>
                  </a:lnTo>
                  <a:lnTo>
                    <a:pt x="1072259" y="1520212"/>
                  </a:lnTo>
                  <a:close/>
                  <a:moveTo>
                    <a:pt x="450752" y="805246"/>
                  </a:moveTo>
                  <a:lnTo>
                    <a:pt x="479962" y="814309"/>
                  </a:lnTo>
                  <a:lnTo>
                    <a:pt x="400500" y="826790"/>
                  </a:lnTo>
                  <a:close/>
                  <a:moveTo>
                    <a:pt x="400500" y="826790"/>
                  </a:moveTo>
                  <a:lnTo>
                    <a:pt x="479962" y="814309"/>
                  </a:lnTo>
                  <a:lnTo>
                    <a:pt x="431138" y="806440"/>
                  </a:lnTo>
                  <a:close/>
                  <a:moveTo>
                    <a:pt x="1156522" y="1663481"/>
                  </a:moveTo>
                  <a:lnTo>
                    <a:pt x="1158989" y="1675913"/>
                  </a:lnTo>
                  <a:lnTo>
                    <a:pt x="1183503" y="1697963"/>
                  </a:lnTo>
                  <a:close/>
                  <a:moveTo>
                    <a:pt x="1038995" y="1507024"/>
                  </a:moveTo>
                  <a:lnTo>
                    <a:pt x="1103282" y="1494991"/>
                  </a:lnTo>
                  <a:lnTo>
                    <a:pt x="1041164" y="1508871"/>
                  </a:lnTo>
                  <a:close/>
                  <a:moveTo>
                    <a:pt x="782992" y="1113679"/>
                  </a:moveTo>
                  <a:lnTo>
                    <a:pt x="702774" y="1123337"/>
                  </a:lnTo>
                  <a:lnTo>
                    <a:pt x="752632" y="1135067"/>
                  </a:lnTo>
                  <a:close/>
                  <a:moveTo>
                    <a:pt x="1288125" y="1604873"/>
                  </a:moveTo>
                  <a:lnTo>
                    <a:pt x="1292476" y="1580612"/>
                  </a:lnTo>
                  <a:lnTo>
                    <a:pt x="1271511" y="1639387"/>
                  </a:lnTo>
                  <a:close/>
                  <a:moveTo>
                    <a:pt x="1271511" y="1639387"/>
                  </a:moveTo>
                  <a:lnTo>
                    <a:pt x="1292476" y="1580612"/>
                  </a:lnTo>
                  <a:lnTo>
                    <a:pt x="1269790" y="1563757"/>
                  </a:lnTo>
                  <a:close/>
                  <a:moveTo>
                    <a:pt x="1271511" y="1639387"/>
                  </a:moveTo>
                  <a:lnTo>
                    <a:pt x="1269790" y="1563757"/>
                  </a:lnTo>
                  <a:lnTo>
                    <a:pt x="1300623" y="1615293"/>
                  </a:lnTo>
                  <a:close/>
                  <a:moveTo>
                    <a:pt x="1023703" y="1254537"/>
                  </a:moveTo>
                  <a:lnTo>
                    <a:pt x="1015936" y="1285913"/>
                  </a:lnTo>
                  <a:lnTo>
                    <a:pt x="1047467" y="1268900"/>
                  </a:lnTo>
                  <a:close/>
                  <a:moveTo>
                    <a:pt x="1023703" y="1254537"/>
                  </a:moveTo>
                  <a:lnTo>
                    <a:pt x="1002571" y="1278631"/>
                  </a:lnTo>
                  <a:lnTo>
                    <a:pt x="1015936" y="1285913"/>
                  </a:lnTo>
                  <a:close/>
                  <a:moveTo>
                    <a:pt x="893899" y="1112069"/>
                  </a:moveTo>
                  <a:lnTo>
                    <a:pt x="951668" y="1151464"/>
                  </a:lnTo>
                  <a:lnTo>
                    <a:pt x="915153" y="1123557"/>
                  </a:lnTo>
                  <a:close/>
                  <a:moveTo>
                    <a:pt x="1356281" y="1539663"/>
                  </a:moveTo>
                  <a:lnTo>
                    <a:pt x="1371510" y="1607058"/>
                  </a:lnTo>
                  <a:lnTo>
                    <a:pt x="1402027" y="1586259"/>
                  </a:lnTo>
                  <a:close/>
                  <a:moveTo>
                    <a:pt x="1210193" y="1295810"/>
                  </a:moveTo>
                  <a:lnTo>
                    <a:pt x="1229327" y="1289914"/>
                  </a:lnTo>
                  <a:lnTo>
                    <a:pt x="1186062" y="1281980"/>
                  </a:lnTo>
                  <a:close/>
                  <a:moveTo>
                    <a:pt x="1100677" y="1293167"/>
                  </a:moveTo>
                  <a:lnTo>
                    <a:pt x="1179869" y="1279677"/>
                  </a:lnTo>
                  <a:lnTo>
                    <a:pt x="1127422" y="1258265"/>
                  </a:lnTo>
                  <a:close/>
                  <a:moveTo>
                    <a:pt x="1178653" y="1283469"/>
                  </a:moveTo>
                  <a:lnTo>
                    <a:pt x="1212756" y="1230443"/>
                  </a:lnTo>
                  <a:lnTo>
                    <a:pt x="1179869" y="1279677"/>
                  </a:lnTo>
                  <a:close/>
                  <a:moveTo>
                    <a:pt x="1047467" y="1268900"/>
                  </a:moveTo>
                  <a:lnTo>
                    <a:pt x="1100677" y="1293167"/>
                  </a:lnTo>
                  <a:lnTo>
                    <a:pt x="1127422" y="1258265"/>
                  </a:lnTo>
                  <a:close/>
                  <a:moveTo>
                    <a:pt x="1104496" y="1180289"/>
                  </a:moveTo>
                  <a:lnTo>
                    <a:pt x="1129430" y="1198001"/>
                  </a:lnTo>
                  <a:lnTo>
                    <a:pt x="1102324" y="1164425"/>
                  </a:lnTo>
                  <a:close/>
                  <a:moveTo>
                    <a:pt x="192204" y="47855"/>
                  </a:moveTo>
                  <a:lnTo>
                    <a:pt x="196498" y="107107"/>
                  </a:lnTo>
                  <a:lnTo>
                    <a:pt x="224177" y="59844"/>
                  </a:lnTo>
                  <a:close/>
                  <a:moveTo>
                    <a:pt x="192204" y="47855"/>
                  </a:moveTo>
                  <a:lnTo>
                    <a:pt x="188574" y="18865"/>
                  </a:lnTo>
                  <a:lnTo>
                    <a:pt x="141975" y="19317"/>
                  </a:lnTo>
                  <a:close/>
                  <a:moveTo>
                    <a:pt x="133378" y="45101"/>
                  </a:moveTo>
                  <a:lnTo>
                    <a:pt x="143590" y="49395"/>
                  </a:lnTo>
                  <a:lnTo>
                    <a:pt x="141975" y="19317"/>
                  </a:lnTo>
                  <a:close/>
                  <a:moveTo>
                    <a:pt x="1447885" y="1515569"/>
                  </a:moveTo>
                  <a:lnTo>
                    <a:pt x="1457833" y="1522144"/>
                  </a:lnTo>
                  <a:lnTo>
                    <a:pt x="1462185" y="1501602"/>
                  </a:lnTo>
                  <a:close/>
                  <a:moveTo>
                    <a:pt x="1229327" y="1289914"/>
                  </a:moveTo>
                  <a:lnTo>
                    <a:pt x="1181870" y="1280854"/>
                  </a:lnTo>
                  <a:lnTo>
                    <a:pt x="1186062" y="1281980"/>
                  </a:lnTo>
                  <a:close/>
                  <a:moveTo>
                    <a:pt x="1216095" y="1280219"/>
                  </a:moveTo>
                  <a:lnTo>
                    <a:pt x="1181870" y="1280854"/>
                  </a:lnTo>
                  <a:lnTo>
                    <a:pt x="1229327" y="1289914"/>
                  </a:lnTo>
                  <a:close/>
                  <a:moveTo>
                    <a:pt x="1260019" y="1269770"/>
                  </a:moveTo>
                  <a:lnTo>
                    <a:pt x="1216095" y="1280219"/>
                  </a:lnTo>
                  <a:lnTo>
                    <a:pt x="1229327" y="1289914"/>
                  </a:lnTo>
                  <a:close/>
                  <a:moveTo>
                    <a:pt x="1237576" y="1206349"/>
                  </a:moveTo>
                  <a:lnTo>
                    <a:pt x="1248995" y="1228551"/>
                  </a:lnTo>
                  <a:lnTo>
                    <a:pt x="1181870" y="1280854"/>
                  </a:lnTo>
                  <a:close/>
                  <a:moveTo>
                    <a:pt x="1179869" y="1279677"/>
                  </a:moveTo>
                  <a:lnTo>
                    <a:pt x="1181870" y="1280854"/>
                  </a:lnTo>
                  <a:lnTo>
                    <a:pt x="1146664" y="1271493"/>
                  </a:lnTo>
                  <a:close/>
                  <a:moveTo>
                    <a:pt x="1235407" y="1154813"/>
                  </a:moveTo>
                  <a:lnTo>
                    <a:pt x="1232408" y="1166535"/>
                  </a:lnTo>
                  <a:lnTo>
                    <a:pt x="1222983" y="1159926"/>
                  </a:lnTo>
                  <a:close/>
                  <a:moveTo>
                    <a:pt x="1007797" y="1057454"/>
                  </a:moveTo>
                  <a:lnTo>
                    <a:pt x="1056246" y="1118791"/>
                  </a:lnTo>
                  <a:lnTo>
                    <a:pt x="1030738" y="1075834"/>
                  </a:lnTo>
                  <a:close/>
                  <a:moveTo>
                    <a:pt x="389863" y="189337"/>
                  </a:moveTo>
                  <a:lnTo>
                    <a:pt x="357863" y="240113"/>
                  </a:lnTo>
                  <a:lnTo>
                    <a:pt x="398308" y="245215"/>
                  </a:lnTo>
                  <a:close/>
                  <a:moveTo>
                    <a:pt x="188574" y="18865"/>
                  </a:moveTo>
                  <a:lnTo>
                    <a:pt x="231198" y="3553"/>
                  </a:lnTo>
                  <a:lnTo>
                    <a:pt x="266329" y="0"/>
                  </a:lnTo>
                  <a:close/>
                  <a:moveTo>
                    <a:pt x="1465778" y="1452942"/>
                  </a:moveTo>
                  <a:lnTo>
                    <a:pt x="1447885" y="1515569"/>
                  </a:lnTo>
                  <a:lnTo>
                    <a:pt x="1462185" y="1501602"/>
                  </a:lnTo>
                  <a:close/>
                  <a:moveTo>
                    <a:pt x="1447930" y="1404709"/>
                  </a:moveTo>
                  <a:lnTo>
                    <a:pt x="1427028" y="1446463"/>
                  </a:lnTo>
                  <a:lnTo>
                    <a:pt x="1465778" y="1452942"/>
                  </a:lnTo>
                  <a:close/>
                  <a:moveTo>
                    <a:pt x="1447930" y="1404709"/>
                  </a:moveTo>
                  <a:lnTo>
                    <a:pt x="1441646" y="1347075"/>
                  </a:lnTo>
                  <a:lnTo>
                    <a:pt x="1385274" y="1388719"/>
                  </a:lnTo>
                  <a:close/>
                  <a:moveTo>
                    <a:pt x="1232408" y="1166535"/>
                  </a:moveTo>
                  <a:lnTo>
                    <a:pt x="1235407" y="1154813"/>
                  </a:lnTo>
                  <a:lnTo>
                    <a:pt x="1230960" y="1153441"/>
                  </a:lnTo>
                  <a:close/>
                  <a:moveTo>
                    <a:pt x="1228874" y="1092394"/>
                  </a:moveTo>
                  <a:lnTo>
                    <a:pt x="1193236" y="1083385"/>
                  </a:lnTo>
                  <a:lnTo>
                    <a:pt x="1230960" y="1153441"/>
                  </a:lnTo>
                  <a:close/>
                  <a:moveTo>
                    <a:pt x="1228874" y="1092394"/>
                  </a:moveTo>
                  <a:lnTo>
                    <a:pt x="1230960" y="1153441"/>
                  </a:lnTo>
                  <a:lnTo>
                    <a:pt x="1235407" y="1154813"/>
                  </a:lnTo>
                  <a:close/>
                  <a:moveTo>
                    <a:pt x="1193236" y="1083385"/>
                  </a:moveTo>
                  <a:lnTo>
                    <a:pt x="1228874" y="1092394"/>
                  </a:lnTo>
                  <a:lnTo>
                    <a:pt x="1195516" y="1068379"/>
                  </a:lnTo>
                  <a:close/>
                  <a:moveTo>
                    <a:pt x="1228874" y="1092394"/>
                  </a:moveTo>
                  <a:lnTo>
                    <a:pt x="1237389" y="1050257"/>
                  </a:lnTo>
                  <a:lnTo>
                    <a:pt x="1195516" y="1068379"/>
                  </a:lnTo>
                  <a:close/>
                  <a:moveTo>
                    <a:pt x="822044" y="680312"/>
                  </a:moveTo>
                  <a:lnTo>
                    <a:pt x="870168" y="685565"/>
                  </a:lnTo>
                  <a:lnTo>
                    <a:pt x="896972" y="650878"/>
                  </a:lnTo>
                  <a:close/>
                  <a:moveTo>
                    <a:pt x="503854" y="260133"/>
                  </a:moveTo>
                  <a:lnTo>
                    <a:pt x="531779" y="330227"/>
                  </a:lnTo>
                  <a:lnTo>
                    <a:pt x="562560" y="273953"/>
                  </a:lnTo>
                  <a:close/>
                  <a:moveTo>
                    <a:pt x="1240979" y="1019810"/>
                  </a:moveTo>
                  <a:lnTo>
                    <a:pt x="1195516" y="1068379"/>
                  </a:lnTo>
                  <a:lnTo>
                    <a:pt x="1237389" y="1050257"/>
                  </a:lnTo>
                  <a:close/>
                  <a:moveTo>
                    <a:pt x="1240979" y="1019810"/>
                  </a:moveTo>
                  <a:lnTo>
                    <a:pt x="1210904" y="1006278"/>
                  </a:lnTo>
                  <a:lnTo>
                    <a:pt x="1195516" y="1068379"/>
                  </a:lnTo>
                  <a:close/>
                  <a:moveTo>
                    <a:pt x="1061847" y="800523"/>
                  </a:moveTo>
                  <a:lnTo>
                    <a:pt x="1061809" y="873036"/>
                  </a:lnTo>
                  <a:lnTo>
                    <a:pt x="1069759" y="821499"/>
                  </a:lnTo>
                  <a:close/>
                  <a:moveTo>
                    <a:pt x="1061847" y="800523"/>
                  </a:moveTo>
                  <a:lnTo>
                    <a:pt x="1062202" y="862977"/>
                  </a:lnTo>
                  <a:lnTo>
                    <a:pt x="1061809" y="873036"/>
                  </a:lnTo>
                  <a:close/>
                  <a:moveTo>
                    <a:pt x="1202637" y="887513"/>
                  </a:moveTo>
                  <a:lnTo>
                    <a:pt x="1233566" y="952015"/>
                  </a:lnTo>
                  <a:lnTo>
                    <a:pt x="1266318" y="888620"/>
                  </a:lnTo>
                  <a:close/>
                  <a:moveTo>
                    <a:pt x="1329399" y="814891"/>
                  </a:moveTo>
                  <a:lnTo>
                    <a:pt x="1290885" y="876385"/>
                  </a:lnTo>
                  <a:lnTo>
                    <a:pt x="1307698" y="868658"/>
                  </a:lnTo>
                  <a:close/>
                  <a:moveTo>
                    <a:pt x="1349593" y="850616"/>
                  </a:moveTo>
                  <a:lnTo>
                    <a:pt x="1366865" y="805203"/>
                  </a:lnTo>
                  <a:lnTo>
                    <a:pt x="1329399" y="814891"/>
                  </a:lnTo>
                  <a:close/>
                  <a:moveTo>
                    <a:pt x="1307698" y="868658"/>
                  </a:moveTo>
                  <a:lnTo>
                    <a:pt x="1349593" y="850616"/>
                  </a:lnTo>
                  <a:lnTo>
                    <a:pt x="1329399" y="814891"/>
                  </a:lnTo>
                  <a:close/>
                  <a:moveTo>
                    <a:pt x="957222" y="408399"/>
                  </a:moveTo>
                  <a:lnTo>
                    <a:pt x="949255" y="464092"/>
                  </a:lnTo>
                  <a:lnTo>
                    <a:pt x="955698" y="425970"/>
                  </a:lnTo>
                  <a:close/>
                  <a:moveTo>
                    <a:pt x="941209" y="446178"/>
                  </a:moveTo>
                  <a:lnTo>
                    <a:pt x="949255" y="464092"/>
                  </a:lnTo>
                  <a:lnTo>
                    <a:pt x="957222" y="408399"/>
                  </a:lnTo>
                  <a:close/>
                  <a:moveTo>
                    <a:pt x="919467" y="401111"/>
                  </a:moveTo>
                  <a:lnTo>
                    <a:pt x="941209" y="446178"/>
                  </a:lnTo>
                  <a:lnTo>
                    <a:pt x="957222" y="408399"/>
                  </a:lnTo>
                  <a:close/>
                  <a:moveTo>
                    <a:pt x="932442" y="336925"/>
                  </a:moveTo>
                  <a:lnTo>
                    <a:pt x="948925" y="400647"/>
                  </a:lnTo>
                  <a:lnTo>
                    <a:pt x="916524" y="361019"/>
                  </a:lnTo>
                  <a:close/>
                  <a:moveTo>
                    <a:pt x="919467" y="401111"/>
                  </a:moveTo>
                  <a:lnTo>
                    <a:pt x="948925" y="400647"/>
                  </a:lnTo>
                  <a:lnTo>
                    <a:pt x="932442" y="336925"/>
                  </a:lnTo>
                  <a:close/>
                </a:path>
              </a:pathLst>
            </a:custGeom>
            <a:solidFill>
              <a:srgbClr val="EFF2F3"/>
            </a:solidFill>
            <a:ln w="1524">
              <a:solidFill>
                <a:srgbClr val="EFF2F3"/>
              </a:solidFill>
            </a:ln>
          </p:spPr>
        </p:sp>
        <p:sp>
          <p:nvSpPr>
            <p:cNvPr id="4232" name="Output_density__4231">
              <a:extLst>
                <a:ext uri="{FF2B5EF4-FFF2-40B4-BE49-F238E27FC236}">
                  <a16:creationId xmlns:a16="http://schemas.microsoft.com/office/drawing/2014/main" id="{7B00DB9F-F825-99AA-246B-F7F6A894DA0D}"/>
                </a:ext>
              </a:extLst>
            </p:cNvPr>
            <p:cNvSpPr>
              <a:spLocks noGrp="1"/>
            </p:cNvSpPr>
            <p:nvPr/>
          </p:nvSpPr>
          <p:spPr>
            <a:xfrm>
              <a:off x="15352531" y="2696443"/>
              <a:ext cx="1377113" cy="1952097"/>
            </a:xfrm>
            <a:custGeom>
              <a:avLst/>
              <a:gdLst/>
              <a:ahLst/>
              <a:cxnLst/>
              <a:rect l="0" t="0" r="0" b="0"/>
              <a:pathLst>
                <a:path w="1377113" h="1952097">
                  <a:moveTo>
                    <a:pt x="0" y="1599977"/>
                  </a:moveTo>
                  <a:lnTo>
                    <a:pt x="61768" y="1631743"/>
                  </a:lnTo>
                  <a:lnTo>
                    <a:pt x="5604" y="1576679"/>
                  </a:lnTo>
                  <a:close/>
                  <a:moveTo>
                    <a:pt x="255639" y="1782030"/>
                  </a:moveTo>
                  <a:lnTo>
                    <a:pt x="322554" y="1822628"/>
                  </a:lnTo>
                  <a:lnTo>
                    <a:pt x="279507" y="1762697"/>
                  </a:lnTo>
                  <a:close/>
                  <a:moveTo>
                    <a:pt x="272174" y="1762862"/>
                  </a:moveTo>
                  <a:lnTo>
                    <a:pt x="255639" y="1782030"/>
                  </a:lnTo>
                  <a:lnTo>
                    <a:pt x="279507" y="1762697"/>
                  </a:lnTo>
                  <a:close/>
                  <a:moveTo>
                    <a:pt x="210370" y="1712383"/>
                  </a:moveTo>
                  <a:lnTo>
                    <a:pt x="272895" y="1757936"/>
                  </a:lnTo>
                  <a:lnTo>
                    <a:pt x="223475" y="1727883"/>
                  </a:lnTo>
                  <a:close/>
                  <a:moveTo>
                    <a:pt x="210370" y="1712383"/>
                  </a:moveTo>
                  <a:lnTo>
                    <a:pt x="272174" y="1762862"/>
                  </a:lnTo>
                  <a:lnTo>
                    <a:pt x="272895" y="1757936"/>
                  </a:lnTo>
                  <a:close/>
                  <a:moveTo>
                    <a:pt x="216145" y="1730493"/>
                  </a:moveTo>
                  <a:lnTo>
                    <a:pt x="272174" y="1762862"/>
                  </a:lnTo>
                  <a:lnTo>
                    <a:pt x="210370" y="1712383"/>
                  </a:lnTo>
                  <a:close/>
                  <a:moveTo>
                    <a:pt x="272895" y="1757936"/>
                  </a:moveTo>
                  <a:lnTo>
                    <a:pt x="272174" y="1762862"/>
                  </a:lnTo>
                  <a:lnTo>
                    <a:pt x="279507" y="1762697"/>
                  </a:lnTo>
                  <a:close/>
                  <a:moveTo>
                    <a:pt x="205121" y="1706399"/>
                  </a:moveTo>
                  <a:lnTo>
                    <a:pt x="210370" y="1712383"/>
                  </a:lnTo>
                  <a:lnTo>
                    <a:pt x="223475" y="1727883"/>
                  </a:lnTo>
                  <a:close/>
                  <a:moveTo>
                    <a:pt x="272895" y="1757936"/>
                  </a:moveTo>
                  <a:lnTo>
                    <a:pt x="279507" y="1762697"/>
                  </a:lnTo>
                  <a:lnTo>
                    <a:pt x="281151" y="1755563"/>
                  </a:lnTo>
                  <a:close/>
                  <a:moveTo>
                    <a:pt x="272895" y="1757936"/>
                  </a:moveTo>
                  <a:lnTo>
                    <a:pt x="281151" y="1755563"/>
                  </a:lnTo>
                  <a:lnTo>
                    <a:pt x="223475" y="1727883"/>
                  </a:lnTo>
                  <a:close/>
                  <a:moveTo>
                    <a:pt x="223475" y="1727883"/>
                  </a:moveTo>
                  <a:lnTo>
                    <a:pt x="281151" y="1755563"/>
                  </a:lnTo>
                  <a:lnTo>
                    <a:pt x="303079" y="1715928"/>
                  </a:lnTo>
                  <a:close/>
                  <a:moveTo>
                    <a:pt x="279507" y="1762697"/>
                  </a:moveTo>
                  <a:lnTo>
                    <a:pt x="347261" y="1733842"/>
                  </a:lnTo>
                  <a:lnTo>
                    <a:pt x="281151" y="1755563"/>
                  </a:lnTo>
                  <a:close/>
                  <a:moveTo>
                    <a:pt x="358267" y="1747593"/>
                  </a:moveTo>
                  <a:lnTo>
                    <a:pt x="347261" y="1733842"/>
                  </a:lnTo>
                  <a:lnTo>
                    <a:pt x="279507" y="1762697"/>
                  </a:lnTo>
                  <a:close/>
                  <a:moveTo>
                    <a:pt x="337305" y="1804118"/>
                  </a:moveTo>
                  <a:lnTo>
                    <a:pt x="358267" y="1747593"/>
                  </a:lnTo>
                  <a:lnTo>
                    <a:pt x="279507" y="1762697"/>
                  </a:lnTo>
                  <a:close/>
                  <a:moveTo>
                    <a:pt x="281151" y="1755563"/>
                  </a:moveTo>
                  <a:lnTo>
                    <a:pt x="347261" y="1733842"/>
                  </a:lnTo>
                  <a:lnTo>
                    <a:pt x="303079" y="1715928"/>
                  </a:lnTo>
                  <a:close/>
                  <a:moveTo>
                    <a:pt x="363445" y="1757936"/>
                  </a:moveTo>
                  <a:lnTo>
                    <a:pt x="358722" y="1733842"/>
                  </a:lnTo>
                  <a:lnTo>
                    <a:pt x="358267" y="1747593"/>
                  </a:lnTo>
                  <a:close/>
                  <a:moveTo>
                    <a:pt x="164504" y="1551790"/>
                  </a:moveTo>
                  <a:lnTo>
                    <a:pt x="119213" y="1512738"/>
                  </a:lnTo>
                  <a:lnTo>
                    <a:pt x="175596" y="1527696"/>
                  </a:lnTo>
                  <a:close/>
                  <a:moveTo>
                    <a:pt x="517582" y="1865525"/>
                  </a:moveTo>
                  <a:lnTo>
                    <a:pt x="499389" y="1925870"/>
                  </a:lnTo>
                  <a:lnTo>
                    <a:pt x="556322" y="1934755"/>
                  </a:lnTo>
                  <a:close/>
                  <a:moveTo>
                    <a:pt x="560606" y="1868529"/>
                  </a:moveTo>
                  <a:lnTo>
                    <a:pt x="517582" y="1865525"/>
                  </a:lnTo>
                  <a:lnTo>
                    <a:pt x="556322" y="1934755"/>
                  </a:lnTo>
                  <a:close/>
                  <a:moveTo>
                    <a:pt x="605132" y="1933055"/>
                  </a:moveTo>
                  <a:lnTo>
                    <a:pt x="552175" y="1948551"/>
                  </a:lnTo>
                  <a:lnTo>
                    <a:pt x="599843" y="1952097"/>
                  </a:lnTo>
                  <a:close/>
                  <a:moveTo>
                    <a:pt x="605132" y="1933055"/>
                  </a:moveTo>
                  <a:lnTo>
                    <a:pt x="556322" y="1934755"/>
                  </a:lnTo>
                  <a:lnTo>
                    <a:pt x="552175" y="1948551"/>
                  </a:lnTo>
                  <a:close/>
                  <a:moveTo>
                    <a:pt x="556322" y="1934755"/>
                  </a:moveTo>
                  <a:lnTo>
                    <a:pt x="605132" y="1933055"/>
                  </a:lnTo>
                  <a:lnTo>
                    <a:pt x="603110" y="1871956"/>
                  </a:lnTo>
                  <a:close/>
                  <a:moveTo>
                    <a:pt x="560606" y="1868529"/>
                  </a:moveTo>
                  <a:lnTo>
                    <a:pt x="524340" y="1844481"/>
                  </a:lnTo>
                  <a:lnTo>
                    <a:pt x="486383" y="1828146"/>
                  </a:lnTo>
                  <a:close/>
                  <a:moveTo>
                    <a:pt x="517582" y="1865525"/>
                  </a:moveTo>
                  <a:lnTo>
                    <a:pt x="560606" y="1868529"/>
                  </a:lnTo>
                  <a:lnTo>
                    <a:pt x="486383" y="1828146"/>
                  </a:lnTo>
                  <a:close/>
                  <a:moveTo>
                    <a:pt x="347261" y="1733842"/>
                  </a:moveTo>
                  <a:lnTo>
                    <a:pt x="358267" y="1747593"/>
                  </a:lnTo>
                  <a:lnTo>
                    <a:pt x="357619" y="1731379"/>
                  </a:lnTo>
                  <a:close/>
                  <a:moveTo>
                    <a:pt x="357619" y="1731379"/>
                  </a:moveTo>
                  <a:lnTo>
                    <a:pt x="303079" y="1715928"/>
                  </a:lnTo>
                  <a:lnTo>
                    <a:pt x="347261" y="1733842"/>
                  </a:lnTo>
                  <a:close/>
                  <a:moveTo>
                    <a:pt x="341042" y="1682112"/>
                  </a:moveTo>
                  <a:lnTo>
                    <a:pt x="315032" y="1665277"/>
                  </a:lnTo>
                  <a:lnTo>
                    <a:pt x="357619" y="1731379"/>
                  </a:lnTo>
                  <a:close/>
                  <a:moveTo>
                    <a:pt x="357619" y="1731379"/>
                  </a:moveTo>
                  <a:lnTo>
                    <a:pt x="358267" y="1747593"/>
                  </a:lnTo>
                  <a:lnTo>
                    <a:pt x="358722" y="1733842"/>
                  </a:lnTo>
                  <a:close/>
                  <a:moveTo>
                    <a:pt x="341042" y="1682112"/>
                  </a:moveTo>
                  <a:lnTo>
                    <a:pt x="357619" y="1731379"/>
                  </a:lnTo>
                  <a:lnTo>
                    <a:pt x="358722" y="1733842"/>
                  </a:lnTo>
                  <a:close/>
                  <a:moveTo>
                    <a:pt x="299350" y="1503602"/>
                  </a:moveTo>
                  <a:lnTo>
                    <a:pt x="320223" y="1510810"/>
                  </a:lnTo>
                  <a:lnTo>
                    <a:pt x="331070" y="1511008"/>
                  </a:lnTo>
                  <a:close/>
                  <a:moveTo>
                    <a:pt x="388803" y="1552185"/>
                  </a:moveTo>
                  <a:lnTo>
                    <a:pt x="398591" y="1555138"/>
                  </a:lnTo>
                  <a:lnTo>
                    <a:pt x="416778" y="1521881"/>
                  </a:lnTo>
                  <a:close/>
                  <a:moveTo>
                    <a:pt x="299350" y="1503602"/>
                  </a:moveTo>
                  <a:lnTo>
                    <a:pt x="331070" y="1511008"/>
                  </a:lnTo>
                  <a:lnTo>
                    <a:pt x="339836" y="1494865"/>
                  </a:lnTo>
                  <a:close/>
                  <a:moveTo>
                    <a:pt x="281494" y="1500327"/>
                  </a:moveTo>
                  <a:lnTo>
                    <a:pt x="339836" y="1494865"/>
                  </a:lnTo>
                  <a:lnTo>
                    <a:pt x="352755" y="1457185"/>
                  </a:lnTo>
                  <a:close/>
                  <a:moveTo>
                    <a:pt x="416778" y="1521881"/>
                  </a:moveTo>
                  <a:lnTo>
                    <a:pt x="374420" y="1479508"/>
                  </a:lnTo>
                  <a:lnTo>
                    <a:pt x="331070" y="1511008"/>
                  </a:lnTo>
                  <a:close/>
                  <a:moveTo>
                    <a:pt x="388803" y="1552185"/>
                  </a:moveTo>
                  <a:lnTo>
                    <a:pt x="416778" y="1521881"/>
                  </a:lnTo>
                  <a:lnTo>
                    <a:pt x="331070" y="1511008"/>
                  </a:lnTo>
                  <a:close/>
                  <a:moveTo>
                    <a:pt x="428510" y="1430842"/>
                  </a:moveTo>
                  <a:lnTo>
                    <a:pt x="418248" y="1469099"/>
                  </a:lnTo>
                  <a:lnTo>
                    <a:pt x="477342" y="1438743"/>
                  </a:lnTo>
                  <a:close/>
                  <a:moveTo>
                    <a:pt x="355682" y="1419239"/>
                  </a:moveTo>
                  <a:lnTo>
                    <a:pt x="309102" y="1468648"/>
                  </a:lnTo>
                  <a:lnTo>
                    <a:pt x="352755" y="1457185"/>
                  </a:lnTo>
                  <a:close/>
                  <a:moveTo>
                    <a:pt x="395446" y="1403877"/>
                  </a:moveTo>
                  <a:lnTo>
                    <a:pt x="335825" y="1393885"/>
                  </a:lnTo>
                  <a:lnTo>
                    <a:pt x="355682" y="1419239"/>
                  </a:lnTo>
                  <a:close/>
                  <a:moveTo>
                    <a:pt x="517032" y="1364029"/>
                  </a:moveTo>
                  <a:lnTo>
                    <a:pt x="554343" y="1371678"/>
                  </a:lnTo>
                  <a:lnTo>
                    <a:pt x="509321" y="1307555"/>
                  </a:lnTo>
                  <a:close/>
                  <a:moveTo>
                    <a:pt x="614038" y="1361129"/>
                  </a:moveTo>
                  <a:lnTo>
                    <a:pt x="611921" y="1355689"/>
                  </a:lnTo>
                  <a:lnTo>
                    <a:pt x="561083" y="1307356"/>
                  </a:lnTo>
                  <a:close/>
                  <a:moveTo>
                    <a:pt x="540499" y="1320189"/>
                  </a:moveTo>
                  <a:lnTo>
                    <a:pt x="614038" y="1361129"/>
                  </a:lnTo>
                  <a:lnTo>
                    <a:pt x="561083" y="1307356"/>
                  </a:lnTo>
                  <a:close/>
                  <a:moveTo>
                    <a:pt x="509321" y="1307555"/>
                  </a:moveTo>
                  <a:lnTo>
                    <a:pt x="476172" y="1299469"/>
                  </a:lnTo>
                  <a:lnTo>
                    <a:pt x="501479" y="1304153"/>
                  </a:lnTo>
                  <a:close/>
                  <a:moveTo>
                    <a:pt x="409842" y="1224962"/>
                  </a:moveTo>
                  <a:lnTo>
                    <a:pt x="409900" y="1225174"/>
                  </a:lnTo>
                  <a:lnTo>
                    <a:pt x="425284" y="1149665"/>
                  </a:lnTo>
                  <a:close/>
                  <a:moveTo>
                    <a:pt x="499703" y="1201080"/>
                  </a:moveTo>
                  <a:lnTo>
                    <a:pt x="480377" y="1180288"/>
                  </a:lnTo>
                  <a:lnTo>
                    <a:pt x="510356" y="1219210"/>
                  </a:lnTo>
                  <a:close/>
                  <a:moveTo>
                    <a:pt x="541198" y="1252616"/>
                  </a:moveTo>
                  <a:lnTo>
                    <a:pt x="499703" y="1201080"/>
                  </a:lnTo>
                  <a:lnTo>
                    <a:pt x="510356" y="1219210"/>
                  </a:lnTo>
                  <a:close/>
                  <a:moveTo>
                    <a:pt x="265286" y="994933"/>
                  </a:moveTo>
                  <a:lnTo>
                    <a:pt x="280096" y="1003508"/>
                  </a:lnTo>
                  <a:lnTo>
                    <a:pt x="295695" y="1013822"/>
                  </a:lnTo>
                  <a:close/>
                  <a:moveTo>
                    <a:pt x="987202" y="1749608"/>
                  </a:moveTo>
                  <a:lnTo>
                    <a:pt x="989350" y="1767982"/>
                  </a:lnTo>
                  <a:lnTo>
                    <a:pt x="957442" y="1741217"/>
                  </a:lnTo>
                  <a:close/>
                  <a:moveTo>
                    <a:pt x="1021265" y="1697154"/>
                  </a:moveTo>
                  <a:lnTo>
                    <a:pt x="1030403" y="1704433"/>
                  </a:lnTo>
                  <a:lnTo>
                    <a:pt x="1022122" y="1692352"/>
                  </a:lnTo>
                  <a:close/>
                  <a:moveTo>
                    <a:pt x="623625" y="1280059"/>
                  </a:moveTo>
                  <a:lnTo>
                    <a:pt x="611921" y="1355689"/>
                  </a:lnTo>
                  <a:lnTo>
                    <a:pt x="649179" y="1327160"/>
                  </a:lnTo>
                  <a:close/>
                  <a:moveTo>
                    <a:pt x="649179" y="1327160"/>
                  </a:moveTo>
                  <a:lnTo>
                    <a:pt x="677468" y="1284801"/>
                  </a:lnTo>
                  <a:lnTo>
                    <a:pt x="653968" y="1280059"/>
                  </a:lnTo>
                  <a:close/>
                  <a:moveTo>
                    <a:pt x="649179" y="1327160"/>
                  </a:moveTo>
                  <a:lnTo>
                    <a:pt x="665379" y="1347950"/>
                  </a:lnTo>
                  <a:lnTo>
                    <a:pt x="677468" y="1284801"/>
                  </a:lnTo>
                  <a:close/>
                  <a:moveTo>
                    <a:pt x="645937" y="1335196"/>
                  </a:moveTo>
                  <a:lnTo>
                    <a:pt x="665379" y="1347950"/>
                  </a:lnTo>
                  <a:lnTo>
                    <a:pt x="649179" y="1327160"/>
                  </a:lnTo>
                  <a:close/>
                  <a:moveTo>
                    <a:pt x="653968" y="1280059"/>
                  </a:moveTo>
                  <a:lnTo>
                    <a:pt x="677468" y="1284801"/>
                  </a:lnTo>
                  <a:lnTo>
                    <a:pt x="675490" y="1250855"/>
                  </a:lnTo>
                  <a:close/>
                  <a:moveTo>
                    <a:pt x="1022122" y="1692352"/>
                  </a:moveTo>
                  <a:lnTo>
                    <a:pt x="1030403" y="1704433"/>
                  </a:lnTo>
                  <a:lnTo>
                    <a:pt x="1029174" y="1690724"/>
                  </a:lnTo>
                  <a:close/>
                  <a:moveTo>
                    <a:pt x="1029174" y="1690724"/>
                  </a:moveTo>
                  <a:lnTo>
                    <a:pt x="1088864" y="1680179"/>
                  </a:lnTo>
                  <a:lnTo>
                    <a:pt x="1051104" y="1646928"/>
                  </a:lnTo>
                  <a:close/>
                  <a:moveTo>
                    <a:pt x="1088864" y="1680179"/>
                  </a:moveTo>
                  <a:lnTo>
                    <a:pt x="1101657" y="1661259"/>
                  </a:lnTo>
                  <a:lnTo>
                    <a:pt x="1051104" y="1646928"/>
                  </a:lnTo>
                  <a:close/>
                  <a:moveTo>
                    <a:pt x="678115" y="1221532"/>
                  </a:moveTo>
                  <a:lnTo>
                    <a:pt x="653968" y="1280059"/>
                  </a:lnTo>
                  <a:lnTo>
                    <a:pt x="675490" y="1250855"/>
                  </a:lnTo>
                  <a:close/>
                  <a:moveTo>
                    <a:pt x="678115" y="1221532"/>
                  </a:moveTo>
                  <a:lnTo>
                    <a:pt x="662842" y="1203566"/>
                  </a:lnTo>
                  <a:lnTo>
                    <a:pt x="621522" y="1166816"/>
                  </a:lnTo>
                  <a:close/>
                  <a:moveTo>
                    <a:pt x="899659" y="1462111"/>
                  </a:moveTo>
                  <a:lnTo>
                    <a:pt x="863124" y="1410575"/>
                  </a:lnTo>
                  <a:lnTo>
                    <a:pt x="878208" y="1423778"/>
                  </a:lnTo>
                  <a:close/>
                  <a:moveTo>
                    <a:pt x="1101657" y="1661259"/>
                  </a:moveTo>
                  <a:lnTo>
                    <a:pt x="1164593" y="1656596"/>
                  </a:lnTo>
                  <a:lnTo>
                    <a:pt x="1147737" y="1592627"/>
                  </a:lnTo>
                  <a:close/>
                  <a:moveTo>
                    <a:pt x="1077863" y="1500894"/>
                  </a:moveTo>
                  <a:lnTo>
                    <a:pt x="1045584" y="1491391"/>
                  </a:lnTo>
                  <a:lnTo>
                    <a:pt x="1048135" y="1549824"/>
                  </a:lnTo>
                  <a:close/>
                  <a:moveTo>
                    <a:pt x="1044598" y="1487707"/>
                  </a:moveTo>
                  <a:lnTo>
                    <a:pt x="1046768" y="1489554"/>
                  </a:lnTo>
                  <a:lnTo>
                    <a:pt x="1021801" y="1445747"/>
                  </a:lnTo>
                  <a:close/>
                  <a:moveTo>
                    <a:pt x="1044598" y="1487707"/>
                  </a:moveTo>
                  <a:lnTo>
                    <a:pt x="1021801" y="1445747"/>
                  </a:lnTo>
                  <a:lnTo>
                    <a:pt x="1014315" y="1438017"/>
                  </a:lnTo>
                  <a:close/>
                  <a:moveTo>
                    <a:pt x="863124" y="1410575"/>
                  </a:moveTo>
                  <a:lnTo>
                    <a:pt x="868056" y="1394049"/>
                  </a:lnTo>
                  <a:lnTo>
                    <a:pt x="835438" y="1357824"/>
                  </a:lnTo>
                  <a:close/>
                  <a:moveTo>
                    <a:pt x="697342" y="1152892"/>
                  </a:moveTo>
                  <a:lnTo>
                    <a:pt x="744634" y="1199793"/>
                  </a:lnTo>
                  <a:lnTo>
                    <a:pt x="747820" y="1140102"/>
                  </a:lnTo>
                  <a:close/>
                  <a:moveTo>
                    <a:pt x="747820" y="1140102"/>
                  </a:moveTo>
                  <a:lnTo>
                    <a:pt x="804983" y="1131613"/>
                  </a:lnTo>
                  <a:lnTo>
                    <a:pt x="758236" y="1115750"/>
                  </a:lnTo>
                  <a:close/>
                  <a:moveTo>
                    <a:pt x="804983" y="1131613"/>
                  </a:moveTo>
                  <a:lnTo>
                    <a:pt x="806474" y="1121429"/>
                  </a:lnTo>
                  <a:lnTo>
                    <a:pt x="758236" y="1115750"/>
                  </a:lnTo>
                  <a:close/>
                  <a:moveTo>
                    <a:pt x="1044598" y="1487707"/>
                  </a:moveTo>
                  <a:lnTo>
                    <a:pt x="1014315" y="1438017"/>
                  </a:lnTo>
                  <a:lnTo>
                    <a:pt x="1071911" y="1454922"/>
                  </a:lnTo>
                  <a:close/>
                  <a:moveTo>
                    <a:pt x="1071911" y="1454922"/>
                  </a:moveTo>
                  <a:lnTo>
                    <a:pt x="1014315" y="1438017"/>
                  </a:lnTo>
                  <a:lnTo>
                    <a:pt x="1002943" y="1485839"/>
                  </a:lnTo>
                  <a:close/>
                  <a:moveTo>
                    <a:pt x="1114999" y="1533446"/>
                  </a:moveTo>
                  <a:lnTo>
                    <a:pt x="1046768" y="1489554"/>
                  </a:lnTo>
                  <a:lnTo>
                    <a:pt x="1108885" y="1475674"/>
                  </a:lnTo>
                  <a:close/>
                  <a:moveTo>
                    <a:pt x="1045584" y="1491391"/>
                  </a:moveTo>
                  <a:lnTo>
                    <a:pt x="1046768" y="1489554"/>
                  </a:lnTo>
                  <a:lnTo>
                    <a:pt x="1078395" y="1479166"/>
                  </a:lnTo>
                  <a:close/>
                  <a:moveTo>
                    <a:pt x="581841" y="847380"/>
                  </a:moveTo>
                  <a:lnTo>
                    <a:pt x="530139" y="819578"/>
                  </a:lnTo>
                  <a:lnTo>
                    <a:pt x="527835" y="818129"/>
                  </a:lnTo>
                  <a:close/>
                  <a:moveTo>
                    <a:pt x="1377113" y="1587741"/>
                  </a:moveTo>
                  <a:lnTo>
                    <a:pt x="1337387" y="1544439"/>
                  </a:lnTo>
                  <a:lnTo>
                    <a:pt x="1293728" y="1585556"/>
                  </a:lnTo>
                  <a:close/>
                  <a:moveTo>
                    <a:pt x="1270965" y="1540222"/>
                  </a:moveTo>
                  <a:lnTo>
                    <a:pt x="1275394" y="1544439"/>
                  </a:lnTo>
                  <a:lnTo>
                    <a:pt x="1247805" y="1501442"/>
                  </a:lnTo>
                  <a:close/>
                  <a:moveTo>
                    <a:pt x="1275394" y="1544439"/>
                  </a:moveTo>
                  <a:lnTo>
                    <a:pt x="1298080" y="1561294"/>
                  </a:lnTo>
                  <a:lnTo>
                    <a:pt x="1247805" y="1501442"/>
                  </a:lnTo>
                  <a:close/>
                  <a:moveTo>
                    <a:pt x="1270965" y="1540222"/>
                  </a:moveTo>
                  <a:lnTo>
                    <a:pt x="1247805" y="1501442"/>
                  </a:lnTo>
                  <a:lnTo>
                    <a:pt x="1236515" y="1492902"/>
                  </a:lnTo>
                  <a:close/>
                  <a:moveTo>
                    <a:pt x="1021540" y="1266596"/>
                  </a:moveTo>
                  <a:lnTo>
                    <a:pt x="1095448" y="1298370"/>
                  </a:lnTo>
                  <a:lnTo>
                    <a:pt x="1106281" y="1273850"/>
                  </a:lnTo>
                  <a:close/>
                  <a:moveTo>
                    <a:pt x="1021540" y="1266596"/>
                  </a:moveTo>
                  <a:lnTo>
                    <a:pt x="1106281" y="1273850"/>
                  </a:lnTo>
                  <a:lnTo>
                    <a:pt x="1053070" y="1249583"/>
                  </a:lnTo>
                  <a:close/>
                  <a:moveTo>
                    <a:pt x="968100" y="1207777"/>
                  </a:moveTo>
                  <a:lnTo>
                    <a:pt x="1008175" y="1259313"/>
                  </a:lnTo>
                  <a:lnTo>
                    <a:pt x="1029307" y="1235220"/>
                  </a:lnTo>
                  <a:close/>
                  <a:moveTo>
                    <a:pt x="71332" y="125508"/>
                  </a:moveTo>
                  <a:lnTo>
                    <a:pt x="71268" y="118191"/>
                  </a:lnTo>
                  <a:lnTo>
                    <a:pt x="53769" y="69674"/>
                  </a:lnTo>
                  <a:close/>
                  <a:moveTo>
                    <a:pt x="1127965" y="1286756"/>
                  </a:moveTo>
                  <a:lnTo>
                    <a:pt x="1184257" y="1264152"/>
                  </a:lnTo>
                  <a:lnTo>
                    <a:pt x="1106281" y="1273850"/>
                  </a:lnTo>
                  <a:close/>
                  <a:moveTo>
                    <a:pt x="1106281" y="1273850"/>
                  </a:moveTo>
                  <a:lnTo>
                    <a:pt x="1184257" y="1264152"/>
                  </a:lnTo>
                  <a:lnTo>
                    <a:pt x="1185473" y="1260360"/>
                  </a:lnTo>
                  <a:close/>
                  <a:moveTo>
                    <a:pt x="1106713" y="1159589"/>
                  </a:moveTo>
                  <a:lnTo>
                    <a:pt x="1110100" y="1160972"/>
                  </a:lnTo>
                  <a:lnTo>
                    <a:pt x="1107928" y="1145108"/>
                  </a:lnTo>
                  <a:close/>
                  <a:moveTo>
                    <a:pt x="1113517" y="1166005"/>
                  </a:moveTo>
                  <a:lnTo>
                    <a:pt x="1110100" y="1160972"/>
                  </a:lnTo>
                  <a:lnTo>
                    <a:pt x="1106713" y="1159589"/>
                  </a:lnTo>
                  <a:close/>
                  <a:moveTo>
                    <a:pt x="162406" y="82080"/>
                  </a:moveTo>
                  <a:lnTo>
                    <a:pt x="202102" y="87790"/>
                  </a:lnTo>
                  <a:lnTo>
                    <a:pt x="197808" y="28537"/>
                  </a:lnTo>
                  <a:close/>
                  <a:moveTo>
                    <a:pt x="162406" y="82080"/>
                  </a:moveTo>
                  <a:lnTo>
                    <a:pt x="197808" y="28537"/>
                  </a:lnTo>
                  <a:lnTo>
                    <a:pt x="149194" y="30078"/>
                  </a:lnTo>
                  <a:close/>
                  <a:moveTo>
                    <a:pt x="149194" y="30078"/>
                  </a:moveTo>
                  <a:lnTo>
                    <a:pt x="197808" y="28537"/>
                  </a:lnTo>
                  <a:lnTo>
                    <a:pt x="147579" y="0"/>
                  </a:lnTo>
                  <a:close/>
                  <a:moveTo>
                    <a:pt x="1331852" y="1468809"/>
                  </a:moveTo>
                  <a:lnTo>
                    <a:pt x="1295508" y="1437899"/>
                  </a:lnTo>
                  <a:lnTo>
                    <a:pt x="1332845" y="1470288"/>
                  </a:lnTo>
                  <a:close/>
                  <a:moveTo>
                    <a:pt x="1331852" y="1468809"/>
                  </a:moveTo>
                  <a:lnTo>
                    <a:pt x="1306198" y="1417272"/>
                  </a:lnTo>
                  <a:lnTo>
                    <a:pt x="1295508" y="1437899"/>
                  </a:lnTo>
                  <a:close/>
                  <a:moveTo>
                    <a:pt x="1234931" y="1270597"/>
                  </a:moveTo>
                  <a:lnTo>
                    <a:pt x="1289479" y="1299868"/>
                  </a:lnTo>
                  <a:lnTo>
                    <a:pt x="1318263" y="1272588"/>
                  </a:lnTo>
                  <a:close/>
                  <a:moveTo>
                    <a:pt x="1265623" y="1250453"/>
                  </a:moveTo>
                  <a:lnTo>
                    <a:pt x="1234931" y="1270597"/>
                  </a:lnTo>
                  <a:lnTo>
                    <a:pt x="1318263" y="1272588"/>
                  </a:lnTo>
                  <a:close/>
                  <a:moveTo>
                    <a:pt x="1113517" y="1166005"/>
                  </a:moveTo>
                  <a:lnTo>
                    <a:pt x="1106713" y="1159589"/>
                  </a:lnTo>
                  <a:lnTo>
                    <a:pt x="1119522" y="1135495"/>
                  </a:lnTo>
                  <a:close/>
                  <a:moveTo>
                    <a:pt x="1238012" y="1147217"/>
                  </a:moveTo>
                  <a:lnTo>
                    <a:pt x="1222680" y="1135495"/>
                  </a:lnTo>
                  <a:lnTo>
                    <a:pt x="1228587" y="1140608"/>
                  </a:lnTo>
                  <a:close/>
                  <a:moveTo>
                    <a:pt x="1119522" y="1135495"/>
                  </a:moveTo>
                  <a:lnTo>
                    <a:pt x="1107928" y="1145108"/>
                  </a:lnTo>
                  <a:lnTo>
                    <a:pt x="1061850" y="1099473"/>
                  </a:lnTo>
                  <a:close/>
                  <a:moveTo>
                    <a:pt x="1106713" y="1159589"/>
                  </a:moveTo>
                  <a:lnTo>
                    <a:pt x="1107928" y="1145108"/>
                  </a:lnTo>
                  <a:lnTo>
                    <a:pt x="1119522" y="1135495"/>
                  </a:lnTo>
                  <a:close/>
                  <a:moveTo>
                    <a:pt x="815307" y="723202"/>
                  </a:moveTo>
                  <a:lnTo>
                    <a:pt x="772734" y="743391"/>
                  </a:lnTo>
                  <a:lnTo>
                    <a:pt x="794230" y="798833"/>
                  </a:lnTo>
                  <a:close/>
                  <a:moveTo>
                    <a:pt x="862489" y="791262"/>
                  </a:moveTo>
                  <a:lnTo>
                    <a:pt x="833247" y="816831"/>
                  </a:lnTo>
                  <a:lnTo>
                    <a:pt x="912775" y="804597"/>
                  </a:lnTo>
                  <a:close/>
                  <a:moveTo>
                    <a:pt x="765073" y="736613"/>
                  </a:moveTo>
                  <a:lnTo>
                    <a:pt x="772734" y="743391"/>
                  </a:lnTo>
                  <a:lnTo>
                    <a:pt x="833471" y="682767"/>
                  </a:lnTo>
                  <a:close/>
                  <a:moveTo>
                    <a:pt x="725483" y="628373"/>
                  </a:moveTo>
                  <a:lnTo>
                    <a:pt x="706726" y="693143"/>
                  </a:lnTo>
                  <a:lnTo>
                    <a:pt x="777972" y="649944"/>
                  </a:lnTo>
                  <a:close/>
                  <a:moveTo>
                    <a:pt x="777972" y="649944"/>
                  </a:moveTo>
                  <a:lnTo>
                    <a:pt x="750329" y="681489"/>
                  </a:lnTo>
                  <a:lnTo>
                    <a:pt x="827648" y="660994"/>
                  </a:lnTo>
                  <a:close/>
                  <a:moveTo>
                    <a:pt x="1106376" y="1032422"/>
                  </a:moveTo>
                  <a:lnTo>
                    <a:pt x="1071981" y="980886"/>
                  </a:lnTo>
                  <a:lnTo>
                    <a:pt x="1081978" y="995606"/>
                  </a:lnTo>
                  <a:close/>
                  <a:moveTo>
                    <a:pt x="1318263" y="1272588"/>
                  </a:moveTo>
                  <a:lnTo>
                    <a:pt x="1326006" y="1224876"/>
                  </a:lnTo>
                  <a:lnTo>
                    <a:pt x="1265623" y="1250453"/>
                  </a:lnTo>
                  <a:close/>
                  <a:moveTo>
                    <a:pt x="1265623" y="1250453"/>
                  </a:moveTo>
                  <a:lnTo>
                    <a:pt x="1326006" y="1224876"/>
                  </a:lnTo>
                  <a:lnTo>
                    <a:pt x="1273992" y="1229180"/>
                  </a:lnTo>
                  <a:close/>
                  <a:moveTo>
                    <a:pt x="1273992" y="1229180"/>
                  </a:moveTo>
                  <a:lnTo>
                    <a:pt x="1282716" y="1187032"/>
                  </a:lnTo>
                  <a:lnTo>
                    <a:pt x="1254599" y="1209233"/>
                  </a:lnTo>
                  <a:close/>
                  <a:moveTo>
                    <a:pt x="1225158" y="1168157"/>
                  </a:moveTo>
                  <a:lnTo>
                    <a:pt x="1243180" y="1187032"/>
                  </a:lnTo>
                  <a:lnTo>
                    <a:pt x="1189532" y="1140634"/>
                  </a:lnTo>
                  <a:close/>
                  <a:moveTo>
                    <a:pt x="1222680" y="1135495"/>
                  </a:moveTo>
                  <a:lnTo>
                    <a:pt x="1238012" y="1147217"/>
                  </a:lnTo>
                  <a:lnTo>
                    <a:pt x="1236564" y="1134123"/>
                  </a:lnTo>
                  <a:close/>
                  <a:moveTo>
                    <a:pt x="1118977" y="1051519"/>
                  </a:moveTo>
                  <a:lnTo>
                    <a:pt x="1198839" y="1064068"/>
                  </a:lnTo>
                  <a:lnTo>
                    <a:pt x="1201120" y="1049061"/>
                  </a:lnTo>
                  <a:close/>
                  <a:moveTo>
                    <a:pt x="859146" y="711121"/>
                  </a:moveTo>
                  <a:lnTo>
                    <a:pt x="879772" y="681202"/>
                  </a:lnTo>
                  <a:lnTo>
                    <a:pt x="833471" y="682767"/>
                  </a:lnTo>
                  <a:close/>
                  <a:moveTo>
                    <a:pt x="747411" y="492962"/>
                  </a:moveTo>
                  <a:lnTo>
                    <a:pt x="749688" y="544499"/>
                  </a:lnTo>
                  <a:lnTo>
                    <a:pt x="726614" y="517056"/>
                  </a:lnTo>
                  <a:close/>
                  <a:moveTo>
                    <a:pt x="418643" y="80669"/>
                  </a:moveTo>
                  <a:lnTo>
                    <a:pt x="408365" y="141426"/>
                  </a:lnTo>
                  <a:lnTo>
                    <a:pt x="425381" y="82957"/>
                  </a:lnTo>
                  <a:close/>
                  <a:moveTo>
                    <a:pt x="451923" y="80669"/>
                  </a:moveTo>
                  <a:lnTo>
                    <a:pt x="425381" y="82957"/>
                  </a:lnTo>
                  <a:lnTo>
                    <a:pt x="408365" y="141426"/>
                  </a:lnTo>
                  <a:close/>
                  <a:moveTo>
                    <a:pt x="374649" y="55145"/>
                  </a:moveTo>
                  <a:lnTo>
                    <a:pt x="418643" y="80669"/>
                  </a:lnTo>
                  <a:lnTo>
                    <a:pt x="343702" y="48635"/>
                  </a:lnTo>
                  <a:close/>
                  <a:moveTo>
                    <a:pt x="902576" y="631561"/>
                  </a:moveTo>
                  <a:lnTo>
                    <a:pt x="931331" y="604175"/>
                  </a:lnTo>
                  <a:lnTo>
                    <a:pt x="847182" y="599130"/>
                  </a:lnTo>
                  <a:close/>
                  <a:moveTo>
                    <a:pt x="790757" y="427943"/>
                  </a:moveTo>
                  <a:lnTo>
                    <a:pt x="839966" y="475743"/>
                  </a:lnTo>
                  <a:lnTo>
                    <a:pt x="847071" y="463816"/>
                  </a:lnTo>
                  <a:close/>
                  <a:moveTo>
                    <a:pt x="839966" y="475743"/>
                  </a:moveTo>
                  <a:lnTo>
                    <a:pt x="865326" y="468868"/>
                  </a:lnTo>
                  <a:lnTo>
                    <a:pt x="847071" y="463816"/>
                  </a:lnTo>
                  <a:close/>
                  <a:moveTo>
                    <a:pt x="570806" y="228922"/>
                  </a:moveTo>
                  <a:lnTo>
                    <a:pt x="568164" y="254635"/>
                  </a:lnTo>
                  <a:lnTo>
                    <a:pt x="573180" y="235279"/>
                  </a:lnTo>
                  <a:close/>
                  <a:moveTo>
                    <a:pt x="570806" y="228922"/>
                  </a:moveTo>
                  <a:lnTo>
                    <a:pt x="573180" y="235279"/>
                  </a:lnTo>
                  <a:lnTo>
                    <a:pt x="554626" y="204017"/>
                  </a:lnTo>
                  <a:close/>
                  <a:moveTo>
                    <a:pt x="973730" y="568445"/>
                  </a:moveTo>
                  <a:lnTo>
                    <a:pt x="958915" y="517747"/>
                  </a:lnTo>
                  <a:lnTo>
                    <a:pt x="943289" y="555211"/>
                  </a:lnTo>
                  <a:close/>
                  <a:moveTo>
                    <a:pt x="930631" y="466656"/>
                  </a:moveTo>
                  <a:lnTo>
                    <a:pt x="927376" y="520405"/>
                  </a:lnTo>
                  <a:lnTo>
                    <a:pt x="948755" y="463264"/>
                  </a:lnTo>
                  <a:close/>
                  <a:moveTo>
                    <a:pt x="948755" y="463264"/>
                  </a:moveTo>
                  <a:lnTo>
                    <a:pt x="927376" y="520405"/>
                  </a:lnTo>
                  <a:lnTo>
                    <a:pt x="958915" y="517747"/>
                  </a:lnTo>
                  <a:close/>
                  <a:moveTo>
                    <a:pt x="962826" y="389082"/>
                  </a:moveTo>
                  <a:lnTo>
                    <a:pt x="954529" y="381330"/>
                  </a:lnTo>
                  <a:lnTo>
                    <a:pt x="925070" y="381794"/>
                  </a:lnTo>
                  <a:close/>
                  <a:moveTo>
                    <a:pt x="962826" y="389082"/>
                  </a:moveTo>
                  <a:lnTo>
                    <a:pt x="961302" y="406652"/>
                  </a:lnTo>
                  <a:lnTo>
                    <a:pt x="971200" y="393238"/>
                  </a:lnTo>
                  <a:close/>
                  <a:moveTo>
                    <a:pt x="962826" y="389082"/>
                  </a:moveTo>
                  <a:lnTo>
                    <a:pt x="971200" y="393238"/>
                  </a:lnTo>
                  <a:lnTo>
                    <a:pt x="954529" y="381330"/>
                  </a:lnTo>
                  <a:close/>
                </a:path>
              </a:pathLst>
            </a:custGeom>
            <a:solidFill>
              <a:srgbClr val="F1F3F5"/>
            </a:solidFill>
            <a:ln w="1524">
              <a:solidFill>
                <a:srgbClr val="F1F3F5"/>
              </a:solidFill>
            </a:ln>
          </p:spPr>
        </p:sp>
        <p:sp>
          <p:nvSpPr>
            <p:cNvPr id="4233" name="Output_density__4232">
              <a:extLst>
                <a:ext uri="{FF2B5EF4-FFF2-40B4-BE49-F238E27FC236}">
                  <a16:creationId xmlns:a16="http://schemas.microsoft.com/office/drawing/2014/main" id="{4923DDC7-8628-2014-9BB6-BBF8E61E9A68}"/>
                </a:ext>
              </a:extLst>
            </p:cNvPr>
            <p:cNvSpPr>
              <a:spLocks noGrp="1"/>
            </p:cNvSpPr>
            <p:nvPr/>
          </p:nvSpPr>
          <p:spPr>
            <a:xfrm>
              <a:off x="15352531" y="2717792"/>
              <a:ext cx="1372469" cy="1746633"/>
            </a:xfrm>
            <a:custGeom>
              <a:avLst/>
              <a:gdLst/>
              <a:ahLst/>
              <a:cxnLst/>
              <a:rect l="0" t="0" r="0" b="0"/>
              <a:pathLst>
                <a:path w="1372469" h="1746633">
                  <a:moveTo>
                    <a:pt x="5604" y="1555329"/>
                  </a:moveTo>
                  <a:lnTo>
                    <a:pt x="6194" y="1553085"/>
                  </a:lnTo>
                  <a:lnTo>
                    <a:pt x="0" y="1578628"/>
                  </a:lnTo>
                  <a:close/>
                  <a:moveTo>
                    <a:pt x="0" y="1578628"/>
                  </a:moveTo>
                  <a:lnTo>
                    <a:pt x="6194" y="1553085"/>
                  </a:lnTo>
                  <a:lnTo>
                    <a:pt x="37130" y="1502997"/>
                  </a:lnTo>
                  <a:close/>
                  <a:moveTo>
                    <a:pt x="6007" y="1554534"/>
                  </a:moveTo>
                  <a:lnTo>
                    <a:pt x="5604" y="1555329"/>
                  </a:lnTo>
                  <a:lnTo>
                    <a:pt x="7954" y="1559663"/>
                  </a:lnTo>
                  <a:close/>
                  <a:moveTo>
                    <a:pt x="6194" y="1553085"/>
                  </a:moveTo>
                  <a:lnTo>
                    <a:pt x="5604" y="1555329"/>
                  </a:lnTo>
                  <a:lnTo>
                    <a:pt x="6007" y="1554534"/>
                  </a:lnTo>
                  <a:close/>
                  <a:moveTo>
                    <a:pt x="6007" y="1554534"/>
                  </a:moveTo>
                  <a:lnTo>
                    <a:pt x="7954" y="1559663"/>
                  </a:lnTo>
                  <a:lnTo>
                    <a:pt x="23696" y="1540620"/>
                  </a:lnTo>
                  <a:close/>
                  <a:moveTo>
                    <a:pt x="6194" y="1553085"/>
                  </a:moveTo>
                  <a:lnTo>
                    <a:pt x="6007" y="1554534"/>
                  </a:lnTo>
                  <a:lnTo>
                    <a:pt x="23696" y="1540620"/>
                  </a:lnTo>
                  <a:close/>
                  <a:moveTo>
                    <a:pt x="119213" y="1491388"/>
                  </a:moveTo>
                  <a:lnTo>
                    <a:pt x="73881" y="1496576"/>
                  </a:lnTo>
                  <a:lnTo>
                    <a:pt x="148337" y="1465378"/>
                  </a:lnTo>
                  <a:close/>
                  <a:moveTo>
                    <a:pt x="171340" y="1379179"/>
                  </a:moveTo>
                  <a:lnTo>
                    <a:pt x="188186" y="1395354"/>
                  </a:lnTo>
                  <a:lnTo>
                    <a:pt x="163890" y="1388630"/>
                  </a:lnTo>
                  <a:close/>
                  <a:moveTo>
                    <a:pt x="203020" y="1360255"/>
                  </a:moveTo>
                  <a:lnTo>
                    <a:pt x="188186" y="1395354"/>
                  </a:lnTo>
                  <a:lnTo>
                    <a:pt x="171340" y="1379179"/>
                  </a:lnTo>
                  <a:close/>
                  <a:moveTo>
                    <a:pt x="270825" y="1304188"/>
                  </a:moveTo>
                  <a:lnTo>
                    <a:pt x="225865" y="1364721"/>
                  </a:lnTo>
                  <a:lnTo>
                    <a:pt x="248463" y="1355085"/>
                  </a:lnTo>
                  <a:close/>
                  <a:moveTo>
                    <a:pt x="203020" y="1360255"/>
                  </a:moveTo>
                  <a:lnTo>
                    <a:pt x="225865" y="1364721"/>
                  </a:lnTo>
                  <a:lnTo>
                    <a:pt x="270825" y="1304188"/>
                  </a:lnTo>
                  <a:close/>
                  <a:moveTo>
                    <a:pt x="273112" y="1303548"/>
                  </a:moveTo>
                  <a:lnTo>
                    <a:pt x="290337" y="1242242"/>
                  </a:lnTo>
                  <a:lnTo>
                    <a:pt x="293536" y="1227918"/>
                  </a:lnTo>
                  <a:close/>
                  <a:moveTo>
                    <a:pt x="541264" y="1235476"/>
                  </a:moveTo>
                  <a:lnTo>
                    <a:pt x="555226" y="1282803"/>
                  </a:lnTo>
                  <a:lnTo>
                    <a:pt x="541198" y="1231267"/>
                  </a:lnTo>
                  <a:close/>
                  <a:moveTo>
                    <a:pt x="367338" y="1200185"/>
                  </a:moveTo>
                  <a:lnTo>
                    <a:pt x="425284" y="1128315"/>
                  </a:lnTo>
                  <a:lnTo>
                    <a:pt x="367947" y="1136947"/>
                  </a:lnTo>
                  <a:close/>
                  <a:moveTo>
                    <a:pt x="425284" y="1128315"/>
                  </a:moveTo>
                  <a:lnTo>
                    <a:pt x="480377" y="1158938"/>
                  </a:lnTo>
                  <a:lnTo>
                    <a:pt x="425785" y="1128194"/>
                  </a:lnTo>
                  <a:close/>
                  <a:moveTo>
                    <a:pt x="367947" y="1136947"/>
                  </a:moveTo>
                  <a:lnTo>
                    <a:pt x="425284" y="1128315"/>
                  </a:lnTo>
                  <a:lnTo>
                    <a:pt x="411363" y="1076890"/>
                  </a:lnTo>
                  <a:close/>
                  <a:moveTo>
                    <a:pt x="425785" y="1128194"/>
                  </a:moveTo>
                  <a:lnTo>
                    <a:pt x="460082" y="1083059"/>
                  </a:lnTo>
                  <a:lnTo>
                    <a:pt x="425284" y="1128315"/>
                  </a:lnTo>
                  <a:close/>
                  <a:moveTo>
                    <a:pt x="425284" y="1128315"/>
                  </a:moveTo>
                  <a:lnTo>
                    <a:pt x="460082" y="1083059"/>
                  </a:lnTo>
                  <a:lnTo>
                    <a:pt x="452624" y="1081328"/>
                  </a:lnTo>
                  <a:close/>
                  <a:moveTo>
                    <a:pt x="425284" y="1128315"/>
                  </a:moveTo>
                  <a:lnTo>
                    <a:pt x="452624" y="1081328"/>
                  </a:lnTo>
                  <a:lnTo>
                    <a:pt x="411363" y="1076890"/>
                  </a:lnTo>
                  <a:close/>
                  <a:moveTo>
                    <a:pt x="373213" y="1067848"/>
                  </a:moveTo>
                  <a:lnTo>
                    <a:pt x="350568" y="1088333"/>
                  </a:lnTo>
                  <a:lnTo>
                    <a:pt x="411363" y="1076890"/>
                  </a:lnTo>
                  <a:close/>
                  <a:moveTo>
                    <a:pt x="265286" y="973584"/>
                  </a:moveTo>
                  <a:lnTo>
                    <a:pt x="256271" y="922047"/>
                  </a:lnTo>
                  <a:lnTo>
                    <a:pt x="263946" y="932544"/>
                  </a:lnTo>
                  <a:close/>
                  <a:moveTo>
                    <a:pt x="263946" y="932544"/>
                  </a:moveTo>
                  <a:lnTo>
                    <a:pt x="256271" y="922047"/>
                  </a:lnTo>
                  <a:lnTo>
                    <a:pt x="270856" y="899605"/>
                  </a:lnTo>
                  <a:close/>
                  <a:moveTo>
                    <a:pt x="957442" y="1719868"/>
                  </a:moveTo>
                  <a:lnTo>
                    <a:pt x="942646" y="1746633"/>
                  </a:lnTo>
                  <a:lnTo>
                    <a:pt x="987202" y="1728258"/>
                  </a:lnTo>
                  <a:close/>
                  <a:moveTo>
                    <a:pt x="561868" y="1281468"/>
                  </a:moveTo>
                  <a:lnTo>
                    <a:pt x="561083" y="1286007"/>
                  </a:lnTo>
                  <a:lnTo>
                    <a:pt x="623625" y="1258709"/>
                  </a:lnTo>
                  <a:close/>
                  <a:moveTo>
                    <a:pt x="555226" y="1282803"/>
                  </a:moveTo>
                  <a:lnTo>
                    <a:pt x="561083" y="1286007"/>
                  </a:lnTo>
                  <a:lnTo>
                    <a:pt x="561868" y="1281468"/>
                  </a:lnTo>
                  <a:close/>
                  <a:moveTo>
                    <a:pt x="541198" y="1231267"/>
                  </a:moveTo>
                  <a:lnTo>
                    <a:pt x="555226" y="1282803"/>
                  </a:lnTo>
                  <a:lnTo>
                    <a:pt x="561868" y="1281468"/>
                  </a:lnTo>
                  <a:close/>
                  <a:moveTo>
                    <a:pt x="623625" y="1258709"/>
                  </a:moveTo>
                  <a:lnTo>
                    <a:pt x="611380" y="1207172"/>
                  </a:lnTo>
                  <a:lnTo>
                    <a:pt x="561868" y="1281468"/>
                  </a:lnTo>
                  <a:close/>
                  <a:moveTo>
                    <a:pt x="611380" y="1207172"/>
                  </a:moveTo>
                  <a:lnTo>
                    <a:pt x="553962" y="1225153"/>
                  </a:lnTo>
                  <a:lnTo>
                    <a:pt x="561868" y="1281468"/>
                  </a:lnTo>
                  <a:close/>
                  <a:moveTo>
                    <a:pt x="516944" y="1104100"/>
                  </a:moveTo>
                  <a:lnTo>
                    <a:pt x="480377" y="1158938"/>
                  </a:lnTo>
                  <a:lnTo>
                    <a:pt x="499703" y="1179730"/>
                  </a:lnTo>
                  <a:close/>
                  <a:moveTo>
                    <a:pt x="516944" y="1104100"/>
                  </a:moveTo>
                  <a:lnTo>
                    <a:pt x="499703" y="1179730"/>
                  </a:lnTo>
                  <a:lnTo>
                    <a:pt x="534179" y="1155636"/>
                  </a:lnTo>
                  <a:close/>
                  <a:moveTo>
                    <a:pt x="425785" y="1128194"/>
                  </a:moveTo>
                  <a:lnTo>
                    <a:pt x="480377" y="1158938"/>
                  </a:lnTo>
                  <a:lnTo>
                    <a:pt x="491887" y="1112150"/>
                  </a:lnTo>
                  <a:close/>
                  <a:moveTo>
                    <a:pt x="460082" y="1083059"/>
                  </a:moveTo>
                  <a:lnTo>
                    <a:pt x="425785" y="1128194"/>
                  </a:lnTo>
                  <a:lnTo>
                    <a:pt x="491887" y="1112150"/>
                  </a:lnTo>
                  <a:close/>
                  <a:moveTo>
                    <a:pt x="460082" y="1083059"/>
                  </a:moveTo>
                  <a:lnTo>
                    <a:pt x="491887" y="1112150"/>
                  </a:lnTo>
                  <a:lnTo>
                    <a:pt x="538694" y="1067399"/>
                  </a:lnTo>
                  <a:close/>
                  <a:moveTo>
                    <a:pt x="337206" y="848224"/>
                  </a:moveTo>
                  <a:lnTo>
                    <a:pt x="341739" y="855052"/>
                  </a:lnTo>
                  <a:lnTo>
                    <a:pt x="392547" y="870336"/>
                  </a:lnTo>
                  <a:close/>
                  <a:moveTo>
                    <a:pt x="988057" y="1619465"/>
                  </a:moveTo>
                  <a:lnTo>
                    <a:pt x="1022122" y="1671002"/>
                  </a:lnTo>
                  <a:lnTo>
                    <a:pt x="1024974" y="1595371"/>
                  </a:lnTo>
                  <a:close/>
                  <a:moveTo>
                    <a:pt x="963145" y="1567929"/>
                  </a:moveTo>
                  <a:lnTo>
                    <a:pt x="988057" y="1619465"/>
                  </a:lnTo>
                  <a:lnTo>
                    <a:pt x="1024974" y="1595371"/>
                  </a:lnTo>
                  <a:close/>
                  <a:moveTo>
                    <a:pt x="963145" y="1567929"/>
                  </a:moveTo>
                  <a:lnTo>
                    <a:pt x="1024974" y="1595371"/>
                  </a:lnTo>
                  <a:lnTo>
                    <a:pt x="994051" y="1543835"/>
                  </a:lnTo>
                  <a:close/>
                  <a:moveTo>
                    <a:pt x="994051" y="1543835"/>
                  </a:moveTo>
                  <a:lnTo>
                    <a:pt x="939233" y="1516392"/>
                  </a:lnTo>
                  <a:lnTo>
                    <a:pt x="963145" y="1567929"/>
                  </a:lnTo>
                  <a:close/>
                  <a:moveTo>
                    <a:pt x="611380" y="1207172"/>
                  </a:moveTo>
                  <a:lnTo>
                    <a:pt x="644191" y="1252523"/>
                  </a:lnTo>
                  <a:lnTo>
                    <a:pt x="626738" y="1203969"/>
                  </a:lnTo>
                  <a:close/>
                  <a:moveTo>
                    <a:pt x="611380" y="1207172"/>
                  </a:moveTo>
                  <a:lnTo>
                    <a:pt x="623625" y="1258709"/>
                  </a:lnTo>
                  <a:lnTo>
                    <a:pt x="644191" y="1252523"/>
                  </a:lnTo>
                  <a:close/>
                  <a:moveTo>
                    <a:pt x="626738" y="1203969"/>
                  </a:moveTo>
                  <a:lnTo>
                    <a:pt x="644191" y="1252523"/>
                  </a:lnTo>
                  <a:lnTo>
                    <a:pt x="678115" y="1200183"/>
                  </a:lnTo>
                  <a:close/>
                  <a:moveTo>
                    <a:pt x="626738" y="1203969"/>
                  </a:moveTo>
                  <a:lnTo>
                    <a:pt x="572382" y="1193354"/>
                  </a:lnTo>
                  <a:lnTo>
                    <a:pt x="611380" y="1207172"/>
                  </a:lnTo>
                  <a:close/>
                  <a:moveTo>
                    <a:pt x="582898" y="1138885"/>
                  </a:moveTo>
                  <a:lnTo>
                    <a:pt x="572382" y="1193354"/>
                  </a:lnTo>
                  <a:lnTo>
                    <a:pt x="626738" y="1203969"/>
                  </a:lnTo>
                  <a:close/>
                  <a:moveTo>
                    <a:pt x="516944" y="1104100"/>
                  </a:moveTo>
                  <a:lnTo>
                    <a:pt x="534179" y="1155636"/>
                  </a:lnTo>
                  <a:lnTo>
                    <a:pt x="582898" y="1138885"/>
                  </a:lnTo>
                  <a:close/>
                  <a:moveTo>
                    <a:pt x="582898" y="1138885"/>
                  </a:moveTo>
                  <a:lnTo>
                    <a:pt x="621522" y="1145467"/>
                  </a:lnTo>
                  <a:lnTo>
                    <a:pt x="624640" y="1080189"/>
                  </a:lnTo>
                  <a:close/>
                  <a:moveTo>
                    <a:pt x="392547" y="870336"/>
                  </a:moveTo>
                  <a:lnTo>
                    <a:pt x="341739" y="855052"/>
                  </a:lnTo>
                  <a:lnTo>
                    <a:pt x="423585" y="851479"/>
                  </a:lnTo>
                  <a:close/>
                  <a:moveTo>
                    <a:pt x="392547" y="870336"/>
                  </a:moveTo>
                  <a:lnTo>
                    <a:pt x="423585" y="851479"/>
                  </a:lnTo>
                  <a:lnTo>
                    <a:pt x="415342" y="846416"/>
                  </a:lnTo>
                  <a:close/>
                  <a:moveTo>
                    <a:pt x="423585" y="851479"/>
                  </a:moveTo>
                  <a:lnTo>
                    <a:pt x="458885" y="822322"/>
                  </a:lnTo>
                  <a:lnTo>
                    <a:pt x="415342" y="846416"/>
                  </a:lnTo>
                  <a:close/>
                  <a:moveTo>
                    <a:pt x="1024974" y="1595371"/>
                  </a:moveTo>
                  <a:lnTo>
                    <a:pt x="1051104" y="1625579"/>
                  </a:lnTo>
                  <a:lnTo>
                    <a:pt x="1055197" y="1585475"/>
                  </a:lnTo>
                  <a:close/>
                  <a:moveTo>
                    <a:pt x="994051" y="1543835"/>
                  </a:moveTo>
                  <a:lnTo>
                    <a:pt x="1055197" y="1585475"/>
                  </a:lnTo>
                  <a:lnTo>
                    <a:pt x="1048135" y="1528474"/>
                  </a:lnTo>
                  <a:close/>
                  <a:moveTo>
                    <a:pt x="994051" y="1543835"/>
                  </a:moveTo>
                  <a:lnTo>
                    <a:pt x="1024974" y="1595371"/>
                  </a:lnTo>
                  <a:lnTo>
                    <a:pt x="1055197" y="1585475"/>
                  </a:lnTo>
                  <a:close/>
                  <a:moveTo>
                    <a:pt x="1108286" y="1580298"/>
                  </a:moveTo>
                  <a:lnTo>
                    <a:pt x="1055197" y="1585475"/>
                  </a:lnTo>
                  <a:lnTo>
                    <a:pt x="1051104" y="1625579"/>
                  </a:lnTo>
                  <a:close/>
                  <a:moveTo>
                    <a:pt x="1055197" y="1585475"/>
                  </a:moveTo>
                  <a:lnTo>
                    <a:pt x="1108286" y="1580298"/>
                  </a:lnTo>
                  <a:lnTo>
                    <a:pt x="1099870" y="1524396"/>
                  </a:lnTo>
                  <a:close/>
                  <a:moveTo>
                    <a:pt x="1055197" y="1585475"/>
                  </a:moveTo>
                  <a:lnTo>
                    <a:pt x="1099870" y="1524396"/>
                  </a:lnTo>
                  <a:lnTo>
                    <a:pt x="1048135" y="1528474"/>
                  </a:lnTo>
                  <a:close/>
                  <a:moveTo>
                    <a:pt x="994051" y="1543835"/>
                  </a:moveTo>
                  <a:lnTo>
                    <a:pt x="1048135" y="1528474"/>
                  </a:lnTo>
                  <a:lnTo>
                    <a:pt x="978878" y="1530214"/>
                  </a:lnTo>
                  <a:close/>
                  <a:moveTo>
                    <a:pt x="677702" y="1055912"/>
                  </a:moveTo>
                  <a:lnTo>
                    <a:pt x="681085" y="1115523"/>
                  </a:lnTo>
                  <a:lnTo>
                    <a:pt x="708378" y="1082670"/>
                  </a:lnTo>
                  <a:close/>
                  <a:moveTo>
                    <a:pt x="677702" y="1055912"/>
                  </a:moveTo>
                  <a:lnTo>
                    <a:pt x="625004" y="1080005"/>
                  </a:lnTo>
                  <a:lnTo>
                    <a:pt x="681085" y="1115523"/>
                  </a:lnTo>
                  <a:close/>
                  <a:moveTo>
                    <a:pt x="691382" y="1019123"/>
                  </a:moveTo>
                  <a:lnTo>
                    <a:pt x="663617" y="1050213"/>
                  </a:lnTo>
                  <a:lnTo>
                    <a:pt x="625004" y="1080005"/>
                  </a:lnTo>
                  <a:close/>
                  <a:moveTo>
                    <a:pt x="470852" y="815537"/>
                  </a:moveTo>
                  <a:lnTo>
                    <a:pt x="458885" y="822322"/>
                  </a:lnTo>
                  <a:lnTo>
                    <a:pt x="493293" y="802532"/>
                  </a:lnTo>
                  <a:close/>
                  <a:moveTo>
                    <a:pt x="493293" y="802532"/>
                  </a:moveTo>
                  <a:lnTo>
                    <a:pt x="423585" y="851479"/>
                  </a:lnTo>
                  <a:lnTo>
                    <a:pt x="451456" y="820789"/>
                  </a:lnTo>
                  <a:close/>
                  <a:moveTo>
                    <a:pt x="470852" y="815537"/>
                  </a:moveTo>
                  <a:lnTo>
                    <a:pt x="493293" y="802532"/>
                  </a:lnTo>
                  <a:lnTo>
                    <a:pt x="530139" y="798228"/>
                  </a:lnTo>
                  <a:close/>
                  <a:moveTo>
                    <a:pt x="292097" y="658687"/>
                  </a:moveTo>
                  <a:lnTo>
                    <a:pt x="357153" y="643779"/>
                  </a:lnTo>
                  <a:lnTo>
                    <a:pt x="324709" y="656477"/>
                  </a:lnTo>
                  <a:close/>
                  <a:moveTo>
                    <a:pt x="357153" y="643779"/>
                  </a:moveTo>
                  <a:lnTo>
                    <a:pt x="292097" y="658687"/>
                  </a:lnTo>
                  <a:lnTo>
                    <a:pt x="357367" y="643679"/>
                  </a:lnTo>
                  <a:close/>
                  <a:moveTo>
                    <a:pt x="401809" y="635164"/>
                  </a:moveTo>
                  <a:lnTo>
                    <a:pt x="357153" y="643779"/>
                  </a:lnTo>
                  <a:lnTo>
                    <a:pt x="357662" y="643619"/>
                  </a:lnTo>
                  <a:close/>
                  <a:moveTo>
                    <a:pt x="324709" y="656477"/>
                  </a:moveTo>
                  <a:lnTo>
                    <a:pt x="357153" y="643779"/>
                  </a:lnTo>
                  <a:lnTo>
                    <a:pt x="401809" y="635164"/>
                  </a:lnTo>
                  <a:close/>
                  <a:moveTo>
                    <a:pt x="357153" y="643779"/>
                  </a:moveTo>
                  <a:lnTo>
                    <a:pt x="357367" y="643679"/>
                  </a:lnTo>
                  <a:lnTo>
                    <a:pt x="357662" y="643619"/>
                  </a:lnTo>
                  <a:close/>
                  <a:moveTo>
                    <a:pt x="1147737" y="1571277"/>
                  </a:moveTo>
                  <a:lnTo>
                    <a:pt x="1162126" y="1622814"/>
                  </a:lnTo>
                  <a:lnTo>
                    <a:pt x="1166757" y="1598720"/>
                  </a:lnTo>
                  <a:close/>
                  <a:moveTo>
                    <a:pt x="677702" y="1055912"/>
                  </a:moveTo>
                  <a:lnTo>
                    <a:pt x="714200" y="982618"/>
                  </a:lnTo>
                  <a:lnTo>
                    <a:pt x="691382" y="1019123"/>
                  </a:lnTo>
                  <a:close/>
                  <a:moveTo>
                    <a:pt x="1169688" y="1316943"/>
                  </a:moveTo>
                  <a:lnTo>
                    <a:pt x="1147459" y="1366682"/>
                  </a:lnTo>
                  <a:lnTo>
                    <a:pt x="1170506" y="1317950"/>
                  </a:lnTo>
                  <a:close/>
                  <a:moveTo>
                    <a:pt x="1361885" y="1498996"/>
                  </a:moveTo>
                  <a:lnTo>
                    <a:pt x="1352726" y="1475210"/>
                  </a:lnTo>
                  <a:lnTo>
                    <a:pt x="1337387" y="1523090"/>
                  </a:lnTo>
                  <a:close/>
                  <a:moveTo>
                    <a:pt x="1169688" y="1316943"/>
                  </a:moveTo>
                  <a:lnTo>
                    <a:pt x="1170506" y="1317950"/>
                  </a:lnTo>
                  <a:lnTo>
                    <a:pt x="1170664" y="1316596"/>
                  </a:lnTo>
                  <a:close/>
                  <a:moveTo>
                    <a:pt x="1127965" y="1265407"/>
                  </a:moveTo>
                  <a:lnTo>
                    <a:pt x="1169688" y="1316943"/>
                  </a:lnTo>
                  <a:lnTo>
                    <a:pt x="1170664" y="1316596"/>
                  </a:lnTo>
                  <a:close/>
                  <a:moveTo>
                    <a:pt x="1224220" y="1311038"/>
                  </a:moveTo>
                  <a:lnTo>
                    <a:pt x="1170506" y="1317950"/>
                  </a:lnTo>
                  <a:lnTo>
                    <a:pt x="1230703" y="1368341"/>
                  </a:lnTo>
                  <a:close/>
                  <a:moveTo>
                    <a:pt x="1224220" y="1311038"/>
                  </a:moveTo>
                  <a:lnTo>
                    <a:pt x="1170664" y="1316596"/>
                  </a:lnTo>
                  <a:lnTo>
                    <a:pt x="1170506" y="1317950"/>
                  </a:lnTo>
                  <a:close/>
                  <a:moveTo>
                    <a:pt x="1110186" y="1076809"/>
                  </a:moveTo>
                  <a:lnTo>
                    <a:pt x="1088884" y="1052558"/>
                  </a:lnTo>
                  <a:lnTo>
                    <a:pt x="1061850" y="1078123"/>
                  </a:lnTo>
                  <a:close/>
                  <a:moveTo>
                    <a:pt x="1185966" y="1105954"/>
                  </a:moveTo>
                  <a:lnTo>
                    <a:pt x="1140640" y="1062609"/>
                  </a:lnTo>
                  <a:lnTo>
                    <a:pt x="1107928" y="1123758"/>
                  </a:lnTo>
                  <a:close/>
                  <a:moveTo>
                    <a:pt x="1118977" y="1030170"/>
                  </a:moveTo>
                  <a:lnTo>
                    <a:pt x="1095378" y="1026105"/>
                  </a:lnTo>
                  <a:lnTo>
                    <a:pt x="1140640" y="1062609"/>
                  </a:lnTo>
                  <a:close/>
                  <a:moveTo>
                    <a:pt x="1140640" y="1062609"/>
                  </a:moveTo>
                  <a:lnTo>
                    <a:pt x="1095378" y="1026105"/>
                  </a:lnTo>
                  <a:lnTo>
                    <a:pt x="1088014" y="1035167"/>
                  </a:lnTo>
                  <a:close/>
                  <a:moveTo>
                    <a:pt x="1088884" y="1052558"/>
                  </a:moveTo>
                  <a:lnTo>
                    <a:pt x="1110186" y="1076809"/>
                  </a:lnTo>
                  <a:lnTo>
                    <a:pt x="1140640" y="1062609"/>
                  </a:lnTo>
                  <a:close/>
                  <a:moveTo>
                    <a:pt x="1088014" y="1035167"/>
                  </a:moveTo>
                  <a:lnTo>
                    <a:pt x="1088884" y="1052558"/>
                  </a:lnTo>
                  <a:lnTo>
                    <a:pt x="1140640" y="1062609"/>
                  </a:lnTo>
                  <a:close/>
                  <a:moveTo>
                    <a:pt x="833471" y="661417"/>
                  </a:moveTo>
                  <a:lnTo>
                    <a:pt x="772734" y="722041"/>
                  </a:lnTo>
                  <a:lnTo>
                    <a:pt x="815307" y="701853"/>
                  </a:lnTo>
                  <a:close/>
                  <a:moveTo>
                    <a:pt x="376875" y="251289"/>
                  </a:moveTo>
                  <a:lnTo>
                    <a:pt x="434880" y="242114"/>
                  </a:lnTo>
                  <a:lnTo>
                    <a:pt x="403911" y="204548"/>
                  </a:lnTo>
                  <a:close/>
                  <a:moveTo>
                    <a:pt x="329529" y="0"/>
                  </a:moveTo>
                  <a:lnTo>
                    <a:pt x="296378" y="55971"/>
                  </a:lnTo>
                  <a:lnTo>
                    <a:pt x="322745" y="31877"/>
                  </a:lnTo>
                  <a:close/>
                  <a:moveTo>
                    <a:pt x="777972" y="628594"/>
                  </a:moveTo>
                  <a:lnTo>
                    <a:pt x="844126" y="574685"/>
                  </a:lnTo>
                  <a:lnTo>
                    <a:pt x="777618" y="592585"/>
                  </a:lnTo>
                  <a:close/>
                  <a:moveTo>
                    <a:pt x="847182" y="577780"/>
                  </a:moveTo>
                  <a:lnTo>
                    <a:pt x="844126" y="574685"/>
                  </a:lnTo>
                  <a:lnTo>
                    <a:pt x="777972" y="628594"/>
                  </a:lnTo>
                  <a:close/>
                  <a:moveTo>
                    <a:pt x="827648" y="639645"/>
                  </a:moveTo>
                  <a:lnTo>
                    <a:pt x="847182" y="577780"/>
                  </a:lnTo>
                  <a:lnTo>
                    <a:pt x="777972" y="628594"/>
                  </a:lnTo>
                  <a:close/>
                  <a:moveTo>
                    <a:pt x="757299" y="551298"/>
                  </a:moveTo>
                  <a:lnTo>
                    <a:pt x="777618" y="592585"/>
                  </a:lnTo>
                  <a:lnTo>
                    <a:pt x="760026" y="547243"/>
                  </a:lnTo>
                  <a:close/>
                  <a:moveTo>
                    <a:pt x="760026" y="547243"/>
                  </a:moveTo>
                  <a:lnTo>
                    <a:pt x="777618" y="592585"/>
                  </a:lnTo>
                  <a:lnTo>
                    <a:pt x="844126" y="574685"/>
                  </a:lnTo>
                  <a:close/>
                  <a:moveTo>
                    <a:pt x="760026" y="547243"/>
                  </a:moveTo>
                  <a:lnTo>
                    <a:pt x="844126" y="574685"/>
                  </a:lnTo>
                  <a:lnTo>
                    <a:pt x="815282" y="523149"/>
                  </a:lnTo>
                  <a:close/>
                  <a:moveTo>
                    <a:pt x="749178" y="495707"/>
                  </a:moveTo>
                  <a:lnTo>
                    <a:pt x="760026" y="547243"/>
                  </a:lnTo>
                  <a:lnTo>
                    <a:pt x="815282" y="523149"/>
                  </a:lnTo>
                  <a:close/>
                  <a:moveTo>
                    <a:pt x="742037" y="444170"/>
                  </a:moveTo>
                  <a:lnTo>
                    <a:pt x="796422" y="471612"/>
                  </a:lnTo>
                  <a:lnTo>
                    <a:pt x="775531" y="420076"/>
                  </a:lnTo>
                  <a:close/>
                  <a:moveTo>
                    <a:pt x="509458" y="219465"/>
                  </a:moveTo>
                  <a:lnTo>
                    <a:pt x="568164" y="233286"/>
                  </a:lnTo>
                  <a:lnTo>
                    <a:pt x="543234" y="213930"/>
                  </a:lnTo>
                  <a:close/>
                  <a:moveTo>
                    <a:pt x="543234" y="213930"/>
                  </a:moveTo>
                  <a:lnTo>
                    <a:pt x="554626" y="182668"/>
                  </a:lnTo>
                  <a:lnTo>
                    <a:pt x="509458" y="219465"/>
                  </a:lnTo>
                  <a:close/>
                  <a:moveTo>
                    <a:pt x="509458" y="219465"/>
                  </a:moveTo>
                  <a:lnTo>
                    <a:pt x="554626" y="182668"/>
                  </a:lnTo>
                  <a:lnTo>
                    <a:pt x="545462" y="165434"/>
                  </a:lnTo>
                  <a:close/>
                  <a:moveTo>
                    <a:pt x="489342" y="173076"/>
                  </a:moveTo>
                  <a:lnTo>
                    <a:pt x="545462" y="165434"/>
                  </a:lnTo>
                  <a:lnTo>
                    <a:pt x="527838" y="117020"/>
                  </a:lnTo>
                  <a:close/>
                  <a:moveTo>
                    <a:pt x="451923" y="59320"/>
                  </a:moveTo>
                  <a:lnTo>
                    <a:pt x="451676" y="134950"/>
                  </a:lnTo>
                  <a:lnTo>
                    <a:pt x="478111" y="71272"/>
                  </a:lnTo>
                  <a:close/>
                  <a:moveTo>
                    <a:pt x="464532" y="130504"/>
                  </a:moveTo>
                  <a:lnTo>
                    <a:pt x="527838" y="117020"/>
                  </a:lnTo>
                  <a:lnTo>
                    <a:pt x="478111" y="71272"/>
                  </a:lnTo>
                  <a:close/>
                  <a:moveTo>
                    <a:pt x="343702" y="27286"/>
                  </a:moveTo>
                  <a:lnTo>
                    <a:pt x="322745" y="31877"/>
                  </a:lnTo>
                  <a:lnTo>
                    <a:pt x="302112" y="72169"/>
                  </a:lnTo>
                  <a:close/>
                  <a:moveTo>
                    <a:pt x="451923" y="59320"/>
                  </a:moveTo>
                  <a:lnTo>
                    <a:pt x="470366" y="42312"/>
                  </a:lnTo>
                  <a:lnTo>
                    <a:pt x="425381" y="61607"/>
                  </a:lnTo>
                  <a:close/>
                  <a:moveTo>
                    <a:pt x="425381" y="61607"/>
                  </a:moveTo>
                  <a:lnTo>
                    <a:pt x="470366" y="42312"/>
                  </a:lnTo>
                  <a:lnTo>
                    <a:pt x="452657" y="14671"/>
                  </a:lnTo>
                  <a:close/>
                  <a:moveTo>
                    <a:pt x="425381" y="61607"/>
                  </a:moveTo>
                  <a:lnTo>
                    <a:pt x="452657" y="14671"/>
                  </a:lnTo>
                  <a:lnTo>
                    <a:pt x="399574" y="19846"/>
                  </a:lnTo>
                  <a:close/>
                  <a:moveTo>
                    <a:pt x="343702" y="27286"/>
                  </a:moveTo>
                  <a:lnTo>
                    <a:pt x="425381" y="61607"/>
                  </a:lnTo>
                  <a:lnTo>
                    <a:pt x="399574" y="19846"/>
                  </a:lnTo>
                  <a:close/>
                  <a:moveTo>
                    <a:pt x="1172851" y="787119"/>
                  </a:moveTo>
                  <a:lnTo>
                    <a:pt x="1140216" y="832369"/>
                  </a:lnTo>
                  <a:lnTo>
                    <a:pt x="1160632" y="808275"/>
                  </a:lnTo>
                  <a:close/>
                  <a:moveTo>
                    <a:pt x="844126" y="574685"/>
                  </a:moveTo>
                  <a:lnTo>
                    <a:pt x="847182" y="577780"/>
                  </a:lnTo>
                  <a:lnTo>
                    <a:pt x="848472" y="572964"/>
                  </a:lnTo>
                  <a:close/>
                  <a:moveTo>
                    <a:pt x="815282" y="523149"/>
                  </a:moveTo>
                  <a:lnTo>
                    <a:pt x="844126" y="574685"/>
                  </a:lnTo>
                  <a:lnTo>
                    <a:pt x="848472" y="572964"/>
                  </a:lnTo>
                  <a:close/>
                  <a:moveTo>
                    <a:pt x="796422" y="471612"/>
                  </a:moveTo>
                  <a:lnTo>
                    <a:pt x="840874" y="516397"/>
                  </a:lnTo>
                  <a:lnTo>
                    <a:pt x="839966" y="454394"/>
                  </a:lnTo>
                  <a:close/>
                  <a:moveTo>
                    <a:pt x="906866" y="491354"/>
                  </a:moveTo>
                  <a:lnTo>
                    <a:pt x="865326" y="447519"/>
                  </a:lnTo>
                  <a:lnTo>
                    <a:pt x="907351" y="500336"/>
                  </a:lnTo>
                  <a:close/>
                  <a:moveTo>
                    <a:pt x="907351" y="500336"/>
                  </a:moveTo>
                  <a:lnTo>
                    <a:pt x="839966" y="454394"/>
                  </a:lnTo>
                  <a:lnTo>
                    <a:pt x="840874" y="516397"/>
                  </a:lnTo>
                  <a:close/>
                  <a:moveTo>
                    <a:pt x="796422" y="471612"/>
                  </a:moveTo>
                  <a:lnTo>
                    <a:pt x="839966" y="454394"/>
                  </a:lnTo>
                  <a:lnTo>
                    <a:pt x="775531" y="420076"/>
                  </a:lnTo>
                  <a:close/>
                  <a:moveTo>
                    <a:pt x="451923" y="59320"/>
                  </a:moveTo>
                  <a:lnTo>
                    <a:pt x="478111" y="71272"/>
                  </a:lnTo>
                  <a:lnTo>
                    <a:pt x="489041" y="47835"/>
                  </a:lnTo>
                  <a:close/>
                  <a:moveTo>
                    <a:pt x="489041" y="47835"/>
                  </a:moveTo>
                  <a:lnTo>
                    <a:pt x="510750" y="18624"/>
                  </a:lnTo>
                  <a:lnTo>
                    <a:pt x="470366" y="42312"/>
                  </a:lnTo>
                  <a:close/>
                  <a:moveTo>
                    <a:pt x="1192413" y="796971"/>
                  </a:moveTo>
                  <a:lnTo>
                    <a:pt x="1160632" y="808275"/>
                  </a:lnTo>
                  <a:lnTo>
                    <a:pt x="1208241" y="846846"/>
                  </a:lnTo>
                  <a:close/>
                  <a:moveTo>
                    <a:pt x="1225397" y="784181"/>
                  </a:moveTo>
                  <a:lnTo>
                    <a:pt x="1192413" y="796971"/>
                  </a:lnTo>
                  <a:lnTo>
                    <a:pt x="1208241" y="846846"/>
                  </a:lnTo>
                  <a:close/>
                  <a:moveTo>
                    <a:pt x="906866" y="491354"/>
                  </a:moveTo>
                  <a:lnTo>
                    <a:pt x="927376" y="499055"/>
                  </a:lnTo>
                  <a:lnTo>
                    <a:pt x="930631" y="445307"/>
                  </a:lnTo>
                  <a:close/>
                  <a:moveTo>
                    <a:pt x="1295062" y="726741"/>
                  </a:moveTo>
                  <a:lnTo>
                    <a:pt x="1337569" y="760087"/>
                  </a:lnTo>
                  <a:lnTo>
                    <a:pt x="1372469" y="764536"/>
                  </a:lnTo>
                  <a:close/>
                </a:path>
              </a:pathLst>
            </a:custGeom>
            <a:solidFill>
              <a:srgbClr val="F4F6F7"/>
            </a:solidFill>
            <a:ln w="1524">
              <a:solidFill>
                <a:srgbClr val="F4F6F7"/>
              </a:solidFill>
            </a:ln>
          </p:spPr>
        </p:sp>
        <p:sp>
          <p:nvSpPr>
            <p:cNvPr id="4234" name="Output_density__4233">
              <a:extLst>
                <a:ext uri="{FF2B5EF4-FFF2-40B4-BE49-F238E27FC236}">
                  <a16:creationId xmlns:a16="http://schemas.microsoft.com/office/drawing/2014/main" id="{2C87DBFE-8978-B975-47BE-6B4C74B03BA2}"/>
                </a:ext>
              </a:extLst>
            </p:cNvPr>
            <p:cNvSpPr>
              <a:spLocks noGrp="1"/>
            </p:cNvSpPr>
            <p:nvPr/>
          </p:nvSpPr>
          <p:spPr>
            <a:xfrm>
              <a:off x="15414299" y="3264888"/>
              <a:ext cx="1403035" cy="1104935"/>
            </a:xfrm>
            <a:custGeom>
              <a:avLst/>
              <a:gdLst/>
              <a:ahLst/>
              <a:cxnLst/>
              <a:rect l="0" t="0" r="0" b="0"/>
              <a:pathLst>
                <a:path w="1403035" h="1104935">
                  <a:moveTo>
                    <a:pt x="32902" y="1058975"/>
                  </a:moveTo>
                  <a:lnTo>
                    <a:pt x="0" y="1063298"/>
                  </a:lnTo>
                  <a:lnTo>
                    <a:pt x="51482" y="1056901"/>
                  </a:lnTo>
                  <a:close/>
                  <a:moveTo>
                    <a:pt x="32902" y="1058975"/>
                  </a:moveTo>
                  <a:lnTo>
                    <a:pt x="7255" y="1066218"/>
                  </a:lnTo>
                  <a:lnTo>
                    <a:pt x="0" y="1063298"/>
                  </a:lnTo>
                  <a:close/>
                  <a:moveTo>
                    <a:pt x="54558" y="1056925"/>
                  </a:moveTo>
                  <a:lnTo>
                    <a:pt x="32902" y="1058975"/>
                  </a:lnTo>
                  <a:lnTo>
                    <a:pt x="51482" y="1056901"/>
                  </a:lnTo>
                  <a:close/>
                  <a:moveTo>
                    <a:pt x="199452" y="935156"/>
                  </a:moveTo>
                  <a:lnTo>
                    <a:pt x="219726" y="931882"/>
                  </a:lnTo>
                  <a:lnTo>
                    <a:pt x="247333" y="900203"/>
                  </a:lnTo>
                  <a:close/>
                  <a:moveTo>
                    <a:pt x="171690" y="323415"/>
                  </a:moveTo>
                  <a:lnTo>
                    <a:pt x="179043" y="279955"/>
                  </a:lnTo>
                  <a:lnTo>
                    <a:pt x="166027" y="314114"/>
                  </a:lnTo>
                  <a:close/>
                  <a:moveTo>
                    <a:pt x="195061" y="247784"/>
                  </a:moveTo>
                  <a:lnTo>
                    <a:pt x="179043" y="279955"/>
                  </a:lnTo>
                  <a:lnTo>
                    <a:pt x="171690" y="323415"/>
                  </a:lnTo>
                  <a:close/>
                  <a:moveTo>
                    <a:pt x="168795" y="271878"/>
                  </a:moveTo>
                  <a:lnTo>
                    <a:pt x="195061" y="247784"/>
                  </a:lnTo>
                  <a:lnTo>
                    <a:pt x="171690" y="323415"/>
                  </a:lnTo>
                  <a:close/>
                  <a:moveTo>
                    <a:pt x="485242" y="416497"/>
                  </a:moveTo>
                  <a:lnTo>
                    <a:pt x="436136" y="407577"/>
                  </a:lnTo>
                  <a:lnTo>
                    <a:pt x="449752" y="418706"/>
                  </a:lnTo>
                  <a:close/>
                  <a:moveTo>
                    <a:pt x="436136" y="407577"/>
                  </a:moveTo>
                  <a:lnTo>
                    <a:pt x="485242" y="416497"/>
                  </a:lnTo>
                  <a:lnTo>
                    <a:pt x="511735" y="380650"/>
                  </a:lnTo>
                  <a:close/>
                  <a:moveTo>
                    <a:pt x="511735" y="380650"/>
                  </a:moveTo>
                  <a:lnTo>
                    <a:pt x="525434" y="375301"/>
                  </a:lnTo>
                  <a:lnTo>
                    <a:pt x="529360" y="354206"/>
                  </a:lnTo>
                  <a:close/>
                  <a:moveTo>
                    <a:pt x="485242" y="416497"/>
                  </a:moveTo>
                  <a:lnTo>
                    <a:pt x="523178" y="383656"/>
                  </a:lnTo>
                  <a:lnTo>
                    <a:pt x="511735" y="380650"/>
                  </a:lnTo>
                  <a:close/>
                  <a:moveTo>
                    <a:pt x="1206075" y="1104935"/>
                  </a:moveTo>
                  <a:lnTo>
                    <a:pt x="1200676" y="1103161"/>
                  </a:lnTo>
                  <a:lnTo>
                    <a:pt x="1171342" y="1100045"/>
                  </a:lnTo>
                  <a:close/>
                  <a:moveTo>
                    <a:pt x="1215394" y="1090074"/>
                  </a:moveTo>
                  <a:lnTo>
                    <a:pt x="1206075" y="1104935"/>
                  </a:lnTo>
                  <a:lnTo>
                    <a:pt x="1171342" y="1100045"/>
                  </a:lnTo>
                  <a:close/>
                  <a:moveTo>
                    <a:pt x="1215347" y="1051624"/>
                  </a:moveTo>
                  <a:lnTo>
                    <a:pt x="1206075" y="1104935"/>
                  </a:lnTo>
                  <a:lnTo>
                    <a:pt x="1215394" y="1090074"/>
                  </a:lnTo>
                  <a:close/>
                  <a:moveTo>
                    <a:pt x="1211317" y="1103161"/>
                  </a:moveTo>
                  <a:lnTo>
                    <a:pt x="1206075" y="1104935"/>
                  </a:lnTo>
                  <a:lnTo>
                    <a:pt x="1215347" y="1051624"/>
                  </a:lnTo>
                  <a:close/>
                  <a:moveTo>
                    <a:pt x="528706" y="334658"/>
                  </a:moveTo>
                  <a:lnTo>
                    <a:pt x="511735" y="380650"/>
                  </a:lnTo>
                  <a:lnTo>
                    <a:pt x="529360" y="354206"/>
                  </a:lnTo>
                  <a:close/>
                  <a:moveTo>
                    <a:pt x="1215347" y="1051624"/>
                  </a:moveTo>
                  <a:lnTo>
                    <a:pt x="1244459" y="1027530"/>
                  </a:lnTo>
                  <a:lnTo>
                    <a:pt x="1211317" y="1103161"/>
                  </a:lnTo>
                  <a:close/>
                  <a:moveTo>
                    <a:pt x="1345863" y="998496"/>
                  </a:moveTo>
                  <a:lnTo>
                    <a:pt x="1315345" y="1019296"/>
                  </a:lnTo>
                  <a:lnTo>
                    <a:pt x="1388144" y="981901"/>
                  </a:lnTo>
                  <a:close/>
                  <a:moveTo>
                    <a:pt x="1401668" y="934381"/>
                  </a:moveTo>
                  <a:lnTo>
                    <a:pt x="1388144" y="981901"/>
                  </a:lnTo>
                  <a:lnTo>
                    <a:pt x="1403035" y="951900"/>
                  </a:lnTo>
                  <a:close/>
                  <a:moveTo>
                    <a:pt x="840807" y="63115"/>
                  </a:moveTo>
                  <a:lnTo>
                    <a:pt x="879131" y="31723"/>
                  </a:lnTo>
                  <a:lnTo>
                    <a:pt x="909059" y="8721"/>
                  </a:lnTo>
                  <a:close/>
                  <a:moveTo>
                    <a:pt x="1246760" y="294183"/>
                  </a:moveTo>
                  <a:lnTo>
                    <a:pt x="1235882" y="364252"/>
                  </a:lnTo>
                  <a:lnTo>
                    <a:pt x="1238208" y="363878"/>
                  </a:lnTo>
                  <a:close/>
                  <a:moveTo>
                    <a:pt x="1246760" y="294183"/>
                  </a:moveTo>
                  <a:lnTo>
                    <a:pt x="1238208" y="363878"/>
                  </a:lnTo>
                  <a:lnTo>
                    <a:pt x="1238237" y="364252"/>
                  </a:lnTo>
                  <a:close/>
                  <a:moveTo>
                    <a:pt x="911962" y="0"/>
                  </a:moveTo>
                  <a:lnTo>
                    <a:pt x="909059" y="8721"/>
                  </a:lnTo>
                  <a:lnTo>
                    <a:pt x="912348" y="3496"/>
                  </a:lnTo>
                  <a:close/>
                </a:path>
              </a:pathLst>
            </a:custGeom>
            <a:solidFill>
              <a:srgbClr val="ECEFF1"/>
            </a:solidFill>
            <a:ln w="1524">
              <a:solidFill>
                <a:srgbClr val="ECEFF1"/>
              </a:solidFill>
            </a:ln>
          </p:spPr>
        </p:sp>
        <p:sp>
          <p:nvSpPr>
            <p:cNvPr id="4235" name="Output_density__4234">
              <a:extLst>
                <a:ext uri="{FF2B5EF4-FFF2-40B4-BE49-F238E27FC236}">
                  <a16:creationId xmlns:a16="http://schemas.microsoft.com/office/drawing/2014/main" id="{F8B5D861-860E-69D6-F52A-1F294D0EDE8E}"/>
                </a:ext>
              </a:extLst>
            </p:cNvPr>
            <p:cNvSpPr>
              <a:spLocks noGrp="1"/>
            </p:cNvSpPr>
            <p:nvPr/>
          </p:nvSpPr>
          <p:spPr>
            <a:xfrm>
              <a:off x="15407570" y="2677125"/>
              <a:ext cx="1432095" cy="1697963"/>
            </a:xfrm>
            <a:custGeom>
              <a:avLst/>
              <a:gdLst/>
              <a:ahLst/>
              <a:cxnLst/>
              <a:rect l="0" t="0" r="0" b="0"/>
              <a:pathLst>
                <a:path w="1432095" h="1697963">
                  <a:moveTo>
                    <a:pt x="0" y="1646737"/>
                  </a:moveTo>
                  <a:lnTo>
                    <a:pt x="6729" y="1651060"/>
                  </a:lnTo>
                  <a:lnTo>
                    <a:pt x="13984" y="1653981"/>
                  </a:lnTo>
                  <a:close/>
                  <a:moveTo>
                    <a:pt x="0" y="1646737"/>
                  </a:moveTo>
                  <a:lnTo>
                    <a:pt x="13984" y="1653981"/>
                  </a:lnTo>
                  <a:lnTo>
                    <a:pt x="53912" y="1674180"/>
                  </a:lnTo>
                  <a:close/>
                  <a:moveTo>
                    <a:pt x="188102" y="1492069"/>
                  </a:moveTo>
                  <a:lnTo>
                    <a:pt x="244311" y="1522919"/>
                  </a:lnTo>
                  <a:lnTo>
                    <a:pt x="226455" y="1519645"/>
                  </a:lnTo>
                  <a:close/>
                  <a:moveTo>
                    <a:pt x="312216" y="1395817"/>
                  </a:moveTo>
                  <a:lnTo>
                    <a:pt x="264576" y="1392373"/>
                  </a:lnTo>
                  <a:lnTo>
                    <a:pt x="267945" y="1395752"/>
                  </a:lnTo>
                  <a:close/>
                  <a:moveTo>
                    <a:pt x="340407" y="1423195"/>
                  </a:moveTo>
                  <a:lnTo>
                    <a:pt x="312216" y="1395817"/>
                  </a:lnTo>
                  <a:lnTo>
                    <a:pt x="283467" y="1389777"/>
                  </a:lnTo>
                  <a:close/>
                  <a:moveTo>
                    <a:pt x="422303" y="1458060"/>
                  </a:moveTo>
                  <a:lnTo>
                    <a:pt x="469332" y="1459215"/>
                  </a:lnTo>
                  <a:lnTo>
                    <a:pt x="492400" y="1410564"/>
                  </a:lnTo>
                  <a:close/>
                  <a:moveTo>
                    <a:pt x="556881" y="1375007"/>
                  </a:moveTo>
                  <a:lnTo>
                    <a:pt x="558999" y="1380446"/>
                  </a:lnTo>
                  <a:lnTo>
                    <a:pt x="567062" y="1380137"/>
                  </a:lnTo>
                  <a:close/>
                  <a:moveTo>
                    <a:pt x="579978" y="1375007"/>
                  </a:moveTo>
                  <a:lnTo>
                    <a:pt x="567062" y="1380137"/>
                  </a:lnTo>
                  <a:lnTo>
                    <a:pt x="558999" y="1380446"/>
                  </a:lnTo>
                  <a:close/>
                  <a:moveTo>
                    <a:pt x="556881" y="1375007"/>
                  </a:moveTo>
                  <a:lnTo>
                    <a:pt x="567062" y="1380137"/>
                  </a:lnTo>
                  <a:lnTo>
                    <a:pt x="590897" y="1354514"/>
                  </a:lnTo>
                  <a:close/>
                  <a:moveTo>
                    <a:pt x="201790" y="835547"/>
                  </a:moveTo>
                  <a:lnTo>
                    <a:pt x="175524" y="859641"/>
                  </a:lnTo>
                  <a:lnTo>
                    <a:pt x="211673" y="789880"/>
                  </a:lnTo>
                  <a:close/>
                  <a:moveTo>
                    <a:pt x="175524" y="859641"/>
                  </a:moveTo>
                  <a:lnTo>
                    <a:pt x="190130" y="844233"/>
                  </a:lnTo>
                  <a:lnTo>
                    <a:pt x="211673" y="789880"/>
                  </a:lnTo>
                  <a:close/>
                  <a:moveTo>
                    <a:pt x="351065" y="826790"/>
                  </a:moveTo>
                  <a:lnTo>
                    <a:pt x="294641" y="816007"/>
                  </a:lnTo>
                  <a:lnTo>
                    <a:pt x="335054" y="821135"/>
                  </a:lnTo>
                  <a:close/>
                  <a:moveTo>
                    <a:pt x="301073" y="814558"/>
                  </a:moveTo>
                  <a:lnTo>
                    <a:pt x="351065" y="826790"/>
                  </a:lnTo>
                  <a:lnTo>
                    <a:pt x="381703" y="806440"/>
                  </a:lnTo>
                  <a:close/>
                  <a:moveTo>
                    <a:pt x="1178071" y="1687808"/>
                  </a:moveTo>
                  <a:lnTo>
                    <a:pt x="1134068" y="1697963"/>
                  </a:lnTo>
                  <a:lnTo>
                    <a:pt x="1109553" y="1675913"/>
                  </a:lnTo>
                  <a:close/>
                  <a:moveTo>
                    <a:pt x="1178071" y="1687808"/>
                  </a:moveTo>
                  <a:lnTo>
                    <a:pt x="1207406" y="1690924"/>
                  </a:lnTo>
                  <a:lnTo>
                    <a:pt x="1165787" y="1681657"/>
                  </a:lnTo>
                  <a:close/>
                  <a:moveTo>
                    <a:pt x="1178071" y="1687808"/>
                  </a:moveTo>
                  <a:lnTo>
                    <a:pt x="1165787" y="1681657"/>
                  </a:lnTo>
                  <a:lnTo>
                    <a:pt x="1134068" y="1697963"/>
                  </a:lnTo>
                  <a:close/>
                  <a:moveTo>
                    <a:pt x="751435" y="1140746"/>
                  </a:moveTo>
                  <a:lnTo>
                    <a:pt x="760290" y="1079776"/>
                  </a:lnTo>
                  <a:lnTo>
                    <a:pt x="733557" y="1113679"/>
                  </a:lnTo>
                  <a:close/>
                  <a:moveTo>
                    <a:pt x="703196" y="1135067"/>
                  </a:moveTo>
                  <a:lnTo>
                    <a:pt x="751435" y="1140746"/>
                  </a:lnTo>
                  <a:lnTo>
                    <a:pt x="733557" y="1113679"/>
                  </a:lnTo>
                  <a:close/>
                  <a:moveTo>
                    <a:pt x="306319" y="367313"/>
                  </a:moveTo>
                  <a:lnTo>
                    <a:pt x="289729" y="354321"/>
                  </a:lnTo>
                  <a:lnTo>
                    <a:pt x="284997" y="349751"/>
                  </a:lnTo>
                  <a:close/>
                  <a:moveTo>
                    <a:pt x="1394873" y="1569664"/>
                  </a:moveTo>
                  <a:lnTo>
                    <a:pt x="1408397" y="1522144"/>
                  </a:lnTo>
                  <a:lnTo>
                    <a:pt x="1377268" y="1543620"/>
                  </a:lnTo>
                  <a:close/>
                  <a:moveTo>
                    <a:pt x="1352592" y="1586259"/>
                  </a:moveTo>
                  <a:lnTo>
                    <a:pt x="1394873" y="1569664"/>
                  </a:lnTo>
                  <a:lnTo>
                    <a:pt x="1377268" y="1543620"/>
                  </a:lnTo>
                  <a:close/>
                  <a:moveTo>
                    <a:pt x="1409764" y="1539663"/>
                  </a:moveTo>
                  <a:lnTo>
                    <a:pt x="1412750" y="1501602"/>
                  </a:lnTo>
                  <a:lnTo>
                    <a:pt x="1408397" y="1522144"/>
                  </a:lnTo>
                  <a:close/>
                  <a:moveTo>
                    <a:pt x="1432095" y="1464032"/>
                  </a:moveTo>
                  <a:lnTo>
                    <a:pt x="1412750" y="1501602"/>
                  </a:lnTo>
                  <a:lnTo>
                    <a:pt x="1409764" y="1539663"/>
                  </a:lnTo>
                  <a:close/>
                  <a:moveTo>
                    <a:pt x="1132435" y="1280854"/>
                  </a:moveTo>
                  <a:lnTo>
                    <a:pt x="1164539" y="1232513"/>
                  </a:lnTo>
                  <a:lnTo>
                    <a:pt x="1136627" y="1281980"/>
                  </a:lnTo>
                  <a:close/>
                  <a:moveTo>
                    <a:pt x="1132435" y="1280854"/>
                  </a:moveTo>
                  <a:lnTo>
                    <a:pt x="1130434" y="1279677"/>
                  </a:lnTo>
                  <a:lnTo>
                    <a:pt x="1163320" y="1230443"/>
                  </a:lnTo>
                  <a:close/>
                  <a:moveTo>
                    <a:pt x="651687" y="712460"/>
                  </a:moveTo>
                  <a:lnTo>
                    <a:pt x="695290" y="700807"/>
                  </a:lnTo>
                  <a:lnTo>
                    <a:pt x="722933" y="669261"/>
                  </a:lnTo>
                  <a:close/>
                  <a:moveTo>
                    <a:pt x="695290" y="700807"/>
                  </a:moveTo>
                  <a:lnTo>
                    <a:pt x="742121" y="701226"/>
                  </a:lnTo>
                  <a:lnTo>
                    <a:pt x="772608" y="680312"/>
                  </a:lnTo>
                  <a:close/>
                  <a:moveTo>
                    <a:pt x="333496" y="175617"/>
                  </a:moveTo>
                  <a:lnTo>
                    <a:pt x="317456" y="201312"/>
                  </a:lnTo>
                  <a:lnTo>
                    <a:pt x="340428" y="189337"/>
                  </a:lnTo>
                  <a:close/>
                  <a:moveTo>
                    <a:pt x="340428" y="189337"/>
                  </a:moveTo>
                  <a:lnTo>
                    <a:pt x="317456" y="201312"/>
                  </a:lnTo>
                  <a:lnTo>
                    <a:pt x="308428" y="240113"/>
                  </a:lnTo>
                  <a:close/>
                  <a:moveTo>
                    <a:pt x="333496" y="175617"/>
                  </a:moveTo>
                  <a:lnTo>
                    <a:pt x="340428" y="189337"/>
                  </a:lnTo>
                  <a:lnTo>
                    <a:pt x="353325" y="160743"/>
                  </a:lnTo>
                  <a:close/>
                  <a:moveTo>
                    <a:pt x="92540" y="19317"/>
                  </a:moveTo>
                  <a:lnTo>
                    <a:pt x="139139" y="18865"/>
                  </a:lnTo>
                  <a:lnTo>
                    <a:pt x="172905" y="10210"/>
                  </a:lnTo>
                  <a:close/>
                  <a:moveTo>
                    <a:pt x="172905" y="10210"/>
                  </a:moveTo>
                  <a:lnTo>
                    <a:pt x="139139" y="18865"/>
                  </a:lnTo>
                  <a:lnTo>
                    <a:pt x="216894" y="0"/>
                  </a:lnTo>
                  <a:close/>
                  <a:moveTo>
                    <a:pt x="1416343" y="1452942"/>
                  </a:moveTo>
                  <a:lnTo>
                    <a:pt x="1412750" y="1501602"/>
                  </a:lnTo>
                  <a:lnTo>
                    <a:pt x="1432095" y="1464032"/>
                  </a:lnTo>
                  <a:close/>
                  <a:moveTo>
                    <a:pt x="1398495" y="1404709"/>
                  </a:moveTo>
                  <a:lnTo>
                    <a:pt x="1416343" y="1452942"/>
                  </a:lnTo>
                  <a:lnTo>
                    <a:pt x="1432095" y="1464032"/>
                  </a:lnTo>
                  <a:close/>
                  <a:moveTo>
                    <a:pt x="1170119" y="1187474"/>
                  </a:moveTo>
                  <a:lnTo>
                    <a:pt x="1199559" y="1228551"/>
                  </a:lnTo>
                  <a:lnTo>
                    <a:pt x="1188141" y="1206349"/>
                  </a:lnTo>
                  <a:close/>
                  <a:moveTo>
                    <a:pt x="468233" y="311645"/>
                  </a:moveTo>
                  <a:lnTo>
                    <a:pt x="478353" y="381764"/>
                  </a:lnTo>
                  <a:lnTo>
                    <a:pt x="482343" y="330227"/>
                  </a:lnTo>
                  <a:close/>
                  <a:moveTo>
                    <a:pt x="501592" y="278690"/>
                  </a:moveTo>
                  <a:lnTo>
                    <a:pt x="518141" y="254597"/>
                  </a:lnTo>
                  <a:lnTo>
                    <a:pt x="513125" y="273953"/>
                  </a:lnTo>
                  <a:close/>
                  <a:moveTo>
                    <a:pt x="333270" y="125535"/>
                  </a:moveTo>
                  <a:lnTo>
                    <a:pt x="353325" y="160743"/>
                  </a:lnTo>
                  <a:lnTo>
                    <a:pt x="363604" y="99987"/>
                  </a:lnTo>
                  <a:close/>
                  <a:moveTo>
                    <a:pt x="333496" y="175617"/>
                  </a:moveTo>
                  <a:lnTo>
                    <a:pt x="353325" y="160743"/>
                  </a:lnTo>
                  <a:lnTo>
                    <a:pt x="333270" y="125535"/>
                  </a:lnTo>
                  <a:close/>
                  <a:moveTo>
                    <a:pt x="1161469" y="1006278"/>
                  </a:moveTo>
                  <a:lnTo>
                    <a:pt x="1174126" y="998560"/>
                  </a:lnTo>
                  <a:lnTo>
                    <a:pt x="1184131" y="952015"/>
                  </a:lnTo>
                  <a:close/>
                  <a:moveTo>
                    <a:pt x="1191544" y="1019810"/>
                  </a:moveTo>
                  <a:lnTo>
                    <a:pt x="1174126" y="998560"/>
                  </a:lnTo>
                  <a:lnTo>
                    <a:pt x="1161469" y="1006278"/>
                  </a:lnTo>
                  <a:close/>
                  <a:moveTo>
                    <a:pt x="1191544" y="1019810"/>
                  </a:moveTo>
                  <a:lnTo>
                    <a:pt x="1187953" y="1050257"/>
                  </a:lnTo>
                  <a:lnTo>
                    <a:pt x="1195413" y="1027646"/>
                  </a:lnTo>
                  <a:close/>
                  <a:moveTo>
                    <a:pt x="1191544" y="1019810"/>
                  </a:moveTo>
                  <a:lnTo>
                    <a:pt x="1195413" y="1027646"/>
                  </a:lnTo>
                  <a:lnTo>
                    <a:pt x="1174126" y="998560"/>
                  </a:lnTo>
                  <a:close/>
                  <a:moveTo>
                    <a:pt x="876292" y="623492"/>
                  </a:moveTo>
                  <a:lnTo>
                    <a:pt x="847536" y="650878"/>
                  </a:lnTo>
                  <a:lnTo>
                    <a:pt x="915788" y="596484"/>
                  </a:lnTo>
                  <a:close/>
                  <a:moveTo>
                    <a:pt x="1216883" y="888620"/>
                  </a:moveTo>
                  <a:lnTo>
                    <a:pt x="1184131" y="952015"/>
                  </a:lnTo>
                  <a:lnTo>
                    <a:pt x="1189309" y="920427"/>
                  </a:lnTo>
                  <a:close/>
                  <a:moveTo>
                    <a:pt x="1189309" y="920427"/>
                  </a:moveTo>
                  <a:lnTo>
                    <a:pt x="1242611" y="952015"/>
                  </a:lnTo>
                  <a:lnTo>
                    <a:pt x="1216883" y="888620"/>
                  </a:lnTo>
                  <a:close/>
                  <a:moveTo>
                    <a:pt x="1216883" y="888620"/>
                  </a:moveTo>
                  <a:lnTo>
                    <a:pt x="1242611" y="952015"/>
                  </a:lnTo>
                  <a:lnTo>
                    <a:pt x="1253489" y="881946"/>
                  </a:lnTo>
                  <a:close/>
                  <a:moveTo>
                    <a:pt x="1253489" y="881946"/>
                  </a:moveTo>
                  <a:lnTo>
                    <a:pt x="1241450" y="876385"/>
                  </a:lnTo>
                  <a:lnTo>
                    <a:pt x="1216883" y="888620"/>
                  </a:lnTo>
                  <a:close/>
                  <a:moveTo>
                    <a:pt x="1241450" y="876385"/>
                  </a:moveTo>
                  <a:lnTo>
                    <a:pt x="1253489" y="881946"/>
                  </a:lnTo>
                  <a:lnTo>
                    <a:pt x="1258263" y="868658"/>
                  </a:lnTo>
                  <a:close/>
                  <a:moveTo>
                    <a:pt x="918691" y="587763"/>
                  </a:moveTo>
                  <a:lnTo>
                    <a:pt x="876292" y="623492"/>
                  </a:lnTo>
                  <a:lnTo>
                    <a:pt x="915788" y="596484"/>
                  </a:lnTo>
                  <a:close/>
                  <a:moveTo>
                    <a:pt x="903876" y="537064"/>
                  </a:moveTo>
                  <a:lnTo>
                    <a:pt x="919077" y="591259"/>
                  </a:lnTo>
                  <a:lnTo>
                    <a:pt x="906208" y="539722"/>
                  </a:lnTo>
                  <a:close/>
                  <a:moveTo>
                    <a:pt x="903876" y="537064"/>
                  </a:moveTo>
                  <a:lnTo>
                    <a:pt x="918691" y="587763"/>
                  </a:lnTo>
                  <a:lnTo>
                    <a:pt x="919077" y="591259"/>
                  </a:lnTo>
                  <a:close/>
                  <a:moveTo>
                    <a:pt x="893716" y="482582"/>
                  </a:moveTo>
                  <a:lnTo>
                    <a:pt x="899820" y="464092"/>
                  </a:lnTo>
                  <a:lnTo>
                    <a:pt x="875592" y="485974"/>
                  </a:lnTo>
                  <a:close/>
                  <a:moveTo>
                    <a:pt x="893716" y="482582"/>
                  </a:moveTo>
                  <a:lnTo>
                    <a:pt x="903876" y="537064"/>
                  </a:lnTo>
                  <a:lnTo>
                    <a:pt x="906208" y="539722"/>
                  </a:lnTo>
                  <a:close/>
                  <a:moveTo>
                    <a:pt x="899820" y="464092"/>
                  </a:moveTo>
                  <a:lnTo>
                    <a:pt x="893716" y="482582"/>
                  </a:lnTo>
                  <a:lnTo>
                    <a:pt x="906262" y="425970"/>
                  </a:lnTo>
                  <a:close/>
                </a:path>
              </a:pathLst>
            </a:custGeom>
            <a:solidFill>
              <a:srgbClr val="EDF0F2"/>
            </a:solidFill>
            <a:ln w="1524">
              <a:solidFill>
                <a:srgbClr val="EDF0F2"/>
              </a:solidFill>
            </a:ln>
          </p:spPr>
        </p:sp>
        <p:sp>
          <p:nvSpPr>
            <p:cNvPr id="4236" name="Output_density__4235">
              <a:extLst>
                <a:ext uri="{FF2B5EF4-FFF2-40B4-BE49-F238E27FC236}">
                  <a16:creationId xmlns:a16="http://schemas.microsoft.com/office/drawing/2014/main" id="{DDF9B992-21B5-DBBB-2BFD-B7403ED15B9A}"/>
                </a:ext>
              </a:extLst>
            </p:cNvPr>
            <p:cNvSpPr>
              <a:spLocks noGrp="1"/>
            </p:cNvSpPr>
            <p:nvPr/>
          </p:nvSpPr>
          <p:spPr>
            <a:xfrm>
              <a:off x="15358725" y="2717792"/>
              <a:ext cx="1331375" cy="1746633"/>
            </a:xfrm>
            <a:custGeom>
              <a:avLst/>
              <a:gdLst/>
              <a:ahLst/>
              <a:cxnLst/>
              <a:rect l="0" t="0" r="0" b="0"/>
              <a:pathLst>
                <a:path w="1331375" h="1746633">
                  <a:moveTo>
                    <a:pt x="36351" y="1500536"/>
                  </a:moveTo>
                  <a:lnTo>
                    <a:pt x="30935" y="1502997"/>
                  </a:lnTo>
                  <a:lnTo>
                    <a:pt x="67686" y="1496576"/>
                  </a:lnTo>
                  <a:close/>
                  <a:moveTo>
                    <a:pt x="30935" y="1502997"/>
                  </a:moveTo>
                  <a:lnTo>
                    <a:pt x="0" y="1553085"/>
                  </a:lnTo>
                  <a:lnTo>
                    <a:pt x="67686" y="1496576"/>
                  </a:lnTo>
                  <a:close/>
                  <a:moveTo>
                    <a:pt x="67686" y="1496576"/>
                  </a:moveTo>
                  <a:lnTo>
                    <a:pt x="0" y="1553085"/>
                  </a:lnTo>
                  <a:lnTo>
                    <a:pt x="31090" y="1530440"/>
                  </a:lnTo>
                  <a:close/>
                  <a:moveTo>
                    <a:pt x="36351" y="1500536"/>
                  </a:moveTo>
                  <a:lnTo>
                    <a:pt x="67686" y="1496576"/>
                  </a:lnTo>
                  <a:lnTo>
                    <a:pt x="113018" y="1491388"/>
                  </a:lnTo>
                  <a:close/>
                  <a:moveTo>
                    <a:pt x="196826" y="1360255"/>
                  </a:moveTo>
                  <a:lnTo>
                    <a:pt x="165146" y="1379179"/>
                  </a:lnTo>
                  <a:lnTo>
                    <a:pt x="219671" y="1364721"/>
                  </a:lnTo>
                  <a:close/>
                  <a:moveTo>
                    <a:pt x="295484" y="1176381"/>
                  </a:moveTo>
                  <a:lnTo>
                    <a:pt x="287342" y="1227918"/>
                  </a:lnTo>
                  <a:lnTo>
                    <a:pt x="346462" y="1203824"/>
                  </a:lnTo>
                  <a:close/>
                  <a:moveTo>
                    <a:pt x="295484" y="1176381"/>
                  </a:moveTo>
                  <a:lnTo>
                    <a:pt x="346462" y="1203824"/>
                  </a:lnTo>
                  <a:lnTo>
                    <a:pt x="321494" y="1152287"/>
                  </a:lnTo>
                  <a:close/>
                  <a:moveTo>
                    <a:pt x="281605" y="1124845"/>
                  </a:moveTo>
                  <a:lnTo>
                    <a:pt x="295484" y="1176381"/>
                  </a:lnTo>
                  <a:lnTo>
                    <a:pt x="321494" y="1152287"/>
                  </a:lnTo>
                  <a:close/>
                  <a:moveTo>
                    <a:pt x="281605" y="1124845"/>
                  </a:moveTo>
                  <a:lnTo>
                    <a:pt x="321494" y="1152287"/>
                  </a:lnTo>
                  <a:lnTo>
                    <a:pt x="318659" y="1100751"/>
                  </a:lnTo>
                  <a:close/>
                  <a:moveTo>
                    <a:pt x="324137" y="1082197"/>
                  </a:moveTo>
                  <a:lnTo>
                    <a:pt x="281605" y="1124845"/>
                  </a:lnTo>
                  <a:lnTo>
                    <a:pt x="318659" y="1100751"/>
                  </a:lnTo>
                  <a:close/>
                  <a:moveTo>
                    <a:pt x="936452" y="1746633"/>
                  </a:moveTo>
                  <a:lnTo>
                    <a:pt x="951247" y="1719868"/>
                  </a:lnTo>
                  <a:lnTo>
                    <a:pt x="895924" y="1719190"/>
                  </a:lnTo>
                  <a:close/>
                  <a:moveTo>
                    <a:pt x="321494" y="1152287"/>
                  </a:moveTo>
                  <a:lnTo>
                    <a:pt x="361144" y="1200185"/>
                  </a:lnTo>
                  <a:lnTo>
                    <a:pt x="361752" y="1136947"/>
                  </a:lnTo>
                  <a:close/>
                  <a:moveTo>
                    <a:pt x="321494" y="1152287"/>
                  </a:moveTo>
                  <a:lnTo>
                    <a:pt x="346462" y="1203824"/>
                  </a:lnTo>
                  <a:lnTo>
                    <a:pt x="361144" y="1200185"/>
                  </a:lnTo>
                  <a:close/>
                  <a:moveTo>
                    <a:pt x="318659" y="1100751"/>
                  </a:moveTo>
                  <a:lnTo>
                    <a:pt x="361752" y="1136947"/>
                  </a:lnTo>
                  <a:lnTo>
                    <a:pt x="344374" y="1088333"/>
                  </a:lnTo>
                  <a:close/>
                  <a:moveTo>
                    <a:pt x="318659" y="1100751"/>
                  </a:moveTo>
                  <a:lnTo>
                    <a:pt x="321494" y="1152287"/>
                  </a:lnTo>
                  <a:lnTo>
                    <a:pt x="361752" y="1136947"/>
                  </a:lnTo>
                  <a:close/>
                  <a:moveTo>
                    <a:pt x="361752" y="1136947"/>
                  </a:moveTo>
                  <a:lnTo>
                    <a:pt x="405169" y="1076890"/>
                  </a:lnTo>
                  <a:lnTo>
                    <a:pt x="344374" y="1088333"/>
                  </a:lnTo>
                  <a:close/>
                  <a:moveTo>
                    <a:pt x="318659" y="1100751"/>
                  </a:moveTo>
                  <a:lnTo>
                    <a:pt x="344374" y="1088333"/>
                  </a:lnTo>
                  <a:lnTo>
                    <a:pt x="324137" y="1082197"/>
                  </a:lnTo>
                  <a:close/>
                  <a:moveTo>
                    <a:pt x="324137" y="1082197"/>
                  </a:moveTo>
                  <a:lnTo>
                    <a:pt x="344374" y="1088333"/>
                  </a:lnTo>
                  <a:lnTo>
                    <a:pt x="367019" y="1067848"/>
                  </a:lnTo>
                  <a:close/>
                  <a:moveTo>
                    <a:pt x="485693" y="1112150"/>
                  </a:moveTo>
                  <a:lnTo>
                    <a:pt x="474182" y="1158938"/>
                  </a:lnTo>
                  <a:lnTo>
                    <a:pt x="510749" y="1104100"/>
                  </a:lnTo>
                  <a:close/>
                  <a:moveTo>
                    <a:pt x="532500" y="1067399"/>
                  </a:moveTo>
                  <a:lnTo>
                    <a:pt x="485693" y="1112150"/>
                  </a:lnTo>
                  <a:lnTo>
                    <a:pt x="510749" y="1104100"/>
                  </a:lnTo>
                  <a:close/>
                  <a:moveTo>
                    <a:pt x="250077" y="922047"/>
                  </a:moveTo>
                  <a:lnTo>
                    <a:pt x="301245" y="959928"/>
                  </a:lnTo>
                  <a:lnTo>
                    <a:pt x="286164" y="909446"/>
                  </a:lnTo>
                  <a:close/>
                  <a:moveTo>
                    <a:pt x="286164" y="909446"/>
                  </a:moveTo>
                  <a:lnTo>
                    <a:pt x="264662" y="899605"/>
                  </a:lnTo>
                  <a:lnTo>
                    <a:pt x="250077" y="922047"/>
                  </a:lnTo>
                  <a:close/>
                  <a:moveTo>
                    <a:pt x="331012" y="848224"/>
                  </a:moveTo>
                  <a:lnTo>
                    <a:pt x="269319" y="870510"/>
                  </a:lnTo>
                  <a:lnTo>
                    <a:pt x="335545" y="855052"/>
                  </a:lnTo>
                  <a:close/>
                  <a:moveTo>
                    <a:pt x="269319" y="870510"/>
                  </a:moveTo>
                  <a:lnTo>
                    <a:pt x="264662" y="899605"/>
                  </a:lnTo>
                  <a:lnTo>
                    <a:pt x="335545" y="855052"/>
                  </a:lnTo>
                  <a:close/>
                  <a:moveTo>
                    <a:pt x="335545" y="855052"/>
                  </a:moveTo>
                  <a:lnTo>
                    <a:pt x="264662" y="899605"/>
                  </a:lnTo>
                  <a:lnTo>
                    <a:pt x="318419" y="897953"/>
                  </a:lnTo>
                  <a:close/>
                  <a:moveTo>
                    <a:pt x="318419" y="897953"/>
                  </a:moveTo>
                  <a:lnTo>
                    <a:pt x="264662" y="899605"/>
                  </a:lnTo>
                  <a:lnTo>
                    <a:pt x="286164" y="909446"/>
                  </a:lnTo>
                  <a:close/>
                  <a:moveTo>
                    <a:pt x="510749" y="1104100"/>
                  </a:moveTo>
                  <a:lnTo>
                    <a:pt x="576704" y="1138885"/>
                  </a:lnTo>
                  <a:lnTo>
                    <a:pt x="563488" y="1086887"/>
                  </a:lnTo>
                  <a:close/>
                  <a:moveTo>
                    <a:pt x="576704" y="1138885"/>
                  </a:moveTo>
                  <a:lnTo>
                    <a:pt x="618446" y="1080189"/>
                  </a:lnTo>
                  <a:lnTo>
                    <a:pt x="563488" y="1086887"/>
                  </a:lnTo>
                  <a:close/>
                  <a:moveTo>
                    <a:pt x="532500" y="1067399"/>
                  </a:moveTo>
                  <a:lnTo>
                    <a:pt x="510749" y="1104100"/>
                  </a:lnTo>
                  <a:lnTo>
                    <a:pt x="563488" y="1086887"/>
                  </a:lnTo>
                  <a:close/>
                  <a:moveTo>
                    <a:pt x="335545" y="855052"/>
                  </a:moveTo>
                  <a:lnTo>
                    <a:pt x="318419" y="897953"/>
                  </a:lnTo>
                  <a:lnTo>
                    <a:pt x="358930" y="888271"/>
                  </a:lnTo>
                  <a:close/>
                  <a:moveTo>
                    <a:pt x="417390" y="851479"/>
                  </a:moveTo>
                  <a:lnTo>
                    <a:pt x="358930" y="888271"/>
                  </a:lnTo>
                  <a:lnTo>
                    <a:pt x="405369" y="873859"/>
                  </a:lnTo>
                  <a:close/>
                  <a:moveTo>
                    <a:pt x="335545" y="855052"/>
                  </a:moveTo>
                  <a:lnTo>
                    <a:pt x="358930" y="888271"/>
                  </a:lnTo>
                  <a:lnTo>
                    <a:pt x="417390" y="851479"/>
                  </a:lnTo>
                  <a:close/>
                  <a:moveTo>
                    <a:pt x="685188" y="1019123"/>
                  </a:moveTo>
                  <a:lnTo>
                    <a:pt x="618810" y="1080005"/>
                  </a:lnTo>
                  <a:lnTo>
                    <a:pt x="671508" y="1055912"/>
                  </a:lnTo>
                  <a:close/>
                  <a:moveTo>
                    <a:pt x="487099" y="802532"/>
                  </a:moveTo>
                  <a:lnTo>
                    <a:pt x="452690" y="822322"/>
                  </a:lnTo>
                  <a:lnTo>
                    <a:pt x="417390" y="851479"/>
                  </a:lnTo>
                  <a:close/>
                  <a:moveTo>
                    <a:pt x="438727" y="238023"/>
                  </a:moveTo>
                  <a:lnTo>
                    <a:pt x="445204" y="186487"/>
                  </a:lnTo>
                  <a:lnTo>
                    <a:pt x="428685" y="242114"/>
                  </a:lnTo>
                  <a:close/>
                  <a:moveTo>
                    <a:pt x="445204" y="186487"/>
                  </a:moveTo>
                  <a:lnTo>
                    <a:pt x="397717" y="204548"/>
                  </a:lnTo>
                  <a:lnTo>
                    <a:pt x="428685" y="242114"/>
                  </a:lnTo>
                  <a:close/>
                  <a:moveTo>
                    <a:pt x="827277" y="661417"/>
                  </a:moveTo>
                  <a:lnTo>
                    <a:pt x="809113" y="701853"/>
                  </a:lnTo>
                  <a:lnTo>
                    <a:pt x="852952" y="689772"/>
                  </a:lnTo>
                  <a:close/>
                  <a:moveTo>
                    <a:pt x="742984" y="495707"/>
                  </a:moveTo>
                  <a:lnTo>
                    <a:pt x="809088" y="523149"/>
                  </a:lnTo>
                  <a:lnTo>
                    <a:pt x="790228" y="471612"/>
                  </a:lnTo>
                  <a:close/>
                  <a:moveTo>
                    <a:pt x="445204" y="186487"/>
                  </a:moveTo>
                  <a:lnTo>
                    <a:pt x="503264" y="219465"/>
                  </a:lnTo>
                  <a:lnTo>
                    <a:pt x="483148" y="173076"/>
                  </a:lnTo>
                  <a:close/>
                  <a:moveTo>
                    <a:pt x="445204" y="186487"/>
                  </a:moveTo>
                  <a:lnTo>
                    <a:pt x="438727" y="238023"/>
                  </a:lnTo>
                  <a:lnTo>
                    <a:pt x="503264" y="219465"/>
                  </a:lnTo>
                  <a:close/>
                  <a:moveTo>
                    <a:pt x="503264" y="219465"/>
                  </a:moveTo>
                  <a:lnTo>
                    <a:pt x="539268" y="165434"/>
                  </a:lnTo>
                  <a:lnTo>
                    <a:pt x="483148" y="173076"/>
                  </a:lnTo>
                  <a:close/>
                  <a:moveTo>
                    <a:pt x="483148" y="173076"/>
                  </a:moveTo>
                  <a:lnTo>
                    <a:pt x="445482" y="134950"/>
                  </a:lnTo>
                  <a:lnTo>
                    <a:pt x="445204" y="186487"/>
                  </a:lnTo>
                  <a:close/>
                  <a:moveTo>
                    <a:pt x="458338" y="130504"/>
                  </a:moveTo>
                  <a:lnTo>
                    <a:pt x="445482" y="134950"/>
                  </a:lnTo>
                  <a:lnTo>
                    <a:pt x="483148" y="173076"/>
                  </a:lnTo>
                  <a:close/>
                  <a:moveTo>
                    <a:pt x="483148" y="173076"/>
                  </a:moveTo>
                  <a:lnTo>
                    <a:pt x="521643" y="117020"/>
                  </a:lnTo>
                  <a:lnTo>
                    <a:pt x="458338" y="130504"/>
                  </a:lnTo>
                  <a:close/>
                  <a:moveTo>
                    <a:pt x="471917" y="71272"/>
                  </a:moveTo>
                  <a:lnTo>
                    <a:pt x="445482" y="134950"/>
                  </a:lnTo>
                  <a:lnTo>
                    <a:pt x="458338" y="130504"/>
                  </a:lnTo>
                  <a:close/>
                  <a:moveTo>
                    <a:pt x="316551" y="31877"/>
                  </a:moveTo>
                  <a:lnTo>
                    <a:pt x="337508" y="27286"/>
                  </a:lnTo>
                  <a:lnTo>
                    <a:pt x="323335" y="0"/>
                  </a:lnTo>
                  <a:close/>
                  <a:moveTo>
                    <a:pt x="809088" y="523149"/>
                  </a:moveTo>
                  <a:lnTo>
                    <a:pt x="842278" y="572964"/>
                  </a:lnTo>
                  <a:lnTo>
                    <a:pt x="834680" y="516397"/>
                  </a:lnTo>
                  <a:close/>
                  <a:moveTo>
                    <a:pt x="840987" y="577780"/>
                  </a:moveTo>
                  <a:lnTo>
                    <a:pt x="901713" y="550592"/>
                  </a:lnTo>
                  <a:lnTo>
                    <a:pt x="842278" y="572964"/>
                  </a:lnTo>
                  <a:close/>
                  <a:moveTo>
                    <a:pt x="901713" y="550592"/>
                  </a:moveTo>
                  <a:lnTo>
                    <a:pt x="904197" y="504532"/>
                  </a:lnTo>
                  <a:lnTo>
                    <a:pt x="842278" y="572964"/>
                  </a:lnTo>
                  <a:close/>
                  <a:moveTo>
                    <a:pt x="842278" y="572964"/>
                  </a:moveTo>
                  <a:lnTo>
                    <a:pt x="904197" y="504532"/>
                  </a:lnTo>
                  <a:lnTo>
                    <a:pt x="901156" y="500336"/>
                  </a:lnTo>
                  <a:close/>
                  <a:moveTo>
                    <a:pt x="842278" y="572964"/>
                  </a:moveTo>
                  <a:lnTo>
                    <a:pt x="901156" y="500336"/>
                  </a:lnTo>
                  <a:lnTo>
                    <a:pt x="834680" y="516397"/>
                  </a:lnTo>
                  <a:close/>
                  <a:moveTo>
                    <a:pt x="790228" y="471612"/>
                  </a:moveTo>
                  <a:lnTo>
                    <a:pt x="809088" y="523149"/>
                  </a:lnTo>
                  <a:lnTo>
                    <a:pt x="834680" y="516397"/>
                  </a:lnTo>
                  <a:close/>
                  <a:moveTo>
                    <a:pt x="901156" y="500336"/>
                  </a:moveTo>
                  <a:lnTo>
                    <a:pt x="921182" y="499055"/>
                  </a:lnTo>
                  <a:lnTo>
                    <a:pt x="900672" y="491354"/>
                  </a:lnTo>
                  <a:close/>
                  <a:moveTo>
                    <a:pt x="901156" y="500336"/>
                  </a:moveTo>
                  <a:lnTo>
                    <a:pt x="904197" y="504532"/>
                  </a:lnTo>
                  <a:lnTo>
                    <a:pt x="921182" y="499055"/>
                  </a:lnTo>
                  <a:close/>
                  <a:moveTo>
                    <a:pt x="464172" y="42312"/>
                  </a:moveTo>
                  <a:lnTo>
                    <a:pt x="445728" y="59320"/>
                  </a:lnTo>
                  <a:lnTo>
                    <a:pt x="482847" y="47835"/>
                  </a:lnTo>
                  <a:close/>
                  <a:moveTo>
                    <a:pt x="1166657" y="787119"/>
                  </a:moveTo>
                  <a:lnTo>
                    <a:pt x="1154438" y="808275"/>
                  </a:lnTo>
                  <a:lnTo>
                    <a:pt x="1186219" y="796971"/>
                  </a:lnTo>
                  <a:close/>
                  <a:moveTo>
                    <a:pt x="1189486" y="756738"/>
                  </a:moveTo>
                  <a:lnTo>
                    <a:pt x="1166657" y="787119"/>
                  </a:lnTo>
                  <a:lnTo>
                    <a:pt x="1240283" y="752819"/>
                  </a:lnTo>
                  <a:close/>
                  <a:moveTo>
                    <a:pt x="1240283" y="752819"/>
                  </a:moveTo>
                  <a:lnTo>
                    <a:pt x="1166657" y="787119"/>
                  </a:lnTo>
                  <a:lnTo>
                    <a:pt x="1219202" y="784181"/>
                  </a:lnTo>
                  <a:close/>
                  <a:moveTo>
                    <a:pt x="1219202" y="784181"/>
                  </a:moveTo>
                  <a:lnTo>
                    <a:pt x="1166657" y="787119"/>
                  </a:lnTo>
                  <a:lnTo>
                    <a:pt x="1186219" y="796971"/>
                  </a:lnTo>
                  <a:close/>
                  <a:moveTo>
                    <a:pt x="1216226" y="747815"/>
                  </a:moveTo>
                  <a:lnTo>
                    <a:pt x="1240283" y="752819"/>
                  </a:lnTo>
                  <a:lnTo>
                    <a:pt x="1270278" y="732644"/>
                  </a:lnTo>
                  <a:close/>
                  <a:moveTo>
                    <a:pt x="937095" y="533862"/>
                  </a:moveTo>
                  <a:lnTo>
                    <a:pt x="921182" y="499055"/>
                  </a:lnTo>
                  <a:lnTo>
                    <a:pt x="904197" y="504532"/>
                  </a:lnTo>
                  <a:close/>
                  <a:moveTo>
                    <a:pt x="1266900" y="769361"/>
                  </a:moveTo>
                  <a:lnTo>
                    <a:pt x="1328808" y="774224"/>
                  </a:lnTo>
                  <a:lnTo>
                    <a:pt x="1323459" y="760087"/>
                  </a:lnTo>
                  <a:close/>
                  <a:moveTo>
                    <a:pt x="1240283" y="752819"/>
                  </a:moveTo>
                  <a:lnTo>
                    <a:pt x="1219202" y="784181"/>
                  </a:lnTo>
                  <a:lnTo>
                    <a:pt x="1266900" y="769361"/>
                  </a:lnTo>
                  <a:close/>
                  <a:moveTo>
                    <a:pt x="1288868" y="726741"/>
                  </a:moveTo>
                  <a:lnTo>
                    <a:pt x="1270278" y="732644"/>
                  </a:lnTo>
                  <a:lnTo>
                    <a:pt x="1324570" y="758380"/>
                  </a:lnTo>
                  <a:close/>
                  <a:moveTo>
                    <a:pt x="1270278" y="732644"/>
                  </a:moveTo>
                  <a:lnTo>
                    <a:pt x="1240283" y="752819"/>
                  </a:lnTo>
                  <a:lnTo>
                    <a:pt x="1324570" y="758380"/>
                  </a:lnTo>
                  <a:close/>
                  <a:moveTo>
                    <a:pt x="1324570" y="758380"/>
                  </a:moveTo>
                  <a:lnTo>
                    <a:pt x="1240283" y="752819"/>
                  </a:lnTo>
                  <a:lnTo>
                    <a:pt x="1323459" y="760087"/>
                  </a:lnTo>
                  <a:close/>
                  <a:moveTo>
                    <a:pt x="1323459" y="760087"/>
                  </a:moveTo>
                  <a:lnTo>
                    <a:pt x="1240283" y="752819"/>
                  </a:lnTo>
                  <a:lnTo>
                    <a:pt x="1266900" y="769361"/>
                  </a:lnTo>
                  <a:close/>
                  <a:moveTo>
                    <a:pt x="1324570" y="758380"/>
                  </a:moveTo>
                  <a:lnTo>
                    <a:pt x="1331375" y="760087"/>
                  </a:lnTo>
                  <a:lnTo>
                    <a:pt x="1288868" y="726741"/>
                  </a:lnTo>
                  <a:close/>
                  <a:moveTo>
                    <a:pt x="1323459" y="760087"/>
                  </a:moveTo>
                  <a:lnTo>
                    <a:pt x="1328808" y="774224"/>
                  </a:lnTo>
                  <a:lnTo>
                    <a:pt x="1325906" y="759372"/>
                  </a:lnTo>
                  <a:close/>
                  <a:moveTo>
                    <a:pt x="1324570" y="758380"/>
                  </a:moveTo>
                  <a:lnTo>
                    <a:pt x="1323459" y="760087"/>
                  </a:lnTo>
                  <a:lnTo>
                    <a:pt x="1325906" y="759372"/>
                  </a:lnTo>
                  <a:close/>
                  <a:moveTo>
                    <a:pt x="1325906" y="759372"/>
                  </a:moveTo>
                  <a:lnTo>
                    <a:pt x="1328808" y="774224"/>
                  </a:lnTo>
                  <a:lnTo>
                    <a:pt x="1331375" y="760087"/>
                  </a:lnTo>
                  <a:close/>
                  <a:moveTo>
                    <a:pt x="1325906" y="759372"/>
                  </a:moveTo>
                  <a:lnTo>
                    <a:pt x="1331375" y="760087"/>
                  </a:lnTo>
                  <a:lnTo>
                    <a:pt x="1324570" y="758380"/>
                  </a:lnTo>
                  <a:close/>
                </a:path>
              </a:pathLst>
            </a:custGeom>
            <a:solidFill>
              <a:srgbClr val="F5F7F8"/>
            </a:solidFill>
            <a:ln w="1524">
              <a:solidFill>
                <a:srgbClr val="F5F7F8"/>
              </a:solidFill>
            </a:ln>
          </p:spPr>
        </p:sp>
        <p:sp>
          <p:nvSpPr>
            <p:cNvPr id="4237" name="Output_density__4236">
              <a:extLst>
                <a:ext uri="{FF2B5EF4-FFF2-40B4-BE49-F238E27FC236}">
                  <a16:creationId xmlns:a16="http://schemas.microsoft.com/office/drawing/2014/main" id="{62DD1BB0-B4C7-C7CA-FEE0-EEF5DAD61AFE}"/>
                </a:ext>
              </a:extLst>
            </p:cNvPr>
            <p:cNvSpPr>
              <a:spLocks noGrp="1"/>
            </p:cNvSpPr>
            <p:nvPr/>
          </p:nvSpPr>
          <p:spPr>
            <a:xfrm>
              <a:off x="15404000" y="2693531"/>
              <a:ext cx="1419912" cy="1928782"/>
            </a:xfrm>
            <a:custGeom>
              <a:avLst/>
              <a:gdLst/>
              <a:ahLst/>
              <a:cxnLst/>
              <a:rect l="0" t="0" r="0" b="0"/>
              <a:pathLst>
                <a:path w="1419912" h="1928782">
                  <a:moveTo>
                    <a:pt x="5933" y="1606238"/>
                  </a:moveTo>
                  <a:lnTo>
                    <a:pt x="3569" y="1630332"/>
                  </a:lnTo>
                  <a:lnTo>
                    <a:pt x="57482" y="1657775"/>
                  </a:lnTo>
                  <a:close/>
                  <a:moveTo>
                    <a:pt x="172006" y="1730795"/>
                  </a:moveTo>
                  <a:lnTo>
                    <a:pt x="251609" y="1718840"/>
                  </a:lnTo>
                  <a:lnTo>
                    <a:pt x="201540" y="1706320"/>
                  </a:lnTo>
                  <a:close/>
                  <a:moveTo>
                    <a:pt x="67299" y="1633681"/>
                  </a:moveTo>
                  <a:lnTo>
                    <a:pt x="57482" y="1657775"/>
                  </a:lnTo>
                  <a:lnTo>
                    <a:pt x="60361" y="1662727"/>
                  </a:lnTo>
                  <a:close/>
                  <a:moveTo>
                    <a:pt x="345988" y="1897034"/>
                  </a:moveTo>
                  <a:lnTo>
                    <a:pt x="407978" y="1867270"/>
                  </a:lnTo>
                  <a:lnTo>
                    <a:pt x="352759" y="1884626"/>
                  </a:lnTo>
                  <a:close/>
                  <a:moveTo>
                    <a:pt x="422944" y="1875181"/>
                  </a:moveTo>
                  <a:lnTo>
                    <a:pt x="407978" y="1867270"/>
                  </a:lnTo>
                  <a:lnTo>
                    <a:pt x="345988" y="1897034"/>
                  </a:lnTo>
                  <a:close/>
                  <a:moveTo>
                    <a:pt x="398056" y="1917028"/>
                  </a:moveTo>
                  <a:lnTo>
                    <a:pt x="422944" y="1875181"/>
                  </a:lnTo>
                  <a:lnTo>
                    <a:pt x="345988" y="1897034"/>
                  </a:lnTo>
                  <a:close/>
                  <a:moveTo>
                    <a:pt x="447919" y="1928782"/>
                  </a:moveTo>
                  <a:lnTo>
                    <a:pt x="466112" y="1868437"/>
                  </a:lnTo>
                  <a:lnTo>
                    <a:pt x="422944" y="1875181"/>
                  </a:lnTo>
                  <a:close/>
                  <a:moveTo>
                    <a:pt x="398056" y="1917028"/>
                  </a:moveTo>
                  <a:lnTo>
                    <a:pt x="447919" y="1928782"/>
                  </a:lnTo>
                  <a:lnTo>
                    <a:pt x="422944" y="1875181"/>
                  </a:lnTo>
                  <a:close/>
                  <a:moveTo>
                    <a:pt x="466112" y="1868437"/>
                  </a:moveTo>
                  <a:lnTo>
                    <a:pt x="434913" y="1831058"/>
                  </a:lnTo>
                  <a:lnTo>
                    <a:pt x="454885" y="1867270"/>
                  </a:lnTo>
                  <a:close/>
                  <a:moveTo>
                    <a:pt x="434913" y="1831058"/>
                  </a:moveTo>
                  <a:lnTo>
                    <a:pt x="426485" y="1815733"/>
                  </a:lnTo>
                  <a:lnTo>
                    <a:pt x="454885" y="1867270"/>
                  </a:lnTo>
                  <a:close/>
                  <a:moveTo>
                    <a:pt x="263562" y="1668189"/>
                  </a:moveTo>
                  <a:lnTo>
                    <a:pt x="251609" y="1718840"/>
                  </a:lnTo>
                  <a:lnTo>
                    <a:pt x="306149" y="1734290"/>
                  </a:lnTo>
                  <a:close/>
                  <a:moveTo>
                    <a:pt x="263562" y="1668189"/>
                  </a:moveTo>
                  <a:lnTo>
                    <a:pt x="201540" y="1706320"/>
                  </a:lnTo>
                  <a:lnTo>
                    <a:pt x="251609" y="1718840"/>
                  </a:lnTo>
                  <a:close/>
                  <a:moveTo>
                    <a:pt x="263562" y="1668189"/>
                  </a:moveTo>
                  <a:lnTo>
                    <a:pt x="213951" y="1670539"/>
                  </a:lnTo>
                  <a:lnTo>
                    <a:pt x="201540" y="1706320"/>
                  </a:lnTo>
                  <a:close/>
                  <a:moveTo>
                    <a:pt x="418566" y="1806366"/>
                  </a:moveTo>
                  <a:lnTo>
                    <a:pt x="454885" y="1867270"/>
                  </a:lnTo>
                  <a:lnTo>
                    <a:pt x="426485" y="1815733"/>
                  </a:lnTo>
                  <a:close/>
                  <a:moveTo>
                    <a:pt x="418566" y="1806366"/>
                  </a:moveTo>
                  <a:lnTo>
                    <a:pt x="425786" y="1863239"/>
                  </a:lnTo>
                  <a:lnTo>
                    <a:pt x="454885" y="1867270"/>
                  </a:lnTo>
                  <a:close/>
                  <a:moveTo>
                    <a:pt x="418566" y="1806366"/>
                  </a:moveTo>
                  <a:lnTo>
                    <a:pt x="426485" y="1815733"/>
                  </a:lnTo>
                  <a:lnTo>
                    <a:pt x="401235" y="1794013"/>
                  </a:lnTo>
                  <a:close/>
                  <a:moveTo>
                    <a:pt x="212028" y="1421131"/>
                  </a:moveTo>
                  <a:lnTo>
                    <a:pt x="257632" y="1471560"/>
                  </a:lnTo>
                  <a:lnTo>
                    <a:pt x="269636" y="1412279"/>
                  </a:lnTo>
                  <a:close/>
                  <a:moveTo>
                    <a:pt x="262513" y="1458326"/>
                  </a:moveTo>
                  <a:lnTo>
                    <a:pt x="257632" y="1471560"/>
                  </a:lnTo>
                  <a:lnTo>
                    <a:pt x="212028" y="1421131"/>
                  </a:lnTo>
                  <a:close/>
                  <a:moveTo>
                    <a:pt x="304212" y="1422151"/>
                  </a:moveTo>
                  <a:lnTo>
                    <a:pt x="269636" y="1412279"/>
                  </a:lnTo>
                  <a:lnTo>
                    <a:pt x="257632" y="1471560"/>
                  </a:lnTo>
                  <a:close/>
                  <a:moveTo>
                    <a:pt x="377040" y="1433754"/>
                  </a:moveTo>
                  <a:lnTo>
                    <a:pt x="351499" y="1383708"/>
                  </a:lnTo>
                  <a:lnTo>
                    <a:pt x="343977" y="1406789"/>
                  </a:lnTo>
                  <a:close/>
                  <a:moveTo>
                    <a:pt x="353286" y="1384719"/>
                  </a:moveTo>
                  <a:lnTo>
                    <a:pt x="351499" y="1383708"/>
                  </a:lnTo>
                  <a:lnTo>
                    <a:pt x="377040" y="1433754"/>
                  </a:lnTo>
                  <a:close/>
                  <a:moveTo>
                    <a:pt x="242219" y="1355252"/>
                  </a:moveTo>
                  <a:lnTo>
                    <a:pt x="268145" y="1375968"/>
                  </a:lnTo>
                  <a:lnTo>
                    <a:pt x="225913" y="1347100"/>
                  </a:lnTo>
                  <a:close/>
                  <a:moveTo>
                    <a:pt x="242219" y="1355252"/>
                  </a:moveTo>
                  <a:lnTo>
                    <a:pt x="225913" y="1347100"/>
                  </a:lnTo>
                  <a:lnTo>
                    <a:pt x="202324" y="1303534"/>
                  </a:lnTo>
                  <a:close/>
                  <a:moveTo>
                    <a:pt x="465562" y="1366941"/>
                  </a:moveTo>
                  <a:lnTo>
                    <a:pt x="457851" y="1310467"/>
                  </a:lnTo>
                  <a:lnTo>
                    <a:pt x="450182" y="1358601"/>
                  </a:lnTo>
                  <a:close/>
                  <a:moveTo>
                    <a:pt x="457851" y="1310467"/>
                  </a:moveTo>
                  <a:lnTo>
                    <a:pt x="450009" y="1307065"/>
                  </a:lnTo>
                  <a:lnTo>
                    <a:pt x="450182" y="1358601"/>
                  </a:lnTo>
                  <a:close/>
                  <a:moveTo>
                    <a:pt x="349337" y="1259980"/>
                  </a:moveTo>
                  <a:lnTo>
                    <a:pt x="400205" y="1250565"/>
                  </a:lnTo>
                  <a:lnTo>
                    <a:pt x="358372" y="1227874"/>
                  </a:lnTo>
                  <a:close/>
                  <a:moveTo>
                    <a:pt x="406182" y="1255528"/>
                  </a:moveTo>
                  <a:lnTo>
                    <a:pt x="358372" y="1227874"/>
                  </a:lnTo>
                  <a:lnTo>
                    <a:pt x="400205" y="1250565"/>
                  </a:lnTo>
                  <a:close/>
                  <a:moveTo>
                    <a:pt x="433749" y="1292080"/>
                  </a:moveTo>
                  <a:lnTo>
                    <a:pt x="450182" y="1358601"/>
                  </a:lnTo>
                  <a:lnTo>
                    <a:pt x="450009" y="1307065"/>
                  </a:lnTo>
                  <a:close/>
                  <a:moveTo>
                    <a:pt x="405401" y="1252383"/>
                  </a:moveTo>
                  <a:lnTo>
                    <a:pt x="450009" y="1307065"/>
                  </a:lnTo>
                  <a:lnTo>
                    <a:pt x="406182" y="1255528"/>
                  </a:lnTo>
                  <a:close/>
                  <a:moveTo>
                    <a:pt x="405401" y="1252383"/>
                  </a:moveTo>
                  <a:lnTo>
                    <a:pt x="433749" y="1292080"/>
                  </a:lnTo>
                  <a:lnTo>
                    <a:pt x="450009" y="1307065"/>
                  </a:lnTo>
                  <a:close/>
                  <a:moveTo>
                    <a:pt x="279203" y="1028044"/>
                  </a:moveTo>
                  <a:lnTo>
                    <a:pt x="303633" y="1064177"/>
                  </a:lnTo>
                  <a:lnTo>
                    <a:pt x="322564" y="1093517"/>
                  </a:lnTo>
                  <a:close/>
                  <a:moveTo>
                    <a:pt x="255969" y="984190"/>
                  </a:moveTo>
                  <a:lnTo>
                    <a:pt x="244225" y="1016734"/>
                  </a:lnTo>
                  <a:lnTo>
                    <a:pt x="292928" y="1049382"/>
                  </a:lnTo>
                  <a:close/>
                  <a:moveTo>
                    <a:pt x="828132" y="1397753"/>
                  </a:moveTo>
                  <a:lnTo>
                    <a:pt x="816586" y="1396961"/>
                  </a:lnTo>
                  <a:lnTo>
                    <a:pt x="877242" y="1440929"/>
                  </a:lnTo>
                  <a:close/>
                  <a:moveTo>
                    <a:pt x="877242" y="1440929"/>
                  </a:moveTo>
                  <a:lnTo>
                    <a:pt x="816586" y="1396961"/>
                  </a:lnTo>
                  <a:lnTo>
                    <a:pt x="811654" y="1413487"/>
                  </a:lnTo>
                  <a:close/>
                  <a:moveTo>
                    <a:pt x="732480" y="1301870"/>
                  </a:moveTo>
                  <a:lnTo>
                    <a:pt x="769734" y="1337856"/>
                  </a:lnTo>
                  <a:lnTo>
                    <a:pt x="763179" y="1329582"/>
                  </a:lnTo>
                  <a:close/>
                  <a:moveTo>
                    <a:pt x="732480" y="1301870"/>
                  </a:moveTo>
                  <a:lnTo>
                    <a:pt x="783968" y="1360736"/>
                  </a:lnTo>
                  <a:lnTo>
                    <a:pt x="769734" y="1337856"/>
                  </a:lnTo>
                  <a:close/>
                  <a:moveTo>
                    <a:pt x="312565" y="770954"/>
                  </a:moveTo>
                  <a:lnTo>
                    <a:pt x="274481" y="725158"/>
                  </a:lnTo>
                  <a:lnTo>
                    <a:pt x="243367" y="743725"/>
                  </a:lnTo>
                  <a:close/>
                  <a:moveTo>
                    <a:pt x="237642" y="743511"/>
                  </a:moveTo>
                  <a:lnTo>
                    <a:pt x="271761" y="714986"/>
                  </a:lnTo>
                  <a:lnTo>
                    <a:pt x="211469" y="668671"/>
                  </a:lnTo>
                  <a:close/>
                  <a:moveTo>
                    <a:pt x="224687" y="673885"/>
                  </a:moveTo>
                  <a:lnTo>
                    <a:pt x="211469" y="668671"/>
                  </a:lnTo>
                  <a:lnTo>
                    <a:pt x="240627" y="682948"/>
                  </a:lnTo>
                  <a:close/>
                  <a:moveTo>
                    <a:pt x="818235" y="1389393"/>
                  </a:moveTo>
                  <a:lnTo>
                    <a:pt x="816586" y="1396961"/>
                  </a:lnTo>
                  <a:lnTo>
                    <a:pt x="828132" y="1397753"/>
                  </a:lnTo>
                  <a:close/>
                  <a:moveTo>
                    <a:pt x="818235" y="1389393"/>
                  </a:moveTo>
                  <a:lnTo>
                    <a:pt x="783968" y="1360736"/>
                  </a:lnTo>
                  <a:lnTo>
                    <a:pt x="816586" y="1396961"/>
                  </a:lnTo>
                  <a:close/>
                  <a:moveTo>
                    <a:pt x="818235" y="1389393"/>
                  </a:moveTo>
                  <a:lnTo>
                    <a:pt x="769734" y="1337856"/>
                  </a:lnTo>
                  <a:lnTo>
                    <a:pt x="783968" y="1360736"/>
                  </a:lnTo>
                  <a:close/>
                  <a:moveTo>
                    <a:pt x="717016" y="1286319"/>
                  </a:moveTo>
                  <a:lnTo>
                    <a:pt x="732480" y="1301870"/>
                  </a:lnTo>
                  <a:lnTo>
                    <a:pt x="763179" y="1329582"/>
                  </a:lnTo>
                  <a:close/>
                  <a:moveTo>
                    <a:pt x="1115287" y="1622982"/>
                  </a:moveTo>
                  <a:lnTo>
                    <a:pt x="1137637" y="1681557"/>
                  </a:lnTo>
                  <a:lnTo>
                    <a:pt x="1169356" y="1665251"/>
                  </a:lnTo>
                  <a:close/>
                  <a:moveTo>
                    <a:pt x="1115287" y="1622982"/>
                  </a:moveTo>
                  <a:lnTo>
                    <a:pt x="1110656" y="1647075"/>
                  </a:lnTo>
                  <a:lnTo>
                    <a:pt x="1137637" y="1681557"/>
                  </a:lnTo>
                  <a:close/>
                  <a:moveTo>
                    <a:pt x="1026925" y="1482078"/>
                  </a:moveTo>
                  <a:lnTo>
                    <a:pt x="1007693" y="1468372"/>
                  </a:lnTo>
                  <a:lnTo>
                    <a:pt x="947946" y="1496363"/>
                  </a:lnTo>
                  <a:close/>
                  <a:moveTo>
                    <a:pt x="994114" y="1494303"/>
                  </a:moveTo>
                  <a:lnTo>
                    <a:pt x="1026925" y="1482078"/>
                  </a:lnTo>
                  <a:lnTo>
                    <a:pt x="947946" y="1496363"/>
                  </a:lnTo>
                  <a:close/>
                  <a:moveTo>
                    <a:pt x="951473" y="1488751"/>
                  </a:moveTo>
                  <a:lnTo>
                    <a:pt x="1007693" y="1468372"/>
                  </a:lnTo>
                  <a:lnTo>
                    <a:pt x="1020441" y="1457834"/>
                  </a:lnTo>
                  <a:close/>
                  <a:moveTo>
                    <a:pt x="828132" y="1397753"/>
                  </a:moveTo>
                  <a:lnTo>
                    <a:pt x="877242" y="1440929"/>
                  </a:lnTo>
                  <a:lnTo>
                    <a:pt x="857230" y="1371645"/>
                  </a:lnTo>
                  <a:close/>
                  <a:moveTo>
                    <a:pt x="899764" y="1367322"/>
                  </a:moveTo>
                  <a:lnTo>
                    <a:pt x="877242" y="1440929"/>
                  </a:lnTo>
                  <a:lnTo>
                    <a:pt x="895532" y="1433505"/>
                  </a:lnTo>
                  <a:close/>
                  <a:moveTo>
                    <a:pt x="769734" y="1337856"/>
                  </a:moveTo>
                  <a:lnTo>
                    <a:pt x="830770" y="1313762"/>
                  </a:lnTo>
                  <a:lnTo>
                    <a:pt x="763179" y="1329582"/>
                  </a:lnTo>
                  <a:close/>
                  <a:moveTo>
                    <a:pt x="882552" y="1318572"/>
                  </a:moveTo>
                  <a:lnTo>
                    <a:pt x="854164" y="1278907"/>
                  </a:lnTo>
                  <a:lnTo>
                    <a:pt x="855479" y="1313762"/>
                  </a:lnTo>
                  <a:close/>
                  <a:moveTo>
                    <a:pt x="854164" y="1278907"/>
                  </a:moveTo>
                  <a:lnTo>
                    <a:pt x="841135" y="1262225"/>
                  </a:lnTo>
                  <a:lnTo>
                    <a:pt x="855479" y="1313762"/>
                  </a:lnTo>
                  <a:close/>
                  <a:moveTo>
                    <a:pt x="1059545" y="1519908"/>
                  </a:moveTo>
                  <a:lnTo>
                    <a:pt x="1067230" y="1495814"/>
                  </a:lnTo>
                  <a:lnTo>
                    <a:pt x="1026925" y="1482078"/>
                  </a:lnTo>
                  <a:close/>
                  <a:moveTo>
                    <a:pt x="1026925" y="1482078"/>
                  </a:moveTo>
                  <a:lnTo>
                    <a:pt x="992217" y="1455627"/>
                  </a:lnTo>
                  <a:lnTo>
                    <a:pt x="1007693" y="1468372"/>
                  </a:lnTo>
                  <a:close/>
                  <a:moveTo>
                    <a:pt x="503505" y="834151"/>
                  </a:moveTo>
                  <a:lnTo>
                    <a:pt x="529831" y="849933"/>
                  </a:lnTo>
                  <a:lnTo>
                    <a:pt x="476366" y="821041"/>
                  </a:lnTo>
                  <a:close/>
                  <a:moveTo>
                    <a:pt x="521938" y="731662"/>
                  </a:moveTo>
                  <a:lnTo>
                    <a:pt x="547359" y="774302"/>
                  </a:lnTo>
                  <a:lnTo>
                    <a:pt x="546139" y="772337"/>
                  </a:lnTo>
                  <a:close/>
                  <a:moveTo>
                    <a:pt x="3612" y="159023"/>
                  </a:moveTo>
                  <a:lnTo>
                    <a:pt x="0" y="127826"/>
                  </a:lnTo>
                  <a:lnTo>
                    <a:pt x="19798" y="121103"/>
                  </a:lnTo>
                  <a:close/>
                  <a:moveTo>
                    <a:pt x="33048" y="173074"/>
                  </a:moveTo>
                  <a:lnTo>
                    <a:pt x="3612" y="159023"/>
                  </a:lnTo>
                  <a:lnTo>
                    <a:pt x="19798" y="121103"/>
                  </a:lnTo>
                  <a:close/>
                  <a:moveTo>
                    <a:pt x="1247991" y="1587844"/>
                  </a:moveTo>
                  <a:lnTo>
                    <a:pt x="1244482" y="1636555"/>
                  </a:lnTo>
                  <a:lnTo>
                    <a:pt x="1254758" y="1598888"/>
                  </a:lnTo>
                  <a:close/>
                  <a:moveTo>
                    <a:pt x="1222052" y="1546189"/>
                  </a:moveTo>
                  <a:lnTo>
                    <a:pt x="1254758" y="1598888"/>
                  </a:lnTo>
                  <a:lnTo>
                    <a:pt x="1223924" y="1547351"/>
                  </a:lnTo>
                  <a:close/>
                  <a:moveTo>
                    <a:pt x="1168224" y="1489226"/>
                  </a:moveTo>
                  <a:lnTo>
                    <a:pt x="1219495" y="1543134"/>
                  </a:lnTo>
                  <a:lnTo>
                    <a:pt x="1185045" y="1495814"/>
                  </a:lnTo>
                  <a:close/>
                  <a:moveTo>
                    <a:pt x="1115024" y="1431751"/>
                  </a:moveTo>
                  <a:lnTo>
                    <a:pt x="1152955" y="1469028"/>
                  </a:lnTo>
                  <a:lnTo>
                    <a:pt x="1134745" y="1444278"/>
                  </a:lnTo>
                  <a:close/>
                  <a:moveTo>
                    <a:pt x="1168224" y="1489226"/>
                  </a:moveTo>
                  <a:lnTo>
                    <a:pt x="1152955" y="1469028"/>
                  </a:lnTo>
                  <a:lnTo>
                    <a:pt x="1115024" y="1431751"/>
                  </a:lnTo>
                  <a:close/>
                  <a:moveTo>
                    <a:pt x="1168224" y="1489226"/>
                  </a:moveTo>
                  <a:lnTo>
                    <a:pt x="1185045" y="1495814"/>
                  </a:lnTo>
                  <a:lnTo>
                    <a:pt x="1152955" y="1469028"/>
                  </a:lnTo>
                  <a:close/>
                  <a:moveTo>
                    <a:pt x="1001601" y="1252495"/>
                  </a:moveTo>
                  <a:lnTo>
                    <a:pt x="970531" y="1222286"/>
                  </a:lnTo>
                  <a:lnTo>
                    <a:pt x="977837" y="1238132"/>
                  </a:lnTo>
                  <a:close/>
                  <a:moveTo>
                    <a:pt x="970531" y="1222286"/>
                  </a:moveTo>
                  <a:lnTo>
                    <a:pt x="969149" y="1170938"/>
                  </a:lnTo>
                  <a:lnTo>
                    <a:pt x="977837" y="1238132"/>
                  </a:lnTo>
                  <a:close/>
                  <a:moveTo>
                    <a:pt x="977837" y="1238132"/>
                  </a:moveTo>
                  <a:lnTo>
                    <a:pt x="969149" y="1170938"/>
                  </a:lnTo>
                  <a:lnTo>
                    <a:pt x="970625" y="1162501"/>
                  </a:lnTo>
                  <a:close/>
                  <a:moveTo>
                    <a:pt x="922933" y="1110964"/>
                  </a:moveTo>
                  <a:lnTo>
                    <a:pt x="905802" y="1135058"/>
                  </a:lnTo>
                  <a:lnTo>
                    <a:pt x="933246" y="1171602"/>
                  </a:lnTo>
                  <a:close/>
                  <a:moveTo>
                    <a:pt x="615545" y="801745"/>
                  </a:moveTo>
                  <a:lnTo>
                    <a:pt x="547359" y="774302"/>
                  </a:lnTo>
                  <a:lnTo>
                    <a:pt x="589245" y="825839"/>
                  </a:lnTo>
                  <a:close/>
                  <a:moveTo>
                    <a:pt x="509678" y="722766"/>
                  </a:moveTo>
                  <a:lnTo>
                    <a:pt x="546139" y="772337"/>
                  </a:lnTo>
                  <a:lnTo>
                    <a:pt x="563300" y="750208"/>
                  </a:lnTo>
                  <a:close/>
                  <a:moveTo>
                    <a:pt x="97462" y="207399"/>
                  </a:moveTo>
                  <a:lnTo>
                    <a:pt x="129804" y="132395"/>
                  </a:lnTo>
                  <a:lnTo>
                    <a:pt x="126891" y="131769"/>
                  </a:lnTo>
                  <a:close/>
                  <a:moveTo>
                    <a:pt x="126891" y="131769"/>
                  </a:moveTo>
                  <a:lnTo>
                    <a:pt x="131644" y="135770"/>
                  </a:lnTo>
                  <a:lnTo>
                    <a:pt x="97462" y="207399"/>
                  </a:lnTo>
                  <a:close/>
                  <a:moveTo>
                    <a:pt x="110936" y="84992"/>
                  </a:moveTo>
                  <a:lnTo>
                    <a:pt x="97724" y="32990"/>
                  </a:lnTo>
                  <a:lnTo>
                    <a:pt x="88584" y="80232"/>
                  </a:lnTo>
                  <a:close/>
                  <a:moveTo>
                    <a:pt x="969149" y="1170938"/>
                  </a:moveTo>
                  <a:lnTo>
                    <a:pt x="970531" y="1222286"/>
                  </a:lnTo>
                  <a:lnTo>
                    <a:pt x="967844" y="1214038"/>
                  </a:lnTo>
                  <a:close/>
                  <a:moveTo>
                    <a:pt x="1357202" y="1499163"/>
                  </a:moveTo>
                  <a:lnTo>
                    <a:pt x="1356161" y="1569854"/>
                  </a:lnTo>
                  <a:lnTo>
                    <a:pt x="1380838" y="1527214"/>
                  </a:lnTo>
                  <a:close/>
                  <a:moveTo>
                    <a:pt x="1357202" y="1499163"/>
                  </a:moveTo>
                  <a:lnTo>
                    <a:pt x="1310415" y="1523257"/>
                  </a:lnTo>
                  <a:lnTo>
                    <a:pt x="1356161" y="1569854"/>
                  </a:lnTo>
                  <a:close/>
                  <a:moveTo>
                    <a:pt x="970625" y="1162501"/>
                  </a:moveTo>
                  <a:lnTo>
                    <a:pt x="969149" y="1170938"/>
                  </a:lnTo>
                  <a:lnTo>
                    <a:pt x="969035" y="1160759"/>
                  </a:lnTo>
                  <a:close/>
                  <a:moveTo>
                    <a:pt x="930997" y="1090958"/>
                  </a:moveTo>
                  <a:lnTo>
                    <a:pt x="966181" y="1159842"/>
                  </a:lnTo>
                  <a:lnTo>
                    <a:pt x="969035" y="1160759"/>
                  </a:lnTo>
                  <a:close/>
                  <a:moveTo>
                    <a:pt x="989896" y="1086871"/>
                  </a:moveTo>
                  <a:lnTo>
                    <a:pt x="1010380" y="1102385"/>
                  </a:lnTo>
                  <a:lnTo>
                    <a:pt x="961931" y="1041048"/>
                  </a:lnTo>
                  <a:close/>
                  <a:moveTo>
                    <a:pt x="293298" y="337915"/>
                  </a:moveTo>
                  <a:lnTo>
                    <a:pt x="353822" y="307526"/>
                  </a:lnTo>
                  <a:lnTo>
                    <a:pt x="289271" y="266944"/>
                  </a:lnTo>
                  <a:close/>
                  <a:moveTo>
                    <a:pt x="311997" y="223707"/>
                  </a:moveTo>
                  <a:lnTo>
                    <a:pt x="289271" y="266944"/>
                  </a:lnTo>
                  <a:lnTo>
                    <a:pt x="325405" y="275550"/>
                  </a:lnTo>
                  <a:close/>
                  <a:moveTo>
                    <a:pt x="77242" y="74402"/>
                  </a:moveTo>
                  <a:lnTo>
                    <a:pt x="126891" y="131769"/>
                  </a:lnTo>
                  <a:lnTo>
                    <a:pt x="88584" y="80232"/>
                  </a:lnTo>
                  <a:close/>
                  <a:moveTo>
                    <a:pt x="1381162" y="1430057"/>
                  </a:moveTo>
                  <a:lnTo>
                    <a:pt x="1341153" y="1424602"/>
                  </a:lnTo>
                  <a:lnTo>
                    <a:pt x="1386593" y="1488385"/>
                  </a:lnTo>
                  <a:close/>
                  <a:moveTo>
                    <a:pt x="1386593" y="1488385"/>
                  </a:moveTo>
                  <a:lnTo>
                    <a:pt x="1380838" y="1527214"/>
                  </a:lnTo>
                  <a:lnTo>
                    <a:pt x="1402020" y="1499163"/>
                  </a:lnTo>
                  <a:close/>
                  <a:moveTo>
                    <a:pt x="1386593" y="1488385"/>
                  </a:moveTo>
                  <a:lnTo>
                    <a:pt x="1402020" y="1499163"/>
                  </a:lnTo>
                  <a:lnTo>
                    <a:pt x="1419912" y="1436536"/>
                  </a:lnTo>
                  <a:close/>
                  <a:moveTo>
                    <a:pt x="1381162" y="1430057"/>
                  </a:moveTo>
                  <a:lnTo>
                    <a:pt x="1386593" y="1488385"/>
                  </a:lnTo>
                  <a:lnTo>
                    <a:pt x="1419912" y="1436536"/>
                  </a:lnTo>
                  <a:close/>
                  <a:moveTo>
                    <a:pt x="1381162" y="1430057"/>
                  </a:moveTo>
                  <a:lnTo>
                    <a:pt x="1380246" y="1390101"/>
                  </a:lnTo>
                  <a:lnTo>
                    <a:pt x="1342128" y="1422263"/>
                  </a:lnTo>
                  <a:close/>
                  <a:moveTo>
                    <a:pt x="1245064" y="1320460"/>
                  </a:moveTo>
                  <a:lnTo>
                    <a:pt x="1234202" y="1328321"/>
                  </a:lnTo>
                  <a:lnTo>
                    <a:pt x="1226148" y="1344554"/>
                  </a:lnTo>
                  <a:close/>
                  <a:moveTo>
                    <a:pt x="1067507" y="1054431"/>
                  </a:moveTo>
                  <a:lnTo>
                    <a:pt x="1149650" y="1051973"/>
                  </a:lnTo>
                  <a:lnTo>
                    <a:pt x="1104944" y="1059500"/>
                  </a:lnTo>
                  <a:close/>
                  <a:moveTo>
                    <a:pt x="1035051" y="972862"/>
                  </a:moveTo>
                  <a:lnTo>
                    <a:pt x="1020597" y="968593"/>
                  </a:lnTo>
                  <a:lnTo>
                    <a:pt x="1069551" y="1011240"/>
                  </a:lnTo>
                  <a:close/>
                  <a:moveTo>
                    <a:pt x="1069551" y="1011240"/>
                  </a:moveTo>
                  <a:lnTo>
                    <a:pt x="1020597" y="968593"/>
                  </a:lnTo>
                  <a:lnTo>
                    <a:pt x="1020511" y="983798"/>
                  </a:lnTo>
                  <a:close/>
                  <a:moveTo>
                    <a:pt x="929073" y="967037"/>
                  </a:moveTo>
                  <a:lnTo>
                    <a:pt x="941593" y="983798"/>
                  </a:lnTo>
                  <a:lnTo>
                    <a:pt x="969823" y="909147"/>
                  </a:lnTo>
                  <a:close/>
                  <a:moveTo>
                    <a:pt x="969823" y="909147"/>
                  </a:moveTo>
                  <a:lnTo>
                    <a:pt x="970635" y="906697"/>
                  </a:lnTo>
                  <a:lnTo>
                    <a:pt x="923199" y="904017"/>
                  </a:lnTo>
                  <a:close/>
                  <a:moveTo>
                    <a:pt x="972070" y="908167"/>
                  </a:moveTo>
                  <a:lnTo>
                    <a:pt x="1020597" y="968593"/>
                  </a:lnTo>
                  <a:lnTo>
                    <a:pt x="1001208" y="959703"/>
                  </a:lnTo>
                  <a:close/>
                  <a:moveTo>
                    <a:pt x="972070" y="908167"/>
                  </a:moveTo>
                  <a:lnTo>
                    <a:pt x="969823" y="909147"/>
                  </a:lnTo>
                  <a:lnTo>
                    <a:pt x="948293" y="958063"/>
                  </a:lnTo>
                  <a:close/>
                  <a:moveTo>
                    <a:pt x="819109" y="767481"/>
                  </a:moveTo>
                  <a:lnTo>
                    <a:pt x="763837" y="726114"/>
                  </a:lnTo>
                  <a:lnTo>
                    <a:pt x="780031" y="718089"/>
                  </a:lnTo>
                  <a:close/>
                  <a:moveTo>
                    <a:pt x="675319" y="620187"/>
                  </a:moveTo>
                  <a:lnTo>
                    <a:pt x="632043" y="649039"/>
                  </a:lnTo>
                  <a:lnTo>
                    <a:pt x="674013" y="631285"/>
                  </a:lnTo>
                  <a:close/>
                  <a:moveTo>
                    <a:pt x="634018" y="615782"/>
                  </a:moveTo>
                  <a:lnTo>
                    <a:pt x="675319" y="620187"/>
                  </a:lnTo>
                  <a:lnTo>
                    <a:pt x="641262" y="548608"/>
                  </a:lnTo>
                  <a:close/>
                  <a:moveTo>
                    <a:pt x="675319" y="620187"/>
                  </a:moveTo>
                  <a:lnTo>
                    <a:pt x="690507" y="558053"/>
                  </a:lnTo>
                  <a:lnTo>
                    <a:pt x="641262" y="548608"/>
                  </a:lnTo>
                  <a:close/>
                  <a:moveTo>
                    <a:pt x="675319" y="620187"/>
                  </a:moveTo>
                  <a:lnTo>
                    <a:pt x="705829" y="575560"/>
                  </a:lnTo>
                  <a:lnTo>
                    <a:pt x="698219" y="547411"/>
                  </a:lnTo>
                  <a:close/>
                  <a:moveTo>
                    <a:pt x="690507" y="558053"/>
                  </a:moveTo>
                  <a:lnTo>
                    <a:pt x="675319" y="620187"/>
                  </a:lnTo>
                  <a:lnTo>
                    <a:pt x="698219" y="547411"/>
                  </a:lnTo>
                  <a:close/>
                  <a:moveTo>
                    <a:pt x="444693" y="342040"/>
                  </a:moveTo>
                  <a:lnTo>
                    <a:pt x="481856" y="349808"/>
                  </a:lnTo>
                  <a:lnTo>
                    <a:pt x="471802" y="295239"/>
                  </a:lnTo>
                  <a:close/>
                  <a:moveTo>
                    <a:pt x="471802" y="295239"/>
                  </a:moveTo>
                  <a:lnTo>
                    <a:pt x="485913" y="313822"/>
                  </a:lnTo>
                  <a:lnTo>
                    <a:pt x="457988" y="243727"/>
                  </a:lnTo>
                  <a:close/>
                  <a:moveTo>
                    <a:pt x="256990" y="42216"/>
                  </a:moveTo>
                  <a:lnTo>
                    <a:pt x="260812" y="32045"/>
                  </a:lnTo>
                  <a:lnTo>
                    <a:pt x="185023" y="0"/>
                  </a:lnTo>
                  <a:close/>
                  <a:moveTo>
                    <a:pt x="1069551" y="1011240"/>
                  </a:moveTo>
                  <a:lnTo>
                    <a:pt x="1112611" y="987146"/>
                  </a:lnTo>
                  <a:lnTo>
                    <a:pt x="1035051" y="972862"/>
                  </a:lnTo>
                  <a:close/>
                  <a:moveTo>
                    <a:pt x="1149650" y="1051973"/>
                  </a:moveTo>
                  <a:lnTo>
                    <a:pt x="1165038" y="989872"/>
                  </a:lnTo>
                  <a:lnTo>
                    <a:pt x="1124746" y="998638"/>
                  </a:lnTo>
                  <a:close/>
                  <a:moveTo>
                    <a:pt x="1104944" y="1059500"/>
                  </a:moveTo>
                  <a:lnTo>
                    <a:pt x="1149650" y="1051973"/>
                  </a:lnTo>
                  <a:lnTo>
                    <a:pt x="1124746" y="998638"/>
                  </a:lnTo>
                  <a:close/>
                  <a:moveTo>
                    <a:pt x="966013" y="786758"/>
                  </a:moveTo>
                  <a:lnTo>
                    <a:pt x="1016831" y="832536"/>
                  </a:lnTo>
                  <a:lnTo>
                    <a:pt x="1016336" y="846571"/>
                  </a:lnTo>
                  <a:close/>
                  <a:moveTo>
                    <a:pt x="969490" y="767516"/>
                  </a:moveTo>
                  <a:lnTo>
                    <a:pt x="966013" y="786758"/>
                  </a:lnTo>
                  <a:lnTo>
                    <a:pt x="982802" y="729463"/>
                  </a:lnTo>
                  <a:close/>
                  <a:moveTo>
                    <a:pt x="842447" y="685765"/>
                  </a:moveTo>
                  <a:lnTo>
                    <a:pt x="878879" y="738313"/>
                  </a:lnTo>
                  <a:lnTo>
                    <a:pt x="893264" y="729463"/>
                  </a:lnTo>
                  <a:close/>
                  <a:moveTo>
                    <a:pt x="681785" y="489445"/>
                  </a:moveTo>
                  <a:lnTo>
                    <a:pt x="695941" y="495874"/>
                  </a:lnTo>
                  <a:lnTo>
                    <a:pt x="667654" y="472607"/>
                  </a:lnTo>
                  <a:close/>
                  <a:moveTo>
                    <a:pt x="726818" y="428074"/>
                  </a:moveTo>
                  <a:lnTo>
                    <a:pt x="726815" y="420243"/>
                  </a:lnTo>
                  <a:lnTo>
                    <a:pt x="673377" y="370794"/>
                  </a:lnTo>
                  <a:close/>
                  <a:moveTo>
                    <a:pt x="1156771" y="871108"/>
                  </a:moveTo>
                  <a:lnTo>
                    <a:pt x="1121627" y="852078"/>
                  </a:lnTo>
                  <a:lnTo>
                    <a:pt x="1136495" y="859979"/>
                  </a:lnTo>
                  <a:close/>
                  <a:moveTo>
                    <a:pt x="891819" y="558123"/>
                  </a:moveTo>
                  <a:lnTo>
                    <a:pt x="879862" y="607087"/>
                  </a:lnTo>
                  <a:lnTo>
                    <a:pt x="922260" y="571357"/>
                  </a:lnTo>
                  <a:close/>
                  <a:moveTo>
                    <a:pt x="795601" y="466728"/>
                  </a:moveTo>
                  <a:lnTo>
                    <a:pt x="813856" y="471780"/>
                  </a:lnTo>
                  <a:lnTo>
                    <a:pt x="824809" y="449133"/>
                  </a:lnTo>
                  <a:close/>
                  <a:moveTo>
                    <a:pt x="766540" y="397850"/>
                  </a:moveTo>
                  <a:lnTo>
                    <a:pt x="726815" y="420243"/>
                  </a:lnTo>
                  <a:lnTo>
                    <a:pt x="739287" y="430855"/>
                  </a:lnTo>
                  <a:close/>
                  <a:moveTo>
                    <a:pt x="824809" y="449133"/>
                  </a:moveTo>
                  <a:lnTo>
                    <a:pt x="826069" y="447686"/>
                  </a:lnTo>
                  <a:lnTo>
                    <a:pt x="795601" y="466728"/>
                  </a:lnTo>
                  <a:close/>
                  <a:moveTo>
                    <a:pt x="795601" y="466728"/>
                  </a:moveTo>
                  <a:lnTo>
                    <a:pt x="766540" y="397850"/>
                  </a:lnTo>
                  <a:lnTo>
                    <a:pt x="739287" y="430855"/>
                  </a:lnTo>
                  <a:close/>
                  <a:moveTo>
                    <a:pt x="826069" y="447686"/>
                  </a:moveTo>
                  <a:lnTo>
                    <a:pt x="824809" y="449133"/>
                  </a:lnTo>
                  <a:lnTo>
                    <a:pt x="826725" y="448195"/>
                  </a:lnTo>
                  <a:close/>
                  <a:moveTo>
                    <a:pt x="1241289" y="840379"/>
                  </a:moveTo>
                  <a:lnTo>
                    <a:pt x="1220452" y="872215"/>
                  </a:lnTo>
                  <a:lnTo>
                    <a:pt x="1245019" y="859979"/>
                  </a:lnTo>
                  <a:close/>
                  <a:moveTo>
                    <a:pt x="843499" y="245710"/>
                  </a:moveTo>
                  <a:lnTo>
                    <a:pt x="855225" y="268983"/>
                  </a:lnTo>
                  <a:lnTo>
                    <a:pt x="804430" y="229939"/>
                  </a:lnTo>
                  <a:close/>
                  <a:moveTo>
                    <a:pt x="639190" y="62836"/>
                  </a:moveTo>
                  <a:lnTo>
                    <a:pt x="697783" y="99981"/>
                  </a:lnTo>
                  <a:lnTo>
                    <a:pt x="631655" y="53017"/>
                  </a:lnTo>
                  <a:close/>
                </a:path>
              </a:pathLst>
            </a:custGeom>
            <a:solidFill>
              <a:srgbClr val="F1F3F5"/>
            </a:solidFill>
            <a:ln w="1524">
              <a:solidFill>
                <a:srgbClr val="F1F3F5"/>
              </a:solidFill>
            </a:ln>
          </p:spPr>
        </p:sp>
        <p:sp>
          <p:nvSpPr>
            <p:cNvPr id="4238" name="Output_density__4237">
              <a:extLst>
                <a:ext uri="{FF2B5EF4-FFF2-40B4-BE49-F238E27FC236}">
                  <a16:creationId xmlns:a16="http://schemas.microsoft.com/office/drawing/2014/main" id="{74092B36-DE38-78DC-D080-2B4D31CDD4A7}"/>
                </a:ext>
              </a:extLst>
            </p:cNvPr>
            <p:cNvSpPr>
              <a:spLocks noGrp="1"/>
            </p:cNvSpPr>
            <p:nvPr/>
          </p:nvSpPr>
          <p:spPr>
            <a:xfrm>
              <a:off x="15358725" y="2937258"/>
              <a:ext cx="1286564" cy="1379255"/>
            </a:xfrm>
            <a:custGeom>
              <a:avLst/>
              <a:gdLst/>
              <a:ahLst/>
              <a:cxnLst/>
              <a:rect l="0" t="0" r="0" b="0"/>
              <a:pathLst>
                <a:path w="1286564" h="1379255">
                  <a:moveTo>
                    <a:pt x="17502" y="1321155"/>
                  </a:moveTo>
                  <a:lnTo>
                    <a:pt x="1759" y="1340198"/>
                  </a:lnTo>
                  <a:lnTo>
                    <a:pt x="31090" y="1310975"/>
                  </a:lnTo>
                  <a:close/>
                  <a:moveTo>
                    <a:pt x="31090" y="1310975"/>
                  </a:moveTo>
                  <a:lnTo>
                    <a:pt x="0" y="1333619"/>
                  </a:lnTo>
                  <a:lnTo>
                    <a:pt x="17502" y="1321155"/>
                  </a:lnTo>
                  <a:close/>
                  <a:moveTo>
                    <a:pt x="31090" y="1310975"/>
                  </a:moveTo>
                  <a:lnTo>
                    <a:pt x="106972" y="1289093"/>
                  </a:lnTo>
                  <a:lnTo>
                    <a:pt x="104885" y="1288096"/>
                  </a:lnTo>
                  <a:close/>
                  <a:moveTo>
                    <a:pt x="76672" y="1338417"/>
                  </a:moveTo>
                  <a:lnTo>
                    <a:pt x="106972" y="1289093"/>
                  </a:lnTo>
                  <a:lnTo>
                    <a:pt x="31090" y="1310975"/>
                  </a:lnTo>
                  <a:close/>
                  <a:moveTo>
                    <a:pt x="51209" y="1362511"/>
                  </a:moveTo>
                  <a:lnTo>
                    <a:pt x="76672" y="1338417"/>
                  </a:lnTo>
                  <a:lnTo>
                    <a:pt x="31090" y="1310975"/>
                  </a:lnTo>
                  <a:close/>
                  <a:moveTo>
                    <a:pt x="67686" y="1277110"/>
                  </a:moveTo>
                  <a:lnTo>
                    <a:pt x="31090" y="1310975"/>
                  </a:lnTo>
                  <a:lnTo>
                    <a:pt x="104885" y="1288096"/>
                  </a:lnTo>
                  <a:close/>
                  <a:moveTo>
                    <a:pt x="104885" y="1288096"/>
                  </a:moveTo>
                  <a:lnTo>
                    <a:pt x="106972" y="1289093"/>
                  </a:lnTo>
                  <a:lnTo>
                    <a:pt x="109688" y="1286881"/>
                  </a:lnTo>
                  <a:close/>
                  <a:moveTo>
                    <a:pt x="106972" y="1289093"/>
                  </a:moveTo>
                  <a:lnTo>
                    <a:pt x="141529" y="1283395"/>
                  </a:lnTo>
                  <a:lnTo>
                    <a:pt x="109688" y="1286881"/>
                  </a:lnTo>
                  <a:close/>
                  <a:moveTo>
                    <a:pt x="145392" y="1262787"/>
                  </a:moveTo>
                  <a:lnTo>
                    <a:pt x="146549" y="1211250"/>
                  </a:lnTo>
                  <a:lnTo>
                    <a:pt x="109688" y="1286881"/>
                  </a:lnTo>
                  <a:close/>
                  <a:moveTo>
                    <a:pt x="190828" y="1158140"/>
                  </a:moveTo>
                  <a:lnTo>
                    <a:pt x="157696" y="1169165"/>
                  </a:lnTo>
                  <a:lnTo>
                    <a:pt x="146549" y="1211250"/>
                  </a:lnTo>
                  <a:close/>
                  <a:moveTo>
                    <a:pt x="219671" y="1145256"/>
                  </a:moveTo>
                  <a:lnTo>
                    <a:pt x="165146" y="1159714"/>
                  </a:lnTo>
                  <a:lnTo>
                    <a:pt x="238172" y="1160475"/>
                  </a:lnTo>
                  <a:close/>
                  <a:moveTo>
                    <a:pt x="238172" y="1160475"/>
                  </a:moveTo>
                  <a:lnTo>
                    <a:pt x="165146" y="1159714"/>
                  </a:lnTo>
                  <a:lnTo>
                    <a:pt x="157696" y="1169165"/>
                  </a:lnTo>
                  <a:close/>
                  <a:moveTo>
                    <a:pt x="238172" y="1160475"/>
                  </a:moveTo>
                  <a:lnTo>
                    <a:pt x="157696" y="1169165"/>
                  </a:lnTo>
                  <a:lnTo>
                    <a:pt x="190828" y="1158140"/>
                  </a:lnTo>
                  <a:close/>
                  <a:moveTo>
                    <a:pt x="219671" y="1145256"/>
                  </a:moveTo>
                  <a:lnTo>
                    <a:pt x="238172" y="1160475"/>
                  </a:lnTo>
                  <a:lnTo>
                    <a:pt x="242269" y="1135619"/>
                  </a:lnTo>
                  <a:close/>
                  <a:moveTo>
                    <a:pt x="242269" y="1135619"/>
                  </a:moveTo>
                  <a:lnTo>
                    <a:pt x="238172" y="1160475"/>
                  </a:lnTo>
                  <a:lnTo>
                    <a:pt x="257303" y="1177404"/>
                  </a:lnTo>
                  <a:close/>
                  <a:moveTo>
                    <a:pt x="324753" y="769910"/>
                  </a:moveTo>
                  <a:lnTo>
                    <a:pt x="324479" y="784317"/>
                  </a:lnTo>
                  <a:lnTo>
                    <a:pt x="323454" y="781561"/>
                  </a:lnTo>
                  <a:close/>
                  <a:moveTo>
                    <a:pt x="322254" y="730024"/>
                  </a:moveTo>
                  <a:lnTo>
                    <a:pt x="318419" y="678488"/>
                  </a:lnTo>
                  <a:lnTo>
                    <a:pt x="301245" y="740463"/>
                  </a:lnTo>
                  <a:close/>
                  <a:moveTo>
                    <a:pt x="318419" y="678488"/>
                  </a:moveTo>
                  <a:lnTo>
                    <a:pt x="286164" y="689981"/>
                  </a:lnTo>
                  <a:lnTo>
                    <a:pt x="301245" y="740463"/>
                  </a:lnTo>
                  <a:close/>
                  <a:moveTo>
                    <a:pt x="144073" y="575415"/>
                  </a:moveTo>
                  <a:lnTo>
                    <a:pt x="136052" y="523878"/>
                  </a:lnTo>
                  <a:lnTo>
                    <a:pt x="120516" y="585217"/>
                  </a:lnTo>
                  <a:close/>
                  <a:moveTo>
                    <a:pt x="324753" y="769910"/>
                  </a:moveTo>
                  <a:lnTo>
                    <a:pt x="323454" y="781561"/>
                  </a:lnTo>
                  <a:lnTo>
                    <a:pt x="331434" y="778662"/>
                  </a:lnTo>
                  <a:close/>
                  <a:moveTo>
                    <a:pt x="390348" y="706005"/>
                  </a:moveTo>
                  <a:lnTo>
                    <a:pt x="322254" y="730024"/>
                  </a:lnTo>
                  <a:lnTo>
                    <a:pt x="390518" y="706221"/>
                  </a:lnTo>
                  <a:close/>
                  <a:moveTo>
                    <a:pt x="322254" y="730024"/>
                  </a:moveTo>
                  <a:lnTo>
                    <a:pt x="324753" y="769910"/>
                  </a:lnTo>
                  <a:lnTo>
                    <a:pt x="390518" y="706221"/>
                  </a:lnTo>
                  <a:close/>
                  <a:moveTo>
                    <a:pt x="318419" y="678488"/>
                  </a:moveTo>
                  <a:lnTo>
                    <a:pt x="390348" y="706005"/>
                  </a:lnTo>
                  <a:lnTo>
                    <a:pt x="358930" y="668805"/>
                  </a:lnTo>
                  <a:close/>
                  <a:moveTo>
                    <a:pt x="318419" y="678488"/>
                  </a:moveTo>
                  <a:lnTo>
                    <a:pt x="322254" y="730024"/>
                  </a:lnTo>
                  <a:lnTo>
                    <a:pt x="390348" y="706005"/>
                  </a:lnTo>
                  <a:close/>
                  <a:moveTo>
                    <a:pt x="391062" y="705930"/>
                  </a:moveTo>
                  <a:lnTo>
                    <a:pt x="405369" y="654393"/>
                  </a:lnTo>
                  <a:lnTo>
                    <a:pt x="390348" y="706005"/>
                  </a:lnTo>
                  <a:close/>
                  <a:moveTo>
                    <a:pt x="405369" y="654393"/>
                  </a:moveTo>
                  <a:lnTo>
                    <a:pt x="358930" y="668805"/>
                  </a:lnTo>
                  <a:lnTo>
                    <a:pt x="390348" y="706005"/>
                  </a:lnTo>
                  <a:close/>
                  <a:moveTo>
                    <a:pt x="390348" y="706005"/>
                  </a:moveTo>
                  <a:lnTo>
                    <a:pt x="390518" y="706221"/>
                  </a:lnTo>
                  <a:lnTo>
                    <a:pt x="391062" y="705930"/>
                  </a:lnTo>
                  <a:close/>
                  <a:moveTo>
                    <a:pt x="390660" y="705752"/>
                  </a:moveTo>
                  <a:lnTo>
                    <a:pt x="391062" y="705930"/>
                  </a:lnTo>
                  <a:lnTo>
                    <a:pt x="390518" y="706221"/>
                  </a:lnTo>
                  <a:close/>
                  <a:moveTo>
                    <a:pt x="390660" y="705752"/>
                  </a:moveTo>
                  <a:lnTo>
                    <a:pt x="412507" y="653534"/>
                  </a:lnTo>
                  <a:lnTo>
                    <a:pt x="391062" y="705930"/>
                  </a:lnTo>
                  <a:close/>
                  <a:moveTo>
                    <a:pt x="391062" y="705930"/>
                  </a:moveTo>
                  <a:lnTo>
                    <a:pt x="423236" y="630300"/>
                  </a:lnTo>
                  <a:lnTo>
                    <a:pt x="405369" y="654393"/>
                  </a:lnTo>
                  <a:close/>
                  <a:moveTo>
                    <a:pt x="1141543" y="1351812"/>
                  </a:moveTo>
                  <a:lnTo>
                    <a:pt x="1160563" y="1379255"/>
                  </a:lnTo>
                  <a:lnTo>
                    <a:pt x="1157596" y="1327718"/>
                  </a:lnTo>
                  <a:close/>
                  <a:moveTo>
                    <a:pt x="309497" y="475690"/>
                  </a:moveTo>
                  <a:lnTo>
                    <a:pt x="319757" y="481431"/>
                  </a:lnTo>
                  <a:lnTo>
                    <a:pt x="324423" y="470648"/>
                  </a:lnTo>
                  <a:close/>
                  <a:moveTo>
                    <a:pt x="317036" y="471259"/>
                  </a:moveTo>
                  <a:lnTo>
                    <a:pt x="309497" y="475690"/>
                  </a:lnTo>
                  <a:lnTo>
                    <a:pt x="324423" y="470648"/>
                  </a:lnTo>
                  <a:close/>
                  <a:moveTo>
                    <a:pt x="428685" y="22649"/>
                  </a:moveTo>
                  <a:lnTo>
                    <a:pt x="370681" y="31823"/>
                  </a:lnTo>
                  <a:lnTo>
                    <a:pt x="435664" y="25838"/>
                  </a:lnTo>
                  <a:close/>
                  <a:moveTo>
                    <a:pt x="370681" y="31823"/>
                  </a:moveTo>
                  <a:lnTo>
                    <a:pt x="399097" y="63799"/>
                  </a:lnTo>
                  <a:lnTo>
                    <a:pt x="435664" y="25838"/>
                  </a:lnTo>
                  <a:close/>
                  <a:moveTo>
                    <a:pt x="428685" y="22649"/>
                  </a:moveTo>
                  <a:lnTo>
                    <a:pt x="435664" y="25838"/>
                  </a:lnTo>
                  <a:lnTo>
                    <a:pt x="438727" y="18558"/>
                  </a:lnTo>
                  <a:close/>
                  <a:moveTo>
                    <a:pt x="406436" y="65497"/>
                  </a:moveTo>
                  <a:lnTo>
                    <a:pt x="435664" y="25838"/>
                  </a:lnTo>
                  <a:lnTo>
                    <a:pt x="399097" y="63799"/>
                  </a:lnTo>
                  <a:close/>
                  <a:moveTo>
                    <a:pt x="406436" y="65497"/>
                  </a:moveTo>
                  <a:lnTo>
                    <a:pt x="465386" y="55555"/>
                  </a:lnTo>
                  <a:lnTo>
                    <a:pt x="435664" y="25838"/>
                  </a:lnTo>
                  <a:close/>
                  <a:moveTo>
                    <a:pt x="465386" y="55555"/>
                  </a:moveTo>
                  <a:lnTo>
                    <a:pt x="438727" y="18558"/>
                  </a:lnTo>
                  <a:lnTo>
                    <a:pt x="435664" y="25838"/>
                  </a:lnTo>
                  <a:close/>
                  <a:moveTo>
                    <a:pt x="503264" y="0"/>
                  </a:moveTo>
                  <a:lnTo>
                    <a:pt x="438727" y="18558"/>
                  </a:lnTo>
                  <a:lnTo>
                    <a:pt x="465386" y="55555"/>
                  </a:lnTo>
                  <a:close/>
                  <a:moveTo>
                    <a:pt x="904197" y="285066"/>
                  </a:moveTo>
                  <a:lnTo>
                    <a:pt x="901713" y="331126"/>
                  </a:lnTo>
                  <a:lnTo>
                    <a:pt x="937095" y="314396"/>
                  </a:lnTo>
                  <a:close/>
                  <a:moveTo>
                    <a:pt x="1219202" y="564715"/>
                  </a:moveTo>
                  <a:lnTo>
                    <a:pt x="1286564" y="596652"/>
                  </a:lnTo>
                  <a:lnTo>
                    <a:pt x="1266900" y="549896"/>
                  </a:lnTo>
                  <a:close/>
                  <a:moveTo>
                    <a:pt x="810596" y="14663"/>
                  </a:moveTo>
                  <a:lnTo>
                    <a:pt x="741781" y="45522"/>
                  </a:lnTo>
                  <a:lnTo>
                    <a:pt x="803056" y="25256"/>
                  </a:lnTo>
                  <a:close/>
                </a:path>
              </a:pathLst>
            </a:custGeom>
            <a:solidFill>
              <a:srgbClr val="F5F7F8"/>
            </a:solidFill>
            <a:ln w="1524">
              <a:solidFill>
                <a:srgbClr val="F5F7F8"/>
              </a:solidFill>
            </a:ln>
          </p:spPr>
        </p:sp>
        <p:sp>
          <p:nvSpPr>
            <p:cNvPr id="4239" name="Output_density__4238">
              <a:extLst>
                <a:ext uri="{FF2B5EF4-FFF2-40B4-BE49-F238E27FC236}">
                  <a16:creationId xmlns:a16="http://schemas.microsoft.com/office/drawing/2014/main" id="{009EE693-F554-D957-7C8E-F08E89875532}"/>
                </a:ext>
              </a:extLst>
            </p:cNvPr>
            <p:cNvSpPr>
              <a:spLocks noGrp="1"/>
            </p:cNvSpPr>
            <p:nvPr/>
          </p:nvSpPr>
          <p:spPr>
            <a:xfrm>
              <a:off x="15305476" y="2767683"/>
              <a:ext cx="1485118" cy="1801028"/>
            </a:xfrm>
            <a:custGeom>
              <a:avLst/>
              <a:gdLst/>
              <a:ahLst/>
              <a:cxnLst/>
              <a:rect l="0" t="0" r="0" b="0"/>
              <a:pathLst>
                <a:path w="1485118" h="1801028">
                  <a:moveTo>
                    <a:pt x="84339" y="1480549"/>
                  </a:moveTo>
                  <a:lnTo>
                    <a:pt x="102094" y="1556179"/>
                  </a:lnTo>
                  <a:lnTo>
                    <a:pt x="104458" y="1532085"/>
                  </a:lnTo>
                  <a:close/>
                  <a:moveTo>
                    <a:pt x="104458" y="1532085"/>
                  </a:moveTo>
                  <a:lnTo>
                    <a:pt x="156006" y="1583622"/>
                  </a:lnTo>
                  <a:lnTo>
                    <a:pt x="165823" y="1559528"/>
                  </a:lnTo>
                  <a:close/>
                  <a:moveTo>
                    <a:pt x="521468" y="1801028"/>
                  </a:moveTo>
                  <a:lnTo>
                    <a:pt x="564636" y="1794285"/>
                  </a:lnTo>
                  <a:lnTo>
                    <a:pt x="553410" y="1793117"/>
                  </a:lnTo>
                  <a:close/>
                  <a:moveTo>
                    <a:pt x="499759" y="1719861"/>
                  </a:moveTo>
                  <a:lnTo>
                    <a:pt x="419618" y="1729803"/>
                  </a:lnTo>
                  <a:lnTo>
                    <a:pt x="455284" y="1728253"/>
                  </a:lnTo>
                  <a:close/>
                  <a:moveTo>
                    <a:pt x="524311" y="1789086"/>
                  </a:moveTo>
                  <a:lnTo>
                    <a:pt x="521468" y="1801028"/>
                  </a:lnTo>
                  <a:lnTo>
                    <a:pt x="553410" y="1793117"/>
                  </a:lnTo>
                  <a:close/>
                  <a:moveTo>
                    <a:pt x="470894" y="1731788"/>
                  </a:moveTo>
                  <a:lnTo>
                    <a:pt x="499759" y="1719861"/>
                  </a:lnTo>
                  <a:lnTo>
                    <a:pt x="455284" y="1728253"/>
                  </a:lnTo>
                  <a:close/>
                  <a:moveTo>
                    <a:pt x="470894" y="1731788"/>
                  </a:moveTo>
                  <a:lnTo>
                    <a:pt x="517090" y="1732213"/>
                  </a:lnTo>
                  <a:lnTo>
                    <a:pt x="499759" y="1719861"/>
                  </a:lnTo>
                  <a:close/>
                  <a:moveTo>
                    <a:pt x="368161" y="1338126"/>
                  </a:moveTo>
                  <a:lnTo>
                    <a:pt x="366670" y="1301815"/>
                  </a:lnTo>
                  <a:lnTo>
                    <a:pt x="310552" y="1346978"/>
                  </a:lnTo>
                  <a:close/>
                  <a:moveTo>
                    <a:pt x="295518" y="1305194"/>
                  </a:moveTo>
                  <a:lnTo>
                    <a:pt x="366670" y="1301815"/>
                  </a:lnTo>
                  <a:lnTo>
                    <a:pt x="340744" y="1281100"/>
                  </a:lnTo>
                  <a:close/>
                  <a:moveTo>
                    <a:pt x="301110" y="1229563"/>
                  </a:moveTo>
                  <a:lnTo>
                    <a:pt x="318330" y="1253152"/>
                  </a:lnTo>
                  <a:lnTo>
                    <a:pt x="295518" y="1305194"/>
                  </a:lnTo>
                  <a:close/>
                  <a:moveTo>
                    <a:pt x="340744" y="1281100"/>
                  </a:moveTo>
                  <a:lnTo>
                    <a:pt x="301110" y="1229563"/>
                  </a:lnTo>
                  <a:lnTo>
                    <a:pt x="295518" y="1305194"/>
                  </a:lnTo>
                  <a:close/>
                  <a:moveTo>
                    <a:pt x="0" y="793177"/>
                  </a:moveTo>
                  <a:lnTo>
                    <a:pt x="1075" y="741640"/>
                  </a:lnTo>
                  <a:lnTo>
                    <a:pt x="5967" y="752501"/>
                  </a:lnTo>
                  <a:close/>
                  <a:moveTo>
                    <a:pt x="447861" y="1185827"/>
                  </a:moveTo>
                  <a:lnTo>
                    <a:pt x="456897" y="1153721"/>
                  </a:lnTo>
                  <a:lnTo>
                    <a:pt x="414393" y="1150294"/>
                  </a:lnTo>
                  <a:close/>
                  <a:moveTo>
                    <a:pt x="447861" y="1185827"/>
                  </a:moveTo>
                  <a:lnTo>
                    <a:pt x="456128" y="1191811"/>
                  </a:lnTo>
                  <a:lnTo>
                    <a:pt x="485856" y="1181375"/>
                  </a:lnTo>
                  <a:close/>
                  <a:moveTo>
                    <a:pt x="377728" y="953891"/>
                  </a:moveTo>
                  <a:lnTo>
                    <a:pt x="378002" y="939485"/>
                  </a:lnTo>
                  <a:lnTo>
                    <a:pt x="391453" y="975229"/>
                  </a:lnTo>
                  <a:close/>
                  <a:moveTo>
                    <a:pt x="391453" y="975229"/>
                  </a:moveTo>
                  <a:lnTo>
                    <a:pt x="378002" y="939485"/>
                  </a:lnTo>
                  <a:lnTo>
                    <a:pt x="375503" y="899599"/>
                  </a:lnTo>
                  <a:close/>
                  <a:moveTo>
                    <a:pt x="375503" y="899599"/>
                  </a:moveTo>
                  <a:lnTo>
                    <a:pt x="354494" y="910037"/>
                  </a:lnTo>
                  <a:lnTo>
                    <a:pt x="391453" y="975229"/>
                  </a:lnTo>
                  <a:close/>
                  <a:moveTo>
                    <a:pt x="312341" y="923693"/>
                  </a:moveTo>
                  <a:lnTo>
                    <a:pt x="342749" y="942581"/>
                  </a:lnTo>
                  <a:lnTo>
                    <a:pt x="354494" y="910037"/>
                  </a:lnTo>
                  <a:close/>
                  <a:moveTo>
                    <a:pt x="150283" y="711139"/>
                  </a:moveTo>
                  <a:lnTo>
                    <a:pt x="138829" y="704189"/>
                  </a:lnTo>
                  <a:lnTo>
                    <a:pt x="118747" y="698795"/>
                  </a:lnTo>
                  <a:close/>
                  <a:moveTo>
                    <a:pt x="138829" y="704189"/>
                  </a:moveTo>
                  <a:lnTo>
                    <a:pt x="150283" y="711139"/>
                  </a:lnTo>
                  <a:lnTo>
                    <a:pt x="207191" y="650207"/>
                  </a:lnTo>
                  <a:close/>
                  <a:moveTo>
                    <a:pt x="670680" y="1208818"/>
                  </a:moveTo>
                  <a:lnTo>
                    <a:pt x="696234" y="1255919"/>
                  </a:lnTo>
                  <a:lnTo>
                    <a:pt x="691246" y="1202632"/>
                  </a:lnTo>
                  <a:close/>
                  <a:moveTo>
                    <a:pt x="194634" y="675082"/>
                  </a:moveTo>
                  <a:lnTo>
                    <a:pt x="207191" y="650207"/>
                  </a:lnTo>
                  <a:lnTo>
                    <a:pt x="189301" y="693452"/>
                  </a:lnTo>
                  <a:close/>
                  <a:moveTo>
                    <a:pt x="1041485" y="1418313"/>
                  </a:moveTo>
                  <a:lnTo>
                    <a:pt x="1025933" y="1480323"/>
                  </a:lnTo>
                  <a:lnTo>
                    <a:pt x="1046470" y="1422210"/>
                  </a:lnTo>
                  <a:close/>
                  <a:moveTo>
                    <a:pt x="1041485" y="1418313"/>
                  </a:moveTo>
                  <a:lnTo>
                    <a:pt x="988274" y="1379299"/>
                  </a:lnTo>
                  <a:lnTo>
                    <a:pt x="959261" y="1405725"/>
                  </a:lnTo>
                  <a:close/>
                  <a:moveTo>
                    <a:pt x="975767" y="1366777"/>
                  </a:moveTo>
                  <a:lnTo>
                    <a:pt x="959261" y="1405725"/>
                  </a:lnTo>
                  <a:lnTo>
                    <a:pt x="988274" y="1379299"/>
                  </a:lnTo>
                  <a:close/>
                  <a:moveTo>
                    <a:pt x="341891" y="669573"/>
                  </a:moveTo>
                  <a:lnTo>
                    <a:pt x="362746" y="645264"/>
                  </a:lnTo>
                  <a:lnTo>
                    <a:pt x="336167" y="669358"/>
                  </a:lnTo>
                  <a:close/>
                  <a:moveTo>
                    <a:pt x="309994" y="594518"/>
                  </a:moveTo>
                  <a:lnTo>
                    <a:pt x="370285" y="640833"/>
                  </a:lnTo>
                  <a:lnTo>
                    <a:pt x="339152" y="608796"/>
                  </a:lnTo>
                  <a:close/>
                  <a:moveTo>
                    <a:pt x="1041485" y="1418313"/>
                  </a:moveTo>
                  <a:lnTo>
                    <a:pt x="1046470" y="1422210"/>
                  </a:lnTo>
                  <a:lnTo>
                    <a:pt x="1049998" y="1414598"/>
                  </a:lnTo>
                  <a:close/>
                  <a:moveTo>
                    <a:pt x="1049998" y="1414598"/>
                  </a:moveTo>
                  <a:lnTo>
                    <a:pt x="988274" y="1379299"/>
                  </a:lnTo>
                  <a:lnTo>
                    <a:pt x="1041485" y="1418313"/>
                  </a:lnTo>
                  <a:close/>
                  <a:moveTo>
                    <a:pt x="994056" y="1359352"/>
                  </a:moveTo>
                  <a:lnTo>
                    <a:pt x="988274" y="1379299"/>
                  </a:lnTo>
                  <a:lnTo>
                    <a:pt x="1049998" y="1414598"/>
                  </a:lnTo>
                  <a:close/>
                  <a:moveTo>
                    <a:pt x="1046470" y="1422210"/>
                  </a:moveTo>
                  <a:lnTo>
                    <a:pt x="1106218" y="1394219"/>
                  </a:lnTo>
                  <a:lnTo>
                    <a:pt x="1049998" y="1414598"/>
                  </a:lnTo>
                  <a:close/>
                  <a:moveTo>
                    <a:pt x="1158070" y="1445756"/>
                  </a:moveTo>
                  <a:lnTo>
                    <a:pt x="1125450" y="1407926"/>
                  </a:lnTo>
                  <a:lnTo>
                    <a:pt x="1162054" y="1462205"/>
                  </a:lnTo>
                  <a:close/>
                  <a:moveTo>
                    <a:pt x="975767" y="1366777"/>
                  </a:moveTo>
                  <a:lnTo>
                    <a:pt x="988274" y="1379299"/>
                  </a:lnTo>
                  <a:lnTo>
                    <a:pt x="994056" y="1359352"/>
                  </a:lnTo>
                  <a:close/>
                  <a:moveTo>
                    <a:pt x="763872" y="981927"/>
                  </a:moveTo>
                  <a:lnTo>
                    <a:pt x="755433" y="1032779"/>
                  </a:lnTo>
                  <a:lnTo>
                    <a:pt x="740290" y="1037274"/>
                  </a:lnTo>
                  <a:close/>
                  <a:moveTo>
                    <a:pt x="408336" y="621170"/>
                  </a:moveTo>
                  <a:lnTo>
                    <a:pt x="373006" y="651005"/>
                  </a:lnTo>
                  <a:lnTo>
                    <a:pt x="411089" y="696801"/>
                  </a:lnTo>
                  <a:close/>
                  <a:moveTo>
                    <a:pt x="1158070" y="1445756"/>
                  </a:moveTo>
                  <a:lnTo>
                    <a:pt x="1162054" y="1462205"/>
                  </a:lnTo>
                  <a:lnTo>
                    <a:pt x="1190781" y="1477509"/>
                  </a:lnTo>
                  <a:close/>
                  <a:moveTo>
                    <a:pt x="1278012" y="1531401"/>
                  </a:moveTo>
                  <a:lnTo>
                    <a:pt x="1267881" y="1591098"/>
                  </a:lnTo>
                  <a:lnTo>
                    <a:pt x="1309675" y="1524735"/>
                  </a:lnTo>
                  <a:close/>
                  <a:moveTo>
                    <a:pt x="1213812" y="1548829"/>
                  </a:moveTo>
                  <a:lnTo>
                    <a:pt x="1267881" y="1591098"/>
                  </a:lnTo>
                  <a:lnTo>
                    <a:pt x="1278012" y="1531401"/>
                  </a:lnTo>
                  <a:close/>
                  <a:moveTo>
                    <a:pt x="1210845" y="1497292"/>
                  </a:moveTo>
                  <a:lnTo>
                    <a:pt x="1263187" y="1473199"/>
                  </a:lnTo>
                  <a:lnTo>
                    <a:pt x="1190781" y="1477509"/>
                  </a:lnTo>
                  <a:close/>
                  <a:moveTo>
                    <a:pt x="1263187" y="1473199"/>
                  </a:moveTo>
                  <a:lnTo>
                    <a:pt x="1222070" y="1459594"/>
                  </a:lnTo>
                  <a:lnTo>
                    <a:pt x="1190781" y="1477509"/>
                  </a:lnTo>
                  <a:close/>
                  <a:moveTo>
                    <a:pt x="1165755" y="1421662"/>
                  </a:moveTo>
                  <a:lnTo>
                    <a:pt x="1190781" y="1477509"/>
                  </a:lnTo>
                  <a:lnTo>
                    <a:pt x="1222070" y="1459594"/>
                  </a:lnTo>
                  <a:close/>
                  <a:moveTo>
                    <a:pt x="1165755" y="1421662"/>
                  </a:moveTo>
                  <a:lnTo>
                    <a:pt x="1158070" y="1445756"/>
                  </a:lnTo>
                  <a:lnTo>
                    <a:pt x="1190781" y="1477509"/>
                  </a:lnTo>
                  <a:close/>
                  <a:moveTo>
                    <a:pt x="1309675" y="1524735"/>
                  </a:moveTo>
                  <a:lnTo>
                    <a:pt x="1343006" y="1562403"/>
                  </a:lnTo>
                  <a:lnTo>
                    <a:pt x="1346515" y="1513692"/>
                  </a:lnTo>
                  <a:close/>
                  <a:moveTo>
                    <a:pt x="1320576" y="1472037"/>
                  </a:moveTo>
                  <a:lnTo>
                    <a:pt x="1346515" y="1513692"/>
                  </a:lnTo>
                  <a:lnTo>
                    <a:pt x="1353282" y="1524735"/>
                  </a:lnTo>
                  <a:close/>
                  <a:moveTo>
                    <a:pt x="1276219" y="1470116"/>
                  </a:moveTo>
                  <a:lnTo>
                    <a:pt x="1222070" y="1459594"/>
                  </a:lnTo>
                  <a:lnTo>
                    <a:pt x="1263187" y="1473199"/>
                  </a:lnTo>
                  <a:close/>
                  <a:moveTo>
                    <a:pt x="1266748" y="1415073"/>
                  </a:moveTo>
                  <a:lnTo>
                    <a:pt x="1230121" y="1406868"/>
                  </a:lnTo>
                  <a:lnTo>
                    <a:pt x="1276219" y="1470116"/>
                  </a:lnTo>
                  <a:close/>
                  <a:moveTo>
                    <a:pt x="1320576" y="1472037"/>
                  </a:moveTo>
                  <a:lnTo>
                    <a:pt x="1318020" y="1468981"/>
                  </a:lnTo>
                  <a:lnTo>
                    <a:pt x="1266748" y="1415073"/>
                  </a:lnTo>
                  <a:close/>
                  <a:moveTo>
                    <a:pt x="1276219" y="1470116"/>
                  </a:moveTo>
                  <a:lnTo>
                    <a:pt x="1320576" y="1472037"/>
                  </a:lnTo>
                  <a:lnTo>
                    <a:pt x="1266748" y="1415073"/>
                  </a:lnTo>
                  <a:close/>
                  <a:moveTo>
                    <a:pt x="1320576" y="1472037"/>
                  </a:moveTo>
                  <a:lnTo>
                    <a:pt x="1322449" y="1473199"/>
                  </a:lnTo>
                  <a:lnTo>
                    <a:pt x="1318020" y="1468981"/>
                  </a:lnTo>
                  <a:close/>
                  <a:moveTo>
                    <a:pt x="1230121" y="1406868"/>
                  </a:moveTo>
                  <a:lnTo>
                    <a:pt x="1266748" y="1415073"/>
                  </a:lnTo>
                  <a:lnTo>
                    <a:pt x="1213549" y="1357598"/>
                  </a:lnTo>
                  <a:close/>
                  <a:moveTo>
                    <a:pt x="1076362" y="1163979"/>
                  </a:moveTo>
                  <a:lnTo>
                    <a:pt x="1069150" y="1088348"/>
                  </a:lnTo>
                  <a:lnTo>
                    <a:pt x="1042710" y="1112442"/>
                  </a:lnTo>
                  <a:close/>
                  <a:moveTo>
                    <a:pt x="1042710" y="1112442"/>
                  </a:moveTo>
                  <a:lnTo>
                    <a:pt x="1069150" y="1088348"/>
                  </a:lnTo>
                  <a:lnTo>
                    <a:pt x="1031770" y="1097449"/>
                  </a:lnTo>
                  <a:close/>
                  <a:moveTo>
                    <a:pt x="1069150" y="1088348"/>
                  </a:moveTo>
                  <a:lnTo>
                    <a:pt x="1064705" y="1085689"/>
                  </a:lnTo>
                  <a:lnTo>
                    <a:pt x="1031770" y="1097449"/>
                  </a:lnTo>
                  <a:close/>
                  <a:moveTo>
                    <a:pt x="1021458" y="1036812"/>
                  </a:moveTo>
                  <a:lnTo>
                    <a:pt x="1031770" y="1097449"/>
                  </a:lnTo>
                  <a:lnTo>
                    <a:pt x="1064705" y="1085689"/>
                  </a:lnTo>
                  <a:close/>
                  <a:moveTo>
                    <a:pt x="714069" y="727592"/>
                  </a:moveTo>
                  <a:lnTo>
                    <a:pt x="647037" y="698647"/>
                  </a:lnTo>
                  <a:lnTo>
                    <a:pt x="645883" y="700149"/>
                  </a:lnTo>
                  <a:close/>
                  <a:moveTo>
                    <a:pt x="644664" y="698184"/>
                  </a:moveTo>
                  <a:lnTo>
                    <a:pt x="645883" y="700149"/>
                  </a:lnTo>
                  <a:lnTo>
                    <a:pt x="647037" y="698647"/>
                  </a:lnTo>
                  <a:close/>
                  <a:moveTo>
                    <a:pt x="661825" y="676056"/>
                  </a:moveTo>
                  <a:lnTo>
                    <a:pt x="644664" y="698184"/>
                  </a:lnTo>
                  <a:lnTo>
                    <a:pt x="647037" y="698647"/>
                  </a:lnTo>
                  <a:close/>
                  <a:moveTo>
                    <a:pt x="228329" y="58243"/>
                  </a:moveTo>
                  <a:lnTo>
                    <a:pt x="275179" y="58136"/>
                  </a:lnTo>
                  <a:lnTo>
                    <a:pt x="249156" y="16549"/>
                  </a:lnTo>
                  <a:close/>
                  <a:moveTo>
                    <a:pt x="228329" y="58243"/>
                  </a:moveTo>
                  <a:lnTo>
                    <a:pt x="249156" y="16549"/>
                  </a:lnTo>
                  <a:lnTo>
                    <a:pt x="209461" y="10839"/>
                  </a:lnTo>
                  <a:close/>
                  <a:moveTo>
                    <a:pt x="228329" y="58243"/>
                  </a:moveTo>
                  <a:lnTo>
                    <a:pt x="209461" y="10839"/>
                  </a:lnTo>
                  <a:lnTo>
                    <a:pt x="225416" y="57617"/>
                  </a:lnTo>
                  <a:close/>
                  <a:moveTo>
                    <a:pt x="209461" y="10839"/>
                  </a:moveTo>
                  <a:lnTo>
                    <a:pt x="187108" y="6080"/>
                  </a:lnTo>
                  <a:lnTo>
                    <a:pt x="225416" y="57617"/>
                  </a:lnTo>
                  <a:close/>
                  <a:moveTo>
                    <a:pt x="1408940" y="1449105"/>
                  </a:moveTo>
                  <a:lnTo>
                    <a:pt x="1455727" y="1425011"/>
                  </a:lnTo>
                  <a:lnTo>
                    <a:pt x="1383049" y="1402539"/>
                  </a:lnTo>
                  <a:close/>
                  <a:moveTo>
                    <a:pt x="1455727" y="1425011"/>
                  </a:moveTo>
                  <a:lnTo>
                    <a:pt x="1417687" y="1397145"/>
                  </a:lnTo>
                  <a:lnTo>
                    <a:pt x="1383049" y="1402539"/>
                  </a:lnTo>
                  <a:close/>
                  <a:moveTo>
                    <a:pt x="1394389" y="1373474"/>
                  </a:moveTo>
                  <a:lnTo>
                    <a:pt x="1383049" y="1402539"/>
                  </a:lnTo>
                  <a:lnTo>
                    <a:pt x="1417687" y="1397145"/>
                  </a:lnTo>
                  <a:close/>
                  <a:moveTo>
                    <a:pt x="1394389" y="1373474"/>
                  </a:moveTo>
                  <a:lnTo>
                    <a:pt x="1378907" y="1397568"/>
                  </a:lnTo>
                  <a:lnTo>
                    <a:pt x="1383049" y="1402539"/>
                  </a:lnTo>
                  <a:close/>
                  <a:moveTo>
                    <a:pt x="1353253" y="1346032"/>
                  </a:moveTo>
                  <a:lnTo>
                    <a:pt x="1378907" y="1397568"/>
                  </a:lnTo>
                  <a:lnTo>
                    <a:pt x="1394389" y="1373474"/>
                  </a:lnTo>
                  <a:close/>
                  <a:moveTo>
                    <a:pt x="1328921" y="1277025"/>
                  </a:moveTo>
                  <a:lnTo>
                    <a:pt x="1364367" y="1332692"/>
                  </a:lnTo>
                  <a:lnTo>
                    <a:pt x="1368260" y="1321937"/>
                  </a:lnTo>
                  <a:close/>
                  <a:moveTo>
                    <a:pt x="1368260" y="1321937"/>
                  </a:moveTo>
                  <a:lnTo>
                    <a:pt x="1342611" y="1291126"/>
                  </a:lnTo>
                  <a:lnTo>
                    <a:pt x="1328921" y="1277025"/>
                  </a:lnTo>
                  <a:close/>
                  <a:moveTo>
                    <a:pt x="1064705" y="1085689"/>
                  </a:moveTo>
                  <a:lnTo>
                    <a:pt x="1069150" y="1088348"/>
                  </a:lnTo>
                  <a:lnTo>
                    <a:pt x="1067560" y="1086606"/>
                  </a:lnTo>
                  <a:close/>
                  <a:moveTo>
                    <a:pt x="896470" y="830665"/>
                  </a:moveTo>
                  <a:lnTo>
                    <a:pt x="938760" y="829257"/>
                  </a:lnTo>
                  <a:lnTo>
                    <a:pt x="926284" y="858108"/>
                  </a:lnTo>
                  <a:close/>
                  <a:moveTo>
                    <a:pt x="940013" y="863364"/>
                  </a:moveTo>
                  <a:lnTo>
                    <a:pt x="903747" y="833248"/>
                  </a:lnTo>
                  <a:lnTo>
                    <a:pt x="896470" y="830665"/>
                  </a:lnTo>
                  <a:close/>
                  <a:moveTo>
                    <a:pt x="926284" y="858108"/>
                  </a:moveTo>
                  <a:lnTo>
                    <a:pt x="940013" y="863364"/>
                  </a:lnTo>
                  <a:lnTo>
                    <a:pt x="896470" y="830665"/>
                  </a:lnTo>
                  <a:close/>
                  <a:moveTo>
                    <a:pt x="966670" y="858108"/>
                  </a:moveTo>
                  <a:lnTo>
                    <a:pt x="908802" y="825995"/>
                  </a:lnTo>
                  <a:lnTo>
                    <a:pt x="909791" y="830665"/>
                  </a:lnTo>
                  <a:close/>
                  <a:moveTo>
                    <a:pt x="903747" y="833248"/>
                  </a:moveTo>
                  <a:lnTo>
                    <a:pt x="940013" y="863364"/>
                  </a:lnTo>
                  <a:lnTo>
                    <a:pt x="966670" y="858108"/>
                  </a:lnTo>
                  <a:close/>
                  <a:moveTo>
                    <a:pt x="909791" y="830665"/>
                  </a:moveTo>
                  <a:lnTo>
                    <a:pt x="903747" y="833248"/>
                  </a:lnTo>
                  <a:lnTo>
                    <a:pt x="966670" y="858108"/>
                  </a:lnTo>
                  <a:close/>
                  <a:moveTo>
                    <a:pt x="841285" y="727592"/>
                  </a:moveTo>
                  <a:lnTo>
                    <a:pt x="852247" y="680472"/>
                  </a:lnTo>
                  <a:lnTo>
                    <a:pt x="862362" y="651962"/>
                  </a:lnTo>
                  <a:close/>
                  <a:moveTo>
                    <a:pt x="387796" y="192792"/>
                  </a:moveTo>
                  <a:lnTo>
                    <a:pt x="452346" y="233373"/>
                  </a:lnTo>
                  <a:lnTo>
                    <a:pt x="423930" y="201397"/>
                  </a:lnTo>
                  <a:close/>
                  <a:moveTo>
                    <a:pt x="225416" y="57617"/>
                  </a:moveTo>
                  <a:lnTo>
                    <a:pt x="189652" y="51704"/>
                  </a:lnTo>
                  <a:lnTo>
                    <a:pt x="230169" y="61618"/>
                  </a:lnTo>
                  <a:close/>
                  <a:moveTo>
                    <a:pt x="267388" y="65873"/>
                  </a:moveTo>
                  <a:lnTo>
                    <a:pt x="276140" y="58820"/>
                  </a:lnTo>
                  <a:lnTo>
                    <a:pt x="230169" y="61618"/>
                  </a:lnTo>
                  <a:close/>
                  <a:moveTo>
                    <a:pt x="1455727" y="1425011"/>
                  </a:moveTo>
                  <a:lnTo>
                    <a:pt x="1479362" y="1453061"/>
                  </a:lnTo>
                  <a:lnTo>
                    <a:pt x="1485118" y="1414232"/>
                  </a:lnTo>
                  <a:close/>
                  <a:moveTo>
                    <a:pt x="1485118" y="1414232"/>
                  </a:moveTo>
                  <a:lnTo>
                    <a:pt x="1417687" y="1397145"/>
                  </a:lnTo>
                  <a:lnTo>
                    <a:pt x="1455727" y="1425011"/>
                  </a:lnTo>
                  <a:close/>
                  <a:moveTo>
                    <a:pt x="1439677" y="1350449"/>
                  </a:moveTo>
                  <a:lnTo>
                    <a:pt x="1417687" y="1397145"/>
                  </a:lnTo>
                  <a:lnTo>
                    <a:pt x="1485118" y="1414232"/>
                  </a:lnTo>
                  <a:close/>
                  <a:moveTo>
                    <a:pt x="1394389" y="1373474"/>
                  </a:moveTo>
                  <a:lnTo>
                    <a:pt x="1417687" y="1397145"/>
                  </a:lnTo>
                  <a:lnTo>
                    <a:pt x="1439677" y="1350449"/>
                  </a:lnTo>
                  <a:close/>
                  <a:moveTo>
                    <a:pt x="1368260" y="1321937"/>
                  </a:moveTo>
                  <a:lnTo>
                    <a:pt x="1394389" y="1373474"/>
                  </a:lnTo>
                  <a:lnTo>
                    <a:pt x="1393464" y="1297844"/>
                  </a:lnTo>
                  <a:close/>
                  <a:moveTo>
                    <a:pt x="1368260" y="1321937"/>
                  </a:moveTo>
                  <a:lnTo>
                    <a:pt x="1393464" y="1297844"/>
                  </a:lnTo>
                  <a:lnTo>
                    <a:pt x="1342611" y="1291126"/>
                  </a:lnTo>
                  <a:close/>
                  <a:moveTo>
                    <a:pt x="1343589" y="1246307"/>
                  </a:moveTo>
                  <a:lnTo>
                    <a:pt x="1324673" y="1270401"/>
                  </a:lnTo>
                  <a:lnTo>
                    <a:pt x="1342611" y="1291126"/>
                  </a:lnTo>
                  <a:close/>
                  <a:moveTo>
                    <a:pt x="1168075" y="937087"/>
                  </a:moveTo>
                  <a:lnTo>
                    <a:pt x="1166032" y="980279"/>
                  </a:lnTo>
                  <a:lnTo>
                    <a:pt x="1203468" y="985348"/>
                  </a:lnTo>
                  <a:close/>
                  <a:moveTo>
                    <a:pt x="1068347" y="834995"/>
                  </a:moveTo>
                  <a:lnTo>
                    <a:pt x="1070595" y="834014"/>
                  </a:lnTo>
                  <a:lnTo>
                    <a:pt x="1069160" y="832545"/>
                  </a:lnTo>
                  <a:close/>
                  <a:moveTo>
                    <a:pt x="909544" y="720021"/>
                  </a:moveTo>
                  <a:lnTo>
                    <a:pt x="966612" y="679404"/>
                  </a:lnTo>
                  <a:lnTo>
                    <a:pt x="917634" y="693328"/>
                  </a:lnTo>
                  <a:close/>
                  <a:moveTo>
                    <a:pt x="959830" y="733356"/>
                  </a:moveTo>
                  <a:lnTo>
                    <a:pt x="990451" y="712942"/>
                  </a:lnTo>
                  <a:lnTo>
                    <a:pt x="909544" y="720021"/>
                  </a:lnTo>
                  <a:close/>
                  <a:moveTo>
                    <a:pt x="917634" y="693328"/>
                  </a:moveTo>
                  <a:lnTo>
                    <a:pt x="977404" y="664160"/>
                  </a:lnTo>
                  <a:lnTo>
                    <a:pt x="949719" y="642484"/>
                  </a:lnTo>
                  <a:close/>
                  <a:moveTo>
                    <a:pt x="917634" y="693328"/>
                  </a:moveTo>
                  <a:lnTo>
                    <a:pt x="949719" y="642484"/>
                  </a:lnTo>
                  <a:lnTo>
                    <a:pt x="906201" y="639881"/>
                  </a:lnTo>
                  <a:close/>
                  <a:moveTo>
                    <a:pt x="824672" y="542694"/>
                  </a:moveTo>
                  <a:lnTo>
                    <a:pt x="772538" y="557133"/>
                  </a:lnTo>
                  <a:lnTo>
                    <a:pt x="825027" y="578703"/>
                  </a:lnTo>
                  <a:close/>
                  <a:moveTo>
                    <a:pt x="824672" y="542694"/>
                  </a:moveTo>
                  <a:lnTo>
                    <a:pt x="773843" y="546035"/>
                  </a:lnTo>
                  <a:lnTo>
                    <a:pt x="772538" y="557133"/>
                  </a:lnTo>
                  <a:close/>
                  <a:moveTo>
                    <a:pt x="1211136" y="912994"/>
                  </a:moveTo>
                  <a:lnTo>
                    <a:pt x="1203468" y="985348"/>
                  </a:lnTo>
                  <a:lnTo>
                    <a:pt x="1223271" y="924486"/>
                  </a:lnTo>
                  <a:close/>
                  <a:moveTo>
                    <a:pt x="1211136" y="912994"/>
                  </a:moveTo>
                  <a:lnTo>
                    <a:pt x="1168075" y="937087"/>
                  </a:lnTo>
                  <a:lnTo>
                    <a:pt x="1203468" y="985348"/>
                  </a:lnTo>
                  <a:close/>
                  <a:moveTo>
                    <a:pt x="1069160" y="832545"/>
                  </a:moveTo>
                  <a:lnTo>
                    <a:pt x="1070595" y="834014"/>
                  </a:lnTo>
                  <a:lnTo>
                    <a:pt x="1071537" y="832402"/>
                  </a:lnTo>
                  <a:close/>
                  <a:moveTo>
                    <a:pt x="1074938" y="719248"/>
                  </a:moveTo>
                  <a:lnTo>
                    <a:pt x="1115356" y="758384"/>
                  </a:lnTo>
                  <a:lnTo>
                    <a:pt x="1064538" y="712606"/>
                  </a:lnTo>
                  <a:close/>
                  <a:moveTo>
                    <a:pt x="1064538" y="712606"/>
                  </a:moveTo>
                  <a:lnTo>
                    <a:pt x="1114861" y="772419"/>
                  </a:lnTo>
                  <a:lnTo>
                    <a:pt x="1114506" y="709965"/>
                  </a:lnTo>
                  <a:close/>
                  <a:moveTo>
                    <a:pt x="825342" y="353921"/>
                  </a:moveTo>
                  <a:lnTo>
                    <a:pt x="837812" y="356703"/>
                  </a:lnTo>
                  <a:lnTo>
                    <a:pt x="825339" y="346091"/>
                  </a:lnTo>
                  <a:close/>
                  <a:moveTo>
                    <a:pt x="481749" y="36871"/>
                  </a:moveTo>
                  <a:lnTo>
                    <a:pt x="466911" y="18027"/>
                  </a:lnTo>
                  <a:lnTo>
                    <a:pt x="486848" y="0"/>
                  </a:lnTo>
                  <a:close/>
                  <a:moveTo>
                    <a:pt x="1255296" y="796955"/>
                  </a:moveTo>
                  <a:lnTo>
                    <a:pt x="1207687" y="758384"/>
                  </a:lnTo>
                  <a:lnTo>
                    <a:pt x="1220152" y="777925"/>
                  </a:lnTo>
                  <a:close/>
                  <a:moveTo>
                    <a:pt x="1220152" y="777925"/>
                  </a:moveTo>
                  <a:lnTo>
                    <a:pt x="1207687" y="758384"/>
                  </a:lnTo>
                  <a:lnTo>
                    <a:pt x="1184217" y="778473"/>
                  </a:lnTo>
                  <a:close/>
                  <a:moveTo>
                    <a:pt x="1299158" y="785827"/>
                  </a:moveTo>
                  <a:lnTo>
                    <a:pt x="1272451" y="734290"/>
                  </a:lnTo>
                  <a:lnTo>
                    <a:pt x="1255296" y="796955"/>
                  </a:lnTo>
                  <a:close/>
                  <a:moveTo>
                    <a:pt x="925249" y="374042"/>
                  </a:moveTo>
                  <a:lnTo>
                    <a:pt x="923334" y="374980"/>
                  </a:lnTo>
                  <a:lnTo>
                    <a:pt x="953921" y="441463"/>
                  </a:lnTo>
                  <a:close/>
                  <a:moveTo>
                    <a:pt x="977686" y="395416"/>
                  </a:moveTo>
                  <a:lnTo>
                    <a:pt x="925249" y="374042"/>
                  </a:lnTo>
                  <a:lnTo>
                    <a:pt x="953921" y="441463"/>
                  </a:lnTo>
                  <a:close/>
                  <a:moveTo>
                    <a:pt x="1299158" y="785827"/>
                  </a:moveTo>
                  <a:lnTo>
                    <a:pt x="1318977" y="798062"/>
                  </a:lnTo>
                  <a:lnTo>
                    <a:pt x="1339813" y="766226"/>
                  </a:lnTo>
                  <a:close/>
                  <a:moveTo>
                    <a:pt x="1339813" y="766226"/>
                  </a:moveTo>
                  <a:lnTo>
                    <a:pt x="1343544" y="785827"/>
                  </a:lnTo>
                  <a:lnTo>
                    <a:pt x="1320149" y="719470"/>
                  </a:lnTo>
                  <a:close/>
                </a:path>
              </a:pathLst>
            </a:custGeom>
            <a:solidFill>
              <a:srgbClr val="F2F4F6"/>
            </a:solidFill>
            <a:ln w="1524">
              <a:solidFill>
                <a:srgbClr val="F2F4F6"/>
              </a:solidFill>
            </a:ln>
          </p:spPr>
        </p:sp>
        <p:sp>
          <p:nvSpPr>
            <p:cNvPr id="4240" name="Output_density__4239">
              <a:extLst>
                <a:ext uri="{FF2B5EF4-FFF2-40B4-BE49-F238E27FC236}">
                  <a16:creationId xmlns:a16="http://schemas.microsoft.com/office/drawing/2014/main" id="{6F968671-9D84-3C60-F022-7376CD8A5F43}"/>
                </a:ext>
              </a:extLst>
            </p:cNvPr>
            <p:cNvSpPr>
              <a:spLocks noGrp="1"/>
            </p:cNvSpPr>
            <p:nvPr/>
          </p:nvSpPr>
          <p:spPr>
            <a:xfrm>
              <a:off x="15424223" y="2693531"/>
              <a:ext cx="1391744" cy="1917028"/>
            </a:xfrm>
            <a:custGeom>
              <a:avLst/>
              <a:gdLst/>
              <a:ahLst/>
              <a:cxnLst/>
              <a:rect l="0" t="0" r="0" b="0"/>
              <a:pathLst>
                <a:path w="1391744" h="1917028">
                  <a:moveTo>
                    <a:pt x="151783" y="1730795"/>
                  </a:moveTo>
                  <a:lnTo>
                    <a:pt x="127992" y="1686000"/>
                  </a:lnTo>
                  <a:lnTo>
                    <a:pt x="133429" y="1709311"/>
                  </a:lnTo>
                  <a:close/>
                  <a:moveTo>
                    <a:pt x="129890" y="1688717"/>
                  </a:moveTo>
                  <a:lnTo>
                    <a:pt x="127992" y="1686000"/>
                  </a:lnTo>
                  <a:lnTo>
                    <a:pt x="151783" y="1730795"/>
                  </a:lnTo>
                  <a:close/>
                  <a:moveTo>
                    <a:pt x="181318" y="1706320"/>
                  </a:moveTo>
                  <a:lnTo>
                    <a:pt x="129890" y="1688717"/>
                  </a:lnTo>
                  <a:lnTo>
                    <a:pt x="151783" y="1730795"/>
                  </a:lnTo>
                  <a:close/>
                  <a:moveTo>
                    <a:pt x="86577" y="1661674"/>
                  </a:moveTo>
                  <a:lnTo>
                    <a:pt x="80614" y="1679157"/>
                  </a:lnTo>
                  <a:lnTo>
                    <a:pt x="40139" y="1662727"/>
                  </a:lnTo>
                  <a:close/>
                  <a:moveTo>
                    <a:pt x="313421" y="1891364"/>
                  </a:moveTo>
                  <a:lnTo>
                    <a:pt x="320742" y="1894215"/>
                  </a:lnTo>
                  <a:lnTo>
                    <a:pt x="325766" y="1897034"/>
                  </a:lnTo>
                  <a:close/>
                  <a:moveTo>
                    <a:pt x="320742" y="1894215"/>
                  </a:moveTo>
                  <a:lnTo>
                    <a:pt x="313421" y="1891364"/>
                  </a:lnTo>
                  <a:lnTo>
                    <a:pt x="250500" y="1850596"/>
                  </a:lnTo>
                  <a:close/>
                  <a:moveTo>
                    <a:pt x="377834" y="1917028"/>
                  </a:moveTo>
                  <a:lnTo>
                    <a:pt x="320742" y="1894215"/>
                  </a:lnTo>
                  <a:lnTo>
                    <a:pt x="348154" y="1909913"/>
                  </a:lnTo>
                  <a:close/>
                  <a:moveTo>
                    <a:pt x="377834" y="1917028"/>
                  </a:moveTo>
                  <a:lnTo>
                    <a:pt x="325766" y="1897034"/>
                  </a:lnTo>
                  <a:lnTo>
                    <a:pt x="320742" y="1894215"/>
                  </a:lnTo>
                  <a:close/>
                  <a:moveTo>
                    <a:pt x="313421" y="1891364"/>
                  </a:moveTo>
                  <a:lnTo>
                    <a:pt x="325766" y="1897034"/>
                  </a:lnTo>
                  <a:lnTo>
                    <a:pt x="332537" y="1884626"/>
                  </a:lnTo>
                  <a:close/>
                  <a:moveTo>
                    <a:pt x="193729" y="1670539"/>
                  </a:moveTo>
                  <a:lnTo>
                    <a:pt x="129890" y="1688717"/>
                  </a:lnTo>
                  <a:lnTo>
                    <a:pt x="181318" y="1706320"/>
                  </a:lnTo>
                  <a:close/>
                  <a:moveTo>
                    <a:pt x="227323" y="1618467"/>
                  </a:moveTo>
                  <a:lnTo>
                    <a:pt x="193729" y="1670539"/>
                  </a:lnTo>
                  <a:lnTo>
                    <a:pt x="243340" y="1668189"/>
                  </a:lnTo>
                  <a:close/>
                  <a:moveTo>
                    <a:pt x="247923" y="1375968"/>
                  </a:moveTo>
                  <a:lnTo>
                    <a:pt x="249414" y="1412279"/>
                  </a:lnTo>
                  <a:lnTo>
                    <a:pt x="251293" y="1379346"/>
                  </a:lnTo>
                  <a:close/>
                  <a:moveTo>
                    <a:pt x="387039" y="1411847"/>
                  </a:moveTo>
                  <a:lnTo>
                    <a:pt x="333063" y="1384719"/>
                  </a:lnTo>
                  <a:lnTo>
                    <a:pt x="356818" y="1433754"/>
                  </a:lnTo>
                  <a:close/>
                  <a:moveTo>
                    <a:pt x="295563" y="1379412"/>
                  </a:moveTo>
                  <a:lnTo>
                    <a:pt x="323754" y="1406789"/>
                  </a:lnTo>
                  <a:lnTo>
                    <a:pt x="331277" y="1383708"/>
                  </a:lnTo>
                  <a:close/>
                  <a:moveTo>
                    <a:pt x="387039" y="1411847"/>
                  </a:moveTo>
                  <a:lnTo>
                    <a:pt x="356818" y="1433754"/>
                  </a:lnTo>
                  <a:lnTo>
                    <a:pt x="432725" y="1407983"/>
                  </a:lnTo>
                  <a:close/>
                  <a:moveTo>
                    <a:pt x="415808" y="1384509"/>
                  </a:moveTo>
                  <a:lnTo>
                    <a:pt x="445340" y="1366941"/>
                  </a:lnTo>
                  <a:lnTo>
                    <a:pt x="429959" y="1358601"/>
                  </a:lnTo>
                  <a:close/>
                  <a:moveTo>
                    <a:pt x="272706" y="1049382"/>
                  </a:moveTo>
                  <a:lnTo>
                    <a:pt x="283411" y="1064177"/>
                  </a:lnTo>
                  <a:lnTo>
                    <a:pt x="258981" y="1028044"/>
                  </a:lnTo>
                  <a:close/>
                  <a:moveTo>
                    <a:pt x="258981" y="1028044"/>
                  </a:moveTo>
                  <a:lnTo>
                    <a:pt x="302342" y="1093517"/>
                  </a:lnTo>
                  <a:lnTo>
                    <a:pt x="269446" y="1082279"/>
                  </a:lnTo>
                  <a:close/>
                  <a:moveTo>
                    <a:pt x="0" y="772948"/>
                  </a:moveTo>
                  <a:lnTo>
                    <a:pt x="20082" y="778342"/>
                  </a:lnTo>
                  <a:lnTo>
                    <a:pt x="20833" y="716068"/>
                  </a:lnTo>
                  <a:close/>
                  <a:moveTo>
                    <a:pt x="175536" y="744187"/>
                  </a:moveTo>
                  <a:lnTo>
                    <a:pt x="223144" y="743725"/>
                  </a:lnTo>
                  <a:lnTo>
                    <a:pt x="217420" y="743511"/>
                  </a:lnTo>
                  <a:close/>
                  <a:moveTo>
                    <a:pt x="175536" y="744187"/>
                  </a:moveTo>
                  <a:lnTo>
                    <a:pt x="217420" y="743511"/>
                  </a:lnTo>
                  <a:lnTo>
                    <a:pt x="176111" y="742553"/>
                  </a:lnTo>
                  <a:close/>
                  <a:moveTo>
                    <a:pt x="292343" y="770954"/>
                  </a:moveTo>
                  <a:lnTo>
                    <a:pt x="279538" y="795047"/>
                  </a:lnTo>
                  <a:lnTo>
                    <a:pt x="284421" y="798152"/>
                  </a:lnTo>
                  <a:close/>
                  <a:moveTo>
                    <a:pt x="279538" y="795047"/>
                  </a:moveTo>
                  <a:lnTo>
                    <a:pt x="292343" y="770954"/>
                  </a:lnTo>
                  <a:lnTo>
                    <a:pt x="223144" y="743725"/>
                  </a:lnTo>
                  <a:close/>
                  <a:moveTo>
                    <a:pt x="217420" y="743511"/>
                  </a:moveTo>
                  <a:lnTo>
                    <a:pt x="191247" y="668671"/>
                  </a:lnTo>
                  <a:lnTo>
                    <a:pt x="176111" y="742553"/>
                  </a:lnTo>
                  <a:close/>
                  <a:moveTo>
                    <a:pt x="712257" y="1301870"/>
                  </a:moveTo>
                  <a:lnTo>
                    <a:pt x="696794" y="1286319"/>
                  </a:lnTo>
                  <a:lnTo>
                    <a:pt x="648286" y="1253154"/>
                  </a:lnTo>
                  <a:close/>
                  <a:moveTo>
                    <a:pt x="939858" y="1419010"/>
                  </a:moveTo>
                  <a:lnTo>
                    <a:pt x="875310" y="1433505"/>
                  </a:lnTo>
                  <a:lnTo>
                    <a:pt x="931251" y="1488751"/>
                  </a:lnTo>
                  <a:close/>
                  <a:moveTo>
                    <a:pt x="931251" y="1488751"/>
                  </a:moveTo>
                  <a:lnTo>
                    <a:pt x="942623" y="1440929"/>
                  </a:lnTo>
                  <a:lnTo>
                    <a:pt x="939858" y="1419010"/>
                  </a:lnTo>
                  <a:close/>
                  <a:moveTo>
                    <a:pt x="837007" y="1371645"/>
                  </a:moveTo>
                  <a:lnTo>
                    <a:pt x="857020" y="1440929"/>
                  </a:lnTo>
                  <a:lnTo>
                    <a:pt x="879542" y="1367322"/>
                  </a:lnTo>
                  <a:close/>
                  <a:moveTo>
                    <a:pt x="875310" y="1433505"/>
                  </a:moveTo>
                  <a:lnTo>
                    <a:pt x="918905" y="1373302"/>
                  </a:lnTo>
                  <a:lnTo>
                    <a:pt x="879542" y="1367322"/>
                  </a:lnTo>
                  <a:close/>
                  <a:moveTo>
                    <a:pt x="827904" y="1365299"/>
                  </a:moveTo>
                  <a:lnTo>
                    <a:pt x="798013" y="1389393"/>
                  </a:lnTo>
                  <a:lnTo>
                    <a:pt x="807910" y="1397753"/>
                  </a:lnTo>
                  <a:close/>
                  <a:moveTo>
                    <a:pt x="749512" y="1337856"/>
                  </a:moveTo>
                  <a:lnTo>
                    <a:pt x="798013" y="1389393"/>
                  </a:lnTo>
                  <a:lnTo>
                    <a:pt x="827904" y="1365299"/>
                  </a:lnTo>
                  <a:close/>
                  <a:moveTo>
                    <a:pt x="879542" y="1367322"/>
                  </a:moveTo>
                  <a:lnTo>
                    <a:pt x="918905" y="1373302"/>
                  </a:lnTo>
                  <a:lnTo>
                    <a:pt x="862329" y="1318572"/>
                  </a:lnTo>
                  <a:close/>
                  <a:moveTo>
                    <a:pt x="862329" y="1318572"/>
                  </a:moveTo>
                  <a:lnTo>
                    <a:pt x="835256" y="1313762"/>
                  </a:lnTo>
                  <a:lnTo>
                    <a:pt x="860215" y="1365299"/>
                  </a:lnTo>
                  <a:close/>
                  <a:moveTo>
                    <a:pt x="510149" y="850292"/>
                  </a:moveTo>
                  <a:lnTo>
                    <a:pt x="456143" y="821041"/>
                  </a:lnTo>
                  <a:lnTo>
                    <a:pt x="509609" y="849933"/>
                  </a:lnTo>
                  <a:close/>
                  <a:moveTo>
                    <a:pt x="1149134" y="1665251"/>
                  </a:moveTo>
                  <a:lnTo>
                    <a:pt x="1190753" y="1674519"/>
                  </a:lnTo>
                  <a:lnTo>
                    <a:pt x="1190928" y="1598888"/>
                  </a:lnTo>
                  <a:close/>
                  <a:moveTo>
                    <a:pt x="1190928" y="1598888"/>
                  </a:moveTo>
                  <a:lnTo>
                    <a:pt x="1190753" y="1674519"/>
                  </a:lnTo>
                  <a:lnTo>
                    <a:pt x="1224259" y="1636555"/>
                  </a:lnTo>
                  <a:close/>
                  <a:moveTo>
                    <a:pt x="835256" y="1313762"/>
                  </a:moveTo>
                  <a:lnTo>
                    <a:pt x="820912" y="1262225"/>
                  </a:lnTo>
                  <a:lnTo>
                    <a:pt x="877054" y="1289668"/>
                  </a:lnTo>
                  <a:close/>
                  <a:moveTo>
                    <a:pt x="483283" y="834151"/>
                  </a:moveTo>
                  <a:lnTo>
                    <a:pt x="520277" y="901469"/>
                  </a:lnTo>
                  <a:lnTo>
                    <a:pt x="509609" y="849933"/>
                  </a:lnTo>
                  <a:close/>
                  <a:moveTo>
                    <a:pt x="569023" y="825839"/>
                  </a:moveTo>
                  <a:lnTo>
                    <a:pt x="527136" y="774302"/>
                  </a:lnTo>
                  <a:lnTo>
                    <a:pt x="547250" y="795368"/>
                  </a:lnTo>
                  <a:close/>
                  <a:moveTo>
                    <a:pt x="965513" y="1232952"/>
                  </a:moveTo>
                  <a:lnTo>
                    <a:pt x="950309" y="1222286"/>
                  </a:lnTo>
                  <a:lnTo>
                    <a:pt x="981378" y="1252495"/>
                  </a:lnTo>
                  <a:close/>
                  <a:moveTo>
                    <a:pt x="885580" y="1135058"/>
                  </a:moveTo>
                  <a:lnTo>
                    <a:pt x="902711" y="1110964"/>
                  </a:lnTo>
                  <a:lnTo>
                    <a:pt x="849065" y="1107151"/>
                  </a:lnTo>
                  <a:close/>
                  <a:moveTo>
                    <a:pt x="902711" y="1110964"/>
                  </a:moveTo>
                  <a:lnTo>
                    <a:pt x="882017" y="1095453"/>
                  </a:lnTo>
                  <a:lnTo>
                    <a:pt x="849065" y="1107151"/>
                  </a:lnTo>
                  <a:close/>
                  <a:moveTo>
                    <a:pt x="835153" y="1059428"/>
                  </a:moveTo>
                  <a:lnTo>
                    <a:pt x="849065" y="1107151"/>
                  </a:lnTo>
                  <a:lnTo>
                    <a:pt x="882017" y="1095453"/>
                  </a:lnTo>
                  <a:close/>
                  <a:moveTo>
                    <a:pt x="835153" y="1059428"/>
                  </a:moveTo>
                  <a:lnTo>
                    <a:pt x="814520" y="1083522"/>
                  </a:lnTo>
                  <a:lnTo>
                    <a:pt x="849065" y="1107151"/>
                  </a:lnTo>
                  <a:close/>
                  <a:moveTo>
                    <a:pt x="835153" y="1059428"/>
                  </a:moveTo>
                  <a:lnTo>
                    <a:pt x="823074" y="1049752"/>
                  </a:lnTo>
                  <a:lnTo>
                    <a:pt x="783442" y="1036473"/>
                  </a:lnTo>
                  <a:close/>
                  <a:moveTo>
                    <a:pt x="595323" y="801745"/>
                  </a:moveTo>
                  <a:lnTo>
                    <a:pt x="588287" y="830849"/>
                  </a:lnTo>
                  <a:lnTo>
                    <a:pt x="620263" y="815504"/>
                  </a:lnTo>
                  <a:close/>
                  <a:moveTo>
                    <a:pt x="93471" y="203554"/>
                  </a:moveTo>
                  <a:lnTo>
                    <a:pt x="156432" y="132289"/>
                  </a:lnTo>
                  <a:lnTo>
                    <a:pt x="109582" y="132395"/>
                  </a:lnTo>
                  <a:close/>
                  <a:moveTo>
                    <a:pt x="77502" y="32990"/>
                  </a:moveTo>
                  <a:lnTo>
                    <a:pt x="67290" y="28696"/>
                  </a:lnTo>
                  <a:lnTo>
                    <a:pt x="68361" y="80232"/>
                  </a:lnTo>
                  <a:close/>
                  <a:moveTo>
                    <a:pt x="1360616" y="1527214"/>
                  </a:moveTo>
                  <a:lnTo>
                    <a:pt x="1391744" y="1505739"/>
                  </a:lnTo>
                  <a:lnTo>
                    <a:pt x="1381797" y="1499163"/>
                  </a:lnTo>
                  <a:close/>
                  <a:moveTo>
                    <a:pt x="1080576" y="1255087"/>
                  </a:moveTo>
                  <a:lnTo>
                    <a:pt x="1064807" y="1241480"/>
                  </a:lnTo>
                  <a:lnTo>
                    <a:pt x="1061334" y="1241859"/>
                  </a:lnTo>
                  <a:close/>
                  <a:moveTo>
                    <a:pt x="1061334" y="1241859"/>
                  </a:moveTo>
                  <a:lnTo>
                    <a:pt x="1113781" y="1263272"/>
                  </a:lnTo>
                  <a:lnTo>
                    <a:pt x="1080576" y="1255087"/>
                  </a:lnTo>
                  <a:close/>
                  <a:moveTo>
                    <a:pt x="902711" y="1110964"/>
                  </a:moveTo>
                  <a:lnTo>
                    <a:pt x="945959" y="1159842"/>
                  </a:lnTo>
                  <a:lnTo>
                    <a:pt x="910775" y="1090958"/>
                  </a:lnTo>
                  <a:close/>
                  <a:moveTo>
                    <a:pt x="882017" y="1095453"/>
                  </a:moveTo>
                  <a:lnTo>
                    <a:pt x="902711" y="1110964"/>
                  </a:lnTo>
                  <a:lnTo>
                    <a:pt x="910775" y="1090958"/>
                  </a:lnTo>
                  <a:close/>
                  <a:moveTo>
                    <a:pt x="930557" y="1035334"/>
                  </a:moveTo>
                  <a:lnTo>
                    <a:pt x="958633" y="1072329"/>
                  </a:lnTo>
                  <a:lnTo>
                    <a:pt x="941709" y="1041048"/>
                  </a:lnTo>
                  <a:close/>
                  <a:moveTo>
                    <a:pt x="941709" y="1041048"/>
                  </a:moveTo>
                  <a:lnTo>
                    <a:pt x="914779" y="1000199"/>
                  </a:lnTo>
                  <a:lnTo>
                    <a:pt x="930557" y="1035334"/>
                  </a:lnTo>
                  <a:close/>
                  <a:moveTo>
                    <a:pt x="612919" y="679237"/>
                  </a:moveTo>
                  <a:lnTo>
                    <a:pt x="663510" y="738833"/>
                  </a:lnTo>
                  <a:lnTo>
                    <a:pt x="634597" y="698672"/>
                  </a:lnTo>
                  <a:close/>
                  <a:moveTo>
                    <a:pt x="612919" y="679237"/>
                  </a:moveTo>
                  <a:lnTo>
                    <a:pt x="634597" y="698672"/>
                  </a:lnTo>
                  <a:lnTo>
                    <a:pt x="611820" y="649039"/>
                  </a:lnTo>
                  <a:close/>
                  <a:moveTo>
                    <a:pt x="611820" y="649039"/>
                  </a:moveTo>
                  <a:lnTo>
                    <a:pt x="635034" y="696055"/>
                  </a:lnTo>
                  <a:lnTo>
                    <a:pt x="653791" y="631285"/>
                  </a:lnTo>
                  <a:close/>
                  <a:moveTo>
                    <a:pt x="273076" y="337915"/>
                  </a:moveTo>
                  <a:lnTo>
                    <a:pt x="316059" y="376843"/>
                  </a:lnTo>
                  <a:lnTo>
                    <a:pt x="341082" y="365358"/>
                  </a:lnTo>
                  <a:close/>
                  <a:moveTo>
                    <a:pt x="273076" y="337915"/>
                  </a:moveTo>
                  <a:lnTo>
                    <a:pt x="269049" y="266944"/>
                  </a:lnTo>
                  <a:lnTo>
                    <a:pt x="254468" y="321240"/>
                  </a:lnTo>
                  <a:close/>
                  <a:moveTo>
                    <a:pt x="401157" y="385435"/>
                  </a:moveTo>
                  <a:lnTo>
                    <a:pt x="341033" y="371891"/>
                  </a:lnTo>
                  <a:lnTo>
                    <a:pt x="375270" y="382039"/>
                  </a:lnTo>
                  <a:close/>
                  <a:moveTo>
                    <a:pt x="1381842" y="1388303"/>
                  </a:moveTo>
                  <a:lnTo>
                    <a:pt x="1360023" y="1390101"/>
                  </a:lnTo>
                  <a:lnTo>
                    <a:pt x="1360940" y="1430057"/>
                  </a:lnTo>
                  <a:close/>
                  <a:moveTo>
                    <a:pt x="1193931" y="1253365"/>
                  </a:moveTo>
                  <a:lnTo>
                    <a:pt x="1202300" y="1232092"/>
                  </a:lnTo>
                  <a:lnTo>
                    <a:pt x="1150007" y="1263813"/>
                  </a:lnTo>
                  <a:close/>
                  <a:moveTo>
                    <a:pt x="1202300" y="1232092"/>
                  </a:moveTo>
                  <a:lnTo>
                    <a:pt x="1182907" y="1212145"/>
                  </a:lnTo>
                  <a:lnTo>
                    <a:pt x="1153466" y="1171069"/>
                  </a:lnTo>
                  <a:close/>
                  <a:moveTo>
                    <a:pt x="928071" y="958063"/>
                  </a:moveTo>
                  <a:lnTo>
                    <a:pt x="1000375" y="968593"/>
                  </a:lnTo>
                  <a:lnTo>
                    <a:pt x="951848" y="908167"/>
                  </a:lnTo>
                  <a:close/>
                  <a:moveTo>
                    <a:pt x="790797" y="794174"/>
                  </a:moveTo>
                  <a:lnTo>
                    <a:pt x="798887" y="767481"/>
                  </a:lnTo>
                  <a:lnTo>
                    <a:pt x="775955" y="778456"/>
                  </a:lnTo>
                  <a:close/>
                  <a:moveTo>
                    <a:pt x="798887" y="767481"/>
                  </a:moveTo>
                  <a:lnTo>
                    <a:pt x="759809" y="718089"/>
                  </a:lnTo>
                  <a:lnTo>
                    <a:pt x="790626" y="753557"/>
                  </a:lnTo>
                  <a:close/>
                  <a:moveTo>
                    <a:pt x="655097" y="620187"/>
                  </a:moveTo>
                  <a:lnTo>
                    <a:pt x="613796" y="615782"/>
                  </a:lnTo>
                  <a:lnTo>
                    <a:pt x="611820" y="649039"/>
                  </a:lnTo>
                  <a:close/>
                  <a:moveTo>
                    <a:pt x="980986" y="959703"/>
                  </a:moveTo>
                  <a:lnTo>
                    <a:pt x="1000375" y="968593"/>
                  </a:lnTo>
                  <a:lnTo>
                    <a:pt x="1014829" y="972862"/>
                  </a:lnTo>
                  <a:close/>
                  <a:moveTo>
                    <a:pt x="164800" y="0"/>
                  </a:moveTo>
                  <a:lnTo>
                    <a:pt x="240590" y="32045"/>
                  </a:lnTo>
                  <a:lnTo>
                    <a:pt x="194734" y="2782"/>
                  </a:lnTo>
                  <a:close/>
                  <a:moveTo>
                    <a:pt x="1362557" y="1366000"/>
                  </a:moveTo>
                  <a:lnTo>
                    <a:pt x="1321906" y="1422263"/>
                  </a:lnTo>
                  <a:lnTo>
                    <a:pt x="1360023" y="1390101"/>
                  </a:lnTo>
                  <a:close/>
                  <a:moveTo>
                    <a:pt x="1342480" y="1319579"/>
                  </a:moveTo>
                  <a:lnTo>
                    <a:pt x="1327625" y="1356416"/>
                  </a:lnTo>
                  <a:lnTo>
                    <a:pt x="1362557" y="1366000"/>
                  </a:lnTo>
                  <a:close/>
                  <a:moveTo>
                    <a:pt x="1104524" y="998638"/>
                  </a:moveTo>
                  <a:lnTo>
                    <a:pt x="1144816" y="989872"/>
                  </a:lnTo>
                  <a:lnTo>
                    <a:pt x="1132822" y="987146"/>
                  </a:lnTo>
                  <a:close/>
                  <a:moveTo>
                    <a:pt x="1132822" y="987146"/>
                  </a:moveTo>
                  <a:lnTo>
                    <a:pt x="1144816" y="989872"/>
                  </a:lnTo>
                  <a:lnTo>
                    <a:pt x="1145451" y="976980"/>
                  </a:lnTo>
                  <a:close/>
                  <a:moveTo>
                    <a:pt x="672199" y="543540"/>
                  </a:moveTo>
                  <a:lnTo>
                    <a:pt x="621040" y="548608"/>
                  </a:lnTo>
                  <a:lnTo>
                    <a:pt x="670285" y="558053"/>
                  </a:lnTo>
                  <a:close/>
                  <a:moveTo>
                    <a:pt x="621235" y="546991"/>
                  </a:moveTo>
                  <a:lnTo>
                    <a:pt x="672199" y="543540"/>
                  </a:lnTo>
                  <a:lnTo>
                    <a:pt x="661563" y="489445"/>
                  </a:lnTo>
                  <a:close/>
                  <a:moveTo>
                    <a:pt x="672199" y="543540"/>
                  </a:moveTo>
                  <a:lnTo>
                    <a:pt x="670285" y="558053"/>
                  </a:lnTo>
                  <a:lnTo>
                    <a:pt x="677996" y="547411"/>
                  </a:lnTo>
                  <a:close/>
                  <a:moveTo>
                    <a:pt x="661563" y="489445"/>
                  </a:moveTo>
                  <a:lnTo>
                    <a:pt x="677996" y="547411"/>
                  </a:lnTo>
                  <a:lnTo>
                    <a:pt x="675719" y="495874"/>
                  </a:lnTo>
                  <a:close/>
                  <a:moveTo>
                    <a:pt x="661563" y="489445"/>
                  </a:moveTo>
                  <a:lnTo>
                    <a:pt x="672199" y="543540"/>
                  </a:lnTo>
                  <a:lnTo>
                    <a:pt x="677996" y="547411"/>
                  </a:lnTo>
                  <a:close/>
                  <a:moveTo>
                    <a:pt x="348164" y="92180"/>
                  </a:moveTo>
                  <a:lnTo>
                    <a:pt x="316617" y="109129"/>
                  </a:lnTo>
                  <a:lnTo>
                    <a:pt x="368101" y="74153"/>
                  </a:lnTo>
                  <a:close/>
                  <a:moveTo>
                    <a:pt x="368101" y="74153"/>
                  </a:moveTo>
                  <a:lnTo>
                    <a:pt x="316617" y="109129"/>
                  </a:lnTo>
                  <a:lnTo>
                    <a:pt x="346951" y="83581"/>
                  </a:lnTo>
                  <a:close/>
                  <a:moveTo>
                    <a:pt x="1132822" y="987146"/>
                  </a:moveTo>
                  <a:lnTo>
                    <a:pt x="1145451" y="976980"/>
                  </a:lnTo>
                  <a:lnTo>
                    <a:pt x="1109914" y="980266"/>
                  </a:lnTo>
                  <a:close/>
                  <a:moveTo>
                    <a:pt x="1148110" y="924452"/>
                  </a:moveTo>
                  <a:lnTo>
                    <a:pt x="1167478" y="935609"/>
                  </a:lnTo>
                  <a:lnTo>
                    <a:pt x="1136549" y="871108"/>
                  </a:lnTo>
                  <a:close/>
                  <a:moveTo>
                    <a:pt x="1136549" y="871108"/>
                  </a:moveTo>
                  <a:lnTo>
                    <a:pt x="1200230" y="872215"/>
                  </a:lnTo>
                  <a:lnTo>
                    <a:pt x="1180411" y="859979"/>
                  </a:lnTo>
                  <a:close/>
                  <a:moveTo>
                    <a:pt x="1148110" y="924452"/>
                  </a:moveTo>
                  <a:lnTo>
                    <a:pt x="1136549" y="871108"/>
                  </a:lnTo>
                  <a:lnTo>
                    <a:pt x="1122879" y="911516"/>
                  </a:lnTo>
                  <a:close/>
                  <a:moveTo>
                    <a:pt x="1136549" y="871108"/>
                  </a:moveTo>
                  <a:lnTo>
                    <a:pt x="1116273" y="859979"/>
                  </a:lnTo>
                  <a:lnTo>
                    <a:pt x="1122879" y="911516"/>
                  </a:lnTo>
                  <a:close/>
                  <a:moveTo>
                    <a:pt x="775379" y="466728"/>
                  </a:moveTo>
                  <a:lnTo>
                    <a:pt x="805847" y="447686"/>
                  </a:lnTo>
                  <a:lnTo>
                    <a:pt x="746318" y="397850"/>
                  </a:lnTo>
                  <a:close/>
                  <a:moveTo>
                    <a:pt x="806503" y="448195"/>
                  </a:moveTo>
                  <a:lnTo>
                    <a:pt x="858939" y="469568"/>
                  </a:lnTo>
                  <a:lnTo>
                    <a:pt x="865013" y="423592"/>
                  </a:lnTo>
                  <a:close/>
                  <a:moveTo>
                    <a:pt x="861282" y="296425"/>
                  </a:moveTo>
                  <a:lnTo>
                    <a:pt x="866156" y="311575"/>
                  </a:lnTo>
                  <a:lnTo>
                    <a:pt x="823277" y="245710"/>
                  </a:lnTo>
                  <a:close/>
                  <a:moveTo>
                    <a:pt x="823277" y="245710"/>
                  </a:moveTo>
                  <a:lnTo>
                    <a:pt x="866156" y="311575"/>
                  </a:lnTo>
                  <a:lnTo>
                    <a:pt x="835003" y="268983"/>
                  </a:lnTo>
                  <a:close/>
                </a:path>
              </a:pathLst>
            </a:custGeom>
            <a:solidFill>
              <a:srgbClr val="EFF2F3"/>
            </a:solidFill>
            <a:ln w="1524">
              <a:solidFill>
                <a:srgbClr val="EFF2F3"/>
              </a:solidFill>
            </a:ln>
          </p:spPr>
        </p:sp>
        <p:sp>
          <p:nvSpPr>
            <p:cNvPr id="4241" name="Output_density__4240">
              <a:extLst>
                <a:ext uri="{FF2B5EF4-FFF2-40B4-BE49-F238E27FC236}">
                  <a16:creationId xmlns:a16="http://schemas.microsoft.com/office/drawing/2014/main" id="{8BF06CD3-F03C-DC19-5B75-89CDDF190F18}"/>
                </a:ext>
              </a:extLst>
            </p:cNvPr>
            <p:cNvSpPr>
              <a:spLocks noGrp="1"/>
            </p:cNvSpPr>
            <p:nvPr/>
          </p:nvSpPr>
          <p:spPr>
            <a:xfrm>
              <a:off x="15491513" y="2684911"/>
              <a:ext cx="1314552" cy="1899983"/>
            </a:xfrm>
            <a:custGeom>
              <a:avLst/>
              <a:gdLst/>
              <a:ahLst/>
              <a:cxnLst/>
              <a:rect l="0" t="0" r="0" b="0"/>
              <a:pathLst>
                <a:path w="1314552" h="1899983">
                  <a:moveTo>
                    <a:pt x="19286" y="1670294"/>
                  </a:moveTo>
                  <a:lnTo>
                    <a:pt x="66139" y="1717931"/>
                  </a:lnTo>
                  <a:lnTo>
                    <a:pt x="60702" y="1694619"/>
                  </a:lnTo>
                  <a:close/>
                  <a:moveTo>
                    <a:pt x="60702" y="1694619"/>
                  </a:moveTo>
                  <a:lnTo>
                    <a:pt x="42882" y="1693837"/>
                  </a:lnTo>
                  <a:lnTo>
                    <a:pt x="19286" y="1670294"/>
                  </a:lnTo>
                  <a:close/>
                  <a:moveTo>
                    <a:pt x="183209" y="1859216"/>
                  </a:moveTo>
                  <a:lnTo>
                    <a:pt x="246131" y="1899983"/>
                  </a:lnTo>
                  <a:lnTo>
                    <a:pt x="203777" y="1875818"/>
                  </a:lnTo>
                  <a:close/>
                  <a:moveTo>
                    <a:pt x="160033" y="1627086"/>
                  </a:moveTo>
                  <a:lnTo>
                    <a:pt x="133427" y="1652572"/>
                  </a:lnTo>
                  <a:lnTo>
                    <a:pt x="126438" y="1679159"/>
                  </a:lnTo>
                  <a:close/>
                  <a:moveTo>
                    <a:pt x="180633" y="1384588"/>
                  </a:moveTo>
                  <a:lnTo>
                    <a:pt x="228273" y="1388031"/>
                  </a:lnTo>
                  <a:lnTo>
                    <a:pt x="216141" y="1393243"/>
                  </a:lnTo>
                  <a:close/>
                  <a:moveTo>
                    <a:pt x="228273" y="1388031"/>
                  </a:moveTo>
                  <a:lnTo>
                    <a:pt x="263987" y="1392328"/>
                  </a:lnTo>
                  <a:lnTo>
                    <a:pt x="216141" y="1393243"/>
                  </a:lnTo>
                  <a:close/>
                  <a:moveTo>
                    <a:pt x="265773" y="1393338"/>
                  </a:moveTo>
                  <a:lnTo>
                    <a:pt x="319749" y="1420466"/>
                  </a:lnTo>
                  <a:lnTo>
                    <a:pt x="348517" y="1393129"/>
                  </a:lnTo>
                  <a:close/>
                  <a:moveTo>
                    <a:pt x="365435" y="1416602"/>
                  </a:moveTo>
                  <a:lnTo>
                    <a:pt x="378049" y="1375561"/>
                  </a:lnTo>
                  <a:lnTo>
                    <a:pt x="348517" y="1393129"/>
                  </a:lnTo>
                  <a:close/>
                  <a:moveTo>
                    <a:pt x="319749" y="1420466"/>
                  </a:moveTo>
                  <a:lnTo>
                    <a:pt x="365435" y="1416602"/>
                  </a:lnTo>
                  <a:lnTo>
                    <a:pt x="348517" y="1393129"/>
                  </a:lnTo>
                  <a:close/>
                  <a:moveTo>
                    <a:pt x="108245" y="752806"/>
                  </a:moveTo>
                  <a:lnTo>
                    <a:pt x="117847" y="827761"/>
                  </a:lnTo>
                  <a:lnTo>
                    <a:pt x="155854" y="752345"/>
                  </a:lnTo>
                  <a:close/>
                  <a:moveTo>
                    <a:pt x="107814" y="752130"/>
                  </a:moveTo>
                  <a:lnTo>
                    <a:pt x="108245" y="752806"/>
                  </a:lnTo>
                  <a:lnTo>
                    <a:pt x="108821" y="751173"/>
                  </a:lnTo>
                  <a:close/>
                  <a:moveTo>
                    <a:pt x="225052" y="779574"/>
                  </a:moveTo>
                  <a:lnTo>
                    <a:pt x="217130" y="806772"/>
                  </a:lnTo>
                  <a:lnTo>
                    <a:pt x="250364" y="796128"/>
                  </a:lnTo>
                  <a:close/>
                  <a:moveTo>
                    <a:pt x="250364" y="796128"/>
                  </a:moveTo>
                  <a:lnTo>
                    <a:pt x="217130" y="806772"/>
                  </a:lnTo>
                  <a:lnTo>
                    <a:pt x="297760" y="798654"/>
                  </a:lnTo>
                  <a:close/>
                  <a:moveTo>
                    <a:pt x="108821" y="751173"/>
                  </a:moveTo>
                  <a:lnTo>
                    <a:pt x="123957" y="677290"/>
                  </a:lnTo>
                  <a:lnTo>
                    <a:pt x="107814" y="752130"/>
                  </a:lnTo>
                  <a:close/>
                  <a:moveTo>
                    <a:pt x="107814" y="752130"/>
                  </a:moveTo>
                  <a:lnTo>
                    <a:pt x="123957" y="677290"/>
                  </a:lnTo>
                  <a:lnTo>
                    <a:pt x="123367" y="676500"/>
                  </a:lnTo>
                  <a:close/>
                  <a:moveTo>
                    <a:pt x="808019" y="1442125"/>
                  </a:moveTo>
                  <a:lnTo>
                    <a:pt x="872568" y="1427630"/>
                  </a:lnTo>
                  <a:lnTo>
                    <a:pt x="851614" y="1381922"/>
                  </a:lnTo>
                  <a:close/>
                  <a:moveTo>
                    <a:pt x="812251" y="1375941"/>
                  </a:moveTo>
                  <a:lnTo>
                    <a:pt x="795039" y="1327192"/>
                  </a:lnTo>
                  <a:lnTo>
                    <a:pt x="792925" y="1373919"/>
                  </a:lnTo>
                  <a:close/>
                  <a:moveTo>
                    <a:pt x="442859" y="858911"/>
                  </a:moveTo>
                  <a:lnTo>
                    <a:pt x="451492" y="914636"/>
                  </a:lnTo>
                  <a:lnTo>
                    <a:pt x="452146" y="934183"/>
                  </a:lnTo>
                  <a:close/>
                  <a:moveTo>
                    <a:pt x="451492" y="914636"/>
                  </a:moveTo>
                  <a:lnTo>
                    <a:pt x="442859" y="858911"/>
                  </a:lnTo>
                  <a:lnTo>
                    <a:pt x="452986" y="910089"/>
                  </a:lnTo>
                  <a:close/>
                  <a:moveTo>
                    <a:pt x="442859" y="858911"/>
                  </a:moveTo>
                  <a:lnTo>
                    <a:pt x="442318" y="858552"/>
                  </a:lnTo>
                  <a:lnTo>
                    <a:pt x="452986" y="910089"/>
                  </a:lnTo>
                  <a:close/>
                  <a:moveTo>
                    <a:pt x="1156969" y="1645175"/>
                  </a:moveTo>
                  <a:lnTo>
                    <a:pt x="1123462" y="1683138"/>
                  </a:lnTo>
                  <a:lnTo>
                    <a:pt x="1137953" y="1677520"/>
                  </a:lnTo>
                  <a:close/>
                  <a:moveTo>
                    <a:pt x="1167245" y="1607508"/>
                  </a:moveTo>
                  <a:lnTo>
                    <a:pt x="1156969" y="1645175"/>
                  </a:lnTo>
                  <a:lnTo>
                    <a:pt x="1134102" y="1683138"/>
                  </a:lnTo>
                  <a:close/>
                  <a:moveTo>
                    <a:pt x="945721" y="1244485"/>
                  </a:moveTo>
                  <a:lnTo>
                    <a:pt x="898223" y="1241572"/>
                  </a:lnTo>
                  <a:lnTo>
                    <a:pt x="914088" y="1261114"/>
                  </a:lnTo>
                  <a:close/>
                  <a:moveTo>
                    <a:pt x="945721" y="1244485"/>
                  </a:moveTo>
                  <a:lnTo>
                    <a:pt x="914088" y="1261114"/>
                  </a:lnTo>
                  <a:lnTo>
                    <a:pt x="994044" y="1250479"/>
                  </a:lnTo>
                  <a:close/>
                  <a:moveTo>
                    <a:pt x="747230" y="1092142"/>
                  </a:moveTo>
                  <a:lnTo>
                    <a:pt x="767862" y="1068048"/>
                  </a:lnTo>
                  <a:lnTo>
                    <a:pt x="716152" y="1045093"/>
                  </a:lnTo>
                  <a:close/>
                  <a:moveTo>
                    <a:pt x="679167" y="1081488"/>
                  </a:moveTo>
                  <a:lnTo>
                    <a:pt x="716152" y="1045093"/>
                  </a:lnTo>
                  <a:lnTo>
                    <a:pt x="755784" y="1058372"/>
                  </a:lnTo>
                  <a:close/>
                  <a:moveTo>
                    <a:pt x="528032" y="810365"/>
                  </a:moveTo>
                  <a:lnTo>
                    <a:pt x="501732" y="834458"/>
                  </a:lnTo>
                  <a:lnTo>
                    <a:pt x="520996" y="839469"/>
                  </a:lnTo>
                  <a:close/>
                  <a:moveTo>
                    <a:pt x="201054" y="341965"/>
                  </a:moveTo>
                  <a:lnTo>
                    <a:pt x="205786" y="346535"/>
                  </a:lnTo>
                  <a:lnTo>
                    <a:pt x="187178" y="329860"/>
                  </a:lnTo>
                  <a:close/>
                  <a:moveTo>
                    <a:pt x="26181" y="212174"/>
                  </a:moveTo>
                  <a:lnTo>
                    <a:pt x="42292" y="141015"/>
                  </a:lnTo>
                  <a:lnTo>
                    <a:pt x="9949" y="216019"/>
                  </a:lnTo>
                  <a:close/>
                  <a:moveTo>
                    <a:pt x="205786" y="346535"/>
                  </a:moveTo>
                  <a:lnTo>
                    <a:pt x="222376" y="359528"/>
                  </a:lnTo>
                  <a:lnTo>
                    <a:pt x="248768" y="385462"/>
                  </a:lnTo>
                  <a:close/>
                  <a:moveTo>
                    <a:pt x="994044" y="1250479"/>
                  </a:moveTo>
                  <a:lnTo>
                    <a:pt x="997516" y="1250100"/>
                  </a:lnTo>
                  <a:lnTo>
                    <a:pt x="980733" y="1240490"/>
                  </a:lnTo>
                  <a:close/>
                  <a:moveTo>
                    <a:pt x="994044" y="1250479"/>
                  </a:moveTo>
                  <a:lnTo>
                    <a:pt x="980733" y="1240490"/>
                  </a:lnTo>
                  <a:lnTo>
                    <a:pt x="945721" y="1244485"/>
                  </a:lnTo>
                  <a:close/>
                  <a:moveTo>
                    <a:pt x="723507" y="802794"/>
                  </a:moveTo>
                  <a:lnTo>
                    <a:pt x="676747" y="802642"/>
                  </a:lnTo>
                  <a:lnTo>
                    <a:pt x="694265" y="828363"/>
                  </a:lnTo>
                  <a:close/>
                  <a:moveTo>
                    <a:pt x="544530" y="657659"/>
                  </a:moveTo>
                  <a:lnTo>
                    <a:pt x="567306" y="707292"/>
                  </a:lnTo>
                  <a:lnTo>
                    <a:pt x="567744" y="704674"/>
                  </a:lnTo>
                  <a:close/>
                  <a:moveTo>
                    <a:pt x="248768" y="385462"/>
                  </a:moveTo>
                  <a:lnTo>
                    <a:pt x="294610" y="382178"/>
                  </a:lnTo>
                  <a:lnTo>
                    <a:pt x="273742" y="380511"/>
                  </a:lnTo>
                  <a:close/>
                  <a:moveTo>
                    <a:pt x="294610" y="382178"/>
                  </a:moveTo>
                  <a:lnTo>
                    <a:pt x="307979" y="390659"/>
                  </a:lnTo>
                  <a:lnTo>
                    <a:pt x="273742" y="380511"/>
                  </a:lnTo>
                  <a:close/>
                  <a:moveTo>
                    <a:pt x="212305" y="219368"/>
                  </a:moveTo>
                  <a:lnTo>
                    <a:pt x="202030" y="250491"/>
                  </a:lnTo>
                  <a:lnTo>
                    <a:pt x="224485" y="232327"/>
                  </a:lnTo>
                  <a:close/>
                  <a:moveTo>
                    <a:pt x="224485" y="232327"/>
                  </a:moveTo>
                  <a:lnTo>
                    <a:pt x="202030" y="250491"/>
                  </a:lnTo>
                  <a:lnTo>
                    <a:pt x="201758" y="275564"/>
                  </a:lnTo>
                  <a:close/>
                  <a:moveTo>
                    <a:pt x="212305" y="219368"/>
                  </a:moveTo>
                  <a:lnTo>
                    <a:pt x="224485" y="232327"/>
                  </a:lnTo>
                  <a:lnTo>
                    <a:pt x="233513" y="193526"/>
                  </a:lnTo>
                  <a:close/>
                  <a:moveTo>
                    <a:pt x="0" y="37316"/>
                  </a:moveTo>
                  <a:lnTo>
                    <a:pt x="20306" y="13222"/>
                  </a:lnTo>
                  <a:lnTo>
                    <a:pt x="1071" y="88852"/>
                  </a:lnTo>
                  <a:close/>
                  <a:moveTo>
                    <a:pt x="0" y="37316"/>
                  </a:moveTo>
                  <a:lnTo>
                    <a:pt x="8597" y="11532"/>
                  </a:lnTo>
                  <a:lnTo>
                    <a:pt x="41665" y="269"/>
                  </a:lnTo>
                  <a:close/>
                  <a:moveTo>
                    <a:pt x="997516" y="1250100"/>
                  </a:moveTo>
                  <a:lnTo>
                    <a:pt x="1013286" y="1263707"/>
                  </a:lnTo>
                  <a:lnTo>
                    <a:pt x="1036389" y="1273899"/>
                  </a:lnTo>
                  <a:close/>
                  <a:moveTo>
                    <a:pt x="1082716" y="1272433"/>
                  </a:moveTo>
                  <a:lnTo>
                    <a:pt x="1013286" y="1263707"/>
                  </a:lnTo>
                  <a:lnTo>
                    <a:pt x="1048491" y="1273069"/>
                  </a:lnTo>
                  <a:close/>
                  <a:moveTo>
                    <a:pt x="1082716" y="1272433"/>
                  </a:moveTo>
                  <a:lnTo>
                    <a:pt x="1036389" y="1273899"/>
                  </a:lnTo>
                  <a:lnTo>
                    <a:pt x="1013286" y="1263707"/>
                  </a:lnTo>
                  <a:close/>
                  <a:moveTo>
                    <a:pt x="1301144" y="1380616"/>
                  </a:moveTo>
                  <a:lnTo>
                    <a:pt x="1292733" y="1398721"/>
                  </a:lnTo>
                  <a:lnTo>
                    <a:pt x="1314552" y="1396923"/>
                  </a:lnTo>
                  <a:close/>
                  <a:moveTo>
                    <a:pt x="882310" y="917767"/>
                  </a:moveTo>
                  <a:lnTo>
                    <a:pt x="854080" y="992417"/>
                  </a:lnTo>
                  <a:lnTo>
                    <a:pt x="860781" y="966683"/>
                  </a:lnTo>
                  <a:close/>
                  <a:moveTo>
                    <a:pt x="676747" y="802642"/>
                  </a:moveTo>
                  <a:lnTo>
                    <a:pt x="723507" y="802794"/>
                  </a:lnTo>
                  <a:lnTo>
                    <a:pt x="708664" y="787076"/>
                  </a:lnTo>
                  <a:close/>
                  <a:moveTo>
                    <a:pt x="394343" y="358428"/>
                  </a:moveTo>
                  <a:lnTo>
                    <a:pt x="333867" y="394055"/>
                  </a:lnTo>
                  <a:lnTo>
                    <a:pt x="380861" y="395080"/>
                  </a:lnTo>
                  <a:close/>
                  <a:moveTo>
                    <a:pt x="384290" y="303859"/>
                  </a:moveTo>
                  <a:lnTo>
                    <a:pt x="394343" y="358428"/>
                  </a:lnTo>
                  <a:lnTo>
                    <a:pt x="394410" y="373978"/>
                  </a:lnTo>
                  <a:close/>
                  <a:moveTo>
                    <a:pt x="221148" y="187069"/>
                  </a:moveTo>
                  <a:lnTo>
                    <a:pt x="241004" y="156155"/>
                  </a:lnTo>
                  <a:lnTo>
                    <a:pt x="243266" y="143737"/>
                  </a:lnTo>
                  <a:close/>
                  <a:moveTo>
                    <a:pt x="221148" y="187069"/>
                  </a:moveTo>
                  <a:lnTo>
                    <a:pt x="233513" y="193526"/>
                  </a:lnTo>
                  <a:lnTo>
                    <a:pt x="241004" y="156155"/>
                  </a:lnTo>
                  <a:close/>
                  <a:moveTo>
                    <a:pt x="212305" y="219368"/>
                  </a:moveTo>
                  <a:lnTo>
                    <a:pt x="233513" y="193526"/>
                  </a:lnTo>
                  <a:lnTo>
                    <a:pt x="210316" y="205865"/>
                  </a:lnTo>
                  <a:close/>
                  <a:moveTo>
                    <a:pt x="233513" y="193526"/>
                  </a:moveTo>
                  <a:lnTo>
                    <a:pt x="249553" y="167832"/>
                  </a:lnTo>
                  <a:lnTo>
                    <a:pt x="241004" y="156155"/>
                  </a:lnTo>
                  <a:close/>
                  <a:moveTo>
                    <a:pt x="249326" y="117749"/>
                  </a:moveTo>
                  <a:lnTo>
                    <a:pt x="241004" y="156155"/>
                  </a:lnTo>
                  <a:lnTo>
                    <a:pt x="249553" y="167832"/>
                  </a:lnTo>
                  <a:close/>
                  <a:moveTo>
                    <a:pt x="127443" y="11402"/>
                  </a:moveTo>
                  <a:lnTo>
                    <a:pt x="61393" y="0"/>
                  </a:lnTo>
                  <a:lnTo>
                    <a:pt x="97510" y="8620"/>
                  </a:lnTo>
                  <a:close/>
                  <a:moveTo>
                    <a:pt x="1259147" y="1304986"/>
                  </a:moveTo>
                  <a:lnTo>
                    <a:pt x="1257978" y="1308558"/>
                  </a:lnTo>
                  <a:lnTo>
                    <a:pt x="1275190" y="1328199"/>
                  </a:lnTo>
                  <a:close/>
                  <a:moveTo>
                    <a:pt x="1295266" y="1374620"/>
                  </a:moveTo>
                  <a:lnTo>
                    <a:pt x="1292733" y="1398721"/>
                  </a:lnTo>
                  <a:lnTo>
                    <a:pt x="1301144" y="1380616"/>
                  </a:lnTo>
                  <a:close/>
                  <a:moveTo>
                    <a:pt x="1078160" y="985600"/>
                  </a:moveTo>
                  <a:lnTo>
                    <a:pt x="1077526" y="998492"/>
                  </a:lnTo>
                  <a:lnTo>
                    <a:pt x="1100187" y="944229"/>
                  </a:lnTo>
                  <a:close/>
                  <a:moveTo>
                    <a:pt x="1051544" y="925864"/>
                  </a:moveTo>
                  <a:lnTo>
                    <a:pt x="1078160" y="985600"/>
                  </a:lnTo>
                  <a:lnTo>
                    <a:pt x="1080820" y="933071"/>
                  </a:lnTo>
                  <a:close/>
                  <a:moveTo>
                    <a:pt x="1080820" y="933071"/>
                  </a:moveTo>
                  <a:lnTo>
                    <a:pt x="1078160" y="985600"/>
                  </a:lnTo>
                  <a:lnTo>
                    <a:pt x="1100187" y="944229"/>
                  </a:lnTo>
                  <a:close/>
                  <a:moveTo>
                    <a:pt x="645125" y="456723"/>
                  </a:moveTo>
                  <a:lnTo>
                    <a:pt x="639302" y="428863"/>
                  </a:lnTo>
                  <a:lnTo>
                    <a:pt x="679027" y="406470"/>
                  </a:lnTo>
                  <a:close/>
                  <a:moveTo>
                    <a:pt x="797722" y="432212"/>
                  </a:moveTo>
                  <a:lnTo>
                    <a:pt x="791648" y="478188"/>
                  </a:lnTo>
                  <a:lnTo>
                    <a:pt x="807831" y="438393"/>
                  </a:lnTo>
                  <a:close/>
                  <a:moveTo>
                    <a:pt x="807831" y="438393"/>
                  </a:moveTo>
                  <a:lnTo>
                    <a:pt x="791648" y="478188"/>
                  </a:lnTo>
                  <a:lnTo>
                    <a:pt x="815877" y="456306"/>
                  </a:lnTo>
                  <a:close/>
                  <a:moveTo>
                    <a:pt x="807831" y="438393"/>
                  </a:moveTo>
                  <a:lnTo>
                    <a:pt x="786088" y="393326"/>
                  </a:lnTo>
                  <a:lnTo>
                    <a:pt x="797722" y="432212"/>
                  </a:lnTo>
                  <a:close/>
                  <a:moveTo>
                    <a:pt x="786088" y="393326"/>
                  </a:moveTo>
                  <a:lnTo>
                    <a:pt x="772926" y="380675"/>
                  </a:lnTo>
                  <a:lnTo>
                    <a:pt x="797722" y="432212"/>
                  </a:lnTo>
                  <a:close/>
                  <a:moveTo>
                    <a:pt x="793265" y="349330"/>
                  </a:moveTo>
                  <a:lnTo>
                    <a:pt x="786088" y="393326"/>
                  </a:lnTo>
                  <a:lnTo>
                    <a:pt x="799064" y="329139"/>
                  </a:lnTo>
                  <a:close/>
                  <a:moveTo>
                    <a:pt x="772926" y="380675"/>
                  </a:moveTo>
                  <a:lnTo>
                    <a:pt x="786088" y="393326"/>
                  </a:lnTo>
                  <a:lnTo>
                    <a:pt x="793265" y="349330"/>
                  </a:lnTo>
                  <a:close/>
                  <a:moveTo>
                    <a:pt x="793265" y="349330"/>
                  </a:moveTo>
                  <a:lnTo>
                    <a:pt x="798865" y="320195"/>
                  </a:lnTo>
                  <a:lnTo>
                    <a:pt x="772926" y="380675"/>
                  </a:lnTo>
                  <a:close/>
                  <a:moveTo>
                    <a:pt x="772926" y="380675"/>
                  </a:moveTo>
                  <a:lnTo>
                    <a:pt x="798865" y="320195"/>
                  </a:lnTo>
                  <a:lnTo>
                    <a:pt x="793992" y="305045"/>
                  </a:lnTo>
                  <a:close/>
                  <a:moveTo>
                    <a:pt x="798865" y="320195"/>
                  </a:moveTo>
                  <a:lnTo>
                    <a:pt x="793265" y="349330"/>
                  </a:lnTo>
                  <a:lnTo>
                    <a:pt x="799064" y="329139"/>
                  </a:lnTo>
                  <a:close/>
                </a:path>
              </a:pathLst>
            </a:custGeom>
            <a:solidFill>
              <a:srgbClr val="EDF0F2"/>
            </a:solidFill>
            <a:ln w="1524">
              <a:solidFill>
                <a:srgbClr val="EDF0F2"/>
              </a:solidFill>
            </a:ln>
          </p:spPr>
        </p:sp>
        <p:sp>
          <p:nvSpPr>
            <p:cNvPr id="4242" name="Output_density__4241">
              <a:extLst>
                <a:ext uri="{FF2B5EF4-FFF2-40B4-BE49-F238E27FC236}">
                  <a16:creationId xmlns:a16="http://schemas.microsoft.com/office/drawing/2014/main" id="{7E1A6EAE-E18A-3EBD-9F0E-71A051515167}"/>
                </a:ext>
              </a:extLst>
            </p:cNvPr>
            <p:cNvSpPr>
              <a:spLocks noGrp="1"/>
            </p:cNvSpPr>
            <p:nvPr/>
          </p:nvSpPr>
          <p:spPr>
            <a:xfrm>
              <a:off x="15410086" y="2537735"/>
              <a:ext cx="1289779" cy="1778777"/>
            </a:xfrm>
            <a:custGeom>
              <a:avLst/>
              <a:gdLst/>
              <a:ahLst/>
              <a:cxnLst/>
              <a:rect l="0" t="0" r="0" b="0"/>
              <a:pathLst>
                <a:path w="1289779" h="1778777">
                  <a:moveTo>
                    <a:pt x="90781" y="1645436"/>
                  </a:moveTo>
                  <a:lnTo>
                    <a:pt x="53524" y="1687619"/>
                  </a:lnTo>
                  <a:lnTo>
                    <a:pt x="58327" y="1686403"/>
                  </a:lnTo>
                  <a:close/>
                  <a:moveTo>
                    <a:pt x="16325" y="1676633"/>
                  </a:moveTo>
                  <a:lnTo>
                    <a:pt x="53524" y="1687619"/>
                  </a:lnTo>
                  <a:lnTo>
                    <a:pt x="90781" y="1645436"/>
                  </a:lnTo>
                  <a:close/>
                  <a:moveTo>
                    <a:pt x="95188" y="1610773"/>
                  </a:moveTo>
                  <a:lnTo>
                    <a:pt x="91459" y="1632017"/>
                  </a:lnTo>
                  <a:lnTo>
                    <a:pt x="58327" y="1686403"/>
                  </a:lnTo>
                  <a:close/>
                  <a:moveTo>
                    <a:pt x="106335" y="1568687"/>
                  </a:moveTo>
                  <a:lnTo>
                    <a:pt x="91459" y="1632017"/>
                  </a:lnTo>
                  <a:lnTo>
                    <a:pt x="95188" y="1610773"/>
                  </a:lnTo>
                  <a:close/>
                  <a:moveTo>
                    <a:pt x="205942" y="1576927"/>
                  </a:moveTo>
                  <a:lnTo>
                    <a:pt x="262060" y="1531763"/>
                  </a:lnTo>
                  <a:lnTo>
                    <a:pt x="190908" y="1535142"/>
                  </a:lnTo>
                  <a:close/>
                  <a:moveTo>
                    <a:pt x="232782" y="1422299"/>
                  </a:moveTo>
                  <a:lnTo>
                    <a:pt x="196500" y="1459511"/>
                  </a:lnTo>
                  <a:lnTo>
                    <a:pt x="219614" y="1412843"/>
                  </a:lnTo>
                  <a:close/>
                  <a:moveTo>
                    <a:pt x="264548" y="1406168"/>
                  </a:moveTo>
                  <a:lnTo>
                    <a:pt x="232782" y="1422299"/>
                  </a:lnTo>
                  <a:lnTo>
                    <a:pt x="219614" y="1412843"/>
                  </a:lnTo>
                  <a:close/>
                  <a:moveTo>
                    <a:pt x="232782" y="1422299"/>
                  </a:moveTo>
                  <a:lnTo>
                    <a:pt x="264548" y="1406168"/>
                  </a:lnTo>
                  <a:lnTo>
                    <a:pt x="235981" y="1407975"/>
                  </a:lnTo>
                  <a:close/>
                  <a:moveTo>
                    <a:pt x="264548" y="1406168"/>
                  </a:moveTo>
                  <a:lnTo>
                    <a:pt x="295101" y="1383881"/>
                  </a:lnTo>
                  <a:lnTo>
                    <a:pt x="235981" y="1407975"/>
                  </a:lnTo>
                  <a:close/>
                  <a:moveTo>
                    <a:pt x="309783" y="1380242"/>
                  </a:moveTo>
                  <a:lnTo>
                    <a:pt x="295101" y="1383881"/>
                  </a:lnTo>
                  <a:lnTo>
                    <a:pt x="343251" y="1415775"/>
                  </a:lnTo>
                  <a:close/>
                  <a:moveTo>
                    <a:pt x="343251" y="1415775"/>
                  </a:moveTo>
                  <a:lnTo>
                    <a:pt x="295101" y="1383881"/>
                  </a:lnTo>
                  <a:lnTo>
                    <a:pt x="294938" y="1384889"/>
                  </a:lnTo>
                  <a:close/>
                  <a:moveTo>
                    <a:pt x="294938" y="1384889"/>
                  </a:moveTo>
                  <a:lnTo>
                    <a:pt x="295101" y="1383881"/>
                  </a:lnTo>
                  <a:lnTo>
                    <a:pt x="264548" y="1406168"/>
                  </a:lnTo>
                  <a:close/>
                  <a:moveTo>
                    <a:pt x="198716" y="1102104"/>
                  </a:moveTo>
                  <a:lnTo>
                    <a:pt x="207731" y="1153641"/>
                  </a:lnTo>
                  <a:lnTo>
                    <a:pt x="249884" y="1139985"/>
                  </a:lnTo>
                  <a:close/>
                  <a:moveTo>
                    <a:pt x="16071" y="989913"/>
                  </a:moveTo>
                  <a:lnTo>
                    <a:pt x="69155" y="984740"/>
                  </a:lnTo>
                  <a:lnTo>
                    <a:pt x="45673" y="941087"/>
                  </a:lnTo>
                  <a:close/>
                  <a:moveTo>
                    <a:pt x="84691" y="923400"/>
                  </a:moveTo>
                  <a:lnTo>
                    <a:pt x="45673" y="941087"/>
                  </a:lnTo>
                  <a:lnTo>
                    <a:pt x="69155" y="984740"/>
                  </a:lnTo>
                  <a:close/>
                  <a:moveTo>
                    <a:pt x="102581" y="880155"/>
                  </a:moveTo>
                  <a:lnTo>
                    <a:pt x="45673" y="941087"/>
                  </a:lnTo>
                  <a:lnTo>
                    <a:pt x="84691" y="923400"/>
                  </a:lnTo>
                  <a:close/>
                  <a:moveTo>
                    <a:pt x="476624" y="1335693"/>
                  </a:moveTo>
                  <a:lnTo>
                    <a:pt x="514827" y="1373411"/>
                  </a:lnTo>
                  <a:lnTo>
                    <a:pt x="525343" y="1318942"/>
                  </a:lnTo>
                  <a:close/>
                  <a:moveTo>
                    <a:pt x="393901" y="1000846"/>
                  </a:moveTo>
                  <a:lnTo>
                    <a:pt x="354008" y="1053916"/>
                  </a:lnTo>
                  <a:lnTo>
                    <a:pt x="371875" y="1029822"/>
                  </a:lnTo>
                  <a:close/>
                  <a:moveTo>
                    <a:pt x="393901" y="1000846"/>
                  </a:moveTo>
                  <a:lnTo>
                    <a:pt x="366030" y="1031536"/>
                  </a:lnTo>
                  <a:lnTo>
                    <a:pt x="354008" y="1053916"/>
                  </a:lnTo>
                  <a:close/>
                  <a:moveTo>
                    <a:pt x="268396" y="880954"/>
                  </a:moveTo>
                  <a:lnTo>
                    <a:pt x="258136" y="875212"/>
                  </a:lnTo>
                  <a:lnTo>
                    <a:pt x="237281" y="899521"/>
                  </a:lnTo>
                  <a:close/>
                  <a:moveTo>
                    <a:pt x="258136" y="875212"/>
                  </a:moveTo>
                  <a:lnTo>
                    <a:pt x="265675" y="870782"/>
                  </a:lnTo>
                  <a:lnTo>
                    <a:pt x="231557" y="899306"/>
                  </a:lnTo>
                  <a:close/>
                  <a:moveTo>
                    <a:pt x="234542" y="838744"/>
                  </a:moveTo>
                  <a:lnTo>
                    <a:pt x="265675" y="870782"/>
                  </a:lnTo>
                  <a:lnTo>
                    <a:pt x="299812" y="823736"/>
                  </a:lnTo>
                  <a:close/>
                  <a:moveTo>
                    <a:pt x="1106235" y="1727241"/>
                  </a:moveTo>
                  <a:lnTo>
                    <a:pt x="1086171" y="1707457"/>
                  </a:lnTo>
                  <a:lnTo>
                    <a:pt x="1057444" y="1692154"/>
                  </a:lnTo>
                  <a:close/>
                  <a:moveTo>
                    <a:pt x="620147" y="1235969"/>
                  </a:moveTo>
                  <a:lnTo>
                    <a:pt x="650823" y="1262727"/>
                  </a:lnTo>
                  <a:lnTo>
                    <a:pt x="659262" y="1211875"/>
                  </a:lnTo>
                  <a:close/>
                  <a:moveTo>
                    <a:pt x="658234" y="1160338"/>
                  </a:moveTo>
                  <a:lnTo>
                    <a:pt x="656645" y="1162675"/>
                  </a:lnTo>
                  <a:lnTo>
                    <a:pt x="620147" y="1235969"/>
                  </a:lnTo>
                  <a:close/>
                  <a:moveTo>
                    <a:pt x="659262" y="1211875"/>
                  </a:moveTo>
                  <a:lnTo>
                    <a:pt x="658234" y="1160338"/>
                  </a:lnTo>
                  <a:lnTo>
                    <a:pt x="620147" y="1235969"/>
                  </a:lnTo>
                  <a:close/>
                  <a:moveTo>
                    <a:pt x="470280" y="976836"/>
                  </a:moveTo>
                  <a:lnTo>
                    <a:pt x="435738" y="982589"/>
                  </a:lnTo>
                  <a:lnTo>
                    <a:pt x="393901" y="1000846"/>
                  </a:lnTo>
                  <a:close/>
                  <a:moveTo>
                    <a:pt x="331780" y="808360"/>
                  </a:moveTo>
                  <a:lnTo>
                    <a:pt x="273062" y="870170"/>
                  </a:lnTo>
                  <a:lnTo>
                    <a:pt x="303727" y="851118"/>
                  </a:lnTo>
                  <a:close/>
                  <a:moveTo>
                    <a:pt x="265675" y="870782"/>
                  </a:moveTo>
                  <a:lnTo>
                    <a:pt x="273062" y="870170"/>
                  </a:lnTo>
                  <a:lnTo>
                    <a:pt x="331780" y="808360"/>
                  </a:lnTo>
                  <a:close/>
                  <a:moveTo>
                    <a:pt x="299812" y="823736"/>
                  </a:moveTo>
                  <a:lnTo>
                    <a:pt x="265675" y="870782"/>
                  </a:lnTo>
                  <a:lnTo>
                    <a:pt x="331780" y="808360"/>
                  </a:lnTo>
                  <a:close/>
                  <a:moveTo>
                    <a:pt x="1158577" y="1703147"/>
                  </a:moveTo>
                  <a:lnTo>
                    <a:pt x="1173402" y="1761350"/>
                  </a:lnTo>
                  <a:lnTo>
                    <a:pt x="1172842" y="1721928"/>
                  </a:lnTo>
                  <a:close/>
                  <a:moveTo>
                    <a:pt x="1109202" y="1778777"/>
                  </a:moveTo>
                  <a:lnTo>
                    <a:pt x="1173402" y="1761350"/>
                  </a:lnTo>
                  <a:lnTo>
                    <a:pt x="1158577" y="1703147"/>
                  </a:lnTo>
                  <a:close/>
                  <a:moveTo>
                    <a:pt x="1106235" y="1727241"/>
                  </a:moveTo>
                  <a:lnTo>
                    <a:pt x="1109202" y="1778777"/>
                  </a:lnTo>
                  <a:lnTo>
                    <a:pt x="1158577" y="1703147"/>
                  </a:lnTo>
                  <a:close/>
                  <a:moveTo>
                    <a:pt x="1173402" y="1761350"/>
                  </a:moveTo>
                  <a:lnTo>
                    <a:pt x="1205065" y="1754683"/>
                  </a:lnTo>
                  <a:lnTo>
                    <a:pt x="1172842" y="1721928"/>
                  </a:lnTo>
                  <a:close/>
                  <a:moveTo>
                    <a:pt x="658234" y="1160338"/>
                  </a:moveTo>
                  <a:lnTo>
                    <a:pt x="659262" y="1211875"/>
                  </a:lnTo>
                  <a:lnTo>
                    <a:pt x="678461" y="1187781"/>
                  </a:lnTo>
                  <a:close/>
                  <a:moveTo>
                    <a:pt x="658234" y="1160338"/>
                  </a:moveTo>
                  <a:lnTo>
                    <a:pt x="678461" y="1187781"/>
                  </a:lnTo>
                  <a:lnTo>
                    <a:pt x="668965" y="1136244"/>
                  </a:lnTo>
                  <a:close/>
                  <a:moveTo>
                    <a:pt x="680523" y="1103969"/>
                  </a:moveTo>
                  <a:lnTo>
                    <a:pt x="658234" y="1160338"/>
                  </a:lnTo>
                  <a:lnTo>
                    <a:pt x="668965" y="1136244"/>
                  </a:lnTo>
                  <a:close/>
                  <a:moveTo>
                    <a:pt x="1241905" y="1743640"/>
                  </a:moveTo>
                  <a:lnTo>
                    <a:pt x="1172842" y="1721928"/>
                  </a:lnTo>
                  <a:lnTo>
                    <a:pt x="1205065" y="1754683"/>
                  </a:lnTo>
                  <a:close/>
                  <a:moveTo>
                    <a:pt x="1171609" y="1700064"/>
                  </a:moveTo>
                  <a:lnTo>
                    <a:pt x="1172842" y="1721928"/>
                  </a:lnTo>
                  <a:lnTo>
                    <a:pt x="1241905" y="1743640"/>
                  </a:lnTo>
                  <a:close/>
                  <a:moveTo>
                    <a:pt x="1215966" y="1701985"/>
                  </a:moveTo>
                  <a:lnTo>
                    <a:pt x="1171609" y="1700064"/>
                  </a:lnTo>
                  <a:lnTo>
                    <a:pt x="1241905" y="1743640"/>
                  </a:lnTo>
                  <a:close/>
                  <a:moveTo>
                    <a:pt x="1158577" y="1703147"/>
                  </a:moveTo>
                  <a:lnTo>
                    <a:pt x="1172842" y="1721928"/>
                  </a:lnTo>
                  <a:lnTo>
                    <a:pt x="1171609" y="1700064"/>
                  </a:lnTo>
                  <a:close/>
                  <a:moveTo>
                    <a:pt x="680523" y="1103969"/>
                  </a:moveTo>
                  <a:lnTo>
                    <a:pt x="717661" y="1107923"/>
                  </a:lnTo>
                  <a:lnTo>
                    <a:pt x="704865" y="1084707"/>
                  </a:lnTo>
                  <a:close/>
                  <a:moveTo>
                    <a:pt x="717661" y="1107923"/>
                  </a:moveTo>
                  <a:lnTo>
                    <a:pt x="735917" y="1060614"/>
                  </a:lnTo>
                  <a:lnTo>
                    <a:pt x="704865" y="1084707"/>
                  </a:lnTo>
                  <a:close/>
                  <a:moveTo>
                    <a:pt x="1248643" y="1575980"/>
                  </a:moveTo>
                  <a:lnTo>
                    <a:pt x="1289779" y="1603422"/>
                  </a:lnTo>
                  <a:lnTo>
                    <a:pt x="1263650" y="1551886"/>
                  </a:lnTo>
                  <a:close/>
                  <a:moveTo>
                    <a:pt x="834150" y="1059205"/>
                  </a:moveTo>
                  <a:lnTo>
                    <a:pt x="804192" y="1055943"/>
                  </a:lnTo>
                  <a:lnTo>
                    <a:pt x="862060" y="1088056"/>
                  </a:lnTo>
                  <a:close/>
                  <a:moveTo>
                    <a:pt x="343285" y="469617"/>
                  </a:moveTo>
                  <a:lnTo>
                    <a:pt x="347736" y="463321"/>
                  </a:lnTo>
                  <a:lnTo>
                    <a:pt x="287213" y="493711"/>
                  </a:lnTo>
                  <a:close/>
                  <a:moveTo>
                    <a:pt x="801591" y="869829"/>
                  </a:moveTo>
                  <a:lnTo>
                    <a:pt x="757752" y="881910"/>
                  </a:lnTo>
                  <a:lnTo>
                    <a:pt x="813024" y="923277"/>
                  </a:lnTo>
                  <a:close/>
                  <a:moveTo>
                    <a:pt x="885841" y="942890"/>
                  </a:moveTo>
                  <a:lnTo>
                    <a:pt x="862002" y="909352"/>
                  </a:lnTo>
                  <a:lnTo>
                    <a:pt x="804934" y="949970"/>
                  </a:lnTo>
                  <a:close/>
                  <a:moveTo>
                    <a:pt x="862002" y="909352"/>
                  </a:moveTo>
                  <a:lnTo>
                    <a:pt x="872794" y="894108"/>
                  </a:lnTo>
                  <a:lnTo>
                    <a:pt x="813024" y="923277"/>
                  </a:lnTo>
                  <a:close/>
                  <a:moveTo>
                    <a:pt x="438607" y="497835"/>
                  </a:moveTo>
                  <a:lnTo>
                    <a:pt x="465717" y="451035"/>
                  </a:lnTo>
                  <a:lnTo>
                    <a:pt x="414025" y="455077"/>
                  </a:lnTo>
                  <a:close/>
                  <a:moveTo>
                    <a:pt x="465717" y="451035"/>
                  </a:moveTo>
                  <a:lnTo>
                    <a:pt x="451903" y="399523"/>
                  </a:lnTo>
                  <a:lnTo>
                    <a:pt x="414025" y="455077"/>
                  </a:lnTo>
                  <a:close/>
                  <a:moveTo>
                    <a:pt x="40876" y="14729"/>
                  </a:moveTo>
                  <a:lnTo>
                    <a:pt x="0" y="36576"/>
                  </a:lnTo>
                  <a:lnTo>
                    <a:pt x="76022" y="11230"/>
                  </a:lnTo>
                  <a:close/>
                  <a:moveTo>
                    <a:pt x="119737" y="0"/>
                  </a:moveTo>
                  <a:lnTo>
                    <a:pt x="40876" y="14729"/>
                  </a:lnTo>
                  <a:lnTo>
                    <a:pt x="76022" y="11230"/>
                  </a:lnTo>
                  <a:close/>
                  <a:moveTo>
                    <a:pt x="959928" y="942554"/>
                  </a:moveTo>
                  <a:lnTo>
                    <a:pt x="901240" y="960889"/>
                  </a:lnTo>
                  <a:lnTo>
                    <a:pt x="970328" y="949196"/>
                  </a:lnTo>
                  <a:close/>
                  <a:moveTo>
                    <a:pt x="970328" y="949196"/>
                  </a:moveTo>
                  <a:lnTo>
                    <a:pt x="901240" y="960889"/>
                  </a:lnTo>
                  <a:lnTo>
                    <a:pt x="891807" y="965194"/>
                  </a:lnTo>
                  <a:close/>
                  <a:moveTo>
                    <a:pt x="901240" y="960889"/>
                  </a:moveTo>
                  <a:lnTo>
                    <a:pt x="959928" y="942554"/>
                  </a:lnTo>
                  <a:lnTo>
                    <a:pt x="885841" y="942890"/>
                  </a:lnTo>
                  <a:close/>
                  <a:moveTo>
                    <a:pt x="885841" y="942890"/>
                  </a:moveTo>
                  <a:lnTo>
                    <a:pt x="959928" y="942554"/>
                  </a:lnTo>
                  <a:lnTo>
                    <a:pt x="963405" y="923312"/>
                  </a:lnTo>
                  <a:close/>
                  <a:moveTo>
                    <a:pt x="885841" y="942890"/>
                  </a:moveTo>
                  <a:lnTo>
                    <a:pt x="963405" y="923312"/>
                  </a:lnTo>
                  <a:lnTo>
                    <a:pt x="912674" y="908313"/>
                  </a:lnTo>
                  <a:close/>
                  <a:moveTo>
                    <a:pt x="885841" y="942890"/>
                  </a:moveTo>
                  <a:lnTo>
                    <a:pt x="887178" y="885258"/>
                  </a:lnTo>
                  <a:lnTo>
                    <a:pt x="862002" y="909352"/>
                  </a:lnTo>
                  <a:close/>
                  <a:moveTo>
                    <a:pt x="887178" y="885258"/>
                  </a:moveTo>
                  <a:lnTo>
                    <a:pt x="872794" y="894108"/>
                  </a:lnTo>
                  <a:lnTo>
                    <a:pt x="862002" y="909352"/>
                  </a:lnTo>
                  <a:close/>
                  <a:moveTo>
                    <a:pt x="873776" y="762883"/>
                  </a:moveTo>
                  <a:lnTo>
                    <a:pt x="850352" y="730649"/>
                  </a:lnTo>
                  <a:lnTo>
                    <a:pt x="789626" y="757837"/>
                  </a:lnTo>
                  <a:close/>
                  <a:moveTo>
                    <a:pt x="873776" y="762883"/>
                  </a:moveTo>
                  <a:lnTo>
                    <a:pt x="885734" y="713919"/>
                  </a:lnTo>
                  <a:lnTo>
                    <a:pt x="850352" y="730649"/>
                  </a:lnTo>
                  <a:close/>
                  <a:moveTo>
                    <a:pt x="1167841" y="964238"/>
                  </a:moveTo>
                  <a:lnTo>
                    <a:pt x="1194548" y="1015775"/>
                  </a:lnTo>
                  <a:lnTo>
                    <a:pt x="1235203" y="996174"/>
                  </a:lnTo>
                  <a:close/>
                  <a:moveTo>
                    <a:pt x="684525" y="444433"/>
                  </a:moveTo>
                  <a:lnTo>
                    <a:pt x="690420" y="445044"/>
                  </a:lnTo>
                  <a:lnTo>
                    <a:pt x="759235" y="414186"/>
                  </a:lnTo>
                  <a:close/>
                  <a:moveTo>
                    <a:pt x="729608" y="438316"/>
                  </a:moveTo>
                  <a:lnTo>
                    <a:pt x="684525" y="444433"/>
                  </a:lnTo>
                  <a:lnTo>
                    <a:pt x="759235" y="414186"/>
                  </a:lnTo>
                  <a:close/>
                  <a:moveTo>
                    <a:pt x="798345" y="385735"/>
                  </a:moveTo>
                  <a:lnTo>
                    <a:pt x="729608" y="438316"/>
                  </a:lnTo>
                  <a:lnTo>
                    <a:pt x="759235" y="414186"/>
                  </a:lnTo>
                  <a:close/>
                  <a:moveTo>
                    <a:pt x="774637" y="414560"/>
                  </a:moveTo>
                  <a:lnTo>
                    <a:pt x="798345" y="385735"/>
                  </a:lnTo>
                  <a:lnTo>
                    <a:pt x="759235" y="414186"/>
                  </a:lnTo>
                  <a:close/>
                  <a:moveTo>
                    <a:pt x="774637" y="414560"/>
                  </a:moveTo>
                  <a:lnTo>
                    <a:pt x="837414" y="401506"/>
                  </a:lnTo>
                  <a:lnTo>
                    <a:pt x="798345" y="385735"/>
                  </a:lnTo>
                  <a:close/>
                </a:path>
              </a:pathLst>
            </a:custGeom>
            <a:solidFill>
              <a:srgbClr val="F4F6F7"/>
            </a:solidFill>
            <a:ln w="1524">
              <a:solidFill>
                <a:srgbClr val="F4F6F7"/>
              </a:solidFill>
            </a:ln>
          </p:spPr>
        </p:sp>
        <p:sp>
          <p:nvSpPr>
            <p:cNvPr id="4243" name="Output_density__4242">
              <a:extLst>
                <a:ext uri="{FF2B5EF4-FFF2-40B4-BE49-F238E27FC236}">
                  <a16:creationId xmlns:a16="http://schemas.microsoft.com/office/drawing/2014/main" id="{812124DB-ECF4-2189-50FC-7D0A44FDC8AA}"/>
                </a:ext>
              </a:extLst>
            </p:cNvPr>
            <p:cNvSpPr>
              <a:spLocks noGrp="1"/>
            </p:cNvSpPr>
            <p:nvPr/>
          </p:nvSpPr>
          <p:spPr>
            <a:xfrm>
              <a:off x="15491513" y="2684911"/>
              <a:ext cx="1156969" cy="1686204"/>
            </a:xfrm>
            <a:custGeom>
              <a:avLst/>
              <a:gdLst/>
              <a:ahLst/>
              <a:cxnLst/>
              <a:rect l="0" t="0" r="0" b="0"/>
              <a:pathLst>
                <a:path w="1156969" h="1686204">
                  <a:moveTo>
                    <a:pt x="154646" y="1491040"/>
                  </a:moveTo>
                  <a:lnTo>
                    <a:pt x="122238" y="1515133"/>
                  </a:lnTo>
                  <a:lnTo>
                    <a:pt x="170119" y="1480180"/>
                  </a:lnTo>
                  <a:close/>
                  <a:moveTo>
                    <a:pt x="75909" y="954928"/>
                  </a:moveTo>
                  <a:lnTo>
                    <a:pt x="88813" y="894091"/>
                  </a:lnTo>
                  <a:lnTo>
                    <a:pt x="94724" y="879298"/>
                  </a:lnTo>
                  <a:close/>
                  <a:moveTo>
                    <a:pt x="75909" y="954928"/>
                  </a:moveTo>
                  <a:lnTo>
                    <a:pt x="94724" y="879298"/>
                  </a:lnTo>
                  <a:lnTo>
                    <a:pt x="84920" y="930834"/>
                  </a:lnTo>
                  <a:close/>
                  <a:moveTo>
                    <a:pt x="94724" y="879298"/>
                  </a:moveTo>
                  <a:lnTo>
                    <a:pt x="88813" y="894091"/>
                  </a:lnTo>
                  <a:lnTo>
                    <a:pt x="101829" y="859932"/>
                  </a:lnTo>
                  <a:close/>
                  <a:moveTo>
                    <a:pt x="101829" y="859932"/>
                  </a:moveTo>
                  <a:lnTo>
                    <a:pt x="115944" y="809290"/>
                  </a:lnTo>
                  <a:lnTo>
                    <a:pt x="94724" y="879298"/>
                  </a:lnTo>
                  <a:close/>
                  <a:moveTo>
                    <a:pt x="115944" y="809290"/>
                  </a:moveTo>
                  <a:lnTo>
                    <a:pt x="101829" y="859932"/>
                  </a:lnTo>
                  <a:lnTo>
                    <a:pt x="117847" y="827761"/>
                  </a:lnTo>
                  <a:close/>
                  <a:moveTo>
                    <a:pt x="115944" y="809290"/>
                  </a:moveTo>
                  <a:lnTo>
                    <a:pt x="117847" y="827761"/>
                  </a:lnTo>
                  <a:lnTo>
                    <a:pt x="108245" y="752806"/>
                  </a:lnTo>
                  <a:close/>
                  <a:moveTo>
                    <a:pt x="115944" y="809290"/>
                  </a:moveTo>
                  <a:lnTo>
                    <a:pt x="108245" y="752806"/>
                  </a:lnTo>
                  <a:lnTo>
                    <a:pt x="115092" y="803667"/>
                  </a:lnTo>
                  <a:close/>
                  <a:moveTo>
                    <a:pt x="108245" y="752806"/>
                  </a:moveTo>
                  <a:lnTo>
                    <a:pt x="107814" y="752130"/>
                  </a:lnTo>
                  <a:lnTo>
                    <a:pt x="115092" y="803667"/>
                  </a:lnTo>
                  <a:close/>
                  <a:moveTo>
                    <a:pt x="347657" y="985213"/>
                  </a:moveTo>
                  <a:lnTo>
                    <a:pt x="358922" y="987554"/>
                  </a:lnTo>
                  <a:lnTo>
                    <a:pt x="392571" y="978463"/>
                  </a:lnTo>
                  <a:close/>
                  <a:moveTo>
                    <a:pt x="392571" y="978463"/>
                  </a:moveTo>
                  <a:lnTo>
                    <a:pt x="358922" y="987554"/>
                  </a:lnTo>
                  <a:lnTo>
                    <a:pt x="434521" y="960627"/>
                  </a:lnTo>
                  <a:close/>
                  <a:moveTo>
                    <a:pt x="421543" y="951883"/>
                  </a:moveTo>
                  <a:lnTo>
                    <a:pt x="451492" y="914636"/>
                  </a:lnTo>
                  <a:lnTo>
                    <a:pt x="452986" y="910089"/>
                  </a:lnTo>
                  <a:close/>
                  <a:moveTo>
                    <a:pt x="434521" y="960627"/>
                  </a:moveTo>
                  <a:lnTo>
                    <a:pt x="451492" y="914636"/>
                  </a:lnTo>
                  <a:lnTo>
                    <a:pt x="421543" y="951883"/>
                  </a:lnTo>
                  <a:close/>
                  <a:moveTo>
                    <a:pt x="392571" y="978463"/>
                  </a:moveTo>
                  <a:lnTo>
                    <a:pt x="434521" y="960627"/>
                  </a:lnTo>
                  <a:lnTo>
                    <a:pt x="421543" y="951883"/>
                  </a:lnTo>
                  <a:close/>
                  <a:moveTo>
                    <a:pt x="1123462" y="1683138"/>
                  </a:moveTo>
                  <a:lnTo>
                    <a:pt x="1128861" y="1684912"/>
                  </a:lnTo>
                  <a:lnTo>
                    <a:pt x="1131862" y="1686204"/>
                  </a:lnTo>
                  <a:close/>
                  <a:moveTo>
                    <a:pt x="1123462" y="1683138"/>
                  </a:moveTo>
                  <a:lnTo>
                    <a:pt x="1131862" y="1686204"/>
                  </a:lnTo>
                  <a:lnTo>
                    <a:pt x="1137953" y="1677520"/>
                  </a:lnTo>
                  <a:close/>
                  <a:moveTo>
                    <a:pt x="1137953" y="1677520"/>
                  </a:moveTo>
                  <a:lnTo>
                    <a:pt x="1131862" y="1686204"/>
                  </a:lnTo>
                  <a:lnTo>
                    <a:pt x="1134102" y="1683138"/>
                  </a:lnTo>
                  <a:close/>
                  <a:moveTo>
                    <a:pt x="1134102" y="1683138"/>
                  </a:moveTo>
                  <a:lnTo>
                    <a:pt x="1156969" y="1645175"/>
                  </a:lnTo>
                  <a:lnTo>
                    <a:pt x="1137953" y="1677520"/>
                  </a:lnTo>
                  <a:close/>
                  <a:moveTo>
                    <a:pt x="501732" y="834458"/>
                  </a:moveTo>
                  <a:lnTo>
                    <a:pt x="514778" y="838425"/>
                  </a:lnTo>
                  <a:lnTo>
                    <a:pt x="520996" y="839469"/>
                  </a:lnTo>
                  <a:close/>
                  <a:moveTo>
                    <a:pt x="530015" y="834458"/>
                  </a:moveTo>
                  <a:lnTo>
                    <a:pt x="520996" y="839469"/>
                  </a:lnTo>
                  <a:lnTo>
                    <a:pt x="514778" y="838425"/>
                  </a:lnTo>
                  <a:close/>
                  <a:moveTo>
                    <a:pt x="552973" y="824124"/>
                  </a:moveTo>
                  <a:lnTo>
                    <a:pt x="520996" y="839469"/>
                  </a:lnTo>
                  <a:lnTo>
                    <a:pt x="603948" y="840038"/>
                  </a:lnTo>
                  <a:close/>
                  <a:moveTo>
                    <a:pt x="20306" y="13222"/>
                  </a:moveTo>
                  <a:lnTo>
                    <a:pt x="0" y="37316"/>
                  </a:lnTo>
                  <a:lnTo>
                    <a:pt x="41665" y="269"/>
                  </a:lnTo>
                  <a:close/>
                  <a:moveTo>
                    <a:pt x="41665" y="269"/>
                  </a:moveTo>
                  <a:lnTo>
                    <a:pt x="8597" y="11532"/>
                  </a:lnTo>
                  <a:lnTo>
                    <a:pt x="88962" y="2425"/>
                  </a:lnTo>
                  <a:close/>
                  <a:moveTo>
                    <a:pt x="380861" y="395080"/>
                  </a:moveTo>
                  <a:lnTo>
                    <a:pt x="333867" y="394055"/>
                  </a:lnTo>
                  <a:lnTo>
                    <a:pt x="307979" y="390659"/>
                  </a:lnTo>
                  <a:close/>
                  <a:moveTo>
                    <a:pt x="394343" y="358428"/>
                  </a:moveTo>
                  <a:lnTo>
                    <a:pt x="380861" y="395080"/>
                  </a:lnTo>
                  <a:lnTo>
                    <a:pt x="394410" y="373978"/>
                  </a:lnTo>
                  <a:close/>
                  <a:moveTo>
                    <a:pt x="243266" y="143737"/>
                  </a:moveTo>
                  <a:lnTo>
                    <a:pt x="241004" y="156155"/>
                  </a:lnTo>
                  <a:lnTo>
                    <a:pt x="249326" y="117749"/>
                  </a:lnTo>
                  <a:close/>
                  <a:moveTo>
                    <a:pt x="41665" y="269"/>
                  </a:moveTo>
                  <a:lnTo>
                    <a:pt x="88962" y="2425"/>
                  </a:lnTo>
                  <a:lnTo>
                    <a:pt x="61393" y="0"/>
                  </a:lnTo>
                  <a:close/>
                  <a:moveTo>
                    <a:pt x="88962" y="2425"/>
                  </a:moveTo>
                  <a:lnTo>
                    <a:pt x="97510" y="8620"/>
                  </a:lnTo>
                  <a:lnTo>
                    <a:pt x="61393" y="0"/>
                  </a:lnTo>
                  <a:close/>
                </a:path>
              </a:pathLst>
            </a:custGeom>
            <a:solidFill>
              <a:srgbClr val="ECEFF1"/>
            </a:solidFill>
            <a:ln w="1524">
              <a:solidFill>
                <a:srgbClr val="ECEFF1"/>
              </a:solidFill>
            </a:ln>
          </p:spPr>
        </p:sp>
        <p:sp>
          <p:nvSpPr>
            <p:cNvPr id="4244" name="Output_density__4243">
              <a:extLst>
                <a:ext uri="{FF2B5EF4-FFF2-40B4-BE49-F238E27FC236}">
                  <a16:creationId xmlns:a16="http://schemas.microsoft.com/office/drawing/2014/main" id="{65A8A13F-6EF7-BA02-CF13-6F955A968507}"/>
                </a:ext>
              </a:extLst>
            </p:cNvPr>
            <p:cNvSpPr>
              <a:spLocks noGrp="1"/>
            </p:cNvSpPr>
            <p:nvPr/>
          </p:nvSpPr>
          <p:spPr>
            <a:xfrm>
              <a:off x="15365733" y="2573197"/>
              <a:ext cx="1208497" cy="1987532"/>
            </a:xfrm>
            <a:custGeom>
              <a:avLst/>
              <a:gdLst/>
              <a:ahLst/>
              <a:cxnLst/>
              <a:rect l="0" t="0" r="0" b="0"/>
              <a:pathLst>
                <a:path w="1208497" h="1987532">
                  <a:moveTo>
                    <a:pt x="124113" y="1932718"/>
                  </a:moveTo>
                  <a:lnTo>
                    <a:pt x="131964" y="1938159"/>
                  </a:lnTo>
                  <a:lnTo>
                    <a:pt x="140703" y="1940369"/>
                  </a:lnTo>
                  <a:close/>
                  <a:moveTo>
                    <a:pt x="188380" y="1809050"/>
                  </a:moveTo>
                  <a:lnTo>
                    <a:pt x="168662" y="1805551"/>
                  </a:lnTo>
                  <a:lnTo>
                    <a:pt x="186482" y="1806333"/>
                  </a:lnTo>
                  <a:close/>
                  <a:moveTo>
                    <a:pt x="242596" y="1960161"/>
                  </a:moveTo>
                  <a:lnTo>
                    <a:pt x="262947" y="1970379"/>
                  </a:lnTo>
                  <a:lnTo>
                    <a:pt x="279605" y="1975447"/>
                  </a:lnTo>
                  <a:close/>
                  <a:moveTo>
                    <a:pt x="329557" y="1987532"/>
                  </a:moveTo>
                  <a:lnTo>
                    <a:pt x="279605" y="1975447"/>
                  </a:lnTo>
                  <a:lnTo>
                    <a:pt x="262947" y="1970379"/>
                  </a:lnTo>
                  <a:close/>
                  <a:moveTo>
                    <a:pt x="168662" y="1805551"/>
                  </a:moveTo>
                  <a:lnTo>
                    <a:pt x="188380" y="1809050"/>
                  </a:lnTo>
                  <a:lnTo>
                    <a:pt x="205469" y="1790897"/>
                  </a:lnTo>
                  <a:close/>
                  <a:moveTo>
                    <a:pt x="205469" y="1790897"/>
                  </a:moveTo>
                  <a:lnTo>
                    <a:pt x="188380" y="1809050"/>
                  </a:lnTo>
                  <a:lnTo>
                    <a:pt x="252219" y="1790873"/>
                  </a:lnTo>
                  <a:close/>
                  <a:moveTo>
                    <a:pt x="205469" y="1790897"/>
                  </a:moveTo>
                  <a:lnTo>
                    <a:pt x="252219" y="1790873"/>
                  </a:lnTo>
                  <a:lnTo>
                    <a:pt x="216746" y="1780205"/>
                  </a:lnTo>
                  <a:close/>
                  <a:moveTo>
                    <a:pt x="252219" y="1790873"/>
                  </a:moveTo>
                  <a:lnTo>
                    <a:pt x="259208" y="1764286"/>
                  </a:lnTo>
                  <a:lnTo>
                    <a:pt x="216746" y="1780205"/>
                  </a:lnTo>
                  <a:close/>
                  <a:moveTo>
                    <a:pt x="278485" y="1769518"/>
                  </a:moveTo>
                  <a:lnTo>
                    <a:pt x="251649" y="1757363"/>
                  </a:lnTo>
                  <a:lnTo>
                    <a:pt x="259208" y="1764286"/>
                  </a:lnTo>
                  <a:close/>
                  <a:moveTo>
                    <a:pt x="389767" y="1504041"/>
                  </a:moveTo>
                  <a:lnTo>
                    <a:pt x="391553" y="1505052"/>
                  </a:lnTo>
                  <a:lnTo>
                    <a:pt x="347225" y="1563388"/>
                  </a:lnTo>
                  <a:close/>
                  <a:moveTo>
                    <a:pt x="371093" y="1554565"/>
                  </a:moveTo>
                  <a:lnTo>
                    <a:pt x="391553" y="1505052"/>
                  </a:lnTo>
                  <a:lnTo>
                    <a:pt x="421841" y="1483393"/>
                  </a:lnTo>
                  <a:close/>
                  <a:moveTo>
                    <a:pt x="421841" y="1483393"/>
                  </a:moveTo>
                  <a:lnTo>
                    <a:pt x="391553" y="1505052"/>
                  </a:lnTo>
                  <a:lnTo>
                    <a:pt x="474298" y="1504842"/>
                  </a:lnTo>
                  <a:close/>
                  <a:moveTo>
                    <a:pt x="67980" y="1033751"/>
                  </a:moveTo>
                  <a:lnTo>
                    <a:pt x="2206" y="1089285"/>
                  </a:lnTo>
                  <a:lnTo>
                    <a:pt x="0" y="1089160"/>
                  </a:lnTo>
                  <a:close/>
                  <a:moveTo>
                    <a:pt x="421791" y="1478006"/>
                  </a:moveTo>
                  <a:lnTo>
                    <a:pt x="418292" y="1530471"/>
                  </a:lnTo>
                  <a:lnTo>
                    <a:pt x="421841" y="1483393"/>
                  </a:lnTo>
                  <a:close/>
                  <a:moveTo>
                    <a:pt x="18001" y="886664"/>
                  </a:moveTo>
                  <a:lnTo>
                    <a:pt x="61212" y="873546"/>
                  </a:lnTo>
                  <a:lnTo>
                    <a:pt x="85518" y="829522"/>
                  </a:lnTo>
                  <a:close/>
                  <a:moveTo>
                    <a:pt x="79323" y="836402"/>
                  </a:moveTo>
                  <a:lnTo>
                    <a:pt x="85518" y="829522"/>
                  </a:lnTo>
                  <a:lnTo>
                    <a:pt x="61212" y="873546"/>
                  </a:lnTo>
                  <a:close/>
                  <a:moveTo>
                    <a:pt x="460304" y="1182722"/>
                  </a:moveTo>
                  <a:lnTo>
                    <a:pt x="464973" y="1167167"/>
                  </a:lnTo>
                  <a:lnTo>
                    <a:pt x="443684" y="1160363"/>
                  </a:lnTo>
                  <a:close/>
                  <a:moveTo>
                    <a:pt x="421843" y="1213602"/>
                  </a:moveTo>
                  <a:lnTo>
                    <a:pt x="460304" y="1182722"/>
                  </a:lnTo>
                  <a:lnTo>
                    <a:pt x="443684" y="1160363"/>
                  </a:lnTo>
                  <a:close/>
                  <a:moveTo>
                    <a:pt x="464973" y="1167167"/>
                  </a:moveTo>
                  <a:lnTo>
                    <a:pt x="467227" y="1102593"/>
                  </a:lnTo>
                  <a:lnTo>
                    <a:pt x="454935" y="1148970"/>
                  </a:lnTo>
                  <a:close/>
                  <a:moveTo>
                    <a:pt x="467227" y="1102593"/>
                  </a:moveTo>
                  <a:lnTo>
                    <a:pt x="470562" y="1097433"/>
                  </a:lnTo>
                  <a:lnTo>
                    <a:pt x="454935" y="1148970"/>
                  </a:lnTo>
                  <a:close/>
                  <a:moveTo>
                    <a:pt x="233594" y="863844"/>
                  </a:moveTo>
                  <a:lnTo>
                    <a:pt x="249148" y="788214"/>
                  </a:lnTo>
                  <a:lnTo>
                    <a:pt x="246682" y="839750"/>
                  </a:lnTo>
                  <a:close/>
                  <a:moveTo>
                    <a:pt x="784225" y="1425303"/>
                  </a:moveTo>
                  <a:lnTo>
                    <a:pt x="752302" y="1399217"/>
                  </a:lnTo>
                  <a:lnTo>
                    <a:pt x="801447" y="1449916"/>
                  </a:lnTo>
                  <a:close/>
                  <a:moveTo>
                    <a:pt x="827955" y="1414125"/>
                  </a:moveTo>
                  <a:lnTo>
                    <a:pt x="784225" y="1425303"/>
                  </a:lnTo>
                  <a:lnTo>
                    <a:pt x="801447" y="1449916"/>
                  </a:lnTo>
                  <a:close/>
                  <a:moveTo>
                    <a:pt x="506178" y="1084438"/>
                  </a:moveTo>
                  <a:lnTo>
                    <a:pt x="447853" y="1143104"/>
                  </a:lnTo>
                  <a:lnTo>
                    <a:pt x="470562" y="1097433"/>
                  </a:lnTo>
                  <a:close/>
                  <a:moveTo>
                    <a:pt x="355488" y="867193"/>
                  </a:moveTo>
                  <a:lnTo>
                    <a:pt x="350832" y="891287"/>
                  </a:lnTo>
                  <a:lnTo>
                    <a:pt x="376144" y="907842"/>
                  </a:lnTo>
                  <a:close/>
                  <a:moveTo>
                    <a:pt x="249509" y="783728"/>
                  </a:moveTo>
                  <a:lnTo>
                    <a:pt x="261833" y="716428"/>
                  </a:lnTo>
                  <a:lnTo>
                    <a:pt x="249148" y="788214"/>
                  </a:lnTo>
                  <a:close/>
                  <a:moveTo>
                    <a:pt x="935993" y="1508486"/>
                  </a:moveTo>
                  <a:lnTo>
                    <a:pt x="918705" y="1485632"/>
                  </a:lnTo>
                  <a:lnTo>
                    <a:pt x="972533" y="1522348"/>
                  </a:lnTo>
                  <a:close/>
                  <a:moveTo>
                    <a:pt x="827955" y="1414125"/>
                  </a:moveTo>
                  <a:lnTo>
                    <a:pt x="869037" y="1434096"/>
                  </a:lnTo>
                  <a:lnTo>
                    <a:pt x="844493" y="1424993"/>
                  </a:lnTo>
                  <a:close/>
                  <a:moveTo>
                    <a:pt x="530909" y="1042004"/>
                  </a:moveTo>
                  <a:lnTo>
                    <a:pt x="547323" y="1063597"/>
                  </a:lnTo>
                  <a:lnTo>
                    <a:pt x="560717" y="1001826"/>
                  </a:lnTo>
                  <a:close/>
                  <a:moveTo>
                    <a:pt x="560717" y="1001826"/>
                  </a:moveTo>
                  <a:lnTo>
                    <a:pt x="547323" y="1063597"/>
                  </a:lnTo>
                  <a:lnTo>
                    <a:pt x="578766" y="1021803"/>
                  </a:lnTo>
                  <a:close/>
                  <a:moveTo>
                    <a:pt x="265738" y="709506"/>
                  </a:moveTo>
                  <a:lnTo>
                    <a:pt x="235391" y="699942"/>
                  </a:lnTo>
                  <a:lnTo>
                    <a:pt x="259811" y="712583"/>
                  </a:lnTo>
                  <a:close/>
                  <a:moveTo>
                    <a:pt x="265738" y="709506"/>
                  </a:moveTo>
                  <a:lnTo>
                    <a:pt x="271442" y="708616"/>
                  </a:lnTo>
                  <a:lnTo>
                    <a:pt x="273489" y="688489"/>
                  </a:lnTo>
                  <a:close/>
                  <a:moveTo>
                    <a:pt x="946640" y="1513075"/>
                  </a:moveTo>
                  <a:lnTo>
                    <a:pt x="972533" y="1522348"/>
                  </a:lnTo>
                  <a:lnTo>
                    <a:pt x="988934" y="1531747"/>
                  </a:lnTo>
                  <a:close/>
                  <a:moveTo>
                    <a:pt x="831875" y="1158984"/>
                  </a:moveTo>
                  <a:lnTo>
                    <a:pt x="787379" y="1203855"/>
                  </a:lnTo>
                  <a:lnTo>
                    <a:pt x="804947" y="1193201"/>
                  </a:lnTo>
                  <a:close/>
                  <a:moveTo>
                    <a:pt x="75255" y="252103"/>
                  </a:moveTo>
                  <a:lnTo>
                    <a:pt x="35818" y="221541"/>
                  </a:lnTo>
                  <a:lnTo>
                    <a:pt x="75356" y="251927"/>
                  </a:lnTo>
                  <a:close/>
                  <a:moveTo>
                    <a:pt x="75356" y="251927"/>
                  </a:moveTo>
                  <a:lnTo>
                    <a:pt x="35818" y="221541"/>
                  </a:lnTo>
                  <a:lnTo>
                    <a:pt x="75703" y="252103"/>
                  </a:lnTo>
                  <a:close/>
                  <a:moveTo>
                    <a:pt x="1106513" y="1352203"/>
                  </a:moveTo>
                  <a:lnTo>
                    <a:pt x="1024003" y="1353286"/>
                  </a:lnTo>
                  <a:lnTo>
                    <a:pt x="1071501" y="1356198"/>
                  </a:lnTo>
                  <a:close/>
                  <a:moveTo>
                    <a:pt x="312958" y="441574"/>
                  </a:moveTo>
                  <a:lnTo>
                    <a:pt x="327539" y="387278"/>
                  </a:lnTo>
                  <a:lnTo>
                    <a:pt x="297002" y="458249"/>
                  </a:lnTo>
                  <a:close/>
                  <a:moveTo>
                    <a:pt x="297002" y="458249"/>
                  </a:moveTo>
                  <a:lnTo>
                    <a:pt x="327539" y="387278"/>
                  </a:lnTo>
                  <a:lnTo>
                    <a:pt x="316233" y="382618"/>
                  </a:lnTo>
                  <a:close/>
                  <a:moveTo>
                    <a:pt x="297002" y="458249"/>
                  </a:moveTo>
                  <a:lnTo>
                    <a:pt x="316233" y="382618"/>
                  </a:lnTo>
                  <a:lnTo>
                    <a:pt x="307624" y="434155"/>
                  </a:lnTo>
                  <a:close/>
                  <a:moveTo>
                    <a:pt x="316233" y="382618"/>
                  </a:moveTo>
                  <a:lnTo>
                    <a:pt x="327539" y="387278"/>
                  </a:lnTo>
                  <a:lnTo>
                    <a:pt x="327810" y="362205"/>
                  </a:lnTo>
                  <a:close/>
                  <a:moveTo>
                    <a:pt x="75255" y="252103"/>
                  </a:moveTo>
                  <a:lnTo>
                    <a:pt x="75356" y="251927"/>
                  </a:lnTo>
                  <a:lnTo>
                    <a:pt x="98609" y="203969"/>
                  </a:lnTo>
                  <a:close/>
                  <a:moveTo>
                    <a:pt x="75356" y="251927"/>
                  </a:moveTo>
                  <a:lnTo>
                    <a:pt x="75703" y="252103"/>
                  </a:lnTo>
                  <a:lnTo>
                    <a:pt x="98609" y="203969"/>
                  </a:lnTo>
                  <a:close/>
                  <a:moveTo>
                    <a:pt x="98609" y="203969"/>
                  </a:moveTo>
                  <a:lnTo>
                    <a:pt x="75703" y="252103"/>
                  </a:lnTo>
                  <a:lnTo>
                    <a:pt x="115509" y="194736"/>
                  </a:lnTo>
                  <a:close/>
                  <a:moveTo>
                    <a:pt x="115509" y="194736"/>
                  </a:moveTo>
                  <a:lnTo>
                    <a:pt x="108115" y="176472"/>
                  </a:lnTo>
                  <a:lnTo>
                    <a:pt x="98609" y="203969"/>
                  </a:lnTo>
                  <a:close/>
                  <a:moveTo>
                    <a:pt x="146087" y="124936"/>
                  </a:moveTo>
                  <a:lnTo>
                    <a:pt x="128103" y="139564"/>
                  </a:lnTo>
                  <a:lnTo>
                    <a:pt x="126851" y="200566"/>
                  </a:lnTo>
                  <a:close/>
                  <a:moveTo>
                    <a:pt x="108115" y="176472"/>
                  </a:moveTo>
                  <a:lnTo>
                    <a:pt x="115509" y="194736"/>
                  </a:lnTo>
                  <a:lnTo>
                    <a:pt x="128103" y="139564"/>
                  </a:lnTo>
                  <a:close/>
                  <a:moveTo>
                    <a:pt x="1180245" y="1337720"/>
                  </a:moveTo>
                  <a:lnTo>
                    <a:pt x="1162169" y="1385613"/>
                  </a:lnTo>
                  <a:lnTo>
                    <a:pt x="1186057" y="1340027"/>
                  </a:lnTo>
                  <a:close/>
                  <a:moveTo>
                    <a:pt x="1180245" y="1337720"/>
                  </a:moveTo>
                  <a:lnTo>
                    <a:pt x="1123296" y="1361814"/>
                  </a:lnTo>
                  <a:lnTo>
                    <a:pt x="1162169" y="1385613"/>
                  </a:lnTo>
                  <a:close/>
                  <a:moveTo>
                    <a:pt x="1123296" y="1361814"/>
                  </a:moveTo>
                  <a:lnTo>
                    <a:pt x="1180245" y="1337720"/>
                  </a:lnTo>
                  <a:lnTo>
                    <a:pt x="1106513" y="1352203"/>
                  </a:lnTo>
                  <a:close/>
                  <a:moveTo>
                    <a:pt x="1180245" y="1337720"/>
                  </a:moveTo>
                  <a:lnTo>
                    <a:pt x="1135287" y="1324885"/>
                  </a:lnTo>
                  <a:lnTo>
                    <a:pt x="1106513" y="1352203"/>
                  </a:lnTo>
                  <a:close/>
                  <a:moveTo>
                    <a:pt x="1186057" y="1340027"/>
                  </a:moveTo>
                  <a:lnTo>
                    <a:pt x="1208497" y="1384147"/>
                  </a:lnTo>
                  <a:lnTo>
                    <a:pt x="1197006" y="1337720"/>
                  </a:lnTo>
                  <a:close/>
                  <a:moveTo>
                    <a:pt x="1162169" y="1385613"/>
                  </a:moveTo>
                  <a:lnTo>
                    <a:pt x="1208497" y="1384147"/>
                  </a:lnTo>
                  <a:lnTo>
                    <a:pt x="1186057" y="1340027"/>
                  </a:lnTo>
                  <a:close/>
                  <a:moveTo>
                    <a:pt x="642329" y="722487"/>
                  </a:moveTo>
                  <a:lnTo>
                    <a:pt x="672286" y="736116"/>
                  </a:lnTo>
                  <a:lnTo>
                    <a:pt x="641664" y="702044"/>
                  </a:lnTo>
                  <a:close/>
                  <a:moveTo>
                    <a:pt x="336096" y="317578"/>
                  </a:moveTo>
                  <a:lnTo>
                    <a:pt x="316233" y="382618"/>
                  </a:lnTo>
                  <a:lnTo>
                    <a:pt x="327810" y="362205"/>
                  </a:lnTo>
                  <a:close/>
                  <a:moveTo>
                    <a:pt x="336096" y="317578"/>
                  </a:moveTo>
                  <a:lnTo>
                    <a:pt x="327810" y="362205"/>
                  </a:lnTo>
                  <a:lnTo>
                    <a:pt x="338085" y="331082"/>
                  </a:lnTo>
                  <a:close/>
                  <a:moveTo>
                    <a:pt x="336096" y="317578"/>
                  </a:moveTo>
                  <a:lnTo>
                    <a:pt x="359293" y="305240"/>
                  </a:lnTo>
                  <a:lnTo>
                    <a:pt x="346928" y="298782"/>
                  </a:lnTo>
                  <a:close/>
                  <a:moveTo>
                    <a:pt x="143882" y="108927"/>
                  </a:moveTo>
                  <a:lnTo>
                    <a:pt x="108115" y="176472"/>
                  </a:lnTo>
                  <a:lnTo>
                    <a:pt x="128103" y="139564"/>
                  </a:lnTo>
                  <a:close/>
                  <a:moveTo>
                    <a:pt x="128103" y="139564"/>
                  </a:moveTo>
                  <a:lnTo>
                    <a:pt x="146087" y="124936"/>
                  </a:lnTo>
                  <a:lnTo>
                    <a:pt x="143882" y="108927"/>
                  </a:lnTo>
                  <a:close/>
                  <a:moveTo>
                    <a:pt x="187173" y="111714"/>
                  </a:moveTo>
                  <a:lnTo>
                    <a:pt x="170244" y="100841"/>
                  </a:lnTo>
                  <a:lnTo>
                    <a:pt x="167445" y="111982"/>
                  </a:lnTo>
                  <a:close/>
                  <a:moveTo>
                    <a:pt x="143882" y="108927"/>
                  </a:moveTo>
                  <a:lnTo>
                    <a:pt x="146087" y="124936"/>
                  </a:lnTo>
                  <a:lnTo>
                    <a:pt x="167445" y="111982"/>
                  </a:lnTo>
                  <a:close/>
                  <a:moveTo>
                    <a:pt x="253223" y="123115"/>
                  </a:moveTo>
                  <a:lnTo>
                    <a:pt x="203575" y="112164"/>
                  </a:lnTo>
                  <a:lnTo>
                    <a:pt x="187173" y="111714"/>
                  </a:lnTo>
                  <a:close/>
                  <a:moveTo>
                    <a:pt x="961466" y="1024351"/>
                  </a:moveTo>
                  <a:lnTo>
                    <a:pt x="1008903" y="1027031"/>
                  </a:lnTo>
                  <a:lnTo>
                    <a:pt x="987390" y="1008327"/>
                  </a:lnTo>
                  <a:close/>
                  <a:moveTo>
                    <a:pt x="849601" y="856155"/>
                  </a:moveTo>
                  <a:lnTo>
                    <a:pt x="788801" y="902813"/>
                  </a:lnTo>
                  <a:lnTo>
                    <a:pt x="834444" y="898790"/>
                  </a:lnTo>
                  <a:close/>
                  <a:moveTo>
                    <a:pt x="834444" y="898790"/>
                  </a:moveTo>
                  <a:lnTo>
                    <a:pt x="849116" y="873890"/>
                  </a:lnTo>
                  <a:lnTo>
                    <a:pt x="849601" y="856155"/>
                  </a:lnTo>
                  <a:close/>
                  <a:moveTo>
                    <a:pt x="679529" y="668941"/>
                  </a:moveTo>
                  <a:lnTo>
                    <a:pt x="679725" y="667325"/>
                  </a:lnTo>
                  <a:lnTo>
                    <a:pt x="667789" y="664823"/>
                  </a:lnTo>
                  <a:close/>
                  <a:moveTo>
                    <a:pt x="641664" y="702044"/>
                  </a:moveTo>
                  <a:lnTo>
                    <a:pt x="679529" y="668941"/>
                  </a:lnTo>
                  <a:lnTo>
                    <a:pt x="667789" y="664823"/>
                  </a:lnTo>
                  <a:close/>
                  <a:moveTo>
                    <a:pt x="679725" y="667325"/>
                  </a:moveTo>
                  <a:lnTo>
                    <a:pt x="720052" y="609778"/>
                  </a:lnTo>
                  <a:lnTo>
                    <a:pt x="686830" y="598806"/>
                  </a:lnTo>
                  <a:close/>
                  <a:moveTo>
                    <a:pt x="354098" y="240200"/>
                  </a:moveTo>
                  <a:lnTo>
                    <a:pt x="346928" y="298782"/>
                  </a:lnTo>
                  <a:lnTo>
                    <a:pt x="369046" y="255451"/>
                  </a:lnTo>
                  <a:close/>
                  <a:moveTo>
                    <a:pt x="354098" y="240200"/>
                  </a:moveTo>
                  <a:lnTo>
                    <a:pt x="369046" y="255451"/>
                  </a:lnTo>
                  <a:lnTo>
                    <a:pt x="357902" y="204913"/>
                  </a:lnTo>
                  <a:close/>
                  <a:moveTo>
                    <a:pt x="357902" y="204913"/>
                  </a:moveTo>
                  <a:lnTo>
                    <a:pt x="369046" y="255451"/>
                  </a:lnTo>
                  <a:lnTo>
                    <a:pt x="375107" y="229463"/>
                  </a:lnTo>
                  <a:close/>
                  <a:moveTo>
                    <a:pt x="1177324" y="1037578"/>
                  </a:moveTo>
                  <a:lnTo>
                    <a:pt x="1206600" y="1044785"/>
                  </a:lnTo>
                  <a:lnTo>
                    <a:pt x="1181369" y="1031849"/>
                  </a:lnTo>
                  <a:close/>
                  <a:moveTo>
                    <a:pt x="855396" y="842223"/>
                  </a:moveTo>
                  <a:lnTo>
                    <a:pt x="897963" y="826700"/>
                  </a:lnTo>
                  <a:lnTo>
                    <a:pt x="929721" y="810538"/>
                  </a:lnTo>
                  <a:close/>
                  <a:moveTo>
                    <a:pt x="804808" y="518184"/>
                  </a:moveTo>
                  <a:lnTo>
                    <a:pt x="864337" y="568020"/>
                  </a:lnTo>
                  <a:lnTo>
                    <a:pt x="839774" y="550429"/>
                  </a:lnTo>
                  <a:close/>
                  <a:moveTo>
                    <a:pt x="450352" y="106092"/>
                  </a:moveTo>
                  <a:lnTo>
                    <a:pt x="462014" y="155727"/>
                  </a:lnTo>
                  <a:lnTo>
                    <a:pt x="469457" y="137745"/>
                  </a:lnTo>
                  <a:close/>
                  <a:moveTo>
                    <a:pt x="450352" y="106092"/>
                  </a:moveTo>
                  <a:lnTo>
                    <a:pt x="469457" y="137745"/>
                  </a:lnTo>
                  <a:lnTo>
                    <a:pt x="491573" y="85533"/>
                  </a:lnTo>
                  <a:close/>
                  <a:moveTo>
                    <a:pt x="494952" y="76166"/>
                  </a:moveTo>
                  <a:lnTo>
                    <a:pt x="491573" y="85533"/>
                  </a:lnTo>
                  <a:lnTo>
                    <a:pt x="497513" y="80096"/>
                  </a:lnTo>
                  <a:close/>
                  <a:moveTo>
                    <a:pt x="508452" y="13744"/>
                  </a:moveTo>
                  <a:lnTo>
                    <a:pt x="497513" y="80096"/>
                  </a:lnTo>
                  <a:lnTo>
                    <a:pt x="525716" y="38512"/>
                  </a:lnTo>
                  <a:close/>
                  <a:moveTo>
                    <a:pt x="508452" y="13744"/>
                  </a:moveTo>
                  <a:lnTo>
                    <a:pt x="525716" y="38512"/>
                  </a:lnTo>
                  <a:lnTo>
                    <a:pt x="554438" y="11000"/>
                  </a:lnTo>
                  <a:close/>
                  <a:moveTo>
                    <a:pt x="848689" y="277550"/>
                  </a:moveTo>
                  <a:lnTo>
                    <a:pt x="770555" y="294995"/>
                  </a:lnTo>
                  <a:lnTo>
                    <a:pt x="818700" y="300323"/>
                  </a:lnTo>
                  <a:close/>
                  <a:moveTo>
                    <a:pt x="558183" y="0"/>
                  </a:moveTo>
                  <a:lnTo>
                    <a:pt x="508452" y="13744"/>
                  </a:lnTo>
                  <a:lnTo>
                    <a:pt x="554438" y="11000"/>
                  </a:lnTo>
                  <a:close/>
                  <a:moveTo>
                    <a:pt x="558183" y="0"/>
                  </a:moveTo>
                  <a:lnTo>
                    <a:pt x="554438" y="11000"/>
                  </a:lnTo>
                  <a:lnTo>
                    <a:pt x="561152" y="4466"/>
                  </a:lnTo>
                  <a:close/>
                  <a:moveTo>
                    <a:pt x="894283" y="273342"/>
                  </a:moveTo>
                  <a:lnTo>
                    <a:pt x="911682" y="216237"/>
                  </a:lnTo>
                  <a:lnTo>
                    <a:pt x="869489" y="220419"/>
                  </a:lnTo>
                  <a:close/>
                  <a:moveTo>
                    <a:pt x="848689" y="277550"/>
                  </a:moveTo>
                  <a:lnTo>
                    <a:pt x="894283" y="273342"/>
                  </a:lnTo>
                  <a:lnTo>
                    <a:pt x="869489" y="220419"/>
                  </a:lnTo>
                  <a:close/>
                  <a:moveTo>
                    <a:pt x="915528" y="238055"/>
                  </a:moveTo>
                  <a:lnTo>
                    <a:pt x="908188" y="190432"/>
                  </a:lnTo>
                  <a:lnTo>
                    <a:pt x="911682" y="216237"/>
                  </a:lnTo>
                  <a:close/>
                  <a:moveTo>
                    <a:pt x="914514" y="162424"/>
                  </a:moveTo>
                  <a:lnTo>
                    <a:pt x="908188" y="190432"/>
                  </a:lnTo>
                  <a:lnTo>
                    <a:pt x="915528" y="238055"/>
                  </a:lnTo>
                  <a:close/>
                  <a:moveTo>
                    <a:pt x="922422" y="108750"/>
                  </a:moveTo>
                  <a:lnTo>
                    <a:pt x="914514" y="162424"/>
                  </a:lnTo>
                  <a:lnTo>
                    <a:pt x="942638" y="144557"/>
                  </a:lnTo>
                  <a:close/>
                  <a:moveTo>
                    <a:pt x="922422" y="108750"/>
                  </a:moveTo>
                  <a:lnTo>
                    <a:pt x="942638" y="144557"/>
                  </a:lnTo>
                  <a:lnTo>
                    <a:pt x="971120" y="116147"/>
                  </a:lnTo>
                  <a:close/>
                </a:path>
              </a:pathLst>
            </a:custGeom>
            <a:solidFill>
              <a:srgbClr val="EDF0F2"/>
            </a:solidFill>
            <a:ln w="1524">
              <a:solidFill>
                <a:srgbClr val="EDF0F2"/>
              </a:solidFill>
            </a:ln>
          </p:spPr>
        </p:sp>
        <p:sp>
          <p:nvSpPr>
            <p:cNvPr id="4245" name="Output_density__4244">
              <a:extLst>
                <a:ext uri="{FF2B5EF4-FFF2-40B4-BE49-F238E27FC236}">
                  <a16:creationId xmlns:a16="http://schemas.microsoft.com/office/drawing/2014/main" id="{ABF40857-5D11-1813-EC20-C45A0138C7F2}"/>
                </a:ext>
              </a:extLst>
            </p:cNvPr>
            <p:cNvSpPr>
              <a:spLocks noGrp="1"/>
            </p:cNvSpPr>
            <p:nvPr/>
          </p:nvSpPr>
          <p:spPr>
            <a:xfrm>
              <a:off x="15372555" y="2538180"/>
              <a:ext cx="919340" cy="1916199"/>
            </a:xfrm>
            <a:custGeom>
              <a:avLst/>
              <a:gdLst/>
              <a:ahLst/>
              <a:cxnLst/>
              <a:rect l="0" t="0" r="0" b="0"/>
              <a:pathLst>
                <a:path w="919340" h="1916199">
                  <a:moveTo>
                    <a:pt x="139648" y="1862050"/>
                  </a:moveTo>
                  <a:lnTo>
                    <a:pt x="93609" y="1916199"/>
                  </a:lnTo>
                  <a:lnTo>
                    <a:pt x="142966" y="1892105"/>
                  </a:lnTo>
                  <a:close/>
                  <a:moveTo>
                    <a:pt x="153838" y="1892105"/>
                  </a:moveTo>
                  <a:lnTo>
                    <a:pt x="139648" y="1862050"/>
                  </a:lnTo>
                  <a:lnTo>
                    <a:pt x="154958" y="1886193"/>
                  </a:lnTo>
                  <a:close/>
                  <a:moveTo>
                    <a:pt x="62842" y="1737495"/>
                  </a:moveTo>
                  <a:lnTo>
                    <a:pt x="98744" y="1789032"/>
                  </a:lnTo>
                  <a:lnTo>
                    <a:pt x="142496" y="1764938"/>
                  </a:lnTo>
                  <a:close/>
                  <a:moveTo>
                    <a:pt x="62842" y="1737495"/>
                  </a:moveTo>
                  <a:lnTo>
                    <a:pt x="142496" y="1764938"/>
                  </a:lnTo>
                  <a:lnTo>
                    <a:pt x="121362" y="1713401"/>
                  </a:lnTo>
                  <a:close/>
                  <a:moveTo>
                    <a:pt x="127699" y="1682473"/>
                  </a:moveTo>
                  <a:lnTo>
                    <a:pt x="62842" y="1737495"/>
                  </a:lnTo>
                  <a:lnTo>
                    <a:pt x="121362" y="1713401"/>
                  </a:lnTo>
                  <a:close/>
                  <a:moveTo>
                    <a:pt x="127699" y="1682473"/>
                  </a:moveTo>
                  <a:lnTo>
                    <a:pt x="93142" y="1688171"/>
                  </a:lnTo>
                  <a:lnTo>
                    <a:pt x="62842" y="1737495"/>
                  </a:lnTo>
                  <a:close/>
                  <a:moveTo>
                    <a:pt x="127699" y="1682473"/>
                  </a:moveTo>
                  <a:lnTo>
                    <a:pt x="131562" y="1661865"/>
                  </a:lnTo>
                  <a:lnTo>
                    <a:pt x="95858" y="1685959"/>
                  </a:lnTo>
                  <a:close/>
                  <a:moveTo>
                    <a:pt x="127699" y="1682473"/>
                  </a:moveTo>
                  <a:lnTo>
                    <a:pt x="121362" y="1713401"/>
                  </a:lnTo>
                  <a:lnTo>
                    <a:pt x="145355" y="1705772"/>
                  </a:lnTo>
                  <a:close/>
                  <a:moveTo>
                    <a:pt x="211937" y="1689624"/>
                  </a:moveTo>
                  <a:lnTo>
                    <a:pt x="211514" y="1686270"/>
                  </a:lnTo>
                  <a:lnTo>
                    <a:pt x="145355" y="1705772"/>
                  </a:lnTo>
                  <a:close/>
                  <a:moveTo>
                    <a:pt x="145355" y="1705772"/>
                  </a:moveTo>
                  <a:lnTo>
                    <a:pt x="211514" y="1686270"/>
                  </a:lnTo>
                  <a:lnTo>
                    <a:pt x="131562" y="1661865"/>
                  </a:lnTo>
                  <a:close/>
                  <a:moveTo>
                    <a:pt x="131562" y="1661865"/>
                  </a:moveTo>
                  <a:lnTo>
                    <a:pt x="211514" y="1686270"/>
                  </a:lnTo>
                  <a:lnTo>
                    <a:pt x="189910" y="1637771"/>
                  </a:lnTo>
                  <a:close/>
                  <a:moveTo>
                    <a:pt x="131562" y="1661865"/>
                  </a:moveTo>
                  <a:lnTo>
                    <a:pt x="127699" y="1682473"/>
                  </a:lnTo>
                  <a:lnTo>
                    <a:pt x="145355" y="1705772"/>
                  </a:lnTo>
                  <a:close/>
                  <a:moveTo>
                    <a:pt x="211937" y="1689624"/>
                  </a:moveTo>
                  <a:lnTo>
                    <a:pt x="212794" y="1689307"/>
                  </a:lnTo>
                  <a:lnTo>
                    <a:pt x="211514" y="1686270"/>
                  </a:lnTo>
                  <a:close/>
                  <a:moveTo>
                    <a:pt x="211937" y="1689624"/>
                  </a:moveTo>
                  <a:lnTo>
                    <a:pt x="213313" y="1692993"/>
                  </a:lnTo>
                  <a:lnTo>
                    <a:pt x="212794" y="1689307"/>
                  </a:lnTo>
                  <a:close/>
                  <a:moveTo>
                    <a:pt x="132719" y="1610328"/>
                  </a:moveTo>
                  <a:lnTo>
                    <a:pt x="131562" y="1661865"/>
                  </a:lnTo>
                  <a:lnTo>
                    <a:pt x="189910" y="1637771"/>
                  </a:lnTo>
                  <a:close/>
                  <a:moveTo>
                    <a:pt x="132719" y="1610328"/>
                  </a:moveTo>
                  <a:lnTo>
                    <a:pt x="189910" y="1637771"/>
                  </a:lnTo>
                  <a:lnTo>
                    <a:pt x="170193" y="1586234"/>
                  </a:lnTo>
                  <a:close/>
                  <a:moveTo>
                    <a:pt x="176998" y="1557218"/>
                  </a:moveTo>
                  <a:lnTo>
                    <a:pt x="132719" y="1610328"/>
                  </a:lnTo>
                  <a:lnTo>
                    <a:pt x="170193" y="1586234"/>
                  </a:lnTo>
                  <a:close/>
                  <a:moveTo>
                    <a:pt x="210026" y="1628435"/>
                  </a:moveTo>
                  <a:lnTo>
                    <a:pt x="211514" y="1686270"/>
                  </a:lnTo>
                  <a:lnTo>
                    <a:pt x="249046" y="1613677"/>
                  </a:lnTo>
                  <a:close/>
                  <a:moveTo>
                    <a:pt x="249046" y="1613677"/>
                  </a:moveTo>
                  <a:lnTo>
                    <a:pt x="211514" y="1686270"/>
                  </a:lnTo>
                  <a:lnTo>
                    <a:pt x="212794" y="1689307"/>
                  </a:lnTo>
                  <a:close/>
                  <a:moveTo>
                    <a:pt x="189910" y="1637771"/>
                  </a:moveTo>
                  <a:lnTo>
                    <a:pt x="211514" y="1686270"/>
                  </a:lnTo>
                  <a:lnTo>
                    <a:pt x="210026" y="1628435"/>
                  </a:lnTo>
                  <a:close/>
                  <a:moveTo>
                    <a:pt x="170193" y="1586234"/>
                  </a:moveTo>
                  <a:lnTo>
                    <a:pt x="210026" y="1628435"/>
                  </a:lnTo>
                  <a:lnTo>
                    <a:pt x="206008" y="1568958"/>
                  </a:lnTo>
                  <a:close/>
                  <a:moveTo>
                    <a:pt x="170193" y="1586234"/>
                  </a:moveTo>
                  <a:lnTo>
                    <a:pt x="189910" y="1637771"/>
                  </a:lnTo>
                  <a:lnTo>
                    <a:pt x="210026" y="1628435"/>
                  </a:lnTo>
                  <a:close/>
                  <a:moveTo>
                    <a:pt x="210026" y="1628435"/>
                  </a:moveTo>
                  <a:lnTo>
                    <a:pt x="243473" y="1576482"/>
                  </a:lnTo>
                  <a:lnTo>
                    <a:pt x="206008" y="1568958"/>
                  </a:lnTo>
                  <a:close/>
                  <a:moveTo>
                    <a:pt x="176998" y="1557218"/>
                  </a:moveTo>
                  <a:lnTo>
                    <a:pt x="170193" y="1586234"/>
                  </a:lnTo>
                  <a:lnTo>
                    <a:pt x="206008" y="1568958"/>
                  </a:lnTo>
                  <a:close/>
                  <a:moveTo>
                    <a:pt x="206008" y="1568958"/>
                  </a:moveTo>
                  <a:lnTo>
                    <a:pt x="224342" y="1559553"/>
                  </a:lnTo>
                  <a:lnTo>
                    <a:pt x="176998" y="1557218"/>
                  </a:lnTo>
                  <a:close/>
                  <a:moveTo>
                    <a:pt x="206008" y="1568958"/>
                  </a:moveTo>
                  <a:lnTo>
                    <a:pt x="243473" y="1576482"/>
                  </a:lnTo>
                  <a:lnTo>
                    <a:pt x="224342" y="1559553"/>
                  </a:lnTo>
                  <a:close/>
                  <a:moveTo>
                    <a:pt x="291418" y="1405642"/>
                  </a:moveTo>
                  <a:lnTo>
                    <a:pt x="257145" y="1412398"/>
                  </a:lnTo>
                  <a:lnTo>
                    <a:pt x="234738" y="1434973"/>
                  </a:lnTo>
                  <a:close/>
                  <a:moveTo>
                    <a:pt x="295711" y="1408528"/>
                  </a:moveTo>
                  <a:lnTo>
                    <a:pt x="332469" y="1384444"/>
                  </a:lnTo>
                  <a:lnTo>
                    <a:pt x="291418" y="1405642"/>
                  </a:lnTo>
                  <a:close/>
                  <a:moveTo>
                    <a:pt x="118439" y="1026029"/>
                  </a:moveTo>
                  <a:lnTo>
                    <a:pt x="85788" y="1101660"/>
                  </a:lnTo>
                  <a:lnTo>
                    <a:pt x="128043" y="1077566"/>
                  </a:lnTo>
                  <a:close/>
                  <a:moveTo>
                    <a:pt x="106686" y="984295"/>
                  </a:moveTo>
                  <a:lnTo>
                    <a:pt x="127060" y="1005587"/>
                  </a:lnTo>
                  <a:lnTo>
                    <a:pt x="130243" y="974493"/>
                  </a:lnTo>
                  <a:close/>
                  <a:moveTo>
                    <a:pt x="317604" y="1177740"/>
                  </a:moveTo>
                  <a:lnTo>
                    <a:pt x="309624" y="1180639"/>
                  </a:lnTo>
                  <a:lnTo>
                    <a:pt x="349431" y="1178065"/>
                  </a:lnTo>
                  <a:close/>
                  <a:moveTo>
                    <a:pt x="376688" y="1105299"/>
                  </a:moveTo>
                  <a:lnTo>
                    <a:pt x="310923" y="1168988"/>
                  </a:lnTo>
                  <a:lnTo>
                    <a:pt x="364688" y="1156545"/>
                  </a:lnTo>
                  <a:close/>
                  <a:moveTo>
                    <a:pt x="364688" y="1156545"/>
                  </a:moveTo>
                  <a:lnTo>
                    <a:pt x="310923" y="1168988"/>
                  </a:lnTo>
                  <a:lnTo>
                    <a:pt x="317604" y="1177740"/>
                  </a:lnTo>
                  <a:close/>
                  <a:moveTo>
                    <a:pt x="317604" y="1177740"/>
                  </a:moveTo>
                  <a:lnTo>
                    <a:pt x="349431" y="1178065"/>
                  </a:lnTo>
                  <a:lnTo>
                    <a:pt x="364688" y="1156545"/>
                  </a:lnTo>
                  <a:close/>
                  <a:moveTo>
                    <a:pt x="118439" y="1026029"/>
                  </a:moveTo>
                  <a:lnTo>
                    <a:pt x="160107" y="1003607"/>
                  </a:lnTo>
                  <a:lnTo>
                    <a:pt x="127060" y="1005587"/>
                  </a:lnTo>
                  <a:close/>
                  <a:moveTo>
                    <a:pt x="130243" y="974493"/>
                  </a:moveTo>
                  <a:lnTo>
                    <a:pt x="127060" y="1005587"/>
                  </a:lnTo>
                  <a:lnTo>
                    <a:pt x="162798" y="1001935"/>
                  </a:lnTo>
                  <a:close/>
                  <a:moveTo>
                    <a:pt x="364688" y="1156545"/>
                  </a:moveTo>
                  <a:lnTo>
                    <a:pt x="376830" y="1104830"/>
                  </a:lnTo>
                  <a:lnTo>
                    <a:pt x="376688" y="1105299"/>
                  </a:lnTo>
                  <a:close/>
                  <a:moveTo>
                    <a:pt x="310593" y="869726"/>
                  </a:moveTo>
                  <a:lnTo>
                    <a:pt x="305927" y="880509"/>
                  </a:lnTo>
                  <a:lnTo>
                    <a:pt x="341257" y="850674"/>
                  </a:lnTo>
                  <a:close/>
                  <a:moveTo>
                    <a:pt x="164179" y="644528"/>
                  </a:moveTo>
                  <a:lnTo>
                    <a:pt x="147258" y="700339"/>
                  </a:lnTo>
                  <a:lnTo>
                    <a:pt x="156708" y="696064"/>
                  </a:lnTo>
                  <a:close/>
                  <a:moveTo>
                    <a:pt x="164179" y="644528"/>
                  </a:moveTo>
                  <a:lnTo>
                    <a:pt x="156708" y="696064"/>
                  </a:lnTo>
                  <a:lnTo>
                    <a:pt x="196101" y="620434"/>
                  </a:lnTo>
                  <a:close/>
                  <a:moveTo>
                    <a:pt x="210179" y="602077"/>
                  </a:moveTo>
                  <a:lnTo>
                    <a:pt x="164179" y="644528"/>
                  </a:lnTo>
                  <a:lnTo>
                    <a:pt x="196101" y="620434"/>
                  </a:lnTo>
                  <a:close/>
                  <a:moveTo>
                    <a:pt x="753900" y="1111706"/>
                  </a:moveTo>
                  <a:lnTo>
                    <a:pt x="757461" y="1173523"/>
                  </a:lnTo>
                  <a:lnTo>
                    <a:pt x="757842" y="1117387"/>
                  </a:lnTo>
                  <a:close/>
                  <a:moveTo>
                    <a:pt x="715992" y="1187336"/>
                  </a:moveTo>
                  <a:lnTo>
                    <a:pt x="757461" y="1173523"/>
                  </a:lnTo>
                  <a:lnTo>
                    <a:pt x="753900" y="1111706"/>
                  </a:lnTo>
                  <a:close/>
                  <a:moveTo>
                    <a:pt x="706496" y="1135800"/>
                  </a:moveTo>
                  <a:lnTo>
                    <a:pt x="715992" y="1187336"/>
                  </a:lnTo>
                  <a:lnTo>
                    <a:pt x="753900" y="1111706"/>
                  </a:lnTo>
                  <a:close/>
                  <a:moveTo>
                    <a:pt x="757461" y="1173523"/>
                  </a:moveTo>
                  <a:lnTo>
                    <a:pt x="785633" y="1163242"/>
                  </a:lnTo>
                  <a:lnTo>
                    <a:pt x="757842" y="1117387"/>
                  </a:lnTo>
                  <a:close/>
                  <a:moveTo>
                    <a:pt x="755192" y="1107479"/>
                  </a:moveTo>
                  <a:lnTo>
                    <a:pt x="706496" y="1135800"/>
                  </a:lnTo>
                  <a:lnTo>
                    <a:pt x="753900" y="1111706"/>
                  </a:lnTo>
                  <a:close/>
                  <a:moveTo>
                    <a:pt x="755192" y="1107479"/>
                  </a:moveTo>
                  <a:lnTo>
                    <a:pt x="718054" y="1103525"/>
                  </a:lnTo>
                  <a:lnTo>
                    <a:pt x="706496" y="1135800"/>
                  </a:lnTo>
                  <a:close/>
                  <a:moveTo>
                    <a:pt x="760855" y="1108021"/>
                  </a:moveTo>
                  <a:lnTo>
                    <a:pt x="757842" y="1117387"/>
                  </a:lnTo>
                  <a:lnTo>
                    <a:pt x="807404" y="1087612"/>
                  </a:lnTo>
                  <a:close/>
                  <a:moveTo>
                    <a:pt x="757842" y="1117387"/>
                  </a:moveTo>
                  <a:lnTo>
                    <a:pt x="785633" y="1163242"/>
                  </a:lnTo>
                  <a:lnTo>
                    <a:pt x="807404" y="1087612"/>
                  </a:lnTo>
                  <a:close/>
                  <a:moveTo>
                    <a:pt x="753900" y="1111706"/>
                  </a:moveTo>
                  <a:lnTo>
                    <a:pt x="757842" y="1117387"/>
                  </a:lnTo>
                  <a:lnTo>
                    <a:pt x="760855" y="1108021"/>
                  </a:lnTo>
                  <a:close/>
                  <a:moveTo>
                    <a:pt x="755192" y="1107479"/>
                  </a:moveTo>
                  <a:lnTo>
                    <a:pt x="753900" y="1111706"/>
                  </a:lnTo>
                  <a:lnTo>
                    <a:pt x="760855" y="1108021"/>
                  </a:lnTo>
                  <a:close/>
                  <a:moveTo>
                    <a:pt x="755192" y="1107479"/>
                  </a:moveTo>
                  <a:lnTo>
                    <a:pt x="760855" y="1108021"/>
                  </a:lnTo>
                  <a:lnTo>
                    <a:pt x="773448" y="1060169"/>
                  </a:lnTo>
                  <a:close/>
                  <a:moveTo>
                    <a:pt x="773448" y="1060169"/>
                  </a:moveTo>
                  <a:lnTo>
                    <a:pt x="760855" y="1108021"/>
                  </a:lnTo>
                  <a:lnTo>
                    <a:pt x="807404" y="1087612"/>
                  </a:lnTo>
                  <a:close/>
                  <a:moveTo>
                    <a:pt x="910706" y="1190685"/>
                  </a:moveTo>
                  <a:lnTo>
                    <a:pt x="895077" y="1137608"/>
                  </a:lnTo>
                  <a:lnTo>
                    <a:pt x="898686" y="1159727"/>
                  </a:lnTo>
                  <a:close/>
                  <a:moveTo>
                    <a:pt x="884369" y="1139149"/>
                  </a:moveTo>
                  <a:lnTo>
                    <a:pt x="898686" y="1159727"/>
                  </a:lnTo>
                  <a:lnTo>
                    <a:pt x="895077" y="1137608"/>
                  </a:lnTo>
                  <a:close/>
                  <a:moveTo>
                    <a:pt x="891388" y="1132437"/>
                  </a:moveTo>
                  <a:lnTo>
                    <a:pt x="884369" y="1139149"/>
                  </a:lnTo>
                  <a:lnTo>
                    <a:pt x="895077" y="1137608"/>
                  </a:lnTo>
                  <a:close/>
                  <a:moveTo>
                    <a:pt x="842610" y="989843"/>
                  </a:moveTo>
                  <a:lnTo>
                    <a:pt x="816639" y="1027640"/>
                  </a:lnTo>
                  <a:lnTo>
                    <a:pt x="810901" y="1036075"/>
                  </a:lnTo>
                  <a:close/>
                  <a:moveTo>
                    <a:pt x="380816" y="469173"/>
                  </a:moveTo>
                  <a:lnTo>
                    <a:pt x="403449" y="518503"/>
                  </a:lnTo>
                  <a:lnTo>
                    <a:pt x="392606" y="464576"/>
                  </a:lnTo>
                  <a:close/>
                  <a:moveTo>
                    <a:pt x="385267" y="462877"/>
                  </a:moveTo>
                  <a:lnTo>
                    <a:pt x="380816" y="469173"/>
                  </a:lnTo>
                  <a:lnTo>
                    <a:pt x="392606" y="464576"/>
                  </a:lnTo>
                  <a:close/>
                  <a:moveTo>
                    <a:pt x="63838" y="40004"/>
                  </a:moveTo>
                  <a:lnTo>
                    <a:pt x="10036" y="56880"/>
                  </a:lnTo>
                  <a:lnTo>
                    <a:pt x="79192" y="56992"/>
                  </a:lnTo>
                  <a:close/>
                  <a:moveTo>
                    <a:pt x="10036" y="56880"/>
                  </a:moveTo>
                  <a:lnTo>
                    <a:pt x="0" y="70485"/>
                  </a:lnTo>
                  <a:lnTo>
                    <a:pt x="79192" y="56992"/>
                  </a:lnTo>
                  <a:close/>
                  <a:moveTo>
                    <a:pt x="113553" y="10786"/>
                  </a:moveTo>
                  <a:lnTo>
                    <a:pt x="63838" y="40004"/>
                  </a:lnTo>
                  <a:lnTo>
                    <a:pt x="92095" y="32786"/>
                  </a:lnTo>
                  <a:close/>
                  <a:moveTo>
                    <a:pt x="37531" y="36131"/>
                  </a:moveTo>
                  <a:lnTo>
                    <a:pt x="63838" y="40004"/>
                  </a:lnTo>
                  <a:lnTo>
                    <a:pt x="113553" y="10786"/>
                  </a:lnTo>
                  <a:close/>
                  <a:moveTo>
                    <a:pt x="63838" y="40004"/>
                  </a:moveTo>
                  <a:lnTo>
                    <a:pt x="79192" y="56992"/>
                  </a:lnTo>
                  <a:lnTo>
                    <a:pt x="92095" y="32786"/>
                  </a:lnTo>
                  <a:close/>
                  <a:moveTo>
                    <a:pt x="146748" y="0"/>
                  </a:moveTo>
                  <a:lnTo>
                    <a:pt x="92095" y="32786"/>
                  </a:lnTo>
                  <a:lnTo>
                    <a:pt x="140334" y="8692"/>
                  </a:lnTo>
                  <a:close/>
                  <a:moveTo>
                    <a:pt x="146748" y="0"/>
                  </a:moveTo>
                  <a:lnTo>
                    <a:pt x="113553" y="10786"/>
                  </a:lnTo>
                  <a:lnTo>
                    <a:pt x="92095" y="32786"/>
                  </a:lnTo>
                  <a:close/>
                  <a:moveTo>
                    <a:pt x="908935" y="928246"/>
                  </a:moveTo>
                  <a:lnTo>
                    <a:pt x="908475" y="936351"/>
                  </a:lnTo>
                  <a:lnTo>
                    <a:pt x="913478" y="934420"/>
                  </a:lnTo>
                  <a:close/>
                  <a:moveTo>
                    <a:pt x="919340" y="936351"/>
                  </a:moveTo>
                  <a:lnTo>
                    <a:pt x="908935" y="928246"/>
                  </a:lnTo>
                  <a:lnTo>
                    <a:pt x="913478" y="934420"/>
                  </a:lnTo>
                  <a:close/>
                  <a:moveTo>
                    <a:pt x="678623" y="456279"/>
                  </a:moveTo>
                  <a:lnTo>
                    <a:pt x="664531" y="499964"/>
                  </a:lnTo>
                  <a:lnTo>
                    <a:pt x="718054" y="477407"/>
                  </a:lnTo>
                  <a:close/>
                  <a:moveTo>
                    <a:pt x="761634" y="457066"/>
                  </a:moveTo>
                  <a:lnTo>
                    <a:pt x="678623" y="456279"/>
                  </a:lnTo>
                  <a:lnTo>
                    <a:pt x="728373" y="475870"/>
                  </a:lnTo>
                  <a:close/>
                  <a:moveTo>
                    <a:pt x="812168" y="414116"/>
                  </a:moveTo>
                  <a:lnTo>
                    <a:pt x="789226" y="424334"/>
                  </a:lnTo>
                  <a:lnTo>
                    <a:pt x="831340" y="408107"/>
                  </a:lnTo>
                  <a:close/>
                  <a:moveTo>
                    <a:pt x="831340" y="408107"/>
                  </a:moveTo>
                  <a:lnTo>
                    <a:pt x="789226" y="424334"/>
                  </a:lnTo>
                  <a:lnTo>
                    <a:pt x="761634" y="457066"/>
                  </a:lnTo>
                  <a:close/>
                  <a:moveTo>
                    <a:pt x="831340" y="408107"/>
                  </a:moveTo>
                  <a:lnTo>
                    <a:pt x="761634" y="457066"/>
                  </a:lnTo>
                  <a:lnTo>
                    <a:pt x="793152" y="440007"/>
                  </a:lnTo>
                  <a:close/>
                  <a:moveTo>
                    <a:pt x="796766" y="413741"/>
                  </a:moveTo>
                  <a:lnTo>
                    <a:pt x="789226" y="424334"/>
                  </a:lnTo>
                  <a:lnTo>
                    <a:pt x="812168" y="414116"/>
                  </a:lnTo>
                  <a:close/>
                </a:path>
              </a:pathLst>
            </a:custGeom>
            <a:solidFill>
              <a:srgbClr val="F5F7F8"/>
            </a:solidFill>
            <a:ln w="1524">
              <a:solidFill>
                <a:srgbClr val="F5F7F8"/>
              </a:solidFill>
            </a:ln>
          </p:spPr>
        </p:sp>
        <p:sp>
          <p:nvSpPr>
            <p:cNvPr id="4246" name="Output_density__4245">
              <a:extLst>
                <a:ext uri="{FF2B5EF4-FFF2-40B4-BE49-F238E27FC236}">
                  <a16:creationId xmlns:a16="http://schemas.microsoft.com/office/drawing/2014/main" id="{B7AA0EA6-3B8B-DDAB-9DF4-665565D71164}"/>
                </a:ext>
              </a:extLst>
            </p:cNvPr>
            <p:cNvSpPr>
              <a:spLocks noGrp="1"/>
            </p:cNvSpPr>
            <p:nvPr/>
          </p:nvSpPr>
          <p:spPr>
            <a:xfrm>
              <a:off x="15283309" y="2210196"/>
              <a:ext cx="1468539" cy="2367960"/>
            </a:xfrm>
            <a:custGeom>
              <a:avLst/>
              <a:gdLst/>
              <a:ahLst/>
              <a:cxnLst/>
              <a:rect l="0" t="0" r="0" b="0"/>
              <a:pathLst>
                <a:path w="1468539" h="2367960">
                  <a:moveTo>
                    <a:pt x="228894" y="2190033"/>
                  </a:moveTo>
                  <a:lnTo>
                    <a:pt x="197924" y="2209139"/>
                  </a:lnTo>
                  <a:lnTo>
                    <a:pt x="182855" y="2244182"/>
                  </a:lnTo>
                  <a:close/>
                  <a:moveTo>
                    <a:pt x="187991" y="2117015"/>
                  </a:moveTo>
                  <a:lnTo>
                    <a:pt x="181053" y="2146061"/>
                  </a:lnTo>
                  <a:lnTo>
                    <a:pt x="221528" y="2162491"/>
                  </a:lnTo>
                  <a:close/>
                  <a:moveTo>
                    <a:pt x="473451" y="2367960"/>
                  </a:moveTo>
                  <a:lnTo>
                    <a:pt x="528670" y="2350604"/>
                  </a:lnTo>
                  <a:lnTo>
                    <a:pt x="486702" y="2320328"/>
                  </a:lnTo>
                  <a:close/>
                  <a:moveTo>
                    <a:pt x="291715" y="2250231"/>
                  </a:moveTo>
                  <a:lnTo>
                    <a:pt x="243084" y="2220088"/>
                  </a:lnTo>
                  <a:lnTo>
                    <a:pt x="244204" y="2214176"/>
                  </a:lnTo>
                  <a:close/>
                  <a:moveTo>
                    <a:pt x="221528" y="2162491"/>
                  </a:moveTo>
                  <a:lnTo>
                    <a:pt x="299170" y="2143206"/>
                  </a:lnTo>
                  <a:lnTo>
                    <a:pt x="245780" y="2118264"/>
                  </a:lnTo>
                  <a:close/>
                  <a:moveTo>
                    <a:pt x="528670" y="2350604"/>
                  </a:moveTo>
                  <a:lnTo>
                    <a:pt x="543636" y="2358515"/>
                  </a:lnTo>
                  <a:lnTo>
                    <a:pt x="546478" y="2346573"/>
                  </a:lnTo>
                  <a:close/>
                  <a:moveTo>
                    <a:pt x="546478" y="2346573"/>
                  </a:moveTo>
                  <a:lnTo>
                    <a:pt x="486702" y="2320328"/>
                  </a:lnTo>
                  <a:lnTo>
                    <a:pt x="528670" y="2350604"/>
                  </a:lnTo>
                  <a:close/>
                  <a:moveTo>
                    <a:pt x="493061" y="2289275"/>
                  </a:moveTo>
                  <a:lnTo>
                    <a:pt x="486702" y="2320328"/>
                  </a:lnTo>
                  <a:lnTo>
                    <a:pt x="546478" y="2346573"/>
                  </a:lnTo>
                  <a:close/>
                  <a:moveTo>
                    <a:pt x="539258" y="2289700"/>
                  </a:moveTo>
                  <a:lnTo>
                    <a:pt x="493061" y="2289275"/>
                  </a:lnTo>
                  <a:lnTo>
                    <a:pt x="546478" y="2346573"/>
                  </a:lnTo>
                  <a:close/>
                  <a:moveTo>
                    <a:pt x="493061" y="2289275"/>
                  </a:moveTo>
                  <a:lnTo>
                    <a:pt x="440680" y="2322934"/>
                  </a:lnTo>
                  <a:lnTo>
                    <a:pt x="486702" y="2320328"/>
                  </a:lnTo>
                  <a:close/>
                  <a:moveTo>
                    <a:pt x="493061" y="2289275"/>
                  </a:moveTo>
                  <a:lnTo>
                    <a:pt x="477451" y="2285740"/>
                  </a:lnTo>
                  <a:lnTo>
                    <a:pt x="426093" y="2242994"/>
                  </a:lnTo>
                  <a:close/>
                  <a:moveTo>
                    <a:pt x="346604" y="1830434"/>
                  </a:moveTo>
                  <a:lnTo>
                    <a:pt x="316988" y="1816530"/>
                  </a:lnTo>
                  <a:lnTo>
                    <a:pt x="323016" y="1786868"/>
                  </a:lnTo>
                  <a:close/>
                  <a:moveTo>
                    <a:pt x="127174" y="1455681"/>
                  </a:moveTo>
                  <a:lnTo>
                    <a:pt x="152100" y="1505273"/>
                  </a:lnTo>
                  <a:lnTo>
                    <a:pt x="136998" y="1481527"/>
                  </a:lnTo>
                  <a:close/>
                  <a:moveTo>
                    <a:pt x="470029" y="1743314"/>
                  </a:moveTo>
                  <a:lnTo>
                    <a:pt x="421715" y="1712427"/>
                  </a:lnTo>
                  <a:lnTo>
                    <a:pt x="465724" y="1738862"/>
                  </a:lnTo>
                  <a:close/>
                  <a:moveTo>
                    <a:pt x="478296" y="1749298"/>
                  </a:moveTo>
                  <a:lnTo>
                    <a:pt x="470029" y="1743314"/>
                  </a:lnTo>
                  <a:lnTo>
                    <a:pt x="465724" y="1738862"/>
                  </a:lnTo>
                  <a:close/>
                  <a:moveTo>
                    <a:pt x="133533" y="1450511"/>
                  </a:moveTo>
                  <a:lnTo>
                    <a:pt x="175035" y="1429643"/>
                  </a:lnTo>
                  <a:lnTo>
                    <a:pt x="150405" y="1396751"/>
                  </a:lnTo>
                  <a:close/>
                  <a:moveTo>
                    <a:pt x="22167" y="1350664"/>
                  </a:moveTo>
                  <a:lnTo>
                    <a:pt x="22281" y="1401974"/>
                  </a:lnTo>
                  <a:lnTo>
                    <a:pt x="30314" y="1332976"/>
                  </a:lnTo>
                  <a:close/>
                  <a:moveTo>
                    <a:pt x="22167" y="1350664"/>
                  </a:moveTo>
                  <a:lnTo>
                    <a:pt x="31404" y="1301183"/>
                  </a:lnTo>
                  <a:lnTo>
                    <a:pt x="34025" y="1275033"/>
                  </a:lnTo>
                  <a:close/>
                  <a:moveTo>
                    <a:pt x="22167" y="1350664"/>
                  </a:moveTo>
                  <a:lnTo>
                    <a:pt x="34025" y="1275033"/>
                  </a:lnTo>
                  <a:lnTo>
                    <a:pt x="23242" y="1299127"/>
                  </a:lnTo>
                  <a:close/>
                  <a:moveTo>
                    <a:pt x="21432" y="1263898"/>
                  </a:moveTo>
                  <a:lnTo>
                    <a:pt x="1816" y="1230659"/>
                  </a:lnTo>
                  <a:lnTo>
                    <a:pt x="34025" y="1275033"/>
                  </a:lnTo>
                  <a:close/>
                  <a:moveTo>
                    <a:pt x="0" y="1223496"/>
                  </a:moveTo>
                  <a:lnTo>
                    <a:pt x="1816" y="1230659"/>
                  </a:lnTo>
                  <a:lnTo>
                    <a:pt x="21432" y="1263898"/>
                  </a:lnTo>
                  <a:close/>
                  <a:moveTo>
                    <a:pt x="4347" y="1200018"/>
                  </a:moveTo>
                  <a:lnTo>
                    <a:pt x="1816" y="1230659"/>
                  </a:lnTo>
                  <a:lnTo>
                    <a:pt x="0" y="1223496"/>
                  </a:lnTo>
                  <a:close/>
                  <a:moveTo>
                    <a:pt x="445923" y="1724930"/>
                  </a:moveTo>
                  <a:lnTo>
                    <a:pt x="478296" y="1749298"/>
                  </a:lnTo>
                  <a:lnTo>
                    <a:pt x="465724" y="1738862"/>
                  </a:lnTo>
                  <a:close/>
                  <a:moveTo>
                    <a:pt x="517364" y="1767574"/>
                  </a:moveTo>
                  <a:lnTo>
                    <a:pt x="478296" y="1749298"/>
                  </a:lnTo>
                  <a:lnTo>
                    <a:pt x="445923" y="1724930"/>
                  </a:lnTo>
                  <a:close/>
                  <a:moveTo>
                    <a:pt x="517364" y="1767574"/>
                  </a:moveTo>
                  <a:lnTo>
                    <a:pt x="508023" y="1738862"/>
                  </a:lnTo>
                  <a:lnTo>
                    <a:pt x="478296" y="1749298"/>
                  </a:lnTo>
                  <a:close/>
                  <a:moveTo>
                    <a:pt x="526093" y="1735717"/>
                  </a:moveTo>
                  <a:lnTo>
                    <a:pt x="508023" y="1738862"/>
                  </a:lnTo>
                  <a:lnTo>
                    <a:pt x="517364" y="1767574"/>
                  </a:lnTo>
                  <a:close/>
                  <a:moveTo>
                    <a:pt x="445923" y="1724930"/>
                  </a:moveTo>
                  <a:lnTo>
                    <a:pt x="465724" y="1738862"/>
                  </a:lnTo>
                  <a:lnTo>
                    <a:pt x="421715" y="1712427"/>
                  </a:lnTo>
                  <a:close/>
                  <a:moveTo>
                    <a:pt x="158227" y="1367692"/>
                  </a:moveTo>
                  <a:lnTo>
                    <a:pt x="150405" y="1396751"/>
                  </a:lnTo>
                  <a:lnTo>
                    <a:pt x="207685" y="1354012"/>
                  </a:lnTo>
                  <a:close/>
                  <a:moveTo>
                    <a:pt x="158227" y="1367692"/>
                  </a:moveTo>
                  <a:lnTo>
                    <a:pt x="195932" y="1312278"/>
                  </a:lnTo>
                  <a:lnTo>
                    <a:pt x="142849" y="1317452"/>
                  </a:lnTo>
                  <a:close/>
                  <a:moveTo>
                    <a:pt x="142849" y="1317452"/>
                  </a:moveTo>
                  <a:lnTo>
                    <a:pt x="172450" y="1268625"/>
                  </a:lnTo>
                  <a:lnTo>
                    <a:pt x="140914" y="1256282"/>
                  </a:lnTo>
                  <a:close/>
                  <a:moveTo>
                    <a:pt x="0" y="1223496"/>
                  </a:moveTo>
                  <a:lnTo>
                    <a:pt x="14572" y="1157545"/>
                  </a:lnTo>
                  <a:lnTo>
                    <a:pt x="4347" y="1200018"/>
                  </a:lnTo>
                  <a:close/>
                  <a:moveTo>
                    <a:pt x="17034" y="1147866"/>
                  </a:moveTo>
                  <a:lnTo>
                    <a:pt x="14572" y="1157545"/>
                  </a:lnTo>
                  <a:lnTo>
                    <a:pt x="0" y="1223496"/>
                  </a:lnTo>
                  <a:close/>
                  <a:moveTo>
                    <a:pt x="399895" y="1511378"/>
                  </a:moveTo>
                  <a:lnTo>
                    <a:pt x="364049" y="1536601"/>
                  </a:lnTo>
                  <a:lnTo>
                    <a:pt x="398870" y="1508622"/>
                  </a:lnTo>
                  <a:close/>
                  <a:moveTo>
                    <a:pt x="218816" y="1226845"/>
                  </a:moveTo>
                  <a:lnTo>
                    <a:pt x="218504" y="1206885"/>
                  </a:lnTo>
                  <a:lnTo>
                    <a:pt x="216802" y="1232569"/>
                  </a:lnTo>
                  <a:close/>
                  <a:moveTo>
                    <a:pt x="232292" y="1278382"/>
                  </a:moveTo>
                  <a:lnTo>
                    <a:pt x="216802" y="1232569"/>
                  </a:lnTo>
                  <a:lnTo>
                    <a:pt x="228190" y="1286053"/>
                  </a:lnTo>
                  <a:close/>
                  <a:moveTo>
                    <a:pt x="232292" y="1278382"/>
                  </a:moveTo>
                  <a:lnTo>
                    <a:pt x="218816" y="1226845"/>
                  </a:lnTo>
                  <a:lnTo>
                    <a:pt x="216802" y="1232569"/>
                  </a:lnTo>
                  <a:close/>
                  <a:moveTo>
                    <a:pt x="781584" y="1644935"/>
                  </a:moveTo>
                  <a:lnTo>
                    <a:pt x="788601" y="1698992"/>
                  </a:lnTo>
                  <a:lnTo>
                    <a:pt x="783399" y="1694023"/>
                  </a:lnTo>
                  <a:close/>
                  <a:moveTo>
                    <a:pt x="1187922" y="1979149"/>
                  </a:moveTo>
                  <a:lnTo>
                    <a:pt x="1187217" y="1978570"/>
                  </a:lnTo>
                  <a:lnTo>
                    <a:pt x="1147617" y="1965412"/>
                  </a:lnTo>
                  <a:close/>
                  <a:moveTo>
                    <a:pt x="597057" y="1304375"/>
                  </a:moveTo>
                  <a:lnTo>
                    <a:pt x="602235" y="1309173"/>
                  </a:lnTo>
                  <a:lnTo>
                    <a:pt x="624197" y="1317485"/>
                  </a:lnTo>
                  <a:close/>
                  <a:moveTo>
                    <a:pt x="584484" y="1297140"/>
                  </a:moveTo>
                  <a:lnTo>
                    <a:pt x="602235" y="1309173"/>
                  </a:lnTo>
                  <a:lnTo>
                    <a:pt x="597057" y="1304375"/>
                  </a:lnTo>
                  <a:close/>
                  <a:moveTo>
                    <a:pt x="430504" y="1178657"/>
                  </a:moveTo>
                  <a:lnTo>
                    <a:pt x="437912" y="1230194"/>
                  </a:lnTo>
                  <a:lnTo>
                    <a:pt x="433580" y="1170278"/>
                  </a:lnTo>
                  <a:close/>
                  <a:moveTo>
                    <a:pt x="331750" y="999953"/>
                  </a:moveTo>
                  <a:lnTo>
                    <a:pt x="309081" y="1007301"/>
                  </a:lnTo>
                  <a:lnTo>
                    <a:pt x="348163" y="1072507"/>
                  </a:lnTo>
                  <a:close/>
                  <a:moveTo>
                    <a:pt x="340683" y="948417"/>
                  </a:moveTo>
                  <a:lnTo>
                    <a:pt x="311169" y="973972"/>
                  </a:lnTo>
                  <a:lnTo>
                    <a:pt x="345200" y="953176"/>
                  </a:lnTo>
                  <a:close/>
                  <a:moveTo>
                    <a:pt x="331750" y="999953"/>
                  </a:moveTo>
                  <a:lnTo>
                    <a:pt x="352482" y="953757"/>
                  </a:lnTo>
                  <a:lnTo>
                    <a:pt x="345200" y="953176"/>
                  </a:lnTo>
                  <a:close/>
                  <a:moveTo>
                    <a:pt x="1252288" y="1964355"/>
                  </a:moveTo>
                  <a:lnTo>
                    <a:pt x="1244237" y="2017081"/>
                  </a:lnTo>
                  <a:lnTo>
                    <a:pt x="1298387" y="2027603"/>
                  </a:lnTo>
                  <a:close/>
                  <a:moveTo>
                    <a:pt x="1187922" y="1979149"/>
                  </a:moveTo>
                  <a:lnTo>
                    <a:pt x="1244237" y="2017081"/>
                  </a:lnTo>
                  <a:lnTo>
                    <a:pt x="1252288" y="1964355"/>
                  </a:lnTo>
                  <a:close/>
                  <a:moveTo>
                    <a:pt x="1252288" y="1964355"/>
                  </a:moveTo>
                  <a:lnTo>
                    <a:pt x="1187217" y="1978570"/>
                  </a:lnTo>
                  <a:lnTo>
                    <a:pt x="1187922" y="1979149"/>
                  </a:lnTo>
                  <a:close/>
                  <a:moveTo>
                    <a:pt x="1199572" y="1906487"/>
                  </a:moveTo>
                  <a:lnTo>
                    <a:pt x="1187217" y="1978570"/>
                  </a:lnTo>
                  <a:lnTo>
                    <a:pt x="1252288" y="1964355"/>
                  </a:lnTo>
                  <a:close/>
                  <a:moveTo>
                    <a:pt x="846707" y="1501506"/>
                  </a:moveTo>
                  <a:lnTo>
                    <a:pt x="805238" y="1515319"/>
                  </a:lnTo>
                  <a:lnTo>
                    <a:pt x="856545" y="1556251"/>
                  </a:lnTo>
                  <a:close/>
                  <a:moveTo>
                    <a:pt x="856545" y="1556251"/>
                  </a:moveTo>
                  <a:lnTo>
                    <a:pt x="805238" y="1515319"/>
                  </a:lnTo>
                  <a:lnTo>
                    <a:pt x="817390" y="1509009"/>
                  </a:lnTo>
                  <a:close/>
                  <a:moveTo>
                    <a:pt x="703237" y="1256885"/>
                  </a:moveTo>
                  <a:lnTo>
                    <a:pt x="669204" y="1256134"/>
                  </a:lnTo>
                  <a:lnTo>
                    <a:pt x="736237" y="1285079"/>
                  </a:lnTo>
                  <a:close/>
                  <a:moveTo>
                    <a:pt x="311169" y="973972"/>
                  </a:moveTo>
                  <a:lnTo>
                    <a:pt x="340683" y="948417"/>
                  </a:lnTo>
                  <a:lnTo>
                    <a:pt x="317958" y="937341"/>
                  </a:lnTo>
                  <a:close/>
                  <a:moveTo>
                    <a:pt x="317958" y="937341"/>
                  </a:moveTo>
                  <a:lnTo>
                    <a:pt x="340683" y="948417"/>
                  </a:lnTo>
                  <a:lnTo>
                    <a:pt x="299425" y="930060"/>
                  </a:lnTo>
                  <a:close/>
                  <a:moveTo>
                    <a:pt x="683992" y="1233542"/>
                  </a:moveTo>
                  <a:lnTo>
                    <a:pt x="669204" y="1256134"/>
                  </a:lnTo>
                  <a:lnTo>
                    <a:pt x="703237" y="1256885"/>
                  </a:lnTo>
                  <a:close/>
                  <a:moveTo>
                    <a:pt x="64063" y="512030"/>
                  </a:moveTo>
                  <a:lnTo>
                    <a:pt x="65510" y="463944"/>
                  </a:lnTo>
                  <a:lnTo>
                    <a:pt x="70938" y="522275"/>
                  </a:lnTo>
                  <a:close/>
                  <a:moveTo>
                    <a:pt x="64063" y="512030"/>
                  </a:moveTo>
                  <a:lnTo>
                    <a:pt x="62551" y="460494"/>
                  </a:lnTo>
                  <a:lnTo>
                    <a:pt x="65510" y="463944"/>
                  </a:lnTo>
                  <a:close/>
                  <a:moveTo>
                    <a:pt x="976067" y="1542762"/>
                  </a:moveTo>
                  <a:lnTo>
                    <a:pt x="999952" y="1518668"/>
                  </a:lnTo>
                  <a:lnTo>
                    <a:pt x="963988" y="1533086"/>
                  </a:lnTo>
                  <a:close/>
                  <a:moveTo>
                    <a:pt x="874879" y="1491226"/>
                  </a:moveTo>
                  <a:lnTo>
                    <a:pt x="914299" y="1521984"/>
                  </a:lnTo>
                  <a:lnTo>
                    <a:pt x="930826" y="1471102"/>
                  </a:lnTo>
                  <a:close/>
                  <a:moveTo>
                    <a:pt x="914299" y="1521984"/>
                  </a:moveTo>
                  <a:lnTo>
                    <a:pt x="973615" y="1467132"/>
                  </a:lnTo>
                  <a:lnTo>
                    <a:pt x="930826" y="1471102"/>
                  </a:lnTo>
                  <a:close/>
                  <a:moveTo>
                    <a:pt x="963988" y="1533086"/>
                  </a:moveTo>
                  <a:lnTo>
                    <a:pt x="987933" y="1487710"/>
                  </a:lnTo>
                  <a:lnTo>
                    <a:pt x="914299" y="1521984"/>
                  </a:lnTo>
                  <a:close/>
                  <a:moveTo>
                    <a:pt x="948451" y="1415595"/>
                  </a:moveTo>
                  <a:lnTo>
                    <a:pt x="931175" y="1450179"/>
                  </a:lnTo>
                  <a:lnTo>
                    <a:pt x="962180" y="1420851"/>
                  </a:lnTo>
                  <a:close/>
                  <a:moveTo>
                    <a:pt x="962180" y="1420851"/>
                  </a:moveTo>
                  <a:lnTo>
                    <a:pt x="931175" y="1450179"/>
                  </a:lnTo>
                  <a:lnTo>
                    <a:pt x="930826" y="1471102"/>
                  </a:lnTo>
                  <a:close/>
                  <a:moveTo>
                    <a:pt x="709781" y="1223146"/>
                  </a:moveTo>
                  <a:lnTo>
                    <a:pt x="703237" y="1256885"/>
                  </a:lnTo>
                  <a:lnTo>
                    <a:pt x="767770" y="1209448"/>
                  </a:lnTo>
                  <a:close/>
                  <a:moveTo>
                    <a:pt x="767770" y="1209448"/>
                  </a:moveTo>
                  <a:lnTo>
                    <a:pt x="703237" y="1256885"/>
                  </a:lnTo>
                  <a:lnTo>
                    <a:pt x="736237" y="1285079"/>
                  </a:lnTo>
                  <a:close/>
                  <a:moveTo>
                    <a:pt x="767770" y="1209448"/>
                  </a:moveTo>
                  <a:lnTo>
                    <a:pt x="736237" y="1285079"/>
                  </a:lnTo>
                  <a:lnTo>
                    <a:pt x="757576" y="1260985"/>
                  </a:lnTo>
                  <a:close/>
                  <a:moveTo>
                    <a:pt x="683992" y="1233542"/>
                  </a:moveTo>
                  <a:lnTo>
                    <a:pt x="703237" y="1256885"/>
                  </a:lnTo>
                  <a:lnTo>
                    <a:pt x="709781" y="1223146"/>
                  </a:lnTo>
                  <a:close/>
                  <a:moveTo>
                    <a:pt x="638290" y="1182006"/>
                  </a:moveTo>
                  <a:lnTo>
                    <a:pt x="709781" y="1223146"/>
                  </a:lnTo>
                  <a:lnTo>
                    <a:pt x="670460" y="1174117"/>
                  </a:lnTo>
                  <a:close/>
                  <a:moveTo>
                    <a:pt x="683992" y="1233542"/>
                  </a:moveTo>
                  <a:lnTo>
                    <a:pt x="709781" y="1223146"/>
                  </a:lnTo>
                  <a:lnTo>
                    <a:pt x="638290" y="1182006"/>
                  </a:lnTo>
                  <a:close/>
                  <a:moveTo>
                    <a:pt x="753833" y="1162572"/>
                  </a:moveTo>
                  <a:lnTo>
                    <a:pt x="713970" y="1162116"/>
                  </a:lnTo>
                  <a:lnTo>
                    <a:pt x="709781" y="1223146"/>
                  </a:lnTo>
                  <a:close/>
                  <a:moveTo>
                    <a:pt x="767770" y="1209448"/>
                  </a:moveTo>
                  <a:lnTo>
                    <a:pt x="771534" y="1202660"/>
                  </a:lnTo>
                  <a:lnTo>
                    <a:pt x="753833" y="1162572"/>
                  </a:lnTo>
                  <a:close/>
                  <a:moveTo>
                    <a:pt x="709781" y="1223146"/>
                  </a:moveTo>
                  <a:lnTo>
                    <a:pt x="767770" y="1209448"/>
                  </a:lnTo>
                  <a:lnTo>
                    <a:pt x="753833" y="1162572"/>
                  </a:lnTo>
                  <a:close/>
                  <a:moveTo>
                    <a:pt x="771534" y="1202660"/>
                  </a:moveTo>
                  <a:lnTo>
                    <a:pt x="776393" y="1209448"/>
                  </a:lnTo>
                  <a:lnTo>
                    <a:pt x="753833" y="1162572"/>
                  </a:lnTo>
                  <a:close/>
                  <a:moveTo>
                    <a:pt x="826908" y="1235020"/>
                  </a:moveTo>
                  <a:lnTo>
                    <a:pt x="804424" y="1222167"/>
                  </a:lnTo>
                  <a:lnTo>
                    <a:pt x="776393" y="1209448"/>
                  </a:lnTo>
                  <a:close/>
                  <a:moveTo>
                    <a:pt x="470062" y="797156"/>
                  </a:moveTo>
                  <a:lnTo>
                    <a:pt x="413990" y="821250"/>
                  </a:lnTo>
                  <a:lnTo>
                    <a:pt x="481996" y="848693"/>
                  </a:lnTo>
                  <a:close/>
                  <a:moveTo>
                    <a:pt x="252336" y="619105"/>
                  </a:moveTo>
                  <a:lnTo>
                    <a:pt x="211819" y="609191"/>
                  </a:lnTo>
                  <a:lnTo>
                    <a:pt x="244911" y="631118"/>
                  </a:lnTo>
                  <a:close/>
                  <a:moveTo>
                    <a:pt x="252336" y="619105"/>
                  </a:moveTo>
                  <a:lnTo>
                    <a:pt x="244911" y="631118"/>
                  </a:lnTo>
                  <a:lnTo>
                    <a:pt x="289555" y="623360"/>
                  </a:lnTo>
                  <a:close/>
                  <a:moveTo>
                    <a:pt x="197934" y="557736"/>
                  </a:moveTo>
                  <a:lnTo>
                    <a:pt x="211819" y="609191"/>
                  </a:lnTo>
                  <a:lnTo>
                    <a:pt x="247583" y="615103"/>
                  </a:lnTo>
                  <a:close/>
                  <a:moveTo>
                    <a:pt x="481996" y="848693"/>
                  </a:moveTo>
                  <a:lnTo>
                    <a:pt x="481947" y="855225"/>
                  </a:lnTo>
                  <a:lnTo>
                    <a:pt x="491126" y="852970"/>
                  </a:lnTo>
                  <a:close/>
                  <a:moveTo>
                    <a:pt x="1415632" y="1855331"/>
                  </a:moveTo>
                  <a:lnTo>
                    <a:pt x="1461844" y="1907936"/>
                  </a:lnTo>
                  <a:lnTo>
                    <a:pt x="1462820" y="1905598"/>
                  </a:lnTo>
                  <a:close/>
                  <a:moveTo>
                    <a:pt x="1416556" y="1930961"/>
                  </a:moveTo>
                  <a:lnTo>
                    <a:pt x="1461844" y="1907936"/>
                  </a:lnTo>
                  <a:lnTo>
                    <a:pt x="1415632" y="1855331"/>
                  </a:lnTo>
                  <a:close/>
                  <a:moveTo>
                    <a:pt x="1415632" y="1855331"/>
                  </a:moveTo>
                  <a:lnTo>
                    <a:pt x="1398819" y="1840986"/>
                  </a:lnTo>
                  <a:lnTo>
                    <a:pt x="1364778" y="1848613"/>
                  </a:lnTo>
                  <a:close/>
                  <a:moveTo>
                    <a:pt x="1365756" y="1803794"/>
                  </a:moveTo>
                  <a:lnTo>
                    <a:pt x="1364778" y="1848613"/>
                  </a:lnTo>
                  <a:lnTo>
                    <a:pt x="1398819" y="1840986"/>
                  </a:lnTo>
                  <a:close/>
                  <a:moveTo>
                    <a:pt x="1090924" y="1494574"/>
                  </a:moveTo>
                  <a:lnTo>
                    <a:pt x="1049765" y="1450371"/>
                  </a:lnTo>
                  <a:lnTo>
                    <a:pt x="1066669" y="1472516"/>
                  </a:lnTo>
                  <a:close/>
                  <a:moveTo>
                    <a:pt x="931175" y="1450179"/>
                  </a:moveTo>
                  <a:lnTo>
                    <a:pt x="948451" y="1415595"/>
                  </a:lnTo>
                  <a:lnTo>
                    <a:pt x="949239" y="1393390"/>
                  </a:lnTo>
                  <a:close/>
                  <a:moveTo>
                    <a:pt x="1037343" y="1397727"/>
                  </a:moveTo>
                  <a:lnTo>
                    <a:pt x="988837" y="1415595"/>
                  </a:lnTo>
                  <a:lnTo>
                    <a:pt x="980634" y="1460421"/>
                  </a:lnTo>
                  <a:close/>
                  <a:moveTo>
                    <a:pt x="1049765" y="1450371"/>
                  </a:moveTo>
                  <a:lnTo>
                    <a:pt x="1037343" y="1397727"/>
                  </a:lnTo>
                  <a:lnTo>
                    <a:pt x="984324" y="1465591"/>
                  </a:lnTo>
                  <a:close/>
                  <a:moveTo>
                    <a:pt x="1037343" y="1397727"/>
                  </a:moveTo>
                  <a:lnTo>
                    <a:pt x="1049765" y="1450371"/>
                  </a:lnTo>
                  <a:lnTo>
                    <a:pt x="1090515" y="1392481"/>
                  </a:lnTo>
                  <a:close/>
                  <a:moveTo>
                    <a:pt x="960928" y="1386743"/>
                  </a:moveTo>
                  <a:lnTo>
                    <a:pt x="959513" y="1391501"/>
                  </a:lnTo>
                  <a:lnTo>
                    <a:pt x="950461" y="1387384"/>
                  </a:lnTo>
                  <a:close/>
                  <a:moveTo>
                    <a:pt x="949239" y="1393390"/>
                  </a:moveTo>
                  <a:lnTo>
                    <a:pt x="948451" y="1415595"/>
                  </a:lnTo>
                  <a:lnTo>
                    <a:pt x="960928" y="1386743"/>
                  </a:lnTo>
                  <a:close/>
                  <a:moveTo>
                    <a:pt x="960928" y="1386743"/>
                  </a:moveTo>
                  <a:lnTo>
                    <a:pt x="988837" y="1415595"/>
                  </a:lnTo>
                  <a:lnTo>
                    <a:pt x="1043891" y="1387351"/>
                  </a:lnTo>
                  <a:close/>
                  <a:moveTo>
                    <a:pt x="811178" y="1215983"/>
                  </a:moveTo>
                  <a:lnTo>
                    <a:pt x="775453" y="1207738"/>
                  </a:lnTo>
                  <a:lnTo>
                    <a:pt x="767770" y="1209448"/>
                  </a:lnTo>
                  <a:close/>
                  <a:moveTo>
                    <a:pt x="776393" y="1209448"/>
                  </a:moveTo>
                  <a:lnTo>
                    <a:pt x="775453" y="1207738"/>
                  </a:lnTo>
                  <a:lnTo>
                    <a:pt x="826908" y="1235020"/>
                  </a:lnTo>
                  <a:close/>
                  <a:moveTo>
                    <a:pt x="775453" y="1207738"/>
                  </a:moveTo>
                  <a:lnTo>
                    <a:pt x="771534" y="1202660"/>
                  </a:lnTo>
                  <a:lnTo>
                    <a:pt x="767770" y="1209448"/>
                  </a:lnTo>
                  <a:close/>
                  <a:moveTo>
                    <a:pt x="775453" y="1207738"/>
                  </a:moveTo>
                  <a:lnTo>
                    <a:pt x="776393" y="1209448"/>
                  </a:lnTo>
                  <a:lnTo>
                    <a:pt x="771534" y="1202660"/>
                  </a:lnTo>
                  <a:close/>
                  <a:moveTo>
                    <a:pt x="491126" y="852970"/>
                  </a:moveTo>
                  <a:lnTo>
                    <a:pt x="492696" y="846486"/>
                  </a:lnTo>
                  <a:lnTo>
                    <a:pt x="481996" y="848693"/>
                  </a:lnTo>
                  <a:close/>
                  <a:moveTo>
                    <a:pt x="565384" y="825374"/>
                  </a:moveTo>
                  <a:lnTo>
                    <a:pt x="491126" y="852970"/>
                  </a:lnTo>
                  <a:lnTo>
                    <a:pt x="542071" y="868769"/>
                  </a:lnTo>
                  <a:close/>
                  <a:moveTo>
                    <a:pt x="565384" y="825374"/>
                  </a:moveTo>
                  <a:lnTo>
                    <a:pt x="492696" y="846486"/>
                  </a:lnTo>
                  <a:lnTo>
                    <a:pt x="491126" y="852970"/>
                  </a:lnTo>
                  <a:close/>
                  <a:moveTo>
                    <a:pt x="1415632" y="1855331"/>
                  </a:moveTo>
                  <a:lnTo>
                    <a:pt x="1462820" y="1905598"/>
                  </a:lnTo>
                  <a:lnTo>
                    <a:pt x="1468539" y="1839750"/>
                  </a:lnTo>
                  <a:close/>
                  <a:moveTo>
                    <a:pt x="1415632" y="1855331"/>
                  </a:moveTo>
                  <a:lnTo>
                    <a:pt x="1468539" y="1839750"/>
                  </a:lnTo>
                  <a:lnTo>
                    <a:pt x="1398819" y="1840986"/>
                  </a:lnTo>
                  <a:close/>
                  <a:moveTo>
                    <a:pt x="1396153" y="1779700"/>
                  </a:moveTo>
                  <a:lnTo>
                    <a:pt x="1398819" y="1840986"/>
                  </a:lnTo>
                  <a:lnTo>
                    <a:pt x="1427799" y="1814437"/>
                  </a:lnTo>
                  <a:close/>
                  <a:moveTo>
                    <a:pt x="1396153" y="1779700"/>
                  </a:moveTo>
                  <a:lnTo>
                    <a:pt x="1365756" y="1803794"/>
                  </a:lnTo>
                  <a:lnTo>
                    <a:pt x="1398819" y="1840986"/>
                  </a:lnTo>
                  <a:close/>
                  <a:moveTo>
                    <a:pt x="972864" y="1296473"/>
                  </a:moveTo>
                  <a:lnTo>
                    <a:pt x="1008586" y="1264334"/>
                  </a:lnTo>
                  <a:lnTo>
                    <a:pt x="1053304" y="1287647"/>
                  </a:lnTo>
                  <a:close/>
                  <a:moveTo>
                    <a:pt x="972864" y="1296473"/>
                  </a:moveTo>
                  <a:lnTo>
                    <a:pt x="1053304" y="1287647"/>
                  </a:lnTo>
                  <a:lnTo>
                    <a:pt x="1018584" y="1292733"/>
                  </a:lnTo>
                  <a:close/>
                  <a:moveTo>
                    <a:pt x="1097105" y="1276735"/>
                  </a:moveTo>
                  <a:lnTo>
                    <a:pt x="1018584" y="1292733"/>
                  </a:lnTo>
                  <a:lnTo>
                    <a:pt x="1053304" y="1287647"/>
                  </a:lnTo>
                  <a:close/>
                  <a:moveTo>
                    <a:pt x="1156962" y="1325854"/>
                  </a:moveTo>
                  <a:lnTo>
                    <a:pt x="1122204" y="1303975"/>
                  </a:lnTo>
                  <a:lnTo>
                    <a:pt x="1141882" y="1309246"/>
                  </a:lnTo>
                  <a:close/>
                  <a:moveTo>
                    <a:pt x="1008586" y="1264334"/>
                  </a:moveTo>
                  <a:lnTo>
                    <a:pt x="1088261" y="1293588"/>
                  </a:lnTo>
                  <a:lnTo>
                    <a:pt x="1053304" y="1287647"/>
                  </a:lnTo>
                  <a:close/>
                  <a:moveTo>
                    <a:pt x="1088261" y="1293588"/>
                  </a:moveTo>
                  <a:lnTo>
                    <a:pt x="1097105" y="1276735"/>
                  </a:lnTo>
                  <a:lnTo>
                    <a:pt x="1053304" y="1287647"/>
                  </a:lnTo>
                  <a:close/>
                  <a:moveTo>
                    <a:pt x="1088261" y="1293588"/>
                  </a:moveTo>
                  <a:lnTo>
                    <a:pt x="1122204" y="1303975"/>
                  </a:lnTo>
                  <a:lnTo>
                    <a:pt x="1097105" y="1276735"/>
                  </a:lnTo>
                  <a:close/>
                  <a:moveTo>
                    <a:pt x="1122204" y="1303975"/>
                  </a:moveTo>
                  <a:lnTo>
                    <a:pt x="1137523" y="1315870"/>
                  </a:lnTo>
                  <a:lnTo>
                    <a:pt x="1097105" y="1276735"/>
                  </a:lnTo>
                  <a:close/>
                  <a:moveTo>
                    <a:pt x="1013956" y="1212797"/>
                  </a:moveTo>
                  <a:lnTo>
                    <a:pt x="1039451" y="1235852"/>
                  </a:lnTo>
                  <a:lnTo>
                    <a:pt x="1030480" y="1188703"/>
                  </a:lnTo>
                  <a:close/>
                  <a:moveTo>
                    <a:pt x="503916" y="594358"/>
                  </a:moveTo>
                  <a:lnTo>
                    <a:pt x="517161" y="645895"/>
                  </a:lnTo>
                  <a:lnTo>
                    <a:pt x="513318" y="578748"/>
                  </a:lnTo>
                  <a:close/>
                  <a:moveTo>
                    <a:pt x="489078" y="575514"/>
                  </a:moveTo>
                  <a:lnTo>
                    <a:pt x="503916" y="594358"/>
                  </a:lnTo>
                  <a:lnTo>
                    <a:pt x="513318" y="578748"/>
                  </a:lnTo>
                  <a:close/>
                  <a:moveTo>
                    <a:pt x="1226032" y="1320290"/>
                  </a:moveTo>
                  <a:lnTo>
                    <a:pt x="1242319" y="1335412"/>
                  </a:lnTo>
                  <a:lnTo>
                    <a:pt x="1188435" y="1308627"/>
                  </a:lnTo>
                  <a:close/>
                  <a:moveTo>
                    <a:pt x="1088562" y="1105115"/>
                  </a:moveTo>
                  <a:lnTo>
                    <a:pt x="1123465" y="1105490"/>
                  </a:lnTo>
                  <a:lnTo>
                    <a:pt x="1070082" y="1080577"/>
                  </a:lnTo>
                  <a:close/>
                  <a:moveTo>
                    <a:pt x="1088562" y="1105115"/>
                  </a:moveTo>
                  <a:lnTo>
                    <a:pt x="1130280" y="1109181"/>
                  </a:lnTo>
                  <a:lnTo>
                    <a:pt x="1123465" y="1105490"/>
                  </a:lnTo>
                  <a:close/>
                  <a:moveTo>
                    <a:pt x="752347" y="536352"/>
                  </a:moveTo>
                  <a:lnTo>
                    <a:pt x="823144" y="573613"/>
                  </a:lnTo>
                  <a:lnTo>
                    <a:pt x="773132" y="534140"/>
                  </a:lnTo>
                  <a:close/>
                  <a:moveTo>
                    <a:pt x="752347" y="536352"/>
                  </a:moveTo>
                  <a:lnTo>
                    <a:pt x="818475" y="583316"/>
                  </a:lnTo>
                  <a:lnTo>
                    <a:pt x="823144" y="573613"/>
                  </a:lnTo>
                  <a:close/>
                  <a:moveTo>
                    <a:pt x="955301" y="730984"/>
                  </a:moveTo>
                  <a:lnTo>
                    <a:pt x="1008335" y="755665"/>
                  </a:lnTo>
                  <a:lnTo>
                    <a:pt x="966297" y="732319"/>
                  </a:lnTo>
                  <a:close/>
                  <a:moveTo>
                    <a:pt x="994106" y="579238"/>
                  </a:moveTo>
                  <a:lnTo>
                    <a:pt x="950633" y="525425"/>
                  </a:lnTo>
                  <a:lnTo>
                    <a:pt x="935072" y="526507"/>
                  </a:lnTo>
                  <a:close/>
                  <a:moveTo>
                    <a:pt x="787009" y="257201"/>
                  </a:moveTo>
                  <a:lnTo>
                    <a:pt x="840107" y="243648"/>
                  </a:lnTo>
                  <a:lnTo>
                    <a:pt x="793166" y="204342"/>
                  </a:lnTo>
                  <a:close/>
                  <a:moveTo>
                    <a:pt x="797502" y="185927"/>
                  </a:moveTo>
                  <a:lnTo>
                    <a:pt x="793166" y="204342"/>
                  </a:lnTo>
                  <a:lnTo>
                    <a:pt x="840107" y="243648"/>
                  </a:lnTo>
                  <a:close/>
                  <a:moveTo>
                    <a:pt x="837679" y="116481"/>
                  </a:moveTo>
                  <a:lnTo>
                    <a:pt x="848964" y="103387"/>
                  </a:lnTo>
                  <a:lnTo>
                    <a:pt x="827042" y="74408"/>
                  </a:lnTo>
                  <a:close/>
                  <a:moveTo>
                    <a:pt x="799533" y="121533"/>
                  </a:moveTo>
                  <a:lnTo>
                    <a:pt x="837679" y="116481"/>
                  </a:lnTo>
                  <a:lnTo>
                    <a:pt x="827042" y="74408"/>
                  </a:lnTo>
                  <a:close/>
                  <a:moveTo>
                    <a:pt x="775754" y="4342"/>
                  </a:moveTo>
                  <a:lnTo>
                    <a:pt x="696720" y="18425"/>
                  </a:lnTo>
                  <a:lnTo>
                    <a:pt x="727873" y="0"/>
                  </a:lnTo>
                  <a:close/>
                  <a:moveTo>
                    <a:pt x="1017935" y="308894"/>
                  </a:moveTo>
                  <a:lnTo>
                    <a:pt x="1047092" y="320123"/>
                  </a:lnTo>
                  <a:lnTo>
                    <a:pt x="995297" y="301147"/>
                  </a:lnTo>
                  <a:close/>
                  <a:moveTo>
                    <a:pt x="1017935" y="308894"/>
                  </a:moveTo>
                  <a:lnTo>
                    <a:pt x="1054482" y="317164"/>
                  </a:lnTo>
                  <a:lnTo>
                    <a:pt x="1047092" y="320123"/>
                  </a:lnTo>
                  <a:close/>
                  <a:moveTo>
                    <a:pt x="742305" y="4590"/>
                  </a:moveTo>
                  <a:lnTo>
                    <a:pt x="783131" y="9382"/>
                  </a:lnTo>
                  <a:lnTo>
                    <a:pt x="775754" y="4342"/>
                  </a:lnTo>
                  <a:close/>
                </a:path>
              </a:pathLst>
            </a:custGeom>
            <a:solidFill>
              <a:srgbClr val="F2F4F6"/>
            </a:solidFill>
            <a:ln w="1524">
              <a:solidFill>
                <a:srgbClr val="F2F4F6"/>
              </a:solidFill>
            </a:ln>
          </p:spPr>
        </p:sp>
        <p:sp>
          <p:nvSpPr>
            <p:cNvPr id="4247" name="Output_density__4246">
              <a:extLst>
                <a:ext uri="{FF2B5EF4-FFF2-40B4-BE49-F238E27FC236}">
                  <a16:creationId xmlns:a16="http://schemas.microsoft.com/office/drawing/2014/main" id="{CEF9C3C4-77B2-21EA-DAA0-72CF8DAF91B2}"/>
                </a:ext>
              </a:extLst>
            </p:cNvPr>
            <p:cNvSpPr>
              <a:spLocks noGrp="1"/>
            </p:cNvSpPr>
            <p:nvPr/>
          </p:nvSpPr>
          <p:spPr>
            <a:xfrm>
              <a:off x="15285124" y="2214538"/>
              <a:ext cx="1501655" cy="2363618"/>
            </a:xfrm>
            <a:custGeom>
              <a:avLst/>
              <a:gdLst/>
              <a:ahLst/>
              <a:cxnLst/>
              <a:rect l="0" t="0" r="0" b="0"/>
              <a:pathLst>
                <a:path w="1501655" h="2363618">
                  <a:moveTo>
                    <a:pt x="227078" y="2185691"/>
                  </a:moveTo>
                  <a:lnTo>
                    <a:pt x="241268" y="2215746"/>
                  </a:lnTo>
                  <a:lnTo>
                    <a:pt x="196108" y="2204797"/>
                  </a:lnTo>
                  <a:close/>
                  <a:moveTo>
                    <a:pt x="410165" y="2346190"/>
                  </a:moveTo>
                  <a:lnTo>
                    <a:pt x="471636" y="2363618"/>
                  </a:lnTo>
                  <a:lnTo>
                    <a:pt x="484886" y="2315986"/>
                  </a:lnTo>
                  <a:close/>
                  <a:moveTo>
                    <a:pt x="410165" y="2346190"/>
                  </a:moveTo>
                  <a:lnTo>
                    <a:pt x="484886" y="2315986"/>
                  </a:lnTo>
                  <a:lnTo>
                    <a:pt x="438864" y="2318592"/>
                  </a:lnTo>
                  <a:close/>
                  <a:moveTo>
                    <a:pt x="491245" y="2284933"/>
                  </a:moveTo>
                  <a:lnTo>
                    <a:pt x="448718" y="2281525"/>
                  </a:lnTo>
                  <a:lnTo>
                    <a:pt x="438864" y="2318592"/>
                  </a:lnTo>
                  <a:close/>
                  <a:moveTo>
                    <a:pt x="448718" y="2281525"/>
                  </a:moveTo>
                  <a:lnTo>
                    <a:pt x="491245" y="2284933"/>
                  </a:lnTo>
                  <a:lnTo>
                    <a:pt x="424278" y="2238652"/>
                  </a:lnTo>
                  <a:close/>
                  <a:moveTo>
                    <a:pt x="94850" y="1449395"/>
                  </a:moveTo>
                  <a:lnTo>
                    <a:pt x="125358" y="1451339"/>
                  </a:lnTo>
                  <a:lnTo>
                    <a:pt x="135182" y="1477185"/>
                  </a:lnTo>
                  <a:close/>
                  <a:moveTo>
                    <a:pt x="20469" y="1397858"/>
                  </a:moveTo>
                  <a:lnTo>
                    <a:pt x="20498" y="1397881"/>
                  </a:lnTo>
                  <a:lnTo>
                    <a:pt x="20552" y="1397956"/>
                  </a:lnTo>
                  <a:close/>
                  <a:moveTo>
                    <a:pt x="20466" y="1397632"/>
                  </a:moveTo>
                  <a:lnTo>
                    <a:pt x="20498" y="1397881"/>
                  </a:lnTo>
                  <a:lnTo>
                    <a:pt x="20469" y="1397858"/>
                  </a:lnTo>
                  <a:close/>
                  <a:moveTo>
                    <a:pt x="80608" y="1447819"/>
                  </a:moveTo>
                  <a:lnTo>
                    <a:pt x="20552" y="1397956"/>
                  </a:lnTo>
                  <a:lnTo>
                    <a:pt x="20498" y="1397881"/>
                  </a:lnTo>
                  <a:close/>
                  <a:moveTo>
                    <a:pt x="20498" y="1397881"/>
                  </a:moveTo>
                  <a:lnTo>
                    <a:pt x="20466" y="1397632"/>
                  </a:lnTo>
                  <a:lnTo>
                    <a:pt x="33599" y="1362470"/>
                  </a:lnTo>
                  <a:close/>
                  <a:moveTo>
                    <a:pt x="135182" y="1477185"/>
                  </a:moveTo>
                  <a:lnTo>
                    <a:pt x="131717" y="1446169"/>
                  </a:lnTo>
                  <a:lnTo>
                    <a:pt x="94850" y="1449395"/>
                  </a:lnTo>
                  <a:close/>
                  <a:moveTo>
                    <a:pt x="94850" y="1449395"/>
                  </a:moveTo>
                  <a:lnTo>
                    <a:pt x="131717" y="1446169"/>
                  </a:lnTo>
                  <a:lnTo>
                    <a:pt x="148589" y="1392409"/>
                  </a:lnTo>
                  <a:close/>
                  <a:moveTo>
                    <a:pt x="20469" y="1397858"/>
                  </a:moveTo>
                  <a:lnTo>
                    <a:pt x="28498" y="1328634"/>
                  </a:lnTo>
                  <a:lnTo>
                    <a:pt x="20466" y="1397632"/>
                  </a:lnTo>
                  <a:close/>
                  <a:moveTo>
                    <a:pt x="32209" y="1270691"/>
                  </a:moveTo>
                  <a:lnTo>
                    <a:pt x="0" y="1226317"/>
                  </a:lnTo>
                  <a:lnTo>
                    <a:pt x="8113" y="1243248"/>
                  </a:lnTo>
                  <a:close/>
                  <a:moveTo>
                    <a:pt x="32209" y="1270691"/>
                  </a:moveTo>
                  <a:lnTo>
                    <a:pt x="8113" y="1243248"/>
                  </a:lnTo>
                  <a:lnTo>
                    <a:pt x="21426" y="1294785"/>
                  </a:lnTo>
                  <a:close/>
                  <a:moveTo>
                    <a:pt x="502399" y="1836665"/>
                  </a:moveTo>
                  <a:lnTo>
                    <a:pt x="563345" y="1825100"/>
                  </a:lnTo>
                  <a:lnTo>
                    <a:pt x="552625" y="1771072"/>
                  </a:lnTo>
                  <a:close/>
                  <a:moveTo>
                    <a:pt x="502399" y="1836665"/>
                  </a:moveTo>
                  <a:lnTo>
                    <a:pt x="552625" y="1771072"/>
                  </a:lnTo>
                  <a:lnTo>
                    <a:pt x="515548" y="1763232"/>
                  </a:lnTo>
                  <a:close/>
                  <a:moveTo>
                    <a:pt x="552625" y="1771072"/>
                  </a:moveTo>
                  <a:lnTo>
                    <a:pt x="563345" y="1825100"/>
                  </a:lnTo>
                  <a:lnTo>
                    <a:pt x="569058" y="1837594"/>
                  </a:lnTo>
                  <a:close/>
                  <a:moveTo>
                    <a:pt x="552625" y="1771072"/>
                  </a:moveTo>
                  <a:lnTo>
                    <a:pt x="524277" y="1731375"/>
                  </a:lnTo>
                  <a:lnTo>
                    <a:pt x="515548" y="1763232"/>
                  </a:lnTo>
                  <a:close/>
                  <a:moveTo>
                    <a:pt x="141033" y="1313110"/>
                  </a:moveTo>
                  <a:lnTo>
                    <a:pt x="139349" y="1298134"/>
                  </a:lnTo>
                  <a:lnTo>
                    <a:pt x="160480" y="1349670"/>
                  </a:lnTo>
                  <a:close/>
                  <a:moveTo>
                    <a:pt x="95817" y="1249145"/>
                  </a:moveTo>
                  <a:lnTo>
                    <a:pt x="32209" y="1270691"/>
                  </a:lnTo>
                  <a:lnTo>
                    <a:pt x="29589" y="1296841"/>
                  </a:lnTo>
                  <a:close/>
                  <a:moveTo>
                    <a:pt x="95817" y="1249145"/>
                  </a:moveTo>
                  <a:lnTo>
                    <a:pt x="141033" y="1313110"/>
                  </a:lnTo>
                  <a:lnTo>
                    <a:pt x="139098" y="1251940"/>
                  </a:lnTo>
                  <a:close/>
                  <a:moveTo>
                    <a:pt x="19616" y="1259556"/>
                  </a:moveTo>
                  <a:lnTo>
                    <a:pt x="32209" y="1270691"/>
                  </a:lnTo>
                  <a:lnTo>
                    <a:pt x="98610" y="1245323"/>
                  </a:lnTo>
                  <a:close/>
                  <a:moveTo>
                    <a:pt x="888610" y="1816848"/>
                  </a:moveTo>
                  <a:lnTo>
                    <a:pt x="967002" y="1844291"/>
                  </a:lnTo>
                  <a:lnTo>
                    <a:pt x="949646" y="1792755"/>
                  </a:lnTo>
                  <a:close/>
                  <a:moveTo>
                    <a:pt x="778277" y="1713775"/>
                  </a:moveTo>
                  <a:lnTo>
                    <a:pt x="820084" y="1751553"/>
                  </a:lnTo>
                  <a:lnTo>
                    <a:pt x="786785" y="1694650"/>
                  </a:lnTo>
                  <a:close/>
                  <a:moveTo>
                    <a:pt x="786785" y="1694650"/>
                  </a:moveTo>
                  <a:lnTo>
                    <a:pt x="820084" y="1751553"/>
                  </a:lnTo>
                  <a:lnTo>
                    <a:pt x="832910" y="1757876"/>
                  </a:lnTo>
                  <a:close/>
                  <a:moveTo>
                    <a:pt x="428688" y="1174315"/>
                  </a:moveTo>
                  <a:lnTo>
                    <a:pt x="431441" y="1249946"/>
                  </a:lnTo>
                  <a:lnTo>
                    <a:pt x="436096" y="1225852"/>
                  </a:lnTo>
                  <a:close/>
                  <a:moveTo>
                    <a:pt x="1129955" y="1941600"/>
                  </a:moveTo>
                  <a:lnTo>
                    <a:pt x="1111093" y="1934619"/>
                  </a:lnTo>
                  <a:lnTo>
                    <a:pt x="1145801" y="1961070"/>
                  </a:lnTo>
                  <a:close/>
                  <a:moveTo>
                    <a:pt x="1185401" y="1974228"/>
                  </a:moveTo>
                  <a:lnTo>
                    <a:pt x="1129955" y="1941600"/>
                  </a:lnTo>
                  <a:lnTo>
                    <a:pt x="1145801" y="1961070"/>
                  </a:lnTo>
                  <a:close/>
                  <a:moveTo>
                    <a:pt x="622381" y="1313143"/>
                  </a:moveTo>
                  <a:lnTo>
                    <a:pt x="600419" y="1304831"/>
                  </a:lnTo>
                  <a:lnTo>
                    <a:pt x="638491" y="1356368"/>
                  </a:lnTo>
                  <a:close/>
                  <a:moveTo>
                    <a:pt x="436096" y="1225852"/>
                  </a:moveTo>
                  <a:lnTo>
                    <a:pt x="435683" y="1225494"/>
                  </a:lnTo>
                  <a:lnTo>
                    <a:pt x="431764" y="1165937"/>
                  </a:lnTo>
                  <a:close/>
                  <a:moveTo>
                    <a:pt x="340419" y="1071242"/>
                  </a:moveTo>
                  <a:lnTo>
                    <a:pt x="316000" y="1058601"/>
                  </a:lnTo>
                  <a:lnTo>
                    <a:pt x="315064" y="1122779"/>
                  </a:lnTo>
                  <a:close/>
                  <a:moveTo>
                    <a:pt x="307265" y="1002959"/>
                  </a:moveTo>
                  <a:lnTo>
                    <a:pt x="316000" y="1058601"/>
                  </a:lnTo>
                  <a:lnTo>
                    <a:pt x="346347" y="1068165"/>
                  </a:lnTo>
                  <a:close/>
                  <a:moveTo>
                    <a:pt x="354098" y="1047148"/>
                  </a:moveTo>
                  <a:lnTo>
                    <a:pt x="329934" y="995611"/>
                  </a:lnTo>
                  <a:lnTo>
                    <a:pt x="346347" y="1068165"/>
                  </a:lnTo>
                  <a:close/>
                  <a:moveTo>
                    <a:pt x="1108143" y="1923270"/>
                  </a:moveTo>
                  <a:lnTo>
                    <a:pt x="1111093" y="1934619"/>
                  </a:lnTo>
                  <a:lnTo>
                    <a:pt x="1129955" y="1941600"/>
                  </a:lnTo>
                  <a:close/>
                  <a:moveTo>
                    <a:pt x="1111093" y="1934619"/>
                  </a:moveTo>
                  <a:lnTo>
                    <a:pt x="1108143" y="1923270"/>
                  </a:lnTo>
                  <a:lnTo>
                    <a:pt x="1053142" y="1881007"/>
                  </a:lnTo>
                  <a:close/>
                  <a:moveTo>
                    <a:pt x="122489" y="638015"/>
                  </a:moveTo>
                  <a:lnTo>
                    <a:pt x="170430" y="686392"/>
                  </a:lnTo>
                  <a:lnTo>
                    <a:pt x="130406" y="649929"/>
                  </a:lnTo>
                  <a:close/>
                  <a:moveTo>
                    <a:pt x="111975" y="634855"/>
                  </a:moveTo>
                  <a:lnTo>
                    <a:pt x="122489" y="638015"/>
                  </a:lnTo>
                  <a:lnTo>
                    <a:pt x="130406" y="649929"/>
                  </a:lnTo>
                  <a:close/>
                  <a:moveTo>
                    <a:pt x="118876" y="606819"/>
                  </a:moveTo>
                  <a:lnTo>
                    <a:pt x="122489" y="638015"/>
                  </a:lnTo>
                  <a:lnTo>
                    <a:pt x="111975" y="634855"/>
                  </a:lnTo>
                  <a:close/>
                  <a:moveTo>
                    <a:pt x="1233901" y="1910743"/>
                  </a:moveTo>
                  <a:lnTo>
                    <a:pt x="1197756" y="1902145"/>
                  </a:lnTo>
                  <a:lnTo>
                    <a:pt x="1250473" y="1960013"/>
                  </a:lnTo>
                  <a:close/>
                  <a:moveTo>
                    <a:pt x="1129955" y="1941600"/>
                  </a:moveTo>
                  <a:lnTo>
                    <a:pt x="1146330" y="1905972"/>
                  </a:lnTo>
                  <a:lnTo>
                    <a:pt x="1108143" y="1923270"/>
                  </a:lnTo>
                  <a:close/>
                  <a:moveTo>
                    <a:pt x="1197756" y="1902145"/>
                  </a:moveTo>
                  <a:lnTo>
                    <a:pt x="1129955" y="1941600"/>
                  </a:lnTo>
                  <a:lnTo>
                    <a:pt x="1185401" y="1974228"/>
                  </a:lnTo>
                  <a:close/>
                  <a:moveTo>
                    <a:pt x="1197756" y="1902145"/>
                  </a:moveTo>
                  <a:lnTo>
                    <a:pt x="1146330" y="1905972"/>
                  </a:lnTo>
                  <a:lnTo>
                    <a:pt x="1129955" y="1941600"/>
                  </a:lnTo>
                  <a:close/>
                  <a:moveTo>
                    <a:pt x="844891" y="1497165"/>
                  </a:moveTo>
                  <a:lnTo>
                    <a:pt x="867987" y="1562514"/>
                  </a:lnTo>
                  <a:lnTo>
                    <a:pt x="912484" y="1517642"/>
                  </a:lnTo>
                  <a:close/>
                  <a:moveTo>
                    <a:pt x="636474" y="1177664"/>
                  </a:moveTo>
                  <a:lnTo>
                    <a:pt x="628554" y="1201758"/>
                  </a:lnTo>
                  <a:lnTo>
                    <a:pt x="682176" y="1229201"/>
                  </a:lnTo>
                  <a:close/>
                  <a:moveTo>
                    <a:pt x="636474" y="1177664"/>
                  </a:moveTo>
                  <a:lnTo>
                    <a:pt x="633172" y="1172051"/>
                  </a:lnTo>
                  <a:lnTo>
                    <a:pt x="608738" y="1136006"/>
                  </a:lnTo>
                  <a:close/>
                  <a:moveTo>
                    <a:pt x="379141" y="982507"/>
                  </a:moveTo>
                  <a:lnTo>
                    <a:pt x="409427" y="994434"/>
                  </a:lnTo>
                  <a:lnTo>
                    <a:pt x="350667" y="949415"/>
                  </a:lnTo>
                  <a:close/>
                  <a:moveTo>
                    <a:pt x="410699" y="994833"/>
                  </a:moveTo>
                  <a:lnTo>
                    <a:pt x="379141" y="982507"/>
                  </a:lnTo>
                  <a:lnTo>
                    <a:pt x="444747" y="991588"/>
                  </a:lnTo>
                  <a:close/>
                  <a:moveTo>
                    <a:pt x="175784" y="662298"/>
                  </a:moveTo>
                  <a:lnTo>
                    <a:pt x="170430" y="686392"/>
                  </a:lnTo>
                  <a:lnTo>
                    <a:pt x="206095" y="713835"/>
                  </a:lnTo>
                  <a:close/>
                  <a:moveTo>
                    <a:pt x="130406" y="649929"/>
                  </a:moveTo>
                  <a:lnTo>
                    <a:pt x="155451" y="611217"/>
                  </a:lnTo>
                  <a:lnTo>
                    <a:pt x="111975" y="634855"/>
                  </a:lnTo>
                  <a:close/>
                  <a:moveTo>
                    <a:pt x="1087911" y="1639751"/>
                  </a:moveTo>
                  <a:lnTo>
                    <a:pt x="1088025" y="1649930"/>
                  </a:lnTo>
                  <a:lnTo>
                    <a:pt x="1058448" y="1625722"/>
                  </a:lnTo>
                  <a:close/>
                  <a:moveTo>
                    <a:pt x="1058448" y="1625722"/>
                  </a:moveTo>
                  <a:lnTo>
                    <a:pt x="1088025" y="1649930"/>
                  </a:lnTo>
                  <a:lnTo>
                    <a:pt x="1098577" y="1668936"/>
                  </a:lnTo>
                  <a:close/>
                  <a:moveTo>
                    <a:pt x="1098577" y="1668936"/>
                  </a:moveTo>
                  <a:lnTo>
                    <a:pt x="1088025" y="1649930"/>
                  </a:lnTo>
                  <a:lnTo>
                    <a:pt x="1086720" y="1693030"/>
                  </a:lnTo>
                  <a:close/>
                  <a:moveTo>
                    <a:pt x="998137" y="1514326"/>
                  </a:moveTo>
                  <a:lnTo>
                    <a:pt x="974251" y="1538420"/>
                  </a:lnTo>
                  <a:lnTo>
                    <a:pt x="1011589" y="1565863"/>
                  </a:lnTo>
                  <a:close/>
                  <a:moveTo>
                    <a:pt x="734421" y="1280737"/>
                  </a:moveTo>
                  <a:lnTo>
                    <a:pt x="759361" y="1294496"/>
                  </a:lnTo>
                  <a:lnTo>
                    <a:pt x="755760" y="1256643"/>
                  </a:lnTo>
                  <a:close/>
                  <a:moveTo>
                    <a:pt x="668645" y="1169775"/>
                  </a:moveTo>
                  <a:lnTo>
                    <a:pt x="707965" y="1218804"/>
                  </a:lnTo>
                  <a:lnTo>
                    <a:pt x="712154" y="1157775"/>
                  </a:lnTo>
                  <a:close/>
                  <a:moveTo>
                    <a:pt x="639646" y="1173622"/>
                  </a:moveTo>
                  <a:lnTo>
                    <a:pt x="636474" y="1177664"/>
                  </a:lnTo>
                  <a:lnTo>
                    <a:pt x="668645" y="1169775"/>
                  </a:lnTo>
                  <a:close/>
                  <a:moveTo>
                    <a:pt x="715252" y="1153570"/>
                  </a:moveTo>
                  <a:lnTo>
                    <a:pt x="712154" y="1157775"/>
                  </a:lnTo>
                  <a:lnTo>
                    <a:pt x="752018" y="1158230"/>
                  </a:lnTo>
                  <a:close/>
                  <a:moveTo>
                    <a:pt x="774577" y="1205107"/>
                  </a:moveTo>
                  <a:lnTo>
                    <a:pt x="802608" y="1217826"/>
                  </a:lnTo>
                  <a:lnTo>
                    <a:pt x="752018" y="1158230"/>
                  </a:lnTo>
                  <a:close/>
                  <a:moveTo>
                    <a:pt x="633172" y="1172051"/>
                  </a:moveTo>
                  <a:lnTo>
                    <a:pt x="636474" y="1177664"/>
                  </a:lnTo>
                  <a:lnTo>
                    <a:pt x="639646" y="1173622"/>
                  </a:lnTo>
                  <a:close/>
                  <a:moveTo>
                    <a:pt x="715252" y="1153570"/>
                  </a:moveTo>
                  <a:lnTo>
                    <a:pt x="752018" y="1158230"/>
                  </a:lnTo>
                  <a:lnTo>
                    <a:pt x="750919" y="1128032"/>
                  </a:lnTo>
                  <a:close/>
                  <a:moveTo>
                    <a:pt x="599639" y="1126127"/>
                  </a:moveTo>
                  <a:lnTo>
                    <a:pt x="639646" y="1173622"/>
                  </a:lnTo>
                  <a:lnTo>
                    <a:pt x="593536" y="1110384"/>
                  </a:lnTo>
                  <a:close/>
                  <a:moveTo>
                    <a:pt x="633172" y="1172051"/>
                  </a:moveTo>
                  <a:lnTo>
                    <a:pt x="639646" y="1173622"/>
                  </a:lnTo>
                  <a:lnTo>
                    <a:pt x="599639" y="1126127"/>
                  </a:lnTo>
                  <a:close/>
                  <a:moveTo>
                    <a:pt x="480180" y="844351"/>
                  </a:moveTo>
                  <a:lnTo>
                    <a:pt x="455157" y="855835"/>
                  </a:lnTo>
                  <a:lnTo>
                    <a:pt x="480131" y="850883"/>
                  </a:lnTo>
                  <a:close/>
                  <a:moveTo>
                    <a:pt x="156312" y="610762"/>
                  </a:moveTo>
                  <a:lnTo>
                    <a:pt x="243095" y="626776"/>
                  </a:lnTo>
                  <a:lnTo>
                    <a:pt x="210003" y="604849"/>
                  </a:lnTo>
                  <a:close/>
                  <a:moveTo>
                    <a:pt x="540256" y="864427"/>
                  </a:moveTo>
                  <a:lnTo>
                    <a:pt x="489310" y="848628"/>
                  </a:lnTo>
                  <a:lnTo>
                    <a:pt x="480131" y="850883"/>
                  </a:lnTo>
                  <a:close/>
                  <a:moveTo>
                    <a:pt x="1460029" y="1903594"/>
                  </a:moveTo>
                  <a:lnTo>
                    <a:pt x="1500038" y="1909050"/>
                  </a:lnTo>
                  <a:lnTo>
                    <a:pt x="1461004" y="1901256"/>
                  </a:lnTo>
                  <a:close/>
                  <a:moveTo>
                    <a:pt x="1322565" y="1751157"/>
                  </a:moveTo>
                  <a:lnTo>
                    <a:pt x="1353078" y="1807314"/>
                  </a:lnTo>
                  <a:lnTo>
                    <a:pt x="1363940" y="1799452"/>
                  </a:lnTo>
                  <a:close/>
                  <a:moveTo>
                    <a:pt x="1363940" y="1799452"/>
                  </a:moveTo>
                  <a:lnTo>
                    <a:pt x="1328424" y="1754913"/>
                  </a:lnTo>
                  <a:lnTo>
                    <a:pt x="1322565" y="1751157"/>
                  </a:lnTo>
                  <a:close/>
                  <a:moveTo>
                    <a:pt x="1060469" y="1462790"/>
                  </a:moveTo>
                  <a:lnTo>
                    <a:pt x="1047949" y="1446029"/>
                  </a:lnTo>
                  <a:lnTo>
                    <a:pt x="1089108" y="1490232"/>
                  </a:lnTo>
                  <a:close/>
                  <a:moveTo>
                    <a:pt x="987022" y="1411253"/>
                  </a:moveTo>
                  <a:lnTo>
                    <a:pt x="1035527" y="1393385"/>
                  </a:lnTo>
                  <a:lnTo>
                    <a:pt x="1042075" y="1383009"/>
                  </a:lnTo>
                  <a:close/>
                  <a:moveTo>
                    <a:pt x="712154" y="1157775"/>
                  </a:moveTo>
                  <a:lnTo>
                    <a:pt x="715252" y="1153570"/>
                  </a:lnTo>
                  <a:lnTo>
                    <a:pt x="711883" y="1152876"/>
                  </a:lnTo>
                  <a:close/>
                  <a:moveTo>
                    <a:pt x="711883" y="1152876"/>
                  </a:moveTo>
                  <a:lnTo>
                    <a:pt x="668645" y="1169775"/>
                  </a:lnTo>
                  <a:lnTo>
                    <a:pt x="712154" y="1157775"/>
                  </a:lnTo>
                  <a:close/>
                  <a:moveTo>
                    <a:pt x="1397003" y="1836644"/>
                  </a:moveTo>
                  <a:lnTo>
                    <a:pt x="1466724" y="1835408"/>
                  </a:lnTo>
                  <a:lnTo>
                    <a:pt x="1464367" y="1778930"/>
                  </a:lnTo>
                  <a:close/>
                  <a:moveTo>
                    <a:pt x="1397003" y="1836644"/>
                  </a:moveTo>
                  <a:lnTo>
                    <a:pt x="1464367" y="1778930"/>
                  </a:lnTo>
                  <a:lnTo>
                    <a:pt x="1425983" y="1810095"/>
                  </a:lnTo>
                  <a:close/>
                  <a:moveTo>
                    <a:pt x="1501655" y="1844992"/>
                  </a:moveTo>
                  <a:lnTo>
                    <a:pt x="1466724" y="1835408"/>
                  </a:lnTo>
                  <a:lnTo>
                    <a:pt x="1461004" y="1901256"/>
                  </a:lnTo>
                  <a:close/>
                  <a:moveTo>
                    <a:pt x="1363940" y="1799452"/>
                  </a:moveTo>
                  <a:lnTo>
                    <a:pt x="1394337" y="1775358"/>
                  </a:lnTo>
                  <a:lnTo>
                    <a:pt x="1328424" y="1754913"/>
                  </a:lnTo>
                  <a:close/>
                  <a:moveTo>
                    <a:pt x="1130758" y="1405005"/>
                  </a:moveTo>
                  <a:lnTo>
                    <a:pt x="1091888" y="1385547"/>
                  </a:lnTo>
                  <a:lnTo>
                    <a:pt x="1136166" y="1414602"/>
                  </a:lnTo>
                  <a:close/>
                  <a:moveTo>
                    <a:pt x="1136166" y="1414602"/>
                  </a:moveTo>
                  <a:lnTo>
                    <a:pt x="1091888" y="1385547"/>
                  </a:lnTo>
                  <a:lnTo>
                    <a:pt x="1090946" y="1387159"/>
                  </a:lnTo>
                  <a:close/>
                  <a:moveTo>
                    <a:pt x="1136166" y="1414602"/>
                  </a:moveTo>
                  <a:lnTo>
                    <a:pt x="1090946" y="1387159"/>
                  </a:lnTo>
                  <a:lnTo>
                    <a:pt x="1120084" y="1438696"/>
                  </a:lnTo>
                  <a:close/>
                  <a:moveTo>
                    <a:pt x="811298" y="1022533"/>
                  </a:moveTo>
                  <a:lnTo>
                    <a:pt x="760333" y="1025984"/>
                  </a:lnTo>
                  <a:lnTo>
                    <a:pt x="760138" y="1027600"/>
                  </a:lnTo>
                  <a:close/>
                  <a:moveTo>
                    <a:pt x="1464879" y="1774165"/>
                  </a:moveTo>
                  <a:lnTo>
                    <a:pt x="1431428" y="1763379"/>
                  </a:lnTo>
                  <a:lnTo>
                    <a:pt x="1425983" y="1810095"/>
                  </a:lnTo>
                  <a:close/>
                  <a:moveTo>
                    <a:pt x="1431428" y="1763379"/>
                  </a:moveTo>
                  <a:lnTo>
                    <a:pt x="1464879" y="1774165"/>
                  </a:lnTo>
                  <a:lnTo>
                    <a:pt x="1459943" y="1715435"/>
                  </a:lnTo>
                  <a:close/>
                  <a:moveTo>
                    <a:pt x="1431428" y="1763379"/>
                  </a:moveTo>
                  <a:lnTo>
                    <a:pt x="1459943" y="1715435"/>
                  </a:lnTo>
                  <a:lnTo>
                    <a:pt x="1420010" y="1709918"/>
                  </a:lnTo>
                  <a:close/>
                  <a:moveTo>
                    <a:pt x="1249012" y="1459258"/>
                  </a:moveTo>
                  <a:lnTo>
                    <a:pt x="1231487" y="1466139"/>
                  </a:lnTo>
                  <a:lnTo>
                    <a:pt x="1243622" y="1477631"/>
                  </a:lnTo>
                  <a:close/>
                  <a:moveTo>
                    <a:pt x="1249012" y="1459258"/>
                  </a:moveTo>
                  <a:lnTo>
                    <a:pt x="1243622" y="1477631"/>
                  </a:lnTo>
                  <a:lnTo>
                    <a:pt x="1271921" y="1466139"/>
                  </a:lnTo>
                  <a:close/>
                  <a:moveTo>
                    <a:pt x="1083627" y="1354280"/>
                  </a:moveTo>
                  <a:lnTo>
                    <a:pt x="1140066" y="1304905"/>
                  </a:lnTo>
                  <a:lnTo>
                    <a:pt x="1120388" y="1299633"/>
                  </a:lnTo>
                  <a:close/>
                  <a:moveTo>
                    <a:pt x="1028664" y="1184361"/>
                  </a:moveTo>
                  <a:lnTo>
                    <a:pt x="1037635" y="1231510"/>
                  </a:lnTo>
                  <a:lnTo>
                    <a:pt x="1066429" y="1204267"/>
                  </a:lnTo>
                  <a:close/>
                  <a:moveTo>
                    <a:pt x="1037635" y="1231510"/>
                  </a:moveTo>
                  <a:lnTo>
                    <a:pt x="1088366" y="1246509"/>
                  </a:lnTo>
                  <a:lnTo>
                    <a:pt x="1115609" y="1213464"/>
                  </a:lnTo>
                  <a:close/>
                  <a:moveTo>
                    <a:pt x="1224216" y="1315948"/>
                  </a:moveTo>
                  <a:lnTo>
                    <a:pt x="1247609" y="1334913"/>
                  </a:lnTo>
                  <a:lnTo>
                    <a:pt x="1240503" y="1331070"/>
                  </a:lnTo>
                  <a:close/>
                  <a:moveTo>
                    <a:pt x="1247609" y="1334913"/>
                  </a:moveTo>
                  <a:lnTo>
                    <a:pt x="1224216" y="1315948"/>
                  </a:lnTo>
                  <a:lnTo>
                    <a:pt x="1284819" y="1361860"/>
                  </a:lnTo>
                  <a:close/>
                  <a:moveTo>
                    <a:pt x="1247609" y="1334913"/>
                  </a:moveTo>
                  <a:lnTo>
                    <a:pt x="1255371" y="1338972"/>
                  </a:lnTo>
                  <a:lnTo>
                    <a:pt x="1240503" y="1331070"/>
                  </a:lnTo>
                  <a:close/>
                  <a:moveTo>
                    <a:pt x="964481" y="727977"/>
                  </a:moveTo>
                  <a:lnTo>
                    <a:pt x="1000380" y="775418"/>
                  </a:lnTo>
                  <a:lnTo>
                    <a:pt x="962375" y="724702"/>
                  </a:lnTo>
                  <a:close/>
                  <a:moveTo>
                    <a:pt x="811846" y="620808"/>
                  </a:moveTo>
                  <a:lnTo>
                    <a:pt x="821328" y="569271"/>
                  </a:lnTo>
                  <a:lnTo>
                    <a:pt x="816659" y="578974"/>
                  </a:lnTo>
                  <a:close/>
                  <a:moveTo>
                    <a:pt x="746421" y="517734"/>
                  </a:moveTo>
                  <a:lnTo>
                    <a:pt x="750531" y="532010"/>
                  </a:lnTo>
                  <a:lnTo>
                    <a:pt x="771317" y="529798"/>
                  </a:lnTo>
                  <a:close/>
                  <a:moveTo>
                    <a:pt x="746421" y="517734"/>
                  </a:moveTo>
                  <a:lnTo>
                    <a:pt x="743825" y="474719"/>
                  </a:lnTo>
                  <a:lnTo>
                    <a:pt x="750531" y="532010"/>
                  </a:lnTo>
                  <a:close/>
                  <a:moveTo>
                    <a:pt x="964481" y="727977"/>
                  </a:moveTo>
                  <a:lnTo>
                    <a:pt x="1006519" y="751324"/>
                  </a:lnTo>
                  <a:lnTo>
                    <a:pt x="1006316" y="751721"/>
                  </a:lnTo>
                  <a:close/>
                  <a:moveTo>
                    <a:pt x="821328" y="569271"/>
                  </a:moveTo>
                  <a:lnTo>
                    <a:pt x="813480" y="545177"/>
                  </a:lnTo>
                  <a:lnTo>
                    <a:pt x="771317" y="529798"/>
                  </a:lnTo>
                  <a:close/>
                  <a:moveTo>
                    <a:pt x="988797" y="549091"/>
                  </a:moveTo>
                  <a:lnTo>
                    <a:pt x="948818" y="521083"/>
                  </a:lnTo>
                  <a:lnTo>
                    <a:pt x="992290" y="574896"/>
                  </a:lnTo>
                  <a:close/>
                  <a:moveTo>
                    <a:pt x="948818" y="521083"/>
                  </a:moveTo>
                  <a:lnTo>
                    <a:pt x="988797" y="549091"/>
                  </a:lnTo>
                  <a:lnTo>
                    <a:pt x="985666" y="517538"/>
                  </a:lnTo>
                  <a:close/>
                  <a:moveTo>
                    <a:pt x="1003031" y="467409"/>
                  </a:moveTo>
                  <a:lnTo>
                    <a:pt x="948818" y="521083"/>
                  </a:lnTo>
                  <a:lnTo>
                    <a:pt x="985666" y="517538"/>
                  </a:lnTo>
                  <a:close/>
                  <a:moveTo>
                    <a:pt x="785193" y="252859"/>
                  </a:moveTo>
                  <a:lnTo>
                    <a:pt x="777378" y="314937"/>
                  </a:lnTo>
                  <a:lnTo>
                    <a:pt x="793875" y="308543"/>
                  </a:lnTo>
                  <a:close/>
                  <a:moveTo>
                    <a:pt x="811273" y="60602"/>
                  </a:moveTo>
                  <a:lnTo>
                    <a:pt x="797436" y="87855"/>
                  </a:lnTo>
                  <a:lnTo>
                    <a:pt x="825226" y="70066"/>
                  </a:lnTo>
                  <a:close/>
                  <a:moveTo>
                    <a:pt x="825226" y="70066"/>
                  </a:moveTo>
                  <a:lnTo>
                    <a:pt x="797436" y="87855"/>
                  </a:lnTo>
                  <a:lnTo>
                    <a:pt x="797717" y="117191"/>
                  </a:lnTo>
                  <a:close/>
                  <a:moveTo>
                    <a:pt x="781315" y="5040"/>
                  </a:moveTo>
                  <a:lnTo>
                    <a:pt x="811273" y="60602"/>
                  </a:lnTo>
                  <a:lnTo>
                    <a:pt x="783612" y="9066"/>
                  </a:lnTo>
                  <a:close/>
                  <a:moveTo>
                    <a:pt x="781315" y="5040"/>
                  </a:moveTo>
                  <a:lnTo>
                    <a:pt x="809483" y="44883"/>
                  </a:lnTo>
                  <a:lnTo>
                    <a:pt x="811273" y="60602"/>
                  </a:lnTo>
                  <a:close/>
                  <a:moveTo>
                    <a:pt x="781315" y="5040"/>
                  </a:moveTo>
                  <a:lnTo>
                    <a:pt x="783612" y="9066"/>
                  </a:lnTo>
                  <a:lnTo>
                    <a:pt x="773938" y="0"/>
                  </a:lnTo>
                  <a:close/>
                </a:path>
              </a:pathLst>
            </a:custGeom>
            <a:solidFill>
              <a:srgbClr val="F1F3F5"/>
            </a:solidFill>
            <a:ln w="1524">
              <a:solidFill>
                <a:srgbClr val="F1F3F5"/>
              </a:solidFill>
            </a:ln>
          </p:spPr>
        </p:sp>
        <p:sp>
          <p:nvSpPr>
            <p:cNvPr id="4248" name="Output_density__4247">
              <a:extLst>
                <a:ext uri="{FF2B5EF4-FFF2-40B4-BE49-F238E27FC236}">
                  <a16:creationId xmlns:a16="http://schemas.microsoft.com/office/drawing/2014/main" id="{8D3A2401-927D-0E68-6ECC-FF47FE242E26}"/>
                </a:ext>
              </a:extLst>
            </p:cNvPr>
            <p:cNvSpPr>
              <a:spLocks noGrp="1"/>
            </p:cNvSpPr>
            <p:nvPr/>
          </p:nvSpPr>
          <p:spPr>
            <a:xfrm>
              <a:off x="15339578" y="2210196"/>
              <a:ext cx="1010400" cy="2162491"/>
            </a:xfrm>
            <a:custGeom>
              <a:avLst/>
              <a:gdLst/>
              <a:ahLst/>
              <a:cxnLst/>
              <a:rect l="0" t="0" r="0" b="0"/>
              <a:pathLst>
                <a:path w="1010400" h="2162491">
                  <a:moveTo>
                    <a:pt x="70356" y="2089572"/>
                  </a:moveTo>
                  <a:lnTo>
                    <a:pt x="131721" y="2117015"/>
                  </a:lnTo>
                  <a:lnTo>
                    <a:pt x="95819" y="2065478"/>
                  </a:lnTo>
                  <a:close/>
                  <a:moveTo>
                    <a:pt x="175473" y="2092921"/>
                  </a:moveTo>
                  <a:lnTo>
                    <a:pt x="131721" y="2117015"/>
                  </a:lnTo>
                  <a:lnTo>
                    <a:pt x="165259" y="2162491"/>
                  </a:lnTo>
                  <a:close/>
                  <a:moveTo>
                    <a:pt x="282023" y="1941660"/>
                  </a:moveTo>
                  <a:lnTo>
                    <a:pt x="301905" y="1919338"/>
                  </a:lnTo>
                  <a:lnTo>
                    <a:pt x="243003" y="1956418"/>
                  </a:lnTo>
                  <a:close/>
                  <a:moveTo>
                    <a:pt x="243003" y="1956418"/>
                  </a:moveTo>
                  <a:lnTo>
                    <a:pt x="301905" y="1919338"/>
                  </a:lnTo>
                  <a:lnTo>
                    <a:pt x="276450" y="1904465"/>
                  </a:lnTo>
                  <a:close/>
                  <a:moveTo>
                    <a:pt x="266747" y="1786868"/>
                  </a:moveTo>
                  <a:lnTo>
                    <a:pt x="261876" y="1809452"/>
                  </a:lnTo>
                  <a:lnTo>
                    <a:pt x="267715" y="1762956"/>
                  </a:lnTo>
                  <a:close/>
                  <a:moveTo>
                    <a:pt x="260719" y="1816530"/>
                  </a:moveTo>
                  <a:lnTo>
                    <a:pt x="261876" y="1809452"/>
                  </a:lnTo>
                  <a:lnTo>
                    <a:pt x="266747" y="1786868"/>
                  </a:lnTo>
                  <a:close/>
                  <a:moveTo>
                    <a:pt x="290121" y="1740381"/>
                  </a:moveTo>
                  <a:lnTo>
                    <a:pt x="266747" y="1786868"/>
                  </a:lnTo>
                  <a:lnTo>
                    <a:pt x="267715" y="1762956"/>
                  </a:lnTo>
                  <a:close/>
                  <a:moveTo>
                    <a:pt x="365446" y="1712427"/>
                  </a:moveTo>
                  <a:lnTo>
                    <a:pt x="335056" y="1733706"/>
                  </a:lnTo>
                  <a:lnTo>
                    <a:pt x="290121" y="1740381"/>
                  </a:lnTo>
                  <a:close/>
                  <a:moveTo>
                    <a:pt x="365446" y="1712427"/>
                  </a:moveTo>
                  <a:lnTo>
                    <a:pt x="290121" y="1740381"/>
                  </a:lnTo>
                  <a:lnTo>
                    <a:pt x="324395" y="1733626"/>
                  </a:lnTo>
                  <a:close/>
                  <a:moveTo>
                    <a:pt x="88305" y="1509853"/>
                  </a:moveTo>
                  <a:lnTo>
                    <a:pt x="121630" y="1499548"/>
                  </a:lnTo>
                  <a:lnTo>
                    <a:pt x="95831" y="1505273"/>
                  </a:lnTo>
                  <a:close/>
                  <a:moveTo>
                    <a:pt x="121630" y="1499548"/>
                  </a:moveTo>
                  <a:lnTo>
                    <a:pt x="134347" y="1481180"/>
                  </a:lnTo>
                  <a:lnTo>
                    <a:pt x="95831" y="1505273"/>
                  </a:lnTo>
                  <a:close/>
                  <a:moveTo>
                    <a:pt x="77264" y="1450511"/>
                  </a:moveTo>
                  <a:lnTo>
                    <a:pt x="80728" y="1481527"/>
                  </a:lnTo>
                  <a:lnTo>
                    <a:pt x="118765" y="1429643"/>
                  </a:lnTo>
                  <a:close/>
                  <a:moveTo>
                    <a:pt x="118765" y="1429643"/>
                  </a:moveTo>
                  <a:lnTo>
                    <a:pt x="80728" y="1481527"/>
                  </a:lnTo>
                  <a:lnTo>
                    <a:pt x="95831" y="1505273"/>
                  </a:lnTo>
                  <a:close/>
                  <a:moveTo>
                    <a:pt x="118765" y="1429643"/>
                  </a:moveTo>
                  <a:lnTo>
                    <a:pt x="95831" y="1505273"/>
                  </a:lnTo>
                  <a:lnTo>
                    <a:pt x="134347" y="1481180"/>
                  </a:lnTo>
                  <a:close/>
                  <a:moveTo>
                    <a:pt x="328688" y="1736511"/>
                  </a:moveTo>
                  <a:lnTo>
                    <a:pt x="389654" y="1724930"/>
                  </a:lnTo>
                  <a:lnTo>
                    <a:pt x="365446" y="1712427"/>
                  </a:lnTo>
                  <a:close/>
                  <a:moveTo>
                    <a:pt x="151416" y="1354012"/>
                  </a:moveTo>
                  <a:lnTo>
                    <a:pt x="94135" y="1396751"/>
                  </a:lnTo>
                  <a:lnTo>
                    <a:pt x="118765" y="1429643"/>
                  </a:lnTo>
                  <a:close/>
                  <a:moveTo>
                    <a:pt x="151416" y="1354012"/>
                  </a:moveTo>
                  <a:lnTo>
                    <a:pt x="160037" y="1333570"/>
                  </a:lnTo>
                  <a:lnTo>
                    <a:pt x="101958" y="1367692"/>
                  </a:lnTo>
                  <a:close/>
                  <a:moveTo>
                    <a:pt x="101958" y="1367692"/>
                  </a:moveTo>
                  <a:lnTo>
                    <a:pt x="160037" y="1333570"/>
                  </a:lnTo>
                  <a:lnTo>
                    <a:pt x="139663" y="1312278"/>
                  </a:lnTo>
                  <a:close/>
                  <a:moveTo>
                    <a:pt x="382408" y="1506048"/>
                  </a:moveTo>
                  <a:lnTo>
                    <a:pt x="342600" y="1508622"/>
                  </a:lnTo>
                  <a:lnTo>
                    <a:pt x="307779" y="1536601"/>
                  </a:lnTo>
                  <a:close/>
                  <a:moveTo>
                    <a:pt x="195775" y="1329918"/>
                  </a:moveTo>
                  <a:lnTo>
                    <a:pt x="171921" y="1286053"/>
                  </a:lnTo>
                  <a:lnTo>
                    <a:pt x="163220" y="1302476"/>
                  </a:lnTo>
                  <a:close/>
                  <a:moveTo>
                    <a:pt x="155199" y="1250939"/>
                  </a:moveTo>
                  <a:lnTo>
                    <a:pt x="163220" y="1302476"/>
                  </a:lnTo>
                  <a:lnTo>
                    <a:pt x="160532" y="1232569"/>
                  </a:lnTo>
                  <a:close/>
                  <a:moveTo>
                    <a:pt x="163220" y="1302476"/>
                  </a:moveTo>
                  <a:lnTo>
                    <a:pt x="171921" y="1286053"/>
                  </a:lnTo>
                  <a:lnTo>
                    <a:pt x="160532" y="1232569"/>
                  </a:lnTo>
                  <a:close/>
                  <a:moveTo>
                    <a:pt x="382408" y="1506048"/>
                  </a:moveTo>
                  <a:lnTo>
                    <a:pt x="411181" y="1519199"/>
                  </a:lnTo>
                  <a:lnTo>
                    <a:pt x="397665" y="1484528"/>
                  </a:lnTo>
                  <a:close/>
                  <a:moveTo>
                    <a:pt x="397665" y="1484528"/>
                  </a:moveTo>
                  <a:lnTo>
                    <a:pt x="448892" y="1511971"/>
                  </a:lnTo>
                  <a:lnTo>
                    <a:pt x="445549" y="1460434"/>
                  </a:lnTo>
                  <a:close/>
                  <a:moveTo>
                    <a:pt x="423546" y="1408898"/>
                  </a:moveTo>
                  <a:lnTo>
                    <a:pt x="409807" y="1432813"/>
                  </a:lnTo>
                  <a:lnTo>
                    <a:pt x="397665" y="1484528"/>
                  </a:lnTo>
                  <a:close/>
                  <a:moveTo>
                    <a:pt x="445549" y="1460434"/>
                  </a:moveTo>
                  <a:lnTo>
                    <a:pt x="423546" y="1408898"/>
                  </a:lnTo>
                  <a:lnTo>
                    <a:pt x="397665" y="1484528"/>
                  </a:lnTo>
                  <a:close/>
                  <a:moveTo>
                    <a:pt x="410208" y="1432991"/>
                  </a:moveTo>
                  <a:lnTo>
                    <a:pt x="431654" y="1380596"/>
                  </a:lnTo>
                  <a:lnTo>
                    <a:pt x="442383" y="1357361"/>
                  </a:lnTo>
                  <a:close/>
                  <a:moveTo>
                    <a:pt x="431654" y="1380596"/>
                  </a:moveTo>
                  <a:lnTo>
                    <a:pt x="409807" y="1432813"/>
                  </a:lnTo>
                  <a:lnTo>
                    <a:pt x="423546" y="1408898"/>
                  </a:lnTo>
                  <a:close/>
                  <a:moveTo>
                    <a:pt x="431654" y="1380596"/>
                  </a:moveTo>
                  <a:lnTo>
                    <a:pt x="455464" y="1334717"/>
                  </a:lnTo>
                  <a:lnTo>
                    <a:pt x="442383" y="1357361"/>
                  </a:lnTo>
                  <a:close/>
                  <a:moveTo>
                    <a:pt x="455464" y="1334717"/>
                  </a:moveTo>
                  <a:lnTo>
                    <a:pt x="456395" y="1333267"/>
                  </a:lnTo>
                  <a:lnTo>
                    <a:pt x="442383" y="1357361"/>
                  </a:lnTo>
                  <a:close/>
                  <a:moveTo>
                    <a:pt x="151257" y="1030944"/>
                  </a:moveTo>
                  <a:lnTo>
                    <a:pt x="119214" y="1048141"/>
                  </a:lnTo>
                  <a:lnTo>
                    <a:pt x="180235" y="1028322"/>
                  </a:lnTo>
                  <a:close/>
                  <a:moveTo>
                    <a:pt x="731215" y="1532096"/>
                  </a:moveTo>
                  <a:lnTo>
                    <a:pt x="748969" y="1515319"/>
                  </a:lnTo>
                  <a:lnTo>
                    <a:pt x="729769" y="1539413"/>
                  </a:lnTo>
                  <a:close/>
                  <a:moveTo>
                    <a:pt x="377311" y="1170278"/>
                  </a:moveTo>
                  <a:lnTo>
                    <a:pt x="402288" y="1135899"/>
                  </a:lnTo>
                  <a:lnTo>
                    <a:pt x="374234" y="1178657"/>
                  </a:lnTo>
                  <a:close/>
                  <a:moveTo>
                    <a:pt x="288930" y="953176"/>
                  </a:moveTo>
                  <a:lnTo>
                    <a:pt x="254900" y="973972"/>
                  </a:lnTo>
                  <a:lnTo>
                    <a:pt x="252811" y="1007301"/>
                  </a:lnTo>
                  <a:close/>
                  <a:moveTo>
                    <a:pt x="252811" y="1007301"/>
                  </a:moveTo>
                  <a:lnTo>
                    <a:pt x="275481" y="999953"/>
                  </a:lnTo>
                  <a:lnTo>
                    <a:pt x="288930" y="953176"/>
                  </a:lnTo>
                  <a:close/>
                  <a:moveTo>
                    <a:pt x="243155" y="930060"/>
                  </a:moveTo>
                  <a:lnTo>
                    <a:pt x="213333" y="953458"/>
                  </a:lnTo>
                  <a:lnTo>
                    <a:pt x="197156" y="972511"/>
                  </a:lnTo>
                  <a:close/>
                  <a:moveTo>
                    <a:pt x="761121" y="1509009"/>
                  </a:moveTo>
                  <a:lnTo>
                    <a:pt x="748969" y="1515319"/>
                  </a:lnTo>
                  <a:lnTo>
                    <a:pt x="731215" y="1532096"/>
                  </a:lnTo>
                  <a:close/>
                  <a:moveTo>
                    <a:pt x="790438" y="1501506"/>
                  </a:moveTo>
                  <a:lnTo>
                    <a:pt x="858030" y="1521984"/>
                  </a:lnTo>
                  <a:lnTo>
                    <a:pt x="818610" y="1491226"/>
                  </a:lnTo>
                  <a:close/>
                  <a:moveTo>
                    <a:pt x="324687" y="986849"/>
                  </a:moveTo>
                  <a:lnTo>
                    <a:pt x="296213" y="953757"/>
                  </a:lnTo>
                  <a:lnTo>
                    <a:pt x="275481" y="999953"/>
                  </a:lnTo>
                  <a:close/>
                  <a:moveTo>
                    <a:pt x="943683" y="1518668"/>
                  </a:moveTo>
                  <a:lnTo>
                    <a:pt x="931663" y="1487710"/>
                  </a:lnTo>
                  <a:lnTo>
                    <a:pt x="907719" y="1533086"/>
                  </a:lnTo>
                  <a:close/>
                  <a:moveTo>
                    <a:pt x="840380" y="1415595"/>
                  </a:moveTo>
                  <a:lnTo>
                    <a:pt x="818610" y="1491226"/>
                  </a:lnTo>
                  <a:lnTo>
                    <a:pt x="874906" y="1450179"/>
                  </a:lnTo>
                  <a:close/>
                  <a:moveTo>
                    <a:pt x="874906" y="1450179"/>
                  </a:moveTo>
                  <a:lnTo>
                    <a:pt x="818610" y="1491226"/>
                  </a:lnTo>
                  <a:lnTo>
                    <a:pt x="874557" y="1471102"/>
                  </a:lnTo>
                  <a:close/>
                  <a:moveTo>
                    <a:pt x="931663" y="1487710"/>
                  </a:moveTo>
                  <a:lnTo>
                    <a:pt x="917346" y="1467132"/>
                  </a:lnTo>
                  <a:lnTo>
                    <a:pt x="858030" y="1521984"/>
                  </a:lnTo>
                  <a:close/>
                  <a:moveTo>
                    <a:pt x="917346" y="1467132"/>
                  </a:moveTo>
                  <a:lnTo>
                    <a:pt x="924364" y="1460421"/>
                  </a:lnTo>
                  <a:lnTo>
                    <a:pt x="905910" y="1420851"/>
                  </a:lnTo>
                  <a:close/>
                  <a:moveTo>
                    <a:pt x="874557" y="1471102"/>
                  </a:moveTo>
                  <a:lnTo>
                    <a:pt x="917346" y="1467132"/>
                  </a:lnTo>
                  <a:lnTo>
                    <a:pt x="905910" y="1420851"/>
                  </a:lnTo>
                  <a:close/>
                  <a:moveTo>
                    <a:pt x="806425" y="1388152"/>
                  </a:moveTo>
                  <a:lnTo>
                    <a:pt x="840380" y="1415595"/>
                  </a:lnTo>
                  <a:lnTo>
                    <a:pt x="843878" y="1364058"/>
                  </a:lnTo>
                  <a:close/>
                  <a:moveTo>
                    <a:pt x="905910" y="1420851"/>
                  </a:moveTo>
                  <a:lnTo>
                    <a:pt x="924364" y="1460421"/>
                  </a:lnTo>
                  <a:lnTo>
                    <a:pt x="932568" y="1415595"/>
                  </a:lnTo>
                  <a:close/>
                  <a:moveTo>
                    <a:pt x="849615" y="1355623"/>
                  </a:moveTo>
                  <a:lnTo>
                    <a:pt x="806425" y="1388152"/>
                  </a:lnTo>
                  <a:lnTo>
                    <a:pt x="843878" y="1364058"/>
                  </a:lnTo>
                  <a:close/>
                  <a:moveTo>
                    <a:pt x="32977" y="398469"/>
                  </a:moveTo>
                  <a:lnTo>
                    <a:pt x="6282" y="460494"/>
                  </a:lnTo>
                  <a:lnTo>
                    <a:pt x="0" y="436400"/>
                  </a:lnTo>
                  <a:close/>
                  <a:moveTo>
                    <a:pt x="32977" y="398469"/>
                  </a:moveTo>
                  <a:lnTo>
                    <a:pt x="11180" y="451874"/>
                  </a:lnTo>
                  <a:lnTo>
                    <a:pt x="6282" y="460494"/>
                  </a:lnTo>
                  <a:close/>
                  <a:moveTo>
                    <a:pt x="32977" y="398469"/>
                  </a:moveTo>
                  <a:lnTo>
                    <a:pt x="43013" y="384863"/>
                  </a:lnTo>
                  <a:lnTo>
                    <a:pt x="41068" y="408957"/>
                  </a:lnTo>
                  <a:close/>
                  <a:moveTo>
                    <a:pt x="943683" y="1518668"/>
                  </a:moveTo>
                  <a:lnTo>
                    <a:pt x="1010400" y="1472516"/>
                  </a:lnTo>
                  <a:lnTo>
                    <a:pt x="928054" y="1465591"/>
                  </a:lnTo>
                  <a:close/>
                  <a:moveTo>
                    <a:pt x="928054" y="1465591"/>
                  </a:moveTo>
                  <a:lnTo>
                    <a:pt x="1010400" y="1472516"/>
                  </a:lnTo>
                  <a:lnTo>
                    <a:pt x="993495" y="1450371"/>
                  </a:lnTo>
                  <a:close/>
                  <a:moveTo>
                    <a:pt x="928054" y="1465591"/>
                  </a:moveTo>
                  <a:lnTo>
                    <a:pt x="981074" y="1397727"/>
                  </a:lnTo>
                  <a:lnTo>
                    <a:pt x="924364" y="1460421"/>
                  </a:lnTo>
                  <a:close/>
                  <a:moveTo>
                    <a:pt x="894191" y="1387384"/>
                  </a:moveTo>
                  <a:lnTo>
                    <a:pt x="892969" y="1393390"/>
                  </a:lnTo>
                  <a:lnTo>
                    <a:pt x="904658" y="1386743"/>
                  </a:lnTo>
                  <a:close/>
                  <a:moveTo>
                    <a:pt x="916595" y="1296473"/>
                  </a:moveTo>
                  <a:lnTo>
                    <a:pt x="849615" y="1355623"/>
                  </a:lnTo>
                  <a:lnTo>
                    <a:pt x="875587" y="1317826"/>
                  </a:lnTo>
                  <a:close/>
                  <a:moveTo>
                    <a:pt x="425727" y="848693"/>
                  </a:moveTo>
                  <a:lnTo>
                    <a:pt x="436426" y="846486"/>
                  </a:lnTo>
                  <a:lnTo>
                    <a:pt x="413792" y="797156"/>
                  </a:lnTo>
                  <a:close/>
                  <a:moveTo>
                    <a:pt x="436426" y="846486"/>
                  </a:moveTo>
                  <a:lnTo>
                    <a:pt x="509115" y="825374"/>
                  </a:lnTo>
                  <a:lnTo>
                    <a:pt x="484533" y="782616"/>
                  </a:lnTo>
                  <a:close/>
                  <a:moveTo>
                    <a:pt x="436426" y="846486"/>
                  </a:moveTo>
                  <a:lnTo>
                    <a:pt x="484533" y="782616"/>
                  </a:lnTo>
                  <a:lnTo>
                    <a:pt x="425583" y="792559"/>
                  </a:lnTo>
                  <a:close/>
                  <a:moveTo>
                    <a:pt x="70508" y="364114"/>
                  </a:moveTo>
                  <a:lnTo>
                    <a:pt x="43013" y="384863"/>
                  </a:lnTo>
                  <a:lnTo>
                    <a:pt x="96815" y="367987"/>
                  </a:lnTo>
                  <a:close/>
                  <a:moveTo>
                    <a:pt x="875587" y="1317826"/>
                  </a:moveTo>
                  <a:lnTo>
                    <a:pt x="901942" y="1323352"/>
                  </a:lnTo>
                  <a:lnTo>
                    <a:pt x="916595" y="1296473"/>
                  </a:lnTo>
                  <a:close/>
                  <a:moveTo>
                    <a:pt x="916595" y="1296473"/>
                  </a:moveTo>
                  <a:lnTo>
                    <a:pt x="901942" y="1323352"/>
                  </a:lnTo>
                  <a:lnTo>
                    <a:pt x="941452" y="1264334"/>
                  </a:lnTo>
                  <a:close/>
                  <a:moveTo>
                    <a:pt x="941912" y="1256229"/>
                  </a:moveTo>
                  <a:lnTo>
                    <a:pt x="938231" y="1269089"/>
                  </a:lnTo>
                  <a:lnTo>
                    <a:pt x="941452" y="1264334"/>
                  </a:lnTo>
                  <a:close/>
                  <a:moveTo>
                    <a:pt x="983182" y="1235852"/>
                  </a:moveTo>
                  <a:lnTo>
                    <a:pt x="957686" y="1212797"/>
                  </a:lnTo>
                  <a:lnTo>
                    <a:pt x="956349" y="1270428"/>
                  </a:lnTo>
                  <a:close/>
                  <a:moveTo>
                    <a:pt x="941912" y="1256229"/>
                  </a:moveTo>
                  <a:lnTo>
                    <a:pt x="952316" y="1264334"/>
                  </a:lnTo>
                  <a:lnTo>
                    <a:pt x="938231" y="1269089"/>
                  </a:lnTo>
                  <a:close/>
                  <a:moveTo>
                    <a:pt x="222960" y="314953"/>
                  </a:moveTo>
                  <a:lnTo>
                    <a:pt x="190245" y="327539"/>
                  </a:lnTo>
                  <a:lnTo>
                    <a:pt x="146529" y="338769"/>
                  </a:lnTo>
                  <a:close/>
                  <a:moveTo>
                    <a:pt x="222960" y="314953"/>
                  </a:moveTo>
                  <a:lnTo>
                    <a:pt x="146529" y="338769"/>
                  </a:lnTo>
                  <a:lnTo>
                    <a:pt x="179725" y="327983"/>
                  </a:lnTo>
                  <a:close/>
                  <a:moveTo>
                    <a:pt x="457049" y="578748"/>
                  </a:moveTo>
                  <a:lnTo>
                    <a:pt x="460939" y="570264"/>
                  </a:lnTo>
                  <a:lnTo>
                    <a:pt x="432809" y="575514"/>
                  </a:lnTo>
                  <a:close/>
                  <a:moveTo>
                    <a:pt x="697989" y="848512"/>
                  </a:moveTo>
                  <a:lnTo>
                    <a:pt x="687867" y="870204"/>
                  </a:lnTo>
                  <a:lnTo>
                    <a:pt x="697508" y="827947"/>
                  </a:lnTo>
                  <a:close/>
                  <a:moveTo>
                    <a:pt x="711600" y="784262"/>
                  </a:moveTo>
                  <a:lnTo>
                    <a:pt x="697989" y="848512"/>
                  </a:lnTo>
                  <a:lnTo>
                    <a:pt x="697508" y="827947"/>
                  </a:lnTo>
                  <a:close/>
                  <a:moveTo>
                    <a:pt x="760928" y="772583"/>
                  </a:moveTo>
                  <a:lnTo>
                    <a:pt x="739333" y="776411"/>
                  </a:lnTo>
                  <a:lnTo>
                    <a:pt x="794611" y="785049"/>
                  </a:lnTo>
                  <a:close/>
                  <a:moveTo>
                    <a:pt x="739333" y="776411"/>
                  </a:moveTo>
                  <a:lnTo>
                    <a:pt x="711600" y="784262"/>
                  </a:lnTo>
                  <a:lnTo>
                    <a:pt x="794611" y="785049"/>
                  </a:lnTo>
                  <a:close/>
                  <a:moveTo>
                    <a:pt x="760928" y="772583"/>
                  </a:moveTo>
                  <a:lnTo>
                    <a:pt x="794611" y="785049"/>
                  </a:lnTo>
                  <a:lnTo>
                    <a:pt x="822203" y="752317"/>
                  </a:lnTo>
                  <a:close/>
                  <a:moveTo>
                    <a:pt x="907921" y="729044"/>
                  </a:moveTo>
                  <a:lnTo>
                    <a:pt x="845144" y="742099"/>
                  </a:lnTo>
                  <a:lnTo>
                    <a:pt x="910027" y="732319"/>
                  </a:lnTo>
                  <a:close/>
                  <a:moveTo>
                    <a:pt x="845144" y="742099"/>
                  </a:moveTo>
                  <a:lnTo>
                    <a:pt x="864317" y="736090"/>
                  </a:lnTo>
                  <a:lnTo>
                    <a:pt x="910027" y="732319"/>
                  </a:lnTo>
                  <a:close/>
                  <a:moveTo>
                    <a:pt x="864317" y="736090"/>
                  </a:moveTo>
                  <a:lnTo>
                    <a:pt x="899031" y="730984"/>
                  </a:lnTo>
                  <a:lnTo>
                    <a:pt x="910027" y="732319"/>
                  </a:lnTo>
                  <a:close/>
                  <a:moveTo>
                    <a:pt x="589638" y="138019"/>
                  </a:moveTo>
                  <a:lnTo>
                    <a:pt x="615859" y="101158"/>
                  </a:lnTo>
                  <a:lnTo>
                    <a:pt x="592910" y="113132"/>
                  </a:lnTo>
                  <a:close/>
                  <a:moveTo>
                    <a:pt x="614119" y="89039"/>
                  </a:moveTo>
                  <a:lnTo>
                    <a:pt x="626431" y="37502"/>
                  </a:lnTo>
                  <a:lnTo>
                    <a:pt x="592910" y="113132"/>
                  </a:lnTo>
                  <a:close/>
                  <a:moveTo>
                    <a:pt x="671604" y="0"/>
                  </a:moveTo>
                  <a:lnTo>
                    <a:pt x="640451" y="18425"/>
                  </a:lnTo>
                  <a:lnTo>
                    <a:pt x="626431" y="37502"/>
                  </a:lnTo>
                  <a:close/>
                </a:path>
              </a:pathLst>
            </a:custGeom>
            <a:solidFill>
              <a:srgbClr val="F4F6F7"/>
            </a:solidFill>
            <a:ln w="1524">
              <a:solidFill>
                <a:srgbClr val="F4F6F7"/>
              </a:solidFill>
            </a:ln>
          </p:spPr>
        </p:sp>
        <p:sp>
          <p:nvSpPr>
            <p:cNvPr id="4249" name="Output_density__4248">
              <a:extLst>
                <a:ext uri="{FF2B5EF4-FFF2-40B4-BE49-F238E27FC236}">
                  <a16:creationId xmlns:a16="http://schemas.microsoft.com/office/drawing/2014/main" id="{DD060A63-9766-D7E9-7A14-E4214AEEB3C8}"/>
                </a:ext>
              </a:extLst>
            </p:cNvPr>
            <p:cNvSpPr>
              <a:spLocks noGrp="1"/>
            </p:cNvSpPr>
            <p:nvPr/>
          </p:nvSpPr>
          <p:spPr>
            <a:xfrm>
              <a:off x="15317333" y="2453845"/>
              <a:ext cx="1449369" cy="2131049"/>
            </a:xfrm>
            <a:custGeom>
              <a:avLst/>
              <a:gdLst/>
              <a:ahLst/>
              <a:cxnLst/>
              <a:rect l="0" t="0" r="0" b="0"/>
              <a:pathLst>
                <a:path w="1449369" h="2131049">
                  <a:moveTo>
                    <a:pt x="193466" y="1901360"/>
                  </a:moveTo>
                  <a:lnTo>
                    <a:pt x="217062" y="1924903"/>
                  </a:lnTo>
                  <a:lnTo>
                    <a:pt x="187503" y="1918843"/>
                  </a:lnTo>
                  <a:close/>
                  <a:moveTo>
                    <a:pt x="420311" y="2131049"/>
                  </a:moveTo>
                  <a:lnTo>
                    <a:pt x="439427" y="2124312"/>
                  </a:lnTo>
                  <a:lnTo>
                    <a:pt x="377956" y="2106884"/>
                  </a:lnTo>
                  <a:close/>
                  <a:moveTo>
                    <a:pt x="328004" y="2094799"/>
                  </a:moveTo>
                  <a:lnTo>
                    <a:pt x="377956" y="2106884"/>
                  </a:lnTo>
                  <a:lnTo>
                    <a:pt x="406655" y="2079285"/>
                  </a:lnTo>
                  <a:close/>
                  <a:moveTo>
                    <a:pt x="217062" y="1924903"/>
                  </a:moveTo>
                  <a:lnTo>
                    <a:pt x="253868" y="1910250"/>
                  </a:lnTo>
                  <a:lnTo>
                    <a:pt x="187503" y="1918843"/>
                  </a:lnTo>
                  <a:close/>
                  <a:moveTo>
                    <a:pt x="187503" y="1918843"/>
                  </a:moveTo>
                  <a:lnTo>
                    <a:pt x="253868" y="1910250"/>
                  </a:lnTo>
                  <a:lnTo>
                    <a:pt x="265145" y="1899558"/>
                  </a:lnTo>
                  <a:close/>
                  <a:moveTo>
                    <a:pt x="307607" y="1883638"/>
                  </a:moveTo>
                  <a:lnTo>
                    <a:pt x="293285" y="1869868"/>
                  </a:lnTo>
                  <a:lnTo>
                    <a:pt x="265145" y="1899558"/>
                  </a:lnTo>
                  <a:close/>
                  <a:moveTo>
                    <a:pt x="312580" y="1586786"/>
                  </a:moveTo>
                  <a:lnTo>
                    <a:pt x="354812" y="1615654"/>
                  </a:lnTo>
                  <a:lnTo>
                    <a:pt x="390321" y="1624309"/>
                  </a:lnTo>
                  <a:close/>
                  <a:moveTo>
                    <a:pt x="93149" y="1212032"/>
                  </a:moveTo>
                  <a:lnTo>
                    <a:pt x="62641" y="1210088"/>
                  </a:lnTo>
                  <a:lnTo>
                    <a:pt x="17729" y="1172623"/>
                  </a:lnTo>
                  <a:close/>
                  <a:moveTo>
                    <a:pt x="101972" y="1185994"/>
                  </a:moveTo>
                  <a:lnTo>
                    <a:pt x="50606" y="1208637"/>
                  </a:lnTo>
                  <a:lnTo>
                    <a:pt x="116380" y="1153103"/>
                  </a:lnTo>
                  <a:close/>
                  <a:moveTo>
                    <a:pt x="48400" y="1208513"/>
                  </a:moveTo>
                  <a:lnTo>
                    <a:pt x="62641" y="1210088"/>
                  </a:lnTo>
                  <a:lnTo>
                    <a:pt x="116380" y="1153103"/>
                  </a:lnTo>
                  <a:close/>
                  <a:moveTo>
                    <a:pt x="531136" y="1585793"/>
                  </a:moveTo>
                  <a:lnTo>
                    <a:pt x="470241" y="1602746"/>
                  </a:lnTo>
                  <a:lnTo>
                    <a:pt x="522697" y="1624195"/>
                  </a:lnTo>
                  <a:close/>
                  <a:moveTo>
                    <a:pt x="531136" y="1585793"/>
                  </a:moveTo>
                  <a:lnTo>
                    <a:pt x="470190" y="1597359"/>
                  </a:lnTo>
                  <a:lnTo>
                    <a:pt x="470241" y="1602746"/>
                  </a:lnTo>
                  <a:close/>
                  <a:moveTo>
                    <a:pt x="531136" y="1585793"/>
                  </a:moveTo>
                  <a:lnTo>
                    <a:pt x="522697" y="1624195"/>
                  </a:lnTo>
                  <a:lnTo>
                    <a:pt x="536849" y="1598287"/>
                  </a:lnTo>
                  <a:close/>
                  <a:moveTo>
                    <a:pt x="124203" y="1124044"/>
                  </a:moveTo>
                  <a:lnTo>
                    <a:pt x="108824" y="1073804"/>
                  </a:lnTo>
                  <a:lnTo>
                    <a:pt x="128271" y="1110364"/>
                  </a:lnTo>
                  <a:close/>
                  <a:moveTo>
                    <a:pt x="63608" y="1009838"/>
                  </a:moveTo>
                  <a:lnTo>
                    <a:pt x="107140" y="1058827"/>
                  </a:lnTo>
                  <a:lnTo>
                    <a:pt x="108824" y="1073804"/>
                  </a:lnTo>
                  <a:close/>
                  <a:moveTo>
                    <a:pt x="0" y="1031385"/>
                  </a:moveTo>
                  <a:lnTo>
                    <a:pt x="63608" y="1009838"/>
                  </a:lnTo>
                  <a:lnTo>
                    <a:pt x="66401" y="1006017"/>
                  </a:lnTo>
                  <a:close/>
                  <a:moveTo>
                    <a:pt x="63608" y="1009838"/>
                  </a:moveTo>
                  <a:lnTo>
                    <a:pt x="106889" y="1012633"/>
                  </a:lnTo>
                  <a:lnTo>
                    <a:pt x="66401" y="1006017"/>
                  </a:lnTo>
                  <a:close/>
                  <a:moveTo>
                    <a:pt x="106889" y="1012633"/>
                  </a:moveTo>
                  <a:lnTo>
                    <a:pt x="109612" y="992899"/>
                  </a:lnTo>
                  <a:lnTo>
                    <a:pt x="66401" y="1006017"/>
                  </a:lnTo>
                  <a:close/>
                  <a:moveTo>
                    <a:pt x="109612" y="992899"/>
                  </a:moveTo>
                  <a:lnTo>
                    <a:pt x="106889" y="1012633"/>
                  </a:lnTo>
                  <a:lnTo>
                    <a:pt x="127722" y="955754"/>
                  </a:lnTo>
                  <a:close/>
                  <a:moveTo>
                    <a:pt x="492084" y="1279715"/>
                  </a:moveTo>
                  <a:lnTo>
                    <a:pt x="513373" y="1286520"/>
                  </a:lnTo>
                  <a:lnTo>
                    <a:pt x="503335" y="1268322"/>
                  </a:lnTo>
                  <a:close/>
                  <a:moveTo>
                    <a:pt x="934793" y="1604985"/>
                  </a:moveTo>
                  <a:lnTo>
                    <a:pt x="914799" y="1637439"/>
                  </a:lnTo>
                  <a:lnTo>
                    <a:pt x="943897" y="1611331"/>
                  </a:lnTo>
                  <a:close/>
                  <a:moveTo>
                    <a:pt x="917437" y="1553448"/>
                  </a:moveTo>
                  <a:lnTo>
                    <a:pt x="876355" y="1533478"/>
                  </a:lnTo>
                  <a:lnTo>
                    <a:pt x="849846" y="1569268"/>
                  </a:lnTo>
                  <a:close/>
                  <a:moveTo>
                    <a:pt x="849846" y="1569268"/>
                  </a:moveTo>
                  <a:lnTo>
                    <a:pt x="800702" y="1518570"/>
                  </a:lnTo>
                  <a:lnTo>
                    <a:pt x="803683" y="1526005"/>
                  </a:lnTo>
                  <a:close/>
                  <a:moveTo>
                    <a:pt x="787875" y="1512247"/>
                  </a:moveTo>
                  <a:lnTo>
                    <a:pt x="803683" y="1526005"/>
                  </a:lnTo>
                  <a:lnTo>
                    <a:pt x="800702" y="1518570"/>
                  </a:lnTo>
                  <a:close/>
                  <a:moveTo>
                    <a:pt x="518962" y="1216786"/>
                  </a:moveTo>
                  <a:lnTo>
                    <a:pt x="496252" y="1262456"/>
                  </a:lnTo>
                  <a:lnTo>
                    <a:pt x="503335" y="1268322"/>
                  </a:lnTo>
                  <a:close/>
                  <a:moveTo>
                    <a:pt x="289925" y="939793"/>
                  </a:moveTo>
                  <a:lnTo>
                    <a:pt x="317467" y="976205"/>
                  </a:lnTo>
                  <a:lnTo>
                    <a:pt x="295081" y="959103"/>
                  </a:lnTo>
                  <a:close/>
                  <a:moveTo>
                    <a:pt x="403887" y="986546"/>
                  </a:moveTo>
                  <a:lnTo>
                    <a:pt x="424544" y="1027194"/>
                  </a:lnTo>
                  <a:lnTo>
                    <a:pt x="459613" y="1023410"/>
                  </a:lnTo>
                  <a:close/>
                  <a:moveTo>
                    <a:pt x="297547" y="907566"/>
                  </a:moveTo>
                  <a:lnTo>
                    <a:pt x="282855" y="883472"/>
                  </a:lnTo>
                  <a:lnTo>
                    <a:pt x="295081" y="959103"/>
                  </a:lnTo>
                  <a:close/>
                  <a:moveTo>
                    <a:pt x="297547" y="907566"/>
                  </a:moveTo>
                  <a:lnTo>
                    <a:pt x="308210" y="831936"/>
                  </a:lnTo>
                  <a:lnTo>
                    <a:pt x="282855" y="883472"/>
                  </a:lnTo>
                  <a:close/>
                  <a:moveTo>
                    <a:pt x="917437" y="1553448"/>
                  </a:moveTo>
                  <a:lnTo>
                    <a:pt x="934793" y="1604985"/>
                  </a:lnTo>
                  <a:lnTo>
                    <a:pt x="892893" y="1544346"/>
                  </a:lnTo>
                  <a:close/>
                  <a:moveTo>
                    <a:pt x="590172" y="1073837"/>
                  </a:moveTo>
                  <a:lnTo>
                    <a:pt x="609116" y="1121179"/>
                  </a:lnTo>
                  <a:lnTo>
                    <a:pt x="627166" y="1141155"/>
                  </a:lnTo>
                  <a:close/>
                  <a:moveTo>
                    <a:pt x="609116" y="1121179"/>
                  </a:moveTo>
                  <a:lnTo>
                    <a:pt x="590172" y="1073837"/>
                  </a:lnTo>
                  <a:lnTo>
                    <a:pt x="606282" y="1117061"/>
                  </a:lnTo>
                  <a:close/>
                  <a:moveTo>
                    <a:pt x="459613" y="1023410"/>
                  </a:moveTo>
                  <a:lnTo>
                    <a:pt x="403474" y="986187"/>
                  </a:lnTo>
                  <a:lnTo>
                    <a:pt x="403887" y="986546"/>
                  </a:lnTo>
                  <a:close/>
                  <a:moveTo>
                    <a:pt x="1020933" y="1641701"/>
                  </a:moveTo>
                  <a:lnTo>
                    <a:pt x="1075935" y="1683964"/>
                  </a:lnTo>
                  <a:lnTo>
                    <a:pt x="1037334" y="1651099"/>
                  </a:lnTo>
                  <a:close/>
                  <a:moveTo>
                    <a:pt x="1130755" y="1608334"/>
                  </a:moveTo>
                  <a:lnTo>
                    <a:pt x="1116539" y="1637659"/>
                  </a:lnTo>
                  <a:lnTo>
                    <a:pt x="1143547" y="1617982"/>
                  </a:lnTo>
                  <a:close/>
                  <a:moveTo>
                    <a:pt x="1143547" y="1617982"/>
                  </a:moveTo>
                  <a:lnTo>
                    <a:pt x="1116539" y="1637659"/>
                  </a:lnTo>
                  <a:lnTo>
                    <a:pt x="1114121" y="1666665"/>
                  </a:lnTo>
                  <a:close/>
                  <a:moveTo>
                    <a:pt x="1143547" y="1617982"/>
                  </a:moveTo>
                  <a:lnTo>
                    <a:pt x="1114121" y="1666665"/>
                  </a:lnTo>
                  <a:lnTo>
                    <a:pt x="1165548" y="1662839"/>
                  </a:lnTo>
                  <a:close/>
                  <a:moveTo>
                    <a:pt x="1165548" y="1662839"/>
                  </a:moveTo>
                  <a:lnTo>
                    <a:pt x="1201692" y="1671437"/>
                  </a:lnTo>
                  <a:lnTo>
                    <a:pt x="1143547" y="1617982"/>
                  </a:lnTo>
                  <a:close/>
                  <a:moveTo>
                    <a:pt x="822520" y="1312603"/>
                  </a:moveTo>
                  <a:lnTo>
                    <a:pt x="835778" y="1323208"/>
                  </a:lnTo>
                  <a:lnTo>
                    <a:pt x="812682" y="1257858"/>
                  </a:lnTo>
                  <a:close/>
                  <a:moveTo>
                    <a:pt x="880275" y="1278336"/>
                  </a:moveTo>
                  <a:lnTo>
                    <a:pt x="853346" y="1312554"/>
                  </a:lnTo>
                  <a:lnTo>
                    <a:pt x="929963" y="1289438"/>
                  </a:lnTo>
                  <a:close/>
                  <a:moveTo>
                    <a:pt x="123242" y="371911"/>
                  </a:moveTo>
                  <a:lnTo>
                    <a:pt x="98197" y="410623"/>
                  </a:lnTo>
                  <a:lnTo>
                    <a:pt x="124103" y="371455"/>
                  </a:lnTo>
                  <a:close/>
                  <a:moveTo>
                    <a:pt x="124103" y="371455"/>
                  </a:moveTo>
                  <a:lnTo>
                    <a:pt x="98197" y="410623"/>
                  </a:lnTo>
                  <a:lnTo>
                    <a:pt x="138221" y="447085"/>
                  </a:lnTo>
                  <a:close/>
                  <a:moveTo>
                    <a:pt x="124103" y="371455"/>
                  </a:moveTo>
                  <a:lnTo>
                    <a:pt x="138221" y="447085"/>
                  </a:lnTo>
                  <a:lnTo>
                    <a:pt x="143575" y="422992"/>
                  </a:lnTo>
                  <a:close/>
                  <a:moveTo>
                    <a:pt x="86667" y="367512"/>
                  </a:moveTo>
                  <a:lnTo>
                    <a:pt x="79766" y="395549"/>
                  </a:lnTo>
                  <a:lnTo>
                    <a:pt x="123242" y="371911"/>
                  </a:lnTo>
                  <a:close/>
                  <a:moveTo>
                    <a:pt x="124103" y="371455"/>
                  </a:moveTo>
                  <a:lnTo>
                    <a:pt x="84218" y="340893"/>
                  </a:lnTo>
                  <a:lnTo>
                    <a:pt x="87133" y="344012"/>
                  </a:lnTo>
                  <a:close/>
                  <a:moveTo>
                    <a:pt x="86667" y="367512"/>
                  </a:moveTo>
                  <a:lnTo>
                    <a:pt x="123242" y="371911"/>
                  </a:lnTo>
                  <a:lnTo>
                    <a:pt x="124103" y="371455"/>
                  </a:lnTo>
                  <a:close/>
                  <a:moveTo>
                    <a:pt x="87133" y="344012"/>
                  </a:moveTo>
                  <a:lnTo>
                    <a:pt x="86667" y="367512"/>
                  </a:lnTo>
                  <a:lnTo>
                    <a:pt x="124103" y="371455"/>
                  </a:lnTo>
                  <a:close/>
                  <a:moveTo>
                    <a:pt x="1116237" y="1602202"/>
                  </a:moveTo>
                  <a:lnTo>
                    <a:pt x="1130755" y="1608334"/>
                  </a:lnTo>
                  <a:lnTo>
                    <a:pt x="1102604" y="1585559"/>
                  </a:lnTo>
                  <a:close/>
                  <a:moveTo>
                    <a:pt x="942042" y="1299114"/>
                  </a:moveTo>
                  <a:lnTo>
                    <a:pt x="988907" y="1335139"/>
                  </a:lnTo>
                  <a:lnTo>
                    <a:pt x="979380" y="1326556"/>
                  </a:lnTo>
                  <a:close/>
                  <a:moveTo>
                    <a:pt x="718664" y="1070100"/>
                  </a:moveTo>
                  <a:lnTo>
                    <a:pt x="727152" y="1055190"/>
                  </a:lnTo>
                  <a:lnTo>
                    <a:pt x="752822" y="1080313"/>
                  </a:lnTo>
                  <a:close/>
                  <a:moveTo>
                    <a:pt x="163909" y="314088"/>
                  </a:moveTo>
                  <a:lnTo>
                    <a:pt x="124103" y="371455"/>
                  </a:lnTo>
                  <a:lnTo>
                    <a:pt x="177794" y="365543"/>
                  </a:lnTo>
                  <a:close/>
                  <a:moveTo>
                    <a:pt x="175251" y="319918"/>
                  </a:moveTo>
                  <a:lnTo>
                    <a:pt x="176503" y="258916"/>
                  </a:lnTo>
                  <a:lnTo>
                    <a:pt x="163909" y="314088"/>
                  </a:lnTo>
                  <a:close/>
                  <a:moveTo>
                    <a:pt x="1037446" y="1275020"/>
                  </a:moveTo>
                  <a:lnTo>
                    <a:pt x="1028260" y="1223483"/>
                  </a:lnTo>
                  <a:lnTo>
                    <a:pt x="1056899" y="1250926"/>
                  </a:lnTo>
                  <a:close/>
                  <a:moveTo>
                    <a:pt x="953805" y="1156349"/>
                  </a:moveTo>
                  <a:lnTo>
                    <a:pt x="925488" y="1147853"/>
                  </a:lnTo>
                  <a:lnTo>
                    <a:pt x="926903" y="1143095"/>
                  </a:lnTo>
                  <a:close/>
                  <a:moveTo>
                    <a:pt x="1009866" y="1143703"/>
                  </a:moveTo>
                  <a:lnTo>
                    <a:pt x="953805" y="1156349"/>
                  </a:lnTo>
                  <a:lnTo>
                    <a:pt x="926903" y="1143095"/>
                  </a:lnTo>
                  <a:close/>
                  <a:moveTo>
                    <a:pt x="1003318" y="1154078"/>
                  </a:moveTo>
                  <a:lnTo>
                    <a:pt x="1056490" y="1148833"/>
                  </a:lnTo>
                  <a:lnTo>
                    <a:pt x="1009866" y="1143703"/>
                  </a:lnTo>
                  <a:close/>
                  <a:moveTo>
                    <a:pt x="882844" y="1018142"/>
                  </a:moveTo>
                  <a:lnTo>
                    <a:pt x="905777" y="1007167"/>
                  </a:lnTo>
                  <a:lnTo>
                    <a:pt x="897515" y="993243"/>
                  </a:lnTo>
                  <a:close/>
                  <a:moveTo>
                    <a:pt x="720685" y="855468"/>
                  </a:moveTo>
                  <a:lnTo>
                    <a:pt x="683043" y="914264"/>
                  </a:lnTo>
                  <a:lnTo>
                    <a:pt x="718710" y="888725"/>
                  </a:lnTo>
                  <a:close/>
                  <a:moveTo>
                    <a:pt x="679674" y="913570"/>
                  </a:moveTo>
                  <a:lnTo>
                    <a:pt x="683043" y="914264"/>
                  </a:lnTo>
                  <a:lnTo>
                    <a:pt x="720685" y="855468"/>
                  </a:lnTo>
                  <a:close/>
                  <a:moveTo>
                    <a:pt x="690729" y="841840"/>
                  </a:moveTo>
                  <a:lnTo>
                    <a:pt x="679674" y="913570"/>
                  </a:lnTo>
                  <a:lnTo>
                    <a:pt x="720685" y="855468"/>
                  </a:lnTo>
                  <a:close/>
                  <a:moveTo>
                    <a:pt x="720685" y="855468"/>
                  </a:moveTo>
                  <a:lnTo>
                    <a:pt x="727929" y="788293"/>
                  </a:lnTo>
                  <a:lnTo>
                    <a:pt x="690063" y="821397"/>
                  </a:lnTo>
                  <a:close/>
                  <a:moveTo>
                    <a:pt x="568523" y="589494"/>
                  </a:moveTo>
                  <a:lnTo>
                    <a:pt x="531360" y="581725"/>
                  </a:lnTo>
                  <a:lnTo>
                    <a:pt x="508047" y="625121"/>
                  </a:lnTo>
                  <a:close/>
                  <a:moveTo>
                    <a:pt x="340764" y="497244"/>
                  </a:moveTo>
                  <a:lnTo>
                    <a:pt x="356024" y="553508"/>
                  </a:lnTo>
                  <a:lnTo>
                    <a:pt x="364633" y="501971"/>
                  </a:lnTo>
                  <a:close/>
                  <a:moveTo>
                    <a:pt x="340764" y="497244"/>
                  </a:moveTo>
                  <a:lnTo>
                    <a:pt x="364633" y="501971"/>
                  </a:lnTo>
                  <a:lnTo>
                    <a:pt x="384495" y="436931"/>
                  </a:lnTo>
                  <a:close/>
                  <a:moveTo>
                    <a:pt x="344664" y="431330"/>
                  </a:moveTo>
                  <a:lnTo>
                    <a:pt x="340764" y="497244"/>
                  </a:lnTo>
                  <a:lnTo>
                    <a:pt x="384495" y="436931"/>
                  </a:lnTo>
                  <a:close/>
                  <a:moveTo>
                    <a:pt x="344664" y="431330"/>
                  </a:moveTo>
                  <a:lnTo>
                    <a:pt x="384495" y="436931"/>
                  </a:lnTo>
                  <a:lnTo>
                    <a:pt x="347782" y="415049"/>
                  </a:lnTo>
                  <a:close/>
                  <a:moveTo>
                    <a:pt x="384495" y="436931"/>
                  </a:moveTo>
                  <a:lnTo>
                    <a:pt x="395327" y="418135"/>
                  </a:lnTo>
                  <a:lnTo>
                    <a:pt x="347782" y="415049"/>
                  </a:lnTo>
                  <a:close/>
                  <a:moveTo>
                    <a:pt x="218644" y="220194"/>
                  </a:moveTo>
                  <a:lnTo>
                    <a:pt x="235573" y="231066"/>
                  </a:lnTo>
                  <a:lnTo>
                    <a:pt x="251974" y="231516"/>
                  </a:lnTo>
                  <a:close/>
                  <a:moveTo>
                    <a:pt x="215845" y="231335"/>
                  </a:moveTo>
                  <a:lnTo>
                    <a:pt x="218644" y="220194"/>
                  </a:lnTo>
                  <a:lnTo>
                    <a:pt x="198641" y="206787"/>
                  </a:lnTo>
                  <a:close/>
                  <a:moveTo>
                    <a:pt x="198641" y="206787"/>
                  </a:moveTo>
                  <a:lnTo>
                    <a:pt x="192281" y="228279"/>
                  </a:lnTo>
                  <a:lnTo>
                    <a:pt x="215845" y="231335"/>
                  </a:lnTo>
                  <a:close/>
                  <a:moveTo>
                    <a:pt x="1449369" y="1559265"/>
                  </a:moveTo>
                  <a:lnTo>
                    <a:pt x="1432158" y="1539624"/>
                  </a:lnTo>
                  <a:lnTo>
                    <a:pt x="1434515" y="1596102"/>
                  </a:lnTo>
                  <a:close/>
                  <a:moveTo>
                    <a:pt x="1288161" y="1484515"/>
                  </a:moveTo>
                  <a:lnTo>
                    <a:pt x="1288496" y="1508609"/>
                  </a:lnTo>
                  <a:lnTo>
                    <a:pt x="1296215" y="1515606"/>
                  </a:lnTo>
                  <a:close/>
                  <a:moveTo>
                    <a:pt x="1199278" y="1226832"/>
                  </a:moveTo>
                  <a:lnTo>
                    <a:pt x="1156218" y="1206634"/>
                  </a:lnTo>
                  <a:lnTo>
                    <a:pt x="1121719" y="1212548"/>
                  </a:lnTo>
                  <a:close/>
                  <a:moveTo>
                    <a:pt x="1103957" y="1175295"/>
                  </a:moveTo>
                  <a:lnTo>
                    <a:pt x="1121719" y="1212548"/>
                  </a:lnTo>
                  <a:lnTo>
                    <a:pt x="1156218" y="1206634"/>
                  </a:lnTo>
                  <a:close/>
                  <a:moveTo>
                    <a:pt x="1103957" y="1175295"/>
                  </a:moveTo>
                  <a:lnTo>
                    <a:pt x="1087875" y="1199389"/>
                  </a:lnTo>
                  <a:lnTo>
                    <a:pt x="1121719" y="1212548"/>
                  </a:lnTo>
                  <a:close/>
                  <a:moveTo>
                    <a:pt x="1057303" y="1146383"/>
                  </a:moveTo>
                  <a:lnTo>
                    <a:pt x="1059679" y="1146240"/>
                  </a:lnTo>
                  <a:lnTo>
                    <a:pt x="1035790" y="1127679"/>
                  </a:lnTo>
                  <a:close/>
                  <a:moveTo>
                    <a:pt x="406301" y="324266"/>
                  </a:moveTo>
                  <a:lnTo>
                    <a:pt x="423506" y="348815"/>
                  </a:lnTo>
                  <a:lnTo>
                    <a:pt x="455053" y="331866"/>
                  </a:lnTo>
                  <a:close/>
                  <a:moveTo>
                    <a:pt x="266053" y="196100"/>
                  </a:moveTo>
                  <a:lnTo>
                    <a:pt x="218644" y="220194"/>
                  </a:lnTo>
                  <a:lnTo>
                    <a:pt x="251974" y="231516"/>
                  </a:lnTo>
                  <a:close/>
                  <a:moveTo>
                    <a:pt x="251974" y="231516"/>
                  </a:moveTo>
                  <a:lnTo>
                    <a:pt x="301623" y="242468"/>
                  </a:lnTo>
                  <a:lnTo>
                    <a:pt x="337115" y="240266"/>
                  </a:lnTo>
                  <a:close/>
                  <a:moveTo>
                    <a:pt x="280416" y="202957"/>
                  </a:moveTo>
                  <a:lnTo>
                    <a:pt x="251974" y="231516"/>
                  </a:lnTo>
                  <a:lnTo>
                    <a:pt x="337115" y="240266"/>
                  </a:lnTo>
                  <a:close/>
                  <a:moveTo>
                    <a:pt x="1098549" y="1165699"/>
                  </a:moveTo>
                  <a:lnTo>
                    <a:pt x="1035790" y="1127679"/>
                  </a:lnTo>
                  <a:lnTo>
                    <a:pt x="1059679" y="1146240"/>
                  </a:lnTo>
                  <a:close/>
                  <a:moveTo>
                    <a:pt x="1432670" y="1534858"/>
                  </a:moveTo>
                  <a:lnTo>
                    <a:pt x="1393774" y="1570789"/>
                  </a:lnTo>
                  <a:lnTo>
                    <a:pt x="1432158" y="1539624"/>
                  </a:lnTo>
                  <a:close/>
                  <a:moveTo>
                    <a:pt x="1432670" y="1534858"/>
                  </a:moveTo>
                  <a:lnTo>
                    <a:pt x="1432158" y="1539624"/>
                  </a:lnTo>
                  <a:lnTo>
                    <a:pt x="1433327" y="1536052"/>
                  </a:lnTo>
                  <a:close/>
                  <a:moveTo>
                    <a:pt x="1427734" y="1476129"/>
                  </a:moveTo>
                  <a:lnTo>
                    <a:pt x="1433327" y="1536052"/>
                  </a:lnTo>
                  <a:lnTo>
                    <a:pt x="1438171" y="1484515"/>
                  </a:lnTo>
                  <a:close/>
                  <a:moveTo>
                    <a:pt x="1427734" y="1476129"/>
                  </a:moveTo>
                  <a:lnTo>
                    <a:pt x="1432670" y="1534858"/>
                  </a:lnTo>
                  <a:lnTo>
                    <a:pt x="1433327" y="1536052"/>
                  </a:lnTo>
                  <a:close/>
                  <a:moveTo>
                    <a:pt x="1410563" y="1458881"/>
                  </a:moveTo>
                  <a:lnTo>
                    <a:pt x="1387801" y="1470612"/>
                  </a:lnTo>
                  <a:lnTo>
                    <a:pt x="1427734" y="1476129"/>
                  </a:lnTo>
                  <a:close/>
                  <a:moveTo>
                    <a:pt x="1199278" y="1226832"/>
                  </a:moveTo>
                  <a:lnTo>
                    <a:pt x="1216803" y="1219951"/>
                  </a:lnTo>
                  <a:lnTo>
                    <a:pt x="1225724" y="1156930"/>
                  </a:lnTo>
                  <a:close/>
                  <a:moveTo>
                    <a:pt x="1156218" y="1206634"/>
                  </a:moveTo>
                  <a:lnTo>
                    <a:pt x="1199278" y="1226832"/>
                  </a:lnTo>
                  <a:lnTo>
                    <a:pt x="1225724" y="1156930"/>
                  </a:lnTo>
                  <a:close/>
                  <a:moveTo>
                    <a:pt x="1216803" y="1219951"/>
                  </a:moveTo>
                  <a:lnTo>
                    <a:pt x="1252340" y="1216666"/>
                  </a:lnTo>
                  <a:lnTo>
                    <a:pt x="1225724" y="1156930"/>
                  </a:lnTo>
                  <a:close/>
                  <a:moveTo>
                    <a:pt x="1103957" y="1175295"/>
                  </a:moveTo>
                  <a:lnTo>
                    <a:pt x="1156218" y="1206634"/>
                  </a:lnTo>
                  <a:lnTo>
                    <a:pt x="1102596" y="1174092"/>
                  </a:lnTo>
                  <a:close/>
                  <a:moveTo>
                    <a:pt x="1098549" y="1165699"/>
                  </a:moveTo>
                  <a:lnTo>
                    <a:pt x="1103957" y="1175295"/>
                  </a:lnTo>
                  <a:lnTo>
                    <a:pt x="1102596" y="1174092"/>
                  </a:lnTo>
                  <a:close/>
                  <a:moveTo>
                    <a:pt x="979931" y="969149"/>
                  </a:moveTo>
                  <a:lnTo>
                    <a:pt x="996456" y="945055"/>
                  </a:lnTo>
                  <a:lnTo>
                    <a:pt x="946363" y="946053"/>
                  </a:lnTo>
                  <a:close/>
                  <a:moveTo>
                    <a:pt x="996456" y="945055"/>
                  </a:moveTo>
                  <a:lnTo>
                    <a:pt x="978121" y="929891"/>
                  </a:lnTo>
                  <a:lnTo>
                    <a:pt x="946363" y="946053"/>
                  </a:lnTo>
                  <a:close/>
                  <a:moveTo>
                    <a:pt x="1034221" y="964961"/>
                  </a:moveTo>
                  <a:lnTo>
                    <a:pt x="1005426" y="992203"/>
                  </a:lnTo>
                  <a:lnTo>
                    <a:pt x="1083400" y="974158"/>
                  </a:lnTo>
                  <a:close/>
                  <a:moveTo>
                    <a:pt x="455053" y="331866"/>
                  </a:moveTo>
                  <a:lnTo>
                    <a:pt x="436079" y="300700"/>
                  </a:lnTo>
                  <a:lnTo>
                    <a:pt x="406301" y="324266"/>
                  </a:lnTo>
                  <a:close/>
                  <a:moveTo>
                    <a:pt x="1223162" y="1099665"/>
                  </a:moveTo>
                  <a:lnTo>
                    <a:pt x="1215400" y="1095606"/>
                  </a:lnTo>
                  <a:lnTo>
                    <a:pt x="1261844" y="1127108"/>
                  </a:lnTo>
                  <a:close/>
                  <a:moveTo>
                    <a:pt x="1229768" y="1151202"/>
                  </a:moveTo>
                  <a:lnTo>
                    <a:pt x="1223162" y="1099665"/>
                  </a:lnTo>
                  <a:lnTo>
                    <a:pt x="1261844" y="1127108"/>
                  </a:lnTo>
                  <a:close/>
                  <a:moveTo>
                    <a:pt x="912737" y="687372"/>
                  </a:moveTo>
                  <a:lnTo>
                    <a:pt x="913392" y="687881"/>
                  </a:lnTo>
                  <a:lnTo>
                    <a:pt x="888174" y="669782"/>
                  </a:lnTo>
                  <a:close/>
                  <a:moveTo>
                    <a:pt x="495351" y="259304"/>
                  </a:moveTo>
                  <a:lnTo>
                    <a:pt x="525268" y="284810"/>
                  </a:lnTo>
                  <a:lnTo>
                    <a:pt x="510413" y="275079"/>
                  </a:lnTo>
                  <a:close/>
                  <a:moveTo>
                    <a:pt x="543352" y="195519"/>
                  </a:moveTo>
                  <a:lnTo>
                    <a:pt x="545913" y="199449"/>
                  </a:lnTo>
                  <a:lnTo>
                    <a:pt x="556852" y="133096"/>
                  </a:lnTo>
                  <a:close/>
                  <a:moveTo>
                    <a:pt x="974108" y="512415"/>
                  </a:moveTo>
                  <a:lnTo>
                    <a:pt x="968171" y="536111"/>
                  </a:lnTo>
                  <a:lnTo>
                    <a:pt x="932272" y="488670"/>
                  </a:lnTo>
                  <a:close/>
                  <a:moveTo>
                    <a:pt x="953457" y="278232"/>
                  </a:moveTo>
                  <a:lnTo>
                    <a:pt x="956588" y="309784"/>
                  </a:lnTo>
                  <a:lnTo>
                    <a:pt x="962914" y="281777"/>
                  </a:lnTo>
                  <a:close/>
                  <a:moveTo>
                    <a:pt x="953457" y="278232"/>
                  </a:moveTo>
                  <a:lnTo>
                    <a:pt x="962914" y="281777"/>
                  </a:lnTo>
                  <a:lnTo>
                    <a:pt x="970822" y="228102"/>
                  </a:lnTo>
                  <a:close/>
                  <a:moveTo>
                    <a:pt x="806082" y="0"/>
                  </a:moveTo>
                  <a:lnTo>
                    <a:pt x="752984" y="13553"/>
                  </a:lnTo>
                  <a:lnTo>
                    <a:pt x="799261" y="70919"/>
                  </a:lnTo>
                  <a:close/>
                </a:path>
              </a:pathLst>
            </a:custGeom>
            <a:solidFill>
              <a:srgbClr val="EFF2F3"/>
            </a:solidFill>
            <a:ln w="1524">
              <a:solidFill>
                <a:srgbClr val="EFF2F3"/>
              </a:solidFill>
            </a:ln>
          </p:spPr>
        </p:sp>
        <p:sp>
          <p:nvSpPr>
            <p:cNvPr id="4250" name="Output_density__4249">
              <a:extLst>
                <a:ext uri="{FF2B5EF4-FFF2-40B4-BE49-F238E27FC236}">
                  <a16:creationId xmlns:a16="http://schemas.microsoft.com/office/drawing/2014/main" id="{85FE8C74-8F8A-A863-C316-E98F2CF1F1A6}"/>
                </a:ext>
              </a:extLst>
            </p:cNvPr>
            <p:cNvSpPr>
              <a:spLocks noGrp="1"/>
            </p:cNvSpPr>
            <p:nvPr/>
          </p:nvSpPr>
          <p:spPr>
            <a:xfrm>
              <a:off x="15614880" y="2516323"/>
              <a:ext cx="886140" cy="1579222"/>
            </a:xfrm>
            <a:custGeom>
              <a:avLst/>
              <a:gdLst/>
              <a:ahLst/>
              <a:cxnLst/>
              <a:rect l="0" t="0" r="0" b="0"/>
              <a:pathLst>
                <a:path w="886140" h="1579222">
                  <a:moveTo>
                    <a:pt x="221415" y="1154307"/>
                  </a:moveTo>
                  <a:lnTo>
                    <a:pt x="218079" y="1159467"/>
                  </a:lnTo>
                  <a:lnTo>
                    <a:pt x="224290" y="1153800"/>
                  </a:lnTo>
                  <a:close/>
                  <a:moveTo>
                    <a:pt x="688884" y="1544529"/>
                  </a:moveTo>
                  <a:lnTo>
                    <a:pt x="669557" y="1542506"/>
                  </a:lnTo>
                  <a:lnTo>
                    <a:pt x="646349" y="1548852"/>
                  </a:lnTo>
                  <a:close/>
                  <a:moveTo>
                    <a:pt x="221415" y="1154307"/>
                  </a:moveTo>
                  <a:lnTo>
                    <a:pt x="225699" y="1153272"/>
                  </a:lnTo>
                  <a:lnTo>
                    <a:pt x="257030" y="1141312"/>
                  </a:lnTo>
                  <a:close/>
                  <a:moveTo>
                    <a:pt x="225699" y="1153272"/>
                  </a:moveTo>
                  <a:lnTo>
                    <a:pt x="221415" y="1154307"/>
                  </a:lnTo>
                  <a:lnTo>
                    <a:pt x="224290" y="1153800"/>
                  </a:lnTo>
                  <a:close/>
                  <a:moveTo>
                    <a:pt x="277050" y="1130213"/>
                  </a:moveTo>
                  <a:lnTo>
                    <a:pt x="225699" y="1153272"/>
                  </a:lnTo>
                  <a:lnTo>
                    <a:pt x="298175" y="1120471"/>
                  </a:lnTo>
                  <a:close/>
                  <a:moveTo>
                    <a:pt x="298175" y="1120471"/>
                  </a:moveTo>
                  <a:lnTo>
                    <a:pt x="225699" y="1153272"/>
                  </a:lnTo>
                  <a:lnTo>
                    <a:pt x="224290" y="1153800"/>
                  </a:lnTo>
                  <a:close/>
                  <a:moveTo>
                    <a:pt x="298175" y="1120471"/>
                  </a:moveTo>
                  <a:lnTo>
                    <a:pt x="224290" y="1153800"/>
                  </a:lnTo>
                  <a:lnTo>
                    <a:pt x="269204" y="1147051"/>
                  </a:lnTo>
                  <a:close/>
                  <a:moveTo>
                    <a:pt x="49004" y="932004"/>
                  </a:moveTo>
                  <a:lnTo>
                    <a:pt x="34770" y="969249"/>
                  </a:lnTo>
                  <a:lnTo>
                    <a:pt x="53596" y="948161"/>
                  </a:lnTo>
                  <a:close/>
                  <a:moveTo>
                    <a:pt x="0" y="845087"/>
                  </a:moveTo>
                  <a:lnTo>
                    <a:pt x="12685" y="773302"/>
                  </a:lnTo>
                  <a:lnTo>
                    <a:pt x="10663" y="769457"/>
                  </a:lnTo>
                  <a:close/>
                  <a:moveTo>
                    <a:pt x="10663" y="769457"/>
                  </a:moveTo>
                  <a:lnTo>
                    <a:pt x="12685" y="773302"/>
                  </a:lnTo>
                  <a:lnTo>
                    <a:pt x="16591" y="766380"/>
                  </a:lnTo>
                  <a:close/>
                  <a:moveTo>
                    <a:pt x="277050" y="1130213"/>
                  </a:moveTo>
                  <a:lnTo>
                    <a:pt x="257030" y="1141312"/>
                  </a:lnTo>
                  <a:lnTo>
                    <a:pt x="225699" y="1153272"/>
                  </a:lnTo>
                  <a:close/>
                  <a:moveTo>
                    <a:pt x="723386" y="1579222"/>
                  </a:moveTo>
                  <a:lnTo>
                    <a:pt x="669557" y="1542506"/>
                  </a:lnTo>
                  <a:lnTo>
                    <a:pt x="694592" y="1539888"/>
                  </a:lnTo>
                  <a:close/>
                  <a:moveTo>
                    <a:pt x="277050" y="1130213"/>
                  </a:moveTo>
                  <a:lnTo>
                    <a:pt x="298175" y="1120471"/>
                  </a:lnTo>
                  <a:lnTo>
                    <a:pt x="271158" y="1116314"/>
                  </a:lnTo>
                  <a:close/>
                  <a:moveTo>
                    <a:pt x="63810" y="498448"/>
                  </a:moveTo>
                  <a:lnTo>
                    <a:pt x="47854" y="515123"/>
                  </a:lnTo>
                  <a:lnTo>
                    <a:pt x="9781" y="524691"/>
                  </a:lnTo>
                  <a:close/>
                  <a:moveTo>
                    <a:pt x="511865" y="990692"/>
                  </a:moveTo>
                  <a:lnTo>
                    <a:pt x="429605" y="992712"/>
                  </a:lnTo>
                  <a:lnTo>
                    <a:pt x="480581" y="1008625"/>
                  </a:lnTo>
                  <a:close/>
                  <a:moveTo>
                    <a:pt x="836460" y="1418688"/>
                  </a:moveTo>
                  <a:lnTo>
                    <a:pt x="857366" y="1409077"/>
                  </a:lnTo>
                  <a:lnTo>
                    <a:pt x="886140" y="1381759"/>
                  </a:lnTo>
                  <a:close/>
                  <a:moveTo>
                    <a:pt x="692098" y="1085374"/>
                  </a:moveTo>
                  <a:lnTo>
                    <a:pt x="656258" y="1093871"/>
                  </a:lnTo>
                  <a:lnTo>
                    <a:pt x="712319" y="1081225"/>
                  </a:lnTo>
                  <a:close/>
                  <a:moveTo>
                    <a:pt x="539653" y="959687"/>
                  </a:moveTo>
                  <a:lnTo>
                    <a:pt x="511865" y="990692"/>
                  </a:lnTo>
                  <a:lnTo>
                    <a:pt x="585297" y="955664"/>
                  </a:lnTo>
                  <a:close/>
                  <a:moveTo>
                    <a:pt x="738243" y="1065201"/>
                  </a:moveTo>
                  <a:lnTo>
                    <a:pt x="692098" y="1085374"/>
                  </a:lnTo>
                  <a:lnTo>
                    <a:pt x="712319" y="1081225"/>
                  </a:lnTo>
                  <a:close/>
                  <a:moveTo>
                    <a:pt x="430577" y="724199"/>
                  </a:moveTo>
                  <a:lnTo>
                    <a:pt x="437682" y="655680"/>
                  </a:lnTo>
                  <a:lnTo>
                    <a:pt x="423725" y="700524"/>
                  </a:lnTo>
                  <a:close/>
                  <a:moveTo>
                    <a:pt x="238080" y="161064"/>
                  </a:moveTo>
                  <a:lnTo>
                    <a:pt x="248366" y="136970"/>
                  </a:lnTo>
                  <a:lnTo>
                    <a:pt x="242425" y="142407"/>
                  </a:lnTo>
                  <a:close/>
                  <a:moveTo>
                    <a:pt x="284356" y="85434"/>
                  </a:moveTo>
                  <a:lnTo>
                    <a:pt x="312005" y="61340"/>
                  </a:lnTo>
                  <a:lnTo>
                    <a:pt x="305290" y="67874"/>
                  </a:lnTo>
                  <a:close/>
                  <a:moveTo>
                    <a:pt x="599542" y="334424"/>
                  </a:moveTo>
                  <a:lnTo>
                    <a:pt x="569552" y="357197"/>
                  </a:lnTo>
                  <a:lnTo>
                    <a:pt x="645135" y="330216"/>
                  </a:lnTo>
                  <a:close/>
                  <a:moveTo>
                    <a:pt x="327925" y="17601"/>
                  </a:moveTo>
                  <a:lnTo>
                    <a:pt x="309036" y="56874"/>
                  </a:lnTo>
                  <a:lnTo>
                    <a:pt x="369937" y="0"/>
                  </a:lnTo>
                  <a:close/>
                  <a:moveTo>
                    <a:pt x="662534" y="273111"/>
                  </a:moveTo>
                  <a:lnTo>
                    <a:pt x="645135" y="330216"/>
                  </a:lnTo>
                  <a:lnTo>
                    <a:pt x="666381" y="294929"/>
                  </a:lnTo>
                  <a:close/>
                </a:path>
              </a:pathLst>
            </a:custGeom>
            <a:solidFill>
              <a:srgbClr val="ECEFF1"/>
            </a:solidFill>
            <a:ln w="1524">
              <a:solidFill>
                <a:srgbClr val="ECEFF1"/>
              </a:solidFill>
            </a:ln>
          </p:spPr>
        </p:sp>
        <p:sp>
          <p:nvSpPr>
            <p:cNvPr id="4251" name="Output_density__4250">
              <a:extLst>
                <a:ext uri="{FF2B5EF4-FFF2-40B4-BE49-F238E27FC236}">
                  <a16:creationId xmlns:a16="http://schemas.microsoft.com/office/drawing/2014/main" id="{5724240C-E49A-2A0C-6D22-5B6FC6DF469E}"/>
                </a:ext>
              </a:extLst>
            </p:cNvPr>
            <p:cNvSpPr>
              <a:spLocks noGrp="1"/>
            </p:cNvSpPr>
            <p:nvPr/>
          </p:nvSpPr>
          <p:spPr>
            <a:xfrm>
              <a:off x="15304740" y="2219578"/>
              <a:ext cx="1411811" cy="2313552"/>
            </a:xfrm>
            <a:custGeom>
              <a:avLst/>
              <a:gdLst/>
              <a:ahLst/>
              <a:cxnLst/>
              <a:rect l="0" t="0" r="0" b="0"/>
              <a:pathLst>
                <a:path w="1411811" h="2313552">
                  <a:moveTo>
                    <a:pt x="209126" y="2262243"/>
                  </a:moveTo>
                  <a:lnTo>
                    <a:pt x="201695" y="2293988"/>
                  </a:lnTo>
                  <a:lnTo>
                    <a:pt x="235000" y="2283610"/>
                  </a:lnTo>
                  <a:close/>
                  <a:moveTo>
                    <a:pt x="302594" y="2289685"/>
                  </a:moveTo>
                  <a:lnTo>
                    <a:pt x="298670" y="2306559"/>
                  </a:lnTo>
                  <a:lnTo>
                    <a:pt x="322562" y="2301413"/>
                  </a:lnTo>
                  <a:close/>
                  <a:moveTo>
                    <a:pt x="387966" y="2271945"/>
                  </a:moveTo>
                  <a:lnTo>
                    <a:pt x="322562" y="2301413"/>
                  </a:lnTo>
                  <a:lnTo>
                    <a:pt x="372142" y="2312109"/>
                  </a:lnTo>
                  <a:close/>
                  <a:moveTo>
                    <a:pt x="429102" y="2276485"/>
                  </a:moveTo>
                  <a:lnTo>
                    <a:pt x="372142" y="2312109"/>
                  </a:lnTo>
                  <a:lnTo>
                    <a:pt x="419248" y="2313552"/>
                  </a:lnTo>
                  <a:close/>
                  <a:moveTo>
                    <a:pt x="429102" y="2276485"/>
                  </a:moveTo>
                  <a:lnTo>
                    <a:pt x="387966" y="2271945"/>
                  </a:lnTo>
                  <a:lnTo>
                    <a:pt x="372142" y="2312109"/>
                  </a:lnTo>
                  <a:close/>
                  <a:moveTo>
                    <a:pt x="387966" y="2271945"/>
                  </a:moveTo>
                  <a:lnTo>
                    <a:pt x="429102" y="2276485"/>
                  </a:lnTo>
                  <a:lnTo>
                    <a:pt x="404661" y="2233612"/>
                  </a:lnTo>
                  <a:close/>
                  <a:moveTo>
                    <a:pt x="387966" y="2271945"/>
                  </a:moveTo>
                  <a:lnTo>
                    <a:pt x="404661" y="2233612"/>
                  </a:lnTo>
                  <a:lnTo>
                    <a:pt x="367529" y="2225817"/>
                  </a:lnTo>
                  <a:close/>
                  <a:moveTo>
                    <a:pt x="320200" y="2117905"/>
                  </a:moveTo>
                  <a:lnTo>
                    <a:pt x="312642" y="2110982"/>
                  </a:lnTo>
                  <a:lnTo>
                    <a:pt x="305878" y="2104134"/>
                  </a:lnTo>
                  <a:close/>
                  <a:moveTo>
                    <a:pt x="350057" y="2086888"/>
                  </a:moveTo>
                  <a:lnTo>
                    <a:pt x="312642" y="2110982"/>
                  </a:lnTo>
                  <a:lnTo>
                    <a:pt x="361220" y="2136374"/>
                  </a:lnTo>
                  <a:close/>
                  <a:moveTo>
                    <a:pt x="26364" y="1420261"/>
                  </a:moveTo>
                  <a:lnTo>
                    <a:pt x="936" y="1392916"/>
                  </a:lnTo>
                  <a:lnTo>
                    <a:pt x="38594" y="1424925"/>
                  </a:lnTo>
                  <a:close/>
                  <a:moveTo>
                    <a:pt x="853" y="1392818"/>
                  </a:moveTo>
                  <a:lnTo>
                    <a:pt x="936" y="1392916"/>
                  </a:lnTo>
                  <a:lnTo>
                    <a:pt x="26364" y="1420261"/>
                  </a:lnTo>
                  <a:close/>
                  <a:moveTo>
                    <a:pt x="4480" y="1368724"/>
                  </a:moveTo>
                  <a:lnTo>
                    <a:pt x="853" y="1392818"/>
                  </a:lnTo>
                  <a:lnTo>
                    <a:pt x="26364" y="1420261"/>
                  </a:lnTo>
                  <a:close/>
                  <a:moveTo>
                    <a:pt x="448811" y="1821262"/>
                  </a:moveTo>
                  <a:lnTo>
                    <a:pt x="468306" y="1868156"/>
                  </a:lnTo>
                  <a:lnTo>
                    <a:pt x="482783" y="1831625"/>
                  </a:lnTo>
                  <a:close/>
                  <a:moveTo>
                    <a:pt x="448811" y="1821262"/>
                  </a:moveTo>
                  <a:lnTo>
                    <a:pt x="482783" y="1831625"/>
                  </a:lnTo>
                  <a:lnTo>
                    <a:pt x="495932" y="1758192"/>
                  </a:lnTo>
                  <a:close/>
                  <a:moveTo>
                    <a:pt x="7422" y="1262038"/>
                  </a:moveTo>
                  <a:lnTo>
                    <a:pt x="75853" y="1241557"/>
                  </a:lnTo>
                  <a:lnTo>
                    <a:pt x="9972" y="1291801"/>
                  </a:lnTo>
                  <a:close/>
                  <a:moveTo>
                    <a:pt x="78994" y="1240283"/>
                  </a:moveTo>
                  <a:lnTo>
                    <a:pt x="7422" y="1262038"/>
                  </a:lnTo>
                  <a:lnTo>
                    <a:pt x="0" y="1254516"/>
                  </a:lnTo>
                  <a:close/>
                  <a:moveTo>
                    <a:pt x="123257" y="1331334"/>
                  </a:moveTo>
                  <a:lnTo>
                    <a:pt x="116318" y="1379831"/>
                  </a:lnTo>
                  <a:lnTo>
                    <a:pt x="140864" y="1344630"/>
                  </a:lnTo>
                  <a:close/>
                  <a:moveTo>
                    <a:pt x="446019" y="1509817"/>
                  </a:moveTo>
                  <a:lnTo>
                    <a:pt x="466025" y="1578219"/>
                  </a:lnTo>
                  <a:lnTo>
                    <a:pt x="504676" y="1513981"/>
                  </a:lnTo>
                  <a:close/>
                  <a:moveTo>
                    <a:pt x="230612" y="1320536"/>
                  </a:moveTo>
                  <a:lnTo>
                    <a:pt x="244683" y="1372073"/>
                  </a:lnTo>
                  <a:lnTo>
                    <a:pt x="312445" y="1319287"/>
                  </a:lnTo>
                  <a:close/>
                  <a:moveTo>
                    <a:pt x="230444" y="1320158"/>
                  </a:moveTo>
                  <a:lnTo>
                    <a:pt x="230612" y="1320536"/>
                  </a:lnTo>
                  <a:lnTo>
                    <a:pt x="312445" y="1319287"/>
                  </a:lnTo>
                  <a:close/>
                  <a:moveTo>
                    <a:pt x="243959" y="1371913"/>
                  </a:moveTo>
                  <a:lnTo>
                    <a:pt x="230444" y="1320158"/>
                  </a:lnTo>
                  <a:lnTo>
                    <a:pt x="312445" y="1319287"/>
                  </a:lnTo>
                  <a:close/>
                  <a:moveTo>
                    <a:pt x="200402" y="1244906"/>
                  </a:moveTo>
                  <a:lnTo>
                    <a:pt x="174708" y="1202002"/>
                  </a:lnTo>
                  <a:lnTo>
                    <a:pt x="197384" y="1217463"/>
                  </a:lnTo>
                  <a:close/>
                  <a:moveTo>
                    <a:pt x="197072" y="1197503"/>
                  </a:moveTo>
                  <a:lnTo>
                    <a:pt x="197384" y="1217463"/>
                  </a:lnTo>
                  <a:lnTo>
                    <a:pt x="174708" y="1202002"/>
                  </a:lnTo>
                  <a:close/>
                  <a:moveTo>
                    <a:pt x="483729" y="1502589"/>
                  </a:moveTo>
                  <a:lnTo>
                    <a:pt x="504676" y="1513981"/>
                  </a:lnTo>
                  <a:lnTo>
                    <a:pt x="508845" y="1496723"/>
                  </a:lnTo>
                  <a:close/>
                  <a:moveTo>
                    <a:pt x="483729" y="1502589"/>
                  </a:moveTo>
                  <a:lnTo>
                    <a:pt x="508845" y="1496723"/>
                  </a:lnTo>
                  <a:lnTo>
                    <a:pt x="492939" y="1426958"/>
                  </a:lnTo>
                  <a:close/>
                  <a:moveTo>
                    <a:pt x="480387" y="1451052"/>
                  </a:moveTo>
                  <a:lnTo>
                    <a:pt x="483729" y="1502589"/>
                  </a:lnTo>
                  <a:lnTo>
                    <a:pt x="492939" y="1426958"/>
                  </a:lnTo>
                  <a:close/>
                  <a:moveTo>
                    <a:pt x="508845" y="1496723"/>
                  </a:moveTo>
                  <a:lnTo>
                    <a:pt x="504676" y="1513981"/>
                  </a:lnTo>
                  <a:lnTo>
                    <a:pt x="515927" y="1502589"/>
                  </a:lnTo>
                  <a:close/>
                  <a:moveTo>
                    <a:pt x="310990" y="1229915"/>
                  </a:moveTo>
                  <a:lnTo>
                    <a:pt x="359144" y="1228749"/>
                  </a:lnTo>
                  <a:lnTo>
                    <a:pt x="302518" y="1174059"/>
                  </a:lnTo>
                  <a:close/>
                  <a:moveTo>
                    <a:pt x="250638" y="1178255"/>
                  </a:moveTo>
                  <a:lnTo>
                    <a:pt x="304659" y="1220812"/>
                  </a:lnTo>
                  <a:lnTo>
                    <a:pt x="310990" y="1229915"/>
                  </a:lnTo>
                  <a:close/>
                  <a:moveTo>
                    <a:pt x="250638" y="1178255"/>
                  </a:moveTo>
                  <a:lnTo>
                    <a:pt x="238366" y="1125488"/>
                  </a:lnTo>
                  <a:lnTo>
                    <a:pt x="237960" y="1169275"/>
                  </a:lnTo>
                  <a:close/>
                  <a:moveTo>
                    <a:pt x="307674" y="1193369"/>
                  </a:moveTo>
                  <a:lnTo>
                    <a:pt x="295669" y="1121665"/>
                  </a:lnTo>
                  <a:lnTo>
                    <a:pt x="302518" y="1174059"/>
                  </a:lnTo>
                  <a:close/>
                  <a:moveTo>
                    <a:pt x="295448" y="1117739"/>
                  </a:moveTo>
                  <a:lnTo>
                    <a:pt x="295669" y="1121665"/>
                  </a:lnTo>
                  <a:lnTo>
                    <a:pt x="307674" y="1193369"/>
                  </a:lnTo>
                  <a:close/>
                  <a:moveTo>
                    <a:pt x="238366" y="1125488"/>
                  </a:moveTo>
                  <a:lnTo>
                    <a:pt x="293607" y="1117739"/>
                  </a:lnTo>
                  <a:lnTo>
                    <a:pt x="242534" y="1097680"/>
                  </a:lnTo>
                  <a:close/>
                  <a:moveTo>
                    <a:pt x="845217" y="1778922"/>
                  </a:moveTo>
                  <a:lnTo>
                    <a:pt x="836322" y="1763620"/>
                  </a:lnTo>
                  <a:lnTo>
                    <a:pt x="827890" y="1753915"/>
                  </a:lnTo>
                  <a:close/>
                  <a:moveTo>
                    <a:pt x="730407" y="1618773"/>
                  </a:moveTo>
                  <a:lnTo>
                    <a:pt x="760152" y="1635553"/>
                  </a:lnTo>
                  <a:lnTo>
                    <a:pt x="770494" y="1660547"/>
                  </a:lnTo>
                  <a:close/>
                  <a:moveTo>
                    <a:pt x="400327" y="1196718"/>
                  </a:moveTo>
                  <a:lnTo>
                    <a:pt x="416067" y="1220454"/>
                  </a:lnTo>
                  <a:lnTo>
                    <a:pt x="457951" y="1244156"/>
                  </a:lnTo>
                  <a:close/>
                  <a:moveTo>
                    <a:pt x="1088527" y="1918230"/>
                  </a:moveTo>
                  <a:lnTo>
                    <a:pt x="1126714" y="1900932"/>
                  </a:lnTo>
                  <a:lnTo>
                    <a:pt x="1129132" y="1871925"/>
                  </a:lnTo>
                  <a:close/>
                  <a:moveTo>
                    <a:pt x="574995" y="1292697"/>
                  </a:moveTo>
                  <a:lnTo>
                    <a:pt x="618875" y="1351328"/>
                  </a:lnTo>
                  <a:lnTo>
                    <a:pt x="580803" y="1299791"/>
                  </a:lnTo>
                  <a:close/>
                  <a:moveTo>
                    <a:pt x="542004" y="1281537"/>
                  </a:moveTo>
                  <a:lnTo>
                    <a:pt x="604704" y="1331287"/>
                  </a:lnTo>
                  <a:lnTo>
                    <a:pt x="574995" y="1292697"/>
                  </a:lnTo>
                  <a:close/>
                  <a:moveTo>
                    <a:pt x="1027043" y="1717769"/>
                  </a:moveTo>
                  <a:lnTo>
                    <a:pt x="1080658" y="1774907"/>
                  </a:lnTo>
                  <a:lnTo>
                    <a:pt x="1042353" y="1739527"/>
                  </a:lnTo>
                  <a:close/>
                  <a:moveTo>
                    <a:pt x="573920" y="1105343"/>
                  </a:moveTo>
                  <a:lnTo>
                    <a:pt x="620030" y="1168582"/>
                  </a:lnTo>
                  <a:lnTo>
                    <a:pt x="629677" y="1148530"/>
                  </a:lnTo>
                  <a:close/>
                  <a:moveTo>
                    <a:pt x="156168" y="657258"/>
                  </a:moveTo>
                  <a:lnTo>
                    <a:pt x="185361" y="633164"/>
                  </a:lnTo>
                  <a:lnTo>
                    <a:pt x="136695" y="605721"/>
                  </a:lnTo>
                  <a:close/>
                  <a:moveTo>
                    <a:pt x="730714" y="1303140"/>
                  </a:moveTo>
                  <a:lnTo>
                    <a:pt x="731257" y="1304367"/>
                  </a:lnTo>
                  <a:lnTo>
                    <a:pt x="734148" y="1308306"/>
                  </a:lnTo>
                  <a:close/>
                  <a:moveTo>
                    <a:pt x="629677" y="1148530"/>
                  </a:moveTo>
                  <a:lnTo>
                    <a:pt x="620030" y="1168582"/>
                  </a:lnTo>
                  <a:lnTo>
                    <a:pt x="649028" y="1164735"/>
                  </a:lnTo>
                  <a:close/>
                  <a:moveTo>
                    <a:pt x="1162496" y="1726867"/>
                  </a:moveTo>
                  <a:lnTo>
                    <a:pt x="1135600" y="1691339"/>
                  </a:lnTo>
                  <a:lnTo>
                    <a:pt x="1080323" y="1729212"/>
                  </a:lnTo>
                  <a:close/>
                  <a:moveTo>
                    <a:pt x="1135600" y="1691339"/>
                  </a:moveTo>
                  <a:lnTo>
                    <a:pt x="1086348" y="1644795"/>
                  </a:lnTo>
                  <a:lnTo>
                    <a:pt x="1078961" y="1663896"/>
                  </a:lnTo>
                  <a:close/>
                  <a:moveTo>
                    <a:pt x="1056146" y="1638820"/>
                  </a:moveTo>
                  <a:lnTo>
                    <a:pt x="1078961" y="1663896"/>
                  </a:lnTo>
                  <a:lnTo>
                    <a:pt x="1086348" y="1644795"/>
                  </a:lnTo>
                  <a:close/>
                  <a:moveTo>
                    <a:pt x="326229" y="778325"/>
                  </a:moveTo>
                  <a:lnTo>
                    <a:pt x="369849" y="780845"/>
                  </a:lnTo>
                  <a:lnTo>
                    <a:pt x="353357" y="731510"/>
                  </a:lnTo>
                  <a:close/>
                  <a:moveTo>
                    <a:pt x="357257" y="665596"/>
                  </a:moveTo>
                  <a:lnTo>
                    <a:pt x="319195" y="670029"/>
                  </a:lnTo>
                  <a:lnTo>
                    <a:pt x="314814" y="724863"/>
                  </a:lnTo>
                  <a:close/>
                  <a:moveTo>
                    <a:pt x="357257" y="665596"/>
                  </a:moveTo>
                  <a:lnTo>
                    <a:pt x="314814" y="724863"/>
                  </a:lnTo>
                  <a:lnTo>
                    <a:pt x="353357" y="731510"/>
                  </a:lnTo>
                  <a:close/>
                  <a:moveTo>
                    <a:pt x="160353" y="460758"/>
                  </a:moveTo>
                  <a:lnTo>
                    <a:pt x="106695" y="403656"/>
                  </a:lnTo>
                  <a:lnTo>
                    <a:pt x="113338" y="460998"/>
                  </a:lnTo>
                  <a:close/>
                  <a:moveTo>
                    <a:pt x="160353" y="460758"/>
                  </a:moveTo>
                  <a:lnTo>
                    <a:pt x="204874" y="462546"/>
                  </a:lnTo>
                  <a:lnTo>
                    <a:pt x="159596" y="422666"/>
                  </a:lnTo>
                  <a:close/>
                  <a:moveTo>
                    <a:pt x="204874" y="462546"/>
                  </a:moveTo>
                  <a:lnTo>
                    <a:pt x="211234" y="441054"/>
                  </a:lnTo>
                  <a:lnTo>
                    <a:pt x="159596" y="422666"/>
                  </a:lnTo>
                  <a:close/>
                  <a:moveTo>
                    <a:pt x="1374721" y="1770318"/>
                  </a:moveTo>
                  <a:lnTo>
                    <a:pt x="1345893" y="1753629"/>
                  </a:lnTo>
                  <a:lnTo>
                    <a:pt x="1308808" y="1749873"/>
                  </a:lnTo>
                  <a:close/>
                  <a:moveTo>
                    <a:pt x="337925" y="605156"/>
                  </a:moveTo>
                  <a:lnTo>
                    <a:pt x="335609" y="660607"/>
                  </a:lnTo>
                  <a:lnTo>
                    <a:pt x="360375" y="649315"/>
                  </a:lnTo>
                  <a:close/>
                  <a:moveTo>
                    <a:pt x="231237" y="454460"/>
                  </a:moveTo>
                  <a:lnTo>
                    <a:pt x="278645" y="430366"/>
                  </a:lnTo>
                  <a:lnTo>
                    <a:pt x="211234" y="441054"/>
                  </a:lnTo>
                  <a:close/>
                  <a:moveTo>
                    <a:pt x="278645" y="430366"/>
                  </a:moveTo>
                  <a:lnTo>
                    <a:pt x="237357" y="403824"/>
                  </a:lnTo>
                  <a:lnTo>
                    <a:pt x="211234" y="441054"/>
                  </a:lnTo>
                  <a:close/>
                  <a:moveTo>
                    <a:pt x="1400394" y="1704878"/>
                  </a:moveTo>
                  <a:lnTo>
                    <a:pt x="1374721" y="1770318"/>
                  </a:lnTo>
                  <a:lnTo>
                    <a:pt x="1411811" y="1758339"/>
                  </a:lnTo>
                  <a:close/>
                  <a:moveTo>
                    <a:pt x="1219606" y="1612423"/>
                  </a:moveTo>
                  <a:lnTo>
                    <a:pt x="1215503" y="1591614"/>
                  </a:lnTo>
                  <a:lnTo>
                    <a:pt x="1202847" y="1568156"/>
                  </a:lnTo>
                  <a:close/>
                  <a:moveTo>
                    <a:pt x="1173024" y="1612312"/>
                  </a:moveTo>
                  <a:lnTo>
                    <a:pt x="1186288" y="1615708"/>
                  </a:lnTo>
                  <a:lnTo>
                    <a:pt x="1202847" y="1568156"/>
                  </a:lnTo>
                  <a:close/>
                  <a:moveTo>
                    <a:pt x="1115189" y="1408359"/>
                  </a:moveTo>
                  <a:lnTo>
                    <a:pt x="1150277" y="1442575"/>
                  </a:lnTo>
                  <a:lnTo>
                    <a:pt x="1081914" y="1397428"/>
                  </a:lnTo>
                  <a:close/>
                  <a:moveTo>
                    <a:pt x="1111142" y="1399965"/>
                  </a:moveTo>
                  <a:lnTo>
                    <a:pt x="1115189" y="1408359"/>
                  </a:lnTo>
                  <a:lnTo>
                    <a:pt x="1084985" y="1333931"/>
                  </a:lnTo>
                  <a:close/>
                  <a:moveTo>
                    <a:pt x="1084985" y="1333931"/>
                  </a:moveTo>
                  <a:lnTo>
                    <a:pt x="1120450" y="1299865"/>
                  </a:lnTo>
                  <a:lnTo>
                    <a:pt x="1064011" y="1349240"/>
                  </a:lnTo>
                  <a:close/>
                  <a:moveTo>
                    <a:pt x="1066830" y="1284206"/>
                  </a:moveTo>
                  <a:lnTo>
                    <a:pt x="1066801" y="1282395"/>
                  </a:lnTo>
                  <a:lnTo>
                    <a:pt x="1080834" y="1333931"/>
                  </a:lnTo>
                  <a:close/>
                  <a:moveTo>
                    <a:pt x="1066801" y="1282395"/>
                  </a:moveTo>
                  <a:lnTo>
                    <a:pt x="1066830" y="1284206"/>
                  </a:lnTo>
                  <a:lnTo>
                    <a:pt x="981292" y="1253021"/>
                  </a:lnTo>
                  <a:close/>
                  <a:moveTo>
                    <a:pt x="278645" y="430366"/>
                  </a:moveTo>
                  <a:lnTo>
                    <a:pt x="301951" y="406273"/>
                  </a:lnTo>
                  <a:lnTo>
                    <a:pt x="237357" y="403824"/>
                  </a:lnTo>
                  <a:close/>
                  <a:moveTo>
                    <a:pt x="349707" y="474532"/>
                  </a:moveTo>
                  <a:lnTo>
                    <a:pt x="326675" y="428194"/>
                  </a:lnTo>
                  <a:lnTo>
                    <a:pt x="293009" y="437224"/>
                  </a:lnTo>
                  <a:close/>
                  <a:moveTo>
                    <a:pt x="1026719" y="1155227"/>
                  </a:moveTo>
                  <a:lnTo>
                    <a:pt x="1009048" y="1179321"/>
                  </a:lnTo>
                  <a:lnTo>
                    <a:pt x="1065396" y="1206764"/>
                  </a:lnTo>
                  <a:close/>
                  <a:moveTo>
                    <a:pt x="1032279" y="1052154"/>
                  </a:moveTo>
                  <a:lnTo>
                    <a:pt x="1008428" y="1095490"/>
                  </a:lnTo>
                  <a:lnTo>
                    <a:pt x="1038008" y="1056666"/>
                  </a:lnTo>
                  <a:close/>
                  <a:moveTo>
                    <a:pt x="448672" y="534967"/>
                  </a:moveTo>
                  <a:lnTo>
                    <a:pt x="495777" y="560882"/>
                  </a:lnTo>
                  <a:lnTo>
                    <a:pt x="475693" y="501093"/>
                  </a:lnTo>
                  <a:close/>
                  <a:moveTo>
                    <a:pt x="475693" y="501093"/>
                  </a:moveTo>
                  <a:lnTo>
                    <a:pt x="495777" y="560882"/>
                  </a:lnTo>
                  <a:lnTo>
                    <a:pt x="507944" y="493570"/>
                  </a:lnTo>
                  <a:close/>
                  <a:moveTo>
                    <a:pt x="577116" y="538059"/>
                  </a:moveTo>
                  <a:lnTo>
                    <a:pt x="537861" y="519076"/>
                  </a:lnTo>
                  <a:lnTo>
                    <a:pt x="507944" y="493570"/>
                  </a:lnTo>
                  <a:close/>
                  <a:moveTo>
                    <a:pt x="1261169" y="1390404"/>
                  </a:moveTo>
                  <a:lnTo>
                    <a:pt x="1289007" y="1405754"/>
                  </a:lnTo>
                  <a:lnTo>
                    <a:pt x="1269210" y="1359107"/>
                  </a:lnTo>
                  <a:close/>
                  <a:moveTo>
                    <a:pt x="1232009" y="1351368"/>
                  </a:moveTo>
                  <a:lnTo>
                    <a:pt x="1269210" y="1359107"/>
                  </a:lnTo>
                  <a:lnTo>
                    <a:pt x="1265203" y="1356820"/>
                  </a:lnTo>
                  <a:close/>
                  <a:moveTo>
                    <a:pt x="1008428" y="1095490"/>
                  </a:moveTo>
                  <a:lnTo>
                    <a:pt x="1032279" y="1052154"/>
                  </a:lnTo>
                  <a:lnTo>
                    <a:pt x="1011442" y="1040281"/>
                  </a:lnTo>
                  <a:close/>
                  <a:moveTo>
                    <a:pt x="1099730" y="857477"/>
                  </a:moveTo>
                  <a:lnTo>
                    <a:pt x="1133492" y="876799"/>
                  </a:lnTo>
                  <a:lnTo>
                    <a:pt x="1076091" y="837477"/>
                  </a:lnTo>
                  <a:close/>
                  <a:moveTo>
                    <a:pt x="1133492" y="876799"/>
                  </a:moveTo>
                  <a:lnTo>
                    <a:pt x="1145648" y="881653"/>
                  </a:lnTo>
                  <a:lnTo>
                    <a:pt x="1076091" y="837477"/>
                  </a:lnTo>
                  <a:close/>
                  <a:moveTo>
                    <a:pt x="1076091" y="837477"/>
                  </a:moveTo>
                  <a:lnTo>
                    <a:pt x="1145648" y="881653"/>
                  </a:lnTo>
                  <a:lnTo>
                    <a:pt x="1104523" y="849357"/>
                  </a:lnTo>
                  <a:close/>
                  <a:moveTo>
                    <a:pt x="1160934" y="911628"/>
                  </a:moveTo>
                  <a:lnTo>
                    <a:pt x="1145648" y="881653"/>
                  </a:lnTo>
                  <a:lnTo>
                    <a:pt x="1133492" y="876799"/>
                  </a:lnTo>
                  <a:close/>
                  <a:moveTo>
                    <a:pt x="1039516" y="829229"/>
                  </a:moveTo>
                  <a:lnTo>
                    <a:pt x="1076091" y="837477"/>
                  </a:lnTo>
                  <a:lnTo>
                    <a:pt x="1005357" y="794256"/>
                  </a:lnTo>
                  <a:close/>
                  <a:moveTo>
                    <a:pt x="958560" y="731577"/>
                  </a:moveTo>
                  <a:lnTo>
                    <a:pt x="1005357" y="794256"/>
                  </a:lnTo>
                  <a:lnTo>
                    <a:pt x="986903" y="746283"/>
                  </a:lnTo>
                  <a:close/>
                  <a:moveTo>
                    <a:pt x="919816" y="534161"/>
                  </a:moveTo>
                  <a:lnTo>
                    <a:pt x="951659" y="567580"/>
                  </a:lnTo>
                  <a:lnTo>
                    <a:pt x="972674" y="569856"/>
                  </a:lnTo>
                  <a:close/>
                  <a:moveTo>
                    <a:pt x="862651" y="495108"/>
                  </a:moveTo>
                  <a:lnTo>
                    <a:pt x="793863" y="540137"/>
                  </a:lnTo>
                  <a:lnTo>
                    <a:pt x="863893" y="519585"/>
                  </a:lnTo>
                  <a:close/>
                  <a:moveTo>
                    <a:pt x="829943" y="464507"/>
                  </a:moveTo>
                  <a:lnTo>
                    <a:pt x="793863" y="540137"/>
                  </a:lnTo>
                  <a:lnTo>
                    <a:pt x="862651" y="495108"/>
                  </a:lnTo>
                  <a:close/>
                  <a:moveTo>
                    <a:pt x="790476" y="478547"/>
                  </a:moveTo>
                  <a:lnTo>
                    <a:pt x="829943" y="464507"/>
                  </a:lnTo>
                  <a:lnTo>
                    <a:pt x="806208" y="458751"/>
                  </a:lnTo>
                  <a:close/>
                  <a:moveTo>
                    <a:pt x="789582" y="464507"/>
                  </a:moveTo>
                  <a:lnTo>
                    <a:pt x="790476" y="478547"/>
                  </a:lnTo>
                  <a:lnTo>
                    <a:pt x="806208" y="458751"/>
                  </a:lnTo>
                  <a:close/>
                  <a:moveTo>
                    <a:pt x="869631" y="521203"/>
                  </a:moveTo>
                  <a:lnTo>
                    <a:pt x="904174" y="515456"/>
                  </a:lnTo>
                  <a:lnTo>
                    <a:pt x="919816" y="534161"/>
                  </a:lnTo>
                  <a:close/>
                  <a:moveTo>
                    <a:pt x="861974" y="395660"/>
                  </a:moveTo>
                  <a:lnTo>
                    <a:pt x="829943" y="464507"/>
                  </a:lnTo>
                  <a:lnTo>
                    <a:pt x="857705" y="461874"/>
                  </a:lnTo>
                  <a:close/>
                  <a:moveTo>
                    <a:pt x="861974" y="395660"/>
                  </a:moveTo>
                  <a:lnTo>
                    <a:pt x="900923" y="388876"/>
                  </a:lnTo>
                  <a:lnTo>
                    <a:pt x="865777" y="371894"/>
                  </a:lnTo>
                  <a:close/>
                  <a:moveTo>
                    <a:pt x="765577" y="247819"/>
                  </a:moveTo>
                  <a:lnTo>
                    <a:pt x="734883" y="182730"/>
                  </a:lnTo>
                  <a:lnTo>
                    <a:pt x="718435" y="185419"/>
                  </a:lnTo>
                  <a:close/>
                  <a:moveTo>
                    <a:pt x="718435" y="185419"/>
                  </a:moveTo>
                  <a:lnTo>
                    <a:pt x="723593" y="189647"/>
                  </a:lnTo>
                  <a:lnTo>
                    <a:pt x="765577" y="247819"/>
                  </a:lnTo>
                  <a:close/>
                  <a:moveTo>
                    <a:pt x="723593" y="189647"/>
                  </a:moveTo>
                  <a:lnTo>
                    <a:pt x="718435" y="185419"/>
                  </a:lnTo>
                  <a:lnTo>
                    <a:pt x="718113" y="182730"/>
                  </a:lnTo>
                  <a:close/>
                  <a:moveTo>
                    <a:pt x="865777" y="371894"/>
                  </a:moveTo>
                  <a:lnTo>
                    <a:pt x="941417" y="345122"/>
                  </a:lnTo>
                  <a:lnTo>
                    <a:pt x="891224" y="332137"/>
                  </a:lnTo>
                  <a:close/>
                  <a:moveTo>
                    <a:pt x="749715" y="210173"/>
                  </a:moveTo>
                  <a:lnTo>
                    <a:pt x="723593" y="189647"/>
                  </a:lnTo>
                  <a:lnTo>
                    <a:pt x="718113" y="182730"/>
                  </a:lnTo>
                  <a:close/>
                  <a:moveTo>
                    <a:pt x="962599" y="289420"/>
                  </a:moveTo>
                  <a:lnTo>
                    <a:pt x="941417" y="345122"/>
                  </a:lnTo>
                  <a:lnTo>
                    <a:pt x="996503" y="299512"/>
                  </a:lnTo>
                  <a:close/>
                  <a:moveTo>
                    <a:pt x="996503" y="299512"/>
                  </a:moveTo>
                  <a:lnTo>
                    <a:pt x="973865" y="291765"/>
                  </a:lnTo>
                  <a:lnTo>
                    <a:pt x="963308" y="289152"/>
                  </a:lnTo>
                  <a:close/>
                  <a:moveTo>
                    <a:pt x="777820" y="82815"/>
                  </a:moveTo>
                  <a:lnTo>
                    <a:pt x="791657" y="55562"/>
                  </a:lnTo>
                  <a:lnTo>
                    <a:pt x="789867" y="39843"/>
                  </a:lnTo>
                  <a:close/>
                  <a:moveTo>
                    <a:pt x="777820" y="82815"/>
                  </a:moveTo>
                  <a:lnTo>
                    <a:pt x="789867" y="39843"/>
                  </a:lnTo>
                  <a:lnTo>
                    <a:pt x="728929" y="74698"/>
                  </a:lnTo>
                  <a:close/>
                  <a:moveTo>
                    <a:pt x="728929" y="74698"/>
                  </a:moveTo>
                  <a:lnTo>
                    <a:pt x="789867" y="39843"/>
                  </a:lnTo>
                  <a:lnTo>
                    <a:pt x="747209" y="36540"/>
                  </a:lnTo>
                  <a:close/>
                  <a:moveTo>
                    <a:pt x="747209" y="36540"/>
                  </a:moveTo>
                  <a:lnTo>
                    <a:pt x="789867" y="39843"/>
                  </a:lnTo>
                  <a:lnTo>
                    <a:pt x="761699" y="0"/>
                  </a:lnTo>
                  <a:close/>
                </a:path>
              </a:pathLst>
            </a:custGeom>
            <a:solidFill>
              <a:srgbClr val="F1F3F5"/>
            </a:solidFill>
            <a:ln w="1524">
              <a:solidFill>
                <a:srgbClr val="F1F3F5"/>
              </a:solidFill>
            </a:ln>
          </p:spPr>
        </p:sp>
        <p:sp>
          <p:nvSpPr>
            <p:cNvPr id="4252" name="Output_density__4251">
              <a:extLst>
                <a:ext uri="{FF2B5EF4-FFF2-40B4-BE49-F238E27FC236}">
                  <a16:creationId xmlns:a16="http://schemas.microsoft.com/office/drawing/2014/main" id="{A21CC7DA-FC00-1EB7-B5C3-988A48B29945}"/>
                </a:ext>
              </a:extLst>
            </p:cNvPr>
            <p:cNvSpPr>
              <a:spLocks noGrp="1"/>
            </p:cNvSpPr>
            <p:nvPr/>
          </p:nvSpPr>
          <p:spPr>
            <a:xfrm>
              <a:off x="15305677" y="2326677"/>
              <a:ext cx="1399457" cy="2221967"/>
            </a:xfrm>
            <a:custGeom>
              <a:avLst/>
              <a:gdLst/>
              <a:ahLst/>
              <a:cxnLst/>
              <a:rect l="0" t="0" r="0" b="0"/>
              <a:pathLst>
                <a:path w="1399457" h="2221967">
                  <a:moveTo>
                    <a:pt x="208190" y="2155144"/>
                  </a:moveTo>
                  <a:lnTo>
                    <a:pt x="184169" y="2179238"/>
                  </a:lnTo>
                  <a:lnTo>
                    <a:pt x="200759" y="2186889"/>
                  </a:lnTo>
                  <a:close/>
                  <a:moveTo>
                    <a:pt x="339661" y="2221967"/>
                  </a:moveTo>
                  <a:lnTo>
                    <a:pt x="297734" y="2199460"/>
                  </a:lnTo>
                  <a:lnTo>
                    <a:pt x="302652" y="2206680"/>
                  </a:lnTo>
                  <a:close/>
                  <a:moveTo>
                    <a:pt x="321626" y="2194314"/>
                  </a:moveTo>
                  <a:lnTo>
                    <a:pt x="297734" y="2199460"/>
                  </a:lnTo>
                  <a:lnTo>
                    <a:pt x="339661" y="2221967"/>
                  </a:lnTo>
                  <a:close/>
                  <a:moveTo>
                    <a:pt x="371206" y="2205010"/>
                  </a:moveTo>
                  <a:lnTo>
                    <a:pt x="321626" y="2194314"/>
                  </a:lnTo>
                  <a:lnTo>
                    <a:pt x="339661" y="2221967"/>
                  </a:lnTo>
                  <a:close/>
                  <a:moveTo>
                    <a:pt x="371206" y="2205010"/>
                  </a:moveTo>
                  <a:lnTo>
                    <a:pt x="339661" y="2221967"/>
                  </a:lnTo>
                  <a:lnTo>
                    <a:pt x="418312" y="2206453"/>
                  </a:lnTo>
                  <a:close/>
                  <a:moveTo>
                    <a:pt x="284662" y="2191011"/>
                  </a:moveTo>
                  <a:lnTo>
                    <a:pt x="297734" y="2199460"/>
                  </a:lnTo>
                  <a:lnTo>
                    <a:pt x="234064" y="2176511"/>
                  </a:lnTo>
                  <a:close/>
                  <a:moveTo>
                    <a:pt x="349121" y="1979789"/>
                  </a:moveTo>
                  <a:lnTo>
                    <a:pt x="360284" y="2029275"/>
                  </a:lnTo>
                  <a:lnTo>
                    <a:pt x="391472" y="2010981"/>
                  </a:lnTo>
                  <a:close/>
                  <a:moveTo>
                    <a:pt x="438289" y="2011344"/>
                  </a:moveTo>
                  <a:lnTo>
                    <a:pt x="417273" y="1972548"/>
                  </a:lnTo>
                  <a:lnTo>
                    <a:pt x="391472" y="2010981"/>
                  </a:lnTo>
                  <a:close/>
                  <a:moveTo>
                    <a:pt x="0" y="1285817"/>
                  </a:moveTo>
                  <a:lnTo>
                    <a:pt x="60056" y="1335680"/>
                  </a:lnTo>
                  <a:lnTo>
                    <a:pt x="37658" y="1317826"/>
                  </a:lnTo>
                  <a:close/>
                  <a:moveTo>
                    <a:pt x="95235" y="1332310"/>
                  </a:moveTo>
                  <a:lnTo>
                    <a:pt x="46157" y="1323489"/>
                  </a:lnTo>
                  <a:lnTo>
                    <a:pt x="37658" y="1317826"/>
                  </a:lnTo>
                  <a:close/>
                  <a:moveTo>
                    <a:pt x="467370" y="1761057"/>
                  </a:moveTo>
                  <a:lnTo>
                    <a:pt x="478348" y="1776991"/>
                  </a:lnTo>
                  <a:lnTo>
                    <a:pt x="481847" y="1724526"/>
                  </a:lnTo>
                  <a:close/>
                  <a:moveTo>
                    <a:pt x="105649" y="1300532"/>
                  </a:moveTo>
                  <a:lnTo>
                    <a:pt x="46157" y="1323489"/>
                  </a:lnTo>
                  <a:lnTo>
                    <a:pt x="95235" y="1332310"/>
                  </a:lnTo>
                  <a:close/>
                  <a:moveTo>
                    <a:pt x="105649" y="1300532"/>
                  </a:moveTo>
                  <a:lnTo>
                    <a:pt x="50965" y="1307007"/>
                  </a:lnTo>
                  <a:lnTo>
                    <a:pt x="46157" y="1323489"/>
                  </a:lnTo>
                  <a:close/>
                  <a:moveTo>
                    <a:pt x="115381" y="1272732"/>
                  </a:moveTo>
                  <a:lnTo>
                    <a:pt x="135859" y="1251211"/>
                  </a:lnTo>
                  <a:lnTo>
                    <a:pt x="139928" y="1237531"/>
                  </a:lnTo>
                  <a:close/>
                  <a:moveTo>
                    <a:pt x="115381" y="1272732"/>
                  </a:moveTo>
                  <a:lnTo>
                    <a:pt x="128037" y="1280270"/>
                  </a:lnTo>
                  <a:lnTo>
                    <a:pt x="135859" y="1251211"/>
                  </a:lnTo>
                  <a:close/>
                  <a:moveTo>
                    <a:pt x="105649" y="1300532"/>
                  </a:moveTo>
                  <a:lnTo>
                    <a:pt x="128037" y="1280270"/>
                  </a:lnTo>
                  <a:lnTo>
                    <a:pt x="115381" y="1272732"/>
                  </a:lnTo>
                  <a:close/>
                  <a:moveTo>
                    <a:pt x="113629" y="1313162"/>
                  </a:moveTo>
                  <a:lnTo>
                    <a:pt x="128037" y="1280270"/>
                  </a:lnTo>
                  <a:lnTo>
                    <a:pt x="105649" y="1300532"/>
                  </a:lnTo>
                  <a:close/>
                  <a:moveTo>
                    <a:pt x="9036" y="1184702"/>
                  </a:moveTo>
                  <a:lnTo>
                    <a:pt x="74917" y="1134458"/>
                  </a:lnTo>
                  <a:lnTo>
                    <a:pt x="80039" y="1140593"/>
                  </a:lnTo>
                  <a:close/>
                  <a:moveTo>
                    <a:pt x="80039" y="1140593"/>
                  </a:moveTo>
                  <a:lnTo>
                    <a:pt x="75264" y="1137006"/>
                  </a:lnTo>
                  <a:lnTo>
                    <a:pt x="9036" y="1184702"/>
                  </a:lnTo>
                  <a:close/>
                  <a:moveTo>
                    <a:pt x="80039" y="1140593"/>
                  </a:moveTo>
                  <a:lnTo>
                    <a:pt x="118797" y="1185995"/>
                  </a:lnTo>
                  <a:lnTo>
                    <a:pt x="75264" y="1137006"/>
                  </a:lnTo>
                  <a:close/>
                  <a:moveTo>
                    <a:pt x="74917" y="1134458"/>
                  </a:moveTo>
                  <a:lnTo>
                    <a:pt x="6486" y="1154939"/>
                  </a:lnTo>
                  <a:lnTo>
                    <a:pt x="78058" y="1133184"/>
                  </a:lnTo>
                  <a:close/>
                  <a:moveTo>
                    <a:pt x="106942" y="1173995"/>
                  </a:moveTo>
                  <a:lnTo>
                    <a:pt x="139928" y="1237531"/>
                  </a:lnTo>
                  <a:lnTo>
                    <a:pt x="118797" y="1185995"/>
                  </a:lnTo>
                  <a:close/>
                  <a:moveTo>
                    <a:pt x="106942" y="1173995"/>
                  </a:moveTo>
                  <a:lnTo>
                    <a:pt x="122321" y="1224235"/>
                  </a:lnTo>
                  <a:lnTo>
                    <a:pt x="139928" y="1237531"/>
                  </a:lnTo>
                  <a:close/>
                  <a:moveTo>
                    <a:pt x="58733" y="1112463"/>
                  </a:moveTo>
                  <a:lnTo>
                    <a:pt x="106942" y="1173995"/>
                  </a:lnTo>
                  <a:lnTo>
                    <a:pt x="74917" y="1134458"/>
                  </a:lnTo>
                  <a:close/>
                  <a:moveTo>
                    <a:pt x="58733" y="1112463"/>
                  </a:moveTo>
                  <a:lnTo>
                    <a:pt x="74917" y="1134458"/>
                  </a:lnTo>
                  <a:lnTo>
                    <a:pt x="59725" y="1104418"/>
                  </a:lnTo>
                  <a:close/>
                  <a:moveTo>
                    <a:pt x="59725" y="1104418"/>
                  </a:moveTo>
                  <a:lnTo>
                    <a:pt x="74917" y="1134458"/>
                  </a:lnTo>
                  <a:lnTo>
                    <a:pt x="78058" y="1133184"/>
                  </a:lnTo>
                  <a:close/>
                  <a:moveTo>
                    <a:pt x="59725" y="1104418"/>
                  </a:moveTo>
                  <a:lnTo>
                    <a:pt x="78058" y="1133184"/>
                  </a:lnTo>
                  <a:lnTo>
                    <a:pt x="98221" y="1073672"/>
                  </a:lnTo>
                  <a:close/>
                  <a:moveTo>
                    <a:pt x="445083" y="1402718"/>
                  </a:moveTo>
                  <a:lnTo>
                    <a:pt x="414700" y="1452179"/>
                  </a:lnTo>
                  <a:lnTo>
                    <a:pt x="450566" y="1461003"/>
                  </a:lnTo>
                  <a:close/>
                  <a:moveTo>
                    <a:pt x="450566" y="1461003"/>
                  </a:moveTo>
                  <a:lnTo>
                    <a:pt x="465089" y="1471120"/>
                  </a:lnTo>
                  <a:lnTo>
                    <a:pt x="445083" y="1402718"/>
                  </a:lnTo>
                  <a:close/>
                  <a:moveTo>
                    <a:pt x="173771" y="1094903"/>
                  </a:moveTo>
                  <a:lnTo>
                    <a:pt x="162421" y="1086270"/>
                  </a:lnTo>
                  <a:lnTo>
                    <a:pt x="145574" y="1076041"/>
                  </a:lnTo>
                  <a:close/>
                  <a:moveTo>
                    <a:pt x="492002" y="1319859"/>
                  </a:moveTo>
                  <a:lnTo>
                    <a:pt x="507909" y="1389624"/>
                  </a:lnTo>
                  <a:lnTo>
                    <a:pt x="519573" y="1331178"/>
                  </a:lnTo>
                  <a:close/>
                  <a:moveTo>
                    <a:pt x="519573" y="1331178"/>
                  </a:moveTo>
                  <a:lnTo>
                    <a:pt x="507909" y="1389624"/>
                  </a:lnTo>
                  <a:lnTo>
                    <a:pt x="566234" y="1330958"/>
                  </a:lnTo>
                  <a:close/>
                  <a:moveTo>
                    <a:pt x="310054" y="1122816"/>
                  </a:moveTo>
                  <a:lnTo>
                    <a:pt x="309978" y="1185620"/>
                  </a:lnTo>
                  <a:lnTo>
                    <a:pt x="358208" y="1121650"/>
                  </a:lnTo>
                  <a:close/>
                  <a:moveTo>
                    <a:pt x="358208" y="1121650"/>
                  </a:moveTo>
                  <a:lnTo>
                    <a:pt x="329123" y="1103372"/>
                  </a:lnTo>
                  <a:lnTo>
                    <a:pt x="301582" y="1066960"/>
                  </a:lnTo>
                  <a:close/>
                  <a:moveTo>
                    <a:pt x="826954" y="1646816"/>
                  </a:moveTo>
                  <a:lnTo>
                    <a:pt x="814429" y="1668814"/>
                  </a:lnTo>
                  <a:lnTo>
                    <a:pt x="844281" y="1671823"/>
                  </a:lnTo>
                  <a:close/>
                  <a:moveTo>
                    <a:pt x="457014" y="1137057"/>
                  </a:moveTo>
                  <a:lnTo>
                    <a:pt x="415131" y="1113354"/>
                  </a:lnTo>
                  <a:lnTo>
                    <a:pt x="471269" y="1150578"/>
                  </a:lnTo>
                  <a:close/>
                  <a:moveTo>
                    <a:pt x="333545" y="935009"/>
                  </a:moveTo>
                  <a:lnTo>
                    <a:pt x="331498" y="955135"/>
                  </a:lnTo>
                  <a:lnTo>
                    <a:pt x="361628" y="955103"/>
                  </a:lnTo>
                  <a:close/>
                  <a:moveTo>
                    <a:pt x="1048990" y="1778267"/>
                  </a:moveTo>
                  <a:lnTo>
                    <a:pt x="1087591" y="1811131"/>
                  </a:lnTo>
                  <a:lnTo>
                    <a:pt x="1128196" y="1764826"/>
                  </a:lnTo>
                  <a:close/>
                  <a:moveTo>
                    <a:pt x="574059" y="1185598"/>
                  </a:moveTo>
                  <a:lnTo>
                    <a:pt x="603768" y="1224188"/>
                  </a:lnTo>
                  <a:lnTo>
                    <a:pt x="617939" y="1244229"/>
                  </a:lnTo>
                  <a:close/>
                  <a:moveTo>
                    <a:pt x="1128196" y="1764826"/>
                  </a:moveTo>
                  <a:lnTo>
                    <a:pt x="1127894" y="1729370"/>
                  </a:lnTo>
                  <a:lnTo>
                    <a:pt x="1107980" y="1787037"/>
                  </a:lnTo>
                  <a:close/>
                  <a:moveTo>
                    <a:pt x="1127894" y="1729370"/>
                  </a:moveTo>
                  <a:lnTo>
                    <a:pt x="1128196" y="1764826"/>
                  </a:lnTo>
                  <a:lnTo>
                    <a:pt x="1142411" y="1735501"/>
                  </a:lnTo>
                  <a:close/>
                  <a:moveTo>
                    <a:pt x="1106404" y="1711407"/>
                  </a:moveTo>
                  <a:lnTo>
                    <a:pt x="1127894" y="1729370"/>
                  </a:lnTo>
                  <a:lnTo>
                    <a:pt x="1079721" y="1667808"/>
                  </a:lnTo>
                  <a:close/>
                  <a:moveTo>
                    <a:pt x="1079721" y="1667808"/>
                  </a:moveTo>
                  <a:lnTo>
                    <a:pt x="1127894" y="1729370"/>
                  </a:lnTo>
                  <a:lnTo>
                    <a:pt x="1093252" y="1683964"/>
                  </a:lnTo>
                  <a:close/>
                  <a:moveTo>
                    <a:pt x="1079386" y="1622113"/>
                  </a:moveTo>
                  <a:lnTo>
                    <a:pt x="1064287" y="1617613"/>
                  </a:lnTo>
                  <a:lnTo>
                    <a:pt x="1132473" y="1645918"/>
                  </a:lnTo>
                  <a:close/>
                  <a:moveTo>
                    <a:pt x="523305" y="1013988"/>
                  </a:moveTo>
                  <a:lnTo>
                    <a:pt x="587828" y="1006995"/>
                  </a:lnTo>
                  <a:lnTo>
                    <a:pt x="575732" y="1041431"/>
                  </a:lnTo>
                  <a:close/>
                  <a:moveTo>
                    <a:pt x="523305" y="1013988"/>
                  </a:moveTo>
                  <a:lnTo>
                    <a:pt x="575732" y="1041431"/>
                  </a:lnTo>
                  <a:lnTo>
                    <a:pt x="555933" y="1065525"/>
                  </a:lnTo>
                  <a:close/>
                  <a:moveTo>
                    <a:pt x="572983" y="998244"/>
                  </a:moveTo>
                  <a:lnTo>
                    <a:pt x="628741" y="1041431"/>
                  </a:lnTo>
                  <a:lnTo>
                    <a:pt x="587828" y="1006995"/>
                  </a:lnTo>
                  <a:close/>
                  <a:moveTo>
                    <a:pt x="1132473" y="1645918"/>
                  </a:moveTo>
                  <a:lnTo>
                    <a:pt x="1161560" y="1619768"/>
                  </a:lnTo>
                  <a:lnTo>
                    <a:pt x="1079386" y="1622113"/>
                  </a:lnTo>
                  <a:close/>
                  <a:moveTo>
                    <a:pt x="1004624" y="1502650"/>
                  </a:moveTo>
                  <a:lnTo>
                    <a:pt x="1085412" y="1537696"/>
                  </a:lnTo>
                  <a:lnTo>
                    <a:pt x="1073964" y="1532703"/>
                  </a:lnTo>
                  <a:close/>
                  <a:moveTo>
                    <a:pt x="1055210" y="1531721"/>
                  </a:moveTo>
                  <a:lnTo>
                    <a:pt x="1085412" y="1537696"/>
                  </a:lnTo>
                  <a:lnTo>
                    <a:pt x="1010973" y="1505261"/>
                  </a:lnTo>
                  <a:close/>
                  <a:moveTo>
                    <a:pt x="628741" y="1041431"/>
                  </a:moveTo>
                  <a:lnTo>
                    <a:pt x="648092" y="1057636"/>
                  </a:lnTo>
                  <a:lnTo>
                    <a:pt x="650979" y="1035560"/>
                  </a:lnTo>
                  <a:close/>
                  <a:moveTo>
                    <a:pt x="628741" y="1041431"/>
                  </a:moveTo>
                  <a:lnTo>
                    <a:pt x="650979" y="1035560"/>
                  </a:lnTo>
                  <a:lnTo>
                    <a:pt x="587828" y="1006995"/>
                  </a:lnTo>
                  <a:close/>
                  <a:moveTo>
                    <a:pt x="691331" y="1040737"/>
                  </a:moveTo>
                  <a:lnTo>
                    <a:pt x="650979" y="1035560"/>
                  </a:lnTo>
                  <a:lnTo>
                    <a:pt x="648092" y="1057636"/>
                  </a:lnTo>
                  <a:close/>
                  <a:moveTo>
                    <a:pt x="702385" y="969007"/>
                  </a:moveTo>
                  <a:lnTo>
                    <a:pt x="650979" y="1035560"/>
                  </a:lnTo>
                  <a:lnTo>
                    <a:pt x="691331" y="1040737"/>
                  </a:lnTo>
                  <a:close/>
                  <a:moveTo>
                    <a:pt x="334673" y="553508"/>
                  </a:moveTo>
                  <a:lnTo>
                    <a:pt x="318259" y="562930"/>
                  </a:lnTo>
                  <a:lnTo>
                    <a:pt x="356321" y="558497"/>
                  </a:lnTo>
                  <a:close/>
                  <a:moveTo>
                    <a:pt x="334673" y="553508"/>
                  </a:moveTo>
                  <a:lnTo>
                    <a:pt x="356321" y="558497"/>
                  </a:lnTo>
                  <a:lnTo>
                    <a:pt x="359439" y="542216"/>
                  </a:lnTo>
                  <a:close/>
                  <a:moveTo>
                    <a:pt x="159417" y="353659"/>
                  </a:moveTo>
                  <a:lnTo>
                    <a:pt x="161804" y="414461"/>
                  </a:lnTo>
                  <a:lnTo>
                    <a:pt x="203938" y="355447"/>
                  </a:lnTo>
                  <a:close/>
                  <a:moveTo>
                    <a:pt x="112402" y="353899"/>
                  </a:moveTo>
                  <a:lnTo>
                    <a:pt x="161804" y="414461"/>
                  </a:lnTo>
                  <a:lnTo>
                    <a:pt x="159417" y="353659"/>
                  </a:lnTo>
                  <a:close/>
                  <a:moveTo>
                    <a:pt x="1299817" y="1611682"/>
                  </a:moveTo>
                  <a:lnTo>
                    <a:pt x="1307872" y="1642774"/>
                  </a:lnTo>
                  <a:lnTo>
                    <a:pt x="1344957" y="1646530"/>
                  </a:lnTo>
                  <a:close/>
                  <a:moveTo>
                    <a:pt x="1195344" y="1571405"/>
                  </a:moveTo>
                  <a:lnTo>
                    <a:pt x="1211457" y="1511188"/>
                  </a:lnTo>
                  <a:lnTo>
                    <a:pt x="1177165" y="1584240"/>
                  </a:lnTo>
                  <a:close/>
                  <a:moveTo>
                    <a:pt x="1216638" y="1516122"/>
                  </a:moveTo>
                  <a:lnTo>
                    <a:pt x="1208282" y="1576512"/>
                  </a:lnTo>
                  <a:lnTo>
                    <a:pt x="1177165" y="1584240"/>
                  </a:lnTo>
                  <a:close/>
                  <a:moveTo>
                    <a:pt x="1208282" y="1576512"/>
                  </a:moveTo>
                  <a:lnTo>
                    <a:pt x="1216638" y="1516122"/>
                  </a:lnTo>
                  <a:lnTo>
                    <a:pt x="1240302" y="1584240"/>
                  </a:lnTo>
                  <a:close/>
                  <a:moveTo>
                    <a:pt x="1211457" y="1511188"/>
                  </a:moveTo>
                  <a:lnTo>
                    <a:pt x="1195344" y="1571405"/>
                  </a:lnTo>
                  <a:lnTo>
                    <a:pt x="1240302" y="1584240"/>
                  </a:lnTo>
                  <a:close/>
                  <a:moveTo>
                    <a:pt x="978657" y="1285280"/>
                  </a:moveTo>
                  <a:lnTo>
                    <a:pt x="931380" y="1273243"/>
                  </a:lnTo>
                  <a:lnTo>
                    <a:pt x="937145" y="1275020"/>
                  </a:lnTo>
                  <a:close/>
                  <a:moveTo>
                    <a:pt x="964198" y="1270996"/>
                  </a:moveTo>
                  <a:lnTo>
                    <a:pt x="931380" y="1273243"/>
                  </a:lnTo>
                  <a:lnTo>
                    <a:pt x="978657" y="1285280"/>
                  </a:lnTo>
                  <a:close/>
                  <a:moveTo>
                    <a:pt x="320035" y="550015"/>
                  </a:moveTo>
                  <a:lnTo>
                    <a:pt x="318259" y="562930"/>
                  </a:lnTo>
                  <a:lnTo>
                    <a:pt x="334673" y="553508"/>
                  </a:lnTo>
                  <a:close/>
                  <a:moveTo>
                    <a:pt x="320035" y="550015"/>
                  </a:moveTo>
                  <a:lnTo>
                    <a:pt x="334673" y="553508"/>
                  </a:lnTo>
                  <a:lnTo>
                    <a:pt x="336989" y="498057"/>
                  </a:lnTo>
                  <a:close/>
                  <a:moveTo>
                    <a:pt x="336989" y="498057"/>
                  </a:moveTo>
                  <a:lnTo>
                    <a:pt x="359439" y="542216"/>
                  </a:lnTo>
                  <a:lnTo>
                    <a:pt x="383867" y="498651"/>
                  </a:lnTo>
                  <a:close/>
                  <a:moveTo>
                    <a:pt x="383867" y="498651"/>
                  </a:moveTo>
                  <a:lnTo>
                    <a:pt x="414154" y="486720"/>
                  </a:lnTo>
                  <a:lnTo>
                    <a:pt x="404814" y="477877"/>
                  </a:lnTo>
                  <a:close/>
                  <a:moveTo>
                    <a:pt x="359439" y="542216"/>
                  </a:moveTo>
                  <a:lnTo>
                    <a:pt x="406984" y="545302"/>
                  </a:lnTo>
                  <a:lnTo>
                    <a:pt x="383867" y="498651"/>
                  </a:lnTo>
                  <a:close/>
                  <a:moveTo>
                    <a:pt x="404814" y="477877"/>
                  </a:moveTo>
                  <a:lnTo>
                    <a:pt x="414154" y="486720"/>
                  </a:lnTo>
                  <a:lnTo>
                    <a:pt x="417958" y="451433"/>
                  </a:lnTo>
                  <a:close/>
                  <a:moveTo>
                    <a:pt x="277709" y="323267"/>
                  </a:moveTo>
                  <a:lnTo>
                    <a:pt x="263631" y="358684"/>
                  </a:lnTo>
                  <a:lnTo>
                    <a:pt x="292073" y="330125"/>
                  </a:lnTo>
                  <a:close/>
                  <a:moveTo>
                    <a:pt x="1344957" y="1646530"/>
                  </a:moveTo>
                  <a:lnTo>
                    <a:pt x="1373785" y="1663219"/>
                  </a:lnTo>
                  <a:lnTo>
                    <a:pt x="1374233" y="1621088"/>
                  </a:lnTo>
                  <a:close/>
                  <a:moveTo>
                    <a:pt x="1374233" y="1621088"/>
                  </a:moveTo>
                  <a:lnTo>
                    <a:pt x="1373785" y="1663219"/>
                  </a:lnTo>
                  <a:lnTo>
                    <a:pt x="1399457" y="1597779"/>
                  </a:lnTo>
                  <a:close/>
                  <a:moveTo>
                    <a:pt x="1344957" y="1646530"/>
                  </a:moveTo>
                  <a:lnTo>
                    <a:pt x="1312415" y="1592579"/>
                  </a:lnTo>
                  <a:lnTo>
                    <a:pt x="1299817" y="1611682"/>
                  </a:lnTo>
                  <a:close/>
                  <a:moveTo>
                    <a:pt x="1054446" y="1259067"/>
                  </a:moveTo>
                  <a:lnTo>
                    <a:pt x="1110206" y="1292866"/>
                  </a:lnTo>
                  <a:lnTo>
                    <a:pt x="1084049" y="1226832"/>
                  </a:lnTo>
                  <a:close/>
                  <a:moveTo>
                    <a:pt x="1063075" y="1242141"/>
                  </a:moveTo>
                  <a:lnTo>
                    <a:pt x="1099836" y="1187494"/>
                  </a:lnTo>
                  <a:lnTo>
                    <a:pt x="1065893" y="1177107"/>
                  </a:lnTo>
                  <a:close/>
                  <a:moveTo>
                    <a:pt x="1063075" y="1242141"/>
                  </a:moveTo>
                  <a:lnTo>
                    <a:pt x="1065893" y="1177107"/>
                  </a:lnTo>
                  <a:lnTo>
                    <a:pt x="1079898" y="1226832"/>
                  </a:lnTo>
                  <a:close/>
                  <a:moveTo>
                    <a:pt x="870674" y="1096004"/>
                  </a:moveTo>
                  <a:lnTo>
                    <a:pt x="915452" y="1088743"/>
                  </a:lnTo>
                  <a:lnTo>
                    <a:pt x="942408" y="1054628"/>
                  </a:lnTo>
                  <a:close/>
                  <a:moveTo>
                    <a:pt x="894345" y="1049605"/>
                  </a:moveTo>
                  <a:lnTo>
                    <a:pt x="870674" y="1096004"/>
                  </a:lnTo>
                  <a:lnTo>
                    <a:pt x="942408" y="1054628"/>
                  </a:lnTo>
                  <a:close/>
                  <a:moveTo>
                    <a:pt x="942408" y="1054628"/>
                  </a:moveTo>
                  <a:lnTo>
                    <a:pt x="915452" y="1088743"/>
                  </a:lnTo>
                  <a:lnTo>
                    <a:pt x="989777" y="1057058"/>
                  </a:lnTo>
                  <a:close/>
                  <a:moveTo>
                    <a:pt x="400865" y="427303"/>
                  </a:moveTo>
                  <a:lnTo>
                    <a:pt x="417958" y="451433"/>
                  </a:lnTo>
                  <a:lnTo>
                    <a:pt x="447736" y="427868"/>
                  </a:lnTo>
                  <a:close/>
                  <a:moveTo>
                    <a:pt x="292073" y="330125"/>
                  </a:moveTo>
                  <a:lnTo>
                    <a:pt x="301015" y="299174"/>
                  </a:lnTo>
                  <a:lnTo>
                    <a:pt x="277709" y="323267"/>
                  </a:lnTo>
                  <a:close/>
                  <a:moveTo>
                    <a:pt x="325738" y="321095"/>
                  </a:moveTo>
                  <a:lnTo>
                    <a:pt x="301015" y="299174"/>
                  </a:lnTo>
                  <a:lnTo>
                    <a:pt x="292073" y="330125"/>
                  </a:lnTo>
                  <a:close/>
                  <a:moveTo>
                    <a:pt x="1008112" y="1072222"/>
                  </a:moveTo>
                  <a:lnTo>
                    <a:pt x="1045877" y="1092128"/>
                  </a:lnTo>
                  <a:lnTo>
                    <a:pt x="1064459" y="1099665"/>
                  </a:lnTo>
                  <a:close/>
                  <a:moveTo>
                    <a:pt x="618239" y="246520"/>
                  </a:moveTo>
                  <a:lnTo>
                    <a:pt x="574472" y="244119"/>
                  </a:lnTo>
                  <a:lnTo>
                    <a:pt x="568509" y="260264"/>
                  </a:lnTo>
                  <a:close/>
                  <a:moveTo>
                    <a:pt x="1169163" y="821237"/>
                  </a:moveTo>
                  <a:lnTo>
                    <a:pt x="1144712" y="774554"/>
                  </a:lnTo>
                  <a:lnTo>
                    <a:pt x="1159997" y="804529"/>
                  </a:lnTo>
                  <a:close/>
                  <a:moveTo>
                    <a:pt x="1152841" y="793794"/>
                  </a:moveTo>
                  <a:lnTo>
                    <a:pt x="1144712" y="774554"/>
                  </a:lnTo>
                  <a:lnTo>
                    <a:pt x="1169163" y="821237"/>
                  </a:lnTo>
                  <a:close/>
                  <a:moveTo>
                    <a:pt x="929545" y="466938"/>
                  </a:moveTo>
                  <a:lnTo>
                    <a:pt x="971738" y="462757"/>
                  </a:lnTo>
                  <a:lnTo>
                    <a:pt x="950723" y="460481"/>
                  </a:lnTo>
                  <a:close/>
                  <a:moveTo>
                    <a:pt x="789844" y="433038"/>
                  </a:moveTo>
                  <a:lnTo>
                    <a:pt x="789540" y="371448"/>
                  </a:lnTo>
                  <a:lnTo>
                    <a:pt x="788646" y="357408"/>
                  </a:lnTo>
                  <a:close/>
                  <a:moveTo>
                    <a:pt x="788646" y="357408"/>
                  </a:moveTo>
                  <a:lnTo>
                    <a:pt x="809931" y="369072"/>
                  </a:lnTo>
                  <a:lnTo>
                    <a:pt x="789844" y="433038"/>
                  </a:lnTo>
                  <a:close/>
                  <a:moveTo>
                    <a:pt x="829006" y="357408"/>
                  </a:moveTo>
                  <a:lnTo>
                    <a:pt x="789540" y="371448"/>
                  </a:lnTo>
                  <a:lnTo>
                    <a:pt x="788033" y="422099"/>
                  </a:lnTo>
                  <a:close/>
                  <a:moveTo>
                    <a:pt x="937547" y="452572"/>
                  </a:moveTo>
                  <a:lnTo>
                    <a:pt x="929545" y="466938"/>
                  </a:lnTo>
                  <a:lnTo>
                    <a:pt x="950723" y="460481"/>
                  </a:lnTo>
                  <a:close/>
                  <a:moveTo>
                    <a:pt x="937547" y="452572"/>
                  </a:moveTo>
                  <a:lnTo>
                    <a:pt x="950723" y="460481"/>
                  </a:lnTo>
                  <a:lnTo>
                    <a:pt x="918880" y="427062"/>
                  </a:lnTo>
                  <a:close/>
                  <a:moveTo>
                    <a:pt x="805271" y="351652"/>
                  </a:moveTo>
                  <a:lnTo>
                    <a:pt x="829006" y="357408"/>
                  </a:lnTo>
                  <a:lnTo>
                    <a:pt x="826214" y="295054"/>
                  </a:lnTo>
                  <a:close/>
                  <a:moveTo>
                    <a:pt x="826214" y="295054"/>
                  </a:moveTo>
                  <a:lnTo>
                    <a:pt x="829006" y="357408"/>
                  </a:lnTo>
                  <a:lnTo>
                    <a:pt x="861038" y="288561"/>
                  </a:lnTo>
                  <a:close/>
                  <a:moveTo>
                    <a:pt x="840511" y="281777"/>
                  </a:moveTo>
                  <a:lnTo>
                    <a:pt x="861038" y="288561"/>
                  </a:lnTo>
                  <a:lnTo>
                    <a:pt x="864841" y="264795"/>
                  </a:lnTo>
                  <a:close/>
                  <a:moveTo>
                    <a:pt x="722657" y="82548"/>
                  </a:moveTo>
                  <a:lnTo>
                    <a:pt x="755142" y="127167"/>
                  </a:lnTo>
                  <a:lnTo>
                    <a:pt x="764641" y="140720"/>
                  </a:lnTo>
                  <a:close/>
                  <a:moveTo>
                    <a:pt x="1019100" y="309220"/>
                  </a:moveTo>
                  <a:lnTo>
                    <a:pt x="1012454" y="366912"/>
                  </a:lnTo>
                  <a:lnTo>
                    <a:pt x="1012203" y="331506"/>
                  </a:lnTo>
                  <a:close/>
                  <a:moveTo>
                    <a:pt x="982479" y="355270"/>
                  </a:moveTo>
                  <a:lnTo>
                    <a:pt x="1031176" y="362667"/>
                  </a:lnTo>
                  <a:lnTo>
                    <a:pt x="1019100" y="309220"/>
                  </a:lnTo>
                  <a:close/>
                  <a:moveTo>
                    <a:pt x="840511" y="281777"/>
                  </a:moveTo>
                  <a:lnTo>
                    <a:pt x="864841" y="264795"/>
                  </a:lnTo>
                  <a:lnTo>
                    <a:pt x="890287" y="225038"/>
                  </a:lnTo>
                  <a:close/>
                  <a:moveTo>
                    <a:pt x="755142" y="127167"/>
                  </a:moveTo>
                  <a:lnTo>
                    <a:pt x="722657" y="82548"/>
                  </a:lnTo>
                  <a:lnTo>
                    <a:pt x="754048" y="111350"/>
                  </a:lnTo>
                  <a:close/>
                  <a:moveTo>
                    <a:pt x="717177" y="75631"/>
                  </a:moveTo>
                  <a:lnTo>
                    <a:pt x="712065" y="19995"/>
                  </a:lnTo>
                  <a:lnTo>
                    <a:pt x="707766" y="0"/>
                  </a:lnTo>
                  <a:close/>
                </a:path>
              </a:pathLst>
            </a:custGeom>
            <a:solidFill>
              <a:srgbClr val="EFF2F3"/>
            </a:solidFill>
            <a:ln w="1524">
              <a:solidFill>
                <a:srgbClr val="EFF2F3"/>
              </a:solidFill>
            </a:ln>
          </p:spPr>
        </p:sp>
        <p:sp>
          <p:nvSpPr>
            <p:cNvPr id="4253" name="Output_density__4252">
              <a:extLst>
                <a:ext uri="{FF2B5EF4-FFF2-40B4-BE49-F238E27FC236}">
                  <a16:creationId xmlns:a16="http://schemas.microsoft.com/office/drawing/2014/main" id="{136F3596-741A-210A-6E75-97C87454AEFD}"/>
                </a:ext>
              </a:extLst>
            </p:cNvPr>
            <p:cNvSpPr>
              <a:spLocks noGrp="1"/>
            </p:cNvSpPr>
            <p:nvPr/>
          </p:nvSpPr>
          <p:spPr>
            <a:xfrm>
              <a:off x="15283309" y="2214786"/>
              <a:ext cx="1433243" cy="2311351"/>
            </a:xfrm>
            <a:custGeom>
              <a:avLst/>
              <a:gdLst/>
              <a:ahLst/>
              <a:cxnLst/>
              <a:rect l="0" t="0" r="0" b="0"/>
              <a:pathLst>
                <a:path w="1433243" h="2311351">
                  <a:moveTo>
                    <a:pt x="182855" y="2239592"/>
                  </a:moveTo>
                  <a:lnTo>
                    <a:pt x="206538" y="2291129"/>
                  </a:lnTo>
                  <a:lnTo>
                    <a:pt x="230558" y="2267035"/>
                  </a:lnTo>
                  <a:close/>
                  <a:moveTo>
                    <a:pt x="293636" y="2242941"/>
                  </a:moveTo>
                  <a:lnTo>
                    <a:pt x="320102" y="2311351"/>
                  </a:lnTo>
                  <a:lnTo>
                    <a:pt x="324026" y="2294477"/>
                  </a:lnTo>
                  <a:close/>
                  <a:moveTo>
                    <a:pt x="256432" y="2288402"/>
                  </a:moveTo>
                  <a:lnTo>
                    <a:pt x="320102" y="2311351"/>
                  </a:lnTo>
                  <a:lnTo>
                    <a:pt x="293636" y="2242941"/>
                  </a:lnTo>
                  <a:close/>
                  <a:moveTo>
                    <a:pt x="268388" y="2252669"/>
                  </a:moveTo>
                  <a:lnTo>
                    <a:pt x="293636" y="2242941"/>
                  </a:lnTo>
                  <a:lnTo>
                    <a:pt x="291715" y="2245641"/>
                  </a:lnTo>
                  <a:close/>
                  <a:moveTo>
                    <a:pt x="244204" y="2209586"/>
                  </a:moveTo>
                  <a:lnTo>
                    <a:pt x="268388" y="2252669"/>
                  </a:lnTo>
                  <a:lnTo>
                    <a:pt x="291715" y="2245641"/>
                  </a:lnTo>
                  <a:close/>
                  <a:moveTo>
                    <a:pt x="353150" y="2284484"/>
                  </a:moveTo>
                  <a:lnTo>
                    <a:pt x="409398" y="2276737"/>
                  </a:lnTo>
                  <a:lnTo>
                    <a:pt x="388961" y="2230609"/>
                  </a:lnTo>
                  <a:close/>
                  <a:moveTo>
                    <a:pt x="353150" y="2284484"/>
                  </a:moveTo>
                  <a:lnTo>
                    <a:pt x="388961" y="2230609"/>
                  </a:lnTo>
                  <a:lnTo>
                    <a:pt x="351142" y="2223373"/>
                  </a:lnTo>
                  <a:close/>
                  <a:moveTo>
                    <a:pt x="351142" y="2223373"/>
                  </a:moveTo>
                  <a:lnTo>
                    <a:pt x="388961" y="2230609"/>
                  </a:lnTo>
                  <a:lnTo>
                    <a:pt x="316745" y="2188594"/>
                  </a:lnTo>
                  <a:close/>
                  <a:moveTo>
                    <a:pt x="299170" y="2138616"/>
                  </a:moveTo>
                  <a:lnTo>
                    <a:pt x="327310" y="2108926"/>
                  </a:lnTo>
                  <a:lnTo>
                    <a:pt x="245780" y="2113674"/>
                  </a:lnTo>
                  <a:close/>
                  <a:moveTo>
                    <a:pt x="338097" y="1861440"/>
                  </a:moveTo>
                  <a:lnTo>
                    <a:pt x="365629" y="1873121"/>
                  </a:lnTo>
                  <a:lnTo>
                    <a:pt x="338292" y="1937070"/>
                  </a:lnTo>
                  <a:close/>
                  <a:moveTo>
                    <a:pt x="365629" y="1873121"/>
                  </a:moveTo>
                  <a:lnTo>
                    <a:pt x="338097" y="1861440"/>
                  </a:lnTo>
                  <a:lnTo>
                    <a:pt x="316988" y="1811940"/>
                  </a:lnTo>
                  <a:close/>
                  <a:moveTo>
                    <a:pt x="427138" y="1823114"/>
                  </a:moveTo>
                  <a:lnTo>
                    <a:pt x="470243" y="1826054"/>
                  </a:lnTo>
                  <a:lnTo>
                    <a:pt x="469266" y="1764104"/>
                  </a:lnTo>
                  <a:close/>
                  <a:moveTo>
                    <a:pt x="470243" y="1826054"/>
                  </a:moveTo>
                  <a:lnTo>
                    <a:pt x="517364" y="1762984"/>
                  </a:lnTo>
                  <a:lnTo>
                    <a:pt x="469266" y="1764104"/>
                  </a:lnTo>
                  <a:close/>
                  <a:moveTo>
                    <a:pt x="30003" y="1246349"/>
                  </a:moveTo>
                  <a:lnTo>
                    <a:pt x="28854" y="1266830"/>
                  </a:lnTo>
                  <a:lnTo>
                    <a:pt x="33085" y="1321980"/>
                  </a:lnTo>
                  <a:close/>
                  <a:moveTo>
                    <a:pt x="30003" y="1246349"/>
                  </a:moveTo>
                  <a:lnTo>
                    <a:pt x="21432" y="1259308"/>
                  </a:lnTo>
                  <a:lnTo>
                    <a:pt x="28854" y="1266830"/>
                  </a:lnTo>
                  <a:close/>
                  <a:moveTo>
                    <a:pt x="0" y="1218906"/>
                  </a:moveTo>
                  <a:lnTo>
                    <a:pt x="21432" y="1259308"/>
                  </a:lnTo>
                  <a:lnTo>
                    <a:pt x="30003" y="1246349"/>
                  </a:lnTo>
                  <a:close/>
                  <a:moveTo>
                    <a:pt x="228190" y="1281463"/>
                  </a:moveTo>
                  <a:lnTo>
                    <a:pt x="250101" y="1320433"/>
                  </a:lnTo>
                  <a:lnTo>
                    <a:pt x="232292" y="1273792"/>
                  </a:lnTo>
                  <a:close/>
                  <a:moveTo>
                    <a:pt x="250101" y="1320433"/>
                  </a:moveTo>
                  <a:lnTo>
                    <a:pt x="228190" y="1281463"/>
                  </a:lnTo>
                  <a:lnTo>
                    <a:pt x="252044" y="1325328"/>
                  </a:lnTo>
                  <a:close/>
                  <a:moveTo>
                    <a:pt x="684164" y="1816600"/>
                  </a:moveTo>
                  <a:lnTo>
                    <a:pt x="627690" y="1840694"/>
                  </a:lnTo>
                  <a:lnTo>
                    <a:pt x="682609" y="1889447"/>
                  </a:lnTo>
                  <a:close/>
                  <a:moveTo>
                    <a:pt x="467451" y="1514609"/>
                  </a:moveTo>
                  <a:lnTo>
                    <a:pt x="526108" y="1518773"/>
                  </a:lnTo>
                  <a:lnTo>
                    <a:pt x="505161" y="1507381"/>
                  </a:lnTo>
                  <a:close/>
                  <a:moveTo>
                    <a:pt x="438678" y="1501458"/>
                  </a:moveTo>
                  <a:lnTo>
                    <a:pt x="460217" y="1507381"/>
                  </a:lnTo>
                  <a:lnTo>
                    <a:pt x="467451" y="1514609"/>
                  </a:lnTo>
                  <a:close/>
                  <a:moveTo>
                    <a:pt x="250101" y="1320433"/>
                  </a:moveTo>
                  <a:lnTo>
                    <a:pt x="252044" y="1325328"/>
                  </a:lnTo>
                  <a:lnTo>
                    <a:pt x="251876" y="1324949"/>
                  </a:lnTo>
                  <a:close/>
                  <a:moveTo>
                    <a:pt x="247208" y="1301234"/>
                  </a:moveTo>
                  <a:lnTo>
                    <a:pt x="250101" y="1320433"/>
                  </a:lnTo>
                  <a:lnTo>
                    <a:pt x="251876" y="1324949"/>
                  </a:lnTo>
                  <a:close/>
                  <a:moveTo>
                    <a:pt x="232292" y="1273792"/>
                  </a:moveTo>
                  <a:lnTo>
                    <a:pt x="250101" y="1320433"/>
                  </a:lnTo>
                  <a:lnTo>
                    <a:pt x="247208" y="1301234"/>
                  </a:lnTo>
                  <a:close/>
                  <a:moveTo>
                    <a:pt x="221834" y="1249698"/>
                  </a:moveTo>
                  <a:lnTo>
                    <a:pt x="218816" y="1222255"/>
                  </a:lnTo>
                  <a:lnTo>
                    <a:pt x="232292" y="1273792"/>
                  </a:lnTo>
                  <a:close/>
                  <a:moveTo>
                    <a:pt x="694151" y="1757967"/>
                  </a:moveTo>
                  <a:lnTo>
                    <a:pt x="729526" y="1755287"/>
                  </a:lnTo>
                  <a:lnTo>
                    <a:pt x="674710" y="1725017"/>
                  </a:lnTo>
                  <a:close/>
                  <a:moveTo>
                    <a:pt x="776792" y="1740970"/>
                  </a:moveTo>
                  <a:lnTo>
                    <a:pt x="748034" y="1814886"/>
                  </a:lnTo>
                  <a:lnTo>
                    <a:pt x="768839" y="1767370"/>
                  </a:lnTo>
                  <a:close/>
                  <a:moveTo>
                    <a:pt x="792144" y="1754264"/>
                  </a:moveTo>
                  <a:lnTo>
                    <a:pt x="776792" y="1740970"/>
                  </a:lnTo>
                  <a:lnTo>
                    <a:pt x="788601" y="1694402"/>
                  </a:lnTo>
                  <a:close/>
                  <a:moveTo>
                    <a:pt x="514371" y="1431750"/>
                  </a:moveTo>
                  <a:lnTo>
                    <a:pt x="479816" y="1404308"/>
                  </a:lnTo>
                  <a:lnTo>
                    <a:pt x="501818" y="1455844"/>
                  </a:lnTo>
                  <a:close/>
                  <a:moveTo>
                    <a:pt x="272070" y="1183047"/>
                  </a:moveTo>
                  <a:lnTo>
                    <a:pt x="332422" y="1234707"/>
                  </a:lnTo>
                  <a:lnTo>
                    <a:pt x="323950" y="1178851"/>
                  </a:lnTo>
                  <a:close/>
                  <a:moveTo>
                    <a:pt x="317100" y="1126457"/>
                  </a:moveTo>
                  <a:lnTo>
                    <a:pt x="315039" y="1122531"/>
                  </a:lnTo>
                  <a:lnTo>
                    <a:pt x="323950" y="1178851"/>
                  </a:lnTo>
                  <a:close/>
                  <a:moveTo>
                    <a:pt x="323950" y="1178851"/>
                  </a:moveTo>
                  <a:lnTo>
                    <a:pt x="315039" y="1122531"/>
                  </a:lnTo>
                  <a:lnTo>
                    <a:pt x="259798" y="1130280"/>
                  </a:lnTo>
                  <a:close/>
                  <a:moveTo>
                    <a:pt x="323950" y="1178851"/>
                  </a:moveTo>
                  <a:lnTo>
                    <a:pt x="259798" y="1130280"/>
                  </a:lnTo>
                  <a:lnTo>
                    <a:pt x="272070" y="1183047"/>
                  </a:lnTo>
                  <a:close/>
                  <a:moveTo>
                    <a:pt x="263966" y="1102471"/>
                  </a:moveTo>
                  <a:lnTo>
                    <a:pt x="219815" y="1070994"/>
                  </a:lnTo>
                  <a:lnTo>
                    <a:pt x="259798" y="1130280"/>
                  </a:lnTo>
                  <a:close/>
                  <a:moveTo>
                    <a:pt x="211593" y="1081334"/>
                  </a:moveTo>
                  <a:lnTo>
                    <a:pt x="253346" y="1122531"/>
                  </a:lnTo>
                  <a:lnTo>
                    <a:pt x="259798" y="1130280"/>
                  </a:lnTo>
                  <a:close/>
                  <a:moveTo>
                    <a:pt x="791926" y="1665339"/>
                  </a:moveTo>
                  <a:lnTo>
                    <a:pt x="781584" y="1640345"/>
                  </a:lnTo>
                  <a:lnTo>
                    <a:pt x="783399" y="1689433"/>
                  </a:lnTo>
                  <a:close/>
                  <a:moveTo>
                    <a:pt x="736056" y="1573652"/>
                  </a:moveTo>
                  <a:lnTo>
                    <a:pt x="781053" y="1637796"/>
                  </a:lnTo>
                  <a:lnTo>
                    <a:pt x="751838" y="1623565"/>
                  </a:lnTo>
                  <a:close/>
                  <a:moveTo>
                    <a:pt x="315039" y="1122531"/>
                  </a:moveTo>
                  <a:lnTo>
                    <a:pt x="317100" y="1126457"/>
                  </a:lnTo>
                  <a:lnTo>
                    <a:pt x="316490" y="1122173"/>
                  </a:lnTo>
                  <a:close/>
                  <a:moveTo>
                    <a:pt x="316490" y="1122173"/>
                  </a:moveTo>
                  <a:lnTo>
                    <a:pt x="263966" y="1102471"/>
                  </a:lnTo>
                  <a:lnTo>
                    <a:pt x="315039" y="1122531"/>
                  </a:lnTo>
                  <a:close/>
                  <a:moveTo>
                    <a:pt x="267585" y="1061207"/>
                  </a:moveTo>
                  <a:lnTo>
                    <a:pt x="263966" y="1102471"/>
                  </a:lnTo>
                  <a:lnTo>
                    <a:pt x="316490" y="1122173"/>
                  </a:lnTo>
                  <a:close/>
                  <a:moveTo>
                    <a:pt x="316490" y="1122173"/>
                  </a:moveTo>
                  <a:lnTo>
                    <a:pt x="317100" y="1126457"/>
                  </a:lnTo>
                  <a:lnTo>
                    <a:pt x="316880" y="1122531"/>
                  </a:lnTo>
                  <a:close/>
                  <a:moveTo>
                    <a:pt x="316880" y="1122531"/>
                  </a:moveTo>
                  <a:lnTo>
                    <a:pt x="317816" y="1058353"/>
                  </a:lnTo>
                  <a:lnTo>
                    <a:pt x="316490" y="1122173"/>
                  </a:lnTo>
                  <a:close/>
                  <a:moveTo>
                    <a:pt x="754281" y="1613803"/>
                  </a:moveTo>
                  <a:lnTo>
                    <a:pt x="736056" y="1573652"/>
                  </a:lnTo>
                  <a:lnTo>
                    <a:pt x="751838" y="1623565"/>
                  </a:lnTo>
                  <a:close/>
                  <a:moveTo>
                    <a:pt x="421759" y="1201510"/>
                  </a:moveTo>
                  <a:lnTo>
                    <a:pt x="433580" y="1165688"/>
                  </a:lnTo>
                  <a:lnTo>
                    <a:pt x="437499" y="1225245"/>
                  </a:lnTo>
                  <a:close/>
                  <a:moveTo>
                    <a:pt x="584484" y="1292550"/>
                  </a:moveTo>
                  <a:lnTo>
                    <a:pt x="563436" y="1286328"/>
                  </a:lnTo>
                  <a:lnTo>
                    <a:pt x="596427" y="1297489"/>
                  </a:lnTo>
                  <a:close/>
                  <a:moveTo>
                    <a:pt x="596427" y="1297489"/>
                  </a:moveTo>
                  <a:lnTo>
                    <a:pt x="602235" y="1304583"/>
                  </a:lnTo>
                  <a:lnTo>
                    <a:pt x="584484" y="1292550"/>
                  </a:lnTo>
                  <a:close/>
                  <a:moveTo>
                    <a:pt x="355913" y="1046900"/>
                  </a:moveTo>
                  <a:lnTo>
                    <a:pt x="383997" y="1066994"/>
                  </a:lnTo>
                  <a:lnTo>
                    <a:pt x="387210" y="1022806"/>
                  </a:lnTo>
                  <a:close/>
                  <a:moveTo>
                    <a:pt x="1086655" y="1729503"/>
                  </a:moveTo>
                  <a:lnTo>
                    <a:pt x="1101754" y="1734004"/>
                  </a:lnTo>
                  <a:lnTo>
                    <a:pt x="1079764" y="1720224"/>
                  </a:lnTo>
                  <a:close/>
                  <a:moveTo>
                    <a:pt x="1086655" y="1729503"/>
                  </a:moveTo>
                  <a:lnTo>
                    <a:pt x="1079764" y="1720224"/>
                  </a:lnTo>
                  <a:lnTo>
                    <a:pt x="1095629" y="1711104"/>
                  </a:lnTo>
                  <a:close/>
                  <a:moveTo>
                    <a:pt x="1100393" y="1668688"/>
                  </a:moveTo>
                  <a:lnTo>
                    <a:pt x="1086655" y="1729503"/>
                  </a:lnTo>
                  <a:lnTo>
                    <a:pt x="1095629" y="1711104"/>
                  </a:lnTo>
                  <a:close/>
                  <a:moveTo>
                    <a:pt x="757576" y="1256395"/>
                  </a:moveTo>
                  <a:lnTo>
                    <a:pt x="761177" y="1294248"/>
                  </a:lnTo>
                  <a:lnTo>
                    <a:pt x="752689" y="1309159"/>
                  </a:lnTo>
                  <a:close/>
                  <a:moveTo>
                    <a:pt x="757576" y="1256395"/>
                  </a:moveTo>
                  <a:lnTo>
                    <a:pt x="752689" y="1309159"/>
                  </a:lnTo>
                  <a:lnTo>
                    <a:pt x="752210" y="1300497"/>
                  </a:lnTo>
                  <a:close/>
                  <a:moveTo>
                    <a:pt x="402976" y="1003054"/>
                  </a:moveTo>
                  <a:lnTo>
                    <a:pt x="431172" y="973577"/>
                  </a:lnTo>
                  <a:lnTo>
                    <a:pt x="446562" y="991340"/>
                  </a:lnTo>
                  <a:close/>
                  <a:moveTo>
                    <a:pt x="260950" y="741029"/>
                  </a:moveTo>
                  <a:lnTo>
                    <a:pt x="214683" y="689775"/>
                  </a:lnTo>
                  <a:lnTo>
                    <a:pt x="207911" y="713586"/>
                  </a:lnTo>
                  <a:close/>
                  <a:moveTo>
                    <a:pt x="260950" y="741029"/>
                  </a:moveTo>
                  <a:lnTo>
                    <a:pt x="207911" y="713586"/>
                  </a:lnTo>
                  <a:lnTo>
                    <a:pt x="212936" y="765123"/>
                  </a:lnTo>
                  <a:close/>
                  <a:moveTo>
                    <a:pt x="214683" y="689775"/>
                  </a:moveTo>
                  <a:lnTo>
                    <a:pt x="213678" y="684433"/>
                  </a:lnTo>
                  <a:lnTo>
                    <a:pt x="207911" y="713586"/>
                  </a:lnTo>
                  <a:close/>
                  <a:moveTo>
                    <a:pt x="752210" y="1300497"/>
                  </a:moveTo>
                  <a:lnTo>
                    <a:pt x="752689" y="1309159"/>
                  </a:lnTo>
                  <a:lnTo>
                    <a:pt x="752146" y="1307932"/>
                  </a:lnTo>
                  <a:close/>
                  <a:moveTo>
                    <a:pt x="1100393" y="1668688"/>
                  </a:moveTo>
                  <a:lnTo>
                    <a:pt x="1095629" y="1711104"/>
                  </a:lnTo>
                  <a:lnTo>
                    <a:pt x="1157032" y="1696131"/>
                  </a:lnTo>
                  <a:close/>
                  <a:moveTo>
                    <a:pt x="907970" y="1335374"/>
                  </a:moveTo>
                  <a:lnTo>
                    <a:pt x="949239" y="1388800"/>
                  </a:lnTo>
                  <a:lnTo>
                    <a:pt x="950461" y="1382794"/>
                  </a:lnTo>
                  <a:close/>
                  <a:moveTo>
                    <a:pt x="896650" y="1411005"/>
                  </a:moveTo>
                  <a:lnTo>
                    <a:pt x="949239" y="1388800"/>
                  </a:lnTo>
                  <a:lnTo>
                    <a:pt x="907970" y="1335374"/>
                  </a:lnTo>
                  <a:close/>
                  <a:moveTo>
                    <a:pt x="900147" y="1359468"/>
                  </a:moveTo>
                  <a:lnTo>
                    <a:pt x="896650" y="1411005"/>
                  </a:lnTo>
                  <a:lnTo>
                    <a:pt x="907970" y="1335374"/>
                  </a:lnTo>
                  <a:close/>
                  <a:moveTo>
                    <a:pt x="931856" y="1313236"/>
                  </a:moveTo>
                  <a:lnTo>
                    <a:pt x="900147" y="1359468"/>
                  </a:lnTo>
                  <a:lnTo>
                    <a:pt x="907970" y="1335374"/>
                  </a:lnTo>
                  <a:close/>
                  <a:moveTo>
                    <a:pt x="757576" y="1256395"/>
                  </a:moveTo>
                  <a:lnTo>
                    <a:pt x="768868" y="1233263"/>
                  </a:lnTo>
                  <a:lnTo>
                    <a:pt x="767770" y="1204858"/>
                  </a:lnTo>
                  <a:close/>
                  <a:moveTo>
                    <a:pt x="552353" y="1077296"/>
                  </a:moveTo>
                  <a:lnTo>
                    <a:pt x="576375" y="1087580"/>
                  </a:lnTo>
                  <a:lnTo>
                    <a:pt x="594796" y="1061309"/>
                  </a:lnTo>
                  <a:close/>
                  <a:moveTo>
                    <a:pt x="347661" y="783117"/>
                  </a:moveTo>
                  <a:lnTo>
                    <a:pt x="374789" y="736302"/>
                  </a:lnTo>
                  <a:lnTo>
                    <a:pt x="336245" y="729655"/>
                  </a:lnTo>
                  <a:close/>
                  <a:moveTo>
                    <a:pt x="181028" y="427458"/>
                  </a:moveTo>
                  <a:lnTo>
                    <a:pt x="132282" y="407716"/>
                  </a:lnTo>
                  <a:lnTo>
                    <a:pt x="181785" y="465550"/>
                  </a:lnTo>
                  <a:close/>
                  <a:moveTo>
                    <a:pt x="1199533" y="1696131"/>
                  </a:moveTo>
                  <a:lnTo>
                    <a:pt x="1233825" y="1623079"/>
                  </a:lnTo>
                  <a:lnTo>
                    <a:pt x="1207720" y="1620500"/>
                  </a:lnTo>
                  <a:close/>
                  <a:moveTo>
                    <a:pt x="1207720" y="1620500"/>
                  </a:moveTo>
                  <a:lnTo>
                    <a:pt x="1239007" y="1628013"/>
                  </a:lnTo>
                  <a:lnTo>
                    <a:pt x="1199533" y="1696131"/>
                  </a:lnTo>
                  <a:close/>
                  <a:moveTo>
                    <a:pt x="1262670" y="1696131"/>
                  </a:moveTo>
                  <a:lnTo>
                    <a:pt x="1239007" y="1628013"/>
                  </a:lnTo>
                  <a:lnTo>
                    <a:pt x="1244154" y="1620500"/>
                  </a:lnTo>
                  <a:close/>
                  <a:moveTo>
                    <a:pt x="1244154" y="1620500"/>
                  </a:moveTo>
                  <a:lnTo>
                    <a:pt x="1233825" y="1623079"/>
                  </a:lnTo>
                  <a:lnTo>
                    <a:pt x="1262670" y="1696131"/>
                  </a:lnTo>
                  <a:close/>
                  <a:moveTo>
                    <a:pt x="1207720" y="1620500"/>
                  </a:moveTo>
                  <a:lnTo>
                    <a:pt x="1233825" y="1623079"/>
                  </a:lnTo>
                  <a:lnTo>
                    <a:pt x="1224279" y="1572948"/>
                  </a:lnTo>
                  <a:close/>
                  <a:moveTo>
                    <a:pt x="953748" y="1385134"/>
                  </a:moveTo>
                  <a:lnTo>
                    <a:pt x="971445" y="1326351"/>
                  </a:lnTo>
                  <a:lnTo>
                    <a:pt x="959513" y="1386911"/>
                  </a:lnTo>
                  <a:close/>
                  <a:moveTo>
                    <a:pt x="959513" y="1386911"/>
                  </a:moveTo>
                  <a:lnTo>
                    <a:pt x="971445" y="1326351"/>
                  </a:lnTo>
                  <a:lnTo>
                    <a:pt x="974063" y="1311280"/>
                  </a:lnTo>
                  <a:close/>
                  <a:moveTo>
                    <a:pt x="958211" y="1318762"/>
                  </a:moveTo>
                  <a:lnTo>
                    <a:pt x="950461" y="1382794"/>
                  </a:lnTo>
                  <a:lnTo>
                    <a:pt x="959513" y="1386911"/>
                  </a:lnTo>
                  <a:close/>
                  <a:moveTo>
                    <a:pt x="907970" y="1335374"/>
                  </a:moveTo>
                  <a:lnTo>
                    <a:pt x="950461" y="1382794"/>
                  </a:lnTo>
                  <a:lnTo>
                    <a:pt x="958211" y="1318762"/>
                  </a:lnTo>
                  <a:close/>
                  <a:moveTo>
                    <a:pt x="971445" y="1326351"/>
                  </a:moveTo>
                  <a:lnTo>
                    <a:pt x="953748" y="1385134"/>
                  </a:lnTo>
                  <a:lnTo>
                    <a:pt x="962396" y="1362817"/>
                  </a:lnTo>
                  <a:close/>
                  <a:moveTo>
                    <a:pt x="931856" y="1313236"/>
                  </a:moveTo>
                  <a:lnTo>
                    <a:pt x="907970" y="1335374"/>
                  </a:lnTo>
                  <a:lnTo>
                    <a:pt x="958211" y="1318762"/>
                  </a:lnTo>
                  <a:close/>
                  <a:moveTo>
                    <a:pt x="258788" y="408616"/>
                  </a:moveTo>
                  <a:lnTo>
                    <a:pt x="225448" y="383622"/>
                  </a:lnTo>
                  <a:lnTo>
                    <a:pt x="181028" y="427458"/>
                  </a:lnTo>
                  <a:close/>
                  <a:moveTo>
                    <a:pt x="232665" y="445846"/>
                  </a:moveTo>
                  <a:lnTo>
                    <a:pt x="258788" y="408616"/>
                  </a:lnTo>
                  <a:lnTo>
                    <a:pt x="181028" y="427458"/>
                  </a:lnTo>
                  <a:close/>
                  <a:moveTo>
                    <a:pt x="1396153" y="1775110"/>
                  </a:moveTo>
                  <a:lnTo>
                    <a:pt x="1427799" y="1809847"/>
                  </a:lnTo>
                  <a:lnTo>
                    <a:pt x="1433243" y="1763130"/>
                  </a:lnTo>
                  <a:close/>
                  <a:moveTo>
                    <a:pt x="1103346" y="1402220"/>
                  </a:moveTo>
                  <a:lnTo>
                    <a:pt x="1171709" y="1447367"/>
                  </a:lnTo>
                  <a:lnTo>
                    <a:pt x="1122406" y="1406517"/>
                  </a:lnTo>
                  <a:close/>
                  <a:moveTo>
                    <a:pt x="1136621" y="1413150"/>
                  </a:moveTo>
                  <a:lnTo>
                    <a:pt x="1103346" y="1402220"/>
                  </a:lnTo>
                  <a:lnTo>
                    <a:pt x="1106417" y="1338723"/>
                  </a:lnTo>
                  <a:close/>
                  <a:moveTo>
                    <a:pt x="1037690" y="1264454"/>
                  </a:moveTo>
                  <a:lnTo>
                    <a:pt x="1088233" y="1287187"/>
                  </a:lnTo>
                  <a:lnTo>
                    <a:pt x="1002724" y="1257813"/>
                  </a:lnTo>
                  <a:close/>
                  <a:moveTo>
                    <a:pt x="1002724" y="1257813"/>
                  </a:moveTo>
                  <a:lnTo>
                    <a:pt x="1088261" y="1288998"/>
                  </a:lnTo>
                  <a:lnTo>
                    <a:pt x="1008586" y="1259744"/>
                  </a:lnTo>
                  <a:close/>
                  <a:moveTo>
                    <a:pt x="489078" y="570924"/>
                  </a:moveTo>
                  <a:lnTo>
                    <a:pt x="517209" y="565674"/>
                  </a:lnTo>
                  <a:lnTo>
                    <a:pt x="470104" y="539759"/>
                  </a:lnTo>
                  <a:close/>
                  <a:moveTo>
                    <a:pt x="258788" y="408616"/>
                  </a:moveTo>
                  <a:lnTo>
                    <a:pt x="225937" y="366913"/>
                  </a:lnTo>
                  <a:lnTo>
                    <a:pt x="225448" y="383622"/>
                  </a:lnTo>
                  <a:close/>
                  <a:moveTo>
                    <a:pt x="506596" y="617211"/>
                  </a:moveTo>
                  <a:lnTo>
                    <a:pt x="513318" y="574158"/>
                  </a:lnTo>
                  <a:lnTo>
                    <a:pt x="510062" y="639549"/>
                  </a:lnTo>
                  <a:close/>
                  <a:moveTo>
                    <a:pt x="1226032" y="1315700"/>
                  </a:moveTo>
                  <a:lnTo>
                    <a:pt x="1228555" y="1319137"/>
                  </a:lnTo>
                  <a:lnTo>
                    <a:pt x="1286635" y="1361612"/>
                  </a:lnTo>
                  <a:close/>
                  <a:moveTo>
                    <a:pt x="1044127" y="1108483"/>
                  </a:moveTo>
                  <a:lnTo>
                    <a:pt x="1012145" y="1168949"/>
                  </a:lnTo>
                  <a:lnTo>
                    <a:pt x="1030480" y="1184113"/>
                  </a:lnTo>
                  <a:close/>
                  <a:moveTo>
                    <a:pt x="1026182" y="1113256"/>
                  </a:moveTo>
                  <a:lnTo>
                    <a:pt x="964776" y="1166519"/>
                  </a:lnTo>
                  <a:lnTo>
                    <a:pt x="1012145" y="1168949"/>
                  </a:lnTo>
                  <a:close/>
                  <a:moveTo>
                    <a:pt x="1026182" y="1113256"/>
                  </a:moveTo>
                  <a:lnTo>
                    <a:pt x="970732" y="1120354"/>
                  </a:lnTo>
                  <a:lnTo>
                    <a:pt x="964776" y="1166519"/>
                  </a:lnTo>
                  <a:close/>
                  <a:moveTo>
                    <a:pt x="970732" y="1120354"/>
                  </a:moveTo>
                  <a:lnTo>
                    <a:pt x="1026182" y="1113256"/>
                  </a:lnTo>
                  <a:lnTo>
                    <a:pt x="979352" y="1086115"/>
                  </a:lnTo>
                  <a:close/>
                  <a:moveTo>
                    <a:pt x="1059439" y="1061458"/>
                  </a:moveTo>
                  <a:lnTo>
                    <a:pt x="1029860" y="1100281"/>
                  </a:lnTo>
                  <a:lnTo>
                    <a:pt x="1026182" y="1113256"/>
                  </a:lnTo>
                  <a:close/>
                  <a:moveTo>
                    <a:pt x="1044127" y="1108483"/>
                  </a:moveTo>
                  <a:lnTo>
                    <a:pt x="1070082" y="1075987"/>
                  </a:lnTo>
                  <a:lnTo>
                    <a:pt x="1059439" y="1061458"/>
                  </a:lnTo>
                  <a:close/>
                  <a:moveTo>
                    <a:pt x="1026182" y="1113256"/>
                  </a:moveTo>
                  <a:lnTo>
                    <a:pt x="1044127" y="1108483"/>
                  </a:lnTo>
                  <a:lnTo>
                    <a:pt x="1059439" y="1061458"/>
                  </a:lnTo>
                  <a:close/>
                  <a:moveTo>
                    <a:pt x="529375" y="498362"/>
                  </a:moveTo>
                  <a:lnTo>
                    <a:pt x="517209" y="565674"/>
                  </a:lnTo>
                  <a:lnTo>
                    <a:pt x="534699" y="556776"/>
                  </a:lnTo>
                  <a:close/>
                  <a:moveTo>
                    <a:pt x="534699" y="556776"/>
                  </a:moveTo>
                  <a:lnTo>
                    <a:pt x="598547" y="542851"/>
                  </a:lnTo>
                  <a:lnTo>
                    <a:pt x="529375" y="498362"/>
                  </a:lnTo>
                  <a:close/>
                  <a:moveTo>
                    <a:pt x="598547" y="542851"/>
                  </a:moveTo>
                  <a:lnTo>
                    <a:pt x="600694" y="543760"/>
                  </a:lnTo>
                  <a:lnTo>
                    <a:pt x="650692" y="556019"/>
                  </a:lnTo>
                  <a:close/>
                  <a:moveTo>
                    <a:pt x="308437" y="284669"/>
                  </a:moveTo>
                  <a:lnTo>
                    <a:pt x="341161" y="283897"/>
                  </a:lnTo>
                  <a:lnTo>
                    <a:pt x="343935" y="284204"/>
                  </a:lnTo>
                  <a:close/>
                  <a:moveTo>
                    <a:pt x="296374" y="279342"/>
                  </a:moveTo>
                  <a:lnTo>
                    <a:pt x="341161" y="283897"/>
                  </a:lnTo>
                  <a:lnTo>
                    <a:pt x="308437" y="284669"/>
                  </a:lnTo>
                  <a:close/>
                  <a:moveTo>
                    <a:pt x="1253441" y="1356160"/>
                  </a:moveTo>
                  <a:lnTo>
                    <a:pt x="1286635" y="1361612"/>
                  </a:lnTo>
                  <a:lnTo>
                    <a:pt x="1228555" y="1319137"/>
                  </a:lnTo>
                  <a:close/>
                  <a:moveTo>
                    <a:pt x="1130280" y="1104591"/>
                  </a:moveTo>
                  <a:lnTo>
                    <a:pt x="1088562" y="1100525"/>
                  </a:lnTo>
                  <a:lnTo>
                    <a:pt x="1161661" y="1108810"/>
                  </a:lnTo>
                  <a:close/>
                  <a:moveTo>
                    <a:pt x="1032874" y="1045073"/>
                  </a:moveTo>
                  <a:lnTo>
                    <a:pt x="979352" y="1086115"/>
                  </a:lnTo>
                  <a:lnTo>
                    <a:pt x="1029860" y="1100281"/>
                  </a:lnTo>
                  <a:close/>
                  <a:moveTo>
                    <a:pt x="979992" y="736369"/>
                  </a:moveTo>
                  <a:lnTo>
                    <a:pt x="1008335" y="751075"/>
                  </a:lnTo>
                  <a:lnTo>
                    <a:pt x="955301" y="726394"/>
                  </a:lnTo>
                  <a:close/>
                  <a:moveTo>
                    <a:pt x="935072" y="521916"/>
                  </a:moveTo>
                  <a:lnTo>
                    <a:pt x="941248" y="538953"/>
                  </a:lnTo>
                  <a:lnTo>
                    <a:pt x="994106" y="574648"/>
                  </a:lnTo>
                  <a:close/>
                  <a:moveTo>
                    <a:pt x="885325" y="524377"/>
                  </a:moveTo>
                  <a:lnTo>
                    <a:pt x="935072" y="521916"/>
                  </a:lnTo>
                  <a:lnTo>
                    <a:pt x="884083" y="499900"/>
                  </a:lnTo>
                  <a:close/>
                  <a:moveTo>
                    <a:pt x="935072" y="521916"/>
                  </a:moveTo>
                  <a:lnTo>
                    <a:pt x="885325" y="524377"/>
                  </a:lnTo>
                  <a:lnTo>
                    <a:pt x="941248" y="538953"/>
                  </a:lnTo>
                  <a:close/>
                  <a:moveTo>
                    <a:pt x="885325" y="524377"/>
                  </a:moveTo>
                  <a:lnTo>
                    <a:pt x="891063" y="525995"/>
                  </a:lnTo>
                  <a:lnTo>
                    <a:pt x="941248" y="538953"/>
                  </a:lnTo>
                  <a:close/>
                  <a:moveTo>
                    <a:pt x="851374" y="469299"/>
                  </a:moveTo>
                  <a:lnTo>
                    <a:pt x="884083" y="499900"/>
                  </a:lnTo>
                  <a:lnTo>
                    <a:pt x="879136" y="466666"/>
                  </a:lnTo>
                  <a:close/>
                  <a:moveTo>
                    <a:pt x="975176" y="445205"/>
                  </a:moveTo>
                  <a:lnTo>
                    <a:pt x="950633" y="520835"/>
                  </a:lnTo>
                  <a:lnTo>
                    <a:pt x="1004847" y="467161"/>
                  </a:lnTo>
                  <a:close/>
                  <a:moveTo>
                    <a:pt x="933400" y="460533"/>
                  </a:moveTo>
                  <a:lnTo>
                    <a:pt x="879136" y="466666"/>
                  </a:lnTo>
                  <a:lnTo>
                    <a:pt x="884083" y="499900"/>
                  </a:lnTo>
                  <a:close/>
                  <a:moveTo>
                    <a:pt x="933400" y="460533"/>
                  </a:moveTo>
                  <a:lnTo>
                    <a:pt x="922354" y="393668"/>
                  </a:lnTo>
                  <a:lnTo>
                    <a:pt x="883406" y="400452"/>
                  </a:lnTo>
                  <a:close/>
                  <a:moveTo>
                    <a:pt x="933400" y="460533"/>
                  </a:moveTo>
                  <a:lnTo>
                    <a:pt x="883406" y="400452"/>
                  </a:lnTo>
                  <a:lnTo>
                    <a:pt x="879136" y="466666"/>
                  </a:lnTo>
                  <a:close/>
                  <a:moveTo>
                    <a:pt x="793166" y="199752"/>
                  </a:moveTo>
                  <a:lnTo>
                    <a:pt x="756314" y="187521"/>
                  </a:lnTo>
                  <a:lnTo>
                    <a:pt x="787009" y="252611"/>
                  </a:lnTo>
                  <a:close/>
                  <a:moveTo>
                    <a:pt x="739867" y="190211"/>
                  </a:moveTo>
                  <a:lnTo>
                    <a:pt x="756314" y="187521"/>
                  </a:lnTo>
                  <a:lnTo>
                    <a:pt x="737629" y="166783"/>
                  </a:lnTo>
                  <a:close/>
                  <a:moveTo>
                    <a:pt x="739545" y="187521"/>
                  </a:moveTo>
                  <a:lnTo>
                    <a:pt x="739867" y="190211"/>
                  </a:lnTo>
                  <a:lnTo>
                    <a:pt x="737629" y="166783"/>
                  </a:lnTo>
                  <a:close/>
                  <a:moveTo>
                    <a:pt x="1004847" y="467161"/>
                  </a:moveTo>
                  <a:lnTo>
                    <a:pt x="1020890" y="427387"/>
                  </a:lnTo>
                  <a:lnTo>
                    <a:pt x="975176" y="445205"/>
                  </a:lnTo>
                  <a:close/>
                  <a:moveTo>
                    <a:pt x="1041468" y="421110"/>
                  </a:moveTo>
                  <a:lnTo>
                    <a:pt x="1020890" y="427387"/>
                  </a:lnTo>
                  <a:lnTo>
                    <a:pt x="1004847" y="467161"/>
                  </a:lnTo>
                  <a:close/>
                  <a:moveTo>
                    <a:pt x="1020890" y="427387"/>
                  </a:moveTo>
                  <a:lnTo>
                    <a:pt x="1041468" y="421110"/>
                  </a:lnTo>
                  <a:lnTo>
                    <a:pt x="1026741" y="414120"/>
                  </a:lnTo>
                  <a:close/>
                  <a:moveTo>
                    <a:pt x="922354" y="393668"/>
                  </a:moveTo>
                  <a:lnTo>
                    <a:pt x="951634" y="382967"/>
                  </a:lnTo>
                  <a:lnTo>
                    <a:pt x="887209" y="376686"/>
                  </a:lnTo>
                  <a:close/>
                  <a:moveTo>
                    <a:pt x="887209" y="376686"/>
                  </a:moveTo>
                  <a:lnTo>
                    <a:pt x="951634" y="382967"/>
                  </a:lnTo>
                  <a:lnTo>
                    <a:pt x="962849" y="349914"/>
                  </a:lnTo>
                  <a:close/>
                  <a:moveTo>
                    <a:pt x="847660" y="266501"/>
                  </a:moveTo>
                  <a:lnTo>
                    <a:pt x="840107" y="239058"/>
                  </a:lnTo>
                  <a:lnTo>
                    <a:pt x="837551" y="290595"/>
                  </a:lnTo>
                  <a:close/>
                  <a:moveTo>
                    <a:pt x="756314" y="187521"/>
                  </a:moveTo>
                  <a:lnTo>
                    <a:pt x="793166" y="199752"/>
                  </a:lnTo>
                  <a:lnTo>
                    <a:pt x="797502" y="181337"/>
                  </a:lnTo>
                  <a:close/>
                  <a:moveTo>
                    <a:pt x="737629" y="166783"/>
                  </a:moveTo>
                  <a:lnTo>
                    <a:pt x="734433" y="131886"/>
                  </a:lnTo>
                  <a:lnTo>
                    <a:pt x="739545" y="187521"/>
                  </a:lnTo>
                  <a:close/>
                  <a:moveTo>
                    <a:pt x="797502" y="181337"/>
                  </a:moveTo>
                  <a:lnTo>
                    <a:pt x="737629" y="166783"/>
                  </a:lnTo>
                  <a:lnTo>
                    <a:pt x="756314" y="187521"/>
                  </a:lnTo>
                  <a:close/>
                  <a:moveTo>
                    <a:pt x="734433" y="131886"/>
                  </a:moveTo>
                  <a:lnTo>
                    <a:pt x="737629" y="166783"/>
                  </a:lnTo>
                  <a:lnTo>
                    <a:pt x="797502" y="181337"/>
                  </a:lnTo>
                  <a:close/>
                  <a:moveTo>
                    <a:pt x="799533" y="116943"/>
                  </a:moveTo>
                  <a:lnTo>
                    <a:pt x="734433" y="131886"/>
                  </a:lnTo>
                  <a:lnTo>
                    <a:pt x="797502" y="181337"/>
                  </a:lnTo>
                  <a:close/>
                  <a:moveTo>
                    <a:pt x="672129" y="96568"/>
                  </a:moveTo>
                  <a:lnTo>
                    <a:pt x="702620" y="75672"/>
                  </a:lnTo>
                  <a:lnTo>
                    <a:pt x="734433" y="131886"/>
                  </a:lnTo>
                  <a:close/>
                  <a:moveTo>
                    <a:pt x="734433" y="131886"/>
                  </a:moveTo>
                  <a:lnTo>
                    <a:pt x="750361" y="79490"/>
                  </a:lnTo>
                  <a:lnTo>
                    <a:pt x="712839" y="60354"/>
                  </a:lnTo>
                  <a:close/>
                  <a:moveTo>
                    <a:pt x="734433" y="131886"/>
                  </a:moveTo>
                  <a:lnTo>
                    <a:pt x="799533" y="116943"/>
                  </a:lnTo>
                  <a:lnTo>
                    <a:pt x="750361" y="79490"/>
                  </a:lnTo>
                  <a:close/>
                  <a:moveTo>
                    <a:pt x="799533" y="116943"/>
                  </a:moveTo>
                  <a:lnTo>
                    <a:pt x="799252" y="87607"/>
                  </a:lnTo>
                  <a:lnTo>
                    <a:pt x="750361" y="79490"/>
                  </a:lnTo>
                  <a:close/>
                  <a:moveTo>
                    <a:pt x="1041468" y="421110"/>
                  </a:moveTo>
                  <a:lnTo>
                    <a:pt x="1034571" y="443397"/>
                  </a:lnTo>
                  <a:lnTo>
                    <a:pt x="1039607" y="412170"/>
                  </a:lnTo>
                  <a:close/>
                  <a:moveTo>
                    <a:pt x="962849" y="349914"/>
                  </a:moveTo>
                  <a:lnTo>
                    <a:pt x="979025" y="369574"/>
                  </a:lnTo>
                  <a:lnTo>
                    <a:pt x="1017935" y="304304"/>
                  </a:lnTo>
                  <a:close/>
                  <a:moveTo>
                    <a:pt x="856729" y="139333"/>
                  </a:moveTo>
                  <a:lnTo>
                    <a:pt x="833290" y="89499"/>
                  </a:lnTo>
                  <a:lnTo>
                    <a:pt x="837679" y="111891"/>
                  </a:lnTo>
                  <a:close/>
                  <a:moveTo>
                    <a:pt x="712839" y="60354"/>
                  </a:moveTo>
                  <a:lnTo>
                    <a:pt x="750361" y="79490"/>
                  </a:lnTo>
                  <a:lnTo>
                    <a:pt x="768641" y="41332"/>
                  </a:lnTo>
                  <a:close/>
                  <a:moveTo>
                    <a:pt x="848964" y="98797"/>
                  </a:moveTo>
                  <a:lnTo>
                    <a:pt x="837679" y="111891"/>
                  </a:lnTo>
                  <a:lnTo>
                    <a:pt x="833290" y="89499"/>
                  </a:lnTo>
                  <a:close/>
                  <a:moveTo>
                    <a:pt x="768641" y="41332"/>
                  </a:moveTo>
                  <a:lnTo>
                    <a:pt x="783131" y="4792"/>
                  </a:lnTo>
                  <a:lnTo>
                    <a:pt x="742305" y="0"/>
                  </a:lnTo>
                  <a:close/>
                  <a:moveTo>
                    <a:pt x="1078997" y="299921"/>
                  </a:moveTo>
                  <a:lnTo>
                    <a:pt x="1064693" y="269849"/>
                  </a:lnTo>
                  <a:lnTo>
                    <a:pt x="1086911" y="286210"/>
                  </a:lnTo>
                  <a:close/>
                </a:path>
              </a:pathLst>
            </a:custGeom>
            <a:solidFill>
              <a:srgbClr val="F2F4F6"/>
            </a:solidFill>
            <a:ln w="1524">
              <a:solidFill>
                <a:srgbClr val="F2F4F6"/>
              </a:solidFill>
            </a:ln>
          </p:spPr>
        </p:sp>
        <p:sp>
          <p:nvSpPr>
            <p:cNvPr id="4254" name="Output_density__4253">
              <a:extLst>
                <a:ext uri="{FF2B5EF4-FFF2-40B4-BE49-F238E27FC236}">
                  <a16:creationId xmlns:a16="http://schemas.microsoft.com/office/drawing/2014/main" id="{F91EDBF5-FC58-D105-665A-F346FB92B875}"/>
                </a:ext>
              </a:extLst>
            </p:cNvPr>
            <p:cNvSpPr>
              <a:spLocks noGrp="1"/>
            </p:cNvSpPr>
            <p:nvPr/>
          </p:nvSpPr>
          <p:spPr>
            <a:xfrm>
              <a:off x="15309219" y="2210196"/>
              <a:ext cx="1218243" cy="2271625"/>
            </a:xfrm>
            <a:custGeom>
              <a:avLst/>
              <a:gdLst/>
              <a:ahLst/>
              <a:cxnLst/>
              <a:rect l="0" t="0" r="0" b="0"/>
              <a:pathLst>
                <a:path w="1218243" h="2271625">
                  <a:moveTo>
                    <a:pt x="156945" y="2244182"/>
                  </a:moveTo>
                  <a:lnTo>
                    <a:pt x="204647" y="2271625"/>
                  </a:lnTo>
                  <a:lnTo>
                    <a:pt x="206301" y="2220088"/>
                  </a:lnTo>
                  <a:close/>
                  <a:moveTo>
                    <a:pt x="206301" y="2220088"/>
                  </a:moveTo>
                  <a:lnTo>
                    <a:pt x="242477" y="2257259"/>
                  </a:lnTo>
                  <a:lnTo>
                    <a:pt x="218294" y="2214176"/>
                  </a:lnTo>
                  <a:close/>
                  <a:moveTo>
                    <a:pt x="206301" y="2220088"/>
                  </a:moveTo>
                  <a:lnTo>
                    <a:pt x="204647" y="2271625"/>
                  </a:lnTo>
                  <a:lnTo>
                    <a:pt x="242477" y="2257259"/>
                  </a:lnTo>
                  <a:close/>
                  <a:moveTo>
                    <a:pt x="202984" y="2190033"/>
                  </a:moveTo>
                  <a:lnTo>
                    <a:pt x="206301" y="2220088"/>
                  </a:lnTo>
                  <a:lnTo>
                    <a:pt x="218294" y="2214176"/>
                  </a:lnTo>
                  <a:close/>
                  <a:moveTo>
                    <a:pt x="205831" y="2092921"/>
                  </a:moveTo>
                  <a:lnTo>
                    <a:pt x="219869" y="2118264"/>
                  </a:lnTo>
                  <a:lnTo>
                    <a:pt x="219716" y="2087535"/>
                  </a:lnTo>
                  <a:close/>
                  <a:moveTo>
                    <a:pt x="184698" y="2041384"/>
                  </a:moveTo>
                  <a:lnTo>
                    <a:pt x="219716" y="2087535"/>
                  </a:lnTo>
                  <a:lnTo>
                    <a:pt x="208691" y="2033755"/>
                  </a:lnTo>
                  <a:close/>
                  <a:moveTo>
                    <a:pt x="184698" y="2041384"/>
                  </a:moveTo>
                  <a:lnTo>
                    <a:pt x="205831" y="2092921"/>
                  </a:lnTo>
                  <a:lnTo>
                    <a:pt x="219716" y="2087535"/>
                  </a:lnTo>
                  <a:close/>
                  <a:moveTo>
                    <a:pt x="219869" y="2118264"/>
                  </a:moveTo>
                  <a:lnTo>
                    <a:pt x="277426" y="2068827"/>
                  </a:lnTo>
                  <a:lnTo>
                    <a:pt x="219716" y="2087535"/>
                  </a:lnTo>
                  <a:close/>
                  <a:moveTo>
                    <a:pt x="301399" y="2113516"/>
                  </a:moveTo>
                  <a:lnTo>
                    <a:pt x="277426" y="2068827"/>
                  </a:lnTo>
                  <a:lnTo>
                    <a:pt x="219869" y="2118264"/>
                  </a:lnTo>
                  <a:close/>
                  <a:moveTo>
                    <a:pt x="277426" y="2068827"/>
                  </a:moveTo>
                  <a:lnTo>
                    <a:pt x="276648" y="2020977"/>
                  </a:lnTo>
                  <a:lnTo>
                    <a:pt x="219716" y="2087535"/>
                  </a:lnTo>
                  <a:close/>
                  <a:moveTo>
                    <a:pt x="219716" y="2087535"/>
                  </a:moveTo>
                  <a:lnTo>
                    <a:pt x="276648" y="2020977"/>
                  </a:lnTo>
                  <a:lnTo>
                    <a:pt x="275273" y="2017607"/>
                  </a:lnTo>
                  <a:close/>
                  <a:moveTo>
                    <a:pt x="219716" y="2087535"/>
                  </a:moveTo>
                  <a:lnTo>
                    <a:pt x="275273" y="2017607"/>
                  </a:lnTo>
                  <a:lnTo>
                    <a:pt x="208691" y="2033755"/>
                  </a:lnTo>
                  <a:close/>
                  <a:moveTo>
                    <a:pt x="317502" y="2044733"/>
                  </a:moveTo>
                  <a:lnTo>
                    <a:pt x="301399" y="2113516"/>
                  </a:lnTo>
                  <a:lnTo>
                    <a:pt x="320795" y="2051134"/>
                  </a:lnTo>
                  <a:close/>
                  <a:moveTo>
                    <a:pt x="317502" y="2044733"/>
                  </a:moveTo>
                  <a:lnTo>
                    <a:pt x="277426" y="2068827"/>
                  </a:lnTo>
                  <a:lnTo>
                    <a:pt x="301399" y="2113516"/>
                  </a:lnTo>
                  <a:close/>
                  <a:moveTo>
                    <a:pt x="316182" y="2033886"/>
                  </a:moveTo>
                  <a:lnTo>
                    <a:pt x="277426" y="2068827"/>
                  </a:lnTo>
                  <a:lnTo>
                    <a:pt x="317502" y="2044733"/>
                  </a:lnTo>
                  <a:close/>
                  <a:moveTo>
                    <a:pt x="316182" y="2033886"/>
                  </a:moveTo>
                  <a:lnTo>
                    <a:pt x="276648" y="2020977"/>
                  </a:lnTo>
                  <a:lnTo>
                    <a:pt x="277426" y="2068827"/>
                  </a:lnTo>
                  <a:close/>
                  <a:moveTo>
                    <a:pt x="276648" y="2020977"/>
                  </a:moveTo>
                  <a:lnTo>
                    <a:pt x="316182" y="2033886"/>
                  </a:lnTo>
                  <a:lnTo>
                    <a:pt x="276129" y="2017290"/>
                  </a:lnTo>
                  <a:close/>
                  <a:moveTo>
                    <a:pt x="316182" y="2033886"/>
                  </a:moveTo>
                  <a:lnTo>
                    <a:pt x="307540" y="1993196"/>
                  </a:lnTo>
                  <a:lnTo>
                    <a:pt x="276129" y="2017290"/>
                  </a:lnTo>
                  <a:close/>
                  <a:moveTo>
                    <a:pt x="312382" y="1941660"/>
                  </a:moveTo>
                  <a:lnTo>
                    <a:pt x="276129" y="2017290"/>
                  </a:lnTo>
                  <a:lnTo>
                    <a:pt x="307540" y="1993196"/>
                  </a:lnTo>
                  <a:close/>
                  <a:moveTo>
                    <a:pt x="316182" y="2033886"/>
                  </a:moveTo>
                  <a:lnTo>
                    <a:pt x="317502" y="2044733"/>
                  </a:lnTo>
                  <a:lnTo>
                    <a:pt x="321058" y="2043127"/>
                  </a:lnTo>
                  <a:close/>
                  <a:moveTo>
                    <a:pt x="316182" y="2033886"/>
                  </a:moveTo>
                  <a:lnTo>
                    <a:pt x="321058" y="2043127"/>
                  </a:lnTo>
                  <a:lnTo>
                    <a:pt x="307540" y="1993196"/>
                  </a:lnTo>
                  <a:close/>
                  <a:moveTo>
                    <a:pt x="312382" y="1941660"/>
                  </a:moveTo>
                  <a:lnTo>
                    <a:pt x="307540" y="1993196"/>
                  </a:lnTo>
                  <a:lnTo>
                    <a:pt x="347585" y="1969103"/>
                  </a:lnTo>
                  <a:close/>
                  <a:moveTo>
                    <a:pt x="312382" y="1941660"/>
                  </a:moveTo>
                  <a:lnTo>
                    <a:pt x="347585" y="1969103"/>
                  </a:lnTo>
                  <a:lnTo>
                    <a:pt x="337426" y="1917566"/>
                  </a:lnTo>
                  <a:close/>
                  <a:moveTo>
                    <a:pt x="337426" y="1917566"/>
                  </a:moveTo>
                  <a:lnTo>
                    <a:pt x="312186" y="1866030"/>
                  </a:lnTo>
                  <a:lnTo>
                    <a:pt x="312382" y="1941660"/>
                  </a:lnTo>
                  <a:close/>
                  <a:moveTo>
                    <a:pt x="309388" y="1801644"/>
                  </a:moveTo>
                  <a:lnTo>
                    <a:pt x="300816" y="1841537"/>
                  </a:lnTo>
                  <a:lnTo>
                    <a:pt x="325627" y="1790399"/>
                  </a:lnTo>
                  <a:close/>
                  <a:moveTo>
                    <a:pt x="325627" y="1790399"/>
                  </a:moveTo>
                  <a:lnTo>
                    <a:pt x="300816" y="1841537"/>
                  </a:lnTo>
                  <a:lnTo>
                    <a:pt x="312186" y="1866030"/>
                  </a:lnTo>
                  <a:close/>
                  <a:moveTo>
                    <a:pt x="292234" y="1809452"/>
                  </a:moveTo>
                  <a:lnTo>
                    <a:pt x="309388" y="1801644"/>
                  </a:lnTo>
                  <a:lnTo>
                    <a:pt x="298074" y="1762956"/>
                  </a:lnTo>
                  <a:close/>
                  <a:moveTo>
                    <a:pt x="298074" y="1762956"/>
                  </a:moveTo>
                  <a:lnTo>
                    <a:pt x="309388" y="1801644"/>
                  </a:lnTo>
                  <a:lnTo>
                    <a:pt x="325627" y="1790399"/>
                  </a:lnTo>
                  <a:close/>
                  <a:moveTo>
                    <a:pt x="298074" y="1762956"/>
                  </a:moveTo>
                  <a:lnTo>
                    <a:pt x="325627" y="1790399"/>
                  </a:lnTo>
                  <a:lnTo>
                    <a:pt x="350264" y="1738862"/>
                  </a:lnTo>
                  <a:close/>
                  <a:moveTo>
                    <a:pt x="354754" y="1733626"/>
                  </a:moveTo>
                  <a:lnTo>
                    <a:pt x="298074" y="1762956"/>
                  </a:lnTo>
                  <a:lnTo>
                    <a:pt x="350264" y="1738862"/>
                  </a:lnTo>
                  <a:close/>
                  <a:moveTo>
                    <a:pt x="401228" y="1827704"/>
                  </a:moveTo>
                  <a:lnTo>
                    <a:pt x="443356" y="1768694"/>
                  </a:lnTo>
                  <a:lnTo>
                    <a:pt x="387317" y="1776271"/>
                  </a:lnTo>
                  <a:close/>
                  <a:moveTo>
                    <a:pt x="350264" y="1738862"/>
                  </a:moveTo>
                  <a:lnTo>
                    <a:pt x="387317" y="1776271"/>
                  </a:lnTo>
                  <a:lnTo>
                    <a:pt x="359047" y="1736511"/>
                  </a:lnTo>
                  <a:close/>
                  <a:moveTo>
                    <a:pt x="350264" y="1738862"/>
                  </a:moveTo>
                  <a:lnTo>
                    <a:pt x="325627" y="1790399"/>
                  </a:lnTo>
                  <a:lnTo>
                    <a:pt x="387317" y="1776271"/>
                  </a:lnTo>
                  <a:close/>
                  <a:moveTo>
                    <a:pt x="387317" y="1776271"/>
                  </a:moveTo>
                  <a:lnTo>
                    <a:pt x="420012" y="1724930"/>
                  </a:lnTo>
                  <a:lnTo>
                    <a:pt x="359047" y="1736511"/>
                  </a:lnTo>
                  <a:close/>
                  <a:moveTo>
                    <a:pt x="354754" y="1733626"/>
                  </a:moveTo>
                  <a:lnTo>
                    <a:pt x="350264" y="1738862"/>
                  </a:lnTo>
                  <a:lnTo>
                    <a:pt x="359047" y="1736511"/>
                  </a:lnTo>
                  <a:close/>
                  <a:moveTo>
                    <a:pt x="185942" y="1491595"/>
                  </a:moveTo>
                  <a:lnTo>
                    <a:pt x="151989" y="1499548"/>
                  </a:lnTo>
                  <a:lnTo>
                    <a:pt x="113749" y="1531253"/>
                  </a:lnTo>
                  <a:close/>
                  <a:moveTo>
                    <a:pt x="151989" y="1499548"/>
                  </a:moveTo>
                  <a:lnTo>
                    <a:pt x="185942" y="1491595"/>
                  </a:lnTo>
                  <a:lnTo>
                    <a:pt x="164705" y="1481180"/>
                  </a:lnTo>
                  <a:close/>
                  <a:moveTo>
                    <a:pt x="185942" y="1491595"/>
                  </a:moveTo>
                  <a:lnTo>
                    <a:pt x="199651" y="1457085"/>
                  </a:lnTo>
                  <a:lnTo>
                    <a:pt x="164705" y="1481180"/>
                  </a:lnTo>
                  <a:close/>
                  <a:moveTo>
                    <a:pt x="149124" y="1429643"/>
                  </a:moveTo>
                  <a:lnTo>
                    <a:pt x="164705" y="1481180"/>
                  </a:lnTo>
                  <a:lnTo>
                    <a:pt x="199651" y="1457085"/>
                  </a:lnTo>
                  <a:close/>
                  <a:moveTo>
                    <a:pt x="149124" y="1429643"/>
                  </a:moveTo>
                  <a:lnTo>
                    <a:pt x="199651" y="1457085"/>
                  </a:lnTo>
                  <a:lnTo>
                    <a:pt x="191379" y="1405549"/>
                  </a:lnTo>
                  <a:close/>
                  <a:moveTo>
                    <a:pt x="236722" y="1432991"/>
                  </a:moveTo>
                  <a:lnTo>
                    <a:pt x="239504" y="1382277"/>
                  </a:lnTo>
                  <a:lnTo>
                    <a:pt x="191379" y="1405549"/>
                  </a:lnTo>
                  <a:close/>
                  <a:moveTo>
                    <a:pt x="199651" y="1457085"/>
                  </a:moveTo>
                  <a:lnTo>
                    <a:pt x="236722" y="1432991"/>
                  </a:lnTo>
                  <a:lnTo>
                    <a:pt x="191379" y="1405549"/>
                  </a:lnTo>
                  <a:close/>
                  <a:moveTo>
                    <a:pt x="181775" y="1354012"/>
                  </a:moveTo>
                  <a:lnTo>
                    <a:pt x="191379" y="1405549"/>
                  </a:lnTo>
                  <a:lnTo>
                    <a:pt x="238730" y="1381905"/>
                  </a:lnTo>
                  <a:close/>
                  <a:moveTo>
                    <a:pt x="54847" y="1081007"/>
                  </a:moveTo>
                  <a:lnTo>
                    <a:pt x="18298" y="1079256"/>
                  </a:lnTo>
                  <a:lnTo>
                    <a:pt x="0" y="1123772"/>
                  </a:lnTo>
                  <a:close/>
                  <a:moveTo>
                    <a:pt x="94529" y="1054693"/>
                  </a:moveTo>
                  <a:lnTo>
                    <a:pt x="18298" y="1079256"/>
                  </a:lnTo>
                  <a:lnTo>
                    <a:pt x="54847" y="1081007"/>
                  </a:lnTo>
                  <a:close/>
                  <a:moveTo>
                    <a:pt x="648800" y="1729607"/>
                  </a:moveTo>
                  <a:lnTo>
                    <a:pt x="647018" y="1769654"/>
                  </a:lnTo>
                  <a:lnTo>
                    <a:pt x="668240" y="1762557"/>
                  </a:lnTo>
                  <a:close/>
                  <a:moveTo>
                    <a:pt x="128917" y="1081502"/>
                  </a:moveTo>
                  <a:lnTo>
                    <a:pt x="179591" y="1078288"/>
                  </a:lnTo>
                  <a:lnTo>
                    <a:pt x="140339" y="1051293"/>
                  </a:lnTo>
                  <a:close/>
                  <a:moveTo>
                    <a:pt x="210594" y="1028322"/>
                  </a:moveTo>
                  <a:lnTo>
                    <a:pt x="149573" y="1048141"/>
                  </a:lnTo>
                  <a:lnTo>
                    <a:pt x="217376" y="1029745"/>
                  </a:lnTo>
                  <a:close/>
                  <a:moveTo>
                    <a:pt x="217376" y="1029745"/>
                  </a:moveTo>
                  <a:lnTo>
                    <a:pt x="140339" y="1051293"/>
                  </a:lnTo>
                  <a:lnTo>
                    <a:pt x="193905" y="1075584"/>
                  </a:lnTo>
                  <a:close/>
                  <a:moveTo>
                    <a:pt x="193905" y="1075584"/>
                  </a:moveTo>
                  <a:lnTo>
                    <a:pt x="140339" y="1051293"/>
                  </a:lnTo>
                  <a:lnTo>
                    <a:pt x="179591" y="1078288"/>
                  </a:lnTo>
                  <a:close/>
                  <a:moveTo>
                    <a:pt x="210594" y="1028322"/>
                  </a:moveTo>
                  <a:lnTo>
                    <a:pt x="217376" y="1029745"/>
                  </a:lnTo>
                  <a:lnTo>
                    <a:pt x="220043" y="1024047"/>
                  </a:lnTo>
                  <a:close/>
                  <a:moveTo>
                    <a:pt x="217376" y="1029745"/>
                  </a:moveTo>
                  <a:lnTo>
                    <a:pt x="193905" y="1075584"/>
                  </a:lnTo>
                  <a:lnTo>
                    <a:pt x="241674" y="1065797"/>
                  </a:lnTo>
                  <a:close/>
                  <a:moveTo>
                    <a:pt x="241674" y="1065797"/>
                  </a:moveTo>
                  <a:lnTo>
                    <a:pt x="220043" y="1024047"/>
                  </a:lnTo>
                  <a:lnTo>
                    <a:pt x="217376" y="1029745"/>
                  </a:lnTo>
                  <a:close/>
                  <a:moveTo>
                    <a:pt x="283170" y="1007301"/>
                  </a:moveTo>
                  <a:lnTo>
                    <a:pt x="220043" y="1024047"/>
                  </a:lnTo>
                  <a:lnTo>
                    <a:pt x="241674" y="1065797"/>
                  </a:lnTo>
                  <a:close/>
                  <a:moveTo>
                    <a:pt x="259436" y="948417"/>
                  </a:moveTo>
                  <a:lnTo>
                    <a:pt x="283170" y="1007301"/>
                  </a:lnTo>
                  <a:lnTo>
                    <a:pt x="285259" y="973972"/>
                  </a:lnTo>
                  <a:close/>
                  <a:moveTo>
                    <a:pt x="220043" y="1024047"/>
                  </a:moveTo>
                  <a:lnTo>
                    <a:pt x="283170" y="1007301"/>
                  </a:lnTo>
                  <a:lnTo>
                    <a:pt x="259436" y="948417"/>
                  </a:lnTo>
                  <a:close/>
                  <a:moveTo>
                    <a:pt x="305839" y="999953"/>
                  </a:moveTo>
                  <a:lnTo>
                    <a:pt x="377065" y="1007644"/>
                  </a:lnTo>
                  <a:lnTo>
                    <a:pt x="355046" y="986849"/>
                  </a:lnTo>
                  <a:close/>
                  <a:moveTo>
                    <a:pt x="1053853" y="1724815"/>
                  </a:moveTo>
                  <a:lnTo>
                    <a:pt x="1075844" y="1738594"/>
                  </a:lnTo>
                  <a:lnTo>
                    <a:pt x="1077097" y="1720799"/>
                  </a:lnTo>
                  <a:close/>
                  <a:moveTo>
                    <a:pt x="1053853" y="1724815"/>
                  </a:moveTo>
                  <a:lnTo>
                    <a:pt x="1077097" y="1720799"/>
                  </a:lnTo>
                  <a:lnTo>
                    <a:pt x="1069719" y="1715694"/>
                  </a:lnTo>
                  <a:close/>
                  <a:moveTo>
                    <a:pt x="142527" y="384976"/>
                  </a:moveTo>
                  <a:lnTo>
                    <a:pt x="63336" y="398469"/>
                  </a:lnTo>
                  <a:lnTo>
                    <a:pt x="106372" y="412306"/>
                  </a:lnTo>
                  <a:close/>
                  <a:moveTo>
                    <a:pt x="593831" y="1024264"/>
                  </a:moveTo>
                  <a:lnTo>
                    <a:pt x="575195" y="1047304"/>
                  </a:lnTo>
                  <a:lnTo>
                    <a:pt x="589629" y="1030745"/>
                  </a:lnTo>
                  <a:close/>
                  <a:moveTo>
                    <a:pt x="593831" y="1024264"/>
                  </a:moveTo>
                  <a:lnTo>
                    <a:pt x="602350" y="1025228"/>
                  </a:lnTo>
                  <a:lnTo>
                    <a:pt x="632279" y="993339"/>
                  </a:lnTo>
                  <a:close/>
                  <a:moveTo>
                    <a:pt x="632279" y="993339"/>
                  </a:moveTo>
                  <a:lnTo>
                    <a:pt x="602350" y="1025228"/>
                  </a:lnTo>
                  <a:lnTo>
                    <a:pt x="639752" y="955114"/>
                  </a:lnTo>
                  <a:close/>
                  <a:moveTo>
                    <a:pt x="142527" y="384976"/>
                  </a:moveTo>
                  <a:lnTo>
                    <a:pt x="164012" y="400781"/>
                  </a:lnTo>
                  <a:lnTo>
                    <a:pt x="155430" y="360769"/>
                  </a:lnTo>
                  <a:close/>
                  <a:moveTo>
                    <a:pt x="1218243" y="1625090"/>
                  </a:moveTo>
                  <a:lnTo>
                    <a:pt x="1213096" y="1632603"/>
                  </a:lnTo>
                  <a:lnTo>
                    <a:pt x="1215127" y="1621805"/>
                  </a:lnTo>
                  <a:close/>
                  <a:moveTo>
                    <a:pt x="480685" y="621801"/>
                  </a:moveTo>
                  <a:lnTo>
                    <a:pt x="491298" y="570264"/>
                  </a:lnTo>
                  <a:lnTo>
                    <a:pt x="487408" y="578748"/>
                  </a:lnTo>
                  <a:close/>
                  <a:moveTo>
                    <a:pt x="806929" y="892274"/>
                  </a:moveTo>
                  <a:lnTo>
                    <a:pt x="781666" y="855390"/>
                  </a:lnTo>
                  <a:lnTo>
                    <a:pt x="808485" y="908848"/>
                  </a:lnTo>
                  <a:close/>
                  <a:moveTo>
                    <a:pt x="808485" y="908848"/>
                  </a:moveTo>
                  <a:lnTo>
                    <a:pt x="781666" y="855390"/>
                  </a:lnTo>
                  <a:lnTo>
                    <a:pt x="728345" y="873275"/>
                  </a:lnTo>
                  <a:close/>
                  <a:moveTo>
                    <a:pt x="718226" y="870204"/>
                  </a:moveTo>
                  <a:lnTo>
                    <a:pt x="713628" y="879484"/>
                  </a:lnTo>
                  <a:lnTo>
                    <a:pt x="728345" y="873275"/>
                  </a:lnTo>
                  <a:close/>
                  <a:moveTo>
                    <a:pt x="781389" y="805390"/>
                  </a:moveTo>
                  <a:lnTo>
                    <a:pt x="727867" y="827947"/>
                  </a:lnTo>
                  <a:lnTo>
                    <a:pt x="786207" y="814797"/>
                  </a:lnTo>
                  <a:close/>
                  <a:moveTo>
                    <a:pt x="727867" y="827947"/>
                  </a:moveTo>
                  <a:lnTo>
                    <a:pt x="718226" y="870204"/>
                  </a:lnTo>
                  <a:lnTo>
                    <a:pt x="786207" y="814797"/>
                  </a:lnTo>
                  <a:close/>
                  <a:moveTo>
                    <a:pt x="786207" y="814797"/>
                  </a:moveTo>
                  <a:lnTo>
                    <a:pt x="718226" y="870204"/>
                  </a:lnTo>
                  <a:lnTo>
                    <a:pt x="781666" y="855390"/>
                  </a:lnTo>
                  <a:close/>
                  <a:moveTo>
                    <a:pt x="781666" y="855390"/>
                  </a:moveTo>
                  <a:lnTo>
                    <a:pt x="718226" y="870204"/>
                  </a:lnTo>
                  <a:lnTo>
                    <a:pt x="728345" y="873275"/>
                  </a:lnTo>
                  <a:close/>
                  <a:moveTo>
                    <a:pt x="791709" y="803853"/>
                  </a:moveTo>
                  <a:lnTo>
                    <a:pt x="741959" y="784262"/>
                  </a:lnTo>
                  <a:lnTo>
                    <a:pt x="781389" y="805390"/>
                  </a:lnTo>
                  <a:close/>
                  <a:moveTo>
                    <a:pt x="781389" y="805390"/>
                  </a:moveTo>
                  <a:lnTo>
                    <a:pt x="786207" y="814797"/>
                  </a:lnTo>
                  <a:lnTo>
                    <a:pt x="791709" y="803853"/>
                  </a:lnTo>
                  <a:close/>
                  <a:moveTo>
                    <a:pt x="491298" y="570264"/>
                  </a:moveTo>
                  <a:lnTo>
                    <a:pt x="531547" y="561374"/>
                  </a:lnTo>
                  <a:lnTo>
                    <a:pt x="508789" y="561366"/>
                  </a:lnTo>
                  <a:close/>
                  <a:moveTo>
                    <a:pt x="508789" y="561366"/>
                  </a:moveTo>
                  <a:lnTo>
                    <a:pt x="531547" y="561374"/>
                  </a:lnTo>
                  <a:lnTo>
                    <a:pt x="574783" y="548350"/>
                  </a:lnTo>
                  <a:close/>
                  <a:moveTo>
                    <a:pt x="786207" y="814797"/>
                  </a:moveTo>
                  <a:lnTo>
                    <a:pt x="781666" y="855390"/>
                  </a:lnTo>
                  <a:lnTo>
                    <a:pt x="817935" y="838422"/>
                  </a:lnTo>
                  <a:close/>
                  <a:moveTo>
                    <a:pt x="786207" y="814797"/>
                  </a:moveTo>
                  <a:lnTo>
                    <a:pt x="817935" y="838422"/>
                  </a:lnTo>
                  <a:lnTo>
                    <a:pt x="791709" y="803853"/>
                  </a:lnTo>
                  <a:close/>
                  <a:moveTo>
                    <a:pt x="791709" y="803853"/>
                  </a:moveTo>
                  <a:lnTo>
                    <a:pt x="831199" y="831296"/>
                  </a:lnTo>
                  <a:lnTo>
                    <a:pt x="836149" y="779759"/>
                  </a:lnTo>
                  <a:close/>
                  <a:moveTo>
                    <a:pt x="856488" y="767990"/>
                  </a:moveTo>
                  <a:lnTo>
                    <a:pt x="791709" y="803853"/>
                  </a:lnTo>
                  <a:lnTo>
                    <a:pt x="836149" y="779759"/>
                  </a:lnTo>
                  <a:close/>
                  <a:moveTo>
                    <a:pt x="856488" y="767990"/>
                  </a:moveTo>
                  <a:lnTo>
                    <a:pt x="824969" y="785049"/>
                  </a:lnTo>
                  <a:lnTo>
                    <a:pt x="791709" y="803853"/>
                  </a:lnTo>
                  <a:close/>
                  <a:moveTo>
                    <a:pt x="856488" y="767990"/>
                  </a:moveTo>
                  <a:lnTo>
                    <a:pt x="836149" y="779759"/>
                  </a:lnTo>
                  <a:lnTo>
                    <a:pt x="869638" y="771627"/>
                  </a:lnTo>
                  <a:close/>
                  <a:moveTo>
                    <a:pt x="929390" y="730984"/>
                  </a:moveTo>
                  <a:lnTo>
                    <a:pt x="869638" y="771627"/>
                  </a:lnTo>
                  <a:lnTo>
                    <a:pt x="904685" y="755665"/>
                  </a:lnTo>
                  <a:close/>
                  <a:moveTo>
                    <a:pt x="856488" y="767990"/>
                  </a:moveTo>
                  <a:lnTo>
                    <a:pt x="869638" y="771627"/>
                  </a:lnTo>
                  <a:lnTo>
                    <a:pt x="929390" y="730984"/>
                  </a:lnTo>
                  <a:close/>
                  <a:moveTo>
                    <a:pt x="894675" y="736090"/>
                  </a:moveTo>
                  <a:lnTo>
                    <a:pt x="856488" y="767990"/>
                  </a:lnTo>
                  <a:lnTo>
                    <a:pt x="929390" y="730984"/>
                  </a:lnTo>
                  <a:close/>
                  <a:moveTo>
                    <a:pt x="812346" y="168018"/>
                  </a:moveTo>
                  <a:lnTo>
                    <a:pt x="811768" y="116481"/>
                  </a:lnTo>
                  <a:lnTo>
                    <a:pt x="771591" y="185927"/>
                  </a:lnTo>
                  <a:close/>
                  <a:moveTo>
                    <a:pt x="656789" y="37502"/>
                  </a:moveTo>
                  <a:lnTo>
                    <a:pt x="644478" y="89039"/>
                  </a:lnTo>
                  <a:lnTo>
                    <a:pt x="686929" y="64944"/>
                  </a:lnTo>
                  <a:close/>
                  <a:moveTo>
                    <a:pt x="656789" y="37502"/>
                  </a:moveTo>
                  <a:lnTo>
                    <a:pt x="686929" y="64944"/>
                  </a:lnTo>
                  <a:lnTo>
                    <a:pt x="690771" y="13408"/>
                  </a:lnTo>
                  <a:close/>
                  <a:moveTo>
                    <a:pt x="701962" y="0"/>
                  </a:moveTo>
                  <a:lnTo>
                    <a:pt x="656789" y="37502"/>
                  </a:lnTo>
                  <a:lnTo>
                    <a:pt x="690771" y="13408"/>
                  </a:lnTo>
                  <a:close/>
                  <a:moveTo>
                    <a:pt x="992024" y="308894"/>
                  </a:moveTo>
                  <a:lnTo>
                    <a:pt x="1015178" y="350070"/>
                  </a:lnTo>
                  <a:lnTo>
                    <a:pt x="1015768" y="339663"/>
                  </a:lnTo>
                  <a:close/>
                  <a:moveTo>
                    <a:pt x="806303" y="215435"/>
                  </a:moveTo>
                  <a:lnTo>
                    <a:pt x="813466" y="214627"/>
                  </a:lnTo>
                  <a:lnTo>
                    <a:pt x="812346" y="168018"/>
                  </a:lnTo>
                  <a:close/>
                  <a:moveTo>
                    <a:pt x="701962" y="0"/>
                  </a:moveTo>
                  <a:lnTo>
                    <a:pt x="690771" y="13408"/>
                  </a:lnTo>
                  <a:lnTo>
                    <a:pt x="716394" y="4590"/>
                  </a:lnTo>
                  <a:close/>
                </a:path>
              </a:pathLst>
            </a:custGeom>
            <a:solidFill>
              <a:srgbClr val="F5F7F8"/>
            </a:solidFill>
            <a:ln w="1524">
              <a:solidFill>
                <a:srgbClr val="F5F7F8"/>
              </a:solidFill>
            </a:ln>
          </p:spPr>
        </p:sp>
        <p:sp>
          <p:nvSpPr>
            <p:cNvPr id="4255" name="Output_density__4254">
              <a:extLst>
                <a:ext uri="{FF2B5EF4-FFF2-40B4-BE49-F238E27FC236}">
                  <a16:creationId xmlns:a16="http://schemas.microsoft.com/office/drawing/2014/main" id="{15DB041F-EAFC-0251-238F-726EC6A478DA}"/>
                </a:ext>
              </a:extLst>
            </p:cNvPr>
            <p:cNvSpPr>
              <a:spLocks noGrp="1"/>
            </p:cNvSpPr>
            <p:nvPr/>
          </p:nvSpPr>
          <p:spPr>
            <a:xfrm>
              <a:off x="15343334" y="2481287"/>
              <a:ext cx="1363817" cy="2036401"/>
            </a:xfrm>
            <a:custGeom>
              <a:avLst/>
              <a:gdLst/>
              <a:ahLst/>
              <a:cxnLst/>
              <a:rect l="0" t="0" r="0" b="0"/>
              <a:pathLst>
                <a:path w="1363817" h="2036401">
                  <a:moveTo>
                    <a:pt x="196406" y="2021902"/>
                  </a:moveTo>
                  <a:lnTo>
                    <a:pt x="163101" y="2032279"/>
                  </a:lnTo>
                  <a:lnTo>
                    <a:pt x="247004" y="2036401"/>
                  </a:lnTo>
                  <a:close/>
                  <a:moveTo>
                    <a:pt x="300884" y="1861428"/>
                  </a:moveTo>
                  <a:lnTo>
                    <a:pt x="322627" y="1874665"/>
                  </a:lnTo>
                  <a:lnTo>
                    <a:pt x="274048" y="1849273"/>
                  </a:lnTo>
                  <a:close/>
                  <a:moveTo>
                    <a:pt x="431914" y="1855628"/>
                  </a:moveTo>
                  <a:lnTo>
                    <a:pt x="431777" y="1852622"/>
                  </a:lnTo>
                  <a:lnTo>
                    <a:pt x="400631" y="1856735"/>
                  </a:lnTo>
                  <a:close/>
                  <a:moveTo>
                    <a:pt x="24605" y="1181195"/>
                  </a:moveTo>
                  <a:lnTo>
                    <a:pt x="75971" y="1158552"/>
                  </a:lnTo>
                  <a:lnTo>
                    <a:pt x="57578" y="1177700"/>
                  </a:lnTo>
                  <a:close/>
                  <a:moveTo>
                    <a:pt x="22398" y="1181070"/>
                  </a:moveTo>
                  <a:lnTo>
                    <a:pt x="24605" y="1181195"/>
                  </a:lnTo>
                  <a:lnTo>
                    <a:pt x="0" y="1163216"/>
                  </a:lnTo>
                  <a:close/>
                  <a:moveTo>
                    <a:pt x="57578" y="1177700"/>
                  </a:moveTo>
                  <a:lnTo>
                    <a:pt x="0" y="1163216"/>
                  </a:lnTo>
                  <a:lnTo>
                    <a:pt x="24605" y="1181195"/>
                  </a:lnTo>
                  <a:close/>
                  <a:moveTo>
                    <a:pt x="67991" y="1145922"/>
                  </a:moveTo>
                  <a:lnTo>
                    <a:pt x="57578" y="1177700"/>
                  </a:lnTo>
                  <a:lnTo>
                    <a:pt x="75971" y="1158552"/>
                  </a:lnTo>
                  <a:close/>
                  <a:moveTo>
                    <a:pt x="69284" y="1019385"/>
                  </a:moveTo>
                  <a:lnTo>
                    <a:pt x="81139" y="1031385"/>
                  </a:lnTo>
                  <a:lnTo>
                    <a:pt x="42381" y="985983"/>
                  </a:lnTo>
                  <a:close/>
                  <a:moveTo>
                    <a:pt x="37260" y="979848"/>
                  </a:moveTo>
                  <a:lnTo>
                    <a:pt x="69284" y="1019385"/>
                  </a:lnTo>
                  <a:lnTo>
                    <a:pt x="42381" y="985983"/>
                  </a:lnTo>
                  <a:close/>
                  <a:moveTo>
                    <a:pt x="60563" y="919062"/>
                  </a:moveTo>
                  <a:lnTo>
                    <a:pt x="40400" y="978574"/>
                  </a:lnTo>
                  <a:lnTo>
                    <a:pt x="107917" y="921432"/>
                  </a:lnTo>
                  <a:close/>
                  <a:moveTo>
                    <a:pt x="639198" y="1574193"/>
                  </a:moveTo>
                  <a:lnTo>
                    <a:pt x="651429" y="1595898"/>
                  </a:lnTo>
                  <a:lnTo>
                    <a:pt x="622583" y="1622946"/>
                  </a:lnTo>
                  <a:close/>
                  <a:moveTo>
                    <a:pt x="466083" y="1252273"/>
                  </a:moveTo>
                  <a:lnTo>
                    <a:pt x="427431" y="1316510"/>
                  </a:lnTo>
                  <a:lnTo>
                    <a:pt x="444242" y="1305512"/>
                  </a:lnTo>
                  <a:close/>
                  <a:moveTo>
                    <a:pt x="107917" y="921432"/>
                  </a:moveTo>
                  <a:lnTo>
                    <a:pt x="137161" y="904218"/>
                  </a:lnTo>
                  <a:lnTo>
                    <a:pt x="136114" y="940293"/>
                  </a:lnTo>
                  <a:close/>
                  <a:moveTo>
                    <a:pt x="107917" y="921432"/>
                  </a:moveTo>
                  <a:lnTo>
                    <a:pt x="124764" y="931660"/>
                  </a:lnTo>
                  <a:lnTo>
                    <a:pt x="93400" y="906935"/>
                  </a:lnTo>
                  <a:close/>
                  <a:moveTo>
                    <a:pt x="107917" y="921432"/>
                  </a:moveTo>
                  <a:lnTo>
                    <a:pt x="93400" y="906935"/>
                  </a:lnTo>
                  <a:lnTo>
                    <a:pt x="60563" y="919062"/>
                  </a:lnTo>
                  <a:close/>
                  <a:moveTo>
                    <a:pt x="320550" y="967040"/>
                  </a:moveTo>
                  <a:lnTo>
                    <a:pt x="271758" y="1034733"/>
                  </a:lnTo>
                  <a:lnTo>
                    <a:pt x="306316" y="1004285"/>
                  </a:lnTo>
                  <a:close/>
                  <a:moveTo>
                    <a:pt x="272320" y="1031010"/>
                  </a:moveTo>
                  <a:lnTo>
                    <a:pt x="271758" y="1034733"/>
                  </a:lnTo>
                  <a:lnTo>
                    <a:pt x="320550" y="967040"/>
                  </a:lnTo>
                  <a:close/>
                  <a:moveTo>
                    <a:pt x="272320" y="1031010"/>
                  </a:moveTo>
                  <a:lnTo>
                    <a:pt x="272396" y="968206"/>
                  </a:lnTo>
                  <a:lnTo>
                    <a:pt x="277587" y="1010640"/>
                  </a:lnTo>
                  <a:close/>
                  <a:moveTo>
                    <a:pt x="816147" y="1520175"/>
                  </a:moveTo>
                  <a:lnTo>
                    <a:pt x="797728" y="1501912"/>
                  </a:lnTo>
                  <a:lnTo>
                    <a:pt x="806624" y="1517213"/>
                  </a:lnTo>
                  <a:close/>
                  <a:moveTo>
                    <a:pt x="481915" y="1176569"/>
                  </a:moveTo>
                  <a:lnTo>
                    <a:pt x="435993" y="1162141"/>
                  </a:lnTo>
                  <a:lnTo>
                    <a:pt x="454345" y="1165249"/>
                  </a:lnTo>
                  <a:close/>
                  <a:moveTo>
                    <a:pt x="553308" y="1133914"/>
                  </a:moveTo>
                  <a:lnTo>
                    <a:pt x="583115" y="1093736"/>
                  </a:lnTo>
                  <a:lnTo>
                    <a:pt x="580281" y="1089619"/>
                  </a:lnTo>
                  <a:close/>
                  <a:moveTo>
                    <a:pt x="1070322" y="1632428"/>
                  </a:moveTo>
                  <a:lnTo>
                    <a:pt x="1045342" y="1636019"/>
                  </a:lnTo>
                  <a:lnTo>
                    <a:pt x="1090538" y="1610216"/>
                  </a:lnTo>
                  <a:close/>
                  <a:moveTo>
                    <a:pt x="1090538" y="1610216"/>
                  </a:moveTo>
                  <a:lnTo>
                    <a:pt x="1045342" y="1636019"/>
                  </a:lnTo>
                  <a:lnTo>
                    <a:pt x="1011333" y="1623657"/>
                  </a:lnTo>
                  <a:close/>
                  <a:moveTo>
                    <a:pt x="553308" y="1133914"/>
                  </a:moveTo>
                  <a:lnTo>
                    <a:pt x="566111" y="1069579"/>
                  </a:lnTo>
                  <a:lnTo>
                    <a:pt x="546619" y="1141155"/>
                  </a:lnTo>
                  <a:close/>
                  <a:moveTo>
                    <a:pt x="566111" y="1069579"/>
                  </a:moveTo>
                  <a:lnTo>
                    <a:pt x="553308" y="1133914"/>
                  </a:lnTo>
                  <a:lnTo>
                    <a:pt x="580281" y="1089619"/>
                  </a:lnTo>
                  <a:close/>
                  <a:moveTo>
                    <a:pt x="468273" y="985651"/>
                  </a:moveTo>
                  <a:lnTo>
                    <a:pt x="508972" y="1007929"/>
                  </a:lnTo>
                  <a:lnTo>
                    <a:pt x="428417" y="980071"/>
                  </a:lnTo>
                  <a:close/>
                  <a:moveTo>
                    <a:pt x="29433" y="361613"/>
                  </a:moveTo>
                  <a:lnTo>
                    <a:pt x="97653" y="344013"/>
                  </a:lnTo>
                  <a:lnTo>
                    <a:pt x="60069" y="377616"/>
                  </a:lnTo>
                  <a:close/>
                  <a:moveTo>
                    <a:pt x="1070322" y="1632428"/>
                  </a:moveTo>
                  <a:lnTo>
                    <a:pt x="1090236" y="1574760"/>
                  </a:lnTo>
                  <a:lnTo>
                    <a:pt x="1068746" y="1556797"/>
                  </a:lnTo>
                  <a:close/>
                  <a:moveTo>
                    <a:pt x="927804" y="1128907"/>
                  </a:moveTo>
                  <a:lnTo>
                    <a:pt x="940999" y="1130670"/>
                  </a:lnTo>
                  <a:lnTo>
                    <a:pt x="899487" y="1120410"/>
                  </a:lnTo>
                  <a:close/>
                  <a:moveTo>
                    <a:pt x="550170" y="852385"/>
                  </a:moveTo>
                  <a:lnTo>
                    <a:pt x="613322" y="880950"/>
                  </a:lnTo>
                  <a:lnTo>
                    <a:pt x="629092" y="837885"/>
                  </a:lnTo>
                  <a:close/>
                  <a:moveTo>
                    <a:pt x="659158" y="811190"/>
                  </a:moveTo>
                  <a:lnTo>
                    <a:pt x="629092" y="837885"/>
                  </a:lnTo>
                  <a:lnTo>
                    <a:pt x="664728" y="814397"/>
                  </a:lnTo>
                  <a:close/>
                  <a:moveTo>
                    <a:pt x="664728" y="814397"/>
                  </a:moveTo>
                  <a:lnTo>
                    <a:pt x="629092" y="837885"/>
                  </a:lnTo>
                  <a:lnTo>
                    <a:pt x="613322" y="880950"/>
                  </a:lnTo>
                  <a:close/>
                  <a:moveTo>
                    <a:pt x="659158" y="811190"/>
                  </a:moveTo>
                  <a:lnTo>
                    <a:pt x="664728" y="814397"/>
                  </a:lnTo>
                  <a:lnTo>
                    <a:pt x="664062" y="793954"/>
                  </a:lnTo>
                  <a:close/>
                  <a:moveTo>
                    <a:pt x="314763" y="469802"/>
                  </a:moveTo>
                  <a:lnTo>
                    <a:pt x="331255" y="519136"/>
                  </a:lnTo>
                  <a:lnTo>
                    <a:pt x="330023" y="526065"/>
                  </a:lnTo>
                  <a:close/>
                  <a:moveTo>
                    <a:pt x="124147" y="259851"/>
                  </a:moveTo>
                  <a:lnTo>
                    <a:pt x="121008" y="295879"/>
                  </a:lnTo>
                  <a:lnTo>
                    <a:pt x="130514" y="268382"/>
                  </a:lnTo>
                  <a:close/>
                  <a:moveTo>
                    <a:pt x="124147" y="259851"/>
                  </a:moveTo>
                  <a:lnTo>
                    <a:pt x="130514" y="268382"/>
                  </a:lnTo>
                  <a:lnTo>
                    <a:pt x="166280" y="200837"/>
                  </a:lnTo>
                  <a:close/>
                  <a:moveTo>
                    <a:pt x="1246935" y="1440904"/>
                  </a:moveTo>
                  <a:lnTo>
                    <a:pt x="1202644" y="1429630"/>
                  </a:lnTo>
                  <a:lnTo>
                    <a:pt x="1208456" y="1431937"/>
                  </a:lnTo>
                  <a:close/>
                  <a:moveTo>
                    <a:pt x="871999" y="948065"/>
                  </a:moveTo>
                  <a:lnTo>
                    <a:pt x="832862" y="941900"/>
                  </a:lnTo>
                  <a:lnTo>
                    <a:pt x="811199" y="994723"/>
                  </a:lnTo>
                  <a:close/>
                  <a:moveTo>
                    <a:pt x="832862" y="941900"/>
                  </a:moveTo>
                  <a:lnTo>
                    <a:pt x="871999" y="948065"/>
                  </a:lnTo>
                  <a:lnTo>
                    <a:pt x="805818" y="914264"/>
                  </a:lnTo>
                  <a:close/>
                  <a:moveTo>
                    <a:pt x="877794" y="934133"/>
                  </a:moveTo>
                  <a:lnTo>
                    <a:pt x="833017" y="941394"/>
                  </a:lnTo>
                  <a:lnTo>
                    <a:pt x="805818" y="914264"/>
                  </a:lnTo>
                  <a:close/>
                  <a:moveTo>
                    <a:pt x="369326" y="390692"/>
                  </a:moveTo>
                  <a:lnTo>
                    <a:pt x="376496" y="332110"/>
                  </a:lnTo>
                  <a:lnTo>
                    <a:pt x="346209" y="344041"/>
                  </a:lnTo>
                  <a:close/>
                  <a:moveTo>
                    <a:pt x="1361800" y="1443169"/>
                  </a:moveTo>
                  <a:lnTo>
                    <a:pt x="1353148" y="1432979"/>
                  </a:lnTo>
                  <a:lnTo>
                    <a:pt x="1336575" y="1466479"/>
                  </a:lnTo>
                  <a:close/>
                  <a:moveTo>
                    <a:pt x="1246935" y="1440904"/>
                  </a:moveTo>
                  <a:lnTo>
                    <a:pt x="1262160" y="1457072"/>
                  </a:lnTo>
                  <a:lnTo>
                    <a:pt x="1274757" y="1437969"/>
                  </a:lnTo>
                  <a:close/>
                  <a:moveTo>
                    <a:pt x="979665" y="1140334"/>
                  </a:moveTo>
                  <a:lnTo>
                    <a:pt x="1016789" y="1104457"/>
                  </a:lnTo>
                  <a:lnTo>
                    <a:pt x="1042240" y="1072223"/>
                  </a:lnTo>
                  <a:close/>
                  <a:moveTo>
                    <a:pt x="832939" y="941706"/>
                  </a:moveTo>
                  <a:lnTo>
                    <a:pt x="833017" y="941394"/>
                  </a:lnTo>
                  <a:lnTo>
                    <a:pt x="856687" y="894995"/>
                  </a:lnTo>
                  <a:close/>
                  <a:moveTo>
                    <a:pt x="357836" y="309298"/>
                  </a:moveTo>
                  <a:lnTo>
                    <a:pt x="346209" y="344041"/>
                  </a:lnTo>
                  <a:lnTo>
                    <a:pt x="367156" y="323267"/>
                  </a:lnTo>
                  <a:close/>
                  <a:moveTo>
                    <a:pt x="357836" y="309298"/>
                  </a:moveTo>
                  <a:lnTo>
                    <a:pt x="367156" y="323267"/>
                  </a:lnTo>
                  <a:lnTo>
                    <a:pt x="363207" y="272693"/>
                  </a:lnTo>
                  <a:close/>
                  <a:moveTo>
                    <a:pt x="363207" y="272693"/>
                  </a:moveTo>
                  <a:lnTo>
                    <a:pt x="367156" y="323267"/>
                  </a:lnTo>
                  <a:lnTo>
                    <a:pt x="380300" y="296823"/>
                  </a:lnTo>
                  <a:close/>
                  <a:moveTo>
                    <a:pt x="1353148" y="1432979"/>
                  </a:moveTo>
                  <a:lnTo>
                    <a:pt x="1363817" y="1393653"/>
                  </a:lnTo>
                  <a:lnTo>
                    <a:pt x="1349560" y="1415138"/>
                  </a:lnTo>
                  <a:close/>
                  <a:moveTo>
                    <a:pt x="469350" y="231861"/>
                  </a:moveTo>
                  <a:lnTo>
                    <a:pt x="458730" y="223543"/>
                  </a:lnTo>
                  <a:lnTo>
                    <a:pt x="437099" y="239384"/>
                  </a:lnTo>
                  <a:close/>
                  <a:moveTo>
                    <a:pt x="469350" y="231861"/>
                  </a:moveTo>
                  <a:lnTo>
                    <a:pt x="484412" y="247637"/>
                  </a:lnTo>
                  <a:lnTo>
                    <a:pt x="472750" y="198002"/>
                  </a:lnTo>
                  <a:close/>
                  <a:moveTo>
                    <a:pt x="458730" y="223543"/>
                  </a:moveTo>
                  <a:lnTo>
                    <a:pt x="469350" y="231861"/>
                  </a:lnTo>
                  <a:lnTo>
                    <a:pt x="472750" y="198002"/>
                  </a:lnTo>
                  <a:close/>
                  <a:moveTo>
                    <a:pt x="981740" y="743395"/>
                  </a:moveTo>
                  <a:lnTo>
                    <a:pt x="972848" y="778572"/>
                  </a:lnTo>
                  <a:lnTo>
                    <a:pt x="1024545" y="728758"/>
                  </a:lnTo>
                  <a:close/>
                  <a:moveTo>
                    <a:pt x="457076" y="179176"/>
                  </a:moveTo>
                  <a:lnTo>
                    <a:pt x="472750" y="198002"/>
                  </a:lnTo>
                  <a:lnTo>
                    <a:pt x="480377" y="160153"/>
                  </a:lnTo>
                  <a:close/>
                  <a:moveTo>
                    <a:pt x="458730" y="223543"/>
                  </a:moveTo>
                  <a:lnTo>
                    <a:pt x="472750" y="198002"/>
                  </a:lnTo>
                  <a:lnTo>
                    <a:pt x="448612" y="210739"/>
                  </a:lnTo>
                  <a:close/>
                  <a:moveTo>
                    <a:pt x="517351" y="168076"/>
                  </a:moveTo>
                  <a:lnTo>
                    <a:pt x="472750" y="198002"/>
                  </a:lnTo>
                  <a:lnTo>
                    <a:pt x="513971" y="177443"/>
                  </a:lnTo>
                  <a:close/>
                  <a:moveTo>
                    <a:pt x="517351" y="168076"/>
                  </a:moveTo>
                  <a:lnTo>
                    <a:pt x="480377" y="160153"/>
                  </a:lnTo>
                  <a:lnTo>
                    <a:pt x="472750" y="198002"/>
                  </a:lnTo>
                  <a:close/>
                  <a:moveTo>
                    <a:pt x="480377" y="160153"/>
                  </a:moveTo>
                  <a:lnTo>
                    <a:pt x="517351" y="168076"/>
                  </a:lnTo>
                  <a:lnTo>
                    <a:pt x="486585" y="114830"/>
                  </a:lnTo>
                  <a:close/>
                  <a:moveTo>
                    <a:pt x="517351" y="168076"/>
                  </a:moveTo>
                  <a:lnTo>
                    <a:pt x="530851" y="105654"/>
                  </a:lnTo>
                  <a:lnTo>
                    <a:pt x="486585" y="114830"/>
                  </a:lnTo>
                  <a:close/>
                  <a:moveTo>
                    <a:pt x="477497" y="147912"/>
                  </a:moveTo>
                  <a:lnTo>
                    <a:pt x="480377" y="160153"/>
                  </a:lnTo>
                  <a:lnTo>
                    <a:pt x="486585" y="114830"/>
                  </a:lnTo>
                  <a:close/>
                  <a:moveTo>
                    <a:pt x="1024545" y="728758"/>
                  </a:moveTo>
                  <a:lnTo>
                    <a:pt x="1059813" y="745854"/>
                  </a:lnTo>
                  <a:lnTo>
                    <a:pt x="981740" y="743395"/>
                  </a:lnTo>
                  <a:close/>
                  <a:moveTo>
                    <a:pt x="871088" y="369460"/>
                  </a:moveTo>
                  <a:lnTo>
                    <a:pt x="820958" y="386892"/>
                  </a:lnTo>
                  <a:lnTo>
                    <a:pt x="792953" y="386905"/>
                  </a:lnTo>
                  <a:close/>
                  <a:moveTo>
                    <a:pt x="530851" y="105654"/>
                  </a:moveTo>
                  <a:lnTo>
                    <a:pt x="536815" y="89510"/>
                  </a:lnTo>
                  <a:lnTo>
                    <a:pt x="513695" y="81290"/>
                  </a:lnTo>
                  <a:close/>
                  <a:moveTo>
                    <a:pt x="486585" y="114830"/>
                  </a:moveTo>
                  <a:lnTo>
                    <a:pt x="530851" y="105654"/>
                  </a:lnTo>
                  <a:lnTo>
                    <a:pt x="513695" y="81290"/>
                  </a:lnTo>
                  <a:close/>
                  <a:moveTo>
                    <a:pt x="536815" y="89510"/>
                  </a:moveTo>
                  <a:lnTo>
                    <a:pt x="580582" y="91910"/>
                  </a:lnTo>
                  <a:lnTo>
                    <a:pt x="552724" y="52534"/>
                  </a:lnTo>
                  <a:close/>
                  <a:moveTo>
                    <a:pt x="526357" y="72282"/>
                  </a:moveTo>
                  <a:lnTo>
                    <a:pt x="536815" y="89510"/>
                  </a:lnTo>
                  <a:lnTo>
                    <a:pt x="552724" y="52534"/>
                  </a:lnTo>
                  <a:close/>
                  <a:moveTo>
                    <a:pt x="836023" y="381501"/>
                  </a:moveTo>
                  <a:lnTo>
                    <a:pt x="871088" y="369460"/>
                  </a:lnTo>
                  <a:lnTo>
                    <a:pt x="891888" y="312329"/>
                  </a:lnTo>
                  <a:close/>
                  <a:moveTo>
                    <a:pt x="891888" y="312329"/>
                  </a:moveTo>
                  <a:lnTo>
                    <a:pt x="899889" y="297962"/>
                  </a:lnTo>
                  <a:lnTo>
                    <a:pt x="864385" y="357408"/>
                  </a:lnTo>
                  <a:close/>
                  <a:moveTo>
                    <a:pt x="881222" y="272452"/>
                  </a:moveTo>
                  <a:lnTo>
                    <a:pt x="908434" y="281777"/>
                  </a:lnTo>
                  <a:lnTo>
                    <a:pt x="899889" y="297962"/>
                  </a:lnTo>
                  <a:close/>
                  <a:moveTo>
                    <a:pt x="993519" y="208057"/>
                  </a:moveTo>
                  <a:lnTo>
                    <a:pt x="1026347" y="208375"/>
                  </a:lnTo>
                  <a:lnTo>
                    <a:pt x="981442" y="154610"/>
                  </a:lnTo>
                  <a:close/>
                  <a:moveTo>
                    <a:pt x="924714" y="27443"/>
                  </a:moveTo>
                  <a:lnTo>
                    <a:pt x="935271" y="30056"/>
                  </a:lnTo>
                  <a:lnTo>
                    <a:pt x="912123" y="0"/>
                  </a:lnTo>
                  <a:close/>
                </a:path>
              </a:pathLst>
            </a:custGeom>
            <a:solidFill>
              <a:srgbClr val="EDF0F2"/>
            </a:solidFill>
            <a:ln w="1524">
              <a:solidFill>
                <a:srgbClr val="EDF0F2"/>
              </a:solidFill>
            </a:ln>
          </p:spPr>
        </p:sp>
        <p:sp>
          <p:nvSpPr>
            <p:cNvPr id="4256" name="Output_density__4255">
              <a:extLst>
                <a:ext uri="{FF2B5EF4-FFF2-40B4-BE49-F238E27FC236}">
                  <a16:creationId xmlns:a16="http://schemas.microsoft.com/office/drawing/2014/main" id="{6E09C718-8C91-3C34-301E-5CCC57E0A35B}"/>
                </a:ext>
              </a:extLst>
            </p:cNvPr>
            <p:cNvSpPr>
              <a:spLocks noGrp="1"/>
            </p:cNvSpPr>
            <p:nvPr/>
          </p:nvSpPr>
          <p:spPr>
            <a:xfrm>
              <a:off x="15283309" y="2210196"/>
              <a:ext cx="1228555" cy="2292992"/>
            </a:xfrm>
            <a:custGeom>
              <a:avLst/>
              <a:gdLst/>
              <a:ahLst/>
              <a:cxnLst/>
              <a:rect l="0" t="0" r="0" b="0"/>
              <a:pathLst>
                <a:path w="1228555" h="2292992">
                  <a:moveTo>
                    <a:pt x="230558" y="2271625"/>
                  </a:moveTo>
                  <a:lnTo>
                    <a:pt x="256432" y="2292992"/>
                  </a:lnTo>
                  <a:lnTo>
                    <a:pt x="268388" y="2257259"/>
                  </a:lnTo>
                  <a:close/>
                  <a:moveTo>
                    <a:pt x="293636" y="2247531"/>
                  </a:moveTo>
                  <a:lnTo>
                    <a:pt x="268388" y="2257259"/>
                  </a:lnTo>
                  <a:lnTo>
                    <a:pt x="256432" y="2292992"/>
                  </a:lnTo>
                  <a:close/>
                  <a:moveTo>
                    <a:pt x="231742" y="2092921"/>
                  </a:moveTo>
                  <a:lnTo>
                    <a:pt x="221528" y="2162491"/>
                  </a:lnTo>
                  <a:lnTo>
                    <a:pt x="245780" y="2118264"/>
                  </a:lnTo>
                  <a:close/>
                  <a:moveTo>
                    <a:pt x="308607" y="2195994"/>
                  </a:moveTo>
                  <a:lnTo>
                    <a:pt x="293636" y="2247531"/>
                  </a:lnTo>
                  <a:lnTo>
                    <a:pt x="351142" y="2227963"/>
                  </a:lnTo>
                  <a:close/>
                  <a:moveTo>
                    <a:pt x="334074" y="2120364"/>
                  </a:moveTo>
                  <a:lnTo>
                    <a:pt x="371489" y="2096270"/>
                  </a:lnTo>
                  <a:lnTo>
                    <a:pt x="327310" y="2113516"/>
                  </a:lnTo>
                  <a:close/>
                  <a:moveTo>
                    <a:pt x="371489" y="2096270"/>
                  </a:moveTo>
                  <a:lnTo>
                    <a:pt x="346705" y="2051134"/>
                  </a:lnTo>
                  <a:lnTo>
                    <a:pt x="327310" y="2113516"/>
                  </a:lnTo>
                  <a:close/>
                  <a:moveTo>
                    <a:pt x="316988" y="1816530"/>
                  </a:moveTo>
                  <a:lnTo>
                    <a:pt x="338097" y="1866030"/>
                  </a:lnTo>
                  <a:lnTo>
                    <a:pt x="326727" y="1841537"/>
                  </a:lnTo>
                  <a:close/>
                  <a:moveTo>
                    <a:pt x="317808" y="1814493"/>
                  </a:moveTo>
                  <a:lnTo>
                    <a:pt x="316988" y="1816530"/>
                  </a:lnTo>
                  <a:lnTo>
                    <a:pt x="326727" y="1841537"/>
                  </a:lnTo>
                  <a:close/>
                  <a:moveTo>
                    <a:pt x="318145" y="1809452"/>
                  </a:moveTo>
                  <a:lnTo>
                    <a:pt x="316988" y="1816530"/>
                  </a:lnTo>
                  <a:lnTo>
                    <a:pt x="317808" y="1814493"/>
                  </a:lnTo>
                  <a:close/>
                  <a:moveTo>
                    <a:pt x="338097" y="1866030"/>
                  </a:moveTo>
                  <a:lnTo>
                    <a:pt x="363337" y="1917566"/>
                  </a:lnTo>
                  <a:lnTo>
                    <a:pt x="405518" y="1893472"/>
                  </a:lnTo>
                  <a:close/>
                  <a:moveTo>
                    <a:pt x="317808" y="1814493"/>
                  </a:moveTo>
                  <a:lnTo>
                    <a:pt x="326727" y="1841537"/>
                  </a:lnTo>
                  <a:lnTo>
                    <a:pt x="335298" y="1801644"/>
                  </a:lnTo>
                  <a:close/>
                  <a:moveTo>
                    <a:pt x="318145" y="1809452"/>
                  </a:moveTo>
                  <a:lnTo>
                    <a:pt x="317808" y="1814493"/>
                  </a:lnTo>
                  <a:lnTo>
                    <a:pt x="335298" y="1801644"/>
                  </a:lnTo>
                  <a:close/>
                  <a:moveTo>
                    <a:pt x="177899" y="1499548"/>
                  </a:moveTo>
                  <a:lnTo>
                    <a:pt x="144574" y="1509853"/>
                  </a:lnTo>
                  <a:lnTo>
                    <a:pt x="139659" y="1531253"/>
                  </a:lnTo>
                  <a:close/>
                  <a:moveTo>
                    <a:pt x="413227" y="1776271"/>
                  </a:moveTo>
                  <a:lnTo>
                    <a:pt x="469266" y="1768694"/>
                  </a:lnTo>
                  <a:lnTo>
                    <a:pt x="445923" y="1724930"/>
                  </a:lnTo>
                  <a:close/>
                  <a:moveTo>
                    <a:pt x="469266" y="1768694"/>
                  </a:moveTo>
                  <a:lnTo>
                    <a:pt x="517364" y="1767574"/>
                  </a:lnTo>
                  <a:lnTo>
                    <a:pt x="445923" y="1724930"/>
                  </a:lnTo>
                  <a:close/>
                  <a:moveTo>
                    <a:pt x="21136" y="1199402"/>
                  </a:moveTo>
                  <a:lnTo>
                    <a:pt x="0" y="1223496"/>
                  </a:lnTo>
                  <a:lnTo>
                    <a:pt x="30003" y="1250939"/>
                  </a:lnTo>
                  <a:close/>
                  <a:moveTo>
                    <a:pt x="21136" y="1199402"/>
                  </a:moveTo>
                  <a:lnTo>
                    <a:pt x="17034" y="1147866"/>
                  </a:lnTo>
                  <a:lnTo>
                    <a:pt x="0" y="1223496"/>
                  </a:lnTo>
                  <a:close/>
                  <a:moveTo>
                    <a:pt x="217290" y="1405549"/>
                  </a:moveTo>
                  <a:lnTo>
                    <a:pt x="265414" y="1382277"/>
                  </a:lnTo>
                  <a:lnTo>
                    <a:pt x="264641" y="1381905"/>
                  </a:lnTo>
                  <a:close/>
                  <a:moveTo>
                    <a:pt x="207685" y="1354012"/>
                  </a:moveTo>
                  <a:lnTo>
                    <a:pt x="264641" y="1381905"/>
                  </a:lnTo>
                  <a:lnTo>
                    <a:pt x="249353" y="1331590"/>
                  </a:lnTo>
                  <a:close/>
                  <a:moveTo>
                    <a:pt x="266115" y="1381455"/>
                  </a:moveTo>
                  <a:lnTo>
                    <a:pt x="252044" y="1329918"/>
                  </a:lnTo>
                  <a:lnTo>
                    <a:pt x="264641" y="1381905"/>
                  </a:lnTo>
                  <a:close/>
                  <a:moveTo>
                    <a:pt x="252044" y="1329918"/>
                  </a:moveTo>
                  <a:lnTo>
                    <a:pt x="249353" y="1331590"/>
                  </a:lnTo>
                  <a:lnTo>
                    <a:pt x="264641" y="1381905"/>
                  </a:lnTo>
                  <a:close/>
                  <a:moveTo>
                    <a:pt x="264641" y="1381905"/>
                  </a:moveTo>
                  <a:lnTo>
                    <a:pt x="265414" y="1382277"/>
                  </a:lnTo>
                  <a:lnTo>
                    <a:pt x="266115" y="1381455"/>
                  </a:lnTo>
                  <a:close/>
                  <a:moveTo>
                    <a:pt x="216307" y="1333570"/>
                  </a:moveTo>
                  <a:lnTo>
                    <a:pt x="249353" y="1331590"/>
                  </a:lnTo>
                  <a:lnTo>
                    <a:pt x="252044" y="1329918"/>
                  </a:lnTo>
                  <a:close/>
                  <a:moveTo>
                    <a:pt x="21136" y="1199402"/>
                  </a:moveTo>
                  <a:lnTo>
                    <a:pt x="30003" y="1250939"/>
                  </a:lnTo>
                  <a:lnTo>
                    <a:pt x="52459" y="1175308"/>
                  </a:lnTo>
                  <a:close/>
                  <a:moveTo>
                    <a:pt x="17034" y="1147866"/>
                  </a:moveTo>
                  <a:lnTo>
                    <a:pt x="21136" y="1199402"/>
                  </a:lnTo>
                  <a:lnTo>
                    <a:pt x="52459" y="1175308"/>
                  </a:lnTo>
                  <a:close/>
                  <a:moveTo>
                    <a:pt x="17034" y="1147866"/>
                  </a:moveTo>
                  <a:lnTo>
                    <a:pt x="52459" y="1175308"/>
                  </a:lnTo>
                  <a:lnTo>
                    <a:pt x="25911" y="1123772"/>
                  </a:lnTo>
                  <a:close/>
                  <a:moveTo>
                    <a:pt x="44209" y="1079256"/>
                  </a:moveTo>
                  <a:lnTo>
                    <a:pt x="17034" y="1147866"/>
                  </a:lnTo>
                  <a:lnTo>
                    <a:pt x="25911" y="1123772"/>
                  </a:lnTo>
                  <a:close/>
                  <a:moveTo>
                    <a:pt x="639428" y="1793747"/>
                  </a:moveTo>
                  <a:lnTo>
                    <a:pt x="627690" y="1845284"/>
                  </a:lnTo>
                  <a:lnTo>
                    <a:pt x="684164" y="1821190"/>
                  </a:lnTo>
                  <a:close/>
                  <a:moveTo>
                    <a:pt x="639428" y="1793747"/>
                  </a:moveTo>
                  <a:lnTo>
                    <a:pt x="684164" y="1821190"/>
                  </a:lnTo>
                  <a:lnTo>
                    <a:pt x="672929" y="1769654"/>
                  </a:lnTo>
                  <a:close/>
                  <a:moveTo>
                    <a:pt x="674710" y="1729607"/>
                  </a:moveTo>
                  <a:lnTo>
                    <a:pt x="639428" y="1793747"/>
                  </a:lnTo>
                  <a:lnTo>
                    <a:pt x="672929" y="1769654"/>
                  </a:lnTo>
                  <a:close/>
                  <a:moveTo>
                    <a:pt x="453934" y="1484528"/>
                  </a:moveTo>
                  <a:lnTo>
                    <a:pt x="467451" y="1519199"/>
                  </a:lnTo>
                  <a:lnTo>
                    <a:pt x="505161" y="1511971"/>
                  </a:lnTo>
                  <a:close/>
                  <a:moveTo>
                    <a:pt x="262633" y="1432991"/>
                  </a:moveTo>
                  <a:lnTo>
                    <a:pt x="265391" y="1381295"/>
                  </a:lnTo>
                  <a:lnTo>
                    <a:pt x="265414" y="1382277"/>
                  </a:lnTo>
                  <a:close/>
                  <a:moveTo>
                    <a:pt x="106165" y="1058321"/>
                  </a:moveTo>
                  <a:lnTo>
                    <a:pt x="61994" y="1072235"/>
                  </a:lnTo>
                  <a:lnTo>
                    <a:pt x="120439" y="1054693"/>
                  </a:lnTo>
                  <a:close/>
                  <a:moveTo>
                    <a:pt x="120439" y="1054693"/>
                  </a:moveTo>
                  <a:lnTo>
                    <a:pt x="61994" y="1072235"/>
                  </a:lnTo>
                  <a:lnTo>
                    <a:pt x="44209" y="1079256"/>
                  </a:lnTo>
                  <a:close/>
                  <a:moveTo>
                    <a:pt x="788601" y="1698992"/>
                  </a:moveTo>
                  <a:lnTo>
                    <a:pt x="776792" y="1745560"/>
                  </a:lnTo>
                  <a:lnTo>
                    <a:pt x="783399" y="1694023"/>
                  </a:lnTo>
                  <a:close/>
                  <a:moveTo>
                    <a:pt x="259798" y="1134870"/>
                  </a:moveTo>
                  <a:lnTo>
                    <a:pt x="219815" y="1075584"/>
                  </a:lnTo>
                  <a:lnTo>
                    <a:pt x="205501" y="1078288"/>
                  </a:lnTo>
                  <a:close/>
                  <a:moveTo>
                    <a:pt x="205501" y="1078288"/>
                  </a:moveTo>
                  <a:lnTo>
                    <a:pt x="211593" y="1085924"/>
                  </a:lnTo>
                  <a:lnTo>
                    <a:pt x="259798" y="1134870"/>
                  </a:lnTo>
                  <a:close/>
                  <a:moveTo>
                    <a:pt x="154828" y="1081502"/>
                  </a:moveTo>
                  <a:lnTo>
                    <a:pt x="166249" y="1051293"/>
                  </a:lnTo>
                  <a:lnTo>
                    <a:pt x="120439" y="1054693"/>
                  </a:lnTo>
                  <a:close/>
                  <a:moveTo>
                    <a:pt x="175483" y="1048141"/>
                  </a:moveTo>
                  <a:lnTo>
                    <a:pt x="166249" y="1051293"/>
                  </a:lnTo>
                  <a:lnTo>
                    <a:pt x="243286" y="1029745"/>
                  </a:lnTo>
                  <a:close/>
                  <a:moveTo>
                    <a:pt x="783399" y="1694023"/>
                  </a:moveTo>
                  <a:lnTo>
                    <a:pt x="776792" y="1745560"/>
                  </a:lnTo>
                  <a:lnTo>
                    <a:pt x="821769" y="1721466"/>
                  </a:lnTo>
                  <a:close/>
                  <a:moveTo>
                    <a:pt x="783399" y="1694023"/>
                  </a:moveTo>
                  <a:lnTo>
                    <a:pt x="821769" y="1721466"/>
                  </a:lnTo>
                  <a:lnTo>
                    <a:pt x="791926" y="1669929"/>
                  </a:lnTo>
                  <a:close/>
                  <a:moveTo>
                    <a:pt x="219815" y="1075584"/>
                  </a:moveTo>
                  <a:lnTo>
                    <a:pt x="263966" y="1107061"/>
                  </a:lnTo>
                  <a:lnTo>
                    <a:pt x="267585" y="1065797"/>
                  </a:lnTo>
                  <a:close/>
                  <a:moveTo>
                    <a:pt x="317816" y="1062943"/>
                  </a:moveTo>
                  <a:lnTo>
                    <a:pt x="267585" y="1065797"/>
                  </a:lnTo>
                  <a:lnTo>
                    <a:pt x="316490" y="1126763"/>
                  </a:lnTo>
                  <a:close/>
                  <a:moveTo>
                    <a:pt x="317816" y="1062943"/>
                  </a:moveTo>
                  <a:lnTo>
                    <a:pt x="309081" y="1007301"/>
                  </a:lnTo>
                  <a:lnTo>
                    <a:pt x="267585" y="1065797"/>
                  </a:lnTo>
                  <a:close/>
                  <a:moveTo>
                    <a:pt x="754281" y="1618393"/>
                  </a:moveTo>
                  <a:lnTo>
                    <a:pt x="737805" y="1566856"/>
                  </a:lnTo>
                  <a:lnTo>
                    <a:pt x="736056" y="1578242"/>
                  </a:lnTo>
                  <a:close/>
                  <a:moveTo>
                    <a:pt x="745888" y="1551250"/>
                  </a:moveTo>
                  <a:lnTo>
                    <a:pt x="736056" y="1578242"/>
                  </a:lnTo>
                  <a:lnTo>
                    <a:pt x="737805" y="1566856"/>
                  </a:lnTo>
                  <a:close/>
                  <a:moveTo>
                    <a:pt x="421759" y="1206100"/>
                  </a:moveTo>
                  <a:lnTo>
                    <a:pt x="439216" y="1154563"/>
                  </a:lnTo>
                  <a:lnTo>
                    <a:pt x="433580" y="1170278"/>
                  </a:lnTo>
                  <a:close/>
                  <a:moveTo>
                    <a:pt x="443548" y="1119559"/>
                  </a:moveTo>
                  <a:lnTo>
                    <a:pt x="433580" y="1170278"/>
                  </a:lnTo>
                  <a:lnTo>
                    <a:pt x="439216" y="1154563"/>
                  </a:lnTo>
                  <a:close/>
                  <a:moveTo>
                    <a:pt x="775502" y="1527073"/>
                  </a:moveTo>
                  <a:lnTo>
                    <a:pt x="745888" y="1551250"/>
                  </a:lnTo>
                  <a:lnTo>
                    <a:pt x="737805" y="1566856"/>
                  </a:lnTo>
                  <a:close/>
                  <a:moveTo>
                    <a:pt x="817390" y="1509009"/>
                  </a:moveTo>
                  <a:lnTo>
                    <a:pt x="745888" y="1551250"/>
                  </a:lnTo>
                  <a:lnTo>
                    <a:pt x="775502" y="1527073"/>
                  </a:lnTo>
                  <a:close/>
                  <a:moveTo>
                    <a:pt x="421759" y="1206100"/>
                  </a:moveTo>
                  <a:lnTo>
                    <a:pt x="480705" y="1130469"/>
                  </a:lnTo>
                  <a:lnTo>
                    <a:pt x="439216" y="1154563"/>
                  </a:lnTo>
                  <a:close/>
                  <a:moveTo>
                    <a:pt x="480705" y="1130469"/>
                  </a:moveTo>
                  <a:lnTo>
                    <a:pt x="443548" y="1119559"/>
                  </a:lnTo>
                  <a:lnTo>
                    <a:pt x="439216" y="1154563"/>
                  </a:lnTo>
                  <a:close/>
                  <a:moveTo>
                    <a:pt x="387210" y="1027396"/>
                  </a:moveTo>
                  <a:lnTo>
                    <a:pt x="402976" y="1007644"/>
                  </a:lnTo>
                  <a:lnTo>
                    <a:pt x="331750" y="999953"/>
                  </a:lnTo>
                  <a:close/>
                  <a:moveTo>
                    <a:pt x="355913" y="1051490"/>
                  </a:moveTo>
                  <a:lnTo>
                    <a:pt x="387210" y="1027396"/>
                  </a:lnTo>
                  <a:lnTo>
                    <a:pt x="331750" y="999953"/>
                  </a:lnTo>
                  <a:close/>
                  <a:moveTo>
                    <a:pt x="380957" y="986849"/>
                  </a:moveTo>
                  <a:lnTo>
                    <a:pt x="402976" y="1007644"/>
                  </a:lnTo>
                  <a:lnTo>
                    <a:pt x="446562" y="995930"/>
                  </a:lnTo>
                  <a:close/>
                  <a:moveTo>
                    <a:pt x="285347" y="948417"/>
                  </a:moveTo>
                  <a:lnTo>
                    <a:pt x="311169" y="973972"/>
                  </a:lnTo>
                  <a:lnTo>
                    <a:pt x="317958" y="937341"/>
                  </a:lnTo>
                  <a:close/>
                  <a:moveTo>
                    <a:pt x="299425" y="930060"/>
                  </a:moveTo>
                  <a:lnTo>
                    <a:pt x="285347" y="948417"/>
                  </a:lnTo>
                  <a:lnTo>
                    <a:pt x="317958" y="937341"/>
                  </a:lnTo>
                  <a:close/>
                  <a:moveTo>
                    <a:pt x="1101754" y="1738594"/>
                  </a:moveTo>
                  <a:lnTo>
                    <a:pt x="1157032" y="1700721"/>
                  </a:lnTo>
                  <a:lnTo>
                    <a:pt x="1103008" y="1720799"/>
                  </a:lnTo>
                  <a:close/>
                  <a:moveTo>
                    <a:pt x="1095629" y="1715694"/>
                  </a:moveTo>
                  <a:lnTo>
                    <a:pt x="1103008" y="1720799"/>
                  </a:lnTo>
                  <a:lnTo>
                    <a:pt x="1157032" y="1700721"/>
                  </a:lnTo>
                  <a:close/>
                  <a:moveTo>
                    <a:pt x="1045891" y="1494574"/>
                  </a:moveTo>
                  <a:lnTo>
                    <a:pt x="1066669" y="1472516"/>
                  </a:lnTo>
                  <a:lnTo>
                    <a:pt x="999952" y="1518668"/>
                  </a:lnTo>
                  <a:close/>
                  <a:moveTo>
                    <a:pt x="896650" y="1415595"/>
                  </a:moveTo>
                  <a:lnTo>
                    <a:pt x="931175" y="1450179"/>
                  </a:lnTo>
                  <a:lnTo>
                    <a:pt x="949239" y="1393390"/>
                  </a:lnTo>
                  <a:close/>
                  <a:moveTo>
                    <a:pt x="594796" y="1065899"/>
                  </a:moveTo>
                  <a:lnTo>
                    <a:pt x="576375" y="1092170"/>
                  </a:lnTo>
                  <a:lnTo>
                    <a:pt x="615540" y="1030745"/>
                  </a:lnTo>
                  <a:close/>
                  <a:moveTo>
                    <a:pt x="594796" y="1065899"/>
                  </a:moveTo>
                  <a:lnTo>
                    <a:pt x="615540" y="1030745"/>
                  </a:lnTo>
                  <a:lnTo>
                    <a:pt x="601106" y="1047304"/>
                  </a:lnTo>
                  <a:close/>
                  <a:moveTo>
                    <a:pt x="593770" y="1054839"/>
                  </a:moveTo>
                  <a:lnTo>
                    <a:pt x="594796" y="1065899"/>
                  </a:lnTo>
                  <a:lnTo>
                    <a:pt x="601106" y="1047304"/>
                  </a:lnTo>
                  <a:close/>
                  <a:moveTo>
                    <a:pt x="619741" y="1024264"/>
                  </a:moveTo>
                  <a:lnTo>
                    <a:pt x="593770" y="1054839"/>
                  </a:lnTo>
                  <a:lnTo>
                    <a:pt x="601106" y="1047304"/>
                  </a:lnTo>
                  <a:close/>
                  <a:moveTo>
                    <a:pt x="627487" y="1013447"/>
                  </a:moveTo>
                  <a:lnTo>
                    <a:pt x="593770" y="1054839"/>
                  </a:lnTo>
                  <a:lnTo>
                    <a:pt x="619741" y="1024264"/>
                  </a:lnTo>
                  <a:close/>
                  <a:moveTo>
                    <a:pt x="658190" y="993339"/>
                  </a:moveTo>
                  <a:lnTo>
                    <a:pt x="627487" y="1013447"/>
                  </a:lnTo>
                  <a:lnTo>
                    <a:pt x="619741" y="1024264"/>
                  </a:lnTo>
                  <a:close/>
                  <a:moveTo>
                    <a:pt x="181785" y="470140"/>
                  </a:moveTo>
                  <a:lnTo>
                    <a:pt x="132282" y="412306"/>
                  </a:lnTo>
                  <a:lnTo>
                    <a:pt x="128127" y="413038"/>
                  </a:lnTo>
                  <a:close/>
                  <a:moveTo>
                    <a:pt x="89246" y="398469"/>
                  </a:moveTo>
                  <a:lnTo>
                    <a:pt x="56269" y="436400"/>
                  </a:lnTo>
                  <a:lnTo>
                    <a:pt x="128127" y="413038"/>
                  </a:lnTo>
                  <a:close/>
                  <a:moveTo>
                    <a:pt x="132282" y="412306"/>
                  </a:moveTo>
                  <a:lnTo>
                    <a:pt x="89246" y="398469"/>
                  </a:lnTo>
                  <a:lnTo>
                    <a:pt x="128127" y="413038"/>
                  </a:lnTo>
                  <a:close/>
                  <a:moveTo>
                    <a:pt x="974063" y="1315870"/>
                  </a:moveTo>
                  <a:lnTo>
                    <a:pt x="958211" y="1323352"/>
                  </a:lnTo>
                  <a:lnTo>
                    <a:pt x="959513" y="1391501"/>
                  </a:lnTo>
                  <a:close/>
                  <a:moveTo>
                    <a:pt x="997721" y="1264334"/>
                  </a:moveTo>
                  <a:lnTo>
                    <a:pt x="958211" y="1323352"/>
                  </a:lnTo>
                  <a:lnTo>
                    <a:pt x="974063" y="1315870"/>
                  </a:lnTo>
                  <a:close/>
                  <a:moveTo>
                    <a:pt x="658190" y="993339"/>
                  </a:moveTo>
                  <a:lnTo>
                    <a:pt x="665663" y="955114"/>
                  </a:lnTo>
                  <a:lnTo>
                    <a:pt x="665554" y="970149"/>
                  </a:lnTo>
                  <a:close/>
                  <a:moveTo>
                    <a:pt x="667362" y="979208"/>
                  </a:moveTo>
                  <a:lnTo>
                    <a:pt x="658190" y="993339"/>
                  </a:lnTo>
                  <a:lnTo>
                    <a:pt x="665554" y="970149"/>
                  </a:lnTo>
                  <a:close/>
                  <a:moveTo>
                    <a:pt x="678384" y="933943"/>
                  </a:moveTo>
                  <a:lnTo>
                    <a:pt x="667362" y="979208"/>
                  </a:lnTo>
                  <a:lnTo>
                    <a:pt x="665554" y="970149"/>
                  </a:lnTo>
                  <a:close/>
                  <a:moveTo>
                    <a:pt x="189923" y="400781"/>
                  </a:moveTo>
                  <a:lnTo>
                    <a:pt x="132282" y="412306"/>
                  </a:lnTo>
                  <a:lnTo>
                    <a:pt x="181028" y="432048"/>
                  </a:lnTo>
                  <a:close/>
                  <a:moveTo>
                    <a:pt x="168438" y="384976"/>
                  </a:moveTo>
                  <a:lnTo>
                    <a:pt x="132282" y="412306"/>
                  </a:lnTo>
                  <a:lnTo>
                    <a:pt x="189923" y="400781"/>
                  </a:lnTo>
                  <a:close/>
                  <a:moveTo>
                    <a:pt x="181028" y="432048"/>
                  </a:moveTo>
                  <a:lnTo>
                    <a:pt x="225448" y="388212"/>
                  </a:lnTo>
                  <a:lnTo>
                    <a:pt x="189923" y="400781"/>
                  </a:lnTo>
                  <a:close/>
                  <a:moveTo>
                    <a:pt x="181341" y="360769"/>
                  </a:moveTo>
                  <a:lnTo>
                    <a:pt x="189923" y="400781"/>
                  </a:lnTo>
                  <a:lnTo>
                    <a:pt x="225448" y="388212"/>
                  </a:lnTo>
                  <a:close/>
                  <a:moveTo>
                    <a:pt x="181341" y="360769"/>
                  </a:moveTo>
                  <a:lnTo>
                    <a:pt x="225448" y="388212"/>
                  </a:lnTo>
                  <a:lnTo>
                    <a:pt x="229580" y="336675"/>
                  </a:lnTo>
                  <a:close/>
                  <a:moveTo>
                    <a:pt x="678384" y="933943"/>
                  </a:moveTo>
                  <a:lnTo>
                    <a:pt x="665554" y="970149"/>
                  </a:lnTo>
                  <a:lnTo>
                    <a:pt x="665663" y="955114"/>
                  </a:lnTo>
                  <a:close/>
                  <a:moveTo>
                    <a:pt x="974063" y="1315870"/>
                  </a:moveTo>
                  <a:lnTo>
                    <a:pt x="971445" y="1330941"/>
                  </a:lnTo>
                  <a:lnTo>
                    <a:pt x="972798" y="1311493"/>
                  </a:lnTo>
                  <a:close/>
                  <a:moveTo>
                    <a:pt x="1102266" y="1343313"/>
                  </a:moveTo>
                  <a:lnTo>
                    <a:pt x="1107706" y="1356148"/>
                  </a:lnTo>
                  <a:lnTo>
                    <a:pt x="1103346" y="1406810"/>
                  </a:lnTo>
                  <a:close/>
                  <a:moveTo>
                    <a:pt x="1106417" y="1343313"/>
                  </a:moveTo>
                  <a:lnTo>
                    <a:pt x="1103346" y="1406810"/>
                  </a:lnTo>
                  <a:lnTo>
                    <a:pt x="1107706" y="1356148"/>
                  </a:lnTo>
                  <a:close/>
                  <a:moveTo>
                    <a:pt x="974063" y="1315870"/>
                  </a:moveTo>
                  <a:lnTo>
                    <a:pt x="972798" y="1311493"/>
                  </a:lnTo>
                  <a:lnTo>
                    <a:pt x="997721" y="1264334"/>
                  </a:lnTo>
                  <a:close/>
                  <a:moveTo>
                    <a:pt x="997721" y="1264334"/>
                  </a:moveTo>
                  <a:lnTo>
                    <a:pt x="972798" y="1311493"/>
                  </a:lnTo>
                  <a:lnTo>
                    <a:pt x="1037690" y="1269044"/>
                  </a:lnTo>
                  <a:close/>
                  <a:moveTo>
                    <a:pt x="1037690" y="1269044"/>
                  </a:moveTo>
                  <a:lnTo>
                    <a:pt x="1002724" y="1262403"/>
                  </a:lnTo>
                  <a:lnTo>
                    <a:pt x="997721" y="1264334"/>
                  </a:lnTo>
                  <a:close/>
                  <a:moveTo>
                    <a:pt x="678384" y="933943"/>
                  </a:moveTo>
                  <a:lnTo>
                    <a:pt x="710727" y="933423"/>
                  </a:lnTo>
                  <a:lnTo>
                    <a:pt x="718915" y="910804"/>
                  </a:lnTo>
                  <a:close/>
                  <a:moveTo>
                    <a:pt x="718915" y="910804"/>
                  </a:moveTo>
                  <a:lnTo>
                    <a:pt x="710727" y="933423"/>
                  </a:lnTo>
                  <a:lnTo>
                    <a:pt x="739539" y="879484"/>
                  </a:lnTo>
                  <a:close/>
                  <a:moveTo>
                    <a:pt x="496417" y="642728"/>
                  </a:moveTo>
                  <a:lnTo>
                    <a:pt x="468560" y="673475"/>
                  </a:lnTo>
                  <a:lnTo>
                    <a:pt x="458601" y="697431"/>
                  </a:lnTo>
                  <a:close/>
                  <a:moveTo>
                    <a:pt x="225448" y="388212"/>
                  </a:moveTo>
                  <a:lnTo>
                    <a:pt x="240517" y="312581"/>
                  </a:lnTo>
                  <a:lnTo>
                    <a:pt x="229580" y="336675"/>
                  </a:lnTo>
                  <a:close/>
                  <a:moveTo>
                    <a:pt x="261749" y="289376"/>
                  </a:moveTo>
                  <a:lnTo>
                    <a:pt x="229580" y="336675"/>
                  </a:lnTo>
                  <a:lnTo>
                    <a:pt x="240517" y="312581"/>
                  </a:lnTo>
                  <a:close/>
                  <a:moveTo>
                    <a:pt x="261749" y="289376"/>
                  </a:moveTo>
                  <a:lnTo>
                    <a:pt x="235994" y="327983"/>
                  </a:lnTo>
                  <a:lnTo>
                    <a:pt x="229580" y="336675"/>
                  </a:lnTo>
                  <a:close/>
                  <a:moveTo>
                    <a:pt x="744136" y="870204"/>
                  </a:moveTo>
                  <a:lnTo>
                    <a:pt x="731774" y="891552"/>
                  </a:lnTo>
                  <a:lnTo>
                    <a:pt x="739539" y="879484"/>
                  </a:lnTo>
                  <a:close/>
                  <a:moveTo>
                    <a:pt x="1176149" y="1322862"/>
                  </a:moveTo>
                  <a:lnTo>
                    <a:pt x="1106417" y="1343313"/>
                  </a:lnTo>
                  <a:lnTo>
                    <a:pt x="1183805" y="1331089"/>
                  </a:lnTo>
                  <a:close/>
                  <a:moveTo>
                    <a:pt x="1106417" y="1343313"/>
                  </a:moveTo>
                  <a:lnTo>
                    <a:pt x="1107706" y="1356148"/>
                  </a:lnTo>
                  <a:lnTo>
                    <a:pt x="1183805" y="1331089"/>
                  </a:lnTo>
                  <a:close/>
                  <a:moveTo>
                    <a:pt x="1141882" y="1309246"/>
                  </a:moveTo>
                  <a:lnTo>
                    <a:pt x="1106417" y="1343313"/>
                  </a:lnTo>
                  <a:lnTo>
                    <a:pt x="1176149" y="1322862"/>
                  </a:lnTo>
                  <a:close/>
                  <a:moveTo>
                    <a:pt x="1176149" y="1322862"/>
                  </a:moveTo>
                  <a:lnTo>
                    <a:pt x="1188435" y="1308627"/>
                  </a:lnTo>
                  <a:lnTo>
                    <a:pt x="1141882" y="1309246"/>
                  </a:lnTo>
                  <a:close/>
                  <a:moveTo>
                    <a:pt x="1176149" y="1322862"/>
                  </a:moveTo>
                  <a:lnTo>
                    <a:pt x="1226032" y="1320290"/>
                  </a:lnTo>
                  <a:lnTo>
                    <a:pt x="1188435" y="1308627"/>
                  </a:lnTo>
                  <a:close/>
                  <a:moveTo>
                    <a:pt x="1226032" y="1320290"/>
                  </a:moveTo>
                  <a:lnTo>
                    <a:pt x="1176149" y="1322862"/>
                  </a:lnTo>
                  <a:lnTo>
                    <a:pt x="1228555" y="1323728"/>
                  </a:lnTo>
                  <a:close/>
                  <a:moveTo>
                    <a:pt x="1176149" y="1322862"/>
                  </a:moveTo>
                  <a:lnTo>
                    <a:pt x="1183805" y="1331089"/>
                  </a:lnTo>
                  <a:lnTo>
                    <a:pt x="1228555" y="1323728"/>
                  </a:lnTo>
                  <a:close/>
                  <a:moveTo>
                    <a:pt x="1026182" y="1117846"/>
                  </a:moveTo>
                  <a:lnTo>
                    <a:pt x="1012145" y="1173539"/>
                  </a:lnTo>
                  <a:lnTo>
                    <a:pt x="1044127" y="1113073"/>
                  </a:lnTo>
                  <a:close/>
                  <a:moveTo>
                    <a:pt x="1044127" y="1113073"/>
                  </a:moveTo>
                  <a:lnTo>
                    <a:pt x="1030480" y="1188703"/>
                  </a:lnTo>
                  <a:lnTo>
                    <a:pt x="1048151" y="1164609"/>
                  </a:lnTo>
                  <a:close/>
                  <a:moveTo>
                    <a:pt x="1026182" y="1117846"/>
                  </a:moveTo>
                  <a:lnTo>
                    <a:pt x="1029860" y="1104871"/>
                  </a:lnTo>
                  <a:lnTo>
                    <a:pt x="979352" y="1090705"/>
                  </a:lnTo>
                  <a:close/>
                  <a:moveTo>
                    <a:pt x="598547" y="547441"/>
                  </a:moveTo>
                  <a:lnTo>
                    <a:pt x="534699" y="561366"/>
                  </a:lnTo>
                  <a:lnTo>
                    <a:pt x="600694" y="548350"/>
                  </a:lnTo>
                  <a:close/>
                  <a:moveTo>
                    <a:pt x="343935" y="288794"/>
                  </a:moveTo>
                  <a:lnTo>
                    <a:pt x="344461" y="289046"/>
                  </a:lnTo>
                  <a:lnTo>
                    <a:pt x="391383" y="289804"/>
                  </a:lnTo>
                  <a:close/>
                  <a:moveTo>
                    <a:pt x="344461" y="289046"/>
                  </a:moveTo>
                  <a:lnTo>
                    <a:pt x="343935" y="288794"/>
                  </a:lnTo>
                  <a:lnTo>
                    <a:pt x="341161" y="288487"/>
                  </a:lnTo>
                  <a:close/>
                  <a:moveTo>
                    <a:pt x="1044127" y="1113073"/>
                  </a:moveTo>
                  <a:lnTo>
                    <a:pt x="1115378" y="1115034"/>
                  </a:lnTo>
                  <a:lnTo>
                    <a:pt x="1088562" y="1105115"/>
                  </a:lnTo>
                  <a:close/>
                  <a:moveTo>
                    <a:pt x="1088562" y="1105115"/>
                  </a:moveTo>
                  <a:lnTo>
                    <a:pt x="1070082" y="1080577"/>
                  </a:lnTo>
                  <a:lnTo>
                    <a:pt x="1044127" y="1113073"/>
                  </a:lnTo>
                  <a:close/>
                  <a:moveTo>
                    <a:pt x="1088562" y="1105115"/>
                  </a:moveTo>
                  <a:lnTo>
                    <a:pt x="1115378" y="1115034"/>
                  </a:lnTo>
                  <a:lnTo>
                    <a:pt x="1161661" y="1113400"/>
                  </a:lnTo>
                  <a:close/>
                  <a:moveTo>
                    <a:pt x="631623" y="529089"/>
                  </a:moveTo>
                  <a:lnTo>
                    <a:pt x="600694" y="548350"/>
                  </a:lnTo>
                  <a:lnTo>
                    <a:pt x="557458" y="561374"/>
                  </a:lnTo>
                  <a:close/>
                  <a:moveTo>
                    <a:pt x="420711" y="264555"/>
                  </a:moveTo>
                  <a:lnTo>
                    <a:pt x="391383" y="289804"/>
                  </a:lnTo>
                  <a:lnTo>
                    <a:pt x="344461" y="289046"/>
                  </a:lnTo>
                  <a:close/>
                  <a:moveTo>
                    <a:pt x="955301" y="730984"/>
                  </a:moveTo>
                  <a:lnTo>
                    <a:pt x="930595" y="755665"/>
                  </a:lnTo>
                  <a:lnTo>
                    <a:pt x="979992" y="740959"/>
                  </a:lnTo>
                  <a:close/>
                  <a:moveTo>
                    <a:pt x="935072" y="526507"/>
                  </a:moveTo>
                  <a:lnTo>
                    <a:pt x="934252" y="517385"/>
                  </a:lnTo>
                  <a:lnTo>
                    <a:pt x="884083" y="504490"/>
                  </a:lnTo>
                  <a:close/>
                  <a:moveTo>
                    <a:pt x="934252" y="517385"/>
                  </a:moveTo>
                  <a:lnTo>
                    <a:pt x="935072" y="526507"/>
                  </a:lnTo>
                  <a:lnTo>
                    <a:pt x="950633" y="525425"/>
                  </a:lnTo>
                  <a:close/>
                  <a:moveTo>
                    <a:pt x="933400" y="465123"/>
                  </a:moveTo>
                  <a:lnTo>
                    <a:pt x="934252" y="517385"/>
                  </a:lnTo>
                  <a:lnTo>
                    <a:pt x="975176" y="449795"/>
                  </a:lnTo>
                  <a:close/>
                  <a:moveTo>
                    <a:pt x="934252" y="517385"/>
                  </a:moveTo>
                  <a:lnTo>
                    <a:pt x="950633" y="525425"/>
                  </a:lnTo>
                  <a:lnTo>
                    <a:pt x="975176" y="449795"/>
                  </a:lnTo>
                  <a:close/>
                  <a:moveTo>
                    <a:pt x="933400" y="465123"/>
                  </a:moveTo>
                  <a:lnTo>
                    <a:pt x="884083" y="504490"/>
                  </a:lnTo>
                  <a:lnTo>
                    <a:pt x="934252" y="517385"/>
                  </a:lnTo>
                  <a:close/>
                  <a:moveTo>
                    <a:pt x="943463" y="416925"/>
                  </a:moveTo>
                  <a:lnTo>
                    <a:pt x="922354" y="398258"/>
                  </a:lnTo>
                  <a:lnTo>
                    <a:pt x="933400" y="465123"/>
                  </a:lnTo>
                  <a:close/>
                  <a:moveTo>
                    <a:pt x="933400" y="465123"/>
                  </a:moveTo>
                  <a:lnTo>
                    <a:pt x="975176" y="449795"/>
                  </a:lnTo>
                  <a:lnTo>
                    <a:pt x="943463" y="416925"/>
                  </a:lnTo>
                  <a:close/>
                  <a:moveTo>
                    <a:pt x="672129" y="101158"/>
                  </a:moveTo>
                  <a:lnTo>
                    <a:pt x="670389" y="89039"/>
                  </a:lnTo>
                  <a:lnTo>
                    <a:pt x="649179" y="113132"/>
                  </a:lnTo>
                  <a:close/>
                  <a:moveTo>
                    <a:pt x="951634" y="387557"/>
                  </a:moveTo>
                  <a:lnTo>
                    <a:pt x="943463" y="416925"/>
                  </a:lnTo>
                  <a:lnTo>
                    <a:pt x="979025" y="374164"/>
                  </a:lnTo>
                  <a:close/>
                  <a:moveTo>
                    <a:pt x="943463" y="416925"/>
                  </a:moveTo>
                  <a:lnTo>
                    <a:pt x="975176" y="449795"/>
                  </a:lnTo>
                  <a:lnTo>
                    <a:pt x="979025" y="374164"/>
                  </a:lnTo>
                  <a:close/>
                  <a:moveTo>
                    <a:pt x="979025" y="374164"/>
                  </a:moveTo>
                  <a:lnTo>
                    <a:pt x="975176" y="449795"/>
                  </a:lnTo>
                  <a:lnTo>
                    <a:pt x="1026741" y="418710"/>
                  </a:lnTo>
                  <a:close/>
                  <a:moveTo>
                    <a:pt x="1026741" y="418710"/>
                  </a:moveTo>
                  <a:lnTo>
                    <a:pt x="975176" y="449795"/>
                  </a:lnTo>
                  <a:lnTo>
                    <a:pt x="1020890" y="431977"/>
                  </a:lnTo>
                  <a:close/>
                  <a:moveTo>
                    <a:pt x="922354" y="398258"/>
                  </a:moveTo>
                  <a:lnTo>
                    <a:pt x="943463" y="416925"/>
                  </a:lnTo>
                  <a:lnTo>
                    <a:pt x="951634" y="387557"/>
                  </a:lnTo>
                  <a:close/>
                  <a:moveTo>
                    <a:pt x="951634" y="387557"/>
                  </a:moveTo>
                  <a:lnTo>
                    <a:pt x="979025" y="374164"/>
                  </a:lnTo>
                  <a:lnTo>
                    <a:pt x="962849" y="354504"/>
                  </a:lnTo>
                  <a:close/>
                  <a:moveTo>
                    <a:pt x="847660" y="271091"/>
                  </a:moveTo>
                  <a:lnTo>
                    <a:pt x="831164" y="221303"/>
                  </a:lnTo>
                  <a:lnTo>
                    <a:pt x="840107" y="243648"/>
                  </a:lnTo>
                  <a:close/>
                  <a:moveTo>
                    <a:pt x="831164" y="221303"/>
                  </a:moveTo>
                  <a:lnTo>
                    <a:pt x="832213" y="215435"/>
                  </a:lnTo>
                  <a:lnTo>
                    <a:pt x="840107" y="243648"/>
                  </a:lnTo>
                  <a:close/>
                  <a:moveTo>
                    <a:pt x="840107" y="243648"/>
                  </a:moveTo>
                  <a:lnTo>
                    <a:pt x="832213" y="215435"/>
                  </a:lnTo>
                  <a:lnTo>
                    <a:pt x="838257" y="168018"/>
                  </a:lnTo>
                  <a:close/>
                  <a:moveTo>
                    <a:pt x="838257" y="168018"/>
                  </a:moveTo>
                  <a:lnTo>
                    <a:pt x="797502" y="185927"/>
                  </a:lnTo>
                  <a:lnTo>
                    <a:pt x="840107" y="243648"/>
                  </a:lnTo>
                  <a:close/>
                  <a:moveTo>
                    <a:pt x="837679" y="116481"/>
                  </a:moveTo>
                  <a:lnTo>
                    <a:pt x="799533" y="121533"/>
                  </a:lnTo>
                  <a:lnTo>
                    <a:pt x="797502" y="185927"/>
                  </a:lnTo>
                  <a:close/>
                  <a:moveTo>
                    <a:pt x="670389" y="89039"/>
                  </a:moveTo>
                  <a:lnTo>
                    <a:pt x="672129" y="101158"/>
                  </a:lnTo>
                  <a:lnTo>
                    <a:pt x="734433" y="136476"/>
                  </a:lnTo>
                  <a:close/>
                  <a:moveTo>
                    <a:pt x="712839" y="64944"/>
                  </a:moveTo>
                  <a:lnTo>
                    <a:pt x="670389" y="89039"/>
                  </a:lnTo>
                  <a:lnTo>
                    <a:pt x="734433" y="136476"/>
                  </a:lnTo>
                  <a:close/>
                  <a:moveTo>
                    <a:pt x="1026741" y="418710"/>
                  </a:moveTo>
                  <a:lnTo>
                    <a:pt x="1041468" y="425701"/>
                  </a:lnTo>
                  <a:lnTo>
                    <a:pt x="1039607" y="416760"/>
                  </a:lnTo>
                  <a:close/>
                  <a:moveTo>
                    <a:pt x="979025" y="374164"/>
                  </a:moveTo>
                  <a:lnTo>
                    <a:pt x="1026741" y="418710"/>
                  </a:lnTo>
                  <a:lnTo>
                    <a:pt x="1045633" y="401607"/>
                  </a:lnTo>
                  <a:close/>
                  <a:moveTo>
                    <a:pt x="979025" y="374164"/>
                  </a:moveTo>
                  <a:lnTo>
                    <a:pt x="1041089" y="350070"/>
                  </a:lnTo>
                  <a:lnTo>
                    <a:pt x="1017935" y="308894"/>
                  </a:lnTo>
                  <a:close/>
                  <a:moveTo>
                    <a:pt x="1017935" y="308894"/>
                  </a:moveTo>
                  <a:lnTo>
                    <a:pt x="1041679" y="339663"/>
                  </a:lnTo>
                  <a:lnTo>
                    <a:pt x="1078997" y="304511"/>
                  </a:lnTo>
                  <a:close/>
                  <a:moveTo>
                    <a:pt x="856729" y="143923"/>
                  </a:moveTo>
                  <a:lnTo>
                    <a:pt x="837679" y="116481"/>
                  </a:lnTo>
                  <a:lnTo>
                    <a:pt x="838257" y="168018"/>
                  </a:lnTo>
                  <a:close/>
                  <a:moveTo>
                    <a:pt x="716682" y="13408"/>
                  </a:moveTo>
                  <a:lnTo>
                    <a:pt x="768641" y="45922"/>
                  </a:lnTo>
                  <a:lnTo>
                    <a:pt x="742305" y="4590"/>
                  </a:lnTo>
                  <a:close/>
                  <a:moveTo>
                    <a:pt x="712839" y="64944"/>
                  </a:moveTo>
                  <a:lnTo>
                    <a:pt x="768641" y="45922"/>
                  </a:lnTo>
                  <a:lnTo>
                    <a:pt x="716682" y="13408"/>
                  </a:lnTo>
                  <a:close/>
                  <a:moveTo>
                    <a:pt x="742305" y="4590"/>
                  </a:moveTo>
                  <a:lnTo>
                    <a:pt x="775754" y="4342"/>
                  </a:lnTo>
                  <a:lnTo>
                    <a:pt x="727873" y="0"/>
                  </a:lnTo>
                  <a:close/>
                  <a:moveTo>
                    <a:pt x="1041679" y="339663"/>
                  </a:moveTo>
                  <a:lnTo>
                    <a:pt x="1057549" y="339431"/>
                  </a:lnTo>
                  <a:lnTo>
                    <a:pt x="1078997" y="304511"/>
                  </a:lnTo>
                  <a:close/>
                </a:path>
              </a:pathLst>
            </a:custGeom>
            <a:solidFill>
              <a:srgbClr val="F4F6F7"/>
            </a:solidFill>
            <a:ln w="1524">
              <a:solidFill>
                <a:srgbClr val="F4F6F7"/>
              </a:solidFill>
            </a:ln>
          </p:spPr>
        </p:sp>
        <p:sp>
          <p:nvSpPr>
            <p:cNvPr id="4257" name="Output_density__4256">
              <a:extLst>
                <a:ext uri="{FF2B5EF4-FFF2-40B4-BE49-F238E27FC236}">
                  <a16:creationId xmlns:a16="http://schemas.microsoft.com/office/drawing/2014/main" id="{1677B791-A7AF-0C00-1ADB-886690901362}"/>
                </a:ext>
              </a:extLst>
            </p:cNvPr>
            <p:cNvSpPr>
              <a:spLocks noGrp="1"/>
            </p:cNvSpPr>
            <p:nvPr/>
          </p:nvSpPr>
          <p:spPr>
            <a:xfrm>
              <a:off x="15440988" y="2519975"/>
              <a:ext cx="1268155" cy="1835977"/>
            </a:xfrm>
            <a:custGeom>
              <a:avLst/>
              <a:gdLst/>
              <a:ahLst/>
              <a:cxnLst/>
              <a:rect l="0" t="0" r="0" b="0"/>
              <a:pathLst>
                <a:path w="1268155" h="1835977">
                  <a:moveTo>
                    <a:pt x="256161" y="1817683"/>
                  </a:moveTo>
                  <a:lnTo>
                    <a:pt x="224973" y="1835977"/>
                  </a:lnTo>
                  <a:lnTo>
                    <a:pt x="302978" y="1818047"/>
                  </a:lnTo>
                  <a:close/>
                  <a:moveTo>
                    <a:pt x="334261" y="1816940"/>
                  </a:moveTo>
                  <a:lnTo>
                    <a:pt x="302978" y="1818047"/>
                  </a:lnTo>
                  <a:lnTo>
                    <a:pt x="345467" y="1813933"/>
                  </a:lnTo>
                  <a:close/>
                  <a:moveTo>
                    <a:pt x="315255" y="1267705"/>
                  </a:moveTo>
                  <a:lnTo>
                    <a:pt x="265167" y="1311756"/>
                  </a:lnTo>
                  <a:lnTo>
                    <a:pt x="307502" y="1295362"/>
                  </a:lnTo>
                  <a:close/>
                  <a:moveTo>
                    <a:pt x="315255" y="1267705"/>
                  </a:moveTo>
                  <a:lnTo>
                    <a:pt x="307502" y="1295362"/>
                  </a:lnTo>
                  <a:lnTo>
                    <a:pt x="329778" y="1277822"/>
                  </a:lnTo>
                  <a:close/>
                  <a:moveTo>
                    <a:pt x="174667" y="992322"/>
                  </a:moveTo>
                  <a:lnTo>
                    <a:pt x="176197" y="1018890"/>
                  </a:lnTo>
                  <a:lnTo>
                    <a:pt x="174105" y="996045"/>
                  </a:lnTo>
                  <a:close/>
                  <a:moveTo>
                    <a:pt x="678633" y="1487317"/>
                  </a:moveTo>
                  <a:lnTo>
                    <a:pt x="679118" y="1475516"/>
                  </a:lnTo>
                  <a:lnTo>
                    <a:pt x="675044" y="1526358"/>
                  </a:lnTo>
                  <a:close/>
                  <a:moveTo>
                    <a:pt x="679118" y="1475516"/>
                  </a:moveTo>
                  <a:lnTo>
                    <a:pt x="678633" y="1487317"/>
                  </a:lnTo>
                  <a:lnTo>
                    <a:pt x="708970" y="1478525"/>
                  </a:lnTo>
                  <a:close/>
                  <a:moveTo>
                    <a:pt x="419094" y="1133210"/>
                  </a:moveTo>
                  <a:lnTo>
                    <a:pt x="445051" y="1112661"/>
                  </a:lnTo>
                  <a:lnTo>
                    <a:pt x="448965" y="1102467"/>
                  </a:lnTo>
                  <a:close/>
                  <a:moveTo>
                    <a:pt x="430923" y="1137660"/>
                  </a:moveTo>
                  <a:lnTo>
                    <a:pt x="445051" y="1112661"/>
                  </a:lnTo>
                  <a:lnTo>
                    <a:pt x="419094" y="1133210"/>
                  </a:lnTo>
                  <a:close/>
                  <a:moveTo>
                    <a:pt x="384262" y="1137880"/>
                  </a:moveTo>
                  <a:lnTo>
                    <a:pt x="430923" y="1137660"/>
                  </a:lnTo>
                  <a:lnTo>
                    <a:pt x="419094" y="1133210"/>
                  </a:lnTo>
                  <a:close/>
                  <a:moveTo>
                    <a:pt x="445051" y="1112661"/>
                  </a:moveTo>
                  <a:lnTo>
                    <a:pt x="430923" y="1137660"/>
                  </a:lnTo>
                  <a:lnTo>
                    <a:pt x="450943" y="1126561"/>
                  </a:lnTo>
                  <a:close/>
                  <a:moveTo>
                    <a:pt x="445051" y="1112661"/>
                  </a:moveTo>
                  <a:lnTo>
                    <a:pt x="472068" y="1116819"/>
                  </a:lnTo>
                  <a:lnTo>
                    <a:pt x="455654" y="1095226"/>
                  </a:lnTo>
                  <a:close/>
                  <a:moveTo>
                    <a:pt x="448965" y="1102467"/>
                  </a:moveTo>
                  <a:lnTo>
                    <a:pt x="445051" y="1112661"/>
                  </a:lnTo>
                  <a:lnTo>
                    <a:pt x="455654" y="1095226"/>
                  </a:lnTo>
                  <a:close/>
                  <a:moveTo>
                    <a:pt x="12014" y="281230"/>
                  </a:moveTo>
                  <a:lnTo>
                    <a:pt x="0" y="305325"/>
                  </a:lnTo>
                  <a:lnTo>
                    <a:pt x="23355" y="257190"/>
                  </a:lnTo>
                  <a:close/>
                  <a:moveTo>
                    <a:pt x="1010353" y="1415036"/>
                  </a:moveTo>
                  <a:lnTo>
                    <a:pt x="1026249" y="1426470"/>
                  </a:lnTo>
                  <a:lnTo>
                    <a:pt x="997162" y="1452620"/>
                  </a:lnTo>
                  <a:close/>
                  <a:moveTo>
                    <a:pt x="1010353" y="1415036"/>
                  </a:moveTo>
                  <a:lnTo>
                    <a:pt x="1041854" y="1390942"/>
                  </a:lnTo>
                  <a:lnTo>
                    <a:pt x="1026249" y="1426470"/>
                  </a:lnTo>
                  <a:close/>
                  <a:moveTo>
                    <a:pt x="1041854" y="1390942"/>
                  </a:moveTo>
                  <a:lnTo>
                    <a:pt x="1010353" y="1415036"/>
                  </a:lnTo>
                  <a:lnTo>
                    <a:pt x="1060033" y="1378107"/>
                  </a:lnTo>
                  <a:close/>
                  <a:moveTo>
                    <a:pt x="1101924" y="1422418"/>
                  </a:moveTo>
                  <a:lnTo>
                    <a:pt x="1104991" y="1390942"/>
                  </a:lnTo>
                  <a:lnTo>
                    <a:pt x="1149281" y="1402216"/>
                  </a:lnTo>
                  <a:close/>
                  <a:moveTo>
                    <a:pt x="713546" y="956035"/>
                  </a:moveTo>
                  <a:lnTo>
                    <a:pt x="735209" y="903211"/>
                  </a:lnTo>
                  <a:lnTo>
                    <a:pt x="705146" y="978649"/>
                  </a:lnTo>
                  <a:close/>
                  <a:moveTo>
                    <a:pt x="705146" y="978649"/>
                  </a:moveTo>
                  <a:lnTo>
                    <a:pt x="735209" y="903211"/>
                  </a:lnTo>
                  <a:lnTo>
                    <a:pt x="735286" y="903018"/>
                  </a:lnTo>
                  <a:close/>
                  <a:moveTo>
                    <a:pt x="705146" y="978649"/>
                  </a:moveTo>
                  <a:lnTo>
                    <a:pt x="735286" y="903018"/>
                  </a:lnTo>
                  <a:lnTo>
                    <a:pt x="717719" y="954555"/>
                  </a:lnTo>
                  <a:close/>
                  <a:moveTo>
                    <a:pt x="735286" y="903018"/>
                  </a:moveTo>
                  <a:lnTo>
                    <a:pt x="735209" y="903211"/>
                  </a:lnTo>
                  <a:lnTo>
                    <a:pt x="735363" y="902706"/>
                  </a:lnTo>
                  <a:close/>
                  <a:moveTo>
                    <a:pt x="565767" y="801533"/>
                  </a:moveTo>
                  <a:lnTo>
                    <a:pt x="531439" y="799197"/>
                  </a:lnTo>
                  <a:lnTo>
                    <a:pt x="561505" y="772502"/>
                  </a:lnTo>
                  <a:close/>
                  <a:moveTo>
                    <a:pt x="561505" y="772502"/>
                  </a:moveTo>
                  <a:lnTo>
                    <a:pt x="566409" y="755266"/>
                  </a:lnTo>
                  <a:lnTo>
                    <a:pt x="592534" y="718045"/>
                  </a:lnTo>
                  <a:close/>
                  <a:moveTo>
                    <a:pt x="592534" y="718045"/>
                  </a:moveTo>
                  <a:lnTo>
                    <a:pt x="604470" y="720547"/>
                  </a:lnTo>
                  <a:lnTo>
                    <a:pt x="597618" y="696872"/>
                  </a:lnTo>
                  <a:close/>
                  <a:moveTo>
                    <a:pt x="1250584" y="1336493"/>
                  </a:moveTo>
                  <a:lnTo>
                    <a:pt x="1268155" y="1338479"/>
                  </a:lnTo>
                  <a:lnTo>
                    <a:pt x="1252092" y="1318660"/>
                  </a:lnTo>
                  <a:close/>
                  <a:moveTo>
                    <a:pt x="738370" y="342813"/>
                  </a:moveTo>
                  <a:lnTo>
                    <a:pt x="723304" y="348204"/>
                  </a:lnTo>
                  <a:lnTo>
                    <a:pt x="773434" y="330772"/>
                  </a:lnTo>
                  <a:close/>
                  <a:moveTo>
                    <a:pt x="482928" y="53222"/>
                  </a:moveTo>
                  <a:lnTo>
                    <a:pt x="501818" y="13949"/>
                  </a:lnTo>
                  <a:lnTo>
                    <a:pt x="455070" y="13846"/>
                  </a:lnTo>
                  <a:close/>
                  <a:moveTo>
                    <a:pt x="738370" y="342813"/>
                  </a:moveTo>
                  <a:lnTo>
                    <a:pt x="731292" y="347886"/>
                  </a:lnTo>
                  <a:lnTo>
                    <a:pt x="723304" y="348204"/>
                  </a:lnTo>
                  <a:close/>
                  <a:moveTo>
                    <a:pt x="738370" y="342813"/>
                  </a:moveTo>
                  <a:lnTo>
                    <a:pt x="761272" y="325076"/>
                  </a:lnTo>
                  <a:lnTo>
                    <a:pt x="731292" y="347886"/>
                  </a:lnTo>
                  <a:close/>
                  <a:moveTo>
                    <a:pt x="766731" y="318719"/>
                  </a:moveTo>
                  <a:lnTo>
                    <a:pt x="738370" y="342813"/>
                  </a:lnTo>
                  <a:lnTo>
                    <a:pt x="794234" y="273641"/>
                  </a:lnTo>
                  <a:close/>
                  <a:moveTo>
                    <a:pt x="455070" y="13846"/>
                  </a:moveTo>
                  <a:lnTo>
                    <a:pt x="501818" y="13949"/>
                  </a:lnTo>
                  <a:lnTo>
                    <a:pt x="534167" y="0"/>
                  </a:lnTo>
                  <a:close/>
                </a:path>
              </a:pathLst>
            </a:custGeom>
            <a:solidFill>
              <a:srgbClr val="ECEFF1"/>
            </a:solidFill>
            <a:ln w="1524">
              <a:solidFill>
                <a:srgbClr val="ECEFF1"/>
              </a:solidFill>
            </a:ln>
          </p:spPr>
        </p:sp>
        <p:sp>
          <p:nvSpPr>
            <p:cNvPr id="4258" name="Output_density__4257">
              <a:extLst>
                <a:ext uri="{FF2B5EF4-FFF2-40B4-BE49-F238E27FC236}">
                  <a16:creationId xmlns:a16="http://schemas.microsoft.com/office/drawing/2014/main" id="{94690C4A-6232-6468-3079-AB809A6568E8}"/>
                </a:ext>
              </a:extLst>
            </p:cNvPr>
            <p:cNvSpPr>
              <a:spLocks noGrp="1"/>
            </p:cNvSpPr>
            <p:nvPr/>
          </p:nvSpPr>
          <p:spPr>
            <a:xfrm>
              <a:off x="15725145" y="3797798"/>
              <a:ext cx="45621" cy="17540"/>
            </a:xfrm>
            <a:custGeom>
              <a:avLst/>
              <a:gdLst/>
              <a:ahLst/>
              <a:cxnLst/>
              <a:rect l="0" t="0" r="0" b="0"/>
              <a:pathLst>
                <a:path w="45621" h="17540">
                  <a:moveTo>
                    <a:pt x="45621" y="0"/>
                  </a:moveTo>
                  <a:lnTo>
                    <a:pt x="23345" y="17540"/>
                  </a:lnTo>
                  <a:lnTo>
                    <a:pt x="0" y="15165"/>
                  </a:lnTo>
                  <a:close/>
                </a:path>
              </a:pathLst>
            </a:custGeom>
            <a:solidFill>
              <a:srgbClr val="EAEDF0"/>
            </a:solidFill>
            <a:ln w="1524">
              <a:solidFill>
                <a:srgbClr val="EAEDF0"/>
              </a:solidFill>
            </a:ln>
          </p:spPr>
        </p:sp>
        <p:sp>
          <p:nvSpPr>
            <p:cNvPr id="4259" name="Output_density__4258">
              <a:extLst>
                <a:ext uri="{FF2B5EF4-FFF2-40B4-BE49-F238E27FC236}">
                  <a16:creationId xmlns:a16="http://schemas.microsoft.com/office/drawing/2014/main" id="{D4EF4559-AAA1-3E2F-57C6-89041A2DA4B0}"/>
                </a:ext>
              </a:extLst>
            </p:cNvPr>
            <p:cNvSpPr>
              <a:spLocks noGrp="1"/>
            </p:cNvSpPr>
            <p:nvPr/>
          </p:nvSpPr>
          <p:spPr>
            <a:xfrm>
              <a:off x="15313312" y="2468150"/>
              <a:ext cx="1318937" cy="2052842"/>
            </a:xfrm>
            <a:custGeom>
              <a:avLst/>
              <a:gdLst/>
              <a:ahLst/>
              <a:cxnLst/>
              <a:rect l="0" t="0" r="0" b="0"/>
              <a:pathLst>
                <a:path w="1318937" h="2052842">
                  <a:moveTo>
                    <a:pt x="294023" y="2041114"/>
                  </a:moveTo>
                  <a:lnTo>
                    <a:pt x="313991" y="2052842"/>
                  </a:lnTo>
                  <a:lnTo>
                    <a:pt x="323147" y="2031120"/>
                  </a:lnTo>
                  <a:close/>
                  <a:moveTo>
                    <a:pt x="379395" y="2023374"/>
                  </a:moveTo>
                  <a:lnTo>
                    <a:pt x="323147" y="2031120"/>
                  </a:lnTo>
                  <a:lnTo>
                    <a:pt x="313991" y="2052842"/>
                  </a:lnTo>
                  <a:close/>
                  <a:moveTo>
                    <a:pt x="393263" y="1814222"/>
                  </a:moveTo>
                  <a:lnTo>
                    <a:pt x="383837" y="1869509"/>
                  </a:lnTo>
                  <a:lnTo>
                    <a:pt x="409638" y="1831075"/>
                  </a:lnTo>
                  <a:close/>
                  <a:moveTo>
                    <a:pt x="393263" y="1814222"/>
                  </a:moveTo>
                  <a:lnTo>
                    <a:pt x="341486" y="1838316"/>
                  </a:lnTo>
                  <a:lnTo>
                    <a:pt x="383837" y="1869509"/>
                  </a:lnTo>
                  <a:close/>
                  <a:moveTo>
                    <a:pt x="445203" y="1790128"/>
                  </a:moveTo>
                  <a:lnTo>
                    <a:pt x="409638" y="1831075"/>
                  </a:lnTo>
                  <a:lnTo>
                    <a:pt x="461800" y="1865759"/>
                  </a:lnTo>
                  <a:close/>
                  <a:moveTo>
                    <a:pt x="406491" y="1624888"/>
                  </a:moveTo>
                  <a:lnTo>
                    <a:pt x="459735" y="1619584"/>
                  </a:lnTo>
                  <a:lnTo>
                    <a:pt x="440240" y="1572690"/>
                  </a:lnTo>
                  <a:close/>
                  <a:moveTo>
                    <a:pt x="406491" y="1624888"/>
                  </a:moveTo>
                  <a:lnTo>
                    <a:pt x="440240" y="1572690"/>
                  </a:lnTo>
                  <a:lnTo>
                    <a:pt x="397135" y="1569751"/>
                  </a:lnTo>
                  <a:close/>
                  <a:moveTo>
                    <a:pt x="0" y="992985"/>
                  </a:moveTo>
                  <a:lnTo>
                    <a:pt x="51098" y="970991"/>
                  </a:lnTo>
                  <a:lnTo>
                    <a:pt x="22456" y="917355"/>
                  </a:lnTo>
                  <a:close/>
                  <a:moveTo>
                    <a:pt x="224417" y="1099407"/>
                  </a:moveTo>
                  <a:lnTo>
                    <a:pt x="235388" y="1123341"/>
                  </a:lnTo>
                  <a:lnTo>
                    <a:pt x="232630" y="1175038"/>
                  </a:lnTo>
                  <a:close/>
                  <a:moveTo>
                    <a:pt x="251400" y="1150944"/>
                  </a:moveTo>
                  <a:lnTo>
                    <a:pt x="224417" y="1099407"/>
                  </a:lnTo>
                  <a:lnTo>
                    <a:pt x="232630" y="1175038"/>
                  </a:lnTo>
                  <a:close/>
                  <a:moveTo>
                    <a:pt x="191831" y="996334"/>
                  </a:moveTo>
                  <a:lnTo>
                    <a:pt x="202289" y="1020428"/>
                  </a:lnTo>
                  <a:lnTo>
                    <a:pt x="217205" y="1047871"/>
                  </a:lnTo>
                  <a:close/>
                  <a:moveTo>
                    <a:pt x="52090" y="962945"/>
                  </a:moveTo>
                  <a:lnTo>
                    <a:pt x="51070" y="893261"/>
                  </a:lnTo>
                  <a:lnTo>
                    <a:pt x="22456" y="917355"/>
                  </a:lnTo>
                  <a:close/>
                  <a:moveTo>
                    <a:pt x="224417" y="1099407"/>
                  </a:moveTo>
                  <a:lnTo>
                    <a:pt x="221873" y="1071586"/>
                  </a:lnTo>
                  <a:lnTo>
                    <a:pt x="235388" y="1123341"/>
                  </a:lnTo>
                  <a:close/>
                  <a:moveTo>
                    <a:pt x="224417" y="1099407"/>
                  </a:moveTo>
                  <a:lnTo>
                    <a:pt x="217205" y="1047871"/>
                  </a:lnTo>
                  <a:lnTo>
                    <a:pt x="221873" y="1071586"/>
                  </a:lnTo>
                  <a:close/>
                  <a:moveTo>
                    <a:pt x="718031" y="1561522"/>
                  </a:moveTo>
                  <a:lnTo>
                    <a:pt x="701684" y="1539143"/>
                  </a:lnTo>
                  <a:lnTo>
                    <a:pt x="738836" y="1514006"/>
                  </a:lnTo>
                  <a:close/>
                  <a:moveTo>
                    <a:pt x="664148" y="1504603"/>
                  </a:moveTo>
                  <a:lnTo>
                    <a:pt x="696331" y="1541182"/>
                  </a:lnTo>
                  <a:lnTo>
                    <a:pt x="705096" y="1509296"/>
                  </a:lnTo>
                  <a:close/>
                  <a:moveTo>
                    <a:pt x="191831" y="996334"/>
                  </a:moveTo>
                  <a:lnTo>
                    <a:pt x="217205" y="1047871"/>
                  </a:lnTo>
                  <a:lnTo>
                    <a:pt x="249873" y="1023777"/>
                  </a:lnTo>
                  <a:close/>
                  <a:moveTo>
                    <a:pt x="191831" y="996334"/>
                  </a:moveTo>
                  <a:lnTo>
                    <a:pt x="249873" y="1023777"/>
                  </a:lnTo>
                  <a:lnTo>
                    <a:pt x="220438" y="972240"/>
                  </a:lnTo>
                  <a:close/>
                  <a:moveTo>
                    <a:pt x="191831" y="996334"/>
                  </a:moveTo>
                  <a:lnTo>
                    <a:pt x="220438" y="972240"/>
                  </a:lnTo>
                  <a:lnTo>
                    <a:pt x="242067" y="929683"/>
                  </a:lnTo>
                  <a:close/>
                  <a:moveTo>
                    <a:pt x="242067" y="929683"/>
                  </a:moveTo>
                  <a:lnTo>
                    <a:pt x="220438" y="972240"/>
                  </a:lnTo>
                  <a:lnTo>
                    <a:pt x="257108" y="935643"/>
                  </a:lnTo>
                  <a:close/>
                  <a:moveTo>
                    <a:pt x="189582" y="992751"/>
                  </a:moveTo>
                  <a:lnTo>
                    <a:pt x="191831" y="996334"/>
                  </a:lnTo>
                  <a:lnTo>
                    <a:pt x="242067" y="929683"/>
                  </a:lnTo>
                  <a:close/>
                  <a:moveTo>
                    <a:pt x="242067" y="929683"/>
                  </a:moveTo>
                  <a:lnTo>
                    <a:pt x="229389" y="920704"/>
                  </a:lnTo>
                  <a:lnTo>
                    <a:pt x="219983" y="971517"/>
                  </a:lnTo>
                  <a:close/>
                  <a:moveTo>
                    <a:pt x="219983" y="971517"/>
                  </a:moveTo>
                  <a:lnTo>
                    <a:pt x="189582" y="992751"/>
                  </a:lnTo>
                  <a:lnTo>
                    <a:pt x="242067" y="929683"/>
                  </a:lnTo>
                  <a:close/>
                  <a:moveTo>
                    <a:pt x="257108" y="935643"/>
                  </a:moveTo>
                  <a:lnTo>
                    <a:pt x="296088" y="972240"/>
                  </a:lnTo>
                  <a:lnTo>
                    <a:pt x="242067" y="929683"/>
                  </a:lnTo>
                  <a:close/>
                  <a:moveTo>
                    <a:pt x="806794" y="1527342"/>
                  </a:moveTo>
                  <a:lnTo>
                    <a:pt x="819319" y="1505344"/>
                  </a:lnTo>
                  <a:lnTo>
                    <a:pt x="759393" y="1527896"/>
                  </a:lnTo>
                  <a:close/>
                  <a:moveTo>
                    <a:pt x="761923" y="1411976"/>
                  </a:moveTo>
                  <a:lnTo>
                    <a:pt x="739180" y="1380393"/>
                  </a:lnTo>
                  <a:lnTo>
                    <a:pt x="721835" y="1370201"/>
                  </a:lnTo>
                  <a:close/>
                  <a:moveTo>
                    <a:pt x="257108" y="935643"/>
                  </a:moveTo>
                  <a:lnTo>
                    <a:pt x="220438" y="972240"/>
                  </a:lnTo>
                  <a:lnTo>
                    <a:pt x="294518" y="940613"/>
                  </a:lnTo>
                  <a:close/>
                  <a:moveTo>
                    <a:pt x="257108" y="935643"/>
                  </a:moveTo>
                  <a:lnTo>
                    <a:pt x="304236" y="948146"/>
                  </a:lnTo>
                  <a:lnTo>
                    <a:pt x="296088" y="972240"/>
                  </a:lnTo>
                  <a:close/>
                  <a:moveTo>
                    <a:pt x="257108" y="935643"/>
                  </a:moveTo>
                  <a:lnTo>
                    <a:pt x="294518" y="940613"/>
                  </a:lnTo>
                  <a:lnTo>
                    <a:pt x="304236" y="948146"/>
                  </a:lnTo>
                  <a:close/>
                  <a:moveTo>
                    <a:pt x="181590" y="827971"/>
                  </a:moveTo>
                  <a:lnTo>
                    <a:pt x="140195" y="847878"/>
                  </a:lnTo>
                  <a:lnTo>
                    <a:pt x="221103" y="840805"/>
                  </a:lnTo>
                  <a:close/>
                  <a:moveTo>
                    <a:pt x="724278" y="1360439"/>
                  </a:moveTo>
                  <a:lnTo>
                    <a:pt x="721835" y="1370201"/>
                  </a:lnTo>
                  <a:lnTo>
                    <a:pt x="739180" y="1380393"/>
                  </a:lnTo>
                  <a:close/>
                  <a:moveTo>
                    <a:pt x="761923" y="1411976"/>
                  </a:moveTo>
                  <a:lnTo>
                    <a:pt x="832152" y="1439419"/>
                  </a:lnTo>
                  <a:lnTo>
                    <a:pt x="778126" y="1387882"/>
                  </a:lnTo>
                  <a:close/>
                  <a:moveTo>
                    <a:pt x="761923" y="1411976"/>
                  </a:moveTo>
                  <a:lnTo>
                    <a:pt x="778126" y="1387882"/>
                  </a:lnTo>
                  <a:lnTo>
                    <a:pt x="739180" y="1380393"/>
                  </a:lnTo>
                  <a:close/>
                  <a:moveTo>
                    <a:pt x="778126" y="1387882"/>
                  </a:moveTo>
                  <a:lnTo>
                    <a:pt x="776707" y="1385803"/>
                  </a:lnTo>
                  <a:lnTo>
                    <a:pt x="739180" y="1380393"/>
                  </a:lnTo>
                  <a:close/>
                  <a:moveTo>
                    <a:pt x="533433" y="1032965"/>
                  </a:moveTo>
                  <a:lnTo>
                    <a:pt x="475996" y="1051219"/>
                  </a:lnTo>
                  <a:lnTo>
                    <a:pt x="542287" y="1033377"/>
                  </a:lnTo>
                  <a:close/>
                  <a:moveTo>
                    <a:pt x="542287" y="1033377"/>
                  </a:moveTo>
                  <a:lnTo>
                    <a:pt x="475996" y="1051219"/>
                  </a:lnTo>
                  <a:lnTo>
                    <a:pt x="465108" y="1054392"/>
                  </a:lnTo>
                  <a:close/>
                  <a:moveTo>
                    <a:pt x="542287" y="1033377"/>
                  </a:moveTo>
                  <a:lnTo>
                    <a:pt x="465108" y="1054392"/>
                  </a:lnTo>
                  <a:lnTo>
                    <a:pt x="494578" y="1029675"/>
                  </a:lnTo>
                  <a:close/>
                  <a:moveTo>
                    <a:pt x="391756" y="948146"/>
                  </a:moveTo>
                  <a:lnTo>
                    <a:pt x="449380" y="995585"/>
                  </a:lnTo>
                  <a:lnTo>
                    <a:pt x="392734" y="945900"/>
                  </a:lnTo>
                  <a:close/>
                  <a:moveTo>
                    <a:pt x="1032852" y="1520250"/>
                  </a:moveTo>
                  <a:lnTo>
                    <a:pt x="1072086" y="1526335"/>
                  </a:lnTo>
                  <a:lnTo>
                    <a:pt x="1018472" y="1469198"/>
                  </a:lnTo>
                  <a:close/>
                  <a:moveTo>
                    <a:pt x="1032852" y="1520250"/>
                  </a:moveTo>
                  <a:lnTo>
                    <a:pt x="1037856" y="1528590"/>
                  </a:lnTo>
                  <a:lnTo>
                    <a:pt x="1093991" y="1563791"/>
                  </a:lnTo>
                  <a:close/>
                  <a:moveTo>
                    <a:pt x="1018472" y="1469198"/>
                  </a:moveTo>
                  <a:lnTo>
                    <a:pt x="994956" y="1425573"/>
                  </a:lnTo>
                  <a:lnTo>
                    <a:pt x="987837" y="1466861"/>
                  </a:lnTo>
                  <a:close/>
                  <a:moveTo>
                    <a:pt x="787387" y="1251055"/>
                  </a:moveTo>
                  <a:lnTo>
                    <a:pt x="745499" y="1269120"/>
                  </a:lnTo>
                  <a:lnTo>
                    <a:pt x="821881" y="1245123"/>
                  </a:lnTo>
                  <a:close/>
                  <a:moveTo>
                    <a:pt x="184680" y="436412"/>
                  </a:moveTo>
                  <a:lnTo>
                    <a:pt x="185135" y="436527"/>
                  </a:lnTo>
                  <a:lnTo>
                    <a:pt x="184343" y="436129"/>
                  </a:lnTo>
                  <a:close/>
                  <a:moveTo>
                    <a:pt x="183675" y="431069"/>
                  </a:moveTo>
                  <a:lnTo>
                    <a:pt x="184680" y="436412"/>
                  </a:lnTo>
                  <a:lnTo>
                    <a:pt x="184343" y="436129"/>
                  </a:lnTo>
                  <a:close/>
                  <a:moveTo>
                    <a:pt x="962237" y="1466861"/>
                  </a:moveTo>
                  <a:lnTo>
                    <a:pt x="983797" y="1501148"/>
                  </a:lnTo>
                  <a:lnTo>
                    <a:pt x="977435" y="1464578"/>
                  </a:lnTo>
                  <a:close/>
                  <a:moveTo>
                    <a:pt x="977435" y="1464578"/>
                  </a:moveTo>
                  <a:lnTo>
                    <a:pt x="983797" y="1501148"/>
                  </a:lnTo>
                  <a:lnTo>
                    <a:pt x="987837" y="1466861"/>
                  </a:lnTo>
                  <a:close/>
                  <a:moveTo>
                    <a:pt x="972961" y="1405472"/>
                  </a:moveTo>
                  <a:lnTo>
                    <a:pt x="977435" y="1464578"/>
                  </a:lnTo>
                  <a:lnTo>
                    <a:pt x="987837" y="1466861"/>
                  </a:lnTo>
                  <a:close/>
                  <a:moveTo>
                    <a:pt x="972961" y="1405472"/>
                  </a:moveTo>
                  <a:lnTo>
                    <a:pt x="964099" y="1339694"/>
                  </a:lnTo>
                  <a:lnTo>
                    <a:pt x="910426" y="1355587"/>
                  </a:lnTo>
                  <a:close/>
                  <a:moveTo>
                    <a:pt x="894137" y="1340601"/>
                  </a:moveTo>
                  <a:lnTo>
                    <a:pt x="910426" y="1355587"/>
                  </a:lnTo>
                  <a:lnTo>
                    <a:pt x="964099" y="1339694"/>
                  </a:lnTo>
                  <a:close/>
                  <a:moveTo>
                    <a:pt x="722143" y="1054569"/>
                  </a:moveTo>
                  <a:lnTo>
                    <a:pt x="725577" y="1059734"/>
                  </a:lnTo>
                  <a:lnTo>
                    <a:pt x="730934" y="1082011"/>
                  </a:lnTo>
                  <a:close/>
                  <a:moveTo>
                    <a:pt x="546372" y="834217"/>
                  </a:moveTo>
                  <a:lnTo>
                    <a:pt x="614108" y="857425"/>
                  </a:lnTo>
                  <a:lnTo>
                    <a:pt x="575224" y="824328"/>
                  </a:lnTo>
                  <a:close/>
                  <a:moveTo>
                    <a:pt x="511684" y="824436"/>
                  </a:moveTo>
                  <a:lnTo>
                    <a:pt x="561682" y="884513"/>
                  </a:lnTo>
                  <a:lnTo>
                    <a:pt x="546372" y="834217"/>
                  </a:lnTo>
                  <a:close/>
                  <a:moveTo>
                    <a:pt x="511684" y="824436"/>
                  </a:moveTo>
                  <a:lnTo>
                    <a:pt x="546372" y="834217"/>
                  </a:lnTo>
                  <a:lnTo>
                    <a:pt x="490792" y="778678"/>
                  </a:lnTo>
                  <a:close/>
                  <a:moveTo>
                    <a:pt x="428910" y="728262"/>
                  </a:moveTo>
                  <a:lnTo>
                    <a:pt x="450650" y="745349"/>
                  </a:lnTo>
                  <a:lnTo>
                    <a:pt x="401169" y="720213"/>
                  </a:lnTo>
                  <a:close/>
                  <a:moveTo>
                    <a:pt x="237400" y="519038"/>
                  </a:moveTo>
                  <a:lnTo>
                    <a:pt x="230947" y="487666"/>
                  </a:lnTo>
                  <a:lnTo>
                    <a:pt x="208256" y="522974"/>
                  </a:lnTo>
                  <a:close/>
                  <a:moveTo>
                    <a:pt x="250290" y="483798"/>
                  </a:moveTo>
                  <a:lnTo>
                    <a:pt x="230947" y="487666"/>
                  </a:lnTo>
                  <a:lnTo>
                    <a:pt x="237400" y="519038"/>
                  </a:lnTo>
                  <a:close/>
                  <a:moveTo>
                    <a:pt x="271443" y="529344"/>
                  </a:moveTo>
                  <a:lnTo>
                    <a:pt x="250290" y="483798"/>
                  </a:lnTo>
                  <a:lnTo>
                    <a:pt x="237400" y="519038"/>
                  </a:lnTo>
                  <a:close/>
                  <a:moveTo>
                    <a:pt x="271443" y="529344"/>
                  </a:moveTo>
                  <a:lnTo>
                    <a:pt x="317658" y="529754"/>
                  </a:lnTo>
                  <a:lnTo>
                    <a:pt x="306243" y="476292"/>
                  </a:lnTo>
                  <a:close/>
                  <a:moveTo>
                    <a:pt x="271443" y="529344"/>
                  </a:moveTo>
                  <a:lnTo>
                    <a:pt x="295154" y="538292"/>
                  </a:lnTo>
                  <a:lnTo>
                    <a:pt x="341584" y="537210"/>
                  </a:lnTo>
                  <a:close/>
                  <a:moveTo>
                    <a:pt x="184343" y="436129"/>
                  </a:moveTo>
                  <a:lnTo>
                    <a:pt x="185135" y="436527"/>
                  </a:lnTo>
                  <a:lnTo>
                    <a:pt x="185464" y="435775"/>
                  </a:lnTo>
                  <a:close/>
                  <a:moveTo>
                    <a:pt x="185464" y="435775"/>
                  </a:moveTo>
                  <a:lnTo>
                    <a:pt x="185135" y="436527"/>
                  </a:lnTo>
                  <a:lnTo>
                    <a:pt x="225680" y="412035"/>
                  </a:lnTo>
                  <a:close/>
                  <a:moveTo>
                    <a:pt x="185135" y="436527"/>
                  </a:moveTo>
                  <a:lnTo>
                    <a:pt x="230947" y="487666"/>
                  </a:lnTo>
                  <a:lnTo>
                    <a:pt x="225680" y="412035"/>
                  </a:lnTo>
                  <a:close/>
                  <a:moveTo>
                    <a:pt x="225680" y="412035"/>
                  </a:moveTo>
                  <a:lnTo>
                    <a:pt x="230947" y="487666"/>
                  </a:lnTo>
                  <a:lnTo>
                    <a:pt x="267116" y="433464"/>
                  </a:lnTo>
                  <a:close/>
                  <a:moveTo>
                    <a:pt x="250290" y="483798"/>
                  </a:moveTo>
                  <a:lnTo>
                    <a:pt x="306243" y="476292"/>
                  </a:lnTo>
                  <a:lnTo>
                    <a:pt x="267116" y="433464"/>
                  </a:lnTo>
                  <a:close/>
                  <a:moveTo>
                    <a:pt x="185464" y="435775"/>
                  </a:moveTo>
                  <a:lnTo>
                    <a:pt x="183675" y="431069"/>
                  </a:lnTo>
                  <a:lnTo>
                    <a:pt x="184343" y="436129"/>
                  </a:lnTo>
                  <a:close/>
                  <a:moveTo>
                    <a:pt x="183675" y="431069"/>
                  </a:moveTo>
                  <a:lnTo>
                    <a:pt x="185464" y="435775"/>
                  </a:lnTo>
                  <a:lnTo>
                    <a:pt x="225680" y="412035"/>
                  </a:lnTo>
                  <a:close/>
                  <a:moveTo>
                    <a:pt x="1151843" y="1418673"/>
                  </a:moveTo>
                  <a:lnTo>
                    <a:pt x="1127029" y="1442767"/>
                  </a:lnTo>
                  <a:lnTo>
                    <a:pt x="1157094" y="1470210"/>
                  </a:lnTo>
                  <a:close/>
                  <a:moveTo>
                    <a:pt x="1093394" y="1383527"/>
                  </a:moveTo>
                  <a:lnTo>
                    <a:pt x="1086614" y="1401310"/>
                  </a:lnTo>
                  <a:lnTo>
                    <a:pt x="1152085" y="1367137"/>
                  </a:lnTo>
                  <a:close/>
                  <a:moveTo>
                    <a:pt x="1152085" y="1367137"/>
                  </a:moveTo>
                  <a:lnTo>
                    <a:pt x="1086614" y="1401310"/>
                  </a:lnTo>
                  <a:lnTo>
                    <a:pt x="1127029" y="1442767"/>
                  </a:lnTo>
                  <a:close/>
                  <a:moveTo>
                    <a:pt x="1152085" y="1367137"/>
                  </a:moveTo>
                  <a:lnTo>
                    <a:pt x="1127029" y="1442767"/>
                  </a:lnTo>
                  <a:lnTo>
                    <a:pt x="1151843" y="1418673"/>
                  </a:lnTo>
                  <a:close/>
                  <a:moveTo>
                    <a:pt x="1093394" y="1383527"/>
                  </a:moveTo>
                  <a:lnTo>
                    <a:pt x="1152085" y="1367137"/>
                  </a:lnTo>
                  <a:lnTo>
                    <a:pt x="1110434" y="1355468"/>
                  </a:lnTo>
                  <a:close/>
                  <a:moveTo>
                    <a:pt x="772168" y="1006380"/>
                  </a:moveTo>
                  <a:lnTo>
                    <a:pt x="706007" y="968629"/>
                  </a:lnTo>
                  <a:lnTo>
                    <a:pt x="737740" y="978937"/>
                  </a:lnTo>
                  <a:close/>
                  <a:moveTo>
                    <a:pt x="772168" y="1006380"/>
                  </a:moveTo>
                  <a:lnTo>
                    <a:pt x="737740" y="978937"/>
                  </a:lnTo>
                  <a:lnTo>
                    <a:pt x="735960" y="1030474"/>
                  </a:lnTo>
                  <a:close/>
                  <a:moveTo>
                    <a:pt x="575224" y="824328"/>
                  </a:moveTo>
                  <a:lnTo>
                    <a:pt x="614108" y="857425"/>
                  </a:lnTo>
                  <a:lnTo>
                    <a:pt x="632388" y="802269"/>
                  </a:lnTo>
                  <a:close/>
                  <a:moveTo>
                    <a:pt x="637131" y="800234"/>
                  </a:moveTo>
                  <a:lnTo>
                    <a:pt x="632388" y="802269"/>
                  </a:lnTo>
                  <a:lnTo>
                    <a:pt x="614108" y="857425"/>
                  </a:lnTo>
                  <a:close/>
                  <a:moveTo>
                    <a:pt x="1110434" y="1355468"/>
                  </a:moveTo>
                  <a:lnTo>
                    <a:pt x="1152085" y="1367137"/>
                  </a:lnTo>
                  <a:lnTo>
                    <a:pt x="1133746" y="1291506"/>
                  </a:lnTo>
                  <a:close/>
                  <a:moveTo>
                    <a:pt x="1082631" y="1204049"/>
                  </a:moveTo>
                  <a:lnTo>
                    <a:pt x="1040196" y="1212527"/>
                  </a:lnTo>
                  <a:lnTo>
                    <a:pt x="1111150" y="1223247"/>
                  </a:lnTo>
                  <a:close/>
                  <a:moveTo>
                    <a:pt x="1040196" y="1212527"/>
                  </a:moveTo>
                  <a:lnTo>
                    <a:pt x="1026076" y="1214746"/>
                  </a:lnTo>
                  <a:lnTo>
                    <a:pt x="1111150" y="1223247"/>
                  </a:lnTo>
                  <a:close/>
                  <a:moveTo>
                    <a:pt x="1111150" y="1223247"/>
                  </a:moveTo>
                  <a:lnTo>
                    <a:pt x="1082414" y="1212527"/>
                  </a:lnTo>
                  <a:lnTo>
                    <a:pt x="1082631" y="1204049"/>
                  </a:lnTo>
                  <a:close/>
                  <a:moveTo>
                    <a:pt x="195934" y="113549"/>
                  </a:moveTo>
                  <a:lnTo>
                    <a:pt x="209828" y="124151"/>
                  </a:lnTo>
                  <a:lnTo>
                    <a:pt x="185482" y="106165"/>
                  </a:lnTo>
                  <a:close/>
                  <a:moveTo>
                    <a:pt x="209828" y="124151"/>
                  </a:moveTo>
                  <a:lnTo>
                    <a:pt x="195934" y="113549"/>
                  </a:lnTo>
                  <a:lnTo>
                    <a:pt x="228786" y="155252"/>
                  </a:lnTo>
                  <a:close/>
                  <a:moveTo>
                    <a:pt x="1094662" y="1131524"/>
                  </a:moveTo>
                  <a:lnTo>
                    <a:pt x="1045336" y="1151858"/>
                  </a:lnTo>
                  <a:lnTo>
                    <a:pt x="1092403" y="1153154"/>
                  </a:lnTo>
                  <a:close/>
                  <a:moveTo>
                    <a:pt x="1052006" y="1065478"/>
                  </a:moveTo>
                  <a:lnTo>
                    <a:pt x="1077703" y="1098195"/>
                  </a:lnTo>
                  <a:lnTo>
                    <a:pt x="1072263" y="1085360"/>
                  </a:lnTo>
                  <a:close/>
                  <a:moveTo>
                    <a:pt x="1094662" y="1131524"/>
                  </a:moveTo>
                  <a:lnTo>
                    <a:pt x="1077703" y="1098195"/>
                  </a:lnTo>
                  <a:lnTo>
                    <a:pt x="1052006" y="1065478"/>
                  </a:lnTo>
                  <a:close/>
                  <a:moveTo>
                    <a:pt x="897335" y="812956"/>
                  </a:moveTo>
                  <a:lnTo>
                    <a:pt x="884016" y="803583"/>
                  </a:lnTo>
                  <a:lnTo>
                    <a:pt x="892039" y="868593"/>
                  </a:lnTo>
                  <a:close/>
                  <a:moveTo>
                    <a:pt x="892039" y="868593"/>
                  </a:moveTo>
                  <a:lnTo>
                    <a:pt x="834589" y="814573"/>
                  </a:lnTo>
                  <a:lnTo>
                    <a:pt x="859158" y="857342"/>
                  </a:lnTo>
                  <a:close/>
                  <a:moveTo>
                    <a:pt x="892039" y="868593"/>
                  </a:moveTo>
                  <a:lnTo>
                    <a:pt x="940729" y="866991"/>
                  </a:lnTo>
                  <a:lnTo>
                    <a:pt x="897335" y="812956"/>
                  </a:lnTo>
                  <a:close/>
                  <a:moveTo>
                    <a:pt x="940729" y="866991"/>
                  </a:moveTo>
                  <a:lnTo>
                    <a:pt x="949349" y="832752"/>
                  </a:lnTo>
                  <a:lnTo>
                    <a:pt x="897335" y="812956"/>
                  </a:lnTo>
                  <a:close/>
                  <a:moveTo>
                    <a:pt x="780426" y="820625"/>
                  </a:moveTo>
                  <a:lnTo>
                    <a:pt x="827924" y="757249"/>
                  </a:lnTo>
                  <a:lnTo>
                    <a:pt x="776181" y="761333"/>
                  </a:lnTo>
                  <a:close/>
                  <a:moveTo>
                    <a:pt x="1252598" y="1141833"/>
                  </a:moveTo>
                  <a:lnTo>
                    <a:pt x="1260639" y="1110535"/>
                  </a:lnTo>
                  <a:lnTo>
                    <a:pt x="1223438" y="1102797"/>
                  </a:lnTo>
                  <a:close/>
                  <a:moveTo>
                    <a:pt x="1056824" y="958193"/>
                  </a:moveTo>
                  <a:lnTo>
                    <a:pt x="1049055" y="895962"/>
                  </a:lnTo>
                  <a:lnTo>
                    <a:pt x="1063886" y="882562"/>
                  </a:lnTo>
                  <a:close/>
                  <a:moveTo>
                    <a:pt x="1056824" y="958193"/>
                  </a:moveTo>
                  <a:lnTo>
                    <a:pt x="1063886" y="882562"/>
                  </a:lnTo>
                  <a:lnTo>
                    <a:pt x="1018148" y="906656"/>
                  </a:lnTo>
                  <a:close/>
                  <a:moveTo>
                    <a:pt x="955538" y="792208"/>
                  </a:moveTo>
                  <a:lnTo>
                    <a:pt x="897335" y="812956"/>
                  </a:lnTo>
                  <a:lnTo>
                    <a:pt x="949349" y="832752"/>
                  </a:lnTo>
                  <a:close/>
                  <a:moveTo>
                    <a:pt x="955538" y="792208"/>
                  </a:moveTo>
                  <a:lnTo>
                    <a:pt x="1002871" y="791709"/>
                  </a:lnTo>
                  <a:lnTo>
                    <a:pt x="961379" y="742831"/>
                  </a:lnTo>
                  <a:close/>
                  <a:moveTo>
                    <a:pt x="1275839" y="1185681"/>
                  </a:moveTo>
                  <a:lnTo>
                    <a:pt x="1318937" y="1188625"/>
                  </a:lnTo>
                  <a:lnTo>
                    <a:pt x="1309229" y="1170002"/>
                  </a:lnTo>
                  <a:close/>
                  <a:moveTo>
                    <a:pt x="1166773" y="851836"/>
                  </a:moveTo>
                  <a:lnTo>
                    <a:pt x="1131658" y="855446"/>
                  </a:lnTo>
                  <a:lnTo>
                    <a:pt x="1085376" y="857080"/>
                  </a:lnTo>
                  <a:close/>
                  <a:moveTo>
                    <a:pt x="1024601" y="711300"/>
                  </a:moveTo>
                  <a:lnTo>
                    <a:pt x="961379" y="742831"/>
                  </a:lnTo>
                  <a:lnTo>
                    <a:pt x="1011763" y="756532"/>
                  </a:lnTo>
                  <a:close/>
                  <a:moveTo>
                    <a:pt x="1024601" y="711300"/>
                  </a:moveTo>
                  <a:lnTo>
                    <a:pt x="1029262" y="687058"/>
                  </a:lnTo>
                  <a:lnTo>
                    <a:pt x="978963" y="673674"/>
                  </a:lnTo>
                  <a:close/>
                  <a:moveTo>
                    <a:pt x="1056089" y="703858"/>
                  </a:moveTo>
                  <a:lnTo>
                    <a:pt x="1024601" y="711300"/>
                  </a:lnTo>
                  <a:lnTo>
                    <a:pt x="1011763" y="756532"/>
                  </a:lnTo>
                  <a:close/>
                  <a:moveTo>
                    <a:pt x="1024601" y="711300"/>
                  </a:moveTo>
                  <a:lnTo>
                    <a:pt x="1056089" y="703858"/>
                  </a:lnTo>
                  <a:lnTo>
                    <a:pt x="1029262" y="687058"/>
                  </a:lnTo>
                  <a:close/>
                  <a:moveTo>
                    <a:pt x="885693" y="676416"/>
                  </a:moveTo>
                  <a:lnTo>
                    <a:pt x="902618" y="671763"/>
                  </a:lnTo>
                  <a:lnTo>
                    <a:pt x="886314" y="600785"/>
                  </a:lnTo>
                  <a:close/>
                  <a:moveTo>
                    <a:pt x="868293" y="624879"/>
                  </a:moveTo>
                  <a:lnTo>
                    <a:pt x="885693" y="676416"/>
                  </a:lnTo>
                  <a:lnTo>
                    <a:pt x="886314" y="600785"/>
                  </a:lnTo>
                  <a:close/>
                  <a:moveTo>
                    <a:pt x="902618" y="671763"/>
                  </a:moveTo>
                  <a:lnTo>
                    <a:pt x="954657" y="652322"/>
                  </a:lnTo>
                  <a:lnTo>
                    <a:pt x="915896" y="612557"/>
                  </a:lnTo>
                  <a:close/>
                  <a:moveTo>
                    <a:pt x="827107" y="573342"/>
                  </a:moveTo>
                  <a:lnTo>
                    <a:pt x="868293" y="624879"/>
                  </a:lnTo>
                  <a:lnTo>
                    <a:pt x="886314" y="600785"/>
                  </a:lnTo>
                  <a:close/>
                  <a:moveTo>
                    <a:pt x="827107" y="573342"/>
                  </a:moveTo>
                  <a:lnTo>
                    <a:pt x="886314" y="600785"/>
                  </a:lnTo>
                  <a:lnTo>
                    <a:pt x="865381" y="549248"/>
                  </a:lnTo>
                  <a:close/>
                  <a:moveTo>
                    <a:pt x="1081541" y="755395"/>
                  </a:moveTo>
                  <a:lnTo>
                    <a:pt x="1072054" y="679764"/>
                  </a:lnTo>
                  <a:lnTo>
                    <a:pt x="1056089" y="703858"/>
                  </a:lnTo>
                  <a:close/>
                  <a:moveTo>
                    <a:pt x="989430" y="639169"/>
                  </a:moveTo>
                  <a:lnTo>
                    <a:pt x="1030945" y="580658"/>
                  </a:lnTo>
                  <a:lnTo>
                    <a:pt x="986849" y="578525"/>
                  </a:lnTo>
                  <a:close/>
                  <a:moveTo>
                    <a:pt x="1067520" y="588905"/>
                  </a:moveTo>
                  <a:lnTo>
                    <a:pt x="1030945" y="580658"/>
                  </a:lnTo>
                  <a:lnTo>
                    <a:pt x="1091159" y="608905"/>
                  </a:lnTo>
                  <a:close/>
                  <a:moveTo>
                    <a:pt x="1030945" y="580658"/>
                  </a:moveTo>
                  <a:lnTo>
                    <a:pt x="1040251" y="593243"/>
                  </a:lnTo>
                  <a:lnTo>
                    <a:pt x="1091159" y="608905"/>
                  </a:lnTo>
                  <a:close/>
                  <a:moveTo>
                    <a:pt x="970159" y="505857"/>
                  </a:moveTo>
                  <a:lnTo>
                    <a:pt x="994581" y="525155"/>
                  </a:lnTo>
                  <a:lnTo>
                    <a:pt x="949989" y="483006"/>
                  </a:lnTo>
                  <a:close/>
                  <a:moveTo>
                    <a:pt x="1102665" y="623075"/>
                  </a:moveTo>
                  <a:lnTo>
                    <a:pt x="1124921" y="628228"/>
                  </a:lnTo>
                  <a:lnTo>
                    <a:pt x="1091159" y="608905"/>
                  </a:lnTo>
                  <a:close/>
                  <a:moveTo>
                    <a:pt x="984421" y="517756"/>
                  </a:moveTo>
                  <a:lnTo>
                    <a:pt x="994581" y="525155"/>
                  </a:lnTo>
                  <a:lnTo>
                    <a:pt x="970159" y="505857"/>
                  </a:lnTo>
                  <a:close/>
                  <a:moveTo>
                    <a:pt x="687527" y="112862"/>
                  </a:moveTo>
                  <a:lnTo>
                    <a:pt x="686220" y="142966"/>
                  </a:lnTo>
                  <a:lnTo>
                    <a:pt x="687431" y="105331"/>
                  </a:lnTo>
                  <a:close/>
                  <a:moveTo>
                    <a:pt x="987256" y="165083"/>
                  </a:moveTo>
                  <a:lnTo>
                    <a:pt x="1009604" y="158807"/>
                  </a:lnTo>
                  <a:lnTo>
                    <a:pt x="1004568" y="190033"/>
                  </a:lnTo>
                  <a:close/>
                  <a:moveTo>
                    <a:pt x="1034690" y="16486"/>
                  </a:moveTo>
                  <a:lnTo>
                    <a:pt x="1120080" y="42536"/>
                  </a:lnTo>
                  <a:lnTo>
                    <a:pt x="1090598" y="5457"/>
                  </a:lnTo>
                  <a:close/>
                  <a:moveTo>
                    <a:pt x="1120971" y="43929"/>
                  </a:moveTo>
                  <a:lnTo>
                    <a:pt x="1090598" y="5457"/>
                  </a:lnTo>
                  <a:lnTo>
                    <a:pt x="1120080" y="42536"/>
                  </a:lnTo>
                  <a:close/>
                  <a:moveTo>
                    <a:pt x="1090598" y="5457"/>
                  </a:moveTo>
                  <a:lnTo>
                    <a:pt x="1072623" y="0"/>
                  </a:lnTo>
                  <a:lnTo>
                    <a:pt x="1034690" y="16486"/>
                  </a:lnTo>
                  <a:close/>
                  <a:moveTo>
                    <a:pt x="1120080" y="42536"/>
                  </a:moveTo>
                  <a:lnTo>
                    <a:pt x="1119340" y="43929"/>
                  </a:lnTo>
                  <a:lnTo>
                    <a:pt x="1121049" y="43444"/>
                  </a:lnTo>
                  <a:close/>
                  <a:moveTo>
                    <a:pt x="1121049" y="43444"/>
                  </a:moveTo>
                  <a:lnTo>
                    <a:pt x="1120971" y="43929"/>
                  </a:lnTo>
                  <a:lnTo>
                    <a:pt x="1120080" y="42536"/>
                  </a:lnTo>
                  <a:close/>
                </a:path>
              </a:pathLst>
            </a:custGeom>
            <a:solidFill>
              <a:srgbClr val="F2F4F6"/>
            </a:solidFill>
            <a:ln w="1524">
              <a:solidFill>
                <a:srgbClr val="F2F4F6"/>
              </a:solidFill>
            </a:ln>
          </p:spPr>
        </p:sp>
        <p:sp>
          <p:nvSpPr>
            <p:cNvPr id="4260" name="Output_density__4259">
              <a:extLst>
                <a:ext uri="{FF2B5EF4-FFF2-40B4-BE49-F238E27FC236}">
                  <a16:creationId xmlns:a16="http://schemas.microsoft.com/office/drawing/2014/main" id="{9923D7DA-A103-271F-FB4F-C62EEC14E62D}"/>
                </a:ext>
              </a:extLst>
            </p:cNvPr>
            <p:cNvSpPr>
              <a:spLocks noGrp="1"/>
            </p:cNvSpPr>
            <p:nvPr/>
          </p:nvSpPr>
          <p:spPr>
            <a:xfrm>
              <a:off x="15309219" y="2354120"/>
              <a:ext cx="1313322" cy="2155144"/>
            </a:xfrm>
            <a:custGeom>
              <a:avLst/>
              <a:gdLst/>
              <a:ahLst/>
              <a:cxnLst/>
              <a:rect l="0" t="0" r="0" b="0"/>
              <a:pathLst>
                <a:path w="1313322" h="2155144">
                  <a:moveTo>
                    <a:pt x="267726" y="2103607"/>
                  </a:moveTo>
                  <a:lnTo>
                    <a:pt x="327239" y="2145150"/>
                  </a:lnTo>
                  <a:lnTo>
                    <a:pt x="325231" y="2084040"/>
                  </a:lnTo>
                  <a:close/>
                  <a:moveTo>
                    <a:pt x="267726" y="2103607"/>
                  </a:moveTo>
                  <a:lnTo>
                    <a:pt x="298116" y="2155144"/>
                  </a:lnTo>
                  <a:lnTo>
                    <a:pt x="327239" y="2145150"/>
                  </a:lnTo>
                  <a:close/>
                  <a:moveTo>
                    <a:pt x="361811" y="1876716"/>
                  </a:moveTo>
                  <a:lnTo>
                    <a:pt x="345579" y="1952346"/>
                  </a:lnTo>
                  <a:lnTo>
                    <a:pt x="397356" y="1928252"/>
                  </a:lnTo>
                  <a:close/>
                  <a:moveTo>
                    <a:pt x="425023" y="1915407"/>
                  </a:moveTo>
                  <a:lnTo>
                    <a:pt x="413731" y="1945105"/>
                  </a:lnTo>
                  <a:lnTo>
                    <a:pt x="449295" y="1904158"/>
                  </a:lnTo>
                  <a:close/>
                  <a:moveTo>
                    <a:pt x="397356" y="1928252"/>
                  </a:moveTo>
                  <a:lnTo>
                    <a:pt x="413731" y="1945105"/>
                  </a:lnTo>
                  <a:lnTo>
                    <a:pt x="425023" y="1915407"/>
                  </a:lnTo>
                  <a:close/>
                  <a:moveTo>
                    <a:pt x="361811" y="1876716"/>
                  </a:moveTo>
                  <a:lnTo>
                    <a:pt x="397356" y="1928252"/>
                  </a:lnTo>
                  <a:lnTo>
                    <a:pt x="425023" y="1915407"/>
                  </a:lnTo>
                  <a:close/>
                  <a:moveTo>
                    <a:pt x="449295" y="1904158"/>
                  </a:moveTo>
                  <a:lnTo>
                    <a:pt x="426184" y="1852622"/>
                  </a:lnTo>
                  <a:lnTo>
                    <a:pt x="425023" y="1915407"/>
                  </a:lnTo>
                  <a:close/>
                  <a:moveTo>
                    <a:pt x="312186" y="1722106"/>
                  </a:moveTo>
                  <a:lnTo>
                    <a:pt x="379607" y="1749549"/>
                  </a:lnTo>
                  <a:lnTo>
                    <a:pt x="346952" y="1698012"/>
                  </a:lnTo>
                  <a:close/>
                  <a:moveTo>
                    <a:pt x="486077" y="1778268"/>
                  </a:moveTo>
                  <a:lnTo>
                    <a:pt x="491454" y="1776991"/>
                  </a:lnTo>
                  <a:lnTo>
                    <a:pt x="521733" y="1729755"/>
                  </a:lnTo>
                  <a:close/>
                  <a:moveTo>
                    <a:pt x="562148" y="1817149"/>
                  </a:moveTo>
                  <a:lnTo>
                    <a:pt x="554254" y="1760824"/>
                  </a:lnTo>
                  <a:lnTo>
                    <a:pt x="502269" y="1827848"/>
                  </a:lnTo>
                  <a:close/>
                  <a:moveTo>
                    <a:pt x="521733" y="1729755"/>
                  </a:moveTo>
                  <a:lnTo>
                    <a:pt x="491454" y="1776991"/>
                  </a:lnTo>
                  <a:lnTo>
                    <a:pt x="554254" y="1760824"/>
                  </a:lnTo>
                  <a:close/>
                  <a:moveTo>
                    <a:pt x="185942" y="1347672"/>
                  </a:moveTo>
                  <a:lnTo>
                    <a:pt x="211514" y="1347611"/>
                  </a:lnTo>
                  <a:lnTo>
                    <a:pt x="199651" y="1313162"/>
                  </a:lnTo>
                  <a:close/>
                  <a:moveTo>
                    <a:pt x="199651" y="1313162"/>
                  </a:moveTo>
                  <a:lnTo>
                    <a:pt x="234582" y="1340604"/>
                  </a:lnTo>
                  <a:lnTo>
                    <a:pt x="236722" y="1289068"/>
                  </a:lnTo>
                  <a:close/>
                  <a:moveTo>
                    <a:pt x="234582" y="1340604"/>
                  </a:moveTo>
                  <a:lnTo>
                    <a:pt x="255492" y="1264974"/>
                  </a:lnTo>
                  <a:lnTo>
                    <a:pt x="236722" y="1289068"/>
                  </a:lnTo>
                  <a:close/>
                  <a:moveTo>
                    <a:pt x="0" y="979848"/>
                  </a:moveTo>
                  <a:lnTo>
                    <a:pt x="26548" y="1031385"/>
                  </a:lnTo>
                  <a:lnTo>
                    <a:pt x="55162" y="1007291"/>
                  </a:lnTo>
                  <a:close/>
                  <a:moveTo>
                    <a:pt x="846402" y="1680615"/>
                  </a:moveTo>
                  <a:lnTo>
                    <a:pt x="847184" y="1708258"/>
                  </a:lnTo>
                  <a:lnTo>
                    <a:pt x="854243" y="1668867"/>
                  </a:lnTo>
                  <a:close/>
                  <a:moveTo>
                    <a:pt x="846402" y="1680615"/>
                  </a:moveTo>
                  <a:lnTo>
                    <a:pt x="874316" y="1604985"/>
                  </a:lnTo>
                  <a:lnTo>
                    <a:pt x="831843" y="1629079"/>
                  </a:lnTo>
                  <a:close/>
                  <a:moveTo>
                    <a:pt x="831843" y="1629079"/>
                  </a:moveTo>
                  <a:lnTo>
                    <a:pt x="874316" y="1604985"/>
                  </a:lnTo>
                  <a:lnTo>
                    <a:pt x="823411" y="1619374"/>
                  </a:lnTo>
                  <a:close/>
                  <a:moveTo>
                    <a:pt x="874316" y="1604985"/>
                  </a:moveTo>
                  <a:lnTo>
                    <a:pt x="845609" y="1567467"/>
                  </a:lnTo>
                  <a:lnTo>
                    <a:pt x="823411" y="1619374"/>
                  </a:lnTo>
                  <a:close/>
                  <a:moveTo>
                    <a:pt x="836244" y="1553449"/>
                  </a:moveTo>
                  <a:lnTo>
                    <a:pt x="823411" y="1619374"/>
                  </a:lnTo>
                  <a:lnTo>
                    <a:pt x="845609" y="1567467"/>
                  </a:lnTo>
                  <a:close/>
                  <a:moveTo>
                    <a:pt x="836244" y="1553449"/>
                  </a:moveTo>
                  <a:lnTo>
                    <a:pt x="795859" y="1577542"/>
                  </a:lnTo>
                  <a:lnTo>
                    <a:pt x="823411" y="1619374"/>
                  </a:lnTo>
                  <a:close/>
                  <a:moveTo>
                    <a:pt x="766015" y="1526006"/>
                  </a:moveTo>
                  <a:lnTo>
                    <a:pt x="795859" y="1577542"/>
                  </a:lnTo>
                  <a:lnTo>
                    <a:pt x="836244" y="1553449"/>
                  </a:lnTo>
                  <a:close/>
                  <a:moveTo>
                    <a:pt x="748636" y="1450375"/>
                  </a:moveTo>
                  <a:lnTo>
                    <a:pt x="743272" y="1494423"/>
                  </a:lnTo>
                  <a:lnTo>
                    <a:pt x="780800" y="1499833"/>
                  </a:lnTo>
                  <a:close/>
                  <a:moveTo>
                    <a:pt x="748636" y="1450375"/>
                  </a:moveTo>
                  <a:lnTo>
                    <a:pt x="728370" y="1474469"/>
                  </a:lnTo>
                  <a:lnTo>
                    <a:pt x="743272" y="1494423"/>
                  </a:lnTo>
                  <a:close/>
                  <a:moveTo>
                    <a:pt x="711895" y="1422933"/>
                  </a:moveTo>
                  <a:lnTo>
                    <a:pt x="728370" y="1474469"/>
                  </a:lnTo>
                  <a:lnTo>
                    <a:pt x="748636" y="1450375"/>
                  </a:lnTo>
                  <a:close/>
                  <a:moveTo>
                    <a:pt x="396826" y="1059930"/>
                  </a:moveTo>
                  <a:lnTo>
                    <a:pt x="416765" y="1012152"/>
                  </a:lnTo>
                  <a:lnTo>
                    <a:pt x="395849" y="1062176"/>
                  </a:lnTo>
                  <a:close/>
                  <a:moveTo>
                    <a:pt x="395849" y="1062176"/>
                  </a:moveTo>
                  <a:lnTo>
                    <a:pt x="416765" y="1012152"/>
                  </a:lnTo>
                  <a:lnTo>
                    <a:pt x="454795" y="986546"/>
                  </a:lnTo>
                  <a:close/>
                  <a:moveTo>
                    <a:pt x="416765" y="1012152"/>
                  </a:moveTo>
                  <a:lnTo>
                    <a:pt x="396826" y="1059930"/>
                  </a:lnTo>
                  <a:lnTo>
                    <a:pt x="402017" y="1038083"/>
                  </a:lnTo>
                  <a:close/>
                  <a:moveTo>
                    <a:pt x="991929" y="1580891"/>
                  </a:moveTo>
                  <a:lnTo>
                    <a:pt x="987890" y="1615178"/>
                  </a:lnTo>
                  <a:lnTo>
                    <a:pt x="1022564" y="1583228"/>
                  </a:lnTo>
                  <a:close/>
                  <a:moveTo>
                    <a:pt x="1022564" y="1583228"/>
                  </a:moveTo>
                  <a:lnTo>
                    <a:pt x="987890" y="1615178"/>
                  </a:lnTo>
                  <a:lnTo>
                    <a:pt x="990402" y="1634136"/>
                  </a:lnTo>
                  <a:close/>
                  <a:moveTo>
                    <a:pt x="1022564" y="1583228"/>
                  </a:moveTo>
                  <a:lnTo>
                    <a:pt x="990402" y="1634136"/>
                  </a:lnTo>
                  <a:lnTo>
                    <a:pt x="1036944" y="1634280"/>
                  </a:lnTo>
                  <a:close/>
                  <a:moveTo>
                    <a:pt x="1036944" y="1634280"/>
                  </a:moveTo>
                  <a:lnTo>
                    <a:pt x="990402" y="1634136"/>
                  </a:lnTo>
                  <a:lnTo>
                    <a:pt x="1041949" y="1642620"/>
                  </a:lnTo>
                  <a:close/>
                  <a:moveTo>
                    <a:pt x="836244" y="1553449"/>
                  </a:moveTo>
                  <a:lnTo>
                    <a:pt x="845609" y="1567467"/>
                  </a:lnTo>
                  <a:lnTo>
                    <a:pt x="847740" y="1548668"/>
                  </a:lnTo>
                  <a:close/>
                  <a:moveTo>
                    <a:pt x="825973" y="1359153"/>
                  </a:moveTo>
                  <a:lnTo>
                    <a:pt x="773600" y="1382731"/>
                  </a:lnTo>
                  <a:lnTo>
                    <a:pt x="796878" y="1374745"/>
                  </a:lnTo>
                  <a:close/>
                  <a:moveTo>
                    <a:pt x="749591" y="1383150"/>
                  </a:moveTo>
                  <a:lnTo>
                    <a:pt x="773600" y="1382731"/>
                  </a:lnTo>
                  <a:lnTo>
                    <a:pt x="825973" y="1359153"/>
                  </a:lnTo>
                  <a:close/>
                  <a:moveTo>
                    <a:pt x="377065" y="863720"/>
                  </a:moveTo>
                  <a:lnTo>
                    <a:pt x="361299" y="883473"/>
                  </a:lnTo>
                  <a:lnTo>
                    <a:pt x="362366" y="848542"/>
                  </a:lnTo>
                  <a:close/>
                  <a:moveTo>
                    <a:pt x="177944" y="643272"/>
                  </a:moveTo>
                  <a:lnTo>
                    <a:pt x="151827" y="677326"/>
                  </a:lnTo>
                  <a:lnTo>
                    <a:pt x="212349" y="637004"/>
                  </a:lnTo>
                  <a:close/>
                  <a:moveTo>
                    <a:pt x="177944" y="643272"/>
                  </a:moveTo>
                  <a:lnTo>
                    <a:pt x="212349" y="637004"/>
                  </a:lnTo>
                  <a:lnTo>
                    <a:pt x="187025" y="625790"/>
                  </a:lnTo>
                  <a:close/>
                  <a:moveTo>
                    <a:pt x="212349" y="637004"/>
                  </a:moveTo>
                  <a:lnTo>
                    <a:pt x="235039" y="601696"/>
                  </a:lnTo>
                  <a:lnTo>
                    <a:pt x="187025" y="625790"/>
                  </a:lnTo>
                  <a:close/>
                  <a:moveTo>
                    <a:pt x="189227" y="550557"/>
                  </a:moveTo>
                  <a:lnTo>
                    <a:pt x="188773" y="550442"/>
                  </a:lnTo>
                  <a:lnTo>
                    <a:pt x="235039" y="601696"/>
                  </a:lnTo>
                  <a:close/>
                  <a:moveTo>
                    <a:pt x="740053" y="1144504"/>
                  </a:moveTo>
                  <a:lnTo>
                    <a:pt x="726235" y="1168599"/>
                  </a:lnTo>
                  <a:lnTo>
                    <a:pt x="735026" y="1196041"/>
                  </a:lnTo>
                  <a:close/>
                  <a:moveTo>
                    <a:pt x="275535" y="643374"/>
                  </a:moveTo>
                  <a:lnTo>
                    <a:pt x="310335" y="590322"/>
                  </a:lnTo>
                  <a:lnTo>
                    <a:pt x="254383" y="597828"/>
                  </a:lnTo>
                  <a:close/>
                  <a:moveTo>
                    <a:pt x="321750" y="643784"/>
                  </a:moveTo>
                  <a:lnTo>
                    <a:pt x="275535" y="643374"/>
                  </a:lnTo>
                  <a:lnTo>
                    <a:pt x="345676" y="651240"/>
                  </a:lnTo>
                  <a:close/>
                  <a:moveTo>
                    <a:pt x="271208" y="547494"/>
                  </a:moveTo>
                  <a:lnTo>
                    <a:pt x="235039" y="601696"/>
                  </a:lnTo>
                  <a:lnTo>
                    <a:pt x="254383" y="597828"/>
                  </a:lnTo>
                  <a:close/>
                  <a:moveTo>
                    <a:pt x="389268" y="605044"/>
                  </a:moveTo>
                  <a:lnTo>
                    <a:pt x="393322" y="623579"/>
                  </a:lnTo>
                  <a:lnTo>
                    <a:pt x="379359" y="642276"/>
                  </a:lnTo>
                  <a:close/>
                  <a:moveTo>
                    <a:pt x="379359" y="642276"/>
                  </a:moveTo>
                  <a:lnTo>
                    <a:pt x="389121" y="638998"/>
                  </a:lnTo>
                  <a:lnTo>
                    <a:pt x="345676" y="651240"/>
                  </a:lnTo>
                  <a:close/>
                  <a:moveTo>
                    <a:pt x="1156178" y="1481167"/>
                  </a:moveTo>
                  <a:lnTo>
                    <a:pt x="1197277" y="1517154"/>
                  </a:lnTo>
                  <a:lnTo>
                    <a:pt x="1168545" y="1477770"/>
                  </a:lnTo>
                  <a:close/>
                  <a:moveTo>
                    <a:pt x="1213096" y="1488680"/>
                  </a:moveTo>
                  <a:lnTo>
                    <a:pt x="1211024" y="1457073"/>
                  </a:lnTo>
                  <a:lnTo>
                    <a:pt x="1215127" y="1477881"/>
                  </a:lnTo>
                  <a:close/>
                  <a:moveTo>
                    <a:pt x="1213096" y="1488680"/>
                  </a:moveTo>
                  <a:lnTo>
                    <a:pt x="1181810" y="1481167"/>
                  </a:lnTo>
                  <a:lnTo>
                    <a:pt x="1168545" y="1477770"/>
                  </a:lnTo>
                  <a:close/>
                  <a:moveTo>
                    <a:pt x="1137838" y="1405536"/>
                  </a:moveTo>
                  <a:lnTo>
                    <a:pt x="1156178" y="1481167"/>
                  </a:lnTo>
                  <a:lnTo>
                    <a:pt x="1187926" y="1434352"/>
                  </a:lnTo>
                  <a:close/>
                  <a:moveTo>
                    <a:pt x="1187926" y="1434352"/>
                  </a:moveTo>
                  <a:lnTo>
                    <a:pt x="1156178" y="1481167"/>
                  </a:lnTo>
                  <a:lnTo>
                    <a:pt x="1168545" y="1477770"/>
                  </a:lnTo>
                  <a:close/>
                  <a:moveTo>
                    <a:pt x="1115242" y="1337277"/>
                  </a:moveTo>
                  <a:lnTo>
                    <a:pt x="1030168" y="1328776"/>
                  </a:lnTo>
                  <a:lnTo>
                    <a:pt x="1107588" y="1353999"/>
                  </a:lnTo>
                  <a:close/>
                  <a:moveTo>
                    <a:pt x="1107588" y="1353999"/>
                  </a:moveTo>
                  <a:lnTo>
                    <a:pt x="1030168" y="1328776"/>
                  </a:lnTo>
                  <a:lnTo>
                    <a:pt x="1067125" y="1358772"/>
                  </a:lnTo>
                  <a:close/>
                  <a:moveTo>
                    <a:pt x="940147" y="1147853"/>
                  </a:moveTo>
                  <a:lnTo>
                    <a:pt x="946887" y="1167570"/>
                  </a:lnTo>
                  <a:lnTo>
                    <a:pt x="929595" y="1167202"/>
                  </a:lnTo>
                  <a:close/>
                  <a:moveTo>
                    <a:pt x="946887" y="1167570"/>
                  </a:moveTo>
                  <a:lnTo>
                    <a:pt x="945534" y="1187018"/>
                  </a:lnTo>
                  <a:lnTo>
                    <a:pt x="929595" y="1167202"/>
                  </a:lnTo>
                  <a:close/>
                  <a:moveTo>
                    <a:pt x="1011779" y="1125121"/>
                  </a:moveTo>
                  <a:lnTo>
                    <a:pt x="946887" y="1167570"/>
                  </a:lnTo>
                  <a:lnTo>
                    <a:pt x="963611" y="1119706"/>
                  </a:lnTo>
                  <a:close/>
                  <a:moveTo>
                    <a:pt x="409770" y="581301"/>
                  </a:moveTo>
                  <a:lnTo>
                    <a:pt x="444774" y="577275"/>
                  </a:lnTo>
                  <a:lnTo>
                    <a:pt x="432690" y="553508"/>
                  </a:lnTo>
                  <a:close/>
                  <a:moveTo>
                    <a:pt x="444774" y="577275"/>
                  </a:moveTo>
                  <a:lnTo>
                    <a:pt x="447651" y="529414"/>
                  </a:lnTo>
                  <a:lnTo>
                    <a:pt x="432690" y="553508"/>
                  </a:lnTo>
                  <a:close/>
                  <a:moveTo>
                    <a:pt x="205675" y="207353"/>
                  </a:moveTo>
                  <a:lnTo>
                    <a:pt x="200026" y="227579"/>
                  </a:lnTo>
                  <a:lnTo>
                    <a:pt x="189575" y="220195"/>
                  </a:lnTo>
                  <a:close/>
                  <a:moveTo>
                    <a:pt x="200026" y="227579"/>
                  </a:moveTo>
                  <a:lnTo>
                    <a:pt x="205675" y="207353"/>
                  </a:lnTo>
                  <a:lnTo>
                    <a:pt x="199538" y="244288"/>
                  </a:lnTo>
                  <a:close/>
                  <a:moveTo>
                    <a:pt x="199538" y="244288"/>
                  </a:moveTo>
                  <a:lnTo>
                    <a:pt x="205675" y="207353"/>
                  </a:lnTo>
                  <a:lnTo>
                    <a:pt x="214606" y="168658"/>
                  </a:lnTo>
                  <a:close/>
                  <a:moveTo>
                    <a:pt x="963611" y="1119706"/>
                  </a:moveTo>
                  <a:lnTo>
                    <a:pt x="946887" y="1167570"/>
                  </a:lnTo>
                  <a:lnTo>
                    <a:pt x="940147" y="1147853"/>
                  </a:lnTo>
                  <a:close/>
                  <a:moveTo>
                    <a:pt x="1115242" y="1337277"/>
                  </a:moveTo>
                  <a:lnTo>
                    <a:pt x="1124542" y="1350075"/>
                  </a:lnTo>
                  <a:lnTo>
                    <a:pt x="1135430" y="1302463"/>
                  </a:lnTo>
                  <a:close/>
                  <a:moveTo>
                    <a:pt x="1135430" y="1302463"/>
                  </a:moveTo>
                  <a:lnTo>
                    <a:pt x="1124542" y="1350075"/>
                  </a:lnTo>
                  <a:lnTo>
                    <a:pt x="1187434" y="1329906"/>
                  </a:lnTo>
                  <a:close/>
                  <a:moveTo>
                    <a:pt x="1135430" y="1302463"/>
                  </a:moveTo>
                  <a:lnTo>
                    <a:pt x="1187434" y="1329906"/>
                  </a:lnTo>
                  <a:lnTo>
                    <a:pt x="1167644" y="1278369"/>
                  </a:lnTo>
                  <a:close/>
                  <a:moveTo>
                    <a:pt x="1143236" y="1226832"/>
                  </a:moveTo>
                  <a:lnTo>
                    <a:pt x="1096495" y="1267184"/>
                  </a:lnTo>
                  <a:lnTo>
                    <a:pt x="1135430" y="1302463"/>
                  </a:lnTo>
                  <a:close/>
                  <a:moveTo>
                    <a:pt x="1143236" y="1226832"/>
                  </a:moveTo>
                  <a:lnTo>
                    <a:pt x="1135430" y="1302463"/>
                  </a:lnTo>
                  <a:lnTo>
                    <a:pt x="1167644" y="1278369"/>
                  </a:lnTo>
                  <a:close/>
                  <a:moveTo>
                    <a:pt x="896131" y="982623"/>
                  </a:moveTo>
                  <a:lnTo>
                    <a:pt x="888108" y="917613"/>
                  </a:lnTo>
                  <a:lnTo>
                    <a:pt x="838682" y="928603"/>
                  </a:lnTo>
                  <a:close/>
                  <a:moveTo>
                    <a:pt x="784519" y="934655"/>
                  </a:moveTo>
                  <a:lnTo>
                    <a:pt x="838682" y="928603"/>
                  </a:lnTo>
                  <a:lnTo>
                    <a:pt x="832016" y="871279"/>
                  </a:lnTo>
                  <a:close/>
                  <a:moveTo>
                    <a:pt x="888108" y="917613"/>
                  </a:moveTo>
                  <a:lnTo>
                    <a:pt x="855910" y="866076"/>
                  </a:lnTo>
                  <a:lnTo>
                    <a:pt x="838682" y="928603"/>
                  </a:lnTo>
                  <a:close/>
                  <a:moveTo>
                    <a:pt x="855910" y="866076"/>
                  </a:moveTo>
                  <a:lnTo>
                    <a:pt x="832016" y="871279"/>
                  </a:lnTo>
                  <a:lnTo>
                    <a:pt x="838682" y="928603"/>
                  </a:lnTo>
                  <a:close/>
                  <a:moveTo>
                    <a:pt x="832998" y="845819"/>
                  </a:moveTo>
                  <a:lnTo>
                    <a:pt x="798031" y="814540"/>
                  </a:lnTo>
                  <a:lnTo>
                    <a:pt x="832016" y="871279"/>
                  </a:lnTo>
                  <a:close/>
                  <a:moveTo>
                    <a:pt x="832016" y="871279"/>
                  </a:moveTo>
                  <a:lnTo>
                    <a:pt x="798031" y="814540"/>
                  </a:lnTo>
                  <a:lnTo>
                    <a:pt x="765989" y="824234"/>
                  </a:lnTo>
                  <a:close/>
                  <a:moveTo>
                    <a:pt x="832016" y="871279"/>
                  </a:moveTo>
                  <a:lnTo>
                    <a:pt x="765989" y="824234"/>
                  </a:lnTo>
                  <a:lnTo>
                    <a:pt x="780273" y="875363"/>
                  </a:lnTo>
                  <a:close/>
                  <a:moveTo>
                    <a:pt x="832998" y="845819"/>
                  </a:moveTo>
                  <a:lnTo>
                    <a:pt x="832016" y="871279"/>
                  </a:lnTo>
                  <a:lnTo>
                    <a:pt x="855910" y="866076"/>
                  </a:lnTo>
                  <a:close/>
                  <a:moveTo>
                    <a:pt x="504416" y="453783"/>
                  </a:moveTo>
                  <a:lnTo>
                    <a:pt x="531547" y="417450"/>
                  </a:lnTo>
                  <a:lnTo>
                    <a:pt x="491298" y="426341"/>
                  </a:lnTo>
                  <a:close/>
                  <a:moveTo>
                    <a:pt x="480685" y="477877"/>
                  </a:moveTo>
                  <a:lnTo>
                    <a:pt x="504416" y="453783"/>
                  </a:lnTo>
                  <a:lnTo>
                    <a:pt x="491298" y="426341"/>
                  </a:lnTo>
                  <a:close/>
                  <a:moveTo>
                    <a:pt x="232957" y="174456"/>
                  </a:moveTo>
                  <a:lnTo>
                    <a:pt x="205675" y="207353"/>
                  </a:lnTo>
                  <a:lnTo>
                    <a:pt x="189575" y="220195"/>
                  </a:lnTo>
                  <a:close/>
                  <a:moveTo>
                    <a:pt x="205675" y="207353"/>
                  </a:moveTo>
                  <a:lnTo>
                    <a:pt x="232957" y="174456"/>
                  </a:lnTo>
                  <a:lnTo>
                    <a:pt x="214606" y="168658"/>
                  </a:lnTo>
                  <a:close/>
                  <a:moveTo>
                    <a:pt x="232957" y="174456"/>
                  </a:moveTo>
                  <a:lnTo>
                    <a:pt x="263195" y="144564"/>
                  </a:lnTo>
                  <a:lnTo>
                    <a:pt x="214606" y="168658"/>
                  </a:lnTo>
                  <a:close/>
                  <a:moveTo>
                    <a:pt x="270463" y="140008"/>
                  </a:moveTo>
                  <a:lnTo>
                    <a:pt x="214606" y="168658"/>
                  </a:lnTo>
                  <a:lnTo>
                    <a:pt x="263195" y="144564"/>
                  </a:lnTo>
                  <a:close/>
                  <a:moveTo>
                    <a:pt x="270463" y="140008"/>
                  </a:moveTo>
                  <a:lnTo>
                    <a:pt x="235839" y="145453"/>
                  </a:lnTo>
                  <a:lnTo>
                    <a:pt x="214606" y="168658"/>
                  </a:lnTo>
                  <a:close/>
                  <a:moveTo>
                    <a:pt x="1193501" y="1269253"/>
                  </a:moveTo>
                  <a:lnTo>
                    <a:pt x="1256690" y="1255863"/>
                  </a:lnTo>
                  <a:lnTo>
                    <a:pt x="1227530" y="1216827"/>
                  </a:lnTo>
                  <a:close/>
                  <a:moveTo>
                    <a:pt x="1193501" y="1269253"/>
                  </a:moveTo>
                  <a:lnTo>
                    <a:pt x="1227530" y="1216827"/>
                  </a:lnTo>
                  <a:lnTo>
                    <a:pt x="1180951" y="1216712"/>
                  </a:lnTo>
                  <a:close/>
                  <a:moveTo>
                    <a:pt x="1256690" y="1255863"/>
                  </a:moveTo>
                  <a:lnTo>
                    <a:pt x="1261966" y="1266698"/>
                  </a:lnTo>
                  <a:lnTo>
                    <a:pt x="1313322" y="1284032"/>
                  </a:lnTo>
                  <a:close/>
                  <a:moveTo>
                    <a:pt x="1180951" y="1216712"/>
                  </a:moveTo>
                  <a:lnTo>
                    <a:pt x="1202644" y="1179804"/>
                  </a:lnTo>
                  <a:lnTo>
                    <a:pt x="1157894" y="1187166"/>
                  </a:lnTo>
                  <a:close/>
                  <a:moveTo>
                    <a:pt x="1180951" y="1216712"/>
                  </a:moveTo>
                  <a:lnTo>
                    <a:pt x="1227530" y="1216827"/>
                  </a:lnTo>
                  <a:lnTo>
                    <a:pt x="1202644" y="1179804"/>
                  </a:lnTo>
                  <a:close/>
                  <a:moveTo>
                    <a:pt x="888108" y="917613"/>
                  </a:moveTo>
                  <a:lnTo>
                    <a:pt x="901427" y="926986"/>
                  </a:lnTo>
                  <a:lnTo>
                    <a:pt x="901794" y="915276"/>
                  </a:lnTo>
                  <a:close/>
                  <a:moveTo>
                    <a:pt x="855910" y="866076"/>
                  </a:moveTo>
                  <a:lnTo>
                    <a:pt x="901794" y="915276"/>
                  </a:lnTo>
                  <a:lnTo>
                    <a:pt x="895073" y="857997"/>
                  </a:lnTo>
                  <a:close/>
                  <a:moveTo>
                    <a:pt x="855910" y="866076"/>
                  </a:moveTo>
                  <a:lnTo>
                    <a:pt x="888108" y="917613"/>
                  </a:lnTo>
                  <a:lnTo>
                    <a:pt x="901794" y="915276"/>
                  </a:lnTo>
                  <a:close/>
                  <a:moveTo>
                    <a:pt x="959630" y="906238"/>
                  </a:moveTo>
                  <a:lnTo>
                    <a:pt x="901794" y="915276"/>
                  </a:lnTo>
                  <a:lnTo>
                    <a:pt x="901427" y="926986"/>
                  </a:lnTo>
                  <a:close/>
                  <a:moveTo>
                    <a:pt x="965471" y="856861"/>
                  </a:moveTo>
                  <a:lnTo>
                    <a:pt x="949321" y="841982"/>
                  </a:lnTo>
                  <a:lnTo>
                    <a:pt x="959630" y="906238"/>
                  </a:lnTo>
                  <a:close/>
                  <a:moveTo>
                    <a:pt x="959630" y="906238"/>
                  </a:moveTo>
                  <a:lnTo>
                    <a:pt x="949321" y="841982"/>
                  </a:lnTo>
                  <a:lnTo>
                    <a:pt x="895073" y="857997"/>
                  </a:lnTo>
                  <a:close/>
                  <a:moveTo>
                    <a:pt x="959630" y="906238"/>
                  </a:moveTo>
                  <a:lnTo>
                    <a:pt x="895073" y="857997"/>
                  </a:lnTo>
                  <a:lnTo>
                    <a:pt x="901794" y="915276"/>
                  </a:lnTo>
                  <a:close/>
                  <a:moveTo>
                    <a:pt x="836439" y="804941"/>
                  </a:moveTo>
                  <a:lnTo>
                    <a:pt x="832998" y="845819"/>
                  </a:lnTo>
                  <a:lnTo>
                    <a:pt x="889785" y="790446"/>
                  </a:lnTo>
                  <a:close/>
                  <a:moveTo>
                    <a:pt x="832998" y="845819"/>
                  </a:moveTo>
                  <a:lnTo>
                    <a:pt x="855910" y="866076"/>
                  </a:lnTo>
                  <a:lnTo>
                    <a:pt x="889785" y="790446"/>
                  </a:lnTo>
                  <a:close/>
                  <a:moveTo>
                    <a:pt x="889785" y="790446"/>
                  </a:moveTo>
                  <a:lnTo>
                    <a:pt x="855910" y="866076"/>
                  </a:lnTo>
                  <a:lnTo>
                    <a:pt x="903493" y="799811"/>
                  </a:lnTo>
                  <a:close/>
                  <a:moveTo>
                    <a:pt x="903493" y="799811"/>
                  </a:moveTo>
                  <a:lnTo>
                    <a:pt x="855910" y="866076"/>
                  </a:lnTo>
                  <a:lnTo>
                    <a:pt x="895073" y="857997"/>
                  </a:lnTo>
                  <a:close/>
                  <a:moveTo>
                    <a:pt x="895073" y="857997"/>
                  </a:moveTo>
                  <a:lnTo>
                    <a:pt x="949321" y="841982"/>
                  </a:lnTo>
                  <a:lnTo>
                    <a:pt x="903493" y="799811"/>
                  </a:lnTo>
                  <a:close/>
                  <a:moveTo>
                    <a:pt x="815470" y="763003"/>
                  </a:moveTo>
                  <a:lnTo>
                    <a:pt x="889785" y="790446"/>
                  </a:lnTo>
                  <a:lnTo>
                    <a:pt x="872385" y="738909"/>
                  </a:lnTo>
                  <a:close/>
                  <a:moveTo>
                    <a:pt x="278977" y="138633"/>
                  </a:moveTo>
                  <a:lnTo>
                    <a:pt x="263195" y="144564"/>
                  </a:lnTo>
                  <a:lnTo>
                    <a:pt x="304194" y="131222"/>
                  </a:lnTo>
                  <a:close/>
                  <a:moveTo>
                    <a:pt x="315251" y="144564"/>
                  </a:moveTo>
                  <a:lnTo>
                    <a:pt x="278977" y="138633"/>
                  </a:lnTo>
                  <a:lnTo>
                    <a:pt x="318551" y="145123"/>
                  </a:lnTo>
                  <a:close/>
                  <a:moveTo>
                    <a:pt x="318551" y="145123"/>
                  </a:moveTo>
                  <a:lnTo>
                    <a:pt x="278977" y="138633"/>
                  </a:lnTo>
                  <a:lnTo>
                    <a:pt x="304194" y="131222"/>
                  </a:lnTo>
                  <a:close/>
                  <a:moveTo>
                    <a:pt x="318551" y="145123"/>
                  </a:moveTo>
                  <a:lnTo>
                    <a:pt x="304194" y="131222"/>
                  </a:lnTo>
                  <a:lnTo>
                    <a:pt x="356873" y="153505"/>
                  </a:lnTo>
                  <a:close/>
                  <a:moveTo>
                    <a:pt x="394800" y="120631"/>
                  </a:moveTo>
                  <a:lnTo>
                    <a:pt x="318551" y="145123"/>
                  </a:lnTo>
                  <a:lnTo>
                    <a:pt x="356873" y="153505"/>
                  </a:lnTo>
                  <a:close/>
                  <a:moveTo>
                    <a:pt x="270463" y="140008"/>
                  </a:moveTo>
                  <a:lnTo>
                    <a:pt x="263195" y="144564"/>
                  </a:lnTo>
                  <a:lnTo>
                    <a:pt x="278977" y="138633"/>
                  </a:lnTo>
                  <a:close/>
                  <a:moveTo>
                    <a:pt x="278977" y="138633"/>
                  </a:moveTo>
                  <a:lnTo>
                    <a:pt x="315251" y="144564"/>
                  </a:lnTo>
                  <a:lnTo>
                    <a:pt x="270463" y="140008"/>
                  </a:lnTo>
                  <a:close/>
                  <a:moveTo>
                    <a:pt x="1279932" y="1299711"/>
                  </a:moveTo>
                  <a:lnTo>
                    <a:pt x="1313322" y="1284032"/>
                  </a:lnTo>
                  <a:lnTo>
                    <a:pt x="1261966" y="1266698"/>
                  </a:lnTo>
                  <a:close/>
                  <a:moveTo>
                    <a:pt x="949321" y="841982"/>
                  </a:moveTo>
                  <a:lnTo>
                    <a:pt x="965471" y="856861"/>
                  </a:lnTo>
                  <a:lnTo>
                    <a:pt x="970052" y="835023"/>
                  </a:lnTo>
                  <a:close/>
                  <a:moveTo>
                    <a:pt x="906711" y="785793"/>
                  </a:moveTo>
                  <a:lnTo>
                    <a:pt x="903493" y="799811"/>
                  </a:lnTo>
                  <a:lnTo>
                    <a:pt x="958750" y="766352"/>
                  </a:lnTo>
                  <a:close/>
                  <a:moveTo>
                    <a:pt x="903493" y="799811"/>
                  </a:moveTo>
                  <a:lnTo>
                    <a:pt x="949321" y="841982"/>
                  </a:lnTo>
                  <a:lnTo>
                    <a:pt x="958750" y="766352"/>
                  </a:lnTo>
                  <a:close/>
                  <a:moveTo>
                    <a:pt x="958750" y="766352"/>
                  </a:moveTo>
                  <a:lnTo>
                    <a:pt x="949321" y="841982"/>
                  </a:lnTo>
                  <a:lnTo>
                    <a:pt x="983055" y="787704"/>
                  </a:lnTo>
                  <a:close/>
                  <a:moveTo>
                    <a:pt x="983055" y="787704"/>
                  </a:moveTo>
                  <a:lnTo>
                    <a:pt x="949321" y="841982"/>
                  </a:lnTo>
                  <a:lnTo>
                    <a:pt x="970052" y="835023"/>
                  </a:lnTo>
                  <a:close/>
                  <a:moveTo>
                    <a:pt x="1028694" y="825330"/>
                  </a:moveTo>
                  <a:lnTo>
                    <a:pt x="970052" y="835023"/>
                  </a:lnTo>
                  <a:lnTo>
                    <a:pt x="965471" y="856861"/>
                  </a:lnTo>
                  <a:close/>
                  <a:moveTo>
                    <a:pt x="970052" y="835023"/>
                  </a:moveTo>
                  <a:lnTo>
                    <a:pt x="1028694" y="825330"/>
                  </a:lnTo>
                  <a:lnTo>
                    <a:pt x="983055" y="787704"/>
                  </a:lnTo>
                  <a:close/>
                  <a:moveTo>
                    <a:pt x="889785" y="790446"/>
                  </a:moveTo>
                  <a:lnTo>
                    <a:pt x="903493" y="799811"/>
                  </a:lnTo>
                  <a:lnTo>
                    <a:pt x="906711" y="785793"/>
                  </a:lnTo>
                  <a:close/>
                  <a:moveTo>
                    <a:pt x="429314" y="114775"/>
                  </a:moveTo>
                  <a:lnTo>
                    <a:pt x="394800" y="120631"/>
                  </a:lnTo>
                  <a:lnTo>
                    <a:pt x="356873" y="153505"/>
                  </a:lnTo>
                  <a:close/>
                  <a:moveTo>
                    <a:pt x="458606" y="106544"/>
                  </a:moveTo>
                  <a:lnTo>
                    <a:pt x="395632" y="120470"/>
                  </a:lnTo>
                  <a:lnTo>
                    <a:pt x="473211" y="104220"/>
                  </a:lnTo>
                  <a:close/>
                  <a:moveTo>
                    <a:pt x="473211" y="104220"/>
                  </a:moveTo>
                  <a:lnTo>
                    <a:pt x="395632" y="120470"/>
                  </a:lnTo>
                  <a:lnTo>
                    <a:pt x="394800" y="120631"/>
                  </a:lnTo>
                  <a:close/>
                  <a:moveTo>
                    <a:pt x="473211" y="104220"/>
                  </a:moveTo>
                  <a:lnTo>
                    <a:pt x="394800" y="120631"/>
                  </a:lnTo>
                  <a:lnTo>
                    <a:pt x="429314" y="114775"/>
                  </a:lnTo>
                  <a:close/>
                  <a:moveTo>
                    <a:pt x="1060181" y="817888"/>
                  </a:moveTo>
                  <a:lnTo>
                    <a:pt x="1076146" y="793795"/>
                  </a:lnTo>
                  <a:lnTo>
                    <a:pt x="1033354" y="801088"/>
                  </a:lnTo>
                  <a:close/>
                  <a:moveTo>
                    <a:pt x="1076146" y="793795"/>
                  </a:moveTo>
                  <a:lnTo>
                    <a:pt x="1063301" y="778154"/>
                  </a:lnTo>
                  <a:lnTo>
                    <a:pt x="1033354" y="801088"/>
                  </a:lnTo>
                  <a:close/>
                  <a:moveTo>
                    <a:pt x="1033354" y="801088"/>
                  </a:moveTo>
                  <a:lnTo>
                    <a:pt x="1063301" y="778154"/>
                  </a:lnTo>
                  <a:lnTo>
                    <a:pt x="983055" y="787704"/>
                  </a:lnTo>
                  <a:close/>
                  <a:moveTo>
                    <a:pt x="993522" y="753199"/>
                  </a:moveTo>
                  <a:lnTo>
                    <a:pt x="1044343" y="707273"/>
                  </a:lnTo>
                  <a:lnTo>
                    <a:pt x="1035037" y="694688"/>
                  </a:lnTo>
                  <a:close/>
                  <a:moveTo>
                    <a:pt x="954081" y="597036"/>
                  </a:moveTo>
                  <a:lnTo>
                    <a:pt x="904685" y="611742"/>
                  </a:lnTo>
                  <a:lnTo>
                    <a:pt x="974251" y="619887"/>
                  </a:lnTo>
                  <a:close/>
                  <a:moveTo>
                    <a:pt x="974251" y="619887"/>
                  </a:moveTo>
                  <a:lnTo>
                    <a:pt x="904685" y="611742"/>
                  </a:lnTo>
                  <a:lnTo>
                    <a:pt x="894109" y="629825"/>
                  </a:lnTo>
                  <a:close/>
                  <a:moveTo>
                    <a:pt x="974251" y="619887"/>
                  </a:moveTo>
                  <a:lnTo>
                    <a:pt x="894109" y="629825"/>
                  </a:lnTo>
                  <a:lnTo>
                    <a:pt x="928820" y="624705"/>
                  </a:lnTo>
                  <a:close/>
                  <a:moveTo>
                    <a:pt x="626339" y="327387"/>
                  </a:moveTo>
                  <a:lnTo>
                    <a:pt x="656161" y="335614"/>
                  </a:lnTo>
                  <a:lnTo>
                    <a:pt x="644168" y="302522"/>
                  </a:lnTo>
                  <a:close/>
                  <a:moveTo>
                    <a:pt x="644168" y="302522"/>
                  </a:moveTo>
                  <a:lnTo>
                    <a:pt x="670142" y="329965"/>
                  </a:lnTo>
                  <a:lnTo>
                    <a:pt x="685792" y="278428"/>
                  </a:lnTo>
                  <a:close/>
                  <a:moveTo>
                    <a:pt x="690313" y="256996"/>
                  </a:moveTo>
                  <a:lnTo>
                    <a:pt x="644168" y="302522"/>
                  </a:lnTo>
                  <a:lnTo>
                    <a:pt x="685792" y="278428"/>
                  </a:lnTo>
                  <a:close/>
                  <a:moveTo>
                    <a:pt x="523688" y="72282"/>
                  </a:moveTo>
                  <a:lnTo>
                    <a:pt x="519245" y="95227"/>
                  </a:lnTo>
                  <a:lnTo>
                    <a:pt x="513424" y="119669"/>
                  </a:lnTo>
                  <a:close/>
                  <a:moveTo>
                    <a:pt x="513424" y="119669"/>
                  </a:moveTo>
                  <a:lnTo>
                    <a:pt x="519245" y="95227"/>
                  </a:lnTo>
                  <a:lnTo>
                    <a:pt x="518752" y="99813"/>
                  </a:lnTo>
                  <a:close/>
                  <a:moveTo>
                    <a:pt x="513424" y="119669"/>
                  </a:moveTo>
                  <a:lnTo>
                    <a:pt x="518752" y="99813"/>
                  </a:lnTo>
                  <a:lnTo>
                    <a:pt x="473211" y="104220"/>
                  </a:lnTo>
                  <a:close/>
                  <a:moveTo>
                    <a:pt x="541161" y="48696"/>
                  </a:moveTo>
                  <a:lnTo>
                    <a:pt x="519245" y="95227"/>
                  </a:lnTo>
                  <a:lnTo>
                    <a:pt x="523688" y="72282"/>
                  </a:lnTo>
                  <a:close/>
                  <a:moveTo>
                    <a:pt x="1106758" y="737105"/>
                  </a:moveTo>
                  <a:lnTo>
                    <a:pt x="1063290" y="734461"/>
                  </a:lnTo>
                  <a:lnTo>
                    <a:pt x="1132580" y="778855"/>
                  </a:lnTo>
                  <a:close/>
                  <a:moveTo>
                    <a:pt x="1063290" y="734461"/>
                  </a:moveTo>
                  <a:lnTo>
                    <a:pt x="1095251" y="722935"/>
                  </a:lnTo>
                  <a:lnTo>
                    <a:pt x="1044343" y="707273"/>
                  </a:lnTo>
                  <a:close/>
                  <a:moveTo>
                    <a:pt x="1063290" y="734461"/>
                  </a:moveTo>
                  <a:lnTo>
                    <a:pt x="1106758" y="737105"/>
                  </a:lnTo>
                  <a:lnTo>
                    <a:pt x="1095251" y="722935"/>
                  </a:lnTo>
                  <a:close/>
                  <a:moveTo>
                    <a:pt x="569246" y="18804"/>
                  </a:moveTo>
                  <a:lnTo>
                    <a:pt x="541161" y="48696"/>
                  </a:lnTo>
                  <a:lnTo>
                    <a:pt x="523688" y="72282"/>
                  </a:lnTo>
                  <a:close/>
                  <a:moveTo>
                    <a:pt x="817281" y="112556"/>
                  </a:moveTo>
                  <a:lnTo>
                    <a:pt x="805253" y="77380"/>
                  </a:lnTo>
                  <a:lnTo>
                    <a:pt x="821749" y="127167"/>
                  </a:lnTo>
                  <a:close/>
                  <a:moveTo>
                    <a:pt x="799928" y="75631"/>
                  </a:moveTo>
                  <a:lnTo>
                    <a:pt x="805253" y="77380"/>
                  </a:lnTo>
                  <a:lnTo>
                    <a:pt x="817281" y="112556"/>
                  </a:lnTo>
                  <a:close/>
                  <a:moveTo>
                    <a:pt x="805253" y="77380"/>
                  </a:moveTo>
                  <a:lnTo>
                    <a:pt x="799928" y="75631"/>
                  </a:lnTo>
                  <a:lnTo>
                    <a:pt x="806303" y="71511"/>
                  </a:lnTo>
                  <a:close/>
                  <a:moveTo>
                    <a:pt x="1019723" y="257683"/>
                  </a:moveTo>
                  <a:lnTo>
                    <a:pt x="1013697" y="272837"/>
                  </a:lnTo>
                  <a:lnTo>
                    <a:pt x="991348" y="279113"/>
                  </a:lnTo>
                  <a:close/>
                  <a:moveTo>
                    <a:pt x="1019723" y="257683"/>
                  </a:moveTo>
                  <a:lnTo>
                    <a:pt x="1000830" y="274786"/>
                  </a:lnTo>
                  <a:lnTo>
                    <a:pt x="1013697" y="272837"/>
                  </a:lnTo>
                  <a:close/>
                  <a:moveTo>
                    <a:pt x="1015178" y="206147"/>
                  </a:moveTo>
                  <a:lnTo>
                    <a:pt x="953114" y="230241"/>
                  </a:lnTo>
                  <a:lnTo>
                    <a:pt x="1019723" y="257683"/>
                  </a:lnTo>
                  <a:close/>
                  <a:moveTo>
                    <a:pt x="821394" y="127936"/>
                  </a:moveTo>
                  <a:lnTo>
                    <a:pt x="834793" y="103074"/>
                  </a:lnTo>
                  <a:lnTo>
                    <a:pt x="822935" y="125748"/>
                  </a:lnTo>
                  <a:close/>
                  <a:moveTo>
                    <a:pt x="821749" y="127167"/>
                  </a:moveTo>
                  <a:lnTo>
                    <a:pt x="821394" y="127936"/>
                  </a:lnTo>
                  <a:lnTo>
                    <a:pt x="822935" y="125748"/>
                  </a:lnTo>
                  <a:close/>
                  <a:moveTo>
                    <a:pt x="822935" y="125748"/>
                  </a:moveTo>
                  <a:lnTo>
                    <a:pt x="842292" y="71170"/>
                  </a:lnTo>
                  <a:lnTo>
                    <a:pt x="821749" y="127167"/>
                  </a:lnTo>
                  <a:close/>
                  <a:moveTo>
                    <a:pt x="813466" y="70703"/>
                  </a:moveTo>
                  <a:lnTo>
                    <a:pt x="817281" y="112556"/>
                  </a:lnTo>
                  <a:lnTo>
                    <a:pt x="821749" y="127167"/>
                  </a:lnTo>
                  <a:close/>
                  <a:moveTo>
                    <a:pt x="841372" y="51537"/>
                  </a:moveTo>
                  <a:lnTo>
                    <a:pt x="813466" y="70703"/>
                  </a:lnTo>
                  <a:lnTo>
                    <a:pt x="821749" y="127167"/>
                  </a:lnTo>
                  <a:close/>
                  <a:moveTo>
                    <a:pt x="799928" y="75631"/>
                  </a:moveTo>
                  <a:lnTo>
                    <a:pt x="817281" y="112556"/>
                  </a:lnTo>
                  <a:lnTo>
                    <a:pt x="813466" y="70703"/>
                  </a:lnTo>
                  <a:close/>
                  <a:moveTo>
                    <a:pt x="842292" y="71170"/>
                  </a:moveTo>
                  <a:lnTo>
                    <a:pt x="822935" y="125748"/>
                  </a:lnTo>
                  <a:lnTo>
                    <a:pt x="834793" y="103074"/>
                  </a:lnTo>
                  <a:close/>
                  <a:moveTo>
                    <a:pt x="806303" y="71511"/>
                  </a:moveTo>
                  <a:lnTo>
                    <a:pt x="799928" y="75631"/>
                  </a:lnTo>
                  <a:lnTo>
                    <a:pt x="813466" y="70703"/>
                  </a:lnTo>
                  <a:close/>
                  <a:moveTo>
                    <a:pt x="812346" y="24094"/>
                  </a:moveTo>
                  <a:lnTo>
                    <a:pt x="841372" y="51537"/>
                  </a:lnTo>
                  <a:lnTo>
                    <a:pt x="830818" y="0"/>
                  </a:lnTo>
                  <a:close/>
                  <a:moveTo>
                    <a:pt x="1019723" y="257683"/>
                  </a:moveTo>
                  <a:lnTo>
                    <a:pt x="1031309" y="233589"/>
                  </a:lnTo>
                  <a:lnTo>
                    <a:pt x="1015178" y="206147"/>
                  </a:lnTo>
                  <a:close/>
                  <a:moveTo>
                    <a:pt x="1053087" y="160588"/>
                  </a:moveTo>
                  <a:lnTo>
                    <a:pt x="1031638" y="195508"/>
                  </a:lnTo>
                  <a:lnTo>
                    <a:pt x="1038782" y="130516"/>
                  </a:lnTo>
                  <a:close/>
                  <a:moveTo>
                    <a:pt x="868406" y="27443"/>
                  </a:moveTo>
                  <a:lnTo>
                    <a:pt x="830818" y="0"/>
                  </a:lnTo>
                  <a:lnTo>
                    <a:pt x="841372" y="51537"/>
                  </a:lnTo>
                  <a:close/>
                  <a:moveTo>
                    <a:pt x="1123432" y="157959"/>
                  </a:moveTo>
                  <a:lnTo>
                    <a:pt x="1124172" y="156566"/>
                  </a:lnTo>
                  <a:lnTo>
                    <a:pt x="1038782" y="130516"/>
                  </a:lnTo>
                  <a:close/>
                  <a:moveTo>
                    <a:pt x="1051494" y="182053"/>
                  </a:moveTo>
                  <a:lnTo>
                    <a:pt x="1123432" y="157959"/>
                  </a:lnTo>
                  <a:lnTo>
                    <a:pt x="1038782" y="130516"/>
                  </a:lnTo>
                  <a:close/>
                </a:path>
              </a:pathLst>
            </a:custGeom>
            <a:solidFill>
              <a:srgbClr val="F4F6F7"/>
            </a:solidFill>
            <a:ln w="1524">
              <a:solidFill>
                <a:srgbClr val="F4F6F7"/>
              </a:solidFill>
            </a:ln>
          </p:spPr>
        </p:sp>
        <p:sp>
          <p:nvSpPr>
            <p:cNvPr id="4261" name="Output_density__4260">
              <a:extLst>
                <a:ext uri="{FF2B5EF4-FFF2-40B4-BE49-F238E27FC236}">
                  <a16:creationId xmlns:a16="http://schemas.microsoft.com/office/drawing/2014/main" id="{581DF6DC-1A82-B7D5-6C8A-F82F163AF0C3}"/>
                </a:ext>
              </a:extLst>
            </p:cNvPr>
            <p:cNvSpPr>
              <a:spLocks noGrp="1"/>
            </p:cNvSpPr>
            <p:nvPr/>
          </p:nvSpPr>
          <p:spPr>
            <a:xfrm>
              <a:off x="15309219" y="2378214"/>
              <a:ext cx="1261966" cy="1928252"/>
            </a:xfrm>
            <a:custGeom>
              <a:avLst/>
              <a:gdLst/>
              <a:ahLst/>
              <a:cxnLst/>
              <a:rect l="0" t="0" r="0" b="0"/>
              <a:pathLst>
                <a:path w="1261966" h="1928252">
                  <a:moveTo>
                    <a:pt x="321058" y="1875110"/>
                  </a:moveTo>
                  <a:lnTo>
                    <a:pt x="320795" y="1883116"/>
                  </a:lnTo>
                  <a:lnTo>
                    <a:pt x="361811" y="1852622"/>
                  </a:lnTo>
                  <a:close/>
                  <a:moveTo>
                    <a:pt x="361811" y="1852622"/>
                  </a:moveTo>
                  <a:lnTo>
                    <a:pt x="320795" y="1883116"/>
                  </a:lnTo>
                  <a:lnTo>
                    <a:pt x="345579" y="1928252"/>
                  </a:lnTo>
                  <a:close/>
                  <a:moveTo>
                    <a:pt x="317502" y="1876715"/>
                  </a:moveTo>
                  <a:lnTo>
                    <a:pt x="320795" y="1883116"/>
                  </a:lnTo>
                  <a:lnTo>
                    <a:pt x="321058" y="1875110"/>
                  </a:lnTo>
                  <a:close/>
                  <a:moveTo>
                    <a:pt x="307540" y="1825179"/>
                  </a:moveTo>
                  <a:lnTo>
                    <a:pt x="321058" y="1875110"/>
                  </a:lnTo>
                  <a:lnTo>
                    <a:pt x="361811" y="1852622"/>
                  </a:lnTo>
                  <a:close/>
                  <a:moveTo>
                    <a:pt x="307540" y="1825179"/>
                  </a:moveTo>
                  <a:lnTo>
                    <a:pt x="361811" y="1852622"/>
                  </a:lnTo>
                  <a:lnTo>
                    <a:pt x="347585" y="1801085"/>
                  </a:lnTo>
                  <a:close/>
                  <a:moveTo>
                    <a:pt x="361811" y="1852622"/>
                  </a:moveTo>
                  <a:lnTo>
                    <a:pt x="425023" y="1891313"/>
                  </a:lnTo>
                  <a:lnTo>
                    <a:pt x="424564" y="1828943"/>
                  </a:lnTo>
                  <a:close/>
                  <a:moveTo>
                    <a:pt x="426184" y="1828528"/>
                  </a:moveTo>
                  <a:lnTo>
                    <a:pt x="424564" y="1828943"/>
                  </a:lnTo>
                  <a:lnTo>
                    <a:pt x="425023" y="1891313"/>
                  </a:lnTo>
                  <a:close/>
                  <a:moveTo>
                    <a:pt x="405061" y="1776991"/>
                  </a:moveTo>
                  <a:lnTo>
                    <a:pt x="424564" y="1828943"/>
                  </a:lnTo>
                  <a:lnTo>
                    <a:pt x="424038" y="1824650"/>
                  </a:lnTo>
                  <a:close/>
                  <a:moveTo>
                    <a:pt x="361811" y="1852622"/>
                  </a:moveTo>
                  <a:lnTo>
                    <a:pt x="424564" y="1828943"/>
                  </a:lnTo>
                  <a:lnTo>
                    <a:pt x="405061" y="1776991"/>
                  </a:lnTo>
                  <a:close/>
                  <a:moveTo>
                    <a:pt x="347585" y="1801085"/>
                  </a:moveTo>
                  <a:lnTo>
                    <a:pt x="361811" y="1852622"/>
                  </a:lnTo>
                  <a:lnTo>
                    <a:pt x="405061" y="1776991"/>
                  </a:lnTo>
                  <a:close/>
                  <a:moveTo>
                    <a:pt x="424564" y="1828943"/>
                  </a:moveTo>
                  <a:lnTo>
                    <a:pt x="426184" y="1828528"/>
                  </a:lnTo>
                  <a:lnTo>
                    <a:pt x="424038" y="1824650"/>
                  </a:lnTo>
                  <a:close/>
                  <a:moveTo>
                    <a:pt x="337426" y="1749548"/>
                  </a:moveTo>
                  <a:lnTo>
                    <a:pt x="347585" y="1801085"/>
                  </a:lnTo>
                  <a:lnTo>
                    <a:pt x="405061" y="1776991"/>
                  </a:lnTo>
                  <a:close/>
                  <a:moveTo>
                    <a:pt x="337426" y="1749548"/>
                  </a:moveTo>
                  <a:lnTo>
                    <a:pt x="405061" y="1776991"/>
                  </a:lnTo>
                  <a:lnTo>
                    <a:pt x="379607" y="1725454"/>
                  </a:lnTo>
                  <a:close/>
                  <a:moveTo>
                    <a:pt x="325627" y="1622381"/>
                  </a:moveTo>
                  <a:lnTo>
                    <a:pt x="312186" y="1698012"/>
                  </a:lnTo>
                  <a:lnTo>
                    <a:pt x="346952" y="1673918"/>
                  </a:lnTo>
                  <a:close/>
                  <a:moveTo>
                    <a:pt x="500089" y="1804433"/>
                  </a:moveTo>
                  <a:lnTo>
                    <a:pt x="497358" y="1789203"/>
                  </a:lnTo>
                  <a:lnTo>
                    <a:pt x="426184" y="1828528"/>
                  </a:lnTo>
                  <a:close/>
                  <a:moveTo>
                    <a:pt x="426184" y="1828528"/>
                  </a:moveTo>
                  <a:lnTo>
                    <a:pt x="497358" y="1789203"/>
                  </a:lnTo>
                  <a:lnTo>
                    <a:pt x="416923" y="1772412"/>
                  </a:lnTo>
                  <a:close/>
                  <a:moveTo>
                    <a:pt x="416923" y="1772412"/>
                  </a:moveTo>
                  <a:lnTo>
                    <a:pt x="497358" y="1789203"/>
                  </a:lnTo>
                  <a:lnTo>
                    <a:pt x="486077" y="1754174"/>
                  </a:lnTo>
                  <a:close/>
                  <a:moveTo>
                    <a:pt x="426184" y="1828528"/>
                  </a:moveTo>
                  <a:lnTo>
                    <a:pt x="416923" y="1772412"/>
                  </a:lnTo>
                  <a:lnTo>
                    <a:pt x="424038" y="1824650"/>
                  </a:lnTo>
                  <a:close/>
                  <a:moveTo>
                    <a:pt x="405061" y="1776991"/>
                  </a:moveTo>
                  <a:lnTo>
                    <a:pt x="424038" y="1824650"/>
                  </a:lnTo>
                  <a:lnTo>
                    <a:pt x="416923" y="1772412"/>
                  </a:lnTo>
                  <a:close/>
                  <a:moveTo>
                    <a:pt x="379607" y="1725454"/>
                  </a:moveTo>
                  <a:lnTo>
                    <a:pt x="416923" y="1772412"/>
                  </a:lnTo>
                  <a:lnTo>
                    <a:pt x="410583" y="1714824"/>
                  </a:lnTo>
                  <a:close/>
                  <a:moveTo>
                    <a:pt x="379607" y="1725454"/>
                  </a:moveTo>
                  <a:lnTo>
                    <a:pt x="405061" y="1776991"/>
                  </a:lnTo>
                  <a:lnTo>
                    <a:pt x="416923" y="1772412"/>
                  </a:lnTo>
                  <a:close/>
                  <a:moveTo>
                    <a:pt x="416923" y="1772412"/>
                  </a:moveTo>
                  <a:lnTo>
                    <a:pt x="486077" y="1754174"/>
                  </a:lnTo>
                  <a:lnTo>
                    <a:pt x="463827" y="1709520"/>
                  </a:lnTo>
                  <a:close/>
                  <a:moveTo>
                    <a:pt x="416923" y="1772412"/>
                  </a:moveTo>
                  <a:lnTo>
                    <a:pt x="463827" y="1709520"/>
                  </a:lnTo>
                  <a:lnTo>
                    <a:pt x="410583" y="1714824"/>
                  </a:lnTo>
                  <a:close/>
                  <a:moveTo>
                    <a:pt x="486077" y="1754174"/>
                  </a:moveTo>
                  <a:lnTo>
                    <a:pt x="497358" y="1789203"/>
                  </a:lnTo>
                  <a:lnTo>
                    <a:pt x="491454" y="1752897"/>
                  </a:lnTo>
                  <a:close/>
                  <a:moveTo>
                    <a:pt x="346952" y="1673918"/>
                  </a:moveTo>
                  <a:lnTo>
                    <a:pt x="410583" y="1714824"/>
                  </a:lnTo>
                  <a:lnTo>
                    <a:pt x="401228" y="1659687"/>
                  </a:lnTo>
                  <a:close/>
                  <a:moveTo>
                    <a:pt x="346952" y="1673918"/>
                  </a:moveTo>
                  <a:lnTo>
                    <a:pt x="379607" y="1725454"/>
                  </a:lnTo>
                  <a:lnTo>
                    <a:pt x="410583" y="1714824"/>
                  </a:lnTo>
                  <a:close/>
                  <a:moveTo>
                    <a:pt x="325627" y="1622381"/>
                  </a:moveTo>
                  <a:lnTo>
                    <a:pt x="401228" y="1659687"/>
                  </a:lnTo>
                  <a:lnTo>
                    <a:pt x="387317" y="1608253"/>
                  </a:lnTo>
                  <a:close/>
                  <a:moveTo>
                    <a:pt x="325627" y="1622381"/>
                  </a:moveTo>
                  <a:lnTo>
                    <a:pt x="346952" y="1673918"/>
                  </a:lnTo>
                  <a:lnTo>
                    <a:pt x="401228" y="1659687"/>
                  </a:lnTo>
                  <a:close/>
                  <a:moveTo>
                    <a:pt x="502269" y="1803753"/>
                  </a:moveTo>
                  <a:lnTo>
                    <a:pt x="491454" y="1752897"/>
                  </a:lnTo>
                  <a:lnTo>
                    <a:pt x="497358" y="1789203"/>
                  </a:lnTo>
                  <a:close/>
                  <a:moveTo>
                    <a:pt x="554254" y="1736729"/>
                  </a:moveTo>
                  <a:lnTo>
                    <a:pt x="491454" y="1752897"/>
                  </a:lnTo>
                  <a:lnTo>
                    <a:pt x="502269" y="1803753"/>
                  </a:lnTo>
                  <a:close/>
                  <a:moveTo>
                    <a:pt x="0" y="955754"/>
                  </a:moveTo>
                  <a:lnTo>
                    <a:pt x="55162" y="983197"/>
                  </a:lnTo>
                  <a:lnTo>
                    <a:pt x="47210" y="931660"/>
                  </a:lnTo>
                  <a:close/>
                  <a:moveTo>
                    <a:pt x="54847" y="912989"/>
                  </a:moveTo>
                  <a:lnTo>
                    <a:pt x="0" y="955754"/>
                  </a:lnTo>
                  <a:lnTo>
                    <a:pt x="47210" y="931660"/>
                  </a:lnTo>
                  <a:close/>
                  <a:moveTo>
                    <a:pt x="658253" y="1653172"/>
                  </a:moveTo>
                  <a:lnTo>
                    <a:pt x="685544" y="1698971"/>
                  </a:lnTo>
                  <a:lnTo>
                    <a:pt x="700423" y="1631118"/>
                  </a:lnTo>
                  <a:close/>
                  <a:moveTo>
                    <a:pt x="647018" y="1601636"/>
                  </a:moveTo>
                  <a:lnTo>
                    <a:pt x="700423" y="1631118"/>
                  </a:lnTo>
                  <a:lnTo>
                    <a:pt x="668240" y="1594539"/>
                  </a:lnTo>
                  <a:close/>
                  <a:moveTo>
                    <a:pt x="647018" y="1601636"/>
                  </a:moveTo>
                  <a:lnTo>
                    <a:pt x="658253" y="1653172"/>
                  </a:lnTo>
                  <a:lnTo>
                    <a:pt x="700423" y="1631118"/>
                  </a:lnTo>
                  <a:close/>
                  <a:moveTo>
                    <a:pt x="47210" y="931660"/>
                  </a:moveTo>
                  <a:lnTo>
                    <a:pt x="98102" y="939813"/>
                  </a:lnTo>
                  <a:lnTo>
                    <a:pt x="69271" y="923994"/>
                  </a:lnTo>
                  <a:close/>
                  <a:moveTo>
                    <a:pt x="54847" y="912989"/>
                  </a:moveTo>
                  <a:lnTo>
                    <a:pt x="47210" y="931660"/>
                  </a:lnTo>
                  <a:lnTo>
                    <a:pt x="69271" y="923994"/>
                  </a:lnTo>
                  <a:close/>
                  <a:moveTo>
                    <a:pt x="69271" y="923994"/>
                  </a:moveTo>
                  <a:lnTo>
                    <a:pt x="94529" y="886676"/>
                  </a:lnTo>
                  <a:lnTo>
                    <a:pt x="54847" y="912989"/>
                  </a:lnTo>
                  <a:close/>
                  <a:moveTo>
                    <a:pt x="69271" y="923994"/>
                  </a:moveTo>
                  <a:lnTo>
                    <a:pt x="128917" y="913484"/>
                  </a:lnTo>
                  <a:lnTo>
                    <a:pt x="94529" y="886676"/>
                  </a:lnTo>
                  <a:close/>
                  <a:moveTo>
                    <a:pt x="128917" y="913484"/>
                  </a:moveTo>
                  <a:lnTo>
                    <a:pt x="69271" y="923994"/>
                  </a:lnTo>
                  <a:lnTo>
                    <a:pt x="144287" y="937814"/>
                  </a:lnTo>
                  <a:close/>
                  <a:moveTo>
                    <a:pt x="69271" y="923994"/>
                  </a:moveTo>
                  <a:lnTo>
                    <a:pt x="98102" y="939813"/>
                  </a:lnTo>
                  <a:lnTo>
                    <a:pt x="144287" y="937814"/>
                  </a:lnTo>
                  <a:close/>
                  <a:moveTo>
                    <a:pt x="179591" y="910270"/>
                  </a:moveTo>
                  <a:lnTo>
                    <a:pt x="128917" y="913484"/>
                  </a:lnTo>
                  <a:lnTo>
                    <a:pt x="185682" y="917906"/>
                  </a:lnTo>
                  <a:close/>
                  <a:moveTo>
                    <a:pt x="128917" y="913484"/>
                  </a:moveTo>
                  <a:lnTo>
                    <a:pt x="144287" y="937814"/>
                  </a:lnTo>
                  <a:lnTo>
                    <a:pt x="185682" y="917906"/>
                  </a:lnTo>
                  <a:close/>
                  <a:moveTo>
                    <a:pt x="705777" y="1629079"/>
                  </a:moveTo>
                  <a:lnTo>
                    <a:pt x="786271" y="1631095"/>
                  </a:lnTo>
                  <a:lnTo>
                    <a:pt x="763486" y="1617831"/>
                  </a:lnTo>
                  <a:close/>
                  <a:moveTo>
                    <a:pt x="763486" y="1617831"/>
                  </a:moveTo>
                  <a:lnTo>
                    <a:pt x="786271" y="1631095"/>
                  </a:lnTo>
                  <a:lnTo>
                    <a:pt x="822115" y="1656521"/>
                  </a:lnTo>
                  <a:close/>
                  <a:moveTo>
                    <a:pt x="742928" y="1603942"/>
                  </a:moveTo>
                  <a:lnTo>
                    <a:pt x="705777" y="1629079"/>
                  </a:lnTo>
                  <a:lnTo>
                    <a:pt x="763486" y="1617831"/>
                  </a:lnTo>
                  <a:close/>
                  <a:moveTo>
                    <a:pt x="763486" y="1617831"/>
                  </a:moveTo>
                  <a:lnTo>
                    <a:pt x="823411" y="1595279"/>
                  </a:lnTo>
                  <a:lnTo>
                    <a:pt x="750882" y="1577542"/>
                  </a:lnTo>
                  <a:close/>
                  <a:moveTo>
                    <a:pt x="750882" y="1577542"/>
                  </a:moveTo>
                  <a:lnTo>
                    <a:pt x="823411" y="1595279"/>
                  </a:lnTo>
                  <a:lnTo>
                    <a:pt x="795859" y="1553448"/>
                  </a:lnTo>
                  <a:close/>
                  <a:moveTo>
                    <a:pt x="750882" y="1577542"/>
                  </a:moveTo>
                  <a:lnTo>
                    <a:pt x="742928" y="1603942"/>
                  </a:lnTo>
                  <a:lnTo>
                    <a:pt x="763486" y="1617831"/>
                  </a:lnTo>
                  <a:close/>
                  <a:moveTo>
                    <a:pt x="711895" y="1398838"/>
                  </a:moveTo>
                  <a:lnTo>
                    <a:pt x="748636" y="1426281"/>
                  </a:lnTo>
                  <a:lnTo>
                    <a:pt x="743832" y="1374745"/>
                  </a:lnTo>
                  <a:close/>
                  <a:moveTo>
                    <a:pt x="749591" y="1359056"/>
                  </a:moveTo>
                  <a:lnTo>
                    <a:pt x="711895" y="1398838"/>
                  </a:lnTo>
                  <a:lnTo>
                    <a:pt x="743832" y="1374745"/>
                  </a:lnTo>
                  <a:close/>
                  <a:moveTo>
                    <a:pt x="743832" y="1374745"/>
                  </a:moveTo>
                  <a:lnTo>
                    <a:pt x="795286" y="1395002"/>
                  </a:lnTo>
                  <a:lnTo>
                    <a:pt x="773600" y="1358637"/>
                  </a:lnTo>
                  <a:close/>
                  <a:moveTo>
                    <a:pt x="749591" y="1359056"/>
                  </a:moveTo>
                  <a:lnTo>
                    <a:pt x="743832" y="1374745"/>
                  </a:lnTo>
                  <a:lnTo>
                    <a:pt x="773600" y="1358637"/>
                  </a:lnTo>
                  <a:close/>
                  <a:moveTo>
                    <a:pt x="589629" y="862727"/>
                  </a:moveTo>
                  <a:lnTo>
                    <a:pt x="550464" y="924153"/>
                  </a:lnTo>
                  <a:lnTo>
                    <a:pt x="579316" y="914263"/>
                  </a:lnTo>
                  <a:close/>
                  <a:moveTo>
                    <a:pt x="589629" y="862727"/>
                  </a:moveTo>
                  <a:lnTo>
                    <a:pt x="636481" y="892205"/>
                  </a:lnTo>
                  <a:lnTo>
                    <a:pt x="602350" y="857210"/>
                  </a:lnTo>
                  <a:close/>
                  <a:moveTo>
                    <a:pt x="589629" y="862727"/>
                  </a:moveTo>
                  <a:lnTo>
                    <a:pt x="579316" y="914263"/>
                  </a:lnTo>
                  <a:lnTo>
                    <a:pt x="636481" y="892205"/>
                  </a:lnTo>
                  <a:close/>
                  <a:moveTo>
                    <a:pt x="641223" y="890170"/>
                  </a:moveTo>
                  <a:lnTo>
                    <a:pt x="646852" y="838633"/>
                  </a:lnTo>
                  <a:lnTo>
                    <a:pt x="636481" y="892205"/>
                  </a:lnTo>
                  <a:close/>
                  <a:moveTo>
                    <a:pt x="646852" y="838633"/>
                  </a:moveTo>
                  <a:lnTo>
                    <a:pt x="602350" y="857210"/>
                  </a:lnTo>
                  <a:lnTo>
                    <a:pt x="636481" y="892205"/>
                  </a:lnTo>
                  <a:close/>
                  <a:moveTo>
                    <a:pt x="593831" y="856247"/>
                  </a:moveTo>
                  <a:lnTo>
                    <a:pt x="589629" y="862727"/>
                  </a:lnTo>
                  <a:lnTo>
                    <a:pt x="602350" y="857210"/>
                  </a:lnTo>
                  <a:close/>
                  <a:moveTo>
                    <a:pt x="639752" y="787097"/>
                  </a:moveTo>
                  <a:lnTo>
                    <a:pt x="602350" y="857210"/>
                  </a:lnTo>
                  <a:lnTo>
                    <a:pt x="646852" y="838633"/>
                  </a:lnTo>
                  <a:close/>
                  <a:moveTo>
                    <a:pt x="1156178" y="1457072"/>
                  </a:moveTo>
                  <a:lnTo>
                    <a:pt x="1155935" y="1508609"/>
                  </a:lnTo>
                  <a:lnTo>
                    <a:pt x="1197277" y="1493060"/>
                  </a:lnTo>
                  <a:close/>
                  <a:moveTo>
                    <a:pt x="1223374" y="1484515"/>
                  </a:moveTo>
                  <a:lnTo>
                    <a:pt x="1211024" y="1432979"/>
                  </a:lnTo>
                  <a:lnTo>
                    <a:pt x="1213096" y="1464586"/>
                  </a:lnTo>
                  <a:close/>
                  <a:moveTo>
                    <a:pt x="1197277" y="1493060"/>
                  </a:moveTo>
                  <a:lnTo>
                    <a:pt x="1223374" y="1484515"/>
                  </a:lnTo>
                  <a:lnTo>
                    <a:pt x="1213096" y="1464586"/>
                  </a:lnTo>
                  <a:close/>
                  <a:moveTo>
                    <a:pt x="1168545" y="1453676"/>
                  </a:moveTo>
                  <a:lnTo>
                    <a:pt x="1197277" y="1493060"/>
                  </a:lnTo>
                  <a:lnTo>
                    <a:pt x="1213096" y="1464586"/>
                  </a:lnTo>
                  <a:close/>
                  <a:moveTo>
                    <a:pt x="639752" y="787097"/>
                  </a:moveTo>
                  <a:lnTo>
                    <a:pt x="689056" y="767802"/>
                  </a:lnTo>
                  <a:lnTo>
                    <a:pt x="684816" y="765406"/>
                  </a:lnTo>
                  <a:close/>
                  <a:moveTo>
                    <a:pt x="682371" y="814539"/>
                  </a:moveTo>
                  <a:lnTo>
                    <a:pt x="689056" y="767802"/>
                  </a:lnTo>
                  <a:lnTo>
                    <a:pt x="639752" y="787097"/>
                  </a:lnTo>
                  <a:close/>
                  <a:moveTo>
                    <a:pt x="646852" y="838633"/>
                  </a:moveTo>
                  <a:lnTo>
                    <a:pt x="682371" y="814539"/>
                  </a:lnTo>
                  <a:lnTo>
                    <a:pt x="639752" y="787097"/>
                  </a:lnTo>
                  <a:close/>
                  <a:moveTo>
                    <a:pt x="652473" y="765925"/>
                  </a:moveTo>
                  <a:lnTo>
                    <a:pt x="639752" y="787097"/>
                  </a:lnTo>
                  <a:lnTo>
                    <a:pt x="684816" y="765406"/>
                  </a:lnTo>
                  <a:close/>
                  <a:moveTo>
                    <a:pt x="713628" y="711466"/>
                  </a:moveTo>
                  <a:lnTo>
                    <a:pt x="684816" y="765406"/>
                  </a:lnTo>
                  <a:lnTo>
                    <a:pt x="689631" y="763003"/>
                  </a:lnTo>
                  <a:close/>
                  <a:moveTo>
                    <a:pt x="684816" y="765406"/>
                  </a:moveTo>
                  <a:lnTo>
                    <a:pt x="689056" y="767802"/>
                  </a:lnTo>
                  <a:lnTo>
                    <a:pt x="689631" y="763003"/>
                  </a:lnTo>
                  <a:close/>
                  <a:moveTo>
                    <a:pt x="444774" y="553180"/>
                  </a:moveTo>
                  <a:lnTo>
                    <a:pt x="409770" y="557207"/>
                  </a:lnTo>
                  <a:lnTo>
                    <a:pt x="389268" y="580950"/>
                  </a:lnTo>
                  <a:close/>
                  <a:moveTo>
                    <a:pt x="1115242" y="1313183"/>
                  </a:moveTo>
                  <a:lnTo>
                    <a:pt x="1107588" y="1329905"/>
                  </a:lnTo>
                  <a:lnTo>
                    <a:pt x="1124542" y="1325981"/>
                  </a:lnTo>
                  <a:close/>
                  <a:moveTo>
                    <a:pt x="1098755" y="1221460"/>
                  </a:moveTo>
                  <a:lnTo>
                    <a:pt x="1096495" y="1243089"/>
                  </a:lnTo>
                  <a:lnTo>
                    <a:pt x="1143236" y="1202738"/>
                  </a:lnTo>
                  <a:close/>
                  <a:moveTo>
                    <a:pt x="1157894" y="1163072"/>
                  </a:moveTo>
                  <a:lnTo>
                    <a:pt x="1081795" y="1188130"/>
                  </a:lnTo>
                  <a:lnTo>
                    <a:pt x="1143236" y="1202738"/>
                  </a:lnTo>
                  <a:close/>
                  <a:moveTo>
                    <a:pt x="1143236" y="1202738"/>
                  </a:moveTo>
                  <a:lnTo>
                    <a:pt x="1081795" y="1188130"/>
                  </a:lnTo>
                  <a:lnTo>
                    <a:pt x="1098755" y="1221460"/>
                  </a:lnTo>
                  <a:close/>
                  <a:moveTo>
                    <a:pt x="689056" y="767802"/>
                  </a:moveTo>
                  <a:lnTo>
                    <a:pt x="682371" y="814539"/>
                  </a:lnTo>
                  <a:lnTo>
                    <a:pt x="716125" y="802695"/>
                  </a:lnTo>
                  <a:close/>
                  <a:moveTo>
                    <a:pt x="716125" y="802695"/>
                  </a:moveTo>
                  <a:lnTo>
                    <a:pt x="689631" y="763003"/>
                  </a:lnTo>
                  <a:lnTo>
                    <a:pt x="689056" y="767802"/>
                  </a:lnTo>
                  <a:close/>
                  <a:moveTo>
                    <a:pt x="760451" y="741899"/>
                  </a:moveTo>
                  <a:lnTo>
                    <a:pt x="689631" y="763003"/>
                  </a:lnTo>
                  <a:lnTo>
                    <a:pt x="716125" y="802695"/>
                  </a:lnTo>
                  <a:close/>
                  <a:moveTo>
                    <a:pt x="765989" y="800139"/>
                  </a:moveTo>
                  <a:lnTo>
                    <a:pt x="760451" y="741899"/>
                  </a:lnTo>
                  <a:lnTo>
                    <a:pt x="716125" y="802695"/>
                  </a:lnTo>
                  <a:close/>
                  <a:moveTo>
                    <a:pt x="798031" y="790445"/>
                  </a:moveTo>
                  <a:lnTo>
                    <a:pt x="812876" y="746491"/>
                  </a:lnTo>
                  <a:lnTo>
                    <a:pt x="765989" y="800139"/>
                  </a:lnTo>
                  <a:close/>
                  <a:moveTo>
                    <a:pt x="765989" y="800139"/>
                  </a:moveTo>
                  <a:lnTo>
                    <a:pt x="812876" y="746491"/>
                  </a:lnTo>
                  <a:lnTo>
                    <a:pt x="808485" y="740830"/>
                  </a:lnTo>
                  <a:close/>
                  <a:moveTo>
                    <a:pt x="765989" y="800139"/>
                  </a:moveTo>
                  <a:lnTo>
                    <a:pt x="808485" y="740830"/>
                  </a:lnTo>
                  <a:lnTo>
                    <a:pt x="760451" y="741899"/>
                  </a:lnTo>
                  <a:close/>
                  <a:moveTo>
                    <a:pt x="815470" y="738909"/>
                  </a:moveTo>
                  <a:lnTo>
                    <a:pt x="808485" y="740830"/>
                  </a:lnTo>
                  <a:lnTo>
                    <a:pt x="812876" y="746491"/>
                  </a:lnTo>
                  <a:close/>
                  <a:moveTo>
                    <a:pt x="713628" y="711466"/>
                  </a:moveTo>
                  <a:lnTo>
                    <a:pt x="760451" y="741899"/>
                  </a:lnTo>
                  <a:lnTo>
                    <a:pt x="728345" y="705257"/>
                  </a:lnTo>
                  <a:close/>
                  <a:moveTo>
                    <a:pt x="713628" y="711466"/>
                  </a:moveTo>
                  <a:lnTo>
                    <a:pt x="689631" y="763003"/>
                  </a:lnTo>
                  <a:lnTo>
                    <a:pt x="760451" y="741899"/>
                  </a:lnTo>
                  <a:close/>
                  <a:moveTo>
                    <a:pt x="808485" y="740830"/>
                  </a:moveTo>
                  <a:lnTo>
                    <a:pt x="728345" y="705257"/>
                  </a:lnTo>
                  <a:lnTo>
                    <a:pt x="760451" y="741899"/>
                  </a:lnTo>
                  <a:close/>
                  <a:moveTo>
                    <a:pt x="808485" y="740830"/>
                  </a:moveTo>
                  <a:lnTo>
                    <a:pt x="815470" y="738909"/>
                  </a:lnTo>
                  <a:lnTo>
                    <a:pt x="806929" y="724257"/>
                  </a:lnTo>
                  <a:close/>
                  <a:moveTo>
                    <a:pt x="1202211" y="1300820"/>
                  </a:moveTo>
                  <a:lnTo>
                    <a:pt x="1261966" y="1242604"/>
                  </a:lnTo>
                  <a:lnTo>
                    <a:pt x="1256690" y="1231769"/>
                  </a:lnTo>
                  <a:close/>
                  <a:moveTo>
                    <a:pt x="1202211" y="1300820"/>
                  </a:moveTo>
                  <a:lnTo>
                    <a:pt x="1256690" y="1231769"/>
                  </a:lnTo>
                  <a:lnTo>
                    <a:pt x="1193501" y="1245158"/>
                  </a:lnTo>
                  <a:close/>
                  <a:moveTo>
                    <a:pt x="1143236" y="1202738"/>
                  </a:moveTo>
                  <a:lnTo>
                    <a:pt x="1193501" y="1245158"/>
                  </a:lnTo>
                  <a:lnTo>
                    <a:pt x="1180951" y="1192618"/>
                  </a:lnTo>
                  <a:close/>
                  <a:moveTo>
                    <a:pt x="1143236" y="1202738"/>
                  </a:moveTo>
                  <a:lnTo>
                    <a:pt x="1167644" y="1254275"/>
                  </a:lnTo>
                  <a:lnTo>
                    <a:pt x="1193501" y="1245158"/>
                  </a:lnTo>
                  <a:close/>
                  <a:moveTo>
                    <a:pt x="1157894" y="1163072"/>
                  </a:moveTo>
                  <a:lnTo>
                    <a:pt x="1143236" y="1202738"/>
                  </a:lnTo>
                  <a:lnTo>
                    <a:pt x="1180951" y="1192618"/>
                  </a:lnTo>
                  <a:close/>
                  <a:moveTo>
                    <a:pt x="1067979" y="972497"/>
                  </a:moveTo>
                  <a:lnTo>
                    <a:pt x="1089468" y="947016"/>
                  </a:lnTo>
                  <a:lnTo>
                    <a:pt x="1018216" y="945055"/>
                  </a:lnTo>
                  <a:close/>
                  <a:moveTo>
                    <a:pt x="1022240" y="996592"/>
                  </a:moveTo>
                  <a:lnTo>
                    <a:pt x="1067979" y="972497"/>
                  </a:lnTo>
                  <a:lnTo>
                    <a:pt x="1018216" y="945055"/>
                  </a:lnTo>
                  <a:close/>
                  <a:moveTo>
                    <a:pt x="798031" y="790445"/>
                  </a:moveTo>
                  <a:lnTo>
                    <a:pt x="832998" y="821725"/>
                  </a:lnTo>
                  <a:lnTo>
                    <a:pt x="836439" y="780846"/>
                  </a:lnTo>
                  <a:close/>
                  <a:moveTo>
                    <a:pt x="812876" y="746491"/>
                  </a:moveTo>
                  <a:lnTo>
                    <a:pt x="798031" y="790445"/>
                  </a:lnTo>
                  <a:lnTo>
                    <a:pt x="836439" y="780846"/>
                  </a:lnTo>
                  <a:close/>
                  <a:moveTo>
                    <a:pt x="812876" y="746491"/>
                  </a:moveTo>
                  <a:lnTo>
                    <a:pt x="836439" y="780846"/>
                  </a:lnTo>
                  <a:lnTo>
                    <a:pt x="815470" y="738909"/>
                  </a:lnTo>
                  <a:close/>
                  <a:moveTo>
                    <a:pt x="815470" y="738909"/>
                  </a:moveTo>
                  <a:lnTo>
                    <a:pt x="836439" y="780846"/>
                  </a:lnTo>
                  <a:lnTo>
                    <a:pt x="889785" y="766351"/>
                  </a:lnTo>
                  <a:close/>
                  <a:moveTo>
                    <a:pt x="817935" y="670404"/>
                  </a:moveTo>
                  <a:lnTo>
                    <a:pt x="806929" y="724257"/>
                  </a:lnTo>
                  <a:lnTo>
                    <a:pt x="831199" y="663278"/>
                  </a:lnTo>
                  <a:close/>
                  <a:moveTo>
                    <a:pt x="831199" y="663278"/>
                  </a:moveTo>
                  <a:lnTo>
                    <a:pt x="806929" y="724257"/>
                  </a:lnTo>
                  <a:lnTo>
                    <a:pt x="815470" y="738909"/>
                  </a:lnTo>
                  <a:close/>
                  <a:moveTo>
                    <a:pt x="831199" y="663278"/>
                  </a:moveTo>
                  <a:lnTo>
                    <a:pt x="815470" y="738909"/>
                  </a:lnTo>
                  <a:lnTo>
                    <a:pt x="872385" y="714815"/>
                  </a:lnTo>
                  <a:close/>
                  <a:moveTo>
                    <a:pt x="781666" y="687372"/>
                  </a:moveTo>
                  <a:lnTo>
                    <a:pt x="806929" y="724257"/>
                  </a:lnTo>
                  <a:lnTo>
                    <a:pt x="817935" y="670404"/>
                  </a:lnTo>
                  <a:close/>
                  <a:moveTo>
                    <a:pt x="791709" y="635835"/>
                  </a:moveTo>
                  <a:lnTo>
                    <a:pt x="817935" y="670404"/>
                  </a:lnTo>
                  <a:lnTo>
                    <a:pt x="831199" y="663278"/>
                  </a:lnTo>
                  <a:close/>
                  <a:moveTo>
                    <a:pt x="836149" y="611742"/>
                  </a:moveTo>
                  <a:lnTo>
                    <a:pt x="894109" y="605731"/>
                  </a:lnTo>
                  <a:lnTo>
                    <a:pt x="869638" y="603610"/>
                  </a:lnTo>
                  <a:close/>
                  <a:moveTo>
                    <a:pt x="869473" y="639184"/>
                  </a:moveTo>
                  <a:lnTo>
                    <a:pt x="894109" y="605731"/>
                  </a:lnTo>
                  <a:lnTo>
                    <a:pt x="836149" y="611742"/>
                  </a:lnTo>
                  <a:close/>
                  <a:moveTo>
                    <a:pt x="831199" y="663278"/>
                  </a:moveTo>
                  <a:lnTo>
                    <a:pt x="869473" y="639184"/>
                  </a:lnTo>
                  <a:lnTo>
                    <a:pt x="836149" y="611742"/>
                  </a:lnTo>
                  <a:close/>
                  <a:moveTo>
                    <a:pt x="869638" y="603610"/>
                  </a:moveTo>
                  <a:lnTo>
                    <a:pt x="894109" y="605731"/>
                  </a:lnTo>
                  <a:lnTo>
                    <a:pt x="904685" y="587648"/>
                  </a:lnTo>
                  <a:close/>
                  <a:moveTo>
                    <a:pt x="928820" y="600611"/>
                  </a:moveTo>
                  <a:lnTo>
                    <a:pt x="894109" y="605731"/>
                  </a:lnTo>
                  <a:lnTo>
                    <a:pt x="869473" y="639184"/>
                  </a:lnTo>
                  <a:close/>
                  <a:moveTo>
                    <a:pt x="473211" y="80126"/>
                  </a:moveTo>
                  <a:lnTo>
                    <a:pt x="429314" y="90680"/>
                  </a:lnTo>
                  <a:lnTo>
                    <a:pt x="513424" y="95575"/>
                  </a:lnTo>
                  <a:close/>
                  <a:moveTo>
                    <a:pt x="821749" y="103073"/>
                  </a:moveTo>
                  <a:lnTo>
                    <a:pt x="842292" y="47075"/>
                  </a:lnTo>
                  <a:lnTo>
                    <a:pt x="841372" y="27442"/>
                  </a:lnTo>
                  <a:close/>
                  <a:moveTo>
                    <a:pt x="812346" y="0"/>
                  </a:moveTo>
                  <a:lnTo>
                    <a:pt x="813466" y="46609"/>
                  </a:lnTo>
                  <a:lnTo>
                    <a:pt x="841372" y="27442"/>
                  </a:lnTo>
                  <a:close/>
                  <a:moveTo>
                    <a:pt x="1015178" y="182052"/>
                  </a:moveTo>
                  <a:lnTo>
                    <a:pt x="1049394" y="162465"/>
                  </a:lnTo>
                  <a:lnTo>
                    <a:pt x="1031638" y="171414"/>
                  </a:lnTo>
                  <a:close/>
                  <a:moveTo>
                    <a:pt x="1031309" y="209495"/>
                  </a:moveTo>
                  <a:lnTo>
                    <a:pt x="1049394" y="162465"/>
                  </a:lnTo>
                  <a:lnTo>
                    <a:pt x="1015178" y="182052"/>
                  </a:lnTo>
                  <a:close/>
                  <a:moveTo>
                    <a:pt x="1031638" y="171414"/>
                  </a:moveTo>
                  <a:lnTo>
                    <a:pt x="1015768" y="171645"/>
                  </a:lnTo>
                  <a:lnTo>
                    <a:pt x="1015178" y="182052"/>
                  </a:lnTo>
                  <a:close/>
                  <a:moveTo>
                    <a:pt x="1038782" y="106422"/>
                  </a:moveTo>
                  <a:lnTo>
                    <a:pt x="1031638" y="171414"/>
                  </a:lnTo>
                  <a:lnTo>
                    <a:pt x="1051494" y="157958"/>
                  </a:lnTo>
                  <a:close/>
                  <a:moveTo>
                    <a:pt x="1031638" y="171414"/>
                  </a:moveTo>
                  <a:lnTo>
                    <a:pt x="1049394" y="162465"/>
                  </a:lnTo>
                  <a:lnTo>
                    <a:pt x="1051494" y="157958"/>
                  </a:lnTo>
                  <a:close/>
                </a:path>
              </a:pathLst>
            </a:custGeom>
            <a:solidFill>
              <a:srgbClr val="F5F7F8"/>
            </a:solidFill>
            <a:ln w="1524">
              <a:solidFill>
                <a:srgbClr val="F5F7F8"/>
              </a:solidFill>
            </a:ln>
          </p:spPr>
        </p:sp>
        <p:sp>
          <p:nvSpPr>
            <p:cNvPr id="4262" name="Output_density__4261">
              <a:extLst>
                <a:ext uri="{FF2B5EF4-FFF2-40B4-BE49-F238E27FC236}">
                  <a16:creationId xmlns:a16="http://schemas.microsoft.com/office/drawing/2014/main" id="{0683330A-F82A-DCC2-3E09-B6310D5C847F}"/>
                </a:ext>
              </a:extLst>
            </p:cNvPr>
            <p:cNvSpPr>
              <a:spLocks noGrp="1"/>
            </p:cNvSpPr>
            <p:nvPr/>
          </p:nvSpPr>
          <p:spPr>
            <a:xfrm>
              <a:off x="15331105" y="2378214"/>
              <a:ext cx="1371772" cy="1959808"/>
            </a:xfrm>
            <a:custGeom>
              <a:avLst/>
              <a:gdLst/>
              <a:ahLst/>
              <a:cxnLst/>
              <a:rect l="0" t="0" r="0" b="0"/>
              <a:pathLst>
                <a:path w="1371772" h="1959808">
                  <a:moveTo>
                    <a:pt x="412861" y="1959808"/>
                  </a:moveTo>
                  <a:lnTo>
                    <a:pt x="444007" y="1955695"/>
                  </a:lnTo>
                  <a:lnTo>
                    <a:pt x="391845" y="1921011"/>
                  </a:lnTo>
                  <a:close/>
                  <a:moveTo>
                    <a:pt x="476875" y="1931601"/>
                  </a:moveTo>
                  <a:lnTo>
                    <a:pt x="448905" y="1959670"/>
                  </a:lnTo>
                  <a:lnTo>
                    <a:pt x="477636" y="1932193"/>
                  </a:lnTo>
                  <a:close/>
                  <a:moveTo>
                    <a:pt x="476875" y="1931601"/>
                  </a:moveTo>
                  <a:lnTo>
                    <a:pt x="444007" y="1955695"/>
                  </a:lnTo>
                  <a:lnTo>
                    <a:pt x="448905" y="1959670"/>
                  </a:lnTo>
                  <a:close/>
                  <a:moveTo>
                    <a:pt x="455350" y="1955695"/>
                  </a:moveTo>
                  <a:lnTo>
                    <a:pt x="477636" y="1932193"/>
                  </a:lnTo>
                  <a:lnTo>
                    <a:pt x="448905" y="1959670"/>
                  </a:lnTo>
                  <a:close/>
                  <a:moveTo>
                    <a:pt x="455350" y="1955695"/>
                  </a:moveTo>
                  <a:lnTo>
                    <a:pt x="483528" y="1931601"/>
                  </a:lnTo>
                  <a:lnTo>
                    <a:pt x="477636" y="1932193"/>
                  </a:lnTo>
                  <a:close/>
                  <a:moveTo>
                    <a:pt x="0" y="1261625"/>
                  </a:moveTo>
                  <a:lnTo>
                    <a:pt x="12230" y="1266289"/>
                  </a:lnTo>
                  <a:lnTo>
                    <a:pt x="20729" y="1271953"/>
                  </a:lnTo>
                  <a:close/>
                  <a:moveTo>
                    <a:pt x="495533" y="1864206"/>
                  </a:moveTo>
                  <a:lnTo>
                    <a:pt x="483528" y="1931601"/>
                  </a:lnTo>
                  <a:lnTo>
                    <a:pt x="522392" y="1924850"/>
                  </a:lnTo>
                  <a:close/>
                  <a:moveTo>
                    <a:pt x="25537" y="1255470"/>
                  </a:moveTo>
                  <a:lnTo>
                    <a:pt x="0" y="1261625"/>
                  </a:lnTo>
                  <a:lnTo>
                    <a:pt x="20729" y="1271953"/>
                  </a:lnTo>
                  <a:close/>
                  <a:moveTo>
                    <a:pt x="38205" y="1202395"/>
                  </a:moveTo>
                  <a:lnTo>
                    <a:pt x="0" y="1261625"/>
                  </a:lnTo>
                  <a:lnTo>
                    <a:pt x="25537" y="1255470"/>
                  </a:lnTo>
                  <a:close/>
                  <a:moveTo>
                    <a:pt x="25537" y="1255470"/>
                  </a:moveTo>
                  <a:lnTo>
                    <a:pt x="80221" y="1248995"/>
                  </a:lnTo>
                  <a:lnTo>
                    <a:pt x="38205" y="1202395"/>
                  </a:lnTo>
                  <a:close/>
                  <a:moveTo>
                    <a:pt x="80221" y="1248995"/>
                  </a:moveTo>
                  <a:lnTo>
                    <a:pt x="89953" y="1221195"/>
                  </a:lnTo>
                  <a:lnTo>
                    <a:pt x="38205" y="1202395"/>
                  </a:lnTo>
                  <a:close/>
                  <a:moveTo>
                    <a:pt x="548881" y="1848791"/>
                  </a:moveTo>
                  <a:lnTo>
                    <a:pt x="549288" y="1890512"/>
                  </a:lnTo>
                  <a:lnTo>
                    <a:pt x="582280" y="1855970"/>
                  </a:lnTo>
                  <a:close/>
                  <a:moveTo>
                    <a:pt x="96892" y="1172699"/>
                  </a:moveTo>
                  <a:lnTo>
                    <a:pt x="48997" y="1173655"/>
                  </a:lnTo>
                  <a:lnTo>
                    <a:pt x="38205" y="1202395"/>
                  </a:lnTo>
                  <a:close/>
                  <a:moveTo>
                    <a:pt x="412421" y="1343953"/>
                  </a:moveTo>
                  <a:lnTo>
                    <a:pt x="391902" y="1381626"/>
                  </a:lnTo>
                  <a:lnTo>
                    <a:pt x="419655" y="1351182"/>
                  </a:lnTo>
                  <a:close/>
                  <a:moveTo>
                    <a:pt x="419655" y="1351182"/>
                  </a:moveTo>
                  <a:lnTo>
                    <a:pt x="391902" y="1381626"/>
                  </a:lnTo>
                  <a:lnTo>
                    <a:pt x="389272" y="1400642"/>
                  </a:lnTo>
                  <a:close/>
                  <a:moveTo>
                    <a:pt x="34297" y="1052881"/>
                  </a:moveTo>
                  <a:lnTo>
                    <a:pt x="72793" y="1022135"/>
                  </a:lnTo>
                  <a:lnTo>
                    <a:pt x="105630" y="1010008"/>
                  </a:lnTo>
                  <a:close/>
                  <a:moveTo>
                    <a:pt x="284626" y="1071279"/>
                  </a:moveTo>
                  <a:lnTo>
                    <a:pt x="278295" y="1062176"/>
                  </a:lnTo>
                  <a:lnTo>
                    <a:pt x="289816" y="1113713"/>
                  </a:lnTo>
                  <a:close/>
                  <a:moveTo>
                    <a:pt x="707822" y="1680615"/>
                  </a:moveTo>
                  <a:lnTo>
                    <a:pt x="715824" y="1701530"/>
                  </a:lnTo>
                  <a:lnTo>
                    <a:pt x="754375" y="1728568"/>
                  </a:lnTo>
                  <a:close/>
                  <a:moveTo>
                    <a:pt x="741600" y="1617831"/>
                  </a:moveTo>
                  <a:lnTo>
                    <a:pt x="784927" y="1668119"/>
                  </a:lnTo>
                  <a:lnTo>
                    <a:pt x="789001" y="1617278"/>
                  </a:lnTo>
                  <a:close/>
                  <a:moveTo>
                    <a:pt x="202190" y="1061453"/>
                  </a:moveTo>
                  <a:lnTo>
                    <a:pt x="211596" y="1010639"/>
                  </a:lnTo>
                  <a:lnTo>
                    <a:pt x="201344" y="1000278"/>
                  </a:lnTo>
                  <a:close/>
                  <a:moveTo>
                    <a:pt x="440647" y="1083144"/>
                  </a:moveTo>
                  <a:lnTo>
                    <a:pt x="521202" y="1111002"/>
                  </a:lnTo>
                  <a:lnTo>
                    <a:pt x="473542" y="1107486"/>
                  </a:lnTo>
                  <a:close/>
                  <a:moveTo>
                    <a:pt x="374941" y="1035836"/>
                  </a:moveTo>
                  <a:lnTo>
                    <a:pt x="431586" y="1085520"/>
                  </a:lnTo>
                  <a:lnTo>
                    <a:pt x="440647" y="1083144"/>
                  </a:lnTo>
                  <a:close/>
                  <a:moveTo>
                    <a:pt x="1076198" y="1653726"/>
                  </a:moveTo>
                  <a:lnTo>
                    <a:pt x="1080976" y="1659870"/>
                  </a:lnTo>
                  <a:lnTo>
                    <a:pt x="1054293" y="1616271"/>
                  </a:lnTo>
                  <a:close/>
                  <a:moveTo>
                    <a:pt x="552124" y="1155982"/>
                  </a:moveTo>
                  <a:lnTo>
                    <a:pt x="568429" y="1220134"/>
                  </a:lnTo>
                  <a:lnTo>
                    <a:pt x="570805" y="1168598"/>
                  </a:lnTo>
                  <a:close/>
                  <a:moveTo>
                    <a:pt x="552124" y="1155982"/>
                  </a:moveTo>
                  <a:lnTo>
                    <a:pt x="570805" y="1168598"/>
                  </a:lnTo>
                  <a:lnTo>
                    <a:pt x="524494" y="1123313"/>
                  </a:lnTo>
                  <a:close/>
                  <a:moveTo>
                    <a:pt x="518398" y="1041431"/>
                  </a:moveTo>
                  <a:lnTo>
                    <a:pt x="483624" y="1110947"/>
                  </a:lnTo>
                  <a:lnTo>
                    <a:pt x="521202" y="1111002"/>
                  </a:lnTo>
                  <a:close/>
                  <a:moveTo>
                    <a:pt x="905469" y="1404530"/>
                  </a:moveTo>
                  <a:lnTo>
                    <a:pt x="879863" y="1393161"/>
                  </a:lnTo>
                  <a:lnTo>
                    <a:pt x="946306" y="1429629"/>
                  </a:lnTo>
                  <a:close/>
                  <a:moveTo>
                    <a:pt x="979196" y="1451113"/>
                  </a:moveTo>
                  <a:lnTo>
                    <a:pt x="1048536" y="1481166"/>
                  </a:lnTo>
                  <a:lnTo>
                    <a:pt x="1017168" y="1472801"/>
                  </a:lnTo>
                  <a:close/>
                  <a:moveTo>
                    <a:pt x="543888" y="974449"/>
                  </a:moveTo>
                  <a:lnTo>
                    <a:pt x="550304" y="989894"/>
                  </a:lnTo>
                  <a:lnTo>
                    <a:pt x="528579" y="924153"/>
                  </a:lnTo>
                  <a:close/>
                  <a:moveTo>
                    <a:pt x="528579" y="924153"/>
                  </a:moveTo>
                  <a:lnTo>
                    <a:pt x="550304" y="989894"/>
                  </a:lnTo>
                  <a:lnTo>
                    <a:pt x="596315" y="947361"/>
                  </a:lnTo>
                  <a:close/>
                  <a:moveTo>
                    <a:pt x="1109236" y="1532703"/>
                  </a:moveTo>
                  <a:lnTo>
                    <a:pt x="1136131" y="1568231"/>
                  </a:lnTo>
                  <a:lnTo>
                    <a:pt x="1139300" y="1560145"/>
                  </a:lnTo>
                  <a:close/>
                  <a:moveTo>
                    <a:pt x="1017168" y="1472801"/>
                  </a:moveTo>
                  <a:lnTo>
                    <a:pt x="1092641" y="1445404"/>
                  </a:lnTo>
                  <a:lnTo>
                    <a:pt x="1045303" y="1443096"/>
                  </a:lnTo>
                  <a:close/>
                  <a:moveTo>
                    <a:pt x="675650" y="943294"/>
                  </a:moveTo>
                  <a:lnTo>
                    <a:pt x="617518" y="952572"/>
                  </a:lnTo>
                  <a:lnTo>
                    <a:pt x="619337" y="890170"/>
                  </a:lnTo>
                  <a:close/>
                  <a:moveTo>
                    <a:pt x="641322" y="940958"/>
                  </a:moveTo>
                  <a:lnTo>
                    <a:pt x="675650" y="943294"/>
                  </a:lnTo>
                  <a:lnTo>
                    <a:pt x="619337" y="890170"/>
                  </a:lnTo>
                  <a:close/>
                  <a:moveTo>
                    <a:pt x="596315" y="947361"/>
                  </a:moveTo>
                  <a:lnTo>
                    <a:pt x="641322" y="940958"/>
                  </a:lnTo>
                  <a:lnTo>
                    <a:pt x="619337" y="890170"/>
                  </a:lnTo>
                  <a:close/>
                  <a:moveTo>
                    <a:pt x="193685" y="490058"/>
                  </a:moveTo>
                  <a:lnTo>
                    <a:pt x="259433" y="489092"/>
                  </a:lnTo>
                  <a:lnTo>
                    <a:pt x="262237" y="436784"/>
                  </a:lnTo>
                  <a:close/>
                  <a:moveTo>
                    <a:pt x="294607" y="498479"/>
                  </a:moveTo>
                  <a:lnTo>
                    <a:pt x="249323" y="523400"/>
                  </a:lnTo>
                  <a:lnTo>
                    <a:pt x="292831" y="511393"/>
                  </a:lnTo>
                  <a:close/>
                  <a:moveTo>
                    <a:pt x="294607" y="498479"/>
                  </a:moveTo>
                  <a:lnTo>
                    <a:pt x="259433" y="489092"/>
                  </a:lnTo>
                  <a:lnTo>
                    <a:pt x="249323" y="523400"/>
                  </a:lnTo>
                  <a:close/>
                  <a:moveTo>
                    <a:pt x="259433" y="489092"/>
                  </a:moveTo>
                  <a:lnTo>
                    <a:pt x="294607" y="498479"/>
                  </a:lnTo>
                  <a:lnTo>
                    <a:pt x="262237" y="436784"/>
                  </a:lnTo>
                  <a:close/>
                  <a:moveTo>
                    <a:pt x="294607" y="498479"/>
                  </a:moveTo>
                  <a:lnTo>
                    <a:pt x="311561" y="446521"/>
                  </a:lnTo>
                  <a:lnTo>
                    <a:pt x="262237" y="436784"/>
                  </a:lnTo>
                  <a:close/>
                  <a:moveTo>
                    <a:pt x="1123913" y="1283939"/>
                  </a:moveTo>
                  <a:lnTo>
                    <a:pt x="1127936" y="1343412"/>
                  </a:lnTo>
                  <a:lnTo>
                    <a:pt x="1093357" y="1313183"/>
                  </a:lnTo>
                  <a:close/>
                  <a:moveTo>
                    <a:pt x="1018220" y="1231159"/>
                  </a:moveTo>
                  <a:lnTo>
                    <a:pt x="1074610" y="1243089"/>
                  </a:lnTo>
                  <a:lnTo>
                    <a:pt x="1027543" y="1241793"/>
                  </a:lnTo>
                  <a:close/>
                  <a:moveTo>
                    <a:pt x="827602" y="1096316"/>
                  </a:moveTo>
                  <a:lnTo>
                    <a:pt x="850286" y="1072222"/>
                  </a:lnTo>
                  <a:lnTo>
                    <a:pt x="837348" y="1147853"/>
                  </a:lnTo>
                  <a:close/>
                  <a:moveTo>
                    <a:pt x="837713" y="1020686"/>
                  </a:moveTo>
                  <a:lnTo>
                    <a:pt x="850286" y="1072222"/>
                  </a:lnTo>
                  <a:lnTo>
                    <a:pt x="845169" y="1044779"/>
                  </a:lnTo>
                  <a:close/>
                  <a:moveTo>
                    <a:pt x="837713" y="1020686"/>
                  </a:moveTo>
                  <a:lnTo>
                    <a:pt x="845169" y="1044779"/>
                  </a:lnTo>
                  <a:lnTo>
                    <a:pt x="868917" y="998068"/>
                  </a:lnTo>
                  <a:close/>
                  <a:moveTo>
                    <a:pt x="483625" y="609003"/>
                  </a:moveTo>
                  <a:lnTo>
                    <a:pt x="484801" y="632487"/>
                  </a:lnTo>
                  <a:lnTo>
                    <a:pt x="483838" y="606383"/>
                  </a:lnTo>
                  <a:close/>
                  <a:moveTo>
                    <a:pt x="335829" y="402357"/>
                  </a:moveTo>
                  <a:lnTo>
                    <a:pt x="333320" y="402247"/>
                  </a:lnTo>
                  <a:lnTo>
                    <a:pt x="262237" y="436784"/>
                  </a:lnTo>
                  <a:close/>
                  <a:moveTo>
                    <a:pt x="311561" y="446521"/>
                  </a:moveTo>
                  <a:lnTo>
                    <a:pt x="335829" y="402357"/>
                  </a:lnTo>
                  <a:lnTo>
                    <a:pt x="262237" y="436784"/>
                  </a:lnTo>
                  <a:close/>
                  <a:moveTo>
                    <a:pt x="311561" y="446521"/>
                  </a:moveTo>
                  <a:lnTo>
                    <a:pt x="358439" y="447114"/>
                  </a:lnTo>
                  <a:lnTo>
                    <a:pt x="335829" y="402357"/>
                  </a:lnTo>
                  <a:close/>
                  <a:moveTo>
                    <a:pt x="275587" y="247637"/>
                  </a:moveTo>
                  <a:lnTo>
                    <a:pt x="245517" y="239370"/>
                  </a:lnTo>
                  <a:lnTo>
                    <a:pt x="210992" y="245188"/>
                  </a:lnTo>
                  <a:close/>
                  <a:moveTo>
                    <a:pt x="1076869" y="1221460"/>
                  </a:moveTo>
                  <a:lnTo>
                    <a:pt x="1031701" y="1220199"/>
                  </a:lnTo>
                  <a:lnTo>
                    <a:pt x="1027543" y="1241793"/>
                  </a:lnTo>
                  <a:close/>
                  <a:moveTo>
                    <a:pt x="1031701" y="1220199"/>
                  </a:moveTo>
                  <a:lnTo>
                    <a:pt x="1076869" y="1221460"/>
                  </a:lnTo>
                  <a:lnTo>
                    <a:pt x="1034213" y="1155414"/>
                  </a:lnTo>
                  <a:close/>
                  <a:moveTo>
                    <a:pt x="1020156" y="1104099"/>
                  </a:moveTo>
                  <a:lnTo>
                    <a:pt x="1034213" y="1155414"/>
                  </a:lnTo>
                  <a:lnTo>
                    <a:pt x="1054470" y="1175296"/>
                  </a:lnTo>
                  <a:close/>
                  <a:moveTo>
                    <a:pt x="874245" y="958528"/>
                  </a:moveTo>
                  <a:lnTo>
                    <a:pt x="837713" y="1020686"/>
                  </a:lnTo>
                  <a:lnTo>
                    <a:pt x="868917" y="998068"/>
                  </a:lnTo>
                  <a:close/>
                  <a:moveTo>
                    <a:pt x="335829" y="402357"/>
                  </a:moveTo>
                  <a:lnTo>
                    <a:pt x="335946" y="402127"/>
                  </a:lnTo>
                  <a:lnTo>
                    <a:pt x="333320" y="402247"/>
                  </a:lnTo>
                  <a:close/>
                  <a:moveTo>
                    <a:pt x="335946" y="402127"/>
                  </a:moveTo>
                  <a:lnTo>
                    <a:pt x="335829" y="402357"/>
                  </a:lnTo>
                  <a:lnTo>
                    <a:pt x="336021" y="402247"/>
                  </a:lnTo>
                  <a:close/>
                  <a:moveTo>
                    <a:pt x="358432" y="351963"/>
                  </a:moveTo>
                  <a:lnTo>
                    <a:pt x="336021" y="402247"/>
                  </a:lnTo>
                  <a:lnTo>
                    <a:pt x="375437" y="375766"/>
                  </a:lnTo>
                  <a:close/>
                  <a:moveTo>
                    <a:pt x="1307164" y="1281717"/>
                  </a:moveTo>
                  <a:lnTo>
                    <a:pt x="1262643" y="1247119"/>
                  </a:lnTo>
                  <a:lnTo>
                    <a:pt x="1291436" y="1259937"/>
                  </a:lnTo>
                  <a:close/>
                  <a:moveTo>
                    <a:pt x="1317213" y="1328240"/>
                  </a:moveTo>
                  <a:lnTo>
                    <a:pt x="1371414" y="1384285"/>
                  </a:lnTo>
                  <a:lnTo>
                    <a:pt x="1323755" y="1333254"/>
                  </a:lnTo>
                  <a:close/>
                  <a:moveTo>
                    <a:pt x="1371693" y="1384674"/>
                  </a:moveTo>
                  <a:lnTo>
                    <a:pt x="1371414" y="1384285"/>
                  </a:lnTo>
                  <a:lnTo>
                    <a:pt x="1317213" y="1328240"/>
                  </a:lnTo>
                  <a:close/>
                  <a:moveTo>
                    <a:pt x="1371693" y="1384674"/>
                  </a:moveTo>
                  <a:lnTo>
                    <a:pt x="1371772" y="1384791"/>
                  </a:lnTo>
                  <a:lnTo>
                    <a:pt x="1371414" y="1384285"/>
                  </a:lnTo>
                  <a:close/>
                  <a:moveTo>
                    <a:pt x="993970" y="846468"/>
                  </a:moveTo>
                  <a:lnTo>
                    <a:pt x="1072042" y="848927"/>
                  </a:lnTo>
                  <a:lnTo>
                    <a:pt x="1038295" y="793794"/>
                  </a:lnTo>
                  <a:close/>
                  <a:moveTo>
                    <a:pt x="1153276" y="946353"/>
                  </a:moveTo>
                  <a:lnTo>
                    <a:pt x="1180036" y="999940"/>
                  </a:lnTo>
                  <a:lnTo>
                    <a:pt x="1154672" y="948404"/>
                  </a:lnTo>
                  <a:close/>
                  <a:moveTo>
                    <a:pt x="1153276" y="946353"/>
                  </a:moveTo>
                  <a:lnTo>
                    <a:pt x="1173523" y="992636"/>
                  </a:lnTo>
                  <a:lnTo>
                    <a:pt x="1180036" y="999940"/>
                  </a:lnTo>
                  <a:close/>
                  <a:moveTo>
                    <a:pt x="976788" y="615090"/>
                  </a:moveTo>
                  <a:lnTo>
                    <a:pt x="968712" y="656910"/>
                  </a:lnTo>
                  <a:lnTo>
                    <a:pt x="978993" y="635621"/>
                  </a:lnTo>
                  <a:close/>
                  <a:moveTo>
                    <a:pt x="978993" y="635621"/>
                  </a:moveTo>
                  <a:lnTo>
                    <a:pt x="968712" y="656910"/>
                  </a:lnTo>
                  <a:lnTo>
                    <a:pt x="969055" y="668461"/>
                  </a:lnTo>
                  <a:close/>
                  <a:moveTo>
                    <a:pt x="1110694" y="754760"/>
                  </a:moveTo>
                  <a:lnTo>
                    <a:pt x="1146095" y="796086"/>
                  </a:lnTo>
                  <a:lnTo>
                    <a:pt x="1141157" y="767978"/>
                  </a:lnTo>
                  <a:close/>
                  <a:moveTo>
                    <a:pt x="1141157" y="767978"/>
                  </a:moveTo>
                  <a:lnTo>
                    <a:pt x="1146095" y="796086"/>
                  </a:lnTo>
                  <a:lnTo>
                    <a:pt x="1143735" y="769700"/>
                  </a:lnTo>
                  <a:close/>
                  <a:moveTo>
                    <a:pt x="1141157" y="767978"/>
                  </a:moveTo>
                  <a:lnTo>
                    <a:pt x="1143735" y="769700"/>
                  </a:lnTo>
                  <a:lnTo>
                    <a:pt x="1134569" y="752993"/>
                  </a:lnTo>
                  <a:close/>
                  <a:moveTo>
                    <a:pt x="750986" y="292601"/>
                  </a:moveTo>
                  <a:lnTo>
                    <a:pt x="784503" y="317535"/>
                  </a:lnTo>
                  <a:lnTo>
                    <a:pt x="763217" y="305871"/>
                  </a:lnTo>
                  <a:close/>
                  <a:moveTo>
                    <a:pt x="807546" y="347343"/>
                  </a:moveTo>
                  <a:lnTo>
                    <a:pt x="784503" y="317535"/>
                  </a:lnTo>
                  <a:lnTo>
                    <a:pt x="750986" y="292601"/>
                  </a:lnTo>
                  <a:close/>
                  <a:moveTo>
                    <a:pt x="762618" y="275490"/>
                  </a:moveTo>
                  <a:lnTo>
                    <a:pt x="763217" y="305871"/>
                  </a:lnTo>
                  <a:lnTo>
                    <a:pt x="779843" y="300115"/>
                  </a:lnTo>
                  <a:close/>
                  <a:moveTo>
                    <a:pt x="723351" y="51537"/>
                  </a:moveTo>
                  <a:lnTo>
                    <a:pt x="691749" y="24094"/>
                  </a:lnTo>
                  <a:lnTo>
                    <a:pt x="695185" y="0"/>
                  </a:lnTo>
                  <a:close/>
                  <a:moveTo>
                    <a:pt x="970139" y="140876"/>
                  </a:moveTo>
                  <a:lnTo>
                    <a:pt x="936943" y="130516"/>
                  </a:lnTo>
                  <a:lnTo>
                    <a:pt x="936235" y="130784"/>
                  </a:lnTo>
                  <a:close/>
                  <a:moveTo>
                    <a:pt x="864859" y="173501"/>
                  </a:moveTo>
                  <a:lnTo>
                    <a:pt x="915052" y="186486"/>
                  </a:lnTo>
                  <a:lnTo>
                    <a:pt x="936235" y="130784"/>
                  </a:lnTo>
                  <a:close/>
                  <a:moveTo>
                    <a:pt x="1103177" y="133865"/>
                  </a:moveTo>
                  <a:lnTo>
                    <a:pt x="1136379" y="185401"/>
                  </a:lnTo>
                  <a:lnTo>
                    <a:pt x="1107168" y="157958"/>
                  </a:lnTo>
                  <a:close/>
                </a:path>
              </a:pathLst>
            </a:custGeom>
            <a:solidFill>
              <a:srgbClr val="EFF2F3"/>
            </a:solidFill>
            <a:ln w="1524">
              <a:solidFill>
                <a:srgbClr val="EFF2F3"/>
              </a:solidFill>
            </a:ln>
          </p:spPr>
        </p:sp>
        <p:sp>
          <p:nvSpPr>
            <p:cNvPr id="4263" name="Output_density__4262">
              <a:extLst>
                <a:ext uri="{FF2B5EF4-FFF2-40B4-BE49-F238E27FC236}">
                  <a16:creationId xmlns:a16="http://schemas.microsoft.com/office/drawing/2014/main" id="{C7871FBA-9604-47E6-3B6F-94F6A6C6B637}"/>
                </a:ext>
              </a:extLst>
            </p:cNvPr>
            <p:cNvSpPr>
              <a:spLocks noGrp="1"/>
            </p:cNvSpPr>
            <p:nvPr/>
          </p:nvSpPr>
          <p:spPr>
            <a:xfrm>
              <a:off x="15380102" y="2465391"/>
              <a:ext cx="1327049" cy="1872493"/>
            </a:xfrm>
            <a:custGeom>
              <a:avLst/>
              <a:gdLst/>
              <a:ahLst/>
              <a:cxnLst/>
              <a:rect l="0" t="0" r="0" b="0"/>
              <a:pathLst>
                <a:path w="1327049" h="1872493">
                  <a:moveTo>
                    <a:pt x="395010" y="1868518"/>
                  </a:moveTo>
                  <a:lnTo>
                    <a:pt x="395147" y="1871524"/>
                  </a:lnTo>
                  <a:lnTo>
                    <a:pt x="399908" y="1872493"/>
                  </a:lnTo>
                  <a:close/>
                  <a:moveTo>
                    <a:pt x="406353" y="1868518"/>
                  </a:moveTo>
                  <a:lnTo>
                    <a:pt x="399908" y="1872493"/>
                  </a:lnTo>
                  <a:lnTo>
                    <a:pt x="395147" y="1871524"/>
                  </a:lnTo>
                  <a:close/>
                  <a:moveTo>
                    <a:pt x="434531" y="1844424"/>
                  </a:moveTo>
                  <a:lnTo>
                    <a:pt x="406353" y="1868518"/>
                  </a:lnTo>
                  <a:lnTo>
                    <a:pt x="473395" y="1837673"/>
                  </a:lnTo>
                  <a:close/>
                  <a:moveTo>
                    <a:pt x="487224" y="1792887"/>
                  </a:moveTo>
                  <a:lnTo>
                    <a:pt x="533284" y="1768793"/>
                  </a:lnTo>
                  <a:lnTo>
                    <a:pt x="500291" y="1803335"/>
                  </a:lnTo>
                  <a:close/>
                  <a:moveTo>
                    <a:pt x="499884" y="1761613"/>
                  </a:moveTo>
                  <a:lnTo>
                    <a:pt x="533284" y="1768793"/>
                  </a:lnTo>
                  <a:lnTo>
                    <a:pt x="526484" y="1715228"/>
                  </a:lnTo>
                  <a:close/>
                  <a:moveTo>
                    <a:pt x="491265" y="1705878"/>
                  </a:moveTo>
                  <a:lnTo>
                    <a:pt x="526484" y="1715228"/>
                  </a:lnTo>
                  <a:lnTo>
                    <a:pt x="520868" y="1657050"/>
                  </a:lnTo>
                  <a:close/>
                  <a:moveTo>
                    <a:pt x="32517" y="1035281"/>
                  </a:moveTo>
                  <a:lnTo>
                    <a:pt x="0" y="1086478"/>
                  </a:lnTo>
                  <a:lnTo>
                    <a:pt x="47896" y="1085522"/>
                  </a:lnTo>
                  <a:close/>
                  <a:moveTo>
                    <a:pt x="293063" y="1376609"/>
                  </a:moveTo>
                  <a:lnTo>
                    <a:pt x="287319" y="1396196"/>
                  </a:lnTo>
                  <a:lnTo>
                    <a:pt x="302441" y="1383943"/>
                  </a:lnTo>
                  <a:close/>
                  <a:moveTo>
                    <a:pt x="303455" y="1321628"/>
                  </a:moveTo>
                  <a:lnTo>
                    <a:pt x="340276" y="1313465"/>
                  </a:lnTo>
                  <a:lnTo>
                    <a:pt x="323093" y="1308313"/>
                  </a:lnTo>
                  <a:close/>
                  <a:moveTo>
                    <a:pt x="303455" y="1321628"/>
                  </a:moveTo>
                  <a:lnTo>
                    <a:pt x="326053" y="1366340"/>
                  </a:lnTo>
                  <a:lnTo>
                    <a:pt x="340276" y="1313465"/>
                  </a:lnTo>
                  <a:close/>
                  <a:moveTo>
                    <a:pt x="293063" y="1376609"/>
                  </a:moveTo>
                  <a:lnTo>
                    <a:pt x="326053" y="1366340"/>
                  </a:lnTo>
                  <a:lnTo>
                    <a:pt x="303455" y="1321628"/>
                  </a:lnTo>
                  <a:close/>
                  <a:moveTo>
                    <a:pt x="302441" y="1383943"/>
                  </a:moveTo>
                  <a:lnTo>
                    <a:pt x="326053" y="1366340"/>
                  </a:lnTo>
                  <a:lnTo>
                    <a:pt x="293063" y="1376609"/>
                  </a:lnTo>
                  <a:close/>
                  <a:moveTo>
                    <a:pt x="376141" y="1322289"/>
                  </a:moveTo>
                  <a:lnTo>
                    <a:pt x="340276" y="1313465"/>
                  </a:lnTo>
                  <a:lnTo>
                    <a:pt x="326053" y="1366340"/>
                  </a:lnTo>
                  <a:close/>
                  <a:moveTo>
                    <a:pt x="323093" y="1308313"/>
                  </a:moveTo>
                  <a:lnTo>
                    <a:pt x="340276" y="1313465"/>
                  </a:lnTo>
                  <a:lnTo>
                    <a:pt x="342905" y="1294448"/>
                  </a:lnTo>
                  <a:close/>
                  <a:moveTo>
                    <a:pt x="363424" y="1256776"/>
                  </a:moveTo>
                  <a:lnTo>
                    <a:pt x="369980" y="1260775"/>
                  </a:lnTo>
                  <a:lnTo>
                    <a:pt x="342905" y="1294448"/>
                  </a:lnTo>
                  <a:close/>
                  <a:moveTo>
                    <a:pt x="156553" y="871926"/>
                  </a:moveTo>
                  <a:lnTo>
                    <a:pt x="158305" y="847832"/>
                  </a:lnTo>
                  <a:lnTo>
                    <a:pt x="162599" y="923462"/>
                  </a:lnTo>
                  <a:close/>
                  <a:moveTo>
                    <a:pt x="509851" y="1157051"/>
                  </a:moveTo>
                  <a:lnTo>
                    <a:pt x="529343" y="1085474"/>
                  </a:lnTo>
                  <a:lnTo>
                    <a:pt x="521808" y="1081421"/>
                  </a:lnTo>
                  <a:close/>
                  <a:moveTo>
                    <a:pt x="509851" y="1157051"/>
                  </a:moveTo>
                  <a:lnTo>
                    <a:pt x="521808" y="1081421"/>
                  </a:lnTo>
                  <a:lnTo>
                    <a:pt x="519433" y="1132957"/>
                  </a:lnTo>
                  <a:close/>
                  <a:moveTo>
                    <a:pt x="480780" y="961488"/>
                  </a:moveTo>
                  <a:lnTo>
                    <a:pt x="469402" y="954254"/>
                  </a:lnTo>
                  <a:lnTo>
                    <a:pt x="472205" y="1023825"/>
                  </a:lnTo>
                  <a:close/>
                  <a:moveTo>
                    <a:pt x="480780" y="961488"/>
                  </a:moveTo>
                  <a:lnTo>
                    <a:pt x="472205" y="1023825"/>
                  </a:lnTo>
                  <a:lnTo>
                    <a:pt x="490016" y="978348"/>
                  </a:lnTo>
                  <a:close/>
                  <a:moveTo>
                    <a:pt x="469402" y="954254"/>
                  </a:moveTo>
                  <a:lnTo>
                    <a:pt x="480780" y="961488"/>
                  </a:lnTo>
                  <a:lnTo>
                    <a:pt x="484725" y="935735"/>
                  </a:lnTo>
                  <a:close/>
                  <a:moveTo>
                    <a:pt x="892336" y="1366547"/>
                  </a:moveTo>
                  <a:lnTo>
                    <a:pt x="906171" y="1408231"/>
                  </a:lnTo>
                  <a:lnTo>
                    <a:pt x="912857" y="1418083"/>
                  </a:lnTo>
                  <a:close/>
                  <a:moveTo>
                    <a:pt x="968171" y="1385624"/>
                  </a:moveTo>
                  <a:lnTo>
                    <a:pt x="906171" y="1408231"/>
                  </a:lnTo>
                  <a:lnTo>
                    <a:pt x="892336" y="1366547"/>
                  </a:lnTo>
                  <a:close/>
                  <a:moveTo>
                    <a:pt x="494892" y="887272"/>
                  </a:moveTo>
                  <a:lnTo>
                    <a:pt x="484725" y="935735"/>
                  </a:lnTo>
                  <a:lnTo>
                    <a:pt x="501307" y="902717"/>
                  </a:lnTo>
                  <a:close/>
                  <a:moveTo>
                    <a:pt x="547318" y="860184"/>
                  </a:moveTo>
                  <a:lnTo>
                    <a:pt x="501307" y="902717"/>
                  </a:lnTo>
                  <a:lnTo>
                    <a:pt x="513403" y="868281"/>
                  </a:lnTo>
                  <a:close/>
                  <a:moveTo>
                    <a:pt x="513403" y="868281"/>
                  </a:moveTo>
                  <a:lnTo>
                    <a:pt x="592325" y="853781"/>
                  </a:lnTo>
                  <a:lnTo>
                    <a:pt x="547318" y="860184"/>
                  </a:lnTo>
                  <a:close/>
                  <a:moveTo>
                    <a:pt x="58487" y="386740"/>
                  </a:moveTo>
                  <a:lnTo>
                    <a:pt x="144689" y="402880"/>
                  </a:lnTo>
                  <a:lnTo>
                    <a:pt x="98251" y="403934"/>
                  </a:lnTo>
                  <a:close/>
                  <a:moveTo>
                    <a:pt x="778605" y="1009139"/>
                  </a:moveTo>
                  <a:lnTo>
                    <a:pt x="788351" y="1060676"/>
                  </a:lnTo>
                  <a:lnTo>
                    <a:pt x="766032" y="1033233"/>
                  </a:lnTo>
                  <a:close/>
                  <a:moveTo>
                    <a:pt x="1246151" y="1456438"/>
                  </a:moveTo>
                  <a:lnTo>
                    <a:pt x="1183861" y="1472968"/>
                  </a:lnTo>
                  <a:lnTo>
                    <a:pt x="1237990" y="1453865"/>
                  </a:lnTo>
                  <a:close/>
                  <a:moveTo>
                    <a:pt x="1237990" y="1453865"/>
                  </a:moveTo>
                  <a:lnTo>
                    <a:pt x="1183861" y="1472968"/>
                  </a:lnTo>
                  <a:lnTo>
                    <a:pt x="1210167" y="1456800"/>
                  </a:lnTo>
                  <a:close/>
                  <a:moveTo>
                    <a:pt x="1246151" y="1456438"/>
                  </a:moveTo>
                  <a:lnTo>
                    <a:pt x="1237990" y="1453865"/>
                  </a:lnTo>
                  <a:lnTo>
                    <a:pt x="1270532" y="1507816"/>
                  </a:lnTo>
                  <a:close/>
                  <a:moveTo>
                    <a:pt x="1299808" y="1482375"/>
                  </a:moveTo>
                  <a:lnTo>
                    <a:pt x="1246151" y="1456438"/>
                  </a:lnTo>
                  <a:lnTo>
                    <a:pt x="1270532" y="1507816"/>
                  </a:lnTo>
                  <a:close/>
                  <a:moveTo>
                    <a:pt x="969223" y="1143982"/>
                  </a:moveTo>
                  <a:lnTo>
                    <a:pt x="942897" y="1156230"/>
                  </a:lnTo>
                  <a:lnTo>
                    <a:pt x="1005473" y="1088119"/>
                  </a:lnTo>
                  <a:close/>
                  <a:moveTo>
                    <a:pt x="801289" y="985045"/>
                  </a:moveTo>
                  <a:lnTo>
                    <a:pt x="778605" y="1009139"/>
                  </a:lnTo>
                  <a:lnTo>
                    <a:pt x="796172" y="957602"/>
                  </a:lnTo>
                  <a:close/>
                  <a:moveTo>
                    <a:pt x="286832" y="315180"/>
                  </a:moveTo>
                  <a:lnTo>
                    <a:pt x="321068" y="325194"/>
                  </a:lnTo>
                  <a:lnTo>
                    <a:pt x="287025" y="315069"/>
                  </a:lnTo>
                  <a:close/>
                  <a:moveTo>
                    <a:pt x="309442" y="359937"/>
                  </a:moveTo>
                  <a:lnTo>
                    <a:pt x="321068" y="325194"/>
                  </a:lnTo>
                  <a:lnTo>
                    <a:pt x="286832" y="315180"/>
                  </a:lnTo>
                  <a:close/>
                  <a:moveTo>
                    <a:pt x="287025" y="315069"/>
                  </a:moveTo>
                  <a:lnTo>
                    <a:pt x="321068" y="325194"/>
                  </a:lnTo>
                  <a:lnTo>
                    <a:pt x="326440" y="288589"/>
                  </a:lnTo>
                  <a:close/>
                  <a:moveTo>
                    <a:pt x="1312793" y="1431034"/>
                  </a:moveTo>
                  <a:lnTo>
                    <a:pt x="1246151" y="1456438"/>
                  </a:lnTo>
                  <a:lnTo>
                    <a:pt x="1299808" y="1482375"/>
                  </a:lnTo>
                  <a:close/>
                  <a:moveTo>
                    <a:pt x="1312793" y="1431034"/>
                  </a:moveTo>
                  <a:lnTo>
                    <a:pt x="1258417" y="1437257"/>
                  </a:lnTo>
                  <a:lnTo>
                    <a:pt x="1246151" y="1456438"/>
                  </a:lnTo>
                  <a:close/>
                  <a:moveTo>
                    <a:pt x="1258417" y="1437257"/>
                  </a:moveTo>
                  <a:lnTo>
                    <a:pt x="1312793" y="1431034"/>
                  </a:lnTo>
                  <a:lnTo>
                    <a:pt x="1272377" y="1419592"/>
                  </a:lnTo>
                  <a:close/>
                  <a:moveTo>
                    <a:pt x="1312793" y="1431034"/>
                  </a:moveTo>
                  <a:lnTo>
                    <a:pt x="1311470" y="1391077"/>
                  </a:lnTo>
                  <a:lnTo>
                    <a:pt x="1272377" y="1419592"/>
                  </a:lnTo>
                  <a:close/>
                  <a:moveTo>
                    <a:pt x="1312793" y="1431034"/>
                  </a:moveTo>
                  <a:lnTo>
                    <a:pt x="1299808" y="1482375"/>
                  </a:lnTo>
                  <a:lnTo>
                    <a:pt x="1316381" y="1448875"/>
                  </a:lnTo>
                  <a:close/>
                  <a:moveTo>
                    <a:pt x="1312793" y="1431034"/>
                  </a:moveTo>
                  <a:lnTo>
                    <a:pt x="1327049" y="1409549"/>
                  </a:lnTo>
                  <a:lnTo>
                    <a:pt x="1311470" y="1391077"/>
                  </a:lnTo>
                  <a:close/>
                  <a:moveTo>
                    <a:pt x="474605" y="493200"/>
                  </a:moveTo>
                  <a:lnTo>
                    <a:pt x="503275" y="465494"/>
                  </a:lnTo>
                  <a:lnTo>
                    <a:pt x="434841" y="519206"/>
                  </a:lnTo>
                  <a:close/>
                  <a:moveTo>
                    <a:pt x="309435" y="264786"/>
                  </a:moveTo>
                  <a:lnTo>
                    <a:pt x="326440" y="288589"/>
                  </a:lnTo>
                  <a:lnTo>
                    <a:pt x="356765" y="267068"/>
                  </a:lnTo>
                  <a:close/>
                  <a:moveTo>
                    <a:pt x="326440" y="288589"/>
                  </a:moveTo>
                  <a:lnTo>
                    <a:pt x="373311" y="289154"/>
                  </a:lnTo>
                  <a:lnTo>
                    <a:pt x="400332" y="255280"/>
                  </a:lnTo>
                  <a:close/>
                  <a:moveTo>
                    <a:pt x="356765" y="267068"/>
                  </a:moveTo>
                  <a:lnTo>
                    <a:pt x="326440" y="288589"/>
                  </a:lnTo>
                  <a:lnTo>
                    <a:pt x="400332" y="255280"/>
                  </a:lnTo>
                  <a:close/>
                  <a:moveTo>
                    <a:pt x="196520" y="152193"/>
                  </a:moveTo>
                  <a:lnTo>
                    <a:pt x="226590" y="160460"/>
                  </a:lnTo>
                  <a:lnTo>
                    <a:pt x="208709" y="152348"/>
                  </a:lnTo>
                  <a:close/>
                  <a:moveTo>
                    <a:pt x="411845" y="226635"/>
                  </a:moveTo>
                  <a:lnTo>
                    <a:pt x="356765" y="267068"/>
                  </a:lnTo>
                  <a:lnTo>
                    <a:pt x="400332" y="255280"/>
                  </a:lnTo>
                  <a:close/>
                  <a:moveTo>
                    <a:pt x="411845" y="226635"/>
                  </a:moveTo>
                  <a:lnTo>
                    <a:pt x="420309" y="195071"/>
                  </a:lnTo>
                  <a:lnTo>
                    <a:pt x="377776" y="210725"/>
                  </a:lnTo>
                  <a:close/>
                  <a:moveTo>
                    <a:pt x="411845" y="226635"/>
                  </a:moveTo>
                  <a:lnTo>
                    <a:pt x="400332" y="255280"/>
                  </a:lnTo>
                  <a:lnTo>
                    <a:pt x="421962" y="239439"/>
                  </a:lnTo>
                  <a:close/>
                  <a:moveTo>
                    <a:pt x="420309" y="195071"/>
                  </a:moveTo>
                  <a:lnTo>
                    <a:pt x="443610" y="176049"/>
                  </a:lnTo>
                  <a:lnTo>
                    <a:pt x="440730" y="163808"/>
                  </a:lnTo>
                  <a:close/>
                  <a:moveTo>
                    <a:pt x="411845" y="226635"/>
                  </a:moveTo>
                  <a:lnTo>
                    <a:pt x="435983" y="213898"/>
                  </a:lnTo>
                  <a:lnTo>
                    <a:pt x="420309" y="195071"/>
                  </a:lnTo>
                  <a:close/>
                  <a:moveTo>
                    <a:pt x="440730" y="163808"/>
                  </a:moveTo>
                  <a:lnTo>
                    <a:pt x="443657" y="147469"/>
                  </a:lnTo>
                  <a:lnTo>
                    <a:pt x="420309" y="195071"/>
                  </a:lnTo>
                  <a:close/>
                  <a:moveTo>
                    <a:pt x="440730" y="163808"/>
                  </a:moveTo>
                  <a:lnTo>
                    <a:pt x="449754" y="139714"/>
                  </a:lnTo>
                  <a:lnTo>
                    <a:pt x="443657" y="147469"/>
                  </a:lnTo>
                  <a:close/>
                  <a:moveTo>
                    <a:pt x="1124526" y="905459"/>
                  </a:moveTo>
                  <a:lnTo>
                    <a:pt x="1124381" y="945814"/>
                  </a:lnTo>
                  <a:lnTo>
                    <a:pt x="1131039" y="912763"/>
                  </a:lnTo>
                  <a:close/>
                  <a:moveTo>
                    <a:pt x="1100898" y="734060"/>
                  </a:moveTo>
                  <a:lnTo>
                    <a:pt x="1097098" y="708909"/>
                  </a:lnTo>
                  <a:lnTo>
                    <a:pt x="1086788" y="709966"/>
                  </a:lnTo>
                  <a:close/>
                  <a:moveTo>
                    <a:pt x="701989" y="205423"/>
                  </a:moveTo>
                  <a:lnTo>
                    <a:pt x="714221" y="218694"/>
                  </a:lnTo>
                  <a:lnTo>
                    <a:pt x="713621" y="188313"/>
                  </a:lnTo>
                  <a:close/>
                  <a:moveTo>
                    <a:pt x="713621" y="188313"/>
                  </a:moveTo>
                  <a:lnTo>
                    <a:pt x="730847" y="212938"/>
                  </a:lnTo>
                  <a:lnTo>
                    <a:pt x="751789" y="156340"/>
                  </a:lnTo>
                  <a:close/>
                  <a:moveTo>
                    <a:pt x="786613" y="149847"/>
                  </a:moveTo>
                  <a:lnTo>
                    <a:pt x="766087" y="143063"/>
                  </a:lnTo>
                  <a:lnTo>
                    <a:pt x="751789" y="156340"/>
                  </a:lnTo>
                  <a:close/>
                  <a:moveTo>
                    <a:pt x="558273" y="58069"/>
                  </a:moveTo>
                  <a:lnTo>
                    <a:pt x="559659" y="39990"/>
                  </a:lnTo>
                  <a:lnTo>
                    <a:pt x="549497" y="58934"/>
                  </a:lnTo>
                  <a:close/>
                  <a:moveTo>
                    <a:pt x="508052" y="60916"/>
                  </a:moveTo>
                  <a:lnTo>
                    <a:pt x="521011" y="64084"/>
                  </a:lnTo>
                  <a:lnTo>
                    <a:pt x="549497" y="58934"/>
                  </a:lnTo>
                  <a:close/>
                  <a:moveTo>
                    <a:pt x="887238" y="43607"/>
                  </a:moveTo>
                  <a:lnTo>
                    <a:pt x="887947" y="43339"/>
                  </a:lnTo>
                  <a:lnTo>
                    <a:pt x="887453" y="43105"/>
                  </a:lnTo>
                  <a:close/>
                  <a:moveTo>
                    <a:pt x="912142" y="1818"/>
                  </a:moveTo>
                  <a:lnTo>
                    <a:pt x="887453" y="43105"/>
                  </a:lnTo>
                  <a:lnTo>
                    <a:pt x="958375" y="0"/>
                  </a:lnTo>
                  <a:close/>
                </a:path>
              </a:pathLst>
            </a:custGeom>
            <a:solidFill>
              <a:srgbClr val="EDF0F2"/>
            </a:solidFill>
            <a:ln w="1524">
              <a:solidFill>
                <a:srgbClr val="EDF0F2"/>
              </a:solidFill>
            </a:ln>
          </p:spPr>
        </p:sp>
        <p:sp>
          <p:nvSpPr>
            <p:cNvPr id="4264" name="Output_density__4263">
              <a:extLst>
                <a:ext uri="{FF2B5EF4-FFF2-40B4-BE49-F238E27FC236}">
                  <a16:creationId xmlns:a16="http://schemas.microsoft.com/office/drawing/2014/main" id="{75ACF332-63C0-DC25-5E3E-C191854D49E1}"/>
                </a:ext>
              </a:extLst>
            </p:cNvPr>
            <p:cNvSpPr>
              <a:spLocks noGrp="1"/>
            </p:cNvSpPr>
            <p:nvPr/>
          </p:nvSpPr>
          <p:spPr>
            <a:xfrm>
              <a:off x="15302039" y="2347406"/>
              <a:ext cx="1352821" cy="1986502"/>
            </a:xfrm>
            <a:custGeom>
              <a:avLst/>
              <a:gdLst/>
              <a:ahLst/>
              <a:cxnLst/>
              <a:rect l="0" t="0" r="0" b="0"/>
              <a:pathLst>
                <a:path w="1352821" h="1986502">
                  <a:moveTo>
                    <a:pt x="456475" y="1910872"/>
                  </a:moveTo>
                  <a:lnTo>
                    <a:pt x="473073" y="1986502"/>
                  </a:lnTo>
                  <a:lnTo>
                    <a:pt x="505941" y="1962409"/>
                  </a:lnTo>
                  <a:close/>
                  <a:moveTo>
                    <a:pt x="524599" y="1895014"/>
                  </a:moveTo>
                  <a:lnTo>
                    <a:pt x="551458" y="1955658"/>
                  </a:lnTo>
                  <a:lnTo>
                    <a:pt x="578354" y="1921320"/>
                  </a:lnTo>
                  <a:close/>
                  <a:moveTo>
                    <a:pt x="493258" y="1784982"/>
                  </a:moveTo>
                  <a:lnTo>
                    <a:pt x="481986" y="1756262"/>
                  </a:lnTo>
                  <a:lnTo>
                    <a:pt x="471008" y="1740328"/>
                  </a:lnTo>
                  <a:close/>
                  <a:moveTo>
                    <a:pt x="7181" y="1240896"/>
                  </a:moveTo>
                  <a:lnTo>
                    <a:pt x="29066" y="1292433"/>
                  </a:lnTo>
                  <a:lnTo>
                    <a:pt x="67271" y="1233203"/>
                  </a:lnTo>
                  <a:close/>
                  <a:moveTo>
                    <a:pt x="0" y="1229944"/>
                  </a:moveTo>
                  <a:lnTo>
                    <a:pt x="7181" y="1240896"/>
                  </a:lnTo>
                  <a:lnTo>
                    <a:pt x="67271" y="1233203"/>
                  </a:lnTo>
                  <a:close/>
                  <a:moveTo>
                    <a:pt x="569328" y="1823863"/>
                  </a:moveTo>
                  <a:lnTo>
                    <a:pt x="577947" y="1879598"/>
                  </a:lnTo>
                  <a:lnTo>
                    <a:pt x="604546" y="1833213"/>
                  </a:lnTo>
                  <a:close/>
                  <a:moveTo>
                    <a:pt x="569328" y="1823863"/>
                  </a:moveTo>
                  <a:lnTo>
                    <a:pt x="598930" y="1775035"/>
                  </a:lnTo>
                  <a:lnTo>
                    <a:pt x="561434" y="1767537"/>
                  </a:lnTo>
                  <a:close/>
                  <a:moveTo>
                    <a:pt x="125958" y="1203507"/>
                  </a:moveTo>
                  <a:lnTo>
                    <a:pt x="67271" y="1233203"/>
                  </a:lnTo>
                  <a:lnTo>
                    <a:pt x="119019" y="1252003"/>
                  </a:lnTo>
                  <a:close/>
                  <a:moveTo>
                    <a:pt x="33728" y="1038098"/>
                  </a:moveTo>
                  <a:lnTo>
                    <a:pt x="62371" y="1091734"/>
                  </a:lnTo>
                  <a:lnTo>
                    <a:pt x="63362" y="1083689"/>
                  </a:lnTo>
                  <a:close/>
                  <a:moveTo>
                    <a:pt x="665434" y="1683980"/>
                  </a:moveTo>
                  <a:lnTo>
                    <a:pt x="663878" y="1756827"/>
                  </a:lnTo>
                  <a:lnTo>
                    <a:pt x="692724" y="1729779"/>
                  </a:lnTo>
                  <a:close/>
                  <a:moveTo>
                    <a:pt x="200854" y="1113494"/>
                  </a:moveTo>
                  <a:lnTo>
                    <a:pt x="177409" y="1074174"/>
                  </a:lnTo>
                  <a:lnTo>
                    <a:pt x="203104" y="1117078"/>
                  </a:lnTo>
                  <a:close/>
                  <a:moveTo>
                    <a:pt x="166059" y="1065541"/>
                  </a:moveTo>
                  <a:lnTo>
                    <a:pt x="177409" y="1074174"/>
                  </a:lnTo>
                  <a:lnTo>
                    <a:pt x="200854" y="1113494"/>
                  </a:lnTo>
                  <a:close/>
                  <a:moveTo>
                    <a:pt x="712957" y="1659887"/>
                  </a:moveTo>
                  <a:lnTo>
                    <a:pt x="729304" y="1682266"/>
                  </a:lnTo>
                  <a:lnTo>
                    <a:pt x="736888" y="1711423"/>
                  </a:lnTo>
                  <a:close/>
                  <a:moveTo>
                    <a:pt x="722595" y="1683980"/>
                  </a:moveTo>
                  <a:lnTo>
                    <a:pt x="707603" y="1661926"/>
                  </a:lnTo>
                  <a:lnTo>
                    <a:pt x="692724" y="1729779"/>
                  </a:lnTo>
                  <a:close/>
                  <a:moveTo>
                    <a:pt x="235690" y="1220151"/>
                  </a:moveTo>
                  <a:lnTo>
                    <a:pt x="261145" y="1144520"/>
                  </a:lnTo>
                  <a:lnTo>
                    <a:pt x="228477" y="1168614"/>
                  </a:lnTo>
                  <a:close/>
                  <a:moveTo>
                    <a:pt x="231256" y="1092261"/>
                  </a:moveTo>
                  <a:lnTo>
                    <a:pt x="178793" y="1070790"/>
                  </a:lnTo>
                  <a:lnTo>
                    <a:pt x="200854" y="1113494"/>
                  </a:lnTo>
                  <a:close/>
                  <a:moveTo>
                    <a:pt x="241068" y="997661"/>
                  </a:moveTo>
                  <a:lnTo>
                    <a:pt x="234615" y="989911"/>
                  </a:lnTo>
                  <a:lnTo>
                    <a:pt x="240661" y="1041447"/>
                  </a:lnTo>
                  <a:close/>
                  <a:moveTo>
                    <a:pt x="829295" y="1687329"/>
                  </a:moveTo>
                  <a:lnTo>
                    <a:pt x="813993" y="1698927"/>
                  </a:lnTo>
                  <a:lnTo>
                    <a:pt x="770666" y="1648639"/>
                  </a:lnTo>
                  <a:close/>
                  <a:moveTo>
                    <a:pt x="839024" y="1635792"/>
                  </a:moveTo>
                  <a:lnTo>
                    <a:pt x="857443" y="1654056"/>
                  </a:lnTo>
                  <a:lnTo>
                    <a:pt x="853582" y="1687329"/>
                  </a:lnTo>
                  <a:close/>
                  <a:moveTo>
                    <a:pt x="234615" y="989911"/>
                  </a:moveTo>
                  <a:lnTo>
                    <a:pt x="192862" y="948714"/>
                  </a:lnTo>
                  <a:lnTo>
                    <a:pt x="236368" y="965817"/>
                  </a:lnTo>
                  <a:close/>
                  <a:moveTo>
                    <a:pt x="553560" y="1154120"/>
                  </a:moveTo>
                  <a:lnTo>
                    <a:pt x="599870" y="1199406"/>
                  </a:lnTo>
                  <a:lnTo>
                    <a:pt x="544705" y="1153709"/>
                  </a:lnTo>
                  <a:close/>
                  <a:moveTo>
                    <a:pt x="544705" y="1153709"/>
                  </a:moveTo>
                  <a:lnTo>
                    <a:pt x="599870" y="1199406"/>
                  </a:lnTo>
                  <a:lnTo>
                    <a:pt x="607406" y="1203459"/>
                  </a:lnTo>
                  <a:close/>
                  <a:moveTo>
                    <a:pt x="1083359" y="1647079"/>
                  </a:moveTo>
                  <a:lnTo>
                    <a:pt x="1044125" y="1640994"/>
                  </a:lnTo>
                  <a:lnTo>
                    <a:pt x="1105264" y="1684534"/>
                  </a:lnTo>
                  <a:close/>
                  <a:moveTo>
                    <a:pt x="1006228" y="1546317"/>
                  </a:moveTo>
                  <a:lnTo>
                    <a:pt x="990919" y="1536068"/>
                  </a:lnTo>
                  <a:lnTo>
                    <a:pt x="999110" y="1587605"/>
                  </a:lnTo>
                  <a:close/>
                  <a:moveTo>
                    <a:pt x="505851" y="1150419"/>
                  </a:moveTo>
                  <a:lnTo>
                    <a:pt x="581190" y="1186790"/>
                  </a:lnTo>
                  <a:lnTo>
                    <a:pt x="553560" y="1154120"/>
                  </a:lnTo>
                  <a:close/>
                  <a:moveTo>
                    <a:pt x="461975" y="993259"/>
                  </a:moveTo>
                  <a:lnTo>
                    <a:pt x="423945" y="1018865"/>
                  </a:lnTo>
                  <a:lnTo>
                    <a:pt x="445288" y="970340"/>
                  </a:lnTo>
                  <a:close/>
                  <a:moveTo>
                    <a:pt x="984234" y="1526216"/>
                  </a:moveTo>
                  <a:lnTo>
                    <a:pt x="999110" y="1587605"/>
                  </a:lnTo>
                  <a:lnTo>
                    <a:pt x="990919" y="1536068"/>
                  </a:lnTo>
                  <a:close/>
                  <a:moveTo>
                    <a:pt x="1089049" y="1516967"/>
                  </a:moveTo>
                  <a:lnTo>
                    <a:pt x="1097887" y="1522053"/>
                  </a:lnTo>
                  <a:lnTo>
                    <a:pt x="1077601" y="1511974"/>
                  </a:lnTo>
                  <a:close/>
                  <a:moveTo>
                    <a:pt x="1097887" y="1522053"/>
                  </a:moveTo>
                  <a:lnTo>
                    <a:pt x="1089049" y="1516967"/>
                  </a:lnTo>
                  <a:lnTo>
                    <a:pt x="1138302" y="1563511"/>
                  </a:lnTo>
                  <a:close/>
                  <a:moveTo>
                    <a:pt x="990418" y="1469599"/>
                  </a:moveTo>
                  <a:lnTo>
                    <a:pt x="975372" y="1460437"/>
                  </a:lnTo>
                  <a:lnTo>
                    <a:pt x="984234" y="1526216"/>
                  </a:lnTo>
                  <a:close/>
                  <a:moveTo>
                    <a:pt x="990418" y="1469599"/>
                  </a:moveTo>
                  <a:lnTo>
                    <a:pt x="984234" y="1526216"/>
                  </a:lnTo>
                  <a:lnTo>
                    <a:pt x="1046234" y="1503609"/>
                  </a:lnTo>
                  <a:close/>
                  <a:moveTo>
                    <a:pt x="887638" y="1432995"/>
                  </a:moveTo>
                  <a:lnTo>
                    <a:pt x="921699" y="1476330"/>
                  </a:lnTo>
                  <a:lnTo>
                    <a:pt x="905410" y="1461345"/>
                  </a:lnTo>
                  <a:close/>
                  <a:moveTo>
                    <a:pt x="918069" y="1432995"/>
                  </a:moveTo>
                  <a:lnTo>
                    <a:pt x="905410" y="1461345"/>
                  </a:lnTo>
                  <a:lnTo>
                    <a:pt x="975372" y="1460437"/>
                  </a:lnTo>
                  <a:close/>
                  <a:moveTo>
                    <a:pt x="557645" y="954960"/>
                  </a:moveTo>
                  <a:lnTo>
                    <a:pt x="533622" y="944676"/>
                  </a:lnTo>
                  <a:lnTo>
                    <a:pt x="502064" y="899422"/>
                  </a:lnTo>
                  <a:close/>
                  <a:moveTo>
                    <a:pt x="440183" y="849005"/>
                  </a:moveTo>
                  <a:lnTo>
                    <a:pt x="502064" y="899422"/>
                  </a:lnTo>
                  <a:lnTo>
                    <a:pt x="461923" y="866093"/>
                  </a:lnTo>
                  <a:close/>
                  <a:moveTo>
                    <a:pt x="461923" y="866093"/>
                  </a:moveTo>
                  <a:lnTo>
                    <a:pt x="502064" y="899422"/>
                  </a:lnTo>
                  <a:lnTo>
                    <a:pt x="467138" y="870780"/>
                  </a:lnTo>
                  <a:close/>
                  <a:moveTo>
                    <a:pt x="328931" y="650497"/>
                  </a:moveTo>
                  <a:lnTo>
                    <a:pt x="352857" y="657954"/>
                  </a:lnTo>
                  <a:lnTo>
                    <a:pt x="367316" y="711483"/>
                  </a:lnTo>
                  <a:close/>
                  <a:moveTo>
                    <a:pt x="317515" y="597035"/>
                  </a:moveTo>
                  <a:lnTo>
                    <a:pt x="321897" y="542201"/>
                  </a:lnTo>
                  <a:lnTo>
                    <a:pt x="278389" y="554208"/>
                  </a:lnTo>
                  <a:close/>
                  <a:moveTo>
                    <a:pt x="222751" y="520865"/>
                  </a:moveTo>
                  <a:lnTo>
                    <a:pt x="183690" y="504383"/>
                  </a:lnTo>
                  <a:lnTo>
                    <a:pt x="236952" y="532779"/>
                  </a:lnTo>
                  <a:close/>
                  <a:moveTo>
                    <a:pt x="188062" y="505336"/>
                  </a:moveTo>
                  <a:lnTo>
                    <a:pt x="194948" y="551813"/>
                  </a:lnTo>
                  <a:lnTo>
                    <a:pt x="236952" y="532779"/>
                  </a:lnTo>
                  <a:close/>
                  <a:moveTo>
                    <a:pt x="1077601" y="1511974"/>
                  </a:moveTo>
                  <a:lnTo>
                    <a:pt x="1097887" y="1522053"/>
                  </a:lnTo>
                  <a:lnTo>
                    <a:pt x="1104667" y="1504270"/>
                  </a:lnTo>
                  <a:close/>
                  <a:moveTo>
                    <a:pt x="1077601" y="1511974"/>
                  </a:moveTo>
                  <a:lnTo>
                    <a:pt x="1104667" y="1504270"/>
                  </a:lnTo>
                  <a:lnTo>
                    <a:pt x="1046234" y="1503609"/>
                  </a:lnTo>
                  <a:close/>
                  <a:moveTo>
                    <a:pt x="1046234" y="1503609"/>
                  </a:moveTo>
                  <a:lnTo>
                    <a:pt x="1104667" y="1504270"/>
                  </a:lnTo>
                  <a:lnTo>
                    <a:pt x="1121706" y="1476211"/>
                  </a:lnTo>
                  <a:close/>
                  <a:moveTo>
                    <a:pt x="990418" y="1469599"/>
                  </a:moveTo>
                  <a:lnTo>
                    <a:pt x="1046234" y="1503609"/>
                  </a:lnTo>
                  <a:lnTo>
                    <a:pt x="1074369" y="1473904"/>
                  </a:lnTo>
                  <a:close/>
                  <a:moveTo>
                    <a:pt x="236952" y="532779"/>
                  </a:moveTo>
                  <a:lnTo>
                    <a:pt x="278389" y="554208"/>
                  </a:lnTo>
                  <a:lnTo>
                    <a:pt x="288498" y="519900"/>
                  </a:lnTo>
                  <a:close/>
                  <a:moveTo>
                    <a:pt x="236952" y="532779"/>
                  </a:moveTo>
                  <a:lnTo>
                    <a:pt x="288498" y="519900"/>
                  </a:lnTo>
                  <a:lnTo>
                    <a:pt x="222751" y="520865"/>
                  </a:lnTo>
                  <a:close/>
                  <a:moveTo>
                    <a:pt x="943665" y="1230197"/>
                  </a:moveTo>
                  <a:lnTo>
                    <a:pt x="935018" y="1252514"/>
                  </a:lnTo>
                  <a:lnTo>
                    <a:pt x="967836" y="1250267"/>
                  </a:lnTo>
                  <a:close/>
                  <a:moveTo>
                    <a:pt x="1205548" y="1440329"/>
                  </a:moveTo>
                  <a:lnTo>
                    <a:pt x="1218204" y="1463787"/>
                  </a:lnTo>
                  <a:lnTo>
                    <a:pt x="1195107" y="1441065"/>
                  </a:lnTo>
                  <a:close/>
                  <a:moveTo>
                    <a:pt x="1195107" y="1441065"/>
                  </a:moveTo>
                  <a:lnTo>
                    <a:pt x="1175725" y="1484484"/>
                  </a:lnTo>
                  <a:lnTo>
                    <a:pt x="1205548" y="1440329"/>
                  </a:lnTo>
                  <a:close/>
                  <a:moveTo>
                    <a:pt x="1011980" y="1315430"/>
                  </a:moveTo>
                  <a:lnTo>
                    <a:pt x="1037349" y="1335490"/>
                  </a:lnTo>
                  <a:lnTo>
                    <a:pt x="1029228" y="1333271"/>
                  </a:lnTo>
                  <a:close/>
                  <a:moveTo>
                    <a:pt x="1131009" y="1384807"/>
                  </a:moveTo>
                  <a:lnTo>
                    <a:pt x="1093686" y="1333271"/>
                  </a:lnTo>
                  <a:lnTo>
                    <a:pt x="1122423" y="1343990"/>
                  </a:lnTo>
                  <a:close/>
                  <a:moveTo>
                    <a:pt x="1122423" y="1343990"/>
                  </a:moveTo>
                  <a:lnTo>
                    <a:pt x="1142610" y="1309177"/>
                  </a:lnTo>
                  <a:lnTo>
                    <a:pt x="1152979" y="1314747"/>
                  </a:lnTo>
                  <a:close/>
                  <a:moveTo>
                    <a:pt x="1084616" y="1269600"/>
                  </a:moveTo>
                  <a:lnTo>
                    <a:pt x="1103676" y="1273897"/>
                  </a:lnTo>
                  <a:lnTo>
                    <a:pt x="1047285" y="1261967"/>
                  </a:lnTo>
                  <a:close/>
                  <a:moveTo>
                    <a:pt x="1152979" y="1314747"/>
                  </a:moveTo>
                  <a:lnTo>
                    <a:pt x="1142610" y="1309177"/>
                  </a:lnTo>
                  <a:lnTo>
                    <a:pt x="1103676" y="1273897"/>
                  </a:lnTo>
                  <a:close/>
                  <a:moveTo>
                    <a:pt x="1084616" y="1269600"/>
                  </a:moveTo>
                  <a:lnTo>
                    <a:pt x="1047285" y="1261967"/>
                  </a:lnTo>
                  <a:lnTo>
                    <a:pt x="1083535" y="1206104"/>
                  </a:lnTo>
                  <a:close/>
                  <a:moveTo>
                    <a:pt x="274583" y="270178"/>
                  </a:moveTo>
                  <a:lnTo>
                    <a:pt x="221100" y="244895"/>
                  </a:lnTo>
                  <a:lnTo>
                    <a:pt x="240058" y="275996"/>
                  </a:lnTo>
                  <a:close/>
                  <a:moveTo>
                    <a:pt x="1049222" y="1134907"/>
                  </a:moveTo>
                  <a:lnTo>
                    <a:pt x="1083535" y="1206104"/>
                  </a:lnTo>
                  <a:lnTo>
                    <a:pt x="1069502" y="1154567"/>
                  </a:lnTo>
                  <a:close/>
                  <a:moveTo>
                    <a:pt x="861977" y="1047701"/>
                  </a:moveTo>
                  <a:lnTo>
                    <a:pt x="866779" y="1051493"/>
                  </a:lnTo>
                  <a:lnTo>
                    <a:pt x="903311" y="989336"/>
                  </a:lnTo>
                  <a:close/>
                  <a:moveTo>
                    <a:pt x="952001" y="987735"/>
                  </a:moveTo>
                  <a:lnTo>
                    <a:pt x="897982" y="1028876"/>
                  </a:lnTo>
                  <a:lnTo>
                    <a:pt x="946046" y="1033899"/>
                  </a:lnTo>
                  <a:close/>
                  <a:moveTo>
                    <a:pt x="952001" y="987735"/>
                  </a:moveTo>
                  <a:lnTo>
                    <a:pt x="903311" y="989336"/>
                  </a:lnTo>
                  <a:lnTo>
                    <a:pt x="897982" y="1028876"/>
                  </a:lnTo>
                  <a:close/>
                  <a:moveTo>
                    <a:pt x="1291709" y="1277926"/>
                  </a:moveTo>
                  <a:lnTo>
                    <a:pt x="1263871" y="1262577"/>
                  </a:lnTo>
                  <a:lnTo>
                    <a:pt x="1320502" y="1290745"/>
                  </a:lnTo>
                  <a:close/>
                  <a:moveTo>
                    <a:pt x="1014144" y="912453"/>
                  </a:moveTo>
                  <a:lnTo>
                    <a:pt x="966811" y="912952"/>
                  </a:lnTo>
                  <a:lnTo>
                    <a:pt x="960622" y="953496"/>
                  </a:lnTo>
                  <a:close/>
                  <a:moveTo>
                    <a:pt x="1014144" y="912453"/>
                  </a:moveTo>
                  <a:lnTo>
                    <a:pt x="1023036" y="877276"/>
                  </a:lnTo>
                  <a:lnTo>
                    <a:pt x="972652" y="863575"/>
                  </a:lnTo>
                  <a:close/>
                  <a:moveTo>
                    <a:pt x="1330210" y="1309369"/>
                  </a:moveTo>
                  <a:lnTo>
                    <a:pt x="1352821" y="1364062"/>
                  </a:lnTo>
                  <a:lnTo>
                    <a:pt x="1336230" y="1312525"/>
                  </a:lnTo>
                  <a:close/>
                  <a:moveTo>
                    <a:pt x="1330210" y="1309369"/>
                  </a:moveTo>
                  <a:lnTo>
                    <a:pt x="1346279" y="1359048"/>
                  </a:lnTo>
                  <a:lnTo>
                    <a:pt x="1352821" y="1364062"/>
                  </a:lnTo>
                  <a:close/>
                  <a:moveTo>
                    <a:pt x="1330210" y="1309369"/>
                  </a:moveTo>
                  <a:lnTo>
                    <a:pt x="1336230" y="1312525"/>
                  </a:lnTo>
                  <a:lnTo>
                    <a:pt x="1320502" y="1290745"/>
                  </a:lnTo>
                  <a:close/>
                  <a:moveTo>
                    <a:pt x="1142931" y="976190"/>
                  </a:moveTo>
                  <a:lnTo>
                    <a:pt x="1178046" y="972580"/>
                  </a:lnTo>
                  <a:lnTo>
                    <a:pt x="1183738" y="979212"/>
                  </a:lnTo>
                  <a:close/>
                  <a:moveTo>
                    <a:pt x="1182342" y="977161"/>
                  </a:moveTo>
                  <a:lnTo>
                    <a:pt x="1183738" y="979212"/>
                  </a:lnTo>
                  <a:lnTo>
                    <a:pt x="1178046" y="972580"/>
                  </a:lnTo>
                  <a:close/>
                  <a:moveTo>
                    <a:pt x="1008059" y="666428"/>
                  </a:moveTo>
                  <a:lnTo>
                    <a:pt x="998121" y="699269"/>
                  </a:lnTo>
                  <a:lnTo>
                    <a:pt x="1042217" y="701402"/>
                  </a:lnTo>
                  <a:close/>
                  <a:moveTo>
                    <a:pt x="1005854" y="645898"/>
                  </a:moveTo>
                  <a:lnTo>
                    <a:pt x="1008059" y="666428"/>
                  </a:lnTo>
                  <a:lnTo>
                    <a:pt x="961262" y="603749"/>
                  </a:lnTo>
                  <a:close/>
                  <a:moveTo>
                    <a:pt x="1113938" y="743819"/>
                  </a:moveTo>
                  <a:lnTo>
                    <a:pt x="1163635" y="783801"/>
                  </a:lnTo>
                  <a:lnTo>
                    <a:pt x="1136193" y="748971"/>
                  </a:lnTo>
                  <a:close/>
                  <a:moveTo>
                    <a:pt x="1170223" y="798785"/>
                  </a:moveTo>
                  <a:lnTo>
                    <a:pt x="1163635" y="783801"/>
                  </a:lnTo>
                  <a:lnTo>
                    <a:pt x="1113938" y="743819"/>
                  </a:lnTo>
                  <a:close/>
                  <a:moveTo>
                    <a:pt x="1139760" y="785568"/>
                  </a:moveTo>
                  <a:lnTo>
                    <a:pt x="1170223" y="798785"/>
                  </a:lnTo>
                  <a:lnTo>
                    <a:pt x="1113938" y="743819"/>
                  </a:lnTo>
                  <a:close/>
                  <a:moveTo>
                    <a:pt x="995694" y="638499"/>
                  </a:moveTo>
                  <a:lnTo>
                    <a:pt x="997778" y="687718"/>
                  </a:lnTo>
                  <a:lnTo>
                    <a:pt x="1005854" y="645898"/>
                  </a:lnTo>
                  <a:close/>
                  <a:moveTo>
                    <a:pt x="862491" y="388215"/>
                  </a:moveTo>
                  <a:lnTo>
                    <a:pt x="836612" y="378151"/>
                  </a:lnTo>
                  <a:lnTo>
                    <a:pt x="872332" y="393375"/>
                  </a:lnTo>
                  <a:close/>
                  <a:moveTo>
                    <a:pt x="798496" y="371156"/>
                  </a:moveTo>
                  <a:lnTo>
                    <a:pt x="836612" y="378151"/>
                  </a:lnTo>
                  <a:lnTo>
                    <a:pt x="780052" y="323408"/>
                  </a:lnTo>
                  <a:close/>
                  <a:moveTo>
                    <a:pt x="836612" y="378151"/>
                  </a:moveTo>
                  <a:lnTo>
                    <a:pt x="862491" y="388215"/>
                  </a:lnTo>
                  <a:lnTo>
                    <a:pt x="813569" y="348343"/>
                  </a:lnTo>
                  <a:close/>
                  <a:moveTo>
                    <a:pt x="757685" y="90621"/>
                  </a:moveTo>
                  <a:lnTo>
                    <a:pt x="726295" y="61819"/>
                  </a:lnTo>
                  <a:lnTo>
                    <a:pt x="752417" y="82345"/>
                  </a:lnTo>
                  <a:close/>
                  <a:moveTo>
                    <a:pt x="875586" y="34157"/>
                  </a:moveTo>
                  <a:lnTo>
                    <a:pt x="838696" y="0"/>
                  </a:lnTo>
                  <a:lnTo>
                    <a:pt x="837999" y="6714"/>
                  </a:lnTo>
                  <a:close/>
                </a:path>
              </a:pathLst>
            </a:custGeom>
            <a:solidFill>
              <a:srgbClr val="F1F3F5"/>
            </a:solidFill>
            <a:ln w="1524">
              <a:solidFill>
                <a:srgbClr val="F1F3F5"/>
              </a:solidFill>
            </a:ln>
          </p:spPr>
        </p:sp>
        <p:sp>
          <p:nvSpPr>
            <p:cNvPr id="4265" name="Output_density__4264">
              <a:extLst>
                <a:ext uri="{FF2B5EF4-FFF2-40B4-BE49-F238E27FC236}">
                  <a16:creationId xmlns:a16="http://schemas.microsoft.com/office/drawing/2014/main" id="{C6DDB69A-18D5-6871-87EE-1CB4A702EDF5}"/>
                </a:ext>
              </a:extLst>
            </p:cNvPr>
            <p:cNvSpPr>
              <a:spLocks noGrp="1"/>
            </p:cNvSpPr>
            <p:nvPr/>
          </p:nvSpPr>
          <p:spPr>
            <a:xfrm>
              <a:off x="15354842" y="2429867"/>
              <a:ext cx="1368226" cy="1873197"/>
            </a:xfrm>
            <a:custGeom>
              <a:avLst/>
              <a:gdLst/>
              <a:ahLst/>
              <a:cxnLst/>
              <a:rect l="0" t="0" r="0" b="0"/>
              <a:pathLst>
                <a:path w="1368226" h="1873197">
                  <a:moveTo>
                    <a:pt x="512484" y="1828411"/>
                  </a:moveTo>
                  <a:lnTo>
                    <a:pt x="525551" y="1838859"/>
                  </a:lnTo>
                  <a:lnTo>
                    <a:pt x="498655" y="1873197"/>
                  </a:lnTo>
                  <a:close/>
                  <a:moveTo>
                    <a:pt x="237879" y="1462004"/>
                  </a:moveTo>
                  <a:lnTo>
                    <a:pt x="279742" y="1443850"/>
                  </a:lnTo>
                  <a:lnTo>
                    <a:pt x="312579" y="1431720"/>
                  </a:lnTo>
                  <a:close/>
                  <a:moveTo>
                    <a:pt x="279980" y="1443561"/>
                  </a:moveTo>
                  <a:lnTo>
                    <a:pt x="312579" y="1431720"/>
                  </a:lnTo>
                  <a:lnTo>
                    <a:pt x="279742" y="1443850"/>
                  </a:lnTo>
                  <a:close/>
                  <a:moveTo>
                    <a:pt x="279980" y="1443561"/>
                  </a:moveTo>
                  <a:lnTo>
                    <a:pt x="327701" y="1419467"/>
                  </a:lnTo>
                  <a:lnTo>
                    <a:pt x="312579" y="1431720"/>
                  </a:lnTo>
                  <a:close/>
                  <a:moveTo>
                    <a:pt x="327701" y="1419467"/>
                  </a:moveTo>
                  <a:lnTo>
                    <a:pt x="279980" y="1443561"/>
                  </a:lnTo>
                  <a:lnTo>
                    <a:pt x="351313" y="1401864"/>
                  </a:lnTo>
                  <a:close/>
                  <a:moveTo>
                    <a:pt x="14468" y="1150742"/>
                  </a:moveTo>
                  <a:lnTo>
                    <a:pt x="25260" y="1122002"/>
                  </a:lnTo>
                  <a:lnTo>
                    <a:pt x="0" y="1185878"/>
                  </a:lnTo>
                  <a:close/>
                  <a:moveTo>
                    <a:pt x="348353" y="1343837"/>
                  </a:moveTo>
                  <a:lnTo>
                    <a:pt x="368165" y="1329972"/>
                  </a:lnTo>
                  <a:lnTo>
                    <a:pt x="395240" y="1296299"/>
                  </a:lnTo>
                  <a:close/>
                  <a:moveTo>
                    <a:pt x="736746" y="1676313"/>
                  </a:moveTo>
                  <a:lnTo>
                    <a:pt x="730638" y="1676914"/>
                  </a:lnTo>
                  <a:lnTo>
                    <a:pt x="761685" y="1628962"/>
                  </a:lnTo>
                  <a:close/>
                  <a:moveTo>
                    <a:pt x="505240" y="1223319"/>
                  </a:moveTo>
                  <a:lnTo>
                    <a:pt x="462407" y="1237848"/>
                  </a:lnTo>
                  <a:lnTo>
                    <a:pt x="470408" y="1227988"/>
                  </a:lnTo>
                  <a:close/>
                  <a:moveTo>
                    <a:pt x="535111" y="1192575"/>
                  </a:moveTo>
                  <a:lnTo>
                    <a:pt x="532991" y="1192175"/>
                  </a:lnTo>
                  <a:lnTo>
                    <a:pt x="505240" y="1223319"/>
                  </a:lnTo>
                  <a:close/>
                  <a:moveTo>
                    <a:pt x="535111" y="1192575"/>
                  </a:moveTo>
                  <a:lnTo>
                    <a:pt x="544693" y="1168481"/>
                  </a:lnTo>
                  <a:lnTo>
                    <a:pt x="532991" y="1192175"/>
                  </a:lnTo>
                  <a:close/>
                  <a:moveTo>
                    <a:pt x="515276" y="1013872"/>
                  </a:moveTo>
                  <a:lnTo>
                    <a:pt x="509985" y="971259"/>
                  </a:lnTo>
                  <a:lnTo>
                    <a:pt x="506040" y="997012"/>
                  </a:lnTo>
                  <a:close/>
                  <a:moveTo>
                    <a:pt x="526567" y="938241"/>
                  </a:moveTo>
                  <a:lnTo>
                    <a:pt x="509985" y="971259"/>
                  </a:lnTo>
                  <a:lnTo>
                    <a:pt x="515276" y="1013872"/>
                  </a:lnTo>
                  <a:close/>
                  <a:moveTo>
                    <a:pt x="1112395" y="1516578"/>
                  </a:moveTo>
                  <a:lnTo>
                    <a:pt x="1128000" y="1481050"/>
                  </a:lnTo>
                  <a:lnTo>
                    <a:pt x="1132710" y="1519551"/>
                  </a:lnTo>
                  <a:close/>
                  <a:moveTo>
                    <a:pt x="459888" y="557350"/>
                  </a:moveTo>
                  <a:lnTo>
                    <a:pt x="441627" y="620558"/>
                  </a:lnTo>
                  <a:lnTo>
                    <a:pt x="461064" y="580834"/>
                  </a:lnTo>
                  <a:close/>
                  <a:moveTo>
                    <a:pt x="460101" y="554730"/>
                  </a:moveTo>
                  <a:lnTo>
                    <a:pt x="461064" y="580834"/>
                  </a:lnTo>
                  <a:lnTo>
                    <a:pt x="471023" y="555787"/>
                  </a:lnTo>
                  <a:close/>
                  <a:moveTo>
                    <a:pt x="460101" y="554730"/>
                  </a:moveTo>
                  <a:lnTo>
                    <a:pt x="471023" y="555787"/>
                  </a:lnTo>
                  <a:lnTo>
                    <a:pt x="499865" y="528724"/>
                  </a:lnTo>
                  <a:close/>
                  <a:moveTo>
                    <a:pt x="515280" y="505203"/>
                  </a:moveTo>
                  <a:lnTo>
                    <a:pt x="528535" y="501018"/>
                  </a:lnTo>
                  <a:lnTo>
                    <a:pt x="499865" y="528724"/>
                  </a:lnTo>
                  <a:close/>
                  <a:moveTo>
                    <a:pt x="515280" y="505203"/>
                  </a:moveTo>
                  <a:lnTo>
                    <a:pt x="540913" y="481109"/>
                  </a:lnTo>
                  <a:lnTo>
                    <a:pt x="528535" y="501018"/>
                  </a:lnTo>
                  <a:close/>
                  <a:moveTo>
                    <a:pt x="1368226" y="1409460"/>
                  </a:moveTo>
                  <a:lnTo>
                    <a:pt x="1297637" y="1455116"/>
                  </a:lnTo>
                  <a:lnTo>
                    <a:pt x="1336730" y="1426601"/>
                  </a:lnTo>
                  <a:close/>
                  <a:moveTo>
                    <a:pt x="1338238" y="1408768"/>
                  </a:moveTo>
                  <a:lnTo>
                    <a:pt x="1368226" y="1409460"/>
                  </a:lnTo>
                  <a:lnTo>
                    <a:pt x="1336730" y="1426601"/>
                  </a:lnTo>
                  <a:close/>
                  <a:moveTo>
                    <a:pt x="536764" y="429573"/>
                  </a:moveTo>
                  <a:lnTo>
                    <a:pt x="538549" y="468639"/>
                  </a:lnTo>
                  <a:lnTo>
                    <a:pt x="540913" y="481109"/>
                  </a:lnTo>
                  <a:close/>
                  <a:moveTo>
                    <a:pt x="594638" y="438587"/>
                  </a:moveTo>
                  <a:lnTo>
                    <a:pt x="538549" y="468639"/>
                  </a:lnTo>
                  <a:lnTo>
                    <a:pt x="536764" y="429573"/>
                  </a:lnTo>
                  <a:close/>
                  <a:moveTo>
                    <a:pt x="1138015" y="972381"/>
                  </a:moveTo>
                  <a:lnTo>
                    <a:pt x="1156299" y="948287"/>
                  </a:lnTo>
                  <a:lnTo>
                    <a:pt x="1149641" y="981338"/>
                  </a:lnTo>
                  <a:close/>
                  <a:moveTo>
                    <a:pt x="475014" y="175238"/>
                  </a:moveTo>
                  <a:lnTo>
                    <a:pt x="465990" y="199332"/>
                  </a:lnTo>
                  <a:lnTo>
                    <a:pt x="502188" y="132710"/>
                  </a:lnTo>
                  <a:close/>
                  <a:moveTo>
                    <a:pt x="465990" y="199332"/>
                  </a:moveTo>
                  <a:lnTo>
                    <a:pt x="475078" y="166250"/>
                  </a:lnTo>
                  <a:lnTo>
                    <a:pt x="502188" y="132710"/>
                  </a:lnTo>
                  <a:close/>
                  <a:moveTo>
                    <a:pt x="502188" y="132710"/>
                  </a:moveTo>
                  <a:lnTo>
                    <a:pt x="525307" y="140930"/>
                  </a:lnTo>
                  <a:lnTo>
                    <a:pt x="514850" y="123702"/>
                  </a:lnTo>
                  <a:close/>
                  <a:moveTo>
                    <a:pt x="806334" y="436256"/>
                  </a:moveTo>
                  <a:lnTo>
                    <a:pt x="817438" y="437994"/>
                  </a:lnTo>
                  <a:lnTo>
                    <a:pt x="847418" y="415184"/>
                  </a:lnTo>
                  <a:close/>
                  <a:moveTo>
                    <a:pt x="824516" y="432921"/>
                  </a:moveTo>
                  <a:lnTo>
                    <a:pt x="852877" y="408828"/>
                  </a:lnTo>
                  <a:lnTo>
                    <a:pt x="847418" y="415184"/>
                  </a:lnTo>
                  <a:close/>
                  <a:moveTo>
                    <a:pt x="514850" y="123702"/>
                  </a:moveTo>
                  <a:lnTo>
                    <a:pt x="530637" y="104177"/>
                  </a:lnTo>
                  <a:lnTo>
                    <a:pt x="502188" y="132710"/>
                  </a:lnTo>
                  <a:close/>
                  <a:moveTo>
                    <a:pt x="514850" y="123702"/>
                  </a:moveTo>
                  <a:lnTo>
                    <a:pt x="546271" y="99608"/>
                  </a:lnTo>
                  <a:lnTo>
                    <a:pt x="530637" y="104177"/>
                  </a:lnTo>
                  <a:close/>
                  <a:moveTo>
                    <a:pt x="546271" y="99608"/>
                  </a:moveTo>
                  <a:lnTo>
                    <a:pt x="514850" y="123702"/>
                  </a:lnTo>
                  <a:lnTo>
                    <a:pt x="574757" y="94458"/>
                  </a:lnTo>
                  <a:close/>
                  <a:moveTo>
                    <a:pt x="514850" y="123702"/>
                  </a:moveTo>
                  <a:lnTo>
                    <a:pt x="541216" y="103954"/>
                  </a:lnTo>
                  <a:lnTo>
                    <a:pt x="574757" y="94458"/>
                  </a:lnTo>
                  <a:close/>
                  <a:moveTo>
                    <a:pt x="574757" y="94458"/>
                  </a:moveTo>
                  <a:lnTo>
                    <a:pt x="541216" y="103954"/>
                  </a:lnTo>
                  <a:lnTo>
                    <a:pt x="620313" y="90108"/>
                  </a:lnTo>
                  <a:close/>
                  <a:moveTo>
                    <a:pt x="574757" y="94458"/>
                  </a:moveTo>
                  <a:lnTo>
                    <a:pt x="620313" y="90108"/>
                  </a:lnTo>
                  <a:lnTo>
                    <a:pt x="583533" y="93593"/>
                  </a:lnTo>
                  <a:close/>
                  <a:moveTo>
                    <a:pt x="738881" y="223837"/>
                  </a:moveTo>
                  <a:lnTo>
                    <a:pt x="777049" y="191864"/>
                  </a:lnTo>
                  <a:lnTo>
                    <a:pt x="808617" y="174990"/>
                  </a:lnTo>
                  <a:close/>
                  <a:moveTo>
                    <a:pt x="791346" y="178587"/>
                  </a:moveTo>
                  <a:lnTo>
                    <a:pt x="808617" y="174990"/>
                  </a:lnTo>
                  <a:lnTo>
                    <a:pt x="777049" y="191864"/>
                  </a:lnTo>
                  <a:close/>
                  <a:moveTo>
                    <a:pt x="791346" y="178587"/>
                  </a:moveTo>
                  <a:lnTo>
                    <a:pt x="820647" y="154493"/>
                  </a:lnTo>
                  <a:lnTo>
                    <a:pt x="808617" y="174990"/>
                  </a:lnTo>
                  <a:close/>
                  <a:moveTo>
                    <a:pt x="820647" y="154493"/>
                  </a:moveTo>
                  <a:lnTo>
                    <a:pt x="791346" y="178587"/>
                  </a:lnTo>
                  <a:lnTo>
                    <a:pt x="841122" y="121848"/>
                  </a:lnTo>
                  <a:close/>
                  <a:moveTo>
                    <a:pt x="820647" y="154493"/>
                  </a:moveTo>
                  <a:lnTo>
                    <a:pt x="841122" y="121848"/>
                  </a:lnTo>
                  <a:lnTo>
                    <a:pt x="872874" y="105661"/>
                  </a:lnTo>
                  <a:close/>
                  <a:moveTo>
                    <a:pt x="872874" y="105661"/>
                  </a:moveTo>
                  <a:lnTo>
                    <a:pt x="841122" y="121848"/>
                  </a:lnTo>
                  <a:lnTo>
                    <a:pt x="912498" y="79131"/>
                  </a:lnTo>
                  <a:close/>
                  <a:moveTo>
                    <a:pt x="912498" y="79131"/>
                  </a:moveTo>
                  <a:lnTo>
                    <a:pt x="912713" y="78629"/>
                  </a:lnTo>
                  <a:lnTo>
                    <a:pt x="906009" y="94648"/>
                  </a:lnTo>
                  <a:close/>
                  <a:moveTo>
                    <a:pt x="931522" y="27326"/>
                  </a:moveTo>
                  <a:lnTo>
                    <a:pt x="912713" y="78629"/>
                  </a:lnTo>
                  <a:lnTo>
                    <a:pt x="913207" y="78863"/>
                  </a:lnTo>
                  <a:close/>
                  <a:moveTo>
                    <a:pt x="983635" y="35524"/>
                  </a:moveTo>
                  <a:lnTo>
                    <a:pt x="912713" y="78629"/>
                  </a:lnTo>
                  <a:lnTo>
                    <a:pt x="931522" y="27326"/>
                  </a:lnTo>
                  <a:close/>
                  <a:moveTo>
                    <a:pt x="917731" y="54769"/>
                  </a:moveTo>
                  <a:lnTo>
                    <a:pt x="912713" y="78629"/>
                  </a:lnTo>
                  <a:lnTo>
                    <a:pt x="937402" y="37342"/>
                  </a:lnTo>
                  <a:close/>
                  <a:moveTo>
                    <a:pt x="983635" y="35524"/>
                  </a:moveTo>
                  <a:lnTo>
                    <a:pt x="978510" y="377"/>
                  </a:lnTo>
                  <a:lnTo>
                    <a:pt x="963495" y="0"/>
                  </a:lnTo>
                  <a:close/>
                  <a:moveTo>
                    <a:pt x="937402" y="37342"/>
                  </a:moveTo>
                  <a:lnTo>
                    <a:pt x="983635" y="35524"/>
                  </a:lnTo>
                  <a:lnTo>
                    <a:pt x="963495" y="0"/>
                  </a:lnTo>
                  <a:close/>
                </a:path>
              </a:pathLst>
            </a:custGeom>
            <a:solidFill>
              <a:srgbClr val="ECEFF1"/>
            </a:solidFill>
            <a:ln w="1524">
              <a:solidFill>
                <a:srgbClr val="ECEFF1"/>
              </a:solidFill>
            </a:ln>
          </p:spPr>
        </p:sp>
        <p:sp>
          <p:nvSpPr>
            <p:cNvPr id="4266" name="Output_density__4265">
              <a:extLst>
                <a:ext uri="{FF2B5EF4-FFF2-40B4-BE49-F238E27FC236}">
                  <a16:creationId xmlns:a16="http://schemas.microsoft.com/office/drawing/2014/main" id="{C9A9CDB5-F7DD-ED81-18E7-301D055FB348}"/>
                </a:ext>
              </a:extLst>
            </p:cNvPr>
            <p:cNvSpPr>
              <a:spLocks noGrp="1"/>
            </p:cNvSpPr>
            <p:nvPr/>
          </p:nvSpPr>
          <p:spPr>
            <a:xfrm>
              <a:off x="15413208" y="2347406"/>
              <a:ext cx="1289590" cy="1963001"/>
            </a:xfrm>
            <a:custGeom>
              <a:avLst/>
              <a:gdLst/>
              <a:ahLst/>
              <a:cxnLst/>
              <a:rect l="0" t="0" r="0" b="0"/>
              <a:pathLst>
                <a:path w="1289590" h="1963001">
                  <a:moveTo>
                    <a:pt x="394772" y="1962409"/>
                  </a:moveTo>
                  <a:lnTo>
                    <a:pt x="395533" y="1963001"/>
                  </a:lnTo>
                  <a:lnTo>
                    <a:pt x="395951" y="1961940"/>
                  </a:lnTo>
                  <a:close/>
                  <a:moveTo>
                    <a:pt x="395951" y="1961940"/>
                  </a:moveTo>
                  <a:lnTo>
                    <a:pt x="395533" y="1963001"/>
                  </a:lnTo>
                  <a:lnTo>
                    <a:pt x="401425" y="1962409"/>
                  </a:lnTo>
                  <a:close/>
                  <a:moveTo>
                    <a:pt x="37887" y="1526022"/>
                  </a:moveTo>
                  <a:lnTo>
                    <a:pt x="0" y="1491262"/>
                  </a:lnTo>
                  <a:lnTo>
                    <a:pt x="28625" y="1498579"/>
                  </a:lnTo>
                  <a:close/>
                  <a:moveTo>
                    <a:pt x="37887" y="1526022"/>
                  </a:moveTo>
                  <a:lnTo>
                    <a:pt x="28625" y="1498579"/>
                  </a:lnTo>
                  <a:lnTo>
                    <a:pt x="9064" y="1550116"/>
                  </a:lnTo>
                  <a:close/>
                  <a:moveTo>
                    <a:pt x="210304" y="1496978"/>
                  </a:moveTo>
                  <a:lnTo>
                    <a:pt x="160454" y="1512986"/>
                  </a:lnTo>
                  <a:lnTo>
                    <a:pt x="206261" y="1509576"/>
                  </a:lnTo>
                  <a:close/>
                  <a:moveTo>
                    <a:pt x="210304" y="1496978"/>
                  </a:moveTo>
                  <a:lnTo>
                    <a:pt x="165530" y="1495396"/>
                  </a:lnTo>
                  <a:lnTo>
                    <a:pt x="160454" y="1512986"/>
                  </a:lnTo>
                  <a:close/>
                  <a:moveTo>
                    <a:pt x="224935" y="1444497"/>
                  </a:moveTo>
                  <a:lnTo>
                    <a:pt x="193845" y="1426298"/>
                  </a:lnTo>
                  <a:lnTo>
                    <a:pt x="210304" y="1496978"/>
                  </a:lnTo>
                  <a:close/>
                  <a:moveTo>
                    <a:pt x="131917" y="1334495"/>
                  </a:moveTo>
                  <a:lnTo>
                    <a:pt x="156407" y="1362957"/>
                  </a:lnTo>
                  <a:lnTo>
                    <a:pt x="111367" y="1347318"/>
                  </a:lnTo>
                  <a:close/>
                  <a:moveTo>
                    <a:pt x="156364" y="1377362"/>
                  </a:moveTo>
                  <a:lnTo>
                    <a:pt x="120509" y="1363641"/>
                  </a:lnTo>
                  <a:lnTo>
                    <a:pt x="111367" y="1347318"/>
                  </a:lnTo>
                  <a:close/>
                  <a:moveTo>
                    <a:pt x="147466" y="1374761"/>
                  </a:moveTo>
                  <a:lnTo>
                    <a:pt x="156364" y="1377362"/>
                  </a:lnTo>
                  <a:lnTo>
                    <a:pt x="111367" y="1347318"/>
                  </a:lnTo>
                  <a:close/>
                  <a:moveTo>
                    <a:pt x="163498" y="1374761"/>
                  </a:moveTo>
                  <a:lnTo>
                    <a:pt x="131917" y="1334495"/>
                  </a:lnTo>
                  <a:lnTo>
                    <a:pt x="130593" y="1347318"/>
                  </a:lnTo>
                  <a:close/>
                  <a:moveTo>
                    <a:pt x="130593" y="1347318"/>
                  </a:moveTo>
                  <a:lnTo>
                    <a:pt x="120509" y="1363641"/>
                  </a:lnTo>
                  <a:lnTo>
                    <a:pt x="163498" y="1374761"/>
                  </a:lnTo>
                  <a:close/>
                  <a:moveTo>
                    <a:pt x="153319" y="1216511"/>
                  </a:moveTo>
                  <a:lnTo>
                    <a:pt x="132748" y="1208333"/>
                  </a:lnTo>
                  <a:lnTo>
                    <a:pt x="201342" y="1247594"/>
                  </a:lnTo>
                  <a:close/>
                  <a:moveTo>
                    <a:pt x="201342" y="1247594"/>
                  </a:moveTo>
                  <a:lnTo>
                    <a:pt x="132748" y="1208333"/>
                  </a:lnTo>
                  <a:lnTo>
                    <a:pt x="124520" y="1220151"/>
                  </a:lnTo>
                  <a:close/>
                  <a:moveTo>
                    <a:pt x="678380" y="1758774"/>
                  </a:moveTo>
                  <a:lnTo>
                    <a:pt x="731777" y="1790402"/>
                  </a:lnTo>
                  <a:lnTo>
                    <a:pt x="713458" y="1778462"/>
                  </a:lnTo>
                  <a:close/>
                  <a:moveTo>
                    <a:pt x="233509" y="1071852"/>
                  </a:moveTo>
                  <a:lnTo>
                    <a:pt x="204339" y="1068890"/>
                  </a:lnTo>
                  <a:lnTo>
                    <a:pt x="203053" y="1063673"/>
                  </a:lnTo>
                  <a:close/>
                  <a:moveTo>
                    <a:pt x="891690" y="1762046"/>
                  </a:moveTo>
                  <a:lnTo>
                    <a:pt x="878797" y="1742214"/>
                  </a:lnTo>
                  <a:lnTo>
                    <a:pt x="881215" y="1746748"/>
                  </a:lnTo>
                  <a:close/>
                  <a:moveTo>
                    <a:pt x="271380" y="983363"/>
                  </a:moveTo>
                  <a:lnTo>
                    <a:pt x="312776" y="1018865"/>
                  </a:lnTo>
                  <a:lnTo>
                    <a:pt x="316486" y="1020702"/>
                  </a:lnTo>
                  <a:close/>
                  <a:moveTo>
                    <a:pt x="316486" y="1020702"/>
                  </a:moveTo>
                  <a:lnTo>
                    <a:pt x="297375" y="1001061"/>
                  </a:lnTo>
                  <a:lnTo>
                    <a:pt x="271380" y="983363"/>
                  </a:lnTo>
                  <a:close/>
                  <a:moveTo>
                    <a:pt x="767794" y="1473092"/>
                  </a:moveTo>
                  <a:lnTo>
                    <a:pt x="810530" y="1476330"/>
                  </a:lnTo>
                  <a:lnTo>
                    <a:pt x="776468" y="1432995"/>
                  </a:lnTo>
                  <a:close/>
                  <a:moveTo>
                    <a:pt x="771875" y="1417501"/>
                  </a:moveTo>
                  <a:lnTo>
                    <a:pt x="767794" y="1473092"/>
                  </a:lnTo>
                  <a:lnTo>
                    <a:pt x="776468" y="1432995"/>
                  </a:lnTo>
                  <a:close/>
                  <a:moveTo>
                    <a:pt x="823366" y="1435338"/>
                  </a:moveTo>
                  <a:lnTo>
                    <a:pt x="771875" y="1417501"/>
                  </a:lnTo>
                  <a:lnTo>
                    <a:pt x="776468" y="1432995"/>
                  </a:lnTo>
                  <a:close/>
                  <a:moveTo>
                    <a:pt x="681467" y="1317063"/>
                  </a:moveTo>
                  <a:lnTo>
                    <a:pt x="721984" y="1365866"/>
                  </a:lnTo>
                  <a:lnTo>
                    <a:pt x="722530" y="1357364"/>
                  </a:lnTo>
                  <a:close/>
                  <a:moveTo>
                    <a:pt x="722530" y="1357364"/>
                  </a:moveTo>
                  <a:lnTo>
                    <a:pt x="706807" y="1348900"/>
                  </a:lnTo>
                  <a:lnTo>
                    <a:pt x="681467" y="1317063"/>
                  </a:lnTo>
                  <a:close/>
                  <a:moveTo>
                    <a:pt x="427169" y="1002083"/>
                  </a:moveTo>
                  <a:lnTo>
                    <a:pt x="461785" y="1005257"/>
                  </a:lnTo>
                  <a:lnTo>
                    <a:pt x="429666" y="996608"/>
                  </a:lnTo>
                  <a:close/>
                  <a:moveTo>
                    <a:pt x="427169" y="1002083"/>
                  </a:moveTo>
                  <a:lnTo>
                    <a:pt x="421115" y="996608"/>
                  </a:lnTo>
                  <a:lnTo>
                    <a:pt x="428411" y="1057150"/>
                  </a:lnTo>
                  <a:close/>
                  <a:moveTo>
                    <a:pt x="337409" y="967665"/>
                  </a:moveTo>
                  <a:lnTo>
                    <a:pt x="305623" y="955524"/>
                  </a:lnTo>
                  <a:lnTo>
                    <a:pt x="373499" y="1001068"/>
                  </a:lnTo>
                  <a:close/>
                  <a:moveTo>
                    <a:pt x="358026" y="918249"/>
                  </a:moveTo>
                  <a:lnTo>
                    <a:pt x="313336" y="893535"/>
                  </a:lnTo>
                  <a:lnTo>
                    <a:pt x="337409" y="967665"/>
                  </a:lnTo>
                  <a:close/>
                  <a:moveTo>
                    <a:pt x="337409" y="967665"/>
                  </a:moveTo>
                  <a:lnTo>
                    <a:pt x="313336" y="893535"/>
                  </a:lnTo>
                  <a:lnTo>
                    <a:pt x="303073" y="894854"/>
                  </a:lnTo>
                  <a:close/>
                  <a:moveTo>
                    <a:pt x="390895" y="899422"/>
                  </a:moveTo>
                  <a:lnTo>
                    <a:pt x="358026" y="918249"/>
                  </a:lnTo>
                  <a:lnTo>
                    <a:pt x="337409" y="967665"/>
                  </a:lnTo>
                  <a:close/>
                  <a:moveTo>
                    <a:pt x="390895" y="899422"/>
                  </a:moveTo>
                  <a:lnTo>
                    <a:pt x="337409" y="967665"/>
                  </a:lnTo>
                  <a:lnTo>
                    <a:pt x="411787" y="945179"/>
                  </a:lnTo>
                  <a:close/>
                  <a:moveTo>
                    <a:pt x="682344" y="1305828"/>
                  </a:moveTo>
                  <a:lnTo>
                    <a:pt x="642456" y="1254291"/>
                  </a:lnTo>
                  <a:lnTo>
                    <a:pt x="658638" y="1272880"/>
                  </a:lnTo>
                  <a:close/>
                  <a:moveTo>
                    <a:pt x="869149" y="1436344"/>
                  </a:moveTo>
                  <a:lnTo>
                    <a:pt x="879249" y="1469599"/>
                  </a:lnTo>
                  <a:lnTo>
                    <a:pt x="912393" y="1458622"/>
                  </a:lnTo>
                  <a:close/>
                  <a:moveTo>
                    <a:pt x="869149" y="1436344"/>
                  </a:moveTo>
                  <a:lnTo>
                    <a:pt x="864202" y="1460437"/>
                  </a:lnTo>
                  <a:lnTo>
                    <a:pt x="879249" y="1469599"/>
                  </a:lnTo>
                  <a:close/>
                  <a:moveTo>
                    <a:pt x="864202" y="1460437"/>
                  </a:moveTo>
                  <a:lnTo>
                    <a:pt x="869149" y="1436344"/>
                  </a:lnTo>
                  <a:lnTo>
                    <a:pt x="823366" y="1435338"/>
                  </a:lnTo>
                  <a:close/>
                  <a:moveTo>
                    <a:pt x="869149" y="1436344"/>
                  </a:moveTo>
                  <a:lnTo>
                    <a:pt x="858273" y="1430953"/>
                  </a:lnTo>
                  <a:lnTo>
                    <a:pt x="823366" y="1435338"/>
                  </a:lnTo>
                  <a:close/>
                  <a:moveTo>
                    <a:pt x="912393" y="1458622"/>
                  </a:moveTo>
                  <a:lnTo>
                    <a:pt x="879249" y="1469599"/>
                  </a:lnTo>
                  <a:lnTo>
                    <a:pt x="963200" y="1473904"/>
                  </a:lnTo>
                  <a:close/>
                  <a:moveTo>
                    <a:pt x="771875" y="1417501"/>
                  </a:moveTo>
                  <a:lnTo>
                    <a:pt x="823366" y="1435338"/>
                  </a:lnTo>
                  <a:lnTo>
                    <a:pt x="858273" y="1430953"/>
                  </a:lnTo>
                  <a:close/>
                  <a:moveTo>
                    <a:pt x="734729" y="1318392"/>
                  </a:moveTo>
                  <a:lnTo>
                    <a:pt x="722530" y="1357364"/>
                  </a:lnTo>
                  <a:lnTo>
                    <a:pt x="758293" y="1292587"/>
                  </a:lnTo>
                  <a:close/>
                  <a:moveTo>
                    <a:pt x="758293" y="1292587"/>
                  </a:moveTo>
                  <a:lnTo>
                    <a:pt x="722530" y="1357364"/>
                  </a:lnTo>
                  <a:lnTo>
                    <a:pt x="773142" y="1343258"/>
                  </a:lnTo>
                  <a:close/>
                  <a:moveTo>
                    <a:pt x="716964" y="1281734"/>
                  </a:moveTo>
                  <a:lnTo>
                    <a:pt x="682344" y="1305828"/>
                  </a:lnTo>
                  <a:lnTo>
                    <a:pt x="706807" y="1348900"/>
                  </a:lnTo>
                  <a:close/>
                  <a:moveTo>
                    <a:pt x="537309" y="929626"/>
                  </a:moveTo>
                  <a:lnTo>
                    <a:pt x="535415" y="983380"/>
                  </a:lnTo>
                  <a:lnTo>
                    <a:pt x="535923" y="972514"/>
                  </a:lnTo>
                  <a:close/>
                  <a:moveTo>
                    <a:pt x="178108" y="669514"/>
                  </a:moveTo>
                  <a:lnTo>
                    <a:pt x="195257" y="659036"/>
                  </a:lnTo>
                  <a:lnTo>
                    <a:pt x="142830" y="637694"/>
                  </a:lnTo>
                  <a:close/>
                  <a:moveTo>
                    <a:pt x="606619" y="1075587"/>
                  </a:moveTo>
                  <a:lnTo>
                    <a:pt x="606110" y="1089373"/>
                  </a:lnTo>
                  <a:lnTo>
                    <a:pt x="628078" y="1094322"/>
                  </a:lnTo>
                  <a:close/>
                  <a:moveTo>
                    <a:pt x="617449" y="1054580"/>
                  </a:moveTo>
                  <a:lnTo>
                    <a:pt x="606110" y="1089373"/>
                  </a:lnTo>
                  <a:lnTo>
                    <a:pt x="606619" y="1075587"/>
                  </a:lnTo>
                  <a:close/>
                  <a:moveTo>
                    <a:pt x="1057197" y="1590953"/>
                  </a:moveTo>
                  <a:lnTo>
                    <a:pt x="1092202" y="1606865"/>
                  </a:lnTo>
                  <a:lnTo>
                    <a:pt x="1080689" y="1603598"/>
                  </a:lnTo>
                  <a:close/>
                  <a:moveTo>
                    <a:pt x="1028120" y="1413380"/>
                  </a:moveTo>
                  <a:lnTo>
                    <a:pt x="963200" y="1473904"/>
                  </a:lnTo>
                  <a:lnTo>
                    <a:pt x="1010537" y="1476211"/>
                  </a:lnTo>
                  <a:close/>
                  <a:moveTo>
                    <a:pt x="844078" y="1260828"/>
                  </a:moveTo>
                  <a:lnTo>
                    <a:pt x="849567" y="1263503"/>
                  </a:lnTo>
                  <a:lnTo>
                    <a:pt x="838595" y="1257640"/>
                  </a:lnTo>
                  <a:close/>
                  <a:moveTo>
                    <a:pt x="768182" y="1103030"/>
                  </a:moveTo>
                  <a:lnTo>
                    <a:pt x="772589" y="1150369"/>
                  </a:lnTo>
                  <a:lnTo>
                    <a:pt x="755245" y="1178660"/>
                  </a:lnTo>
                  <a:close/>
                  <a:moveTo>
                    <a:pt x="628078" y="1094322"/>
                  </a:moveTo>
                  <a:lnTo>
                    <a:pt x="703094" y="1065217"/>
                  </a:lnTo>
                  <a:lnTo>
                    <a:pt x="662386" y="1087694"/>
                  </a:lnTo>
                  <a:close/>
                  <a:moveTo>
                    <a:pt x="628078" y="1094322"/>
                  </a:moveTo>
                  <a:lnTo>
                    <a:pt x="592594" y="1062379"/>
                  </a:lnTo>
                  <a:lnTo>
                    <a:pt x="606619" y="1075587"/>
                  </a:lnTo>
                  <a:close/>
                  <a:moveTo>
                    <a:pt x="362934" y="695943"/>
                  </a:moveTo>
                  <a:lnTo>
                    <a:pt x="383260" y="703019"/>
                  </a:lnTo>
                  <a:lnTo>
                    <a:pt x="358539" y="650365"/>
                  </a:lnTo>
                  <a:close/>
                  <a:moveTo>
                    <a:pt x="392442" y="639201"/>
                  </a:moveTo>
                  <a:lnTo>
                    <a:pt x="401521" y="639811"/>
                  </a:lnTo>
                  <a:lnTo>
                    <a:pt x="401735" y="637191"/>
                  </a:lnTo>
                  <a:close/>
                  <a:moveTo>
                    <a:pt x="152639" y="439248"/>
                  </a:moveTo>
                  <a:lnTo>
                    <a:pt x="201714" y="437333"/>
                  </a:lnTo>
                  <a:lnTo>
                    <a:pt x="155801" y="416394"/>
                  </a:lnTo>
                  <a:close/>
                  <a:moveTo>
                    <a:pt x="201714" y="437333"/>
                  </a:moveTo>
                  <a:lnTo>
                    <a:pt x="206559" y="431491"/>
                  </a:lnTo>
                  <a:lnTo>
                    <a:pt x="155801" y="416394"/>
                  </a:lnTo>
                  <a:close/>
                  <a:moveTo>
                    <a:pt x="1197174" y="1554862"/>
                  </a:moveTo>
                  <a:lnTo>
                    <a:pt x="1177542" y="1542765"/>
                  </a:lnTo>
                  <a:lnTo>
                    <a:pt x="1128477" y="1607594"/>
                  </a:lnTo>
                  <a:close/>
                  <a:moveTo>
                    <a:pt x="849567" y="1263503"/>
                  </a:moveTo>
                  <a:lnTo>
                    <a:pt x="907086" y="1303881"/>
                  </a:lnTo>
                  <a:lnTo>
                    <a:pt x="934014" y="1269657"/>
                  </a:lnTo>
                  <a:close/>
                  <a:moveTo>
                    <a:pt x="886419" y="1138901"/>
                  </a:moveTo>
                  <a:lnTo>
                    <a:pt x="947586" y="1182009"/>
                  </a:lnTo>
                  <a:lnTo>
                    <a:pt x="952109" y="1186222"/>
                  </a:lnTo>
                  <a:close/>
                  <a:moveTo>
                    <a:pt x="766867" y="1097389"/>
                  </a:moveTo>
                  <a:lnTo>
                    <a:pt x="703094" y="1065217"/>
                  </a:lnTo>
                  <a:lnTo>
                    <a:pt x="748315" y="1103030"/>
                  </a:lnTo>
                  <a:close/>
                  <a:moveTo>
                    <a:pt x="705055" y="1046915"/>
                  </a:moveTo>
                  <a:lnTo>
                    <a:pt x="703094" y="1065217"/>
                  </a:lnTo>
                  <a:lnTo>
                    <a:pt x="766867" y="1097389"/>
                  </a:lnTo>
                  <a:close/>
                  <a:moveTo>
                    <a:pt x="750808" y="1047701"/>
                  </a:moveTo>
                  <a:lnTo>
                    <a:pt x="705055" y="1046915"/>
                  </a:lnTo>
                  <a:lnTo>
                    <a:pt x="766867" y="1097389"/>
                  </a:lnTo>
                  <a:close/>
                  <a:moveTo>
                    <a:pt x="766867" y="1097389"/>
                  </a:moveTo>
                  <a:lnTo>
                    <a:pt x="772589" y="1150369"/>
                  </a:lnTo>
                  <a:lnTo>
                    <a:pt x="768182" y="1103030"/>
                  </a:lnTo>
                  <a:close/>
                  <a:moveTo>
                    <a:pt x="750808" y="1047701"/>
                  </a:moveTo>
                  <a:lnTo>
                    <a:pt x="768182" y="1103030"/>
                  </a:lnTo>
                  <a:lnTo>
                    <a:pt x="755610" y="1051493"/>
                  </a:lnTo>
                  <a:close/>
                  <a:moveTo>
                    <a:pt x="750808" y="1047701"/>
                  </a:moveTo>
                  <a:lnTo>
                    <a:pt x="766867" y="1097389"/>
                  </a:lnTo>
                  <a:lnTo>
                    <a:pt x="768182" y="1103030"/>
                  </a:lnTo>
                  <a:close/>
                  <a:moveTo>
                    <a:pt x="705055" y="1046915"/>
                  </a:moveTo>
                  <a:lnTo>
                    <a:pt x="750808" y="1047701"/>
                  </a:lnTo>
                  <a:lnTo>
                    <a:pt x="759261" y="978086"/>
                  </a:lnTo>
                  <a:close/>
                  <a:moveTo>
                    <a:pt x="759261" y="978086"/>
                  </a:moveTo>
                  <a:lnTo>
                    <a:pt x="750808" y="1047701"/>
                  </a:lnTo>
                  <a:lnTo>
                    <a:pt x="792142" y="989336"/>
                  </a:lnTo>
                  <a:close/>
                  <a:moveTo>
                    <a:pt x="650946" y="990180"/>
                  </a:moveTo>
                  <a:lnTo>
                    <a:pt x="680530" y="941368"/>
                  </a:lnTo>
                  <a:lnTo>
                    <a:pt x="640558" y="935882"/>
                  </a:lnTo>
                  <a:close/>
                  <a:moveTo>
                    <a:pt x="358064" y="637159"/>
                  </a:moveTo>
                  <a:lnTo>
                    <a:pt x="401735" y="637191"/>
                  </a:lnTo>
                  <a:lnTo>
                    <a:pt x="372676" y="568323"/>
                  </a:lnTo>
                  <a:close/>
                  <a:moveTo>
                    <a:pt x="335821" y="529757"/>
                  </a:moveTo>
                  <a:lnTo>
                    <a:pt x="339183" y="587664"/>
                  </a:lnTo>
                  <a:lnTo>
                    <a:pt x="314842" y="571573"/>
                  </a:lnTo>
                  <a:close/>
                  <a:moveTo>
                    <a:pt x="1197174" y="1554862"/>
                  </a:moveTo>
                  <a:lnTo>
                    <a:pt x="1207923" y="1542765"/>
                  </a:lnTo>
                  <a:lnTo>
                    <a:pt x="1201587" y="1536547"/>
                  </a:lnTo>
                  <a:close/>
                  <a:moveTo>
                    <a:pt x="1239271" y="1537577"/>
                  </a:moveTo>
                  <a:lnTo>
                    <a:pt x="1201587" y="1536547"/>
                  </a:lnTo>
                  <a:lnTo>
                    <a:pt x="1207923" y="1542765"/>
                  </a:lnTo>
                  <a:close/>
                  <a:moveTo>
                    <a:pt x="1258371" y="1518671"/>
                  </a:moveTo>
                  <a:lnTo>
                    <a:pt x="1210106" y="1467135"/>
                  </a:lnTo>
                  <a:lnTo>
                    <a:pt x="1239271" y="1537577"/>
                  </a:lnTo>
                  <a:close/>
                  <a:moveTo>
                    <a:pt x="905968" y="1123009"/>
                  </a:moveTo>
                  <a:lnTo>
                    <a:pt x="901404" y="1147733"/>
                  </a:lnTo>
                  <a:lnTo>
                    <a:pt x="937806" y="1157916"/>
                  </a:lnTo>
                  <a:close/>
                  <a:moveTo>
                    <a:pt x="1258951" y="1402408"/>
                  </a:moveTo>
                  <a:lnTo>
                    <a:pt x="1289590" y="1415482"/>
                  </a:lnTo>
                  <a:lnTo>
                    <a:pt x="1235110" y="1359048"/>
                  </a:lnTo>
                  <a:close/>
                  <a:moveTo>
                    <a:pt x="786417" y="721529"/>
                  </a:moveTo>
                  <a:lnTo>
                    <a:pt x="802722" y="792507"/>
                  </a:lnTo>
                  <a:lnTo>
                    <a:pt x="816000" y="733300"/>
                  </a:lnTo>
                  <a:close/>
                  <a:moveTo>
                    <a:pt x="886952" y="699269"/>
                  </a:moveTo>
                  <a:lnTo>
                    <a:pt x="854761" y="773065"/>
                  </a:lnTo>
                  <a:lnTo>
                    <a:pt x="889533" y="759913"/>
                  </a:lnTo>
                  <a:close/>
                  <a:moveTo>
                    <a:pt x="1053681" y="827951"/>
                  </a:moveTo>
                  <a:lnTo>
                    <a:pt x="1063992" y="826894"/>
                  </a:lnTo>
                  <a:lnTo>
                    <a:pt x="1028591" y="785568"/>
                  </a:lnTo>
                  <a:close/>
                  <a:moveTo>
                    <a:pt x="1028591" y="785568"/>
                  </a:moveTo>
                  <a:lnTo>
                    <a:pt x="1053601" y="827823"/>
                  </a:lnTo>
                  <a:lnTo>
                    <a:pt x="1053681" y="827951"/>
                  </a:lnTo>
                  <a:close/>
                  <a:moveTo>
                    <a:pt x="898496" y="673341"/>
                  </a:moveTo>
                  <a:lnTo>
                    <a:pt x="886609" y="687718"/>
                  </a:lnTo>
                  <a:lnTo>
                    <a:pt x="839245" y="637328"/>
                  </a:lnTo>
                  <a:close/>
                  <a:moveTo>
                    <a:pt x="639595" y="371979"/>
                  </a:moveTo>
                  <a:lnTo>
                    <a:pt x="687327" y="371156"/>
                  </a:lnTo>
                  <a:lnTo>
                    <a:pt x="668882" y="323408"/>
                  </a:lnTo>
                  <a:close/>
                  <a:moveTo>
                    <a:pt x="639595" y="371979"/>
                  </a:moveTo>
                  <a:lnTo>
                    <a:pt x="668882" y="323408"/>
                  </a:lnTo>
                  <a:lnTo>
                    <a:pt x="625962" y="320319"/>
                  </a:lnTo>
                  <a:close/>
                  <a:moveTo>
                    <a:pt x="580022" y="279925"/>
                  </a:moveTo>
                  <a:lnTo>
                    <a:pt x="625962" y="320319"/>
                  </a:lnTo>
                  <a:lnTo>
                    <a:pt x="629880" y="291662"/>
                  </a:lnTo>
                  <a:close/>
                  <a:moveTo>
                    <a:pt x="625962" y="320319"/>
                  </a:moveTo>
                  <a:lnTo>
                    <a:pt x="668882" y="323408"/>
                  </a:lnTo>
                  <a:lnTo>
                    <a:pt x="629880" y="291662"/>
                  </a:lnTo>
                  <a:close/>
                  <a:moveTo>
                    <a:pt x="474945" y="178901"/>
                  </a:moveTo>
                  <a:lnTo>
                    <a:pt x="431961" y="175864"/>
                  </a:lnTo>
                  <a:lnTo>
                    <a:pt x="432291" y="211838"/>
                  </a:lnTo>
                  <a:close/>
                  <a:moveTo>
                    <a:pt x="516391" y="176919"/>
                  </a:moveTo>
                  <a:lnTo>
                    <a:pt x="526552" y="157975"/>
                  </a:lnTo>
                  <a:lnTo>
                    <a:pt x="490246" y="118944"/>
                  </a:lnTo>
                  <a:close/>
                  <a:moveTo>
                    <a:pt x="552922" y="178605"/>
                  </a:moveTo>
                  <a:lnTo>
                    <a:pt x="581563" y="209511"/>
                  </a:lnTo>
                  <a:lnTo>
                    <a:pt x="576355" y="197182"/>
                  </a:lnTo>
                  <a:close/>
                  <a:moveTo>
                    <a:pt x="526552" y="157975"/>
                  </a:moveTo>
                  <a:lnTo>
                    <a:pt x="552922" y="178605"/>
                  </a:lnTo>
                  <a:lnTo>
                    <a:pt x="559048" y="185418"/>
                  </a:lnTo>
                  <a:close/>
                  <a:moveTo>
                    <a:pt x="705798" y="161324"/>
                  </a:moveTo>
                  <a:lnTo>
                    <a:pt x="669965" y="133881"/>
                  </a:lnTo>
                  <a:lnTo>
                    <a:pt x="668382" y="109787"/>
                  </a:lnTo>
                  <a:close/>
                  <a:moveTo>
                    <a:pt x="641248" y="82345"/>
                  </a:moveTo>
                  <a:lnTo>
                    <a:pt x="630415" y="65727"/>
                  </a:lnTo>
                  <a:lnTo>
                    <a:pt x="668382" y="109787"/>
                  </a:lnTo>
                  <a:close/>
                  <a:moveTo>
                    <a:pt x="669965" y="133881"/>
                  </a:moveTo>
                  <a:lnTo>
                    <a:pt x="641248" y="82345"/>
                  </a:lnTo>
                  <a:lnTo>
                    <a:pt x="668382" y="109787"/>
                  </a:lnTo>
                  <a:close/>
                  <a:moveTo>
                    <a:pt x="761600" y="30085"/>
                  </a:moveTo>
                  <a:lnTo>
                    <a:pt x="727526" y="0"/>
                  </a:lnTo>
                  <a:lnTo>
                    <a:pt x="764417" y="34157"/>
                  </a:lnTo>
                  <a:close/>
                  <a:moveTo>
                    <a:pt x="761600" y="30085"/>
                  </a:moveTo>
                  <a:lnTo>
                    <a:pt x="764880" y="32375"/>
                  </a:lnTo>
                  <a:lnTo>
                    <a:pt x="731089" y="21864"/>
                  </a:lnTo>
                  <a:close/>
                  <a:moveTo>
                    <a:pt x="1021152" y="164187"/>
                  </a:moveTo>
                  <a:lnTo>
                    <a:pt x="1019443" y="164673"/>
                  </a:lnTo>
                  <a:lnTo>
                    <a:pt x="1057526" y="197360"/>
                  </a:lnTo>
                  <a:close/>
                  <a:moveTo>
                    <a:pt x="1021152" y="164187"/>
                  </a:moveTo>
                  <a:lnTo>
                    <a:pt x="1054276" y="216209"/>
                  </a:lnTo>
                  <a:lnTo>
                    <a:pt x="1021074" y="164673"/>
                  </a:lnTo>
                  <a:close/>
                </a:path>
              </a:pathLst>
            </a:custGeom>
            <a:solidFill>
              <a:srgbClr val="F1F3F5"/>
            </a:solidFill>
            <a:ln w="1524">
              <a:solidFill>
                <a:srgbClr val="F1F3F5"/>
              </a:solidFill>
            </a:ln>
          </p:spPr>
        </p:sp>
        <p:sp>
          <p:nvSpPr>
            <p:cNvPr id="4267" name="Output_density__4266">
              <a:extLst>
                <a:ext uri="{FF2B5EF4-FFF2-40B4-BE49-F238E27FC236}">
                  <a16:creationId xmlns:a16="http://schemas.microsoft.com/office/drawing/2014/main" id="{F841A706-3016-8905-8193-123063C37042}"/>
                </a:ext>
              </a:extLst>
            </p:cNvPr>
            <p:cNvSpPr>
              <a:spLocks noGrp="1"/>
            </p:cNvSpPr>
            <p:nvPr/>
          </p:nvSpPr>
          <p:spPr>
            <a:xfrm>
              <a:off x="15072191" y="2203903"/>
              <a:ext cx="1617437" cy="2105912"/>
            </a:xfrm>
            <a:custGeom>
              <a:avLst/>
              <a:gdLst/>
              <a:ahLst/>
              <a:cxnLst/>
              <a:rect l="0" t="0" r="0" b="0"/>
              <a:pathLst>
                <a:path w="1617437" h="2105912">
                  <a:moveTo>
                    <a:pt x="746727" y="2030282"/>
                  </a:moveTo>
                  <a:lnTo>
                    <a:pt x="736968" y="2105443"/>
                  </a:lnTo>
                  <a:lnTo>
                    <a:pt x="754447" y="2038518"/>
                  </a:lnTo>
                  <a:close/>
                  <a:moveTo>
                    <a:pt x="686323" y="2054375"/>
                  </a:moveTo>
                  <a:lnTo>
                    <a:pt x="735789" y="2105912"/>
                  </a:lnTo>
                  <a:lnTo>
                    <a:pt x="746727" y="2030282"/>
                  </a:lnTo>
                  <a:close/>
                  <a:moveTo>
                    <a:pt x="746727" y="2030282"/>
                  </a:moveTo>
                  <a:lnTo>
                    <a:pt x="754447" y="2038518"/>
                  </a:lnTo>
                  <a:lnTo>
                    <a:pt x="754779" y="2028221"/>
                  </a:lnTo>
                  <a:close/>
                  <a:moveTo>
                    <a:pt x="807795" y="2023102"/>
                  </a:moveTo>
                  <a:lnTo>
                    <a:pt x="754779" y="2028221"/>
                  </a:lnTo>
                  <a:lnTo>
                    <a:pt x="754447" y="2038518"/>
                  </a:lnTo>
                  <a:close/>
                  <a:moveTo>
                    <a:pt x="754779" y="2028221"/>
                  </a:moveTo>
                  <a:lnTo>
                    <a:pt x="807795" y="2023102"/>
                  </a:lnTo>
                  <a:lnTo>
                    <a:pt x="799176" y="1967366"/>
                  </a:lnTo>
                  <a:close/>
                  <a:moveTo>
                    <a:pt x="754779" y="2028221"/>
                  </a:moveTo>
                  <a:lnTo>
                    <a:pt x="799176" y="1967366"/>
                  </a:lnTo>
                  <a:lnTo>
                    <a:pt x="739297" y="1978065"/>
                  </a:lnTo>
                  <a:close/>
                  <a:moveTo>
                    <a:pt x="484188" y="1456974"/>
                  </a:moveTo>
                  <a:lnTo>
                    <a:pt x="508931" y="1448733"/>
                  </a:lnTo>
                  <a:lnTo>
                    <a:pt x="492520" y="1415191"/>
                  </a:lnTo>
                  <a:close/>
                  <a:moveTo>
                    <a:pt x="492520" y="1415191"/>
                  </a:moveTo>
                  <a:lnTo>
                    <a:pt x="519235" y="1442634"/>
                  </a:lnTo>
                  <a:lnTo>
                    <a:pt x="542359" y="1391097"/>
                  </a:lnTo>
                  <a:close/>
                  <a:moveTo>
                    <a:pt x="320519" y="1133414"/>
                  </a:moveTo>
                  <a:lnTo>
                    <a:pt x="335130" y="1114125"/>
                  </a:lnTo>
                  <a:lnTo>
                    <a:pt x="284238" y="1105972"/>
                  </a:lnTo>
                  <a:close/>
                  <a:moveTo>
                    <a:pt x="0" y="780952"/>
                  </a:moveTo>
                  <a:lnTo>
                    <a:pt x="36408" y="772658"/>
                  </a:lnTo>
                  <a:lnTo>
                    <a:pt x="6260" y="757916"/>
                  </a:lnTo>
                  <a:close/>
                  <a:moveTo>
                    <a:pt x="0" y="780952"/>
                  </a:moveTo>
                  <a:lnTo>
                    <a:pt x="15805" y="793606"/>
                  </a:lnTo>
                  <a:lnTo>
                    <a:pt x="36408" y="772658"/>
                  </a:lnTo>
                  <a:close/>
                  <a:moveTo>
                    <a:pt x="535638" y="1204860"/>
                  </a:moveTo>
                  <a:lnTo>
                    <a:pt x="461558" y="1236487"/>
                  </a:lnTo>
                  <a:lnTo>
                    <a:pt x="522854" y="1212393"/>
                  </a:lnTo>
                  <a:close/>
                  <a:moveTo>
                    <a:pt x="1080104" y="1858275"/>
                  </a:moveTo>
                  <a:lnTo>
                    <a:pt x="1065943" y="1806739"/>
                  </a:lnTo>
                  <a:lnTo>
                    <a:pt x="1084212" y="1858475"/>
                  </a:lnTo>
                  <a:close/>
                  <a:moveTo>
                    <a:pt x="1084212" y="1858475"/>
                  </a:moveTo>
                  <a:lnTo>
                    <a:pt x="1065943" y="1806739"/>
                  </a:lnTo>
                  <a:lnTo>
                    <a:pt x="1091271" y="1819084"/>
                  </a:lnTo>
                  <a:close/>
                  <a:moveTo>
                    <a:pt x="1064391" y="1865697"/>
                  </a:moveTo>
                  <a:lnTo>
                    <a:pt x="1080104" y="1858275"/>
                  </a:lnTo>
                  <a:lnTo>
                    <a:pt x="1084212" y="1858475"/>
                  </a:lnTo>
                  <a:close/>
                  <a:moveTo>
                    <a:pt x="1084212" y="1858475"/>
                  </a:moveTo>
                  <a:lnTo>
                    <a:pt x="1059143" y="1830832"/>
                  </a:lnTo>
                  <a:lnTo>
                    <a:pt x="1057091" y="1808889"/>
                  </a:lnTo>
                  <a:close/>
                  <a:moveTo>
                    <a:pt x="1057091" y="1808889"/>
                  </a:moveTo>
                  <a:lnTo>
                    <a:pt x="1064391" y="1865697"/>
                  </a:lnTo>
                  <a:lnTo>
                    <a:pt x="1084212" y="1858475"/>
                  </a:lnTo>
                  <a:close/>
                  <a:moveTo>
                    <a:pt x="69223" y="548851"/>
                  </a:moveTo>
                  <a:lnTo>
                    <a:pt x="7292" y="593954"/>
                  </a:lnTo>
                  <a:lnTo>
                    <a:pt x="43485" y="569860"/>
                  </a:lnTo>
                  <a:close/>
                  <a:moveTo>
                    <a:pt x="69223" y="548851"/>
                  </a:moveTo>
                  <a:lnTo>
                    <a:pt x="37903" y="566650"/>
                  </a:lnTo>
                  <a:lnTo>
                    <a:pt x="7292" y="593954"/>
                  </a:lnTo>
                  <a:close/>
                  <a:moveTo>
                    <a:pt x="1222232" y="1890252"/>
                  </a:moveTo>
                  <a:lnTo>
                    <a:pt x="1219814" y="1885718"/>
                  </a:lnTo>
                  <a:lnTo>
                    <a:pt x="1203020" y="1858202"/>
                  </a:lnTo>
                  <a:close/>
                  <a:moveTo>
                    <a:pt x="1159128" y="1739156"/>
                  </a:moveTo>
                  <a:lnTo>
                    <a:pt x="1111344" y="1755202"/>
                  </a:lnTo>
                  <a:lnTo>
                    <a:pt x="1114927" y="1799852"/>
                  </a:lnTo>
                  <a:close/>
                  <a:moveTo>
                    <a:pt x="1162336" y="1799291"/>
                  </a:moveTo>
                  <a:lnTo>
                    <a:pt x="1159128" y="1739156"/>
                  </a:lnTo>
                  <a:lnTo>
                    <a:pt x="1114927" y="1799852"/>
                  </a:lnTo>
                  <a:close/>
                  <a:moveTo>
                    <a:pt x="1224918" y="1765395"/>
                  </a:moveTo>
                  <a:lnTo>
                    <a:pt x="1203357" y="1731108"/>
                  </a:lnTo>
                  <a:lnTo>
                    <a:pt x="1227430" y="1784353"/>
                  </a:lnTo>
                  <a:close/>
                  <a:moveTo>
                    <a:pt x="1227430" y="1784353"/>
                  </a:moveTo>
                  <a:lnTo>
                    <a:pt x="1203357" y="1731108"/>
                  </a:lnTo>
                  <a:lnTo>
                    <a:pt x="1159128" y="1739156"/>
                  </a:lnTo>
                  <a:close/>
                  <a:moveTo>
                    <a:pt x="1227430" y="1784353"/>
                  </a:moveTo>
                  <a:lnTo>
                    <a:pt x="1159128" y="1739156"/>
                  </a:lnTo>
                  <a:lnTo>
                    <a:pt x="1162336" y="1799291"/>
                  </a:lnTo>
                  <a:close/>
                  <a:moveTo>
                    <a:pt x="1227430" y="1784353"/>
                  </a:moveTo>
                  <a:lnTo>
                    <a:pt x="1162336" y="1799291"/>
                  </a:lnTo>
                  <a:lnTo>
                    <a:pt x="1233793" y="1798579"/>
                  </a:lnTo>
                  <a:close/>
                  <a:moveTo>
                    <a:pt x="1227430" y="1784353"/>
                  </a:moveTo>
                  <a:lnTo>
                    <a:pt x="1233793" y="1798579"/>
                  </a:lnTo>
                  <a:lnTo>
                    <a:pt x="1278977" y="1792837"/>
                  </a:lnTo>
                  <a:close/>
                  <a:moveTo>
                    <a:pt x="1084768" y="1698885"/>
                  </a:moveTo>
                  <a:lnTo>
                    <a:pt x="1082637" y="1717684"/>
                  </a:lnTo>
                  <a:lnTo>
                    <a:pt x="1127373" y="1679572"/>
                  </a:lnTo>
                  <a:close/>
                  <a:moveTo>
                    <a:pt x="1082637" y="1717684"/>
                  </a:moveTo>
                  <a:lnTo>
                    <a:pt x="1111344" y="1755202"/>
                  </a:lnTo>
                  <a:lnTo>
                    <a:pt x="1127373" y="1679572"/>
                  </a:lnTo>
                  <a:close/>
                  <a:moveTo>
                    <a:pt x="1127373" y="1679572"/>
                  </a:moveTo>
                  <a:lnTo>
                    <a:pt x="1111344" y="1755202"/>
                  </a:lnTo>
                  <a:lnTo>
                    <a:pt x="1165549" y="1718102"/>
                  </a:lnTo>
                  <a:close/>
                  <a:moveTo>
                    <a:pt x="1165549" y="1718102"/>
                  </a:moveTo>
                  <a:lnTo>
                    <a:pt x="1111344" y="1755202"/>
                  </a:lnTo>
                  <a:lnTo>
                    <a:pt x="1159128" y="1739156"/>
                  </a:lnTo>
                  <a:close/>
                  <a:moveTo>
                    <a:pt x="1159128" y="1739156"/>
                  </a:moveTo>
                  <a:lnTo>
                    <a:pt x="1203357" y="1731108"/>
                  </a:lnTo>
                  <a:lnTo>
                    <a:pt x="1165549" y="1718102"/>
                  </a:lnTo>
                  <a:close/>
                  <a:moveTo>
                    <a:pt x="1066518" y="1628035"/>
                  </a:moveTo>
                  <a:lnTo>
                    <a:pt x="1084768" y="1698885"/>
                  </a:lnTo>
                  <a:lnTo>
                    <a:pt x="1101662" y="1653917"/>
                  </a:lnTo>
                  <a:close/>
                  <a:moveTo>
                    <a:pt x="1073272" y="1703666"/>
                  </a:moveTo>
                  <a:lnTo>
                    <a:pt x="1084768" y="1698885"/>
                  </a:lnTo>
                  <a:lnTo>
                    <a:pt x="1066518" y="1628035"/>
                  </a:lnTo>
                  <a:close/>
                  <a:moveTo>
                    <a:pt x="1019247" y="1652129"/>
                  </a:moveTo>
                  <a:lnTo>
                    <a:pt x="1073272" y="1703666"/>
                  </a:lnTo>
                  <a:lnTo>
                    <a:pt x="1066518" y="1628035"/>
                  </a:lnTo>
                  <a:close/>
                  <a:moveTo>
                    <a:pt x="1084768" y="1698885"/>
                  </a:moveTo>
                  <a:lnTo>
                    <a:pt x="1127373" y="1679572"/>
                  </a:lnTo>
                  <a:lnTo>
                    <a:pt x="1101662" y="1653917"/>
                  </a:lnTo>
                  <a:close/>
                  <a:moveTo>
                    <a:pt x="1019247" y="1652129"/>
                  </a:moveTo>
                  <a:lnTo>
                    <a:pt x="1066518" y="1628035"/>
                  </a:lnTo>
                  <a:lnTo>
                    <a:pt x="1017828" y="1650050"/>
                  </a:lnTo>
                  <a:close/>
                  <a:moveTo>
                    <a:pt x="1066518" y="1628035"/>
                  </a:moveTo>
                  <a:lnTo>
                    <a:pt x="1035069" y="1579612"/>
                  </a:lnTo>
                  <a:lnTo>
                    <a:pt x="1017828" y="1650050"/>
                  </a:lnTo>
                  <a:close/>
                  <a:moveTo>
                    <a:pt x="1033256" y="1576498"/>
                  </a:moveTo>
                  <a:lnTo>
                    <a:pt x="985664" y="1600592"/>
                  </a:lnTo>
                  <a:lnTo>
                    <a:pt x="1017828" y="1650050"/>
                  </a:lnTo>
                  <a:close/>
                  <a:moveTo>
                    <a:pt x="657503" y="1164206"/>
                  </a:moveTo>
                  <a:lnTo>
                    <a:pt x="653793" y="1162369"/>
                  </a:lnTo>
                  <a:lnTo>
                    <a:pt x="639045" y="1188300"/>
                  </a:lnTo>
                  <a:close/>
                  <a:moveTo>
                    <a:pt x="1278977" y="1792837"/>
                  </a:moveTo>
                  <a:lnTo>
                    <a:pt x="1233793" y="1798579"/>
                  </a:lnTo>
                  <a:lnTo>
                    <a:pt x="1317738" y="1802860"/>
                  </a:lnTo>
                  <a:close/>
                  <a:moveTo>
                    <a:pt x="1174658" y="1663788"/>
                  </a:moveTo>
                  <a:lnTo>
                    <a:pt x="1165549" y="1718102"/>
                  </a:lnTo>
                  <a:lnTo>
                    <a:pt x="1218555" y="1728826"/>
                  </a:lnTo>
                  <a:close/>
                  <a:moveTo>
                    <a:pt x="1127373" y="1679572"/>
                  </a:moveTo>
                  <a:lnTo>
                    <a:pt x="1165549" y="1718102"/>
                  </a:lnTo>
                  <a:lnTo>
                    <a:pt x="1174658" y="1663788"/>
                  </a:lnTo>
                  <a:close/>
                  <a:moveTo>
                    <a:pt x="1174658" y="1663788"/>
                  </a:moveTo>
                  <a:lnTo>
                    <a:pt x="1101662" y="1653917"/>
                  </a:lnTo>
                  <a:lnTo>
                    <a:pt x="1127373" y="1679572"/>
                  </a:lnTo>
                  <a:close/>
                  <a:moveTo>
                    <a:pt x="1108811" y="1616595"/>
                  </a:moveTo>
                  <a:lnTo>
                    <a:pt x="1101662" y="1653917"/>
                  </a:lnTo>
                  <a:lnTo>
                    <a:pt x="1174658" y="1663788"/>
                  </a:lnTo>
                  <a:close/>
                  <a:moveTo>
                    <a:pt x="1151547" y="1619834"/>
                  </a:moveTo>
                  <a:lnTo>
                    <a:pt x="1108811" y="1616595"/>
                  </a:lnTo>
                  <a:lnTo>
                    <a:pt x="1174658" y="1663788"/>
                  </a:lnTo>
                  <a:close/>
                  <a:moveTo>
                    <a:pt x="1066518" y="1628035"/>
                  </a:moveTo>
                  <a:lnTo>
                    <a:pt x="1101662" y="1653917"/>
                  </a:lnTo>
                  <a:lnTo>
                    <a:pt x="1108811" y="1616595"/>
                  </a:lnTo>
                  <a:close/>
                  <a:moveTo>
                    <a:pt x="1036068" y="1575009"/>
                  </a:moveTo>
                  <a:lnTo>
                    <a:pt x="1035069" y="1579612"/>
                  </a:lnTo>
                  <a:lnTo>
                    <a:pt x="1098573" y="1552404"/>
                  </a:lnTo>
                  <a:close/>
                  <a:moveTo>
                    <a:pt x="1035069" y="1579612"/>
                  </a:moveTo>
                  <a:lnTo>
                    <a:pt x="1066518" y="1628035"/>
                  </a:lnTo>
                  <a:lnTo>
                    <a:pt x="1098573" y="1552404"/>
                  </a:lnTo>
                  <a:close/>
                  <a:moveTo>
                    <a:pt x="1098573" y="1552404"/>
                  </a:moveTo>
                  <a:lnTo>
                    <a:pt x="1066518" y="1628035"/>
                  </a:lnTo>
                  <a:lnTo>
                    <a:pt x="1112892" y="1561004"/>
                  </a:lnTo>
                  <a:close/>
                  <a:moveTo>
                    <a:pt x="1033906" y="1524962"/>
                  </a:moveTo>
                  <a:lnTo>
                    <a:pt x="1036068" y="1575009"/>
                  </a:lnTo>
                  <a:lnTo>
                    <a:pt x="1098573" y="1552404"/>
                  </a:lnTo>
                  <a:close/>
                  <a:moveTo>
                    <a:pt x="1033906" y="1524962"/>
                  </a:moveTo>
                  <a:lnTo>
                    <a:pt x="1098573" y="1552404"/>
                  </a:lnTo>
                  <a:lnTo>
                    <a:pt x="1063547" y="1500868"/>
                  </a:lnTo>
                  <a:close/>
                  <a:moveTo>
                    <a:pt x="1063547" y="1500868"/>
                  </a:moveTo>
                  <a:lnTo>
                    <a:pt x="1063001" y="1509370"/>
                  </a:lnTo>
                  <a:lnTo>
                    <a:pt x="1033906" y="1524962"/>
                  </a:lnTo>
                  <a:close/>
                  <a:moveTo>
                    <a:pt x="762132" y="1140111"/>
                  </a:moveTo>
                  <a:lnTo>
                    <a:pt x="754425" y="1094139"/>
                  </a:lnTo>
                  <a:lnTo>
                    <a:pt x="714516" y="1144571"/>
                  </a:lnTo>
                  <a:close/>
                  <a:moveTo>
                    <a:pt x="714516" y="1144571"/>
                  </a:moveTo>
                  <a:lnTo>
                    <a:pt x="754425" y="1094139"/>
                  </a:lnTo>
                  <a:lnTo>
                    <a:pt x="752804" y="1088683"/>
                  </a:lnTo>
                  <a:close/>
                  <a:moveTo>
                    <a:pt x="754425" y="1094139"/>
                  </a:moveTo>
                  <a:lnTo>
                    <a:pt x="770683" y="1140111"/>
                  </a:lnTo>
                  <a:lnTo>
                    <a:pt x="752804" y="1088683"/>
                  </a:lnTo>
                  <a:close/>
                  <a:moveTo>
                    <a:pt x="565577" y="1001463"/>
                  </a:moveTo>
                  <a:lnTo>
                    <a:pt x="644090" y="1038358"/>
                  </a:lnTo>
                  <a:lnTo>
                    <a:pt x="614951" y="999305"/>
                  </a:lnTo>
                  <a:close/>
                  <a:moveTo>
                    <a:pt x="251557" y="521672"/>
                  </a:moveTo>
                  <a:lnTo>
                    <a:pt x="246461" y="544284"/>
                  </a:lnTo>
                  <a:lnTo>
                    <a:pt x="234393" y="547238"/>
                  </a:lnTo>
                  <a:close/>
                  <a:moveTo>
                    <a:pt x="251557" y="521672"/>
                  </a:moveTo>
                  <a:lnTo>
                    <a:pt x="247611" y="480606"/>
                  </a:lnTo>
                  <a:lnTo>
                    <a:pt x="246461" y="544284"/>
                  </a:lnTo>
                  <a:close/>
                  <a:moveTo>
                    <a:pt x="251557" y="521672"/>
                  </a:moveTo>
                  <a:lnTo>
                    <a:pt x="244292" y="470136"/>
                  </a:lnTo>
                  <a:lnTo>
                    <a:pt x="247611" y="480606"/>
                  </a:lnTo>
                  <a:close/>
                  <a:moveTo>
                    <a:pt x="253674" y="444650"/>
                  </a:moveTo>
                  <a:lnTo>
                    <a:pt x="247611" y="480606"/>
                  </a:lnTo>
                  <a:lnTo>
                    <a:pt x="244292" y="470136"/>
                  </a:lnTo>
                  <a:close/>
                  <a:moveTo>
                    <a:pt x="972054" y="1346258"/>
                  </a:moveTo>
                  <a:lnTo>
                    <a:pt x="983473" y="1397795"/>
                  </a:lnTo>
                  <a:lnTo>
                    <a:pt x="1019679" y="1373701"/>
                  </a:lnTo>
                  <a:close/>
                  <a:moveTo>
                    <a:pt x="754425" y="1094139"/>
                  </a:moveTo>
                  <a:lnTo>
                    <a:pt x="762132" y="1140111"/>
                  </a:lnTo>
                  <a:lnTo>
                    <a:pt x="767622" y="1139379"/>
                  </a:lnTo>
                  <a:close/>
                  <a:moveTo>
                    <a:pt x="767622" y="1139379"/>
                  </a:moveTo>
                  <a:lnTo>
                    <a:pt x="770683" y="1140111"/>
                  </a:lnTo>
                  <a:lnTo>
                    <a:pt x="754425" y="1094139"/>
                  </a:lnTo>
                  <a:close/>
                  <a:moveTo>
                    <a:pt x="536274" y="802539"/>
                  </a:moveTo>
                  <a:lnTo>
                    <a:pt x="562000" y="816143"/>
                  </a:lnTo>
                  <a:lnTo>
                    <a:pt x="616387" y="792493"/>
                  </a:lnTo>
                  <a:close/>
                  <a:moveTo>
                    <a:pt x="582704" y="801457"/>
                  </a:moveTo>
                  <a:lnTo>
                    <a:pt x="536274" y="802539"/>
                  </a:lnTo>
                  <a:lnTo>
                    <a:pt x="616387" y="792493"/>
                  </a:lnTo>
                  <a:close/>
                  <a:moveTo>
                    <a:pt x="283596" y="421627"/>
                  </a:moveTo>
                  <a:lnTo>
                    <a:pt x="253674" y="444650"/>
                  </a:lnTo>
                  <a:lnTo>
                    <a:pt x="244292" y="470136"/>
                  </a:lnTo>
                  <a:close/>
                  <a:moveTo>
                    <a:pt x="253674" y="444650"/>
                  </a:moveTo>
                  <a:lnTo>
                    <a:pt x="283596" y="421627"/>
                  </a:lnTo>
                  <a:lnTo>
                    <a:pt x="276527" y="418599"/>
                  </a:lnTo>
                  <a:close/>
                  <a:moveTo>
                    <a:pt x="283596" y="421627"/>
                  </a:moveTo>
                  <a:lnTo>
                    <a:pt x="301667" y="394505"/>
                  </a:lnTo>
                  <a:lnTo>
                    <a:pt x="276527" y="418599"/>
                  </a:lnTo>
                  <a:close/>
                  <a:moveTo>
                    <a:pt x="1261389" y="1568517"/>
                  </a:moveTo>
                  <a:lnTo>
                    <a:pt x="1316826" y="1561429"/>
                  </a:lnTo>
                  <a:lnTo>
                    <a:pt x="1304153" y="1508989"/>
                  </a:lnTo>
                  <a:close/>
                  <a:moveTo>
                    <a:pt x="1261389" y="1568517"/>
                  </a:moveTo>
                  <a:lnTo>
                    <a:pt x="1304153" y="1508989"/>
                  </a:lnTo>
                  <a:lnTo>
                    <a:pt x="1257108" y="1509254"/>
                  </a:lnTo>
                  <a:close/>
                  <a:moveTo>
                    <a:pt x="1366577" y="1540984"/>
                  </a:moveTo>
                  <a:lnTo>
                    <a:pt x="1344616" y="1504216"/>
                  </a:lnTo>
                  <a:lnTo>
                    <a:pt x="1369137" y="1556884"/>
                  </a:lnTo>
                  <a:close/>
                  <a:moveTo>
                    <a:pt x="1369137" y="1556884"/>
                  </a:moveTo>
                  <a:lnTo>
                    <a:pt x="1344616" y="1504216"/>
                  </a:lnTo>
                  <a:lnTo>
                    <a:pt x="1304153" y="1508989"/>
                  </a:lnTo>
                  <a:close/>
                  <a:moveTo>
                    <a:pt x="1369137" y="1556884"/>
                  </a:moveTo>
                  <a:lnTo>
                    <a:pt x="1304153" y="1508989"/>
                  </a:lnTo>
                  <a:lnTo>
                    <a:pt x="1316826" y="1561429"/>
                  </a:lnTo>
                  <a:close/>
                  <a:moveTo>
                    <a:pt x="1366577" y="1540984"/>
                  </a:moveTo>
                  <a:lnTo>
                    <a:pt x="1369137" y="1556884"/>
                  </a:lnTo>
                  <a:lnTo>
                    <a:pt x="1374866" y="1555753"/>
                  </a:lnTo>
                  <a:close/>
                  <a:moveTo>
                    <a:pt x="1207577" y="1511539"/>
                  </a:moveTo>
                  <a:lnTo>
                    <a:pt x="1241828" y="1458934"/>
                  </a:lnTo>
                  <a:lnTo>
                    <a:pt x="1190495" y="1462684"/>
                  </a:lnTo>
                  <a:close/>
                  <a:moveTo>
                    <a:pt x="1129889" y="1476774"/>
                  </a:moveTo>
                  <a:lnTo>
                    <a:pt x="1190495" y="1462684"/>
                  </a:lnTo>
                  <a:lnTo>
                    <a:pt x="1164537" y="1444519"/>
                  </a:lnTo>
                  <a:close/>
                  <a:moveTo>
                    <a:pt x="1112251" y="1300084"/>
                  </a:moveTo>
                  <a:lnTo>
                    <a:pt x="1031109" y="1265327"/>
                  </a:lnTo>
                  <a:lnTo>
                    <a:pt x="1057664" y="1306480"/>
                  </a:lnTo>
                  <a:close/>
                  <a:moveTo>
                    <a:pt x="1112251" y="1300084"/>
                  </a:moveTo>
                  <a:lnTo>
                    <a:pt x="1057664" y="1306480"/>
                  </a:lnTo>
                  <a:lnTo>
                    <a:pt x="1114887" y="1298664"/>
                  </a:lnTo>
                  <a:close/>
                  <a:moveTo>
                    <a:pt x="1013288" y="1270627"/>
                  </a:moveTo>
                  <a:lnTo>
                    <a:pt x="1031109" y="1265327"/>
                  </a:lnTo>
                  <a:lnTo>
                    <a:pt x="969095" y="1237826"/>
                  </a:lnTo>
                  <a:close/>
                  <a:moveTo>
                    <a:pt x="907124" y="1045901"/>
                  </a:moveTo>
                  <a:lnTo>
                    <a:pt x="876940" y="1116018"/>
                  </a:lnTo>
                  <a:lnTo>
                    <a:pt x="892206" y="1091924"/>
                  </a:lnTo>
                  <a:close/>
                  <a:moveTo>
                    <a:pt x="907124" y="1045901"/>
                  </a:moveTo>
                  <a:lnTo>
                    <a:pt x="878326" y="1073130"/>
                  </a:lnTo>
                  <a:lnTo>
                    <a:pt x="876940" y="1116018"/>
                  </a:lnTo>
                  <a:close/>
                  <a:moveTo>
                    <a:pt x="699556" y="793869"/>
                  </a:moveTo>
                  <a:lnTo>
                    <a:pt x="692811" y="782704"/>
                  </a:lnTo>
                  <a:lnTo>
                    <a:pt x="703951" y="839446"/>
                  </a:lnTo>
                  <a:close/>
                  <a:moveTo>
                    <a:pt x="348244" y="374033"/>
                  </a:moveTo>
                  <a:lnTo>
                    <a:pt x="301667" y="394505"/>
                  </a:lnTo>
                  <a:lnTo>
                    <a:pt x="353265" y="372528"/>
                  </a:lnTo>
                  <a:close/>
                  <a:moveTo>
                    <a:pt x="301667" y="394505"/>
                  </a:moveTo>
                  <a:lnTo>
                    <a:pt x="283596" y="421627"/>
                  </a:lnTo>
                  <a:lnTo>
                    <a:pt x="353265" y="372528"/>
                  </a:lnTo>
                  <a:close/>
                  <a:moveTo>
                    <a:pt x="319035" y="379448"/>
                  </a:moveTo>
                  <a:lnTo>
                    <a:pt x="301667" y="394505"/>
                  </a:lnTo>
                  <a:lnTo>
                    <a:pt x="348244" y="374033"/>
                  </a:lnTo>
                  <a:close/>
                  <a:moveTo>
                    <a:pt x="1448052" y="1607290"/>
                  </a:moveTo>
                  <a:lnTo>
                    <a:pt x="1460402" y="1658826"/>
                  </a:lnTo>
                  <a:lnTo>
                    <a:pt x="1519887" y="1634732"/>
                  </a:lnTo>
                  <a:close/>
                  <a:moveTo>
                    <a:pt x="1448052" y="1607290"/>
                  </a:moveTo>
                  <a:lnTo>
                    <a:pt x="1519887" y="1634732"/>
                  </a:lnTo>
                  <a:lnTo>
                    <a:pt x="1473244" y="1583196"/>
                  </a:lnTo>
                  <a:close/>
                  <a:moveTo>
                    <a:pt x="1448052" y="1607290"/>
                  </a:moveTo>
                  <a:lnTo>
                    <a:pt x="1473244" y="1583196"/>
                  </a:lnTo>
                  <a:lnTo>
                    <a:pt x="1424954" y="1584569"/>
                  </a:lnTo>
                  <a:close/>
                  <a:moveTo>
                    <a:pt x="1473244" y="1583196"/>
                  </a:moveTo>
                  <a:lnTo>
                    <a:pt x="1454901" y="1561637"/>
                  </a:lnTo>
                  <a:lnTo>
                    <a:pt x="1424954" y="1584569"/>
                  </a:lnTo>
                  <a:close/>
                  <a:moveTo>
                    <a:pt x="1432663" y="1531659"/>
                  </a:moveTo>
                  <a:lnTo>
                    <a:pt x="1424954" y="1584569"/>
                  </a:lnTo>
                  <a:lnTo>
                    <a:pt x="1454901" y="1561637"/>
                  </a:lnTo>
                  <a:close/>
                  <a:moveTo>
                    <a:pt x="1432663" y="1531659"/>
                  </a:moveTo>
                  <a:lnTo>
                    <a:pt x="1374866" y="1555753"/>
                  </a:lnTo>
                  <a:lnTo>
                    <a:pt x="1424954" y="1584569"/>
                  </a:lnTo>
                  <a:close/>
                  <a:moveTo>
                    <a:pt x="1034174" y="1137348"/>
                  </a:moveTo>
                  <a:lnTo>
                    <a:pt x="1100278" y="1121589"/>
                  </a:lnTo>
                  <a:lnTo>
                    <a:pt x="1075710" y="1078820"/>
                  </a:lnTo>
                  <a:close/>
                  <a:moveTo>
                    <a:pt x="1034174" y="1137348"/>
                  </a:moveTo>
                  <a:lnTo>
                    <a:pt x="1075710" y="1078820"/>
                  </a:lnTo>
                  <a:lnTo>
                    <a:pt x="1021547" y="1084872"/>
                  </a:lnTo>
                  <a:close/>
                  <a:moveTo>
                    <a:pt x="970714" y="1025473"/>
                  </a:moveTo>
                  <a:lnTo>
                    <a:pt x="910866" y="1040387"/>
                  </a:lnTo>
                  <a:lnTo>
                    <a:pt x="907124" y="1045901"/>
                  </a:lnTo>
                  <a:close/>
                  <a:moveTo>
                    <a:pt x="919399" y="988851"/>
                  </a:moveTo>
                  <a:lnTo>
                    <a:pt x="970714" y="1025473"/>
                  </a:lnTo>
                  <a:lnTo>
                    <a:pt x="953153" y="977007"/>
                  </a:lnTo>
                  <a:close/>
                  <a:moveTo>
                    <a:pt x="910866" y="1040387"/>
                  </a:moveTo>
                  <a:lnTo>
                    <a:pt x="970714" y="1025473"/>
                  </a:lnTo>
                  <a:lnTo>
                    <a:pt x="919399" y="988851"/>
                  </a:lnTo>
                  <a:close/>
                  <a:moveTo>
                    <a:pt x="970714" y="1025473"/>
                  </a:moveTo>
                  <a:lnTo>
                    <a:pt x="1003017" y="974451"/>
                  </a:lnTo>
                  <a:lnTo>
                    <a:pt x="953153" y="977007"/>
                  </a:lnTo>
                  <a:close/>
                  <a:moveTo>
                    <a:pt x="692811" y="782704"/>
                  </a:moveTo>
                  <a:lnTo>
                    <a:pt x="699556" y="793869"/>
                  </a:lnTo>
                  <a:lnTo>
                    <a:pt x="699081" y="780662"/>
                  </a:lnTo>
                  <a:close/>
                  <a:moveTo>
                    <a:pt x="699081" y="780662"/>
                  </a:moveTo>
                  <a:lnTo>
                    <a:pt x="699556" y="793869"/>
                  </a:lnTo>
                  <a:lnTo>
                    <a:pt x="733459" y="782704"/>
                  </a:lnTo>
                  <a:close/>
                  <a:moveTo>
                    <a:pt x="681802" y="727492"/>
                  </a:moveTo>
                  <a:lnTo>
                    <a:pt x="680200" y="731168"/>
                  </a:lnTo>
                  <a:lnTo>
                    <a:pt x="676838" y="673260"/>
                  </a:lnTo>
                  <a:close/>
                  <a:moveTo>
                    <a:pt x="469985" y="324673"/>
                  </a:moveTo>
                  <a:lnTo>
                    <a:pt x="426603" y="370412"/>
                  </a:lnTo>
                  <a:lnTo>
                    <a:pt x="452745" y="346318"/>
                  </a:lnTo>
                  <a:close/>
                  <a:moveTo>
                    <a:pt x="1519887" y="1634732"/>
                  </a:moveTo>
                  <a:lnTo>
                    <a:pt x="1542604" y="1680050"/>
                  </a:lnTo>
                  <a:lnTo>
                    <a:pt x="1543912" y="1616245"/>
                  </a:lnTo>
                  <a:close/>
                  <a:moveTo>
                    <a:pt x="1519887" y="1634732"/>
                  </a:moveTo>
                  <a:lnTo>
                    <a:pt x="1518559" y="1686269"/>
                  </a:lnTo>
                  <a:lnTo>
                    <a:pt x="1542604" y="1680050"/>
                  </a:lnTo>
                  <a:close/>
                  <a:moveTo>
                    <a:pt x="1473244" y="1583196"/>
                  </a:moveTo>
                  <a:lnTo>
                    <a:pt x="1519887" y="1634732"/>
                  </a:lnTo>
                  <a:lnTo>
                    <a:pt x="1529838" y="1559102"/>
                  </a:lnTo>
                  <a:close/>
                  <a:moveTo>
                    <a:pt x="1505390" y="1507565"/>
                  </a:moveTo>
                  <a:lnTo>
                    <a:pt x="1454901" y="1561637"/>
                  </a:lnTo>
                  <a:lnTo>
                    <a:pt x="1473244" y="1583196"/>
                  </a:lnTo>
                  <a:close/>
                  <a:moveTo>
                    <a:pt x="1505390" y="1507565"/>
                  </a:moveTo>
                  <a:lnTo>
                    <a:pt x="1473244" y="1583196"/>
                  </a:lnTo>
                  <a:lnTo>
                    <a:pt x="1529838" y="1559102"/>
                  </a:lnTo>
                  <a:close/>
                  <a:moveTo>
                    <a:pt x="497190" y="291488"/>
                  </a:moveTo>
                  <a:lnTo>
                    <a:pt x="469985" y="324673"/>
                  </a:lnTo>
                  <a:lnTo>
                    <a:pt x="452745" y="346318"/>
                  </a:lnTo>
                  <a:close/>
                  <a:moveTo>
                    <a:pt x="541222" y="281439"/>
                  </a:moveTo>
                  <a:lnTo>
                    <a:pt x="500223" y="294781"/>
                  </a:lnTo>
                  <a:lnTo>
                    <a:pt x="469985" y="324673"/>
                  </a:lnTo>
                  <a:close/>
                  <a:moveTo>
                    <a:pt x="541222" y="281439"/>
                  </a:moveTo>
                  <a:lnTo>
                    <a:pt x="469985" y="324673"/>
                  </a:lnTo>
                  <a:lnTo>
                    <a:pt x="497190" y="291488"/>
                  </a:lnTo>
                  <a:close/>
                  <a:moveTo>
                    <a:pt x="1599968" y="1545911"/>
                  </a:moveTo>
                  <a:lnTo>
                    <a:pt x="1541972" y="1555079"/>
                  </a:lnTo>
                  <a:lnTo>
                    <a:pt x="1617437" y="1594452"/>
                  </a:lnTo>
                  <a:close/>
                  <a:moveTo>
                    <a:pt x="1541972" y="1555079"/>
                  </a:moveTo>
                  <a:lnTo>
                    <a:pt x="1576127" y="1502551"/>
                  </a:lnTo>
                  <a:lnTo>
                    <a:pt x="1534965" y="1498033"/>
                  </a:lnTo>
                  <a:close/>
                  <a:moveTo>
                    <a:pt x="1534965" y="1498033"/>
                  </a:moveTo>
                  <a:lnTo>
                    <a:pt x="1560058" y="1452872"/>
                  </a:lnTo>
                  <a:lnTo>
                    <a:pt x="1516960" y="1449928"/>
                  </a:lnTo>
                  <a:close/>
                  <a:moveTo>
                    <a:pt x="935846" y="748590"/>
                  </a:moveTo>
                  <a:lnTo>
                    <a:pt x="959926" y="710423"/>
                  </a:lnTo>
                  <a:lnTo>
                    <a:pt x="931481" y="734516"/>
                  </a:lnTo>
                  <a:close/>
                  <a:moveTo>
                    <a:pt x="966336" y="687912"/>
                  </a:moveTo>
                  <a:lnTo>
                    <a:pt x="931481" y="734516"/>
                  </a:lnTo>
                  <a:lnTo>
                    <a:pt x="959926" y="710423"/>
                  </a:lnTo>
                  <a:close/>
                  <a:moveTo>
                    <a:pt x="966336" y="687912"/>
                  </a:moveTo>
                  <a:lnTo>
                    <a:pt x="939291" y="721691"/>
                  </a:lnTo>
                  <a:lnTo>
                    <a:pt x="931481" y="734516"/>
                  </a:lnTo>
                  <a:close/>
                  <a:moveTo>
                    <a:pt x="1007305" y="666411"/>
                  </a:moveTo>
                  <a:lnTo>
                    <a:pt x="939291" y="721691"/>
                  </a:lnTo>
                  <a:lnTo>
                    <a:pt x="966336" y="687912"/>
                  </a:lnTo>
                  <a:close/>
                  <a:moveTo>
                    <a:pt x="575810" y="275858"/>
                  </a:moveTo>
                  <a:lnTo>
                    <a:pt x="541222" y="281439"/>
                  </a:lnTo>
                  <a:lnTo>
                    <a:pt x="497190" y="291488"/>
                  </a:lnTo>
                  <a:close/>
                  <a:moveTo>
                    <a:pt x="627249" y="293505"/>
                  </a:moveTo>
                  <a:lnTo>
                    <a:pt x="593901" y="303722"/>
                  </a:lnTo>
                  <a:lnTo>
                    <a:pt x="541222" y="281439"/>
                  </a:lnTo>
                  <a:close/>
                  <a:moveTo>
                    <a:pt x="666342" y="264992"/>
                  </a:moveTo>
                  <a:lnTo>
                    <a:pt x="593901" y="303722"/>
                  </a:lnTo>
                  <a:lnTo>
                    <a:pt x="627249" y="293505"/>
                  </a:lnTo>
                  <a:close/>
                  <a:moveTo>
                    <a:pt x="1220083" y="937921"/>
                  </a:moveTo>
                  <a:lnTo>
                    <a:pt x="1272983" y="892475"/>
                  </a:lnTo>
                  <a:lnTo>
                    <a:pt x="1230550" y="903416"/>
                  </a:lnTo>
                  <a:close/>
                  <a:moveTo>
                    <a:pt x="1300329" y="928371"/>
                  </a:moveTo>
                  <a:lnTo>
                    <a:pt x="1272983" y="892475"/>
                  </a:lnTo>
                  <a:lnTo>
                    <a:pt x="1220083" y="937921"/>
                  </a:lnTo>
                  <a:close/>
                  <a:moveTo>
                    <a:pt x="1272983" y="892475"/>
                  </a:moveTo>
                  <a:lnTo>
                    <a:pt x="1281371" y="857490"/>
                  </a:lnTo>
                  <a:lnTo>
                    <a:pt x="1230550" y="903416"/>
                  </a:lnTo>
                  <a:close/>
                  <a:moveTo>
                    <a:pt x="1127434" y="865032"/>
                  </a:moveTo>
                  <a:lnTo>
                    <a:pt x="1153716" y="789402"/>
                  </a:lnTo>
                  <a:lnTo>
                    <a:pt x="1106501" y="813495"/>
                  </a:lnTo>
                  <a:close/>
                  <a:moveTo>
                    <a:pt x="966336" y="687912"/>
                  </a:moveTo>
                  <a:lnTo>
                    <a:pt x="990537" y="695642"/>
                  </a:lnTo>
                  <a:lnTo>
                    <a:pt x="1038324" y="647483"/>
                  </a:lnTo>
                  <a:close/>
                  <a:moveTo>
                    <a:pt x="901747" y="486200"/>
                  </a:moveTo>
                  <a:lnTo>
                    <a:pt x="838024" y="504276"/>
                  </a:lnTo>
                  <a:lnTo>
                    <a:pt x="825348" y="510133"/>
                  </a:lnTo>
                  <a:close/>
                  <a:moveTo>
                    <a:pt x="901747" y="486200"/>
                  </a:moveTo>
                  <a:lnTo>
                    <a:pt x="825348" y="510133"/>
                  </a:lnTo>
                  <a:lnTo>
                    <a:pt x="862116" y="512702"/>
                  </a:lnTo>
                  <a:close/>
                  <a:moveTo>
                    <a:pt x="863367" y="477604"/>
                  </a:moveTo>
                  <a:lnTo>
                    <a:pt x="838024" y="504276"/>
                  </a:lnTo>
                  <a:lnTo>
                    <a:pt x="893189" y="485831"/>
                  </a:lnTo>
                  <a:close/>
                  <a:moveTo>
                    <a:pt x="881196" y="452739"/>
                  </a:moveTo>
                  <a:lnTo>
                    <a:pt x="893189" y="485831"/>
                  </a:lnTo>
                  <a:lnTo>
                    <a:pt x="907170" y="480182"/>
                  </a:lnTo>
                  <a:close/>
                  <a:moveTo>
                    <a:pt x="632396" y="294951"/>
                  </a:moveTo>
                  <a:lnTo>
                    <a:pt x="666342" y="264992"/>
                  </a:lnTo>
                  <a:lnTo>
                    <a:pt x="627249" y="293505"/>
                  </a:lnTo>
                  <a:close/>
                  <a:moveTo>
                    <a:pt x="632396" y="294951"/>
                  </a:moveTo>
                  <a:lnTo>
                    <a:pt x="695595" y="281554"/>
                  </a:lnTo>
                  <a:lnTo>
                    <a:pt x="666342" y="264992"/>
                  </a:lnTo>
                  <a:close/>
                  <a:moveTo>
                    <a:pt x="695595" y="281554"/>
                  </a:moveTo>
                  <a:lnTo>
                    <a:pt x="632396" y="294951"/>
                  </a:lnTo>
                  <a:lnTo>
                    <a:pt x="716616" y="318056"/>
                  </a:lnTo>
                  <a:close/>
                  <a:moveTo>
                    <a:pt x="1339349" y="939361"/>
                  </a:moveTo>
                  <a:lnTo>
                    <a:pt x="1307356" y="954643"/>
                  </a:lnTo>
                  <a:lnTo>
                    <a:pt x="1266280" y="975742"/>
                  </a:lnTo>
                  <a:close/>
                  <a:moveTo>
                    <a:pt x="1394618" y="971326"/>
                  </a:moveTo>
                  <a:lnTo>
                    <a:pt x="1313174" y="944011"/>
                  </a:lnTo>
                  <a:lnTo>
                    <a:pt x="1307356" y="954643"/>
                  </a:lnTo>
                  <a:close/>
                  <a:moveTo>
                    <a:pt x="1300318" y="884678"/>
                  </a:moveTo>
                  <a:lnTo>
                    <a:pt x="1300329" y="928371"/>
                  </a:lnTo>
                  <a:lnTo>
                    <a:pt x="1369608" y="929072"/>
                  </a:lnTo>
                  <a:close/>
                  <a:moveTo>
                    <a:pt x="1281371" y="857490"/>
                  </a:moveTo>
                  <a:lnTo>
                    <a:pt x="1272983" y="892475"/>
                  </a:lnTo>
                  <a:lnTo>
                    <a:pt x="1300318" y="884678"/>
                  </a:lnTo>
                  <a:close/>
                  <a:moveTo>
                    <a:pt x="1180262" y="780831"/>
                  </a:moveTo>
                  <a:lnTo>
                    <a:pt x="1153716" y="789402"/>
                  </a:lnTo>
                  <a:lnTo>
                    <a:pt x="1206356" y="791476"/>
                  </a:lnTo>
                  <a:close/>
                  <a:moveTo>
                    <a:pt x="1180262" y="780831"/>
                  </a:moveTo>
                  <a:lnTo>
                    <a:pt x="1211279" y="770104"/>
                  </a:lnTo>
                  <a:lnTo>
                    <a:pt x="1165848" y="774922"/>
                  </a:lnTo>
                  <a:close/>
                  <a:moveTo>
                    <a:pt x="966979" y="463823"/>
                  </a:moveTo>
                  <a:lnTo>
                    <a:pt x="907170" y="480182"/>
                  </a:lnTo>
                  <a:lnTo>
                    <a:pt x="938647" y="511617"/>
                  </a:lnTo>
                  <a:close/>
                  <a:moveTo>
                    <a:pt x="1028344" y="514660"/>
                  </a:moveTo>
                  <a:lnTo>
                    <a:pt x="980612" y="515482"/>
                  </a:lnTo>
                  <a:lnTo>
                    <a:pt x="1040138" y="519369"/>
                  </a:lnTo>
                  <a:close/>
                  <a:moveTo>
                    <a:pt x="907170" y="480182"/>
                  </a:moveTo>
                  <a:lnTo>
                    <a:pt x="966979" y="463823"/>
                  </a:lnTo>
                  <a:lnTo>
                    <a:pt x="922820" y="428645"/>
                  </a:lnTo>
                  <a:close/>
                  <a:moveTo>
                    <a:pt x="908748" y="410439"/>
                  </a:moveTo>
                  <a:lnTo>
                    <a:pt x="927341" y="407213"/>
                  </a:lnTo>
                  <a:lnTo>
                    <a:pt x="922820" y="428645"/>
                  </a:lnTo>
                  <a:close/>
                  <a:moveTo>
                    <a:pt x="772978" y="319367"/>
                  </a:moveTo>
                  <a:lnTo>
                    <a:pt x="754359" y="271762"/>
                  </a:lnTo>
                  <a:lnTo>
                    <a:pt x="720553" y="324006"/>
                  </a:lnTo>
                  <a:close/>
                  <a:moveTo>
                    <a:pt x="837200" y="242395"/>
                  </a:moveTo>
                  <a:lnTo>
                    <a:pt x="831263" y="262447"/>
                  </a:lnTo>
                  <a:lnTo>
                    <a:pt x="871421" y="225848"/>
                  </a:lnTo>
                  <a:close/>
                  <a:moveTo>
                    <a:pt x="816361" y="249942"/>
                  </a:moveTo>
                  <a:lnTo>
                    <a:pt x="831263" y="262447"/>
                  </a:lnTo>
                  <a:lnTo>
                    <a:pt x="837200" y="242395"/>
                  </a:lnTo>
                  <a:close/>
                  <a:moveTo>
                    <a:pt x="816361" y="249942"/>
                  </a:moveTo>
                  <a:lnTo>
                    <a:pt x="837200" y="242395"/>
                  </a:lnTo>
                  <a:lnTo>
                    <a:pt x="821761" y="174311"/>
                  </a:lnTo>
                  <a:close/>
                  <a:moveTo>
                    <a:pt x="806275" y="169021"/>
                  </a:moveTo>
                  <a:lnTo>
                    <a:pt x="832408" y="131829"/>
                  </a:lnTo>
                  <a:lnTo>
                    <a:pt x="836061" y="146869"/>
                  </a:lnTo>
                  <a:close/>
                  <a:moveTo>
                    <a:pt x="832408" y="131829"/>
                  </a:moveTo>
                  <a:lnTo>
                    <a:pt x="834544" y="122775"/>
                  </a:lnTo>
                  <a:lnTo>
                    <a:pt x="836061" y="146869"/>
                  </a:lnTo>
                  <a:close/>
                  <a:moveTo>
                    <a:pt x="1058422" y="278153"/>
                  </a:moveTo>
                  <a:lnTo>
                    <a:pt x="1050366" y="308528"/>
                  </a:lnTo>
                  <a:lnTo>
                    <a:pt x="1071821" y="253291"/>
                  </a:lnTo>
                  <a:close/>
                  <a:moveTo>
                    <a:pt x="1071821" y="253291"/>
                  </a:moveTo>
                  <a:lnTo>
                    <a:pt x="1050366" y="308528"/>
                  </a:lnTo>
                  <a:lnTo>
                    <a:pt x="1059782" y="304827"/>
                  </a:lnTo>
                  <a:close/>
                  <a:moveTo>
                    <a:pt x="1050366" y="308528"/>
                  </a:moveTo>
                  <a:lnTo>
                    <a:pt x="1056108" y="309276"/>
                  </a:lnTo>
                  <a:lnTo>
                    <a:pt x="1059782" y="304827"/>
                  </a:lnTo>
                  <a:close/>
                  <a:moveTo>
                    <a:pt x="893454" y="50496"/>
                  </a:moveTo>
                  <a:lnTo>
                    <a:pt x="834544" y="122775"/>
                  </a:lnTo>
                  <a:lnTo>
                    <a:pt x="860615" y="98681"/>
                  </a:lnTo>
                  <a:close/>
                  <a:moveTo>
                    <a:pt x="1228376" y="429330"/>
                  </a:moveTo>
                  <a:lnTo>
                    <a:pt x="1186075" y="445849"/>
                  </a:lnTo>
                  <a:lnTo>
                    <a:pt x="1256640" y="400100"/>
                  </a:lnTo>
                  <a:close/>
                  <a:moveTo>
                    <a:pt x="1228376" y="429330"/>
                  </a:moveTo>
                  <a:lnTo>
                    <a:pt x="1256640" y="400100"/>
                  </a:lnTo>
                  <a:lnTo>
                    <a:pt x="1256751" y="407900"/>
                  </a:lnTo>
                  <a:close/>
                  <a:moveTo>
                    <a:pt x="1256640" y="400100"/>
                  </a:moveTo>
                  <a:lnTo>
                    <a:pt x="1268337" y="383806"/>
                  </a:lnTo>
                  <a:lnTo>
                    <a:pt x="1256751" y="407900"/>
                  </a:lnTo>
                  <a:close/>
                  <a:moveTo>
                    <a:pt x="1071821" y="253291"/>
                  </a:moveTo>
                  <a:lnTo>
                    <a:pt x="1059782" y="304827"/>
                  </a:lnTo>
                  <a:lnTo>
                    <a:pt x="1088536" y="280733"/>
                  </a:lnTo>
                  <a:close/>
                  <a:moveTo>
                    <a:pt x="1104809" y="181786"/>
                  </a:moveTo>
                  <a:lnTo>
                    <a:pt x="1071821" y="253291"/>
                  </a:lnTo>
                  <a:lnTo>
                    <a:pt x="1101948" y="229197"/>
                  </a:lnTo>
                  <a:close/>
                  <a:moveTo>
                    <a:pt x="1104809" y="181786"/>
                  </a:moveTo>
                  <a:lnTo>
                    <a:pt x="1079320" y="221386"/>
                  </a:lnTo>
                  <a:lnTo>
                    <a:pt x="1071821" y="253291"/>
                  </a:lnTo>
                  <a:close/>
                  <a:moveTo>
                    <a:pt x="1079320" y="221386"/>
                  </a:moveTo>
                  <a:lnTo>
                    <a:pt x="1104809" y="181786"/>
                  </a:lnTo>
                  <a:lnTo>
                    <a:pt x="1078400" y="201754"/>
                  </a:lnTo>
                  <a:close/>
                  <a:moveTo>
                    <a:pt x="1104809" y="181786"/>
                  </a:moveTo>
                  <a:lnTo>
                    <a:pt x="1105434" y="177660"/>
                  </a:lnTo>
                  <a:lnTo>
                    <a:pt x="1078400" y="201754"/>
                  </a:lnTo>
                  <a:close/>
                  <a:moveTo>
                    <a:pt x="893454" y="50496"/>
                  </a:moveTo>
                  <a:lnTo>
                    <a:pt x="926873" y="40542"/>
                  </a:lnTo>
                  <a:lnTo>
                    <a:pt x="915533" y="47144"/>
                  </a:lnTo>
                  <a:close/>
                  <a:moveTo>
                    <a:pt x="926873" y="40542"/>
                  </a:moveTo>
                  <a:lnTo>
                    <a:pt x="955201" y="23050"/>
                  </a:lnTo>
                  <a:lnTo>
                    <a:pt x="915533" y="47144"/>
                  </a:lnTo>
                  <a:close/>
                  <a:moveTo>
                    <a:pt x="1321325" y="332372"/>
                  </a:moveTo>
                  <a:lnTo>
                    <a:pt x="1268337" y="383806"/>
                  </a:lnTo>
                  <a:lnTo>
                    <a:pt x="1303285" y="359712"/>
                  </a:lnTo>
                  <a:close/>
                  <a:moveTo>
                    <a:pt x="1321325" y="332372"/>
                  </a:moveTo>
                  <a:lnTo>
                    <a:pt x="1360460" y="308176"/>
                  </a:lnTo>
                  <a:lnTo>
                    <a:pt x="1288522" y="332270"/>
                  </a:lnTo>
                  <a:close/>
                  <a:moveTo>
                    <a:pt x="1153553" y="205102"/>
                  </a:moveTo>
                  <a:lnTo>
                    <a:pt x="1105897" y="175878"/>
                  </a:lnTo>
                  <a:lnTo>
                    <a:pt x="1105434" y="177660"/>
                  </a:lnTo>
                  <a:close/>
                  <a:moveTo>
                    <a:pt x="1105434" y="177660"/>
                  </a:moveTo>
                  <a:lnTo>
                    <a:pt x="1104809" y="181786"/>
                  </a:lnTo>
                  <a:lnTo>
                    <a:pt x="1153553" y="205102"/>
                  </a:lnTo>
                  <a:close/>
                  <a:moveTo>
                    <a:pt x="966638" y="14542"/>
                  </a:moveTo>
                  <a:lnTo>
                    <a:pt x="955201" y="23050"/>
                  </a:lnTo>
                  <a:lnTo>
                    <a:pt x="977583" y="16002"/>
                  </a:lnTo>
                  <a:close/>
                  <a:moveTo>
                    <a:pt x="1041027" y="2406"/>
                  </a:moveTo>
                  <a:lnTo>
                    <a:pt x="977583" y="16002"/>
                  </a:lnTo>
                  <a:lnTo>
                    <a:pt x="1045549" y="0"/>
                  </a:lnTo>
                  <a:close/>
                </a:path>
              </a:pathLst>
            </a:custGeom>
            <a:solidFill>
              <a:srgbClr val="F4F6F7"/>
            </a:solidFill>
            <a:ln w="1524">
              <a:solidFill>
                <a:srgbClr val="F4F6F7"/>
              </a:solidFill>
            </a:ln>
          </p:spPr>
        </p:sp>
        <p:sp>
          <p:nvSpPr>
            <p:cNvPr id="4268" name="Output_density__4267">
              <a:extLst>
                <a:ext uri="{FF2B5EF4-FFF2-40B4-BE49-F238E27FC236}">
                  <a16:creationId xmlns:a16="http://schemas.microsoft.com/office/drawing/2014/main" id="{10EB8E06-A7BF-8708-2423-D7FD1DFEFB2A}"/>
                </a:ext>
              </a:extLst>
            </p:cNvPr>
            <p:cNvSpPr>
              <a:spLocks noGrp="1"/>
            </p:cNvSpPr>
            <p:nvPr/>
          </p:nvSpPr>
          <p:spPr>
            <a:xfrm>
              <a:off x="15393879" y="2377492"/>
              <a:ext cx="1308919" cy="1932323"/>
            </a:xfrm>
            <a:custGeom>
              <a:avLst/>
              <a:gdLst/>
              <a:ahLst/>
              <a:cxnLst/>
              <a:rect l="0" t="0" r="0" b="0"/>
              <a:pathLst>
                <a:path w="1308919" h="1932323">
                  <a:moveTo>
                    <a:pt x="414101" y="1932323"/>
                  </a:moveTo>
                  <a:lnTo>
                    <a:pt x="415281" y="1931854"/>
                  </a:lnTo>
                  <a:lnTo>
                    <a:pt x="425039" y="1856693"/>
                  </a:lnTo>
                  <a:close/>
                  <a:moveTo>
                    <a:pt x="415281" y="1931854"/>
                  </a:moveTo>
                  <a:lnTo>
                    <a:pt x="420754" y="1932323"/>
                  </a:lnTo>
                  <a:lnTo>
                    <a:pt x="432759" y="1864929"/>
                  </a:lnTo>
                  <a:close/>
                  <a:moveTo>
                    <a:pt x="15106" y="1444400"/>
                  </a:moveTo>
                  <a:lnTo>
                    <a:pt x="3752" y="1411098"/>
                  </a:lnTo>
                  <a:lnTo>
                    <a:pt x="19330" y="1461177"/>
                  </a:lnTo>
                  <a:close/>
                  <a:moveTo>
                    <a:pt x="15106" y="1444400"/>
                  </a:moveTo>
                  <a:lnTo>
                    <a:pt x="0" y="1392863"/>
                  </a:lnTo>
                  <a:lnTo>
                    <a:pt x="3752" y="1411098"/>
                  </a:lnTo>
                  <a:close/>
                  <a:moveTo>
                    <a:pt x="486107" y="1849513"/>
                  </a:moveTo>
                  <a:lnTo>
                    <a:pt x="432759" y="1864929"/>
                  </a:lnTo>
                  <a:lnTo>
                    <a:pt x="486514" y="1891234"/>
                  </a:lnTo>
                  <a:close/>
                  <a:moveTo>
                    <a:pt x="229634" y="1466893"/>
                  </a:moveTo>
                  <a:lnTo>
                    <a:pt x="213174" y="1396212"/>
                  </a:lnTo>
                  <a:lnTo>
                    <a:pt x="177128" y="1408853"/>
                  </a:lnTo>
                  <a:close/>
                  <a:moveTo>
                    <a:pt x="229634" y="1466893"/>
                  </a:moveTo>
                  <a:lnTo>
                    <a:pt x="177128" y="1408853"/>
                  </a:lnTo>
                  <a:lnTo>
                    <a:pt x="184860" y="1465310"/>
                  </a:lnTo>
                  <a:close/>
                  <a:moveTo>
                    <a:pt x="130697" y="1317233"/>
                  </a:moveTo>
                  <a:lnTo>
                    <a:pt x="175737" y="1332872"/>
                  </a:lnTo>
                  <a:lnTo>
                    <a:pt x="166796" y="1344675"/>
                  </a:lnTo>
                  <a:close/>
                  <a:moveTo>
                    <a:pt x="175737" y="1332872"/>
                  </a:moveTo>
                  <a:lnTo>
                    <a:pt x="151246" y="1304409"/>
                  </a:lnTo>
                  <a:lnTo>
                    <a:pt x="182827" y="1344675"/>
                  </a:lnTo>
                  <a:close/>
                  <a:moveTo>
                    <a:pt x="139839" y="1333555"/>
                  </a:moveTo>
                  <a:lnTo>
                    <a:pt x="175694" y="1347277"/>
                  </a:lnTo>
                  <a:lnTo>
                    <a:pt x="182827" y="1344675"/>
                  </a:lnTo>
                  <a:close/>
                  <a:moveTo>
                    <a:pt x="149923" y="1317233"/>
                  </a:moveTo>
                  <a:lnTo>
                    <a:pt x="162501" y="1283385"/>
                  </a:lnTo>
                  <a:lnTo>
                    <a:pt x="170833" y="1241602"/>
                  </a:lnTo>
                  <a:close/>
                  <a:moveTo>
                    <a:pt x="170833" y="1241602"/>
                  </a:moveTo>
                  <a:lnTo>
                    <a:pt x="187243" y="1275145"/>
                  </a:lnTo>
                  <a:lnTo>
                    <a:pt x="197547" y="1269045"/>
                  </a:lnTo>
                  <a:close/>
                  <a:moveTo>
                    <a:pt x="220672" y="1217508"/>
                  </a:moveTo>
                  <a:lnTo>
                    <a:pt x="143850" y="1190066"/>
                  </a:lnTo>
                  <a:lnTo>
                    <a:pt x="170833" y="1241602"/>
                  </a:lnTo>
                  <a:close/>
                  <a:moveTo>
                    <a:pt x="645048" y="1681338"/>
                  </a:moveTo>
                  <a:lnTo>
                    <a:pt x="691601" y="1729290"/>
                  </a:lnTo>
                  <a:lnTo>
                    <a:pt x="709490" y="1708780"/>
                  </a:lnTo>
                  <a:close/>
                  <a:moveTo>
                    <a:pt x="169306" y="1114435"/>
                  </a:moveTo>
                  <a:lnTo>
                    <a:pt x="201167" y="1038804"/>
                  </a:lnTo>
                  <a:lnTo>
                    <a:pt x="139871" y="1062899"/>
                  </a:lnTo>
                  <a:close/>
                  <a:moveTo>
                    <a:pt x="709490" y="1708780"/>
                  </a:moveTo>
                  <a:lnTo>
                    <a:pt x="697709" y="1728688"/>
                  </a:lnTo>
                  <a:lnTo>
                    <a:pt x="732787" y="1748377"/>
                  </a:lnTo>
                  <a:close/>
                  <a:moveTo>
                    <a:pt x="222382" y="1033588"/>
                  </a:moveTo>
                  <a:lnTo>
                    <a:pt x="201167" y="1038804"/>
                  </a:lnTo>
                  <a:lnTo>
                    <a:pt x="252838" y="1041767"/>
                  </a:lnTo>
                  <a:close/>
                  <a:moveTo>
                    <a:pt x="213951" y="1031272"/>
                  </a:moveTo>
                  <a:lnTo>
                    <a:pt x="201167" y="1038804"/>
                  </a:lnTo>
                  <a:lnTo>
                    <a:pt x="222382" y="1033588"/>
                  </a:lnTo>
                  <a:close/>
                  <a:moveTo>
                    <a:pt x="222382" y="1033588"/>
                  </a:moveTo>
                  <a:lnTo>
                    <a:pt x="223669" y="1038804"/>
                  </a:lnTo>
                  <a:lnTo>
                    <a:pt x="213951" y="1031272"/>
                  </a:lnTo>
                  <a:close/>
                  <a:moveTo>
                    <a:pt x="122191" y="732934"/>
                  </a:moveTo>
                  <a:lnTo>
                    <a:pt x="113927" y="681397"/>
                  </a:lnTo>
                  <a:lnTo>
                    <a:pt x="108274" y="736677"/>
                  </a:lnTo>
                  <a:close/>
                  <a:moveTo>
                    <a:pt x="1038922" y="1614884"/>
                  </a:moveTo>
                  <a:lnTo>
                    <a:pt x="957289" y="1619248"/>
                  </a:lnTo>
                  <a:lnTo>
                    <a:pt x="996051" y="1629272"/>
                  </a:lnTo>
                  <a:close/>
                  <a:moveTo>
                    <a:pt x="896868" y="1555237"/>
                  </a:moveTo>
                  <a:lnTo>
                    <a:pt x="843861" y="1544513"/>
                  </a:lnTo>
                  <a:lnTo>
                    <a:pt x="881669" y="1557519"/>
                  </a:lnTo>
                  <a:close/>
                  <a:moveTo>
                    <a:pt x="892394" y="1496130"/>
                  </a:moveTo>
                  <a:lnTo>
                    <a:pt x="852970" y="1490199"/>
                  </a:lnTo>
                  <a:lnTo>
                    <a:pt x="896868" y="1555237"/>
                  </a:lnTo>
                  <a:close/>
                  <a:moveTo>
                    <a:pt x="892394" y="1496130"/>
                  </a:moveTo>
                  <a:lnTo>
                    <a:pt x="829859" y="1446245"/>
                  </a:lnTo>
                  <a:lnTo>
                    <a:pt x="852970" y="1490199"/>
                  </a:lnTo>
                  <a:close/>
                  <a:moveTo>
                    <a:pt x="791205" y="1387416"/>
                  </a:moveTo>
                  <a:lnTo>
                    <a:pt x="744831" y="1454446"/>
                  </a:lnTo>
                  <a:lnTo>
                    <a:pt x="787124" y="1443006"/>
                  </a:lnTo>
                  <a:close/>
                  <a:moveTo>
                    <a:pt x="447741" y="1027065"/>
                  </a:moveTo>
                  <a:lnTo>
                    <a:pt x="440444" y="966523"/>
                  </a:lnTo>
                  <a:lnTo>
                    <a:pt x="392828" y="970982"/>
                  </a:lnTo>
                  <a:close/>
                  <a:moveTo>
                    <a:pt x="392828" y="970982"/>
                  </a:moveTo>
                  <a:lnTo>
                    <a:pt x="431117" y="915094"/>
                  </a:lnTo>
                  <a:lnTo>
                    <a:pt x="356739" y="937580"/>
                  </a:lnTo>
                  <a:close/>
                  <a:moveTo>
                    <a:pt x="431117" y="915094"/>
                  </a:moveTo>
                  <a:lnTo>
                    <a:pt x="448995" y="966523"/>
                  </a:lnTo>
                  <a:lnTo>
                    <a:pt x="481115" y="975172"/>
                  </a:lnTo>
                  <a:close/>
                  <a:moveTo>
                    <a:pt x="398916" y="863450"/>
                  </a:moveTo>
                  <a:lnTo>
                    <a:pt x="377356" y="888164"/>
                  </a:lnTo>
                  <a:lnTo>
                    <a:pt x="410225" y="869336"/>
                  </a:lnTo>
                  <a:close/>
                  <a:moveTo>
                    <a:pt x="332666" y="863450"/>
                  </a:moveTo>
                  <a:lnTo>
                    <a:pt x="363498" y="836353"/>
                  </a:lnTo>
                  <a:lnTo>
                    <a:pt x="322403" y="864769"/>
                  </a:lnTo>
                  <a:close/>
                  <a:moveTo>
                    <a:pt x="322403" y="864769"/>
                  </a:moveTo>
                  <a:lnTo>
                    <a:pt x="363498" y="836353"/>
                  </a:lnTo>
                  <a:lnTo>
                    <a:pt x="348343" y="818920"/>
                  </a:lnTo>
                  <a:close/>
                  <a:moveTo>
                    <a:pt x="322403" y="864769"/>
                  </a:moveTo>
                  <a:lnTo>
                    <a:pt x="348343" y="818920"/>
                  </a:lnTo>
                  <a:lnTo>
                    <a:pt x="293264" y="825716"/>
                  </a:lnTo>
                  <a:close/>
                  <a:moveTo>
                    <a:pt x="363498" y="836353"/>
                  </a:moveTo>
                  <a:lnTo>
                    <a:pt x="398916" y="863450"/>
                  </a:lnTo>
                  <a:lnTo>
                    <a:pt x="348343" y="818920"/>
                  </a:lnTo>
                  <a:close/>
                  <a:moveTo>
                    <a:pt x="398916" y="863450"/>
                  </a:moveTo>
                  <a:lnTo>
                    <a:pt x="410225" y="869336"/>
                  </a:lnTo>
                  <a:lnTo>
                    <a:pt x="348343" y="818920"/>
                  </a:lnTo>
                  <a:close/>
                  <a:moveTo>
                    <a:pt x="661786" y="1224206"/>
                  </a:moveTo>
                  <a:lnTo>
                    <a:pt x="650367" y="1172669"/>
                  </a:lnTo>
                  <a:lnTo>
                    <a:pt x="664707" y="1190833"/>
                  </a:lnTo>
                  <a:close/>
                  <a:moveTo>
                    <a:pt x="1067588" y="1587161"/>
                  </a:moveTo>
                  <a:lnTo>
                    <a:pt x="996051" y="1629272"/>
                  </a:lnTo>
                  <a:lnTo>
                    <a:pt x="1023117" y="1595566"/>
                  </a:lnTo>
                  <a:close/>
                  <a:moveTo>
                    <a:pt x="661786" y="1224206"/>
                  </a:moveTo>
                  <a:lnTo>
                    <a:pt x="701673" y="1275742"/>
                  </a:lnTo>
                  <a:lnTo>
                    <a:pt x="736293" y="1251648"/>
                  </a:lnTo>
                  <a:close/>
                  <a:moveTo>
                    <a:pt x="647408" y="1064237"/>
                  </a:moveTo>
                  <a:lnTo>
                    <a:pt x="625440" y="1059288"/>
                  </a:lnTo>
                  <a:lnTo>
                    <a:pt x="691601" y="1097039"/>
                  </a:lnTo>
                  <a:close/>
                  <a:moveTo>
                    <a:pt x="440444" y="966523"/>
                  </a:moveTo>
                  <a:lnTo>
                    <a:pt x="446498" y="971998"/>
                  </a:lnTo>
                  <a:lnTo>
                    <a:pt x="445935" y="965790"/>
                  </a:lnTo>
                  <a:close/>
                  <a:moveTo>
                    <a:pt x="445935" y="965790"/>
                  </a:moveTo>
                  <a:lnTo>
                    <a:pt x="446498" y="971998"/>
                  </a:lnTo>
                  <a:lnTo>
                    <a:pt x="448995" y="966523"/>
                  </a:lnTo>
                  <a:close/>
                  <a:moveTo>
                    <a:pt x="556564" y="890892"/>
                  </a:moveTo>
                  <a:lnTo>
                    <a:pt x="554744" y="953294"/>
                  </a:lnTo>
                  <a:lnTo>
                    <a:pt x="556638" y="899541"/>
                  </a:lnTo>
                  <a:close/>
                  <a:moveTo>
                    <a:pt x="332666" y="863450"/>
                  </a:moveTo>
                  <a:lnTo>
                    <a:pt x="377356" y="888164"/>
                  </a:lnTo>
                  <a:lnTo>
                    <a:pt x="379160" y="856608"/>
                  </a:lnTo>
                  <a:close/>
                  <a:moveTo>
                    <a:pt x="363498" y="836353"/>
                  </a:moveTo>
                  <a:lnTo>
                    <a:pt x="332666" y="863450"/>
                  </a:lnTo>
                  <a:lnTo>
                    <a:pt x="379160" y="856608"/>
                  </a:lnTo>
                  <a:close/>
                  <a:moveTo>
                    <a:pt x="379160" y="856608"/>
                  </a:moveTo>
                  <a:lnTo>
                    <a:pt x="377356" y="888164"/>
                  </a:lnTo>
                  <a:lnTo>
                    <a:pt x="398916" y="863450"/>
                  </a:lnTo>
                  <a:close/>
                  <a:moveTo>
                    <a:pt x="379160" y="856608"/>
                  </a:moveTo>
                  <a:lnTo>
                    <a:pt x="398916" y="863450"/>
                  </a:lnTo>
                  <a:lnTo>
                    <a:pt x="363498" y="836353"/>
                  </a:lnTo>
                  <a:close/>
                  <a:moveTo>
                    <a:pt x="197437" y="639428"/>
                  </a:moveTo>
                  <a:lnTo>
                    <a:pt x="240313" y="642554"/>
                  </a:lnTo>
                  <a:lnTo>
                    <a:pt x="214587" y="628950"/>
                  </a:lnTo>
                  <a:close/>
                  <a:moveTo>
                    <a:pt x="1076527" y="1560868"/>
                  </a:moveTo>
                  <a:lnTo>
                    <a:pt x="1100019" y="1573513"/>
                  </a:lnTo>
                  <a:lnTo>
                    <a:pt x="1070885" y="1552471"/>
                  </a:lnTo>
                  <a:close/>
                  <a:moveTo>
                    <a:pt x="1076527" y="1560868"/>
                  </a:moveTo>
                  <a:lnTo>
                    <a:pt x="1070885" y="1552471"/>
                  </a:lnTo>
                  <a:lnTo>
                    <a:pt x="1071276" y="1509331"/>
                  </a:lnTo>
                  <a:close/>
                  <a:moveTo>
                    <a:pt x="1047449" y="1383295"/>
                  </a:moveTo>
                  <a:lnTo>
                    <a:pt x="1029867" y="1446126"/>
                  </a:lnTo>
                  <a:lnTo>
                    <a:pt x="1053179" y="1382164"/>
                  </a:lnTo>
                  <a:close/>
                  <a:moveTo>
                    <a:pt x="888478" y="1406258"/>
                  </a:moveTo>
                  <a:lnTo>
                    <a:pt x="931723" y="1428536"/>
                  </a:lnTo>
                  <a:lnTo>
                    <a:pt x="939702" y="1394928"/>
                  </a:lnTo>
                  <a:close/>
                  <a:moveTo>
                    <a:pt x="995139" y="1387840"/>
                  </a:moveTo>
                  <a:lnTo>
                    <a:pt x="931723" y="1428536"/>
                  </a:lnTo>
                  <a:lnTo>
                    <a:pt x="982530" y="1443819"/>
                  </a:lnTo>
                  <a:close/>
                  <a:moveTo>
                    <a:pt x="995139" y="1387840"/>
                  </a:moveTo>
                  <a:lnTo>
                    <a:pt x="939702" y="1394928"/>
                  </a:lnTo>
                  <a:lnTo>
                    <a:pt x="931723" y="1428536"/>
                  </a:lnTo>
                  <a:close/>
                  <a:moveTo>
                    <a:pt x="1047449" y="1383295"/>
                  </a:moveTo>
                  <a:lnTo>
                    <a:pt x="995139" y="1387840"/>
                  </a:lnTo>
                  <a:lnTo>
                    <a:pt x="982530" y="1443819"/>
                  </a:lnTo>
                  <a:close/>
                  <a:moveTo>
                    <a:pt x="885890" y="1337950"/>
                  </a:moveTo>
                  <a:lnTo>
                    <a:pt x="935421" y="1335665"/>
                  </a:lnTo>
                  <a:lnTo>
                    <a:pt x="920140" y="1285345"/>
                  </a:lnTo>
                  <a:close/>
                  <a:moveTo>
                    <a:pt x="982465" y="1335400"/>
                  </a:moveTo>
                  <a:lnTo>
                    <a:pt x="945509" y="1305404"/>
                  </a:lnTo>
                  <a:lnTo>
                    <a:pt x="920140" y="1285345"/>
                  </a:lnTo>
                  <a:close/>
                  <a:moveTo>
                    <a:pt x="935421" y="1335665"/>
                  </a:moveTo>
                  <a:lnTo>
                    <a:pt x="982465" y="1335400"/>
                  </a:lnTo>
                  <a:lnTo>
                    <a:pt x="920140" y="1285345"/>
                  </a:lnTo>
                  <a:close/>
                  <a:moveTo>
                    <a:pt x="868807" y="1289095"/>
                  </a:moveTo>
                  <a:lnTo>
                    <a:pt x="920140" y="1285345"/>
                  </a:lnTo>
                  <a:lnTo>
                    <a:pt x="893031" y="1283871"/>
                  </a:lnTo>
                  <a:close/>
                  <a:moveTo>
                    <a:pt x="793200" y="1125075"/>
                  </a:moveTo>
                  <a:lnTo>
                    <a:pt x="774574" y="1148575"/>
                  </a:lnTo>
                  <a:lnTo>
                    <a:pt x="790564" y="1126495"/>
                  </a:lnTo>
                  <a:close/>
                  <a:moveTo>
                    <a:pt x="791918" y="1120284"/>
                  </a:moveTo>
                  <a:lnTo>
                    <a:pt x="767644" y="1072945"/>
                  </a:lnTo>
                  <a:lnTo>
                    <a:pt x="790564" y="1126495"/>
                  </a:lnTo>
                  <a:close/>
                  <a:moveTo>
                    <a:pt x="790564" y="1126495"/>
                  </a:moveTo>
                  <a:lnTo>
                    <a:pt x="767644" y="1072945"/>
                  </a:lnTo>
                  <a:lnTo>
                    <a:pt x="709422" y="1091738"/>
                  </a:lnTo>
                  <a:close/>
                  <a:moveTo>
                    <a:pt x="774574" y="1148575"/>
                  </a:moveTo>
                  <a:lnTo>
                    <a:pt x="791918" y="1120284"/>
                  </a:lnTo>
                  <a:lnTo>
                    <a:pt x="790564" y="1126495"/>
                  </a:lnTo>
                  <a:close/>
                  <a:moveTo>
                    <a:pt x="647408" y="1064237"/>
                  </a:moveTo>
                  <a:lnTo>
                    <a:pt x="709422" y="1091738"/>
                  </a:lnTo>
                  <a:lnTo>
                    <a:pt x="722424" y="1035132"/>
                  </a:lnTo>
                  <a:close/>
                  <a:moveTo>
                    <a:pt x="709422" y="1091738"/>
                  </a:moveTo>
                  <a:lnTo>
                    <a:pt x="767644" y="1072945"/>
                  </a:lnTo>
                  <a:lnTo>
                    <a:pt x="722424" y="1035132"/>
                  </a:lnTo>
                  <a:close/>
                  <a:moveTo>
                    <a:pt x="377868" y="620280"/>
                  </a:moveTo>
                  <a:lnTo>
                    <a:pt x="420851" y="609726"/>
                  </a:lnTo>
                  <a:lnTo>
                    <a:pt x="411772" y="609116"/>
                  </a:lnTo>
                  <a:close/>
                  <a:moveTo>
                    <a:pt x="920733" y="1117647"/>
                  </a:moveTo>
                  <a:lnTo>
                    <a:pt x="966915" y="1151924"/>
                  </a:lnTo>
                  <a:lnTo>
                    <a:pt x="905749" y="1108816"/>
                  </a:lnTo>
                  <a:close/>
                  <a:moveTo>
                    <a:pt x="767644" y="1072945"/>
                  </a:moveTo>
                  <a:lnTo>
                    <a:pt x="791918" y="1120284"/>
                  </a:lnTo>
                  <a:lnTo>
                    <a:pt x="786197" y="1067303"/>
                  </a:lnTo>
                  <a:close/>
                  <a:moveTo>
                    <a:pt x="724385" y="1016830"/>
                  </a:moveTo>
                  <a:lnTo>
                    <a:pt x="778591" y="948001"/>
                  </a:lnTo>
                  <a:lnTo>
                    <a:pt x="712487" y="963759"/>
                  </a:lnTo>
                  <a:close/>
                  <a:moveTo>
                    <a:pt x="670276" y="960094"/>
                  </a:moveTo>
                  <a:lnTo>
                    <a:pt x="712487" y="963759"/>
                  </a:lnTo>
                  <a:lnTo>
                    <a:pt x="699859" y="911283"/>
                  </a:lnTo>
                  <a:close/>
                  <a:moveTo>
                    <a:pt x="659888" y="905797"/>
                  </a:moveTo>
                  <a:lnTo>
                    <a:pt x="699859" y="911283"/>
                  </a:lnTo>
                  <a:lnTo>
                    <a:pt x="695614" y="851991"/>
                  </a:lnTo>
                  <a:close/>
                  <a:moveTo>
                    <a:pt x="659888" y="905797"/>
                  </a:moveTo>
                  <a:lnTo>
                    <a:pt x="695614" y="851991"/>
                  </a:lnTo>
                  <a:lnTo>
                    <a:pt x="649027" y="851884"/>
                  </a:lnTo>
                  <a:close/>
                  <a:moveTo>
                    <a:pt x="649027" y="851884"/>
                  </a:moveTo>
                  <a:lnTo>
                    <a:pt x="695614" y="851991"/>
                  </a:lnTo>
                  <a:lnTo>
                    <a:pt x="681329" y="800862"/>
                  </a:lnTo>
                  <a:close/>
                  <a:moveTo>
                    <a:pt x="411772" y="609116"/>
                  </a:moveTo>
                  <a:lnTo>
                    <a:pt x="421064" y="607105"/>
                  </a:lnTo>
                  <a:lnTo>
                    <a:pt x="377394" y="607074"/>
                  </a:lnTo>
                  <a:close/>
                  <a:moveTo>
                    <a:pt x="1222224" y="1442656"/>
                  </a:moveTo>
                  <a:lnTo>
                    <a:pt x="1220917" y="1506461"/>
                  </a:lnTo>
                  <a:lnTo>
                    <a:pt x="1258600" y="1507492"/>
                  </a:lnTo>
                  <a:close/>
                  <a:moveTo>
                    <a:pt x="1229436" y="1437050"/>
                  </a:moveTo>
                  <a:lnTo>
                    <a:pt x="1222224" y="1442656"/>
                  </a:lnTo>
                  <a:lnTo>
                    <a:pt x="1258600" y="1507492"/>
                  </a:lnTo>
                  <a:close/>
                  <a:moveTo>
                    <a:pt x="1295749" y="1420864"/>
                  </a:moveTo>
                  <a:lnTo>
                    <a:pt x="1308919" y="1385396"/>
                  </a:lnTo>
                  <a:lnTo>
                    <a:pt x="1278281" y="1372323"/>
                  </a:lnTo>
                  <a:close/>
                  <a:moveTo>
                    <a:pt x="1220285" y="1381490"/>
                  </a:moveTo>
                  <a:lnTo>
                    <a:pt x="1278281" y="1372323"/>
                  </a:lnTo>
                  <a:lnTo>
                    <a:pt x="1254439" y="1328962"/>
                  </a:lnTo>
                  <a:close/>
                  <a:moveTo>
                    <a:pt x="1213277" y="1324444"/>
                  </a:moveTo>
                  <a:lnTo>
                    <a:pt x="1254439" y="1328962"/>
                  </a:lnTo>
                  <a:lnTo>
                    <a:pt x="1238370" y="1279283"/>
                  </a:lnTo>
                  <a:close/>
                  <a:moveTo>
                    <a:pt x="305562" y="119916"/>
                  </a:moveTo>
                  <a:lnTo>
                    <a:pt x="219534" y="107850"/>
                  </a:lnTo>
                  <a:lnTo>
                    <a:pt x="254122" y="102270"/>
                  </a:lnTo>
                  <a:close/>
                  <a:moveTo>
                    <a:pt x="1000974" y="846053"/>
                  </a:moveTo>
                  <a:lnTo>
                    <a:pt x="985668" y="781055"/>
                  </a:lnTo>
                  <a:lnTo>
                    <a:pt x="991487" y="770423"/>
                  </a:lnTo>
                  <a:close/>
                  <a:moveTo>
                    <a:pt x="874090" y="742980"/>
                  </a:moveTo>
                  <a:lnTo>
                    <a:pt x="898396" y="764332"/>
                  </a:lnTo>
                  <a:lnTo>
                    <a:pt x="908863" y="729827"/>
                  </a:lnTo>
                  <a:close/>
                  <a:moveTo>
                    <a:pt x="805747" y="691443"/>
                  </a:moveTo>
                  <a:lnTo>
                    <a:pt x="809091" y="644891"/>
                  </a:lnTo>
                  <a:lnTo>
                    <a:pt x="832029" y="615813"/>
                  </a:lnTo>
                  <a:close/>
                  <a:moveTo>
                    <a:pt x="685618" y="492822"/>
                  </a:moveTo>
                  <a:lnTo>
                    <a:pt x="644649" y="514323"/>
                  </a:lnTo>
                  <a:lnTo>
                    <a:pt x="716636" y="473894"/>
                  </a:lnTo>
                  <a:close/>
                  <a:moveTo>
                    <a:pt x="1047920" y="755483"/>
                  </a:moveTo>
                  <a:lnTo>
                    <a:pt x="991487" y="770423"/>
                  </a:lnTo>
                  <a:lnTo>
                    <a:pt x="1072931" y="797737"/>
                  </a:lnTo>
                  <a:close/>
                  <a:moveTo>
                    <a:pt x="1072931" y="797737"/>
                  </a:moveTo>
                  <a:lnTo>
                    <a:pt x="985668" y="781055"/>
                  </a:lnTo>
                  <a:lnTo>
                    <a:pt x="1017661" y="765772"/>
                  </a:lnTo>
                  <a:close/>
                  <a:moveTo>
                    <a:pt x="858575" y="607243"/>
                  </a:moveTo>
                  <a:lnTo>
                    <a:pt x="905938" y="657633"/>
                  </a:lnTo>
                  <a:lnTo>
                    <a:pt x="903854" y="608414"/>
                  </a:lnTo>
                  <a:close/>
                  <a:moveTo>
                    <a:pt x="858575" y="607243"/>
                  </a:moveTo>
                  <a:lnTo>
                    <a:pt x="903854" y="608414"/>
                  </a:lnTo>
                  <a:lnTo>
                    <a:pt x="889592" y="596515"/>
                  </a:lnTo>
                  <a:close/>
                  <a:moveTo>
                    <a:pt x="658925" y="341894"/>
                  </a:moveTo>
                  <a:lnTo>
                    <a:pt x="673504" y="352409"/>
                  </a:lnTo>
                  <a:lnTo>
                    <a:pt x="718451" y="345780"/>
                  </a:lnTo>
                  <a:close/>
                  <a:moveTo>
                    <a:pt x="744772" y="348066"/>
                  </a:moveTo>
                  <a:lnTo>
                    <a:pt x="706656" y="341071"/>
                  </a:lnTo>
                  <a:lnTo>
                    <a:pt x="767886" y="355931"/>
                  </a:lnTo>
                  <a:close/>
                  <a:moveTo>
                    <a:pt x="706656" y="341071"/>
                  </a:moveTo>
                  <a:lnTo>
                    <a:pt x="718451" y="345780"/>
                  </a:lnTo>
                  <a:lnTo>
                    <a:pt x="767886" y="355931"/>
                  </a:lnTo>
                  <a:close/>
                  <a:moveTo>
                    <a:pt x="601133" y="255057"/>
                  </a:moveTo>
                  <a:lnTo>
                    <a:pt x="645292" y="290234"/>
                  </a:lnTo>
                  <a:lnTo>
                    <a:pt x="599351" y="249839"/>
                  </a:lnTo>
                  <a:close/>
                  <a:moveTo>
                    <a:pt x="587060" y="236850"/>
                  </a:moveTo>
                  <a:lnTo>
                    <a:pt x="601133" y="255057"/>
                  </a:lnTo>
                  <a:lnTo>
                    <a:pt x="599351" y="249839"/>
                  </a:lnTo>
                  <a:close/>
                  <a:moveTo>
                    <a:pt x="606864" y="195989"/>
                  </a:moveTo>
                  <a:lnTo>
                    <a:pt x="605653" y="233624"/>
                  </a:lnTo>
                  <a:lnTo>
                    <a:pt x="589823" y="214215"/>
                  </a:lnTo>
                  <a:close/>
                  <a:moveTo>
                    <a:pt x="589823" y="214215"/>
                  </a:moveTo>
                  <a:lnTo>
                    <a:pt x="605653" y="233624"/>
                  </a:lnTo>
                  <a:lnTo>
                    <a:pt x="587060" y="236850"/>
                  </a:lnTo>
                  <a:close/>
                  <a:moveTo>
                    <a:pt x="509575" y="88859"/>
                  </a:moveTo>
                  <a:lnTo>
                    <a:pt x="494673" y="76353"/>
                  </a:lnTo>
                  <a:lnTo>
                    <a:pt x="494274" y="148816"/>
                  </a:lnTo>
                  <a:close/>
                  <a:moveTo>
                    <a:pt x="494274" y="148816"/>
                  </a:moveTo>
                  <a:lnTo>
                    <a:pt x="494673" y="76353"/>
                  </a:lnTo>
                  <a:lnTo>
                    <a:pt x="432672" y="98173"/>
                  </a:lnTo>
                  <a:close/>
                  <a:moveTo>
                    <a:pt x="494274" y="148816"/>
                  </a:moveTo>
                  <a:lnTo>
                    <a:pt x="432672" y="98173"/>
                  </a:lnTo>
                  <a:lnTo>
                    <a:pt x="451291" y="145779"/>
                  </a:lnTo>
                  <a:close/>
                  <a:moveTo>
                    <a:pt x="794750" y="321471"/>
                  </a:moveTo>
                  <a:lnTo>
                    <a:pt x="767886" y="355931"/>
                  </a:lnTo>
                  <a:lnTo>
                    <a:pt x="718451" y="345780"/>
                  </a:lnTo>
                  <a:close/>
                  <a:moveTo>
                    <a:pt x="549733" y="52259"/>
                  </a:moveTo>
                  <a:lnTo>
                    <a:pt x="509575" y="88859"/>
                  </a:lnTo>
                  <a:lnTo>
                    <a:pt x="545882" y="127890"/>
                  </a:lnTo>
                  <a:close/>
                  <a:moveTo>
                    <a:pt x="780930" y="0"/>
                  </a:moveTo>
                  <a:lnTo>
                    <a:pt x="783746" y="4071"/>
                  </a:lnTo>
                  <a:lnTo>
                    <a:pt x="784210" y="2290"/>
                  </a:lnTo>
                  <a:close/>
                </a:path>
              </a:pathLst>
            </a:custGeom>
            <a:solidFill>
              <a:srgbClr val="F2F4F6"/>
            </a:solidFill>
            <a:ln w="1524">
              <a:solidFill>
                <a:srgbClr val="F2F4F6"/>
              </a:solidFill>
            </a:ln>
          </p:spPr>
        </p:sp>
        <p:sp>
          <p:nvSpPr>
            <p:cNvPr id="4269" name="Output_density__4268">
              <a:extLst>
                <a:ext uri="{FF2B5EF4-FFF2-40B4-BE49-F238E27FC236}">
                  <a16:creationId xmlns:a16="http://schemas.microsoft.com/office/drawing/2014/main" id="{40AF12C5-34F8-14AB-2363-C395DAA0BAF2}"/>
                </a:ext>
              </a:extLst>
            </p:cNvPr>
            <p:cNvSpPr>
              <a:spLocks noGrp="1"/>
            </p:cNvSpPr>
            <p:nvPr/>
          </p:nvSpPr>
          <p:spPr>
            <a:xfrm>
              <a:off x="15316483" y="2309942"/>
              <a:ext cx="1299619" cy="1948336"/>
            </a:xfrm>
            <a:custGeom>
              <a:avLst/>
              <a:gdLst/>
              <a:ahLst/>
              <a:cxnLst/>
              <a:rect l="0" t="0" r="0" b="0"/>
              <a:pathLst>
                <a:path w="1299619" h="1948336">
                  <a:moveTo>
                    <a:pt x="418920" y="1896800"/>
                  </a:moveTo>
                  <a:lnTo>
                    <a:pt x="442031" y="1948336"/>
                  </a:lnTo>
                  <a:lnTo>
                    <a:pt x="502434" y="1924242"/>
                  </a:lnTo>
                  <a:close/>
                  <a:moveTo>
                    <a:pt x="418920" y="1896800"/>
                  </a:moveTo>
                  <a:lnTo>
                    <a:pt x="502434" y="1924242"/>
                  </a:lnTo>
                  <a:lnTo>
                    <a:pt x="492825" y="1872706"/>
                  </a:lnTo>
                  <a:close/>
                  <a:moveTo>
                    <a:pt x="492825" y="1872706"/>
                  </a:moveTo>
                  <a:lnTo>
                    <a:pt x="510487" y="1922181"/>
                  </a:lnTo>
                  <a:lnTo>
                    <a:pt x="495005" y="1872025"/>
                  </a:lnTo>
                  <a:close/>
                  <a:moveTo>
                    <a:pt x="492825" y="1872706"/>
                  </a:moveTo>
                  <a:lnTo>
                    <a:pt x="502434" y="1924242"/>
                  </a:lnTo>
                  <a:lnTo>
                    <a:pt x="510487" y="1922181"/>
                  </a:lnTo>
                  <a:close/>
                  <a:moveTo>
                    <a:pt x="490094" y="1857475"/>
                  </a:moveTo>
                  <a:lnTo>
                    <a:pt x="492825" y="1872706"/>
                  </a:lnTo>
                  <a:lnTo>
                    <a:pt x="495005" y="1872025"/>
                  </a:lnTo>
                  <a:close/>
                  <a:moveTo>
                    <a:pt x="47898" y="1051469"/>
                  </a:moveTo>
                  <a:lnTo>
                    <a:pt x="76227" y="1027375"/>
                  </a:lnTo>
                  <a:lnTo>
                    <a:pt x="39946" y="999932"/>
                  </a:lnTo>
                  <a:close/>
                  <a:moveTo>
                    <a:pt x="766137" y="1724793"/>
                  </a:moveTo>
                  <a:lnTo>
                    <a:pt x="722443" y="1748887"/>
                  </a:lnTo>
                  <a:lnTo>
                    <a:pt x="786885" y="1776330"/>
                  </a:lnTo>
                  <a:close/>
                  <a:moveTo>
                    <a:pt x="766137" y="1724793"/>
                  </a:moveTo>
                  <a:lnTo>
                    <a:pt x="779007" y="1699367"/>
                  </a:lnTo>
                  <a:lnTo>
                    <a:pt x="698512" y="1697351"/>
                  </a:lnTo>
                  <a:close/>
                  <a:moveTo>
                    <a:pt x="722443" y="1748887"/>
                  </a:moveTo>
                  <a:lnTo>
                    <a:pt x="766137" y="1724793"/>
                  </a:lnTo>
                  <a:lnTo>
                    <a:pt x="698512" y="1697351"/>
                  </a:lnTo>
                  <a:close/>
                  <a:moveTo>
                    <a:pt x="766137" y="1724793"/>
                  </a:moveTo>
                  <a:lnTo>
                    <a:pt x="820099" y="1759658"/>
                  </a:lnTo>
                  <a:lnTo>
                    <a:pt x="812799" y="1702849"/>
                  </a:lnTo>
                  <a:close/>
                  <a:moveTo>
                    <a:pt x="766137" y="1724793"/>
                  </a:moveTo>
                  <a:lnTo>
                    <a:pt x="786885" y="1776330"/>
                  </a:lnTo>
                  <a:lnTo>
                    <a:pt x="820099" y="1759658"/>
                  </a:lnTo>
                  <a:close/>
                  <a:moveTo>
                    <a:pt x="779007" y="1699367"/>
                  </a:moveTo>
                  <a:lnTo>
                    <a:pt x="766137" y="1724793"/>
                  </a:lnTo>
                  <a:lnTo>
                    <a:pt x="812799" y="1702849"/>
                  </a:lnTo>
                  <a:close/>
                  <a:moveTo>
                    <a:pt x="858266" y="1686127"/>
                  </a:moveTo>
                  <a:lnTo>
                    <a:pt x="846978" y="1713045"/>
                  </a:lnTo>
                  <a:lnTo>
                    <a:pt x="821651" y="1700699"/>
                  </a:lnTo>
                  <a:close/>
                  <a:moveTo>
                    <a:pt x="812799" y="1702849"/>
                  </a:moveTo>
                  <a:lnTo>
                    <a:pt x="814851" y="1724793"/>
                  </a:lnTo>
                  <a:lnTo>
                    <a:pt x="779007" y="1699367"/>
                  </a:lnTo>
                  <a:close/>
                  <a:moveTo>
                    <a:pt x="846978" y="1713045"/>
                  </a:moveTo>
                  <a:lnTo>
                    <a:pt x="858266" y="1686127"/>
                  </a:lnTo>
                  <a:lnTo>
                    <a:pt x="839137" y="1724793"/>
                  </a:lnTo>
                  <a:close/>
                  <a:moveTo>
                    <a:pt x="839137" y="1724793"/>
                  </a:moveTo>
                  <a:lnTo>
                    <a:pt x="858266" y="1686127"/>
                  </a:lnTo>
                  <a:lnTo>
                    <a:pt x="867052" y="1649163"/>
                  </a:lnTo>
                  <a:close/>
                  <a:moveTo>
                    <a:pt x="897333" y="1734850"/>
                  </a:moveTo>
                  <a:lnTo>
                    <a:pt x="949647" y="1718209"/>
                  </a:lnTo>
                  <a:lnTo>
                    <a:pt x="918044" y="1693252"/>
                  </a:lnTo>
                  <a:close/>
                  <a:moveTo>
                    <a:pt x="897333" y="1734850"/>
                  </a:moveTo>
                  <a:lnTo>
                    <a:pt x="918044" y="1693252"/>
                  </a:lnTo>
                  <a:lnTo>
                    <a:pt x="870635" y="1693812"/>
                  </a:lnTo>
                  <a:close/>
                  <a:moveTo>
                    <a:pt x="858266" y="1686127"/>
                  </a:moveTo>
                  <a:lnTo>
                    <a:pt x="821651" y="1700699"/>
                  </a:lnTo>
                  <a:lnTo>
                    <a:pt x="870635" y="1693812"/>
                  </a:lnTo>
                  <a:close/>
                  <a:moveTo>
                    <a:pt x="870635" y="1693812"/>
                  </a:moveTo>
                  <a:lnTo>
                    <a:pt x="867052" y="1649163"/>
                  </a:lnTo>
                  <a:lnTo>
                    <a:pt x="858266" y="1686127"/>
                  </a:lnTo>
                  <a:close/>
                  <a:moveTo>
                    <a:pt x="918044" y="1693252"/>
                  </a:moveTo>
                  <a:lnTo>
                    <a:pt x="949647" y="1718209"/>
                  </a:lnTo>
                  <a:lnTo>
                    <a:pt x="989501" y="1692540"/>
                  </a:lnTo>
                  <a:close/>
                  <a:moveTo>
                    <a:pt x="788964" y="1470459"/>
                  </a:moveTo>
                  <a:lnTo>
                    <a:pt x="773535" y="1544010"/>
                  </a:lnTo>
                  <a:lnTo>
                    <a:pt x="790777" y="1473573"/>
                  </a:lnTo>
                  <a:close/>
                  <a:moveTo>
                    <a:pt x="788964" y="1470459"/>
                  </a:moveTo>
                  <a:lnTo>
                    <a:pt x="788022" y="1463274"/>
                  </a:lnTo>
                  <a:lnTo>
                    <a:pt x="736568" y="1443017"/>
                  </a:lnTo>
                  <a:close/>
                  <a:moveTo>
                    <a:pt x="741372" y="1494553"/>
                  </a:moveTo>
                  <a:lnTo>
                    <a:pt x="788964" y="1470459"/>
                  </a:lnTo>
                  <a:lnTo>
                    <a:pt x="736568" y="1443017"/>
                  </a:lnTo>
                  <a:close/>
                  <a:moveTo>
                    <a:pt x="766336" y="1426909"/>
                  </a:moveTo>
                  <a:lnTo>
                    <a:pt x="788022" y="1463274"/>
                  </a:lnTo>
                  <a:lnTo>
                    <a:pt x="789614" y="1418923"/>
                  </a:lnTo>
                  <a:close/>
                  <a:moveTo>
                    <a:pt x="404356" y="1076873"/>
                  </a:moveTo>
                  <a:lnTo>
                    <a:pt x="413211" y="1058167"/>
                  </a:lnTo>
                  <a:lnTo>
                    <a:pt x="394753" y="1082260"/>
                  </a:lnTo>
                  <a:close/>
                  <a:moveTo>
                    <a:pt x="955178" y="1725805"/>
                  </a:moveTo>
                  <a:lnTo>
                    <a:pt x="989501" y="1692540"/>
                  </a:lnTo>
                  <a:lnTo>
                    <a:pt x="949647" y="1718209"/>
                  </a:lnTo>
                  <a:close/>
                  <a:moveTo>
                    <a:pt x="955178" y="1725805"/>
                  </a:moveTo>
                  <a:lnTo>
                    <a:pt x="1023323" y="1708386"/>
                  </a:lnTo>
                  <a:lnTo>
                    <a:pt x="989501" y="1692540"/>
                  </a:lnTo>
                  <a:close/>
                  <a:moveTo>
                    <a:pt x="1073446" y="1696821"/>
                  </a:moveTo>
                  <a:lnTo>
                    <a:pt x="1023323" y="1708386"/>
                  </a:lnTo>
                  <a:lnTo>
                    <a:pt x="1042642" y="1704048"/>
                  </a:lnTo>
                  <a:close/>
                  <a:moveTo>
                    <a:pt x="989501" y="1692540"/>
                  </a:moveTo>
                  <a:lnTo>
                    <a:pt x="1023323" y="1708386"/>
                  </a:lnTo>
                  <a:lnTo>
                    <a:pt x="1073446" y="1696821"/>
                  </a:lnTo>
                  <a:close/>
                  <a:moveTo>
                    <a:pt x="788964" y="1470459"/>
                  </a:moveTo>
                  <a:lnTo>
                    <a:pt x="790777" y="1473573"/>
                  </a:lnTo>
                  <a:lnTo>
                    <a:pt x="791776" y="1468970"/>
                  </a:lnTo>
                  <a:close/>
                  <a:moveTo>
                    <a:pt x="788022" y="1463274"/>
                  </a:moveTo>
                  <a:lnTo>
                    <a:pt x="788964" y="1470459"/>
                  </a:lnTo>
                  <a:lnTo>
                    <a:pt x="791776" y="1468970"/>
                  </a:lnTo>
                  <a:close/>
                  <a:moveTo>
                    <a:pt x="788022" y="1463274"/>
                  </a:moveTo>
                  <a:lnTo>
                    <a:pt x="791776" y="1468970"/>
                  </a:lnTo>
                  <a:lnTo>
                    <a:pt x="789614" y="1418923"/>
                  </a:lnTo>
                  <a:close/>
                  <a:moveTo>
                    <a:pt x="883835" y="1377027"/>
                  </a:moveTo>
                  <a:lnTo>
                    <a:pt x="869867" y="1380722"/>
                  </a:lnTo>
                  <a:lnTo>
                    <a:pt x="819254" y="1394828"/>
                  </a:lnTo>
                  <a:close/>
                  <a:moveTo>
                    <a:pt x="869867" y="1380722"/>
                  </a:moveTo>
                  <a:lnTo>
                    <a:pt x="885597" y="1370735"/>
                  </a:lnTo>
                  <a:lnTo>
                    <a:pt x="920244" y="1338479"/>
                  </a:lnTo>
                  <a:close/>
                  <a:moveTo>
                    <a:pt x="869867" y="1380722"/>
                  </a:moveTo>
                  <a:lnTo>
                    <a:pt x="883835" y="1377027"/>
                  </a:lnTo>
                  <a:lnTo>
                    <a:pt x="885597" y="1370735"/>
                  </a:lnTo>
                  <a:close/>
                  <a:moveTo>
                    <a:pt x="727762" y="1240219"/>
                  </a:moveTo>
                  <a:lnTo>
                    <a:pt x="775387" y="1267661"/>
                  </a:lnTo>
                  <a:lnTo>
                    <a:pt x="763873" y="1216125"/>
                  </a:lnTo>
                  <a:close/>
                  <a:moveTo>
                    <a:pt x="732788" y="1188682"/>
                  </a:moveTo>
                  <a:lnTo>
                    <a:pt x="727762" y="1240219"/>
                  </a:lnTo>
                  <a:lnTo>
                    <a:pt x="763873" y="1216125"/>
                  </a:lnTo>
                  <a:close/>
                  <a:moveTo>
                    <a:pt x="732788" y="1188682"/>
                  </a:moveTo>
                  <a:lnTo>
                    <a:pt x="763873" y="1216125"/>
                  </a:lnTo>
                  <a:lnTo>
                    <a:pt x="768996" y="1164588"/>
                  </a:lnTo>
                  <a:close/>
                  <a:moveTo>
                    <a:pt x="356169" y="700759"/>
                  </a:moveTo>
                  <a:lnTo>
                    <a:pt x="317708" y="710103"/>
                  </a:lnTo>
                  <a:lnTo>
                    <a:pt x="327521" y="764868"/>
                  </a:lnTo>
                  <a:close/>
                  <a:moveTo>
                    <a:pt x="372095" y="686453"/>
                  </a:moveTo>
                  <a:lnTo>
                    <a:pt x="317708" y="710103"/>
                  </a:lnTo>
                  <a:lnTo>
                    <a:pt x="356169" y="700759"/>
                  </a:lnTo>
                  <a:close/>
                  <a:moveTo>
                    <a:pt x="0" y="364096"/>
                  </a:moveTo>
                  <a:lnTo>
                    <a:pt x="7265" y="415633"/>
                  </a:lnTo>
                  <a:lnTo>
                    <a:pt x="31538" y="340003"/>
                  </a:lnTo>
                  <a:close/>
                  <a:moveTo>
                    <a:pt x="39304" y="315588"/>
                  </a:moveTo>
                  <a:lnTo>
                    <a:pt x="0" y="364096"/>
                  </a:lnTo>
                  <a:lnTo>
                    <a:pt x="31538" y="340003"/>
                  </a:lnTo>
                  <a:close/>
                  <a:moveTo>
                    <a:pt x="1148671" y="1576881"/>
                  </a:moveTo>
                  <a:lnTo>
                    <a:pt x="1148280" y="1620020"/>
                  </a:lnTo>
                  <a:lnTo>
                    <a:pt x="1208634" y="1583113"/>
                  </a:lnTo>
                  <a:close/>
                  <a:moveTo>
                    <a:pt x="1208634" y="1583113"/>
                  </a:moveTo>
                  <a:lnTo>
                    <a:pt x="1148280" y="1620020"/>
                  </a:lnTo>
                  <a:lnTo>
                    <a:pt x="1162389" y="1584886"/>
                  </a:lnTo>
                  <a:close/>
                  <a:moveTo>
                    <a:pt x="1208634" y="1583113"/>
                  </a:moveTo>
                  <a:lnTo>
                    <a:pt x="1190013" y="1561332"/>
                  </a:lnTo>
                  <a:lnTo>
                    <a:pt x="1148671" y="1576881"/>
                  </a:lnTo>
                  <a:close/>
                  <a:moveTo>
                    <a:pt x="1190013" y="1561332"/>
                  </a:moveTo>
                  <a:lnTo>
                    <a:pt x="1208634" y="1583113"/>
                  </a:lnTo>
                  <a:lnTo>
                    <a:pt x="1216110" y="1552787"/>
                  </a:lnTo>
                  <a:close/>
                  <a:moveTo>
                    <a:pt x="768996" y="1164588"/>
                  </a:moveTo>
                  <a:lnTo>
                    <a:pt x="813372" y="1200441"/>
                  </a:lnTo>
                  <a:lnTo>
                    <a:pt x="786817" y="1159287"/>
                  </a:lnTo>
                  <a:close/>
                  <a:moveTo>
                    <a:pt x="768996" y="1164588"/>
                  </a:moveTo>
                  <a:lnTo>
                    <a:pt x="763873" y="1216125"/>
                  </a:lnTo>
                  <a:lnTo>
                    <a:pt x="813372" y="1200441"/>
                  </a:lnTo>
                  <a:close/>
                  <a:moveTo>
                    <a:pt x="634033" y="967090"/>
                  </a:moveTo>
                  <a:lnTo>
                    <a:pt x="662831" y="939862"/>
                  </a:lnTo>
                  <a:lnTo>
                    <a:pt x="633959" y="958442"/>
                  </a:lnTo>
                  <a:close/>
                  <a:moveTo>
                    <a:pt x="662831" y="939862"/>
                  </a:moveTo>
                  <a:lnTo>
                    <a:pt x="666574" y="934348"/>
                  </a:lnTo>
                  <a:lnTo>
                    <a:pt x="633959" y="958442"/>
                  </a:lnTo>
                  <a:close/>
                  <a:moveTo>
                    <a:pt x="639588" y="906905"/>
                  </a:moveTo>
                  <a:lnTo>
                    <a:pt x="633959" y="958442"/>
                  </a:lnTo>
                  <a:lnTo>
                    <a:pt x="666574" y="934348"/>
                  </a:lnTo>
                  <a:close/>
                  <a:moveTo>
                    <a:pt x="639588" y="906905"/>
                  </a:moveTo>
                  <a:lnTo>
                    <a:pt x="666574" y="934348"/>
                  </a:lnTo>
                  <a:lnTo>
                    <a:pt x="675107" y="882811"/>
                  </a:lnTo>
                  <a:close/>
                  <a:moveTo>
                    <a:pt x="356169" y="700759"/>
                  </a:moveTo>
                  <a:lnTo>
                    <a:pt x="406998" y="738237"/>
                  </a:lnTo>
                  <a:lnTo>
                    <a:pt x="382053" y="695774"/>
                  </a:lnTo>
                  <a:close/>
                  <a:moveTo>
                    <a:pt x="459659" y="733407"/>
                  </a:moveTo>
                  <a:lnTo>
                    <a:pt x="448518" y="676665"/>
                  </a:lnTo>
                  <a:lnTo>
                    <a:pt x="382053" y="695774"/>
                  </a:lnTo>
                  <a:close/>
                  <a:moveTo>
                    <a:pt x="372095" y="686453"/>
                  </a:moveTo>
                  <a:lnTo>
                    <a:pt x="356169" y="700759"/>
                  </a:lnTo>
                  <a:lnTo>
                    <a:pt x="382053" y="695774"/>
                  </a:lnTo>
                  <a:close/>
                  <a:moveTo>
                    <a:pt x="372095" y="686453"/>
                  </a:moveTo>
                  <a:lnTo>
                    <a:pt x="382053" y="695774"/>
                  </a:lnTo>
                  <a:lnTo>
                    <a:pt x="382004" y="649222"/>
                  </a:lnTo>
                  <a:close/>
                  <a:moveTo>
                    <a:pt x="382004" y="649222"/>
                  </a:moveTo>
                  <a:lnTo>
                    <a:pt x="382053" y="695774"/>
                  </a:lnTo>
                  <a:lnTo>
                    <a:pt x="448518" y="676665"/>
                  </a:lnTo>
                  <a:close/>
                  <a:moveTo>
                    <a:pt x="382004" y="649222"/>
                  </a:moveTo>
                  <a:lnTo>
                    <a:pt x="448518" y="676665"/>
                  </a:lnTo>
                  <a:lnTo>
                    <a:pt x="435908" y="625128"/>
                  </a:lnTo>
                  <a:close/>
                  <a:moveTo>
                    <a:pt x="437510" y="621452"/>
                  </a:moveTo>
                  <a:lnTo>
                    <a:pt x="382004" y="649222"/>
                  </a:lnTo>
                  <a:lnTo>
                    <a:pt x="435908" y="625128"/>
                  </a:lnTo>
                  <a:close/>
                  <a:moveTo>
                    <a:pt x="1208634" y="1583113"/>
                  </a:moveTo>
                  <a:lnTo>
                    <a:pt x="1235705" y="1586928"/>
                  </a:lnTo>
                  <a:lnTo>
                    <a:pt x="1216110" y="1552787"/>
                  </a:lnTo>
                  <a:close/>
                  <a:moveTo>
                    <a:pt x="1216110" y="1552787"/>
                  </a:moveTo>
                  <a:lnTo>
                    <a:pt x="1235705" y="1586928"/>
                  </a:lnTo>
                  <a:lnTo>
                    <a:pt x="1274267" y="1580230"/>
                  </a:lnTo>
                  <a:close/>
                  <a:moveTo>
                    <a:pt x="1216110" y="1552787"/>
                  </a:moveTo>
                  <a:lnTo>
                    <a:pt x="1274267" y="1580230"/>
                  </a:lnTo>
                  <a:lnTo>
                    <a:pt x="1275595" y="1528693"/>
                  </a:lnTo>
                  <a:close/>
                  <a:moveTo>
                    <a:pt x="1117278" y="1394253"/>
                  </a:moveTo>
                  <a:lnTo>
                    <a:pt x="1122285" y="1434945"/>
                  </a:lnTo>
                  <a:lnTo>
                    <a:pt x="1180170" y="1374083"/>
                  </a:lnTo>
                  <a:close/>
                  <a:moveTo>
                    <a:pt x="1180170" y="1374083"/>
                  </a:moveTo>
                  <a:lnTo>
                    <a:pt x="1122285" y="1434945"/>
                  </a:lnTo>
                  <a:lnTo>
                    <a:pt x="1130574" y="1449714"/>
                  </a:lnTo>
                  <a:close/>
                  <a:moveTo>
                    <a:pt x="1180170" y="1374083"/>
                  </a:moveTo>
                  <a:lnTo>
                    <a:pt x="1130574" y="1449714"/>
                  </a:lnTo>
                  <a:lnTo>
                    <a:pt x="1188370" y="1425620"/>
                  </a:lnTo>
                  <a:close/>
                  <a:moveTo>
                    <a:pt x="1100324" y="1398177"/>
                  </a:moveTo>
                  <a:lnTo>
                    <a:pt x="1122285" y="1434945"/>
                  </a:lnTo>
                  <a:lnTo>
                    <a:pt x="1117278" y="1394253"/>
                  </a:lnTo>
                  <a:close/>
                  <a:moveTo>
                    <a:pt x="448518" y="676665"/>
                  </a:moveTo>
                  <a:lnTo>
                    <a:pt x="454789" y="674623"/>
                  </a:lnTo>
                  <a:lnTo>
                    <a:pt x="435908" y="625128"/>
                  </a:lnTo>
                  <a:close/>
                  <a:moveTo>
                    <a:pt x="1275595" y="1528693"/>
                  </a:moveTo>
                  <a:lnTo>
                    <a:pt x="1299619" y="1510206"/>
                  </a:lnTo>
                  <a:lnTo>
                    <a:pt x="1285545" y="1453063"/>
                  </a:lnTo>
                  <a:close/>
                  <a:moveTo>
                    <a:pt x="1213923" y="1416407"/>
                  </a:moveTo>
                  <a:lnTo>
                    <a:pt x="1210609" y="1455597"/>
                  </a:lnTo>
                  <a:lnTo>
                    <a:pt x="1261098" y="1401526"/>
                  </a:lnTo>
                  <a:close/>
                  <a:moveTo>
                    <a:pt x="1188370" y="1425620"/>
                  </a:moveTo>
                  <a:lnTo>
                    <a:pt x="1210609" y="1455597"/>
                  </a:lnTo>
                  <a:lnTo>
                    <a:pt x="1213923" y="1416407"/>
                  </a:lnTo>
                  <a:close/>
                  <a:moveTo>
                    <a:pt x="1180170" y="1374083"/>
                  </a:moveTo>
                  <a:lnTo>
                    <a:pt x="1213923" y="1416407"/>
                  </a:lnTo>
                  <a:lnTo>
                    <a:pt x="1194947" y="1369092"/>
                  </a:lnTo>
                  <a:close/>
                  <a:moveTo>
                    <a:pt x="1180170" y="1374083"/>
                  </a:moveTo>
                  <a:lnTo>
                    <a:pt x="1188370" y="1425620"/>
                  </a:lnTo>
                  <a:lnTo>
                    <a:pt x="1213923" y="1416407"/>
                  </a:lnTo>
                  <a:close/>
                  <a:moveTo>
                    <a:pt x="1261098" y="1401526"/>
                  </a:moveTo>
                  <a:lnTo>
                    <a:pt x="1253003" y="1349989"/>
                  </a:lnTo>
                  <a:lnTo>
                    <a:pt x="1213923" y="1416407"/>
                  </a:lnTo>
                  <a:close/>
                  <a:moveTo>
                    <a:pt x="1253003" y="1349989"/>
                  </a:moveTo>
                  <a:lnTo>
                    <a:pt x="1194947" y="1369092"/>
                  </a:lnTo>
                  <a:lnTo>
                    <a:pt x="1213923" y="1416407"/>
                  </a:lnTo>
                  <a:close/>
                  <a:moveTo>
                    <a:pt x="1160380" y="1322547"/>
                  </a:moveTo>
                  <a:lnTo>
                    <a:pt x="1194947" y="1369092"/>
                  </a:lnTo>
                  <a:lnTo>
                    <a:pt x="1186237" y="1313430"/>
                  </a:lnTo>
                  <a:close/>
                  <a:moveTo>
                    <a:pt x="1160380" y="1322547"/>
                  </a:moveTo>
                  <a:lnTo>
                    <a:pt x="1180170" y="1374083"/>
                  </a:lnTo>
                  <a:lnTo>
                    <a:pt x="1194947" y="1369092"/>
                  </a:lnTo>
                  <a:close/>
                  <a:moveTo>
                    <a:pt x="1253003" y="1349989"/>
                  </a:moveTo>
                  <a:lnTo>
                    <a:pt x="1254701" y="1310876"/>
                  </a:lnTo>
                  <a:lnTo>
                    <a:pt x="1194947" y="1369092"/>
                  </a:lnTo>
                  <a:close/>
                  <a:moveTo>
                    <a:pt x="1261098" y="1401526"/>
                  </a:moveTo>
                  <a:lnTo>
                    <a:pt x="1297680" y="1449040"/>
                  </a:lnTo>
                  <a:lnTo>
                    <a:pt x="1290672" y="1391993"/>
                  </a:lnTo>
                  <a:close/>
                  <a:moveTo>
                    <a:pt x="1261098" y="1401526"/>
                  </a:moveTo>
                  <a:lnTo>
                    <a:pt x="1285545" y="1453063"/>
                  </a:lnTo>
                  <a:lnTo>
                    <a:pt x="1297680" y="1449040"/>
                  </a:lnTo>
                  <a:close/>
                  <a:moveTo>
                    <a:pt x="1253003" y="1349989"/>
                  </a:moveTo>
                  <a:lnTo>
                    <a:pt x="1290672" y="1391993"/>
                  </a:lnTo>
                  <a:lnTo>
                    <a:pt x="1272667" y="1343889"/>
                  </a:lnTo>
                  <a:close/>
                  <a:moveTo>
                    <a:pt x="1253003" y="1349989"/>
                  </a:moveTo>
                  <a:lnTo>
                    <a:pt x="1261098" y="1401526"/>
                  </a:lnTo>
                  <a:lnTo>
                    <a:pt x="1290672" y="1391993"/>
                  </a:lnTo>
                  <a:close/>
                  <a:moveTo>
                    <a:pt x="1254701" y="1310876"/>
                  </a:moveTo>
                  <a:lnTo>
                    <a:pt x="1253003" y="1349989"/>
                  </a:lnTo>
                  <a:lnTo>
                    <a:pt x="1272667" y="1343889"/>
                  </a:lnTo>
                  <a:close/>
                  <a:moveTo>
                    <a:pt x="921556" y="668883"/>
                  </a:moveTo>
                  <a:lnTo>
                    <a:pt x="862209" y="707456"/>
                  </a:lnTo>
                  <a:lnTo>
                    <a:pt x="909424" y="683362"/>
                  </a:lnTo>
                  <a:close/>
                  <a:moveTo>
                    <a:pt x="722044" y="581872"/>
                  </a:moveTo>
                  <a:lnTo>
                    <a:pt x="715634" y="604383"/>
                  </a:lnTo>
                  <a:lnTo>
                    <a:pt x="746245" y="589603"/>
                  </a:lnTo>
                  <a:close/>
                  <a:moveTo>
                    <a:pt x="648896" y="379792"/>
                  </a:moveTo>
                  <a:lnTo>
                    <a:pt x="593732" y="398237"/>
                  </a:lnTo>
                  <a:lnTo>
                    <a:pt x="657455" y="380161"/>
                  </a:lnTo>
                  <a:close/>
                  <a:moveTo>
                    <a:pt x="648896" y="379792"/>
                  </a:moveTo>
                  <a:lnTo>
                    <a:pt x="657455" y="380161"/>
                  </a:lnTo>
                  <a:lnTo>
                    <a:pt x="662878" y="374143"/>
                  </a:lnTo>
                  <a:close/>
                  <a:moveTo>
                    <a:pt x="506160" y="163847"/>
                  </a:moveTo>
                  <a:lnTo>
                    <a:pt x="451303" y="175514"/>
                  </a:lnTo>
                  <a:lnTo>
                    <a:pt x="502126" y="167996"/>
                  </a:lnTo>
                  <a:close/>
                  <a:moveTo>
                    <a:pt x="422050" y="158952"/>
                  </a:moveTo>
                  <a:lnTo>
                    <a:pt x="451303" y="175514"/>
                  </a:lnTo>
                  <a:lnTo>
                    <a:pt x="506160" y="163847"/>
                  </a:lnTo>
                  <a:close/>
                  <a:moveTo>
                    <a:pt x="451303" y="175514"/>
                  </a:moveTo>
                  <a:lnTo>
                    <a:pt x="472324" y="212017"/>
                  </a:lnTo>
                  <a:lnTo>
                    <a:pt x="502126" y="167996"/>
                  </a:lnTo>
                  <a:close/>
                  <a:moveTo>
                    <a:pt x="1125315" y="823032"/>
                  </a:moveTo>
                  <a:lnTo>
                    <a:pt x="1056036" y="822331"/>
                  </a:lnTo>
                  <a:lnTo>
                    <a:pt x="1068882" y="837972"/>
                  </a:lnTo>
                  <a:close/>
                  <a:moveTo>
                    <a:pt x="1028691" y="786435"/>
                  </a:moveTo>
                  <a:lnTo>
                    <a:pt x="1056036" y="822331"/>
                  </a:lnTo>
                  <a:lnTo>
                    <a:pt x="1056026" y="778638"/>
                  </a:lnTo>
                  <a:close/>
                  <a:moveTo>
                    <a:pt x="921556" y="668883"/>
                  </a:moveTo>
                  <a:lnTo>
                    <a:pt x="909424" y="683362"/>
                  </a:lnTo>
                  <a:lnTo>
                    <a:pt x="935970" y="674792"/>
                  </a:lnTo>
                  <a:close/>
                  <a:moveTo>
                    <a:pt x="694355" y="405578"/>
                  </a:moveTo>
                  <a:lnTo>
                    <a:pt x="662878" y="374143"/>
                  </a:lnTo>
                  <a:lnTo>
                    <a:pt x="657455" y="380161"/>
                  </a:lnTo>
                  <a:close/>
                  <a:moveTo>
                    <a:pt x="510067" y="165722"/>
                  </a:moveTo>
                  <a:lnTo>
                    <a:pt x="502126" y="167996"/>
                  </a:lnTo>
                  <a:lnTo>
                    <a:pt x="476261" y="217967"/>
                  </a:lnTo>
                  <a:close/>
                  <a:moveTo>
                    <a:pt x="506160" y="163847"/>
                  </a:moveTo>
                  <a:lnTo>
                    <a:pt x="502126" y="167996"/>
                  </a:lnTo>
                  <a:lnTo>
                    <a:pt x="510067" y="165722"/>
                  </a:lnTo>
                  <a:close/>
                  <a:moveTo>
                    <a:pt x="506160" y="163847"/>
                  </a:moveTo>
                  <a:lnTo>
                    <a:pt x="510067" y="165722"/>
                  </a:lnTo>
                  <a:lnTo>
                    <a:pt x="516424" y="116460"/>
                  </a:lnTo>
                  <a:close/>
                  <a:moveTo>
                    <a:pt x="516424" y="116460"/>
                  </a:moveTo>
                  <a:lnTo>
                    <a:pt x="510067" y="165722"/>
                  </a:lnTo>
                  <a:lnTo>
                    <a:pt x="572068" y="143903"/>
                  </a:lnTo>
                  <a:close/>
                  <a:moveTo>
                    <a:pt x="516424" y="116460"/>
                  </a:moveTo>
                  <a:lnTo>
                    <a:pt x="572068" y="143903"/>
                  </a:lnTo>
                  <a:lnTo>
                    <a:pt x="546343" y="92366"/>
                  </a:lnTo>
                  <a:close/>
                  <a:moveTo>
                    <a:pt x="561982" y="62982"/>
                  </a:moveTo>
                  <a:lnTo>
                    <a:pt x="516424" y="116460"/>
                  </a:lnTo>
                  <a:lnTo>
                    <a:pt x="546343" y="92366"/>
                  </a:lnTo>
                  <a:close/>
                  <a:moveTo>
                    <a:pt x="546343" y="92366"/>
                  </a:moveTo>
                  <a:lnTo>
                    <a:pt x="572068" y="143903"/>
                  </a:lnTo>
                  <a:lnTo>
                    <a:pt x="577469" y="68272"/>
                  </a:lnTo>
                  <a:close/>
                  <a:moveTo>
                    <a:pt x="588115" y="25790"/>
                  </a:moveTo>
                  <a:lnTo>
                    <a:pt x="546343" y="92366"/>
                  </a:lnTo>
                  <a:lnTo>
                    <a:pt x="577469" y="68272"/>
                  </a:lnTo>
                  <a:close/>
                  <a:moveTo>
                    <a:pt x="588115" y="25790"/>
                  </a:moveTo>
                  <a:lnTo>
                    <a:pt x="561982" y="62982"/>
                  </a:lnTo>
                  <a:lnTo>
                    <a:pt x="546343" y="92366"/>
                  </a:lnTo>
                  <a:close/>
                  <a:moveTo>
                    <a:pt x="941783" y="339810"/>
                  </a:moveTo>
                  <a:lnTo>
                    <a:pt x="884478" y="377492"/>
                  </a:lnTo>
                  <a:lnTo>
                    <a:pt x="931066" y="353398"/>
                  </a:lnTo>
                  <a:close/>
                  <a:moveTo>
                    <a:pt x="588115" y="25790"/>
                  </a:moveTo>
                  <a:lnTo>
                    <a:pt x="617298" y="0"/>
                  </a:lnTo>
                  <a:lnTo>
                    <a:pt x="590252" y="16735"/>
                  </a:lnTo>
                  <a:close/>
                  <a:moveTo>
                    <a:pt x="941783" y="339810"/>
                  </a:moveTo>
                  <a:lnTo>
                    <a:pt x="953900" y="346501"/>
                  </a:lnTo>
                  <a:lnTo>
                    <a:pt x="1012347" y="294061"/>
                  </a:lnTo>
                  <a:close/>
                  <a:moveTo>
                    <a:pt x="1077032" y="226332"/>
                  </a:moveTo>
                  <a:lnTo>
                    <a:pt x="1042130" y="230737"/>
                  </a:lnTo>
                  <a:lnTo>
                    <a:pt x="1024045" y="277767"/>
                  </a:lnTo>
                  <a:close/>
                  <a:moveTo>
                    <a:pt x="1042130" y="230737"/>
                  </a:moveTo>
                  <a:lnTo>
                    <a:pt x="1077032" y="226332"/>
                  </a:lnTo>
                  <a:lnTo>
                    <a:pt x="1044230" y="226230"/>
                  </a:lnTo>
                  <a:close/>
                </a:path>
              </a:pathLst>
            </a:custGeom>
            <a:solidFill>
              <a:srgbClr val="F5F7F8"/>
            </a:solidFill>
            <a:ln w="1524">
              <a:solidFill>
                <a:srgbClr val="F5F7F8"/>
              </a:solidFill>
            </a:ln>
          </p:spPr>
        </p:sp>
        <p:sp>
          <p:nvSpPr>
            <p:cNvPr id="4270" name="Output_density__4269">
              <a:extLst>
                <a:ext uri="{FF2B5EF4-FFF2-40B4-BE49-F238E27FC236}">
                  <a16:creationId xmlns:a16="http://schemas.microsoft.com/office/drawing/2014/main" id="{EFD3EE8B-7198-BA44-A93F-FEA338F30194}"/>
                </a:ext>
              </a:extLst>
            </p:cNvPr>
            <p:cNvSpPr>
              <a:spLocks noGrp="1"/>
            </p:cNvSpPr>
            <p:nvPr/>
          </p:nvSpPr>
          <p:spPr>
            <a:xfrm>
              <a:off x="15422272" y="2278621"/>
              <a:ext cx="1299693" cy="1868046"/>
            </a:xfrm>
            <a:custGeom>
              <a:avLst/>
              <a:gdLst/>
              <a:ahLst/>
              <a:cxnLst/>
              <a:rect l="0" t="0" r="0" b="0"/>
              <a:pathLst>
                <a:path w="1299693" h="1868046">
                  <a:moveTo>
                    <a:pt x="28824" y="1594807"/>
                  </a:moveTo>
                  <a:lnTo>
                    <a:pt x="48312" y="1640854"/>
                  </a:lnTo>
                  <a:lnTo>
                    <a:pt x="81227" y="1629020"/>
                  </a:lnTo>
                  <a:close/>
                  <a:moveTo>
                    <a:pt x="28824" y="1594807"/>
                  </a:moveTo>
                  <a:lnTo>
                    <a:pt x="0" y="1618901"/>
                  </a:lnTo>
                  <a:lnTo>
                    <a:pt x="48312" y="1640854"/>
                  </a:lnTo>
                  <a:close/>
                  <a:moveTo>
                    <a:pt x="126270" y="1622750"/>
                  </a:moveTo>
                  <a:lnTo>
                    <a:pt x="151390" y="1581772"/>
                  </a:lnTo>
                  <a:lnTo>
                    <a:pt x="81227" y="1629020"/>
                  </a:lnTo>
                  <a:close/>
                  <a:moveTo>
                    <a:pt x="151390" y="1581772"/>
                  </a:moveTo>
                  <a:lnTo>
                    <a:pt x="126270" y="1622750"/>
                  </a:lnTo>
                  <a:lnTo>
                    <a:pt x="197198" y="1578361"/>
                  </a:lnTo>
                  <a:close/>
                  <a:moveTo>
                    <a:pt x="250893" y="1563379"/>
                  </a:moveTo>
                  <a:lnTo>
                    <a:pt x="197198" y="1578361"/>
                  </a:lnTo>
                  <a:lnTo>
                    <a:pt x="245149" y="1582966"/>
                  </a:lnTo>
                  <a:close/>
                  <a:moveTo>
                    <a:pt x="250893" y="1563379"/>
                  </a:moveTo>
                  <a:lnTo>
                    <a:pt x="201240" y="1565763"/>
                  </a:lnTo>
                  <a:lnTo>
                    <a:pt x="197198" y="1578361"/>
                  </a:lnTo>
                  <a:close/>
                  <a:moveTo>
                    <a:pt x="201240" y="1565763"/>
                  </a:moveTo>
                  <a:lnTo>
                    <a:pt x="250893" y="1563379"/>
                  </a:lnTo>
                  <a:lnTo>
                    <a:pt x="215872" y="1513282"/>
                  </a:lnTo>
                  <a:close/>
                  <a:moveTo>
                    <a:pt x="681097" y="1807651"/>
                  </a:moveTo>
                  <a:lnTo>
                    <a:pt x="663208" y="1828161"/>
                  </a:lnTo>
                  <a:lnTo>
                    <a:pt x="669316" y="1827559"/>
                  </a:lnTo>
                  <a:close/>
                  <a:moveTo>
                    <a:pt x="872151" y="1815533"/>
                  </a:moveTo>
                  <a:lnTo>
                    <a:pt x="886848" y="1835094"/>
                  </a:lnTo>
                  <a:lnTo>
                    <a:pt x="882626" y="1830831"/>
                  </a:lnTo>
                  <a:close/>
                  <a:moveTo>
                    <a:pt x="872151" y="1815533"/>
                  </a:moveTo>
                  <a:lnTo>
                    <a:pt x="852940" y="1783484"/>
                  </a:lnTo>
                  <a:lnTo>
                    <a:pt x="829738" y="1831634"/>
                  </a:lnTo>
                  <a:close/>
                  <a:moveTo>
                    <a:pt x="444748" y="1244097"/>
                  </a:moveTo>
                  <a:lnTo>
                    <a:pt x="435662" y="1271410"/>
                  </a:lnTo>
                  <a:lnTo>
                    <a:pt x="460957" y="1255576"/>
                  </a:lnTo>
                  <a:close/>
                  <a:moveTo>
                    <a:pt x="460957" y="1255576"/>
                  </a:moveTo>
                  <a:lnTo>
                    <a:pt x="435662" y="1271410"/>
                  </a:lnTo>
                  <a:lnTo>
                    <a:pt x="437396" y="1299491"/>
                  </a:lnTo>
                  <a:close/>
                  <a:moveTo>
                    <a:pt x="460957" y="1255576"/>
                  </a:moveTo>
                  <a:lnTo>
                    <a:pt x="437396" y="1299491"/>
                  </a:lnTo>
                  <a:lnTo>
                    <a:pt x="470518" y="1310545"/>
                  </a:lnTo>
                  <a:close/>
                  <a:moveTo>
                    <a:pt x="444748" y="1244097"/>
                  </a:moveTo>
                  <a:lnTo>
                    <a:pt x="460957" y="1255576"/>
                  </a:lnTo>
                  <a:lnTo>
                    <a:pt x="434029" y="1192560"/>
                  </a:lnTo>
                  <a:close/>
                  <a:moveTo>
                    <a:pt x="899117" y="1862536"/>
                  </a:moveTo>
                  <a:lnTo>
                    <a:pt x="882626" y="1830831"/>
                  </a:lnTo>
                  <a:lnTo>
                    <a:pt x="914026" y="1868046"/>
                  </a:lnTo>
                  <a:close/>
                  <a:moveTo>
                    <a:pt x="418105" y="1070868"/>
                  </a:moveTo>
                  <a:lnTo>
                    <a:pt x="442555" y="1122505"/>
                  </a:lnTo>
                  <a:lnTo>
                    <a:pt x="452722" y="1074042"/>
                  </a:lnTo>
                  <a:close/>
                  <a:moveTo>
                    <a:pt x="419348" y="1125935"/>
                  </a:moveTo>
                  <a:lnTo>
                    <a:pt x="442555" y="1122505"/>
                  </a:lnTo>
                  <a:lnTo>
                    <a:pt x="418105" y="1070868"/>
                  </a:lnTo>
                  <a:close/>
                  <a:moveTo>
                    <a:pt x="328346" y="1036450"/>
                  </a:moveTo>
                  <a:lnTo>
                    <a:pt x="294010" y="963640"/>
                  </a:lnTo>
                  <a:lnTo>
                    <a:pt x="296560" y="1024309"/>
                  </a:lnTo>
                  <a:close/>
                  <a:moveTo>
                    <a:pt x="165827" y="826350"/>
                  </a:moveTo>
                  <a:lnTo>
                    <a:pt x="184720" y="857212"/>
                  </a:lnTo>
                  <a:lnTo>
                    <a:pt x="220675" y="856741"/>
                  </a:lnTo>
                  <a:close/>
                  <a:moveTo>
                    <a:pt x="673280" y="1374613"/>
                  </a:moveTo>
                  <a:lnTo>
                    <a:pt x="672403" y="1385849"/>
                  </a:lnTo>
                  <a:lnTo>
                    <a:pt x="697744" y="1417685"/>
                  </a:lnTo>
                  <a:close/>
                  <a:moveTo>
                    <a:pt x="673280" y="1374613"/>
                  </a:moveTo>
                  <a:lnTo>
                    <a:pt x="649575" y="1341665"/>
                  </a:lnTo>
                  <a:lnTo>
                    <a:pt x="672403" y="1385849"/>
                  </a:lnTo>
                  <a:close/>
                  <a:moveTo>
                    <a:pt x="1003285" y="1726449"/>
                  </a:moveTo>
                  <a:lnTo>
                    <a:pt x="998394" y="1786906"/>
                  </a:lnTo>
                  <a:lnTo>
                    <a:pt x="1021509" y="1754806"/>
                  </a:lnTo>
                  <a:close/>
                  <a:moveTo>
                    <a:pt x="1003285" y="1726449"/>
                  </a:moveTo>
                  <a:lnTo>
                    <a:pt x="1021509" y="1754806"/>
                  </a:lnTo>
                  <a:lnTo>
                    <a:pt x="1048752" y="1721763"/>
                  </a:lnTo>
                  <a:close/>
                  <a:moveTo>
                    <a:pt x="102519" y="589651"/>
                  </a:moveTo>
                  <a:lnTo>
                    <a:pt x="171070" y="536377"/>
                  </a:lnTo>
                  <a:lnTo>
                    <a:pt x="130556" y="559577"/>
                  </a:lnTo>
                  <a:close/>
                  <a:moveTo>
                    <a:pt x="1071625" y="1672383"/>
                  </a:moveTo>
                  <a:lnTo>
                    <a:pt x="1083138" y="1675650"/>
                  </a:lnTo>
                  <a:lnTo>
                    <a:pt x="1119414" y="1676379"/>
                  </a:lnTo>
                  <a:close/>
                  <a:moveTo>
                    <a:pt x="840504" y="1332288"/>
                  </a:moveTo>
                  <a:lnTo>
                    <a:pt x="866474" y="1342019"/>
                  </a:lnTo>
                  <a:lnTo>
                    <a:pt x="898023" y="1372666"/>
                  </a:lnTo>
                  <a:close/>
                  <a:moveTo>
                    <a:pt x="835015" y="1329613"/>
                  </a:moveTo>
                  <a:lnTo>
                    <a:pt x="866474" y="1342019"/>
                  </a:lnTo>
                  <a:lnTo>
                    <a:pt x="840504" y="1332288"/>
                  </a:lnTo>
                  <a:close/>
                  <a:moveTo>
                    <a:pt x="349475" y="719151"/>
                  </a:moveTo>
                  <a:lnTo>
                    <a:pt x="374197" y="771804"/>
                  </a:lnTo>
                  <a:lnTo>
                    <a:pt x="392458" y="708596"/>
                  </a:lnTo>
                  <a:close/>
                  <a:moveTo>
                    <a:pt x="143575" y="508033"/>
                  </a:moveTo>
                  <a:lnTo>
                    <a:pt x="130556" y="559577"/>
                  </a:lnTo>
                  <a:lnTo>
                    <a:pt x="192651" y="506118"/>
                  </a:lnTo>
                  <a:close/>
                  <a:moveTo>
                    <a:pt x="171070" y="536377"/>
                  </a:moveTo>
                  <a:lnTo>
                    <a:pt x="242153" y="501840"/>
                  </a:lnTo>
                  <a:lnTo>
                    <a:pt x="192651" y="506118"/>
                  </a:lnTo>
                  <a:close/>
                  <a:moveTo>
                    <a:pt x="192651" y="506118"/>
                  </a:moveTo>
                  <a:lnTo>
                    <a:pt x="242153" y="501840"/>
                  </a:lnTo>
                  <a:lnTo>
                    <a:pt x="197495" y="500276"/>
                  </a:lnTo>
                  <a:close/>
                  <a:moveTo>
                    <a:pt x="1188110" y="1623648"/>
                  </a:moveTo>
                  <a:lnTo>
                    <a:pt x="1216247" y="1624028"/>
                  </a:lnTo>
                  <a:lnTo>
                    <a:pt x="1198860" y="1611551"/>
                  </a:lnTo>
                  <a:close/>
                  <a:moveTo>
                    <a:pt x="1203981" y="1643208"/>
                  </a:moveTo>
                  <a:lnTo>
                    <a:pt x="1216247" y="1624028"/>
                  </a:lnTo>
                  <a:lnTo>
                    <a:pt x="1188110" y="1623648"/>
                  </a:lnTo>
                  <a:close/>
                  <a:moveTo>
                    <a:pt x="363612" y="637108"/>
                  </a:moveTo>
                  <a:lnTo>
                    <a:pt x="392671" y="705976"/>
                  </a:lnTo>
                  <a:lnTo>
                    <a:pt x="407267" y="633814"/>
                  </a:lnTo>
                  <a:close/>
                  <a:moveTo>
                    <a:pt x="396061" y="632355"/>
                  </a:moveTo>
                  <a:lnTo>
                    <a:pt x="407267" y="633814"/>
                  </a:lnTo>
                  <a:lnTo>
                    <a:pt x="408575" y="630535"/>
                  </a:lnTo>
                  <a:close/>
                  <a:moveTo>
                    <a:pt x="392671" y="705976"/>
                  </a:moveTo>
                  <a:lnTo>
                    <a:pt x="412989" y="632355"/>
                  </a:lnTo>
                  <a:lnTo>
                    <a:pt x="407267" y="633814"/>
                  </a:lnTo>
                  <a:close/>
                  <a:moveTo>
                    <a:pt x="461105" y="652264"/>
                  </a:moveTo>
                  <a:lnTo>
                    <a:pt x="412989" y="632355"/>
                  </a:lnTo>
                  <a:lnTo>
                    <a:pt x="392671" y="705976"/>
                  </a:lnTo>
                  <a:close/>
                  <a:moveTo>
                    <a:pt x="407267" y="633814"/>
                  </a:moveTo>
                  <a:lnTo>
                    <a:pt x="412989" y="632355"/>
                  </a:lnTo>
                  <a:lnTo>
                    <a:pt x="408575" y="630535"/>
                  </a:lnTo>
                  <a:close/>
                  <a:moveTo>
                    <a:pt x="242153" y="501840"/>
                  </a:moveTo>
                  <a:lnTo>
                    <a:pt x="244779" y="501720"/>
                  </a:lnTo>
                  <a:lnTo>
                    <a:pt x="197495" y="500276"/>
                  </a:lnTo>
                  <a:close/>
                  <a:moveTo>
                    <a:pt x="197495" y="500276"/>
                  </a:moveTo>
                  <a:lnTo>
                    <a:pt x="244779" y="501720"/>
                  </a:lnTo>
                  <a:lnTo>
                    <a:pt x="267265" y="451556"/>
                  </a:lnTo>
                  <a:close/>
                  <a:moveTo>
                    <a:pt x="244779" y="501720"/>
                  </a:moveTo>
                  <a:lnTo>
                    <a:pt x="244854" y="501840"/>
                  </a:lnTo>
                  <a:lnTo>
                    <a:pt x="267265" y="451556"/>
                  </a:lnTo>
                  <a:close/>
                  <a:moveTo>
                    <a:pt x="146737" y="485179"/>
                  </a:moveTo>
                  <a:lnTo>
                    <a:pt x="197495" y="500276"/>
                  </a:lnTo>
                  <a:lnTo>
                    <a:pt x="223169" y="461367"/>
                  </a:lnTo>
                  <a:close/>
                  <a:moveTo>
                    <a:pt x="461105" y="652264"/>
                  </a:moveTo>
                  <a:lnTo>
                    <a:pt x="471119" y="619885"/>
                  </a:lnTo>
                  <a:lnTo>
                    <a:pt x="412989" y="632355"/>
                  </a:lnTo>
                  <a:close/>
                  <a:moveTo>
                    <a:pt x="408575" y="630535"/>
                  </a:moveTo>
                  <a:lnTo>
                    <a:pt x="412989" y="632355"/>
                  </a:lnTo>
                  <a:lnTo>
                    <a:pt x="482775" y="598385"/>
                  </a:lnTo>
                  <a:close/>
                  <a:moveTo>
                    <a:pt x="1267356" y="1519734"/>
                  </a:moveTo>
                  <a:lnTo>
                    <a:pt x="1264057" y="1585160"/>
                  </a:lnTo>
                  <a:lnTo>
                    <a:pt x="1299693" y="1531427"/>
                  </a:lnTo>
                  <a:close/>
                  <a:moveTo>
                    <a:pt x="1267356" y="1519734"/>
                  </a:moveTo>
                  <a:lnTo>
                    <a:pt x="1299693" y="1531427"/>
                  </a:lnTo>
                  <a:lnTo>
                    <a:pt x="1280526" y="1484267"/>
                  </a:lnTo>
                  <a:close/>
                  <a:moveTo>
                    <a:pt x="1049289" y="1081130"/>
                  </a:moveTo>
                  <a:lnTo>
                    <a:pt x="1045525" y="1146932"/>
                  </a:lnTo>
                  <a:lnTo>
                    <a:pt x="1082356" y="1092229"/>
                  </a:lnTo>
                  <a:close/>
                  <a:moveTo>
                    <a:pt x="1062109" y="1045946"/>
                  </a:moveTo>
                  <a:lnTo>
                    <a:pt x="1044012" y="1029542"/>
                  </a:lnTo>
                  <a:lnTo>
                    <a:pt x="1049289" y="1081130"/>
                  </a:lnTo>
                  <a:close/>
                  <a:moveTo>
                    <a:pt x="1062109" y="1045946"/>
                  </a:moveTo>
                  <a:lnTo>
                    <a:pt x="1049289" y="1081130"/>
                  </a:lnTo>
                  <a:lnTo>
                    <a:pt x="1082356" y="1092229"/>
                  </a:lnTo>
                  <a:close/>
                  <a:moveTo>
                    <a:pt x="806936" y="802085"/>
                  </a:moveTo>
                  <a:lnTo>
                    <a:pt x="845697" y="841850"/>
                  </a:lnTo>
                  <a:lnTo>
                    <a:pt x="842214" y="799084"/>
                  </a:lnTo>
                  <a:close/>
                  <a:moveTo>
                    <a:pt x="842214" y="799084"/>
                  </a:moveTo>
                  <a:lnTo>
                    <a:pt x="845697" y="841850"/>
                  </a:lnTo>
                  <a:lnTo>
                    <a:pt x="877888" y="768054"/>
                  </a:lnTo>
                  <a:close/>
                  <a:moveTo>
                    <a:pt x="876839" y="766220"/>
                  </a:moveTo>
                  <a:lnTo>
                    <a:pt x="877888" y="768054"/>
                  </a:lnTo>
                  <a:lnTo>
                    <a:pt x="877545" y="756503"/>
                  </a:lnTo>
                  <a:close/>
                  <a:moveTo>
                    <a:pt x="876839" y="766220"/>
                  </a:moveTo>
                  <a:lnTo>
                    <a:pt x="877545" y="756503"/>
                  </a:lnTo>
                  <a:lnTo>
                    <a:pt x="889432" y="742126"/>
                  </a:lnTo>
                  <a:close/>
                  <a:moveTo>
                    <a:pt x="465881" y="247686"/>
                  </a:moveTo>
                  <a:lnTo>
                    <a:pt x="423228" y="280623"/>
                  </a:lnTo>
                  <a:lnTo>
                    <a:pt x="463207" y="255423"/>
                  </a:lnTo>
                  <a:close/>
                  <a:moveTo>
                    <a:pt x="517488" y="226760"/>
                  </a:moveTo>
                  <a:lnTo>
                    <a:pt x="516103" y="244839"/>
                  </a:lnTo>
                  <a:lnTo>
                    <a:pt x="543859" y="247391"/>
                  </a:lnTo>
                  <a:close/>
                  <a:moveTo>
                    <a:pt x="481182" y="187729"/>
                  </a:moveTo>
                  <a:lnTo>
                    <a:pt x="465881" y="247686"/>
                  </a:lnTo>
                  <a:lnTo>
                    <a:pt x="507327" y="245704"/>
                  </a:lnTo>
                  <a:close/>
                  <a:moveTo>
                    <a:pt x="516103" y="244839"/>
                  </a:moveTo>
                  <a:lnTo>
                    <a:pt x="572499" y="278297"/>
                  </a:lnTo>
                  <a:lnTo>
                    <a:pt x="543859" y="247391"/>
                  </a:lnTo>
                  <a:close/>
                  <a:moveTo>
                    <a:pt x="1044597" y="896715"/>
                  </a:moveTo>
                  <a:lnTo>
                    <a:pt x="1053434" y="948272"/>
                  </a:lnTo>
                  <a:lnTo>
                    <a:pt x="1044680" y="897140"/>
                  </a:lnTo>
                  <a:close/>
                  <a:moveTo>
                    <a:pt x="1044597" y="896715"/>
                  </a:moveTo>
                  <a:lnTo>
                    <a:pt x="1044680" y="897140"/>
                  </a:lnTo>
                  <a:lnTo>
                    <a:pt x="1044618" y="896736"/>
                  </a:lnTo>
                  <a:close/>
                  <a:moveTo>
                    <a:pt x="1044597" y="896715"/>
                  </a:moveTo>
                  <a:lnTo>
                    <a:pt x="1044618" y="896736"/>
                  </a:lnTo>
                  <a:lnTo>
                    <a:pt x="1044538" y="896608"/>
                  </a:lnTo>
                  <a:close/>
                  <a:moveTo>
                    <a:pt x="659318" y="178572"/>
                  </a:moveTo>
                  <a:lnTo>
                    <a:pt x="621352" y="134513"/>
                  </a:lnTo>
                  <a:lnTo>
                    <a:pt x="636829" y="150515"/>
                  </a:lnTo>
                  <a:close/>
                  <a:moveTo>
                    <a:pt x="705308" y="96966"/>
                  </a:moveTo>
                  <a:lnTo>
                    <a:pt x="752537" y="98871"/>
                  </a:lnTo>
                  <a:lnTo>
                    <a:pt x="722026" y="90650"/>
                  </a:lnTo>
                  <a:close/>
                  <a:moveTo>
                    <a:pt x="1012089" y="232972"/>
                  </a:moveTo>
                  <a:lnTo>
                    <a:pt x="1048462" y="266145"/>
                  </a:lnTo>
                  <a:lnTo>
                    <a:pt x="1045212" y="284994"/>
                  </a:lnTo>
                  <a:close/>
                  <a:moveTo>
                    <a:pt x="894092" y="1966"/>
                  </a:moveTo>
                  <a:lnTo>
                    <a:pt x="915575" y="54754"/>
                  </a:lnTo>
                  <a:lnTo>
                    <a:pt x="894438" y="3217"/>
                  </a:lnTo>
                  <a:close/>
                  <a:moveTo>
                    <a:pt x="894092" y="1966"/>
                  </a:moveTo>
                  <a:lnTo>
                    <a:pt x="921220" y="42655"/>
                  </a:lnTo>
                  <a:lnTo>
                    <a:pt x="915575" y="54754"/>
                  </a:lnTo>
                  <a:close/>
                  <a:moveTo>
                    <a:pt x="894092" y="1966"/>
                  </a:moveTo>
                  <a:lnTo>
                    <a:pt x="894438" y="3217"/>
                  </a:lnTo>
                  <a:lnTo>
                    <a:pt x="891693" y="0"/>
                  </a:lnTo>
                  <a:close/>
                </a:path>
              </a:pathLst>
            </a:custGeom>
            <a:solidFill>
              <a:srgbClr val="EFF2F3"/>
            </a:solidFill>
            <a:ln w="1524">
              <a:solidFill>
                <a:srgbClr val="EFF2F3"/>
              </a:solidFill>
            </a:ln>
          </p:spPr>
        </p:sp>
        <p:sp>
          <p:nvSpPr>
            <p:cNvPr id="4271" name="Output_density__4270">
              <a:extLst>
                <a:ext uri="{FF2B5EF4-FFF2-40B4-BE49-F238E27FC236}">
                  <a16:creationId xmlns:a16="http://schemas.microsoft.com/office/drawing/2014/main" id="{4E1B3C91-3466-43BE-FF51-45168296B93D}"/>
                </a:ext>
              </a:extLst>
            </p:cNvPr>
            <p:cNvSpPr>
              <a:spLocks noGrp="1"/>
            </p:cNvSpPr>
            <p:nvPr/>
          </p:nvSpPr>
          <p:spPr>
            <a:xfrm>
              <a:off x="15470583" y="2396730"/>
              <a:ext cx="1252484" cy="1771264"/>
            </a:xfrm>
            <a:custGeom>
              <a:avLst/>
              <a:gdLst/>
              <a:ahLst/>
              <a:cxnLst/>
              <a:rect l="0" t="0" r="0" b="0"/>
              <a:pathLst>
                <a:path w="1252484" h="1771264">
                  <a:moveTo>
                    <a:pt x="32915" y="1510911"/>
                  </a:moveTo>
                  <a:lnTo>
                    <a:pt x="0" y="1522745"/>
                  </a:lnTo>
                  <a:lnTo>
                    <a:pt x="77958" y="1504641"/>
                  </a:lnTo>
                  <a:close/>
                  <a:moveTo>
                    <a:pt x="77958" y="1504641"/>
                  </a:moveTo>
                  <a:lnTo>
                    <a:pt x="122137" y="1495141"/>
                  </a:lnTo>
                  <a:lnTo>
                    <a:pt x="148886" y="1460252"/>
                  </a:lnTo>
                  <a:close/>
                  <a:moveTo>
                    <a:pt x="148886" y="1460252"/>
                  </a:moveTo>
                  <a:lnTo>
                    <a:pt x="122137" y="1495141"/>
                  </a:lnTo>
                  <a:lnTo>
                    <a:pt x="196837" y="1464857"/>
                  </a:lnTo>
                  <a:close/>
                  <a:moveTo>
                    <a:pt x="202581" y="1445270"/>
                  </a:moveTo>
                  <a:lnTo>
                    <a:pt x="212973" y="1390290"/>
                  </a:lnTo>
                  <a:lnTo>
                    <a:pt x="167560" y="1395173"/>
                  </a:lnTo>
                  <a:close/>
                  <a:moveTo>
                    <a:pt x="167560" y="1395173"/>
                  </a:moveTo>
                  <a:lnTo>
                    <a:pt x="212973" y="1390290"/>
                  </a:lnTo>
                  <a:lnTo>
                    <a:pt x="247162" y="1383213"/>
                  </a:lnTo>
                  <a:close/>
                  <a:moveTo>
                    <a:pt x="232611" y="1376974"/>
                  </a:moveTo>
                  <a:lnTo>
                    <a:pt x="247162" y="1383213"/>
                  </a:lnTo>
                  <a:lnTo>
                    <a:pt x="212973" y="1390290"/>
                  </a:lnTo>
                  <a:close/>
                  <a:moveTo>
                    <a:pt x="62711" y="1042937"/>
                  </a:moveTo>
                  <a:lnTo>
                    <a:pt x="61865" y="981763"/>
                  </a:lnTo>
                  <a:lnTo>
                    <a:pt x="37429" y="988190"/>
                  </a:lnTo>
                  <a:close/>
                  <a:moveTo>
                    <a:pt x="10249" y="1021467"/>
                  </a:moveTo>
                  <a:lnTo>
                    <a:pt x="62711" y="1042937"/>
                  </a:lnTo>
                  <a:lnTo>
                    <a:pt x="37429" y="988190"/>
                  </a:lnTo>
                  <a:close/>
                  <a:moveTo>
                    <a:pt x="697182" y="1748244"/>
                  </a:moveTo>
                  <a:lnTo>
                    <a:pt x="674402" y="1741079"/>
                  </a:lnTo>
                  <a:lnTo>
                    <a:pt x="621005" y="1709450"/>
                  </a:lnTo>
                  <a:close/>
                  <a:moveTo>
                    <a:pt x="720285" y="1741079"/>
                  </a:moveTo>
                  <a:lnTo>
                    <a:pt x="746043" y="1771264"/>
                  </a:lnTo>
                  <a:lnTo>
                    <a:pt x="711412" y="1761332"/>
                  </a:lnTo>
                  <a:close/>
                  <a:moveTo>
                    <a:pt x="804628" y="1665375"/>
                  </a:moveTo>
                  <a:lnTo>
                    <a:pt x="779730" y="1716985"/>
                  </a:lnTo>
                  <a:lnTo>
                    <a:pt x="781426" y="1713526"/>
                  </a:lnTo>
                  <a:close/>
                  <a:moveTo>
                    <a:pt x="422207" y="1192437"/>
                  </a:moveTo>
                  <a:lnTo>
                    <a:pt x="376200" y="1246514"/>
                  </a:lnTo>
                  <a:lnTo>
                    <a:pt x="417249" y="1225312"/>
                  </a:lnTo>
                  <a:close/>
                  <a:moveTo>
                    <a:pt x="422207" y="1192437"/>
                  </a:moveTo>
                  <a:lnTo>
                    <a:pt x="389084" y="1181382"/>
                  </a:lnTo>
                  <a:lnTo>
                    <a:pt x="376200" y="1246514"/>
                  </a:lnTo>
                  <a:close/>
                  <a:moveTo>
                    <a:pt x="422207" y="1192437"/>
                  </a:moveTo>
                  <a:lnTo>
                    <a:pt x="417249" y="1225312"/>
                  </a:lnTo>
                  <a:lnTo>
                    <a:pt x="428951" y="1201619"/>
                  </a:lnTo>
                  <a:close/>
                  <a:moveTo>
                    <a:pt x="412645" y="1137467"/>
                  </a:moveTo>
                  <a:lnTo>
                    <a:pt x="422207" y="1192437"/>
                  </a:lnTo>
                  <a:lnTo>
                    <a:pt x="428951" y="1201619"/>
                  </a:lnTo>
                  <a:close/>
                  <a:moveTo>
                    <a:pt x="92101" y="831696"/>
                  </a:moveTo>
                  <a:lnTo>
                    <a:pt x="105938" y="765232"/>
                  </a:lnTo>
                  <a:lnTo>
                    <a:pt x="99830" y="777020"/>
                  </a:lnTo>
                  <a:close/>
                  <a:moveTo>
                    <a:pt x="240000" y="951737"/>
                  </a:moveTo>
                  <a:lnTo>
                    <a:pt x="156165" y="943081"/>
                  </a:lnTo>
                  <a:lnTo>
                    <a:pt x="214005" y="934040"/>
                  </a:lnTo>
                  <a:close/>
                  <a:moveTo>
                    <a:pt x="929850" y="1744428"/>
                  </a:moveTo>
                  <a:lnTo>
                    <a:pt x="950082" y="1668797"/>
                  </a:lnTo>
                  <a:lnTo>
                    <a:pt x="961257" y="1720333"/>
                  </a:lnTo>
                  <a:close/>
                  <a:moveTo>
                    <a:pt x="950082" y="1668797"/>
                  </a:moveTo>
                  <a:lnTo>
                    <a:pt x="968250" y="1679799"/>
                  </a:lnTo>
                  <a:lnTo>
                    <a:pt x="973197" y="1636697"/>
                  </a:lnTo>
                  <a:close/>
                  <a:moveTo>
                    <a:pt x="376841" y="1065850"/>
                  </a:moveTo>
                  <a:lnTo>
                    <a:pt x="396436" y="1125988"/>
                  </a:lnTo>
                  <a:lnTo>
                    <a:pt x="385717" y="1074452"/>
                  </a:lnTo>
                  <a:close/>
                  <a:moveTo>
                    <a:pt x="378920" y="1022915"/>
                  </a:moveTo>
                  <a:lnTo>
                    <a:pt x="394243" y="1004396"/>
                  </a:lnTo>
                  <a:lnTo>
                    <a:pt x="371036" y="1007827"/>
                  </a:lnTo>
                  <a:close/>
                  <a:moveTo>
                    <a:pt x="99830" y="777020"/>
                  </a:moveTo>
                  <a:lnTo>
                    <a:pt x="105938" y="765232"/>
                  </a:lnTo>
                  <a:lnTo>
                    <a:pt x="100711" y="761953"/>
                  </a:lnTo>
                  <a:close/>
                  <a:moveTo>
                    <a:pt x="117515" y="708241"/>
                  </a:moveTo>
                  <a:lnTo>
                    <a:pt x="105938" y="765232"/>
                  </a:lnTo>
                  <a:lnTo>
                    <a:pt x="136408" y="739103"/>
                  </a:lnTo>
                  <a:close/>
                  <a:moveTo>
                    <a:pt x="82244" y="441468"/>
                  </a:moveTo>
                  <a:lnTo>
                    <a:pt x="7769" y="472596"/>
                  </a:lnTo>
                  <a:lnTo>
                    <a:pt x="54207" y="471542"/>
                  </a:lnTo>
                  <a:close/>
                  <a:moveTo>
                    <a:pt x="1014245" y="1579663"/>
                  </a:moveTo>
                  <a:lnTo>
                    <a:pt x="1000440" y="1603654"/>
                  </a:lnTo>
                  <a:lnTo>
                    <a:pt x="1006145" y="1593166"/>
                  </a:lnTo>
                  <a:close/>
                  <a:moveTo>
                    <a:pt x="1014245" y="1579663"/>
                  </a:moveTo>
                  <a:lnTo>
                    <a:pt x="1006145" y="1593166"/>
                  </a:lnTo>
                  <a:lnTo>
                    <a:pt x="990884" y="1567923"/>
                  </a:lnTo>
                  <a:close/>
                  <a:moveTo>
                    <a:pt x="849711" y="1254557"/>
                  </a:moveTo>
                  <a:lnTo>
                    <a:pt x="818162" y="1223910"/>
                  </a:lnTo>
                  <a:lnTo>
                    <a:pt x="888065" y="1223278"/>
                  </a:lnTo>
                  <a:close/>
                  <a:moveTo>
                    <a:pt x="741187" y="1198156"/>
                  </a:moveTo>
                  <a:lnTo>
                    <a:pt x="726305" y="1180874"/>
                  </a:lnTo>
                  <a:lnTo>
                    <a:pt x="786703" y="1211504"/>
                  </a:lnTo>
                  <a:close/>
                  <a:moveTo>
                    <a:pt x="269285" y="717044"/>
                  </a:moveTo>
                  <a:lnTo>
                    <a:pt x="291781" y="700863"/>
                  </a:lnTo>
                  <a:lnTo>
                    <a:pt x="305559" y="646619"/>
                  </a:lnTo>
                  <a:close/>
                  <a:moveTo>
                    <a:pt x="305559" y="646619"/>
                  </a:moveTo>
                  <a:lnTo>
                    <a:pt x="291781" y="700863"/>
                  </a:lnTo>
                  <a:lnTo>
                    <a:pt x="320237" y="665508"/>
                  </a:lnTo>
                  <a:close/>
                  <a:moveTo>
                    <a:pt x="320237" y="665508"/>
                  </a:moveTo>
                  <a:lnTo>
                    <a:pt x="325885" y="653695"/>
                  </a:lnTo>
                  <a:lnTo>
                    <a:pt x="305559" y="646619"/>
                  </a:lnTo>
                  <a:close/>
                  <a:moveTo>
                    <a:pt x="57040" y="459361"/>
                  </a:moveTo>
                  <a:lnTo>
                    <a:pt x="82244" y="441468"/>
                  </a:lnTo>
                  <a:lnTo>
                    <a:pt x="95264" y="389924"/>
                  </a:lnTo>
                  <a:close/>
                  <a:moveTo>
                    <a:pt x="144339" y="388009"/>
                  </a:moveTo>
                  <a:lnTo>
                    <a:pt x="82244" y="441468"/>
                  </a:lnTo>
                  <a:lnTo>
                    <a:pt x="122758" y="418268"/>
                  </a:lnTo>
                  <a:close/>
                  <a:moveTo>
                    <a:pt x="1116489" y="1553289"/>
                  </a:moveTo>
                  <a:lnTo>
                    <a:pt x="1139799" y="1505539"/>
                  </a:lnTo>
                  <a:lnTo>
                    <a:pt x="1071102" y="1558270"/>
                  </a:lnTo>
                  <a:close/>
                  <a:moveTo>
                    <a:pt x="1116489" y="1553289"/>
                  </a:moveTo>
                  <a:lnTo>
                    <a:pt x="1155669" y="1525099"/>
                  </a:lnTo>
                  <a:lnTo>
                    <a:pt x="1139799" y="1505539"/>
                  </a:lnTo>
                  <a:close/>
                  <a:moveTo>
                    <a:pt x="1150548" y="1493442"/>
                  </a:moveTo>
                  <a:lnTo>
                    <a:pt x="1167936" y="1505919"/>
                  </a:lnTo>
                  <a:lnTo>
                    <a:pt x="1181896" y="1488254"/>
                  </a:lnTo>
                  <a:close/>
                  <a:moveTo>
                    <a:pt x="876639" y="1220334"/>
                  </a:moveTo>
                  <a:lnTo>
                    <a:pt x="892222" y="1201683"/>
                  </a:lnTo>
                  <a:lnTo>
                    <a:pt x="908654" y="1184222"/>
                  </a:lnTo>
                  <a:close/>
                  <a:moveTo>
                    <a:pt x="849711" y="1254557"/>
                  </a:moveTo>
                  <a:lnTo>
                    <a:pt x="888065" y="1223278"/>
                  </a:lnTo>
                  <a:lnTo>
                    <a:pt x="876639" y="1220334"/>
                  </a:lnTo>
                  <a:close/>
                  <a:moveTo>
                    <a:pt x="892222" y="1201683"/>
                  </a:moveTo>
                  <a:lnTo>
                    <a:pt x="894734" y="1136898"/>
                  </a:lnTo>
                  <a:lnTo>
                    <a:pt x="908654" y="1184222"/>
                  </a:lnTo>
                  <a:close/>
                  <a:moveTo>
                    <a:pt x="894734" y="1136898"/>
                  </a:moveTo>
                  <a:lnTo>
                    <a:pt x="890211" y="1132686"/>
                  </a:lnTo>
                  <a:lnTo>
                    <a:pt x="908654" y="1184222"/>
                  </a:lnTo>
                  <a:close/>
                  <a:moveTo>
                    <a:pt x="315301" y="518999"/>
                  </a:moveTo>
                  <a:lnTo>
                    <a:pt x="358956" y="515705"/>
                  </a:lnTo>
                  <a:lnTo>
                    <a:pt x="347749" y="514246"/>
                  </a:lnTo>
                  <a:close/>
                  <a:moveTo>
                    <a:pt x="149184" y="382168"/>
                  </a:moveTo>
                  <a:lnTo>
                    <a:pt x="218953" y="333447"/>
                  </a:lnTo>
                  <a:lnTo>
                    <a:pt x="174858" y="343258"/>
                  </a:lnTo>
                  <a:close/>
                  <a:moveTo>
                    <a:pt x="1181896" y="1488254"/>
                  </a:moveTo>
                  <a:lnTo>
                    <a:pt x="1204142" y="1476484"/>
                  </a:lnTo>
                  <a:lnTo>
                    <a:pt x="1200996" y="1469348"/>
                  </a:lnTo>
                  <a:close/>
                  <a:moveTo>
                    <a:pt x="1224216" y="1469348"/>
                  </a:moveTo>
                  <a:lnTo>
                    <a:pt x="1204142" y="1476484"/>
                  </a:lnTo>
                  <a:lnTo>
                    <a:pt x="1252484" y="1442598"/>
                  </a:lnTo>
                  <a:close/>
                  <a:moveTo>
                    <a:pt x="1252484" y="1442598"/>
                  </a:moveTo>
                  <a:lnTo>
                    <a:pt x="1204142" y="1476484"/>
                  </a:lnTo>
                  <a:lnTo>
                    <a:pt x="1181896" y="1488254"/>
                  </a:lnTo>
                  <a:close/>
                  <a:moveTo>
                    <a:pt x="890211" y="1132686"/>
                  </a:moveTo>
                  <a:lnTo>
                    <a:pt x="884560" y="1108592"/>
                  </a:lnTo>
                  <a:lnTo>
                    <a:pt x="908654" y="1184222"/>
                  </a:lnTo>
                  <a:close/>
                  <a:moveTo>
                    <a:pt x="890211" y="1132686"/>
                  </a:moveTo>
                  <a:lnTo>
                    <a:pt x="924682" y="1090386"/>
                  </a:lnTo>
                  <a:lnTo>
                    <a:pt x="884560" y="1108592"/>
                  </a:lnTo>
                  <a:close/>
                  <a:moveTo>
                    <a:pt x="374747" y="502866"/>
                  </a:moveTo>
                  <a:lnTo>
                    <a:pt x="347749" y="514246"/>
                  </a:lnTo>
                  <a:lnTo>
                    <a:pt x="360263" y="512427"/>
                  </a:lnTo>
                  <a:close/>
                  <a:moveTo>
                    <a:pt x="395016" y="490152"/>
                  </a:moveTo>
                  <a:lnTo>
                    <a:pt x="374747" y="502866"/>
                  </a:lnTo>
                  <a:lnTo>
                    <a:pt x="434464" y="480276"/>
                  </a:lnTo>
                  <a:close/>
                  <a:moveTo>
                    <a:pt x="434464" y="480276"/>
                  </a:moveTo>
                  <a:lnTo>
                    <a:pt x="374747" y="502866"/>
                  </a:lnTo>
                  <a:lnTo>
                    <a:pt x="360263" y="512427"/>
                  </a:lnTo>
                  <a:close/>
                  <a:moveTo>
                    <a:pt x="364677" y="514246"/>
                  </a:moveTo>
                  <a:lnTo>
                    <a:pt x="422808" y="501776"/>
                  </a:lnTo>
                  <a:lnTo>
                    <a:pt x="434464" y="480276"/>
                  </a:lnTo>
                  <a:close/>
                  <a:moveTo>
                    <a:pt x="422808" y="501776"/>
                  </a:moveTo>
                  <a:lnTo>
                    <a:pt x="412793" y="534155"/>
                  </a:lnTo>
                  <a:lnTo>
                    <a:pt x="425171" y="514246"/>
                  </a:lnTo>
                  <a:close/>
                  <a:moveTo>
                    <a:pt x="321363" y="295296"/>
                  </a:moveTo>
                  <a:lnTo>
                    <a:pt x="286212" y="285890"/>
                  </a:lnTo>
                  <a:lnTo>
                    <a:pt x="266283" y="335729"/>
                  </a:lnTo>
                  <a:close/>
                  <a:moveTo>
                    <a:pt x="286212" y="285890"/>
                  </a:moveTo>
                  <a:lnTo>
                    <a:pt x="321363" y="295296"/>
                  </a:lnTo>
                  <a:lnTo>
                    <a:pt x="287294" y="279386"/>
                  </a:lnTo>
                  <a:close/>
                  <a:moveTo>
                    <a:pt x="283210" y="284006"/>
                  </a:moveTo>
                  <a:lnTo>
                    <a:pt x="286212" y="285890"/>
                  </a:lnTo>
                  <a:lnTo>
                    <a:pt x="287294" y="279386"/>
                  </a:lnTo>
                  <a:close/>
                  <a:moveTo>
                    <a:pt x="1224216" y="1469348"/>
                  </a:moveTo>
                  <a:lnTo>
                    <a:pt x="1214649" y="1475813"/>
                  </a:lnTo>
                  <a:lnTo>
                    <a:pt x="1204142" y="1476484"/>
                  </a:lnTo>
                  <a:close/>
                  <a:moveTo>
                    <a:pt x="1251382" y="1413318"/>
                  </a:moveTo>
                  <a:lnTo>
                    <a:pt x="1224216" y="1469348"/>
                  </a:lnTo>
                  <a:lnTo>
                    <a:pt x="1252484" y="1442598"/>
                  </a:lnTo>
                  <a:close/>
                  <a:moveTo>
                    <a:pt x="1215745" y="1467051"/>
                  </a:moveTo>
                  <a:lnTo>
                    <a:pt x="1224216" y="1469348"/>
                  </a:lnTo>
                  <a:lnTo>
                    <a:pt x="1251382" y="1413318"/>
                  </a:lnTo>
                  <a:close/>
                  <a:moveTo>
                    <a:pt x="462695" y="450930"/>
                  </a:moveTo>
                  <a:lnTo>
                    <a:pt x="434464" y="480276"/>
                  </a:lnTo>
                  <a:lnTo>
                    <a:pt x="510101" y="453494"/>
                  </a:lnTo>
                  <a:close/>
                  <a:moveTo>
                    <a:pt x="287294" y="279386"/>
                  </a:moveTo>
                  <a:lnTo>
                    <a:pt x="329827" y="263733"/>
                  </a:lnTo>
                  <a:lnTo>
                    <a:pt x="353176" y="216130"/>
                  </a:lnTo>
                  <a:close/>
                  <a:moveTo>
                    <a:pt x="997214" y="1028823"/>
                  </a:moveTo>
                  <a:lnTo>
                    <a:pt x="994241" y="1040877"/>
                  </a:lnTo>
                  <a:lnTo>
                    <a:pt x="1009539" y="1032961"/>
                  </a:lnTo>
                  <a:close/>
                  <a:moveTo>
                    <a:pt x="1034045" y="974120"/>
                  </a:moveTo>
                  <a:lnTo>
                    <a:pt x="1009539" y="1032961"/>
                  </a:lnTo>
                  <a:lnTo>
                    <a:pt x="1033899" y="1014475"/>
                  </a:lnTo>
                  <a:close/>
                  <a:moveTo>
                    <a:pt x="997214" y="1028823"/>
                  </a:moveTo>
                  <a:lnTo>
                    <a:pt x="1009539" y="1032961"/>
                  </a:lnTo>
                  <a:lnTo>
                    <a:pt x="1034045" y="974120"/>
                  </a:lnTo>
                  <a:close/>
                  <a:moveTo>
                    <a:pt x="996132" y="905794"/>
                  </a:moveTo>
                  <a:lnTo>
                    <a:pt x="995700" y="911433"/>
                  </a:lnTo>
                  <a:lnTo>
                    <a:pt x="1013797" y="927838"/>
                  </a:lnTo>
                  <a:close/>
                  <a:moveTo>
                    <a:pt x="829577" y="649945"/>
                  </a:moveTo>
                  <a:lnTo>
                    <a:pt x="828528" y="648111"/>
                  </a:lnTo>
                  <a:lnTo>
                    <a:pt x="793903" y="680976"/>
                  </a:lnTo>
                  <a:close/>
                  <a:moveTo>
                    <a:pt x="793903" y="680976"/>
                  </a:moveTo>
                  <a:lnTo>
                    <a:pt x="729042" y="672205"/>
                  </a:lnTo>
                  <a:lnTo>
                    <a:pt x="758625" y="683977"/>
                  </a:lnTo>
                  <a:close/>
                  <a:moveTo>
                    <a:pt x="363549" y="198256"/>
                  </a:moveTo>
                  <a:lnTo>
                    <a:pt x="369149" y="184282"/>
                  </a:lnTo>
                  <a:lnTo>
                    <a:pt x="353176" y="216130"/>
                  </a:lnTo>
                  <a:close/>
                  <a:moveTo>
                    <a:pt x="363549" y="198256"/>
                  </a:moveTo>
                  <a:lnTo>
                    <a:pt x="353176" y="216130"/>
                  </a:lnTo>
                  <a:lnTo>
                    <a:pt x="359272" y="208376"/>
                  </a:lnTo>
                  <a:close/>
                  <a:moveTo>
                    <a:pt x="363549" y="198256"/>
                  </a:moveTo>
                  <a:lnTo>
                    <a:pt x="359272" y="208376"/>
                  </a:lnTo>
                  <a:lnTo>
                    <a:pt x="374916" y="162514"/>
                  </a:lnTo>
                  <a:close/>
                  <a:moveTo>
                    <a:pt x="374916" y="162514"/>
                  </a:moveTo>
                  <a:lnTo>
                    <a:pt x="359272" y="208376"/>
                  </a:lnTo>
                  <a:lnTo>
                    <a:pt x="386446" y="165847"/>
                  </a:lnTo>
                  <a:close/>
                  <a:moveTo>
                    <a:pt x="374916" y="162514"/>
                  </a:moveTo>
                  <a:lnTo>
                    <a:pt x="386446" y="165847"/>
                  </a:lnTo>
                  <a:lnTo>
                    <a:pt x="414895" y="137315"/>
                  </a:lnTo>
                  <a:close/>
                  <a:moveTo>
                    <a:pt x="369149" y="184282"/>
                  </a:moveTo>
                  <a:lnTo>
                    <a:pt x="363549" y="198256"/>
                  </a:lnTo>
                  <a:lnTo>
                    <a:pt x="374916" y="162514"/>
                  </a:lnTo>
                  <a:close/>
                  <a:moveTo>
                    <a:pt x="1004005" y="854257"/>
                  </a:moveTo>
                  <a:lnTo>
                    <a:pt x="996369" y="779031"/>
                  </a:lnTo>
                  <a:lnTo>
                    <a:pt x="1004946" y="834309"/>
                  </a:lnTo>
                  <a:close/>
                  <a:moveTo>
                    <a:pt x="996306" y="778627"/>
                  </a:moveTo>
                  <a:lnTo>
                    <a:pt x="996369" y="779031"/>
                  </a:lnTo>
                  <a:lnTo>
                    <a:pt x="1004005" y="854257"/>
                  </a:lnTo>
                  <a:close/>
                  <a:moveTo>
                    <a:pt x="1010416" y="802721"/>
                  </a:moveTo>
                  <a:lnTo>
                    <a:pt x="996306" y="778627"/>
                  </a:lnTo>
                  <a:lnTo>
                    <a:pt x="1004005" y="854257"/>
                  </a:lnTo>
                  <a:close/>
                  <a:moveTo>
                    <a:pt x="611507" y="274085"/>
                  </a:moveTo>
                  <a:lnTo>
                    <a:pt x="623140" y="256974"/>
                  </a:lnTo>
                  <a:lnTo>
                    <a:pt x="572505" y="242338"/>
                  </a:lnTo>
                  <a:close/>
                  <a:moveTo>
                    <a:pt x="414895" y="137315"/>
                  </a:moveTo>
                  <a:lnTo>
                    <a:pt x="430529" y="132745"/>
                  </a:lnTo>
                  <a:lnTo>
                    <a:pt x="417570" y="129577"/>
                  </a:lnTo>
                  <a:close/>
                  <a:moveTo>
                    <a:pt x="572505" y="242338"/>
                  </a:moveTo>
                  <a:lnTo>
                    <a:pt x="623140" y="256974"/>
                  </a:lnTo>
                  <a:lnTo>
                    <a:pt x="651935" y="229735"/>
                  </a:lnTo>
                  <a:close/>
                  <a:moveTo>
                    <a:pt x="583872" y="33021"/>
                  </a:moveTo>
                  <a:lnTo>
                    <a:pt x="579850" y="0"/>
                  </a:lnTo>
                  <a:lnTo>
                    <a:pt x="573040" y="16404"/>
                  </a:lnTo>
                  <a:close/>
                  <a:moveTo>
                    <a:pt x="588518" y="32406"/>
                  </a:moveTo>
                  <a:lnTo>
                    <a:pt x="573040" y="16404"/>
                  </a:lnTo>
                  <a:lnTo>
                    <a:pt x="556690" y="8927"/>
                  </a:lnTo>
                  <a:close/>
                </a:path>
              </a:pathLst>
            </a:custGeom>
            <a:solidFill>
              <a:srgbClr val="EDF0F2"/>
            </a:solidFill>
            <a:ln w="1524">
              <a:solidFill>
                <a:srgbClr val="EDF0F2"/>
              </a:solidFill>
            </a:ln>
          </p:spPr>
        </p:sp>
        <p:sp>
          <p:nvSpPr>
            <p:cNvPr id="4272" name="Output_density__4271">
              <a:extLst>
                <a:ext uri="{FF2B5EF4-FFF2-40B4-BE49-F238E27FC236}">
                  <a16:creationId xmlns:a16="http://schemas.microsoft.com/office/drawing/2014/main" id="{1C2B4EA5-8D5D-2FE7-071E-28679E9375DC}"/>
                </a:ext>
              </a:extLst>
            </p:cNvPr>
            <p:cNvSpPr>
              <a:spLocks noGrp="1"/>
            </p:cNvSpPr>
            <p:nvPr/>
          </p:nvSpPr>
          <p:spPr>
            <a:xfrm>
              <a:off x="14995177" y="2396730"/>
              <a:ext cx="1509305" cy="1766625"/>
            </a:xfrm>
            <a:custGeom>
              <a:avLst/>
              <a:gdLst/>
              <a:ahLst/>
              <a:cxnLst/>
              <a:rect l="0" t="0" r="0" b="0"/>
              <a:pathLst>
                <a:path w="1509305" h="1766625">
                  <a:moveTo>
                    <a:pt x="75157" y="804541"/>
                  </a:moveTo>
                  <a:lnTo>
                    <a:pt x="26161" y="796030"/>
                  </a:lnTo>
                  <a:lnTo>
                    <a:pt x="0" y="800983"/>
                  </a:lnTo>
                  <a:close/>
                  <a:moveTo>
                    <a:pt x="708017" y="1376974"/>
                  </a:moveTo>
                  <a:lnTo>
                    <a:pt x="750613" y="1352880"/>
                  </a:lnTo>
                  <a:lnTo>
                    <a:pt x="722567" y="1383213"/>
                  </a:lnTo>
                  <a:close/>
                  <a:moveTo>
                    <a:pt x="750613" y="1352880"/>
                  </a:moveTo>
                  <a:lnTo>
                    <a:pt x="708017" y="1376974"/>
                  </a:lnTo>
                  <a:lnTo>
                    <a:pt x="754904" y="1329437"/>
                  </a:lnTo>
                  <a:close/>
                  <a:moveTo>
                    <a:pt x="197035" y="810071"/>
                  </a:moveTo>
                  <a:lnTo>
                    <a:pt x="210141" y="744089"/>
                  </a:lnTo>
                  <a:lnTo>
                    <a:pt x="209975" y="734441"/>
                  </a:lnTo>
                  <a:close/>
                  <a:moveTo>
                    <a:pt x="209975" y="734441"/>
                  </a:moveTo>
                  <a:lnTo>
                    <a:pt x="210141" y="744089"/>
                  </a:lnTo>
                  <a:lnTo>
                    <a:pt x="221135" y="731178"/>
                  </a:lnTo>
                  <a:close/>
                  <a:moveTo>
                    <a:pt x="250524" y="682904"/>
                  </a:moveTo>
                  <a:lnTo>
                    <a:pt x="245058" y="685722"/>
                  </a:lnTo>
                  <a:lnTo>
                    <a:pt x="221135" y="731178"/>
                  </a:lnTo>
                  <a:close/>
                  <a:moveTo>
                    <a:pt x="250524" y="682904"/>
                  </a:moveTo>
                  <a:lnTo>
                    <a:pt x="263616" y="658810"/>
                  </a:lnTo>
                  <a:lnTo>
                    <a:pt x="245058" y="685722"/>
                  </a:lnTo>
                  <a:close/>
                  <a:moveTo>
                    <a:pt x="838311" y="1253156"/>
                  </a:moveTo>
                  <a:lnTo>
                    <a:pt x="816112" y="1277249"/>
                  </a:lnTo>
                  <a:lnTo>
                    <a:pt x="851606" y="1246514"/>
                  </a:lnTo>
                  <a:close/>
                  <a:moveTo>
                    <a:pt x="816112" y="1277249"/>
                  </a:moveTo>
                  <a:lnTo>
                    <a:pt x="822071" y="1270985"/>
                  </a:lnTo>
                  <a:lnTo>
                    <a:pt x="851606" y="1246514"/>
                  </a:lnTo>
                  <a:close/>
                  <a:moveTo>
                    <a:pt x="822071" y="1270985"/>
                  </a:moveTo>
                  <a:lnTo>
                    <a:pt x="864904" y="1256456"/>
                  </a:lnTo>
                  <a:lnTo>
                    <a:pt x="892655" y="1225312"/>
                  </a:lnTo>
                  <a:close/>
                  <a:moveTo>
                    <a:pt x="851606" y="1246514"/>
                  </a:moveTo>
                  <a:lnTo>
                    <a:pt x="822071" y="1270985"/>
                  </a:lnTo>
                  <a:lnTo>
                    <a:pt x="892655" y="1225312"/>
                  </a:lnTo>
                  <a:close/>
                  <a:moveTo>
                    <a:pt x="1405256" y="1744428"/>
                  </a:moveTo>
                  <a:lnTo>
                    <a:pt x="1433074" y="1753311"/>
                  </a:lnTo>
                  <a:lnTo>
                    <a:pt x="1400554" y="1766625"/>
                  </a:lnTo>
                  <a:close/>
                  <a:moveTo>
                    <a:pt x="1405256" y="1744428"/>
                  </a:moveTo>
                  <a:lnTo>
                    <a:pt x="1443656" y="1679799"/>
                  </a:lnTo>
                  <a:lnTo>
                    <a:pt x="1425488" y="1668797"/>
                  </a:lnTo>
                  <a:close/>
                  <a:moveTo>
                    <a:pt x="846442" y="1007827"/>
                  </a:moveTo>
                  <a:lnTo>
                    <a:pt x="861123" y="1074452"/>
                  </a:lnTo>
                  <a:lnTo>
                    <a:pt x="854326" y="1022915"/>
                  </a:lnTo>
                  <a:close/>
                  <a:moveTo>
                    <a:pt x="1159974" y="1232410"/>
                  </a:moveTo>
                  <a:lnTo>
                    <a:pt x="1176324" y="1243263"/>
                  </a:lnTo>
                  <a:lnTo>
                    <a:pt x="1186789" y="1221622"/>
                  </a:lnTo>
                  <a:close/>
                  <a:moveTo>
                    <a:pt x="1363470" y="1223278"/>
                  </a:moveTo>
                  <a:lnTo>
                    <a:pt x="1367628" y="1201683"/>
                  </a:lnTo>
                  <a:lnTo>
                    <a:pt x="1352045" y="1220334"/>
                  </a:lnTo>
                  <a:close/>
                  <a:moveTo>
                    <a:pt x="909870" y="480276"/>
                  </a:moveTo>
                  <a:lnTo>
                    <a:pt x="898214" y="501776"/>
                  </a:lnTo>
                  <a:lnTo>
                    <a:pt x="954302" y="471725"/>
                  </a:lnTo>
                  <a:close/>
                  <a:moveTo>
                    <a:pt x="724345" y="310662"/>
                  </a:moveTo>
                  <a:lnTo>
                    <a:pt x="650264" y="343258"/>
                  </a:lnTo>
                  <a:lnTo>
                    <a:pt x="694359" y="333447"/>
                  </a:lnTo>
                  <a:close/>
                  <a:moveTo>
                    <a:pt x="724345" y="310662"/>
                  </a:moveTo>
                  <a:lnTo>
                    <a:pt x="761618" y="285890"/>
                  </a:lnTo>
                  <a:lnTo>
                    <a:pt x="758616" y="284006"/>
                  </a:lnTo>
                  <a:close/>
                  <a:moveTo>
                    <a:pt x="741689" y="335729"/>
                  </a:moveTo>
                  <a:lnTo>
                    <a:pt x="761618" y="285890"/>
                  </a:lnTo>
                  <a:lnTo>
                    <a:pt x="724345" y="310662"/>
                  </a:lnTo>
                  <a:close/>
                  <a:moveTo>
                    <a:pt x="694359" y="333447"/>
                  </a:moveTo>
                  <a:lnTo>
                    <a:pt x="741689" y="335729"/>
                  </a:lnTo>
                  <a:lnTo>
                    <a:pt x="724345" y="310662"/>
                  </a:lnTo>
                  <a:close/>
                  <a:moveTo>
                    <a:pt x="1400088" y="1090386"/>
                  </a:moveTo>
                  <a:lnTo>
                    <a:pt x="1438112" y="1057873"/>
                  </a:lnTo>
                  <a:lnTo>
                    <a:pt x="1469647" y="1040877"/>
                  </a:lnTo>
                  <a:close/>
                  <a:moveTo>
                    <a:pt x="1439498" y="1057055"/>
                  </a:moveTo>
                  <a:lnTo>
                    <a:pt x="1469647" y="1040877"/>
                  </a:lnTo>
                  <a:lnTo>
                    <a:pt x="1438112" y="1057873"/>
                  </a:lnTo>
                  <a:close/>
                  <a:moveTo>
                    <a:pt x="1439498" y="1057055"/>
                  </a:moveTo>
                  <a:lnTo>
                    <a:pt x="1484945" y="1032961"/>
                  </a:lnTo>
                  <a:lnTo>
                    <a:pt x="1469647" y="1040877"/>
                  </a:lnTo>
                  <a:close/>
                  <a:moveTo>
                    <a:pt x="1484945" y="1032961"/>
                  </a:moveTo>
                  <a:lnTo>
                    <a:pt x="1439498" y="1057055"/>
                  </a:lnTo>
                  <a:lnTo>
                    <a:pt x="1509305" y="1014475"/>
                  </a:lnTo>
                  <a:close/>
                  <a:moveTo>
                    <a:pt x="909870" y="480276"/>
                  </a:moveTo>
                  <a:lnTo>
                    <a:pt x="954302" y="471725"/>
                  </a:lnTo>
                  <a:lnTo>
                    <a:pt x="985507" y="453494"/>
                  </a:lnTo>
                  <a:close/>
                  <a:moveTo>
                    <a:pt x="985507" y="453494"/>
                  </a:moveTo>
                  <a:lnTo>
                    <a:pt x="954302" y="471725"/>
                  </a:lnTo>
                  <a:lnTo>
                    <a:pt x="1031397" y="450396"/>
                  </a:lnTo>
                  <a:close/>
                  <a:moveTo>
                    <a:pt x="1471454" y="904285"/>
                  </a:moveTo>
                  <a:lnTo>
                    <a:pt x="1471106" y="911433"/>
                  </a:lnTo>
                  <a:lnTo>
                    <a:pt x="1471538" y="905794"/>
                  </a:lnTo>
                  <a:close/>
                  <a:moveTo>
                    <a:pt x="1480351" y="834309"/>
                  </a:moveTo>
                  <a:lnTo>
                    <a:pt x="1471454" y="904285"/>
                  </a:lnTo>
                  <a:lnTo>
                    <a:pt x="1471538" y="905794"/>
                  </a:lnTo>
                  <a:close/>
                  <a:moveTo>
                    <a:pt x="1157453" y="493502"/>
                  </a:moveTo>
                  <a:lnTo>
                    <a:pt x="1163690" y="469408"/>
                  </a:lnTo>
                  <a:lnTo>
                    <a:pt x="1160525" y="545038"/>
                  </a:lnTo>
                  <a:close/>
                  <a:moveTo>
                    <a:pt x="1127341" y="229735"/>
                  </a:moveTo>
                  <a:lnTo>
                    <a:pt x="1098545" y="256974"/>
                  </a:lnTo>
                  <a:lnTo>
                    <a:pt x="1168281" y="208128"/>
                  </a:lnTo>
                  <a:close/>
                  <a:moveTo>
                    <a:pt x="1032096" y="8927"/>
                  </a:moveTo>
                  <a:lnTo>
                    <a:pt x="1048446" y="16404"/>
                  </a:lnTo>
                  <a:lnTo>
                    <a:pt x="1055256" y="0"/>
                  </a:lnTo>
                  <a:close/>
                  <a:moveTo>
                    <a:pt x="1265674" y="127786"/>
                  </a:moveTo>
                  <a:lnTo>
                    <a:pt x="1272378" y="111767"/>
                  </a:lnTo>
                  <a:lnTo>
                    <a:pt x="1277395" y="87906"/>
                  </a:lnTo>
                  <a:close/>
                  <a:moveTo>
                    <a:pt x="1277395" y="87906"/>
                  </a:moveTo>
                  <a:lnTo>
                    <a:pt x="1297066" y="70479"/>
                  </a:lnTo>
                  <a:lnTo>
                    <a:pt x="1323159" y="33137"/>
                  </a:lnTo>
                  <a:close/>
                </a:path>
              </a:pathLst>
            </a:custGeom>
            <a:solidFill>
              <a:srgbClr val="ECEFF1"/>
            </a:solidFill>
            <a:ln w="1524">
              <a:solidFill>
                <a:srgbClr val="ECEFF1"/>
              </a:solidFill>
            </a:ln>
          </p:spPr>
        </p:sp>
        <p:sp>
          <p:nvSpPr>
            <p:cNvPr id="4273" name="Output_density__4272">
              <a:extLst>
                <a:ext uri="{FF2B5EF4-FFF2-40B4-BE49-F238E27FC236}">
                  <a16:creationId xmlns:a16="http://schemas.microsoft.com/office/drawing/2014/main" id="{2B49B214-C3F3-E5BA-E8E7-E7506147618A}"/>
                </a:ext>
              </a:extLst>
            </p:cNvPr>
            <p:cNvSpPr>
              <a:spLocks noGrp="1"/>
            </p:cNvSpPr>
            <p:nvPr/>
          </p:nvSpPr>
          <p:spPr>
            <a:xfrm>
              <a:off x="14994166" y="2210993"/>
              <a:ext cx="1695462" cy="1957001"/>
            </a:xfrm>
            <a:custGeom>
              <a:avLst/>
              <a:gdLst/>
              <a:ahLst/>
              <a:cxnLst/>
              <a:rect l="0" t="0" r="0" b="0"/>
              <a:pathLst>
                <a:path w="1695462" h="1957001">
                  <a:moveTo>
                    <a:pt x="452312" y="1658135"/>
                  </a:moveTo>
                  <a:lnTo>
                    <a:pt x="419043" y="1627675"/>
                  </a:lnTo>
                  <a:lnTo>
                    <a:pt x="456930" y="1662435"/>
                  </a:lnTo>
                  <a:close/>
                  <a:moveTo>
                    <a:pt x="414819" y="1610899"/>
                  </a:moveTo>
                  <a:lnTo>
                    <a:pt x="419043" y="1627675"/>
                  </a:lnTo>
                  <a:lnTo>
                    <a:pt x="452312" y="1658135"/>
                  </a:lnTo>
                  <a:close/>
                  <a:moveTo>
                    <a:pt x="456930" y="1662435"/>
                  </a:moveTo>
                  <a:lnTo>
                    <a:pt x="527707" y="1640058"/>
                  </a:lnTo>
                  <a:lnTo>
                    <a:pt x="452312" y="1658135"/>
                  </a:lnTo>
                  <a:close/>
                  <a:moveTo>
                    <a:pt x="452312" y="1658135"/>
                  </a:moveTo>
                  <a:lnTo>
                    <a:pt x="527707" y="1640058"/>
                  </a:lnTo>
                  <a:lnTo>
                    <a:pt x="528014" y="1631592"/>
                  </a:lnTo>
                  <a:close/>
                  <a:moveTo>
                    <a:pt x="452312" y="1658135"/>
                  </a:moveTo>
                  <a:lnTo>
                    <a:pt x="528014" y="1631592"/>
                  </a:lnTo>
                  <a:lnTo>
                    <a:pt x="476889" y="1615123"/>
                  </a:lnTo>
                  <a:close/>
                  <a:moveTo>
                    <a:pt x="527707" y="1640058"/>
                  </a:moveTo>
                  <a:lnTo>
                    <a:pt x="538219" y="1638341"/>
                  </a:lnTo>
                  <a:lnTo>
                    <a:pt x="528014" y="1631592"/>
                  </a:lnTo>
                  <a:close/>
                  <a:moveTo>
                    <a:pt x="440688" y="1586805"/>
                  </a:moveTo>
                  <a:lnTo>
                    <a:pt x="452312" y="1658135"/>
                  </a:lnTo>
                  <a:lnTo>
                    <a:pt x="476889" y="1615123"/>
                  </a:lnTo>
                  <a:close/>
                  <a:moveTo>
                    <a:pt x="440688" y="1586805"/>
                  </a:moveTo>
                  <a:lnTo>
                    <a:pt x="414819" y="1610899"/>
                  </a:lnTo>
                  <a:lnTo>
                    <a:pt x="452312" y="1658135"/>
                  </a:lnTo>
                  <a:close/>
                  <a:moveTo>
                    <a:pt x="440688" y="1586805"/>
                  </a:moveTo>
                  <a:lnTo>
                    <a:pt x="399713" y="1559362"/>
                  </a:lnTo>
                  <a:lnTo>
                    <a:pt x="414819" y="1610899"/>
                  </a:lnTo>
                  <a:close/>
                  <a:moveTo>
                    <a:pt x="538219" y="1638341"/>
                  </a:moveTo>
                  <a:lnTo>
                    <a:pt x="579496" y="1649400"/>
                  </a:lnTo>
                  <a:lnTo>
                    <a:pt x="584573" y="1631809"/>
                  </a:lnTo>
                  <a:close/>
                  <a:moveTo>
                    <a:pt x="584573" y="1631809"/>
                  </a:moveTo>
                  <a:lnTo>
                    <a:pt x="528014" y="1631592"/>
                  </a:lnTo>
                  <a:lnTo>
                    <a:pt x="538219" y="1638341"/>
                  </a:lnTo>
                  <a:close/>
                  <a:moveTo>
                    <a:pt x="528650" y="1576549"/>
                  </a:moveTo>
                  <a:lnTo>
                    <a:pt x="528014" y="1631592"/>
                  </a:lnTo>
                  <a:lnTo>
                    <a:pt x="584573" y="1631809"/>
                  </a:lnTo>
                  <a:close/>
                  <a:moveTo>
                    <a:pt x="576841" y="1575352"/>
                  </a:moveTo>
                  <a:lnTo>
                    <a:pt x="528650" y="1576549"/>
                  </a:lnTo>
                  <a:lnTo>
                    <a:pt x="584573" y="1631809"/>
                  </a:lnTo>
                  <a:close/>
                  <a:moveTo>
                    <a:pt x="528650" y="1576549"/>
                  </a:moveTo>
                  <a:lnTo>
                    <a:pt x="476889" y="1615123"/>
                  </a:lnTo>
                  <a:lnTo>
                    <a:pt x="528014" y="1631592"/>
                  </a:lnTo>
                  <a:close/>
                  <a:moveTo>
                    <a:pt x="566509" y="1511174"/>
                  </a:moveTo>
                  <a:lnTo>
                    <a:pt x="534688" y="1521648"/>
                  </a:lnTo>
                  <a:lnTo>
                    <a:pt x="575407" y="1513775"/>
                  </a:lnTo>
                  <a:close/>
                  <a:moveTo>
                    <a:pt x="575407" y="1513775"/>
                  </a:moveTo>
                  <a:lnTo>
                    <a:pt x="534688" y="1521648"/>
                  </a:lnTo>
                  <a:lnTo>
                    <a:pt x="528650" y="1576549"/>
                  </a:lnTo>
                  <a:close/>
                  <a:moveTo>
                    <a:pt x="575407" y="1513775"/>
                  </a:moveTo>
                  <a:lnTo>
                    <a:pt x="528650" y="1576549"/>
                  </a:lnTo>
                  <a:lnTo>
                    <a:pt x="576841" y="1575352"/>
                  </a:lnTo>
                  <a:close/>
                  <a:moveTo>
                    <a:pt x="50232" y="946704"/>
                  </a:moveTo>
                  <a:lnTo>
                    <a:pt x="52790" y="942646"/>
                  </a:lnTo>
                  <a:lnTo>
                    <a:pt x="0" y="919951"/>
                  </a:lnTo>
                  <a:close/>
                  <a:moveTo>
                    <a:pt x="50232" y="946704"/>
                  </a:moveTo>
                  <a:lnTo>
                    <a:pt x="54374" y="944272"/>
                  </a:lnTo>
                  <a:lnTo>
                    <a:pt x="52790" y="942646"/>
                  </a:lnTo>
                  <a:close/>
                  <a:moveTo>
                    <a:pt x="582540" y="1511174"/>
                  </a:moveTo>
                  <a:lnTo>
                    <a:pt x="612887" y="1562711"/>
                  </a:lnTo>
                  <a:lnTo>
                    <a:pt x="639483" y="1538617"/>
                  </a:lnTo>
                  <a:close/>
                  <a:moveTo>
                    <a:pt x="551743" y="1450514"/>
                  </a:moveTo>
                  <a:lnTo>
                    <a:pt x="575450" y="1499371"/>
                  </a:lnTo>
                  <a:lnTo>
                    <a:pt x="586956" y="1441643"/>
                  </a:lnTo>
                  <a:close/>
                  <a:moveTo>
                    <a:pt x="566509" y="1511174"/>
                  </a:moveTo>
                  <a:lnTo>
                    <a:pt x="575450" y="1499371"/>
                  </a:lnTo>
                  <a:lnTo>
                    <a:pt x="539504" y="1504982"/>
                  </a:lnTo>
                  <a:close/>
                  <a:moveTo>
                    <a:pt x="586956" y="1441643"/>
                  </a:moveTo>
                  <a:lnTo>
                    <a:pt x="575450" y="1499371"/>
                  </a:lnTo>
                  <a:lnTo>
                    <a:pt x="597260" y="1435544"/>
                  </a:lnTo>
                  <a:close/>
                  <a:moveTo>
                    <a:pt x="597260" y="1435544"/>
                  </a:moveTo>
                  <a:lnTo>
                    <a:pt x="582540" y="1511174"/>
                  </a:lnTo>
                  <a:lnTo>
                    <a:pt x="648906" y="1487080"/>
                  </a:lnTo>
                  <a:close/>
                  <a:moveTo>
                    <a:pt x="25829" y="841845"/>
                  </a:moveTo>
                  <a:lnTo>
                    <a:pt x="60115" y="875927"/>
                  </a:lnTo>
                  <a:lnTo>
                    <a:pt x="88439" y="868641"/>
                  </a:lnTo>
                  <a:close/>
                  <a:moveTo>
                    <a:pt x="26611" y="841198"/>
                  </a:moveTo>
                  <a:lnTo>
                    <a:pt x="25829" y="841845"/>
                  </a:lnTo>
                  <a:lnTo>
                    <a:pt x="88439" y="868641"/>
                  </a:lnTo>
                  <a:close/>
                  <a:moveTo>
                    <a:pt x="380297" y="1158859"/>
                  </a:moveTo>
                  <a:lnTo>
                    <a:pt x="340787" y="1176131"/>
                  </a:lnTo>
                  <a:lnTo>
                    <a:pt x="390885" y="1102230"/>
                  </a:lnTo>
                  <a:close/>
                  <a:moveTo>
                    <a:pt x="191595" y="907743"/>
                  </a:moveTo>
                  <a:lnTo>
                    <a:pt x="210987" y="920178"/>
                  </a:lnTo>
                  <a:lnTo>
                    <a:pt x="200283" y="874944"/>
                  </a:lnTo>
                  <a:close/>
                  <a:moveTo>
                    <a:pt x="115474" y="806160"/>
                  </a:moveTo>
                  <a:lnTo>
                    <a:pt x="56197" y="816369"/>
                  </a:lnTo>
                  <a:lnTo>
                    <a:pt x="129350" y="857622"/>
                  </a:lnTo>
                  <a:close/>
                  <a:moveTo>
                    <a:pt x="93831" y="786516"/>
                  </a:moveTo>
                  <a:lnTo>
                    <a:pt x="56197" y="816369"/>
                  </a:lnTo>
                  <a:lnTo>
                    <a:pt x="115474" y="806160"/>
                  </a:lnTo>
                  <a:close/>
                  <a:moveTo>
                    <a:pt x="1190939" y="1902722"/>
                  </a:moveTo>
                  <a:lnTo>
                    <a:pt x="1150820" y="1926816"/>
                  </a:lnTo>
                  <a:lnTo>
                    <a:pt x="1224826" y="1954258"/>
                  </a:lnTo>
                  <a:close/>
                  <a:moveTo>
                    <a:pt x="1158129" y="1851185"/>
                  </a:moveTo>
                  <a:lnTo>
                    <a:pt x="1132500" y="1914876"/>
                  </a:lnTo>
                  <a:lnTo>
                    <a:pt x="1150820" y="1926816"/>
                  </a:lnTo>
                  <a:close/>
                  <a:moveTo>
                    <a:pt x="160151" y="665843"/>
                  </a:moveTo>
                  <a:lnTo>
                    <a:pt x="124260" y="614307"/>
                  </a:lnTo>
                  <a:lnTo>
                    <a:pt x="112813" y="682838"/>
                  </a:lnTo>
                  <a:close/>
                  <a:moveTo>
                    <a:pt x="124260" y="614307"/>
                  </a:moveTo>
                  <a:lnTo>
                    <a:pt x="113554" y="619493"/>
                  </a:lnTo>
                  <a:lnTo>
                    <a:pt x="112813" y="682838"/>
                  </a:lnTo>
                  <a:close/>
                  <a:moveTo>
                    <a:pt x="85318" y="586864"/>
                  </a:moveTo>
                  <a:lnTo>
                    <a:pt x="113554" y="619493"/>
                  </a:lnTo>
                  <a:lnTo>
                    <a:pt x="124260" y="614307"/>
                  </a:lnTo>
                  <a:close/>
                  <a:moveTo>
                    <a:pt x="1224826" y="1954258"/>
                  </a:moveTo>
                  <a:lnTo>
                    <a:pt x="1222460" y="1957001"/>
                  </a:lnTo>
                  <a:lnTo>
                    <a:pt x="1226222" y="1955710"/>
                  </a:lnTo>
                  <a:close/>
                  <a:moveTo>
                    <a:pt x="1224826" y="1954258"/>
                  </a:moveTo>
                  <a:lnTo>
                    <a:pt x="1226222" y="1955710"/>
                  </a:lnTo>
                  <a:lnTo>
                    <a:pt x="1227231" y="1953122"/>
                  </a:lnTo>
                  <a:close/>
                  <a:moveTo>
                    <a:pt x="1190939" y="1902722"/>
                  </a:moveTo>
                  <a:lnTo>
                    <a:pt x="1224826" y="1954258"/>
                  </a:lnTo>
                  <a:lnTo>
                    <a:pt x="1227231" y="1953122"/>
                  </a:lnTo>
                  <a:close/>
                  <a:moveTo>
                    <a:pt x="1232498" y="1886098"/>
                  </a:moveTo>
                  <a:lnTo>
                    <a:pt x="1227231" y="1953122"/>
                  </a:lnTo>
                  <a:lnTo>
                    <a:pt x="1249228" y="1954258"/>
                  </a:lnTo>
                  <a:close/>
                  <a:moveTo>
                    <a:pt x="1219651" y="1833799"/>
                  </a:moveTo>
                  <a:lnTo>
                    <a:pt x="1256148" y="1902722"/>
                  </a:lnTo>
                  <a:lnTo>
                    <a:pt x="1281046" y="1851112"/>
                  </a:lnTo>
                  <a:close/>
                  <a:moveTo>
                    <a:pt x="568519" y="1017433"/>
                  </a:moveTo>
                  <a:lnTo>
                    <a:pt x="532908" y="1008402"/>
                  </a:lnTo>
                  <a:lnTo>
                    <a:pt x="592266" y="1022644"/>
                  </a:lnTo>
                  <a:close/>
                  <a:moveTo>
                    <a:pt x="532908" y="1008402"/>
                  </a:moveTo>
                  <a:lnTo>
                    <a:pt x="543852" y="1016309"/>
                  </a:lnTo>
                  <a:lnTo>
                    <a:pt x="592266" y="1022644"/>
                  </a:lnTo>
                  <a:close/>
                  <a:moveTo>
                    <a:pt x="403009" y="923526"/>
                  </a:moveTo>
                  <a:lnTo>
                    <a:pt x="455460" y="907897"/>
                  </a:lnTo>
                  <a:lnTo>
                    <a:pt x="398262" y="871990"/>
                  </a:lnTo>
                  <a:close/>
                  <a:moveTo>
                    <a:pt x="493546" y="852174"/>
                  </a:moveTo>
                  <a:lnTo>
                    <a:pt x="455460" y="907897"/>
                  </a:lnTo>
                  <a:lnTo>
                    <a:pt x="507987" y="903176"/>
                  </a:lnTo>
                  <a:close/>
                  <a:moveTo>
                    <a:pt x="1327223" y="1930165"/>
                  </a:moveTo>
                  <a:lnTo>
                    <a:pt x="1297840" y="1878628"/>
                  </a:lnTo>
                  <a:lnTo>
                    <a:pt x="1310732" y="1898459"/>
                  </a:lnTo>
                  <a:close/>
                  <a:moveTo>
                    <a:pt x="1369952" y="1906070"/>
                  </a:moveTo>
                  <a:lnTo>
                    <a:pt x="1356000" y="1956674"/>
                  </a:lnTo>
                  <a:lnTo>
                    <a:pt x="1382799" y="1921969"/>
                  </a:lnTo>
                  <a:close/>
                  <a:moveTo>
                    <a:pt x="1369952" y="1906070"/>
                  </a:moveTo>
                  <a:lnTo>
                    <a:pt x="1327223" y="1930165"/>
                  </a:lnTo>
                  <a:lnTo>
                    <a:pt x="1356000" y="1956674"/>
                  </a:lnTo>
                  <a:close/>
                  <a:moveTo>
                    <a:pt x="792541" y="1137481"/>
                  </a:moveTo>
                  <a:lnTo>
                    <a:pt x="801167" y="1144762"/>
                  </a:lnTo>
                  <a:lnTo>
                    <a:pt x="847454" y="1193563"/>
                  </a:lnTo>
                  <a:close/>
                  <a:moveTo>
                    <a:pt x="724666" y="1091938"/>
                  </a:moveTo>
                  <a:lnTo>
                    <a:pt x="716418" y="1137474"/>
                  </a:lnTo>
                  <a:lnTo>
                    <a:pt x="792541" y="1137481"/>
                  </a:lnTo>
                  <a:close/>
                  <a:moveTo>
                    <a:pt x="715846" y="1029948"/>
                  </a:moveTo>
                  <a:lnTo>
                    <a:pt x="685143" y="1060321"/>
                  </a:lnTo>
                  <a:lnTo>
                    <a:pt x="722116" y="1031268"/>
                  </a:lnTo>
                  <a:close/>
                  <a:moveTo>
                    <a:pt x="577128" y="947690"/>
                  </a:moveTo>
                  <a:lnTo>
                    <a:pt x="540751" y="939282"/>
                  </a:lnTo>
                  <a:lnTo>
                    <a:pt x="536246" y="987870"/>
                  </a:lnTo>
                  <a:close/>
                  <a:moveTo>
                    <a:pt x="521904" y="899432"/>
                  </a:moveTo>
                  <a:lnTo>
                    <a:pt x="593933" y="893978"/>
                  </a:lnTo>
                  <a:lnTo>
                    <a:pt x="552571" y="875339"/>
                  </a:lnTo>
                  <a:close/>
                  <a:moveTo>
                    <a:pt x="232535" y="535984"/>
                  </a:moveTo>
                  <a:lnTo>
                    <a:pt x="236627" y="538676"/>
                  </a:lnTo>
                  <a:lnTo>
                    <a:pt x="228453" y="535793"/>
                  </a:lnTo>
                  <a:close/>
                  <a:moveTo>
                    <a:pt x="1433272" y="1899561"/>
                  </a:moveTo>
                  <a:lnTo>
                    <a:pt x="1382308" y="1903012"/>
                  </a:lnTo>
                  <a:lnTo>
                    <a:pt x="1382799" y="1921969"/>
                  </a:lnTo>
                  <a:close/>
                  <a:moveTo>
                    <a:pt x="1382308" y="1903012"/>
                  </a:moveTo>
                  <a:lnTo>
                    <a:pt x="1433272" y="1899561"/>
                  </a:lnTo>
                  <a:lnTo>
                    <a:pt x="1425837" y="1842863"/>
                  </a:lnTo>
                  <a:close/>
                  <a:moveTo>
                    <a:pt x="1190918" y="1553914"/>
                  </a:moveTo>
                  <a:lnTo>
                    <a:pt x="1155084" y="1534594"/>
                  </a:lnTo>
                  <a:lnTo>
                    <a:pt x="1176598" y="1545314"/>
                  </a:lnTo>
                  <a:close/>
                  <a:moveTo>
                    <a:pt x="1224522" y="1544654"/>
                  </a:moveTo>
                  <a:lnTo>
                    <a:pt x="1176386" y="1539359"/>
                  </a:lnTo>
                  <a:lnTo>
                    <a:pt x="1190918" y="1553914"/>
                  </a:lnTo>
                  <a:close/>
                  <a:moveTo>
                    <a:pt x="1176598" y="1545314"/>
                  </a:moveTo>
                  <a:lnTo>
                    <a:pt x="1155084" y="1534594"/>
                  </a:lnTo>
                  <a:lnTo>
                    <a:pt x="1141572" y="1493778"/>
                  </a:lnTo>
                  <a:close/>
                  <a:moveTo>
                    <a:pt x="1224522" y="1544654"/>
                  </a:moveTo>
                  <a:lnTo>
                    <a:pt x="1190918" y="1553914"/>
                  </a:lnTo>
                  <a:lnTo>
                    <a:pt x="1277316" y="1567366"/>
                  </a:lnTo>
                  <a:close/>
                  <a:moveTo>
                    <a:pt x="1125850" y="1485313"/>
                  </a:moveTo>
                  <a:lnTo>
                    <a:pt x="1141572" y="1493778"/>
                  </a:lnTo>
                  <a:lnTo>
                    <a:pt x="1153771" y="1454805"/>
                  </a:lnTo>
                  <a:close/>
                  <a:moveTo>
                    <a:pt x="1136006" y="1418147"/>
                  </a:moveTo>
                  <a:lnTo>
                    <a:pt x="1125850" y="1485313"/>
                  </a:lnTo>
                  <a:lnTo>
                    <a:pt x="1153771" y="1454805"/>
                  </a:lnTo>
                  <a:close/>
                  <a:moveTo>
                    <a:pt x="830677" y="1169220"/>
                  </a:moveTo>
                  <a:lnTo>
                    <a:pt x="848587" y="1184558"/>
                  </a:lnTo>
                  <a:lnTo>
                    <a:pt x="801167" y="1144762"/>
                  </a:lnTo>
                  <a:close/>
                  <a:moveTo>
                    <a:pt x="686354" y="1022359"/>
                  </a:moveTo>
                  <a:lnTo>
                    <a:pt x="685143" y="1060321"/>
                  </a:lnTo>
                  <a:lnTo>
                    <a:pt x="715846" y="1029948"/>
                  </a:lnTo>
                  <a:close/>
                  <a:moveTo>
                    <a:pt x="649839" y="863817"/>
                  </a:moveTo>
                  <a:lnTo>
                    <a:pt x="593933" y="893978"/>
                  </a:lnTo>
                  <a:lnTo>
                    <a:pt x="648781" y="924370"/>
                  </a:lnTo>
                  <a:close/>
                  <a:moveTo>
                    <a:pt x="649839" y="863817"/>
                  </a:moveTo>
                  <a:lnTo>
                    <a:pt x="600621" y="865848"/>
                  </a:lnTo>
                  <a:lnTo>
                    <a:pt x="593933" y="893978"/>
                  </a:lnTo>
                  <a:close/>
                  <a:moveTo>
                    <a:pt x="600621" y="865848"/>
                  </a:moveTo>
                  <a:lnTo>
                    <a:pt x="640026" y="809052"/>
                  </a:lnTo>
                  <a:lnTo>
                    <a:pt x="597150" y="805927"/>
                  </a:lnTo>
                  <a:close/>
                  <a:moveTo>
                    <a:pt x="560275" y="799708"/>
                  </a:moveTo>
                  <a:lnTo>
                    <a:pt x="597150" y="805927"/>
                  </a:lnTo>
                  <a:lnTo>
                    <a:pt x="541393" y="750531"/>
                  </a:lnTo>
                  <a:close/>
                  <a:moveTo>
                    <a:pt x="1159323" y="1475562"/>
                  </a:moveTo>
                  <a:lnTo>
                    <a:pt x="1155084" y="1534594"/>
                  </a:lnTo>
                  <a:lnTo>
                    <a:pt x="1146030" y="1521220"/>
                  </a:lnTo>
                  <a:close/>
                  <a:moveTo>
                    <a:pt x="1490663" y="1765400"/>
                  </a:moveTo>
                  <a:lnTo>
                    <a:pt x="1432393" y="1774790"/>
                  </a:lnTo>
                  <a:lnTo>
                    <a:pt x="1431392" y="1794077"/>
                  </a:lnTo>
                  <a:close/>
                  <a:moveTo>
                    <a:pt x="1339415" y="1561426"/>
                  </a:moveTo>
                  <a:lnTo>
                    <a:pt x="1277316" y="1567366"/>
                  </a:lnTo>
                  <a:lnTo>
                    <a:pt x="1288191" y="1572757"/>
                  </a:lnTo>
                  <a:close/>
                  <a:moveTo>
                    <a:pt x="1285603" y="1504449"/>
                  </a:moveTo>
                  <a:lnTo>
                    <a:pt x="1277316" y="1567366"/>
                  </a:lnTo>
                  <a:lnTo>
                    <a:pt x="1339415" y="1561426"/>
                  </a:lnTo>
                  <a:close/>
                  <a:moveTo>
                    <a:pt x="1231638" y="1510340"/>
                  </a:moveTo>
                  <a:lnTo>
                    <a:pt x="1176386" y="1539359"/>
                  </a:lnTo>
                  <a:lnTo>
                    <a:pt x="1224522" y="1544654"/>
                  </a:lnTo>
                  <a:close/>
                  <a:moveTo>
                    <a:pt x="1285603" y="1504449"/>
                  </a:moveTo>
                  <a:lnTo>
                    <a:pt x="1224522" y="1544654"/>
                  </a:lnTo>
                  <a:lnTo>
                    <a:pt x="1277316" y="1567366"/>
                  </a:lnTo>
                  <a:close/>
                  <a:moveTo>
                    <a:pt x="1285603" y="1504449"/>
                  </a:moveTo>
                  <a:lnTo>
                    <a:pt x="1231638" y="1510340"/>
                  </a:lnTo>
                  <a:lnTo>
                    <a:pt x="1224522" y="1544654"/>
                  </a:lnTo>
                  <a:close/>
                  <a:moveTo>
                    <a:pt x="1136006" y="1418147"/>
                  </a:moveTo>
                  <a:lnTo>
                    <a:pt x="1153771" y="1454805"/>
                  </a:lnTo>
                  <a:lnTo>
                    <a:pt x="1151430" y="1412079"/>
                  </a:lnTo>
                  <a:close/>
                  <a:moveTo>
                    <a:pt x="1136006" y="1418147"/>
                  </a:moveTo>
                  <a:lnTo>
                    <a:pt x="1151430" y="1412079"/>
                  </a:lnTo>
                  <a:lnTo>
                    <a:pt x="1155531" y="1342517"/>
                  </a:lnTo>
                  <a:close/>
                  <a:moveTo>
                    <a:pt x="1151430" y="1412079"/>
                  </a:moveTo>
                  <a:lnTo>
                    <a:pt x="1153771" y="1454805"/>
                  </a:lnTo>
                  <a:lnTo>
                    <a:pt x="1160986" y="1418147"/>
                  </a:lnTo>
                  <a:close/>
                  <a:moveTo>
                    <a:pt x="1151430" y="1412079"/>
                  </a:moveTo>
                  <a:lnTo>
                    <a:pt x="1160986" y="1418147"/>
                  </a:lnTo>
                  <a:lnTo>
                    <a:pt x="1162829" y="1353772"/>
                  </a:lnTo>
                  <a:close/>
                  <a:moveTo>
                    <a:pt x="729316" y="837186"/>
                  </a:moveTo>
                  <a:lnTo>
                    <a:pt x="748747" y="853650"/>
                  </a:lnTo>
                  <a:lnTo>
                    <a:pt x="745703" y="902781"/>
                  </a:lnTo>
                  <a:close/>
                  <a:moveTo>
                    <a:pt x="1558023" y="1685877"/>
                  </a:moveTo>
                  <a:lnTo>
                    <a:pt x="1499732" y="1740012"/>
                  </a:lnTo>
                  <a:lnTo>
                    <a:pt x="1547520" y="1744007"/>
                  </a:lnTo>
                  <a:close/>
                  <a:moveTo>
                    <a:pt x="1547520" y="1744007"/>
                  </a:moveTo>
                  <a:lnTo>
                    <a:pt x="1596585" y="1679179"/>
                  </a:lnTo>
                  <a:lnTo>
                    <a:pt x="1558023" y="1685877"/>
                  </a:lnTo>
                  <a:close/>
                  <a:moveTo>
                    <a:pt x="1271659" y="1369959"/>
                  </a:moveTo>
                  <a:lnTo>
                    <a:pt x="1268610" y="1399916"/>
                  </a:lnTo>
                  <a:lnTo>
                    <a:pt x="1300900" y="1385745"/>
                  </a:lnTo>
                  <a:close/>
                  <a:moveTo>
                    <a:pt x="1271659" y="1369959"/>
                  </a:moveTo>
                  <a:lnTo>
                    <a:pt x="1242962" y="1343801"/>
                  </a:lnTo>
                  <a:lnTo>
                    <a:pt x="1217605" y="1383893"/>
                  </a:lnTo>
                  <a:close/>
                  <a:moveTo>
                    <a:pt x="1059601" y="1072296"/>
                  </a:moveTo>
                  <a:lnTo>
                    <a:pt x="1048740" y="1018382"/>
                  </a:lnTo>
                  <a:lnTo>
                    <a:pt x="1017504" y="1068537"/>
                  </a:lnTo>
                  <a:close/>
                  <a:moveTo>
                    <a:pt x="758226" y="724077"/>
                  </a:moveTo>
                  <a:lnTo>
                    <a:pt x="777107" y="773572"/>
                  </a:lnTo>
                  <a:lnTo>
                    <a:pt x="746339" y="709747"/>
                  </a:lnTo>
                  <a:close/>
                  <a:moveTo>
                    <a:pt x="1596585" y="1679179"/>
                  </a:moveTo>
                  <a:lnTo>
                    <a:pt x="1616217" y="1691276"/>
                  </a:lnTo>
                  <a:lnTo>
                    <a:pt x="1620630" y="1672960"/>
                  </a:lnTo>
                  <a:close/>
                  <a:moveTo>
                    <a:pt x="1271659" y="1369959"/>
                  </a:moveTo>
                  <a:lnTo>
                    <a:pt x="1300900" y="1385745"/>
                  </a:lnTo>
                  <a:lnTo>
                    <a:pt x="1309546" y="1359498"/>
                  </a:lnTo>
                  <a:close/>
                  <a:moveTo>
                    <a:pt x="1363207" y="1353855"/>
                  </a:moveTo>
                  <a:lnTo>
                    <a:pt x="1309546" y="1359498"/>
                  </a:lnTo>
                  <a:lnTo>
                    <a:pt x="1300900" y="1385745"/>
                  </a:lnTo>
                  <a:close/>
                  <a:moveTo>
                    <a:pt x="1363207" y="1353855"/>
                  </a:moveTo>
                  <a:lnTo>
                    <a:pt x="1304652" y="1300734"/>
                  </a:lnTo>
                  <a:lnTo>
                    <a:pt x="1309546" y="1359498"/>
                  </a:lnTo>
                  <a:close/>
                  <a:moveTo>
                    <a:pt x="1254177" y="1303787"/>
                  </a:moveTo>
                  <a:lnTo>
                    <a:pt x="1304652" y="1300734"/>
                  </a:lnTo>
                  <a:lnTo>
                    <a:pt x="1276296" y="1293756"/>
                  </a:lnTo>
                  <a:close/>
                  <a:moveTo>
                    <a:pt x="1629149" y="1603549"/>
                  </a:moveTo>
                  <a:lnTo>
                    <a:pt x="1692163" y="1652788"/>
                  </a:lnTo>
                  <a:lnTo>
                    <a:pt x="1695462" y="1587362"/>
                  </a:lnTo>
                  <a:close/>
                  <a:moveTo>
                    <a:pt x="868729" y="674325"/>
                  </a:moveTo>
                  <a:lnTo>
                    <a:pt x="840219" y="600259"/>
                  </a:lnTo>
                  <a:lnTo>
                    <a:pt x="834395" y="601512"/>
                  </a:lnTo>
                  <a:close/>
                  <a:moveTo>
                    <a:pt x="948769" y="584492"/>
                  </a:moveTo>
                  <a:lnTo>
                    <a:pt x="891204" y="632218"/>
                  </a:lnTo>
                  <a:lnTo>
                    <a:pt x="939113" y="636667"/>
                  </a:lnTo>
                  <a:close/>
                  <a:moveTo>
                    <a:pt x="948769" y="584492"/>
                  </a:moveTo>
                  <a:lnTo>
                    <a:pt x="905453" y="581726"/>
                  </a:lnTo>
                  <a:lnTo>
                    <a:pt x="891204" y="632218"/>
                  </a:lnTo>
                  <a:close/>
                  <a:moveTo>
                    <a:pt x="989283" y="576165"/>
                  </a:moveTo>
                  <a:lnTo>
                    <a:pt x="948769" y="584492"/>
                  </a:lnTo>
                  <a:lnTo>
                    <a:pt x="939113" y="636667"/>
                  </a:lnTo>
                  <a:close/>
                  <a:moveTo>
                    <a:pt x="710422" y="287861"/>
                  </a:moveTo>
                  <a:lnTo>
                    <a:pt x="677752" y="276439"/>
                  </a:lnTo>
                  <a:lnTo>
                    <a:pt x="747337" y="308780"/>
                  </a:lnTo>
                  <a:close/>
                  <a:moveTo>
                    <a:pt x="1258288" y="773741"/>
                  </a:moveTo>
                  <a:lnTo>
                    <a:pt x="1284381" y="784386"/>
                  </a:lnTo>
                  <a:lnTo>
                    <a:pt x="1317538" y="809754"/>
                  </a:lnTo>
                  <a:close/>
                  <a:moveTo>
                    <a:pt x="1088956" y="679239"/>
                  </a:moveTo>
                  <a:lnTo>
                    <a:pt x="1119758" y="692915"/>
                  </a:lnTo>
                  <a:lnTo>
                    <a:pt x="1093026" y="668664"/>
                  </a:lnTo>
                  <a:close/>
                  <a:moveTo>
                    <a:pt x="1120088" y="709406"/>
                  </a:moveTo>
                  <a:lnTo>
                    <a:pt x="1160854" y="714247"/>
                  </a:lnTo>
                  <a:lnTo>
                    <a:pt x="1088956" y="679239"/>
                  </a:lnTo>
                  <a:close/>
                  <a:moveTo>
                    <a:pt x="1016672" y="504527"/>
                  </a:moveTo>
                  <a:lnTo>
                    <a:pt x="961934" y="511046"/>
                  </a:lnTo>
                  <a:lnTo>
                    <a:pt x="989283" y="576165"/>
                  </a:lnTo>
                  <a:close/>
                  <a:moveTo>
                    <a:pt x="989283" y="576165"/>
                  </a:moveTo>
                  <a:lnTo>
                    <a:pt x="961934" y="511046"/>
                  </a:lnTo>
                  <a:lnTo>
                    <a:pt x="947884" y="534563"/>
                  </a:lnTo>
                  <a:close/>
                  <a:moveTo>
                    <a:pt x="978590" y="514466"/>
                  </a:moveTo>
                  <a:lnTo>
                    <a:pt x="1023968" y="509451"/>
                  </a:lnTo>
                  <a:lnTo>
                    <a:pt x="989283" y="576165"/>
                  </a:lnTo>
                  <a:close/>
                  <a:moveTo>
                    <a:pt x="961934" y="511046"/>
                  </a:moveTo>
                  <a:lnTo>
                    <a:pt x="979773" y="479110"/>
                  </a:lnTo>
                  <a:lnTo>
                    <a:pt x="940141" y="505612"/>
                  </a:lnTo>
                  <a:close/>
                  <a:moveTo>
                    <a:pt x="961934" y="511046"/>
                  </a:moveTo>
                  <a:lnTo>
                    <a:pt x="1016672" y="504527"/>
                  </a:lnTo>
                  <a:lnTo>
                    <a:pt x="979773" y="479110"/>
                  </a:lnTo>
                  <a:close/>
                  <a:moveTo>
                    <a:pt x="1058638" y="508392"/>
                  </a:moveTo>
                  <a:lnTo>
                    <a:pt x="1016672" y="504527"/>
                  </a:lnTo>
                  <a:lnTo>
                    <a:pt x="1073217" y="518908"/>
                  </a:lnTo>
                  <a:close/>
                  <a:moveTo>
                    <a:pt x="1016672" y="504527"/>
                  </a:moveTo>
                  <a:lnTo>
                    <a:pt x="1023968" y="509451"/>
                  </a:lnTo>
                  <a:lnTo>
                    <a:pt x="1073217" y="518908"/>
                  </a:lnTo>
                  <a:close/>
                  <a:moveTo>
                    <a:pt x="798578" y="316916"/>
                  </a:moveTo>
                  <a:lnTo>
                    <a:pt x="828247" y="355539"/>
                  </a:lnTo>
                  <a:lnTo>
                    <a:pt x="851004" y="312277"/>
                  </a:lnTo>
                  <a:close/>
                  <a:moveTo>
                    <a:pt x="754142" y="315060"/>
                  </a:moveTo>
                  <a:lnTo>
                    <a:pt x="828247" y="355539"/>
                  </a:lnTo>
                  <a:lnTo>
                    <a:pt x="798578" y="316916"/>
                  </a:lnTo>
                  <a:close/>
                  <a:moveTo>
                    <a:pt x="754142" y="315060"/>
                  </a:moveTo>
                  <a:lnTo>
                    <a:pt x="794642" y="310966"/>
                  </a:lnTo>
                  <a:lnTo>
                    <a:pt x="747337" y="308780"/>
                  </a:lnTo>
                  <a:close/>
                  <a:moveTo>
                    <a:pt x="1396612" y="950240"/>
                  </a:moveTo>
                  <a:lnTo>
                    <a:pt x="1440168" y="952812"/>
                  </a:lnTo>
                  <a:lnTo>
                    <a:pt x="1417374" y="932271"/>
                  </a:lnTo>
                  <a:close/>
                  <a:moveTo>
                    <a:pt x="1440168" y="952812"/>
                  </a:moveTo>
                  <a:lnTo>
                    <a:pt x="1472644" y="964236"/>
                  </a:lnTo>
                  <a:lnTo>
                    <a:pt x="1417374" y="932271"/>
                  </a:lnTo>
                  <a:close/>
                  <a:moveTo>
                    <a:pt x="978332" y="270294"/>
                  </a:moveTo>
                  <a:lnTo>
                    <a:pt x="945595" y="294388"/>
                  </a:lnTo>
                  <a:lnTo>
                    <a:pt x="978091" y="321831"/>
                  </a:lnTo>
                  <a:close/>
                  <a:moveTo>
                    <a:pt x="949446" y="218758"/>
                  </a:moveTo>
                  <a:lnTo>
                    <a:pt x="945595" y="294388"/>
                  </a:lnTo>
                  <a:lnTo>
                    <a:pt x="978332" y="270294"/>
                  </a:lnTo>
                  <a:close/>
                  <a:moveTo>
                    <a:pt x="1148584" y="491113"/>
                  </a:moveTo>
                  <a:lnTo>
                    <a:pt x="1112416" y="476441"/>
                  </a:lnTo>
                  <a:lnTo>
                    <a:pt x="1181470" y="479168"/>
                  </a:lnTo>
                  <a:close/>
                  <a:moveTo>
                    <a:pt x="978332" y="270294"/>
                  </a:moveTo>
                  <a:lnTo>
                    <a:pt x="977554" y="240792"/>
                  </a:lnTo>
                  <a:lnTo>
                    <a:pt x="994420" y="194664"/>
                  </a:lnTo>
                  <a:close/>
                  <a:moveTo>
                    <a:pt x="978332" y="270294"/>
                  </a:moveTo>
                  <a:lnTo>
                    <a:pt x="994420" y="194664"/>
                  </a:lnTo>
                  <a:lnTo>
                    <a:pt x="949446" y="218758"/>
                  </a:lnTo>
                  <a:close/>
                  <a:moveTo>
                    <a:pt x="949446" y="218758"/>
                  </a:moveTo>
                  <a:lnTo>
                    <a:pt x="994420" y="194664"/>
                  </a:lnTo>
                  <a:lnTo>
                    <a:pt x="931408" y="203161"/>
                  </a:lnTo>
                  <a:close/>
                  <a:moveTo>
                    <a:pt x="1363469" y="531326"/>
                  </a:moveTo>
                  <a:lnTo>
                    <a:pt x="1322938" y="479789"/>
                  </a:lnTo>
                  <a:lnTo>
                    <a:pt x="1311137" y="542548"/>
                  </a:lnTo>
                  <a:close/>
                  <a:moveTo>
                    <a:pt x="1124841" y="297737"/>
                  </a:moveTo>
                  <a:lnTo>
                    <a:pt x="1104467" y="282906"/>
                  </a:lnTo>
                  <a:lnTo>
                    <a:pt x="1134133" y="302186"/>
                  </a:lnTo>
                  <a:close/>
                  <a:moveTo>
                    <a:pt x="1134133" y="302186"/>
                  </a:moveTo>
                  <a:lnTo>
                    <a:pt x="1104467" y="282906"/>
                  </a:lnTo>
                  <a:lnTo>
                    <a:pt x="1123611" y="302622"/>
                  </a:lnTo>
                  <a:close/>
                  <a:moveTo>
                    <a:pt x="1079850" y="240176"/>
                  </a:moveTo>
                  <a:lnTo>
                    <a:pt x="1124841" y="297737"/>
                  </a:lnTo>
                  <a:lnTo>
                    <a:pt x="1087425" y="246200"/>
                  </a:lnTo>
                  <a:close/>
                  <a:moveTo>
                    <a:pt x="1041043" y="168588"/>
                  </a:moveTo>
                  <a:lnTo>
                    <a:pt x="1037824" y="173617"/>
                  </a:lnTo>
                  <a:lnTo>
                    <a:pt x="1056268" y="185737"/>
                  </a:lnTo>
                  <a:close/>
                  <a:moveTo>
                    <a:pt x="1183923" y="168788"/>
                  </a:moveTo>
                  <a:lnTo>
                    <a:pt x="1222354" y="187552"/>
                  </a:lnTo>
                  <a:lnTo>
                    <a:pt x="1150132" y="158278"/>
                  </a:lnTo>
                  <a:close/>
                  <a:moveTo>
                    <a:pt x="1285747" y="173919"/>
                  </a:moveTo>
                  <a:lnTo>
                    <a:pt x="1244433" y="135202"/>
                  </a:lnTo>
                  <a:lnTo>
                    <a:pt x="1222354" y="187552"/>
                  </a:lnTo>
                  <a:close/>
                  <a:moveTo>
                    <a:pt x="1222354" y="187552"/>
                  </a:moveTo>
                  <a:lnTo>
                    <a:pt x="1244433" y="135202"/>
                  </a:lnTo>
                  <a:lnTo>
                    <a:pt x="1166116" y="151962"/>
                  </a:lnTo>
                  <a:close/>
                  <a:moveTo>
                    <a:pt x="1237187" y="0"/>
                  </a:moveTo>
                  <a:lnTo>
                    <a:pt x="1291057" y="46751"/>
                  </a:lnTo>
                  <a:lnTo>
                    <a:pt x="1299911" y="49731"/>
                  </a:lnTo>
                  <a:close/>
                </a:path>
              </a:pathLst>
            </a:custGeom>
            <a:solidFill>
              <a:srgbClr val="F2F4F6"/>
            </a:solidFill>
            <a:ln w="1524">
              <a:solidFill>
                <a:srgbClr val="F2F4F6"/>
              </a:solidFill>
            </a:ln>
          </p:spPr>
        </p:sp>
        <p:sp>
          <p:nvSpPr>
            <p:cNvPr id="4274" name="Output_density__4273">
              <a:extLst>
                <a:ext uri="{FF2B5EF4-FFF2-40B4-BE49-F238E27FC236}">
                  <a16:creationId xmlns:a16="http://schemas.microsoft.com/office/drawing/2014/main" id="{289CB41B-205D-07CB-0F03-2F9E7FFAB95E}"/>
                </a:ext>
              </a:extLst>
            </p:cNvPr>
            <p:cNvSpPr>
              <a:spLocks noGrp="1"/>
            </p:cNvSpPr>
            <p:nvPr/>
          </p:nvSpPr>
          <p:spPr>
            <a:xfrm>
              <a:off x="15020776" y="2210993"/>
              <a:ext cx="1665552" cy="1957001"/>
            </a:xfrm>
            <a:custGeom>
              <a:avLst/>
              <a:gdLst/>
              <a:ahLst/>
              <a:cxnLst/>
              <a:rect l="0" t="0" r="0" b="0"/>
              <a:pathLst>
                <a:path w="1665552" h="1957001">
                  <a:moveTo>
                    <a:pt x="430319" y="1662435"/>
                  </a:moveTo>
                  <a:lnTo>
                    <a:pt x="482722" y="1696648"/>
                  </a:lnTo>
                  <a:lnTo>
                    <a:pt x="501096" y="1640058"/>
                  </a:lnTo>
                  <a:close/>
                  <a:moveTo>
                    <a:pt x="482722" y="1696648"/>
                  </a:moveTo>
                  <a:lnTo>
                    <a:pt x="511608" y="1638341"/>
                  </a:lnTo>
                  <a:lnTo>
                    <a:pt x="501096" y="1640058"/>
                  </a:lnTo>
                  <a:close/>
                  <a:moveTo>
                    <a:pt x="552885" y="1649400"/>
                  </a:moveTo>
                  <a:lnTo>
                    <a:pt x="511608" y="1638341"/>
                  </a:lnTo>
                  <a:lnTo>
                    <a:pt x="482722" y="1696648"/>
                  </a:lnTo>
                  <a:close/>
                  <a:moveTo>
                    <a:pt x="414077" y="1586805"/>
                  </a:moveTo>
                  <a:lnTo>
                    <a:pt x="369531" y="1545568"/>
                  </a:lnTo>
                  <a:lnTo>
                    <a:pt x="373102" y="1559362"/>
                  </a:lnTo>
                  <a:close/>
                  <a:moveTo>
                    <a:pt x="341771" y="1519007"/>
                  </a:moveTo>
                  <a:lnTo>
                    <a:pt x="373102" y="1559362"/>
                  </a:lnTo>
                  <a:lnTo>
                    <a:pt x="369531" y="1545568"/>
                  </a:lnTo>
                  <a:close/>
                  <a:moveTo>
                    <a:pt x="502039" y="1576549"/>
                  </a:moveTo>
                  <a:lnTo>
                    <a:pt x="456870" y="1575288"/>
                  </a:lnTo>
                  <a:lnTo>
                    <a:pt x="450278" y="1615123"/>
                  </a:lnTo>
                  <a:close/>
                  <a:moveTo>
                    <a:pt x="502039" y="1576549"/>
                  </a:moveTo>
                  <a:lnTo>
                    <a:pt x="508078" y="1521648"/>
                  </a:lnTo>
                  <a:lnTo>
                    <a:pt x="463333" y="1529033"/>
                  </a:lnTo>
                  <a:close/>
                  <a:moveTo>
                    <a:pt x="308971" y="1301253"/>
                  </a:moveTo>
                  <a:lnTo>
                    <a:pt x="266856" y="1277345"/>
                  </a:lnTo>
                  <a:lnTo>
                    <a:pt x="342730" y="1305028"/>
                  </a:lnTo>
                  <a:close/>
                  <a:moveTo>
                    <a:pt x="266986" y="1279176"/>
                  </a:moveTo>
                  <a:lnTo>
                    <a:pt x="304054" y="1309846"/>
                  </a:lnTo>
                  <a:lnTo>
                    <a:pt x="342730" y="1305028"/>
                  </a:lnTo>
                  <a:close/>
                  <a:moveTo>
                    <a:pt x="562" y="981767"/>
                  </a:moveTo>
                  <a:lnTo>
                    <a:pt x="27763" y="944272"/>
                  </a:lnTo>
                  <a:lnTo>
                    <a:pt x="23621" y="946704"/>
                  </a:lnTo>
                  <a:close/>
                  <a:moveTo>
                    <a:pt x="612872" y="1538617"/>
                  </a:moveTo>
                  <a:lnTo>
                    <a:pt x="586277" y="1562711"/>
                  </a:lnTo>
                  <a:lnTo>
                    <a:pt x="617367" y="1580910"/>
                  </a:lnTo>
                  <a:close/>
                  <a:moveTo>
                    <a:pt x="555930" y="1511174"/>
                  </a:moveTo>
                  <a:lnTo>
                    <a:pt x="612872" y="1538617"/>
                  </a:lnTo>
                  <a:lnTo>
                    <a:pt x="622295" y="1487080"/>
                  </a:lnTo>
                  <a:close/>
                  <a:moveTo>
                    <a:pt x="512893" y="1504982"/>
                  </a:moveTo>
                  <a:lnTo>
                    <a:pt x="508078" y="1521648"/>
                  </a:lnTo>
                  <a:lnTo>
                    <a:pt x="539898" y="1511174"/>
                  </a:lnTo>
                  <a:close/>
                  <a:moveTo>
                    <a:pt x="525133" y="1450514"/>
                  </a:moveTo>
                  <a:lnTo>
                    <a:pt x="560346" y="1441643"/>
                  </a:lnTo>
                  <a:lnTo>
                    <a:pt x="556076" y="1435544"/>
                  </a:lnTo>
                  <a:close/>
                  <a:moveTo>
                    <a:pt x="512893" y="1504982"/>
                  </a:moveTo>
                  <a:lnTo>
                    <a:pt x="548839" y="1499371"/>
                  </a:lnTo>
                  <a:lnTo>
                    <a:pt x="525133" y="1450514"/>
                  </a:lnTo>
                  <a:close/>
                  <a:moveTo>
                    <a:pt x="61828" y="868641"/>
                  </a:moveTo>
                  <a:lnTo>
                    <a:pt x="13903" y="829120"/>
                  </a:lnTo>
                  <a:lnTo>
                    <a:pt x="0" y="841198"/>
                  </a:lnTo>
                  <a:close/>
                  <a:moveTo>
                    <a:pt x="17335" y="774680"/>
                  </a:moveTo>
                  <a:lnTo>
                    <a:pt x="67220" y="786516"/>
                  </a:lnTo>
                  <a:lnTo>
                    <a:pt x="0" y="841198"/>
                  </a:lnTo>
                  <a:close/>
                  <a:moveTo>
                    <a:pt x="51415" y="773862"/>
                  </a:moveTo>
                  <a:lnTo>
                    <a:pt x="57674" y="750826"/>
                  </a:lnTo>
                  <a:lnTo>
                    <a:pt x="14863" y="765438"/>
                  </a:lnTo>
                  <a:close/>
                  <a:moveTo>
                    <a:pt x="570650" y="1435544"/>
                  </a:moveTo>
                  <a:lnTo>
                    <a:pt x="622295" y="1487080"/>
                  </a:lnTo>
                  <a:lnTo>
                    <a:pt x="570213" y="1433621"/>
                  </a:lnTo>
                  <a:close/>
                  <a:moveTo>
                    <a:pt x="593774" y="1384007"/>
                  </a:moveTo>
                  <a:lnTo>
                    <a:pt x="570650" y="1435544"/>
                  </a:lnTo>
                  <a:lnTo>
                    <a:pt x="562400" y="1377230"/>
                  </a:lnTo>
                  <a:close/>
                  <a:moveTo>
                    <a:pt x="182649" y="908509"/>
                  </a:moveTo>
                  <a:lnTo>
                    <a:pt x="184376" y="920178"/>
                  </a:lnTo>
                  <a:lnTo>
                    <a:pt x="164984" y="907743"/>
                  </a:lnTo>
                  <a:close/>
                  <a:moveTo>
                    <a:pt x="81637" y="705519"/>
                  </a:moveTo>
                  <a:lnTo>
                    <a:pt x="14863" y="765438"/>
                  </a:lnTo>
                  <a:lnTo>
                    <a:pt x="57674" y="750826"/>
                  </a:lnTo>
                  <a:close/>
                  <a:moveTo>
                    <a:pt x="1198216" y="1954258"/>
                  </a:moveTo>
                  <a:lnTo>
                    <a:pt x="1161219" y="1947069"/>
                  </a:lnTo>
                  <a:lnTo>
                    <a:pt x="1195850" y="1957001"/>
                  </a:lnTo>
                  <a:close/>
                  <a:moveTo>
                    <a:pt x="81637" y="705519"/>
                  </a:moveTo>
                  <a:lnTo>
                    <a:pt x="86202" y="682838"/>
                  </a:lnTo>
                  <a:lnTo>
                    <a:pt x="56595" y="741474"/>
                  </a:lnTo>
                  <a:close/>
                  <a:moveTo>
                    <a:pt x="54540" y="604207"/>
                  </a:moveTo>
                  <a:lnTo>
                    <a:pt x="88403" y="614307"/>
                  </a:lnTo>
                  <a:lnTo>
                    <a:pt x="86943" y="619493"/>
                  </a:lnTo>
                  <a:close/>
                  <a:moveTo>
                    <a:pt x="1222617" y="1954258"/>
                  </a:moveTo>
                  <a:lnTo>
                    <a:pt x="1199611" y="1955710"/>
                  </a:lnTo>
                  <a:lnTo>
                    <a:pt x="1195850" y="1957001"/>
                  </a:lnTo>
                  <a:close/>
                  <a:moveTo>
                    <a:pt x="1200621" y="1953122"/>
                  </a:moveTo>
                  <a:lnTo>
                    <a:pt x="1199611" y="1955710"/>
                  </a:lnTo>
                  <a:lnTo>
                    <a:pt x="1222617" y="1954258"/>
                  </a:lnTo>
                  <a:close/>
                  <a:moveTo>
                    <a:pt x="1205887" y="1886098"/>
                  </a:moveTo>
                  <a:lnTo>
                    <a:pt x="1229537" y="1902722"/>
                  </a:lnTo>
                  <a:lnTo>
                    <a:pt x="1193041" y="1833799"/>
                  </a:lnTo>
                  <a:close/>
                  <a:moveTo>
                    <a:pt x="801914" y="1381949"/>
                  </a:moveTo>
                  <a:lnTo>
                    <a:pt x="838891" y="1367119"/>
                  </a:lnTo>
                  <a:lnTo>
                    <a:pt x="824484" y="1363262"/>
                  </a:lnTo>
                  <a:close/>
                  <a:moveTo>
                    <a:pt x="824484" y="1363262"/>
                  </a:moveTo>
                  <a:lnTo>
                    <a:pt x="838891" y="1367119"/>
                  </a:lnTo>
                  <a:lnTo>
                    <a:pt x="837157" y="1339038"/>
                  </a:lnTo>
                  <a:close/>
                  <a:moveTo>
                    <a:pt x="506297" y="1008402"/>
                  </a:moveTo>
                  <a:lnTo>
                    <a:pt x="541908" y="1017433"/>
                  </a:lnTo>
                  <a:lnTo>
                    <a:pt x="509635" y="987870"/>
                  </a:lnTo>
                  <a:close/>
                  <a:moveTo>
                    <a:pt x="541908" y="1017433"/>
                  </a:moveTo>
                  <a:lnTo>
                    <a:pt x="549637" y="962757"/>
                  </a:lnTo>
                  <a:lnTo>
                    <a:pt x="509635" y="987870"/>
                  </a:lnTo>
                  <a:close/>
                  <a:moveTo>
                    <a:pt x="265520" y="773872"/>
                  </a:moveTo>
                  <a:lnTo>
                    <a:pt x="271106" y="768917"/>
                  </a:lnTo>
                  <a:lnTo>
                    <a:pt x="244894" y="755274"/>
                  </a:lnTo>
                  <a:close/>
                  <a:moveTo>
                    <a:pt x="97649" y="614307"/>
                  </a:moveTo>
                  <a:lnTo>
                    <a:pt x="133540" y="665843"/>
                  </a:lnTo>
                  <a:lnTo>
                    <a:pt x="96803" y="611477"/>
                  </a:lnTo>
                  <a:close/>
                  <a:moveTo>
                    <a:pt x="1356188" y="1921969"/>
                  </a:moveTo>
                  <a:lnTo>
                    <a:pt x="1329389" y="1956674"/>
                  </a:lnTo>
                  <a:lnTo>
                    <a:pt x="1407475" y="1939048"/>
                  </a:lnTo>
                  <a:close/>
                  <a:moveTo>
                    <a:pt x="838143" y="1304985"/>
                  </a:moveTo>
                  <a:lnTo>
                    <a:pt x="824484" y="1363262"/>
                  </a:lnTo>
                  <a:lnTo>
                    <a:pt x="837157" y="1339038"/>
                  </a:lnTo>
                  <a:close/>
                  <a:moveTo>
                    <a:pt x="805865" y="1355987"/>
                  </a:moveTo>
                  <a:lnTo>
                    <a:pt x="824484" y="1363262"/>
                  </a:lnTo>
                  <a:lnTo>
                    <a:pt x="838143" y="1304985"/>
                  </a:lnTo>
                  <a:close/>
                  <a:moveTo>
                    <a:pt x="800574" y="1297545"/>
                  </a:moveTo>
                  <a:lnTo>
                    <a:pt x="805865" y="1355987"/>
                  </a:lnTo>
                  <a:lnTo>
                    <a:pt x="838143" y="1304985"/>
                  </a:lnTo>
                  <a:close/>
                  <a:moveTo>
                    <a:pt x="838143" y="1304985"/>
                  </a:moveTo>
                  <a:lnTo>
                    <a:pt x="837157" y="1339038"/>
                  </a:lnTo>
                  <a:lnTo>
                    <a:pt x="846243" y="1311725"/>
                  </a:lnTo>
                  <a:close/>
                  <a:moveTo>
                    <a:pt x="774556" y="1144762"/>
                  </a:moveTo>
                  <a:lnTo>
                    <a:pt x="821976" y="1184558"/>
                  </a:lnTo>
                  <a:lnTo>
                    <a:pt x="820843" y="1193563"/>
                  </a:lnTo>
                  <a:close/>
                  <a:moveTo>
                    <a:pt x="695505" y="1031268"/>
                  </a:moveTo>
                  <a:lnTo>
                    <a:pt x="658533" y="1060321"/>
                  </a:lnTo>
                  <a:lnTo>
                    <a:pt x="653723" y="1089997"/>
                  </a:lnTo>
                  <a:close/>
                  <a:moveTo>
                    <a:pt x="695505" y="1031268"/>
                  </a:moveTo>
                  <a:lnTo>
                    <a:pt x="653723" y="1089997"/>
                  </a:lnTo>
                  <a:lnTo>
                    <a:pt x="698055" y="1091938"/>
                  </a:lnTo>
                  <a:close/>
                  <a:moveTo>
                    <a:pt x="550518" y="947690"/>
                  </a:moveTo>
                  <a:lnTo>
                    <a:pt x="567322" y="893978"/>
                  </a:lnTo>
                  <a:lnTo>
                    <a:pt x="514140" y="939282"/>
                  </a:lnTo>
                  <a:close/>
                  <a:moveTo>
                    <a:pt x="525960" y="875339"/>
                  </a:moveTo>
                  <a:lnTo>
                    <a:pt x="487029" y="847896"/>
                  </a:lnTo>
                  <a:lnTo>
                    <a:pt x="495294" y="899432"/>
                  </a:lnTo>
                  <a:close/>
                  <a:moveTo>
                    <a:pt x="1406662" y="1899561"/>
                  </a:moveTo>
                  <a:lnTo>
                    <a:pt x="1356188" y="1921969"/>
                  </a:lnTo>
                  <a:lnTo>
                    <a:pt x="1407475" y="1939048"/>
                  </a:lnTo>
                  <a:close/>
                  <a:moveTo>
                    <a:pt x="1399226" y="1842863"/>
                  </a:moveTo>
                  <a:lnTo>
                    <a:pt x="1399889" y="1854534"/>
                  </a:lnTo>
                  <a:lnTo>
                    <a:pt x="1404781" y="1794077"/>
                  </a:lnTo>
                  <a:close/>
                  <a:moveTo>
                    <a:pt x="1149775" y="1539359"/>
                  </a:moveTo>
                  <a:lnTo>
                    <a:pt x="1128474" y="1534594"/>
                  </a:lnTo>
                  <a:lnTo>
                    <a:pt x="1164307" y="1553914"/>
                  </a:lnTo>
                  <a:close/>
                  <a:moveTo>
                    <a:pt x="567322" y="893978"/>
                  </a:moveTo>
                  <a:lnTo>
                    <a:pt x="574011" y="865848"/>
                  </a:lnTo>
                  <a:lnTo>
                    <a:pt x="525960" y="875339"/>
                  </a:lnTo>
                  <a:close/>
                  <a:moveTo>
                    <a:pt x="570540" y="805927"/>
                  </a:moveTo>
                  <a:lnTo>
                    <a:pt x="533664" y="799708"/>
                  </a:lnTo>
                  <a:lnTo>
                    <a:pt x="514316" y="870474"/>
                  </a:lnTo>
                  <a:close/>
                  <a:moveTo>
                    <a:pt x="574011" y="865848"/>
                  </a:moveTo>
                  <a:lnTo>
                    <a:pt x="570540" y="805927"/>
                  </a:lnTo>
                  <a:lnTo>
                    <a:pt x="514316" y="870474"/>
                  </a:lnTo>
                  <a:close/>
                  <a:moveTo>
                    <a:pt x="658003" y="851245"/>
                  </a:moveTo>
                  <a:lnTo>
                    <a:pt x="673892" y="923353"/>
                  </a:lnTo>
                  <a:lnTo>
                    <a:pt x="676356" y="902781"/>
                  </a:lnTo>
                  <a:close/>
                  <a:moveTo>
                    <a:pt x="622171" y="924370"/>
                  </a:moveTo>
                  <a:lnTo>
                    <a:pt x="673892" y="923353"/>
                  </a:lnTo>
                  <a:lnTo>
                    <a:pt x="658003" y="851245"/>
                  </a:lnTo>
                  <a:close/>
                  <a:moveTo>
                    <a:pt x="514782" y="750531"/>
                  </a:moveTo>
                  <a:lnTo>
                    <a:pt x="570540" y="805927"/>
                  </a:lnTo>
                  <a:lnTo>
                    <a:pt x="533025" y="772265"/>
                  </a:lnTo>
                  <a:close/>
                  <a:moveTo>
                    <a:pt x="1464052" y="1765400"/>
                  </a:moveTo>
                  <a:lnTo>
                    <a:pt x="1404781" y="1794077"/>
                  </a:lnTo>
                  <a:lnTo>
                    <a:pt x="1450247" y="1789391"/>
                  </a:lnTo>
                  <a:close/>
                  <a:moveTo>
                    <a:pt x="1464052" y="1765400"/>
                  </a:moveTo>
                  <a:lnTo>
                    <a:pt x="1440691" y="1753660"/>
                  </a:lnTo>
                  <a:lnTo>
                    <a:pt x="1405782" y="1774790"/>
                  </a:lnTo>
                  <a:close/>
                  <a:moveTo>
                    <a:pt x="1136218" y="1353772"/>
                  </a:moveTo>
                  <a:lnTo>
                    <a:pt x="1134375" y="1418147"/>
                  </a:lnTo>
                  <a:lnTo>
                    <a:pt x="1161190" y="1407359"/>
                  </a:lnTo>
                  <a:close/>
                  <a:moveTo>
                    <a:pt x="1136218" y="1353772"/>
                  </a:moveTo>
                  <a:lnTo>
                    <a:pt x="1161190" y="1407359"/>
                  </a:lnTo>
                  <a:lnTo>
                    <a:pt x="1190994" y="1383893"/>
                  </a:lnTo>
                  <a:close/>
                  <a:moveTo>
                    <a:pt x="1002682" y="1203857"/>
                  </a:moveTo>
                  <a:lnTo>
                    <a:pt x="985026" y="1198793"/>
                  </a:lnTo>
                  <a:lnTo>
                    <a:pt x="1020510" y="1230736"/>
                  </a:lnTo>
                  <a:close/>
                  <a:moveTo>
                    <a:pt x="722136" y="853650"/>
                  </a:moveTo>
                  <a:lnTo>
                    <a:pt x="766192" y="843689"/>
                  </a:lnTo>
                  <a:lnTo>
                    <a:pt x="719092" y="902781"/>
                  </a:lnTo>
                  <a:close/>
                  <a:moveTo>
                    <a:pt x="755366" y="832356"/>
                  </a:moveTo>
                  <a:lnTo>
                    <a:pt x="702705" y="837186"/>
                  </a:lnTo>
                  <a:lnTo>
                    <a:pt x="719092" y="902781"/>
                  </a:lnTo>
                  <a:close/>
                  <a:moveTo>
                    <a:pt x="1245048" y="1369959"/>
                  </a:moveTo>
                  <a:lnTo>
                    <a:pt x="1231026" y="1394053"/>
                  </a:lnTo>
                  <a:lnTo>
                    <a:pt x="1241999" y="1399916"/>
                  </a:lnTo>
                  <a:close/>
                  <a:moveTo>
                    <a:pt x="1231026" y="1394053"/>
                  </a:moveTo>
                  <a:lnTo>
                    <a:pt x="1245048" y="1369959"/>
                  </a:lnTo>
                  <a:lnTo>
                    <a:pt x="1190994" y="1383893"/>
                  </a:lnTo>
                  <a:close/>
                  <a:moveTo>
                    <a:pt x="1274290" y="1385745"/>
                  </a:moveTo>
                  <a:lnTo>
                    <a:pt x="1241999" y="1399916"/>
                  </a:lnTo>
                  <a:lnTo>
                    <a:pt x="1326446" y="1406071"/>
                  </a:lnTo>
                  <a:close/>
                  <a:moveTo>
                    <a:pt x="1070843" y="1167007"/>
                  </a:moveTo>
                  <a:lnTo>
                    <a:pt x="1097487" y="1183328"/>
                  </a:lnTo>
                  <a:lnTo>
                    <a:pt x="1085589" y="1130258"/>
                  </a:lnTo>
                  <a:close/>
                  <a:moveTo>
                    <a:pt x="1005460" y="1079343"/>
                  </a:moveTo>
                  <a:lnTo>
                    <a:pt x="1034593" y="1112276"/>
                  </a:lnTo>
                  <a:lnTo>
                    <a:pt x="990893" y="1068537"/>
                  </a:lnTo>
                  <a:close/>
                  <a:moveTo>
                    <a:pt x="990893" y="1068537"/>
                  </a:moveTo>
                  <a:lnTo>
                    <a:pt x="1034593" y="1112276"/>
                  </a:lnTo>
                  <a:lnTo>
                    <a:pt x="1043378" y="1126593"/>
                  </a:lnTo>
                  <a:close/>
                  <a:moveTo>
                    <a:pt x="990893" y="1068537"/>
                  </a:moveTo>
                  <a:lnTo>
                    <a:pt x="1043378" y="1126593"/>
                  </a:lnTo>
                  <a:lnTo>
                    <a:pt x="1032990" y="1072296"/>
                  </a:lnTo>
                  <a:close/>
                  <a:moveTo>
                    <a:pt x="707273" y="707986"/>
                  </a:moveTo>
                  <a:lnTo>
                    <a:pt x="731615" y="724077"/>
                  </a:lnTo>
                  <a:lnTo>
                    <a:pt x="719729" y="709747"/>
                  </a:lnTo>
                  <a:close/>
                  <a:moveTo>
                    <a:pt x="1336597" y="1353855"/>
                  </a:moveTo>
                  <a:lnTo>
                    <a:pt x="1274290" y="1385745"/>
                  </a:lnTo>
                  <a:lnTo>
                    <a:pt x="1326446" y="1406071"/>
                  </a:lnTo>
                  <a:close/>
                  <a:moveTo>
                    <a:pt x="1336597" y="1353855"/>
                  </a:moveTo>
                  <a:lnTo>
                    <a:pt x="1330238" y="1294329"/>
                  </a:lnTo>
                  <a:lnTo>
                    <a:pt x="1278041" y="1300734"/>
                  </a:lnTo>
                  <a:close/>
                  <a:moveTo>
                    <a:pt x="1293836" y="1284146"/>
                  </a:moveTo>
                  <a:lnTo>
                    <a:pt x="1249686" y="1293756"/>
                  </a:lnTo>
                  <a:lnTo>
                    <a:pt x="1330238" y="1294329"/>
                  </a:lnTo>
                  <a:close/>
                  <a:moveTo>
                    <a:pt x="1330238" y="1294329"/>
                  </a:moveTo>
                  <a:lnTo>
                    <a:pt x="1249686" y="1293756"/>
                  </a:lnTo>
                  <a:lnTo>
                    <a:pt x="1278041" y="1300734"/>
                  </a:lnTo>
                  <a:close/>
                  <a:moveTo>
                    <a:pt x="1602538" y="1603549"/>
                  </a:moveTo>
                  <a:lnTo>
                    <a:pt x="1650803" y="1655085"/>
                  </a:lnTo>
                  <a:lnTo>
                    <a:pt x="1665552" y="1652788"/>
                  </a:lnTo>
                  <a:close/>
                  <a:moveTo>
                    <a:pt x="864593" y="632218"/>
                  </a:moveTo>
                  <a:lnTo>
                    <a:pt x="813608" y="600259"/>
                  </a:lnTo>
                  <a:lnTo>
                    <a:pt x="842118" y="674325"/>
                  </a:lnTo>
                  <a:close/>
                  <a:moveTo>
                    <a:pt x="1412794" y="1149539"/>
                  </a:moveTo>
                  <a:lnTo>
                    <a:pt x="1393580" y="1143068"/>
                  </a:lnTo>
                  <a:lnTo>
                    <a:pt x="1407832" y="1208438"/>
                  </a:lnTo>
                  <a:close/>
                  <a:moveTo>
                    <a:pt x="1407832" y="1208438"/>
                  </a:moveTo>
                  <a:lnTo>
                    <a:pt x="1393580" y="1143068"/>
                  </a:lnTo>
                  <a:lnTo>
                    <a:pt x="1360222" y="1146419"/>
                  </a:lnTo>
                  <a:close/>
                  <a:moveTo>
                    <a:pt x="1421357" y="1143068"/>
                  </a:moveTo>
                  <a:lnTo>
                    <a:pt x="1412794" y="1149539"/>
                  </a:lnTo>
                  <a:lnTo>
                    <a:pt x="1450784" y="1148758"/>
                  </a:lnTo>
                  <a:close/>
                  <a:moveTo>
                    <a:pt x="1351023" y="1115625"/>
                  </a:moveTo>
                  <a:lnTo>
                    <a:pt x="1360222" y="1146419"/>
                  </a:lnTo>
                  <a:lnTo>
                    <a:pt x="1393580" y="1143068"/>
                  </a:lnTo>
                  <a:close/>
                  <a:moveTo>
                    <a:pt x="1351023" y="1115625"/>
                  </a:moveTo>
                  <a:lnTo>
                    <a:pt x="1393580" y="1143068"/>
                  </a:lnTo>
                  <a:lnTo>
                    <a:pt x="1352519" y="1091531"/>
                  </a:lnTo>
                  <a:close/>
                  <a:moveTo>
                    <a:pt x="922159" y="584492"/>
                  </a:moveTo>
                  <a:lnTo>
                    <a:pt x="921274" y="534563"/>
                  </a:lnTo>
                  <a:lnTo>
                    <a:pt x="882136" y="562909"/>
                  </a:lnTo>
                  <a:close/>
                  <a:moveTo>
                    <a:pt x="912502" y="636667"/>
                  </a:moveTo>
                  <a:lnTo>
                    <a:pt x="977760" y="640014"/>
                  </a:lnTo>
                  <a:lnTo>
                    <a:pt x="962672" y="576165"/>
                  </a:lnTo>
                  <a:close/>
                  <a:moveTo>
                    <a:pt x="1393580" y="1143068"/>
                  </a:moveTo>
                  <a:lnTo>
                    <a:pt x="1412794" y="1149539"/>
                  </a:lnTo>
                  <a:lnTo>
                    <a:pt x="1414073" y="1140621"/>
                  </a:lnTo>
                  <a:close/>
                  <a:moveTo>
                    <a:pt x="1393580" y="1143068"/>
                  </a:moveTo>
                  <a:lnTo>
                    <a:pt x="1414073" y="1140621"/>
                  </a:lnTo>
                  <a:lnTo>
                    <a:pt x="1352519" y="1091531"/>
                  </a:lnTo>
                  <a:close/>
                  <a:moveTo>
                    <a:pt x="1414073" y="1140621"/>
                  </a:moveTo>
                  <a:lnTo>
                    <a:pt x="1412794" y="1149539"/>
                  </a:lnTo>
                  <a:lnTo>
                    <a:pt x="1421357" y="1143068"/>
                  </a:lnTo>
                  <a:close/>
                  <a:moveTo>
                    <a:pt x="1132560" y="665596"/>
                  </a:moveTo>
                  <a:lnTo>
                    <a:pt x="1093147" y="692915"/>
                  </a:lnTo>
                  <a:lnTo>
                    <a:pt x="1062346" y="679239"/>
                  </a:lnTo>
                  <a:close/>
                  <a:moveTo>
                    <a:pt x="1134243" y="714247"/>
                  </a:moveTo>
                  <a:lnTo>
                    <a:pt x="1132560" y="665596"/>
                  </a:lnTo>
                  <a:lnTo>
                    <a:pt x="1062346" y="679239"/>
                  </a:lnTo>
                  <a:close/>
                  <a:moveTo>
                    <a:pt x="1092182" y="622955"/>
                  </a:moveTo>
                  <a:lnTo>
                    <a:pt x="1062346" y="679239"/>
                  </a:lnTo>
                  <a:lnTo>
                    <a:pt x="1066415" y="668664"/>
                  </a:lnTo>
                  <a:close/>
                  <a:moveTo>
                    <a:pt x="962672" y="576165"/>
                  </a:moveTo>
                  <a:lnTo>
                    <a:pt x="968770" y="627702"/>
                  </a:lnTo>
                  <a:lnTo>
                    <a:pt x="952173" y="560090"/>
                  </a:lnTo>
                  <a:close/>
                  <a:moveTo>
                    <a:pt x="824393" y="312277"/>
                  </a:moveTo>
                  <a:lnTo>
                    <a:pt x="818956" y="370019"/>
                  </a:lnTo>
                  <a:lnTo>
                    <a:pt x="824723" y="348251"/>
                  </a:lnTo>
                  <a:close/>
                  <a:moveTo>
                    <a:pt x="801636" y="355539"/>
                  </a:moveTo>
                  <a:lnTo>
                    <a:pt x="818956" y="370019"/>
                  </a:lnTo>
                  <a:lnTo>
                    <a:pt x="824393" y="312277"/>
                  </a:lnTo>
                  <a:close/>
                  <a:moveTo>
                    <a:pt x="1413558" y="952812"/>
                  </a:moveTo>
                  <a:lnTo>
                    <a:pt x="1431450" y="1001008"/>
                  </a:lnTo>
                  <a:lnTo>
                    <a:pt x="1446093" y="964343"/>
                  </a:lnTo>
                  <a:close/>
                  <a:moveTo>
                    <a:pt x="1413558" y="952812"/>
                  </a:moveTo>
                  <a:lnTo>
                    <a:pt x="1446093" y="964343"/>
                  </a:lnTo>
                  <a:lnTo>
                    <a:pt x="1446033" y="964236"/>
                  </a:lnTo>
                  <a:close/>
                  <a:moveTo>
                    <a:pt x="1278905" y="798089"/>
                  </a:moveTo>
                  <a:lnTo>
                    <a:pt x="1290928" y="809754"/>
                  </a:lnTo>
                  <a:lnTo>
                    <a:pt x="1257771" y="784386"/>
                  </a:lnTo>
                  <a:close/>
                  <a:moveTo>
                    <a:pt x="1284526" y="542548"/>
                  </a:moveTo>
                  <a:lnTo>
                    <a:pt x="1347232" y="539490"/>
                  </a:lnTo>
                  <a:lnTo>
                    <a:pt x="1336858" y="531326"/>
                  </a:lnTo>
                  <a:close/>
                  <a:moveTo>
                    <a:pt x="1053240" y="240176"/>
                  </a:moveTo>
                  <a:lnTo>
                    <a:pt x="1077856" y="282906"/>
                  </a:lnTo>
                  <a:lnTo>
                    <a:pt x="1098230" y="297737"/>
                  </a:lnTo>
                  <a:close/>
                  <a:moveTo>
                    <a:pt x="1077856" y="282906"/>
                  </a:moveTo>
                  <a:lnTo>
                    <a:pt x="1053240" y="240176"/>
                  </a:lnTo>
                  <a:lnTo>
                    <a:pt x="1079376" y="273643"/>
                  </a:lnTo>
                  <a:close/>
                  <a:moveTo>
                    <a:pt x="1060814" y="246200"/>
                  </a:moveTo>
                  <a:lnTo>
                    <a:pt x="1038325" y="218143"/>
                  </a:lnTo>
                  <a:lnTo>
                    <a:pt x="1053240" y="240176"/>
                  </a:lnTo>
                  <a:close/>
                  <a:moveTo>
                    <a:pt x="1011213" y="173617"/>
                  </a:moveTo>
                  <a:lnTo>
                    <a:pt x="1053240" y="240176"/>
                  </a:lnTo>
                  <a:lnTo>
                    <a:pt x="1006497" y="194664"/>
                  </a:lnTo>
                  <a:close/>
                  <a:moveTo>
                    <a:pt x="1050684" y="222107"/>
                  </a:moveTo>
                  <a:lnTo>
                    <a:pt x="1053240" y="240176"/>
                  </a:lnTo>
                  <a:lnTo>
                    <a:pt x="1011213" y="173617"/>
                  </a:lnTo>
                  <a:close/>
                  <a:moveTo>
                    <a:pt x="1123521" y="158278"/>
                  </a:moveTo>
                  <a:lnTo>
                    <a:pt x="1195743" y="187552"/>
                  </a:lnTo>
                  <a:lnTo>
                    <a:pt x="1139505" y="151962"/>
                  </a:lnTo>
                  <a:close/>
                  <a:moveTo>
                    <a:pt x="1284241" y="73955"/>
                  </a:moveTo>
                  <a:lnTo>
                    <a:pt x="1315750" y="98288"/>
                  </a:lnTo>
                  <a:lnTo>
                    <a:pt x="1273300" y="49731"/>
                  </a:lnTo>
                  <a:close/>
                  <a:moveTo>
                    <a:pt x="1273300" y="49731"/>
                  </a:moveTo>
                  <a:lnTo>
                    <a:pt x="1315750" y="98288"/>
                  </a:lnTo>
                  <a:lnTo>
                    <a:pt x="1322715" y="110283"/>
                  </a:lnTo>
                  <a:close/>
                  <a:moveTo>
                    <a:pt x="1273300" y="49731"/>
                  </a:moveTo>
                  <a:lnTo>
                    <a:pt x="1322715" y="110283"/>
                  </a:lnTo>
                  <a:lnTo>
                    <a:pt x="1295588" y="69594"/>
                  </a:lnTo>
                  <a:close/>
                  <a:moveTo>
                    <a:pt x="1210576" y="0"/>
                  </a:moveTo>
                  <a:lnTo>
                    <a:pt x="1273300" y="49731"/>
                  </a:lnTo>
                  <a:lnTo>
                    <a:pt x="1242329" y="12167"/>
                  </a:lnTo>
                  <a:close/>
                  <a:moveTo>
                    <a:pt x="1284241" y="73955"/>
                  </a:moveTo>
                  <a:lnTo>
                    <a:pt x="1273300" y="49731"/>
                  </a:lnTo>
                  <a:lnTo>
                    <a:pt x="1264447" y="46751"/>
                  </a:lnTo>
                  <a:close/>
                </a:path>
              </a:pathLst>
            </a:custGeom>
            <a:solidFill>
              <a:srgbClr val="F1F3F5"/>
            </a:solidFill>
            <a:ln w="1524">
              <a:solidFill>
                <a:srgbClr val="F1F3F5"/>
              </a:solidFill>
            </a:ln>
          </p:spPr>
        </p:sp>
        <p:sp>
          <p:nvSpPr>
            <p:cNvPr id="4275" name="Output_density__4274">
              <a:extLst>
                <a:ext uri="{FF2B5EF4-FFF2-40B4-BE49-F238E27FC236}">
                  <a16:creationId xmlns:a16="http://schemas.microsoft.com/office/drawing/2014/main" id="{99DD68A9-8DAC-4F7F-713F-D7D1A02D96C7}"/>
                </a:ext>
              </a:extLst>
            </p:cNvPr>
            <p:cNvSpPr>
              <a:spLocks noGrp="1"/>
            </p:cNvSpPr>
            <p:nvPr/>
          </p:nvSpPr>
          <p:spPr>
            <a:xfrm>
              <a:off x="15020776" y="2223160"/>
              <a:ext cx="1674023" cy="1944834"/>
            </a:xfrm>
            <a:custGeom>
              <a:avLst/>
              <a:gdLst/>
              <a:ahLst/>
              <a:cxnLst/>
              <a:rect l="0" t="0" r="0" b="0"/>
              <a:pathLst>
                <a:path w="1674023" h="1944834">
                  <a:moveTo>
                    <a:pt x="327630" y="1495658"/>
                  </a:moveTo>
                  <a:lnTo>
                    <a:pt x="369531" y="1533401"/>
                  </a:lnTo>
                  <a:lnTo>
                    <a:pt x="317405" y="1475053"/>
                  </a:lnTo>
                  <a:close/>
                  <a:moveTo>
                    <a:pt x="317405" y="1475053"/>
                  </a:moveTo>
                  <a:lnTo>
                    <a:pt x="313816" y="1471564"/>
                  </a:lnTo>
                  <a:lnTo>
                    <a:pt x="282148" y="1458598"/>
                  </a:lnTo>
                  <a:close/>
                  <a:moveTo>
                    <a:pt x="84821" y="975055"/>
                  </a:moveTo>
                  <a:lnTo>
                    <a:pt x="27763" y="932105"/>
                  </a:lnTo>
                  <a:lnTo>
                    <a:pt x="562" y="969600"/>
                  </a:lnTo>
                  <a:close/>
                  <a:moveTo>
                    <a:pt x="612872" y="1526450"/>
                  </a:moveTo>
                  <a:lnTo>
                    <a:pt x="617367" y="1568743"/>
                  </a:lnTo>
                  <a:lnTo>
                    <a:pt x="649558" y="1554200"/>
                  </a:lnTo>
                  <a:close/>
                  <a:moveTo>
                    <a:pt x="512893" y="1492815"/>
                  </a:moveTo>
                  <a:lnTo>
                    <a:pt x="463333" y="1516865"/>
                  </a:lnTo>
                  <a:lnTo>
                    <a:pt x="508078" y="1509480"/>
                  </a:lnTo>
                  <a:close/>
                  <a:moveTo>
                    <a:pt x="342730" y="1292860"/>
                  </a:moveTo>
                  <a:lnTo>
                    <a:pt x="311318" y="1297860"/>
                  </a:lnTo>
                  <a:lnTo>
                    <a:pt x="319930" y="1284772"/>
                  </a:lnTo>
                  <a:close/>
                  <a:moveTo>
                    <a:pt x="308971" y="1289086"/>
                  </a:moveTo>
                  <a:lnTo>
                    <a:pt x="342730" y="1292860"/>
                  </a:lnTo>
                  <a:lnTo>
                    <a:pt x="319930" y="1284772"/>
                  </a:lnTo>
                  <a:close/>
                  <a:moveTo>
                    <a:pt x="103285" y="983641"/>
                  </a:moveTo>
                  <a:lnTo>
                    <a:pt x="140359" y="1008027"/>
                  </a:lnTo>
                  <a:lnTo>
                    <a:pt x="101382" y="972044"/>
                  </a:lnTo>
                  <a:close/>
                  <a:moveTo>
                    <a:pt x="84821" y="975055"/>
                  </a:moveTo>
                  <a:lnTo>
                    <a:pt x="103285" y="983641"/>
                  </a:lnTo>
                  <a:lnTo>
                    <a:pt x="101382" y="972044"/>
                  </a:lnTo>
                  <a:close/>
                  <a:moveTo>
                    <a:pt x="29072" y="806396"/>
                  </a:moveTo>
                  <a:lnTo>
                    <a:pt x="13903" y="816952"/>
                  </a:lnTo>
                  <a:lnTo>
                    <a:pt x="61828" y="856474"/>
                  </a:lnTo>
                  <a:close/>
                  <a:moveTo>
                    <a:pt x="51415" y="761695"/>
                  </a:moveTo>
                  <a:lnTo>
                    <a:pt x="13566" y="754483"/>
                  </a:lnTo>
                  <a:lnTo>
                    <a:pt x="0" y="829031"/>
                  </a:lnTo>
                  <a:close/>
                  <a:moveTo>
                    <a:pt x="173672" y="862777"/>
                  </a:moveTo>
                  <a:lnTo>
                    <a:pt x="184376" y="908011"/>
                  </a:lnTo>
                  <a:lnTo>
                    <a:pt x="195536" y="904748"/>
                  </a:lnTo>
                  <a:close/>
                  <a:moveTo>
                    <a:pt x="173672" y="862777"/>
                  </a:moveTo>
                  <a:lnTo>
                    <a:pt x="195536" y="904748"/>
                  </a:lnTo>
                  <a:lnTo>
                    <a:pt x="219459" y="859291"/>
                  </a:lnTo>
                  <a:close/>
                  <a:moveTo>
                    <a:pt x="29586" y="804202"/>
                  </a:moveTo>
                  <a:lnTo>
                    <a:pt x="29072" y="806396"/>
                  </a:lnTo>
                  <a:lnTo>
                    <a:pt x="102740" y="845455"/>
                  </a:lnTo>
                  <a:close/>
                  <a:moveTo>
                    <a:pt x="17335" y="762513"/>
                  </a:moveTo>
                  <a:lnTo>
                    <a:pt x="29586" y="804202"/>
                  </a:lnTo>
                  <a:lnTo>
                    <a:pt x="67220" y="774348"/>
                  </a:lnTo>
                  <a:close/>
                  <a:moveTo>
                    <a:pt x="1124209" y="1914648"/>
                  </a:moveTo>
                  <a:lnTo>
                    <a:pt x="1161219" y="1934901"/>
                  </a:lnTo>
                  <a:lnTo>
                    <a:pt x="1198216" y="1942091"/>
                  </a:lnTo>
                  <a:close/>
                  <a:moveTo>
                    <a:pt x="1222617" y="1942091"/>
                  </a:moveTo>
                  <a:lnTo>
                    <a:pt x="1195850" y="1944834"/>
                  </a:lnTo>
                  <a:lnTo>
                    <a:pt x="1170092" y="1914648"/>
                  </a:lnTo>
                  <a:close/>
                  <a:moveTo>
                    <a:pt x="86202" y="670671"/>
                  </a:moveTo>
                  <a:lnTo>
                    <a:pt x="86943" y="607326"/>
                  </a:lnTo>
                  <a:lnTo>
                    <a:pt x="91136" y="653676"/>
                  </a:lnTo>
                  <a:close/>
                  <a:moveTo>
                    <a:pt x="1205887" y="1873930"/>
                  </a:moveTo>
                  <a:lnTo>
                    <a:pt x="1222617" y="1942091"/>
                  </a:lnTo>
                  <a:lnTo>
                    <a:pt x="1229537" y="1890555"/>
                  </a:lnTo>
                  <a:close/>
                  <a:moveTo>
                    <a:pt x="801914" y="1369782"/>
                  </a:moveTo>
                  <a:lnTo>
                    <a:pt x="826007" y="1420084"/>
                  </a:lnTo>
                  <a:lnTo>
                    <a:pt x="838891" y="1354952"/>
                  </a:lnTo>
                  <a:close/>
                  <a:moveTo>
                    <a:pt x="792673" y="1417287"/>
                  </a:moveTo>
                  <a:lnTo>
                    <a:pt x="826007" y="1420084"/>
                  </a:lnTo>
                  <a:lnTo>
                    <a:pt x="801914" y="1369782"/>
                  </a:lnTo>
                  <a:close/>
                  <a:moveTo>
                    <a:pt x="371651" y="859823"/>
                  </a:moveTo>
                  <a:lnTo>
                    <a:pt x="428850" y="895730"/>
                  </a:lnTo>
                  <a:lnTo>
                    <a:pt x="390317" y="878949"/>
                  </a:lnTo>
                  <a:close/>
                  <a:moveTo>
                    <a:pt x="466935" y="840006"/>
                  </a:moveTo>
                  <a:lnTo>
                    <a:pt x="433130" y="864343"/>
                  </a:lnTo>
                  <a:lnTo>
                    <a:pt x="428850" y="895730"/>
                  </a:lnTo>
                  <a:close/>
                  <a:moveTo>
                    <a:pt x="244894" y="743107"/>
                  </a:moveTo>
                  <a:lnTo>
                    <a:pt x="271106" y="756749"/>
                  </a:lnTo>
                  <a:lnTo>
                    <a:pt x="244612" y="683536"/>
                  </a:lnTo>
                  <a:close/>
                  <a:moveTo>
                    <a:pt x="244612" y="683536"/>
                  </a:moveTo>
                  <a:lnTo>
                    <a:pt x="273881" y="753192"/>
                  </a:lnTo>
                  <a:lnTo>
                    <a:pt x="302811" y="726456"/>
                  </a:lnTo>
                  <a:close/>
                  <a:moveTo>
                    <a:pt x="1300612" y="1917997"/>
                  </a:moveTo>
                  <a:lnTo>
                    <a:pt x="1315521" y="1923507"/>
                  </a:lnTo>
                  <a:lnTo>
                    <a:pt x="1329389" y="1944507"/>
                  </a:lnTo>
                  <a:close/>
                  <a:moveTo>
                    <a:pt x="826648" y="1239420"/>
                  </a:moveTo>
                  <a:lnTo>
                    <a:pt x="800574" y="1285378"/>
                  </a:lnTo>
                  <a:lnTo>
                    <a:pt x="838143" y="1292818"/>
                  </a:lnTo>
                  <a:close/>
                  <a:moveTo>
                    <a:pt x="826648" y="1239420"/>
                  </a:moveTo>
                  <a:lnTo>
                    <a:pt x="838143" y="1292818"/>
                  </a:lnTo>
                  <a:lnTo>
                    <a:pt x="846243" y="1299558"/>
                  </a:lnTo>
                  <a:close/>
                  <a:moveTo>
                    <a:pt x="698055" y="1079770"/>
                  </a:moveTo>
                  <a:lnTo>
                    <a:pt x="640723" y="1116469"/>
                  </a:lnTo>
                  <a:lnTo>
                    <a:pt x="689807" y="1125307"/>
                  </a:lnTo>
                  <a:close/>
                  <a:moveTo>
                    <a:pt x="550518" y="935523"/>
                  </a:moveTo>
                  <a:lnTo>
                    <a:pt x="509635" y="975703"/>
                  </a:lnTo>
                  <a:lnTo>
                    <a:pt x="549637" y="950590"/>
                  </a:lnTo>
                  <a:close/>
                  <a:moveTo>
                    <a:pt x="550518" y="935523"/>
                  </a:moveTo>
                  <a:lnTo>
                    <a:pt x="555745" y="938802"/>
                  </a:lnTo>
                  <a:lnTo>
                    <a:pt x="567322" y="881811"/>
                  </a:lnTo>
                  <a:close/>
                  <a:moveTo>
                    <a:pt x="463933" y="844610"/>
                  </a:moveTo>
                  <a:lnTo>
                    <a:pt x="433130" y="864343"/>
                  </a:lnTo>
                  <a:lnTo>
                    <a:pt x="514316" y="858307"/>
                  </a:lnTo>
                  <a:close/>
                  <a:moveTo>
                    <a:pt x="1406662" y="1887394"/>
                  </a:moveTo>
                  <a:lnTo>
                    <a:pt x="1407475" y="1926881"/>
                  </a:lnTo>
                  <a:lnTo>
                    <a:pt x="1411064" y="1893903"/>
                  </a:lnTo>
                  <a:close/>
                  <a:moveTo>
                    <a:pt x="1399226" y="1830696"/>
                  </a:moveTo>
                  <a:lnTo>
                    <a:pt x="1411064" y="1893903"/>
                  </a:lnTo>
                  <a:lnTo>
                    <a:pt x="1399889" y="1842367"/>
                  </a:lnTo>
                  <a:close/>
                  <a:moveTo>
                    <a:pt x="1399226" y="1830696"/>
                  </a:moveTo>
                  <a:lnTo>
                    <a:pt x="1406662" y="1887394"/>
                  </a:lnTo>
                  <a:lnTo>
                    <a:pt x="1411064" y="1893903"/>
                  </a:lnTo>
                  <a:close/>
                  <a:moveTo>
                    <a:pt x="1150725" y="1416833"/>
                  </a:moveTo>
                  <a:lnTo>
                    <a:pt x="1134375" y="1405980"/>
                  </a:lnTo>
                  <a:lnTo>
                    <a:pt x="1127160" y="1442638"/>
                  </a:lnTo>
                  <a:close/>
                  <a:moveTo>
                    <a:pt x="804066" y="1157053"/>
                  </a:moveTo>
                  <a:lnTo>
                    <a:pt x="826249" y="1223927"/>
                  </a:lnTo>
                  <a:lnTo>
                    <a:pt x="821976" y="1172391"/>
                  </a:lnTo>
                  <a:close/>
                  <a:moveTo>
                    <a:pt x="514316" y="858307"/>
                  </a:moveTo>
                  <a:lnTo>
                    <a:pt x="525960" y="863171"/>
                  </a:lnTo>
                  <a:lnTo>
                    <a:pt x="574011" y="853681"/>
                  </a:lnTo>
                  <a:close/>
                  <a:moveTo>
                    <a:pt x="533025" y="760098"/>
                  </a:moveTo>
                  <a:lnTo>
                    <a:pt x="516127" y="730179"/>
                  </a:lnTo>
                  <a:lnTo>
                    <a:pt x="514782" y="738364"/>
                  </a:lnTo>
                  <a:close/>
                  <a:moveTo>
                    <a:pt x="507325" y="736004"/>
                  </a:moveTo>
                  <a:lnTo>
                    <a:pt x="514782" y="738364"/>
                  </a:lnTo>
                  <a:lnTo>
                    <a:pt x="516127" y="730179"/>
                  </a:lnTo>
                  <a:close/>
                  <a:moveTo>
                    <a:pt x="1231026" y="1381886"/>
                  </a:moveTo>
                  <a:lnTo>
                    <a:pt x="1190994" y="1371726"/>
                  </a:lnTo>
                  <a:lnTo>
                    <a:pt x="1236510" y="1385074"/>
                  </a:lnTo>
                  <a:close/>
                  <a:moveTo>
                    <a:pt x="1054818" y="1211940"/>
                  </a:moveTo>
                  <a:lnTo>
                    <a:pt x="1002682" y="1191690"/>
                  </a:lnTo>
                  <a:lnTo>
                    <a:pt x="1020510" y="1218568"/>
                  </a:lnTo>
                  <a:close/>
                  <a:moveTo>
                    <a:pt x="501326" y="561076"/>
                  </a:moveTo>
                  <a:lnTo>
                    <a:pt x="545071" y="563494"/>
                  </a:lnTo>
                  <a:lnTo>
                    <a:pt x="505203" y="554436"/>
                  </a:lnTo>
                  <a:close/>
                  <a:moveTo>
                    <a:pt x="545071" y="563494"/>
                  </a:moveTo>
                  <a:lnTo>
                    <a:pt x="548233" y="540640"/>
                  </a:lnTo>
                  <a:lnTo>
                    <a:pt x="505203" y="554436"/>
                  </a:lnTo>
                  <a:close/>
                  <a:moveTo>
                    <a:pt x="977034" y="1175740"/>
                  </a:moveTo>
                  <a:lnTo>
                    <a:pt x="985026" y="1186626"/>
                  </a:lnTo>
                  <a:lnTo>
                    <a:pt x="1002682" y="1191690"/>
                  </a:lnTo>
                  <a:close/>
                  <a:moveTo>
                    <a:pt x="977034" y="1175740"/>
                  </a:moveTo>
                  <a:lnTo>
                    <a:pt x="958536" y="1145418"/>
                  </a:lnTo>
                  <a:lnTo>
                    <a:pt x="985026" y="1186626"/>
                  </a:lnTo>
                  <a:close/>
                  <a:moveTo>
                    <a:pt x="977034" y="1175740"/>
                  </a:moveTo>
                  <a:lnTo>
                    <a:pt x="951626" y="1124203"/>
                  </a:lnTo>
                  <a:lnTo>
                    <a:pt x="958536" y="1145418"/>
                  </a:lnTo>
                  <a:close/>
                  <a:moveTo>
                    <a:pt x="1097487" y="1171161"/>
                  </a:moveTo>
                  <a:lnTo>
                    <a:pt x="1054818" y="1211940"/>
                  </a:lnTo>
                  <a:lnTo>
                    <a:pt x="1095526" y="1189463"/>
                  </a:lnTo>
                  <a:close/>
                  <a:moveTo>
                    <a:pt x="1070843" y="1154840"/>
                  </a:moveTo>
                  <a:lnTo>
                    <a:pt x="1085589" y="1118091"/>
                  </a:lnTo>
                  <a:lnTo>
                    <a:pt x="1043378" y="1114426"/>
                  </a:lnTo>
                  <a:close/>
                  <a:moveTo>
                    <a:pt x="719729" y="697580"/>
                  </a:moveTo>
                  <a:lnTo>
                    <a:pt x="750496" y="761405"/>
                  </a:lnTo>
                  <a:lnTo>
                    <a:pt x="765108" y="692569"/>
                  </a:lnTo>
                  <a:close/>
                  <a:moveTo>
                    <a:pt x="1650803" y="1642918"/>
                  </a:moveTo>
                  <a:lnTo>
                    <a:pt x="1653949" y="1650054"/>
                  </a:lnTo>
                  <a:lnTo>
                    <a:pt x="1664456" y="1649383"/>
                  </a:lnTo>
                  <a:close/>
                  <a:moveTo>
                    <a:pt x="1332955" y="1283340"/>
                  </a:moveTo>
                  <a:lnTo>
                    <a:pt x="1330238" y="1282162"/>
                  </a:lnTo>
                  <a:lnTo>
                    <a:pt x="1336597" y="1341688"/>
                  </a:lnTo>
                  <a:close/>
                  <a:moveTo>
                    <a:pt x="1336597" y="1341688"/>
                  </a:moveTo>
                  <a:lnTo>
                    <a:pt x="1326446" y="1393904"/>
                  </a:lnTo>
                  <a:lnTo>
                    <a:pt x="1358461" y="1357792"/>
                  </a:lnTo>
                  <a:close/>
                  <a:moveTo>
                    <a:pt x="1358461" y="1357792"/>
                  </a:moveTo>
                  <a:lnTo>
                    <a:pt x="1332955" y="1283340"/>
                  </a:lnTo>
                  <a:lnTo>
                    <a:pt x="1336597" y="1341688"/>
                  </a:lnTo>
                  <a:close/>
                  <a:moveTo>
                    <a:pt x="1236071" y="1270462"/>
                  </a:moveTo>
                  <a:lnTo>
                    <a:pt x="1259003" y="1241301"/>
                  </a:lnTo>
                  <a:lnTo>
                    <a:pt x="1281858" y="1266976"/>
                  </a:lnTo>
                  <a:close/>
                  <a:moveTo>
                    <a:pt x="1650803" y="1642918"/>
                  </a:moveTo>
                  <a:lnTo>
                    <a:pt x="1664456" y="1649383"/>
                  </a:lnTo>
                  <a:lnTo>
                    <a:pt x="1665552" y="1640621"/>
                  </a:lnTo>
                  <a:close/>
                  <a:moveTo>
                    <a:pt x="1665552" y="1640621"/>
                  </a:moveTo>
                  <a:lnTo>
                    <a:pt x="1664456" y="1649383"/>
                  </a:lnTo>
                  <a:lnTo>
                    <a:pt x="1674023" y="1642918"/>
                  </a:lnTo>
                  <a:close/>
                  <a:moveTo>
                    <a:pt x="1345058" y="1258068"/>
                  </a:moveTo>
                  <a:lnTo>
                    <a:pt x="1330238" y="1282162"/>
                  </a:lnTo>
                  <a:lnTo>
                    <a:pt x="1332955" y="1283340"/>
                  </a:lnTo>
                  <a:close/>
                  <a:moveTo>
                    <a:pt x="1330238" y="1282162"/>
                  </a:moveTo>
                  <a:lnTo>
                    <a:pt x="1345058" y="1258068"/>
                  </a:lnTo>
                  <a:lnTo>
                    <a:pt x="1281858" y="1266976"/>
                  </a:lnTo>
                  <a:close/>
                  <a:moveTo>
                    <a:pt x="1334367" y="1282162"/>
                  </a:moveTo>
                  <a:lnTo>
                    <a:pt x="1365784" y="1271184"/>
                  </a:lnTo>
                  <a:lnTo>
                    <a:pt x="1332955" y="1283340"/>
                  </a:lnTo>
                  <a:close/>
                  <a:moveTo>
                    <a:pt x="1334367" y="1282162"/>
                  </a:moveTo>
                  <a:lnTo>
                    <a:pt x="1395025" y="1258068"/>
                  </a:lnTo>
                  <a:lnTo>
                    <a:pt x="1365784" y="1271184"/>
                  </a:lnTo>
                  <a:close/>
                  <a:moveTo>
                    <a:pt x="842118" y="662157"/>
                  </a:moveTo>
                  <a:lnTo>
                    <a:pt x="835223" y="692523"/>
                  </a:lnTo>
                  <a:lnTo>
                    <a:pt x="841115" y="667171"/>
                  </a:lnTo>
                  <a:close/>
                  <a:moveTo>
                    <a:pt x="842118" y="662157"/>
                  </a:moveTo>
                  <a:lnTo>
                    <a:pt x="844823" y="663722"/>
                  </a:lnTo>
                  <a:lnTo>
                    <a:pt x="864593" y="620051"/>
                  </a:lnTo>
                  <a:close/>
                  <a:moveTo>
                    <a:pt x="864593" y="620051"/>
                  </a:moveTo>
                  <a:lnTo>
                    <a:pt x="844823" y="663722"/>
                  </a:lnTo>
                  <a:lnTo>
                    <a:pt x="884271" y="653846"/>
                  </a:lnTo>
                  <a:close/>
                  <a:moveTo>
                    <a:pt x="864593" y="620051"/>
                  </a:moveTo>
                  <a:lnTo>
                    <a:pt x="884271" y="653846"/>
                  </a:lnTo>
                  <a:lnTo>
                    <a:pt x="912502" y="624500"/>
                  </a:lnTo>
                  <a:close/>
                  <a:moveTo>
                    <a:pt x="1372232" y="1249974"/>
                  </a:moveTo>
                  <a:lnTo>
                    <a:pt x="1395025" y="1258068"/>
                  </a:lnTo>
                  <a:lnTo>
                    <a:pt x="1407832" y="1196271"/>
                  </a:lnTo>
                  <a:close/>
                  <a:moveTo>
                    <a:pt x="1450784" y="1136591"/>
                  </a:moveTo>
                  <a:lnTo>
                    <a:pt x="1412794" y="1137372"/>
                  </a:lnTo>
                  <a:lnTo>
                    <a:pt x="1407832" y="1196271"/>
                  </a:lnTo>
                  <a:close/>
                  <a:moveTo>
                    <a:pt x="1450784" y="1136591"/>
                  </a:moveTo>
                  <a:lnTo>
                    <a:pt x="1407832" y="1196271"/>
                  </a:lnTo>
                  <a:lnTo>
                    <a:pt x="1447021" y="1202393"/>
                  </a:lnTo>
                  <a:close/>
                  <a:moveTo>
                    <a:pt x="1421357" y="1130901"/>
                  </a:moveTo>
                  <a:lnTo>
                    <a:pt x="1450784" y="1136591"/>
                  </a:lnTo>
                  <a:lnTo>
                    <a:pt x="1445507" y="1085003"/>
                  </a:lnTo>
                  <a:close/>
                  <a:moveTo>
                    <a:pt x="1350137" y="1077780"/>
                  </a:moveTo>
                  <a:lnTo>
                    <a:pt x="1310173" y="1049455"/>
                  </a:lnTo>
                  <a:lnTo>
                    <a:pt x="1352519" y="1079364"/>
                  </a:lnTo>
                  <a:close/>
                  <a:moveTo>
                    <a:pt x="962672" y="563998"/>
                  </a:moveTo>
                  <a:lnTo>
                    <a:pt x="977760" y="627847"/>
                  </a:lnTo>
                  <a:lnTo>
                    <a:pt x="968770" y="615535"/>
                  </a:lnTo>
                  <a:close/>
                  <a:moveTo>
                    <a:pt x="1414073" y="1128454"/>
                  </a:moveTo>
                  <a:lnTo>
                    <a:pt x="1445507" y="1085003"/>
                  </a:lnTo>
                  <a:lnTo>
                    <a:pt x="1428069" y="1059580"/>
                  </a:lnTo>
                  <a:close/>
                  <a:moveTo>
                    <a:pt x="1421357" y="1130901"/>
                  </a:moveTo>
                  <a:lnTo>
                    <a:pt x="1445507" y="1085003"/>
                  </a:lnTo>
                  <a:lnTo>
                    <a:pt x="1414073" y="1128454"/>
                  </a:lnTo>
                  <a:close/>
                  <a:moveTo>
                    <a:pt x="1350137" y="1077780"/>
                  </a:moveTo>
                  <a:lnTo>
                    <a:pt x="1352519" y="1079364"/>
                  </a:lnTo>
                  <a:lnTo>
                    <a:pt x="1354535" y="1076132"/>
                  </a:lnTo>
                  <a:close/>
                  <a:moveTo>
                    <a:pt x="942705" y="488367"/>
                  </a:moveTo>
                  <a:lnTo>
                    <a:pt x="921274" y="522395"/>
                  </a:lnTo>
                  <a:lnTo>
                    <a:pt x="935323" y="498879"/>
                  </a:lnTo>
                  <a:close/>
                  <a:moveTo>
                    <a:pt x="935323" y="498879"/>
                  </a:moveTo>
                  <a:lnTo>
                    <a:pt x="913530" y="493444"/>
                  </a:lnTo>
                  <a:lnTo>
                    <a:pt x="942705" y="488367"/>
                  </a:lnTo>
                  <a:close/>
                  <a:moveTo>
                    <a:pt x="1431450" y="988841"/>
                  </a:moveTo>
                  <a:lnTo>
                    <a:pt x="1432075" y="1055270"/>
                  </a:lnTo>
                  <a:lnTo>
                    <a:pt x="1454929" y="1003733"/>
                  </a:lnTo>
                  <a:close/>
                  <a:moveTo>
                    <a:pt x="1431450" y="988841"/>
                  </a:moveTo>
                  <a:lnTo>
                    <a:pt x="1454929" y="1003733"/>
                  </a:lnTo>
                  <a:lnTo>
                    <a:pt x="1446093" y="952176"/>
                  </a:lnTo>
                  <a:close/>
                  <a:moveTo>
                    <a:pt x="1278905" y="785921"/>
                  </a:moveTo>
                  <a:lnTo>
                    <a:pt x="1297641" y="849124"/>
                  </a:lnTo>
                  <a:lnTo>
                    <a:pt x="1290928" y="797587"/>
                  </a:lnTo>
                  <a:close/>
                  <a:moveTo>
                    <a:pt x="972453" y="404171"/>
                  </a:moveTo>
                  <a:lnTo>
                    <a:pt x="1022312" y="415908"/>
                  </a:lnTo>
                  <a:lnTo>
                    <a:pt x="1056121" y="407413"/>
                  </a:lnTo>
                  <a:close/>
                  <a:moveTo>
                    <a:pt x="1284526" y="530380"/>
                  </a:moveTo>
                  <a:lnTo>
                    <a:pt x="1283746" y="594790"/>
                  </a:lnTo>
                  <a:lnTo>
                    <a:pt x="1347232" y="527322"/>
                  </a:lnTo>
                  <a:close/>
                  <a:moveTo>
                    <a:pt x="1006497" y="182496"/>
                  </a:moveTo>
                  <a:lnTo>
                    <a:pt x="1053240" y="228009"/>
                  </a:lnTo>
                  <a:lnTo>
                    <a:pt x="1038325" y="205976"/>
                  </a:lnTo>
                  <a:close/>
                  <a:moveTo>
                    <a:pt x="1029657" y="173570"/>
                  </a:moveTo>
                  <a:lnTo>
                    <a:pt x="1047565" y="158403"/>
                  </a:lnTo>
                  <a:lnTo>
                    <a:pt x="1014432" y="156421"/>
                  </a:lnTo>
                  <a:close/>
                  <a:moveTo>
                    <a:pt x="1011213" y="161450"/>
                  </a:moveTo>
                  <a:lnTo>
                    <a:pt x="1006497" y="182496"/>
                  </a:lnTo>
                  <a:lnTo>
                    <a:pt x="1029657" y="173570"/>
                  </a:lnTo>
                  <a:close/>
                  <a:moveTo>
                    <a:pt x="1394838" y="530635"/>
                  </a:moveTo>
                  <a:lnTo>
                    <a:pt x="1376572" y="502118"/>
                  </a:lnTo>
                  <a:lnTo>
                    <a:pt x="1347232" y="527322"/>
                  </a:lnTo>
                  <a:close/>
                  <a:moveTo>
                    <a:pt x="1118835" y="134309"/>
                  </a:moveTo>
                  <a:lnTo>
                    <a:pt x="1123521" y="146111"/>
                  </a:lnTo>
                  <a:lnTo>
                    <a:pt x="1139505" y="139795"/>
                  </a:lnTo>
                  <a:close/>
                  <a:moveTo>
                    <a:pt x="1273300" y="37564"/>
                  </a:moveTo>
                  <a:lnTo>
                    <a:pt x="1295588" y="57427"/>
                  </a:lnTo>
                  <a:lnTo>
                    <a:pt x="1242329" y="0"/>
                  </a:lnTo>
                  <a:close/>
                </a:path>
              </a:pathLst>
            </a:custGeom>
            <a:solidFill>
              <a:srgbClr val="EFF2F3"/>
            </a:solidFill>
            <a:ln w="1524">
              <a:solidFill>
                <a:srgbClr val="EFF2F3"/>
              </a:solidFill>
            </a:ln>
          </p:spPr>
        </p:sp>
        <p:sp>
          <p:nvSpPr>
            <p:cNvPr id="4276" name="Output_density__4275">
              <a:extLst>
                <a:ext uri="{FF2B5EF4-FFF2-40B4-BE49-F238E27FC236}">
                  <a16:creationId xmlns:a16="http://schemas.microsoft.com/office/drawing/2014/main" id="{EFDC456A-4B91-79A2-C694-05EEC092C901}"/>
                </a:ext>
              </a:extLst>
            </p:cNvPr>
            <p:cNvSpPr>
              <a:spLocks noGrp="1"/>
            </p:cNvSpPr>
            <p:nvPr/>
          </p:nvSpPr>
          <p:spPr>
            <a:xfrm>
              <a:off x="15020776" y="2203077"/>
              <a:ext cx="1668852" cy="1961037"/>
            </a:xfrm>
            <a:custGeom>
              <a:avLst/>
              <a:gdLst/>
              <a:ahLst/>
              <a:cxnLst/>
              <a:rect l="0" t="0" r="0" b="0"/>
              <a:pathLst>
                <a:path w="1668852" h="1961037">
                  <a:moveTo>
                    <a:pt x="586277" y="1570626"/>
                  </a:moveTo>
                  <a:lnTo>
                    <a:pt x="555930" y="1519090"/>
                  </a:lnTo>
                  <a:lnTo>
                    <a:pt x="550231" y="1583268"/>
                  </a:lnTo>
                  <a:close/>
                  <a:moveTo>
                    <a:pt x="555930" y="1519090"/>
                  </a:moveTo>
                  <a:lnTo>
                    <a:pt x="548796" y="1521691"/>
                  </a:lnTo>
                  <a:lnTo>
                    <a:pt x="550231" y="1583268"/>
                  </a:lnTo>
                  <a:close/>
                  <a:moveTo>
                    <a:pt x="342730" y="1312943"/>
                  </a:moveTo>
                  <a:lnTo>
                    <a:pt x="266856" y="1285261"/>
                  </a:lnTo>
                  <a:lnTo>
                    <a:pt x="266929" y="1285501"/>
                  </a:lnTo>
                  <a:close/>
                  <a:moveTo>
                    <a:pt x="266929" y="1285501"/>
                  </a:moveTo>
                  <a:lnTo>
                    <a:pt x="266986" y="1287092"/>
                  </a:lnTo>
                  <a:lnTo>
                    <a:pt x="342730" y="1312943"/>
                  </a:lnTo>
                  <a:close/>
                  <a:moveTo>
                    <a:pt x="570650" y="1443459"/>
                  </a:moveTo>
                  <a:lnTo>
                    <a:pt x="548839" y="1507286"/>
                  </a:lnTo>
                  <a:lnTo>
                    <a:pt x="555930" y="1519090"/>
                  </a:lnTo>
                  <a:close/>
                  <a:moveTo>
                    <a:pt x="311504" y="1183739"/>
                  </a:moveTo>
                  <a:lnTo>
                    <a:pt x="259219" y="1209870"/>
                  </a:lnTo>
                  <a:lnTo>
                    <a:pt x="308387" y="1185776"/>
                  </a:lnTo>
                  <a:close/>
                  <a:moveTo>
                    <a:pt x="353686" y="1166774"/>
                  </a:moveTo>
                  <a:lnTo>
                    <a:pt x="278365" y="1194737"/>
                  </a:lnTo>
                  <a:lnTo>
                    <a:pt x="311504" y="1183739"/>
                  </a:lnTo>
                  <a:close/>
                  <a:moveTo>
                    <a:pt x="33504" y="883842"/>
                  </a:moveTo>
                  <a:lnTo>
                    <a:pt x="26179" y="950561"/>
                  </a:lnTo>
                  <a:lnTo>
                    <a:pt x="61828" y="876557"/>
                  </a:lnTo>
                  <a:close/>
                  <a:moveTo>
                    <a:pt x="61828" y="876557"/>
                  </a:moveTo>
                  <a:lnTo>
                    <a:pt x="26179" y="950561"/>
                  </a:lnTo>
                  <a:lnTo>
                    <a:pt x="27763" y="952187"/>
                  </a:lnTo>
                  <a:close/>
                  <a:moveTo>
                    <a:pt x="67220" y="794431"/>
                  </a:moveTo>
                  <a:lnTo>
                    <a:pt x="51415" y="781778"/>
                  </a:lnTo>
                  <a:lnTo>
                    <a:pt x="0" y="849114"/>
                  </a:lnTo>
                  <a:close/>
                  <a:moveTo>
                    <a:pt x="311504" y="1183739"/>
                  </a:moveTo>
                  <a:lnTo>
                    <a:pt x="314176" y="1184047"/>
                  </a:lnTo>
                  <a:lnTo>
                    <a:pt x="353686" y="1166774"/>
                  </a:lnTo>
                  <a:close/>
                  <a:moveTo>
                    <a:pt x="87823" y="773483"/>
                  </a:moveTo>
                  <a:lnTo>
                    <a:pt x="118487" y="800926"/>
                  </a:lnTo>
                  <a:lnTo>
                    <a:pt x="107530" y="749389"/>
                  </a:lnTo>
                  <a:close/>
                  <a:moveTo>
                    <a:pt x="87823" y="773483"/>
                  </a:moveTo>
                  <a:lnTo>
                    <a:pt x="107530" y="749389"/>
                  </a:lnTo>
                  <a:lnTo>
                    <a:pt x="57674" y="758741"/>
                  </a:lnTo>
                  <a:close/>
                  <a:moveTo>
                    <a:pt x="107530" y="749389"/>
                  </a:moveTo>
                  <a:lnTo>
                    <a:pt x="81637" y="713434"/>
                  </a:lnTo>
                  <a:lnTo>
                    <a:pt x="57674" y="758741"/>
                  </a:lnTo>
                  <a:close/>
                  <a:moveTo>
                    <a:pt x="1115806" y="1866522"/>
                  </a:moveTo>
                  <a:lnTo>
                    <a:pt x="1105890" y="1922791"/>
                  </a:lnTo>
                  <a:lnTo>
                    <a:pt x="1131519" y="1859101"/>
                  </a:lnTo>
                  <a:close/>
                  <a:moveTo>
                    <a:pt x="1131519" y="1859101"/>
                  </a:moveTo>
                  <a:lnTo>
                    <a:pt x="1124209" y="1934731"/>
                  </a:lnTo>
                  <a:lnTo>
                    <a:pt x="1164329" y="1910637"/>
                  </a:lnTo>
                  <a:close/>
                  <a:moveTo>
                    <a:pt x="1082592" y="1883195"/>
                  </a:moveTo>
                  <a:lnTo>
                    <a:pt x="1105890" y="1922791"/>
                  </a:lnTo>
                  <a:lnTo>
                    <a:pt x="1115806" y="1866522"/>
                  </a:lnTo>
                  <a:close/>
                  <a:moveTo>
                    <a:pt x="369568" y="956355"/>
                  </a:moveTo>
                  <a:lnTo>
                    <a:pt x="376398" y="931442"/>
                  </a:lnTo>
                  <a:lnTo>
                    <a:pt x="340862" y="955536"/>
                  </a:lnTo>
                  <a:close/>
                  <a:moveTo>
                    <a:pt x="107530" y="749389"/>
                  </a:moveTo>
                  <a:lnTo>
                    <a:pt x="118487" y="800926"/>
                  </a:lnTo>
                  <a:lnTo>
                    <a:pt x="169964" y="776832"/>
                  </a:lnTo>
                  <a:close/>
                  <a:moveTo>
                    <a:pt x="86202" y="690753"/>
                  </a:moveTo>
                  <a:lnTo>
                    <a:pt x="81637" y="713434"/>
                  </a:lnTo>
                  <a:lnTo>
                    <a:pt x="133540" y="673759"/>
                  </a:lnTo>
                  <a:close/>
                  <a:moveTo>
                    <a:pt x="133540" y="673759"/>
                  </a:moveTo>
                  <a:lnTo>
                    <a:pt x="81637" y="713434"/>
                  </a:lnTo>
                  <a:lnTo>
                    <a:pt x="107530" y="749389"/>
                  </a:lnTo>
                  <a:close/>
                  <a:moveTo>
                    <a:pt x="133540" y="673759"/>
                  </a:moveTo>
                  <a:lnTo>
                    <a:pt x="107530" y="749389"/>
                  </a:lnTo>
                  <a:lnTo>
                    <a:pt x="139960" y="725295"/>
                  </a:lnTo>
                  <a:close/>
                  <a:moveTo>
                    <a:pt x="54540" y="612122"/>
                  </a:moveTo>
                  <a:lnTo>
                    <a:pt x="86943" y="627409"/>
                  </a:lnTo>
                  <a:lnTo>
                    <a:pt x="58707" y="594779"/>
                  </a:lnTo>
                  <a:close/>
                  <a:moveTo>
                    <a:pt x="58707" y="594779"/>
                  </a:moveTo>
                  <a:lnTo>
                    <a:pt x="97649" y="622222"/>
                  </a:lnTo>
                  <a:lnTo>
                    <a:pt x="94900" y="570686"/>
                  </a:lnTo>
                  <a:close/>
                  <a:moveTo>
                    <a:pt x="1164329" y="1910637"/>
                  </a:moveTo>
                  <a:lnTo>
                    <a:pt x="1200621" y="1961037"/>
                  </a:lnTo>
                  <a:lnTo>
                    <a:pt x="1205887" y="1894013"/>
                  </a:lnTo>
                  <a:close/>
                  <a:moveTo>
                    <a:pt x="509635" y="995786"/>
                  </a:moveTo>
                  <a:lnTo>
                    <a:pt x="476873" y="958885"/>
                  </a:lnTo>
                  <a:lnTo>
                    <a:pt x="506297" y="1016317"/>
                  </a:lnTo>
                  <a:close/>
                  <a:moveTo>
                    <a:pt x="506297" y="1016317"/>
                  </a:moveTo>
                  <a:lnTo>
                    <a:pt x="476873" y="958885"/>
                  </a:lnTo>
                  <a:lnTo>
                    <a:pt x="433548" y="974736"/>
                  </a:lnTo>
                  <a:close/>
                  <a:moveTo>
                    <a:pt x="506297" y="1016317"/>
                  </a:moveTo>
                  <a:lnTo>
                    <a:pt x="433548" y="974736"/>
                  </a:lnTo>
                  <a:lnTo>
                    <a:pt x="463123" y="1013434"/>
                  </a:lnTo>
                  <a:close/>
                  <a:moveTo>
                    <a:pt x="391142" y="971228"/>
                  </a:moveTo>
                  <a:lnTo>
                    <a:pt x="376398" y="931442"/>
                  </a:lnTo>
                  <a:lnTo>
                    <a:pt x="369568" y="956355"/>
                  </a:lnTo>
                  <a:close/>
                  <a:moveTo>
                    <a:pt x="428850" y="915812"/>
                  </a:moveTo>
                  <a:lnTo>
                    <a:pt x="376398" y="931442"/>
                  </a:lnTo>
                  <a:lnTo>
                    <a:pt x="391142" y="971228"/>
                  </a:lnTo>
                  <a:close/>
                  <a:moveTo>
                    <a:pt x="433548" y="974736"/>
                  </a:moveTo>
                  <a:lnTo>
                    <a:pt x="428850" y="915812"/>
                  </a:lnTo>
                  <a:lnTo>
                    <a:pt x="391142" y="971228"/>
                  </a:lnTo>
                  <a:close/>
                  <a:moveTo>
                    <a:pt x="159301" y="559330"/>
                  </a:moveTo>
                  <a:lnTo>
                    <a:pt x="148614" y="552510"/>
                  </a:lnTo>
                  <a:lnTo>
                    <a:pt x="94900" y="570686"/>
                  </a:lnTo>
                  <a:close/>
                  <a:moveTo>
                    <a:pt x="120638" y="549676"/>
                  </a:moveTo>
                  <a:lnTo>
                    <a:pt x="94900" y="570686"/>
                  </a:lnTo>
                  <a:lnTo>
                    <a:pt x="148614" y="552510"/>
                  </a:lnTo>
                  <a:close/>
                  <a:moveTo>
                    <a:pt x="201842" y="543709"/>
                  </a:moveTo>
                  <a:lnTo>
                    <a:pt x="148614" y="552510"/>
                  </a:lnTo>
                  <a:lnTo>
                    <a:pt x="191885" y="546592"/>
                  </a:lnTo>
                  <a:close/>
                  <a:moveTo>
                    <a:pt x="120638" y="549676"/>
                  </a:moveTo>
                  <a:lnTo>
                    <a:pt x="148614" y="552510"/>
                  </a:lnTo>
                  <a:lnTo>
                    <a:pt x="201842" y="543709"/>
                  </a:lnTo>
                  <a:close/>
                  <a:moveTo>
                    <a:pt x="148614" y="552510"/>
                  </a:moveTo>
                  <a:lnTo>
                    <a:pt x="159301" y="559330"/>
                  </a:lnTo>
                  <a:lnTo>
                    <a:pt x="191885" y="546592"/>
                  </a:lnTo>
                  <a:close/>
                  <a:moveTo>
                    <a:pt x="1271229" y="1886543"/>
                  </a:moveTo>
                  <a:lnTo>
                    <a:pt x="1300612" y="1938080"/>
                  </a:lnTo>
                  <a:lnTo>
                    <a:pt x="1343341" y="1913986"/>
                  </a:lnTo>
                  <a:close/>
                  <a:moveTo>
                    <a:pt x="733139" y="1172500"/>
                  </a:moveTo>
                  <a:lnTo>
                    <a:pt x="700064" y="1183738"/>
                  </a:lnTo>
                  <a:lnTo>
                    <a:pt x="653948" y="1185995"/>
                  </a:lnTo>
                  <a:close/>
                  <a:moveTo>
                    <a:pt x="774556" y="1152677"/>
                  </a:moveTo>
                  <a:lnTo>
                    <a:pt x="700064" y="1183738"/>
                  </a:lnTo>
                  <a:lnTo>
                    <a:pt x="733139" y="1172500"/>
                  </a:lnTo>
                  <a:close/>
                  <a:moveTo>
                    <a:pt x="765931" y="1145397"/>
                  </a:moveTo>
                  <a:lnTo>
                    <a:pt x="689807" y="1145390"/>
                  </a:lnTo>
                  <a:lnTo>
                    <a:pt x="708918" y="1165031"/>
                  </a:lnTo>
                  <a:close/>
                  <a:moveTo>
                    <a:pt x="616992" y="1002288"/>
                  </a:moveTo>
                  <a:lnTo>
                    <a:pt x="594083" y="1010421"/>
                  </a:lnTo>
                  <a:lnTo>
                    <a:pt x="642852" y="1009608"/>
                  </a:lnTo>
                  <a:close/>
                  <a:moveTo>
                    <a:pt x="642852" y="1009608"/>
                  </a:moveTo>
                  <a:lnTo>
                    <a:pt x="689235" y="1037864"/>
                  </a:lnTo>
                  <a:lnTo>
                    <a:pt x="616992" y="1002288"/>
                  </a:lnTo>
                  <a:close/>
                  <a:moveTo>
                    <a:pt x="616992" y="1002288"/>
                  </a:moveTo>
                  <a:lnTo>
                    <a:pt x="689235" y="1037864"/>
                  </a:lnTo>
                  <a:lnTo>
                    <a:pt x="695505" y="1039183"/>
                  </a:lnTo>
                  <a:close/>
                  <a:moveTo>
                    <a:pt x="476873" y="958885"/>
                  </a:moveTo>
                  <a:lnTo>
                    <a:pt x="509635" y="995786"/>
                  </a:lnTo>
                  <a:lnTo>
                    <a:pt x="514140" y="947198"/>
                  </a:lnTo>
                  <a:close/>
                  <a:moveTo>
                    <a:pt x="514140" y="947198"/>
                  </a:moveTo>
                  <a:lnTo>
                    <a:pt x="567322" y="901894"/>
                  </a:lnTo>
                  <a:lnTo>
                    <a:pt x="495294" y="907348"/>
                  </a:lnTo>
                  <a:close/>
                  <a:moveTo>
                    <a:pt x="205924" y="543900"/>
                  </a:moveTo>
                  <a:lnTo>
                    <a:pt x="191885" y="546592"/>
                  </a:lnTo>
                  <a:lnTo>
                    <a:pt x="236539" y="538532"/>
                  </a:lnTo>
                  <a:close/>
                  <a:moveTo>
                    <a:pt x="236539" y="538532"/>
                  </a:moveTo>
                  <a:lnTo>
                    <a:pt x="191885" y="546592"/>
                  </a:lnTo>
                  <a:lnTo>
                    <a:pt x="159301" y="559330"/>
                  </a:lnTo>
                  <a:close/>
                  <a:moveTo>
                    <a:pt x="201842" y="543709"/>
                  </a:moveTo>
                  <a:lnTo>
                    <a:pt x="191885" y="546592"/>
                  </a:lnTo>
                  <a:lnTo>
                    <a:pt x="205924" y="543900"/>
                  </a:lnTo>
                  <a:close/>
                  <a:moveTo>
                    <a:pt x="1355697" y="1910927"/>
                  </a:moveTo>
                  <a:lnTo>
                    <a:pt x="1399226" y="1850778"/>
                  </a:lnTo>
                  <a:lnTo>
                    <a:pt x="1342932" y="1858563"/>
                  </a:lnTo>
                  <a:close/>
                  <a:moveTo>
                    <a:pt x="1399226" y="1850778"/>
                  </a:moveTo>
                  <a:lnTo>
                    <a:pt x="1404781" y="1801992"/>
                  </a:lnTo>
                  <a:lnTo>
                    <a:pt x="1342932" y="1858563"/>
                  </a:lnTo>
                  <a:close/>
                  <a:moveTo>
                    <a:pt x="1114961" y="1501693"/>
                  </a:moveTo>
                  <a:lnTo>
                    <a:pt x="1128474" y="1542510"/>
                  </a:lnTo>
                  <a:lnTo>
                    <a:pt x="1179542" y="1483891"/>
                  </a:lnTo>
                  <a:close/>
                  <a:moveTo>
                    <a:pt x="1179542" y="1483891"/>
                  </a:moveTo>
                  <a:lnTo>
                    <a:pt x="1128474" y="1542510"/>
                  </a:lnTo>
                  <a:lnTo>
                    <a:pt x="1132712" y="1483478"/>
                  </a:lnTo>
                  <a:close/>
                  <a:moveTo>
                    <a:pt x="1034888" y="1398620"/>
                  </a:moveTo>
                  <a:lnTo>
                    <a:pt x="1109396" y="1426063"/>
                  </a:lnTo>
                  <a:lnTo>
                    <a:pt x="1071094" y="1374526"/>
                  </a:lnTo>
                  <a:close/>
                  <a:moveTo>
                    <a:pt x="642852" y="1009608"/>
                  </a:moveTo>
                  <a:lnTo>
                    <a:pt x="624225" y="1037864"/>
                  </a:lnTo>
                  <a:lnTo>
                    <a:pt x="659744" y="1030275"/>
                  </a:lnTo>
                  <a:close/>
                  <a:moveTo>
                    <a:pt x="659744" y="1030275"/>
                  </a:moveTo>
                  <a:lnTo>
                    <a:pt x="689235" y="1037864"/>
                  </a:lnTo>
                  <a:lnTo>
                    <a:pt x="642852" y="1009608"/>
                  </a:lnTo>
                  <a:close/>
                  <a:moveTo>
                    <a:pt x="574011" y="873763"/>
                  </a:moveTo>
                  <a:lnTo>
                    <a:pt x="623228" y="871733"/>
                  </a:lnTo>
                  <a:lnTo>
                    <a:pt x="613415" y="816968"/>
                  </a:lnTo>
                  <a:close/>
                  <a:moveTo>
                    <a:pt x="658003" y="859160"/>
                  </a:moveTo>
                  <a:lnTo>
                    <a:pt x="623228" y="871733"/>
                  </a:lnTo>
                  <a:lnTo>
                    <a:pt x="622171" y="932285"/>
                  </a:lnTo>
                  <a:close/>
                  <a:moveTo>
                    <a:pt x="310527" y="559585"/>
                  </a:moveTo>
                  <a:lnTo>
                    <a:pt x="302972" y="522498"/>
                  </a:lnTo>
                  <a:lnTo>
                    <a:pt x="285807" y="548064"/>
                  </a:lnTo>
                  <a:close/>
                  <a:moveTo>
                    <a:pt x="354183" y="499333"/>
                  </a:moveTo>
                  <a:lnTo>
                    <a:pt x="302972" y="522498"/>
                  </a:lnTo>
                  <a:lnTo>
                    <a:pt x="310527" y="559585"/>
                  </a:lnTo>
                  <a:close/>
                  <a:moveTo>
                    <a:pt x="361510" y="556119"/>
                  </a:moveTo>
                  <a:lnTo>
                    <a:pt x="354183" y="499333"/>
                  </a:lnTo>
                  <a:lnTo>
                    <a:pt x="310527" y="559585"/>
                  </a:lnTo>
                  <a:close/>
                  <a:moveTo>
                    <a:pt x="1405782" y="1782706"/>
                  </a:moveTo>
                  <a:lnTo>
                    <a:pt x="1440691" y="1761576"/>
                  </a:lnTo>
                  <a:lnTo>
                    <a:pt x="1396219" y="1769980"/>
                  </a:lnTo>
                  <a:close/>
                  <a:moveTo>
                    <a:pt x="1443987" y="1726885"/>
                  </a:moveTo>
                  <a:lnTo>
                    <a:pt x="1473121" y="1747927"/>
                  </a:lnTo>
                  <a:lnTo>
                    <a:pt x="1451325" y="1711188"/>
                  </a:lnTo>
                  <a:close/>
                  <a:moveTo>
                    <a:pt x="1308523" y="1510079"/>
                  </a:moveTo>
                  <a:lnTo>
                    <a:pt x="1258992" y="1512365"/>
                  </a:lnTo>
                  <a:lnTo>
                    <a:pt x="1312804" y="1569342"/>
                  </a:lnTo>
                  <a:close/>
                  <a:moveTo>
                    <a:pt x="1168244" y="1510177"/>
                  </a:moveTo>
                  <a:lnTo>
                    <a:pt x="1179542" y="1483891"/>
                  </a:lnTo>
                  <a:lnTo>
                    <a:pt x="1132712" y="1483478"/>
                  </a:lnTo>
                  <a:close/>
                  <a:moveTo>
                    <a:pt x="1168244" y="1510177"/>
                  </a:moveTo>
                  <a:lnTo>
                    <a:pt x="1205027" y="1518256"/>
                  </a:lnTo>
                  <a:lnTo>
                    <a:pt x="1179542" y="1483891"/>
                  </a:lnTo>
                  <a:close/>
                  <a:moveTo>
                    <a:pt x="1258992" y="1512365"/>
                  </a:moveTo>
                  <a:lnTo>
                    <a:pt x="1241910" y="1463510"/>
                  </a:lnTo>
                  <a:lnTo>
                    <a:pt x="1205027" y="1518256"/>
                  </a:lnTo>
                  <a:close/>
                  <a:moveTo>
                    <a:pt x="1128920" y="1350432"/>
                  </a:moveTo>
                  <a:lnTo>
                    <a:pt x="1124820" y="1419995"/>
                  </a:lnTo>
                  <a:lnTo>
                    <a:pt x="1136218" y="1361687"/>
                  </a:lnTo>
                  <a:close/>
                  <a:moveTo>
                    <a:pt x="1071094" y="1374526"/>
                  </a:moveTo>
                  <a:lnTo>
                    <a:pt x="1109396" y="1426063"/>
                  </a:lnTo>
                  <a:lnTo>
                    <a:pt x="1128920" y="1350432"/>
                  </a:lnTo>
                  <a:close/>
                  <a:moveTo>
                    <a:pt x="943620" y="1092749"/>
                  </a:moveTo>
                  <a:lnTo>
                    <a:pt x="928355" y="1116843"/>
                  </a:lnTo>
                  <a:lnTo>
                    <a:pt x="951626" y="1144286"/>
                  </a:lnTo>
                  <a:close/>
                  <a:moveTo>
                    <a:pt x="688646" y="886603"/>
                  </a:moveTo>
                  <a:lnTo>
                    <a:pt x="722136" y="861566"/>
                  </a:lnTo>
                  <a:lnTo>
                    <a:pt x="658003" y="859160"/>
                  </a:lnTo>
                  <a:close/>
                  <a:moveTo>
                    <a:pt x="676356" y="910697"/>
                  </a:moveTo>
                  <a:lnTo>
                    <a:pt x="688646" y="886603"/>
                  </a:lnTo>
                  <a:lnTo>
                    <a:pt x="658003" y="859160"/>
                  </a:lnTo>
                  <a:close/>
                  <a:moveTo>
                    <a:pt x="1190994" y="1391808"/>
                  </a:moveTo>
                  <a:lnTo>
                    <a:pt x="1216352" y="1351717"/>
                  </a:lnTo>
                  <a:lnTo>
                    <a:pt x="1136218" y="1361687"/>
                  </a:lnTo>
                  <a:close/>
                  <a:moveTo>
                    <a:pt x="1249686" y="1301671"/>
                  </a:moveTo>
                  <a:lnTo>
                    <a:pt x="1166302" y="1299489"/>
                  </a:lnTo>
                  <a:lnTo>
                    <a:pt x="1202280" y="1299105"/>
                  </a:lnTo>
                  <a:close/>
                  <a:moveTo>
                    <a:pt x="951626" y="1144286"/>
                  </a:moveTo>
                  <a:lnTo>
                    <a:pt x="951888" y="1132924"/>
                  </a:lnTo>
                  <a:lnTo>
                    <a:pt x="943620" y="1092749"/>
                  </a:lnTo>
                  <a:close/>
                  <a:moveTo>
                    <a:pt x="943620" y="1092749"/>
                  </a:moveTo>
                  <a:lnTo>
                    <a:pt x="951888" y="1132924"/>
                  </a:lnTo>
                  <a:lnTo>
                    <a:pt x="1005460" y="1087259"/>
                  </a:lnTo>
                  <a:close/>
                  <a:moveTo>
                    <a:pt x="1005460" y="1087259"/>
                  </a:moveTo>
                  <a:lnTo>
                    <a:pt x="990893" y="1076453"/>
                  </a:lnTo>
                  <a:lnTo>
                    <a:pt x="943620" y="1092749"/>
                  </a:lnTo>
                  <a:close/>
                  <a:moveTo>
                    <a:pt x="990893" y="1076453"/>
                  </a:moveTo>
                  <a:lnTo>
                    <a:pt x="1022129" y="1026298"/>
                  </a:lnTo>
                  <a:lnTo>
                    <a:pt x="958538" y="1046727"/>
                  </a:lnTo>
                  <a:close/>
                  <a:moveTo>
                    <a:pt x="796933" y="831640"/>
                  </a:moveTo>
                  <a:lnTo>
                    <a:pt x="766192" y="851605"/>
                  </a:lnTo>
                  <a:lnTo>
                    <a:pt x="722136" y="861566"/>
                  </a:lnTo>
                  <a:close/>
                  <a:moveTo>
                    <a:pt x="483462" y="358331"/>
                  </a:moveTo>
                  <a:lnTo>
                    <a:pt x="404679" y="373354"/>
                  </a:lnTo>
                  <a:lnTo>
                    <a:pt x="440572" y="372649"/>
                  </a:lnTo>
                  <a:close/>
                  <a:moveTo>
                    <a:pt x="1282935" y="1367414"/>
                  </a:moveTo>
                  <a:lnTo>
                    <a:pt x="1216352" y="1351717"/>
                  </a:lnTo>
                  <a:lnTo>
                    <a:pt x="1245048" y="1377875"/>
                  </a:lnTo>
                  <a:close/>
                  <a:moveTo>
                    <a:pt x="1202280" y="1299105"/>
                  </a:moveTo>
                  <a:lnTo>
                    <a:pt x="1227566" y="1311703"/>
                  </a:lnTo>
                  <a:lnTo>
                    <a:pt x="1249686" y="1301671"/>
                  </a:lnTo>
                  <a:close/>
                  <a:moveTo>
                    <a:pt x="483462" y="358331"/>
                  </a:moveTo>
                  <a:lnTo>
                    <a:pt x="515820" y="344412"/>
                  </a:lnTo>
                  <a:lnTo>
                    <a:pt x="504159" y="347143"/>
                  </a:lnTo>
                  <a:close/>
                  <a:moveTo>
                    <a:pt x="548605" y="292313"/>
                  </a:moveTo>
                  <a:lnTo>
                    <a:pt x="504159" y="347143"/>
                  </a:lnTo>
                  <a:lnTo>
                    <a:pt x="523445" y="323049"/>
                  </a:lnTo>
                  <a:close/>
                  <a:moveTo>
                    <a:pt x="1668852" y="1595278"/>
                  </a:moveTo>
                  <a:lnTo>
                    <a:pt x="1601745" y="1609677"/>
                  </a:lnTo>
                  <a:lnTo>
                    <a:pt x="1602538" y="1611464"/>
                  </a:lnTo>
                  <a:close/>
                  <a:moveTo>
                    <a:pt x="1593387" y="1555905"/>
                  </a:moveTo>
                  <a:lnTo>
                    <a:pt x="1601745" y="1609677"/>
                  </a:lnTo>
                  <a:lnTo>
                    <a:pt x="1668852" y="1595278"/>
                  </a:lnTo>
                  <a:close/>
                  <a:moveTo>
                    <a:pt x="627225" y="276684"/>
                  </a:moveTo>
                  <a:lnTo>
                    <a:pt x="548605" y="292313"/>
                  </a:lnTo>
                  <a:lnTo>
                    <a:pt x="581069" y="278792"/>
                  </a:lnTo>
                  <a:close/>
                  <a:moveTo>
                    <a:pt x="1089739" y="648309"/>
                  </a:moveTo>
                  <a:lnTo>
                    <a:pt x="1041952" y="696468"/>
                  </a:lnTo>
                  <a:lnTo>
                    <a:pt x="1062346" y="687154"/>
                  </a:lnTo>
                  <a:close/>
                  <a:moveTo>
                    <a:pt x="922159" y="592407"/>
                  </a:moveTo>
                  <a:lnTo>
                    <a:pt x="962672" y="584081"/>
                  </a:lnTo>
                  <a:lnTo>
                    <a:pt x="921274" y="542478"/>
                  </a:lnTo>
                  <a:close/>
                  <a:moveTo>
                    <a:pt x="600786" y="287310"/>
                  </a:moveTo>
                  <a:lnTo>
                    <a:pt x="627225" y="276684"/>
                  </a:lnTo>
                  <a:lnTo>
                    <a:pt x="581069" y="278792"/>
                  </a:lnTo>
                  <a:close/>
                  <a:moveTo>
                    <a:pt x="600786" y="287310"/>
                  </a:moveTo>
                  <a:lnTo>
                    <a:pt x="651141" y="284354"/>
                  </a:lnTo>
                  <a:lnTo>
                    <a:pt x="627225" y="276684"/>
                  </a:lnTo>
                  <a:close/>
                  <a:moveTo>
                    <a:pt x="651141" y="284354"/>
                  </a:moveTo>
                  <a:lnTo>
                    <a:pt x="678664" y="294330"/>
                  </a:lnTo>
                  <a:lnTo>
                    <a:pt x="627225" y="276684"/>
                  </a:lnTo>
                  <a:close/>
                  <a:moveTo>
                    <a:pt x="651141" y="284354"/>
                  </a:moveTo>
                  <a:lnTo>
                    <a:pt x="683811" y="295776"/>
                  </a:lnTo>
                  <a:lnTo>
                    <a:pt x="678664" y="294330"/>
                  </a:lnTo>
                  <a:close/>
                  <a:moveTo>
                    <a:pt x="651141" y="284354"/>
                  </a:moveTo>
                  <a:lnTo>
                    <a:pt x="668701" y="296857"/>
                  </a:lnTo>
                  <a:lnTo>
                    <a:pt x="720727" y="316695"/>
                  </a:lnTo>
                  <a:close/>
                  <a:moveTo>
                    <a:pt x="683811" y="295776"/>
                  </a:moveTo>
                  <a:lnTo>
                    <a:pt x="720727" y="316695"/>
                  </a:lnTo>
                  <a:lnTo>
                    <a:pt x="768031" y="318881"/>
                  </a:lnTo>
                  <a:close/>
                  <a:moveTo>
                    <a:pt x="1257771" y="792301"/>
                  </a:moveTo>
                  <a:lnTo>
                    <a:pt x="1205131" y="790227"/>
                  </a:lnTo>
                  <a:lnTo>
                    <a:pt x="1182193" y="819305"/>
                  </a:lnTo>
                  <a:close/>
                  <a:moveTo>
                    <a:pt x="1257771" y="792301"/>
                  </a:moveTo>
                  <a:lnTo>
                    <a:pt x="1182193" y="819305"/>
                  </a:lnTo>
                  <a:lnTo>
                    <a:pt x="1213111" y="800002"/>
                  </a:lnTo>
                  <a:close/>
                  <a:moveTo>
                    <a:pt x="1062346" y="687154"/>
                  </a:moveTo>
                  <a:lnTo>
                    <a:pt x="1056370" y="698228"/>
                  </a:lnTo>
                  <a:lnTo>
                    <a:pt x="1093477" y="717322"/>
                  </a:lnTo>
                  <a:close/>
                  <a:moveTo>
                    <a:pt x="997358" y="517366"/>
                  </a:moveTo>
                  <a:lnTo>
                    <a:pt x="990062" y="512443"/>
                  </a:lnTo>
                  <a:lnTo>
                    <a:pt x="962672" y="584081"/>
                  </a:lnTo>
                  <a:close/>
                  <a:moveTo>
                    <a:pt x="1032027" y="516308"/>
                  </a:moveTo>
                  <a:lnTo>
                    <a:pt x="1018394" y="464648"/>
                  </a:lnTo>
                  <a:lnTo>
                    <a:pt x="990062" y="512443"/>
                  </a:lnTo>
                  <a:close/>
                  <a:moveTo>
                    <a:pt x="727531" y="322975"/>
                  </a:moveTo>
                  <a:lnTo>
                    <a:pt x="771968" y="324831"/>
                  </a:lnTo>
                  <a:lnTo>
                    <a:pt x="768031" y="318881"/>
                  </a:lnTo>
                  <a:close/>
                  <a:moveTo>
                    <a:pt x="771968" y="324831"/>
                  </a:moveTo>
                  <a:lnTo>
                    <a:pt x="797834" y="274861"/>
                  </a:lnTo>
                  <a:lnTo>
                    <a:pt x="768031" y="318881"/>
                  </a:lnTo>
                  <a:close/>
                  <a:moveTo>
                    <a:pt x="1370002" y="958156"/>
                  </a:moveTo>
                  <a:lnTo>
                    <a:pt x="1390764" y="940186"/>
                  </a:lnTo>
                  <a:lnTo>
                    <a:pt x="1346868" y="950741"/>
                  </a:lnTo>
                  <a:close/>
                  <a:moveTo>
                    <a:pt x="1230079" y="807717"/>
                  </a:moveTo>
                  <a:lnTo>
                    <a:pt x="1257771" y="792301"/>
                  </a:lnTo>
                  <a:lnTo>
                    <a:pt x="1213111" y="800002"/>
                  </a:lnTo>
                  <a:close/>
                  <a:moveTo>
                    <a:pt x="1230079" y="807717"/>
                  </a:moveTo>
                  <a:lnTo>
                    <a:pt x="1278905" y="806004"/>
                  </a:lnTo>
                  <a:lnTo>
                    <a:pt x="1257771" y="792301"/>
                  </a:lnTo>
                  <a:close/>
                  <a:moveTo>
                    <a:pt x="873176" y="175137"/>
                  </a:moveTo>
                  <a:lnTo>
                    <a:pt x="888615" y="243221"/>
                  </a:lnTo>
                  <a:lnTo>
                    <a:pt x="904797" y="211076"/>
                  </a:lnTo>
                  <a:close/>
                  <a:moveTo>
                    <a:pt x="888615" y="243221"/>
                  </a:moveTo>
                  <a:lnTo>
                    <a:pt x="922835" y="226674"/>
                  </a:lnTo>
                  <a:lnTo>
                    <a:pt x="904797" y="211076"/>
                  </a:lnTo>
                  <a:close/>
                  <a:moveTo>
                    <a:pt x="1202722" y="491357"/>
                  </a:moveTo>
                  <a:lnTo>
                    <a:pt x="1167852" y="495885"/>
                  </a:lnTo>
                  <a:lnTo>
                    <a:pt x="1121973" y="499029"/>
                  </a:lnTo>
                  <a:close/>
                  <a:moveTo>
                    <a:pt x="1202722" y="491357"/>
                  </a:moveTo>
                  <a:lnTo>
                    <a:pt x="1121973" y="499029"/>
                  </a:lnTo>
                  <a:lnTo>
                    <a:pt x="1154859" y="487083"/>
                  </a:lnTo>
                  <a:close/>
                  <a:moveTo>
                    <a:pt x="1167852" y="495885"/>
                  </a:moveTo>
                  <a:lnTo>
                    <a:pt x="1202722" y="491357"/>
                  </a:lnTo>
                  <a:lnTo>
                    <a:pt x="1180185" y="484356"/>
                  </a:lnTo>
                  <a:close/>
                  <a:moveTo>
                    <a:pt x="1107523" y="310101"/>
                  </a:moveTo>
                  <a:lnTo>
                    <a:pt x="1101781" y="309353"/>
                  </a:lnTo>
                  <a:lnTo>
                    <a:pt x="1098230" y="305652"/>
                  </a:lnTo>
                  <a:close/>
                  <a:moveTo>
                    <a:pt x="967809" y="202579"/>
                  </a:moveTo>
                  <a:lnTo>
                    <a:pt x="929906" y="170054"/>
                  </a:lnTo>
                  <a:lnTo>
                    <a:pt x="904797" y="211076"/>
                  </a:lnTo>
                  <a:close/>
                  <a:moveTo>
                    <a:pt x="1296328" y="487705"/>
                  </a:moveTo>
                  <a:lnTo>
                    <a:pt x="1279647" y="491687"/>
                  </a:lnTo>
                  <a:lnTo>
                    <a:pt x="1284526" y="550463"/>
                  </a:lnTo>
                  <a:close/>
                  <a:moveTo>
                    <a:pt x="1107523" y="310101"/>
                  </a:moveTo>
                  <a:lnTo>
                    <a:pt x="1097000" y="310538"/>
                  </a:lnTo>
                  <a:lnTo>
                    <a:pt x="1136881" y="284966"/>
                  </a:lnTo>
                  <a:close/>
                  <a:moveTo>
                    <a:pt x="1107523" y="310101"/>
                  </a:moveTo>
                  <a:lnTo>
                    <a:pt x="1136881" y="284966"/>
                  </a:lnTo>
                  <a:lnTo>
                    <a:pt x="1111197" y="305652"/>
                  </a:lnTo>
                  <a:close/>
                  <a:moveTo>
                    <a:pt x="1136881" y="284966"/>
                  </a:moveTo>
                  <a:lnTo>
                    <a:pt x="1139951" y="281558"/>
                  </a:lnTo>
                  <a:lnTo>
                    <a:pt x="1111197" y="305652"/>
                  </a:lnTo>
                  <a:close/>
                  <a:moveTo>
                    <a:pt x="929906" y="170054"/>
                  </a:moveTo>
                  <a:lnTo>
                    <a:pt x="967809" y="202579"/>
                  </a:lnTo>
                  <a:lnTo>
                    <a:pt x="973245" y="126949"/>
                  </a:lnTo>
                  <a:close/>
                  <a:moveTo>
                    <a:pt x="1342322" y="394148"/>
                  </a:moveTo>
                  <a:lnTo>
                    <a:pt x="1354700" y="360538"/>
                  </a:lnTo>
                  <a:lnTo>
                    <a:pt x="1319752" y="384632"/>
                  </a:lnTo>
                  <a:close/>
                  <a:moveTo>
                    <a:pt x="1195743" y="195467"/>
                  </a:moveTo>
                  <a:lnTo>
                    <a:pt x="1157312" y="176704"/>
                  </a:lnTo>
                  <a:lnTo>
                    <a:pt x="1204968" y="205928"/>
                  </a:lnTo>
                  <a:close/>
                  <a:moveTo>
                    <a:pt x="1028997" y="16828"/>
                  </a:moveTo>
                  <a:lnTo>
                    <a:pt x="1006616" y="23875"/>
                  </a:lnTo>
                  <a:lnTo>
                    <a:pt x="1054013" y="14915"/>
                  </a:lnTo>
                  <a:close/>
                  <a:moveTo>
                    <a:pt x="1028997" y="16828"/>
                  </a:moveTo>
                  <a:lnTo>
                    <a:pt x="1054013" y="14915"/>
                  </a:lnTo>
                  <a:lnTo>
                    <a:pt x="1096964" y="825"/>
                  </a:lnTo>
                  <a:close/>
                  <a:moveTo>
                    <a:pt x="1096964" y="825"/>
                  </a:moveTo>
                  <a:lnTo>
                    <a:pt x="1054013" y="14915"/>
                  </a:lnTo>
                  <a:lnTo>
                    <a:pt x="1134721" y="7094"/>
                  </a:lnTo>
                  <a:close/>
                  <a:moveTo>
                    <a:pt x="1179544" y="0"/>
                  </a:moveTo>
                  <a:lnTo>
                    <a:pt x="1096964" y="825"/>
                  </a:lnTo>
                  <a:lnTo>
                    <a:pt x="1134721" y="7094"/>
                  </a:lnTo>
                  <a:close/>
                  <a:moveTo>
                    <a:pt x="1154041" y="15895"/>
                  </a:moveTo>
                  <a:lnTo>
                    <a:pt x="1179544" y="0"/>
                  </a:lnTo>
                  <a:lnTo>
                    <a:pt x="1134721" y="7094"/>
                  </a:lnTo>
                  <a:close/>
                  <a:moveTo>
                    <a:pt x="1154041" y="15895"/>
                  </a:moveTo>
                  <a:lnTo>
                    <a:pt x="1210576" y="7916"/>
                  </a:lnTo>
                  <a:lnTo>
                    <a:pt x="1179544" y="0"/>
                  </a:lnTo>
                  <a:close/>
                </a:path>
              </a:pathLst>
            </a:custGeom>
            <a:solidFill>
              <a:srgbClr val="F4F6F7"/>
            </a:solidFill>
            <a:ln w="1524">
              <a:solidFill>
                <a:srgbClr val="F4F6F7"/>
              </a:solidFill>
            </a:ln>
          </p:spPr>
        </p:sp>
        <p:sp>
          <p:nvSpPr>
            <p:cNvPr id="4277" name="Output_density__4276">
              <a:extLst>
                <a:ext uri="{FF2B5EF4-FFF2-40B4-BE49-F238E27FC236}">
                  <a16:creationId xmlns:a16="http://schemas.microsoft.com/office/drawing/2014/main" id="{49602A5A-38C0-785F-C429-892BE5E9B1DC}"/>
                </a:ext>
              </a:extLst>
            </p:cNvPr>
            <p:cNvSpPr>
              <a:spLocks noGrp="1"/>
            </p:cNvSpPr>
            <p:nvPr/>
          </p:nvSpPr>
          <p:spPr>
            <a:xfrm>
              <a:off x="15002377" y="2347596"/>
              <a:ext cx="1473328" cy="1820071"/>
            </a:xfrm>
            <a:custGeom>
              <a:avLst/>
              <a:gdLst/>
              <a:ahLst/>
              <a:cxnLst/>
              <a:rect l="0" t="0" r="0" b="0"/>
              <a:pathLst>
                <a:path w="1473328" h="1820071">
                  <a:moveTo>
                    <a:pt x="42020" y="810101"/>
                  </a:moveTo>
                  <a:lnTo>
                    <a:pt x="0" y="883299"/>
                  </a:lnTo>
                  <a:lnTo>
                    <a:pt x="18961" y="845164"/>
                  </a:lnTo>
                  <a:close/>
                  <a:moveTo>
                    <a:pt x="67957" y="853675"/>
                  </a:moveTo>
                  <a:lnTo>
                    <a:pt x="103220" y="850619"/>
                  </a:lnTo>
                  <a:lnTo>
                    <a:pt x="18961" y="845164"/>
                  </a:lnTo>
                  <a:close/>
                  <a:moveTo>
                    <a:pt x="112653" y="846111"/>
                  </a:moveTo>
                  <a:lnTo>
                    <a:pt x="121684" y="859205"/>
                  </a:lnTo>
                  <a:lnTo>
                    <a:pt x="103220" y="850619"/>
                  </a:lnTo>
                  <a:close/>
                  <a:moveTo>
                    <a:pt x="667957" y="1429764"/>
                  </a:moveTo>
                  <a:lnTo>
                    <a:pt x="635766" y="1444307"/>
                  </a:lnTo>
                  <a:lnTo>
                    <a:pt x="715368" y="1432347"/>
                  </a:lnTo>
                  <a:close/>
                  <a:moveTo>
                    <a:pt x="31965" y="630047"/>
                  </a:moveTo>
                  <a:lnTo>
                    <a:pt x="69814" y="637259"/>
                  </a:lnTo>
                  <a:lnTo>
                    <a:pt x="33262" y="628835"/>
                  </a:lnTo>
                  <a:close/>
                  <a:moveTo>
                    <a:pt x="667957" y="1429764"/>
                  </a:moveTo>
                  <a:lnTo>
                    <a:pt x="715368" y="1432347"/>
                  </a:lnTo>
                  <a:lnTo>
                    <a:pt x="740282" y="1390596"/>
                  </a:lnTo>
                  <a:close/>
                  <a:moveTo>
                    <a:pt x="74994" y="604871"/>
                  </a:moveTo>
                  <a:lnTo>
                    <a:pt x="33789" y="628564"/>
                  </a:lnTo>
                  <a:lnTo>
                    <a:pt x="100036" y="568916"/>
                  </a:lnTo>
                  <a:close/>
                  <a:moveTo>
                    <a:pt x="100036" y="568916"/>
                  </a:moveTo>
                  <a:lnTo>
                    <a:pt x="33789" y="628564"/>
                  </a:lnTo>
                  <a:lnTo>
                    <a:pt x="33262" y="628835"/>
                  </a:lnTo>
                  <a:close/>
                  <a:moveTo>
                    <a:pt x="751719" y="1365865"/>
                  </a:moveTo>
                  <a:lnTo>
                    <a:pt x="740282" y="1390596"/>
                  </a:lnTo>
                  <a:lnTo>
                    <a:pt x="756051" y="1377920"/>
                  </a:lnTo>
                  <a:close/>
                  <a:moveTo>
                    <a:pt x="763225" y="1341477"/>
                  </a:moveTo>
                  <a:lnTo>
                    <a:pt x="778621" y="1359266"/>
                  </a:lnTo>
                  <a:lnTo>
                    <a:pt x="803504" y="1317398"/>
                  </a:lnTo>
                  <a:close/>
                  <a:moveTo>
                    <a:pt x="811072" y="1292851"/>
                  </a:moveTo>
                  <a:lnTo>
                    <a:pt x="803504" y="1317398"/>
                  </a:lnTo>
                  <a:lnTo>
                    <a:pt x="831111" y="1302289"/>
                  </a:lnTo>
                  <a:close/>
                  <a:moveTo>
                    <a:pt x="831111" y="1302289"/>
                  </a:moveTo>
                  <a:lnTo>
                    <a:pt x="844406" y="1295648"/>
                  </a:lnTo>
                  <a:lnTo>
                    <a:pt x="811072" y="1292851"/>
                  </a:lnTo>
                  <a:close/>
                  <a:moveTo>
                    <a:pt x="408716" y="754513"/>
                  </a:moveTo>
                  <a:lnTo>
                    <a:pt x="447249" y="771294"/>
                  </a:lnTo>
                  <a:lnTo>
                    <a:pt x="451529" y="739907"/>
                  </a:lnTo>
                  <a:close/>
                  <a:moveTo>
                    <a:pt x="708206" y="1000871"/>
                  </a:moveTo>
                  <a:lnTo>
                    <a:pt x="659122" y="992033"/>
                  </a:lnTo>
                  <a:lnTo>
                    <a:pt x="624371" y="992215"/>
                  </a:lnTo>
                  <a:close/>
                  <a:moveTo>
                    <a:pt x="1347788" y="1820071"/>
                  </a:moveTo>
                  <a:lnTo>
                    <a:pt x="1393354" y="1815759"/>
                  </a:lnTo>
                  <a:lnTo>
                    <a:pt x="1425874" y="1802445"/>
                  </a:lnTo>
                  <a:close/>
                  <a:moveTo>
                    <a:pt x="1398056" y="1793561"/>
                  </a:moveTo>
                  <a:lnTo>
                    <a:pt x="1429463" y="1769467"/>
                  </a:lnTo>
                  <a:lnTo>
                    <a:pt x="1425874" y="1802445"/>
                  </a:lnTo>
                  <a:close/>
                  <a:moveTo>
                    <a:pt x="844648" y="1099491"/>
                  </a:moveTo>
                  <a:lnTo>
                    <a:pt x="825898" y="1131326"/>
                  </a:lnTo>
                  <a:lnTo>
                    <a:pt x="845047" y="1114984"/>
                  </a:lnTo>
                  <a:close/>
                  <a:moveTo>
                    <a:pt x="845047" y="1114984"/>
                  </a:moveTo>
                  <a:lnTo>
                    <a:pt x="825898" y="1131326"/>
                  </a:lnTo>
                  <a:lnTo>
                    <a:pt x="818973" y="1160942"/>
                  </a:lnTo>
                  <a:close/>
                  <a:moveTo>
                    <a:pt x="845047" y="1114984"/>
                  </a:moveTo>
                  <a:lnTo>
                    <a:pt x="839242" y="1056960"/>
                  </a:lnTo>
                  <a:lnTo>
                    <a:pt x="844648" y="1099491"/>
                  </a:lnTo>
                  <a:close/>
                  <a:moveTo>
                    <a:pt x="839242" y="1056960"/>
                  </a:moveTo>
                  <a:lnTo>
                    <a:pt x="840376" y="1047955"/>
                  </a:lnTo>
                  <a:lnTo>
                    <a:pt x="844648" y="1099491"/>
                  </a:lnTo>
                  <a:close/>
                  <a:moveTo>
                    <a:pt x="716454" y="955334"/>
                  </a:moveTo>
                  <a:lnTo>
                    <a:pt x="672122" y="953393"/>
                  </a:lnTo>
                  <a:lnTo>
                    <a:pt x="659122" y="992033"/>
                  </a:lnTo>
                  <a:close/>
                  <a:moveTo>
                    <a:pt x="532715" y="733871"/>
                  </a:moveTo>
                  <a:lnTo>
                    <a:pt x="493956" y="708560"/>
                  </a:lnTo>
                  <a:lnTo>
                    <a:pt x="544359" y="738736"/>
                  </a:lnTo>
                  <a:close/>
                  <a:moveTo>
                    <a:pt x="560514" y="568006"/>
                  </a:moveTo>
                  <a:lnTo>
                    <a:pt x="554852" y="560032"/>
                  </a:lnTo>
                  <a:lnTo>
                    <a:pt x="607198" y="591736"/>
                  </a:lnTo>
                  <a:close/>
                  <a:moveTo>
                    <a:pt x="534526" y="605743"/>
                  </a:moveTo>
                  <a:lnTo>
                    <a:pt x="554852" y="560032"/>
                  </a:lnTo>
                  <a:lnTo>
                    <a:pt x="560514" y="568006"/>
                  </a:lnTo>
                  <a:close/>
                  <a:moveTo>
                    <a:pt x="563470" y="439058"/>
                  </a:moveTo>
                  <a:lnTo>
                    <a:pt x="519725" y="436640"/>
                  </a:lnTo>
                  <a:lnTo>
                    <a:pt x="525246" y="508495"/>
                  </a:lnTo>
                  <a:close/>
                  <a:moveTo>
                    <a:pt x="514898" y="432865"/>
                  </a:moveTo>
                  <a:lnTo>
                    <a:pt x="519725" y="436640"/>
                  </a:lnTo>
                  <a:lnTo>
                    <a:pt x="523602" y="430000"/>
                  </a:lnTo>
                  <a:close/>
                  <a:moveTo>
                    <a:pt x="525069" y="435483"/>
                  </a:moveTo>
                  <a:lnTo>
                    <a:pt x="519725" y="436640"/>
                  </a:lnTo>
                  <a:lnTo>
                    <a:pt x="514898" y="432865"/>
                  </a:lnTo>
                  <a:close/>
                  <a:moveTo>
                    <a:pt x="1115886" y="1046725"/>
                  </a:moveTo>
                  <a:lnTo>
                    <a:pt x="1089242" y="1030404"/>
                  </a:lnTo>
                  <a:lnTo>
                    <a:pt x="1073217" y="1087505"/>
                  </a:lnTo>
                  <a:close/>
                  <a:moveTo>
                    <a:pt x="523602" y="430000"/>
                  </a:moveTo>
                  <a:lnTo>
                    <a:pt x="566632" y="416204"/>
                  </a:lnTo>
                  <a:lnTo>
                    <a:pt x="597355" y="396170"/>
                  </a:lnTo>
                  <a:close/>
                  <a:moveTo>
                    <a:pt x="597355" y="396170"/>
                  </a:moveTo>
                  <a:lnTo>
                    <a:pt x="566632" y="416204"/>
                  </a:lnTo>
                  <a:lnTo>
                    <a:pt x="643064" y="392392"/>
                  </a:lnTo>
                  <a:close/>
                  <a:moveTo>
                    <a:pt x="738128" y="573144"/>
                  </a:moveTo>
                  <a:lnTo>
                    <a:pt x="681077" y="569656"/>
                  </a:lnTo>
                  <a:lnTo>
                    <a:pt x="725672" y="571383"/>
                  </a:lnTo>
                  <a:close/>
                  <a:moveTo>
                    <a:pt x="1352766" y="1157726"/>
                  </a:moveTo>
                  <a:lnTo>
                    <a:pt x="1351354" y="1158904"/>
                  </a:lnTo>
                  <a:lnTo>
                    <a:pt x="1376860" y="1233356"/>
                  </a:lnTo>
                  <a:close/>
                  <a:moveTo>
                    <a:pt x="1348637" y="1157726"/>
                  </a:moveTo>
                  <a:lnTo>
                    <a:pt x="1300257" y="1142540"/>
                  </a:lnTo>
                  <a:lnTo>
                    <a:pt x="1277402" y="1116865"/>
                  </a:lnTo>
                  <a:close/>
                  <a:moveTo>
                    <a:pt x="783507" y="568133"/>
                  </a:moveTo>
                  <a:lnTo>
                    <a:pt x="819355" y="595946"/>
                  </a:lnTo>
                  <a:lnTo>
                    <a:pt x="738128" y="573144"/>
                  </a:lnTo>
                  <a:close/>
                  <a:moveTo>
                    <a:pt x="859514" y="542735"/>
                  </a:moveTo>
                  <a:lnTo>
                    <a:pt x="815955" y="563380"/>
                  </a:lnTo>
                  <a:lnTo>
                    <a:pt x="842953" y="552000"/>
                  </a:lnTo>
                  <a:close/>
                  <a:moveTo>
                    <a:pt x="1413424" y="1133632"/>
                  </a:moveTo>
                  <a:lnTo>
                    <a:pt x="1352766" y="1157726"/>
                  </a:lnTo>
                  <a:lnTo>
                    <a:pt x="1424015" y="1120997"/>
                  </a:lnTo>
                  <a:close/>
                  <a:moveTo>
                    <a:pt x="1426231" y="1071835"/>
                  </a:moveTo>
                  <a:lnTo>
                    <a:pt x="1413424" y="1133632"/>
                  </a:lnTo>
                  <a:lnTo>
                    <a:pt x="1424015" y="1120997"/>
                  </a:lnTo>
                  <a:close/>
                  <a:moveTo>
                    <a:pt x="1465420" y="1077957"/>
                  </a:moveTo>
                  <a:lnTo>
                    <a:pt x="1424015" y="1120997"/>
                  </a:lnTo>
                  <a:lnTo>
                    <a:pt x="1462447" y="1090010"/>
                  </a:lnTo>
                  <a:close/>
                  <a:moveTo>
                    <a:pt x="1465420" y="1077957"/>
                  </a:moveTo>
                  <a:lnTo>
                    <a:pt x="1426231" y="1071835"/>
                  </a:lnTo>
                  <a:lnTo>
                    <a:pt x="1424015" y="1120997"/>
                  </a:lnTo>
                  <a:close/>
                  <a:moveTo>
                    <a:pt x="978307" y="502628"/>
                  </a:moveTo>
                  <a:lnTo>
                    <a:pt x="996159" y="503411"/>
                  </a:lnTo>
                  <a:lnTo>
                    <a:pt x="930901" y="500064"/>
                  </a:lnTo>
                  <a:close/>
                  <a:moveTo>
                    <a:pt x="1446468" y="935144"/>
                  </a:moveTo>
                  <a:lnTo>
                    <a:pt x="1464254" y="953419"/>
                  </a:lnTo>
                  <a:lnTo>
                    <a:pt x="1450474" y="930834"/>
                  </a:lnTo>
                  <a:close/>
                  <a:moveTo>
                    <a:pt x="1446468" y="935144"/>
                  </a:moveTo>
                  <a:lnTo>
                    <a:pt x="1463906" y="960567"/>
                  </a:lnTo>
                  <a:lnTo>
                    <a:pt x="1464254" y="953419"/>
                  </a:lnTo>
                  <a:close/>
                  <a:moveTo>
                    <a:pt x="1464254" y="953419"/>
                  </a:moveTo>
                  <a:lnTo>
                    <a:pt x="1473152" y="883443"/>
                  </a:lnTo>
                  <a:lnTo>
                    <a:pt x="1450474" y="930834"/>
                  </a:lnTo>
                  <a:close/>
                  <a:moveTo>
                    <a:pt x="1473152" y="883443"/>
                  </a:moveTo>
                  <a:lnTo>
                    <a:pt x="1473328" y="879298"/>
                  </a:lnTo>
                  <a:lnTo>
                    <a:pt x="1450474" y="930834"/>
                  </a:lnTo>
                  <a:close/>
                  <a:moveTo>
                    <a:pt x="1473328" y="879298"/>
                  </a:moveTo>
                  <a:lnTo>
                    <a:pt x="1473152" y="883443"/>
                  </a:lnTo>
                  <a:lnTo>
                    <a:pt x="1464575" y="828165"/>
                  </a:lnTo>
                  <a:close/>
                  <a:moveTo>
                    <a:pt x="1309327" y="673151"/>
                  </a:moveTo>
                  <a:lnTo>
                    <a:pt x="1316040" y="724688"/>
                  </a:lnTo>
                  <a:lnTo>
                    <a:pt x="1296734" y="697245"/>
                  </a:lnTo>
                  <a:close/>
                  <a:moveTo>
                    <a:pt x="1153325" y="594172"/>
                  </a:moveTo>
                  <a:lnTo>
                    <a:pt x="1150959" y="528993"/>
                  </a:lnTo>
                  <a:lnTo>
                    <a:pt x="1152642" y="577644"/>
                  </a:lnTo>
                  <a:close/>
                  <a:moveTo>
                    <a:pt x="1297304" y="661486"/>
                  </a:moveTo>
                  <a:lnTo>
                    <a:pt x="1312285" y="712049"/>
                  </a:lnTo>
                  <a:lnTo>
                    <a:pt x="1316040" y="724688"/>
                  </a:lnTo>
                  <a:close/>
                  <a:moveTo>
                    <a:pt x="1074520" y="282977"/>
                  </a:moveTo>
                  <a:lnTo>
                    <a:pt x="1040711" y="291472"/>
                  </a:lnTo>
                  <a:lnTo>
                    <a:pt x="1120141" y="278869"/>
                  </a:lnTo>
                  <a:close/>
                  <a:moveTo>
                    <a:pt x="1302172" y="469299"/>
                  </a:moveTo>
                  <a:lnTo>
                    <a:pt x="1302145" y="470354"/>
                  </a:lnTo>
                  <a:lnTo>
                    <a:pt x="1302925" y="405945"/>
                  </a:lnTo>
                  <a:close/>
                  <a:moveTo>
                    <a:pt x="1080277" y="34703"/>
                  </a:moveTo>
                  <a:lnTo>
                    <a:pt x="1078616" y="35157"/>
                  </a:lnTo>
                  <a:lnTo>
                    <a:pt x="1083058" y="33967"/>
                  </a:lnTo>
                  <a:close/>
                  <a:moveTo>
                    <a:pt x="1078616" y="35157"/>
                  </a:moveTo>
                  <a:lnTo>
                    <a:pt x="1080277" y="34703"/>
                  </a:lnTo>
                  <a:lnTo>
                    <a:pt x="1065964" y="33967"/>
                  </a:lnTo>
                  <a:close/>
                  <a:moveTo>
                    <a:pt x="1065964" y="33967"/>
                  </a:moveTo>
                  <a:lnTo>
                    <a:pt x="1080277" y="34703"/>
                  </a:lnTo>
                  <a:lnTo>
                    <a:pt x="1081478" y="32831"/>
                  </a:lnTo>
                  <a:close/>
                  <a:moveTo>
                    <a:pt x="1107076" y="0"/>
                  </a:moveTo>
                  <a:lnTo>
                    <a:pt x="1065964" y="33967"/>
                  </a:lnTo>
                  <a:lnTo>
                    <a:pt x="1081478" y="32831"/>
                  </a:lnTo>
                  <a:close/>
                  <a:moveTo>
                    <a:pt x="1080277" y="34703"/>
                  </a:moveTo>
                  <a:lnTo>
                    <a:pt x="1083058" y="33967"/>
                  </a:lnTo>
                  <a:lnTo>
                    <a:pt x="1081478" y="32831"/>
                  </a:lnTo>
                  <a:close/>
                  <a:moveTo>
                    <a:pt x="1141920" y="21675"/>
                  </a:moveTo>
                  <a:lnTo>
                    <a:pt x="1137234" y="9873"/>
                  </a:lnTo>
                  <a:lnTo>
                    <a:pt x="1125202" y="27991"/>
                  </a:lnTo>
                  <a:close/>
                  <a:moveTo>
                    <a:pt x="1125202" y="27991"/>
                  </a:moveTo>
                  <a:lnTo>
                    <a:pt x="1137234" y="9873"/>
                  </a:lnTo>
                  <a:lnTo>
                    <a:pt x="1107076" y="0"/>
                  </a:lnTo>
                  <a:close/>
                  <a:moveTo>
                    <a:pt x="1081478" y="32831"/>
                  </a:moveTo>
                  <a:lnTo>
                    <a:pt x="1083058" y="33967"/>
                  </a:lnTo>
                  <a:lnTo>
                    <a:pt x="1125202" y="27991"/>
                  </a:lnTo>
                  <a:close/>
                  <a:moveTo>
                    <a:pt x="1107076" y="0"/>
                  </a:moveTo>
                  <a:lnTo>
                    <a:pt x="1081478" y="32831"/>
                  </a:lnTo>
                  <a:lnTo>
                    <a:pt x="1125202" y="27991"/>
                  </a:lnTo>
                  <a:close/>
                </a:path>
              </a:pathLst>
            </a:custGeom>
            <a:solidFill>
              <a:srgbClr val="EDF0F2"/>
            </a:solidFill>
            <a:ln w="1524">
              <a:solidFill>
                <a:srgbClr val="EDF0F2"/>
              </a:solidFill>
            </a:ln>
          </p:spPr>
        </p:sp>
        <p:sp>
          <p:nvSpPr>
            <p:cNvPr id="4278" name="Output_density__4277">
              <a:extLst>
                <a:ext uri="{FF2B5EF4-FFF2-40B4-BE49-F238E27FC236}">
                  <a16:creationId xmlns:a16="http://schemas.microsoft.com/office/drawing/2014/main" id="{804DB7E5-EA05-03A8-0A70-8C2AC9EF2D43}"/>
                </a:ext>
              </a:extLst>
            </p:cNvPr>
            <p:cNvSpPr>
              <a:spLocks noGrp="1"/>
            </p:cNvSpPr>
            <p:nvPr/>
          </p:nvSpPr>
          <p:spPr>
            <a:xfrm>
              <a:off x="15124062" y="2375587"/>
              <a:ext cx="1340763" cy="1404356"/>
            </a:xfrm>
            <a:custGeom>
              <a:avLst/>
              <a:gdLst/>
              <a:ahLst/>
              <a:cxnLst/>
              <a:rect l="0" t="0" r="0" b="0"/>
              <a:pathLst>
                <a:path w="1340763" h="1404356">
                  <a:moveTo>
                    <a:pt x="0" y="831214"/>
                  </a:moveTo>
                  <a:lnTo>
                    <a:pt x="19343" y="840327"/>
                  </a:lnTo>
                  <a:lnTo>
                    <a:pt x="37074" y="855600"/>
                  </a:lnTo>
                  <a:close/>
                  <a:moveTo>
                    <a:pt x="621729" y="1374023"/>
                  </a:moveTo>
                  <a:lnTo>
                    <a:pt x="618597" y="1362605"/>
                  </a:lnTo>
                  <a:lnTo>
                    <a:pt x="593683" y="1404356"/>
                  </a:lnTo>
                  <a:close/>
                  <a:moveTo>
                    <a:pt x="621729" y="1374023"/>
                  </a:moveTo>
                  <a:lnTo>
                    <a:pt x="634366" y="1349929"/>
                  </a:lnTo>
                  <a:lnTo>
                    <a:pt x="618597" y="1362605"/>
                  </a:lnTo>
                  <a:close/>
                  <a:moveTo>
                    <a:pt x="634366" y="1349929"/>
                  </a:moveTo>
                  <a:lnTo>
                    <a:pt x="621729" y="1374023"/>
                  </a:lnTo>
                  <a:lnTo>
                    <a:pt x="656937" y="1331275"/>
                  </a:lnTo>
                  <a:close/>
                  <a:moveTo>
                    <a:pt x="641540" y="1313486"/>
                  </a:moveTo>
                  <a:lnTo>
                    <a:pt x="634366" y="1349929"/>
                  </a:lnTo>
                  <a:lnTo>
                    <a:pt x="656937" y="1331275"/>
                  </a:lnTo>
                  <a:close/>
                  <a:moveTo>
                    <a:pt x="687228" y="1298392"/>
                  </a:moveTo>
                  <a:lnTo>
                    <a:pt x="681820" y="1289408"/>
                  </a:lnTo>
                  <a:lnTo>
                    <a:pt x="656937" y="1331275"/>
                  </a:lnTo>
                  <a:close/>
                  <a:moveTo>
                    <a:pt x="687228" y="1298392"/>
                  </a:moveTo>
                  <a:lnTo>
                    <a:pt x="709426" y="1274299"/>
                  </a:lnTo>
                  <a:lnTo>
                    <a:pt x="681820" y="1289408"/>
                  </a:lnTo>
                  <a:close/>
                  <a:moveTo>
                    <a:pt x="141327" y="531109"/>
                  </a:moveTo>
                  <a:lnTo>
                    <a:pt x="167821" y="604323"/>
                  </a:lnTo>
                  <a:lnTo>
                    <a:pt x="170596" y="600765"/>
                  </a:lnTo>
                  <a:close/>
                  <a:moveTo>
                    <a:pt x="537438" y="964042"/>
                  </a:moveTo>
                  <a:lnTo>
                    <a:pt x="550438" y="925403"/>
                  </a:lnTo>
                  <a:lnTo>
                    <a:pt x="504638" y="992522"/>
                  </a:lnTo>
                  <a:close/>
                  <a:moveTo>
                    <a:pt x="329845" y="711917"/>
                  </a:moveTo>
                  <a:lnTo>
                    <a:pt x="357907" y="683302"/>
                  </a:lnTo>
                  <a:lnTo>
                    <a:pt x="411031" y="705880"/>
                  </a:lnTo>
                  <a:close/>
                  <a:moveTo>
                    <a:pt x="485513" y="563746"/>
                  </a:moveTo>
                  <a:lnTo>
                    <a:pt x="531434" y="536896"/>
                  </a:lnTo>
                  <a:lnTo>
                    <a:pt x="495958" y="559484"/>
                  </a:lnTo>
                  <a:close/>
                  <a:moveTo>
                    <a:pt x="499873" y="552071"/>
                  </a:moveTo>
                  <a:lnTo>
                    <a:pt x="495958" y="559484"/>
                  </a:lnTo>
                  <a:lnTo>
                    <a:pt x="531434" y="536896"/>
                  </a:lnTo>
                  <a:close/>
                  <a:moveTo>
                    <a:pt x="737830" y="514744"/>
                  </a:moveTo>
                  <a:lnTo>
                    <a:pt x="661822" y="540142"/>
                  </a:lnTo>
                  <a:lnTo>
                    <a:pt x="694271" y="535390"/>
                  </a:lnTo>
                  <a:close/>
                  <a:moveTo>
                    <a:pt x="721269" y="524009"/>
                  </a:moveTo>
                  <a:lnTo>
                    <a:pt x="741537" y="511296"/>
                  </a:lnTo>
                  <a:lnTo>
                    <a:pt x="737830" y="514744"/>
                  </a:lnTo>
                  <a:close/>
                  <a:moveTo>
                    <a:pt x="1231081" y="1129735"/>
                  </a:moveTo>
                  <a:lnTo>
                    <a:pt x="1271204" y="1111529"/>
                  </a:lnTo>
                  <a:lnTo>
                    <a:pt x="1302331" y="1093006"/>
                  </a:lnTo>
                  <a:close/>
                  <a:moveTo>
                    <a:pt x="1302331" y="1093006"/>
                  </a:moveTo>
                  <a:lnTo>
                    <a:pt x="1271204" y="1111529"/>
                  </a:lnTo>
                  <a:lnTo>
                    <a:pt x="1340763" y="1062020"/>
                  </a:lnTo>
                  <a:close/>
                  <a:moveTo>
                    <a:pt x="738833" y="509731"/>
                  </a:moveTo>
                  <a:lnTo>
                    <a:pt x="737830" y="514744"/>
                  </a:lnTo>
                  <a:lnTo>
                    <a:pt x="741537" y="511296"/>
                  </a:lnTo>
                  <a:close/>
                  <a:moveTo>
                    <a:pt x="1030957" y="549653"/>
                  </a:moveTo>
                  <a:lnTo>
                    <a:pt x="1020234" y="602101"/>
                  </a:lnTo>
                  <a:lnTo>
                    <a:pt x="1031640" y="566181"/>
                  </a:lnTo>
                  <a:close/>
                  <a:moveTo>
                    <a:pt x="1034806" y="490551"/>
                  </a:moveTo>
                  <a:lnTo>
                    <a:pt x="1029275" y="501002"/>
                  </a:lnTo>
                  <a:lnTo>
                    <a:pt x="1031640" y="566181"/>
                  </a:lnTo>
                  <a:close/>
                  <a:moveTo>
                    <a:pt x="1105003" y="474563"/>
                  </a:moveTo>
                  <a:lnTo>
                    <a:pt x="1034806" y="490551"/>
                  </a:lnTo>
                  <a:lnTo>
                    <a:pt x="1095449" y="472462"/>
                  </a:lnTo>
                  <a:close/>
                  <a:moveTo>
                    <a:pt x="1029275" y="501002"/>
                  </a:moveTo>
                  <a:lnTo>
                    <a:pt x="1034806" y="490551"/>
                  </a:lnTo>
                  <a:lnTo>
                    <a:pt x="1105003" y="474563"/>
                  </a:lnTo>
                  <a:close/>
                  <a:moveTo>
                    <a:pt x="1095449" y="472462"/>
                  </a:moveTo>
                  <a:lnTo>
                    <a:pt x="1034806" y="490551"/>
                  </a:lnTo>
                  <a:lnTo>
                    <a:pt x="1069866" y="478092"/>
                  </a:lnTo>
                  <a:close/>
                  <a:moveTo>
                    <a:pt x="1243947" y="374896"/>
                  </a:moveTo>
                  <a:lnTo>
                    <a:pt x="1180461" y="442363"/>
                  </a:lnTo>
                  <a:lnTo>
                    <a:pt x="1215833" y="404684"/>
                  </a:lnTo>
                  <a:close/>
                  <a:moveTo>
                    <a:pt x="1243947" y="374896"/>
                  </a:moveTo>
                  <a:lnTo>
                    <a:pt x="1215833" y="404684"/>
                  </a:lnTo>
                  <a:lnTo>
                    <a:pt x="1291552" y="378208"/>
                  </a:lnTo>
                  <a:close/>
                  <a:moveTo>
                    <a:pt x="956932" y="7166"/>
                  </a:moveTo>
                  <a:lnTo>
                    <a:pt x="944280" y="5976"/>
                  </a:lnTo>
                  <a:lnTo>
                    <a:pt x="926372" y="21143"/>
                  </a:lnTo>
                  <a:close/>
                  <a:moveTo>
                    <a:pt x="961374" y="5976"/>
                  </a:moveTo>
                  <a:lnTo>
                    <a:pt x="926372" y="21143"/>
                  </a:lnTo>
                  <a:lnTo>
                    <a:pt x="1003517" y="0"/>
                  </a:lnTo>
                  <a:close/>
                  <a:moveTo>
                    <a:pt x="956932" y="7166"/>
                  </a:moveTo>
                  <a:lnTo>
                    <a:pt x="926372" y="21143"/>
                  </a:lnTo>
                  <a:lnTo>
                    <a:pt x="961374" y="5976"/>
                  </a:lnTo>
                  <a:close/>
                </a:path>
              </a:pathLst>
            </a:custGeom>
            <a:solidFill>
              <a:srgbClr val="ECEFF1"/>
            </a:solidFill>
            <a:ln w="1524">
              <a:solidFill>
                <a:srgbClr val="ECEFF1"/>
              </a:solidFill>
            </a:ln>
          </p:spPr>
        </p:sp>
        <p:sp>
          <p:nvSpPr>
            <p:cNvPr id="4279" name="Output_density__4278">
              <a:extLst>
                <a:ext uri="{FF2B5EF4-FFF2-40B4-BE49-F238E27FC236}">
                  <a16:creationId xmlns:a16="http://schemas.microsoft.com/office/drawing/2014/main" id="{08C02816-49F0-1808-8198-7A9C35C81572}"/>
                </a:ext>
              </a:extLst>
            </p:cNvPr>
            <p:cNvSpPr>
              <a:spLocks noGrp="1"/>
            </p:cNvSpPr>
            <p:nvPr/>
          </p:nvSpPr>
          <p:spPr>
            <a:xfrm>
              <a:off x="15087996" y="2210172"/>
              <a:ext cx="1535318" cy="1906892"/>
            </a:xfrm>
            <a:custGeom>
              <a:avLst/>
              <a:gdLst/>
              <a:ahLst/>
              <a:cxnLst/>
              <a:rect l="0" t="0" r="0" b="0"/>
              <a:pathLst>
                <a:path w="1535318" h="1906892">
                  <a:moveTo>
                    <a:pt x="51267" y="793832"/>
                  </a:moveTo>
                  <a:lnTo>
                    <a:pt x="21643" y="806982"/>
                  </a:lnTo>
                  <a:lnTo>
                    <a:pt x="35519" y="858443"/>
                  </a:lnTo>
                  <a:close/>
                  <a:moveTo>
                    <a:pt x="0" y="787337"/>
                  </a:moveTo>
                  <a:lnTo>
                    <a:pt x="21643" y="806982"/>
                  </a:lnTo>
                  <a:lnTo>
                    <a:pt x="20603" y="766389"/>
                  </a:lnTo>
                  <a:close/>
                  <a:moveTo>
                    <a:pt x="20603" y="766389"/>
                  </a:moveTo>
                  <a:lnTo>
                    <a:pt x="21643" y="806982"/>
                  </a:lnTo>
                  <a:lnTo>
                    <a:pt x="51267" y="793832"/>
                  </a:lnTo>
                  <a:close/>
                  <a:moveTo>
                    <a:pt x="1064298" y="1852007"/>
                  </a:moveTo>
                  <a:lnTo>
                    <a:pt x="1138667" y="1886919"/>
                  </a:lnTo>
                  <a:lnTo>
                    <a:pt x="1125820" y="1834620"/>
                  </a:lnTo>
                  <a:close/>
                  <a:moveTo>
                    <a:pt x="1064298" y="1852007"/>
                  </a:moveTo>
                  <a:lnTo>
                    <a:pt x="1097109" y="1903543"/>
                  </a:lnTo>
                  <a:lnTo>
                    <a:pt x="1138667" y="1886919"/>
                  </a:lnTo>
                  <a:close/>
                  <a:moveTo>
                    <a:pt x="1125820" y="1834620"/>
                  </a:moveTo>
                  <a:lnTo>
                    <a:pt x="1187215" y="1851934"/>
                  </a:lnTo>
                  <a:lnTo>
                    <a:pt x="1169159" y="1827913"/>
                  </a:lnTo>
                  <a:close/>
                  <a:moveTo>
                    <a:pt x="1050138" y="1800470"/>
                  </a:moveTo>
                  <a:lnTo>
                    <a:pt x="1125820" y="1834620"/>
                  </a:lnTo>
                  <a:lnTo>
                    <a:pt x="1099122" y="1793583"/>
                  </a:lnTo>
                  <a:close/>
                  <a:moveTo>
                    <a:pt x="1050138" y="1800470"/>
                  </a:moveTo>
                  <a:lnTo>
                    <a:pt x="1064298" y="1852007"/>
                  </a:lnTo>
                  <a:lnTo>
                    <a:pt x="1125820" y="1834620"/>
                  </a:lnTo>
                  <a:close/>
                  <a:moveTo>
                    <a:pt x="1169159" y="1827913"/>
                  </a:moveTo>
                  <a:lnTo>
                    <a:pt x="1178134" y="1817980"/>
                  </a:lnTo>
                  <a:lnTo>
                    <a:pt x="1125820" y="1834620"/>
                  </a:lnTo>
                  <a:close/>
                  <a:moveTo>
                    <a:pt x="409652" y="951791"/>
                  </a:moveTo>
                  <a:lnTo>
                    <a:pt x="422082" y="912673"/>
                  </a:lnTo>
                  <a:lnTo>
                    <a:pt x="366328" y="967641"/>
                  </a:lnTo>
                  <a:close/>
                  <a:moveTo>
                    <a:pt x="366328" y="967641"/>
                  </a:moveTo>
                  <a:lnTo>
                    <a:pt x="422082" y="912673"/>
                  </a:lnTo>
                  <a:lnTo>
                    <a:pt x="414156" y="903998"/>
                  </a:lnTo>
                  <a:close/>
                  <a:moveTo>
                    <a:pt x="366328" y="967641"/>
                  </a:moveTo>
                  <a:lnTo>
                    <a:pt x="414156" y="903998"/>
                  </a:lnTo>
                  <a:lnTo>
                    <a:pt x="361629" y="908718"/>
                  </a:lnTo>
                  <a:close/>
                  <a:moveTo>
                    <a:pt x="414156" y="903998"/>
                  </a:moveTo>
                  <a:lnTo>
                    <a:pt x="422082" y="912673"/>
                  </a:lnTo>
                  <a:lnTo>
                    <a:pt x="428074" y="900254"/>
                  </a:lnTo>
                  <a:close/>
                  <a:moveTo>
                    <a:pt x="1204009" y="1879449"/>
                  </a:moveTo>
                  <a:lnTo>
                    <a:pt x="1276121" y="1906892"/>
                  </a:lnTo>
                  <a:lnTo>
                    <a:pt x="1263148" y="1855355"/>
                  </a:lnTo>
                  <a:close/>
                  <a:moveTo>
                    <a:pt x="1263148" y="1855355"/>
                  </a:moveTo>
                  <a:lnTo>
                    <a:pt x="1261381" y="1819650"/>
                  </a:lnTo>
                  <a:lnTo>
                    <a:pt x="1204009" y="1879449"/>
                  </a:lnTo>
                  <a:close/>
                  <a:moveTo>
                    <a:pt x="1204009" y="1879449"/>
                  </a:moveTo>
                  <a:lnTo>
                    <a:pt x="1261381" y="1819650"/>
                  </a:lnTo>
                  <a:lnTo>
                    <a:pt x="1183665" y="1825575"/>
                  </a:lnTo>
                  <a:close/>
                  <a:moveTo>
                    <a:pt x="1183665" y="1825575"/>
                  </a:moveTo>
                  <a:lnTo>
                    <a:pt x="1261381" y="1819650"/>
                  </a:lnTo>
                  <a:lnTo>
                    <a:pt x="1251810" y="1808157"/>
                  </a:lnTo>
                  <a:close/>
                  <a:moveTo>
                    <a:pt x="1204009" y="1879449"/>
                  </a:moveTo>
                  <a:lnTo>
                    <a:pt x="1183665" y="1825575"/>
                  </a:lnTo>
                  <a:lnTo>
                    <a:pt x="1187215" y="1851934"/>
                  </a:lnTo>
                  <a:close/>
                  <a:moveTo>
                    <a:pt x="1169159" y="1827913"/>
                  </a:moveTo>
                  <a:lnTo>
                    <a:pt x="1187215" y="1851934"/>
                  </a:lnTo>
                  <a:lnTo>
                    <a:pt x="1183665" y="1825575"/>
                  </a:lnTo>
                  <a:close/>
                  <a:moveTo>
                    <a:pt x="1178134" y="1817980"/>
                  </a:moveTo>
                  <a:lnTo>
                    <a:pt x="1169159" y="1827913"/>
                  </a:lnTo>
                  <a:lnTo>
                    <a:pt x="1183665" y="1825575"/>
                  </a:lnTo>
                  <a:close/>
                  <a:moveTo>
                    <a:pt x="1251810" y="1808157"/>
                  </a:moveTo>
                  <a:lnTo>
                    <a:pt x="1261381" y="1819650"/>
                  </a:lnTo>
                  <a:lnTo>
                    <a:pt x="1271129" y="1803819"/>
                  </a:lnTo>
                  <a:close/>
                  <a:moveTo>
                    <a:pt x="698711" y="1138303"/>
                  </a:moveTo>
                  <a:lnTo>
                    <a:pt x="641698" y="1157937"/>
                  </a:lnTo>
                  <a:lnTo>
                    <a:pt x="707336" y="1145583"/>
                  </a:lnTo>
                  <a:close/>
                  <a:moveTo>
                    <a:pt x="707336" y="1145583"/>
                  </a:moveTo>
                  <a:lnTo>
                    <a:pt x="641698" y="1157937"/>
                  </a:lnTo>
                  <a:lnTo>
                    <a:pt x="632843" y="1176644"/>
                  </a:lnTo>
                  <a:close/>
                  <a:moveTo>
                    <a:pt x="526863" y="1003327"/>
                  </a:moveTo>
                  <a:lnTo>
                    <a:pt x="498435" y="1023466"/>
                  </a:lnTo>
                  <a:lnTo>
                    <a:pt x="575631" y="1002514"/>
                  </a:lnTo>
                  <a:close/>
                  <a:moveTo>
                    <a:pt x="575631" y="1002514"/>
                  </a:moveTo>
                  <a:lnTo>
                    <a:pt x="498435" y="1023466"/>
                  </a:lnTo>
                  <a:lnTo>
                    <a:pt x="557005" y="1030770"/>
                  </a:lnTo>
                  <a:close/>
                  <a:moveTo>
                    <a:pt x="557005" y="1030770"/>
                  </a:moveTo>
                  <a:lnTo>
                    <a:pt x="498435" y="1023466"/>
                  </a:lnTo>
                  <a:lnTo>
                    <a:pt x="527170" y="1038330"/>
                  </a:lnTo>
                  <a:close/>
                  <a:moveTo>
                    <a:pt x="422082" y="912673"/>
                  </a:moveTo>
                  <a:lnTo>
                    <a:pt x="409652" y="951791"/>
                  </a:lnTo>
                  <a:lnTo>
                    <a:pt x="446920" y="940104"/>
                  </a:lnTo>
                  <a:close/>
                  <a:moveTo>
                    <a:pt x="428074" y="900254"/>
                  </a:moveTo>
                  <a:lnTo>
                    <a:pt x="422082" y="912673"/>
                  </a:lnTo>
                  <a:lnTo>
                    <a:pt x="446920" y="940104"/>
                  </a:lnTo>
                  <a:close/>
                  <a:moveTo>
                    <a:pt x="1263148" y="1855355"/>
                  </a:moveTo>
                  <a:lnTo>
                    <a:pt x="1288477" y="1903833"/>
                  </a:lnTo>
                  <a:lnTo>
                    <a:pt x="1275712" y="1851468"/>
                  </a:lnTo>
                  <a:close/>
                  <a:moveTo>
                    <a:pt x="1263148" y="1855355"/>
                  </a:moveTo>
                  <a:lnTo>
                    <a:pt x="1276121" y="1906892"/>
                  </a:lnTo>
                  <a:lnTo>
                    <a:pt x="1288477" y="1903833"/>
                  </a:lnTo>
                  <a:close/>
                  <a:moveTo>
                    <a:pt x="1261381" y="1819650"/>
                  </a:moveTo>
                  <a:lnTo>
                    <a:pt x="1263148" y="1855355"/>
                  </a:lnTo>
                  <a:lnTo>
                    <a:pt x="1275712" y="1851468"/>
                  </a:lnTo>
                  <a:close/>
                  <a:moveTo>
                    <a:pt x="1275712" y="1851468"/>
                  </a:moveTo>
                  <a:lnTo>
                    <a:pt x="1337561" y="1794898"/>
                  </a:lnTo>
                  <a:lnTo>
                    <a:pt x="1271129" y="1803819"/>
                  </a:lnTo>
                  <a:close/>
                  <a:moveTo>
                    <a:pt x="1271129" y="1803819"/>
                  </a:moveTo>
                  <a:lnTo>
                    <a:pt x="1337561" y="1794898"/>
                  </a:lnTo>
                  <a:lnTo>
                    <a:pt x="1318584" y="1779725"/>
                  </a:lnTo>
                  <a:close/>
                  <a:moveTo>
                    <a:pt x="1271129" y="1803819"/>
                  </a:moveTo>
                  <a:lnTo>
                    <a:pt x="1261381" y="1819650"/>
                  </a:lnTo>
                  <a:lnTo>
                    <a:pt x="1275712" y="1851468"/>
                  </a:lnTo>
                  <a:close/>
                  <a:moveTo>
                    <a:pt x="1328999" y="1762886"/>
                  </a:moveTo>
                  <a:lnTo>
                    <a:pt x="1271129" y="1803819"/>
                  </a:lnTo>
                  <a:lnTo>
                    <a:pt x="1318584" y="1779725"/>
                  </a:lnTo>
                  <a:close/>
                  <a:moveTo>
                    <a:pt x="1328999" y="1762886"/>
                  </a:moveTo>
                  <a:lnTo>
                    <a:pt x="1301933" y="1796592"/>
                  </a:lnTo>
                  <a:lnTo>
                    <a:pt x="1271129" y="1803819"/>
                  </a:lnTo>
                  <a:close/>
                  <a:moveTo>
                    <a:pt x="590783" y="852066"/>
                  </a:moveTo>
                  <a:lnTo>
                    <a:pt x="584656" y="800529"/>
                  </a:lnTo>
                  <a:lnTo>
                    <a:pt x="556008" y="864638"/>
                  </a:lnTo>
                  <a:close/>
                  <a:moveTo>
                    <a:pt x="294290" y="549025"/>
                  </a:moveTo>
                  <a:lnTo>
                    <a:pt x="243307" y="552491"/>
                  </a:lnTo>
                  <a:lnTo>
                    <a:pt x="304231" y="551599"/>
                  </a:lnTo>
                  <a:close/>
                  <a:moveTo>
                    <a:pt x="309967" y="542846"/>
                  </a:moveTo>
                  <a:lnTo>
                    <a:pt x="288506" y="491310"/>
                  </a:lnTo>
                  <a:lnTo>
                    <a:pt x="294290" y="549025"/>
                  </a:lnTo>
                  <a:close/>
                  <a:moveTo>
                    <a:pt x="288506" y="491310"/>
                  </a:moveTo>
                  <a:lnTo>
                    <a:pt x="286963" y="492239"/>
                  </a:lnTo>
                  <a:lnTo>
                    <a:pt x="294290" y="549025"/>
                  </a:lnTo>
                  <a:close/>
                  <a:moveTo>
                    <a:pt x="294290" y="549025"/>
                  </a:moveTo>
                  <a:lnTo>
                    <a:pt x="304231" y="551599"/>
                  </a:lnTo>
                  <a:lnTo>
                    <a:pt x="309967" y="542846"/>
                  </a:lnTo>
                  <a:close/>
                  <a:moveTo>
                    <a:pt x="260025" y="439773"/>
                  </a:moveTo>
                  <a:lnTo>
                    <a:pt x="286963" y="492239"/>
                  </a:lnTo>
                  <a:lnTo>
                    <a:pt x="287584" y="489362"/>
                  </a:lnTo>
                  <a:close/>
                  <a:moveTo>
                    <a:pt x="235752" y="515404"/>
                  </a:moveTo>
                  <a:lnTo>
                    <a:pt x="286963" y="492239"/>
                  </a:lnTo>
                  <a:lnTo>
                    <a:pt x="260025" y="439773"/>
                  </a:lnTo>
                  <a:close/>
                  <a:moveTo>
                    <a:pt x="286963" y="492239"/>
                  </a:moveTo>
                  <a:lnTo>
                    <a:pt x="288506" y="491310"/>
                  </a:lnTo>
                  <a:lnTo>
                    <a:pt x="287584" y="489362"/>
                  </a:lnTo>
                  <a:close/>
                  <a:moveTo>
                    <a:pt x="1318584" y="1779725"/>
                  </a:moveTo>
                  <a:lnTo>
                    <a:pt x="1337561" y="1794898"/>
                  </a:lnTo>
                  <a:lnTo>
                    <a:pt x="1338562" y="1775611"/>
                  </a:lnTo>
                  <a:close/>
                  <a:moveTo>
                    <a:pt x="1328999" y="1762886"/>
                  </a:moveTo>
                  <a:lnTo>
                    <a:pt x="1318584" y="1779725"/>
                  </a:lnTo>
                  <a:lnTo>
                    <a:pt x="1338562" y="1775611"/>
                  </a:lnTo>
                  <a:close/>
                  <a:moveTo>
                    <a:pt x="1137807" y="1511161"/>
                  </a:moveTo>
                  <a:lnTo>
                    <a:pt x="1114084" y="1470505"/>
                  </a:lnTo>
                  <a:lnTo>
                    <a:pt x="1112322" y="1476797"/>
                  </a:lnTo>
                  <a:close/>
                  <a:moveTo>
                    <a:pt x="1174689" y="1456416"/>
                  </a:moveTo>
                  <a:lnTo>
                    <a:pt x="1114084" y="1470505"/>
                  </a:lnTo>
                  <a:lnTo>
                    <a:pt x="1137807" y="1511161"/>
                  </a:lnTo>
                  <a:close/>
                  <a:moveTo>
                    <a:pt x="992360" y="1315895"/>
                  </a:moveTo>
                  <a:lnTo>
                    <a:pt x="1063329" y="1333399"/>
                  </a:lnTo>
                  <a:lnTo>
                    <a:pt x="1041859" y="1300212"/>
                  </a:lnTo>
                  <a:close/>
                  <a:moveTo>
                    <a:pt x="1061700" y="1343338"/>
                  </a:moveTo>
                  <a:lnTo>
                    <a:pt x="1063329" y="1333399"/>
                  </a:lnTo>
                  <a:lnTo>
                    <a:pt x="992360" y="1315895"/>
                  </a:lnTo>
                  <a:close/>
                  <a:moveTo>
                    <a:pt x="1003874" y="1367432"/>
                  </a:moveTo>
                  <a:lnTo>
                    <a:pt x="1061700" y="1343338"/>
                  </a:lnTo>
                  <a:lnTo>
                    <a:pt x="992360" y="1315895"/>
                  </a:lnTo>
                  <a:close/>
                  <a:moveTo>
                    <a:pt x="1041859" y="1300212"/>
                  </a:moveTo>
                  <a:lnTo>
                    <a:pt x="1063329" y="1333399"/>
                  </a:lnTo>
                  <a:lnTo>
                    <a:pt x="1099082" y="1292395"/>
                  </a:lnTo>
                  <a:close/>
                  <a:moveTo>
                    <a:pt x="590783" y="852066"/>
                  </a:moveTo>
                  <a:lnTo>
                    <a:pt x="654916" y="854472"/>
                  </a:lnTo>
                  <a:lnTo>
                    <a:pt x="635485" y="838007"/>
                  </a:lnTo>
                  <a:close/>
                  <a:moveTo>
                    <a:pt x="584656" y="800529"/>
                  </a:moveTo>
                  <a:lnTo>
                    <a:pt x="590783" y="852066"/>
                  </a:lnTo>
                  <a:lnTo>
                    <a:pt x="635485" y="838007"/>
                  </a:lnTo>
                  <a:close/>
                  <a:moveTo>
                    <a:pt x="688146" y="833177"/>
                  </a:moveTo>
                  <a:lnTo>
                    <a:pt x="610540" y="795544"/>
                  </a:lnTo>
                  <a:lnTo>
                    <a:pt x="635485" y="838007"/>
                  </a:lnTo>
                  <a:close/>
                  <a:moveTo>
                    <a:pt x="288506" y="491310"/>
                  </a:moveTo>
                  <a:lnTo>
                    <a:pt x="309967" y="542846"/>
                  </a:lnTo>
                  <a:lnTo>
                    <a:pt x="354805" y="518753"/>
                  </a:lnTo>
                  <a:close/>
                  <a:moveTo>
                    <a:pt x="288506" y="491310"/>
                  </a:moveTo>
                  <a:lnTo>
                    <a:pt x="354805" y="518753"/>
                  </a:lnTo>
                  <a:lnTo>
                    <a:pt x="321965" y="467216"/>
                  </a:lnTo>
                  <a:close/>
                  <a:moveTo>
                    <a:pt x="296078" y="422085"/>
                  </a:moveTo>
                  <a:lnTo>
                    <a:pt x="287584" y="489362"/>
                  </a:lnTo>
                  <a:lnTo>
                    <a:pt x="307951" y="415679"/>
                  </a:lnTo>
                  <a:close/>
                  <a:moveTo>
                    <a:pt x="307951" y="415679"/>
                  </a:moveTo>
                  <a:lnTo>
                    <a:pt x="287584" y="489362"/>
                  </a:lnTo>
                  <a:lnTo>
                    <a:pt x="288506" y="491310"/>
                  </a:lnTo>
                  <a:close/>
                  <a:moveTo>
                    <a:pt x="307951" y="415679"/>
                  </a:moveTo>
                  <a:lnTo>
                    <a:pt x="288506" y="491310"/>
                  </a:lnTo>
                  <a:lnTo>
                    <a:pt x="321965" y="467216"/>
                  </a:lnTo>
                  <a:close/>
                  <a:moveTo>
                    <a:pt x="260025" y="439773"/>
                  </a:moveTo>
                  <a:lnTo>
                    <a:pt x="287584" y="489362"/>
                  </a:lnTo>
                  <a:lnTo>
                    <a:pt x="296078" y="422085"/>
                  </a:lnTo>
                  <a:close/>
                  <a:moveTo>
                    <a:pt x="267791" y="415358"/>
                  </a:moveTo>
                  <a:lnTo>
                    <a:pt x="260025" y="439773"/>
                  </a:lnTo>
                  <a:lnTo>
                    <a:pt x="296078" y="422085"/>
                  </a:lnTo>
                  <a:close/>
                  <a:moveTo>
                    <a:pt x="337459" y="366260"/>
                  </a:moveTo>
                  <a:lnTo>
                    <a:pt x="267791" y="415358"/>
                  </a:lnTo>
                  <a:lnTo>
                    <a:pt x="307951" y="415679"/>
                  </a:lnTo>
                  <a:close/>
                  <a:moveTo>
                    <a:pt x="307951" y="415679"/>
                  </a:moveTo>
                  <a:lnTo>
                    <a:pt x="267791" y="415358"/>
                  </a:lnTo>
                  <a:lnTo>
                    <a:pt x="296078" y="422085"/>
                  </a:lnTo>
                  <a:close/>
                  <a:moveTo>
                    <a:pt x="1390876" y="1684656"/>
                  </a:moveTo>
                  <a:lnTo>
                    <a:pt x="1376767" y="1719791"/>
                  </a:lnTo>
                  <a:lnTo>
                    <a:pt x="1384105" y="1704094"/>
                  </a:lnTo>
                  <a:close/>
                  <a:moveTo>
                    <a:pt x="1384105" y="1704094"/>
                  </a:moveTo>
                  <a:lnTo>
                    <a:pt x="1405901" y="1740833"/>
                  </a:lnTo>
                  <a:lnTo>
                    <a:pt x="1406096" y="1695947"/>
                  </a:lnTo>
                  <a:close/>
                  <a:moveTo>
                    <a:pt x="1390876" y="1684656"/>
                  </a:moveTo>
                  <a:lnTo>
                    <a:pt x="1384105" y="1704094"/>
                  </a:lnTo>
                  <a:lnTo>
                    <a:pt x="1406096" y="1695947"/>
                  </a:lnTo>
                  <a:close/>
                  <a:moveTo>
                    <a:pt x="1464192" y="1686698"/>
                  </a:moveTo>
                  <a:lnTo>
                    <a:pt x="1406096" y="1695947"/>
                  </a:lnTo>
                  <a:lnTo>
                    <a:pt x="1405901" y="1740833"/>
                  </a:lnTo>
                  <a:close/>
                  <a:moveTo>
                    <a:pt x="1406096" y="1695947"/>
                  </a:moveTo>
                  <a:lnTo>
                    <a:pt x="1437121" y="1682884"/>
                  </a:lnTo>
                  <a:lnTo>
                    <a:pt x="1390876" y="1684656"/>
                  </a:lnTo>
                  <a:close/>
                  <a:moveTo>
                    <a:pt x="1406096" y="1695947"/>
                  </a:moveTo>
                  <a:lnTo>
                    <a:pt x="1464192" y="1686698"/>
                  </a:lnTo>
                  <a:lnTo>
                    <a:pt x="1437121" y="1682884"/>
                  </a:lnTo>
                  <a:close/>
                  <a:moveTo>
                    <a:pt x="1061700" y="1343338"/>
                  </a:moveTo>
                  <a:lnTo>
                    <a:pt x="1068998" y="1354593"/>
                  </a:lnTo>
                  <a:lnTo>
                    <a:pt x="1069773" y="1340261"/>
                  </a:lnTo>
                  <a:close/>
                  <a:moveTo>
                    <a:pt x="1063329" y="1333399"/>
                  </a:moveTo>
                  <a:lnTo>
                    <a:pt x="1061700" y="1343338"/>
                  </a:lnTo>
                  <a:lnTo>
                    <a:pt x="1069773" y="1340261"/>
                  </a:lnTo>
                  <a:close/>
                  <a:moveTo>
                    <a:pt x="1068998" y="1354593"/>
                  </a:moveTo>
                  <a:lnTo>
                    <a:pt x="1125552" y="1319244"/>
                  </a:lnTo>
                  <a:lnTo>
                    <a:pt x="1069773" y="1340261"/>
                  </a:lnTo>
                  <a:close/>
                  <a:moveTo>
                    <a:pt x="1149132" y="1344622"/>
                  </a:moveTo>
                  <a:lnTo>
                    <a:pt x="1125552" y="1319244"/>
                  </a:lnTo>
                  <a:lnTo>
                    <a:pt x="1068998" y="1354593"/>
                  </a:lnTo>
                  <a:close/>
                  <a:moveTo>
                    <a:pt x="1135060" y="1292011"/>
                  </a:moveTo>
                  <a:lnTo>
                    <a:pt x="1069773" y="1340261"/>
                  </a:lnTo>
                  <a:lnTo>
                    <a:pt x="1125552" y="1319244"/>
                  </a:lnTo>
                  <a:close/>
                  <a:moveTo>
                    <a:pt x="1063329" y="1333399"/>
                  </a:moveTo>
                  <a:lnTo>
                    <a:pt x="1069773" y="1340261"/>
                  </a:lnTo>
                  <a:lnTo>
                    <a:pt x="1135060" y="1292011"/>
                  </a:lnTo>
                  <a:close/>
                  <a:moveTo>
                    <a:pt x="1099082" y="1292395"/>
                  </a:moveTo>
                  <a:lnTo>
                    <a:pt x="1063329" y="1333399"/>
                  </a:lnTo>
                  <a:lnTo>
                    <a:pt x="1135060" y="1292011"/>
                  </a:lnTo>
                  <a:close/>
                  <a:moveTo>
                    <a:pt x="876400" y="1085655"/>
                  </a:moveTo>
                  <a:lnTo>
                    <a:pt x="923673" y="1069358"/>
                  </a:lnTo>
                  <a:lnTo>
                    <a:pt x="891318" y="1039633"/>
                  </a:lnTo>
                  <a:close/>
                  <a:moveTo>
                    <a:pt x="373352" y="365555"/>
                  </a:moveTo>
                  <a:lnTo>
                    <a:pt x="307951" y="415679"/>
                  </a:lnTo>
                  <a:lnTo>
                    <a:pt x="358021" y="391585"/>
                  </a:lnTo>
                  <a:close/>
                  <a:moveTo>
                    <a:pt x="373352" y="365555"/>
                  </a:moveTo>
                  <a:lnTo>
                    <a:pt x="337459" y="366260"/>
                  </a:lnTo>
                  <a:lnTo>
                    <a:pt x="307951" y="415679"/>
                  </a:lnTo>
                  <a:close/>
                  <a:moveTo>
                    <a:pt x="1514033" y="1552833"/>
                  </a:moveTo>
                  <a:lnTo>
                    <a:pt x="1528106" y="1609976"/>
                  </a:lnTo>
                  <a:lnTo>
                    <a:pt x="1534525" y="1602583"/>
                  </a:lnTo>
                  <a:close/>
                  <a:moveTo>
                    <a:pt x="1528106" y="1609976"/>
                  </a:moveTo>
                  <a:lnTo>
                    <a:pt x="1535318" y="1604370"/>
                  </a:lnTo>
                  <a:lnTo>
                    <a:pt x="1534525" y="1602583"/>
                  </a:lnTo>
                  <a:close/>
                  <a:moveTo>
                    <a:pt x="416242" y="351236"/>
                  </a:moveTo>
                  <a:lnTo>
                    <a:pt x="373352" y="365555"/>
                  </a:lnTo>
                  <a:lnTo>
                    <a:pt x="448599" y="337318"/>
                  </a:lnTo>
                  <a:close/>
                  <a:moveTo>
                    <a:pt x="448599" y="337318"/>
                  </a:moveTo>
                  <a:lnTo>
                    <a:pt x="456225" y="315955"/>
                  </a:lnTo>
                  <a:lnTo>
                    <a:pt x="436939" y="340049"/>
                  </a:lnTo>
                  <a:close/>
                  <a:moveTo>
                    <a:pt x="1514033" y="1552833"/>
                  </a:moveTo>
                  <a:lnTo>
                    <a:pt x="1534525" y="1602583"/>
                  </a:lnTo>
                  <a:lnTo>
                    <a:pt x="1526167" y="1548811"/>
                  </a:lnTo>
                  <a:close/>
                  <a:moveTo>
                    <a:pt x="513849" y="271698"/>
                  </a:moveTo>
                  <a:lnTo>
                    <a:pt x="456225" y="315955"/>
                  </a:lnTo>
                  <a:lnTo>
                    <a:pt x="498323" y="291861"/>
                  </a:lnTo>
                  <a:close/>
                  <a:moveTo>
                    <a:pt x="513849" y="271698"/>
                  </a:moveTo>
                  <a:lnTo>
                    <a:pt x="481385" y="285219"/>
                  </a:lnTo>
                  <a:lnTo>
                    <a:pt x="456225" y="315955"/>
                  </a:lnTo>
                  <a:close/>
                  <a:moveTo>
                    <a:pt x="974732" y="689374"/>
                  </a:moveTo>
                  <a:lnTo>
                    <a:pt x="944121" y="704154"/>
                  </a:lnTo>
                  <a:lnTo>
                    <a:pt x="989150" y="691133"/>
                  </a:lnTo>
                  <a:close/>
                  <a:moveTo>
                    <a:pt x="989150" y="691133"/>
                  </a:moveTo>
                  <a:lnTo>
                    <a:pt x="944121" y="704154"/>
                  </a:lnTo>
                  <a:lnTo>
                    <a:pt x="920041" y="742322"/>
                  </a:lnTo>
                  <a:close/>
                  <a:moveTo>
                    <a:pt x="989150" y="691133"/>
                  </a:moveTo>
                  <a:lnTo>
                    <a:pt x="920041" y="742322"/>
                  </a:lnTo>
                  <a:lnTo>
                    <a:pt x="948851" y="715136"/>
                  </a:lnTo>
                  <a:close/>
                  <a:moveTo>
                    <a:pt x="974732" y="689374"/>
                  </a:moveTo>
                  <a:lnTo>
                    <a:pt x="989150" y="691133"/>
                  </a:lnTo>
                  <a:lnTo>
                    <a:pt x="995125" y="680060"/>
                  </a:lnTo>
                  <a:close/>
                  <a:moveTo>
                    <a:pt x="1135501" y="484263"/>
                  </a:moveTo>
                  <a:lnTo>
                    <a:pt x="1159553" y="453168"/>
                  </a:lnTo>
                  <a:lnTo>
                    <a:pt x="1112965" y="477262"/>
                  </a:lnTo>
                  <a:close/>
                  <a:moveTo>
                    <a:pt x="848842" y="143948"/>
                  </a:moveTo>
                  <a:lnTo>
                    <a:pt x="837577" y="203982"/>
                  </a:lnTo>
                  <a:lnTo>
                    <a:pt x="862686" y="162960"/>
                  </a:lnTo>
                  <a:close/>
                  <a:moveTo>
                    <a:pt x="848842" y="143948"/>
                  </a:moveTo>
                  <a:lnTo>
                    <a:pt x="805956" y="168043"/>
                  </a:lnTo>
                  <a:lnTo>
                    <a:pt x="837577" y="203982"/>
                  </a:lnTo>
                  <a:close/>
                  <a:moveTo>
                    <a:pt x="845785" y="99771"/>
                  </a:moveTo>
                  <a:lnTo>
                    <a:pt x="805956" y="168043"/>
                  </a:lnTo>
                  <a:lnTo>
                    <a:pt x="848842" y="143948"/>
                  </a:lnTo>
                  <a:close/>
                  <a:moveTo>
                    <a:pt x="845785" y="99771"/>
                  </a:moveTo>
                  <a:lnTo>
                    <a:pt x="816602" y="125560"/>
                  </a:lnTo>
                  <a:lnTo>
                    <a:pt x="805956" y="168043"/>
                  </a:lnTo>
                  <a:close/>
                  <a:moveTo>
                    <a:pt x="845785" y="99771"/>
                  </a:moveTo>
                  <a:lnTo>
                    <a:pt x="844810" y="92412"/>
                  </a:lnTo>
                  <a:lnTo>
                    <a:pt x="818739" y="116506"/>
                  </a:lnTo>
                  <a:close/>
                  <a:moveTo>
                    <a:pt x="1149526" y="497748"/>
                  </a:moveTo>
                  <a:lnTo>
                    <a:pt x="1159553" y="453168"/>
                  </a:lnTo>
                  <a:lnTo>
                    <a:pt x="1135501" y="484263"/>
                  </a:lnTo>
                  <a:close/>
                  <a:moveTo>
                    <a:pt x="1182387" y="446271"/>
                  </a:moveTo>
                  <a:lnTo>
                    <a:pt x="1159553" y="453168"/>
                  </a:lnTo>
                  <a:lnTo>
                    <a:pt x="1149526" y="497748"/>
                  </a:lnTo>
                  <a:close/>
                  <a:moveTo>
                    <a:pt x="1212427" y="484593"/>
                  </a:moveTo>
                  <a:lnTo>
                    <a:pt x="1182387" y="446271"/>
                  </a:lnTo>
                  <a:lnTo>
                    <a:pt x="1149526" y="497748"/>
                  </a:lnTo>
                  <a:close/>
                  <a:moveTo>
                    <a:pt x="1229107" y="480611"/>
                  </a:moveTo>
                  <a:lnTo>
                    <a:pt x="1226367" y="429074"/>
                  </a:lnTo>
                  <a:lnTo>
                    <a:pt x="1212427" y="484593"/>
                  </a:lnTo>
                  <a:close/>
                  <a:moveTo>
                    <a:pt x="1226367" y="429074"/>
                  </a:moveTo>
                  <a:lnTo>
                    <a:pt x="1182387" y="446271"/>
                  </a:lnTo>
                  <a:lnTo>
                    <a:pt x="1212427" y="484593"/>
                  </a:lnTo>
                  <a:close/>
                  <a:moveTo>
                    <a:pt x="1170270" y="439581"/>
                  </a:moveTo>
                  <a:lnTo>
                    <a:pt x="1159553" y="453168"/>
                  </a:lnTo>
                  <a:lnTo>
                    <a:pt x="1182387" y="446271"/>
                  </a:lnTo>
                  <a:close/>
                  <a:moveTo>
                    <a:pt x="1240834" y="393832"/>
                  </a:moveTo>
                  <a:lnTo>
                    <a:pt x="1182387" y="446271"/>
                  </a:lnTo>
                  <a:lnTo>
                    <a:pt x="1226367" y="429074"/>
                  </a:lnTo>
                  <a:close/>
                  <a:moveTo>
                    <a:pt x="1056016" y="247022"/>
                  </a:moveTo>
                  <a:lnTo>
                    <a:pt x="1072731" y="274464"/>
                  </a:lnTo>
                  <a:lnTo>
                    <a:pt x="1086143" y="222928"/>
                  </a:lnTo>
                  <a:close/>
                  <a:moveTo>
                    <a:pt x="848842" y="143948"/>
                  </a:moveTo>
                  <a:lnTo>
                    <a:pt x="862686" y="162960"/>
                  </a:lnTo>
                  <a:lnTo>
                    <a:pt x="866071" y="137062"/>
                  </a:lnTo>
                  <a:close/>
                  <a:moveTo>
                    <a:pt x="845785" y="99771"/>
                  </a:moveTo>
                  <a:lnTo>
                    <a:pt x="848842" y="143948"/>
                  </a:lnTo>
                  <a:lnTo>
                    <a:pt x="866071" y="137062"/>
                  </a:lnTo>
                  <a:close/>
                  <a:moveTo>
                    <a:pt x="845785" y="99771"/>
                  </a:moveTo>
                  <a:lnTo>
                    <a:pt x="866071" y="137062"/>
                  </a:lnTo>
                  <a:lnTo>
                    <a:pt x="844810" y="92412"/>
                  </a:lnTo>
                  <a:close/>
                  <a:moveTo>
                    <a:pt x="844810" y="92412"/>
                  </a:moveTo>
                  <a:lnTo>
                    <a:pt x="866071" y="137062"/>
                  </a:lnTo>
                  <a:lnTo>
                    <a:pt x="906025" y="119855"/>
                  </a:lnTo>
                  <a:close/>
                  <a:moveTo>
                    <a:pt x="844810" y="92412"/>
                  </a:moveTo>
                  <a:lnTo>
                    <a:pt x="906025" y="119855"/>
                  </a:lnTo>
                  <a:lnTo>
                    <a:pt x="893292" y="68318"/>
                  </a:lnTo>
                  <a:close/>
                  <a:moveTo>
                    <a:pt x="911068" y="34273"/>
                  </a:moveTo>
                  <a:lnTo>
                    <a:pt x="844810" y="92412"/>
                  </a:lnTo>
                  <a:lnTo>
                    <a:pt x="893292" y="68318"/>
                  </a:lnTo>
                  <a:close/>
                  <a:moveTo>
                    <a:pt x="911068" y="34273"/>
                  </a:moveTo>
                  <a:lnTo>
                    <a:pt x="877649" y="44227"/>
                  </a:lnTo>
                  <a:lnTo>
                    <a:pt x="844810" y="92412"/>
                  </a:lnTo>
                  <a:close/>
                  <a:moveTo>
                    <a:pt x="1226367" y="429074"/>
                  </a:moveTo>
                  <a:lnTo>
                    <a:pt x="1229107" y="480611"/>
                  </a:lnTo>
                  <a:lnTo>
                    <a:pt x="1274568" y="456517"/>
                  </a:lnTo>
                  <a:close/>
                  <a:moveTo>
                    <a:pt x="1226367" y="429074"/>
                  </a:moveTo>
                  <a:lnTo>
                    <a:pt x="1274568" y="456517"/>
                  </a:lnTo>
                  <a:lnTo>
                    <a:pt x="1271081" y="404980"/>
                  </a:lnTo>
                  <a:close/>
                  <a:moveTo>
                    <a:pt x="1275102" y="387054"/>
                  </a:moveTo>
                  <a:lnTo>
                    <a:pt x="1226367" y="429074"/>
                  </a:lnTo>
                  <a:lnTo>
                    <a:pt x="1271081" y="404980"/>
                  </a:lnTo>
                  <a:close/>
                  <a:moveTo>
                    <a:pt x="1275102" y="387054"/>
                  </a:moveTo>
                  <a:lnTo>
                    <a:pt x="1240834" y="393832"/>
                  </a:lnTo>
                  <a:lnTo>
                    <a:pt x="1226367" y="429074"/>
                  </a:lnTo>
                  <a:close/>
                  <a:moveTo>
                    <a:pt x="1240834" y="393832"/>
                  </a:moveTo>
                  <a:lnTo>
                    <a:pt x="1275102" y="387054"/>
                  </a:lnTo>
                  <a:lnTo>
                    <a:pt x="1252532" y="377538"/>
                  </a:lnTo>
                  <a:close/>
                  <a:moveTo>
                    <a:pt x="1086143" y="222928"/>
                  </a:moveTo>
                  <a:lnTo>
                    <a:pt x="1133696" y="207712"/>
                  </a:lnTo>
                  <a:lnTo>
                    <a:pt x="1124883" y="204068"/>
                  </a:lnTo>
                  <a:close/>
                  <a:moveTo>
                    <a:pt x="1118144" y="250371"/>
                  </a:moveTo>
                  <a:lnTo>
                    <a:pt x="1133696" y="207712"/>
                  </a:lnTo>
                  <a:lnTo>
                    <a:pt x="1086143" y="222928"/>
                  </a:lnTo>
                  <a:close/>
                  <a:moveTo>
                    <a:pt x="1072731" y="274464"/>
                  </a:moveTo>
                  <a:lnTo>
                    <a:pt x="1118144" y="250371"/>
                  </a:lnTo>
                  <a:lnTo>
                    <a:pt x="1086143" y="222928"/>
                  </a:lnTo>
                  <a:close/>
                  <a:moveTo>
                    <a:pt x="1124883" y="204068"/>
                  </a:moveTo>
                  <a:lnTo>
                    <a:pt x="1089004" y="175517"/>
                  </a:lnTo>
                  <a:lnTo>
                    <a:pt x="1086143" y="222928"/>
                  </a:lnTo>
                  <a:close/>
                  <a:moveTo>
                    <a:pt x="1089004" y="175517"/>
                  </a:moveTo>
                  <a:lnTo>
                    <a:pt x="1124883" y="204068"/>
                  </a:lnTo>
                  <a:lnTo>
                    <a:pt x="1137748" y="198834"/>
                  </a:lnTo>
                  <a:close/>
                  <a:moveTo>
                    <a:pt x="1124883" y="204068"/>
                  </a:moveTo>
                  <a:lnTo>
                    <a:pt x="1133696" y="207712"/>
                  </a:lnTo>
                  <a:lnTo>
                    <a:pt x="1137748" y="198834"/>
                  </a:lnTo>
                  <a:close/>
                  <a:moveTo>
                    <a:pt x="911068" y="34273"/>
                  </a:moveTo>
                  <a:lnTo>
                    <a:pt x="893292" y="68318"/>
                  </a:lnTo>
                  <a:lnTo>
                    <a:pt x="938615" y="53325"/>
                  </a:lnTo>
                  <a:close/>
                  <a:moveTo>
                    <a:pt x="939396" y="16781"/>
                  </a:moveTo>
                  <a:lnTo>
                    <a:pt x="911068" y="34273"/>
                  </a:lnTo>
                  <a:lnTo>
                    <a:pt x="986793" y="7821"/>
                  </a:lnTo>
                  <a:close/>
                  <a:moveTo>
                    <a:pt x="986793" y="7821"/>
                  </a:moveTo>
                  <a:lnTo>
                    <a:pt x="911068" y="34273"/>
                  </a:lnTo>
                  <a:lnTo>
                    <a:pt x="965147" y="44224"/>
                  </a:lnTo>
                  <a:close/>
                  <a:moveTo>
                    <a:pt x="965147" y="44224"/>
                  </a:moveTo>
                  <a:lnTo>
                    <a:pt x="911068" y="34273"/>
                  </a:lnTo>
                  <a:lnTo>
                    <a:pt x="938615" y="53325"/>
                  </a:lnTo>
                  <a:close/>
                  <a:moveTo>
                    <a:pt x="1133696" y="207712"/>
                  </a:moveTo>
                  <a:lnTo>
                    <a:pt x="1170900" y="211913"/>
                  </a:lnTo>
                  <a:lnTo>
                    <a:pt x="1137748" y="198834"/>
                  </a:lnTo>
                  <a:close/>
                  <a:moveTo>
                    <a:pt x="1137748" y="198834"/>
                  </a:moveTo>
                  <a:lnTo>
                    <a:pt x="1191916" y="174740"/>
                  </a:lnTo>
                  <a:lnTo>
                    <a:pt x="1128523" y="188373"/>
                  </a:lnTo>
                  <a:close/>
                  <a:moveTo>
                    <a:pt x="986793" y="7821"/>
                  </a:moveTo>
                  <a:lnTo>
                    <a:pt x="965147" y="44224"/>
                  </a:lnTo>
                  <a:lnTo>
                    <a:pt x="1019191" y="25801"/>
                  </a:lnTo>
                  <a:close/>
                  <a:moveTo>
                    <a:pt x="986793" y="7821"/>
                  </a:moveTo>
                  <a:lnTo>
                    <a:pt x="1019191" y="25801"/>
                  </a:lnTo>
                  <a:lnTo>
                    <a:pt x="1067501" y="0"/>
                  </a:lnTo>
                  <a:close/>
                </a:path>
              </a:pathLst>
            </a:custGeom>
            <a:solidFill>
              <a:srgbClr val="F5F7F8"/>
            </a:solidFill>
            <a:ln w="1524">
              <a:solidFill>
                <a:srgbClr val="F5F7F8"/>
              </a:solidFill>
            </a:ln>
          </p:spPr>
        </p:sp>
        <p:sp>
          <p:nvSpPr>
            <p:cNvPr id="4280" name="Output_density__4279">
              <a:extLst>
                <a:ext uri="{FF2B5EF4-FFF2-40B4-BE49-F238E27FC236}">
                  <a16:creationId xmlns:a16="http://schemas.microsoft.com/office/drawing/2014/main" id="{4EC62A3F-3417-0312-25B1-1159BDFD46D5}"/>
                </a:ext>
              </a:extLst>
            </p:cNvPr>
            <p:cNvSpPr>
              <a:spLocks noGrp="1"/>
            </p:cNvSpPr>
            <p:nvPr/>
          </p:nvSpPr>
          <p:spPr>
            <a:xfrm>
              <a:off x="14980929" y="2281839"/>
              <a:ext cx="1471297" cy="1515959"/>
            </a:xfrm>
            <a:custGeom>
              <a:avLst/>
              <a:gdLst/>
              <a:ahLst/>
              <a:cxnLst/>
              <a:rect l="0" t="0" r="0" b="0"/>
              <a:pathLst>
                <a:path w="1471297" h="1515959">
                  <a:moveTo>
                    <a:pt x="429077" y="1490702"/>
                  </a:moveTo>
                  <a:lnTo>
                    <a:pt x="409378" y="1474723"/>
                  </a:lnTo>
                  <a:lnTo>
                    <a:pt x="453924" y="1515959"/>
                  </a:lnTo>
                  <a:close/>
                  <a:moveTo>
                    <a:pt x="357252" y="1416375"/>
                  </a:moveTo>
                  <a:lnTo>
                    <a:pt x="406195" y="1464423"/>
                  </a:lnTo>
                  <a:lnTo>
                    <a:pt x="362831" y="1417696"/>
                  </a:lnTo>
                  <a:close/>
                  <a:moveTo>
                    <a:pt x="357252" y="1416375"/>
                  </a:moveTo>
                  <a:lnTo>
                    <a:pt x="409378" y="1474723"/>
                  </a:lnTo>
                  <a:lnTo>
                    <a:pt x="406195" y="1464423"/>
                  </a:lnTo>
                  <a:close/>
                  <a:moveTo>
                    <a:pt x="406195" y="1464423"/>
                  </a:moveTo>
                  <a:lnTo>
                    <a:pt x="409378" y="1474723"/>
                  </a:lnTo>
                  <a:lnTo>
                    <a:pt x="429077" y="1490702"/>
                  </a:lnTo>
                  <a:close/>
                  <a:moveTo>
                    <a:pt x="353663" y="1412886"/>
                  </a:moveTo>
                  <a:lnTo>
                    <a:pt x="357252" y="1416375"/>
                  </a:lnTo>
                  <a:lnTo>
                    <a:pt x="362831" y="1417696"/>
                  </a:lnTo>
                  <a:close/>
                  <a:moveTo>
                    <a:pt x="429077" y="1490702"/>
                  </a:moveTo>
                  <a:lnTo>
                    <a:pt x="496717" y="1504443"/>
                  </a:lnTo>
                  <a:lnTo>
                    <a:pt x="503180" y="1458187"/>
                  </a:lnTo>
                  <a:close/>
                  <a:moveTo>
                    <a:pt x="496717" y="1504443"/>
                  </a:moveTo>
                  <a:lnTo>
                    <a:pt x="541886" y="1505703"/>
                  </a:lnTo>
                  <a:lnTo>
                    <a:pt x="503180" y="1458187"/>
                  </a:lnTo>
                  <a:close/>
                  <a:moveTo>
                    <a:pt x="417399" y="1440329"/>
                  </a:moveTo>
                  <a:lnTo>
                    <a:pt x="429077" y="1490702"/>
                  </a:lnTo>
                  <a:lnTo>
                    <a:pt x="460479" y="1473211"/>
                  </a:lnTo>
                  <a:close/>
                  <a:moveTo>
                    <a:pt x="417399" y="1440329"/>
                  </a:moveTo>
                  <a:lnTo>
                    <a:pt x="406195" y="1464423"/>
                  </a:lnTo>
                  <a:lnTo>
                    <a:pt x="429077" y="1490702"/>
                  </a:lnTo>
                  <a:close/>
                  <a:moveTo>
                    <a:pt x="373426" y="1403226"/>
                  </a:moveTo>
                  <a:lnTo>
                    <a:pt x="362831" y="1417696"/>
                  </a:lnTo>
                  <a:lnTo>
                    <a:pt x="398259" y="1388792"/>
                  </a:lnTo>
                  <a:close/>
                  <a:moveTo>
                    <a:pt x="398259" y="1388792"/>
                  </a:moveTo>
                  <a:lnTo>
                    <a:pt x="362831" y="1417696"/>
                  </a:lnTo>
                  <a:lnTo>
                    <a:pt x="406195" y="1464423"/>
                  </a:lnTo>
                  <a:close/>
                  <a:moveTo>
                    <a:pt x="398259" y="1388792"/>
                  </a:moveTo>
                  <a:lnTo>
                    <a:pt x="406195" y="1464423"/>
                  </a:lnTo>
                  <a:lnTo>
                    <a:pt x="417399" y="1440329"/>
                  </a:lnTo>
                  <a:close/>
                  <a:moveTo>
                    <a:pt x="353663" y="1412886"/>
                  </a:moveTo>
                  <a:lnTo>
                    <a:pt x="362831" y="1417696"/>
                  </a:lnTo>
                  <a:lnTo>
                    <a:pt x="373426" y="1403226"/>
                  </a:lnTo>
                  <a:close/>
                  <a:moveTo>
                    <a:pt x="310685" y="1397409"/>
                  </a:moveTo>
                  <a:lnTo>
                    <a:pt x="373426" y="1403226"/>
                  </a:lnTo>
                  <a:lnTo>
                    <a:pt x="388861" y="1380118"/>
                  </a:lnTo>
                  <a:close/>
                  <a:moveTo>
                    <a:pt x="0" y="889475"/>
                  </a:moveTo>
                  <a:lnTo>
                    <a:pt x="19944" y="936004"/>
                  </a:lnTo>
                  <a:lnTo>
                    <a:pt x="63469" y="875859"/>
                  </a:lnTo>
                  <a:close/>
                  <a:moveTo>
                    <a:pt x="0" y="889475"/>
                  </a:moveTo>
                  <a:lnTo>
                    <a:pt x="63469" y="875859"/>
                  </a:lnTo>
                  <a:lnTo>
                    <a:pt x="13236" y="849106"/>
                  </a:lnTo>
                  <a:close/>
                  <a:moveTo>
                    <a:pt x="66026" y="871800"/>
                  </a:moveTo>
                  <a:lnTo>
                    <a:pt x="73351" y="805081"/>
                  </a:lnTo>
                  <a:lnTo>
                    <a:pt x="36306" y="800457"/>
                  </a:lnTo>
                  <a:close/>
                  <a:moveTo>
                    <a:pt x="426331" y="1209969"/>
                  </a:moveTo>
                  <a:lnTo>
                    <a:pt x="388490" y="1140008"/>
                  </a:lnTo>
                  <a:lnTo>
                    <a:pt x="387984" y="1203162"/>
                  </a:lnTo>
                  <a:close/>
                  <a:moveTo>
                    <a:pt x="429319" y="1134458"/>
                  </a:moveTo>
                  <a:lnTo>
                    <a:pt x="446153" y="1149847"/>
                  </a:lnTo>
                  <a:lnTo>
                    <a:pt x="409109" y="1123245"/>
                  </a:lnTo>
                  <a:close/>
                  <a:moveTo>
                    <a:pt x="399140" y="943121"/>
                  </a:moveTo>
                  <a:lnTo>
                    <a:pt x="430989" y="892467"/>
                  </a:lnTo>
                  <a:lnTo>
                    <a:pt x="391513" y="886579"/>
                  </a:lnTo>
                  <a:close/>
                  <a:moveTo>
                    <a:pt x="430989" y="892467"/>
                  </a:moveTo>
                  <a:lnTo>
                    <a:pt x="409416" y="877594"/>
                  </a:lnTo>
                  <a:lnTo>
                    <a:pt x="391513" y="886579"/>
                  </a:lnTo>
                  <a:close/>
                  <a:moveTo>
                    <a:pt x="245275" y="678532"/>
                  </a:moveTo>
                  <a:lnTo>
                    <a:pt x="209811" y="698071"/>
                  </a:lnTo>
                  <a:lnTo>
                    <a:pt x="264641" y="725531"/>
                  </a:lnTo>
                  <a:close/>
                  <a:moveTo>
                    <a:pt x="264641" y="725531"/>
                  </a:moveTo>
                  <a:lnTo>
                    <a:pt x="305367" y="703026"/>
                  </a:lnTo>
                  <a:lnTo>
                    <a:pt x="284741" y="684429"/>
                  </a:lnTo>
                  <a:close/>
                  <a:moveTo>
                    <a:pt x="284460" y="624858"/>
                  </a:moveTo>
                  <a:lnTo>
                    <a:pt x="270246" y="622440"/>
                  </a:lnTo>
                  <a:lnTo>
                    <a:pt x="284741" y="684429"/>
                  </a:lnTo>
                  <a:close/>
                  <a:moveTo>
                    <a:pt x="284741" y="684429"/>
                  </a:moveTo>
                  <a:lnTo>
                    <a:pt x="234615" y="624455"/>
                  </a:lnTo>
                  <a:lnTo>
                    <a:pt x="245275" y="678532"/>
                  </a:lnTo>
                  <a:close/>
                  <a:moveTo>
                    <a:pt x="180840" y="586794"/>
                  </a:moveTo>
                  <a:lnTo>
                    <a:pt x="234615" y="624455"/>
                  </a:lnTo>
                  <a:lnTo>
                    <a:pt x="235469" y="616365"/>
                  </a:lnTo>
                  <a:close/>
                  <a:moveTo>
                    <a:pt x="173387" y="594998"/>
                  </a:moveTo>
                  <a:lnTo>
                    <a:pt x="234615" y="624455"/>
                  </a:lnTo>
                  <a:lnTo>
                    <a:pt x="180840" y="586794"/>
                  </a:lnTo>
                  <a:close/>
                  <a:moveTo>
                    <a:pt x="840421" y="1226700"/>
                  </a:moveTo>
                  <a:lnTo>
                    <a:pt x="801918" y="1282763"/>
                  </a:lnTo>
                  <a:lnTo>
                    <a:pt x="845712" y="1285141"/>
                  </a:lnTo>
                  <a:close/>
                  <a:moveTo>
                    <a:pt x="845712" y="1285141"/>
                  </a:moveTo>
                  <a:lnTo>
                    <a:pt x="841762" y="1311104"/>
                  </a:lnTo>
                  <a:lnTo>
                    <a:pt x="864331" y="1292416"/>
                  </a:lnTo>
                  <a:close/>
                  <a:moveTo>
                    <a:pt x="698380" y="989476"/>
                  </a:moveTo>
                  <a:lnTo>
                    <a:pt x="664072" y="959103"/>
                  </a:lnTo>
                  <a:lnTo>
                    <a:pt x="693570" y="1019151"/>
                  </a:lnTo>
                  <a:close/>
                  <a:moveTo>
                    <a:pt x="656130" y="1006188"/>
                  </a:moveTo>
                  <a:lnTo>
                    <a:pt x="661814" y="1010639"/>
                  </a:lnTo>
                  <a:lnTo>
                    <a:pt x="693570" y="1019151"/>
                  </a:lnTo>
                  <a:close/>
                  <a:moveTo>
                    <a:pt x="634237" y="966663"/>
                  </a:moveTo>
                  <a:lnTo>
                    <a:pt x="656130" y="1006188"/>
                  </a:lnTo>
                  <a:lnTo>
                    <a:pt x="693570" y="1019151"/>
                  </a:lnTo>
                  <a:close/>
                  <a:moveTo>
                    <a:pt x="813241" y="1148072"/>
                  </a:moveTo>
                  <a:lnTo>
                    <a:pt x="851986" y="1154555"/>
                  </a:lnTo>
                  <a:lnTo>
                    <a:pt x="843913" y="1098375"/>
                  </a:lnTo>
                  <a:close/>
                  <a:moveTo>
                    <a:pt x="813241" y="1148072"/>
                  </a:moveTo>
                  <a:lnTo>
                    <a:pt x="843913" y="1098375"/>
                  </a:lnTo>
                  <a:lnTo>
                    <a:pt x="798625" y="1097211"/>
                  </a:lnTo>
                  <a:close/>
                  <a:moveTo>
                    <a:pt x="599021" y="957311"/>
                  </a:moveTo>
                  <a:lnTo>
                    <a:pt x="656130" y="1006188"/>
                  </a:lnTo>
                  <a:lnTo>
                    <a:pt x="599157" y="959103"/>
                  </a:lnTo>
                  <a:close/>
                  <a:moveTo>
                    <a:pt x="659483" y="1008882"/>
                  </a:moveTo>
                  <a:lnTo>
                    <a:pt x="656130" y="1006188"/>
                  </a:lnTo>
                  <a:lnTo>
                    <a:pt x="599021" y="957311"/>
                  </a:lnTo>
                  <a:close/>
                  <a:moveTo>
                    <a:pt x="659483" y="1008882"/>
                  </a:moveTo>
                  <a:lnTo>
                    <a:pt x="661814" y="1010639"/>
                  </a:lnTo>
                  <a:lnTo>
                    <a:pt x="656130" y="1006188"/>
                  </a:lnTo>
                  <a:close/>
                  <a:moveTo>
                    <a:pt x="503780" y="785932"/>
                  </a:moveTo>
                  <a:lnTo>
                    <a:pt x="567252" y="794910"/>
                  </a:lnTo>
                  <a:lnTo>
                    <a:pt x="568817" y="728862"/>
                  </a:lnTo>
                  <a:close/>
                  <a:moveTo>
                    <a:pt x="1159266" y="1450375"/>
                  </a:moveTo>
                  <a:lnTo>
                    <a:pt x="1168321" y="1463748"/>
                  </a:lnTo>
                  <a:lnTo>
                    <a:pt x="1189622" y="1468513"/>
                  </a:lnTo>
                  <a:close/>
                  <a:moveTo>
                    <a:pt x="1159266" y="1450375"/>
                  </a:moveTo>
                  <a:lnTo>
                    <a:pt x="1189622" y="1468513"/>
                  </a:lnTo>
                  <a:lnTo>
                    <a:pt x="1208091" y="1431416"/>
                  </a:lnTo>
                  <a:close/>
                  <a:moveTo>
                    <a:pt x="606393" y="725106"/>
                  </a:moveTo>
                  <a:lnTo>
                    <a:pt x="572425" y="727962"/>
                  </a:lnTo>
                  <a:lnTo>
                    <a:pt x="568817" y="728862"/>
                  </a:lnTo>
                  <a:close/>
                  <a:moveTo>
                    <a:pt x="573511" y="728862"/>
                  </a:moveTo>
                  <a:lnTo>
                    <a:pt x="572425" y="727962"/>
                  </a:lnTo>
                  <a:lnTo>
                    <a:pt x="638937" y="756305"/>
                  </a:lnTo>
                  <a:close/>
                  <a:moveTo>
                    <a:pt x="525254" y="602843"/>
                  </a:moveTo>
                  <a:lnTo>
                    <a:pt x="547172" y="677326"/>
                  </a:lnTo>
                  <a:lnTo>
                    <a:pt x="581962" y="633763"/>
                  </a:lnTo>
                  <a:close/>
                  <a:moveTo>
                    <a:pt x="1016882" y="1117061"/>
                  </a:moveTo>
                  <a:lnTo>
                    <a:pt x="1004680" y="1106382"/>
                  </a:lnTo>
                  <a:lnTo>
                    <a:pt x="991736" y="1054162"/>
                  </a:lnTo>
                  <a:close/>
                  <a:moveTo>
                    <a:pt x="506560" y="429812"/>
                  </a:moveTo>
                  <a:lnTo>
                    <a:pt x="536346" y="498622"/>
                  </a:lnTo>
                  <a:lnTo>
                    <a:pt x="575382" y="474261"/>
                  </a:lnTo>
                  <a:close/>
                  <a:moveTo>
                    <a:pt x="1002872" y="1092967"/>
                  </a:moveTo>
                  <a:lnTo>
                    <a:pt x="991736" y="1054162"/>
                  </a:lnTo>
                  <a:lnTo>
                    <a:pt x="1004680" y="1106382"/>
                  </a:lnTo>
                  <a:close/>
                  <a:moveTo>
                    <a:pt x="1045307" y="1008498"/>
                  </a:moveTo>
                  <a:lnTo>
                    <a:pt x="1062676" y="1017337"/>
                  </a:lnTo>
                  <a:lnTo>
                    <a:pt x="1077634" y="1022310"/>
                  </a:lnTo>
                  <a:close/>
                  <a:moveTo>
                    <a:pt x="775298" y="614233"/>
                  </a:moveTo>
                  <a:lnTo>
                    <a:pt x="784307" y="596466"/>
                  </a:lnTo>
                  <a:lnTo>
                    <a:pt x="736072" y="590800"/>
                  </a:lnTo>
                  <a:close/>
                  <a:moveTo>
                    <a:pt x="775298" y="614233"/>
                  </a:moveTo>
                  <a:lnTo>
                    <a:pt x="795580" y="605044"/>
                  </a:lnTo>
                  <a:lnTo>
                    <a:pt x="784307" y="596466"/>
                  </a:lnTo>
                  <a:close/>
                  <a:moveTo>
                    <a:pt x="614990" y="487450"/>
                  </a:moveTo>
                  <a:lnTo>
                    <a:pt x="642850" y="457718"/>
                  </a:lnTo>
                  <a:lnTo>
                    <a:pt x="626571" y="490973"/>
                  </a:lnTo>
                  <a:close/>
                  <a:moveTo>
                    <a:pt x="1384905" y="1199389"/>
                  </a:moveTo>
                  <a:lnTo>
                    <a:pt x="1349128" y="1175927"/>
                  </a:lnTo>
                  <a:lnTo>
                    <a:pt x="1321705" y="1208297"/>
                  </a:lnTo>
                  <a:close/>
                  <a:moveTo>
                    <a:pt x="1275918" y="1211784"/>
                  </a:moveTo>
                  <a:lnTo>
                    <a:pt x="1237012" y="1156933"/>
                  </a:lnTo>
                  <a:lnTo>
                    <a:pt x="1223912" y="1171947"/>
                  </a:lnTo>
                  <a:close/>
                  <a:moveTo>
                    <a:pt x="1275918" y="1211784"/>
                  </a:moveTo>
                  <a:lnTo>
                    <a:pt x="1321705" y="1208297"/>
                  </a:lnTo>
                  <a:lnTo>
                    <a:pt x="1349128" y="1175927"/>
                  </a:lnTo>
                  <a:close/>
                  <a:moveTo>
                    <a:pt x="1301270" y="1171668"/>
                  </a:moveTo>
                  <a:lnTo>
                    <a:pt x="1275918" y="1211784"/>
                  </a:lnTo>
                  <a:lnTo>
                    <a:pt x="1349128" y="1175927"/>
                  </a:lnTo>
                  <a:close/>
                  <a:moveTo>
                    <a:pt x="795580" y="605044"/>
                  </a:moveTo>
                  <a:lnTo>
                    <a:pt x="837009" y="656581"/>
                  </a:lnTo>
                  <a:lnTo>
                    <a:pt x="875071" y="633844"/>
                  </a:lnTo>
                  <a:close/>
                  <a:moveTo>
                    <a:pt x="852419" y="589517"/>
                  </a:moveTo>
                  <a:lnTo>
                    <a:pt x="875071" y="633844"/>
                  </a:lnTo>
                  <a:lnTo>
                    <a:pt x="881965" y="603479"/>
                  </a:lnTo>
                  <a:close/>
                  <a:moveTo>
                    <a:pt x="881965" y="603479"/>
                  </a:moveTo>
                  <a:lnTo>
                    <a:pt x="847631" y="530666"/>
                  </a:lnTo>
                  <a:lnTo>
                    <a:pt x="852419" y="589517"/>
                  </a:lnTo>
                  <a:close/>
                  <a:moveTo>
                    <a:pt x="798810" y="532375"/>
                  </a:moveTo>
                  <a:lnTo>
                    <a:pt x="736072" y="590800"/>
                  </a:lnTo>
                  <a:lnTo>
                    <a:pt x="784307" y="596466"/>
                  </a:lnTo>
                  <a:close/>
                  <a:moveTo>
                    <a:pt x="769847" y="477877"/>
                  </a:moveTo>
                  <a:lnTo>
                    <a:pt x="759430" y="503459"/>
                  </a:lnTo>
                  <a:lnTo>
                    <a:pt x="757252" y="501971"/>
                  </a:lnTo>
                  <a:close/>
                  <a:moveTo>
                    <a:pt x="750849" y="533385"/>
                  </a:moveTo>
                  <a:lnTo>
                    <a:pt x="759430" y="503459"/>
                  </a:lnTo>
                  <a:lnTo>
                    <a:pt x="769847" y="477877"/>
                  </a:lnTo>
                  <a:close/>
                  <a:moveTo>
                    <a:pt x="798810" y="532375"/>
                  </a:moveTo>
                  <a:lnTo>
                    <a:pt x="759430" y="503459"/>
                  </a:lnTo>
                  <a:lnTo>
                    <a:pt x="750849" y="533385"/>
                  </a:lnTo>
                  <a:close/>
                  <a:moveTo>
                    <a:pt x="764178" y="501971"/>
                  </a:moveTo>
                  <a:lnTo>
                    <a:pt x="845989" y="517511"/>
                  </a:lnTo>
                  <a:lnTo>
                    <a:pt x="800802" y="477877"/>
                  </a:lnTo>
                  <a:close/>
                  <a:moveTo>
                    <a:pt x="764178" y="501971"/>
                  </a:moveTo>
                  <a:lnTo>
                    <a:pt x="759430" y="503459"/>
                  </a:lnTo>
                  <a:lnTo>
                    <a:pt x="798810" y="532375"/>
                  </a:lnTo>
                  <a:close/>
                  <a:moveTo>
                    <a:pt x="1412080" y="1191295"/>
                  </a:moveTo>
                  <a:lnTo>
                    <a:pt x="1349128" y="1175927"/>
                  </a:lnTo>
                  <a:lnTo>
                    <a:pt x="1384905" y="1199389"/>
                  </a:lnTo>
                  <a:close/>
                  <a:moveTo>
                    <a:pt x="1359601" y="1133234"/>
                  </a:moveTo>
                  <a:lnTo>
                    <a:pt x="1349128" y="1175927"/>
                  </a:lnTo>
                  <a:lnTo>
                    <a:pt x="1412080" y="1191295"/>
                  </a:lnTo>
                  <a:close/>
                  <a:moveTo>
                    <a:pt x="1411262" y="1129217"/>
                  </a:moveTo>
                  <a:lnTo>
                    <a:pt x="1359601" y="1133234"/>
                  </a:lnTo>
                  <a:lnTo>
                    <a:pt x="1412080" y="1191295"/>
                  </a:lnTo>
                  <a:close/>
                  <a:moveTo>
                    <a:pt x="1411262" y="1129217"/>
                  </a:moveTo>
                  <a:lnTo>
                    <a:pt x="1412080" y="1191295"/>
                  </a:lnTo>
                  <a:lnTo>
                    <a:pt x="1447679" y="1137592"/>
                  </a:lnTo>
                  <a:close/>
                  <a:moveTo>
                    <a:pt x="1359601" y="1133234"/>
                  </a:moveTo>
                  <a:lnTo>
                    <a:pt x="1301270" y="1171668"/>
                  </a:lnTo>
                  <a:lnTo>
                    <a:pt x="1349128" y="1175927"/>
                  </a:lnTo>
                  <a:close/>
                  <a:moveTo>
                    <a:pt x="1354882" y="1074327"/>
                  </a:moveTo>
                  <a:lnTo>
                    <a:pt x="1314714" y="1047257"/>
                  </a:lnTo>
                  <a:lnTo>
                    <a:pt x="1291393" y="1025218"/>
                  </a:lnTo>
                  <a:close/>
                  <a:moveTo>
                    <a:pt x="1247685" y="1022769"/>
                  </a:moveTo>
                  <a:lnTo>
                    <a:pt x="1291393" y="1025218"/>
                  </a:lnTo>
                  <a:lnTo>
                    <a:pt x="1260351" y="1018681"/>
                  </a:lnTo>
                  <a:close/>
                  <a:moveTo>
                    <a:pt x="853456" y="529414"/>
                  </a:moveTo>
                  <a:lnTo>
                    <a:pt x="918689" y="510880"/>
                  </a:lnTo>
                  <a:lnTo>
                    <a:pt x="921983" y="492063"/>
                  </a:lnTo>
                  <a:close/>
                  <a:moveTo>
                    <a:pt x="738693" y="417782"/>
                  </a:moveTo>
                  <a:lnTo>
                    <a:pt x="752979" y="468910"/>
                  </a:lnTo>
                  <a:lnTo>
                    <a:pt x="784512" y="462337"/>
                  </a:lnTo>
                  <a:close/>
                  <a:moveTo>
                    <a:pt x="800802" y="477877"/>
                  </a:moveTo>
                  <a:lnTo>
                    <a:pt x="845989" y="517511"/>
                  </a:lnTo>
                  <a:lnTo>
                    <a:pt x="794458" y="473170"/>
                  </a:lnTo>
                  <a:close/>
                  <a:moveTo>
                    <a:pt x="1209134" y="740397"/>
                  </a:moveTo>
                  <a:lnTo>
                    <a:pt x="1171492" y="726228"/>
                  </a:lnTo>
                  <a:lnTo>
                    <a:pt x="1139439" y="696333"/>
                  </a:lnTo>
                  <a:close/>
                  <a:moveTo>
                    <a:pt x="1133324" y="638561"/>
                  </a:moveTo>
                  <a:lnTo>
                    <a:pt x="1139439" y="696333"/>
                  </a:lnTo>
                  <a:lnTo>
                    <a:pt x="1174090" y="643401"/>
                  </a:lnTo>
                  <a:close/>
                  <a:moveTo>
                    <a:pt x="1427826" y="990265"/>
                  </a:moveTo>
                  <a:lnTo>
                    <a:pt x="1471297" y="930163"/>
                  </a:lnTo>
                  <a:lnTo>
                    <a:pt x="1430639" y="925235"/>
                  </a:lnTo>
                  <a:close/>
                  <a:moveTo>
                    <a:pt x="1430639" y="925235"/>
                  </a:moveTo>
                  <a:lnTo>
                    <a:pt x="1471297" y="930163"/>
                  </a:lnTo>
                  <a:lnTo>
                    <a:pt x="1453405" y="881966"/>
                  </a:lnTo>
                  <a:close/>
                  <a:moveTo>
                    <a:pt x="1299101" y="767980"/>
                  </a:moveTo>
                  <a:lnTo>
                    <a:pt x="1333733" y="777807"/>
                  </a:lnTo>
                  <a:lnTo>
                    <a:pt x="1318752" y="727243"/>
                  </a:lnTo>
                  <a:close/>
                  <a:moveTo>
                    <a:pt x="1243943" y="536111"/>
                  </a:moveTo>
                  <a:lnTo>
                    <a:pt x="1214106" y="548126"/>
                  </a:lnTo>
                  <a:lnTo>
                    <a:pt x="1205143" y="582246"/>
                  </a:lnTo>
                  <a:close/>
                  <a:moveTo>
                    <a:pt x="1277807" y="471577"/>
                  </a:moveTo>
                  <a:lnTo>
                    <a:pt x="1323621" y="535057"/>
                  </a:lnTo>
                  <a:lnTo>
                    <a:pt x="1324373" y="471702"/>
                  </a:lnTo>
                  <a:close/>
                  <a:moveTo>
                    <a:pt x="1136848" y="231777"/>
                  </a:moveTo>
                  <a:lnTo>
                    <a:pt x="1117703" y="212060"/>
                  </a:lnTo>
                  <a:lnTo>
                    <a:pt x="1119223" y="202797"/>
                  </a:lnTo>
                  <a:close/>
                  <a:moveTo>
                    <a:pt x="1411778" y="436386"/>
                  </a:moveTo>
                  <a:lnTo>
                    <a:pt x="1387080" y="468644"/>
                  </a:lnTo>
                  <a:lnTo>
                    <a:pt x="1416419" y="443439"/>
                  </a:lnTo>
                  <a:close/>
                  <a:moveTo>
                    <a:pt x="1411778" y="436386"/>
                  </a:moveTo>
                  <a:lnTo>
                    <a:pt x="1376705" y="460480"/>
                  </a:lnTo>
                  <a:lnTo>
                    <a:pt x="1387080" y="468644"/>
                  </a:lnTo>
                  <a:close/>
                  <a:moveTo>
                    <a:pt x="1083209" y="24094"/>
                  </a:moveTo>
                  <a:lnTo>
                    <a:pt x="1087412" y="99724"/>
                  </a:lnTo>
                  <a:lnTo>
                    <a:pt x="1128524" y="65757"/>
                  </a:lnTo>
                  <a:close/>
                  <a:moveTo>
                    <a:pt x="1411778" y="436386"/>
                  </a:moveTo>
                  <a:lnTo>
                    <a:pt x="1416419" y="443439"/>
                  </a:lnTo>
                  <a:lnTo>
                    <a:pt x="1409044" y="412293"/>
                  </a:lnTo>
                  <a:close/>
                  <a:moveTo>
                    <a:pt x="1336263" y="273807"/>
                  </a:moveTo>
                  <a:lnTo>
                    <a:pt x="1382169" y="315387"/>
                  </a:lnTo>
                  <a:lnTo>
                    <a:pt x="1409892" y="309219"/>
                  </a:lnTo>
                  <a:close/>
                  <a:moveTo>
                    <a:pt x="1139256" y="0"/>
                  </a:moveTo>
                  <a:lnTo>
                    <a:pt x="1128524" y="65757"/>
                  </a:lnTo>
                  <a:lnTo>
                    <a:pt x="1085386" y="74866"/>
                  </a:lnTo>
                  <a:close/>
                  <a:moveTo>
                    <a:pt x="1257670" y="64356"/>
                  </a:moveTo>
                  <a:lnTo>
                    <a:pt x="1298983" y="103073"/>
                  </a:lnTo>
                  <a:lnTo>
                    <a:pt x="1283767" y="90275"/>
                  </a:lnTo>
                  <a:close/>
                </a:path>
              </a:pathLst>
            </a:custGeom>
            <a:solidFill>
              <a:srgbClr val="F1F3F5"/>
            </a:solidFill>
            <a:ln w="1524">
              <a:solidFill>
                <a:srgbClr val="F1F3F5"/>
              </a:solidFill>
            </a:ln>
          </p:spPr>
        </p:sp>
        <p:sp>
          <p:nvSpPr>
            <p:cNvPr id="4281" name="Output_density__4280">
              <a:extLst>
                <a:ext uri="{FF2B5EF4-FFF2-40B4-BE49-F238E27FC236}">
                  <a16:creationId xmlns:a16="http://schemas.microsoft.com/office/drawing/2014/main" id="{D6572E83-FE1A-7E26-AC09-F53A750016D4}"/>
                </a:ext>
              </a:extLst>
            </p:cNvPr>
            <p:cNvSpPr>
              <a:spLocks noGrp="1"/>
            </p:cNvSpPr>
            <p:nvPr/>
          </p:nvSpPr>
          <p:spPr>
            <a:xfrm>
              <a:off x="14974813" y="2320622"/>
              <a:ext cx="1396100" cy="1456738"/>
            </a:xfrm>
            <a:custGeom>
              <a:avLst/>
              <a:gdLst/>
              <a:ahLst/>
              <a:cxnLst/>
              <a:rect l="0" t="0" r="0" b="0"/>
              <a:pathLst>
                <a:path w="1396100" h="1456738">
                  <a:moveTo>
                    <a:pt x="316801" y="1358625"/>
                  </a:moveTo>
                  <a:lnTo>
                    <a:pt x="267809" y="1350128"/>
                  </a:lnTo>
                  <a:lnTo>
                    <a:pt x="278337" y="1349713"/>
                  </a:lnTo>
                  <a:close/>
                  <a:moveTo>
                    <a:pt x="558857" y="1395353"/>
                  </a:moveTo>
                  <a:lnTo>
                    <a:pt x="528638" y="1381938"/>
                  </a:lnTo>
                  <a:lnTo>
                    <a:pt x="509297" y="1419404"/>
                  </a:lnTo>
                  <a:close/>
                  <a:moveTo>
                    <a:pt x="558857" y="1395353"/>
                  </a:moveTo>
                  <a:lnTo>
                    <a:pt x="571096" y="1340885"/>
                  </a:lnTo>
                  <a:lnTo>
                    <a:pt x="530373" y="1363306"/>
                  </a:lnTo>
                  <a:close/>
                  <a:moveTo>
                    <a:pt x="530373" y="1363306"/>
                  </a:moveTo>
                  <a:lnTo>
                    <a:pt x="501029" y="1325914"/>
                  </a:lnTo>
                  <a:lnTo>
                    <a:pt x="528638" y="1381938"/>
                  </a:lnTo>
                  <a:close/>
                  <a:moveTo>
                    <a:pt x="0" y="834643"/>
                  </a:moveTo>
                  <a:lnTo>
                    <a:pt x="19353" y="810322"/>
                  </a:lnTo>
                  <a:lnTo>
                    <a:pt x="42422" y="761674"/>
                  </a:lnTo>
                  <a:close/>
                  <a:moveTo>
                    <a:pt x="727038" y="1439672"/>
                  </a:moveTo>
                  <a:lnTo>
                    <a:pt x="684432" y="1455053"/>
                  </a:lnTo>
                  <a:lnTo>
                    <a:pt x="695522" y="1456738"/>
                  </a:lnTo>
                  <a:close/>
                  <a:moveTo>
                    <a:pt x="727038" y="1439672"/>
                  </a:moveTo>
                  <a:lnTo>
                    <a:pt x="695522" y="1456738"/>
                  </a:lnTo>
                  <a:lnTo>
                    <a:pt x="767846" y="1417570"/>
                  </a:lnTo>
                  <a:close/>
                  <a:moveTo>
                    <a:pt x="501029" y="1325914"/>
                  </a:moveTo>
                  <a:lnTo>
                    <a:pt x="530373" y="1363306"/>
                  </a:lnTo>
                  <a:lnTo>
                    <a:pt x="539019" y="1373498"/>
                  </a:lnTo>
                  <a:close/>
                  <a:moveTo>
                    <a:pt x="750674" y="1393142"/>
                  </a:moveTo>
                  <a:lnTo>
                    <a:pt x="779284" y="1392839"/>
                  </a:lnTo>
                  <a:lnTo>
                    <a:pt x="769068" y="1380800"/>
                  </a:lnTo>
                  <a:close/>
                  <a:moveTo>
                    <a:pt x="767846" y="1417570"/>
                  </a:moveTo>
                  <a:lnTo>
                    <a:pt x="779284" y="1392839"/>
                  </a:lnTo>
                  <a:lnTo>
                    <a:pt x="750674" y="1393142"/>
                  </a:lnTo>
                  <a:close/>
                  <a:moveTo>
                    <a:pt x="727038" y="1439672"/>
                  </a:moveTo>
                  <a:lnTo>
                    <a:pt x="767846" y="1417570"/>
                  </a:lnTo>
                  <a:lnTo>
                    <a:pt x="750674" y="1393142"/>
                  </a:lnTo>
                  <a:close/>
                  <a:moveTo>
                    <a:pt x="779284" y="1392839"/>
                  </a:moveTo>
                  <a:lnTo>
                    <a:pt x="783615" y="1404894"/>
                  </a:lnTo>
                  <a:lnTo>
                    <a:pt x="790789" y="1368451"/>
                  </a:lnTo>
                  <a:close/>
                  <a:moveTo>
                    <a:pt x="769068" y="1380800"/>
                  </a:moveTo>
                  <a:lnTo>
                    <a:pt x="779284" y="1392839"/>
                  </a:lnTo>
                  <a:lnTo>
                    <a:pt x="790789" y="1368451"/>
                  </a:lnTo>
                  <a:close/>
                  <a:moveTo>
                    <a:pt x="769068" y="1380800"/>
                  </a:moveTo>
                  <a:lnTo>
                    <a:pt x="790789" y="1368451"/>
                  </a:lnTo>
                  <a:lnTo>
                    <a:pt x="755127" y="1374496"/>
                  </a:lnTo>
                  <a:close/>
                  <a:moveTo>
                    <a:pt x="838637" y="1319825"/>
                  </a:moveTo>
                  <a:lnTo>
                    <a:pt x="790789" y="1368451"/>
                  </a:lnTo>
                  <a:lnTo>
                    <a:pt x="831068" y="1344372"/>
                  </a:lnTo>
                  <a:close/>
                  <a:moveTo>
                    <a:pt x="838637" y="1319825"/>
                  </a:moveTo>
                  <a:lnTo>
                    <a:pt x="806308" y="1308125"/>
                  </a:lnTo>
                  <a:lnTo>
                    <a:pt x="790789" y="1368451"/>
                  </a:lnTo>
                  <a:close/>
                  <a:moveTo>
                    <a:pt x="397629" y="847795"/>
                  </a:moveTo>
                  <a:lnTo>
                    <a:pt x="415532" y="838811"/>
                  </a:lnTo>
                  <a:lnTo>
                    <a:pt x="434837" y="789803"/>
                  </a:lnTo>
                  <a:close/>
                  <a:moveTo>
                    <a:pt x="170196" y="542291"/>
                  </a:moveTo>
                  <a:lnTo>
                    <a:pt x="179504" y="556214"/>
                  </a:lnTo>
                  <a:lnTo>
                    <a:pt x="186956" y="548010"/>
                  </a:lnTo>
                  <a:close/>
                  <a:moveTo>
                    <a:pt x="179504" y="556214"/>
                  </a:moveTo>
                  <a:lnTo>
                    <a:pt x="170196" y="542291"/>
                  </a:lnTo>
                  <a:lnTo>
                    <a:pt x="142766" y="501848"/>
                  </a:lnTo>
                  <a:close/>
                  <a:moveTo>
                    <a:pt x="653887" y="1047487"/>
                  </a:moveTo>
                  <a:lnTo>
                    <a:pt x="699687" y="980367"/>
                  </a:lnTo>
                  <a:lnTo>
                    <a:pt x="667930" y="971855"/>
                  </a:lnTo>
                  <a:close/>
                  <a:moveTo>
                    <a:pt x="436281" y="781487"/>
                  </a:moveTo>
                  <a:lnTo>
                    <a:pt x="479094" y="766881"/>
                  </a:lnTo>
                  <a:lnTo>
                    <a:pt x="509897" y="747148"/>
                  </a:lnTo>
                  <a:close/>
                  <a:moveTo>
                    <a:pt x="462055" y="742954"/>
                  </a:moveTo>
                  <a:lnTo>
                    <a:pt x="436281" y="781487"/>
                  </a:lnTo>
                  <a:lnTo>
                    <a:pt x="509897" y="747148"/>
                  </a:lnTo>
                  <a:close/>
                  <a:moveTo>
                    <a:pt x="858103" y="1115771"/>
                  </a:moveTo>
                  <a:lnTo>
                    <a:pt x="853463" y="1158300"/>
                  </a:lnTo>
                  <a:lnTo>
                    <a:pt x="872213" y="1126465"/>
                  </a:lnTo>
                  <a:close/>
                  <a:moveTo>
                    <a:pt x="560280" y="760845"/>
                  </a:moveTo>
                  <a:lnTo>
                    <a:pt x="601432" y="741615"/>
                  </a:lnTo>
                  <a:lnTo>
                    <a:pt x="573368" y="756126"/>
                  </a:lnTo>
                  <a:close/>
                  <a:moveTo>
                    <a:pt x="524450" y="666661"/>
                  </a:moveTo>
                  <a:lnTo>
                    <a:pt x="553289" y="638542"/>
                  </a:lnTo>
                  <a:lnTo>
                    <a:pt x="529913" y="627987"/>
                  </a:lnTo>
                  <a:close/>
                  <a:moveTo>
                    <a:pt x="634762" y="618710"/>
                  </a:moveTo>
                  <a:lnTo>
                    <a:pt x="641010" y="618208"/>
                  </a:lnTo>
                  <a:lnTo>
                    <a:pt x="635337" y="614448"/>
                  </a:lnTo>
                  <a:close/>
                  <a:moveTo>
                    <a:pt x="645207" y="614448"/>
                  </a:moveTo>
                  <a:lnTo>
                    <a:pt x="641010" y="618208"/>
                  </a:lnTo>
                  <a:lnTo>
                    <a:pt x="634762" y="618710"/>
                  </a:lnTo>
                  <a:close/>
                  <a:moveTo>
                    <a:pt x="1048646" y="1094228"/>
                  </a:moveTo>
                  <a:lnTo>
                    <a:pt x="1100781" y="1114478"/>
                  </a:lnTo>
                  <a:lnTo>
                    <a:pt x="1084893" y="1094849"/>
                  </a:lnTo>
                  <a:close/>
                  <a:moveTo>
                    <a:pt x="635337" y="614448"/>
                  </a:moveTo>
                  <a:lnTo>
                    <a:pt x="641010" y="618208"/>
                  </a:lnTo>
                  <a:lnTo>
                    <a:pt x="649122" y="607036"/>
                  </a:lnTo>
                  <a:close/>
                  <a:moveTo>
                    <a:pt x="649122" y="607036"/>
                  </a:moveTo>
                  <a:lnTo>
                    <a:pt x="641010" y="618208"/>
                  </a:lnTo>
                  <a:lnTo>
                    <a:pt x="645207" y="614448"/>
                  </a:lnTo>
                  <a:close/>
                  <a:moveTo>
                    <a:pt x="690415" y="590354"/>
                  </a:moveTo>
                  <a:lnTo>
                    <a:pt x="708642" y="596630"/>
                  </a:lnTo>
                  <a:lnTo>
                    <a:pt x="718377" y="597892"/>
                  </a:lnTo>
                  <a:close/>
                  <a:moveTo>
                    <a:pt x="680683" y="591861"/>
                  </a:moveTo>
                  <a:lnTo>
                    <a:pt x="690415" y="590354"/>
                  </a:lnTo>
                  <a:lnTo>
                    <a:pt x="668197" y="584953"/>
                  </a:lnTo>
                  <a:close/>
                  <a:moveTo>
                    <a:pt x="668197" y="584953"/>
                  </a:moveTo>
                  <a:lnTo>
                    <a:pt x="649122" y="607036"/>
                  </a:lnTo>
                  <a:lnTo>
                    <a:pt x="680683" y="591861"/>
                  </a:lnTo>
                  <a:close/>
                  <a:moveTo>
                    <a:pt x="765692" y="600118"/>
                  </a:moveTo>
                  <a:lnTo>
                    <a:pt x="718377" y="597892"/>
                  </a:lnTo>
                  <a:lnTo>
                    <a:pt x="708642" y="596630"/>
                  </a:lnTo>
                  <a:close/>
                  <a:moveTo>
                    <a:pt x="690415" y="590354"/>
                  </a:moveTo>
                  <a:lnTo>
                    <a:pt x="718377" y="597892"/>
                  </a:lnTo>
                  <a:lnTo>
                    <a:pt x="728717" y="580309"/>
                  </a:lnTo>
                  <a:close/>
                  <a:moveTo>
                    <a:pt x="781414" y="575450"/>
                  </a:moveTo>
                  <a:lnTo>
                    <a:pt x="718377" y="597892"/>
                  </a:lnTo>
                  <a:lnTo>
                    <a:pt x="765692" y="600118"/>
                  </a:lnTo>
                  <a:close/>
                  <a:moveTo>
                    <a:pt x="1223650" y="1129386"/>
                  </a:moveTo>
                  <a:lnTo>
                    <a:pt x="1173628" y="1117038"/>
                  </a:lnTo>
                  <a:lnTo>
                    <a:pt x="1134778" y="1105511"/>
                  </a:lnTo>
                  <a:close/>
                  <a:moveTo>
                    <a:pt x="800575" y="434386"/>
                  </a:moveTo>
                  <a:lnTo>
                    <a:pt x="875078" y="474542"/>
                  </a:lnTo>
                  <a:lnTo>
                    <a:pt x="817486" y="483380"/>
                  </a:lnTo>
                  <a:close/>
                  <a:moveTo>
                    <a:pt x="1348801" y="978154"/>
                  </a:moveTo>
                  <a:lnTo>
                    <a:pt x="1353535" y="978869"/>
                  </a:lnTo>
                  <a:lnTo>
                    <a:pt x="1327375" y="962154"/>
                  </a:lnTo>
                  <a:close/>
                  <a:moveTo>
                    <a:pt x="1348801" y="978154"/>
                  </a:moveTo>
                  <a:lnTo>
                    <a:pt x="1396100" y="980318"/>
                  </a:lnTo>
                  <a:lnTo>
                    <a:pt x="1353535" y="978869"/>
                  </a:lnTo>
                  <a:close/>
                  <a:moveTo>
                    <a:pt x="1238234" y="779213"/>
                  </a:moveTo>
                  <a:lnTo>
                    <a:pt x="1230198" y="827292"/>
                  </a:lnTo>
                  <a:lnTo>
                    <a:pt x="1255103" y="802508"/>
                  </a:lnTo>
                  <a:close/>
                  <a:moveTo>
                    <a:pt x="1145555" y="657549"/>
                  </a:moveTo>
                  <a:lnTo>
                    <a:pt x="1162740" y="672682"/>
                  </a:lnTo>
                  <a:lnTo>
                    <a:pt x="1180206" y="604617"/>
                  </a:lnTo>
                  <a:close/>
                  <a:moveTo>
                    <a:pt x="1061150" y="562701"/>
                  </a:moveTo>
                  <a:lnTo>
                    <a:pt x="1112379" y="559035"/>
                  </a:lnTo>
                  <a:lnTo>
                    <a:pt x="1090605" y="576608"/>
                  </a:lnTo>
                  <a:close/>
                  <a:moveTo>
                    <a:pt x="1090605" y="576608"/>
                  </a:moveTo>
                  <a:lnTo>
                    <a:pt x="1139111" y="583286"/>
                  </a:lnTo>
                  <a:lnTo>
                    <a:pt x="1160484" y="528299"/>
                  </a:lnTo>
                  <a:close/>
                  <a:moveTo>
                    <a:pt x="1139111" y="583286"/>
                  </a:moveTo>
                  <a:lnTo>
                    <a:pt x="1178524" y="555967"/>
                  </a:lnTo>
                  <a:lnTo>
                    <a:pt x="1211260" y="543463"/>
                  </a:lnTo>
                  <a:close/>
                  <a:moveTo>
                    <a:pt x="1160484" y="528299"/>
                  </a:moveTo>
                  <a:lnTo>
                    <a:pt x="1139111" y="583286"/>
                  </a:lnTo>
                  <a:lnTo>
                    <a:pt x="1211260" y="543463"/>
                  </a:lnTo>
                  <a:close/>
                  <a:moveTo>
                    <a:pt x="1211260" y="543463"/>
                  </a:moveTo>
                  <a:lnTo>
                    <a:pt x="1220222" y="509343"/>
                  </a:lnTo>
                  <a:lnTo>
                    <a:pt x="1160484" y="528299"/>
                  </a:lnTo>
                  <a:close/>
                  <a:moveTo>
                    <a:pt x="1210632" y="1514"/>
                  </a:moveTo>
                  <a:lnTo>
                    <a:pt x="1149479" y="26930"/>
                  </a:lnTo>
                  <a:lnTo>
                    <a:pt x="1134641" y="26974"/>
                  </a:lnTo>
                  <a:close/>
                  <a:moveTo>
                    <a:pt x="1239939" y="12753"/>
                  </a:moveTo>
                  <a:lnTo>
                    <a:pt x="1263786" y="25573"/>
                  </a:lnTo>
                  <a:lnTo>
                    <a:pt x="1229324" y="0"/>
                  </a:lnTo>
                  <a:close/>
                  <a:moveTo>
                    <a:pt x="1210632" y="1514"/>
                  </a:moveTo>
                  <a:lnTo>
                    <a:pt x="1239939" y="12753"/>
                  </a:lnTo>
                  <a:lnTo>
                    <a:pt x="1229324" y="0"/>
                  </a:lnTo>
                  <a:close/>
                </a:path>
              </a:pathLst>
            </a:custGeom>
            <a:solidFill>
              <a:srgbClr val="EDF0F2"/>
            </a:solidFill>
            <a:ln w="1524">
              <a:solidFill>
                <a:srgbClr val="EDF0F2"/>
              </a:solidFill>
            </a:ln>
          </p:spPr>
        </p:sp>
        <p:sp>
          <p:nvSpPr>
            <p:cNvPr id="4282" name="Output_density__4281">
              <a:extLst>
                <a:ext uri="{FF2B5EF4-FFF2-40B4-BE49-F238E27FC236}">
                  <a16:creationId xmlns:a16="http://schemas.microsoft.com/office/drawing/2014/main" id="{9FC5CF41-5092-C02E-D46E-4E51EE56AA7A}"/>
                </a:ext>
              </a:extLst>
            </p:cNvPr>
            <p:cNvSpPr>
              <a:spLocks noGrp="1"/>
            </p:cNvSpPr>
            <p:nvPr/>
          </p:nvSpPr>
          <p:spPr>
            <a:xfrm>
              <a:off x="14974813" y="2322136"/>
              <a:ext cx="1478038" cy="1455224"/>
            </a:xfrm>
            <a:custGeom>
              <a:avLst/>
              <a:gdLst/>
              <a:ahLst/>
              <a:cxnLst/>
              <a:rect l="0" t="0" r="0" b="0"/>
              <a:pathLst>
                <a:path w="1478038" h="1455224">
                  <a:moveTo>
                    <a:pt x="328112" y="1359622"/>
                  </a:moveTo>
                  <a:lnTo>
                    <a:pt x="359779" y="1372588"/>
                  </a:lnTo>
                  <a:lnTo>
                    <a:pt x="316801" y="1357112"/>
                  </a:lnTo>
                  <a:close/>
                  <a:moveTo>
                    <a:pt x="435193" y="1450405"/>
                  </a:moveTo>
                  <a:lnTo>
                    <a:pt x="509297" y="1417890"/>
                  </a:lnTo>
                  <a:lnTo>
                    <a:pt x="466596" y="1432914"/>
                  </a:lnTo>
                  <a:close/>
                  <a:moveTo>
                    <a:pt x="359779" y="1372588"/>
                  </a:moveTo>
                  <a:lnTo>
                    <a:pt x="379543" y="1362928"/>
                  </a:lnTo>
                  <a:lnTo>
                    <a:pt x="316801" y="1357112"/>
                  </a:lnTo>
                  <a:close/>
                  <a:moveTo>
                    <a:pt x="26061" y="895707"/>
                  </a:moveTo>
                  <a:lnTo>
                    <a:pt x="27564" y="908759"/>
                  </a:lnTo>
                  <a:lnTo>
                    <a:pt x="69585" y="835561"/>
                  </a:lnTo>
                  <a:close/>
                  <a:moveTo>
                    <a:pt x="26061" y="895707"/>
                  </a:moveTo>
                  <a:lnTo>
                    <a:pt x="6116" y="849178"/>
                  </a:lnTo>
                  <a:lnTo>
                    <a:pt x="18634" y="884665"/>
                  </a:lnTo>
                  <a:close/>
                  <a:moveTo>
                    <a:pt x="6116" y="849178"/>
                  </a:moveTo>
                  <a:lnTo>
                    <a:pt x="0" y="833129"/>
                  </a:lnTo>
                  <a:lnTo>
                    <a:pt x="18634" y="884665"/>
                  </a:lnTo>
                  <a:close/>
                  <a:moveTo>
                    <a:pt x="0" y="833129"/>
                  </a:moveTo>
                  <a:lnTo>
                    <a:pt x="6116" y="849178"/>
                  </a:lnTo>
                  <a:lnTo>
                    <a:pt x="19353" y="808808"/>
                  </a:lnTo>
                  <a:close/>
                  <a:moveTo>
                    <a:pt x="42422" y="760160"/>
                  </a:moveTo>
                  <a:lnTo>
                    <a:pt x="79468" y="764784"/>
                  </a:lnTo>
                  <a:lnTo>
                    <a:pt x="47767" y="757498"/>
                  </a:lnTo>
                  <a:close/>
                  <a:moveTo>
                    <a:pt x="19353" y="808808"/>
                  </a:moveTo>
                  <a:lnTo>
                    <a:pt x="72142" y="831503"/>
                  </a:lnTo>
                  <a:lnTo>
                    <a:pt x="42422" y="760160"/>
                  </a:lnTo>
                  <a:close/>
                  <a:moveTo>
                    <a:pt x="47767" y="757498"/>
                  </a:moveTo>
                  <a:lnTo>
                    <a:pt x="79468" y="764784"/>
                  </a:lnTo>
                  <a:lnTo>
                    <a:pt x="44371" y="730055"/>
                  </a:lnTo>
                  <a:close/>
                  <a:moveTo>
                    <a:pt x="695522" y="1455224"/>
                  </a:moveTo>
                  <a:lnTo>
                    <a:pt x="647999" y="1422093"/>
                  </a:lnTo>
                  <a:lnTo>
                    <a:pt x="658836" y="1427474"/>
                  </a:lnTo>
                  <a:close/>
                  <a:moveTo>
                    <a:pt x="684432" y="1453539"/>
                  </a:moveTo>
                  <a:lnTo>
                    <a:pt x="647999" y="1422093"/>
                  </a:lnTo>
                  <a:lnTo>
                    <a:pt x="695522" y="1455224"/>
                  </a:lnTo>
                  <a:close/>
                  <a:moveTo>
                    <a:pt x="571096" y="1339371"/>
                  </a:moveTo>
                  <a:lnTo>
                    <a:pt x="602039" y="1324401"/>
                  </a:lnTo>
                  <a:lnTo>
                    <a:pt x="603192" y="1357795"/>
                  </a:lnTo>
                  <a:close/>
                  <a:moveTo>
                    <a:pt x="413662" y="1209704"/>
                  </a:moveTo>
                  <a:lnTo>
                    <a:pt x="432447" y="1169672"/>
                  </a:lnTo>
                  <a:lnTo>
                    <a:pt x="394100" y="1162865"/>
                  </a:lnTo>
                  <a:close/>
                  <a:moveTo>
                    <a:pt x="684432" y="1453539"/>
                  </a:moveTo>
                  <a:lnTo>
                    <a:pt x="611930" y="1413434"/>
                  </a:lnTo>
                  <a:lnTo>
                    <a:pt x="647999" y="1422093"/>
                  </a:lnTo>
                  <a:close/>
                  <a:moveTo>
                    <a:pt x="442559" y="1018530"/>
                  </a:moveTo>
                  <a:lnTo>
                    <a:pt x="399091" y="970579"/>
                  </a:lnTo>
                  <a:lnTo>
                    <a:pt x="410237" y="991087"/>
                  </a:lnTo>
                  <a:close/>
                  <a:moveTo>
                    <a:pt x="770057" y="1329201"/>
                  </a:moveTo>
                  <a:lnTo>
                    <a:pt x="790789" y="1366937"/>
                  </a:lnTo>
                  <a:lnTo>
                    <a:pt x="806308" y="1306611"/>
                  </a:lnTo>
                  <a:close/>
                  <a:moveTo>
                    <a:pt x="806308" y="1306611"/>
                  </a:moveTo>
                  <a:lnTo>
                    <a:pt x="838637" y="1318311"/>
                  </a:lnTo>
                  <a:lnTo>
                    <a:pt x="806517" y="1290839"/>
                  </a:lnTo>
                  <a:close/>
                  <a:moveTo>
                    <a:pt x="838637" y="1318311"/>
                  </a:moveTo>
                  <a:lnTo>
                    <a:pt x="847878" y="1270806"/>
                  </a:lnTo>
                  <a:lnTo>
                    <a:pt x="806517" y="1290839"/>
                  </a:lnTo>
                  <a:close/>
                  <a:moveTo>
                    <a:pt x="802666" y="1303655"/>
                  </a:moveTo>
                  <a:lnTo>
                    <a:pt x="806308" y="1306611"/>
                  </a:lnTo>
                  <a:lnTo>
                    <a:pt x="806517" y="1290839"/>
                  </a:lnTo>
                  <a:close/>
                  <a:moveTo>
                    <a:pt x="808034" y="1242466"/>
                  </a:moveTo>
                  <a:lnTo>
                    <a:pt x="802666" y="1303655"/>
                  </a:lnTo>
                  <a:lnTo>
                    <a:pt x="806517" y="1290839"/>
                  </a:lnTo>
                  <a:close/>
                  <a:moveTo>
                    <a:pt x="851828" y="1244844"/>
                  </a:moveTo>
                  <a:lnTo>
                    <a:pt x="806517" y="1290839"/>
                  </a:lnTo>
                  <a:lnTo>
                    <a:pt x="847878" y="1270806"/>
                  </a:lnTo>
                  <a:close/>
                  <a:moveTo>
                    <a:pt x="851828" y="1244844"/>
                  </a:moveTo>
                  <a:lnTo>
                    <a:pt x="808034" y="1242466"/>
                  </a:lnTo>
                  <a:lnTo>
                    <a:pt x="806517" y="1290839"/>
                  </a:lnTo>
                  <a:close/>
                  <a:moveTo>
                    <a:pt x="822241" y="1176488"/>
                  </a:moveTo>
                  <a:lnTo>
                    <a:pt x="813859" y="1183391"/>
                  </a:lnTo>
                  <a:lnTo>
                    <a:pt x="846538" y="1186402"/>
                  </a:lnTo>
                  <a:close/>
                  <a:moveTo>
                    <a:pt x="846538" y="1186402"/>
                  </a:moveTo>
                  <a:lnTo>
                    <a:pt x="813859" y="1183391"/>
                  </a:lnTo>
                  <a:lnTo>
                    <a:pt x="808034" y="1242466"/>
                  </a:lnTo>
                  <a:close/>
                  <a:moveTo>
                    <a:pt x="822241" y="1176488"/>
                  </a:moveTo>
                  <a:lnTo>
                    <a:pt x="846538" y="1186402"/>
                  </a:lnTo>
                  <a:lnTo>
                    <a:pt x="853463" y="1156787"/>
                  </a:lnTo>
                  <a:close/>
                  <a:moveTo>
                    <a:pt x="249405" y="577106"/>
                  </a:moveTo>
                  <a:lnTo>
                    <a:pt x="290576" y="584560"/>
                  </a:lnTo>
                  <a:lnTo>
                    <a:pt x="332551" y="610235"/>
                  </a:lnTo>
                  <a:close/>
                  <a:moveTo>
                    <a:pt x="814730" y="1174279"/>
                  </a:moveTo>
                  <a:lnTo>
                    <a:pt x="813859" y="1183391"/>
                  </a:lnTo>
                  <a:lnTo>
                    <a:pt x="822241" y="1176488"/>
                  </a:lnTo>
                  <a:close/>
                  <a:moveTo>
                    <a:pt x="858103" y="1114257"/>
                  </a:moveTo>
                  <a:lnTo>
                    <a:pt x="822241" y="1176488"/>
                  </a:lnTo>
                  <a:lnTo>
                    <a:pt x="853463" y="1156787"/>
                  </a:lnTo>
                  <a:close/>
                  <a:moveTo>
                    <a:pt x="814730" y="1174279"/>
                  </a:moveTo>
                  <a:lnTo>
                    <a:pt x="822241" y="1176488"/>
                  </a:lnTo>
                  <a:lnTo>
                    <a:pt x="858103" y="1114257"/>
                  </a:lnTo>
                  <a:close/>
                  <a:moveTo>
                    <a:pt x="819357" y="1107774"/>
                  </a:moveTo>
                  <a:lnTo>
                    <a:pt x="814730" y="1174279"/>
                  </a:lnTo>
                  <a:lnTo>
                    <a:pt x="858103" y="1114257"/>
                  </a:lnTo>
                  <a:close/>
                  <a:moveTo>
                    <a:pt x="850030" y="1058077"/>
                  </a:moveTo>
                  <a:lnTo>
                    <a:pt x="858103" y="1114257"/>
                  </a:lnTo>
                  <a:lnTo>
                    <a:pt x="872213" y="1124951"/>
                  </a:lnTo>
                  <a:close/>
                  <a:moveTo>
                    <a:pt x="579627" y="688565"/>
                  </a:moveTo>
                  <a:lnTo>
                    <a:pt x="601432" y="740102"/>
                  </a:lnTo>
                  <a:lnTo>
                    <a:pt x="560280" y="759331"/>
                  </a:lnTo>
                  <a:close/>
                  <a:moveTo>
                    <a:pt x="514560" y="701697"/>
                  </a:moveTo>
                  <a:lnTo>
                    <a:pt x="462055" y="741440"/>
                  </a:lnTo>
                  <a:lnTo>
                    <a:pt x="509897" y="745634"/>
                  </a:lnTo>
                  <a:close/>
                  <a:moveTo>
                    <a:pt x="477635" y="693734"/>
                  </a:moveTo>
                  <a:lnTo>
                    <a:pt x="462055" y="741440"/>
                  </a:lnTo>
                  <a:lnTo>
                    <a:pt x="514560" y="701697"/>
                  </a:lnTo>
                  <a:close/>
                  <a:moveTo>
                    <a:pt x="514560" y="701697"/>
                  </a:moveTo>
                  <a:lnTo>
                    <a:pt x="524450" y="665147"/>
                  </a:lnTo>
                  <a:lnTo>
                    <a:pt x="482699" y="683724"/>
                  </a:lnTo>
                  <a:close/>
                  <a:moveTo>
                    <a:pt x="574934" y="688565"/>
                  </a:moveTo>
                  <a:lnTo>
                    <a:pt x="573368" y="754612"/>
                  </a:lnTo>
                  <a:lnTo>
                    <a:pt x="578509" y="740102"/>
                  </a:lnTo>
                  <a:close/>
                  <a:moveTo>
                    <a:pt x="560280" y="759331"/>
                  </a:moveTo>
                  <a:lnTo>
                    <a:pt x="573368" y="754612"/>
                  </a:lnTo>
                  <a:lnTo>
                    <a:pt x="509897" y="745634"/>
                  </a:lnTo>
                  <a:close/>
                  <a:moveTo>
                    <a:pt x="553289" y="637028"/>
                  </a:moveTo>
                  <a:lnTo>
                    <a:pt x="524450" y="665147"/>
                  </a:lnTo>
                  <a:lnTo>
                    <a:pt x="560746" y="639388"/>
                  </a:lnTo>
                  <a:close/>
                  <a:moveTo>
                    <a:pt x="560746" y="639388"/>
                  </a:moveTo>
                  <a:lnTo>
                    <a:pt x="524450" y="665147"/>
                  </a:lnTo>
                  <a:lnTo>
                    <a:pt x="514560" y="701697"/>
                  </a:lnTo>
                  <a:close/>
                  <a:moveTo>
                    <a:pt x="529913" y="626473"/>
                  </a:moveTo>
                  <a:lnTo>
                    <a:pt x="553289" y="637028"/>
                  </a:lnTo>
                  <a:lnTo>
                    <a:pt x="531370" y="562545"/>
                  </a:lnTo>
                  <a:close/>
                  <a:moveTo>
                    <a:pt x="588078" y="593466"/>
                  </a:moveTo>
                  <a:lnTo>
                    <a:pt x="553289" y="637028"/>
                  </a:lnTo>
                  <a:lnTo>
                    <a:pt x="562091" y="631204"/>
                  </a:lnTo>
                  <a:close/>
                  <a:moveTo>
                    <a:pt x="635337" y="612934"/>
                  </a:moveTo>
                  <a:lnTo>
                    <a:pt x="588078" y="593466"/>
                  </a:lnTo>
                  <a:lnTo>
                    <a:pt x="634762" y="617197"/>
                  </a:lnTo>
                  <a:close/>
                  <a:moveTo>
                    <a:pt x="1048646" y="1092714"/>
                  </a:moveTo>
                  <a:lnTo>
                    <a:pt x="1010796" y="1066084"/>
                  </a:lnTo>
                  <a:lnTo>
                    <a:pt x="1022998" y="1076764"/>
                  </a:lnTo>
                  <a:close/>
                  <a:moveTo>
                    <a:pt x="1033317" y="1075181"/>
                  </a:moveTo>
                  <a:lnTo>
                    <a:pt x="1010796" y="1066084"/>
                  </a:lnTo>
                  <a:lnTo>
                    <a:pt x="1048646" y="1092714"/>
                  </a:lnTo>
                  <a:close/>
                  <a:moveTo>
                    <a:pt x="1084893" y="1093335"/>
                  </a:moveTo>
                  <a:lnTo>
                    <a:pt x="1033317" y="1075181"/>
                  </a:lnTo>
                  <a:lnTo>
                    <a:pt x="1048646" y="1092714"/>
                  </a:lnTo>
                  <a:close/>
                  <a:moveTo>
                    <a:pt x="635337" y="612934"/>
                  </a:moveTo>
                  <a:lnTo>
                    <a:pt x="649122" y="605522"/>
                  </a:lnTo>
                  <a:lnTo>
                    <a:pt x="588078" y="593466"/>
                  </a:lnTo>
                  <a:close/>
                  <a:moveTo>
                    <a:pt x="588078" y="593466"/>
                  </a:moveTo>
                  <a:lnTo>
                    <a:pt x="649122" y="605522"/>
                  </a:lnTo>
                  <a:lnTo>
                    <a:pt x="668197" y="583439"/>
                  </a:lnTo>
                  <a:close/>
                  <a:moveTo>
                    <a:pt x="588078" y="593466"/>
                  </a:moveTo>
                  <a:lnTo>
                    <a:pt x="668197" y="583439"/>
                  </a:lnTo>
                  <a:lnTo>
                    <a:pt x="620878" y="581198"/>
                  </a:lnTo>
                  <a:close/>
                  <a:moveTo>
                    <a:pt x="1250294" y="1148791"/>
                  </a:moveTo>
                  <a:lnTo>
                    <a:pt x="1282035" y="1171486"/>
                  </a:lnTo>
                  <a:lnTo>
                    <a:pt x="1230029" y="1131649"/>
                  </a:lnTo>
                  <a:close/>
                  <a:moveTo>
                    <a:pt x="690415" y="588840"/>
                  </a:moveTo>
                  <a:lnTo>
                    <a:pt x="728717" y="578795"/>
                  </a:lnTo>
                  <a:lnTo>
                    <a:pt x="668197" y="583439"/>
                  </a:lnTo>
                  <a:close/>
                  <a:moveTo>
                    <a:pt x="668197" y="583439"/>
                  </a:moveTo>
                  <a:lnTo>
                    <a:pt x="728717" y="578795"/>
                  </a:lnTo>
                  <a:lnTo>
                    <a:pt x="742188" y="550503"/>
                  </a:lnTo>
                  <a:close/>
                  <a:moveTo>
                    <a:pt x="781414" y="573936"/>
                  </a:moveTo>
                  <a:lnTo>
                    <a:pt x="728717" y="578795"/>
                  </a:lnTo>
                  <a:lnTo>
                    <a:pt x="718377" y="596378"/>
                  </a:lnTo>
                  <a:close/>
                  <a:moveTo>
                    <a:pt x="728717" y="578795"/>
                  </a:moveTo>
                  <a:lnTo>
                    <a:pt x="781414" y="573936"/>
                  </a:lnTo>
                  <a:lnTo>
                    <a:pt x="742188" y="550503"/>
                  </a:lnTo>
                  <a:close/>
                  <a:moveTo>
                    <a:pt x="801696" y="564746"/>
                  </a:moveTo>
                  <a:lnTo>
                    <a:pt x="846920" y="621406"/>
                  </a:lnTo>
                  <a:lnTo>
                    <a:pt x="843125" y="616283"/>
                  </a:lnTo>
                  <a:close/>
                  <a:moveTo>
                    <a:pt x="765692" y="598604"/>
                  </a:moveTo>
                  <a:lnTo>
                    <a:pt x="846920" y="621406"/>
                  </a:lnTo>
                  <a:lnTo>
                    <a:pt x="801696" y="564746"/>
                  </a:lnTo>
                  <a:close/>
                  <a:moveTo>
                    <a:pt x="801696" y="564746"/>
                  </a:moveTo>
                  <a:lnTo>
                    <a:pt x="781414" y="573936"/>
                  </a:lnTo>
                  <a:lnTo>
                    <a:pt x="765692" y="598604"/>
                  </a:lnTo>
                  <a:close/>
                  <a:moveTo>
                    <a:pt x="648966" y="417421"/>
                  </a:moveTo>
                  <a:lnTo>
                    <a:pt x="645757" y="410137"/>
                  </a:lnTo>
                  <a:lnTo>
                    <a:pt x="624919" y="421630"/>
                  </a:lnTo>
                  <a:close/>
                  <a:moveTo>
                    <a:pt x="624919" y="421630"/>
                  </a:moveTo>
                  <a:lnTo>
                    <a:pt x="645757" y="410137"/>
                  </a:lnTo>
                  <a:lnTo>
                    <a:pt x="606390" y="392130"/>
                  </a:lnTo>
                  <a:close/>
                  <a:moveTo>
                    <a:pt x="624919" y="421630"/>
                  </a:moveTo>
                  <a:lnTo>
                    <a:pt x="606390" y="392130"/>
                  </a:lnTo>
                  <a:lnTo>
                    <a:pt x="581498" y="433964"/>
                  </a:lnTo>
                  <a:close/>
                  <a:moveTo>
                    <a:pt x="1391021" y="1159092"/>
                  </a:moveTo>
                  <a:lnTo>
                    <a:pt x="1378918" y="1184364"/>
                  </a:lnTo>
                  <a:lnTo>
                    <a:pt x="1411748" y="1172208"/>
                  </a:lnTo>
                  <a:close/>
                  <a:moveTo>
                    <a:pt x="1223650" y="1127873"/>
                  </a:moveTo>
                  <a:lnTo>
                    <a:pt x="1230029" y="1131649"/>
                  </a:lnTo>
                  <a:lnTo>
                    <a:pt x="1243128" y="1116635"/>
                  </a:lnTo>
                  <a:close/>
                  <a:moveTo>
                    <a:pt x="1391021" y="1159092"/>
                  </a:moveTo>
                  <a:lnTo>
                    <a:pt x="1411748" y="1172208"/>
                  </a:lnTo>
                  <a:lnTo>
                    <a:pt x="1418196" y="1150998"/>
                  </a:lnTo>
                  <a:close/>
                  <a:moveTo>
                    <a:pt x="1418196" y="1150998"/>
                  </a:moveTo>
                  <a:lnTo>
                    <a:pt x="1411748" y="1172208"/>
                  </a:lnTo>
                  <a:lnTo>
                    <a:pt x="1440989" y="1159092"/>
                  </a:lnTo>
                  <a:close/>
                  <a:moveTo>
                    <a:pt x="1106798" y="730759"/>
                  </a:moveTo>
                  <a:lnTo>
                    <a:pt x="1133324" y="722705"/>
                  </a:lnTo>
                  <a:lnTo>
                    <a:pt x="1091232" y="712338"/>
                  </a:lnTo>
                  <a:close/>
                  <a:moveTo>
                    <a:pt x="928100" y="451766"/>
                  </a:moveTo>
                  <a:lnTo>
                    <a:pt x="875078" y="473028"/>
                  </a:lnTo>
                  <a:lnTo>
                    <a:pt x="852105" y="477213"/>
                  </a:lnTo>
                  <a:close/>
                  <a:moveTo>
                    <a:pt x="924806" y="470583"/>
                  </a:moveTo>
                  <a:lnTo>
                    <a:pt x="968122" y="473349"/>
                  </a:lnTo>
                  <a:lnTo>
                    <a:pt x="928100" y="451766"/>
                  </a:lnTo>
                  <a:close/>
                  <a:moveTo>
                    <a:pt x="790629" y="422040"/>
                  </a:moveTo>
                  <a:lnTo>
                    <a:pt x="759095" y="428613"/>
                  </a:lnTo>
                  <a:lnTo>
                    <a:pt x="775963" y="437579"/>
                  </a:lnTo>
                  <a:close/>
                  <a:moveTo>
                    <a:pt x="790629" y="422040"/>
                  </a:moveTo>
                  <a:lnTo>
                    <a:pt x="800575" y="432872"/>
                  </a:lnTo>
                  <a:lnTo>
                    <a:pt x="795352" y="413485"/>
                  </a:lnTo>
                  <a:close/>
                  <a:moveTo>
                    <a:pt x="800575" y="432872"/>
                  </a:moveTo>
                  <a:lnTo>
                    <a:pt x="852105" y="477213"/>
                  </a:lnTo>
                  <a:lnTo>
                    <a:pt x="875078" y="473028"/>
                  </a:lnTo>
                  <a:close/>
                  <a:moveTo>
                    <a:pt x="1429831" y="970019"/>
                  </a:moveTo>
                  <a:lnTo>
                    <a:pt x="1460037" y="1029478"/>
                  </a:lnTo>
                  <a:lnTo>
                    <a:pt x="1474032" y="960604"/>
                  </a:lnTo>
                  <a:close/>
                  <a:moveTo>
                    <a:pt x="1398482" y="980388"/>
                  </a:moveTo>
                  <a:lnTo>
                    <a:pt x="1460037" y="1029478"/>
                  </a:lnTo>
                  <a:lnTo>
                    <a:pt x="1429831" y="970019"/>
                  </a:lnTo>
                  <a:close/>
                  <a:moveTo>
                    <a:pt x="1400499" y="977156"/>
                  </a:moveTo>
                  <a:lnTo>
                    <a:pt x="1398482" y="980388"/>
                  </a:lnTo>
                  <a:lnTo>
                    <a:pt x="1429831" y="970019"/>
                  </a:lnTo>
                  <a:close/>
                  <a:moveTo>
                    <a:pt x="1396100" y="978804"/>
                  </a:moveTo>
                  <a:lnTo>
                    <a:pt x="1400499" y="977156"/>
                  </a:lnTo>
                  <a:lnTo>
                    <a:pt x="1353535" y="977355"/>
                  </a:lnTo>
                  <a:close/>
                  <a:moveTo>
                    <a:pt x="1225435" y="817305"/>
                  </a:moveTo>
                  <a:lnTo>
                    <a:pt x="1230198" y="825778"/>
                  </a:lnTo>
                  <a:lnTo>
                    <a:pt x="1238234" y="777700"/>
                  </a:lnTo>
                  <a:close/>
                  <a:moveTo>
                    <a:pt x="1238234" y="777700"/>
                  </a:moveTo>
                  <a:lnTo>
                    <a:pt x="1255103" y="800995"/>
                  </a:lnTo>
                  <a:lnTo>
                    <a:pt x="1286810" y="784641"/>
                  </a:lnTo>
                  <a:close/>
                  <a:moveTo>
                    <a:pt x="1090605" y="575094"/>
                  </a:moveTo>
                  <a:lnTo>
                    <a:pt x="1112379" y="557521"/>
                  </a:lnTo>
                  <a:lnTo>
                    <a:pt x="1139111" y="581772"/>
                  </a:lnTo>
                  <a:close/>
                  <a:moveTo>
                    <a:pt x="928100" y="451766"/>
                  </a:moveTo>
                  <a:lnTo>
                    <a:pt x="967237" y="423420"/>
                  </a:lnTo>
                  <a:lnTo>
                    <a:pt x="988668" y="389392"/>
                  </a:lnTo>
                  <a:close/>
                  <a:moveTo>
                    <a:pt x="1429831" y="970019"/>
                  </a:moveTo>
                  <a:lnTo>
                    <a:pt x="1353535" y="977355"/>
                  </a:lnTo>
                  <a:lnTo>
                    <a:pt x="1400499" y="977156"/>
                  </a:lnTo>
                  <a:close/>
                  <a:moveTo>
                    <a:pt x="1429831" y="970019"/>
                  </a:moveTo>
                  <a:lnTo>
                    <a:pt x="1383153" y="970176"/>
                  </a:lnTo>
                  <a:lnTo>
                    <a:pt x="1353535" y="977355"/>
                  </a:lnTo>
                  <a:close/>
                  <a:moveTo>
                    <a:pt x="1433942" y="949968"/>
                  </a:moveTo>
                  <a:lnTo>
                    <a:pt x="1383153" y="970176"/>
                  </a:lnTo>
                  <a:lnTo>
                    <a:pt x="1429831" y="970019"/>
                  </a:lnTo>
                  <a:close/>
                  <a:moveTo>
                    <a:pt x="1474829" y="954709"/>
                  </a:moveTo>
                  <a:lnTo>
                    <a:pt x="1429831" y="970019"/>
                  </a:lnTo>
                  <a:lnTo>
                    <a:pt x="1474032" y="960604"/>
                  </a:lnTo>
                  <a:close/>
                  <a:moveTo>
                    <a:pt x="1474829" y="954709"/>
                  </a:moveTo>
                  <a:lnTo>
                    <a:pt x="1433942" y="949968"/>
                  </a:lnTo>
                  <a:lnTo>
                    <a:pt x="1429831" y="970019"/>
                  </a:lnTo>
                  <a:close/>
                  <a:moveTo>
                    <a:pt x="1433942" y="949968"/>
                  </a:moveTo>
                  <a:lnTo>
                    <a:pt x="1474829" y="954709"/>
                  </a:lnTo>
                  <a:lnTo>
                    <a:pt x="1477413" y="889865"/>
                  </a:lnTo>
                  <a:close/>
                  <a:moveTo>
                    <a:pt x="1474829" y="954709"/>
                  </a:moveTo>
                  <a:lnTo>
                    <a:pt x="1474032" y="960604"/>
                  </a:lnTo>
                  <a:lnTo>
                    <a:pt x="1478038" y="956294"/>
                  </a:lnTo>
                  <a:close/>
                  <a:moveTo>
                    <a:pt x="1477413" y="889865"/>
                  </a:moveTo>
                  <a:lnTo>
                    <a:pt x="1474829" y="954709"/>
                  </a:lnTo>
                  <a:lnTo>
                    <a:pt x="1478038" y="956294"/>
                  </a:lnTo>
                  <a:close/>
                  <a:moveTo>
                    <a:pt x="1339850" y="737509"/>
                  </a:moveTo>
                  <a:lnTo>
                    <a:pt x="1305217" y="727682"/>
                  </a:lnTo>
                  <a:lnTo>
                    <a:pt x="1286810" y="784641"/>
                  </a:lnTo>
                  <a:close/>
                  <a:moveTo>
                    <a:pt x="1173700" y="507668"/>
                  </a:moveTo>
                  <a:lnTo>
                    <a:pt x="1220222" y="507829"/>
                  </a:lnTo>
                  <a:lnTo>
                    <a:pt x="1218227" y="446707"/>
                  </a:lnTo>
                  <a:close/>
                  <a:moveTo>
                    <a:pt x="1211260" y="541949"/>
                  </a:moveTo>
                  <a:lnTo>
                    <a:pt x="1254252" y="528014"/>
                  </a:lnTo>
                  <a:lnTo>
                    <a:pt x="1250060" y="495814"/>
                  </a:lnTo>
                  <a:close/>
                  <a:moveTo>
                    <a:pt x="1132056" y="138406"/>
                  </a:moveTo>
                  <a:lnTo>
                    <a:pt x="1142964" y="191479"/>
                  </a:lnTo>
                  <a:lnTo>
                    <a:pt x="1125340" y="162500"/>
                  </a:lnTo>
                  <a:close/>
                  <a:moveTo>
                    <a:pt x="1195358" y="26100"/>
                  </a:moveTo>
                  <a:lnTo>
                    <a:pt x="1164798" y="35333"/>
                  </a:lnTo>
                  <a:lnTo>
                    <a:pt x="1185468" y="40819"/>
                  </a:lnTo>
                  <a:close/>
                  <a:moveTo>
                    <a:pt x="1164798" y="35333"/>
                  </a:moveTo>
                  <a:lnTo>
                    <a:pt x="1195358" y="26100"/>
                  </a:lnTo>
                  <a:lnTo>
                    <a:pt x="1210632" y="0"/>
                  </a:lnTo>
                  <a:close/>
                  <a:moveTo>
                    <a:pt x="1134641" y="25460"/>
                  </a:moveTo>
                  <a:lnTo>
                    <a:pt x="1164798" y="35333"/>
                  </a:lnTo>
                  <a:lnTo>
                    <a:pt x="1210632" y="0"/>
                  </a:lnTo>
                  <a:close/>
                  <a:moveTo>
                    <a:pt x="1185468" y="40819"/>
                  </a:moveTo>
                  <a:lnTo>
                    <a:pt x="1239939" y="11239"/>
                  </a:lnTo>
                  <a:lnTo>
                    <a:pt x="1195358" y="26100"/>
                  </a:lnTo>
                  <a:close/>
                  <a:moveTo>
                    <a:pt x="1263786" y="24059"/>
                  </a:moveTo>
                  <a:lnTo>
                    <a:pt x="1239939" y="11239"/>
                  </a:lnTo>
                  <a:lnTo>
                    <a:pt x="1185468" y="40819"/>
                  </a:lnTo>
                  <a:close/>
                  <a:moveTo>
                    <a:pt x="1195358" y="26100"/>
                  </a:moveTo>
                  <a:lnTo>
                    <a:pt x="1239939" y="11239"/>
                  </a:lnTo>
                  <a:lnTo>
                    <a:pt x="1210632" y="0"/>
                  </a:lnTo>
                  <a:close/>
                  <a:moveTo>
                    <a:pt x="1428977" y="12861"/>
                  </a:moveTo>
                  <a:lnTo>
                    <a:pt x="1451688" y="57140"/>
                  </a:lnTo>
                  <a:lnTo>
                    <a:pt x="1464529" y="66124"/>
                  </a:lnTo>
                  <a:close/>
                </a:path>
              </a:pathLst>
            </a:custGeom>
            <a:solidFill>
              <a:srgbClr val="EFF2F3"/>
            </a:solidFill>
            <a:ln w="1524">
              <a:solidFill>
                <a:srgbClr val="EFF2F3"/>
              </a:solidFill>
            </a:ln>
          </p:spPr>
        </p:sp>
        <p:sp>
          <p:nvSpPr>
            <p:cNvPr id="4283" name="Output_density__4282">
              <a:extLst>
                <a:ext uri="{FF2B5EF4-FFF2-40B4-BE49-F238E27FC236}">
                  <a16:creationId xmlns:a16="http://schemas.microsoft.com/office/drawing/2014/main" id="{3EE5F27A-E02B-4FBA-1837-F6B27D01C0B2}"/>
                </a:ext>
              </a:extLst>
            </p:cNvPr>
            <p:cNvSpPr>
              <a:spLocks noGrp="1"/>
            </p:cNvSpPr>
            <p:nvPr/>
          </p:nvSpPr>
          <p:spPr>
            <a:xfrm>
              <a:off x="15048540" y="2210993"/>
              <a:ext cx="1385794" cy="1615123"/>
            </a:xfrm>
            <a:custGeom>
              <a:avLst/>
              <a:gdLst/>
              <a:ahLst/>
              <a:cxnLst/>
              <a:rect l="0" t="0" r="0" b="0"/>
              <a:pathLst>
                <a:path w="1385794" h="1615123">
                  <a:moveTo>
                    <a:pt x="386314" y="1586805"/>
                  </a:moveTo>
                  <a:lnTo>
                    <a:pt x="422515" y="1615123"/>
                  </a:lnTo>
                  <a:lnTo>
                    <a:pt x="429107" y="1575288"/>
                  </a:lnTo>
                  <a:close/>
                  <a:moveTo>
                    <a:pt x="386314" y="1586805"/>
                  </a:moveTo>
                  <a:lnTo>
                    <a:pt x="429107" y="1575288"/>
                  </a:lnTo>
                  <a:lnTo>
                    <a:pt x="361466" y="1561548"/>
                  </a:lnTo>
                  <a:close/>
                  <a:moveTo>
                    <a:pt x="305816" y="1474071"/>
                  </a:moveTo>
                  <a:lnTo>
                    <a:pt x="330649" y="1459637"/>
                  </a:lnTo>
                  <a:lnTo>
                    <a:pt x="321250" y="1450964"/>
                  </a:lnTo>
                  <a:close/>
                  <a:moveTo>
                    <a:pt x="454912" y="1491567"/>
                  </a:moveTo>
                  <a:lnTo>
                    <a:pt x="427302" y="1435544"/>
                  </a:lnTo>
                  <a:lnTo>
                    <a:pt x="390736" y="1443015"/>
                  </a:lnTo>
                  <a:close/>
                  <a:moveTo>
                    <a:pt x="382678" y="1386823"/>
                  </a:moveTo>
                  <a:lnTo>
                    <a:pt x="382423" y="1370101"/>
                  </a:lnTo>
                  <a:lnTo>
                    <a:pt x="332914" y="1359673"/>
                  </a:lnTo>
                  <a:close/>
                  <a:moveTo>
                    <a:pt x="79197" y="971714"/>
                  </a:moveTo>
                  <a:lnTo>
                    <a:pt x="57058" y="987222"/>
                  </a:lnTo>
                  <a:lnTo>
                    <a:pt x="73619" y="984211"/>
                  </a:lnTo>
                  <a:close/>
                  <a:moveTo>
                    <a:pt x="0" y="944272"/>
                  </a:moveTo>
                  <a:lnTo>
                    <a:pt x="57058" y="987222"/>
                  </a:lnTo>
                  <a:lnTo>
                    <a:pt x="79197" y="971714"/>
                  </a:lnTo>
                  <a:close/>
                  <a:moveTo>
                    <a:pt x="73619" y="984211"/>
                  </a:moveTo>
                  <a:lnTo>
                    <a:pt x="49722" y="999573"/>
                  </a:lnTo>
                  <a:lnTo>
                    <a:pt x="79197" y="971714"/>
                  </a:lnTo>
                  <a:close/>
                  <a:moveTo>
                    <a:pt x="339936" y="1320847"/>
                  </a:moveTo>
                  <a:lnTo>
                    <a:pt x="396545" y="1288003"/>
                  </a:lnTo>
                  <a:lnTo>
                    <a:pt x="358720" y="1280815"/>
                  </a:lnTo>
                  <a:close/>
                  <a:moveTo>
                    <a:pt x="378542" y="1220693"/>
                  </a:moveTo>
                  <a:lnTo>
                    <a:pt x="361709" y="1205303"/>
                  </a:lnTo>
                  <a:lnTo>
                    <a:pt x="358720" y="1280815"/>
                  </a:lnTo>
                  <a:close/>
                  <a:moveTo>
                    <a:pt x="358720" y="1280815"/>
                  </a:moveTo>
                  <a:lnTo>
                    <a:pt x="409599" y="1256840"/>
                  </a:lnTo>
                  <a:lnTo>
                    <a:pt x="378542" y="1220693"/>
                  </a:lnTo>
                  <a:close/>
                  <a:moveTo>
                    <a:pt x="358720" y="1280815"/>
                  </a:moveTo>
                  <a:lnTo>
                    <a:pt x="396545" y="1288003"/>
                  </a:lnTo>
                  <a:lnTo>
                    <a:pt x="409599" y="1256840"/>
                  </a:lnTo>
                  <a:close/>
                  <a:moveTo>
                    <a:pt x="361709" y="1205303"/>
                  </a:moveTo>
                  <a:lnTo>
                    <a:pt x="335042" y="1153766"/>
                  </a:lnTo>
                  <a:lnTo>
                    <a:pt x="320880" y="1210853"/>
                  </a:lnTo>
                  <a:close/>
                  <a:moveTo>
                    <a:pt x="74976" y="857622"/>
                  </a:moveTo>
                  <a:lnTo>
                    <a:pt x="1309" y="818563"/>
                  </a:lnTo>
                  <a:lnTo>
                    <a:pt x="34065" y="868641"/>
                  </a:lnTo>
                  <a:close/>
                  <a:moveTo>
                    <a:pt x="361709" y="1205303"/>
                  </a:moveTo>
                  <a:lnTo>
                    <a:pt x="368832" y="1129673"/>
                  </a:lnTo>
                  <a:lnTo>
                    <a:pt x="335042" y="1153766"/>
                  </a:lnTo>
                  <a:close/>
                  <a:moveTo>
                    <a:pt x="368832" y="1129673"/>
                  </a:moveTo>
                  <a:lnTo>
                    <a:pt x="336511" y="1102230"/>
                  </a:lnTo>
                  <a:lnTo>
                    <a:pt x="335042" y="1153766"/>
                  </a:lnTo>
                  <a:close/>
                  <a:moveTo>
                    <a:pt x="110863" y="828446"/>
                  </a:moveTo>
                  <a:lnTo>
                    <a:pt x="116588" y="805098"/>
                  </a:lnTo>
                  <a:lnTo>
                    <a:pt x="119055" y="844547"/>
                  </a:lnTo>
                  <a:close/>
                  <a:moveTo>
                    <a:pt x="145909" y="874944"/>
                  </a:moveTo>
                  <a:lnTo>
                    <a:pt x="191696" y="871459"/>
                  </a:lnTo>
                  <a:lnTo>
                    <a:pt x="168946" y="881951"/>
                  </a:lnTo>
                  <a:close/>
                  <a:moveTo>
                    <a:pt x="478534" y="1008402"/>
                  </a:moveTo>
                  <a:lnTo>
                    <a:pt x="435360" y="1005519"/>
                  </a:lnTo>
                  <a:lnTo>
                    <a:pt x="489478" y="1016309"/>
                  </a:lnTo>
                  <a:close/>
                  <a:moveTo>
                    <a:pt x="112197" y="717380"/>
                  </a:moveTo>
                  <a:lnTo>
                    <a:pt x="177664" y="749378"/>
                  </a:lnTo>
                  <a:lnTo>
                    <a:pt x="167005" y="695301"/>
                  </a:lnTo>
                  <a:close/>
                  <a:moveTo>
                    <a:pt x="112197" y="717380"/>
                  </a:moveTo>
                  <a:lnTo>
                    <a:pt x="142200" y="768917"/>
                  </a:lnTo>
                  <a:lnTo>
                    <a:pt x="177664" y="749378"/>
                  </a:lnTo>
                  <a:close/>
                  <a:moveTo>
                    <a:pt x="217131" y="755274"/>
                  </a:moveTo>
                  <a:lnTo>
                    <a:pt x="202635" y="693286"/>
                  </a:lnTo>
                  <a:lnTo>
                    <a:pt x="167005" y="695301"/>
                  </a:lnTo>
                  <a:close/>
                  <a:moveTo>
                    <a:pt x="167005" y="695301"/>
                  </a:moveTo>
                  <a:lnTo>
                    <a:pt x="202635" y="693286"/>
                  </a:lnTo>
                  <a:lnTo>
                    <a:pt x="167858" y="687210"/>
                  </a:lnTo>
                  <a:close/>
                  <a:moveTo>
                    <a:pt x="625960" y="1089997"/>
                  </a:moveTo>
                  <a:lnTo>
                    <a:pt x="596462" y="1029948"/>
                  </a:lnTo>
                  <a:lnTo>
                    <a:pt x="566627" y="1037508"/>
                  </a:lnTo>
                  <a:close/>
                  <a:moveTo>
                    <a:pt x="528876" y="1028712"/>
                  </a:moveTo>
                  <a:lnTo>
                    <a:pt x="489478" y="1016309"/>
                  </a:lnTo>
                  <a:lnTo>
                    <a:pt x="442281" y="1014526"/>
                  </a:lnTo>
                  <a:close/>
                  <a:moveTo>
                    <a:pt x="528876" y="1028712"/>
                  </a:moveTo>
                  <a:lnTo>
                    <a:pt x="442281" y="1014526"/>
                  </a:lnTo>
                  <a:lnTo>
                    <a:pt x="475612" y="1004243"/>
                  </a:lnTo>
                  <a:close/>
                  <a:moveTo>
                    <a:pt x="528876" y="1028712"/>
                  </a:moveTo>
                  <a:lnTo>
                    <a:pt x="531547" y="1029948"/>
                  </a:lnTo>
                  <a:lnTo>
                    <a:pt x="537892" y="1022644"/>
                  </a:lnTo>
                  <a:close/>
                  <a:moveTo>
                    <a:pt x="489478" y="1016309"/>
                  </a:moveTo>
                  <a:lnTo>
                    <a:pt x="528876" y="1028712"/>
                  </a:lnTo>
                  <a:lnTo>
                    <a:pt x="537892" y="1022644"/>
                  </a:lnTo>
                  <a:close/>
                  <a:moveTo>
                    <a:pt x="588520" y="1077034"/>
                  </a:moveTo>
                  <a:lnTo>
                    <a:pt x="566627" y="1037508"/>
                  </a:lnTo>
                  <a:lnTo>
                    <a:pt x="531547" y="1029948"/>
                  </a:lnTo>
                  <a:close/>
                  <a:moveTo>
                    <a:pt x="202635" y="693286"/>
                  </a:moveTo>
                  <a:lnTo>
                    <a:pt x="216849" y="695703"/>
                  </a:lnTo>
                  <a:lnTo>
                    <a:pt x="175678" y="688249"/>
                  </a:lnTo>
                  <a:close/>
                  <a:moveTo>
                    <a:pt x="167858" y="687210"/>
                  </a:moveTo>
                  <a:lnTo>
                    <a:pt x="202635" y="693286"/>
                  </a:lnTo>
                  <a:lnTo>
                    <a:pt x="175678" y="688249"/>
                  </a:lnTo>
                  <a:close/>
                  <a:moveTo>
                    <a:pt x="208775" y="530616"/>
                  </a:moveTo>
                  <a:lnTo>
                    <a:pt x="131538" y="551415"/>
                  </a:lnTo>
                  <a:lnTo>
                    <a:pt x="164101" y="538264"/>
                  </a:lnTo>
                  <a:close/>
                  <a:moveTo>
                    <a:pt x="731015" y="1168057"/>
                  </a:moveTo>
                  <a:lnTo>
                    <a:pt x="746793" y="1144762"/>
                  </a:lnTo>
                  <a:lnTo>
                    <a:pt x="705375" y="1164584"/>
                  </a:lnTo>
                  <a:close/>
                  <a:moveTo>
                    <a:pt x="731015" y="1168057"/>
                  </a:moveTo>
                  <a:lnTo>
                    <a:pt x="776303" y="1169220"/>
                  </a:lnTo>
                  <a:lnTo>
                    <a:pt x="746793" y="1144762"/>
                  </a:lnTo>
                  <a:close/>
                  <a:moveTo>
                    <a:pt x="501207" y="799708"/>
                  </a:moveTo>
                  <a:lnTo>
                    <a:pt x="440833" y="812840"/>
                  </a:lnTo>
                  <a:lnTo>
                    <a:pt x="436170" y="856777"/>
                  </a:lnTo>
                  <a:close/>
                  <a:moveTo>
                    <a:pt x="501207" y="799708"/>
                  </a:moveTo>
                  <a:lnTo>
                    <a:pt x="501752" y="792401"/>
                  </a:lnTo>
                  <a:lnTo>
                    <a:pt x="487019" y="750531"/>
                  </a:lnTo>
                  <a:close/>
                  <a:moveTo>
                    <a:pt x="440833" y="812840"/>
                  </a:moveTo>
                  <a:lnTo>
                    <a:pt x="501207" y="799708"/>
                  </a:lnTo>
                  <a:lnTo>
                    <a:pt x="487019" y="750531"/>
                  </a:lnTo>
                  <a:close/>
                  <a:moveTo>
                    <a:pt x="501752" y="792401"/>
                  </a:moveTo>
                  <a:lnTo>
                    <a:pt x="505901" y="799708"/>
                  </a:lnTo>
                  <a:lnTo>
                    <a:pt x="487019" y="750531"/>
                  </a:lnTo>
                  <a:close/>
                  <a:moveTo>
                    <a:pt x="208775" y="530616"/>
                  </a:moveTo>
                  <a:lnTo>
                    <a:pt x="164101" y="538264"/>
                  </a:lnTo>
                  <a:lnTo>
                    <a:pt x="246244" y="535804"/>
                  </a:lnTo>
                  <a:close/>
                  <a:moveTo>
                    <a:pt x="258044" y="540148"/>
                  </a:moveTo>
                  <a:lnTo>
                    <a:pt x="261166" y="542025"/>
                  </a:lnTo>
                  <a:lnTo>
                    <a:pt x="282764" y="551669"/>
                  </a:lnTo>
                  <a:close/>
                  <a:moveTo>
                    <a:pt x="298322" y="555842"/>
                  </a:moveTo>
                  <a:lnTo>
                    <a:pt x="282764" y="551669"/>
                  </a:lnTo>
                  <a:lnTo>
                    <a:pt x="261166" y="542025"/>
                  </a:lnTo>
                  <a:close/>
                  <a:moveTo>
                    <a:pt x="1177264" y="1510340"/>
                  </a:moveTo>
                  <a:lnTo>
                    <a:pt x="1140481" y="1502262"/>
                  </a:lnTo>
                  <a:lnTo>
                    <a:pt x="1122012" y="1539359"/>
                  </a:lnTo>
                  <a:close/>
                  <a:moveTo>
                    <a:pt x="457644" y="673688"/>
                  </a:moveTo>
                  <a:lnTo>
                    <a:pt x="514351" y="704609"/>
                  </a:lnTo>
                  <a:lnTo>
                    <a:pt x="461423" y="672541"/>
                  </a:lnTo>
                  <a:close/>
                  <a:moveTo>
                    <a:pt x="369514" y="647340"/>
                  </a:moveTo>
                  <a:lnTo>
                    <a:pt x="401022" y="630244"/>
                  </a:lnTo>
                  <a:lnTo>
                    <a:pt x="457644" y="673688"/>
                  </a:lnTo>
                  <a:close/>
                  <a:moveTo>
                    <a:pt x="372729" y="645098"/>
                  </a:moveTo>
                  <a:lnTo>
                    <a:pt x="369514" y="647340"/>
                  </a:lnTo>
                  <a:lnTo>
                    <a:pt x="457644" y="673688"/>
                  </a:lnTo>
                  <a:close/>
                  <a:moveTo>
                    <a:pt x="388738" y="621004"/>
                  </a:moveTo>
                  <a:lnTo>
                    <a:pt x="367711" y="640597"/>
                  </a:lnTo>
                  <a:lnTo>
                    <a:pt x="330471" y="575627"/>
                  </a:lnTo>
                  <a:close/>
                  <a:moveTo>
                    <a:pt x="398652" y="569468"/>
                  </a:moveTo>
                  <a:lnTo>
                    <a:pt x="367711" y="640597"/>
                  </a:lnTo>
                  <a:lnTo>
                    <a:pt x="372729" y="645098"/>
                  </a:lnTo>
                  <a:close/>
                  <a:moveTo>
                    <a:pt x="923863" y="1136370"/>
                  </a:moveTo>
                  <a:lnTo>
                    <a:pt x="949271" y="1187907"/>
                  </a:lnTo>
                  <a:lnTo>
                    <a:pt x="924125" y="1125008"/>
                  </a:lnTo>
                  <a:close/>
                  <a:moveTo>
                    <a:pt x="977697" y="1079343"/>
                  </a:moveTo>
                  <a:lnTo>
                    <a:pt x="924125" y="1125008"/>
                  </a:lnTo>
                  <a:lnTo>
                    <a:pt x="933501" y="1088779"/>
                  </a:lnTo>
                  <a:close/>
                  <a:moveTo>
                    <a:pt x="507877" y="545502"/>
                  </a:moveTo>
                  <a:lnTo>
                    <a:pt x="468735" y="569468"/>
                  </a:lnTo>
                  <a:lnTo>
                    <a:pt x="461966" y="607431"/>
                  </a:lnTo>
                  <a:close/>
                  <a:moveTo>
                    <a:pt x="461966" y="607431"/>
                  </a:moveTo>
                  <a:lnTo>
                    <a:pt x="468735" y="569468"/>
                  </a:lnTo>
                  <a:lnTo>
                    <a:pt x="447738" y="556256"/>
                  </a:lnTo>
                  <a:close/>
                  <a:moveTo>
                    <a:pt x="447738" y="556256"/>
                  </a:moveTo>
                  <a:lnTo>
                    <a:pt x="468735" y="569468"/>
                  </a:lnTo>
                  <a:lnTo>
                    <a:pt x="438949" y="500658"/>
                  </a:lnTo>
                  <a:close/>
                  <a:moveTo>
                    <a:pt x="438949" y="500658"/>
                  </a:moveTo>
                  <a:lnTo>
                    <a:pt x="507772" y="545107"/>
                  </a:lnTo>
                  <a:lnTo>
                    <a:pt x="457585" y="493837"/>
                  </a:lnTo>
                  <a:close/>
                  <a:moveTo>
                    <a:pt x="438949" y="500658"/>
                  </a:moveTo>
                  <a:lnTo>
                    <a:pt x="457585" y="493837"/>
                  </a:lnTo>
                  <a:lnTo>
                    <a:pt x="445476" y="486872"/>
                  </a:lnTo>
                  <a:close/>
                  <a:moveTo>
                    <a:pt x="935262" y="1163813"/>
                  </a:moveTo>
                  <a:lnTo>
                    <a:pt x="928849" y="1112276"/>
                  </a:lnTo>
                  <a:lnTo>
                    <a:pt x="924125" y="1125008"/>
                  </a:lnTo>
                  <a:close/>
                  <a:moveTo>
                    <a:pt x="1250278" y="1300734"/>
                  </a:moveTo>
                  <a:lnTo>
                    <a:pt x="1199803" y="1303787"/>
                  </a:lnTo>
                  <a:lnTo>
                    <a:pt x="1255172" y="1359498"/>
                  </a:lnTo>
                  <a:close/>
                  <a:moveTo>
                    <a:pt x="962754" y="1063253"/>
                  </a:moveTo>
                  <a:lnTo>
                    <a:pt x="995066" y="1088182"/>
                  </a:lnTo>
                  <a:lnTo>
                    <a:pt x="977697" y="1079343"/>
                  </a:lnTo>
                  <a:close/>
                  <a:moveTo>
                    <a:pt x="933501" y="1088779"/>
                  </a:moveTo>
                  <a:lnTo>
                    <a:pt x="962754" y="1063253"/>
                  </a:lnTo>
                  <a:lnTo>
                    <a:pt x="977697" y="1079343"/>
                  </a:lnTo>
                  <a:close/>
                  <a:moveTo>
                    <a:pt x="769170" y="823725"/>
                  </a:moveTo>
                  <a:lnTo>
                    <a:pt x="759827" y="830918"/>
                  </a:lnTo>
                  <a:lnTo>
                    <a:pt x="791952" y="778963"/>
                  </a:lnTo>
                  <a:close/>
                  <a:moveTo>
                    <a:pt x="572031" y="521280"/>
                  </a:moveTo>
                  <a:lnTo>
                    <a:pt x="575240" y="528564"/>
                  </a:lnTo>
                  <a:lnTo>
                    <a:pt x="547380" y="558296"/>
                  </a:lnTo>
                  <a:close/>
                  <a:moveTo>
                    <a:pt x="485945" y="469743"/>
                  </a:moveTo>
                  <a:lnTo>
                    <a:pt x="507772" y="545107"/>
                  </a:lnTo>
                  <a:lnTo>
                    <a:pt x="532663" y="503273"/>
                  </a:lnTo>
                  <a:close/>
                  <a:moveTo>
                    <a:pt x="485945" y="469743"/>
                  </a:moveTo>
                  <a:lnTo>
                    <a:pt x="457585" y="493837"/>
                  </a:lnTo>
                  <a:lnTo>
                    <a:pt x="507772" y="545107"/>
                  </a:lnTo>
                  <a:close/>
                  <a:moveTo>
                    <a:pt x="457585" y="493837"/>
                  </a:moveTo>
                  <a:lnTo>
                    <a:pt x="485945" y="469743"/>
                  </a:lnTo>
                  <a:lnTo>
                    <a:pt x="445476" y="486872"/>
                  </a:lnTo>
                  <a:close/>
                  <a:moveTo>
                    <a:pt x="922077" y="985109"/>
                  </a:moveTo>
                  <a:lnTo>
                    <a:pt x="917977" y="1004521"/>
                  </a:lnTo>
                  <a:lnTo>
                    <a:pt x="952785" y="1025981"/>
                  </a:lnTo>
                  <a:close/>
                  <a:moveTo>
                    <a:pt x="727970" y="675889"/>
                  </a:moveTo>
                  <a:lnTo>
                    <a:pt x="807460" y="704690"/>
                  </a:lnTo>
                  <a:lnTo>
                    <a:pt x="784809" y="660363"/>
                  </a:lnTo>
                  <a:close/>
                  <a:moveTo>
                    <a:pt x="784809" y="660363"/>
                  </a:moveTo>
                  <a:lnTo>
                    <a:pt x="716696" y="667312"/>
                  </a:lnTo>
                  <a:lnTo>
                    <a:pt x="727970" y="675889"/>
                  </a:lnTo>
                  <a:close/>
                  <a:moveTo>
                    <a:pt x="731200" y="603221"/>
                  </a:moveTo>
                  <a:lnTo>
                    <a:pt x="716696" y="667312"/>
                  </a:lnTo>
                  <a:lnTo>
                    <a:pt x="784809" y="660363"/>
                  </a:lnTo>
                  <a:close/>
                  <a:moveTo>
                    <a:pt x="780021" y="601512"/>
                  </a:moveTo>
                  <a:lnTo>
                    <a:pt x="731200" y="603221"/>
                  </a:lnTo>
                  <a:lnTo>
                    <a:pt x="784809" y="660363"/>
                  </a:lnTo>
                  <a:close/>
                  <a:moveTo>
                    <a:pt x="731200" y="603221"/>
                  </a:moveTo>
                  <a:lnTo>
                    <a:pt x="778378" y="588356"/>
                  </a:lnTo>
                  <a:lnTo>
                    <a:pt x="696568" y="572816"/>
                  </a:lnTo>
                  <a:close/>
                  <a:moveTo>
                    <a:pt x="572031" y="521280"/>
                  </a:moveTo>
                  <a:lnTo>
                    <a:pt x="601120" y="507523"/>
                  </a:lnTo>
                  <a:lnTo>
                    <a:pt x="532663" y="503273"/>
                  </a:lnTo>
                  <a:close/>
                  <a:moveTo>
                    <a:pt x="1291991" y="1204079"/>
                  </a:moveTo>
                  <a:lnTo>
                    <a:pt x="1343651" y="1200062"/>
                  </a:lnTo>
                  <a:lnTo>
                    <a:pt x="1332459" y="1146419"/>
                  </a:lnTo>
                  <a:close/>
                  <a:moveTo>
                    <a:pt x="1291991" y="1204079"/>
                  </a:moveTo>
                  <a:lnTo>
                    <a:pt x="1332459" y="1146419"/>
                  </a:lnTo>
                  <a:lnTo>
                    <a:pt x="1287272" y="1145173"/>
                  </a:lnTo>
                  <a:close/>
                  <a:moveTo>
                    <a:pt x="1380068" y="1208438"/>
                  </a:moveTo>
                  <a:lnTo>
                    <a:pt x="1332459" y="1146419"/>
                  </a:lnTo>
                  <a:lnTo>
                    <a:pt x="1343651" y="1200062"/>
                  </a:lnTo>
                  <a:close/>
                  <a:moveTo>
                    <a:pt x="1236716" y="1148292"/>
                  </a:moveTo>
                  <a:lnTo>
                    <a:pt x="1287272" y="1145173"/>
                  </a:lnTo>
                  <a:lnTo>
                    <a:pt x="1223783" y="1096063"/>
                  </a:lnTo>
                  <a:close/>
                  <a:moveTo>
                    <a:pt x="1287272" y="1145173"/>
                  </a:moveTo>
                  <a:lnTo>
                    <a:pt x="1332459" y="1146419"/>
                  </a:lnTo>
                  <a:lnTo>
                    <a:pt x="1297088" y="1130310"/>
                  </a:lnTo>
                  <a:close/>
                  <a:moveTo>
                    <a:pt x="1030977" y="873849"/>
                  </a:moveTo>
                  <a:lnTo>
                    <a:pt x="1039356" y="865402"/>
                  </a:lnTo>
                  <a:lnTo>
                    <a:pt x="998725" y="888166"/>
                  </a:lnTo>
                  <a:close/>
                  <a:moveTo>
                    <a:pt x="1061935" y="837964"/>
                  </a:moveTo>
                  <a:lnTo>
                    <a:pt x="1059597" y="833848"/>
                  </a:lnTo>
                  <a:lnTo>
                    <a:pt x="1033071" y="841902"/>
                  </a:lnTo>
                  <a:close/>
                  <a:moveTo>
                    <a:pt x="851079" y="581726"/>
                  </a:moveTo>
                  <a:lnTo>
                    <a:pt x="785845" y="600259"/>
                  </a:lnTo>
                  <a:lnTo>
                    <a:pt x="836830" y="632218"/>
                  </a:lnTo>
                  <a:close/>
                  <a:moveTo>
                    <a:pt x="778378" y="588356"/>
                  </a:moveTo>
                  <a:lnTo>
                    <a:pt x="785845" y="600259"/>
                  </a:lnTo>
                  <a:lnTo>
                    <a:pt x="854373" y="562909"/>
                  </a:lnTo>
                  <a:close/>
                  <a:moveTo>
                    <a:pt x="703780" y="473092"/>
                  </a:moveTo>
                  <a:lnTo>
                    <a:pt x="671082" y="488627"/>
                  </a:lnTo>
                  <a:lnTo>
                    <a:pt x="716902" y="533183"/>
                  </a:lnTo>
                  <a:close/>
                  <a:moveTo>
                    <a:pt x="1069556" y="831769"/>
                  </a:moveTo>
                  <a:lnTo>
                    <a:pt x="1017505" y="823481"/>
                  </a:lnTo>
                  <a:lnTo>
                    <a:pt x="1059597" y="833848"/>
                  </a:lnTo>
                  <a:close/>
                  <a:moveTo>
                    <a:pt x="1027681" y="765087"/>
                  </a:moveTo>
                  <a:lnTo>
                    <a:pt x="1017505" y="823481"/>
                  </a:lnTo>
                  <a:lnTo>
                    <a:pt x="1069556" y="831769"/>
                  </a:lnTo>
                  <a:close/>
                  <a:moveTo>
                    <a:pt x="1071828" y="767178"/>
                  </a:moveTo>
                  <a:lnTo>
                    <a:pt x="1027681" y="765087"/>
                  </a:lnTo>
                  <a:lnTo>
                    <a:pt x="1069556" y="831769"/>
                  </a:lnTo>
                  <a:close/>
                  <a:moveTo>
                    <a:pt x="1103881" y="797073"/>
                  </a:moveTo>
                  <a:lnTo>
                    <a:pt x="1141523" y="811242"/>
                  </a:lnTo>
                  <a:lnTo>
                    <a:pt x="1185348" y="792086"/>
                  </a:lnTo>
                  <a:close/>
                  <a:moveTo>
                    <a:pt x="1027681" y="765087"/>
                  </a:moveTo>
                  <a:lnTo>
                    <a:pt x="1071828" y="767178"/>
                  </a:lnTo>
                  <a:lnTo>
                    <a:pt x="1065714" y="709406"/>
                  </a:lnTo>
                  <a:close/>
                  <a:moveTo>
                    <a:pt x="934909" y="576165"/>
                  </a:moveTo>
                  <a:lnTo>
                    <a:pt x="924410" y="560090"/>
                  </a:lnTo>
                  <a:lnTo>
                    <a:pt x="924217" y="514466"/>
                  </a:lnTo>
                  <a:close/>
                  <a:moveTo>
                    <a:pt x="737048" y="338705"/>
                  </a:moveTo>
                  <a:lnTo>
                    <a:pt x="751298" y="345925"/>
                  </a:lnTo>
                  <a:lnTo>
                    <a:pt x="699768" y="315060"/>
                  </a:lnTo>
                  <a:close/>
                  <a:moveTo>
                    <a:pt x="699768" y="315060"/>
                  </a:moveTo>
                  <a:lnTo>
                    <a:pt x="751298" y="345925"/>
                  </a:lnTo>
                  <a:lnTo>
                    <a:pt x="773873" y="355539"/>
                  </a:lnTo>
                  <a:close/>
                  <a:moveTo>
                    <a:pt x="1363029" y="996080"/>
                  </a:moveTo>
                  <a:lnTo>
                    <a:pt x="1385794" y="952812"/>
                  </a:lnTo>
                  <a:lnTo>
                    <a:pt x="1342238" y="950240"/>
                  </a:lnTo>
                  <a:close/>
                  <a:moveTo>
                    <a:pt x="1300736" y="945998"/>
                  </a:moveTo>
                  <a:lnTo>
                    <a:pt x="1363029" y="996080"/>
                  </a:lnTo>
                  <a:lnTo>
                    <a:pt x="1342238" y="950240"/>
                  </a:lnTo>
                  <a:close/>
                  <a:moveTo>
                    <a:pt x="1300736" y="945998"/>
                  </a:moveTo>
                  <a:lnTo>
                    <a:pt x="1342238" y="950240"/>
                  </a:lnTo>
                  <a:lnTo>
                    <a:pt x="1319105" y="942825"/>
                  </a:lnTo>
                  <a:close/>
                  <a:moveTo>
                    <a:pt x="1231491" y="838825"/>
                  </a:moveTo>
                  <a:lnTo>
                    <a:pt x="1164507" y="888843"/>
                  </a:lnTo>
                  <a:lnTo>
                    <a:pt x="1213083" y="895784"/>
                  </a:lnTo>
                  <a:close/>
                  <a:moveTo>
                    <a:pt x="751298" y="345925"/>
                  </a:moveTo>
                  <a:lnTo>
                    <a:pt x="746953" y="339442"/>
                  </a:lnTo>
                  <a:lnTo>
                    <a:pt x="789160" y="358866"/>
                  </a:lnTo>
                  <a:close/>
                  <a:moveTo>
                    <a:pt x="1176333" y="606957"/>
                  </a:moveTo>
                  <a:lnTo>
                    <a:pt x="1157420" y="555420"/>
                  </a:lnTo>
                  <a:lnTo>
                    <a:pt x="1146496" y="618972"/>
                  </a:lnTo>
                  <a:close/>
                  <a:moveTo>
                    <a:pt x="1157420" y="555420"/>
                  </a:moveTo>
                  <a:lnTo>
                    <a:pt x="1144500" y="557850"/>
                  </a:lnTo>
                  <a:lnTo>
                    <a:pt x="1146496" y="618972"/>
                  </a:lnTo>
                  <a:close/>
                  <a:moveTo>
                    <a:pt x="1002939" y="471487"/>
                  </a:moveTo>
                  <a:lnTo>
                    <a:pt x="1043456" y="503883"/>
                  </a:lnTo>
                  <a:lnTo>
                    <a:pt x="1078919" y="510442"/>
                  </a:lnTo>
                  <a:close/>
                  <a:moveTo>
                    <a:pt x="1002939" y="471487"/>
                  </a:moveTo>
                  <a:lnTo>
                    <a:pt x="1078919" y="510442"/>
                  </a:lnTo>
                  <a:lnTo>
                    <a:pt x="1056907" y="465594"/>
                  </a:lnTo>
                  <a:close/>
                  <a:moveTo>
                    <a:pt x="922202" y="248172"/>
                  </a:moveTo>
                  <a:lnTo>
                    <a:pt x="923180" y="240792"/>
                  </a:lnTo>
                  <a:lnTo>
                    <a:pt x="923958" y="270294"/>
                  </a:lnTo>
                  <a:close/>
                  <a:moveTo>
                    <a:pt x="1176333" y="606957"/>
                  </a:moveTo>
                  <a:lnTo>
                    <a:pt x="1173119" y="597327"/>
                  </a:lnTo>
                  <a:lnTo>
                    <a:pt x="1157420" y="555420"/>
                  </a:lnTo>
                  <a:close/>
                  <a:moveTo>
                    <a:pt x="983450" y="173617"/>
                  </a:moveTo>
                  <a:lnTo>
                    <a:pt x="987701" y="172448"/>
                  </a:lnTo>
                  <a:lnTo>
                    <a:pt x="1022920" y="222107"/>
                  </a:lnTo>
                  <a:close/>
                  <a:moveTo>
                    <a:pt x="1268564" y="479789"/>
                  </a:moveTo>
                  <a:lnTo>
                    <a:pt x="1309095" y="531326"/>
                  </a:lnTo>
                  <a:lnTo>
                    <a:pt x="1344168" y="507232"/>
                  </a:lnTo>
                  <a:close/>
                  <a:moveTo>
                    <a:pt x="1314025" y="455696"/>
                  </a:moveTo>
                  <a:lnTo>
                    <a:pt x="1344168" y="507232"/>
                  </a:lnTo>
                  <a:lnTo>
                    <a:pt x="1341434" y="483138"/>
                  </a:lnTo>
                  <a:close/>
                  <a:moveTo>
                    <a:pt x="1310538" y="404159"/>
                  </a:moveTo>
                  <a:lnTo>
                    <a:pt x="1344138" y="431602"/>
                  </a:lnTo>
                  <a:lnTo>
                    <a:pt x="1342282" y="380065"/>
                  </a:lnTo>
                  <a:close/>
                  <a:moveTo>
                    <a:pt x="1231373" y="173919"/>
                  </a:moveTo>
                  <a:lnTo>
                    <a:pt x="1210357" y="211092"/>
                  </a:lnTo>
                  <a:lnTo>
                    <a:pt x="1216157" y="161120"/>
                  </a:lnTo>
                  <a:close/>
                  <a:moveTo>
                    <a:pt x="1192901" y="10930"/>
                  </a:moveTo>
                  <a:lnTo>
                    <a:pt x="1236683" y="46751"/>
                  </a:lnTo>
                  <a:lnTo>
                    <a:pt x="1182813" y="0"/>
                  </a:lnTo>
                  <a:close/>
                  <a:moveTo>
                    <a:pt x="1276029" y="74194"/>
                  </a:moveTo>
                  <a:lnTo>
                    <a:pt x="1283377" y="81710"/>
                  </a:lnTo>
                  <a:lnTo>
                    <a:pt x="1215231" y="36387"/>
                  </a:lnTo>
                  <a:close/>
                  <a:moveTo>
                    <a:pt x="1215231" y="36387"/>
                  </a:moveTo>
                  <a:lnTo>
                    <a:pt x="1283377" y="81710"/>
                  </a:lnTo>
                  <a:lnTo>
                    <a:pt x="1236683" y="46751"/>
                  </a:lnTo>
                  <a:close/>
                  <a:moveTo>
                    <a:pt x="1236683" y="46751"/>
                  </a:moveTo>
                  <a:lnTo>
                    <a:pt x="1283377" y="81710"/>
                  </a:lnTo>
                  <a:lnTo>
                    <a:pt x="1256478" y="73955"/>
                  </a:lnTo>
                  <a:close/>
                  <a:moveTo>
                    <a:pt x="1215231" y="36387"/>
                  </a:moveTo>
                  <a:lnTo>
                    <a:pt x="1236683" y="46751"/>
                  </a:lnTo>
                  <a:lnTo>
                    <a:pt x="1192901" y="10930"/>
                  </a:lnTo>
                  <a:close/>
                </a:path>
              </a:pathLst>
            </a:custGeom>
            <a:solidFill>
              <a:srgbClr val="F2F4F6"/>
            </a:solidFill>
            <a:ln w="1524">
              <a:solidFill>
                <a:srgbClr val="F2F4F6"/>
              </a:solidFill>
            </a:ln>
          </p:spPr>
        </p:sp>
        <p:sp>
          <p:nvSpPr>
            <p:cNvPr id="4284" name="Output_density__4283">
              <a:extLst>
                <a:ext uri="{FF2B5EF4-FFF2-40B4-BE49-F238E27FC236}">
                  <a16:creationId xmlns:a16="http://schemas.microsoft.com/office/drawing/2014/main" id="{F84301FF-E141-3454-627A-928BB367AF6B}"/>
                </a:ext>
              </a:extLst>
            </p:cNvPr>
            <p:cNvSpPr>
              <a:spLocks noGrp="1"/>
            </p:cNvSpPr>
            <p:nvPr/>
          </p:nvSpPr>
          <p:spPr>
            <a:xfrm>
              <a:off x="15022579" y="2322136"/>
              <a:ext cx="1496641" cy="1393839"/>
            </a:xfrm>
            <a:custGeom>
              <a:avLst/>
              <a:gdLst/>
              <a:ahLst/>
              <a:cxnLst/>
              <a:rect l="0" t="0" r="0" b="0"/>
              <a:pathLst>
                <a:path w="1496641" h="1393839">
                  <a:moveTo>
                    <a:pt x="480872" y="1380424"/>
                  </a:moveTo>
                  <a:lnTo>
                    <a:pt x="511090" y="1393839"/>
                  </a:lnTo>
                  <a:lnTo>
                    <a:pt x="482607" y="1361792"/>
                  </a:lnTo>
                  <a:close/>
                  <a:moveTo>
                    <a:pt x="482607" y="1361792"/>
                  </a:moveTo>
                  <a:lnTo>
                    <a:pt x="523330" y="1339371"/>
                  </a:lnTo>
                  <a:lnTo>
                    <a:pt x="491252" y="1371984"/>
                  </a:lnTo>
                  <a:close/>
                  <a:moveTo>
                    <a:pt x="0" y="757498"/>
                  </a:moveTo>
                  <a:lnTo>
                    <a:pt x="27783" y="705226"/>
                  </a:lnTo>
                  <a:lnTo>
                    <a:pt x="36795" y="681867"/>
                  </a:lnTo>
                  <a:close/>
                  <a:moveTo>
                    <a:pt x="54792" y="630331"/>
                  </a:moveTo>
                  <a:lnTo>
                    <a:pt x="84399" y="571695"/>
                  </a:lnTo>
                  <a:lnTo>
                    <a:pt x="89333" y="554700"/>
                  </a:lnTo>
                  <a:close/>
                  <a:moveTo>
                    <a:pt x="372275" y="759034"/>
                  </a:moveTo>
                  <a:lnTo>
                    <a:pt x="387071" y="788289"/>
                  </a:lnTo>
                  <a:lnTo>
                    <a:pt x="388514" y="779974"/>
                  </a:lnTo>
                  <a:close/>
                  <a:moveTo>
                    <a:pt x="372275" y="759034"/>
                  </a:moveTo>
                  <a:lnTo>
                    <a:pt x="388514" y="779974"/>
                  </a:lnTo>
                  <a:lnTo>
                    <a:pt x="414289" y="741440"/>
                  </a:lnTo>
                  <a:close/>
                  <a:moveTo>
                    <a:pt x="660875" y="595116"/>
                  </a:moveTo>
                  <a:lnTo>
                    <a:pt x="642649" y="588840"/>
                  </a:lnTo>
                  <a:lnTo>
                    <a:pt x="632917" y="590347"/>
                  </a:lnTo>
                  <a:close/>
                  <a:moveTo>
                    <a:pt x="1172717" y="846233"/>
                  </a:moveTo>
                  <a:lnTo>
                    <a:pt x="1182431" y="825778"/>
                  </a:lnTo>
                  <a:lnTo>
                    <a:pt x="1177668" y="817305"/>
                  </a:lnTo>
                  <a:close/>
                  <a:moveTo>
                    <a:pt x="999039" y="586010"/>
                  </a:moveTo>
                  <a:lnTo>
                    <a:pt x="1013383" y="561187"/>
                  </a:lnTo>
                  <a:lnTo>
                    <a:pt x="1042839" y="575094"/>
                  </a:lnTo>
                  <a:close/>
                  <a:moveTo>
                    <a:pt x="1292083" y="737509"/>
                  </a:moveTo>
                  <a:lnTo>
                    <a:pt x="1239043" y="784641"/>
                  </a:lnTo>
                  <a:lnTo>
                    <a:pt x="1283409" y="775841"/>
                  </a:lnTo>
                  <a:close/>
                  <a:moveTo>
                    <a:pt x="1163493" y="541949"/>
                  </a:moveTo>
                  <a:lnTo>
                    <a:pt x="1130757" y="554453"/>
                  </a:lnTo>
                  <a:lnTo>
                    <a:pt x="1206486" y="528014"/>
                  </a:lnTo>
                  <a:close/>
                  <a:moveTo>
                    <a:pt x="1458604" y="447626"/>
                  </a:moveTo>
                  <a:lnTo>
                    <a:pt x="1488278" y="423532"/>
                  </a:lnTo>
                  <a:lnTo>
                    <a:pt x="1468897" y="445496"/>
                  </a:lnTo>
                  <a:close/>
                  <a:moveTo>
                    <a:pt x="1145315" y="11239"/>
                  </a:moveTo>
                  <a:lnTo>
                    <a:pt x="1101713" y="25416"/>
                  </a:lnTo>
                  <a:lnTo>
                    <a:pt x="1162865" y="0"/>
                  </a:lnTo>
                  <a:close/>
                  <a:moveTo>
                    <a:pt x="1488278" y="423532"/>
                  </a:moveTo>
                  <a:lnTo>
                    <a:pt x="1496641" y="374551"/>
                  </a:lnTo>
                  <a:lnTo>
                    <a:pt x="1486323" y="404589"/>
                  </a:lnTo>
                  <a:close/>
                </a:path>
              </a:pathLst>
            </a:custGeom>
            <a:solidFill>
              <a:srgbClr val="ECEFF1"/>
            </a:solidFill>
            <a:ln w="1524">
              <a:solidFill>
                <a:srgbClr val="ECEFF1"/>
              </a:solidFill>
            </a:ln>
          </p:spPr>
        </p:sp>
        <p:sp>
          <p:nvSpPr>
            <p:cNvPr id="4285" name="Output_density__4284">
              <a:extLst>
                <a:ext uri="{FF2B5EF4-FFF2-40B4-BE49-F238E27FC236}">
                  <a16:creationId xmlns:a16="http://schemas.microsoft.com/office/drawing/2014/main" id="{CCC286E0-221D-691A-72EF-352D1E2BAF9F}"/>
                </a:ext>
              </a:extLst>
            </p:cNvPr>
            <p:cNvSpPr>
              <a:spLocks noGrp="1"/>
            </p:cNvSpPr>
            <p:nvPr/>
          </p:nvSpPr>
          <p:spPr>
            <a:xfrm>
              <a:off x="15082604" y="2210172"/>
              <a:ext cx="1217819" cy="1443836"/>
            </a:xfrm>
            <a:custGeom>
              <a:avLst/>
              <a:gdLst/>
              <a:ahLst/>
              <a:cxnLst/>
              <a:rect l="0" t="0" r="0" b="0"/>
              <a:pathLst>
                <a:path w="1217819" h="1443836">
                  <a:moveTo>
                    <a:pt x="393237" y="1436365"/>
                  </a:moveTo>
                  <a:lnTo>
                    <a:pt x="359752" y="1384828"/>
                  </a:lnTo>
                  <a:lnTo>
                    <a:pt x="356671" y="1443836"/>
                  </a:lnTo>
                  <a:close/>
                  <a:moveTo>
                    <a:pt x="0" y="869462"/>
                  </a:moveTo>
                  <a:lnTo>
                    <a:pt x="42596" y="919816"/>
                  </a:lnTo>
                  <a:lnTo>
                    <a:pt x="40911" y="858443"/>
                  </a:lnTo>
                  <a:close/>
                  <a:moveTo>
                    <a:pt x="0" y="869462"/>
                  </a:moveTo>
                  <a:lnTo>
                    <a:pt x="38051" y="920999"/>
                  </a:lnTo>
                  <a:lnTo>
                    <a:pt x="42596" y="919816"/>
                  </a:lnTo>
                  <a:close/>
                  <a:moveTo>
                    <a:pt x="84990" y="845368"/>
                  </a:moveTo>
                  <a:lnTo>
                    <a:pt x="56659" y="793832"/>
                  </a:lnTo>
                  <a:lnTo>
                    <a:pt x="40911" y="858443"/>
                  </a:lnTo>
                  <a:close/>
                  <a:moveTo>
                    <a:pt x="84990" y="845368"/>
                  </a:moveTo>
                  <a:lnTo>
                    <a:pt x="108135" y="769738"/>
                  </a:lnTo>
                  <a:lnTo>
                    <a:pt x="56659" y="793832"/>
                  </a:lnTo>
                  <a:close/>
                  <a:moveTo>
                    <a:pt x="382941" y="1054864"/>
                  </a:moveTo>
                  <a:lnTo>
                    <a:pt x="408216" y="1015347"/>
                  </a:lnTo>
                  <a:lnTo>
                    <a:pt x="362376" y="1062741"/>
                  </a:lnTo>
                  <a:close/>
                  <a:moveTo>
                    <a:pt x="296406" y="576449"/>
                  </a:moveTo>
                  <a:lnTo>
                    <a:pt x="345163" y="574793"/>
                  </a:lnTo>
                  <a:lnTo>
                    <a:pt x="309623" y="551599"/>
                  </a:lnTo>
                  <a:close/>
                  <a:moveTo>
                    <a:pt x="309623" y="551599"/>
                  </a:moveTo>
                  <a:lnTo>
                    <a:pt x="345163" y="574793"/>
                  </a:lnTo>
                  <a:lnTo>
                    <a:pt x="315360" y="542846"/>
                  </a:lnTo>
                  <a:close/>
                  <a:moveTo>
                    <a:pt x="315360" y="542846"/>
                  </a:moveTo>
                  <a:lnTo>
                    <a:pt x="345163" y="574793"/>
                  </a:lnTo>
                  <a:lnTo>
                    <a:pt x="364587" y="570289"/>
                  </a:lnTo>
                  <a:close/>
                  <a:moveTo>
                    <a:pt x="315360" y="542846"/>
                  </a:moveTo>
                  <a:lnTo>
                    <a:pt x="364587" y="570289"/>
                  </a:lnTo>
                  <a:lnTo>
                    <a:pt x="360198" y="518753"/>
                  </a:lnTo>
                  <a:close/>
                  <a:moveTo>
                    <a:pt x="380347" y="621826"/>
                  </a:moveTo>
                  <a:lnTo>
                    <a:pt x="421620" y="660761"/>
                  </a:lnTo>
                  <a:lnTo>
                    <a:pt x="427902" y="608252"/>
                  </a:lnTo>
                  <a:close/>
                  <a:moveTo>
                    <a:pt x="364587" y="570289"/>
                  </a:moveTo>
                  <a:lnTo>
                    <a:pt x="427902" y="608252"/>
                  </a:lnTo>
                  <a:lnTo>
                    <a:pt x="413673" y="557077"/>
                  </a:lnTo>
                  <a:close/>
                  <a:moveTo>
                    <a:pt x="364587" y="570289"/>
                  </a:moveTo>
                  <a:lnTo>
                    <a:pt x="380347" y="621826"/>
                  </a:lnTo>
                  <a:lnTo>
                    <a:pt x="427902" y="608252"/>
                  </a:lnTo>
                  <a:close/>
                  <a:moveTo>
                    <a:pt x="427902" y="608252"/>
                  </a:moveTo>
                  <a:lnTo>
                    <a:pt x="447339" y="597732"/>
                  </a:lnTo>
                  <a:lnTo>
                    <a:pt x="473812" y="546323"/>
                  </a:lnTo>
                  <a:close/>
                  <a:moveTo>
                    <a:pt x="360198" y="518753"/>
                  </a:moveTo>
                  <a:lnTo>
                    <a:pt x="364587" y="570289"/>
                  </a:lnTo>
                  <a:lnTo>
                    <a:pt x="413673" y="557077"/>
                  </a:lnTo>
                  <a:close/>
                  <a:moveTo>
                    <a:pt x="327357" y="467216"/>
                  </a:moveTo>
                  <a:lnTo>
                    <a:pt x="360198" y="518753"/>
                  </a:lnTo>
                  <a:lnTo>
                    <a:pt x="368730" y="443122"/>
                  </a:lnTo>
                  <a:close/>
                  <a:moveTo>
                    <a:pt x="313343" y="415679"/>
                  </a:moveTo>
                  <a:lnTo>
                    <a:pt x="327357" y="467216"/>
                  </a:lnTo>
                  <a:lnTo>
                    <a:pt x="368730" y="443122"/>
                  </a:lnTo>
                  <a:close/>
                  <a:moveTo>
                    <a:pt x="313343" y="415679"/>
                  </a:moveTo>
                  <a:lnTo>
                    <a:pt x="368730" y="443122"/>
                  </a:lnTo>
                  <a:lnTo>
                    <a:pt x="363413" y="391585"/>
                  </a:lnTo>
                  <a:close/>
                  <a:moveTo>
                    <a:pt x="1130944" y="1319244"/>
                  </a:moveTo>
                  <a:lnTo>
                    <a:pt x="1165738" y="1304609"/>
                  </a:lnTo>
                  <a:lnTo>
                    <a:pt x="1140452" y="1292011"/>
                  </a:lnTo>
                  <a:close/>
                  <a:moveTo>
                    <a:pt x="417213" y="419028"/>
                  </a:moveTo>
                  <a:lnTo>
                    <a:pt x="368730" y="443122"/>
                  </a:lnTo>
                  <a:lnTo>
                    <a:pt x="411411" y="487694"/>
                  </a:lnTo>
                  <a:close/>
                  <a:moveTo>
                    <a:pt x="363413" y="391585"/>
                  </a:moveTo>
                  <a:lnTo>
                    <a:pt x="419803" y="384170"/>
                  </a:lnTo>
                  <a:lnTo>
                    <a:pt x="409297" y="372406"/>
                  </a:lnTo>
                  <a:close/>
                  <a:moveTo>
                    <a:pt x="417213" y="419028"/>
                  </a:moveTo>
                  <a:lnTo>
                    <a:pt x="419803" y="384170"/>
                  </a:lnTo>
                  <a:lnTo>
                    <a:pt x="363413" y="391585"/>
                  </a:lnTo>
                  <a:close/>
                  <a:moveTo>
                    <a:pt x="368730" y="443122"/>
                  </a:moveTo>
                  <a:lnTo>
                    <a:pt x="417213" y="419028"/>
                  </a:lnTo>
                  <a:lnTo>
                    <a:pt x="363413" y="391585"/>
                  </a:lnTo>
                  <a:close/>
                  <a:moveTo>
                    <a:pt x="378744" y="365555"/>
                  </a:moveTo>
                  <a:lnTo>
                    <a:pt x="363413" y="391585"/>
                  </a:lnTo>
                  <a:lnTo>
                    <a:pt x="409297" y="372406"/>
                  </a:lnTo>
                  <a:close/>
                  <a:moveTo>
                    <a:pt x="453992" y="337318"/>
                  </a:moveTo>
                  <a:lnTo>
                    <a:pt x="409297" y="372406"/>
                  </a:lnTo>
                  <a:lnTo>
                    <a:pt x="429861" y="367491"/>
                  </a:lnTo>
                  <a:close/>
                  <a:moveTo>
                    <a:pt x="378744" y="365555"/>
                  </a:moveTo>
                  <a:lnTo>
                    <a:pt x="409297" y="372406"/>
                  </a:lnTo>
                  <a:lnTo>
                    <a:pt x="453992" y="337318"/>
                  </a:lnTo>
                  <a:close/>
                  <a:moveTo>
                    <a:pt x="409297" y="372406"/>
                  </a:moveTo>
                  <a:lnTo>
                    <a:pt x="419803" y="384170"/>
                  </a:lnTo>
                  <a:lnTo>
                    <a:pt x="429861" y="367491"/>
                  </a:lnTo>
                  <a:close/>
                  <a:moveTo>
                    <a:pt x="489738" y="344991"/>
                  </a:moveTo>
                  <a:lnTo>
                    <a:pt x="429861" y="367491"/>
                  </a:lnTo>
                  <a:lnTo>
                    <a:pt x="492138" y="345041"/>
                  </a:lnTo>
                  <a:close/>
                  <a:moveTo>
                    <a:pt x="429861" y="367491"/>
                  </a:moveTo>
                  <a:lnTo>
                    <a:pt x="419803" y="384170"/>
                  </a:lnTo>
                  <a:lnTo>
                    <a:pt x="492138" y="345041"/>
                  </a:lnTo>
                  <a:close/>
                  <a:moveTo>
                    <a:pt x="453992" y="337318"/>
                  </a:moveTo>
                  <a:lnTo>
                    <a:pt x="429861" y="367491"/>
                  </a:lnTo>
                  <a:lnTo>
                    <a:pt x="489738" y="344991"/>
                  </a:lnTo>
                  <a:close/>
                  <a:moveTo>
                    <a:pt x="453992" y="337318"/>
                  </a:moveTo>
                  <a:lnTo>
                    <a:pt x="489738" y="344991"/>
                  </a:lnTo>
                  <a:lnTo>
                    <a:pt x="461617" y="315955"/>
                  </a:lnTo>
                  <a:close/>
                  <a:moveTo>
                    <a:pt x="461617" y="315955"/>
                  </a:moveTo>
                  <a:lnTo>
                    <a:pt x="489738" y="344991"/>
                  </a:lnTo>
                  <a:lnTo>
                    <a:pt x="492847" y="343397"/>
                  </a:lnTo>
                  <a:close/>
                  <a:moveTo>
                    <a:pt x="461617" y="315955"/>
                  </a:moveTo>
                  <a:lnTo>
                    <a:pt x="492847" y="343397"/>
                  </a:lnTo>
                  <a:lnTo>
                    <a:pt x="503715" y="291861"/>
                  </a:lnTo>
                  <a:close/>
                  <a:moveTo>
                    <a:pt x="489738" y="344991"/>
                  </a:moveTo>
                  <a:lnTo>
                    <a:pt x="492138" y="345041"/>
                  </a:lnTo>
                  <a:lnTo>
                    <a:pt x="492847" y="343397"/>
                  </a:lnTo>
                  <a:close/>
                  <a:moveTo>
                    <a:pt x="1025532" y="834670"/>
                  </a:moveTo>
                  <a:lnTo>
                    <a:pt x="1027870" y="838786"/>
                  </a:lnTo>
                  <a:lnTo>
                    <a:pt x="996912" y="874670"/>
                  </a:lnTo>
                  <a:close/>
                  <a:moveTo>
                    <a:pt x="503715" y="291861"/>
                  </a:moveTo>
                  <a:lnTo>
                    <a:pt x="567716" y="318040"/>
                  </a:lnTo>
                  <a:lnTo>
                    <a:pt x="538958" y="280216"/>
                  </a:lnTo>
                  <a:close/>
                  <a:moveTo>
                    <a:pt x="567238" y="319304"/>
                  </a:moveTo>
                  <a:lnTo>
                    <a:pt x="567716" y="318040"/>
                  </a:lnTo>
                  <a:lnTo>
                    <a:pt x="503715" y="291861"/>
                  </a:lnTo>
                  <a:close/>
                  <a:moveTo>
                    <a:pt x="492847" y="343397"/>
                  </a:moveTo>
                  <a:lnTo>
                    <a:pt x="567238" y="319304"/>
                  </a:lnTo>
                  <a:lnTo>
                    <a:pt x="503715" y="291861"/>
                  </a:lnTo>
                  <a:close/>
                  <a:moveTo>
                    <a:pt x="519241" y="271698"/>
                  </a:moveTo>
                  <a:lnTo>
                    <a:pt x="503715" y="291861"/>
                  </a:lnTo>
                  <a:lnTo>
                    <a:pt x="538958" y="280216"/>
                  </a:lnTo>
                  <a:close/>
                  <a:moveTo>
                    <a:pt x="538958" y="280216"/>
                  </a:moveTo>
                  <a:lnTo>
                    <a:pt x="567716" y="318040"/>
                  </a:lnTo>
                  <a:lnTo>
                    <a:pt x="606873" y="289763"/>
                  </a:lnTo>
                  <a:close/>
                  <a:moveTo>
                    <a:pt x="1035491" y="832590"/>
                  </a:moveTo>
                  <a:lnTo>
                    <a:pt x="1025532" y="834670"/>
                  </a:lnTo>
                  <a:lnTo>
                    <a:pt x="1003219" y="883587"/>
                  </a:lnTo>
                  <a:close/>
                  <a:moveTo>
                    <a:pt x="1067756" y="869102"/>
                  </a:moveTo>
                  <a:lnTo>
                    <a:pt x="1110190" y="813946"/>
                  </a:lnTo>
                  <a:lnTo>
                    <a:pt x="1107458" y="812064"/>
                  </a:lnTo>
                  <a:close/>
                  <a:moveTo>
                    <a:pt x="1067756" y="869102"/>
                  </a:moveTo>
                  <a:lnTo>
                    <a:pt x="1107458" y="812064"/>
                  </a:lnTo>
                  <a:lnTo>
                    <a:pt x="1035491" y="832590"/>
                  </a:lnTo>
                  <a:close/>
                  <a:moveTo>
                    <a:pt x="1151283" y="792908"/>
                  </a:moveTo>
                  <a:lnTo>
                    <a:pt x="1107458" y="812064"/>
                  </a:lnTo>
                  <a:lnTo>
                    <a:pt x="1115185" y="810576"/>
                  </a:lnTo>
                  <a:close/>
                  <a:moveTo>
                    <a:pt x="1107458" y="812064"/>
                  </a:moveTo>
                  <a:lnTo>
                    <a:pt x="1110190" y="813946"/>
                  </a:lnTo>
                  <a:lnTo>
                    <a:pt x="1115185" y="810576"/>
                  </a:lnTo>
                  <a:close/>
                  <a:moveTo>
                    <a:pt x="954243" y="715136"/>
                  </a:moveTo>
                  <a:lnTo>
                    <a:pt x="965252" y="726225"/>
                  </a:lnTo>
                  <a:lnTo>
                    <a:pt x="994542" y="691133"/>
                  </a:lnTo>
                  <a:close/>
                  <a:moveTo>
                    <a:pt x="568441" y="318990"/>
                  </a:moveTo>
                  <a:lnTo>
                    <a:pt x="606873" y="289763"/>
                  </a:lnTo>
                  <a:lnTo>
                    <a:pt x="567716" y="318040"/>
                  </a:lnTo>
                  <a:close/>
                  <a:moveTo>
                    <a:pt x="1139960" y="848384"/>
                  </a:moveTo>
                  <a:lnTo>
                    <a:pt x="1115185" y="810576"/>
                  </a:lnTo>
                  <a:lnTo>
                    <a:pt x="1110190" y="813946"/>
                  </a:lnTo>
                  <a:close/>
                  <a:moveTo>
                    <a:pt x="1168251" y="800623"/>
                  </a:moveTo>
                  <a:lnTo>
                    <a:pt x="1115185" y="810576"/>
                  </a:lnTo>
                  <a:lnTo>
                    <a:pt x="1139960" y="848384"/>
                  </a:lnTo>
                  <a:close/>
                  <a:moveTo>
                    <a:pt x="1151283" y="792908"/>
                  </a:moveTo>
                  <a:lnTo>
                    <a:pt x="1115185" y="810576"/>
                  </a:lnTo>
                  <a:lnTo>
                    <a:pt x="1168251" y="800623"/>
                  </a:lnTo>
                  <a:close/>
                  <a:moveTo>
                    <a:pt x="1044855" y="511263"/>
                  </a:moveTo>
                  <a:lnTo>
                    <a:pt x="1083529" y="504705"/>
                  </a:lnTo>
                  <a:lnTo>
                    <a:pt x="1093031" y="479989"/>
                  </a:lnTo>
                  <a:close/>
                  <a:moveTo>
                    <a:pt x="1154918" y="497748"/>
                  </a:moveTo>
                  <a:lnTo>
                    <a:pt x="1108198" y="497749"/>
                  </a:lnTo>
                  <a:lnTo>
                    <a:pt x="1176132" y="543244"/>
                  </a:lnTo>
                  <a:close/>
                  <a:moveTo>
                    <a:pt x="1176132" y="543244"/>
                  </a:moveTo>
                  <a:lnTo>
                    <a:pt x="1217819" y="484593"/>
                  </a:lnTo>
                  <a:lnTo>
                    <a:pt x="1154918" y="497748"/>
                  </a:lnTo>
                  <a:close/>
                  <a:moveTo>
                    <a:pt x="1083529" y="504705"/>
                  </a:moveTo>
                  <a:lnTo>
                    <a:pt x="1108198" y="497749"/>
                  </a:lnTo>
                  <a:lnTo>
                    <a:pt x="1093031" y="479989"/>
                  </a:lnTo>
                  <a:close/>
                  <a:moveTo>
                    <a:pt x="1140894" y="484263"/>
                  </a:moveTo>
                  <a:lnTo>
                    <a:pt x="1108198" y="497749"/>
                  </a:lnTo>
                  <a:lnTo>
                    <a:pt x="1154918" y="497748"/>
                  </a:lnTo>
                  <a:close/>
                  <a:moveTo>
                    <a:pt x="1093031" y="479989"/>
                  </a:moveTo>
                  <a:lnTo>
                    <a:pt x="1108198" y="497749"/>
                  </a:lnTo>
                  <a:lnTo>
                    <a:pt x="1140894" y="484263"/>
                  </a:lnTo>
                  <a:close/>
                  <a:moveTo>
                    <a:pt x="871463" y="137062"/>
                  </a:moveTo>
                  <a:lnTo>
                    <a:pt x="868078" y="162960"/>
                  </a:lnTo>
                  <a:lnTo>
                    <a:pt x="911417" y="119855"/>
                  </a:lnTo>
                  <a:close/>
                  <a:moveTo>
                    <a:pt x="1075053" y="277872"/>
                  </a:moveTo>
                  <a:lnTo>
                    <a:pt x="1112761" y="283958"/>
                  </a:lnTo>
                  <a:lnTo>
                    <a:pt x="1078123" y="274464"/>
                  </a:lnTo>
                  <a:close/>
                  <a:moveTo>
                    <a:pt x="1112761" y="283958"/>
                  </a:moveTo>
                  <a:lnTo>
                    <a:pt x="1123536" y="250371"/>
                  </a:lnTo>
                  <a:lnTo>
                    <a:pt x="1078123" y="274464"/>
                  </a:lnTo>
                  <a:close/>
                  <a:moveTo>
                    <a:pt x="958567" y="104231"/>
                  </a:moveTo>
                  <a:lnTo>
                    <a:pt x="952604" y="169410"/>
                  </a:lnTo>
                  <a:lnTo>
                    <a:pt x="981534" y="95761"/>
                  </a:lnTo>
                  <a:close/>
                  <a:moveTo>
                    <a:pt x="911417" y="119855"/>
                  </a:moveTo>
                  <a:lnTo>
                    <a:pt x="952604" y="169410"/>
                  </a:lnTo>
                  <a:lnTo>
                    <a:pt x="958567" y="104231"/>
                  </a:lnTo>
                  <a:close/>
                  <a:moveTo>
                    <a:pt x="898684" y="68318"/>
                  </a:moveTo>
                  <a:lnTo>
                    <a:pt x="958567" y="104231"/>
                  </a:lnTo>
                  <a:lnTo>
                    <a:pt x="944007" y="53325"/>
                  </a:lnTo>
                  <a:close/>
                  <a:moveTo>
                    <a:pt x="898684" y="68318"/>
                  </a:moveTo>
                  <a:lnTo>
                    <a:pt x="911417" y="119855"/>
                  </a:lnTo>
                  <a:lnTo>
                    <a:pt x="958567" y="104231"/>
                  </a:lnTo>
                  <a:close/>
                  <a:moveTo>
                    <a:pt x="981534" y="95761"/>
                  </a:moveTo>
                  <a:lnTo>
                    <a:pt x="970539" y="44224"/>
                  </a:lnTo>
                  <a:lnTo>
                    <a:pt x="958567" y="104231"/>
                  </a:lnTo>
                  <a:close/>
                  <a:moveTo>
                    <a:pt x="970539" y="44224"/>
                  </a:moveTo>
                  <a:lnTo>
                    <a:pt x="944007" y="53325"/>
                  </a:lnTo>
                  <a:lnTo>
                    <a:pt x="958567" y="104231"/>
                  </a:lnTo>
                  <a:close/>
                  <a:moveTo>
                    <a:pt x="1112761" y="283958"/>
                  </a:moveTo>
                  <a:lnTo>
                    <a:pt x="1135195" y="287572"/>
                  </a:lnTo>
                  <a:lnTo>
                    <a:pt x="1123536" y="250371"/>
                  </a:lnTo>
                  <a:close/>
                  <a:moveTo>
                    <a:pt x="1123536" y="250371"/>
                  </a:moveTo>
                  <a:lnTo>
                    <a:pt x="1161180" y="277813"/>
                  </a:lnTo>
                  <a:lnTo>
                    <a:pt x="1168551" y="226276"/>
                  </a:lnTo>
                  <a:close/>
                  <a:moveTo>
                    <a:pt x="1176292" y="211913"/>
                  </a:moveTo>
                  <a:lnTo>
                    <a:pt x="1123536" y="250371"/>
                  </a:lnTo>
                  <a:lnTo>
                    <a:pt x="1168551" y="226276"/>
                  </a:lnTo>
                  <a:close/>
                  <a:moveTo>
                    <a:pt x="1176292" y="211913"/>
                  </a:moveTo>
                  <a:lnTo>
                    <a:pt x="1139088" y="207712"/>
                  </a:lnTo>
                  <a:lnTo>
                    <a:pt x="1123536" y="250371"/>
                  </a:lnTo>
                  <a:close/>
                  <a:moveTo>
                    <a:pt x="1176292" y="211913"/>
                  </a:moveTo>
                  <a:lnTo>
                    <a:pt x="1197308" y="174740"/>
                  </a:lnTo>
                  <a:lnTo>
                    <a:pt x="1143140" y="198834"/>
                  </a:lnTo>
                  <a:close/>
                  <a:moveTo>
                    <a:pt x="970539" y="44224"/>
                  </a:moveTo>
                  <a:lnTo>
                    <a:pt x="1042273" y="60192"/>
                  </a:lnTo>
                  <a:lnTo>
                    <a:pt x="1024583" y="25801"/>
                  </a:lnTo>
                  <a:close/>
                  <a:moveTo>
                    <a:pt x="1037580" y="71667"/>
                  </a:moveTo>
                  <a:lnTo>
                    <a:pt x="1042273" y="60192"/>
                  </a:lnTo>
                  <a:lnTo>
                    <a:pt x="970539" y="44224"/>
                  </a:lnTo>
                  <a:close/>
                  <a:moveTo>
                    <a:pt x="981534" y="95761"/>
                  </a:moveTo>
                  <a:lnTo>
                    <a:pt x="1037580" y="71667"/>
                  </a:lnTo>
                  <a:lnTo>
                    <a:pt x="970539" y="44224"/>
                  </a:lnTo>
                  <a:close/>
                  <a:moveTo>
                    <a:pt x="1072893" y="0"/>
                  </a:moveTo>
                  <a:lnTo>
                    <a:pt x="1024583" y="25801"/>
                  </a:lnTo>
                  <a:lnTo>
                    <a:pt x="1048435" y="20130"/>
                  </a:lnTo>
                  <a:close/>
                  <a:moveTo>
                    <a:pt x="1024583" y="25801"/>
                  </a:moveTo>
                  <a:lnTo>
                    <a:pt x="1042273" y="60192"/>
                  </a:lnTo>
                  <a:lnTo>
                    <a:pt x="1048435" y="20130"/>
                  </a:lnTo>
                  <a:close/>
                  <a:moveTo>
                    <a:pt x="1042273" y="60192"/>
                  </a:moveTo>
                  <a:lnTo>
                    <a:pt x="1037580" y="71667"/>
                  </a:lnTo>
                  <a:lnTo>
                    <a:pt x="1057321" y="61928"/>
                  </a:lnTo>
                  <a:close/>
                  <a:moveTo>
                    <a:pt x="1092213" y="8801"/>
                  </a:moveTo>
                  <a:lnTo>
                    <a:pt x="1048435" y="20130"/>
                  </a:lnTo>
                  <a:lnTo>
                    <a:pt x="1119525" y="39450"/>
                  </a:lnTo>
                  <a:close/>
                  <a:moveTo>
                    <a:pt x="1048435" y="20130"/>
                  </a:moveTo>
                  <a:lnTo>
                    <a:pt x="1042273" y="60192"/>
                  </a:lnTo>
                  <a:lnTo>
                    <a:pt x="1119525" y="39450"/>
                  </a:lnTo>
                  <a:close/>
                  <a:moveTo>
                    <a:pt x="1119525" y="39450"/>
                  </a:moveTo>
                  <a:lnTo>
                    <a:pt x="1042273" y="60192"/>
                  </a:lnTo>
                  <a:lnTo>
                    <a:pt x="1099791" y="47573"/>
                  </a:lnTo>
                  <a:close/>
                  <a:moveTo>
                    <a:pt x="1072893" y="0"/>
                  </a:moveTo>
                  <a:lnTo>
                    <a:pt x="1048435" y="20130"/>
                  </a:lnTo>
                  <a:lnTo>
                    <a:pt x="1092213" y="8801"/>
                  </a:lnTo>
                  <a:close/>
                  <a:moveTo>
                    <a:pt x="1092213" y="8801"/>
                  </a:moveTo>
                  <a:lnTo>
                    <a:pt x="1119525" y="39450"/>
                  </a:lnTo>
                  <a:lnTo>
                    <a:pt x="1158837" y="11751"/>
                  </a:lnTo>
                  <a:close/>
                </a:path>
              </a:pathLst>
            </a:custGeom>
            <a:solidFill>
              <a:srgbClr val="F5F7F8"/>
            </a:solidFill>
            <a:ln w="1524">
              <a:solidFill>
                <a:srgbClr val="F5F7F8"/>
              </a:solidFill>
            </a:ln>
          </p:spPr>
        </p:sp>
        <p:sp>
          <p:nvSpPr>
            <p:cNvPr id="4286" name="Output_density__4285">
              <a:extLst>
                <a:ext uri="{FF2B5EF4-FFF2-40B4-BE49-F238E27FC236}">
                  <a16:creationId xmlns:a16="http://schemas.microsoft.com/office/drawing/2014/main" id="{D42B99DF-6D6E-0260-2BF9-B4B7E962790B}"/>
                </a:ext>
              </a:extLst>
            </p:cNvPr>
            <p:cNvSpPr>
              <a:spLocks noGrp="1"/>
            </p:cNvSpPr>
            <p:nvPr/>
          </p:nvSpPr>
          <p:spPr>
            <a:xfrm>
              <a:off x="14931003" y="2210993"/>
              <a:ext cx="1461705" cy="1921969"/>
            </a:xfrm>
            <a:custGeom>
              <a:avLst/>
              <a:gdLst/>
              <a:ahLst/>
              <a:cxnLst/>
              <a:rect l="0" t="0" r="0" b="0"/>
              <a:pathLst>
                <a:path w="1461705" h="1921969">
                  <a:moveTo>
                    <a:pt x="511353" y="1384007"/>
                  </a:moveTo>
                  <a:lnTo>
                    <a:pt x="500215" y="1386823"/>
                  </a:lnTo>
                  <a:lnTo>
                    <a:pt x="508273" y="1443015"/>
                  </a:lnTo>
                  <a:close/>
                  <a:moveTo>
                    <a:pt x="500215" y="1386823"/>
                  </a:moveTo>
                  <a:lnTo>
                    <a:pt x="511353" y="1384007"/>
                  </a:lnTo>
                  <a:lnTo>
                    <a:pt x="499959" y="1370101"/>
                  </a:lnTo>
                  <a:close/>
                  <a:moveTo>
                    <a:pt x="189653" y="920178"/>
                  </a:moveTo>
                  <a:lnTo>
                    <a:pt x="117537" y="944272"/>
                  </a:lnTo>
                  <a:lnTo>
                    <a:pt x="196733" y="971714"/>
                  </a:lnTo>
                  <a:close/>
                  <a:moveTo>
                    <a:pt x="151602" y="868641"/>
                  </a:moveTo>
                  <a:lnTo>
                    <a:pt x="117537" y="944272"/>
                  </a:lnTo>
                  <a:lnTo>
                    <a:pt x="189653" y="920178"/>
                  </a:lnTo>
                  <a:close/>
                  <a:moveTo>
                    <a:pt x="476257" y="1280815"/>
                  </a:moveTo>
                  <a:lnTo>
                    <a:pt x="479246" y="1205303"/>
                  </a:lnTo>
                  <a:lnTo>
                    <a:pt x="438417" y="1210853"/>
                  </a:lnTo>
                  <a:close/>
                  <a:moveTo>
                    <a:pt x="403950" y="1176131"/>
                  </a:moveTo>
                  <a:lnTo>
                    <a:pt x="398161" y="1177860"/>
                  </a:lnTo>
                  <a:lnTo>
                    <a:pt x="438417" y="1210853"/>
                  </a:lnTo>
                  <a:close/>
                  <a:moveTo>
                    <a:pt x="452579" y="1153766"/>
                  </a:moveTo>
                  <a:lnTo>
                    <a:pt x="403950" y="1176131"/>
                  </a:lnTo>
                  <a:lnTo>
                    <a:pt x="438417" y="1210853"/>
                  </a:lnTo>
                  <a:close/>
                  <a:moveTo>
                    <a:pt x="401278" y="1175823"/>
                  </a:moveTo>
                  <a:lnTo>
                    <a:pt x="398161" y="1177860"/>
                  </a:lnTo>
                  <a:lnTo>
                    <a:pt x="403950" y="1176131"/>
                  </a:lnTo>
                  <a:close/>
                  <a:moveTo>
                    <a:pt x="454047" y="1102230"/>
                  </a:moveTo>
                  <a:lnTo>
                    <a:pt x="403950" y="1176131"/>
                  </a:lnTo>
                  <a:lnTo>
                    <a:pt x="452579" y="1153766"/>
                  </a:lnTo>
                  <a:close/>
                  <a:moveTo>
                    <a:pt x="189653" y="920178"/>
                  </a:moveTo>
                  <a:lnTo>
                    <a:pt x="232689" y="934629"/>
                  </a:lnTo>
                  <a:lnTo>
                    <a:pt x="194198" y="918995"/>
                  </a:lnTo>
                  <a:close/>
                  <a:moveTo>
                    <a:pt x="225071" y="947620"/>
                  </a:moveTo>
                  <a:lnTo>
                    <a:pt x="232689" y="934629"/>
                  </a:lnTo>
                  <a:lnTo>
                    <a:pt x="189653" y="920178"/>
                  </a:lnTo>
                  <a:close/>
                  <a:moveTo>
                    <a:pt x="196733" y="971714"/>
                  </a:moveTo>
                  <a:lnTo>
                    <a:pt x="225071" y="947620"/>
                  </a:lnTo>
                  <a:lnTo>
                    <a:pt x="189653" y="920178"/>
                  </a:lnTo>
                  <a:close/>
                  <a:moveTo>
                    <a:pt x="263445" y="874944"/>
                  </a:moveTo>
                  <a:lnTo>
                    <a:pt x="236592" y="844547"/>
                  </a:lnTo>
                  <a:lnTo>
                    <a:pt x="254758" y="907743"/>
                  </a:lnTo>
                  <a:close/>
                  <a:moveTo>
                    <a:pt x="254758" y="907743"/>
                  </a:moveTo>
                  <a:lnTo>
                    <a:pt x="236592" y="844547"/>
                  </a:lnTo>
                  <a:lnTo>
                    <a:pt x="192513" y="857622"/>
                  </a:lnTo>
                  <a:close/>
                  <a:moveTo>
                    <a:pt x="254758" y="907743"/>
                  </a:moveTo>
                  <a:lnTo>
                    <a:pt x="192513" y="857622"/>
                  </a:lnTo>
                  <a:lnTo>
                    <a:pt x="194198" y="918995"/>
                  </a:lnTo>
                  <a:close/>
                  <a:moveTo>
                    <a:pt x="254758" y="907743"/>
                  </a:moveTo>
                  <a:lnTo>
                    <a:pt x="194198" y="918995"/>
                  </a:lnTo>
                  <a:lnTo>
                    <a:pt x="272423" y="908509"/>
                  </a:lnTo>
                  <a:close/>
                  <a:moveTo>
                    <a:pt x="194198" y="918995"/>
                  </a:moveTo>
                  <a:lnTo>
                    <a:pt x="232689" y="934629"/>
                  </a:lnTo>
                  <a:lnTo>
                    <a:pt x="272423" y="908509"/>
                  </a:lnTo>
                  <a:close/>
                  <a:moveTo>
                    <a:pt x="554" y="714031"/>
                  </a:moveTo>
                  <a:lnTo>
                    <a:pt x="0" y="723573"/>
                  </a:lnTo>
                  <a:lnTo>
                    <a:pt x="5707" y="707317"/>
                  </a:lnTo>
                  <a:close/>
                  <a:moveTo>
                    <a:pt x="258903" y="897740"/>
                  </a:moveTo>
                  <a:lnTo>
                    <a:pt x="286483" y="881951"/>
                  </a:lnTo>
                  <a:lnTo>
                    <a:pt x="272423" y="908509"/>
                  </a:lnTo>
                  <a:close/>
                  <a:moveTo>
                    <a:pt x="228400" y="828446"/>
                  </a:moveTo>
                  <a:lnTo>
                    <a:pt x="286483" y="881951"/>
                  </a:lnTo>
                  <a:lnTo>
                    <a:pt x="289018" y="871990"/>
                  </a:lnTo>
                  <a:close/>
                  <a:moveTo>
                    <a:pt x="236592" y="844547"/>
                  </a:moveTo>
                  <a:lnTo>
                    <a:pt x="286483" y="881951"/>
                  </a:lnTo>
                  <a:lnTo>
                    <a:pt x="228400" y="828446"/>
                  </a:lnTo>
                  <a:close/>
                  <a:moveTo>
                    <a:pt x="263445" y="874944"/>
                  </a:moveTo>
                  <a:lnTo>
                    <a:pt x="286483" y="881951"/>
                  </a:lnTo>
                  <a:lnTo>
                    <a:pt x="236592" y="844547"/>
                  </a:lnTo>
                  <a:close/>
                  <a:moveTo>
                    <a:pt x="236592" y="844547"/>
                  </a:moveTo>
                  <a:lnTo>
                    <a:pt x="234125" y="805098"/>
                  </a:lnTo>
                  <a:lnTo>
                    <a:pt x="259737" y="768917"/>
                  </a:lnTo>
                  <a:close/>
                  <a:moveTo>
                    <a:pt x="197304" y="741474"/>
                  </a:moveTo>
                  <a:lnTo>
                    <a:pt x="259737" y="768917"/>
                  </a:lnTo>
                  <a:lnTo>
                    <a:pt x="229734" y="717380"/>
                  </a:lnTo>
                  <a:close/>
                  <a:moveTo>
                    <a:pt x="513978" y="1061920"/>
                  </a:moveTo>
                  <a:lnTo>
                    <a:pt x="559818" y="1014526"/>
                  </a:lnTo>
                  <a:lnTo>
                    <a:pt x="552897" y="1005519"/>
                  </a:lnTo>
                  <a:close/>
                  <a:moveTo>
                    <a:pt x="513978" y="1061920"/>
                  </a:moveTo>
                  <a:lnTo>
                    <a:pt x="552897" y="1005519"/>
                  </a:lnTo>
                  <a:lnTo>
                    <a:pt x="506834" y="1004985"/>
                  </a:lnTo>
                  <a:close/>
                  <a:moveTo>
                    <a:pt x="449067" y="1013966"/>
                  </a:moveTo>
                  <a:lnTo>
                    <a:pt x="506834" y="1004985"/>
                  </a:lnTo>
                  <a:lnTo>
                    <a:pt x="480916" y="963313"/>
                  </a:lnTo>
                  <a:close/>
                  <a:moveTo>
                    <a:pt x="506834" y="1004985"/>
                  </a:moveTo>
                  <a:lnTo>
                    <a:pt x="552897" y="1005519"/>
                  </a:lnTo>
                  <a:lnTo>
                    <a:pt x="523322" y="966820"/>
                  </a:lnTo>
                  <a:close/>
                  <a:moveTo>
                    <a:pt x="506834" y="1004985"/>
                  </a:moveTo>
                  <a:lnTo>
                    <a:pt x="523322" y="966820"/>
                  </a:lnTo>
                  <a:lnTo>
                    <a:pt x="480916" y="963313"/>
                  </a:lnTo>
                  <a:close/>
                  <a:moveTo>
                    <a:pt x="552897" y="1005519"/>
                  </a:moveTo>
                  <a:lnTo>
                    <a:pt x="559818" y="1014526"/>
                  </a:lnTo>
                  <a:lnTo>
                    <a:pt x="607014" y="1016309"/>
                  </a:lnTo>
                  <a:close/>
                  <a:moveTo>
                    <a:pt x="229734" y="717380"/>
                  </a:moveTo>
                  <a:lnTo>
                    <a:pt x="284542" y="695301"/>
                  </a:lnTo>
                  <a:lnTo>
                    <a:pt x="223314" y="665843"/>
                  </a:lnTo>
                  <a:close/>
                  <a:moveTo>
                    <a:pt x="655428" y="1022644"/>
                  </a:moveTo>
                  <a:lnTo>
                    <a:pt x="649084" y="1029948"/>
                  </a:lnTo>
                  <a:lnTo>
                    <a:pt x="684163" y="1037508"/>
                  </a:lnTo>
                  <a:close/>
                  <a:moveTo>
                    <a:pt x="1433114" y="1906070"/>
                  </a:moveTo>
                  <a:lnTo>
                    <a:pt x="1445961" y="1921969"/>
                  </a:lnTo>
                  <a:lnTo>
                    <a:pt x="1445471" y="1903012"/>
                  </a:lnTo>
                  <a:close/>
                  <a:moveTo>
                    <a:pt x="713998" y="1029948"/>
                  </a:moveTo>
                  <a:lnTo>
                    <a:pt x="748306" y="1060321"/>
                  </a:lnTo>
                  <a:lnTo>
                    <a:pt x="749517" y="1022359"/>
                  </a:lnTo>
                  <a:close/>
                  <a:moveTo>
                    <a:pt x="281638" y="538264"/>
                  </a:moveTo>
                  <a:lnTo>
                    <a:pt x="312837" y="546811"/>
                  </a:lnTo>
                  <a:lnTo>
                    <a:pt x="363780" y="535804"/>
                  </a:lnTo>
                  <a:close/>
                  <a:moveTo>
                    <a:pt x="363780" y="535804"/>
                  </a:moveTo>
                  <a:lnTo>
                    <a:pt x="378702" y="542025"/>
                  </a:lnTo>
                  <a:lnTo>
                    <a:pt x="375581" y="540148"/>
                  </a:lnTo>
                  <a:close/>
                  <a:moveTo>
                    <a:pt x="326312" y="530616"/>
                  </a:moveTo>
                  <a:lnTo>
                    <a:pt x="363780" y="535804"/>
                  </a:lnTo>
                  <a:lnTo>
                    <a:pt x="375581" y="540148"/>
                  </a:lnTo>
                  <a:close/>
                  <a:moveTo>
                    <a:pt x="400301" y="551669"/>
                  </a:moveTo>
                  <a:lnTo>
                    <a:pt x="415859" y="555842"/>
                  </a:lnTo>
                  <a:lnTo>
                    <a:pt x="461224" y="550778"/>
                  </a:lnTo>
                  <a:close/>
                  <a:moveTo>
                    <a:pt x="1222485" y="1475562"/>
                  </a:moveTo>
                  <a:lnTo>
                    <a:pt x="1209193" y="1521220"/>
                  </a:lnTo>
                  <a:lnTo>
                    <a:pt x="1258017" y="1502262"/>
                  </a:lnTo>
                  <a:close/>
                  <a:moveTo>
                    <a:pt x="622351" y="798807"/>
                  </a:moveTo>
                  <a:lnTo>
                    <a:pt x="619289" y="792401"/>
                  </a:lnTo>
                  <a:lnTo>
                    <a:pt x="618744" y="799708"/>
                  </a:lnTo>
                  <a:close/>
                  <a:moveTo>
                    <a:pt x="622351" y="798807"/>
                  </a:moveTo>
                  <a:lnTo>
                    <a:pt x="623437" y="799708"/>
                  </a:lnTo>
                  <a:lnTo>
                    <a:pt x="619289" y="792401"/>
                  </a:lnTo>
                  <a:close/>
                  <a:moveTo>
                    <a:pt x="575180" y="673688"/>
                  </a:moveTo>
                  <a:lnTo>
                    <a:pt x="573221" y="659940"/>
                  </a:lnTo>
                  <a:lnTo>
                    <a:pt x="531948" y="621004"/>
                  </a:lnTo>
                  <a:close/>
                  <a:moveTo>
                    <a:pt x="531948" y="621004"/>
                  </a:moveTo>
                  <a:lnTo>
                    <a:pt x="490266" y="645098"/>
                  </a:lnTo>
                  <a:lnTo>
                    <a:pt x="575180" y="673688"/>
                  </a:lnTo>
                  <a:close/>
                  <a:moveTo>
                    <a:pt x="575180" y="673688"/>
                  </a:moveTo>
                  <a:lnTo>
                    <a:pt x="578960" y="672541"/>
                  </a:lnTo>
                  <a:lnTo>
                    <a:pt x="573221" y="659940"/>
                  </a:lnTo>
                  <a:close/>
                  <a:moveTo>
                    <a:pt x="448008" y="575627"/>
                  </a:moveTo>
                  <a:lnTo>
                    <a:pt x="485248" y="640597"/>
                  </a:lnTo>
                  <a:lnTo>
                    <a:pt x="496764" y="573971"/>
                  </a:lnTo>
                  <a:close/>
                  <a:moveTo>
                    <a:pt x="496764" y="573971"/>
                  </a:moveTo>
                  <a:lnTo>
                    <a:pt x="485248" y="640597"/>
                  </a:lnTo>
                  <a:lnTo>
                    <a:pt x="516189" y="569468"/>
                  </a:lnTo>
                  <a:close/>
                  <a:moveTo>
                    <a:pt x="516189" y="569468"/>
                  </a:moveTo>
                  <a:lnTo>
                    <a:pt x="490266" y="645098"/>
                  </a:lnTo>
                  <a:lnTo>
                    <a:pt x="531948" y="621004"/>
                  </a:lnTo>
                  <a:close/>
                  <a:moveTo>
                    <a:pt x="368923" y="539197"/>
                  </a:moveTo>
                  <a:lnTo>
                    <a:pt x="415859" y="555842"/>
                  </a:lnTo>
                  <a:lnTo>
                    <a:pt x="378702" y="542025"/>
                  </a:lnTo>
                  <a:close/>
                  <a:moveTo>
                    <a:pt x="448008" y="575627"/>
                  </a:moveTo>
                  <a:lnTo>
                    <a:pt x="415859" y="555842"/>
                  </a:lnTo>
                  <a:lnTo>
                    <a:pt x="368923" y="539197"/>
                  </a:lnTo>
                  <a:close/>
                  <a:moveTo>
                    <a:pt x="448008" y="575627"/>
                  </a:moveTo>
                  <a:lnTo>
                    <a:pt x="461224" y="550778"/>
                  </a:lnTo>
                  <a:lnTo>
                    <a:pt x="415859" y="555842"/>
                  </a:lnTo>
                  <a:close/>
                  <a:moveTo>
                    <a:pt x="363780" y="535804"/>
                  </a:moveTo>
                  <a:lnTo>
                    <a:pt x="346685" y="542025"/>
                  </a:lnTo>
                  <a:lnTo>
                    <a:pt x="368923" y="539197"/>
                  </a:lnTo>
                  <a:close/>
                  <a:moveTo>
                    <a:pt x="368923" y="539197"/>
                  </a:moveTo>
                  <a:lnTo>
                    <a:pt x="378702" y="542025"/>
                  </a:lnTo>
                  <a:lnTo>
                    <a:pt x="363780" y="535804"/>
                  </a:lnTo>
                  <a:close/>
                  <a:moveTo>
                    <a:pt x="839422" y="821613"/>
                  </a:moveTo>
                  <a:lnTo>
                    <a:pt x="778420" y="878687"/>
                  </a:lnTo>
                  <a:lnTo>
                    <a:pt x="811272" y="854593"/>
                  </a:lnTo>
                  <a:close/>
                  <a:moveTo>
                    <a:pt x="839422" y="821613"/>
                  </a:moveTo>
                  <a:lnTo>
                    <a:pt x="811910" y="853650"/>
                  </a:lnTo>
                  <a:lnTo>
                    <a:pt x="778420" y="878687"/>
                  </a:lnTo>
                  <a:close/>
                  <a:moveTo>
                    <a:pt x="511799" y="517931"/>
                  </a:moveTo>
                  <a:lnTo>
                    <a:pt x="565275" y="556256"/>
                  </a:lnTo>
                  <a:lnTo>
                    <a:pt x="556486" y="500658"/>
                  </a:lnTo>
                  <a:close/>
                  <a:moveTo>
                    <a:pt x="520332" y="442300"/>
                  </a:moveTo>
                  <a:lnTo>
                    <a:pt x="556486" y="500658"/>
                  </a:lnTo>
                  <a:lnTo>
                    <a:pt x="563013" y="486872"/>
                  </a:lnTo>
                  <a:close/>
                  <a:moveTo>
                    <a:pt x="511799" y="517931"/>
                  </a:moveTo>
                  <a:lnTo>
                    <a:pt x="556486" y="500658"/>
                  </a:lnTo>
                  <a:lnTo>
                    <a:pt x="520332" y="442300"/>
                  </a:lnTo>
                  <a:close/>
                  <a:moveTo>
                    <a:pt x="1051038" y="1088779"/>
                  </a:moveTo>
                  <a:lnTo>
                    <a:pt x="1041662" y="1125008"/>
                  </a:lnTo>
                  <a:lnTo>
                    <a:pt x="1046386" y="1112276"/>
                  </a:lnTo>
                  <a:close/>
                  <a:moveTo>
                    <a:pt x="1317339" y="1303787"/>
                  </a:moveTo>
                  <a:lnTo>
                    <a:pt x="1306125" y="1343801"/>
                  </a:lnTo>
                  <a:lnTo>
                    <a:pt x="1372709" y="1359498"/>
                  </a:lnTo>
                  <a:close/>
                  <a:moveTo>
                    <a:pt x="1282546" y="1318423"/>
                  </a:moveTo>
                  <a:lnTo>
                    <a:pt x="1306125" y="1343801"/>
                  </a:lnTo>
                  <a:lnTo>
                    <a:pt x="1317339" y="1303787"/>
                  </a:lnTo>
                  <a:close/>
                  <a:moveTo>
                    <a:pt x="1080291" y="1063253"/>
                  </a:moveTo>
                  <a:lnTo>
                    <a:pt x="1051038" y="1088779"/>
                  </a:lnTo>
                  <a:lnTo>
                    <a:pt x="1046386" y="1112276"/>
                  </a:lnTo>
                  <a:close/>
                  <a:moveTo>
                    <a:pt x="839422" y="821613"/>
                  </a:moveTo>
                  <a:lnTo>
                    <a:pt x="877364" y="830918"/>
                  </a:lnTo>
                  <a:lnTo>
                    <a:pt x="886707" y="823725"/>
                  </a:lnTo>
                  <a:close/>
                  <a:moveTo>
                    <a:pt x="897558" y="601512"/>
                  </a:moveTo>
                  <a:lnTo>
                    <a:pt x="895915" y="588356"/>
                  </a:lnTo>
                  <a:lnTo>
                    <a:pt x="848737" y="603221"/>
                  </a:lnTo>
                  <a:close/>
                  <a:moveTo>
                    <a:pt x="897558" y="601512"/>
                  </a:moveTo>
                  <a:lnTo>
                    <a:pt x="903382" y="600259"/>
                  </a:lnTo>
                  <a:lnTo>
                    <a:pt x="895915" y="588356"/>
                  </a:lnTo>
                  <a:close/>
                  <a:moveTo>
                    <a:pt x="1148514" y="873849"/>
                  </a:moveTo>
                  <a:lnTo>
                    <a:pt x="1179472" y="837964"/>
                  </a:lnTo>
                  <a:lnTo>
                    <a:pt x="1156893" y="865402"/>
                  </a:lnTo>
                  <a:close/>
                  <a:moveTo>
                    <a:pt x="740915" y="276439"/>
                  </a:moveTo>
                  <a:lnTo>
                    <a:pt x="690559" y="279394"/>
                  </a:lnTo>
                  <a:lnTo>
                    <a:pt x="758475" y="288941"/>
                  </a:lnTo>
                  <a:close/>
                  <a:moveTo>
                    <a:pt x="1187092" y="831769"/>
                  </a:moveTo>
                  <a:lnTo>
                    <a:pt x="1259060" y="811242"/>
                  </a:lnTo>
                  <a:lnTo>
                    <a:pt x="1189365" y="767178"/>
                  </a:lnTo>
                  <a:close/>
                  <a:moveTo>
                    <a:pt x="1145217" y="765087"/>
                  </a:moveTo>
                  <a:lnTo>
                    <a:pt x="1183251" y="709406"/>
                  </a:lnTo>
                  <a:lnTo>
                    <a:pt x="1116853" y="725404"/>
                  </a:lnTo>
                  <a:close/>
                  <a:moveTo>
                    <a:pt x="1064641" y="729869"/>
                  </a:moveTo>
                  <a:lnTo>
                    <a:pt x="1116853" y="725404"/>
                  </a:lnTo>
                  <a:lnTo>
                    <a:pt x="1105844" y="714315"/>
                  </a:lnTo>
                  <a:close/>
                  <a:moveTo>
                    <a:pt x="1116853" y="725404"/>
                  </a:moveTo>
                  <a:lnTo>
                    <a:pt x="1183251" y="709406"/>
                  </a:lnTo>
                  <a:lnTo>
                    <a:pt x="1146144" y="690312"/>
                  </a:lnTo>
                  <a:close/>
                  <a:moveTo>
                    <a:pt x="803974" y="350658"/>
                  </a:moveTo>
                  <a:lnTo>
                    <a:pt x="854585" y="338705"/>
                  </a:lnTo>
                  <a:lnTo>
                    <a:pt x="817305" y="315060"/>
                  </a:lnTo>
                  <a:close/>
                  <a:moveTo>
                    <a:pt x="803974" y="350658"/>
                  </a:moveTo>
                  <a:lnTo>
                    <a:pt x="817305" y="315060"/>
                  </a:lnTo>
                  <a:lnTo>
                    <a:pt x="779066" y="308165"/>
                  </a:lnTo>
                  <a:close/>
                  <a:moveTo>
                    <a:pt x="720042" y="318168"/>
                  </a:moveTo>
                  <a:lnTo>
                    <a:pt x="779066" y="308165"/>
                  </a:lnTo>
                  <a:lnTo>
                    <a:pt x="758475" y="288941"/>
                  </a:lnTo>
                  <a:close/>
                  <a:moveTo>
                    <a:pt x="779066" y="308165"/>
                  </a:moveTo>
                  <a:lnTo>
                    <a:pt x="810500" y="308780"/>
                  </a:lnTo>
                  <a:lnTo>
                    <a:pt x="758475" y="288941"/>
                  </a:lnTo>
                  <a:close/>
                  <a:moveTo>
                    <a:pt x="779066" y="308165"/>
                  </a:moveTo>
                  <a:lnTo>
                    <a:pt x="817305" y="315060"/>
                  </a:lnTo>
                  <a:lnTo>
                    <a:pt x="810500" y="308780"/>
                  </a:lnTo>
                  <a:close/>
                  <a:moveTo>
                    <a:pt x="1349027" y="838825"/>
                  </a:moveTo>
                  <a:lnTo>
                    <a:pt x="1319852" y="799802"/>
                  </a:lnTo>
                  <a:lnTo>
                    <a:pt x="1291562" y="847562"/>
                  </a:lnTo>
                  <a:close/>
                  <a:moveTo>
                    <a:pt x="1349027" y="838825"/>
                  </a:moveTo>
                  <a:lnTo>
                    <a:pt x="1368679" y="798089"/>
                  </a:lnTo>
                  <a:lnTo>
                    <a:pt x="1319852" y="799802"/>
                  </a:lnTo>
                  <a:close/>
                  <a:moveTo>
                    <a:pt x="864490" y="339442"/>
                  </a:moveTo>
                  <a:lnTo>
                    <a:pt x="868835" y="345925"/>
                  </a:lnTo>
                  <a:lnTo>
                    <a:pt x="854585" y="338705"/>
                  </a:lnTo>
                  <a:close/>
                  <a:moveTo>
                    <a:pt x="1258674" y="531665"/>
                  </a:moveTo>
                  <a:lnTo>
                    <a:pt x="1235131" y="503883"/>
                  </a:lnTo>
                  <a:lnTo>
                    <a:pt x="1262037" y="557850"/>
                  </a:lnTo>
                  <a:close/>
                  <a:moveTo>
                    <a:pt x="1262037" y="557850"/>
                  </a:moveTo>
                  <a:lnTo>
                    <a:pt x="1235131" y="503883"/>
                  </a:lnTo>
                  <a:lnTo>
                    <a:pt x="1196456" y="510442"/>
                  </a:lnTo>
                  <a:close/>
                  <a:moveTo>
                    <a:pt x="1262037" y="557850"/>
                  </a:moveTo>
                  <a:lnTo>
                    <a:pt x="1196456" y="510442"/>
                  </a:lnTo>
                  <a:lnTo>
                    <a:pt x="1217460" y="556109"/>
                  </a:lnTo>
                  <a:close/>
                  <a:moveTo>
                    <a:pt x="1262037" y="557850"/>
                  </a:moveTo>
                  <a:lnTo>
                    <a:pt x="1274957" y="555420"/>
                  </a:lnTo>
                  <a:lnTo>
                    <a:pt x="1258674" y="531665"/>
                  </a:lnTo>
                  <a:close/>
                  <a:moveTo>
                    <a:pt x="1244632" y="479168"/>
                  </a:moveTo>
                  <a:lnTo>
                    <a:pt x="1175579" y="476441"/>
                  </a:lnTo>
                  <a:lnTo>
                    <a:pt x="1196456" y="510442"/>
                  </a:lnTo>
                  <a:close/>
                  <a:moveTo>
                    <a:pt x="1350536" y="565547"/>
                  </a:moveTo>
                  <a:lnTo>
                    <a:pt x="1327733" y="542423"/>
                  </a:lnTo>
                  <a:lnTo>
                    <a:pt x="1274957" y="555420"/>
                  </a:lnTo>
                  <a:close/>
                  <a:moveTo>
                    <a:pt x="1327733" y="542423"/>
                  </a:moveTo>
                  <a:lnTo>
                    <a:pt x="1258674" y="531665"/>
                  </a:lnTo>
                  <a:lnTo>
                    <a:pt x="1274957" y="555420"/>
                  </a:lnTo>
                  <a:close/>
                  <a:moveTo>
                    <a:pt x="1259799" y="496927"/>
                  </a:moveTo>
                  <a:lnTo>
                    <a:pt x="1258674" y="531665"/>
                  </a:lnTo>
                  <a:lnTo>
                    <a:pt x="1327733" y="542423"/>
                  </a:lnTo>
                  <a:close/>
                  <a:moveTo>
                    <a:pt x="1327733" y="542423"/>
                  </a:moveTo>
                  <a:lnTo>
                    <a:pt x="1374300" y="542548"/>
                  </a:lnTo>
                  <a:lnTo>
                    <a:pt x="1369421" y="483771"/>
                  </a:lnTo>
                  <a:close/>
                  <a:moveTo>
                    <a:pt x="1235131" y="503883"/>
                  </a:moveTo>
                  <a:lnTo>
                    <a:pt x="1258674" y="531665"/>
                  </a:lnTo>
                  <a:lnTo>
                    <a:pt x="1259799" y="496927"/>
                  </a:lnTo>
                  <a:close/>
                  <a:moveTo>
                    <a:pt x="1100987" y="173617"/>
                  </a:moveTo>
                  <a:lnTo>
                    <a:pt x="1057582" y="194664"/>
                  </a:lnTo>
                  <a:lnTo>
                    <a:pt x="1105238" y="172448"/>
                  </a:lnTo>
                  <a:close/>
                  <a:moveTo>
                    <a:pt x="1105238" y="172448"/>
                  </a:moveTo>
                  <a:lnTo>
                    <a:pt x="1057582" y="194664"/>
                  </a:lnTo>
                  <a:lnTo>
                    <a:pt x="1040717" y="240792"/>
                  </a:lnTo>
                  <a:close/>
                  <a:moveTo>
                    <a:pt x="1105238" y="172448"/>
                  </a:moveTo>
                  <a:lnTo>
                    <a:pt x="1040717" y="240792"/>
                  </a:lnTo>
                  <a:lnTo>
                    <a:pt x="1064457" y="194653"/>
                  </a:lnTo>
                  <a:close/>
                  <a:moveTo>
                    <a:pt x="1063018" y="119033"/>
                  </a:moveTo>
                  <a:lnTo>
                    <a:pt x="1057582" y="194664"/>
                  </a:lnTo>
                  <a:lnTo>
                    <a:pt x="1104206" y="168588"/>
                  </a:lnTo>
                  <a:close/>
                  <a:moveTo>
                    <a:pt x="1104206" y="168588"/>
                  </a:moveTo>
                  <a:lnTo>
                    <a:pt x="1057582" y="194664"/>
                  </a:lnTo>
                  <a:lnTo>
                    <a:pt x="1100987" y="173617"/>
                  </a:lnTo>
                  <a:close/>
                  <a:moveTo>
                    <a:pt x="1386101" y="479789"/>
                  </a:moveTo>
                  <a:lnTo>
                    <a:pt x="1461705" y="507232"/>
                  </a:lnTo>
                  <a:lnTo>
                    <a:pt x="1431561" y="455696"/>
                  </a:lnTo>
                  <a:close/>
                  <a:moveTo>
                    <a:pt x="1186774" y="302622"/>
                  </a:moveTo>
                  <a:lnTo>
                    <a:pt x="1213810" y="308105"/>
                  </a:lnTo>
                  <a:lnTo>
                    <a:pt x="1264363" y="283137"/>
                  </a:lnTo>
                  <a:close/>
                  <a:moveTo>
                    <a:pt x="1226654" y="277050"/>
                  </a:moveTo>
                  <a:lnTo>
                    <a:pt x="1186774" y="302622"/>
                  </a:lnTo>
                  <a:lnTo>
                    <a:pt x="1264363" y="283137"/>
                  </a:lnTo>
                  <a:close/>
                  <a:moveTo>
                    <a:pt x="1104206" y="168588"/>
                  </a:moveTo>
                  <a:lnTo>
                    <a:pt x="1137339" y="170570"/>
                  </a:lnTo>
                  <a:lnTo>
                    <a:pt x="1133135" y="94939"/>
                  </a:lnTo>
                  <a:close/>
                  <a:moveTo>
                    <a:pt x="1428074" y="404159"/>
                  </a:moveTo>
                  <a:lnTo>
                    <a:pt x="1431561" y="455696"/>
                  </a:lnTo>
                  <a:lnTo>
                    <a:pt x="1461675" y="431602"/>
                  </a:lnTo>
                  <a:close/>
                  <a:moveTo>
                    <a:pt x="1459819" y="380065"/>
                  </a:moveTo>
                  <a:lnTo>
                    <a:pt x="1432096" y="386233"/>
                  </a:lnTo>
                  <a:lnTo>
                    <a:pt x="1428074" y="404159"/>
                  </a:lnTo>
                  <a:close/>
                  <a:moveTo>
                    <a:pt x="1133135" y="94939"/>
                  </a:moveTo>
                  <a:lnTo>
                    <a:pt x="1178451" y="136603"/>
                  </a:lnTo>
                  <a:lnTo>
                    <a:pt x="1189182" y="70846"/>
                  </a:lnTo>
                  <a:close/>
                  <a:moveTo>
                    <a:pt x="1327894" y="211092"/>
                  </a:moveTo>
                  <a:lnTo>
                    <a:pt x="1320153" y="225455"/>
                  </a:lnTo>
                  <a:lnTo>
                    <a:pt x="1333694" y="161120"/>
                  </a:lnTo>
                  <a:close/>
                  <a:moveTo>
                    <a:pt x="1300350" y="0"/>
                  </a:moveTo>
                  <a:lnTo>
                    <a:pt x="1243815" y="7980"/>
                  </a:lnTo>
                  <a:lnTo>
                    <a:pt x="1310438" y="10930"/>
                  </a:lnTo>
                  <a:close/>
                  <a:moveTo>
                    <a:pt x="1278065" y="42877"/>
                  </a:moveTo>
                  <a:lnTo>
                    <a:pt x="1310438" y="10930"/>
                  </a:lnTo>
                  <a:lnTo>
                    <a:pt x="1271127" y="38629"/>
                  </a:lnTo>
                  <a:close/>
                  <a:moveTo>
                    <a:pt x="1278065" y="42877"/>
                  </a:moveTo>
                  <a:lnTo>
                    <a:pt x="1332768" y="36387"/>
                  </a:lnTo>
                  <a:lnTo>
                    <a:pt x="1310438" y="10930"/>
                  </a:lnTo>
                  <a:close/>
                </a:path>
              </a:pathLst>
            </a:custGeom>
            <a:solidFill>
              <a:srgbClr val="F4F6F7"/>
            </a:solidFill>
            <a:ln w="1524">
              <a:solidFill>
                <a:srgbClr val="F4F6F7"/>
              </a:solidFill>
            </a:ln>
          </p:spPr>
        </p:sp>
        <p:sp>
          <p:nvSpPr>
            <p:cNvPr id="4287" name="Output_density__4286">
              <a:extLst>
                <a:ext uri="{FF2B5EF4-FFF2-40B4-BE49-F238E27FC236}">
                  <a16:creationId xmlns:a16="http://schemas.microsoft.com/office/drawing/2014/main" id="{4F0E18CC-DC50-3483-4EE4-02CCD8DF132B}"/>
                </a:ext>
              </a:extLst>
            </p:cNvPr>
            <p:cNvSpPr>
              <a:spLocks noGrp="1"/>
            </p:cNvSpPr>
            <p:nvPr/>
          </p:nvSpPr>
          <p:spPr>
            <a:xfrm>
              <a:off x="14791404" y="2460542"/>
              <a:ext cx="1620164" cy="1315133"/>
            </a:xfrm>
            <a:custGeom>
              <a:avLst/>
              <a:gdLst/>
              <a:ahLst/>
              <a:cxnLst/>
              <a:rect l="0" t="0" r="0" b="0"/>
              <a:pathLst>
                <a:path w="1620164" h="1315133">
                  <a:moveTo>
                    <a:pt x="52127" y="766135"/>
                  </a:moveTo>
                  <a:lnTo>
                    <a:pt x="0" y="745916"/>
                  </a:lnTo>
                  <a:lnTo>
                    <a:pt x="12305" y="752147"/>
                  </a:lnTo>
                  <a:close/>
                  <a:moveTo>
                    <a:pt x="388646" y="1182646"/>
                  </a:moveTo>
                  <a:lnTo>
                    <a:pt x="390782" y="1187804"/>
                  </a:lnTo>
                  <a:lnTo>
                    <a:pt x="399842" y="1192801"/>
                  </a:lnTo>
                  <a:close/>
                  <a:moveTo>
                    <a:pt x="451218" y="1210208"/>
                  </a:moveTo>
                  <a:lnTo>
                    <a:pt x="390782" y="1187804"/>
                  </a:lnTo>
                  <a:lnTo>
                    <a:pt x="419355" y="1202556"/>
                  </a:lnTo>
                  <a:close/>
                  <a:moveTo>
                    <a:pt x="451218" y="1210208"/>
                  </a:moveTo>
                  <a:lnTo>
                    <a:pt x="399842" y="1192801"/>
                  </a:lnTo>
                  <a:lnTo>
                    <a:pt x="390782" y="1187804"/>
                  </a:lnTo>
                  <a:close/>
                  <a:moveTo>
                    <a:pt x="112215" y="821889"/>
                  </a:moveTo>
                  <a:lnTo>
                    <a:pt x="112888" y="822598"/>
                  </a:lnTo>
                  <a:lnTo>
                    <a:pt x="114343" y="824072"/>
                  </a:lnTo>
                  <a:close/>
                  <a:moveTo>
                    <a:pt x="112215" y="821889"/>
                  </a:moveTo>
                  <a:lnTo>
                    <a:pt x="57199" y="770353"/>
                  </a:lnTo>
                  <a:lnTo>
                    <a:pt x="81178" y="785634"/>
                  </a:lnTo>
                  <a:close/>
                  <a:moveTo>
                    <a:pt x="500210" y="1218705"/>
                  </a:moveTo>
                  <a:lnTo>
                    <a:pt x="578386" y="1201415"/>
                  </a:lnTo>
                  <a:lnTo>
                    <a:pt x="528058" y="1187924"/>
                  </a:lnTo>
                  <a:close/>
                  <a:moveTo>
                    <a:pt x="399842" y="1192801"/>
                  </a:moveTo>
                  <a:lnTo>
                    <a:pt x="451218" y="1210208"/>
                  </a:lnTo>
                  <a:lnTo>
                    <a:pt x="483857" y="1197341"/>
                  </a:lnTo>
                  <a:close/>
                  <a:moveTo>
                    <a:pt x="57199" y="770353"/>
                  </a:moveTo>
                  <a:lnTo>
                    <a:pt x="112215" y="821889"/>
                  </a:lnTo>
                  <a:lnTo>
                    <a:pt x="58171" y="766356"/>
                  </a:lnTo>
                  <a:close/>
                  <a:moveTo>
                    <a:pt x="52127" y="766135"/>
                  </a:moveTo>
                  <a:lnTo>
                    <a:pt x="57199" y="770353"/>
                  </a:lnTo>
                  <a:lnTo>
                    <a:pt x="58171" y="766356"/>
                  </a:lnTo>
                  <a:close/>
                  <a:moveTo>
                    <a:pt x="679758" y="1270853"/>
                  </a:moveTo>
                  <a:lnTo>
                    <a:pt x="627589" y="1250478"/>
                  </a:lnTo>
                  <a:lnTo>
                    <a:pt x="650004" y="1294508"/>
                  </a:lnTo>
                  <a:close/>
                  <a:moveTo>
                    <a:pt x="650004" y="1294508"/>
                  </a:moveTo>
                  <a:lnTo>
                    <a:pt x="692705" y="1279484"/>
                  </a:lnTo>
                  <a:lnTo>
                    <a:pt x="679758" y="1270853"/>
                  </a:lnTo>
                  <a:close/>
                  <a:moveTo>
                    <a:pt x="578386" y="1201415"/>
                  </a:moveTo>
                  <a:lnTo>
                    <a:pt x="588928" y="1140661"/>
                  </a:lnTo>
                  <a:lnTo>
                    <a:pt x="589219" y="1134458"/>
                  </a:lnTo>
                  <a:close/>
                  <a:moveTo>
                    <a:pt x="560231" y="1173313"/>
                  </a:moveTo>
                  <a:lnTo>
                    <a:pt x="578386" y="1201415"/>
                  </a:lnTo>
                  <a:lnTo>
                    <a:pt x="589219" y="1134458"/>
                  </a:lnTo>
                  <a:close/>
                  <a:moveTo>
                    <a:pt x="528058" y="1187924"/>
                  </a:moveTo>
                  <a:lnTo>
                    <a:pt x="578386" y="1201415"/>
                  </a:lnTo>
                  <a:lnTo>
                    <a:pt x="560231" y="1173313"/>
                  </a:lnTo>
                  <a:close/>
                  <a:moveTo>
                    <a:pt x="202043" y="746259"/>
                  </a:moveTo>
                  <a:lnTo>
                    <a:pt x="190688" y="734587"/>
                  </a:lnTo>
                  <a:lnTo>
                    <a:pt x="227330" y="762259"/>
                  </a:lnTo>
                  <a:close/>
                  <a:moveTo>
                    <a:pt x="202043" y="746259"/>
                  </a:moveTo>
                  <a:lnTo>
                    <a:pt x="192711" y="672600"/>
                  </a:lnTo>
                  <a:lnTo>
                    <a:pt x="190688" y="734587"/>
                  </a:lnTo>
                  <a:close/>
                  <a:moveTo>
                    <a:pt x="672026" y="1173829"/>
                  </a:moveTo>
                  <a:lnTo>
                    <a:pt x="684437" y="1185994"/>
                  </a:lnTo>
                  <a:lnTo>
                    <a:pt x="722428" y="1233578"/>
                  </a:lnTo>
                  <a:close/>
                  <a:moveTo>
                    <a:pt x="589219" y="1134458"/>
                  </a:moveTo>
                  <a:lnTo>
                    <a:pt x="597071" y="1071298"/>
                  </a:lnTo>
                  <a:lnTo>
                    <a:pt x="584827" y="1058827"/>
                  </a:lnTo>
                  <a:close/>
                  <a:moveTo>
                    <a:pt x="597071" y="1071298"/>
                  </a:moveTo>
                  <a:lnTo>
                    <a:pt x="577509" y="1024459"/>
                  </a:lnTo>
                  <a:lnTo>
                    <a:pt x="584827" y="1058827"/>
                  </a:lnTo>
                  <a:close/>
                  <a:moveTo>
                    <a:pt x="795338" y="1275028"/>
                  </a:moveTo>
                  <a:lnTo>
                    <a:pt x="789099" y="1264974"/>
                  </a:lnTo>
                  <a:lnTo>
                    <a:pt x="722428" y="1233578"/>
                  </a:lnTo>
                  <a:close/>
                  <a:moveTo>
                    <a:pt x="789099" y="1264974"/>
                  </a:moveTo>
                  <a:lnTo>
                    <a:pt x="826696" y="1240880"/>
                  </a:lnTo>
                  <a:lnTo>
                    <a:pt x="752584" y="1233561"/>
                  </a:lnTo>
                  <a:close/>
                  <a:moveTo>
                    <a:pt x="889675" y="1261866"/>
                  </a:moveTo>
                  <a:lnTo>
                    <a:pt x="867841" y="1315133"/>
                  </a:lnTo>
                  <a:lnTo>
                    <a:pt x="934082" y="1253222"/>
                  </a:lnTo>
                  <a:close/>
                  <a:moveTo>
                    <a:pt x="618844" y="955754"/>
                  </a:moveTo>
                  <a:lnTo>
                    <a:pt x="605850" y="899400"/>
                  </a:lnTo>
                  <a:lnTo>
                    <a:pt x="625968" y="880124"/>
                  </a:lnTo>
                  <a:close/>
                  <a:moveTo>
                    <a:pt x="938536" y="1234576"/>
                  </a:moveTo>
                  <a:lnTo>
                    <a:pt x="889675" y="1261866"/>
                  </a:lnTo>
                  <a:lnTo>
                    <a:pt x="934082" y="1253222"/>
                  </a:lnTo>
                  <a:close/>
                  <a:moveTo>
                    <a:pt x="938536" y="1234576"/>
                  </a:moveTo>
                  <a:lnTo>
                    <a:pt x="896654" y="1230643"/>
                  </a:lnTo>
                  <a:lnTo>
                    <a:pt x="889675" y="1261866"/>
                  </a:lnTo>
                  <a:close/>
                  <a:moveTo>
                    <a:pt x="938536" y="1234576"/>
                  </a:moveTo>
                  <a:lnTo>
                    <a:pt x="934082" y="1253222"/>
                  </a:lnTo>
                  <a:lnTo>
                    <a:pt x="952477" y="1240880"/>
                  </a:lnTo>
                  <a:close/>
                  <a:moveTo>
                    <a:pt x="953466" y="1190794"/>
                  </a:moveTo>
                  <a:lnTo>
                    <a:pt x="989717" y="1168205"/>
                  </a:lnTo>
                  <a:lnTo>
                    <a:pt x="986075" y="1165249"/>
                  </a:lnTo>
                  <a:close/>
                  <a:moveTo>
                    <a:pt x="938536" y="1234576"/>
                  </a:moveTo>
                  <a:lnTo>
                    <a:pt x="974198" y="1228531"/>
                  </a:lnTo>
                  <a:lnTo>
                    <a:pt x="953466" y="1190794"/>
                  </a:lnTo>
                  <a:close/>
                  <a:moveTo>
                    <a:pt x="590460" y="825701"/>
                  </a:moveTo>
                  <a:lnTo>
                    <a:pt x="591061" y="844105"/>
                  </a:lnTo>
                  <a:lnTo>
                    <a:pt x="664879" y="865925"/>
                  </a:lnTo>
                  <a:close/>
                  <a:moveTo>
                    <a:pt x="454166" y="546827"/>
                  </a:moveTo>
                  <a:lnTo>
                    <a:pt x="454171" y="546810"/>
                  </a:lnTo>
                  <a:lnTo>
                    <a:pt x="412383" y="565191"/>
                  </a:lnTo>
                  <a:close/>
                  <a:moveTo>
                    <a:pt x="593677" y="625789"/>
                  </a:moveTo>
                  <a:lnTo>
                    <a:pt x="601384" y="628592"/>
                  </a:lnTo>
                  <a:lnTo>
                    <a:pt x="603450" y="620628"/>
                  </a:lnTo>
                  <a:close/>
                  <a:moveTo>
                    <a:pt x="441802" y="494136"/>
                  </a:moveTo>
                  <a:lnTo>
                    <a:pt x="445477" y="522716"/>
                  </a:lnTo>
                  <a:lnTo>
                    <a:pt x="423852" y="471180"/>
                  </a:lnTo>
                  <a:close/>
                  <a:moveTo>
                    <a:pt x="898321" y="978315"/>
                  </a:moveTo>
                  <a:lnTo>
                    <a:pt x="884136" y="971358"/>
                  </a:lnTo>
                  <a:lnTo>
                    <a:pt x="856537" y="935009"/>
                  </a:lnTo>
                  <a:close/>
                  <a:moveTo>
                    <a:pt x="958215" y="967605"/>
                  </a:moveTo>
                  <a:lnTo>
                    <a:pt x="961773" y="952054"/>
                  </a:lnTo>
                  <a:lnTo>
                    <a:pt x="893815" y="935009"/>
                  </a:lnTo>
                  <a:close/>
                  <a:moveTo>
                    <a:pt x="988150" y="918507"/>
                  </a:moveTo>
                  <a:lnTo>
                    <a:pt x="961773" y="952054"/>
                  </a:lnTo>
                  <a:lnTo>
                    <a:pt x="958215" y="967605"/>
                  </a:lnTo>
                  <a:close/>
                  <a:moveTo>
                    <a:pt x="988150" y="918507"/>
                  </a:moveTo>
                  <a:lnTo>
                    <a:pt x="958215" y="967605"/>
                  </a:lnTo>
                  <a:lnTo>
                    <a:pt x="1002766" y="969368"/>
                  </a:lnTo>
                  <a:close/>
                  <a:moveTo>
                    <a:pt x="778979" y="811146"/>
                  </a:moveTo>
                  <a:lnTo>
                    <a:pt x="817076" y="818156"/>
                  </a:lnTo>
                  <a:lnTo>
                    <a:pt x="788546" y="778607"/>
                  </a:lnTo>
                  <a:close/>
                  <a:moveTo>
                    <a:pt x="817076" y="818156"/>
                  </a:moveTo>
                  <a:lnTo>
                    <a:pt x="849008" y="830178"/>
                  </a:lnTo>
                  <a:lnTo>
                    <a:pt x="788546" y="778607"/>
                  </a:lnTo>
                  <a:close/>
                  <a:moveTo>
                    <a:pt x="603450" y="620628"/>
                  </a:moveTo>
                  <a:lnTo>
                    <a:pt x="619046" y="551490"/>
                  </a:lnTo>
                  <a:lnTo>
                    <a:pt x="593677" y="625789"/>
                  </a:lnTo>
                  <a:close/>
                  <a:moveTo>
                    <a:pt x="603450" y="620628"/>
                  </a:moveTo>
                  <a:lnTo>
                    <a:pt x="661044" y="555328"/>
                  </a:lnTo>
                  <a:lnTo>
                    <a:pt x="619046" y="551490"/>
                  </a:lnTo>
                  <a:close/>
                  <a:moveTo>
                    <a:pt x="661044" y="555328"/>
                  </a:moveTo>
                  <a:lnTo>
                    <a:pt x="666108" y="545318"/>
                  </a:lnTo>
                  <a:lnTo>
                    <a:pt x="619034" y="543993"/>
                  </a:lnTo>
                  <a:close/>
                  <a:moveTo>
                    <a:pt x="661044" y="555328"/>
                  </a:moveTo>
                  <a:lnTo>
                    <a:pt x="697969" y="563291"/>
                  </a:lnTo>
                  <a:lnTo>
                    <a:pt x="666108" y="545318"/>
                  </a:lnTo>
                  <a:close/>
                  <a:moveTo>
                    <a:pt x="713321" y="488067"/>
                  </a:moveTo>
                  <a:lnTo>
                    <a:pt x="714779" y="424139"/>
                  </a:lnTo>
                  <a:lnTo>
                    <a:pt x="712560" y="474528"/>
                  </a:lnTo>
                  <a:close/>
                  <a:moveTo>
                    <a:pt x="712560" y="474528"/>
                  </a:moveTo>
                  <a:lnTo>
                    <a:pt x="710541" y="422992"/>
                  </a:lnTo>
                  <a:lnTo>
                    <a:pt x="737877" y="450434"/>
                  </a:lnTo>
                  <a:close/>
                  <a:moveTo>
                    <a:pt x="1216726" y="936774"/>
                  </a:moveTo>
                  <a:lnTo>
                    <a:pt x="1268301" y="954929"/>
                  </a:lnTo>
                  <a:lnTo>
                    <a:pt x="1251828" y="943575"/>
                  </a:lnTo>
                  <a:close/>
                  <a:moveTo>
                    <a:pt x="975745" y="734493"/>
                  </a:moveTo>
                  <a:lnTo>
                    <a:pt x="1016598" y="712558"/>
                  </a:lnTo>
                  <a:lnTo>
                    <a:pt x="1044457" y="684024"/>
                  </a:lnTo>
                  <a:close/>
                  <a:moveTo>
                    <a:pt x="1307513" y="966634"/>
                  </a:moveTo>
                  <a:lnTo>
                    <a:pt x="1251828" y="943575"/>
                  </a:lnTo>
                  <a:lnTo>
                    <a:pt x="1276476" y="961519"/>
                  </a:lnTo>
                  <a:close/>
                  <a:moveTo>
                    <a:pt x="1307513" y="966634"/>
                  </a:moveTo>
                  <a:lnTo>
                    <a:pt x="1357036" y="977118"/>
                  </a:lnTo>
                  <a:lnTo>
                    <a:pt x="1386970" y="954136"/>
                  </a:lnTo>
                  <a:close/>
                  <a:moveTo>
                    <a:pt x="1407059" y="989466"/>
                  </a:moveTo>
                  <a:lnTo>
                    <a:pt x="1386970" y="954136"/>
                  </a:lnTo>
                  <a:lnTo>
                    <a:pt x="1357036" y="977118"/>
                  </a:lnTo>
                  <a:close/>
                  <a:moveTo>
                    <a:pt x="1234375" y="769535"/>
                  </a:moveTo>
                  <a:lnTo>
                    <a:pt x="1296296" y="789797"/>
                  </a:lnTo>
                  <a:lnTo>
                    <a:pt x="1252201" y="838633"/>
                  </a:lnTo>
                  <a:close/>
                  <a:moveTo>
                    <a:pt x="1195163" y="711466"/>
                  </a:moveTo>
                  <a:lnTo>
                    <a:pt x="1169729" y="665937"/>
                  </a:lnTo>
                  <a:lnTo>
                    <a:pt x="1166776" y="661024"/>
                  </a:lnTo>
                  <a:close/>
                  <a:moveTo>
                    <a:pt x="1209921" y="776432"/>
                  </a:moveTo>
                  <a:lnTo>
                    <a:pt x="1256037" y="774176"/>
                  </a:lnTo>
                  <a:lnTo>
                    <a:pt x="1234375" y="769535"/>
                  </a:lnTo>
                  <a:close/>
                  <a:moveTo>
                    <a:pt x="998618" y="326616"/>
                  </a:moveTo>
                  <a:lnTo>
                    <a:pt x="983984" y="294466"/>
                  </a:lnTo>
                  <a:lnTo>
                    <a:pt x="1000895" y="343461"/>
                  </a:lnTo>
                  <a:close/>
                  <a:moveTo>
                    <a:pt x="1390272" y="831580"/>
                  </a:moveTo>
                  <a:lnTo>
                    <a:pt x="1434149" y="820953"/>
                  </a:lnTo>
                  <a:lnTo>
                    <a:pt x="1466783" y="808067"/>
                  </a:lnTo>
                  <a:close/>
                  <a:moveTo>
                    <a:pt x="1510784" y="822234"/>
                  </a:moveTo>
                  <a:lnTo>
                    <a:pt x="1511983" y="817888"/>
                  </a:lnTo>
                  <a:lnTo>
                    <a:pt x="1482893" y="828522"/>
                  </a:lnTo>
                  <a:close/>
                  <a:moveTo>
                    <a:pt x="1367430" y="674585"/>
                  </a:moveTo>
                  <a:lnTo>
                    <a:pt x="1389170" y="692559"/>
                  </a:lnTo>
                  <a:lnTo>
                    <a:pt x="1377527" y="738909"/>
                  </a:lnTo>
                  <a:close/>
                  <a:moveTo>
                    <a:pt x="1511983" y="817888"/>
                  </a:moveTo>
                  <a:lnTo>
                    <a:pt x="1510784" y="822234"/>
                  </a:lnTo>
                  <a:lnTo>
                    <a:pt x="1516421" y="818977"/>
                  </a:lnTo>
                  <a:close/>
                  <a:moveTo>
                    <a:pt x="1566562" y="831770"/>
                  </a:moveTo>
                  <a:lnTo>
                    <a:pt x="1510784" y="822234"/>
                  </a:lnTo>
                  <a:lnTo>
                    <a:pt x="1536944" y="838949"/>
                  </a:lnTo>
                  <a:close/>
                  <a:moveTo>
                    <a:pt x="1566562" y="831770"/>
                  </a:moveTo>
                  <a:lnTo>
                    <a:pt x="1516421" y="818977"/>
                  </a:lnTo>
                  <a:lnTo>
                    <a:pt x="1510784" y="822234"/>
                  </a:lnTo>
                  <a:close/>
                  <a:moveTo>
                    <a:pt x="1511983" y="817888"/>
                  </a:moveTo>
                  <a:lnTo>
                    <a:pt x="1516421" y="818977"/>
                  </a:lnTo>
                  <a:lnTo>
                    <a:pt x="1518210" y="816197"/>
                  </a:lnTo>
                  <a:close/>
                  <a:moveTo>
                    <a:pt x="1574982" y="808024"/>
                  </a:moveTo>
                  <a:lnTo>
                    <a:pt x="1516421" y="818977"/>
                  </a:lnTo>
                  <a:lnTo>
                    <a:pt x="1566562" y="831770"/>
                  </a:lnTo>
                  <a:close/>
                  <a:moveTo>
                    <a:pt x="1574982" y="808024"/>
                  </a:moveTo>
                  <a:lnTo>
                    <a:pt x="1518210" y="816197"/>
                  </a:lnTo>
                  <a:lnTo>
                    <a:pt x="1516421" y="818977"/>
                  </a:lnTo>
                  <a:close/>
                  <a:moveTo>
                    <a:pt x="1518210" y="816197"/>
                  </a:moveTo>
                  <a:lnTo>
                    <a:pt x="1574982" y="808024"/>
                  </a:lnTo>
                  <a:lnTo>
                    <a:pt x="1541577" y="778133"/>
                  </a:lnTo>
                  <a:close/>
                  <a:moveTo>
                    <a:pt x="1574982" y="808024"/>
                  </a:moveTo>
                  <a:lnTo>
                    <a:pt x="1582354" y="755913"/>
                  </a:lnTo>
                  <a:lnTo>
                    <a:pt x="1541577" y="778133"/>
                  </a:lnTo>
                  <a:close/>
                  <a:moveTo>
                    <a:pt x="1617351" y="811562"/>
                  </a:moveTo>
                  <a:lnTo>
                    <a:pt x="1574982" y="808024"/>
                  </a:lnTo>
                  <a:lnTo>
                    <a:pt x="1566562" y="831770"/>
                  </a:lnTo>
                  <a:close/>
                  <a:moveTo>
                    <a:pt x="1620164" y="746531"/>
                  </a:moveTo>
                  <a:lnTo>
                    <a:pt x="1574982" y="808024"/>
                  </a:lnTo>
                  <a:lnTo>
                    <a:pt x="1617351" y="811562"/>
                  </a:lnTo>
                  <a:close/>
                  <a:moveTo>
                    <a:pt x="1316571" y="326002"/>
                  </a:moveTo>
                  <a:lnTo>
                    <a:pt x="1358811" y="357408"/>
                  </a:lnTo>
                  <a:lnTo>
                    <a:pt x="1308992" y="307655"/>
                  </a:lnTo>
                  <a:close/>
                  <a:moveTo>
                    <a:pt x="1300591" y="254334"/>
                  </a:moveTo>
                  <a:lnTo>
                    <a:pt x="1300600" y="266290"/>
                  </a:lnTo>
                  <a:lnTo>
                    <a:pt x="1336055" y="260893"/>
                  </a:lnTo>
                  <a:close/>
                  <a:moveTo>
                    <a:pt x="1308442" y="25812"/>
                  </a:moveTo>
                  <a:lnTo>
                    <a:pt x="1302366" y="62070"/>
                  </a:lnTo>
                  <a:lnTo>
                    <a:pt x="1315465" y="0"/>
                  </a:lnTo>
                  <a:close/>
                </a:path>
              </a:pathLst>
            </a:custGeom>
            <a:solidFill>
              <a:srgbClr val="EFF2F3"/>
            </a:solidFill>
            <a:ln w="1524">
              <a:solidFill>
                <a:srgbClr val="EFF2F3"/>
              </a:solidFill>
            </a:ln>
          </p:spPr>
        </p:sp>
        <p:sp>
          <p:nvSpPr>
            <p:cNvPr id="4288" name="Output_density__4287">
              <a:extLst>
                <a:ext uri="{FF2B5EF4-FFF2-40B4-BE49-F238E27FC236}">
                  <a16:creationId xmlns:a16="http://schemas.microsoft.com/office/drawing/2014/main" id="{C6AC82E1-D943-88ED-D2D0-36ABABAF0E2F}"/>
                </a:ext>
              </a:extLst>
            </p:cNvPr>
            <p:cNvSpPr>
              <a:spLocks noGrp="1"/>
            </p:cNvSpPr>
            <p:nvPr/>
          </p:nvSpPr>
          <p:spPr>
            <a:xfrm>
              <a:off x="14843531" y="2460542"/>
              <a:ext cx="1480083" cy="1315133"/>
            </a:xfrm>
            <a:custGeom>
              <a:avLst/>
              <a:gdLst/>
              <a:ahLst/>
              <a:cxnLst/>
              <a:rect l="0" t="0" r="0" b="0"/>
              <a:pathLst>
                <a:path w="1480083" h="1315133">
                  <a:moveTo>
                    <a:pt x="4519" y="743255"/>
                  </a:moveTo>
                  <a:lnTo>
                    <a:pt x="5072" y="770353"/>
                  </a:lnTo>
                  <a:lnTo>
                    <a:pt x="0" y="766135"/>
                  </a:lnTo>
                  <a:close/>
                  <a:moveTo>
                    <a:pt x="116800" y="853478"/>
                  </a:moveTo>
                  <a:lnTo>
                    <a:pt x="62216" y="824072"/>
                  </a:lnTo>
                  <a:lnTo>
                    <a:pt x="60761" y="822598"/>
                  </a:lnTo>
                  <a:close/>
                  <a:moveTo>
                    <a:pt x="399091" y="1210208"/>
                  </a:moveTo>
                  <a:lnTo>
                    <a:pt x="448083" y="1218705"/>
                  </a:lnTo>
                  <a:lnTo>
                    <a:pt x="475931" y="1187924"/>
                  </a:lnTo>
                  <a:close/>
                  <a:moveTo>
                    <a:pt x="431730" y="1197341"/>
                  </a:moveTo>
                  <a:lnTo>
                    <a:pt x="399091" y="1210208"/>
                  </a:lnTo>
                  <a:lnTo>
                    <a:pt x="475931" y="1187924"/>
                  </a:lnTo>
                  <a:close/>
                  <a:moveTo>
                    <a:pt x="640578" y="1279484"/>
                  </a:moveTo>
                  <a:lnTo>
                    <a:pt x="659920" y="1242018"/>
                  </a:lnTo>
                  <a:lnTo>
                    <a:pt x="627631" y="1270853"/>
                  </a:lnTo>
                  <a:close/>
                  <a:moveTo>
                    <a:pt x="431730" y="1197341"/>
                  </a:moveTo>
                  <a:lnTo>
                    <a:pt x="475931" y="1187924"/>
                  </a:lnTo>
                  <a:lnTo>
                    <a:pt x="508104" y="1173313"/>
                  </a:lnTo>
                  <a:close/>
                  <a:moveTo>
                    <a:pt x="537092" y="1134458"/>
                  </a:moveTo>
                  <a:lnTo>
                    <a:pt x="536801" y="1140661"/>
                  </a:lnTo>
                  <a:lnTo>
                    <a:pt x="537922" y="1110124"/>
                  </a:lnTo>
                  <a:close/>
                  <a:moveTo>
                    <a:pt x="140899" y="670629"/>
                  </a:moveTo>
                  <a:lnTo>
                    <a:pt x="140584" y="672600"/>
                  </a:lnTo>
                  <a:lnTo>
                    <a:pt x="149916" y="746259"/>
                  </a:lnTo>
                  <a:close/>
                  <a:moveTo>
                    <a:pt x="131282" y="694723"/>
                  </a:moveTo>
                  <a:lnTo>
                    <a:pt x="140899" y="670629"/>
                  </a:lnTo>
                  <a:lnTo>
                    <a:pt x="149916" y="746259"/>
                  </a:lnTo>
                  <a:close/>
                  <a:moveTo>
                    <a:pt x="537922" y="1110124"/>
                  </a:moveTo>
                  <a:lnTo>
                    <a:pt x="544944" y="1071298"/>
                  </a:lnTo>
                  <a:lnTo>
                    <a:pt x="537092" y="1134458"/>
                  </a:lnTo>
                  <a:close/>
                  <a:moveTo>
                    <a:pt x="525382" y="1024459"/>
                  </a:moveTo>
                  <a:lnTo>
                    <a:pt x="518400" y="1007291"/>
                  </a:lnTo>
                  <a:lnTo>
                    <a:pt x="532699" y="1058827"/>
                  </a:lnTo>
                  <a:close/>
                  <a:moveTo>
                    <a:pt x="525382" y="1024459"/>
                  </a:moveTo>
                  <a:lnTo>
                    <a:pt x="525888" y="961304"/>
                  </a:lnTo>
                  <a:lnTo>
                    <a:pt x="518400" y="1007291"/>
                  </a:lnTo>
                  <a:close/>
                  <a:moveTo>
                    <a:pt x="670301" y="1233578"/>
                  </a:moveTo>
                  <a:lnTo>
                    <a:pt x="736972" y="1264974"/>
                  </a:lnTo>
                  <a:lnTo>
                    <a:pt x="700457" y="1233561"/>
                  </a:lnTo>
                  <a:close/>
                  <a:moveTo>
                    <a:pt x="815714" y="1315133"/>
                  </a:moveTo>
                  <a:lnTo>
                    <a:pt x="858320" y="1299752"/>
                  </a:lnTo>
                  <a:lnTo>
                    <a:pt x="881955" y="1253222"/>
                  </a:lnTo>
                  <a:close/>
                  <a:moveTo>
                    <a:pt x="538333" y="825701"/>
                  </a:moveTo>
                  <a:lnTo>
                    <a:pt x="536538" y="764417"/>
                  </a:lnTo>
                  <a:lnTo>
                    <a:pt x="533369" y="804493"/>
                  </a:lnTo>
                  <a:close/>
                  <a:moveTo>
                    <a:pt x="536538" y="764417"/>
                  </a:moveTo>
                  <a:lnTo>
                    <a:pt x="528911" y="707875"/>
                  </a:lnTo>
                  <a:lnTo>
                    <a:pt x="517403" y="752957"/>
                  </a:lnTo>
                  <a:close/>
                  <a:moveTo>
                    <a:pt x="360256" y="565191"/>
                  </a:moveTo>
                  <a:lnTo>
                    <a:pt x="327670" y="546810"/>
                  </a:lnTo>
                  <a:lnTo>
                    <a:pt x="329626" y="585568"/>
                  </a:lnTo>
                  <a:close/>
                  <a:moveTo>
                    <a:pt x="529554" y="701420"/>
                  </a:moveTo>
                  <a:lnTo>
                    <a:pt x="549257" y="628592"/>
                  </a:lnTo>
                  <a:lnTo>
                    <a:pt x="541550" y="625789"/>
                  </a:lnTo>
                  <a:close/>
                  <a:moveTo>
                    <a:pt x="541550" y="625789"/>
                  </a:moveTo>
                  <a:lnTo>
                    <a:pt x="556454" y="639811"/>
                  </a:lnTo>
                  <a:lnTo>
                    <a:pt x="529554" y="701420"/>
                  </a:lnTo>
                  <a:close/>
                  <a:moveTo>
                    <a:pt x="549257" y="628592"/>
                  </a:moveTo>
                  <a:lnTo>
                    <a:pt x="566119" y="649883"/>
                  </a:lnTo>
                  <a:lnTo>
                    <a:pt x="551323" y="620628"/>
                  </a:lnTo>
                  <a:close/>
                  <a:moveTo>
                    <a:pt x="318238" y="408090"/>
                  </a:moveTo>
                  <a:lnTo>
                    <a:pt x="372867" y="437661"/>
                  </a:lnTo>
                  <a:lnTo>
                    <a:pt x="352076" y="423978"/>
                  </a:lnTo>
                  <a:close/>
                  <a:moveTo>
                    <a:pt x="938151" y="910915"/>
                  </a:moveTo>
                  <a:lnTo>
                    <a:pt x="909646" y="952054"/>
                  </a:lnTo>
                  <a:lnTo>
                    <a:pt x="936023" y="918507"/>
                  </a:lnTo>
                  <a:close/>
                  <a:moveTo>
                    <a:pt x="593337" y="603034"/>
                  </a:moveTo>
                  <a:lnTo>
                    <a:pt x="608917" y="555328"/>
                  </a:lnTo>
                  <a:lnTo>
                    <a:pt x="551323" y="620628"/>
                  </a:lnTo>
                  <a:close/>
                  <a:moveTo>
                    <a:pt x="566919" y="551490"/>
                  </a:moveTo>
                  <a:lnTo>
                    <a:pt x="608917" y="555328"/>
                  </a:lnTo>
                  <a:lnTo>
                    <a:pt x="566907" y="543993"/>
                  </a:lnTo>
                  <a:close/>
                  <a:moveTo>
                    <a:pt x="640579" y="509863"/>
                  </a:moveTo>
                  <a:lnTo>
                    <a:pt x="566907" y="543993"/>
                  </a:lnTo>
                  <a:lnTo>
                    <a:pt x="613981" y="545318"/>
                  </a:lnTo>
                  <a:close/>
                  <a:moveTo>
                    <a:pt x="613981" y="545318"/>
                  </a:moveTo>
                  <a:lnTo>
                    <a:pt x="655732" y="526741"/>
                  </a:lnTo>
                  <a:lnTo>
                    <a:pt x="640579" y="509863"/>
                  </a:lnTo>
                  <a:close/>
                  <a:moveTo>
                    <a:pt x="1216174" y="954929"/>
                  </a:moveTo>
                  <a:lnTo>
                    <a:pt x="1224349" y="961519"/>
                  </a:lnTo>
                  <a:lnTo>
                    <a:pt x="1199701" y="943575"/>
                  </a:lnTo>
                  <a:close/>
                  <a:moveTo>
                    <a:pt x="799478" y="445033"/>
                  </a:moveTo>
                  <a:lnTo>
                    <a:pt x="873470" y="412096"/>
                  </a:lnTo>
                  <a:lnTo>
                    <a:pt x="828130" y="417254"/>
                  </a:lnTo>
                  <a:close/>
                  <a:moveTo>
                    <a:pt x="1304909" y="977118"/>
                  </a:moveTo>
                  <a:lnTo>
                    <a:pt x="1255386" y="966634"/>
                  </a:lnTo>
                  <a:lnTo>
                    <a:pt x="1224349" y="961519"/>
                  </a:lnTo>
                  <a:close/>
                  <a:moveTo>
                    <a:pt x="1220822" y="776157"/>
                  </a:moveTo>
                  <a:lnTo>
                    <a:pt x="1244169" y="789797"/>
                  </a:lnTo>
                  <a:lnTo>
                    <a:pt x="1182248" y="769535"/>
                  </a:lnTo>
                  <a:close/>
                  <a:moveTo>
                    <a:pt x="1203910" y="774176"/>
                  </a:moveTo>
                  <a:lnTo>
                    <a:pt x="1220822" y="776157"/>
                  </a:lnTo>
                  <a:lnTo>
                    <a:pt x="1182248" y="769535"/>
                  </a:lnTo>
                  <a:close/>
                  <a:moveTo>
                    <a:pt x="828130" y="417254"/>
                  </a:moveTo>
                  <a:lnTo>
                    <a:pt x="873470" y="412096"/>
                  </a:lnTo>
                  <a:lnTo>
                    <a:pt x="882068" y="350710"/>
                  </a:lnTo>
                  <a:close/>
                  <a:moveTo>
                    <a:pt x="1121724" y="655272"/>
                  </a:moveTo>
                  <a:lnTo>
                    <a:pt x="1117602" y="665937"/>
                  </a:lnTo>
                  <a:lnTo>
                    <a:pt x="1191551" y="635835"/>
                  </a:lnTo>
                  <a:close/>
                  <a:moveTo>
                    <a:pt x="1430766" y="828522"/>
                  </a:moveTo>
                  <a:lnTo>
                    <a:pt x="1459856" y="817888"/>
                  </a:lnTo>
                  <a:lnTo>
                    <a:pt x="1414656" y="808067"/>
                  </a:lnTo>
                  <a:close/>
                  <a:moveTo>
                    <a:pt x="1430766" y="828522"/>
                  </a:moveTo>
                  <a:lnTo>
                    <a:pt x="1414656" y="808067"/>
                  </a:lnTo>
                  <a:lnTo>
                    <a:pt x="1382022" y="820953"/>
                  </a:lnTo>
                  <a:close/>
                  <a:moveTo>
                    <a:pt x="1430766" y="828522"/>
                  </a:moveTo>
                  <a:lnTo>
                    <a:pt x="1480083" y="838234"/>
                  </a:lnTo>
                  <a:lnTo>
                    <a:pt x="1458657" y="822234"/>
                  </a:lnTo>
                  <a:close/>
                  <a:moveTo>
                    <a:pt x="1356716" y="678899"/>
                  </a:moveTo>
                  <a:lnTo>
                    <a:pt x="1315303" y="674585"/>
                  </a:lnTo>
                  <a:lnTo>
                    <a:pt x="1325400" y="738909"/>
                  </a:lnTo>
                  <a:close/>
                  <a:moveTo>
                    <a:pt x="1215731" y="584299"/>
                  </a:moveTo>
                  <a:lnTo>
                    <a:pt x="1222514" y="573932"/>
                  </a:lnTo>
                  <a:lnTo>
                    <a:pt x="1208551" y="560205"/>
                  </a:lnTo>
                  <a:close/>
                  <a:moveTo>
                    <a:pt x="1152113" y="480320"/>
                  </a:moveTo>
                  <a:lnTo>
                    <a:pt x="1163391" y="457132"/>
                  </a:lnTo>
                  <a:lnTo>
                    <a:pt x="1142578" y="489518"/>
                  </a:lnTo>
                  <a:close/>
                  <a:moveTo>
                    <a:pt x="1202741" y="404884"/>
                  </a:moveTo>
                  <a:lnTo>
                    <a:pt x="1178087" y="447604"/>
                  </a:lnTo>
                  <a:lnTo>
                    <a:pt x="1252850" y="417556"/>
                  </a:lnTo>
                  <a:close/>
                  <a:moveTo>
                    <a:pt x="1252850" y="417556"/>
                  </a:moveTo>
                  <a:lnTo>
                    <a:pt x="1221887" y="436688"/>
                  </a:lnTo>
                  <a:lnTo>
                    <a:pt x="1291766" y="388379"/>
                  </a:lnTo>
                  <a:close/>
                  <a:moveTo>
                    <a:pt x="1291766" y="388379"/>
                  </a:moveTo>
                  <a:lnTo>
                    <a:pt x="1351504" y="369423"/>
                  </a:lnTo>
                  <a:lnTo>
                    <a:pt x="1304982" y="369262"/>
                  </a:lnTo>
                  <a:close/>
                  <a:moveTo>
                    <a:pt x="1310209" y="176783"/>
                  </a:moveTo>
                  <a:lnTo>
                    <a:pt x="1304767" y="178704"/>
                  </a:lnTo>
                  <a:lnTo>
                    <a:pt x="1307650" y="177965"/>
                  </a:lnTo>
                  <a:close/>
                  <a:moveTo>
                    <a:pt x="1360950" y="202569"/>
                  </a:moveTo>
                  <a:lnTo>
                    <a:pt x="1310209" y="176783"/>
                  </a:lnTo>
                  <a:lnTo>
                    <a:pt x="1309201" y="178704"/>
                  </a:lnTo>
                  <a:close/>
                  <a:moveTo>
                    <a:pt x="1307650" y="177965"/>
                  </a:moveTo>
                  <a:lnTo>
                    <a:pt x="1309201" y="178704"/>
                  </a:lnTo>
                  <a:lnTo>
                    <a:pt x="1310209" y="176783"/>
                  </a:lnTo>
                  <a:close/>
                  <a:moveTo>
                    <a:pt x="1263338" y="0"/>
                  </a:moveTo>
                  <a:lnTo>
                    <a:pt x="1285704" y="791"/>
                  </a:lnTo>
                  <a:lnTo>
                    <a:pt x="1256315" y="25812"/>
                  </a:lnTo>
                  <a:close/>
                </a:path>
              </a:pathLst>
            </a:custGeom>
            <a:solidFill>
              <a:srgbClr val="EDF0F2"/>
            </a:solidFill>
            <a:ln w="1524">
              <a:solidFill>
                <a:srgbClr val="EDF0F2"/>
              </a:solidFill>
            </a:ln>
          </p:spPr>
        </p:sp>
        <p:sp>
          <p:nvSpPr>
            <p:cNvPr id="4289" name="Output_density__4288">
              <a:extLst>
                <a:ext uri="{FF2B5EF4-FFF2-40B4-BE49-F238E27FC236}">
                  <a16:creationId xmlns:a16="http://schemas.microsoft.com/office/drawing/2014/main" id="{968247D4-BBCA-8A08-614B-DECDF3A4AAC9}"/>
                </a:ext>
              </a:extLst>
            </p:cNvPr>
            <p:cNvSpPr>
              <a:spLocks noGrp="1"/>
            </p:cNvSpPr>
            <p:nvPr/>
          </p:nvSpPr>
          <p:spPr>
            <a:xfrm>
              <a:off x="14982092" y="2288475"/>
              <a:ext cx="1567438" cy="1487200"/>
            </a:xfrm>
            <a:custGeom>
              <a:avLst/>
              <a:gdLst/>
              <a:ahLst/>
              <a:cxnLst/>
              <a:rect l="0" t="0" r="0" b="0"/>
              <a:pathLst>
                <a:path w="1567438" h="1487200">
                  <a:moveTo>
                    <a:pt x="197958" y="1354713"/>
                  </a:moveTo>
                  <a:lnTo>
                    <a:pt x="175234" y="1317339"/>
                  </a:lnTo>
                  <a:lnTo>
                    <a:pt x="200094" y="1359871"/>
                  </a:lnTo>
                  <a:close/>
                  <a:moveTo>
                    <a:pt x="459317" y="1466575"/>
                  </a:moveTo>
                  <a:lnTo>
                    <a:pt x="417770" y="1422337"/>
                  </a:lnTo>
                  <a:lnTo>
                    <a:pt x="416236" y="1433692"/>
                  </a:lnTo>
                  <a:close/>
                  <a:moveTo>
                    <a:pt x="436902" y="1422546"/>
                  </a:moveTo>
                  <a:lnTo>
                    <a:pt x="417770" y="1422337"/>
                  </a:lnTo>
                  <a:lnTo>
                    <a:pt x="459317" y="1466575"/>
                  </a:lnTo>
                  <a:close/>
                  <a:moveTo>
                    <a:pt x="457184" y="1365533"/>
                  </a:moveTo>
                  <a:lnTo>
                    <a:pt x="469459" y="1369595"/>
                  </a:lnTo>
                  <a:lnTo>
                    <a:pt x="521359" y="1414085"/>
                  </a:lnTo>
                  <a:close/>
                  <a:moveTo>
                    <a:pt x="398240" y="1312728"/>
                  </a:moveTo>
                  <a:lnTo>
                    <a:pt x="449126" y="1309341"/>
                  </a:lnTo>
                  <a:lnTo>
                    <a:pt x="399362" y="1282191"/>
                  </a:lnTo>
                  <a:close/>
                  <a:moveTo>
                    <a:pt x="36642" y="934326"/>
                  </a:moveTo>
                  <a:lnTo>
                    <a:pt x="0" y="906655"/>
                  </a:lnTo>
                  <a:lnTo>
                    <a:pt x="20431" y="913494"/>
                  </a:lnTo>
                  <a:close/>
                  <a:moveTo>
                    <a:pt x="399362" y="1282191"/>
                  </a:moveTo>
                  <a:lnTo>
                    <a:pt x="476905" y="1286758"/>
                  </a:lnTo>
                  <a:lnTo>
                    <a:pt x="445482" y="1230895"/>
                  </a:lnTo>
                  <a:close/>
                  <a:moveTo>
                    <a:pt x="448870" y="1292619"/>
                  </a:moveTo>
                  <a:lnTo>
                    <a:pt x="476905" y="1286758"/>
                  </a:lnTo>
                  <a:lnTo>
                    <a:pt x="399362" y="1282191"/>
                  </a:lnTo>
                  <a:close/>
                  <a:moveTo>
                    <a:pt x="445482" y="1230895"/>
                  </a:moveTo>
                  <a:lnTo>
                    <a:pt x="406383" y="1243365"/>
                  </a:lnTo>
                  <a:lnTo>
                    <a:pt x="399362" y="1282191"/>
                  </a:lnTo>
                  <a:close/>
                  <a:moveTo>
                    <a:pt x="598411" y="1437041"/>
                  </a:moveTo>
                  <a:lnTo>
                    <a:pt x="604651" y="1447096"/>
                  </a:lnTo>
                  <a:lnTo>
                    <a:pt x="622352" y="1456986"/>
                  </a:lnTo>
                  <a:close/>
                  <a:moveTo>
                    <a:pt x="677153" y="1487200"/>
                  </a:moveTo>
                  <a:lnTo>
                    <a:pt x="622352" y="1456986"/>
                  </a:lnTo>
                  <a:lnTo>
                    <a:pt x="604651" y="1447096"/>
                  </a:lnTo>
                  <a:close/>
                  <a:moveTo>
                    <a:pt x="636008" y="1412947"/>
                  </a:moveTo>
                  <a:lnTo>
                    <a:pt x="598411" y="1437041"/>
                  </a:lnTo>
                  <a:lnTo>
                    <a:pt x="622352" y="1456986"/>
                  </a:lnTo>
                  <a:close/>
                  <a:moveTo>
                    <a:pt x="622352" y="1456986"/>
                  </a:moveTo>
                  <a:lnTo>
                    <a:pt x="677153" y="1487200"/>
                  </a:lnTo>
                  <a:lnTo>
                    <a:pt x="698987" y="1433934"/>
                  </a:lnTo>
                  <a:close/>
                  <a:moveTo>
                    <a:pt x="648458" y="1419690"/>
                  </a:moveTo>
                  <a:lnTo>
                    <a:pt x="622352" y="1456986"/>
                  </a:lnTo>
                  <a:lnTo>
                    <a:pt x="698987" y="1433934"/>
                  </a:lnTo>
                  <a:close/>
                  <a:moveTo>
                    <a:pt x="705966" y="1402710"/>
                  </a:moveTo>
                  <a:lnTo>
                    <a:pt x="747848" y="1406643"/>
                  </a:lnTo>
                  <a:lnTo>
                    <a:pt x="713234" y="1352301"/>
                  </a:lnTo>
                  <a:close/>
                  <a:moveTo>
                    <a:pt x="747848" y="1406643"/>
                  </a:moveTo>
                  <a:lnTo>
                    <a:pt x="762778" y="1362862"/>
                  </a:lnTo>
                  <a:lnTo>
                    <a:pt x="713234" y="1352301"/>
                  </a:lnTo>
                  <a:close/>
                  <a:moveTo>
                    <a:pt x="631964" y="1236662"/>
                  </a:moveTo>
                  <a:lnTo>
                    <a:pt x="655873" y="1234244"/>
                  </a:lnTo>
                  <a:lnTo>
                    <a:pt x="633543" y="1229026"/>
                  </a:lnTo>
                  <a:close/>
                  <a:moveTo>
                    <a:pt x="624444" y="1234244"/>
                  </a:moveTo>
                  <a:lnTo>
                    <a:pt x="631964" y="1236662"/>
                  </a:lnTo>
                  <a:lnTo>
                    <a:pt x="633543" y="1229026"/>
                  </a:lnTo>
                  <a:close/>
                  <a:moveTo>
                    <a:pt x="474191" y="1037992"/>
                  </a:moveTo>
                  <a:lnTo>
                    <a:pt x="400373" y="1016173"/>
                  </a:lnTo>
                  <a:lnTo>
                    <a:pt x="435280" y="1052191"/>
                  </a:lnTo>
                  <a:close/>
                  <a:moveTo>
                    <a:pt x="399772" y="997769"/>
                  </a:moveTo>
                  <a:lnTo>
                    <a:pt x="462889" y="984438"/>
                  </a:lnTo>
                  <a:lnTo>
                    <a:pt x="455745" y="927503"/>
                  </a:lnTo>
                  <a:close/>
                  <a:moveTo>
                    <a:pt x="399772" y="997769"/>
                  </a:moveTo>
                  <a:lnTo>
                    <a:pt x="455745" y="927503"/>
                  </a:lnTo>
                  <a:lnTo>
                    <a:pt x="397978" y="936485"/>
                  </a:lnTo>
                  <a:close/>
                  <a:moveTo>
                    <a:pt x="191065" y="757635"/>
                  </a:moveTo>
                  <a:lnTo>
                    <a:pt x="237929" y="794508"/>
                  </a:lnTo>
                  <a:lnTo>
                    <a:pt x="221696" y="737258"/>
                  </a:lnTo>
                  <a:close/>
                  <a:moveTo>
                    <a:pt x="221696" y="737258"/>
                  </a:moveTo>
                  <a:lnTo>
                    <a:pt x="237929" y="794508"/>
                  </a:lnTo>
                  <a:lnTo>
                    <a:pt x="263478" y="718895"/>
                  </a:lnTo>
                  <a:close/>
                  <a:moveTo>
                    <a:pt x="263478" y="718895"/>
                  </a:moveTo>
                  <a:lnTo>
                    <a:pt x="208648" y="691435"/>
                  </a:lnTo>
                  <a:lnTo>
                    <a:pt x="211111" y="697683"/>
                  </a:lnTo>
                  <a:close/>
                  <a:moveTo>
                    <a:pt x="769849" y="1326014"/>
                  </a:moveTo>
                  <a:lnTo>
                    <a:pt x="762778" y="1362862"/>
                  </a:lnTo>
                  <a:lnTo>
                    <a:pt x="795387" y="1337317"/>
                  </a:lnTo>
                  <a:close/>
                  <a:moveTo>
                    <a:pt x="769849" y="1326014"/>
                  </a:moveTo>
                  <a:lnTo>
                    <a:pt x="795387" y="1337317"/>
                  </a:lnTo>
                  <a:lnTo>
                    <a:pt x="800755" y="1276127"/>
                  </a:lnTo>
                  <a:close/>
                  <a:moveTo>
                    <a:pt x="761581" y="1269992"/>
                  </a:moveTo>
                  <a:lnTo>
                    <a:pt x="769849" y="1326014"/>
                  </a:lnTo>
                  <a:lnTo>
                    <a:pt x="800755" y="1276127"/>
                  </a:lnTo>
                  <a:close/>
                  <a:moveTo>
                    <a:pt x="761581" y="1269992"/>
                  </a:moveTo>
                  <a:lnTo>
                    <a:pt x="800755" y="1276127"/>
                  </a:lnTo>
                  <a:lnTo>
                    <a:pt x="762172" y="1225696"/>
                  </a:lnTo>
                  <a:close/>
                  <a:moveTo>
                    <a:pt x="800755" y="1276127"/>
                  </a:moveTo>
                  <a:lnTo>
                    <a:pt x="806580" y="1217052"/>
                  </a:lnTo>
                  <a:lnTo>
                    <a:pt x="762172" y="1225696"/>
                  </a:lnTo>
                  <a:close/>
                  <a:moveTo>
                    <a:pt x="693448" y="1143425"/>
                  </a:moveTo>
                  <a:lnTo>
                    <a:pt x="663993" y="1123119"/>
                  </a:lnTo>
                  <a:lnTo>
                    <a:pt x="665850" y="1107077"/>
                  </a:lnTo>
                  <a:close/>
                  <a:moveTo>
                    <a:pt x="330604" y="746320"/>
                  </a:moveTo>
                  <a:lnTo>
                    <a:pt x="263505" y="718873"/>
                  </a:lnTo>
                  <a:lnTo>
                    <a:pt x="263509" y="718878"/>
                  </a:lnTo>
                  <a:close/>
                  <a:moveTo>
                    <a:pt x="221696" y="737258"/>
                  </a:moveTo>
                  <a:lnTo>
                    <a:pt x="263483" y="718878"/>
                  </a:lnTo>
                  <a:lnTo>
                    <a:pt x="238467" y="701246"/>
                  </a:lnTo>
                  <a:close/>
                  <a:moveTo>
                    <a:pt x="238467" y="701246"/>
                  </a:moveTo>
                  <a:lnTo>
                    <a:pt x="263483" y="718878"/>
                  </a:lnTo>
                  <a:lnTo>
                    <a:pt x="211111" y="697683"/>
                  </a:lnTo>
                  <a:close/>
                  <a:moveTo>
                    <a:pt x="234306" y="609729"/>
                  </a:moveTo>
                  <a:lnTo>
                    <a:pt x="242126" y="610768"/>
                  </a:lnTo>
                  <a:lnTo>
                    <a:pt x="213515" y="596045"/>
                  </a:lnTo>
                  <a:close/>
                  <a:moveTo>
                    <a:pt x="767527" y="1139672"/>
                  </a:moveTo>
                  <a:lnTo>
                    <a:pt x="707634" y="1150383"/>
                  </a:lnTo>
                  <a:lnTo>
                    <a:pt x="764328" y="1205016"/>
                  </a:lnTo>
                  <a:close/>
                  <a:moveTo>
                    <a:pt x="807451" y="1207940"/>
                  </a:moveTo>
                  <a:lnTo>
                    <a:pt x="762172" y="1225696"/>
                  </a:lnTo>
                  <a:lnTo>
                    <a:pt x="806580" y="1217052"/>
                  </a:lnTo>
                  <a:close/>
                  <a:moveTo>
                    <a:pt x="807451" y="1207940"/>
                  </a:moveTo>
                  <a:lnTo>
                    <a:pt x="764328" y="1205016"/>
                  </a:lnTo>
                  <a:lnTo>
                    <a:pt x="762172" y="1225696"/>
                  </a:lnTo>
                  <a:close/>
                  <a:moveTo>
                    <a:pt x="764328" y="1205016"/>
                  </a:moveTo>
                  <a:lnTo>
                    <a:pt x="807451" y="1207940"/>
                  </a:lnTo>
                  <a:lnTo>
                    <a:pt x="812078" y="1141436"/>
                  </a:lnTo>
                  <a:close/>
                  <a:moveTo>
                    <a:pt x="764328" y="1205016"/>
                  </a:moveTo>
                  <a:lnTo>
                    <a:pt x="812078" y="1141436"/>
                  </a:lnTo>
                  <a:lnTo>
                    <a:pt x="767527" y="1139672"/>
                  </a:lnTo>
                  <a:close/>
                  <a:moveTo>
                    <a:pt x="707634" y="1150383"/>
                  </a:moveTo>
                  <a:lnTo>
                    <a:pt x="767527" y="1139672"/>
                  </a:lnTo>
                  <a:lnTo>
                    <a:pt x="703127" y="1107077"/>
                  </a:lnTo>
                  <a:close/>
                  <a:moveTo>
                    <a:pt x="686833" y="1041808"/>
                  </a:moveTo>
                  <a:lnTo>
                    <a:pt x="666319" y="1083246"/>
                  </a:lnTo>
                  <a:lnTo>
                    <a:pt x="678176" y="1086326"/>
                  </a:lnTo>
                  <a:close/>
                  <a:moveTo>
                    <a:pt x="634975" y="1045986"/>
                  </a:moveTo>
                  <a:lnTo>
                    <a:pt x="658320" y="1002246"/>
                  </a:lnTo>
                  <a:lnTo>
                    <a:pt x="626388" y="990223"/>
                  </a:lnTo>
                  <a:close/>
                  <a:moveTo>
                    <a:pt x="686833" y="1041808"/>
                  </a:moveTo>
                  <a:lnTo>
                    <a:pt x="691711" y="1055540"/>
                  </a:lnTo>
                  <a:lnTo>
                    <a:pt x="658320" y="1002246"/>
                  </a:lnTo>
                  <a:close/>
                  <a:moveTo>
                    <a:pt x="588291" y="983213"/>
                  </a:moveTo>
                  <a:lnTo>
                    <a:pt x="597858" y="950675"/>
                  </a:lnTo>
                  <a:lnTo>
                    <a:pt x="570021" y="935324"/>
                  </a:lnTo>
                  <a:close/>
                  <a:moveTo>
                    <a:pt x="524091" y="596207"/>
                  </a:moveTo>
                  <a:lnTo>
                    <a:pt x="519853" y="595059"/>
                  </a:lnTo>
                  <a:lnTo>
                    <a:pt x="521872" y="646596"/>
                  </a:lnTo>
                  <a:close/>
                  <a:moveTo>
                    <a:pt x="519853" y="595059"/>
                  </a:moveTo>
                  <a:lnTo>
                    <a:pt x="507172" y="571979"/>
                  </a:lnTo>
                  <a:lnTo>
                    <a:pt x="547190" y="622502"/>
                  </a:lnTo>
                  <a:close/>
                  <a:moveTo>
                    <a:pt x="556783" y="570965"/>
                  </a:moveTo>
                  <a:lnTo>
                    <a:pt x="580799" y="627127"/>
                  </a:lnTo>
                  <a:lnTo>
                    <a:pt x="613599" y="614860"/>
                  </a:lnTo>
                  <a:close/>
                  <a:moveTo>
                    <a:pt x="1001709" y="1086331"/>
                  </a:moveTo>
                  <a:lnTo>
                    <a:pt x="1003517" y="1099746"/>
                  </a:lnTo>
                  <a:lnTo>
                    <a:pt x="1026038" y="1108842"/>
                  </a:lnTo>
                  <a:close/>
                  <a:moveTo>
                    <a:pt x="1061230" y="1113774"/>
                  </a:moveTo>
                  <a:lnTo>
                    <a:pt x="1026038" y="1108842"/>
                  </a:lnTo>
                  <a:lnTo>
                    <a:pt x="1061140" y="1115642"/>
                  </a:lnTo>
                  <a:close/>
                  <a:moveTo>
                    <a:pt x="1001709" y="1086331"/>
                  </a:moveTo>
                  <a:lnTo>
                    <a:pt x="1026038" y="1108842"/>
                  </a:lnTo>
                  <a:lnTo>
                    <a:pt x="1061230" y="1113774"/>
                  </a:lnTo>
                  <a:close/>
                  <a:moveTo>
                    <a:pt x="1247705" y="1143786"/>
                  </a:moveTo>
                  <a:lnTo>
                    <a:pt x="1235849" y="1150297"/>
                  </a:lnTo>
                  <a:lnTo>
                    <a:pt x="1274756" y="1205148"/>
                  </a:lnTo>
                  <a:close/>
                  <a:moveTo>
                    <a:pt x="1300107" y="1165032"/>
                  </a:moveTo>
                  <a:lnTo>
                    <a:pt x="1247705" y="1143786"/>
                  </a:lnTo>
                  <a:lnTo>
                    <a:pt x="1274756" y="1205148"/>
                  </a:lnTo>
                  <a:close/>
                  <a:moveTo>
                    <a:pt x="1235849" y="1150297"/>
                  </a:moveTo>
                  <a:lnTo>
                    <a:pt x="1241797" y="1141217"/>
                  </a:lnTo>
                  <a:lnTo>
                    <a:pt x="1216371" y="1161534"/>
                  </a:lnTo>
                  <a:close/>
                  <a:moveTo>
                    <a:pt x="1216371" y="1161534"/>
                  </a:moveTo>
                  <a:lnTo>
                    <a:pt x="1241797" y="1141217"/>
                  </a:lnTo>
                  <a:lnTo>
                    <a:pt x="1196282" y="1126203"/>
                  </a:lnTo>
                  <a:close/>
                  <a:moveTo>
                    <a:pt x="976089" y="833091"/>
                  </a:moveTo>
                  <a:lnTo>
                    <a:pt x="1001592" y="882541"/>
                  </a:lnTo>
                  <a:lnTo>
                    <a:pt x="1004475" y="883534"/>
                  </a:lnTo>
                  <a:close/>
                  <a:moveTo>
                    <a:pt x="743508" y="522778"/>
                  </a:moveTo>
                  <a:lnTo>
                    <a:pt x="734909" y="584164"/>
                  </a:lnTo>
                  <a:lnTo>
                    <a:pt x="749686" y="526749"/>
                  </a:lnTo>
                  <a:close/>
                  <a:moveTo>
                    <a:pt x="749686" y="526749"/>
                  </a:moveTo>
                  <a:lnTo>
                    <a:pt x="734909" y="584164"/>
                  </a:lnTo>
                  <a:lnTo>
                    <a:pt x="797647" y="525739"/>
                  </a:lnTo>
                  <a:close/>
                  <a:moveTo>
                    <a:pt x="747687" y="497041"/>
                  </a:moveTo>
                  <a:lnTo>
                    <a:pt x="749686" y="526749"/>
                  </a:lnTo>
                  <a:lnTo>
                    <a:pt x="768684" y="471241"/>
                  </a:lnTo>
                  <a:close/>
                  <a:moveTo>
                    <a:pt x="743508" y="522778"/>
                  </a:moveTo>
                  <a:lnTo>
                    <a:pt x="749686" y="526749"/>
                  </a:lnTo>
                  <a:lnTo>
                    <a:pt x="747687" y="497041"/>
                  </a:lnTo>
                  <a:close/>
                  <a:moveTo>
                    <a:pt x="1241797" y="1141217"/>
                  </a:moveTo>
                  <a:lnTo>
                    <a:pt x="1235849" y="1150297"/>
                  </a:lnTo>
                  <a:lnTo>
                    <a:pt x="1247705" y="1143786"/>
                  </a:lnTo>
                  <a:close/>
                  <a:moveTo>
                    <a:pt x="1241797" y="1141217"/>
                  </a:moveTo>
                  <a:lnTo>
                    <a:pt x="1247705" y="1143786"/>
                  </a:lnTo>
                  <a:lnTo>
                    <a:pt x="1249082" y="1139538"/>
                  </a:lnTo>
                  <a:close/>
                  <a:moveTo>
                    <a:pt x="1249082" y="1139538"/>
                  </a:moveTo>
                  <a:lnTo>
                    <a:pt x="1196282" y="1126203"/>
                  </a:lnTo>
                  <a:lnTo>
                    <a:pt x="1241797" y="1141217"/>
                  </a:lnTo>
                  <a:close/>
                  <a:moveTo>
                    <a:pt x="1311094" y="1127105"/>
                  </a:moveTo>
                  <a:lnTo>
                    <a:pt x="1247705" y="1143786"/>
                  </a:lnTo>
                  <a:lnTo>
                    <a:pt x="1300107" y="1165032"/>
                  </a:lnTo>
                  <a:close/>
                  <a:moveTo>
                    <a:pt x="1311094" y="1127105"/>
                  </a:moveTo>
                  <a:lnTo>
                    <a:pt x="1249082" y="1139538"/>
                  </a:lnTo>
                  <a:lnTo>
                    <a:pt x="1247705" y="1143786"/>
                  </a:lnTo>
                  <a:close/>
                  <a:moveTo>
                    <a:pt x="1117828" y="1007553"/>
                  </a:moveTo>
                  <a:lnTo>
                    <a:pt x="1142353" y="1024857"/>
                  </a:lnTo>
                  <a:lnTo>
                    <a:pt x="1163875" y="1005038"/>
                  </a:lnTo>
                  <a:close/>
                  <a:moveTo>
                    <a:pt x="1052990" y="807903"/>
                  </a:moveTo>
                  <a:lnTo>
                    <a:pt x="979041" y="838004"/>
                  </a:lnTo>
                  <a:lnTo>
                    <a:pt x="1004475" y="883534"/>
                  </a:lnTo>
                  <a:close/>
                  <a:moveTo>
                    <a:pt x="1097425" y="796367"/>
                  </a:moveTo>
                  <a:lnTo>
                    <a:pt x="1065173" y="810684"/>
                  </a:lnTo>
                  <a:lnTo>
                    <a:pt x="1077170" y="756367"/>
                  </a:lnTo>
                  <a:close/>
                  <a:moveTo>
                    <a:pt x="788073" y="447147"/>
                  </a:moveTo>
                  <a:lnTo>
                    <a:pt x="793296" y="466534"/>
                  </a:lnTo>
                  <a:lnTo>
                    <a:pt x="807930" y="498683"/>
                  </a:lnTo>
                  <a:close/>
                  <a:moveTo>
                    <a:pt x="768684" y="471241"/>
                  </a:moveTo>
                  <a:lnTo>
                    <a:pt x="751816" y="462274"/>
                  </a:lnTo>
                  <a:lnTo>
                    <a:pt x="747687" y="497041"/>
                  </a:lnTo>
                  <a:close/>
                  <a:moveTo>
                    <a:pt x="1069990" y="732273"/>
                  </a:moveTo>
                  <a:lnTo>
                    <a:pt x="1097425" y="796367"/>
                  </a:lnTo>
                  <a:lnTo>
                    <a:pt x="1077170" y="756367"/>
                  </a:lnTo>
                  <a:close/>
                  <a:moveTo>
                    <a:pt x="1046780" y="688116"/>
                  </a:moveTo>
                  <a:lnTo>
                    <a:pt x="1083953" y="745999"/>
                  </a:lnTo>
                  <a:lnTo>
                    <a:pt x="1094128" y="687606"/>
                  </a:lnTo>
                  <a:close/>
                  <a:moveTo>
                    <a:pt x="1069990" y="732273"/>
                  </a:moveTo>
                  <a:lnTo>
                    <a:pt x="1083953" y="745999"/>
                  </a:lnTo>
                  <a:lnTo>
                    <a:pt x="1046780" y="688116"/>
                  </a:lnTo>
                  <a:close/>
                  <a:moveTo>
                    <a:pt x="1004017" y="661585"/>
                  </a:moveTo>
                  <a:lnTo>
                    <a:pt x="989250" y="704830"/>
                  </a:lnTo>
                  <a:lnTo>
                    <a:pt x="1013552" y="652387"/>
                  </a:lnTo>
                  <a:close/>
                  <a:moveTo>
                    <a:pt x="1405977" y="914325"/>
                  </a:moveTo>
                  <a:lnTo>
                    <a:pt x="1391666" y="927980"/>
                  </a:lnTo>
                  <a:lnTo>
                    <a:pt x="1429477" y="918599"/>
                  </a:lnTo>
                  <a:close/>
                  <a:moveTo>
                    <a:pt x="1429477" y="918599"/>
                  </a:moveTo>
                  <a:lnTo>
                    <a:pt x="1391666" y="927980"/>
                  </a:lnTo>
                  <a:lnTo>
                    <a:pt x="1384295" y="980091"/>
                  </a:lnTo>
                  <a:close/>
                  <a:moveTo>
                    <a:pt x="1392593" y="910602"/>
                  </a:moveTo>
                  <a:lnTo>
                    <a:pt x="1350890" y="950201"/>
                  </a:lnTo>
                  <a:lnTo>
                    <a:pt x="1391666" y="927980"/>
                  </a:lnTo>
                  <a:close/>
                  <a:moveTo>
                    <a:pt x="1331701" y="859381"/>
                  </a:moveTo>
                  <a:lnTo>
                    <a:pt x="1380283" y="885420"/>
                  </a:lnTo>
                  <a:lnTo>
                    <a:pt x="1348897" y="862788"/>
                  </a:lnTo>
                  <a:close/>
                  <a:moveTo>
                    <a:pt x="1392593" y="910602"/>
                  </a:moveTo>
                  <a:lnTo>
                    <a:pt x="1380283" y="885420"/>
                  </a:lnTo>
                  <a:lnTo>
                    <a:pt x="1331701" y="859381"/>
                  </a:lnTo>
                  <a:close/>
                  <a:moveTo>
                    <a:pt x="1392593" y="910602"/>
                  </a:moveTo>
                  <a:lnTo>
                    <a:pt x="1391666" y="927980"/>
                  </a:lnTo>
                  <a:lnTo>
                    <a:pt x="1405977" y="914325"/>
                  </a:lnTo>
                  <a:close/>
                  <a:moveTo>
                    <a:pt x="1392593" y="910602"/>
                  </a:moveTo>
                  <a:lnTo>
                    <a:pt x="1405977" y="914325"/>
                  </a:lnTo>
                  <a:lnTo>
                    <a:pt x="1380283" y="885420"/>
                  </a:lnTo>
                  <a:close/>
                  <a:moveTo>
                    <a:pt x="1331701" y="859381"/>
                  </a:moveTo>
                  <a:lnTo>
                    <a:pt x="1348897" y="862788"/>
                  </a:lnTo>
                  <a:lnTo>
                    <a:pt x="1324012" y="849708"/>
                  </a:lnTo>
                  <a:close/>
                  <a:moveTo>
                    <a:pt x="1166421" y="541329"/>
                  </a:moveTo>
                  <a:lnTo>
                    <a:pt x="1210948" y="480369"/>
                  </a:lnTo>
                  <a:lnTo>
                    <a:pt x="1166371" y="478627"/>
                  </a:lnTo>
                  <a:close/>
                  <a:moveTo>
                    <a:pt x="1118304" y="479723"/>
                  </a:moveTo>
                  <a:lnTo>
                    <a:pt x="1166421" y="541329"/>
                  </a:lnTo>
                  <a:lnTo>
                    <a:pt x="1166371" y="478627"/>
                  </a:lnTo>
                  <a:close/>
                  <a:moveTo>
                    <a:pt x="1145367" y="432960"/>
                  </a:moveTo>
                  <a:lnTo>
                    <a:pt x="1109912" y="438357"/>
                  </a:lnTo>
                  <a:lnTo>
                    <a:pt x="1118304" y="479723"/>
                  </a:lnTo>
                  <a:close/>
                  <a:moveTo>
                    <a:pt x="1094800" y="477938"/>
                  </a:moveTo>
                  <a:lnTo>
                    <a:pt x="1118304" y="479723"/>
                  </a:lnTo>
                  <a:lnTo>
                    <a:pt x="1109912" y="438357"/>
                  </a:lnTo>
                  <a:close/>
                  <a:moveTo>
                    <a:pt x="964927" y="245632"/>
                  </a:moveTo>
                  <a:lnTo>
                    <a:pt x="994145" y="219976"/>
                  </a:lnTo>
                  <a:lnTo>
                    <a:pt x="1047786" y="248099"/>
                  </a:lnTo>
                  <a:close/>
                  <a:moveTo>
                    <a:pt x="1111679" y="234137"/>
                  </a:moveTo>
                  <a:lnTo>
                    <a:pt x="1135685" y="225141"/>
                  </a:lnTo>
                  <a:lnTo>
                    <a:pt x="1124777" y="172068"/>
                  </a:lnTo>
                  <a:close/>
                  <a:moveTo>
                    <a:pt x="1265675" y="131777"/>
                  </a:moveTo>
                  <a:lnTo>
                    <a:pt x="1260442" y="126417"/>
                  </a:lnTo>
                  <a:lnTo>
                    <a:pt x="1323105" y="175416"/>
                  </a:lnTo>
                  <a:close/>
                  <a:moveTo>
                    <a:pt x="1282605" y="83639"/>
                  </a:moveTo>
                  <a:lnTo>
                    <a:pt x="1269064" y="147973"/>
                  </a:lnTo>
                  <a:lnTo>
                    <a:pt x="1260442" y="126417"/>
                  </a:lnTo>
                  <a:close/>
                  <a:moveTo>
                    <a:pt x="1567438" y="230302"/>
                  </a:moveTo>
                  <a:lnTo>
                    <a:pt x="1530185" y="184535"/>
                  </a:lnTo>
                  <a:lnTo>
                    <a:pt x="1541443" y="194319"/>
                  </a:lnTo>
                  <a:close/>
                  <a:moveTo>
                    <a:pt x="1482977" y="184933"/>
                  </a:moveTo>
                  <a:lnTo>
                    <a:pt x="1530185" y="184535"/>
                  </a:lnTo>
                  <a:lnTo>
                    <a:pt x="1497089" y="148699"/>
                  </a:lnTo>
                  <a:close/>
                  <a:moveTo>
                    <a:pt x="1482977" y="184933"/>
                  </a:moveTo>
                  <a:lnTo>
                    <a:pt x="1497089" y="148699"/>
                  </a:lnTo>
                  <a:lnTo>
                    <a:pt x="1466788" y="135351"/>
                  </a:lnTo>
                  <a:close/>
                  <a:moveTo>
                    <a:pt x="1427586" y="129239"/>
                  </a:moveTo>
                  <a:lnTo>
                    <a:pt x="1466788" y="135351"/>
                  </a:lnTo>
                  <a:lnTo>
                    <a:pt x="1444409" y="90802"/>
                  </a:lnTo>
                  <a:close/>
                  <a:moveTo>
                    <a:pt x="1466788" y="135351"/>
                  </a:moveTo>
                  <a:lnTo>
                    <a:pt x="1497089" y="148699"/>
                  </a:lnTo>
                  <a:lnTo>
                    <a:pt x="1444409" y="90802"/>
                  </a:lnTo>
                  <a:close/>
                  <a:moveTo>
                    <a:pt x="1412380" y="78858"/>
                  </a:moveTo>
                  <a:lnTo>
                    <a:pt x="1444409" y="90802"/>
                  </a:lnTo>
                  <a:lnTo>
                    <a:pt x="1421698" y="46523"/>
                  </a:lnTo>
                  <a:close/>
                  <a:moveTo>
                    <a:pt x="1412380" y="78858"/>
                  </a:moveTo>
                  <a:lnTo>
                    <a:pt x="1421698" y="46523"/>
                  </a:lnTo>
                  <a:lnTo>
                    <a:pt x="1395315" y="29988"/>
                  </a:lnTo>
                  <a:close/>
                  <a:moveTo>
                    <a:pt x="1395315" y="29988"/>
                  </a:moveTo>
                  <a:lnTo>
                    <a:pt x="1418237" y="43248"/>
                  </a:lnTo>
                  <a:lnTo>
                    <a:pt x="1359950" y="0"/>
                  </a:lnTo>
                  <a:close/>
                  <a:moveTo>
                    <a:pt x="1395315" y="29988"/>
                  </a:moveTo>
                  <a:lnTo>
                    <a:pt x="1421698" y="46523"/>
                  </a:lnTo>
                  <a:lnTo>
                    <a:pt x="1418237" y="43248"/>
                  </a:lnTo>
                  <a:close/>
                </a:path>
              </a:pathLst>
            </a:custGeom>
            <a:solidFill>
              <a:srgbClr val="F1F3F5"/>
            </a:solidFill>
            <a:ln w="1524">
              <a:solidFill>
                <a:srgbClr val="F1F3F5"/>
              </a:solidFill>
            </a:ln>
          </p:spPr>
        </p:sp>
        <p:sp>
          <p:nvSpPr>
            <p:cNvPr id="4290" name="Output_density__4289">
              <a:extLst>
                <a:ext uri="{FF2B5EF4-FFF2-40B4-BE49-F238E27FC236}">
                  <a16:creationId xmlns:a16="http://schemas.microsoft.com/office/drawing/2014/main" id="{FB3AABE4-ECB0-66C7-1FC6-B3D725937491}"/>
                </a:ext>
              </a:extLst>
            </p:cNvPr>
            <p:cNvSpPr>
              <a:spLocks noGrp="1"/>
            </p:cNvSpPr>
            <p:nvPr/>
          </p:nvSpPr>
          <p:spPr>
            <a:xfrm>
              <a:off x="14763750" y="2247380"/>
              <a:ext cx="1759785" cy="1474787"/>
            </a:xfrm>
            <a:custGeom>
              <a:avLst/>
              <a:gdLst/>
              <a:ahLst/>
              <a:cxnLst/>
              <a:rect l="0" t="0" r="0" b="0"/>
              <a:pathLst>
                <a:path w="1759785" h="1474787">
                  <a:moveTo>
                    <a:pt x="416300" y="1395808"/>
                  </a:moveTo>
                  <a:lnTo>
                    <a:pt x="389832" y="1344271"/>
                  </a:lnTo>
                  <a:lnTo>
                    <a:pt x="393576" y="1358434"/>
                  </a:lnTo>
                  <a:close/>
                  <a:moveTo>
                    <a:pt x="399262" y="1300399"/>
                  </a:moveTo>
                  <a:lnTo>
                    <a:pt x="393576" y="1358434"/>
                  </a:lnTo>
                  <a:lnTo>
                    <a:pt x="389832" y="1344271"/>
                  </a:lnTo>
                  <a:close/>
                  <a:moveTo>
                    <a:pt x="2136" y="931978"/>
                  </a:moveTo>
                  <a:lnTo>
                    <a:pt x="1561" y="884556"/>
                  </a:lnTo>
                  <a:lnTo>
                    <a:pt x="7677" y="942327"/>
                  </a:lnTo>
                  <a:close/>
                  <a:moveTo>
                    <a:pt x="2136" y="931978"/>
                  </a:moveTo>
                  <a:lnTo>
                    <a:pt x="0" y="880442"/>
                  </a:lnTo>
                  <a:lnTo>
                    <a:pt x="1561" y="884556"/>
                  </a:lnTo>
                  <a:close/>
                  <a:moveTo>
                    <a:pt x="3275" y="867929"/>
                  </a:moveTo>
                  <a:lnTo>
                    <a:pt x="1561" y="884556"/>
                  </a:lnTo>
                  <a:lnTo>
                    <a:pt x="0" y="880442"/>
                  </a:lnTo>
                  <a:close/>
                  <a:moveTo>
                    <a:pt x="634578" y="1474787"/>
                  </a:moveTo>
                  <a:lnTo>
                    <a:pt x="636112" y="1463432"/>
                  </a:lnTo>
                  <a:lnTo>
                    <a:pt x="687800" y="1410689"/>
                  </a:lnTo>
                  <a:close/>
                  <a:moveTo>
                    <a:pt x="615438" y="1423250"/>
                  </a:moveTo>
                  <a:lnTo>
                    <a:pt x="634578" y="1474787"/>
                  </a:lnTo>
                  <a:lnTo>
                    <a:pt x="687800" y="1410689"/>
                  </a:lnTo>
                  <a:close/>
                  <a:moveTo>
                    <a:pt x="615438" y="1423250"/>
                  </a:moveTo>
                  <a:lnTo>
                    <a:pt x="675526" y="1406628"/>
                  </a:lnTo>
                  <a:lnTo>
                    <a:pt x="616582" y="1353823"/>
                  </a:lnTo>
                  <a:close/>
                  <a:moveTo>
                    <a:pt x="615438" y="1423250"/>
                  </a:moveTo>
                  <a:lnTo>
                    <a:pt x="616582" y="1353823"/>
                  </a:lnTo>
                  <a:lnTo>
                    <a:pt x="606040" y="1414577"/>
                  </a:lnTo>
                  <a:close/>
                  <a:moveTo>
                    <a:pt x="642158" y="1450693"/>
                  </a:moveTo>
                  <a:lnTo>
                    <a:pt x="636592" y="1400298"/>
                  </a:lnTo>
                  <a:lnTo>
                    <a:pt x="636112" y="1463432"/>
                  </a:lnTo>
                  <a:close/>
                  <a:moveTo>
                    <a:pt x="712091" y="1399156"/>
                  </a:moveTo>
                  <a:lnTo>
                    <a:pt x="699680" y="1386991"/>
                  </a:lnTo>
                  <a:lnTo>
                    <a:pt x="695247" y="1327852"/>
                  </a:lnTo>
                  <a:close/>
                  <a:moveTo>
                    <a:pt x="663824" y="1271989"/>
                  </a:moveTo>
                  <a:lnTo>
                    <a:pt x="695247" y="1327852"/>
                  </a:lnTo>
                  <a:lnTo>
                    <a:pt x="692954" y="1323526"/>
                  </a:lnTo>
                  <a:close/>
                  <a:moveTo>
                    <a:pt x="663824" y="1271989"/>
                  </a:moveTo>
                  <a:lnTo>
                    <a:pt x="681335" y="1251616"/>
                  </a:lnTo>
                  <a:lnTo>
                    <a:pt x="624725" y="1284460"/>
                  </a:lnTo>
                  <a:close/>
                  <a:moveTo>
                    <a:pt x="692954" y="1323526"/>
                  </a:moveTo>
                  <a:lnTo>
                    <a:pt x="677944" y="1247895"/>
                  </a:lnTo>
                  <a:lnTo>
                    <a:pt x="663824" y="1271989"/>
                  </a:lnTo>
                  <a:close/>
                  <a:moveTo>
                    <a:pt x="395653" y="792059"/>
                  </a:moveTo>
                  <a:lnTo>
                    <a:pt x="456271" y="835603"/>
                  </a:lnTo>
                  <a:lnTo>
                    <a:pt x="409407" y="798730"/>
                  </a:lnTo>
                  <a:close/>
                  <a:moveTo>
                    <a:pt x="874215" y="1275338"/>
                  </a:moveTo>
                  <a:lnTo>
                    <a:pt x="850306" y="1277756"/>
                  </a:lnTo>
                  <a:lnTo>
                    <a:pt x="859915" y="1332687"/>
                  </a:lnTo>
                  <a:close/>
                  <a:moveTo>
                    <a:pt x="681230" y="1025533"/>
                  </a:moveTo>
                  <a:lnTo>
                    <a:pt x="618114" y="1038863"/>
                  </a:lnTo>
                  <a:lnTo>
                    <a:pt x="692533" y="1079087"/>
                  </a:lnTo>
                  <a:close/>
                  <a:moveTo>
                    <a:pt x="481820" y="759989"/>
                  </a:moveTo>
                  <a:lnTo>
                    <a:pt x="456271" y="835603"/>
                  </a:lnTo>
                  <a:lnTo>
                    <a:pt x="492886" y="813736"/>
                  </a:lnTo>
                  <a:close/>
                  <a:moveTo>
                    <a:pt x="429453" y="738778"/>
                  </a:moveTo>
                  <a:lnTo>
                    <a:pt x="426990" y="732530"/>
                  </a:lnTo>
                  <a:lnTo>
                    <a:pt x="401378" y="768711"/>
                  </a:lnTo>
                  <a:close/>
                  <a:moveTo>
                    <a:pt x="988190" y="1367109"/>
                  </a:moveTo>
                  <a:lnTo>
                    <a:pt x="931575" y="1393395"/>
                  </a:lnTo>
                  <a:lnTo>
                    <a:pt x="981120" y="1403956"/>
                  </a:lnTo>
                  <a:close/>
                  <a:moveTo>
                    <a:pt x="933945" y="1373228"/>
                  </a:moveTo>
                  <a:lnTo>
                    <a:pt x="988190" y="1367109"/>
                  </a:lnTo>
                  <a:lnTo>
                    <a:pt x="979923" y="1311087"/>
                  </a:lnTo>
                  <a:close/>
                  <a:moveTo>
                    <a:pt x="980514" y="1266791"/>
                  </a:moveTo>
                  <a:lnTo>
                    <a:pt x="952137" y="1251244"/>
                  </a:lnTo>
                  <a:lnTo>
                    <a:pt x="979923" y="1311087"/>
                  </a:lnTo>
                  <a:close/>
                  <a:moveTo>
                    <a:pt x="979923" y="1311087"/>
                  </a:moveTo>
                  <a:lnTo>
                    <a:pt x="952137" y="1251244"/>
                  </a:lnTo>
                  <a:lnTo>
                    <a:pt x="913009" y="1264762"/>
                  </a:lnTo>
                  <a:close/>
                  <a:moveTo>
                    <a:pt x="874215" y="1275338"/>
                  </a:moveTo>
                  <a:lnTo>
                    <a:pt x="913009" y="1264762"/>
                  </a:lnTo>
                  <a:lnTo>
                    <a:pt x="851885" y="1270120"/>
                  </a:lnTo>
                  <a:close/>
                  <a:moveTo>
                    <a:pt x="851885" y="1270120"/>
                  </a:moveTo>
                  <a:lnTo>
                    <a:pt x="913009" y="1264762"/>
                  </a:lnTo>
                  <a:lnTo>
                    <a:pt x="920072" y="1215486"/>
                  </a:lnTo>
                  <a:close/>
                  <a:moveTo>
                    <a:pt x="518385" y="761704"/>
                  </a:moveTo>
                  <a:lnTo>
                    <a:pt x="481847" y="759967"/>
                  </a:lnTo>
                  <a:lnTo>
                    <a:pt x="548946" y="787415"/>
                  </a:lnTo>
                  <a:close/>
                  <a:moveTo>
                    <a:pt x="952137" y="1251244"/>
                  </a:moveTo>
                  <a:lnTo>
                    <a:pt x="980514" y="1266791"/>
                  </a:lnTo>
                  <a:lnTo>
                    <a:pt x="982670" y="1246111"/>
                  </a:lnTo>
                  <a:close/>
                  <a:moveTo>
                    <a:pt x="982670" y="1246111"/>
                  </a:moveTo>
                  <a:lnTo>
                    <a:pt x="920072" y="1215486"/>
                  </a:lnTo>
                  <a:lnTo>
                    <a:pt x="952137" y="1251244"/>
                  </a:lnTo>
                  <a:close/>
                  <a:moveTo>
                    <a:pt x="925975" y="1191477"/>
                  </a:moveTo>
                  <a:lnTo>
                    <a:pt x="920072" y="1215486"/>
                  </a:lnTo>
                  <a:lnTo>
                    <a:pt x="982670" y="1246111"/>
                  </a:lnTo>
                  <a:close/>
                  <a:moveTo>
                    <a:pt x="921469" y="1148171"/>
                  </a:moveTo>
                  <a:lnTo>
                    <a:pt x="911790" y="1184520"/>
                  </a:lnTo>
                  <a:lnTo>
                    <a:pt x="925975" y="1191477"/>
                  </a:lnTo>
                  <a:close/>
                  <a:moveTo>
                    <a:pt x="853316" y="1087080"/>
                  </a:moveTo>
                  <a:lnTo>
                    <a:pt x="905175" y="1082902"/>
                  </a:lnTo>
                  <a:lnTo>
                    <a:pt x="876662" y="1043340"/>
                  </a:lnTo>
                  <a:close/>
                  <a:moveTo>
                    <a:pt x="435612" y="508602"/>
                  </a:moveTo>
                  <a:lnTo>
                    <a:pt x="397403" y="484050"/>
                  </a:lnTo>
                  <a:lnTo>
                    <a:pt x="358872" y="470265"/>
                  </a:lnTo>
                  <a:close/>
                  <a:moveTo>
                    <a:pt x="435612" y="508602"/>
                  </a:moveTo>
                  <a:lnTo>
                    <a:pt x="448891" y="501877"/>
                  </a:lnTo>
                  <a:lnTo>
                    <a:pt x="397403" y="484050"/>
                  </a:lnTo>
                  <a:close/>
                  <a:moveTo>
                    <a:pt x="358872" y="470265"/>
                  </a:moveTo>
                  <a:lnTo>
                    <a:pt x="381438" y="478195"/>
                  </a:lnTo>
                  <a:lnTo>
                    <a:pt x="344556" y="461141"/>
                  </a:lnTo>
                  <a:close/>
                  <a:moveTo>
                    <a:pt x="742433" y="637301"/>
                  </a:moveTo>
                  <a:lnTo>
                    <a:pt x="685812" y="593857"/>
                  </a:lnTo>
                  <a:lnTo>
                    <a:pt x="738195" y="636154"/>
                  </a:lnTo>
                  <a:close/>
                  <a:moveTo>
                    <a:pt x="615261" y="539240"/>
                  </a:moveTo>
                  <a:lnTo>
                    <a:pt x="627339" y="549913"/>
                  </a:lnTo>
                  <a:lnTo>
                    <a:pt x="673528" y="584617"/>
                  </a:lnTo>
                  <a:close/>
                  <a:moveTo>
                    <a:pt x="725514" y="613074"/>
                  </a:moveTo>
                  <a:lnTo>
                    <a:pt x="738195" y="636154"/>
                  </a:lnTo>
                  <a:lnTo>
                    <a:pt x="685812" y="593857"/>
                  </a:lnTo>
                  <a:close/>
                  <a:moveTo>
                    <a:pt x="658281" y="567008"/>
                  </a:moveTo>
                  <a:lnTo>
                    <a:pt x="725514" y="613074"/>
                  </a:lnTo>
                  <a:lnTo>
                    <a:pt x="673528" y="584617"/>
                  </a:lnTo>
                  <a:close/>
                  <a:moveTo>
                    <a:pt x="673528" y="584617"/>
                  </a:moveTo>
                  <a:lnTo>
                    <a:pt x="725514" y="613074"/>
                  </a:lnTo>
                  <a:lnTo>
                    <a:pt x="685812" y="593857"/>
                  </a:lnTo>
                  <a:close/>
                  <a:moveTo>
                    <a:pt x="775125" y="612060"/>
                  </a:moveTo>
                  <a:lnTo>
                    <a:pt x="746213" y="636154"/>
                  </a:lnTo>
                  <a:lnTo>
                    <a:pt x="799141" y="668222"/>
                  </a:lnTo>
                  <a:close/>
                  <a:moveTo>
                    <a:pt x="658281" y="567008"/>
                  </a:moveTo>
                  <a:lnTo>
                    <a:pt x="673528" y="584617"/>
                  </a:lnTo>
                  <a:lnTo>
                    <a:pt x="627339" y="549913"/>
                  </a:lnTo>
                  <a:close/>
                  <a:moveTo>
                    <a:pt x="1236398" y="1103332"/>
                  </a:moveTo>
                  <a:lnTo>
                    <a:pt x="1220051" y="1127426"/>
                  </a:lnTo>
                  <a:lnTo>
                    <a:pt x="1279572" y="1154868"/>
                  </a:lnTo>
                  <a:close/>
                  <a:moveTo>
                    <a:pt x="1213638" y="1075889"/>
                  </a:moveTo>
                  <a:lnTo>
                    <a:pt x="1220051" y="1127426"/>
                  </a:lnTo>
                  <a:lnTo>
                    <a:pt x="1236398" y="1103332"/>
                  </a:lnTo>
                  <a:close/>
                  <a:moveTo>
                    <a:pt x="775125" y="612060"/>
                  </a:moveTo>
                  <a:lnTo>
                    <a:pt x="831941" y="655954"/>
                  </a:lnTo>
                  <a:lnTo>
                    <a:pt x="808236" y="587966"/>
                  </a:lnTo>
                  <a:close/>
                  <a:moveTo>
                    <a:pt x="1266688" y="976165"/>
                  </a:moveTo>
                  <a:lnTo>
                    <a:pt x="1237575" y="989594"/>
                  </a:lnTo>
                  <a:lnTo>
                    <a:pt x="1262029" y="982697"/>
                  </a:lnTo>
                  <a:close/>
                  <a:moveTo>
                    <a:pt x="1206867" y="948722"/>
                  </a:moveTo>
                  <a:lnTo>
                    <a:pt x="1237575" y="989594"/>
                  </a:lnTo>
                  <a:lnTo>
                    <a:pt x="1266688" y="976165"/>
                  </a:lnTo>
                  <a:close/>
                  <a:moveTo>
                    <a:pt x="1222817" y="924628"/>
                  </a:moveTo>
                  <a:lnTo>
                    <a:pt x="1206867" y="948722"/>
                  </a:lnTo>
                  <a:lnTo>
                    <a:pt x="1266688" y="976165"/>
                  </a:lnTo>
                  <a:close/>
                  <a:moveTo>
                    <a:pt x="1222817" y="924628"/>
                  </a:moveTo>
                  <a:lnTo>
                    <a:pt x="1219934" y="923635"/>
                  </a:lnTo>
                  <a:lnTo>
                    <a:pt x="1206867" y="948722"/>
                  </a:lnTo>
                  <a:close/>
                  <a:moveTo>
                    <a:pt x="1076741" y="742576"/>
                  </a:moveTo>
                  <a:lnTo>
                    <a:pt x="1109589" y="770018"/>
                  </a:lnTo>
                  <a:lnTo>
                    <a:pt x="1072008" y="718482"/>
                  </a:lnTo>
                  <a:close/>
                  <a:moveTo>
                    <a:pt x="835514" y="409262"/>
                  </a:moveTo>
                  <a:lnTo>
                    <a:pt x="817453" y="466886"/>
                  </a:lnTo>
                  <a:lnTo>
                    <a:pt x="838928" y="412278"/>
                  </a:lnTo>
                  <a:close/>
                  <a:moveTo>
                    <a:pt x="835514" y="409262"/>
                  </a:moveTo>
                  <a:lnTo>
                    <a:pt x="770735" y="433356"/>
                  </a:lnTo>
                  <a:lnTo>
                    <a:pt x="817453" y="466886"/>
                  </a:lnTo>
                  <a:close/>
                  <a:moveTo>
                    <a:pt x="1474499" y="1112139"/>
                  </a:moveTo>
                  <a:lnTo>
                    <a:pt x="1426997" y="1112774"/>
                  </a:lnTo>
                  <a:lnTo>
                    <a:pt x="1467424" y="1180633"/>
                  </a:lnTo>
                  <a:close/>
                  <a:moveTo>
                    <a:pt x="1467424" y="1180633"/>
                  </a:moveTo>
                  <a:lnTo>
                    <a:pt x="1529436" y="1168200"/>
                  </a:lnTo>
                  <a:lnTo>
                    <a:pt x="1521505" y="1111905"/>
                  </a:lnTo>
                  <a:close/>
                  <a:moveTo>
                    <a:pt x="1467424" y="1180633"/>
                  </a:moveTo>
                  <a:lnTo>
                    <a:pt x="1521505" y="1111905"/>
                  </a:lnTo>
                  <a:lnTo>
                    <a:pt x="1474499" y="1112139"/>
                  </a:lnTo>
                  <a:close/>
                  <a:moveTo>
                    <a:pt x="1576780" y="1167692"/>
                  </a:moveTo>
                  <a:lnTo>
                    <a:pt x="1529436" y="1168200"/>
                  </a:lnTo>
                  <a:lnTo>
                    <a:pt x="1518449" y="1206127"/>
                  </a:lnTo>
                  <a:close/>
                  <a:moveTo>
                    <a:pt x="1529436" y="1168200"/>
                  </a:moveTo>
                  <a:lnTo>
                    <a:pt x="1576780" y="1167692"/>
                  </a:lnTo>
                  <a:lnTo>
                    <a:pt x="1572061" y="1108786"/>
                  </a:lnTo>
                  <a:close/>
                  <a:moveTo>
                    <a:pt x="1529436" y="1168200"/>
                  </a:moveTo>
                  <a:lnTo>
                    <a:pt x="1572061" y="1108786"/>
                  </a:lnTo>
                  <a:lnTo>
                    <a:pt x="1521505" y="1111905"/>
                  </a:lnTo>
                  <a:close/>
                  <a:moveTo>
                    <a:pt x="1426997" y="1112774"/>
                  </a:moveTo>
                  <a:lnTo>
                    <a:pt x="1474499" y="1112139"/>
                  </a:lnTo>
                  <a:lnTo>
                    <a:pt x="1464864" y="1057228"/>
                  </a:lnTo>
                  <a:close/>
                  <a:moveTo>
                    <a:pt x="1474499" y="1112139"/>
                  </a:moveTo>
                  <a:lnTo>
                    <a:pt x="1521505" y="1111905"/>
                  </a:lnTo>
                  <a:lnTo>
                    <a:pt x="1508572" y="1059676"/>
                  </a:lnTo>
                  <a:close/>
                  <a:moveTo>
                    <a:pt x="1474499" y="1112139"/>
                  </a:moveTo>
                  <a:lnTo>
                    <a:pt x="1508572" y="1059676"/>
                  </a:lnTo>
                  <a:lnTo>
                    <a:pt x="1464864" y="1057228"/>
                  </a:lnTo>
                  <a:close/>
                  <a:moveTo>
                    <a:pt x="1360694" y="1065952"/>
                  </a:moveTo>
                  <a:lnTo>
                    <a:pt x="1417735" y="1057561"/>
                  </a:lnTo>
                  <a:lnTo>
                    <a:pt x="1382217" y="1046132"/>
                  </a:lnTo>
                  <a:close/>
                  <a:moveTo>
                    <a:pt x="1417735" y="1057561"/>
                  </a:moveTo>
                  <a:lnTo>
                    <a:pt x="1464864" y="1057228"/>
                  </a:lnTo>
                  <a:lnTo>
                    <a:pt x="1432365" y="1058952"/>
                  </a:lnTo>
                  <a:close/>
                  <a:moveTo>
                    <a:pt x="1095761" y="694388"/>
                  </a:moveTo>
                  <a:lnTo>
                    <a:pt x="1094089" y="667576"/>
                  </a:lnTo>
                  <a:lnTo>
                    <a:pt x="1072008" y="718482"/>
                  </a:lnTo>
                  <a:close/>
                  <a:moveTo>
                    <a:pt x="962126" y="539778"/>
                  </a:moveTo>
                  <a:lnTo>
                    <a:pt x="966029" y="538136"/>
                  </a:lnTo>
                  <a:lnTo>
                    <a:pt x="913522" y="511430"/>
                  </a:lnTo>
                  <a:close/>
                  <a:moveTo>
                    <a:pt x="961849" y="563872"/>
                  </a:moveTo>
                  <a:lnTo>
                    <a:pt x="966029" y="538136"/>
                  </a:lnTo>
                  <a:lnTo>
                    <a:pt x="962126" y="539778"/>
                  </a:lnTo>
                  <a:close/>
                  <a:moveTo>
                    <a:pt x="1006415" y="488241"/>
                  </a:moveTo>
                  <a:lnTo>
                    <a:pt x="988570" y="436705"/>
                  </a:lnTo>
                  <a:lnTo>
                    <a:pt x="1001692" y="496796"/>
                  </a:lnTo>
                  <a:close/>
                  <a:moveTo>
                    <a:pt x="1449296" y="852456"/>
                  </a:moveTo>
                  <a:lnTo>
                    <a:pt x="1414054" y="824904"/>
                  </a:lnTo>
                  <a:lnTo>
                    <a:pt x="1436498" y="892061"/>
                  </a:lnTo>
                  <a:close/>
                  <a:moveTo>
                    <a:pt x="1436498" y="892061"/>
                  </a:moveTo>
                  <a:lnTo>
                    <a:pt x="1414054" y="824904"/>
                  </a:lnTo>
                  <a:lnTo>
                    <a:pt x="1386611" y="831893"/>
                  </a:lnTo>
                  <a:close/>
                  <a:moveTo>
                    <a:pt x="1436498" y="892061"/>
                  </a:moveTo>
                  <a:lnTo>
                    <a:pt x="1386611" y="831893"/>
                  </a:lnTo>
                  <a:lnTo>
                    <a:pt x="1395084" y="887747"/>
                  </a:lnTo>
                  <a:close/>
                  <a:moveTo>
                    <a:pt x="1272427" y="848758"/>
                  </a:moveTo>
                  <a:lnTo>
                    <a:pt x="1315766" y="837462"/>
                  </a:lnTo>
                  <a:lnTo>
                    <a:pt x="1288332" y="773367"/>
                  </a:lnTo>
                  <a:close/>
                  <a:moveTo>
                    <a:pt x="1193701" y="730432"/>
                  </a:moveTo>
                  <a:lnTo>
                    <a:pt x="1207592" y="745925"/>
                  </a:lnTo>
                  <a:lnTo>
                    <a:pt x="1222359" y="702680"/>
                  </a:lnTo>
                  <a:close/>
                  <a:moveTo>
                    <a:pt x="1598624" y="926515"/>
                  </a:moveTo>
                  <a:lnTo>
                    <a:pt x="1624319" y="955420"/>
                  </a:lnTo>
                  <a:lnTo>
                    <a:pt x="1585525" y="909611"/>
                  </a:lnTo>
                  <a:close/>
                  <a:moveTo>
                    <a:pt x="1585525" y="909611"/>
                  </a:moveTo>
                  <a:lnTo>
                    <a:pt x="1624319" y="955420"/>
                  </a:lnTo>
                  <a:lnTo>
                    <a:pt x="1647818" y="959693"/>
                  </a:lnTo>
                  <a:close/>
                  <a:moveTo>
                    <a:pt x="1598624" y="926515"/>
                  </a:moveTo>
                  <a:lnTo>
                    <a:pt x="1585525" y="909611"/>
                  </a:lnTo>
                  <a:lnTo>
                    <a:pt x="1567239" y="903883"/>
                  </a:lnTo>
                  <a:close/>
                  <a:moveTo>
                    <a:pt x="1007371" y="309538"/>
                  </a:moveTo>
                  <a:lnTo>
                    <a:pt x="1058071" y="302890"/>
                  </a:lnTo>
                  <a:lnTo>
                    <a:pt x="1031742" y="303055"/>
                  </a:lnTo>
                  <a:close/>
                  <a:moveTo>
                    <a:pt x="1442209" y="519033"/>
                  </a:moveTo>
                  <a:lnTo>
                    <a:pt x="1457908" y="560940"/>
                  </a:lnTo>
                  <a:lnTo>
                    <a:pt x="1517789" y="529160"/>
                  </a:lnTo>
                  <a:close/>
                  <a:moveTo>
                    <a:pt x="1266128" y="289193"/>
                  </a:moveTo>
                  <a:lnTo>
                    <a:pt x="1266259" y="287439"/>
                  </a:lnTo>
                  <a:lnTo>
                    <a:pt x="1211368" y="237256"/>
                  </a:lnTo>
                  <a:close/>
                  <a:moveTo>
                    <a:pt x="1211368" y="237256"/>
                  </a:moveTo>
                  <a:lnTo>
                    <a:pt x="1178182" y="261350"/>
                  </a:lnTo>
                  <a:lnTo>
                    <a:pt x="1266128" y="289193"/>
                  </a:lnTo>
                  <a:close/>
                  <a:moveTo>
                    <a:pt x="1266259" y="287439"/>
                  </a:moveTo>
                  <a:lnTo>
                    <a:pt x="1330020" y="275232"/>
                  </a:lnTo>
                  <a:lnTo>
                    <a:pt x="1336096" y="238974"/>
                  </a:lnTo>
                  <a:close/>
                  <a:moveTo>
                    <a:pt x="1598814" y="419309"/>
                  </a:moveTo>
                  <a:lnTo>
                    <a:pt x="1626224" y="446751"/>
                  </a:lnTo>
                  <a:lnTo>
                    <a:pt x="1628928" y="395215"/>
                  </a:lnTo>
                  <a:close/>
                  <a:moveTo>
                    <a:pt x="1541447" y="216511"/>
                  </a:moveTo>
                  <a:lnTo>
                    <a:pt x="1478783" y="167512"/>
                  </a:lnTo>
                  <a:lnTo>
                    <a:pt x="1487406" y="189068"/>
                  </a:lnTo>
                  <a:close/>
                  <a:moveTo>
                    <a:pt x="1528362" y="29095"/>
                  </a:moveTo>
                  <a:lnTo>
                    <a:pt x="1560819" y="37807"/>
                  </a:lnTo>
                  <a:lnTo>
                    <a:pt x="1500020" y="0"/>
                  </a:lnTo>
                  <a:close/>
                  <a:moveTo>
                    <a:pt x="1748527" y="225629"/>
                  </a:moveTo>
                  <a:lnTo>
                    <a:pt x="1701318" y="226027"/>
                  </a:lnTo>
                  <a:lnTo>
                    <a:pt x="1759785" y="235413"/>
                  </a:lnTo>
                  <a:close/>
                  <a:moveTo>
                    <a:pt x="1534908" y="34380"/>
                  </a:moveTo>
                  <a:lnTo>
                    <a:pt x="1578292" y="41095"/>
                  </a:lnTo>
                  <a:lnTo>
                    <a:pt x="1560819" y="37807"/>
                  </a:lnTo>
                  <a:close/>
                  <a:moveTo>
                    <a:pt x="1613657" y="71083"/>
                  </a:moveTo>
                  <a:lnTo>
                    <a:pt x="1578292" y="41095"/>
                  </a:lnTo>
                  <a:lnTo>
                    <a:pt x="1534908" y="34380"/>
                  </a:lnTo>
                  <a:close/>
                  <a:moveTo>
                    <a:pt x="1566142" y="71730"/>
                  </a:moveTo>
                  <a:lnTo>
                    <a:pt x="1613657" y="71083"/>
                  </a:lnTo>
                  <a:lnTo>
                    <a:pt x="1534908" y="34380"/>
                  </a:lnTo>
                  <a:close/>
                  <a:moveTo>
                    <a:pt x="1490870" y="32200"/>
                  </a:moveTo>
                  <a:lnTo>
                    <a:pt x="1528362" y="29095"/>
                  </a:lnTo>
                  <a:lnTo>
                    <a:pt x="1480021" y="23030"/>
                  </a:lnTo>
                  <a:close/>
                  <a:moveTo>
                    <a:pt x="1490870" y="32200"/>
                  </a:moveTo>
                  <a:lnTo>
                    <a:pt x="1534908" y="34380"/>
                  </a:lnTo>
                  <a:lnTo>
                    <a:pt x="1528362" y="29095"/>
                  </a:lnTo>
                  <a:close/>
                  <a:moveTo>
                    <a:pt x="1534908" y="34380"/>
                  </a:moveTo>
                  <a:lnTo>
                    <a:pt x="1560819" y="37807"/>
                  </a:lnTo>
                  <a:lnTo>
                    <a:pt x="1528362" y="29095"/>
                  </a:lnTo>
                  <a:close/>
                </a:path>
              </a:pathLst>
            </a:custGeom>
            <a:solidFill>
              <a:srgbClr val="F2F4F6"/>
            </a:solidFill>
            <a:ln w="1524">
              <a:solidFill>
                <a:srgbClr val="F2F4F6"/>
              </a:solidFill>
            </a:ln>
          </p:spPr>
        </p:sp>
        <p:sp>
          <p:nvSpPr>
            <p:cNvPr id="4291" name="Output_density__4290">
              <a:extLst>
                <a:ext uri="{FF2B5EF4-FFF2-40B4-BE49-F238E27FC236}">
                  <a16:creationId xmlns:a16="http://schemas.microsoft.com/office/drawing/2014/main" id="{20724923-4033-6E36-0EEA-058E864393D5}"/>
                </a:ext>
              </a:extLst>
            </p:cNvPr>
            <p:cNvSpPr>
              <a:spLocks noGrp="1"/>
            </p:cNvSpPr>
            <p:nvPr/>
          </p:nvSpPr>
          <p:spPr>
            <a:xfrm>
              <a:off x="14763750" y="2247380"/>
              <a:ext cx="1528362" cy="1423250"/>
            </a:xfrm>
            <a:custGeom>
              <a:avLst/>
              <a:gdLst/>
              <a:ahLst/>
              <a:cxnLst/>
              <a:rect l="0" t="0" r="0" b="0"/>
              <a:pathLst>
                <a:path w="1528362" h="1423250">
                  <a:moveTo>
                    <a:pt x="389832" y="1344271"/>
                  </a:moveTo>
                  <a:lnTo>
                    <a:pt x="416113" y="1277369"/>
                  </a:lnTo>
                  <a:lnTo>
                    <a:pt x="399262" y="1300399"/>
                  </a:lnTo>
                  <a:close/>
                  <a:moveTo>
                    <a:pt x="424000" y="1268640"/>
                  </a:moveTo>
                  <a:lnTo>
                    <a:pt x="416113" y="1277369"/>
                  </a:lnTo>
                  <a:lnTo>
                    <a:pt x="389832" y="1344271"/>
                  </a:lnTo>
                  <a:close/>
                  <a:moveTo>
                    <a:pt x="425582" y="1263907"/>
                  </a:moveTo>
                  <a:lnTo>
                    <a:pt x="413074" y="1292735"/>
                  </a:lnTo>
                  <a:lnTo>
                    <a:pt x="416113" y="1277369"/>
                  </a:lnTo>
                  <a:close/>
                  <a:moveTo>
                    <a:pt x="28997" y="829199"/>
                  </a:moveTo>
                  <a:lnTo>
                    <a:pt x="3275" y="867929"/>
                  </a:lnTo>
                  <a:lnTo>
                    <a:pt x="0" y="880442"/>
                  </a:lnTo>
                  <a:close/>
                  <a:moveTo>
                    <a:pt x="3275" y="867929"/>
                  </a:moveTo>
                  <a:lnTo>
                    <a:pt x="28997" y="829199"/>
                  </a:lnTo>
                  <a:lnTo>
                    <a:pt x="25031" y="828905"/>
                  </a:lnTo>
                  <a:close/>
                  <a:moveTo>
                    <a:pt x="28997" y="829199"/>
                  </a:moveTo>
                  <a:lnTo>
                    <a:pt x="66568" y="804811"/>
                  </a:lnTo>
                  <a:lnTo>
                    <a:pt x="25031" y="828905"/>
                  </a:lnTo>
                  <a:close/>
                  <a:moveTo>
                    <a:pt x="68719" y="803038"/>
                  </a:moveTo>
                  <a:lnTo>
                    <a:pt x="25031" y="828905"/>
                  </a:lnTo>
                  <a:lnTo>
                    <a:pt x="66568" y="804811"/>
                  </a:lnTo>
                  <a:close/>
                  <a:moveTo>
                    <a:pt x="68719" y="803038"/>
                  </a:moveTo>
                  <a:lnTo>
                    <a:pt x="36615" y="817907"/>
                  </a:lnTo>
                  <a:lnTo>
                    <a:pt x="25031" y="828905"/>
                  </a:lnTo>
                  <a:close/>
                  <a:moveTo>
                    <a:pt x="687800" y="1410689"/>
                  </a:moveTo>
                  <a:lnTo>
                    <a:pt x="675526" y="1406628"/>
                  </a:lnTo>
                  <a:lnTo>
                    <a:pt x="615438" y="1423250"/>
                  </a:lnTo>
                  <a:close/>
                  <a:moveTo>
                    <a:pt x="616582" y="1353823"/>
                  </a:moveTo>
                  <a:lnTo>
                    <a:pt x="675526" y="1406628"/>
                  </a:lnTo>
                  <a:lnTo>
                    <a:pt x="667468" y="1350436"/>
                  </a:lnTo>
                  <a:close/>
                  <a:moveTo>
                    <a:pt x="425582" y="1263907"/>
                  </a:moveTo>
                  <a:lnTo>
                    <a:pt x="436083" y="1261133"/>
                  </a:lnTo>
                  <a:lnTo>
                    <a:pt x="460166" y="1218534"/>
                  </a:lnTo>
                  <a:close/>
                  <a:moveTo>
                    <a:pt x="68719" y="803038"/>
                  </a:moveTo>
                  <a:lnTo>
                    <a:pt x="66568" y="804811"/>
                  </a:lnTo>
                  <a:lnTo>
                    <a:pt x="94487" y="784248"/>
                  </a:lnTo>
                  <a:close/>
                  <a:moveTo>
                    <a:pt x="68719" y="803038"/>
                  </a:moveTo>
                  <a:lnTo>
                    <a:pt x="94487" y="784248"/>
                  </a:lnTo>
                  <a:lnTo>
                    <a:pt x="135546" y="743317"/>
                  </a:lnTo>
                  <a:close/>
                  <a:moveTo>
                    <a:pt x="102525" y="754757"/>
                  </a:moveTo>
                  <a:lnTo>
                    <a:pt x="68719" y="803038"/>
                  </a:lnTo>
                  <a:lnTo>
                    <a:pt x="135546" y="743317"/>
                  </a:lnTo>
                  <a:close/>
                  <a:moveTo>
                    <a:pt x="135546" y="743317"/>
                  </a:moveTo>
                  <a:lnTo>
                    <a:pt x="147061" y="729181"/>
                  </a:lnTo>
                  <a:lnTo>
                    <a:pt x="105208" y="753274"/>
                  </a:lnTo>
                  <a:close/>
                  <a:moveTo>
                    <a:pt x="678606" y="1347620"/>
                  </a:moveTo>
                  <a:lnTo>
                    <a:pt x="712091" y="1399156"/>
                  </a:lnTo>
                  <a:lnTo>
                    <a:pt x="695247" y="1327852"/>
                  </a:lnTo>
                  <a:close/>
                  <a:moveTo>
                    <a:pt x="667212" y="1333714"/>
                  </a:moveTo>
                  <a:lnTo>
                    <a:pt x="678606" y="1347620"/>
                  </a:lnTo>
                  <a:lnTo>
                    <a:pt x="695247" y="1327852"/>
                  </a:lnTo>
                  <a:close/>
                  <a:moveTo>
                    <a:pt x="363631" y="937157"/>
                  </a:moveTo>
                  <a:lnTo>
                    <a:pt x="392324" y="911233"/>
                  </a:lnTo>
                  <a:lnTo>
                    <a:pt x="363986" y="935327"/>
                  </a:lnTo>
                  <a:close/>
                  <a:moveTo>
                    <a:pt x="677944" y="1247895"/>
                  </a:moveTo>
                  <a:lnTo>
                    <a:pt x="681335" y="1251616"/>
                  </a:lnTo>
                  <a:lnTo>
                    <a:pt x="663824" y="1271989"/>
                  </a:lnTo>
                  <a:close/>
                  <a:moveTo>
                    <a:pt x="426156" y="861353"/>
                  </a:moveTo>
                  <a:lnTo>
                    <a:pt x="392324" y="911233"/>
                  </a:lnTo>
                  <a:lnTo>
                    <a:pt x="401063" y="887139"/>
                  </a:lnTo>
                  <a:close/>
                  <a:moveTo>
                    <a:pt x="426156" y="861353"/>
                  </a:moveTo>
                  <a:lnTo>
                    <a:pt x="399942" y="898242"/>
                  </a:lnTo>
                  <a:lnTo>
                    <a:pt x="392324" y="911233"/>
                  </a:lnTo>
                  <a:close/>
                  <a:moveTo>
                    <a:pt x="456271" y="835603"/>
                  </a:moveTo>
                  <a:lnTo>
                    <a:pt x="453735" y="845564"/>
                  </a:lnTo>
                  <a:lnTo>
                    <a:pt x="426156" y="861353"/>
                  </a:lnTo>
                  <a:close/>
                  <a:moveTo>
                    <a:pt x="426156" y="861353"/>
                  </a:moveTo>
                  <a:lnTo>
                    <a:pt x="439676" y="872122"/>
                  </a:lnTo>
                  <a:lnTo>
                    <a:pt x="399942" y="898242"/>
                  </a:lnTo>
                  <a:close/>
                  <a:moveTo>
                    <a:pt x="886330" y="1326875"/>
                  </a:moveTo>
                  <a:lnTo>
                    <a:pt x="874215" y="1275338"/>
                  </a:lnTo>
                  <a:lnTo>
                    <a:pt x="859915" y="1332687"/>
                  </a:lnTo>
                  <a:close/>
                  <a:moveTo>
                    <a:pt x="692533" y="1079087"/>
                  </a:moveTo>
                  <a:lnTo>
                    <a:pt x="653622" y="1093286"/>
                  </a:lnTo>
                  <a:lnTo>
                    <a:pt x="706254" y="1074984"/>
                  </a:lnTo>
                  <a:close/>
                  <a:moveTo>
                    <a:pt x="496212" y="811509"/>
                  </a:moveTo>
                  <a:lnTo>
                    <a:pt x="481851" y="759972"/>
                  </a:lnTo>
                  <a:lnTo>
                    <a:pt x="492886" y="813736"/>
                  </a:lnTo>
                  <a:close/>
                  <a:moveTo>
                    <a:pt x="933945" y="1373228"/>
                  </a:moveTo>
                  <a:lnTo>
                    <a:pt x="979923" y="1311087"/>
                  </a:lnTo>
                  <a:lnTo>
                    <a:pt x="924148" y="1318449"/>
                  </a:lnTo>
                  <a:close/>
                  <a:moveTo>
                    <a:pt x="874215" y="1275338"/>
                  </a:moveTo>
                  <a:lnTo>
                    <a:pt x="924148" y="1318449"/>
                  </a:lnTo>
                  <a:lnTo>
                    <a:pt x="913009" y="1264762"/>
                  </a:lnTo>
                  <a:close/>
                  <a:moveTo>
                    <a:pt x="874215" y="1275338"/>
                  </a:moveTo>
                  <a:lnTo>
                    <a:pt x="886330" y="1326875"/>
                  </a:lnTo>
                  <a:lnTo>
                    <a:pt x="924148" y="1318449"/>
                  </a:lnTo>
                  <a:close/>
                  <a:moveTo>
                    <a:pt x="979923" y="1311087"/>
                  </a:moveTo>
                  <a:lnTo>
                    <a:pt x="913009" y="1264762"/>
                  </a:lnTo>
                  <a:lnTo>
                    <a:pt x="924148" y="1318449"/>
                  </a:lnTo>
                  <a:close/>
                  <a:moveTo>
                    <a:pt x="913009" y="1264762"/>
                  </a:moveTo>
                  <a:lnTo>
                    <a:pt x="952137" y="1251244"/>
                  </a:lnTo>
                  <a:lnTo>
                    <a:pt x="920072" y="1215486"/>
                  </a:lnTo>
                  <a:close/>
                  <a:moveTo>
                    <a:pt x="882335" y="1164214"/>
                  </a:moveTo>
                  <a:lnTo>
                    <a:pt x="911790" y="1184520"/>
                  </a:lnTo>
                  <a:lnTo>
                    <a:pt x="921469" y="1148171"/>
                  </a:lnTo>
                  <a:close/>
                  <a:moveTo>
                    <a:pt x="760401" y="967856"/>
                  </a:moveTo>
                  <a:lnTo>
                    <a:pt x="701796" y="1017655"/>
                  </a:lnTo>
                  <a:lnTo>
                    <a:pt x="722566" y="993561"/>
                  </a:lnTo>
                  <a:close/>
                  <a:moveTo>
                    <a:pt x="760401" y="967856"/>
                  </a:moveTo>
                  <a:lnTo>
                    <a:pt x="727071" y="978139"/>
                  </a:lnTo>
                  <a:lnTo>
                    <a:pt x="701796" y="1017655"/>
                  </a:lnTo>
                  <a:close/>
                  <a:moveTo>
                    <a:pt x="548946" y="787415"/>
                  </a:moveTo>
                  <a:lnTo>
                    <a:pt x="481851" y="759972"/>
                  </a:lnTo>
                  <a:lnTo>
                    <a:pt x="496212" y="811509"/>
                  </a:lnTo>
                  <a:close/>
                  <a:moveTo>
                    <a:pt x="344556" y="461141"/>
                  </a:moveTo>
                  <a:lnTo>
                    <a:pt x="270113" y="492388"/>
                  </a:lnTo>
                  <a:lnTo>
                    <a:pt x="301990" y="476670"/>
                  </a:lnTo>
                  <a:close/>
                  <a:moveTo>
                    <a:pt x="435612" y="508602"/>
                  </a:moveTo>
                  <a:lnTo>
                    <a:pt x="480090" y="510424"/>
                  </a:lnTo>
                  <a:lnTo>
                    <a:pt x="448891" y="501877"/>
                  </a:lnTo>
                  <a:close/>
                  <a:moveTo>
                    <a:pt x="480090" y="510424"/>
                  </a:moveTo>
                  <a:lnTo>
                    <a:pt x="435612" y="508602"/>
                  </a:lnTo>
                  <a:lnTo>
                    <a:pt x="492695" y="530754"/>
                  </a:lnTo>
                  <a:close/>
                  <a:moveTo>
                    <a:pt x="435612" y="508602"/>
                  </a:moveTo>
                  <a:lnTo>
                    <a:pt x="446069" y="531103"/>
                  </a:lnTo>
                  <a:lnTo>
                    <a:pt x="492695" y="530754"/>
                  </a:lnTo>
                  <a:close/>
                  <a:moveTo>
                    <a:pt x="531033" y="499417"/>
                  </a:moveTo>
                  <a:lnTo>
                    <a:pt x="480090" y="510424"/>
                  </a:lnTo>
                  <a:lnTo>
                    <a:pt x="513938" y="505638"/>
                  </a:lnTo>
                  <a:close/>
                  <a:moveTo>
                    <a:pt x="480090" y="510424"/>
                  </a:moveTo>
                  <a:lnTo>
                    <a:pt x="492695" y="530754"/>
                  </a:lnTo>
                  <a:lnTo>
                    <a:pt x="513938" y="505638"/>
                  </a:lnTo>
                  <a:close/>
                  <a:moveTo>
                    <a:pt x="303432" y="477354"/>
                  </a:moveTo>
                  <a:lnTo>
                    <a:pt x="344556" y="461141"/>
                  </a:lnTo>
                  <a:lnTo>
                    <a:pt x="301990" y="476670"/>
                  </a:lnTo>
                  <a:close/>
                  <a:moveTo>
                    <a:pt x="303432" y="477354"/>
                  </a:moveTo>
                  <a:lnTo>
                    <a:pt x="358872" y="470265"/>
                  </a:lnTo>
                  <a:lnTo>
                    <a:pt x="344556" y="461141"/>
                  </a:lnTo>
                  <a:close/>
                  <a:moveTo>
                    <a:pt x="984834" y="1013142"/>
                  </a:moveTo>
                  <a:lnTo>
                    <a:pt x="932788" y="1072541"/>
                  </a:lnTo>
                  <a:lnTo>
                    <a:pt x="959223" y="1048447"/>
                  </a:lnTo>
                  <a:close/>
                  <a:moveTo>
                    <a:pt x="536176" y="502810"/>
                  </a:moveTo>
                  <a:lnTo>
                    <a:pt x="513938" y="505638"/>
                  </a:lnTo>
                  <a:lnTo>
                    <a:pt x="509993" y="548856"/>
                  </a:lnTo>
                  <a:close/>
                  <a:moveTo>
                    <a:pt x="570263" y="537840"/>
                  </a:moveTo>
                  <a:lnTo>
                    <a:pt x="536176" y="502810"/>
                  </a:lnTo>
                  <a:lnTo>
                    <a:pt x="509993" y="548856"/>
                  </a:lnTo>
                  <a:close/>
                  <a:moveTo>
                    <a:pt x="570263" y="537840"/>
                  </a:moveTo>
                  <a:lnTo>
                    <a:pt x="509993" y="548856"/>
                  </a:lnTo>
                  <a:lnTo>
                    <a:pt x="579465" y="545598"/>
                  </a:lnTo>
                  <a:close/>
                  <a:moveTo>
                    <a:pt x="570263" y="537840"/>
                  </a:moveTo>
                  <a:lnTo>
                    <a:pt x="615261" y="539240"/>
                  </a:lnTo>
                  <a:lnTo>
                    <a:pt x="536176" y="502810"/>
                  </a:lnTo>
                  <a:close/>
                  <a:moveTo>
                    <a:pt x="615261" y="539240"/>
                  </a:moveTo>
                  <a:lnTo>
                    <a:pt x="570263" y="537840"/>
                  </a:lnTo>
                  <a:lnTo>
                    <a:pt x="627339" y="549913"/>
                  </a:lnTo>
                  <a:close/>
                  <a:moveTo>
                    <a:pt x="570263" y="537840"/>
                  </a:moveTo>
                  <a:lnTo>
                    <a:pt x="579465" y="545598"/>
                  </a:lnTo>
                  <a:lnTo>
                    <a:pt x="627339" y="549913"/>
                  </a:lnTo>
                  <a:close/>
                  <a:moveTo>
                    <a:pt x="970458" y="824494"/>
                  </a:moveTo>
                  <a:lnTo>
                    <a:pt x="978525" y="818206"/>
                  </a:lnTo>
                  <a:lnTo>
                    <a:pt x="945672" y="842300"/>
                  </a:lnTo>
                  <a:close/>
                  <a:moveTo>
                    <a:pt x="766193" y="560523"/>
                  </a:moveTo>
                  <a:lnTo>
                    <a:pt x="740474" y="623553"/>
                  </a:lnTo>
                  <a:lnTo>
                    <a:pt x="746213" y="636154"/>
                  </a:lnTo>
                  <a:close/>
                  <a:moveTo>
                    <a:pt x="1213638" y="1075889"/>
                  </a:moveTo>
                  <a:lnTo>
                    <a:pt x="1236398" y="1103332"/>
                  </a:lnTo>
                  <a:lnTo>
                    <a:pt x="1246447" y="1051795"/>
                  </a:lnTo>
                  <a:close/>
                  <a:moveTo>
                    <a:pt x="1247544" y="1026866"/>
                  </a:moveTo>
                  <a:lnTo>
                    <a:pt x="1213638" y="1075889"/>
                  </a:lnTo>
                  <a:lnTo>
                    <a:pt x="1246447" y="1051795"/>
                  </a:lnTo>
                  <a:close/>
                  <a:moveTo>
                    <a:pt x="942814" y="864074"/>
                  </a:moveTo>
                  <a:lnTo>
                    <a:pt x="970458" y="824494"/>
                  </a:lnTo>
                  <a:lnTo>
                    <a:pt x="926404" y="834460"/>
                  </a:lnTo>
                  <a:close/>
                  <a:moveTo>
                    <a:pt x="1076741" y="742576"/>
                  </a:moveTo>
                  <a:lnTo>
                    <a:pt x="1044617" y="794531"/>
                  </a:lnTo>
                  <a:lnTo>
                    <a:pt x="1046127" y="794112"/>
                  </a:lnTo>
                  <a:close/>
                  <a:moveTo>
                    <a:pt x="770735" y="433356"/>
                  </a:moveTo>
                  <a:lnTo>
                    <a:pt x="756352" y="413117"/>
                  </a:lnTo>
                  <a:lnTo>
                    <a:pt x="730266" y="450485"/>
                  </a:lnTo>
                  <a:close/>
                  <a:moveTo>
                    <a:pt x="736068" y="381820"/>
                  </a:moveTo>
                  <a:lnTo>
                    <a:pt x="730266" y="450485"/>
                  </a:lnTo>
                  <a:lnTo>
                    <a:pt x="756352" y="413117"/>
                  </a:lnTo>
                  <a:close/>
                  <a:moveTo>
                    <a:pt x="1246447" y="1051795"/>
                  </a:moveTo>
                  <a:lnTo>
                    <a:pt x="1262029" y="982697"/>
                  </a:lnTo>
                  <a:lnTo>
                    <a:pt x="1247544" y="1026866"/>
                  </a:lnTo>
                  <a:close/>
                  <a:moveTo>
                    <a:pt x="1266688" y="976165"/>
                  </a:moveTo>
                  <a:lnTo>
                    <a:pt x="1262029" y="982697"/>
                  </a:lnTo>
                  <a:lnTo>
                    <a:pt x="1246447" y="1051795"/>
                  </a:lnTo>
                  <a:close/>
                  <a:moveTo>
                    <a:pt x="1274295" y="1027701"/>
                  </a:moveTo>
                  <a:lnTo>
                    <a:pt x="1266688" y="976165"/>
                  </a:lnTo>
                  <a:lnTo>
                    <a:pt x="1246447" y="1051795"/>
                  </a:lnTo>
                  <a:close/>
                  <a:moveTo>
                    <a:pt x="1247544" y="1026866"/>
                  </a:moveTo>
                  <a:lnTo>
                    <a:pt x="1262029" y="982697"/>
                  </a:lnTo>
                  <a:lnTo>
                    <a:pt x="1279855" y="1051795"/>
                  </a:lnTo>
                  <a:close/>
                  <a:moveTo>
                    <a:pt x="1076741" y="742576"/>
                  </a:moveTo>
                  <a:lnTo>
                    <a:pt x="1046127" y="794112"/>
                  </a:lnTo>
                  <a:lnTo>
                    <a:pt x="1109589" y="770018"/>
                  </a:lnTo>
                  <a:close/>
                  <a:moveTo>
                    <a:pt x="885910" y="471136"/>
                  </a:moveTo>
                  <a:lnTo>
                    <a:pt x="856820" y="484893"/>
                  </a:lnTo>
                  <a:lnTo>
                    <a:pt x="910297" y="504440"/>
                  </a:lnTo>
                  <a:close/>
                  <a:moveTo>
                    <a:pt x="856820" y="484893"/>
                  </a:moveTo>
                  <a:lnTo>
                    <a:pt x="832169" y="521909"/>
                  </a:lnTo>
                  <a:lnTo>
                    <a:pt x="910297" y="504440"/>
                  </a:lnTo>
                  <a:close/>
                  <a:moveTo>
                    <a:pt x="817453" y="466886"/>
                  </a:moveTo>
                  <a:lnTo>
                    <a:pt x="885910" y="471136"/>
                  </a:lnTo>
                  <a:lnTo>
                    <a:pt x="895310" y="448407"/>
                  </a:lnTo>
                  <a:close/>
                  <a:moveTo>
                    <a:pt x="817453" y="466886"/>
                  </a:moveTo>
                  <a:lnTo>
                    <a:pt x="895310" y="448407"/>
                  </a:lnTo>
                  <a:lnTo>
                    <a:pt x="838928" y="412278"/>
                  </a:lnTo>
                  <a:close/>
                  <a:moveTo>
                    <a:pt x="885910" y="471136"/>
                  </a:moveTo>
                  <a:lnTo>
                    <a:pt x="916016" y="460799"/>
                  </a:lnTo>
                  <a:lnTo>
                    <a:pt x="895310" y="448407"/>
                  </a:lnTo>
                  <a:close/>
                  <a:moveTo>
                    <a:pt x="885910" y="471136"/>
                  </a:moveTo>
                  <a:lnTo>
                    <a:pt x="910297" y="504440"/>
                  </a:lnTo>
                  <a:lnTo>
                    <a:pt x="916016" y="460799"/>
                  </a:lnTo>
                  <a:close/>
                  <a:moveTo>
                    <a:pt x="794971" y="357726"/>
                  </a:moveTo>
                  <a:lnTo>
                    <a:pt x="770735" y="433356"/>
                  </a:lnTo>
                  <a:lnTo>
                    <a:pt x="835514" y="409262"/>
                  </a:lnTo>
                  <a:close/>
                  <a:moveTo>
                    <a:pt x="1139393" y="755462"/>
                  </a:moveTo>
                  <a:lnTo>
                    <a:pt x="1175685" y="763940"/>
                  </a:lnTo>
                  <a:lnTo>
                    <a:pt x="1149619" y="740296"/>
                  </a:lnTo>
                  <a:close/>
                  <a:moveTo>
                    <a:pt x="913522" y="511430"/>
                  </a:moveTo>
                  <a:lnTo>
                    <a:pt x="966029" y="538136"/>
                  </a:lnTo>
                  <a:lnTo>
                    <a:pt x="970158" y="503369"/>
                  </a:lnTo>
                  <a:close/>
                  <a:moveTo>
                    <a:pt x="955872" y="452240"/>
                  </a:moveTo>
                  <a:lnTo>
                    <a:pt x="916016" y="460799"/>
                  </a:lnTo>
                  <a:lnTo>
                    <a:pt x="913522" y="511430"/>
                  </a:lnTo>
                  <a:close/>
                  <a:moveTo>
                    <a:pt x="970158" y="503369"/>
                  </a:moveTo>
                  <a:lnTo>
                    <a:pt x="955872" y="452240"/>
                  </a:lnTo>
                  <a:lnTo>
                    <a:pt x="913522" y="511430"/>
                  </a:lnTo>
                  <a:close/>
                  <a:moveTo>
                    <a:pt x="899785" y="397112"/>
                  </a:moveTo>
                  <a:lnTo>
                    <a:pt x="895310" y="448407"/>
                  </a:lnTo>
                  <a:lnTo>
                    <a:pt x="947331" y="385168"/>
                  </a:lnTo>
                  <a:close/>
                  <a:moveTo>
                    <a:pt x="895310" y="448407"/>
                  </a:moveTo>
                  <a:lnTo>
                    <a:pt x="916016" y="460799"/>
                  </a:lnTo>
                  <a:lnTo>
                    <a:pt x="947331" y="385168"/>
                  </a:lnTo>
                  <a:close/>
                  <a:moveTo>
                    <a:pt x="947331" y="385168"/>
                  </a:moveTo>
                  <a:lnTo>
                    <a:pt x="916016" y="460799"/>
                  </a:lnTo>
                  <a:lnTo>
                    <a:pt x="965329" y="400619"/>
                  </a:lnTo>
                  <a:close/>
                  <a:moveTo>
                    <a:pt x="965329" y="400619"/>
                  </a:moveTo>
                  <a:lnTo>
                    <a:pt x="916016" y="460799"/>
                  </a:lnTo>
                  <a:lnTo>
                    <a:pt x="955872" y="452240"/>
                  </a:lnTo>
                  <a:close/>
                  <a:moveTo>
                    <a:pt x="955872" y="452240"/>
                  </a:moveTo>
                  <a:lnTo>
                    <a:pt x="988570" y="436705"/>
                  </a:lnTo>
                  <a:lnTo>
                    <a:pt x="965329" y="400619"/>
                  </a:lnTo>
                  <a:close/>
                  <a:moveTo>
                    <a:pt x="835514" y="409262"/>
                  </a:moveTo>
                  <a:lnTo>
                    <a:pt x="838928" y="412278"/>
                  </a:lnTo>
                  <a:lnTo>
                    <a:pt x="839512" y="408131"/>
                  </a:lnTo>
                  <a:close/>
                  <a:moveTo>
                    <a:pt x="794971" y="357726"/>
                  </a:moveTo>
                  <a:lnTo>
                    <a:pt x="835514" y="409262"/>
                  </a:lnTo>
                  <a:lnTo>
                    <a:pt x="839512" y="408131"/>
                  </a:lnTo>
                  <a:close/>
                  <a:moveTo>
                    <a:pt x="899785" y="397112"/>
                  </a:moveTo>
                  <a:lnTo>
                    <a:pt x="838928" y="412278"/>
                  </a:lnTo>
                  <a:lnTo>
                    <a:pt x="895310" y="448407"/>
                  </a:lnTo>
                  <a:close/>
                  <a:moveTo>
                    <a:pt x="899785" y="397112"/>
                  </a:moveTo>
                  <a:lnTo>
                    <a:pt x="839512" y="408131"/>
                  </a:lnTo>
                  <a:lnTo>
                    <a:pt x="838928" y="412278"/>
                  </a:lnTo>
                  <a:close/>
                  <a:moveTo>
                    <a:pt x="903604" y="344514"/>
                  </a:moveTo>
                  <a:lnTo>
                    <a:pt x="892962" y="333631"/>
                  </a:lnTo>
                  <a:lnTo>
                    <a:pt x="899785" y="397112"/>
                  </a:lnTo>
                  <a:close/>
                  <a:moveTo>
                    <a:pt x="899785" y="397112"/>
                  </a:moveTo>
                  <a:lnTo>
                    <a:pt x="892962" y="333631"/>
                  </a:lnTo>
                  <a:lnTo>
                    <a:pt x="841662" y="343640"/>
                  </a:lnTo>
                  <a:close/>
                  <a:moveTo>
                    <a:pt x="899785" y="397112"/>
                  </a:moveTo>
                  <a:lnTo>
                    <a:pt x="841662" y="343640"/>
                  </a:lnTo>
                  <a:lnTo>
                    <a:pt x="839512" y="408131"/>
                  </a:lnTo>
                  <a:close/>
                  <a:moveTo>
                    <a:pt x="899785" y="397112"/>
                  </a:moveTo>
                  <a:lnTo>
                    <a:pt x="947331" y="385168"/>
                  </a:lnTo>
                  <a:lnTo>
                    <a:pt x="903604" y="344514"/>
                  </a:lnTo>
                  <a:close/>
                  <a:moveTo>
                    <a:pt x="1395084" y="887747"/>
                  </a:moveTo>
                  <a:lnTo>
                    <a:pt x="1341795" y="900534"/>
                  </a:lnTo>
                  <a:lnTo>
                    <a:pt x="1416824" y="905721"/>
                  </a:lnTo>
                  <a:close/>
                  <a:moveTo>
                    <a:pt x="1416824" y="905721"/>
                  </a:moveTo>
                  <a:lnTo>
                    <a:pt x="1341795" y="900534"/>
                  </a:lnTo>
                  <a:lnTo>
                    <a:pt x="1339360" y="925673"/>
                  </a:lnTo>
                  <a:close/>
                  <a:moveTo>
                    <a:pt x="1272427" y="848758"/>
                  </a:moveTo>
                  <a:lnTo>
                    <a:pt x="1290977" y="896420"/>
                  </a:lnTo>
                  <a:lnTo>
                    <a:pt x="1322073" y="846379"/>
                  </a:lnTo>
                  <a:close/>
                  <a:moveTo>
                    <a:pt x="1395084" y="887747"/>
                  </a:moveTo>
                  <a:lnTo>
                    <a:pt x="1324287" y="869321"/>
                  </a:lnTo>
                  <a:lnTo>
                    <a:pt x="1341795" y="900534"/>
                  </a:lnTo>
                  <a:close/>
                  <a:moveTo>
                    <a:pt x="1322073" y="846379"/>
                  </a:moveTo>
                  <a:lnTo>
                    <a:pt x="1315766" y="837462"/>
                  </a:lnTo>
                  <a:lnTo>
                    <a:pt x="1272427" y="848758"/>
                  </a:lnTo>
                  <a:close/>
                  <a:moveTo>
                    <a:pt x="1265122" y="729211"/>
                  </a:moveTo>
                  <a:lnTo>
                    <a:pt x="1207592" y="745925"/>
                  </a:lnTo>
                  <a:lnTo>
                    <a:pt x="1287798" y="772671"/>
                  </a:lnTo>
                  <a:close/>
                  <a:moveTo>
                    <a:pt x="1231894" y="693482"/>
                  </a:moveTo>
                  <a:lnTo>
                    <a:pt x="1207592" y="745925"/>
                  </a:lnTo>
                  <a:lnTo>
                    <a:pt x="1265122" y="729211"/>
                  </a:lnTo>
                  <a:close/>
                  <a:moveTo>
                    <a:pt x="1265122" y="729211"/>
                  </a:moveTo>
                  <a:lnTo>
                    <a:pt x="1312470" y="728700"/>
                  </a:lnTo>
                  <a:lnTo>
                    <a:pt x="1284106" y="689017"/>
                  </a:lnTo>
                  <a:close/>
                  <a:moveTo>
                    <a:pt x="1265122" y="729211"/>
                  </a:moveTo>
                  <a:lnTo>
                    <a:pt x="1284106" y="689017"/>
                  </a:lnTo>
                  <a:lnTo>
                    <a:pt x="1231894" y="693482"/>
                  </a:lnTo>
                  <a:close/>
                  <a:moveTo>
                    <a:pt x="988570" y="436705"/>
                  </a:moveTo>
                  <a:lnTo>
                    <a:pt x="1006415" y="488241"/>
                  </a:lnTo>
                  <a:lnTo>
                    <a:pt x="1030172" y="464147"/>
                  </a:lnTo>
                  <a:close/>
                  <a:moveTo>
                    <a:pt x="947331" y="385168"/>
                  </a:moveTo>
                  <a:lnTo>
                    <a:pt x="965329" y="400619"/>
                  </a:lnTo>
                  <a:lnTo>
                    <a:pt x="975295" y="373706"/>
                  </a:lnTo>
                  <a:close/>
                  <a:moveTo>
                    <a:pt x="975295" y="373706"/>
                  </a:moveTo>
                  <a:lnTo>
                    <a:pt x="903604" y="344514"/>
                  </a:lnTo>
                  <a:lnTo>
                    <a:pt x="947331" y="385168"/>
                  </a:lnTo>
                  <a:close/>
                  <a:moveTo>
                    <a:pt x="1007371" y="309538"/>
                  </a:moveTo>
                  <a:lnTo>
                    <a:pt x="1021837" y="302318"/>
                  </a:lnTo>
                  <a:lnTo>
                    <a:pt x="971226" y="314271"/>
                  </a:lnTo>
                  <a:close/>
                  <a:moveTo>
                    <a:pt x="1516280" y="802438"/>
                  </a:moveTo>
                  <a:lnTo>
                    <a:pt x="1458815" y="811175"/>
                  </a:lnTo>
                  <a:lnTo>
                    <a:pt x="1449296" y="852456"/>
                  </a:lnTo>
                  <a:close/>
                  <a:moveTo>
                    <a:pt x="1039481" y="336981"/>
                  </a:moveTo>
                  <a:lnTo>
                    <a:pt x="1058071" y="302890"/>
                  </a:lnTo>
                  <a:lnTo>
                    <a:pt x="1007371" y="309538"/>
                  </a:lnTo>
                  <a:close/>
                  <a:moveTo>
                    <a:pt x="1021837" y="302318"/>
                  </a:moveTo>
                  <a:lnTo>
                    <a:pt x="1007371" y="309538"/>
                  </a:lnTo>
                  <a:lnTo>
                    <a:pt x="1031742" y="303055"/>
                  </a:lnTo>
                  <a:close/>
                  <a:moveTo>
                    <a:pt x="1363709" y="474055"/>
                  </a:moveTo>
                  <a:lnTo>
                    <a:pt x="1336646" y="520817"/>
                  </a:lnTo>
                  <a:lnTo>
                    <a:pt x="1384713" y="519722"/>
                  </a:lnTo>
                  <a:close/>
                  <a:moveTo>
                    <a:pt x="1178182" y="261350"/>
                  </a:moveTo>
                  <a:lnTo>
                    <a:pt x="1183268" y="286727"/>
                  </a:lnTo>
                  <a:lnTo>
                    <a:pt x="1266128" y="289193"/>
                  </a:lnTo>
                  <a:close/>
                  <a:moveTo>
                    <a:pt x="1266128" y="289193"/>
                  </a:moveTo>
                  <a:lnTo>
                    <a:pt x="1268027" y="288793"/>
                  </a:lnTo>
                  <a:lnTo>
                    <a:pt x="1266259" y="287439"/>
                  </a:lnTo>
                  <a:close/>
                  <a:moveTo>
                    <a:pt x="1266128" y="289193"/>
                  </a:moveTo>
                  <a:lnTo>
                    <a:pt x="1270924" y="304881"/>
                  </a:lnTo>
                  <a:lnTo>
                    <a:pt x="1268027" y="288793"/>
                  </a:lnTo>
                  <a:close/>
                  <a:moveTo>
                    <a:pt x="1270924" y="304881"/>
                  </a:moveTo>
                  <a:lnTo>
                    <a:pt x="1266128" y="289193"/>
                  </a:lnTo>
                  <a:lnTo>
                    <a:pt x="1259395" y="288793"/>
                  </a:lnTo>
                  <a:close/>
                  <a:moveTo>
                    <a:pt x="1330020" y="275232"/>
                  </a:moveTo>
                  <a:lnTo>
                    <a:pt x="1268027" y="288793"/>
                  </a:lnTo>
                  <a:lnTo>
                    <a:pt x="1352961" y="302028"/>
                  </a:lnTo>
                  <a:close/>
                  <a:moveTo>
                    <a:pt x="1268027" y="288793"/>
                  </a:moveTo>
                  <a:lnTo>
                    <a:pt x="1330020" y="275232"/>
                  </a:lnTo>
                  <a:lnTo>
                    <a:pt x="1266259" y="287439"/>
                  </a:lnTo>
                  <a:close/>
                  <a:moveTo>
                    <a:pt x="1381063" y="271718"/>
                  </a:moveTo>
                  <a:lnTo>
                    <a:pt x="1354027" y="266235"/>
                  </a:lnTo>
                  <a:lnTo>
                    <a:pt x="1330020" y="275232"/>
                  </a:lnTo>
                  <a:close/>
                  <a:moveTo>
                    <a:pt x="1381063" y="271718"/>
                  </a:moveTo>
                  <a:lnTo>
                    <a:pt x="1330020" y="275232"/>
                  </a:lnTo>
                  <a:lnTo>
                    <a:pt x="1391406" y="271090"/>
                  </a:lnTo>
                  <a:close/>
                  <a:moveTo>
                    <a:pt x="1330020" y="275232"/>
                  </a:moveTo>
                  <a:lnTo>
                    <a:pt x="1352961" y="302028"/>
                  </a:lnTo>
                  <a:lnTo>
                    <a:pt x="1391406" y="271090"/>
                  </a:lnTo>
                  <a:close/>
                  <a:moveTo>
                    <a:pt x="1381063" y="271718"/>
                  </a:moveTo>
                  <a:lnTo>
                    <a:pt x="1391406" y="271090"/>
                  </a:lnTo>
                  <a:lnTo>
                    <a:pt x="1401010" y="264699"/>
                  </a:lnTo>
                  <a:close/>
                  <a:moveTo>
                    <a:pt x="1219142" y="151053"/>
                  </a:moveTo>
                  <a:lnTo>
                    <a:pt x="1231710" y="158266"/>
                  </a:lnTo>
                  <a:lnTo>
                    <a:pt x="1214501" y="167697"/>
                  </a:lnTo>
                  <a:close/>
                  <a:moveTo>
                    <a:pt x="1395176" y="15387"/>
                  </a:moveTo>
                  <a:lnTo>
                    <a:pt x="1356435" y="34459"/>
                  </a:lnTo>
                  <a:lnTo>
                    <a:pt x="1321917" y="51058"/>
                  </a:lnTo>
                  <a:close/>
                  <a:moveTo>
                    <a:pt x="1418645" y="10364"/>
                  </a:moveTo>
                  <a:lnTo>
                    <a:pt x="1376175" y="24720"/>
                  </a:lnTo>
                  <a:lnTo>
                    <a:pt x="1395176" y="15387"/>
                  </a:lnTo>
                  <a:close/>
                  <a:moveTo>
                    <a:pt x="1445318" y="6490"/>
                  </a:moveTo>
                  <a:lnTo>
                    <a:pt x="1418645" y="10364"/>
                  </a:lnTo>
                  <a:lnTo>
                    <a:pt x="1480021" y="23030"/>
                  </a:lnTo>
                  <a:close/>
                  <a:moveTo>
                    <a:pt x="1480021" y="23030"/>
                  </a:moveTo>
                  <a:lnTo>
                    <a:pt x="1418645" y="10364"/>
                  </a:lnTo>
                  <a:lnTo>
                    <a:pt x="1395176" y="15387"/>
                  </a:lnTo>
                  <a:close/>
                  <a:moveTo>
                    <a:pt x="1500020" y="0"/>
                  </a:moveTo>
                  <a:lnTo>
                    <a:pt x="1445318" y="6490"/>
                  </a:lnTo>
                  <a:lnTo>
                    <a:pt x="1528362" y="29095"/>
                  </a:lnTo>
                  <a:close/>
                  <a:moveTo>
                    <a:pt x="1445318" y="6490"/>
                  </a:moveTo>
                  <a:lnTo>
                    <a:pt x="1480021" y="23030"/>
                  </a:lnTo>
                  <a:lnTo>
                    <a:pt x="1528362" y="29095"/>
                  </a:lnTo>
                  <a:close/>
                </a:path>
              </a:pathLst>
            </a:custGeom>
            <a:solidFill>
              <a:srgbClr val="F4F6F7"/>
            </a:solidFill>
            <a:ln w="1524">
              <a:solidFill>
                <a:srgbClr val="F4F6F7"/>
              </a:solidFill>
            </a:ln>
          </p:spPr>
        </p:sp>
        <p:sp>
          <p:nvSpPr>
            <p:cNvPr id="4292" name="Output_density__4291">
              <a:extLst>
                <a:ext uri="{FF2B5EF4-FFF2-40B4-BE49-F238E27FC236}">
                  <a16:creationId xmlns:a16="http://schemas.microsoft.com/office/drawing/2014/main" id="{1D7487BC-0F9E-6C11-736A-FC51263E2456}"/>
                </a:ext>
              </a:extLst>
            </p:cNvPr>
            <p:cNvSpPr>
              <a:spLocks noGrp="1"/>
            </p:cNvSpPr>
            <p:nvPr/>
          </p:nvSpPr>
          <p:spPr>
            <a:xfrm>
              <a:off x="15127381" y="2249622"/>
              <a:ext cx="1177816" cy="1342030"/>
            </a:xfrm>
            <a:custGeom>
              <a:avLst/>
              <a:gdLst/>
              <a:ahLst/>
              <a:cxnLst/>
              <a:rect l="0" t="0" r="0" b="0"/>
              <a:pathLst>
                <a:path w="1177816" h="1342030">
                  <a:moveTo>
                    <a:pt x="58273" y="1317936"/>
                  </a:moveTo>
                  <a:lnTo>
                    <a:pt x="60369" y="1266399"/>
                  </a:lnTo>
                  <a:lnTo>
                    <a:pt x="26202" y="1342030"/>
                  </a:lnTo>
                  <a:close/>
                  <a:moveTo>
                    <a:pt x="61952" y="1261665"/>
                  </a:moveTo>
                  <a:lnTo>
                    <a:pt x="52482" y="1275127"/>
                  </a:lnTo>
                  <a:lnTo>
                    <a:pt x="60369" y="1266399"/>
                  </a:lnTo>
                  <a:close/>
                  <a:moveTo>
                    <a:pt x="61952" y="1261665"/>
                  </a:moveTo>
                  <a:lnTo>
                    <a:pt x="60369" y="1266399"/>
                  </a:lnTo>
                  <a:lnTo>
                    <a:pt x="72452" y="1258892"/>
                  </a:lnTo>
                  <a:close/>
                  <a:moveTo>
                    <a:pt x="0" y="934916"/>
                  </a:moveTo>
                  <a:lnTo>
                    <a:pt x="29145" y="942403"/>
                  </a:lnTo>
                  <a:lnTo>
                    <a:pt x="28693" y="908992"/>
                  </a:lnTo>
                  <a:close/>
                  <a:moveTo>
                    <a:pt x="349665" y="1066950"/>
                  </a:moveTo>
                  <a:lnTo>
                    <a:pt x="338165" y="1015414"/>
                  </a:lnTo>
                  <a:lnTo>
                    <a:pt x="328902" y="1076845"/>
                  </a:lnTo>
                  <a:close/>
                  <a:moveTo>
                    <a:pt x="338165" y="1015414"/>
                  </a:moveTo>
                  <a:lnTo>
                    <a:pt x="317599" y="1023292"/>
                  </a:lnTo>
                  <a:lnTo>
                    <a:pt x="328902" y="1076845"/>
                  </a:lnTo>
                  <a:close/>
                  <a:moveTo>
                    <a:pt x="328902" y="1076845"/>
                  </a:moveTo>
                  <a:lnTo>
                    <a:pt x="342623" y="1072743"/>
                  </a:lnTo>
                  <a:lnTo>
                    <a:pt x="349665" y="1066950"/>
                  </a:lnTo>
                  <a:close/>
                  <a:moveTo>
                    <a:pt x="129255" y="811495"/>
                  </a:moveTo>
                  <a:lnTo>
                    <a:pt x="92640" y="833361"/>
                  </a:lnTo>
                  <a:lnTo>
                    <a:pt x="132205" y="810054"/>
                  </a:lnTo>
                  <a:close/>
                  <a:moveTo>
                    <a:pt x="92640" y="833361"/>
                  </a:moveTo>
                  <a:lnTo>
                    <a:pt x="62525" y="859111"/>
                  </a:lnTo>
                  <a:lnTo>
                    <a:pt x="132205" y="810054"/>
                  </a:lnTo>
                  <a:close/>
                  <a:moveTo>
                    <a:pt x="129255" y="811495"/>
                  </a:moveTo>
                  <a:lnTo>
                    <a:pt x="132205" y="810054"/>
                  </a:lnTo>
                  <a:lnTo>
                    <a:pt x="132581" y="809268"/>
                  </a:lnTo>
                  <a:close/>
                  <a:moveTo>
                    <a:pt x="342623" y="1072743"/>
                  </a:moveTo>
                  <a:lnTo>
                    <a:pt x="373795" y="1054392"/>
                  </a:lnTo>
                  <a:lnTo>
                    <a:pt x="349665" y="1066950"/>
                  </a:lnTo>
                  <a:close/>
                  <a:moveTo>
                    <a:pt x="338165" y="1015414"/>
                  </a:moveTo>
                  <a:lnTo>
                    <a:pt x="349665" y="1066950"/>
                  </a:lnTo>
                  <a:lnTo>
                    <a:pt x="374394" y="1042856"/>
                  </a:lnTo>
                  <a:close/>
                  <a:moveTo>
                    <a:pt x="338165" y="1015414"/>
                  </a:moveTo>
                  <a:lnTo>
                    <a:pt x="374394" y="1042856"/>
                  </a:lnTo>
                  <a:lnTo>
                    <a:pt x="358935" y="991320"/>
                  </a:lnTo>
                  <a:close/>
                  <a:moveTo>
                    <a:pt x="146362" y="546615"/>
                  </a:moveTo>
                  <a:lnTo>
                    <a:pt x="150307" y="503396"/>
                  </a:lnTo>
                  <a:lnTo>
                    <a:pt x="129064" y="528512"/>
                  </a:lnTo>
                  <a:close/>
                  <a:moveTo>
                    <a:pt x="383125" y="568802"/>
                  </a:moveTo>
                  <a:lnTo>
                    <a:pt x="376843" y="621311"/>
                  </a:lnTo>
                  <a:lnTo>
                    <a:pt x="402562" y="558282"/>
                  </a:lnTo>
                  <a:close/>
                  <a:moveTo>
                    <a:pt x="402562" y="558282"/>
                  </a:moveTo>
                  <a:lnTo>
                    <a:pt x="382582" y="633912"/>
                  </a:lnTo>
                  <a:lnTo>
                    <a:pt x="411494" y="609818"/>
                  </a:lnTo>
                  <a:close/>
                  <a:moveTo>
                    <a:pt x="715570" y="843407"/>
                  </a:moveTo>
                  <a:lnTo>
                    <a:pt x="690469" y="847323"/>
                  </a:lnTo>
                  <a:lnTo>
                    <a:pt x="708590" y="893152"/>
                  </a:lnTo>
                  <a:close/>
                  <a:moveTo>
                    <a:pt x="637882" y="852093"/>
                  </a:moveTo>
                  <a:lnTo>
                    <a:pt x="614894" y="815965"/>
                  </a:lnTo>
                  <a:lnTo>
                    <a:pt x="606827" y="822252"/>
                  </a:lnTo>
                  <a:close/>
                  <a:moveTo>
                    <a:pt x="680986" y="792290"/>
                  </a:moveTo>
                  <a:lnTo>
                    <a:pt x="614894" y="815965"/>
                  </a:lnTo>
                  <a:lnTo>
                    <a:pt x="637882" y="852093"/>
                  </a:lnTo>
                  <a:close/>
                  <a:moveTo>
                    <a:pt x="690469" y="847323"/>
                  </a:moveTo>
                  <a:lnTo>
                    <a:pt x="680986" y="792290"/>
                  </a:lnTo>
                  <a:lnTo>
                    <a:pt x="637882" y="852093"/>
                  </a:lnTo>
                  <a:close/>
                  <a:moveTo>
                    <a:pt x="715570" y="843407"/>
                  </a:moveTo>
                  <a:lnTo>
                    <a:pt x="682496" y="791871"/>
                  </a:lnTo>
                  <a:lnTo>
                    <a:pt x="690469" y="847323"/>
                  </a:lnTo>
                  <a:close/>
                  <a:moveTo>
                    <a:pt x="682496" y="791871"/>
                  </a:moveTo>
                  <a:lnTo>
                    <a:pt x="680986" y="792290"/>
                  </a:lnTo>
                  <a:lnTo>
                    <a:pt x="690469" y="847323"/>
                  </a:lnTo>
                  <a:close/>
                  <a:moveTo>
                    <a:pt x="643044" y="782984"/>
                  </a:moveTo>
                  <a:lnTo>
                    <a:pt x="614894" y="815965"/>
                  </a:lnTo>
                  <a:lnTo>
                    <a:pt x="680986" y="792290"/>
                  </a:lnTo>
                  <a:close/>
                  <a:moveTo>
                    <a:pt x="402562" y="558282"/>
                  </a:moveTo>
                  <a:lnTo>
                    <a:pt x="411494" y="609818"/>
                  </a:lnTo>
                  <a:lnTo>
                    <a:pt x="444605" y="585725"/>
                  </a:lnTo>
                  <a:close/>
                  <a:moveTo>
                    <a:pt x="402562" y="558282"/>
                  </a:moveTo>
                  <a:lnTo>
                    <a:pt x="444605" y="585725"/>
                  </a:lnTo>
                  <a:lnTo>
                    <a:pt x="459949" y="534188"/>
                  </a:lnTo>
                  <a:close/>
                  <a:moveTo>
                    <a:pt x="468538" y="519667"/>
                  </a:moveTo>
                  <a:lnTo>
                    <a:pt x="402562" y="558282"/>
                  </a:lnTo>
                  <a:lnTo>
                    <a:pt x="459949" y="534188"/>
                  </a:lnTo>
                  <a:close/>
                  <a:moveTo>
                    <a:pt x="468538" y="519667"/>
                  </a:moveTo>
                  <a:lnTo>
                    <a:pt x="429036" y="506874"/>
                  </a:lnTo>
                  <a:lnTo>
                    <a:pt x="402562" y="558282"/>
                  </a:lnTo>
                  <a:close/>
                  <a:moveTo>
                    <a:pt x="682496" y="791871"/>
                  </a:moveTo>
                  <a:lnTo>
                    <a:pt x="715570" y="843407"/>
                  </a:lnTo>
                  <a:lnTo>
                    <a:pt x="759171" y="819314"/>
                  </a:lnTo>
                  <a:close/>
                  <a:moveTo>
                    <a:pt x="682496" y="791871"/>
                  </a:moveTo>
                  <a:lnTo>
                    <a:pt x="759171" y="819314"/>
                  </a:lnTo>
                  <a:lnTo>
                    <a:pt x="745958" y="767777"/>
                  </a:lnTo>
                  <a:close/>
                  <a:moveTo>
                    <a:pt x="459949" y="534188"/>
                  </a:moveTo>
                  <a:lnTo>
                    <a:pt x="507892" y="531905"/>
                  </a:lnTo>
                  <a:lnTo>
                    <a:pt x="483817" y="524924"/>
                  </a:lnTo>
                  <a:close/>
                  <a:moveTo>
                    <a:pt x="468538" y="519667"/>
                  </a:moveTo>
                  <a:lnTo>
                    <a:pt x="459949" y="534188"/>
                  </a:lnTo>
                  <a:lnTo>
                    <a:pt x="483817" y="524924"/>
                  </a:lnTo>
                  <a:close/>
                  <a:moveTo>
                    <a:pt x="546666" y="502198"/>
                  </a:moveTo>
                  <a:lnTo>
                    <a:pt x="468538" y="519667"/>
                  </a:lnTo>
                  <a:lnTo>
                    <a:pt x="545468" y="510094"/>
                  </a:lnTo>
                  <a:close/>
                  <a:moveTo>
                    <a:pt x="545468" y="510094"/>
                  </a:moveTo>
                  <a:lnTo>
                    <a:pt x="468538" y="519667"/>
                  </a:lnTo>
                  <a:lnTo>
                    <a:pt x="483817" y="524924"/>
                  </a:lnTo>
                  <a:close/>
                  <a:moveTo>
                    <a:pt x="483817" y="524924"/>
                  </a:moveTo>
                  <a:lnTo>
                    <a:pt x="507892" y="531905"/>
                  </a:lnTo>
                  <a:lnTo>
                    <a:pt x="545468" y="510094"/>
                  </a:lnTo>
                  <a:close/>
                  <a:moveTo>
                    <a:pt x="396969" y="369319"/>
                  </a:moveTo>
                  <a:lnTo>
                    <a:pt x="392721" y="410875"/>
                  </a:lnTo>
                  <a:lnTo>
                    <a:pt x="431340" y="355484"/>
                  </a:lnTo>
                  <a:close/>
                  <a:moveTo>
                    <a:pt x="431340" y="355484"/>
                  </a:moveTo>
                  <a:lnTo>
                    <a:pt x="392721" y="410875"/>
                  </a:lnTo>
                  <a:lnTo>
                    <a:pt x="407104" y="431115"/>
                  </a:lnTo>
                  <a:close/>
                  <a:moveTo>
                    <a:pt x="372437" y="379578"/>
                  </a:moveTo>
                  <a:lnTo>
                    <a:pt x="392721" y="410875"/>
                  </a:lnTo>
                  <a:lnTo>
                    <a:pt x="396969" y="369319"/>
                  </a:lnTo>
                  <a:close/>
                  <a:moveTo>
                    <a:pt x="375027" y="344720"/>
                  </a:moveTo>
                  <a:lnTo>
                    <a:pt x="372437" y="379578"/>
                  </a:lnTo>
                  <a:lnTo>
                    <a:pt x="396969" y="369319"/>
                  </a:lnTo>
                  <a:close/>
                  <a:moveTo>
                    <a:pt x="447361" y="305591"/>
                  </a:moveTo>
                  <a:lnTo>
                    <a:pt x="375027" y="344720"/>
                  </a:lnTo>
                  <a:lnTo>
                    <a:pt x="431340" y="355484"/>
                  </a:lnTo>
                  <a:close/>
                  <a:moveTo>
                    <a:pt x="431340" y="355484"/>
                  </a:moveTo>
                  <a:lnTo>
                    <a:pt x="375027" y="344720"/>
                  </a:lnTo>
                  <a:lnTo>
                    <a:pt x="396969" y="369319"/>
                  </a:lnTo>
                  <a:close/>
                  <a:moveTo>
                    <a:pt x="961175" y="949830"/>
                  </a:moveTo>
                  <a:lnTo>
                    <a:pt x="975729" y="923432"/>
                  </a:lnTo>
                  <a:lnTo>
                    <a:pt x="965053" y="901505"/>
                  </a:lnTo>
                  <a:close/>
                  <a:moveTo>
                    <a:pt x="965053" y="901505"/>
                  </a:moveTo>
                  <a:lnTo>
                    <a:pt x="978164" y="898293"/>
                  </a:lnTo>
                  <a:lnTo>
                    <a:pt x="960656" y="867079"/>
                  </a:lnTo>
                  <a:close/>
                  <a:moveTo>
                    <a:pt x="944664" y="898293"/>
                  </a:moveTo>
                  <a:lnTo>
                    <a:pt x="965053" y="901505"/>
                  </a:lnTo>
                  <a:lnTo>
                    <a:pt x="960656" y="867079"/>
                  </a:lnTo>
                  <a:close/>
                  <a:moveTo>
                    <a:pt x="965053" y="901505"/>
                  </a:moveTo>
                  <a:lnTo>
                    <a:pt x="975729" y="923432"/>
                  </a:lnTo>
                  <a:lnTo>
                    <a:pt x="978164" y="898293"/>
                  </a:lnTo>
                  <a:close/>
                  <a:moveTo>
                    <a:pt x="812054" y="761698"/>
                  </a:moveTo>
                  <a:lnTo>
                    <a:pt x="830070" y="728191"/>
                  </a:lnTo>
                  <a:lnTo>
                    <a:pt x="785988" y="738054"/>
                  </a:lnTo>
                  <a:close/>
                  <a:moveTo>
                    <a:pt x="812054" y="761698"/>
                  </a:moveTo>
                  <a:lnTo>
                    <a:pt x="775763" y="753220"/>
                  </a:lnTo>
                  <a:lnTo>
                    <a:pt x="836854" y="753556"/>
                  </a:lnTo>
                  <a:close/>
                  <a:moveTo>
                    <a:pt x="830070" y="728191"/>
                  </a:moveTo>
                  <a:lnTo>
                    <a:pt x="812054" y="761698"/>
                  </a:lnTo>
                  <a:lnTo>
                    <a:pt x="843961" y="743683"/>
                  </a:lnTo>
                  <a:close/>
                  <a:moveTo>
                    <a:pt x="812054" y="761698"/>
                  </a:moveTo>
                  <a:lnTo>
                    <a:pt x="836854" y="753556"/>
                  </a:lnTo>
                  <a:lnTo>
                    <a:pt x="843961" y="743683"/>
                  </a:lnTo>
                  <a:close/>
                  <a:moveTo>
                    <a:pt x="546666" y="502198"/>
                  </a:moveTo>
                  <a:lnTo>
                    <a:pt x="545468" y="510094"/>
                  </a:lnTo>
                  <a:lnTo>
                    <a:pt x="549891" y="509189"/>
                  </a:lnTo>
                  <a:close/>
                  <a:moveTo>
                    <a:pt x="549891" y="509189"/>
                  </a:moveTo>
                  <a:lnTo>
                    <a:pt x="552385" y="458557"/>
                  </a:lnTo>
                  <a:lnTo>
                    <a:pt x="546666" y="502198"/>
                  </a:lnTo>
                  <a:close/>
                  <a:moveTo>
                    <a:pt x="431340" y="355484"/>
                  </a:moveTo>
                  <a:lnTo>
                    <a:pt x="475882" y="405890"/>
                  </a:lnTo>
                  <a:lnTo>
                    <a:pt x="478031" y="341399"/>
                  </a:lnTo>
                  <a:close/>
                  <a:moveTo>
                    <a:pt x="447361" y="305591"/>
                  </a:moveTo>
                  <a:lnTo>
                    <a:pt x="431340" y="355484"/>
                  </a:lnTo>
                  <a:lnTo>
                    <a:pt x="478031" y="341399"/>
                  </a:lnTo>
                  <a:close/>
                  <a:moveTo>
                    <a:pt x="447361" y="305591"/>
                  </a:moveTo>
                  <a:lnTo>
                    <a:pt x="478031" y="341399"/>
                  </a:lnTo>
                  <a:lnTo>
                    <a:pt x="448071" y="303948"/>
                  </a:lnTo>
                  <a:close/>
                  <a:moveTo>
                    <a:pt x="448071" y="303948"/>
                  </a:moveTo>
                  <a:lnTo>
                    <a:pt x="478031" y="341399"/>
                  </a:lnTo>
                  <a:lnTo>
                    <a:pt x="529331" y="331390"/>
                  </a:lnTo>
                  <a:close/>
                  <a:moveTo>
                    <a:pt x="448071" y="303948"/>
                  </a:moveTo>
                  <a:lnTo>
                    <a:pt x="529331" y="331390"/>
                  </a:lnTo>
                  <a:lnTo>
                    <a:pt x="522462" y="279854"/>
                  </a:lnTo>
                  <a:close/>
                  <a:moveTo>
                    <a:pt x="958442" y="844137"/>
                  </a:moveTo>
                  <a:lnTo>
                    <a:pt x="944664" y="898293"/>
                  </a:lnTo>
                  <a:lnTo>
                    <a:pt x="960656" y="867079"/>
                  </a:lnTo>
                  <a:close/>
                  <a:moveTo>
                    <a:pt x="927346" y="894179"/>
                  </a:moveTo>
                  <a:lnTo>
                    <a:pt x="944664" y="898293"/>
                  </a:lnTo>
                  <a:lnTo>
                    <a:pt x="958442" y="844137"/>
                  </a:lnTo>
                  <a:close/>
                  <a:moveTo>
                    <a:pt x="958442" y="844137"/>
                  </a:moveTo>
                  <a:lnTo>
                    <a:pt x="960656" y="867079"/>
                  </a:lnTo>
                  <a:lnTo>
                    <a:pt x="1031453" y="885505"/>
                  </a:lnTo>
                  <a:close/>
                  <a:moveTo>
                    <a:pt x="1022980" y="829652"/>
                  </a:moveTo>
                  <a:lnTo>
                    <a:pt x="958442" y="844137"/>
                  </a:lnTo>
                  <a:lnTo>
                    <a:pt x="1031453" y="885505"/>
                  </a:lnTo>
                  <a:close/>
                  <a:moveTo>
                    <a:pt x="958442" y="844137"/>
                  </a:moveTo>
                  <a:lnTo>
                    <a:pt x="980756" y="795220"/>
                  </a:lnTo>
                  <a:lnTo>
                    <a:pt x="952135" y="835220"/>
                  </a:lnTo>
                  <a:close/>
                  <a:moveTo>
                    <a:pt x="1022980" y="829652"/>
                  </a:moveTo>
                  <a:lnTo>
                    <a:pt x="990714" y="793140"/>
                  </a:lnTo>
                  <a:lnTo>
                    <a:pt x="958442" y="844137"/>
                  </a:lnTo>
                  <a:close/>
                  <a:moveTo>
                    <a:pt x="1050423" y="822662"/>
                  </a:moveTo>
                  <a:lnTo>
                    <a:pt x="1065414" y="774496"/>
                  </a:lnTo>
                  <a:lnTo>
                    <a:pt x="1022980" y="829652"/>
                  </a:lnTo>
                  <a:close/>
                  <a:moveTo>
                    <a:pt x="624939" y="434464"/>
                  </a:moveTo>
                  <a:lnTo>
                    <a:pt x="666541" y="461906"/>
                  </a:lnTo>
                  <a:lnTo>
                    <a:pt x="658742" y="410369"/>
                  </a:lnTo>
                  <a:close/>
                  <a:moveTo>
                    <a:pt x="611664" y="371465"/>
                  </a:moveTo>
                  <a:lnTo>
                    <a:pt x="601698" y="398377"/>
                  </a:lnTo>
                  <a:lnTo>
                    <a:pt x="635682" y="358833"/>
                  </a:lnTo>
                  <a:close/>
                  <a:moveTo>
                    <a:pt x="635682" y="358833"/>
                  </a:moveTo>
                  <a:lnTo>
                    <a:pt x="601698" y="398377"/>
                  </a:lnTo>
                  <a:lnTo>
                    <a:pt x="624939" y="434464"/>
                  </a:lnTo>
                  <a:close/>
                  <a:moveTo>
                    <a:pt x="635682" y="358833"/>
                  </a:moveTo>
                  <a:lnTo>
                    <a:pt x="624939" y="434464"/>
                  </a:lnTo>
                  <a:lnTo>
                    <a:pt x="658742" y="410369"/>
                  </a:lnTo>
                  <a:close/>
                  <a:moveTo>
                    <a:pt x="541199" y="328027"/>
                  </a:moveTo>
                  <a:lnTo>
                    <a:pt x="539973" y="342273"/>
                  </a:lnTo>
                  <a:lnTo>
                    <a:pt x="611664" y="371465"/>
                  </a:lnTo>
                  <a:close/>
                  <a:moveTo>
                    <a:pt x="607596" y="312030"/>
                  </a:moveTo>
                  <a:lnTo>
                    <a:pt x="541199" y="328027"/>
                  </a:lnTo>
                  <a:lnTo>
                    <a:pt x="611664" y="371465"/>
                  </a:lnTo>
                  <a:close/>
                  <a:moveTo>
                    <a:pt x="635682" y="358833"/>
                  </a:moveTo>
                  <a:lnTo>
                    <a:pt x="643740" y="307296"/>
                  </a:lnTo>
                  <a:lnTo>
                    <a:pt x="611664" y="371465"/>
                  </a:lnTo>
                  <a:close/>
                  <a:moveTo>
                    <a:pt x="643740" y="307296"/>
                  </a:moveTo>
                  <a:lnTo>
                    <a:pt x="607596" y="312030"/>
                  </a:lnTo>
                  <a:lnTo>
                    <a:pt x="611664" y="371465"/>
                  </a:lnTo>
                  <a:close/>
                  <a:moveTo>
                    <a:pt x="529331" y="331390"/>
                  </a:moveTo>
                  <a:lnTo>
                    <a:pt x="539973" y="342273"/>
                  </a:lnTo>
                  <a:lnTo>
                    <a:pt x="541199" y="328027"/>
                  </a:lnTo>
                  <a:close/>
                  <a:moveTo>
                    <a:pt x="522462" y="279854"/>
                  </a:moveTo>
                  <a:lnTo>
                    <a:pt x="541199" y="328027"/>
                  </a:lnTo>
                  <a:lnTo>
                    <a:pt x="523664" y="279540"/>
                  </a:lnTo>
                  <a:close/>
                  <a:moveTo>
                    <a:pt x="522462" y="279854"/>
                  </a:moveTo>
                  <a:lnTo>
                    <a:pt x="529331" y="331390"/>
                  </a:lnTo>
                  <a:lnTo>
                    <a:pt x="541199" y="328027"/>
                  </a:lnTo>
                  <a:close/>
                  <a:moveTo>
                    <a:pt x="541199" y="328027"/>
                  </a:moveTo>
                  <a:lnTo>
                    <a:pt x="607596" y="312030"/>
                  </a:lnTo>
                  <a:lnTo>
                    <a:pt x="582688" y="269536"/>
                  </a:lnTo>
                  <a:close/>
                  <a:moveTo>
                    <a:pt x="541199" y="328027"/>
                  </a:moveTo>
                  <a:lnTo>
                    <a:pt x="582688" y="269536"/>
                  </a:lnTo>
                  <a:lnTo>
                    <a:pt x="523664" y="279540"/>
                  </a:lnTo>
                  <a:close/>
                  <a:moveTo>
                    <a:pt x="522940" y="278590"/>
                  </a:moveTo>
                  <a:lnTo>
                    <a:pt x="522462" y="279854"/>
                  </a:lnTo>
                  <a:lnTo>
                    <a:pt x="523664" y="279540"/>
                  </a:lnTo>
                  <a:close/>
                  <a:moveTo>
                    <a:pt x="1050423" y="822662"/>
                  </a:moveTo>
                  <a:lnTo>
                    <a:pt x="1085665" y="850214"/>
                  </a:lnTo>
                  <a:lnTo>
                    <a:pt x="1095184" y="808934"/>
                  </a:lnTo>
                  <a:close/>
                  <a:moveTo>
                    <a:pt x="1065414" y="774496"/>
                  </a:moveTo>
                  <a:lnTo>
                    <a:pt x="1050423" y="822662"/>
                  </a:lnTo>
                  <a:lnTo>
                    <a:pt x="1095184" y="808934"/>
                  </a:lnTo>
                  <a:close/>
                  <a:moveTo>
                    <a:pt x="635682" y="358833"/>
                  </a:moveTo>
                  <a:lnTo>
                    <a:pt x="675850" y="334739"/>
                  </a:lnTo>
                  <a:lnTo>
                    <a:pt x="643740" y="307296"/>
                  </a:lnTo>
                  <a:close/>
                  <a:moveTo>
                    <a:pt x="1067985" y="244508"/>
                  </a:moveTo>
                  <a:lnTo>
                    <a:pt x="1017432" y="269476"/>
                  </a:lnTo>
                  <a:lnTo>
                    <a:pt x="1037379" y="262457"/>
                  </a:lnTo>
                  <a:close/>
                  <a:moveTo>
                    <a:pt x="1090418" y="248122"/>
                  </a:moveTo>
                  <a:lnTo>
                    <a:pt x="1037379" y="262457"/>
                  </a:lnTo>
                  <a:lnTo>
                    <a:pt x="1105788" y="250948"/>
                  </a:lnTo>
                  <a:close/>
                  <a:moveTo>
                    <a:pt x="1105788" y="250948"/>
                  </a:moveTo>
                  <a:lnTo>
                    <a:pt x="1037379" y="262457"/>
                  </a:lnTo>
                  <a:lnTo>
                    <a:pt x="1027775" y="268849"/>
                  </a:lnTo>
                  <a:close/>
                  <a:moveTo>
                    <a:pt x="1105788" y="250948"/>
                  </a:moveTo>
                  <a:lnTo>
                    <a:pt x="1027775" y="268849"/>
                  </a:lnTo>
                  <a:lnTo>
                    <a:pt x="1068316" y="285528"/>
                  </a:lnTo>
                  <a:close/>
                  <a:moveTo>
                    <a:pt x="1067985" y="244508"/>
                  </a:moveTo>
                  <a:lnTo>
                    <a:pt x="1037379" y="262457"/>
                  </a:lnTo>
                  <a:lnTo>
                    <a:pt x="1090418" y="248122"/>
                  </a:lnTo>
                  <a:close/>
                  <a:moveTo>
                    <a:pt x="1078760" y="210921"/>
                  </a:moveTo>
                  <a:lnTo>
                    <a:pt x="1090418" y="248122"/>
                  </a:lnTo>
                  <a:lnTo>
                    <a:pt x="1116404" y="238363"/>
                  </a:lnTo>
                  <a:close/>
                  <a:moveTo>
                    <a:pt x="1090418" y="248122"/>
                  </a:moveTo>
                  <a:lnTo>
                    <a:pt x="1105788" y="250948"/>
                  </a:lnTo>
                  <a:lnTo>
                    <a:pt x="1116404" y="238363"/>
                  </a:lnTo>
                  <a:close/>
                  <a:moveTo>
                    <a:pt x="1105788" y="250948"/>
                  </a:moveTo>
                  <a:lnTo>
                    <a:pt x="1143073" y="255452"/>
                  </a:lnTo>
                  <a:lnTo>
                    <a:pt x="1116404" y="238363"/>
                  </a:lnTo>
                  <a:close/>
                  <a:moveTo>
                    <a:pt x="1143073" y="255452"/>
                  </a:moveTo>
                  <a:lnTo>
                    <a:pt x="1177816" y="214269"/>
                  </a:lnTo>
                  <a:lnTo>
                    <a:pt x="1116404" y="238363"/>
                  </a:lnTo>
                  <a:close/>
                  <a:moveTo>
                    <a:pt x="1177816" y="214269"/>
                  </a:moveTo>
                  <a:lnTo>
                    <a:pt x="1123775" y="186826"/>
                  </a:lnTo>
                  <a:lnTo>
                    <a:pt x="1116404" y="238363"/>
                  </a:lnTo>
                  <a:close/>
                  <a:moveTo>
                    <a:pt x="1012544" y="22478"/>
                  </a:moveTo>
                  <a:lnTo>
                    <a:pt x="992804" y="32217"/>
                  </a:lnTo>
                  <a:lnTo>
                    <a:pt x="1031545" y="13145"/>
                  </a:lnTo>
                  <a:close/>
                  <a:moveTo>
                    <a:pt x="1055014" y="8123"/>
                  </a:moveTo>
                  <a:lnTo>
                    <a:pt x="997496" y="20742"/>
                  </a:lnTo>
                  <a:lnTo>
                    <a:pt x="1012544" y="22478"/>
                  </a:lnTo>
                  <a:close/>
                  <a:moveTo>
                    <a:pt x="1074749" y="0"/>
                  </a:moveTo>
                  <a:lnTo>
                    <a:pt x="1055014" y="8123"/>
                  </a:lnTo>
                  <a:lnTo>
                    <a:pt x="1081687" y="4249"/>
                  </a:lnTo>
                  <a:close/>
                </a:path>
              </a:pathLst>
            </a:custGeom>
            <a:solidFill>
              <a:srgbClr val="F5F7F8"/>
            </a:solidFill>
            <a:ln w="1524">
              <a:solidFill>
                <a:srgbClr val="F5F7F8"/>
              </a:solidFill>
            </a:ln>
          </p:spPr>
        </p:sp>
        <p:sp>
          <p:nvSpPr>
            <p:cNvPr id="4293" name="Output_density__4292">
              <a:extLst>
                <a:ext uri="{FF2B5EF4-FFF2-40B4-BE49-F238E27FC236}">
                  <a16:creationId xmlns:a16="http://schemas.microsoft.com/office/drawing/2014/main" id="{D861A785-8DF0-60EA-855B-D8F25C803D61}"/>
                </a:ext>
              </a:extLst>
            </p:cNvPr>
            <p:cNvSpPr>
              <a:spLocks noGrp="1"/>
            </p:cNvSpPr>
            <p:nvPr/>
          </p:nvSpPr>
          <p:spPr>
            <a:xfrm>
              <a:off x="14974813" y="2632338"/>
              <a:ext cx="1564288" cy="1099057"/>
            </a:xfrm>
            <a:custGeom>
              <a:avLst/>
              <a:gdLst/>
              <a:ahLst/>
              <a:cxnLst/>
              <a:rect l="0" t="0" r="0" b="0"/>
              <a:pathLst>
                <a:path w="1564288" h="1099057">
                  <a:moveTo>
                    <a:pt x="496350" y="1099057"/>
                  </a:moveTo>
                  <a:lnTo>
                    <a:pt x="528638" y="1070221"/>
                  </a:lnTo>
                  <a:lnTo>
                    <a:pt x="530814" y="1065735"/>
                  </a:lnTo>
                  <a:close/>
                  <a:moveTo>
                    <a:pt x="9618" y="498832"/>
                  </a:moveTo>
                  <a:lnTo>
                    <a:pt x="0" y="522926"/>
                  </a:lnTo>
                  <a:lnTo>
                    <a:pt x="42422" y="449957"/>
                  </a:lnTo>
                  <a:close/>
                  <a:moveTo>
                    <a:pt x="496350" y="1099057"/>
                  </a:moveTo>
                  <a:lnTo>
                    <a:pt x="530814" y="1065735"/>
                  </a:lnTo>
                  <a:lnTo>
                    <a:pt x="569175" y="1061764"/>
                  </a:lnTo>
                  <a:close/>
                  <a:moveTo>
                    <a:pt x="13873" y="494688"/>
                  </a:moveTo>
                  <a:lnTo>
                    <a:pt x="9302" y="500804"/>
                  </a:lnTo>
                  <a:lnTo>
                    <a:pt x="9618" y="498832"/>
                  </a:lnTo>
                  <a:close/>
                  <a:moveTo>
                    <a:pt x="398272" y="529624"/>
                  </a:moveTo>
                  <a:lnTo>
                    <a:pt x="397629" y="536079"/>
                  </a:lnTo>
                  <a:lnTo>
                    <a:pt x="404623" y="526084"/>
                  </a:lnTo>
                  <a:close/>
                  <a:moveTo>
                    <a:pt x="404623" y="526084"/>
                  </a:moveTo>
                  <a:lnTo>
                    <a:pt x="417975" y="456795"/>
                  </a:lnTo>
                  <a:lnTo>
                    <a:pt x="398272" y="529624"/>
                  </a:lnTo>
                  <a:close/>
                  <a:moveTo>
                    <a:pt x="425172" y="468014"/>
                  </a:moveTo>
                  <a:lnTo>
                    <a:pt x="410701" y="525452"/>
                  </a:lnTo>
                  <a:lnTo>
                    <a:pt x="398272" y="529624"/>
                  </a:lnTo>
                  <a:close/>
                  <a:moveTo>
                    <a:pt x="417975" y="456795"/>
                  </a:moveTo>
                  <a:lnTo>
                    <a:pt x="404623" y="526084"/>
                  </a:lnTo>
                  <a:lnTo>
                    <a:pt x="434837" y="478087"/>
                  </a:lnTo>
                  <a:close/>
                  <a:moveTo>
                    <a:pt x="806869" y="739119"/>
                  </a:moveTo>
                  <a:lnTo>
                    <a:pt x="791730" y="782050"/>
                  </a:lnTo>
                  <a:lnTo>
                    <a:pt x="778364" y="780258"/>
                  </a:lnTo>
                  <a:close/>
                  <a:moveTo>
                    <a:pt x="524450" y="354945"/>
                  </a:moveTo>
                  <a:lnTo>
                    <a:pt x="529913" y="316271"/>
                  </a:lnTo>
                  <a:lnTo>
                    <a:pt x="509297" y="338067"/>
                  </a:lnTo>
                  <a:close/>
                  <a:moveTo>
                    <a:pt x="1046805" y="275808"/>
                  </a:moveTo>
                  <a:lnTo>
                    <a:pt x="1090605" y="264892"/>
                  </a:lnTo>
                  <a:lnTo>
                    <a:pt x="1121569" y="245760"/>
                  </a:lnTo>
                  <a:close/>
                  <a:moveTo>
                    <a:pt x="1173486" y="6907"/>
                  </a:moveTo>
                  <a:lnTo>
                    <a:pt x="1112543" y="20975"/>
                  </a:lnTo>
                  <a:lnTo>
                    <a:pt x="1176368" y="6168"/>
                  </a:lnTo>
                  <a:close/>
                  <a:moveTo>
                    <a:pt x="1176368" y="6168"/>
                  </a:moveTo>
                  <a:lnTo>
                    <a:pt x="1112543" y="20975"/>
                  </a:lnTo>
                  <a:lnTo>
                    <a:pt x="1098385" y="24180"/>
                  </a:lnTo>
                  <a:close/>
                  <a:moveTo>
                    <a:pt x="1173486" y="6907"/>
                  </a:moveTo>
                  <a:lnTo>
                    <a:pt x="1178928" y="4987"/>
                  </a:lnTo>
                  <a:lnTo>
                    <a:pt x="1210799" y="0"/>
                  </a:lnTo>
                  <a:close/>
                  <a:moveTo>
                    <a:pt x="1210799" y="0"/>
                  </a:moveTo>
                  <a:lnTo>
                    <a:pt x="1178928" y="4987"/>
                  </a:lnTo>
                  <a:lnTo>
                    <a:pt x="1229668" y="30773"/>
                  </a:lnTo>
                  <a:close/>
                  <a:moveTo>
                    <a:pt x="1500055" y="112974"/>
                  </a:moveTo>
                  <a:lnTo>
                    <a:pt x="1516663" y="135294"/>
                  </a:lnTo>
                  <a:lnTo>
                    <a:pt x="1534089" y="94387"/>
                  </a:lnTo>
                  <a:close/>
                  <a:moveTo>
                    <a:pt x="1483023" y="160663"/>
                  </a:moveTo>
                  <a:lnTo>
                    <a:pt x="1516663" y="135294"/>
                  </a:lnTo>
                  <a:lnTo>
                    <a:pt x="1500055" y="112974"/>
                  </a:lnTo>
                  <a:close/>
                  <a:moveTo>
                    <a:pt x="1534089" y="94387"/>
                  </a:moveTo>
                  <a:lnTo>
                    <a:pt x="1516663" y="135294"/>
                  </a:lnTo>
                  <a:lnTo>
                    <a:pt x="1536044" y="113330"/>
                  </a:lnTo>
                  <a:close/>
                  <a:moveTo>
                    <a:pt x="1534089" y="94387"/>
                  </a:moveTo>
                  <a:lnTo>
                    <a:pt x="1544408" y="64348"/>
                  </a:lnTo>
                  <a:lnTo>
                    <a:pt x="1537770" y="79310"/>
                  </a:lnTo>
                  <a:close/>
                  <a:moveTo>
                    <a:pt x="1527649" y="89236"/>
                  </a:moveTo>
                  <a:lnTo>
                    <a:pt x="1534089" y="94387"/>
                  </a:lnTo>
                  <a:lnTo>
                    <a:pt x="1537770" y="79310"/>
                  </a:lnTo>
                  <a:close/>
                  <a:moveTo>
                    <a:pt x="1553797" y="37699"/>
                  </a:moveTo>
                  <a:lnTo>
                    <a:pt x="1564288" y="43556"/>
                  </a:lnTo>
                  <a:lnTo>
                    <a:pt x="1537770" y="79310"/>
                  </a:lnTo>
                  <a:close/>
                </a:path>
              </a:pathLst>
            </a:custGeom>
            <a:solidFill>
              <a:srgbClr val="ECEFF1"/>
            </a:solidFill>
            <a:ln w="1524">
              <a:solidFill>
                <a:srgbClr val="ECEFF1"/>
              </a:solidFill>
            </a:ln>
          </p:spPr>
        </p:sp>
        <p:sp>
          <p:nvSpPr>
            <p:cNvPr id="4294" name="Output_density__4293">
              <a:extLst>
                <a:ext uri="{FF2B5EF4-FFF2-40B4-BE49-F238E27FC236}">
                  <a16:creationId xmlns:a16="http://schemas.microsoft.com/office/drawing/2014/main" id="{94E98DEC-B612-D506-5B2E-481B773181CE}"/>
                </a:ext>
              </a:extLst>
            </p:cNvPr>
            <p:cNvSpPr>
              <a:spLocks noGrp="1"/>
            </p:cNvSpPr>
            <p:nvPr/>
          </p:nvSpPr>
          <p:spPr>
            <a:xfrm>
              <a:off x="15787205" y="3168659"/>
              <a:ext cx="24597" cy="24094"/>
            </a:xfrm>
            <a:custGeom>
              <a:avLst/>
              <a:gdLst/>
              <a:ahLst/>
              <a:cxnLst/>
              <a:rect l="0" t="0" r="0" b="0"/>
              <a:pathLst>
                <a:path w="24597" h="24094">
                  <a:moveTo>
                    <a:pt x="0" y="24094"/>
                  </a:moveTo>
                  <a:lnTo>
                    <a:pt x="24597" y="0"/>
                  </a:lnTo>
                  <a:lnTo>
                    <a:pt x="20797" y="4441"/>
                  </a:lnTo>
                  <a:close/>
                </a:path>
              </a:pathLst>
            </a:custGeom>
            <a:solidFill>
              <a:srgbClr val="EAEDF0"/>
            </a:solidFill>
            <a:ln w="1524">
              <a:solidFill>
                <a:srgbClr val="EAEDF0"/>
              </a:solidFill>
            </a:ln>
          </p:spPr>
        </p:sp>
        <p:sp>
          <p:nvSpPr>
            <p:cNvPr id="4295" name="Output_density__4294">
              <a:extLst>
                <a:ext uri="{FF2B5EF4-FFF2-40B4-BE49-F238E27FC236}">
                  <a16:creationId xmlns:a16="http://schemas.microsoft.com/office/drawing/2014/main" id="{1C493E10-0BD2-DB50-5AA1-682BEE16949F}"/>
                </a:ext>
              </a:extLst>
            </p:cNvPr>
            <p:cNvSpPr>
              <a:spLocks noGrp="1"/>
            </p:cNvSpPr>
            <p:nvPr/>
          </p:nvSpPr>
          <p:spPr>
            <a:xfrm>
              <a:off x="14765886" y="2367333"/>
              <a:ext cx="1804943" cy="1378127"/>
            </a:xfrm>
            <a:custGeom>
              <a:avLst/>
              <a:gdLst/>
              <a:ahLst/>
              <a:cxnLst/>
              <a:rect l="0" t="0" r="0" b="0"/>
              <a:pathLst>
                <a:path w="1804943" h="1378127">
                  <a:moveTo>
                    <a:pt x="0" y="812026"/>
                  </a:moveTo>
                  <a:lnTo>
                    <a:pt x="5541" y="822374"/>
                  </a:lnTo>
                  <a:lnTo>
                    <a:pt x="25518" y="839125"/>
                  </a:lnTo>
                  <a:close/>
                  <a:moveTo>
                    <a:pt x="436501" y="1251761"/>
                  </a:moveTo>
                  <a:lnTo>
                    <a:pt x="414164" y="1275855"/>
                  </a:lnTo>
                  <a:lnTo>
                    <a:pt x="425360" y="1286010"/>
                  </a:lnTo>
                  <a:close/>
                  <a:moveTo>
                    <a:pt x="0" y="812026"/>
                  </a:moveTo>
                  <a:lnTo>
                    <a:pt x="25518" y="839125"/>
                  </a:lnTo>
                  <a:lnTo>
                    <a:pt x="41911" y="839468"/>
                  </a:lnTo>
                  <a:close/>
                  <a:moveTo>
                    <a:pt x="6947" y="787932"/>
                  </a:moveTo>
                  <a:lnTo>
                    <a:pt x="0" y="812026"/>
                  </a:lnTo>
                  <a:lnTo>
                    <a:pt x="41911" y="839468"/>
                  </a:lnTo>
                  <a:close/>
                  <a:moveTo>
                    <a:pt x="653107" y="1343688"/>
                  </a:moveTo>
                  <a:lnTo>
                    <a:pt x="705276" y="1364063"/>
                  </a:lnTo>
                  <a:lnTo>
                    <a:pt x="731950" y="1328894"/>
                  </a:lnTo>
                  <a:close/>
                  <a:moveTo>
                    <a:pt x="470737" y="1100500"/>
                  </a:moveTo>
                  <a:lnTo>
                    <a:pt x="444556" y="1069812"/>
                  </a:lnTo>
                  <a:lnTo>
                    <a:pt x="469684" y="1112126"/>
                  </a:lnTo>
                  <a:close/>
                  <a:moveTo>
                    <a:pt x="852214" y="1334089"/>
                  </a:moveTo>
                  <a:lnTo>
                    <a:pt x="838558" y="1378127"/>
                  </a:lnTo>
                  <a:lnTo>
                    <a:pt x="864663" y="1340832"/>
                  </a:lnTo>
                  <a:close/>
                  <a:moveTo>
                    <a:pt x="731950" y="1328894"/>
                  </a:moveTo>
                  <a:lnTo>
                    <a:pt x="759772" y="1298015"/>
                  </a:lnTo>
                  <a:lnTo>
                    <a:pt x="680904" y="1312715"/>
                  </a:lnTo>
                  <a:close/>
                  <a:moveTo>
                    <a:pt x="759772" y="1298015"/>
                  </a:moveTo>
                  <a:lnTo>
                    <a:pt x="731950" y="1328894"/>
                  </a:lnTo>
                  <a:lnTo>
                    <a:pt x="810471" y="1312894"/>
                  </a:lnTo>
                  <a:close/>
                  <a:moveTo>
                    <a:pt x="615460" y="1195063"/>
                  </a:moveTo>
                  <a:lnTo>
                    <a:pt x="611019" y="1226106"/>
                  </a:lnTo>
                  <a:lnTo>
                    <a:pt x="637077" y="1203573"/>
                  </a:lnTo>
                  <a:close/>
                  <a:moveTo>
                    <a:pt x="596814" y="1147479"/>
                  </a:moveTo>
                  <a:lnTo>
                    <a:pt x="637077" y="1203573"/>
                  </a:lnTo>
                  <a:lnTo>
                    <a:pt x="610344" y="1152036"/>
                  </a:lnTo>
                  <a:close/>
                  <a:moveTo>
                    <a:pt x="615460" y="1195063"/>
                  </a:moveTo>
                  <a:lnTo>
                    <a:pt x="637077" y="1203573"/>
                  </a:lnTo>
                  <a:lnTo>
                    <a:pt x="596814" y="1147479"/>
                  </a:lnTo>
                  <a:close/>
                  <a:moveTo>
                    <a:pt x="596045" y="1100500"/>
                  </a:moveTo>
                  <a:lnTo>
                    <a:pt x="596814" y="1147479"/>
                  </a:lnTo>
                  <a:lnTo>
                    <a:pt x="610344" y="1152036"/>
                  </a:lnTo>
                  <a:close/>
                  <a:moveTo>
                    <a:pt x="663890" y="1114206"/>
                  </a:moveTo>
                  <a:lnTo>
                    <a:pt x="596814" y="1147479"/>
                  </a:lnTo>
                  <a:lnTo>
                    <a:pt x="596045" y="1100500"/>
                  </a:lnTo>
                  <a:close/>
                  <a:moveTo>
                    <a:pt x="614119" y="1102796"/>
                  </a:moveTo>
                  <a:lnTo>
                    <a:pt x="596814" y="1147479"/>
                  </a:lnTo>
                  <a:lnTo>
                    <a:pt x="663890" y="1114206"/>
                  </a:lnTo>
                  <a:close/>
                  <a:moveTo>
                    <a:pt x="492532" y="997427"/>
                  </a:moveTo>
                  <a:lnTo>
                    <a:pt x="473917" y="921796"/>
                  </a:lnTo>
                  <a:lnTo>
                    <a:pt x="456393" y="945890"/>
                  </a:lnTo>
                  <a:close/>
                  <a:moveTo>
                    <a:pt x="394659" y="941202"/>
                  </a:moveTo>
                  <a:lnTo>
                    <a:pt x="442390" y="944982"/>
                  </a:lnTo>
                  <a:lnTo>
                    <a:pt x="470422" y="914889"/>
                  </a:lnTo>
                  <a:close/>
                  <a:moveTo>
                    <a:pt x="852214" y="1334089"/>
                  </a:moveTo>
                  <a:lnTo>
                    <a:pt x="864663" y="1340832"/>
                  </a:lnTo>
                  <a:lnTo>
                    <a:pt x="866732" y="1330941"/>
                  </a:lnTo>
                  <a:close/>
                  <a:moveTo>
                    <a:pt x="866732" y="1330941"/>
                  </a:moveTo>
                  <a:lnTo>
                    <a:pt x="810471" y="1312894"/>
                  </a:lnTo>
                  <a:lnTo>
                    <a:pt x="852214" y="1334089"/>
                  </a:lnTo>
                  <a:close/>
                  <a:moveTo>
                    <a:pt x="922171" y="1323852"/>
                  </a:moveTo>
                  <a:lnTo>
                    <a:pt x="864663" y="1340832"/>
                  </a:lnTo>
                  <a:lnTo>
                    <a:pt x="915192" y="1355075"/>
                  </a:lnTo>
                  <a:close/>
                  <a:moveTo>
                    <a:pt x="922171" y="1323852"/>
                  </a:moveTo>
                  <a:lnTo>
                    <a:pt x="866732" y="1330941"/>
                  </a:lnTo>
                  <a:lnTo>
                    <a:pt x="864663" y="1340832"/>
                  </a:lnTo>
                  <a:close/>
                  <a:moveTo>
                    <a:pt x="810932" y="1212838"/>
                  </a:moveTo>
                  <a:lnTo>
                    <a:pt x="812366" y="1185080"/>
                  </a:lnTo>
                  <a:lnTo>
                    <a:pt x="771039" y="1205240"/>
                  </a:lnTo>
                  <a:close/>
                  <a:moveTo>
                    <a:pt x="840650" y="1155386"/>
                  </a:moveTo>
                  <a:lnTo>
                    <a:pt x="812366" y="1185080"/>
                  </a:lnTo>
                  <a:lnTo>
                    <a:pt x="848170" y="1157803"/>
                  </a:lnTo>
                  <a:close/>
                  <a:moveTo>
                    <a:pt x="848170" y="1157803"/>
                  </a:moveTo>
                  <a:lnTo>
                    <a:pt x="812366" y="1185080"/>
                  </a:lnTo>
                  <a:lnTo>
                    <a:pt x="810932" y="1212838"/>
                  </a:lnTo>
                  <a:close/>
                  <a:moveTo>
                    <a:pt x="664570" y="981849"/>
                  </a:moveTo>
                  <a:lnTo>
                    <a:pt x="631368" y="992609"/>
                  </a:lnTo>
                  <a:lnTo>
                    <a:pt x="623464" y="949239"/>
                  </a:lnTo>
                  <a:close/>
                  <a:moveTo>
                    <a:pt x="829272" y="1113388"/>
                  </a:moveTo>
                  <a:lnTo>
                    <a:pt x="840650" y="1155386"/>
                  </a:lnTo>
                  <a:lnTo>
                    <a:pt x="849748" y="1150167"/>
                  </a:lnTo>
                  <a:close/>
                  <a:moveTo>
                    <a:pt x="829272" y="1113388"/>
                  </a:moveTo>
                  <a:lnTo>
                    <a:pt x="849748" y="1150167"/>
                  </a:lnTo>
                  <a:lnTo>
                    <a:pt x="875713" y="1112345"/>
                  </a:lnTo>
                  <a:close/>
                  <a:moveTo>
                    <a:pt x="849748" y="1150167"/>
                  </a:moveTo>
                  <a:lnTo>
                    <a:pt x="917936" y="1095533"/>
                  </a:lnTo>
                  <a:lnTo>
                    <a:pt x="875713" y="1112345"/>
                  </a:lnTo>
                  <a:close/>
                  <a:moveTo>
                    <a:pt x="470994" y="615925"/>
                  </a:moveTo>
                  <a:lnTo>
                    <a:pt x="479711" y="640014"/>
                  </a:lnTo>
                  <a:lnTo>
                    <a:pt x="516249" y="641751"/>
                  </a:lnTo>
                  <a:close/>
                  <a:moveTo>
                    <a:pt x="882525" y="1004387"/>
                  </a:moveTo>
                  <a:lnTo>
                    <a:pt x="923839" y="1071524"/>
                  </a:lnTo>
                  <a:lnTo>
                    <a:pt x="882055" y="1028218"/>
                  </a:lnTo>
                  <a:close/>
                  <a:moveTo>
                    <a:pt x="891484" y="1059847"/>
                  </a:moveTo>
                  <a:lnTo>
                    <a:pt x="923839" y="1071524"/>
                  </a:lnTo>
                  <a:lnTo>
                    <a:pt x="882525" y="1004387"/>
                  </a:lnTo>
                  <a:close/>
                  <a:moveTo>
                    <a:pt x="812498" y="960593"/>
                  </a:moveTo>
                  <a:lnTo>
                    <a:pt x="851180" y="967127"/>
                  </a:lnTo>
                  <a:lnTo>
                    <a:pt x="842594" y="911365"/>
                  </a:lnTo>
                  <a:close/>
                  <a:moveTo>
                    <a:pt x="812498" y="960593"/>
                  </a:moveTo>
                  <a:lnTo>
                    <a:pt x="842594" y="911365"/>
                  </a:lnTo>
                  <a:lnTo>
                    <a:pt x="804496" y="904355"/>
                  </a:lnTo>
                  <a:close/>
                  <a:moveTo>
                    <a:pt x="516249" y="641751"/>
                  </a:moveTo>
                  <a:lnTo>
                    <a:pt x="546810" y="667462"/>
                  </a:lnTo>
                  <a:lnTo>
                    <a:pt x="547452" y="647685"/>
                  </a:lnTo>
                  <a:close/>
                  <a:moveTo>
                    <a:pt x="489500" y="591831"/>
                  </a:moveTo>
                  <a:lnTo>
                    <a:pt x="449300" y="615925"/>
                  </a:lnTo>
                  <a:lnTo>
                    <a:pt x="447898" y="564389"/>
                  </a:lnTo>
                  <a:close/>
                  <a:moveTo>
                    <a:pt x="633004" y="694905"/>
                  </a:moveTo>
                  <a:lnTo>
                    <a:pt x="627280" y="643368"/>
                  </a:lnTo>
                  <a:lnTo>
                    <a:pt x="641758" y="666536"/>
                  </a:lnTo>
                  <a:close/>
                  <a:moveTo>
                    <a:pt x="669485" y="460624"/>
                  </a:moveTo>
                  <a:lnTo>
                    <a:pt x="656145" y="447055"/>
                  </a:lnTo>
                  <a:lnTo>
                    <a:pt x="637548" y="440570"/>
                  </a:lnTo>
                  <a:close/>
                  <a:moveTo>
                    <a:pt x="637548" y="440570"/>
                  </a:moveTo>
                  <a:lnTo>
                    <a:pt x="687910" y="483973"/>
                  </a:lnTo>
                  <a:lnTo>
                    <a:pt x="669485" y="460624"/>
                  </a:lnTo>
                  <a:close/>
                  <a:moveTo>
                    <a:pt x="1277435" y="1034916"/>
                  </a:moveTo>
                  <a:lnTo>
                    <a:pt x="1277345" y="1036784"/>
                  </a:lnTo>
                  <a:lnTo>
                    <a:pt x="1280258" y="1037211"/>
                  </a:lnTo>
                  <a:close/>
                  <a:moveTo>
                    <a:pt x="1333030" y="1059843"/>
                  </a:moveTo>
                  <a:lnTo>
                    <a:pt x="1280258" y="1037211"/>
                  </a:lnTo>
                  <a:lnTo>
                    <a:pt x="1277345" y="1036784"/>
                  </a:lnTo>
                  <a:close/>
                  <a:moveTo>
                    <a:pt x="1307458" y="1010822"/>
                  </a:moveTo>
                  <a:lnTo>
                    <a:pt x="1277435" y="1034916"/>
                  </a:lnTo>
                  <a:lnTo>
                    <a:pt x="1280258" y="1037211"/>
                  </a:lnTo>
                  <a:close/>
                  <a:moveTo>
                    <a:pt x="1280258" y="1037211"/>
                  </a:moveTo>
                  <a:lnTo>
                    <a:pt x="1333030" y="1059843"/>
                  </a:lnTo>
                  <a:lnTo>
                    <a:pt x="1359189" y="1022746"/>
                  </a:lnTo>
                  <a:close/>
                  <a:moveTo>
                    <a:pt x="1359189" y="1022746"/>
                  </a:moveTo>
                  <a:lnTo>
                    <a:pt x="1333030" y="1059843"/>
                  </a:lnTo>
                  <a:lnTo>
                    <a:pt x="1412488" y="1047345"/>
                  </a:lnTo>
                  <a:close/>
                  <a:moveTo>
                    <a:pt x="1349802" y="890374"/>
                  </a:moveTo>
                  <a:lnTo>
                    <a:pt x="1361453" y="896312"/>
                  </a:lnTo>
                  <a:lnTo>
                    <a:pt x="1337839" y="883654"/>
                  </a:lnTo>
                  <a:close/>
                  <a:moveTo>
                    <a:pt x="1275751" y="849851"/>
                  </a:moveTo>
                  <a:lnTo>
                    <a:pt x="1297986" y="894518"/>
                  </a:lnTo>
                  <a:lnTo>
                    <a:pt x="1321814" y="883006"/>
                  </a:lnTo>
                  <a:close/>
                  <a:moveTo>
                    <a:pt x="1321814" y="883006"/>
                  </a:moveTo>
                  <a:lnTo>
                    <a:pt x="1297986" y="894518"/>
                  </a:lnTo>
                  <a:lnTo>
                    <a:pt x="1299537" y="907749"/>
                  </a:lnTo>
                  <a:close/>
                  <a:moveTo>
                    <a:pt x="1322670" y="832118"/>
                  </a:moveTo>
                  <a:lnTo>
                    <a:pt x="1275751" y="849851"/>
                  </a:lnTo>
                  <a:lnTo>
                    <a:pt x="1321814" y="883006"/>
                  </a:lnTo>
                  <a:close/>
                  <a:moveTo>
                    <a:pt x="1337839" y="883654"/>
                  </a:moveTo>
                  <a:lnTo>
                    <a:pt x="1322670" y="832118"/>
                  </a:lnTo>
                  <a:lnTo>
                    <a:pt x="1321814" y="883006"/>
                  </a:lnTo>
                  <a:close/>
                  <a:moveTo>
                    <a:pt x="1361453" y="896312"/>
                  </a:moveTo>
                  <a:lnTo>
                    <a:pt x="1415789" y="924789"/>
                  </a:lnTo>
                  <a:lnTo>
                    <a:pt x="1445059" y="899321"/>
                  </a:lnTo>
                  <a:close/>
                  <a:moveTo>
                    <a:pt x="1390597" y="870377"/>
                  </a:moveTo>
                  <a:lnTo>
                    <a:pt x="1361453" y="896312"/>
                  </a:lnTo>
                  <a:lnTo>
                    <a:pt x="1445059" y="899321"/>
                  </a:lnTo>
                  <a:close/>
                  <a:moveTo>
                    <a:pt x="1269196" y="729045"/>
                  </a:moveTo>
                  <a:lnTo>
                    <a:pt x="1270291" y="728805"/>
                  </a:lnTo>
                  <a:lnTo>
                    <a:pt x="1220917" y="720225"/>
                  </a:lnTo>
                  <a:close/>
                  <a:moveTo>
                    <a:pt x="1220917" y="720225"/>
                  </a:moveTo>
                  <a:lnTo>
                    <a:pt x="1270291" y="728805"/>
                  </a:lnTo>
                  <a:lnTo>
                    <a:pt x="1286054" y="654185"/>
                  </a:lnTo>
                  <a:close/>
                  <a:moveTo>
                    <a:pt x="1220917" y="720225"/>
                  </a:moveTo>
                  <a:lnTo>
                    <a:pt x="1286054" y="654185"/>
                  </a:lnTo>
                  <a:lnTo>
                    <a:pt x="1244933" y="675116"/>
                  </a:lnTo>
                  <a:close/>
                  <a:moveTo>
                    <a:pt x="1286054" y="654185"/>
                  </a:moveTo>
                  <a:lnTo>
                    <a:pt x="1270291" y="728805"/>
                  </a:lnTo>
                  <a:lnTo>
                    <a:pt x="1286195" y="653414"/>
                  </a:lnTo>
                  <a:close/>
                  <a:moveTo>
                    <a:pt x="1186941" y="632971"/>
                  </a:moveTo>
                  <a:lnTo>
                    <a:pt x="1157024" y="619439"/>
                  </a:lnTo>
                  <a:lnTo>
                    <a:pt x="1208558" y="601878"/>
                  </a:lnTo>
                  <a:close/>
                  <a:moveTo>
                    <a:pt x="1093625" y="574435"/>
                  </a:moveTo>
                  <a:lnTo>
                    <a:pt x="1157024" y="619439"/>
                  </a:lnTo>
                  <a:lnTo>
                    <a:pt x="1102399" y="563123"/>
                  </a:lnTo>
                  <a:close/>
                  <a:moveTo>
                    <a:pt x="1220223" y="582727"/>
                  </a:moveTo>
                  <a:lnTo>
                    <a:pt x="1157024" y="619439"/>
                  </a:lnTo>
                  <a:lnTo>
                    <a:pt x="1147483" y="620343"/>
                  </a:lnTo>
                  <a:close/>
                  <a:moveTo>
                    <a:pt x="1286059" y="653243"/>
                  </a:moveTo>
                  <a:lnTo>
                    <a:pt x="1286054" y="654185"/>
                  </a:lnTo>
                  <a:lnTo>
                    <a:pt x="1286195" y="653414"/>
                  </a:lnTo>
                  <a:close/>
                  <a:moveTo>
                    <a:pt x="1286059" y="653243"/>
                  </a:moveTo>
                  <a:lnTo>
                    <a:pt x="1286195" y="653414"/>
                  </a:lnTo>
                  <a:lnTo>
                    <a:pt x="1285662" y="652719"/>
                  </a:lnTo>
                  <a:close/>
                  <a:moveTo>
                    <a:pt x="1531427" y="818681"/>
                  </a:moveTo>
                  <a:lnTo>
                    <a:pt x="1573680" y="822313"/>
                  </a:lnTo>
                  <a:lnTo>
                    <a:pt x="1547906" y="780523"/>
                  </a:lnTo>
                  <a:close/>
                  <a:moveTo>
                    <a:pt x="1531427" y="818681"/>
                  </a:moveTo>
                  <a:lnTo>
                    <a:pt x="1547906" y="780523"/>
                  </a:lnTo>
                  <a:lnTo>
                    <a:pt x="1520348" y="764946"/>
                  </a:lnTo>
                  <a:close/>
                  <a:moveTo>
                    <a:pt x="1608798" y="831744"/>
                  </a:moveTo>
                  <a:lnTo>
                    <a:pt x="1573680" y="822313"/>
                  </a:lnTo>
                  <a:lnTo>
                    <a:pt x="1567095" y="871343"/>
                  </a:lnTo>
                  <a:close/>
                  <a:moveTo>
                    <a:pt x="1573680" y="822313"/>
                  </a:moveTo>
                  <a:lnTo>
                    <a:pt x="1608798" y="831744"/>
                  </a:lnTo>
                  <a:lnTo>
                    <a:pt x="1547906" y="780523"/>
                  </a:lnTo>
                  <a:close/>
                  <a:moveTo>
                    <a:pt x="1520348" y="764946"/>
                  </a:moveTo>
                  <a:lnTo>
                    <a:pt x="1547906" y="780523"/>
                  </a:lnTo>
                  <a:lnTo>
                    <a:pt x="1540217" y="770850"/>
                  </a:lnTo>
                  <a:close/>
                  <a:moveTo>
                    <a:pt x="1278950" y="399080"/>
                  </a:moveTo>
                  <a:lnTo>
                    <a:pt x="1236929" y="404231"/>
                  </a:lnTo>
                  <a:lnTo>
                    <a:pt x="1256152" y="451346"/>
                  </a:lnTo>
                  <a:close/>
                  <a:moveTo>
                    <a:pt x="1236929" y="404231"/>
                  </a:moveTo>
                  <a:lnTo>
                    <a:pt x="1278950" y="399080"/>
                  </a:lnTo>
                  <a:lnTo>
                    <a:pt x="1239589" y="385337"/>
                  </a:lnTo>
                  <a:close/>
                  <a:moveTo>
                    <a:pt x="1402367" y="374986"/>
                  </a:moveTo>
                  <a:lnTo>
                    <a:pt x="1342089" y="419211"/>
                  </a:lnTo>
                  <a:lnTo>
                    <a:pt x="1343907" y="393224"/>
                  </a:lnTo>
                  <a:close/>
                  <a:moveTo>
                    <a:pt x="1302387" y="388997"/>
                  </a:moveTo>
                  <a:lnTo>
                    <a:pt x="1311005" y="399080"/>
                  </a:lnTo>
                  <a:lnTo>
                    <a:pt x="1326118" y="359499"/>
                  </a:lnTo>
                  <a:close/>
                  <a:moveTo>
                    <a:pt x="1263991" y="169241"/>
                  </a:moveTo>
                  <a:lnTo>
                    <a:pt x="1210351" y="141117"/>
                  </a:lnTo>
                  <a:lnTo>
                    <a:pt x="1257259" y="168840"/>
                  </a:lnTo>
                  <a:close/>
                  <a:moveTo>
                    <a:pt x="1268788" y="184929"/>
                  </a:moveTo>
                  <a:lnTo>
                    <a:pt x="1257259" y="168840"/>
                  </a:lnTo>
                  <a:lnTo>
                    <a:pt x="1264276" y="144746"/>
                  </a:lnTo>
                  <a:close/>
                  <a:moveTo>
                    <a:pt x="1264122" y="167486"/>
                  </a:moveTo>
                  <a:lnTo>
                    <a:pt x="1333960" y="119021"/>
                  </a:lnTo>
                  <a:lnTo>
                    <a:pt x="1285119" y="111091"/>
                  </a:lnTo>
                  <a:close/>
                  <a:moveTo>
                    <a:pt x="1643791" y="50381"/>
                  </a:moveTo>
                  <a:lnTo>
                    <a:pt x="1660615" y="11943"/>
                  </a:lnTo>
                  <a:lnTo>
                    <a:pt x="1628586" y="0"/>
                  </a:lnTo>
                  <a:close/>
                  <a:moveTo>
                    <a:pt x="1776467" y="143968"/>
                  </a:moveTo>
                  <a:lnTo>
                    <a:pt x="1794610" y="191961"/>
                  </a:lnTo>
                  <a:lnTo>
                    <a:pt x="1804943" y="202980"/>
                  </a:lnTo>
                  <a:close/>
                  <a:moveTo>
                    <a:pt x="1776467" y="143968"/>
                  </a:moveTo>
                  <a:lnTo>
                    <a:pt x="1783644" y="151443"/>
                  </a:lnTo>
                  <a:lnTo>
                    <a:pt x="1757648" y="115461"/>
                  </a:lnTo>
                  <a:close/>
                </a:path>
              </a:pathLst>
            </a:custGeom>
            <a:solidFill>
              <a:srgbClr val="F1F3F5"/>
            </a:solidFill>
            <a:ln w="1524">
              <a:solidFill>
                <a:srgbClr val="F1F3F5"/>
              </a:solidFill>
            </a:ln>
          </p:spPr>
        </p:sp>
        <p:sp>
          <p:nvSpPr>
            <p:cNvPr id="4296" name="Output_density__4295">
              <a:extLst>
                <a:ext uri="{FF2B5EF4-FFF2-40B4-BE49-F238E27FC236}">
                  <a16:creationId xmlns:a16="http://schemas.microsoft.com/office/drawing/2014/main" id="{4EF1D58E-35C0-8651-AF78-F47CFFC22D2B}"/>
                </a:ext>
              </a:extLst>
            </p:cNvPr>
            <p:cNvSpPr>
              <a:spLocks noGrp="1"/>
            </p:cNvSpPr>
            <p:nvPr/>
          </p:nvSpPr>
          <p:spPr>
            <a:xfrm>
              <a:off x="14763750" y="2318463"/>
              <a:ext cx="1778603" cy="1392558"/>
            </a:xfrm>
            <a:custGeom>
              <a:avLst/>
              <a:gdLst/>
              <a:ahLst/>
              <a:cxnLst/>
              <a:rect l="0" t="0" r="0" b="0"/>
              <a:pathLst>
                <a:path w="1778603" h="1392558">
                  <a:moveTo>
                    <a:pt x="438637" y="1300631"/>
                  </a:moveTo>
                  <a:lnTo>
                    <a:pt x="427496" y="1334880"/>
                  </a:lnTo>
                  <a:lnTo>
                    <a:pt x="459750" y="1320572"/>
                  </a:lnTo>
                  <a:close/>
                  <a:moveTo>
                    <a:pt x="389832" y="1273188"/>
                  </a:moveTo>
                  <a:lnTo>
                    <a:pt x="416300" y="1324725"/>
                  </a:lnTo>
                  <a:lnTo>
                    <a:pt x="438637" y="1300631"/>
                  </a:lnTo>
                  <a:close/>
                  <a:moveTo>
                    <a:pt x="0" y="809359"/>
                  </a:moveTo>
                  <a:lnTo>
                    <a:pt x="2136" y="860896"/>
                  </a:lnTo>
                  <a:lnTo>
                    <a:pt x="9083" y="836802"/>
                  </a:lnTo>
                  <a:close/>
                  <a:moveTo>
                    <a:pt x="542508" y="1320412"/>
                  </a:moveTo>
                  <a:lnTo>
                    <a:pt x="488340" y="1276537"/>
                  </a:lnTo>
                  <a:lnTo>
                    <a:pt x="459750" y="1320572"/>
                  </a:lnTo>
                  <a:close/>
                  <a:moveTo>
                    <a:pt x="642158" y="1379611"/>
                  </a:moveTo>
                  <a:lnTo>
                    <a:pt x="636112" y="1392349"/>
                  </a:lnTo>
                  <a:lnTo>
                    <a:pt x="655243" y="1392558"/>
                  </a:lnTo>
                  <a:close/>
                  <a:moveTo>
                    <a:pt x="675536" y="1355516"/>
                  </a:moveTo>
                  <a:lnTo>
                    <a:pt x="655243" y="1392558"/>
                  </a:lnTo>
                  <a:lnTo>
                    <a:pt x="683040" y="1361585"/>
                  </a:lnTo>
                  <a:close/>
                  <a:moveTo>
                    <a:pt x="675536" y="1355516"/>
                  </a:moveTo>
                  <a:lnTo>
                    <a:pt x="642158" y="1379611"/>
                  </a:lnTo>
                  <a:lnTo>
                    <a:pt x="655243" y="1392558"/>
                  </a:lnTo>
                  <a:close/>
                  <a:moveTo>
                    <a:pt x="637234" y="1328074"/>
                  </a:moveTo>
                  <a:lnTo>
                    <a:pt x="642158" y="1379611"/>
                  </a:lnTo>
                  <a:lnTo>
                    <a:pt x="675536" y="1355516"/>
                  </a:lnTo>
                  <a:close/>
                  <a:moveTo>
                    <a:pt x="637234" y="1328074"/>
                  </a:moveTo>
                  <a:lnTo>
                    <a:pt x="675536" y="1355516"/>
                  </a:lnTo>
                  <a:lnTo>
                    <a:pt x="652322" y="1303980"/>
                  </a:lnTo>
                  <a:close/>
                  <a:moveTo>
                    <a:pt x="683040" y="1361585"/>
                  </a:moveTo>
                  <a:lnTo>
                    <a:pt x="655243" y="1392558"/>
                  </a:lnTo>
                  <a:lnTo>
                    <a:pt x="734087" y="1377764"/>
                  </a:lnTo>
                  <a:close/>
                  <a:moveTo>
                    <a:pt x="451297" y="1121927"/>
                  </a:moveTo>
                  <a:lnTo>
                    <a:pt x="461657" y="1173464"/>
                  </a:lnTo>
                  <a:lnTo>
                    <a:pt x="446693" y="1118682"/>
                  </a:lnTo>
                  <a:close/>
                  <a:moveTo>
                    <a:pt x="461657" y="1173464"/>
                  </a:moveTo>
                  <a:lnTo>
                    <a:pt x="471821" y="1160996"/>
                  </a:lnTo>
                  <a:lnTo>
                    <a:pt x="446693" y="1118682"/>
                  </a:lnTo>
                  <a:close/>
                  <a:moveTo>
                    <a:pt x="268858" y="898340"/>
                  </a:moveTo>
                  <a:lnTo>
                    <a:pt x="238773" y="883505"/>
                  </a:lnTo>
                  <a:lnTo>
                    <a:pt x="220428" y="899731"/>
                  </a:lnTo>
                  <a:close/>
                  <a:moveTo>
                    <a:pt x="268858" y="898340"/>
                  </a:moveTo>
                  <a:lnTo>
                    <a:pt x="288240" y="893778"/>
                  </a:lnTo>
                  <a:lnTo>
                    <a:pt x="238773" y="883505"/>
                  </a:lnTo>
                  <a:close/>
                  <a:moveTo>
                    <a:pt x="675536" y="1355516"/>
                  </a:moveTo>
                  <a:lnTo>
                    <a:pt x="683040" y="1361585"/>
                  </a:lnTo>
                  <a:lnTo>
                    <a:pt x="689398" y="1349029"/>
                  </a:lnTo>
                  <a:close/>
                  <a:moveTo>
                    <a:pt x="659651" y="1274138"/>
                  </a:moveTo>
                  <a:lnTo>
                    <a:pt x="652322" y="1303980"/>
                  </a:lnTo>
                  <a:lnTo>
                    <a:pt x="664217" y="1228349"/>
                  </a:lnTo>
                  <a:close/>
                  <a:moveTo>
                    <a:pt x="661611" y="1246132"/>
                  </a:moveTo>
                  <a:lnTo>
                    <a:pt x="664217" y="1228349"/>
                  </a:lnTo>
                  <a:lnTo>
                    <a:pt x="672498" y="1187271"/>
                  </a:lnTo>
                  <a:close/>
                  <a:moveTo>
                    <a:pt x="692954" y="1252443"/>
                  </a:moveTo>
                  <a:lnTo>
                    <a:pt x="672498" y="1187271"/>
                  </a:lnTo>
                  <a:lnTo>
                    <a:pt x="677944" y="1176813"/>
                  </a:lnTo>
                  <a:close/>
                  <a:moveTo>
                    <a:pt x="479462" y="1029298"/>
                  </a:moveTo>
                  <a:lnTo>
                    <a:pt x="477372" y="981756"/>
                  </a:lnTo>
                  <a:lnTo>
                    <a:pt x="494669" y="1046297"/>
                  </a:lnTo>
                  <a:close/>
                  <a:moveTo>
                    <a:pt x="476053" y="970666"/>
                  </a:moveTo>
                  <a:lnTo>
                    <a:pt x="472558" y="963759"/>
                  </a:lnTo>
                  <a:lnTo>
                    <a:pt x="444526" y="993853"/>
                  </a:lnTo>
                  <a:close/>
                  <a:moveTo>
                    <a:pt x="416970" y="930601"/>
                  </a:moveTo>
                  <a:lnTo>
                    <a:pt x="396796" y="990072"/>
                  </a:lnTo>
                  <a:lnTo>
                    <a:pt x="472558" y="963759"/>
                  </a:lnTo>
                  <a:close/>
                  <a:moveTo>
                    <a:pt x="817600" y="1320766"/>
                  </a:moveTo>
                  <a:lnTo>
                    <a:pt x="812607" y="1361764"/>
                  </a:lnTo>
                  <a:lnTo>
                    <a:pt x="868868" y="1379811"/>
                  </a:lnTo>
                  <a:close/>
                  <a:moveTo>
                    <a:pt x="873765" y="1313087"/>
                  </a:moveTo>
                  <a:lnTo>
                    <a:pt x="817600" y="1320766"/>
                  </a:lnTo>
                  <a:lnTo>
                    <a:pt x="868868" y="1379811"/>
                  </a:lnTo>
                  <a:close/>
                  <a:moveTo>
                    <a:pt x="931575" y="1322312"/>
                  </a:moveTo>
                  <a:lnTo>
                    <a:pt x="908484" y="1307329"/>
                  </a:lnTo>
                  <a:lnTo>
                    <a:pt x="924308" y="1372722"/>
                  </a:lnTo>
                  <a:close/>
                  <a:moveTo>
                    <a:pt x="924308" y="1372722"/>
                  </a:moveTo>
                  <a:lnTo>
                    <a:pt x="908484" y="1307329"/>
                  </a:lnTo>
                  <a:lnTo>
                    <a:pt x="873765" y="1313087"/>
                  </a:lnTo>
                  <a:close/>
                  <a:moveTo>
                    <a:pt x="924308" y="1372722"/>
                  </a:moveTo>
                  <a:lnTo>
                    <a:pt x="873765" y="1313087"/>
                  </a:lnTo>
                  <a:lnTo>
                    <a:pt x="868868" y="1379811"/>
                  </a:lnTo>
                  <a:close/>
                  <a:moveTo>
                    <a:pt x="817600" y="1320766"/>
                  </a:moveTo>
                  <a:lnTo>
                    <a:pt x="761908" y="1346885"/>
                  </a:lnTo>
                  <a:lnTo>
                    <a:pt x="812607" y="1361764"/>
                  </a:lnTo>
                  <a:close/>
                  <a:moveTo>
                    <a:pt x="764766" y="1325737"/>
                  </a:moveTo>
                  <a:lnTo>
                    <a:pt x="817600" y="1320766"/>
                  </a:lnTo>
                  <a:lnTo>
                    <a:pt x="813068" y="1261708"/>
                  </a:lnTo>
                  <a:close/>
                  <a:moveTo>
                    <a:pt x="817600" y="1320766"/>
                  </a:moveTo>
                  <a:lnTo>
                    <a:pt x="859915" y="1261604"/>
                  </a:lnTo>
                  <a:lnTo>
                    <a:pt x="813068" y="1261708"/>
                  </a:lnTo>
                  <a:close/>
                  <a:moveTo>
                    <a:pt x="850306" y="1206673"/>
                  </a:moveTo>
                  <a:lnTo>
                    <a:pt x="813068" y="1261708"/>
                  </a:lnTo>
                  <a:lnTo>
                    <a:pt x="859915" y="1261604"/>
                  </a:lnTo>
                  <a:close/>
                  <a:moveTo>
                    <a:pt x="677944" y="1176813"/>
                  </a:moveTo>
                  <a:lnTo>
                    <a:pt x="672498" y="1187271"/>
                  </a:lnTo>
                  <a:lnTo>
                    <a:pt x="676336" y="1171418"/>
                  </a:lnTo>
                  <a:close/>
                  <a:moveTo>
                    <a:pt x="666027" y="1163076"/>
                  </a:moveTo>
                  <a:lnTo>
                    <a:pt x="677944" y="1176813"/>
                  </a:lnTo>
                  <a:lnTo>
                    <a:pt x="676336" y="1171418"/>
                  </a:lnTo>
                  <a:close/>
                  <a:moveTo>
                    <a:pt x="988190" y="1296026"/>
                  </a:moveTo>
                  <a:lnTo>
                    <a:pt x="933945" y="1302145"/>
                  </a:lnTo>
                  <a:lnTo>
                    <a:pt x="931575" y="1322312"/>
                  </a:lnTo>
                  <a:close/>
                  <a:moveTo>
                    <a:pt x="619860" y="991121"/>
                  </a:moveTo>
                  <a:lnTo>
                    <a:pt x="666707" y="1030719"/>
                  </a:lnTo>
                  <a:lnTo>
                    <a:pt x="625600" y="998109"/>
                  </a:lnTo>
                  <a:close/>
                  <a:moveTo>
                    <a:pt x="925975" y="1120395"/>
                  </a:moveTo>
                  <a:lnTo>
                    <a:pt x="877849" y="1161215"/>
                  </a:lnTo>
                  <a:lnTo>
                    <a:pt x="920072" y="1144404"/>
                  </a:lnTo>
                  <a:close/>
                  <a:moveTo>
                    <a:pt x="836838" y="1054154"/>
                  </a:moveTo>
                  <a:lnTo>
                    <a:pt x="853316" y="1015997"/>
                  </a:lnTo>
                  <a:lnTo>
                    <a:pt x="814634" y="1009463"/>
                  </a:lnTo>
                  <a:close/>
                  <a:moveTo>
                    <a:pt x="911140" y="1069713"/>
                  </a:moveTo>
                  <a:lnTo>
                    <a:pt x="885349" y="1052994"/>
                  </a:lnTo>
                  <a:lnTo>
                    <a:pt x="922477" y="1018496"/>
                  </a:lnTo>
                  <a:close/>
                  <a:moveTo>
                    <a:pt x="814634" y="1009463"/>
                  </a:moveTo>
                  <a:lnTo>
                    <a:pt x="806633" y="953225"/>
                  </a:lnTo>
                  <a:lnTo>
                    <a:pt x="760285" y="1015666"/>
                  </a:lnTo>
                  <a:close/>
                  <a:moveTo>
                    <a:pt x="788363" y="905335"/>
                  </a:moveTo>
                  <a:lnTo>
                    <a:pt x="722566" y="922479"/>
                  </a:lnTo>
                  <a:lnTo>
                    <a:pt x="806633" y="953225"/>
                  </a:lnTo>
                  <a:close/>
                  <a:moveTo>
                    <a:pt x="597851" y="743775"/>
                  </a:moveTo>
                  <a:lnTo>
                    <a:pt x="549588" y="696555"/>
                  </a:lnTo>
                  <a:lnTo>
                    <a:pt x="548946" y="716332"/>
                  </a:lnTo>
                  <a:close/>
                  <a:moveTo>
                    <a:pt x="473131" y="664795"/>
                  </a:moveTo>
                  <a:lnTo>
                    <a:pt x="518385" y="690621"/>
                  </a:lnTo>
                  <a:lnTo>
                    <a:pt x="496448" y="640701"/>
                  </a:lnTo>
                  <a:close/>
                  <a:moveTo>
                    <a:pt x="451506" y="613259"/>
                  </a:moveTo>
                  <a:lnTo>
                    <a:pt x="473131" y="664795"/>
                  </a:lnTo>
                  <a:lnTo>
                    <a:pt x="496448" y="640701"/>
                  </a:lnTo>
                  <a:close/>
                  <a:moveTo>
                    <a:pt x="451506" y="613259"/>
                  </a:moveTo>
                  <a:lnTo>
                    <a:pt x="496448" y="640701"/>
                  </a:lnTo>
                  <a:lnTo>
                    <a:pt x="488729" y="589165"/>
                  </a:lnTo>
                  <a:close/>
                  <a:moveTo>
                    <a:pt x="451506" y="613259"/>
                  </a:moveTo>
                  <a:lnTo>
                    <a:pt x="488729" y="589165"/>
                  </a:lnTo>
                  <a:lnTo>
                    <a:pt x="449874" y="609147"/>
                  </a:lnTo>
                  <a:close/>
                  <a:moveTo>
                    <a:pt x="885349" y="1052994"/>
                  </a:moveTo>
                  <a:lnTo>
                    <a:pt x="941875" y="1091020"/>
                  </a:lnTo>
                  <a:lnTo>
                    <a:pt x="885330" y="1052714"/>
                  </a:lnTo>
                  <a:close/>
                  <a:moveTo>
                    <a:pt x="664606" y="753066"/>
                  </a:moveTo>
                  <a:lnTo>
                    <a:pt x="635140" y="743775"/>
                  </a:lnTo>
                  <a:lnTo>
                    <a:pt x="638792" y="724758"/>
                  </a:lnTo>
                  <a:close/>
                  <a:moveTo>
                    <a:pt x="446069" y="460020"/>
                  </a:moveTo>
                  <a:lnTo>
                    <a:pt x="462781" y="461998"/>
                  </a:lnTo>
                  <a:lnTo>
                    <a:pt x="467717" y="474162"/>
                  </a:lnTo>
                  <a:close/>
                  <a:moveTo>
                    <a:pt x="396121" y="447952"/>
                  </a:moveTo>
                  <a:lnTo>
                    <a:pt x="432416" y="448753"/>
                  </a:lnTo>
                  <a:lnTo>
                    <a:pt x="446069" y="460020"/>
                  </a:lnTo>
                  <a:close/>
                  <a:moveTo>
                    <a:pt x="671621" y="509494"/>
                  </a:moveTo>
                  <a:lnTo>
                    <a:pt x="722806" y="540977"/>
                  </a:lnTo>
                  <a:lnTo>
                    <a:pt x="658281" y="495925"/>
                  </a:lnTo>
                  <a:close/>
                  <a:moveTo>
                    <a:pt x="722806" y="540977"/>
                  </a:moveTo>
                  <a:lnTo>
                    <a:pt x="725514" y="541991"/>
                  </a:lnTo>
                  <a:lnTo>
                    <a:pt x="658281" y="495925"/>
                  </a:lnTo>
                  <a:close/>
                  <a:moveTo>
                    <a:pt x="727421" y="543443"/>
                  </a:moveTo>
                  <a:lnTo>
                    <a:pt x="725514" y="541991"/>
                  </a:lnTo>
                  <a:lnTo>
                    <a:pt x="722806" y="540977"/>
                  </a:lnTo>
                  <a:close/>
                  <a:moveTo>
                    <a:pt x="617332" y="481191"/>
                  </a:moveTo>
                  <a:lnTo>
                    <a:pt x="579465" y="474516"/>
                  </a:lnTo>
                  <a:lnTo>
                    <a:pt x="534969" y="482827"/>
                  </a:lnTo>
                  <a:close/>
                  <a:moveTo>
                    <a:pt x="627339" y="478830"/>
                  </a:moveTo>
                  <a:lnTo>
                    <a:pt x="639685" y="489440"/>
                  </a:lnTo>
                  <a:lnTo>
                    <a:pt x="658281" y="495925"/>
                  </a:lnTo>
                  <a:close/>
                  <a:moveTo>
                    <a:pt x="617332" y="481191"/>
                  </a:moveTo>
                  <a:lnTo>
                    <a:pt x="639685" y="489440"/>
                  </a:lnTo>
                  <a:lnTo>
                    <a:pt x="627339" y="478830"/>
                  </a:lnTo>
                  <a:close/>
                  <a:moveTo>
                    <a:pt x="579465" y="474516"/>
                  </a:moveTo>
                  <a:lnTo>
                    <a:pt x="617332" y="481191"/>
                  </a:lnTo>
                  <a:lnTo>
                    <a:pt x="627339" y="478830"/>
                  </a:lnTo>
                  <a:close/>
                  <a:moveTo>
                    <a:pt x="963915" y="838579"/>
                  </a:moveTo>
                  <a:lnTo>
                    <a:pt x="1008006" y="840716"/>
                  </a:lnTo>
                  <a:lnTo>
                    <a:pt x="1001513" y="783252"/>
                  </a:lnTo>
                  <a:close/>
                  <a:moveTo>
                    <a:pt x="1072111" y="826103"/>
                  </a:moveTo>
                  <a:lnTo>
                    <a:pt x="1072221" y="824311"/>
                  </a:lnTo>
                  <a:lnTo>
                    <a:pt x="1008006" y="840716"/>
                  </a:lnTo>
                  <a:close/>
                  <a:moveTo>
                    <a:pt x="1008006" y="840716"/>
                  </a:moveTo>
                  <a:lnTo>
                    <a:pt x="1072221" y="824311"/>
                  </a:lnTo>
                  <a:lnTo>
                    <a:pt x="1054100" y="778482"/>
                  </a:lnTo>
                  <a:close/>
                  <a:moveTo>
                    <a:pt x="942814" y="792992"/>
                  </a:moveTo>
                  <a:lnTo>
                    <a:pt x="926404" y="763377"/>
                  </a:lnTo>
                  <a:lnTo>
                    <a:pt x="904805" y="723166"/>
                  </a:lnTo>
                  <a:close/>
                  <a:moveTo>
                    <a:pt x="690047" y="532843"/>
                  </a:moveTo>
                  <a:lnTo>
                    <a:pt x="761860" y="575185"/>
                  </a:lnTo>
                  <a:lnTo>
                    <a:pt x="722806" y="540977"/>
                  </a:lnTo>
                  <a:close/>
                  <a:moveTo>
                    <a:pt x="722806" y="540977"/>
                  </a:moveTo>
                  <a:lnTo>
                    <a:pt x="761860" y="575185"/>
                  </a:lnTo>
                  <a:lnTo>
                    <a:pt x="727421" y="543443"/>
                  </a:lnTo>
                  <a:close/>
                  <a:moveTo>
                    <a:pt x="690047" y="532843"/>
                  </a:moveTo>
                  <a:lnTo>
                    <a:pt x="722806" y="540977"/>
                  </a:lnTo>
                  <a:lnTo>
                    <a:pt x="671621" y="509494"/>
                  </a:lnTo>
                  <a:close/>
                  <a:moveTo>
                    <a:pt x="808236" y="516883"/>
                  </a:moveTo>
                  <a:lnTo>
                    <a:pt x="804069" y="578853"/>
                  </a:lnTo>
                  <a:lnTo>
                    <a:pt x="806881" y="530955"/>
                  </a:lnTo>
                  <a:close/>
                  <a:moveTo>
                    <a:pt x="1309595" y="1059692"/>
                  </a:moveTo>
                  <a:lnTo>
                    <a:pt x="1282394" y="1086082"/>
                  </a:lnTo>
                  <a:lnTo>
                    <a:pt x="1311900" y="1061500"/>
                  </a:lnTo>
                  <a:close/>
                  <a:moveTo>
                    <a:pt x="1236398" y="1032249"/>
                  </a:moveTo>
                  <a:lnTo>
                    <a:pt x="1279572" y="1083786"/>
                  </a:lnTo>
                  <a:lnTo>
                    <a:pt x="1309595" y="1059692"/>
                  </a:lnTo>
                  <a:close/>
                  <a:moveTo>
                    <a:pt x="1311900" y="1061500"/>
                  </a:moveTo>
                  <a:lnTo>
                    <a:pt x="1282394" y="1086082"/>
                  </a:lnTo>
                  <a:lnTo>
                    <a:pt x="1361325" y="1071616"/>
                  </a:lnTo>
                  <a:close/>
                  <a:moveTo>
                    <a:pt x="1098445" y="787459"/>
                  </a:moveTo>
                  <a:lnTo>
                    <a:pt x="1122802" y="750472"/>
                  </a:lnTo>
                  <a:lnTo>
                    <a:pt x="1079201" y="774566"/>
                  </a:lnTo>
                  <a:close/>
                  <a:moveTo>
                    <a:pt x="1426997" y="1041692"/>
                  </a:moveTo>
                  <a:lnTo>
                    <a:pt x="1414624" y="1096215"/>
                  </a:lnTo>
                  <a:lnTo>
                    <a:pt x="1467424" y="1109550"/>
                  </a:lnTo>
                  <a:close/>
                  <a:moveTo>
                    <a:pt x="1309595" y="1059692"/>
                  </a:moveTo>
                  <a:lnTo>
                    <a:pt x="1311900" y="1061500"/>
                  </a:lnTo>
                  <a:lnTo>
                    <a:pt x="1312734" y="1058621"/>
                  </a:lnTo>
                  <a:close/>
                  <a:moveTo>
                    <a:pt x="1365924" y="1053360"/>
                  </a:moveTo>
                  <a:lnTo>
                    <a:pt x="1311900" y="1061500"/>
                  </a:lnTo>
                  <a:lnTo>
                    <a:pt x="1361325" y="1071616"/>
                  </a:lnTo>
                  <a:close/>
                  <a:moveTo>
                    <a:pt x="1365924" y="1053360"/>
                  </a:moveTo>
                  <a:lnTo>
                    <a:pt x="1312734" y="1058621"/>
                  </a:lnTo>
                  <a:lnTo>
                    <a:pt x="1311900" y="1061500"/>
                  </a:lnTo>
                  <a:close/>
                  <a:moveTo>
                    <a:pt x="1312734" y="1058621"/>
                  </a:moveTo>
                  <a:lnTo>
                    <a:pt x="1365924" y="1053360"/>
                  </a:lnTo>
                  <a:lnTo>
                    <a:pt x="1360694" y="994869"/>
                  </a:lnTo>
                  <a:close/>
                  <a:moveTo>
                    <a:pt x="1426997" y="1041692"/>
                  </a:moveTo>
                  <a:lnTo>
                    <a:pt x="1361325" y="1071616"/>
                  </a:lnTo>
                  <a:lnTo>
                    <a:pt x="1414624" y="1096215"/>
                  </a:lnTo>
                  <a:close/>
                  <a:moveTo>
                    <a:pt x="1426997" y="1041692"/>
                  </a:moveTo>
                  <a:lnTo>
                    <a:pt x="1365924" y="1053360"/>
                  </a:lnTo>
                  <a:lnTo>
                    <a:pt x="1361325" y="1071616"/>
                  </a:lnTo>
                  <a:close/>
                  <a:moveTo>
                    <a:pt x="1365924" y="1053360"/>
                  </a:moveTo>
                  <a:lnTo>
                    <a:pt x="1426997" y="1041692"/>
                  </a:lnTo>
                  <a:lnTo>
                    <a:pt x="1417735" y="986478"/>
                  </a:lnTo>
                  <a:close/>
                  <a:moveTo>
                    <a:pt x="1426997" y="1041692"/>
                  </a:moveTo>
                  <a:lnTo>
                    <a:pt x="1464864" y="986145"/>
                  </a:lnTo>
                  <a:lnTo>
                    <a:pt x="1417735" y="986478"/>
                  </a:lnTo>
                  <a:close/>
                  <a:moveTo>
                    <a:pt x="1360694" y="994869"/>
                  </a:moveTo>
                  <a:lnTo>
                    <a:pt x="1336170" y="977564"/>
                  </a:lnTo>
                  <a:lnTo>
                    <a:pt x="1301674" y="956619"/>
                  </a:lnTo>
                  <a:close/>
                  <a:moveTo>
                    <a:pt x="1271332" y="777915"/>
                  </a:moveTo>
                  <a:lnTo>
                    <a:pt x="1222817" y="853545"/>
                  </a:lnTo>
                  <a:lnTo>
                    <a:pt x="1276126" y="829452"/>
                  </a:lnTo>
                  <a:close/>
                  <a:moveTo>
                    <a:pt x="1128450" y="726379"/>
                  </a:moveTo>
                  <a:lnTo>
                    <a:pt x="1153425" y="683442"/>
                  </a:lnTo>
                  <a:lnTo>
                    <a:pt x="1109589" y="698936"/>
                  </a:lnTo>
                  <a:close/>
                  <a:moveTo>
                    <a:pt x="1095761" y="623305"/>
                  </a:moveTo>
                  <a:lnTo>
                    <a:pt x="1139393" y="684379"/>
                  </a:lnTo>
                  <a:lnTo>
                    <a:pt x="1149619" y="669213"/>
                  </a:lnTo>
                  <a:close/>
                  <a:moveTo>
                    <a:pt x="1109589" y="698936"/>
                  </a:moveTo>
                  <a:lnTo>
                    <a:pt x="1139393" y="684379"/>
                  </a:lnTo>
                  <a:lnTo>
                    <a:pt x="1095761" y="623305"/>
                  </a:lnTo>
                  <a:close/>
                  <a:moveTo>
                    <a:pt x="1072008" y="647399"/>
                  </a:moveTo>
                  <a:lnTo>
                    <a:pt x="1109589" y="698936"/>
                  </a:lnTo>
                  <a:lnTo>
                    <a:pt x="1095761" y="623305"/>
                  </a:lnTo>
                  <a:close/>
                  <a:moveTo>
                    <a:pt x="1377445" y="908431"/>
                  </a:moveTo>
                  <a:lnTo>
                    <a:pt x="1339976" y="932525"/>
                  </a:lnTo>
                  <a:lnTo>
                    <a:pt x="1363590" y="945182"/>
                  </a:lnTo>
                  <a:close/>
                  <a:moveTo>
                    <a:pt x="1271332" y="777915"/>
                  </a:moveTo>
                  <a:lnTo>
                    <a:pt x="1290977" y="825338"/>
                  </a:lnTo>
                  <a:lnTo>
                    <a:pt x="1272427" y="777675"/>
                  </a:lnTo>
                  <a:close/>
                  <a:moveTo>
                    <a:pt x="1271332" y="777915"/>
                  </a:moveTo>
                  <a:lnTo>
                    <a:pt x="1276126" y="829452"/>
                  </a:lnTo>
                  <a:lnTo>
                    <a:pt x="1290977" y="825338"/>
                  </a:lnTo>
                  <a:close/>
                  <a:moveTo>
                    <a:pt x="1265122" y="658128"/>
                  </a:moveTo>
                  <a:lnTo>
                    <a:pt x="1287798" y="701589"/>
                  </a:lnTo>
                  <a:lnTo>
                    <a:pt x="1288332" y="702285"/>
                  </a:lnTo>
                  <a:close/>
                  <a:moveTo>
                    <a:pt x="1149619" y="669213"/>
                  </a:moveTo>
                  <a:lnTo>
                    <a:pt x="1159160" y="668309"/>
                  </a:lnTo>
                  <a:lnTo>
                    <a:pt x="1095761" y="623305"/>
                  </a:lnTo>
                  <a:close/>
                  <a:moveTo>
                    <a:pt x="1222359" y="631597"/>
                  </a:moveTo>
                  <a:lnTo>
                    <a:pt x="1149619" y="669213"/>
                  </a:lnTo>
                  <a:lnTo>
                    <a:pt x="1193701" y="659350"/>
                  </a:lnTo>
                  <a:close/>
                  <a:moveTo>
                    <a:pt x="958012" y="466921"/>
                  </a:moveTo>
                  <a:lnTo>
                    <a:pt x="1010307" y="497700"/>
                  </a:lnTo>
                  <a:lnTo>
                    <a:pt x="962126" y="468695"/>
                  </a:lnTo>
                  <a:close/>
                  <a:moveTo>
                    <a:pt x="1042617" y="444601"/>
                  </a:moveTo>
                  <a:lnTo>
                    <a:pt x="1026272" y="468695"/>
                  </a:lnTo>
                  <a:lnTo>
                    <a:pt x="1048789" y="496138"/>
                  </a:lnTo>
                  <a:close/>
                  <a:moveTo>
                    <a:pt x="1006415" y="417158"/>
                  </a:moveTo>
                  <a:lnTo>
                    <a:pt x="1026272" y="468695"/>
                  </a:lnTo>
                  <a:lnTo>
                    <a:pt x="1042617" y="444601"/>
                  </a:lnTo>
                  <a:close/>
                  <a:moveTo>
                    <a:pt x="1288195" y="702113"/>
                  </a:moveTo>
                  <a:lnTo>
                    <a:pt x="1247069" y="723986"/>
                  </a:lnTo>
                  <a:lnTo>
                    <a:pt x="1288191" y="703056"/>
                  </a:lnTo>
                  <a:close/>
                  <a:moveTo>
                    <a:pt x="1288195" y="702113"/>
                  </a:moveTo>
                  <a:lnTo>
                    <a:pt x="1246149" y="698314"/>
                  </a:lnTo>
                  <a:lnTo>
                    <a:pt x="1247069" y="723986"/>
                  </a:lnTo>
                  <a:close/>
                  <a:moveTo>
                    <a:pt x="1246149" y="698314"/>
                  </a:moveTo>
                  <a:lnTo>
                    <a:pt x="1287798" y="701589"/>
                  </a:lnTo>
                  <a:lnTo>
                    <a:pt x="1237263" y="687321"/>
                  </a:lnTo>
                  <a:close/>
                  <a:moveTo>
                    <a:pt x="1246149" y="698314"/>
                  </a:moveTo>
                  <a:lnTo>
                    <a:pt x="1288195" y="702113"/>
                  </a:lnTo>
                  <a:lnTo>
                    <a:pt x="1287798" y="701589"/>
                  </a:lnTo>
                  <a:close/>
                  <a:moveTo>
                    <a:pt x="1478915" y="811254"/>
                  </a:moveTo>
                  <a:lnTo>
                    <a:pt x="1522484" y="813816"/>
                  </a:lnTo>
                  <a:lnTo>
                    <a:pt x="1491926" y="805855"/>
                  </a:lnTo>
                  <a:close/>
                  <a:moveTo>
                    <a:pt x="1522484" y="813816"/>
                  </a:moveTo>
                  <a:lnTo>
                    <a:pt x="1542353" y="819720"/>
                  </a:lnTo>
                  <a:lnTo>
                    <a:pt x="1491926" y="805855"/>
                  </a:lnTo>
                  <a:close/>
                  <a:moveTo>
                    <a:pt x="1344225" y="468081"/>
                  </a:moveTo>
                  <a:lnTo>
                    <a:pt x="1336646" y="449734"/>
                  </a:lnTo>
                  <a:lnTo>
                    <a:pt x="1313141" y="447950"/>
                  </a:lnTo>
                  <a:close/>
                  <a:moveTo>
                    <a:pt x="1281087" y="447950"/>
                  </a:moveTo>
                  <a:lnTo>
                    <a:pt x="1304523" y="437867"/>
                  </a:lnTo>
                  <a:lnTo>
                    <a:pt x="1241726" y="434207"/>
                  </a:lnTo>
                  <a:close/>
                  <a:moveTo>
                    <a:pt x="1346044" y="442094"/>
                  </a:moveTo>
                  <a:lnTo>
                    <a:pt x="1334249" y="423856"/>
                  </a:lnTo>
                  <a:lnTo>
                    <a:pt x="1328254" y="408369"/>
                  </a:lnTo>
                  <a:close/>
                  <a:moveTo>
                    <a:pt x="1328254" y="408369"/>
                  </a:moveTo>
                  <a:lnTo>
                    <a:pt x="1334249" y="423856"/>
                  </a:lnTo>
                  <a:lnTo>
                    <a:pt x="1318660" y="412274"/>
                  </a:lnTo>
                  <a:close/>
                  <a:moveTo>
                    <a:pt x="1318660" y="412274"/>
                  </a:moveTo>
                  <a:lnTo>
                    <a:pt x="1304523" y="437867"/>
                  </a:lnTo>
                  <a:lnTo>
                    <a:pt x="1328254" y="408369"/>
                  </a:lnTo>
                  <a:close/>
                  <a:moveTo>
                    <a:pt x="1352961" y="230945"/>
                  </a:moveTo>
                  <a:lnTo>
                    <a:pt x="1270924" y="233799"/>
                  </a:lnTo>
                  <a:lnTo>
                    <a:pt x="1303163" y="219434"/>
                  </a:lnTo>
                  <a:close/>
                  <a:moveTo>
                    <a:pt x="1670231" y="204979"/>
                  </a:moveTo>
                  <a:lnTo>
                    <a:pt x="1701318" y="154945"/>
                  </a:lnTo>
                  <a:lnTo>
                    <a:pt x="1659211" y="151195"/>
                  </a:lnTo>
                  <a:close/>
                  <a:moveTo>
                    <a:pt x="1659211" y="151195"/>
                  </a:moveTo>
                  <a:lnTo>
                    <a:pt x="1701318" y="154945"/>
                  </a:lnTo>
                  <a:lnTo>
                    <a:pt x="1685130" y="105363"/>
                  </a:lnTo>
                  <a:close/>
                  <a:moveTo>
                    <a:pt x="1659211" y="151195"/>
                  </a:moveTo>
                  <a:lnTo>
                    <a:pt x="1685130" y="105363"/>
                  </a:lnTo>
                  <a:lnTo>
                    <a:pt x="1645927" y="99251"/>
                  </a:lnTo>
                  <a:close/>
                  <a:moveTo>
                    <a:pt x="1659211" y="151195"/>
                  </a:moveTo>
                  <a:lnTo>
                    <a:pt x="1645927" y="99251"/>
                  </a:lnTo>
                  <a:lnTo>
                    <a:pt x="1646227" y="148777"/>
                  </a:lnTo>
                  <a:close/>
                  <a:moveTo>
                    <a:pt x="1645927" y="99251"/>
                  </a:moveTo>
                  <a:lnTo>
                    <a:pt x="1636609" y="97240"/>
                  </a:lnTo>
                  <a:lnTo>
                    <a:pt x="1646227" y="148777"/>
                  </a:lnTo>
                  <a:close/>
                  <a:moveTo>
                    <a:pt x="1701318" y="154945"/>
                  </a:moveTo>
                  <a:lnTo>
                    <a:pt x="1716477" y="177087"/>
                  </a:lnTo>
                  <a:lnTo>
                    <a:pt x="1759785" y="164331"/>
                  </a:lnTo>
                  <a:close/>
                  <a:moveTo>
                    <a:pt x="1592893" y="64381"/>
                  </a:moveTo>
                  <a:lnTo>
                    <a:pt x="1636609" y="97240"/>
                  </a:lnTo>
                  <a:lnTo>
                    <a:pt x="1582744" y="49893"/>
                  </a:lnTo>
                  <a:close/>
                  <a:moveTo>
                    <a:pt x="1582744" y="49893"/>
                  </a:moveTo>
                  <a:lnTo>
                    <a:pt x="1636609" y="97240"/>
                  </a:lnTo>
                  <a:lnTo>
                    <a:pt x="1645927" y="99251"/>
                  </a:lnTo>
                  <a:close/>
                  <a:moveTo>
                    <a:pt x="1582744" y="49893"/>
                  </a:moveTo>
                  <a:lnTo>
                    <a:pt x="1645927" y="99251"/>
                  </a:lnTo>
                  <a:lnTo>
                    <a:pt x="1630722" y="48870"/>
                  </a:lnTo>
                  <a:close/>
                  <a:moveTo>
                    <a:pt x="1582744" y="49893"/>
                  </a:moveTo>
                  <a:lnTo>
                    <a:pt x="1630722" y="48870"/>
                  </a:lnTo>
                  <a:lnTo>
                    <a:pt x="1613657" y="0"/>
                  </a:lnTo>
                  <a:close/>
                  <a:moveTo>
                    <a:pt x="1729825" y="194512"/>
                  </a:moveTo>
                  <a:lnTo>
                    <a:pt x="1778603" y="192838"/>
                  </a:lnTo>
                  <a:lnTo>
                    <a:pt x="1759785" y="164331"/>
                  </a:lnTo>
                  <a:close/>
                </a:path>
              </a:pathLst>
            </a:custGeom>
            <a:solidFill>
              <a:srgbClr val="F2F4F6"/>
            </a:solidFill>
            <a:ln w="1524">
              <a:solidFill>
                <a:srgbClr val="F2F4F6"/>
              </a:solidFill>
            </a:ln>
          </p:spPr>
        </p:sp>
        <p:sp>
          <p:nvSpPr>
            <p:cNvPr id="4297" name="Output_density__4296">
              <a:extLst>
                <a:ext uri="{FF2B5EF4-FFF2-40B4-BE49-F238E27FC236}">
                  <a16:creationId xmlns:a16="http://schemas.microsoft.com/office/drawing/2014/main" id="{99B6F1CC-2B89-4E5C-68C0-BA091D888062}"/>
                </a:ext>
              </a:extLst>
            </p:cNvPr>
            <p:cNvSpPr>
              <a:spLocks noGrp="1"/>
            </p:cNvSpPr>
            <p:nvPr/>
          </p:nvSpPr>
          <p:spPr>
            <a:xfrm>
              <a:off x="14763750" y="2262760"/>
              <a:ext cx="1759785" cy="1378015"/>
            </a:xfrm>
            <a:custGeom>
              <a:avLst/>
              <a:gdLst/>
              <a:ahLst/>
              <a:cxnLst/>
              <a:rect l="0" t="0" r="0" b="0"/>
              <a:pathLst>
                <a:path w="1759785" h="1378015">
                  <a:moveTo>
                    <a:pt x="389832" y="1328891"/>
                  </a:moveTo>
                  <a:lnTo>
                    <a:pt x="438637" y="1356334"/>
                  </a:lnTo>
                  <a:lnTo>
                    <a:pt x="421904" y="1304797"/>
                  </a:lnTo>
                  <a:close/>
                  <a:moveTo>
                    <a:pt x="0" y="865062"/>
                  </a:moveTo>
                  <a:lnTo>
                    <a:pt x="9083" y="892505"/>
                  </a:lnTo>
                  <a:lnTo>
                    <a:pt x="11828" y="840968"/>
                  </a:lnTo>
                  <a:close/>
                  <a:moveTo>
                    <a:pt x="28997" y="813819"/>
                  </a:moveTo>
                  <a:lnTo>
                    <a:pt x="0" y="865062"/>
                  </a:lnTo>
                  <a:lnTo>
                    <a:pt x="11828" y="840968"/>
                  </a:lnTo>
                  <a:close/>
                  <a:moveTo>
                    <a:pt x="438637" y="1356334"/>
                  </a:moveTo>
                  <a:lnTo>
                    <a:pt x="459750" y="1376275"/>
                  </a:lnTo>
                  <a:lnTo>
                    <a:pt x="476988" y="1337984"/>
                  </a:lnTo>
                  <a:close/>
                  <a:moveTo>
                    <a:pt x="459750" y="1376275"/>
                  </a:moveTo>
                  <a:lnTo>
                    <a:pt x="488340" y="1332240"/>
                  </a:lnTo>
                  <a:lnTo>
                    <a:pt x="476988" y="1337984"/>
                  </a:lnTo>
                  <a:close/>
                  <a:moveTo>
                    <a:pt x="451297" y="1177630"/>
                  </a:moveTo>
                  <a:lnTo>
                    <a:pt x="436083" y="1245753"/>
                  </a:lnTo>
                  <a:lnTo>
                    <a:pt x="461657" y="1229167"/>
                  </a:lnTo>
                  <a:close/>
                  <a:moveTo>
                    <a:pt x="57474" y="785393"/>
                  </a:moveTo>
                  <a:lnTo>
                    <a:pt x="28997" y="813819"/>
                  </a:lnTo>
                  <a:lnTo>
                    <a:pt x="11828" y="840968"/>
                  </a:lnTo>
                  <a:close/>
                  <a:moveTo>
                    <a:pt x="98911" y="765642"/>
                  </a:moveTo>
                  <a:lnTo>
                    <a:pt x="66568" y="789431"/>
                  </a:lnTo>
                  <a:lnTo>
                    <a:pt x="28997" y="813819"/>
                  </a:lnTo>
                  <a:close/>
                  <a:moveTo>
                    <a:pt x="545298" y="1256609"/>
                  </a:moveTo>
                  <a:lnTo>
                    <a:pt x="471821" y="1216699"/>
                  </a:lnTo>
                  <a:lnTo>
                    <a:pt x="461657" y="1229167"/>
                  </a:lnTo>
                  <a:close/>
                  <a:moveTo>
                    <a:pt x="268858" y="954043"/>
                  </a:moveTo>
                  <a:lnTo>
                    <a:pt x="315553" y="954064"/>
                  </a:lnTo>
                  <a:lnTo>
                    <a:pt x="288240" y="949481"/>
                  </a:lnTo>
                  <a:close/>
                  <a:moveTo>
                    <a:pt x="288240" y="949481"/>
                  </a:moveTo>
                  <a:lnTo>
                    <a:pt x="315553" y="954064"/>
                  </a:lnTo>
                  <a:lnTo>
                    <a:pt x="363631" y="921777"/>
                  </a:lnTo>
                  <a:close/>
                  <a:moveTo>
                    <a:pt x="494669" y="1101999"/>
                  </a:moveTo>
                  <a:lnTo>
                    <a:pt x="477372" y="1037459"/>
                  </a:lnTo>
                  <a:lnTo>
                    <a:pt x="476053" y="1026369"/>
                  </a:lnTo>
                  <a:close/>
                  <a:moveTo>
                    <a:pt x="817600" y="1376469"/>
                  </a:moveTo>
                  <a:lnTo>
                    <a:pt x="873765" y="1368790"/>
                  </a:lnTo>
                  <a:lnTo>
                    <a:pt x="859915" y="1317307"/>
                  </a:lnTo>
                  <a:close/>
                  <a:moveTo>
                    <a:pt x="908484" y="1363031"/>
                  </a:moveTo>
                  <a:lnTo>
                    <a:pt x="886330" y="1311495"/>
                  </a:lnTo>
                  <a:lnTo>
                    <a:pt x="873765" y="1368790"/>
                  </a:lnTo>
                  <a:close/>
                  <a:moveTo>
                    <a:pt x="664217" y="1284052"/>
                  </a:moveTo>
                  <a:lnTo>
                    <a:pt x="676336" y="1227121"/>
                  </a:lnTo>
                  <a:lnTo>
                    <a:pt x="672498" y="1242974"/>
                  </a:lnTo>
                  <a:close/>
                  <a:moveTo>
                    <a:pt x="676336" y="1227121"/>
                  </a:moveTo>
                  <a:lnTo>
                    <a:pt x="678905" y="1208422"/>
                  </a:lnTo>
                  <a:lnTo>
                    <a:pt x="666027" y="1218779"/>
                  </a:lnTo>
                  <a:close/>
                  <a:moveTo>
                    <a:pt x="468958" y="968055"/>
                  </a:moveTo>
                  <a:lnTo>
                    <a:pt x="416970" y="986304"/>
                  </a:lnTo>
                  <a:lnTo>
                    <a:pt x="472558" y="1019462"/>
                  </a:lnTo>
                  <a:close/>
                  <a:moveTo>
                    <a:pt x="468958" y="968055"/>
                  </a:moveTo>
                  <a:lnTo>
                    <a:pt x="466031" y="907692"/>
                  </a:lnTo>
                  <a:lnTo>
                    <a:pt x="421970" y="968273"/>
                  </a:lnTo>
                  <a:close/>
                  <a:moveTo>
                    <a:pt x="519146" y="950739"/>
                  </a:moveTo>
                  <a:lnTo>
                    <a:pt x="502040" y="899202"/>
                  </a:lnTo>
                  <a:lnTo>
                    <a:pt x="468958" y="968055"/>
                  </a:lnTo>
                  <a:close/>
                  <a:moveTo>
                    <a:pt x="502040" y="899202"/>
                  </a:moveTo>
                  <a:lnTo>
                    <a:pt x="466031" y="907692"/>
                  </a:lnTo>
                  <a:lnTo>
                    <a:pt x="468958" y="968055"/>
                  </a:lnTo>
                  <a:close/>
                  <a:moveTo>
                    <a:pt x="908484" y="1363031"/>
                  </a:moveTo>
                  <a:lnTo>
                    <a:pt x="931575" y="1378015"/>
                  </a:lnTo>
                  <a:lnTo>
                    <a:pt x="933945" y="1357848"/>
                  </a:lnTo>
                  <a:close/>
                  <a:moveTo>
                    <a:pt x="886330" y="1311495"/>
                  </a:moveTo>
                  <a:lnTo>
                    <a:pt x="933945" y="1357848"/>
                  </a:lnTo>
                  <a:lnTo>
                    <a:pt x="924148" y="1303069"/>
                  </a:lnTo>
                  <a:close/>
                  <a:moveTo>
                    <a:pt x="886330" y="1311495"/>
                  </a:moveTo>
                  <a:lnTo>
                    <a:pt x="908484" y="1363031"/>
                  </a:lnTo>
                  <a:lnTo>
                    <a:pt x="933945" y="1357848"/>
                  </a:lnTo>
                  <a:close/>
                  <a:moveTo>
                    <a:pt x="684370" y="1095104"/>
                  </a:moveTo>
                  <a:lnTo>
                    <a:pt x="666707" y="1086422"/>
                  </a:lnTo>
                  <a:lnTo>
                    <a:pt x="619860" y="1046824"/>
                  </a:lnTo>
                  <a:close/>
                  <a:moveTo>
                    <a:pt x="466307" y="847665"/>
                  </a:moveTo>
                  <a:lnTo>
                    <a:pt x="539131" y="886245"/>
                  </a:lnTo>
                  <a:lnTo>
                    <a:pt x="493102" y="826473"/>
                  </a:lnTo>
                  <a:close/>
                  <a:moveTo>
                    <a:pt x="495836" y="796916"/>
                  </a:moveTo>
                  <a:lnTo>
                    <a:pt x="466307" y="847665"/>
                  </a:lnTo>
                  <a:lnTo>
                    <a:pt x="490532" y="816862"/>
                  </a:lnTo>
                  <a:close/>
                  <a:moveTo>
                    <a:pt x="532480" y="799025"/>
                  </a:moveTo>
                  <a:lnTo>
                    <a:pt x="495836" y="796916"/>
                  </a:lnTo>
                  <a:lnTo>
                    <a:pt x="490532" y="816862"/>
                  </a:lnTo>
                  <a:close/>
                  <a:moveTo>
                    <a:pt x="239945" y="475606"/>
                  </a:moveTo>
                  <a:lnTo>
                    <a:pt x="212114" y="486909"/>
                  </a:lnTo>
                  <a:lnTo>
                    <a:pt x="258267" y="472495"/>
                  </a:lnTo>
                  <a:close/>
                  <a:moveTo>
                    <a:pt x="258267" y="472495"/>
                  </a:moveTo>
                  <a:lnTo>
                    <a:pt x="212114" y="486909"/>
                  </a:lnTo>
                  <a:lnTo>
                    <a:pt x="184144" y="504937"/>
                  </a:lnTo>
                  <a:close/>
                  <a:moveTo>
                    <a:pt x="258267" y="472495"/>
                  </a:moveTo>
                  <a:lnTo>
                    <a:pt x="184144" y="504937"/>
                  </a:lnTo>
                  <a:lnTo>
                    <a:pt x="216357" y="490476"/>
                  </a:lnTo>
                  <a:close/>
                  <a:moveTo>
                    <a:pt x="301990" y="461290"/>
                  </a:moveTo>
                  <a:lnTo>
                    <a:pt x="239945" y="475606"/>
                  </a:lnTo>
                  <a:lnTo>
                    <a:pt x="297328" y="462815"/>
                  </a:lnTo>
                  <a:close/>
                  <a:moveTo>
                    <a:pt x="223927" y="479003"/>
                  </a:moveTo>
                  <a:lnTo>
                    <a:pt x="239945" y="475606"/>
                  </a:lnTo>
                  <a:lnTo>
                    <a:pt x="301990" y="461290"/>
                  </a:lnTo>
                  <a:close/>
                  <a:moveTo>
                    <a:pt x="239945" y="475606"/>
                  </a:moveTo>
                  <a:lnTo>
                    <a:pt x="258267" y="472495"/>
                  </a:lnTo>
                  <a:lnTo>
                    <a:pt x="297328" y="462815"/>
                  </a:lnTo>
                  <a:close/>
                  <a:moveTo>
                    <a:pt x="836838" y="1109857"/>
                  </a:moveTo>
                  <a:lnTo>
                    <a:pt x="884661" y="1108960"/>
                  </a:lnTo>
                  <a:lnTo>
                    <a:pt x="853316" y="1071700"/>
                  </a:lnTo>
                  <a:close/>
                  <a:moveTo>
                    <a:pt x="853316" y="1071700"/>
                  </a:moveTo>
                  <a:lnTo>
                    <a:pt x="884661" y="1108960"/>
                  </a:lnTo>
                  <a:lnTo>
                    <a:pt x="905175" y="1067522"/>
                  </a:lnTo>
                  <a:close/>
                  <a:moveTo>
                    <a:pt x="806633" y="1008928"/>
                  </a:moveTo>
                  <a:lnTo>
                    <a:pt x="738024" y="1029718"/>
                  </a:lnTo>
                  <a:lnTo>
                    <a:pt x="760285" y="1071369"/>
                  </a:lnTo>
                  <a:close/>
                  <a:moveTo>
                    <a:pt x="806633" y="1008928"/>
                  </a:moveTo>
                  <a:lnTo>
                    <a:pt x="722566" y="978181"/>
                  </a:lnTo>
                  <a:lnTo>
                    <a:pt x="738024" y="1029718"/>
                  </a:lnTo>
                  <a:close/>
                  <a:moveTo>
                    <a:pt x="295761" y="492972"/>
                  </a:moveTo>
                  <a:lnTo>
                    <a:pt x="297328" y="462815"/>
                  </a:lnTo>
                  <a:lnTo>
                    <a:pt x="258267" y="472495"/>
                  </a:lnTo>
                  <a:close/>
                  <a:moveTo>
                    <a:pt x="303432" y="461974"/>
                  </a:moveTo>
                  <a:lnTo>
                    <a:pt x="297328" y="462815"/>
                  </a:lnTo>
                  <a:lnTo>
                    <a:pt x="295761" y="492972"/>
                  </a:lnTo>
                  <a:close/>
                  <a:moveTo>
                    <a:pt x="333834" y="500001"/>
                  </a:moveTo>
                  <a:lnTo>
                    <a:pt x="303432" y="461974"/>
                  </a:lnTo>
                  <a:lnTo>
                    <a:pt x="295761" y="492972"/>
                  </a:lnTo>
                  <a:close/>
                  <a:moveTo>
                    <a:pt x="333834" y="500001"/>
                  </a:moveTo>
                  <a:lnTo>
                    <a:pt x="387067" y="494706"/>
                  </a:lnTo>
                  <a:lnTo>
                    <a:pt x="358872" y="454885"/>
                  </a:lnTo>
                  <a:close/>
                  <a:moveTo>
                    <a:pt x="333834" y="500001"/>
                  </a:moveTo>
                  <a:lnTo>
                    <a:pt x="358872" y="454885"/>
                  </a:lnTo>
                  <a:lnTo>
                    <a:pt x="303432" y="461974"/>
                  </a:lnTo>
                  <a:close/>
                  <a:moveTo>
                    <a:pt x="387067" y="494706"/>
                  </a:moveTo>
                  <a:lnTo>
                    <a:pt x="333834" y="500001"/>
                  </a:lnTo>
                  <a:lnTo>
                    <a:pt x="396121" y="503655"/>
                  </a:lnTo>
                  <a:close/>
                  <a:moveTo>
                    <a:pt x="333834" y="500001"/>
                  </a:moveTo>
                  <a:lnTo>
                    <a:pt x="351722" y="512329"/>
                  </a:lnTo>
                  <a:lnTo>
                    <a:pt x="396121" y="503655"/>
                  </a:lnTo>
                  <a:close/>
                  <a:moveTo>
                    <a:pt x="387067" y="494706"/>
                  </a:moveTo>
                  <a:lnTo>
                    <a:pt x="435612" y="493222"/>
                  </a:lnTo>
                  <a:lnTo>
                    <a:pt x="358872" y="454885"/>
                  </a:lnTo>
                  <a:close/>
                  <a:moveTo>
                    <a:pt x="435612" y="493222"/>
                  </a:moveTo>
                  <a:lnTo>
                    <a:pt x="387067" y="494706"/>
                  </a:lnTo>
                  <a:lnTo>
                    <a:pt x="446069" y="515723"/>
                  </a:lnTo>
                  <a:close/>
                  <a:moveTo>
                    <a:pt x="387067" y="494706"/>
                  </a:moveTo>
                  <a:lnTo>
                    <a:pt x="396121" y="503655"/>
                  </a:lnTo>
                  <a:lnTo>
                    <a:pt x="446069" y="515723"/>
                  </a:lnTo>
                  <a:close/>
                  <a:moveTo>
                    <a:pt x="467717" y="529864"/>
                  </a:moveTo>
                  <a:lnTo>
                    <a:pt x="492695" y="515374"/>
                  </a:lnTo>
                  <a:lnTo>
                    <a:pt x="446069" y="515723"/>
                  </a:lnTo>
                  <a:close/>
                  <a:moveTo>
                    <a:pt x="467717" y="529864"/>
                  </a:moveTo>
                  <a:lnTo>
                    <a:pt x="509993" y="533476"/>
                  </a:lnTo>
                  <a:lnTo>
                    <a:pt x="492695" y="515374"/>
                  </a:lnTo>
                  <a:close/>
                  <a:moveTo>
                    <a:pt x="509993" y="533476"/>
                  </a:moveTo>
                  <a:lnTo>
                    <a:pt x="467717" y="529864"/>
                  </a:lnTo>
                  <a:lnTo>
                    <a:pt x="534969" y="538529"/>
                  </a:lnTo>
                  <a:close/>
                  <a:moveTo>
                    <a:pt x="509993" y="533476"/>
                  </a:moveTo>
                  <a:lnTo>
                    <a:pt x="534969" y="538529"/>
                  </a:lnTo>
                  <a:lnTo>
                    <a:pt x="579465" y="530218"/>
                  </a:lnTo>
                  <a:close/>
                  <a:moveTo>
                    <a:pt x="1004369" y="1008973"/>
                  </a:moveTo>
                  <a:lnTo>
                    <a:pt x="1016281" y="980436"/>
                  </a:lnTo>
                  <a:lnTo>
                    <a:pt x="959223" y="1033067"/>
                  </a:lnTo>
                  <a:close/>
                  <a:moveTo>
                    <a:pt x="1016281" y="980436"/>
                  </a:moveTo>
                  <a:lnTo>
                    <a:pt x="1004369" y="1008973"/>
                  </a:lnTo>
                  <a:lnTo>
                    <a:pt x="1036790" y="933342"/>
                  </a:lnTo>
                  <a:close/>
                  <a:moveTo>
                    <a:pt x="963915" y="894282"/>
                  </a:moveTo>
                  <a:lnTo>
                    <a:pt x="1001513" y="838954"/>
                  </a:lnTo>
                  <a:lnTo>
                    <a:pt x="942814" y="848694"/>
                  </a:lnTo>
                  <a:close/>
                  <a:moveTo>
                    <a:pt x="1008006" y="896419"/>
                  </a:moveTo>
                  <a:lnTo>
                    <a:pt x="1054100" y="834184"/>
                  </a:lnTo>
                  <a:lnTo>
                    <a:pt x="1001513" y="838954"/>
                  </a:lnTo>
                  <a:close/>
                  <a:moveTo>
                    <a:pt x="896876" y="848058"/>
                  </a:moveTo>
                  <a:lnTo>
                    <a:pt x="942814" y="848694"/>
                  </a:lnTo>
                  <a:lnTo>
                    <a:pt x="904805" y="778869"/>
                  </a:lnTo>
                  <a:close/>
                  <a:moveTo>
                    <a:pt x="1236398" y="1087952"/>
                  </a:moveTo>
                  <a:lnTo>
                    <a:pt x="1309595" y="1115395"/>
                  </a:lnTo>
                  <a:lnTo>
                    <a:pt x="1274912" y="1063858"/>
                  </a:lnTo>
                  <a:close/>
                  <a:moveTo>
                    <a:pt x="1246447" y="1036415"/>
                  </a:moveTo>
                  <a:lnTo>
                    <a:pt x="1236398" y="1087952"/>
                  </a:lnTo>
                  <a:lnTo>
                    <a:pt x="1274912" y="1063858"/>
                  </a:lnTo>
                  <a:close/>
                  <a:moveTo>
                    <a:pt x="1072221" y="880014"/>
                  </a:moveTo>
                  <a:lnTo>
                    <a:pt x="1098445" y="843162"/>
                  </a:lnTo>
                  <a:lnTo>
                    <a:pt x="1079201" y="830269"/>
                  </a:lnTo>
                  <a:close/>
                  <a:moveTo>
                    <a:pt x="1274912" y="1063858"/>
                  </a:moveTo>
                  <a:lnTo>
                    <a:pt x="1312734" y="1114324"/>
                  </a:lnTo>
                  <a:lnTo>
                    <a:pt x="1314401" y="1050225"/>
                  </a:lnTo>
                  <a:close/>
                  <a:moveTo>
                    <a:pt x="1274912" y="1063858"/>
                  </a:moveTo>
                  <a:lnTo>
                    <a:pt x="1309595" y="1115395"/>
                  </a:lnTo>
                  <a:lnTo>
                    <a:pt x="1312734" y="1114324"/>
                  </a:lnTo>
                  <a:close/>
                  <a:moveTo>
                    <a:pt x="1312734" y="1114324"/>
                  </a:moveTo>
                  <a:lnTo>
                    <a:pt x="1360694" y="1050572"/>
                  </a:lnTo>
                  <a:lnTo>
                    <a:pt x="1314401" y="1050225"/>
                  </a:lnTo>
                  <a:close/>
                  <a:moveTo>
                    <a:pt x="1365924" y="1109063"/>
                  </a:moveTo>
                  <a:lnTo>
                    <a:pt x="1417735" y="1042181"/>
                  </a:lnTo>
                  <a:lnTo>
                    <a:pt x="1360694" y="1050572"/>
                  </a:lnTo>
                  <a:close/>
                  <a:moveTo>
                    <a:pt x="1300123" y="999091"/>
                  </a:moveTo>
                  <a:lnTo>
                    <a:pt x="1360694" y="1050572"/>
                  </a:lnTo>
                  <a:lnTo>
                    <a:pt x="1301674" y="1012321"/>
                  </a:lnTo>
                  <a:close/>
                  <a:moveTo>
                    <a:pt x="1266688" y="960785"/>
                  </a:moveTo>
                  <a:lnTo>
                    <a:pt x="1300123" y="999091"/>
                  </a:lnTo>
                  <a:lnTo>
                    <a:pt x="1277888" y="954424"/>
                  </a:lnTo>
                  <a:close/>
                  <a:moveTo>
                    <a:pt x="1276126" y="885154"/>
                  </a:moveTo>
                  <a:lnTo>
                    <a:pt x="1277888" y="954424"/>
                  </a:lnTo>
                  <a:lnTo>
                    <a:pt x="1291841" y="907305"/>
                  </a:lnTo>
                  <a:close/>
                  <a:moveTo>
                    <a:pt x="1266688" y="960785"/>
                  </a:moveTo>
                  <a:lnTo>
                    <a:pt x="1277888" y="954424"/>
                  </a:lnTo>
                  <a:lnTo>
                    <a:pt x="1276126" y="885154"/>
                  </a:lnTo>
                  <a:close/>
                  <a:moveTo>
                    <a:pt x="1222817" y="909248"/>
                  </a:moveTo>
                  <a:lnTo>
                    <a:pt x="1266688" y="960785"/>
                  </a:lnTo>
                  <a:lnTo>
                    <a:pt x="1276126" y="885154"/>
                  </a:lnTo>
                  <a:close/>
                  <a:moveTo>
                    <a:pt x="1308295" y="885154"/>
                  </a:moveTo>
                  <a:lnTo>
                    <a:pt x="1291841" y="907305"/>
                  </a:lnTo>
                  <a:lnTo>
                    <a:pt x="1328684" y="888367"/>
                  </a:lnTo>
                  <a:close/>
                  <a:moveTo>
                    <a:pt x="1328684" y="888367"/>
                  </a:moveTo>
                  <a:lnTo>
                    <a:pt x="1291841" y="907305"/>
                  </a:lnTo>
                  <a:lnTo>
                    <a:pt x="1277888" y="954424"/>
                  </a:lnTo>
                  <a:close/>
                  <a:moveTo>
                    <a:pt x="1109589" y="754638"/>
                  </a:moveTo>
                  <a:lnTo>
                    <a:pt x="1153425" y="739145"/>
                  </a:lnTo>
                  <a:lnTo>
                    <a:pt x="1139393" y="740082"/>
                  </a:lnTo>
                  <a:close/>
                  <a:moveTo>
                    <a:pt x="1122802" y="806175"/>
                  </a:moveTo>
                  <a:lnTo>
                    <a:pt x="1128450" y="782081"/>
                  </a:lnTo>
                  <a:lnTo>
                    <a:pt x="1109589" y="754638"/>
                  </a:lnTo>
                  <a:close/>
                  <a:moveTo>
                    <a:pt x="1139393" y="740082"/>
                  </a:moveTo>
                  <a:lnTo>
                    <a:pt x="1153425" y="739145"/>
                  </a:lnTo>
                  <a:lnTo>
                    <a:pt x="1200485" y="740418"/>
                  </a:lnTo>
                  <a:close/>
                  <a:moveTo>
                    <a:pt x="913522" y="496050"/>
                  </a:moveTo>
                  <a:lnTo>
                    <a:pt x="909099" y="496955"/>
                  </a:lnTo>
                  <a:lnTo>
                    <a:pt x="954522" y="519511"/>
                  </a:lnTo>
                  <a:close/>
                  <a:moveTo>
                    <a:pt x="954522" y="519511"/>
                  </a:moveTo>
                  <a:lnTo>
                    <a:pt x="871523" y="518767"/>
                  </a:lnTo>
                  <a:lnTo>
                    <a:pt x="944208" y="524398"/>
                  </a:lnTo>
                  <a:close/>
                  <a:moveTo>
                    <a:pt x="913522" y="496050"/>
                  </a:moveTo>
                  <a:lnTo>
                    <a:pt x="954522" y="519511"/>
                  </a:lnTo>
                  <a:lnTo>
                    <a:pt x="962126" y="524398"/>
                  </a:lnTo>
                  <a:close/>
                  <a:moveTo>
                    <a:pt x="1324806" y="936691"/>
                  </a:moveTo>
                  <a:lnTo>
                    <a:pt x="1339976" y="988227"/>
                  </a:lnTo>
                  <a:lnTo>
                    <a:pt x="1377445" y="964134"/>
                  </a:lnTo>
                  <a:close/>
                  <a:moveTo>
                    <a:pt x="1324806" y="936691"/>
                  </a:moveTo>
                  <a:lnTo>
                    <a:pt x="1377445" y="964134"/>
                  </a:lnTo>
                  <a:lnTo>
                    <a:pt x="1359336" y="912597"/>
                  </a:lnTo>
                  <a:close/>
                  <a:moveTo>
                    <a:pt x="1291841" y="907305"/>
                  </a:moveTo>
                  <a:lnTo>
                    <a:pt x="1308295" y="885154"/>
                  </a:lnTo>
                  <a:lnTo>
                    <a:pt x="1290977" y="881040"/>
                  </a:lnTo>
                  <a:close/>
                  <a:moveTo>
                    <a:pt x="1416824" y="890341"/>
                  </a:moveTo>
                  <a:lnTo>
                    <a:pt x="1339360" y="910293"/>
                  </a:lnTo>
                  <a:lnTo>
                    <a:pt x="1369577" y="888371"/>
                  </a:lnTo>
                  <a:close/>
                  <a:moveTo>
                    <a:pt x="1276126" y="885154"/>
                  </a:moveTo>
                  <a:lnTo>
                    <a:pt x="1291841" y="907305"/>
                  </a:lnTo>
                  <a:lnTo>
                    <a:pt x="1290977" y="881040"/>
                  </a:lnTo>
                  <a:close/>
                  <a:moveTo>
                    <a:pt x="1153425" y="739145"/>
                  </a:moveTo>
                  <a:lnTo>
                    <a:pt x="1186796" y="764287"/>
                  </a:lnTo>
                  <a:lnTo>
                    <a:pt x="1229179" y="757987"/>
                  </a:lnTo>
                  <a:close/>
                  <a:moveTo>
                    <a:pt x="1237263" y="743023"/>
                  </a:moveTo>
                  <a:lnTo>
                    <a:pt x="1153425" y="739145"/>
                  </a:lnTo>
                  <a:lnTo>
                    <a:pt x="1229179" y="757987"/>
                  </a:lnTo>
                  <a:close/>
                  <a:moveTo>
                    <a:pt x="1200485" y="740418"/>
                  </a:moveTo>
                  <a:lnTo>
                    <a:pt x="1153425" y="739145"/>
                  </a:lnTo>
                  <a:lnTo>
                    <a:pt x="1237263" y="743023"/>
                  </a:lnTo>
                  <a:close/>
                  <a:moveTo>
                    <a:pt x="1287798" y="757291"/>
                  </a:moveTo>
                  <a:lnTo>
                    <a:pt x="1207592" y="730545"/>
                  </a:lnTo>
                  <a:lnTo>
                    <a:pt x="1200485" y="740418"/>
                  </a:lnTo>
                  <a:close/>
                  <a:moveTo>
                    <a:pt x="1287798" y="757291"/>
                  </a:moveTo>
                  <a:lnTo>
                    <a:pt x="1200485" y="740418"/>
                  </a:lnTo>
                  <a:lnTo>
                    <a:pt x="1237263" y="743023"/>
                  </a:lnTo>
                  <a:close/>
                  <a:moveTo>
                    <a:pt x="954522" y="519511"/>
                  </a:moveTo>
                  <a:lnTo>
                    <a:pt x="944208" y="524398"/>
                  </a:lnTo>
                  <a:lnTo>
                    <a:pt x="958012" y="522624"/>
                  </a:lnTo>
                  <a:close/>
                  <a:moveTo>
                    <a:pt x="958012" y="522624"/>
                  </a:moveTo>
                  <a:lnTo>
                    <a:pt x="962126" y="524398"/>
                  </a:lnTo>
                  <a:lnTo>
                    <a:pt x="954522" y="519511"/>
                  </a:lnTo>
                  <a:close/>
                  <a:moveTo>
                    <a:pt x="1006415" y="472861"/>
                  </a:moveTo>
                  <a:lnTo>
                    <a:pt x="1042617" y="500304"/>
                  </a:lnTo>
                  <a:lnTo>
                    <a:pt x="1030172" y="448768"/>
                  </a:lnTo>
                  <a:close/>
                  <a:moveTo>
                    <a:pt x="1445988" y="864484"/>
                  </a:moveTo>
                  <a:lnTo>
                    <a:pt x="1369577" y="888371"/>
                  </a:lnTo>
                  <a:lnTo>
                    <a:pt x="1398031" y="859855"/>
                  </a:lnTo>
                  <a:close/>
                  <a:moveTo>
                    <a:pt x="1478915" y="866957"/>
                  </a:moveTo>
                  <a:lnTo>
                    <a:pt x="1491926" y="861558"/>
                  </a:lnTo>
                  <a:lnTo>
                    <a:pt x="1445988" y="864484"/>
                  </a:lnTo>
                  <a:close/>
                  <a:moveTo>
                    <a:pt x="1039481" y="321601"/>
                  </a:moveTo>
                  <a:lnTo>
                    <a:pt x="1051647" y="373137"/>
                  </a:lnTo>
                  <a:lnTo>
                    <a:pt x="1077028" y="349043"/>
                  </a:lnTo>
                  <a:close/>
                  <a:moveTo>
                    <a:pt x="1050649" y="245970"/>
                  </a:moveTo>
                  <a:lnTo>
                    <a:pt x="1059653" y="264985"/>
                  </a:lnTo>
                  <a:lnTo>
                    <a:pt x="1039481" y="321601"/>
                  </a:lnTo>
                  <a:close/>
                  <a:moveTo>
                    <a:pt x="1323392" y="485672"/>
                  </a:moveTo>
                  <a:lnTo>
                    <a:pt x="1304523" y="493570"/>
                  </a:lnTo>
                  <a:lnTo>
                    <a:pt x="1281087" y="503653"/>
                  </a:lnTo>
                  <a:close/>
                  <a:moveTo>
                    <a:pt x="1313141" y="503653"/>
                  </a:moveTo>
                  <a:lnTo>
                    <a:pt x="1304523" y="493570"/>
                  </a:lnTo>
                  <a:lnTo>
                    <a:pt x="1344225" y="523784"/>
                  </a:lnTo>
                  <a:close/>
                  <a:moveTo>
                    <a:pt x="1344225" y="523784"/>
                  </a:moveTo>
                  <a:lnTo>
                    <a:pt x="1304523" y="493570"/>
                  </a:lnTo>
                  <a:lnTo>
                    <a:pt x="1323392" y="485672"/>
                  </a:lnTo>
                  <a:close/>
                  <a:moveTo>
                    <a:pt x="1334249" y="479559"/>
                  </a:moveTo>
                  <a:lnTo>
                    <a:pt x="1346044" y="497797"/>
                  </a:lnTo>
                  <a:lnTo>
                    <a:pt x="1344225" y="523784"/>
                  </a:lnTo>
                  <a:close/>
                  <a:moveTo>
                    <a:pt x="1323392" y="485672"/>
                  </a:moveTo>
                  <a:lnTo>
                    <a:pt x="1334249" y="479559"/>
                  </a:lnTo>
                  <a:lnTo>
                    <a:pt x="1344225" y="523784"/>
                  </a:lnTo>
                  <a:close/>
                  <a:moveTo>
                    <a:pt x="1241726" y="489910"/>
                  </a:moveTo>
                  <a:lnTo>
                    <a:pt x="1304523" y="493570"/>
                  </a:lnTo>
                  <a:lnTo>
                    <a:pt x="1318660" y="467977"/>
                  </a:lnTo>
                  <a:close/>
                  <a:moveTo>
                    <a:pt x="1105408" y="194696"/>
                  </a:moveTo>
                  <a:lnTo>
                    <a:pt x="1074139" y="212687"/>
                  </a:lnTo>
                  <a:lnTo>
                    <a:pt x="1050649" y="245970"/>
                  </a:lnTo>
                  <a:close/>
                  <a:moveTo>
                    <a:pt x="1352961" y="286648"/>
                  </a:moveTo>
                  <a:lnTo>
                    <a:pt x="1268027" y="273413"/>
                  </a:lnTo>
                  <a:lnTo>
                    <a:pt x="1270924" y="289501"/>
                  </a:lnTo>
                  <a:close/>
                  <a:moveTo>
                    <a:pt x="1149931" y="186480"/>
                  </a:moveTo>
                  <a:lnTo>
                    <a:pt x="1105408" y="194696"/>
                  </a:lnTo>
                  <a:lnTo>
                    <a:pt x="1181941" y="171262"/>
                  </a:lnTo>
                  <a:close/>
                  <a:moveTo>
                    <a:pt x="1181941" y="171262"/>
                  </a:moveTo>
                  <a:lnTo>
                    <a:pt x="1212417" y="146245"/>
                  </a:lnTo>
                  <a:lnTo>
                    <a:pt x="1214501" y="152317"/>
                  </a:lnTo>
                  <a:close/>
                  <a:moveTo>
                    <a:pt x="1219142" y="135673"/>
                  </a:moveTo>
                  <a:lnTo>
                    <a:pt x="1214501" y="152317"/>
                  </a:lnTo>
                  <a:lnTo>
                    <a:pt x="1212417" y="146245"/>
                  </a:lnTo>
                  <a:close/>
                  <a:moveTo>
                    <a:pt x="1431947" y="272389"/>
                  </a:moveTo>
                  <a:lnTo>
                    <a:pt x="1391406" y="255710"/>
                  </a:lnTo>
                  <a:lnTo>
                    <a:pt x="1352961" y="286648"/>
                  </a:lnTo>
                  <a:close/>
                  <a:moveTo>
                    <a:pt x="1219142" y="135673"/>
                  </a:moveTo>
                  <a:lnTo>
                    <a:pt x="1245418" y="127182"/>
                  </a:lnTo>
                  <a:lnTo>
                    <a:pt x="1242098" y="94709"/>
                  </a:lnTo>
                  <a:close/>
                  <a:moveTo>
                    <a:pt x="1242098" y="94709"/>
                  </a:moveTo>
                  <a:lnTo>
                    <a:pt x="1245418" y="127182"/>
                  </a:lnTo>
                  <a:lnTo>
                    <a:pt x="1252665" y="122152"/>
                  </a:lnTo>
                  <a:close/>
                  <a:moveTo>
                    <a:pt x="1242098" y="94709"/>
                  </a:moveTo>
                  <a:lnTo>
                    <a:pt x="1252665" y="122152"/>
                  </a:lnTo>
                  <a:lnTo>
                    <a:pt x="1249561" y="70615"/>
                  </a:lnTo>
                  <a:close/>
                  <a:moveTo>
                    <a:pt x="1506704" y="242314"/>
                  </a:moveTo>
                  <a:lnTo>
                    <a:pt x="1469419" y="237810"/>
                  </a:lnTo>
                  <a:lnTo>
                    <a:pt x="1431947" y="272389"/>
                  </a:lnTo>
                  <a:close/>
                  <a:moveTo>
                    <a:pt x="1349268" y="3042"/>
                  </a:moveTo>
                  <a:lnTo>
                    <a:pt x="1274543" y="33231"/>
                  </a:lnTo>
                  <a:lnTo>
                    <a:pt x="1309008" y="27192"/>
                  </a:lnTo>
                  <a:close/>
                  <a:moveTo>
                    <a:pt x="1431255" y="0"/>
                  </a:moveTo>
                  <a:lnTo>
                    <a:pt x="1395176" y="7"/>
                  </a:lnTo>
                  <a:lnTo>
                    <a:pt x="1349268" y="3042"/>
                  </a:lnTo>
                  <a:close/>
                  <a:moveTo>
                    <a:pt x="1431255" y="0"/>
                  </a:moveTo>
                  <a:lnTo>
                    <a:pt x="1349268" y="3042"/>
                  </a:lnTo>
                  <a:lnTo>
                    <a:pt x="1388947" y="16495"/>
                  </a:lnTo>
                  <a:close/>
                  <a:moveTo>
                    <a:pt x="1480021" y="7650"/>
                  </a:moveTo>
                  <a:lnTo>
                    <a:pt x="1395176" y="7"/>
                  </a:lnTo>
                  <a:lnTo>
                    <a:pt x="1431255" y="0"/>
                  </a:lnTo>
                  <a:close/>
                  <a:moveTo>
                    <a:pt x="1700861" y="256016"/>
                  </a:moveTo>
                  <a:lnTo>
                    <a:pt x="1716477" y="232790"/>
                  </a:lnTo>
                  <a:lnTo>
                    <a:pt x="1670231" y="260681"/>
                  </a:lnTo>
                  <a:close/>
                  <a:moveTo>
                    <a:pt x="1670231" y="260681"/>
                  </a:moveTo>
                  <a:lnTo>
                    <a:pt x="1716477" y="232790"/>
                  </a:lnTo>
                  <a:lnTo>
                    <a:pt x="1701318" y="210647"/>
                  </a:lnTo>
                  <a:close/>
                  <a:moveTo>
                    <a:pt x="1528811" y="111460"/>
                  </a:moveTo>
                  <a:lnTo>
                    <a:pt x="1582744" y="105596"/>
                  </a:lnTo>
                  <a:lnTo>
                    <a:pt x="1566142" y="56350"/>
                  </a:lnTo>
                  <a:close/>
                  <a:moveTo>
                    <a:pt x="1528811" y="111460"/>
                  </a:moveTo>
                  <a:lnTo>
                    <a:pt x="1566142" y="56350"/>
                  </a:lnTo>
                  <a:lnTo>
                    <a:pt x="1518264" y="57292"/>
                  </a:lnTo>
                  <a:close/>
                  <a:moveTo>
                    <a:pt x="1582744" y="105596"/>
                  </a:moveTo>
                  <a:lnTo>
                    <a:pt x="1613657" y="55703"/>
                  </a:lnTo>
                  <a:lnTo>
                    <a:pt x="1566142" y="56350"/>
                  </a:lnTo>
                  <a:close/>
                  <a:moveTo>
                    <a:pt x="1469153" y="59237"/>
                  </a:moveTo>
                  <a:lnTo>
                    <a:pt x="1518264" y="57292"/>
                  </a:lnTo>
                  <a:lnTo>
                    <a:pt x="1490870" y="16820"/>
                  </a:lnTo>
                  <a:close/>
                  <a:moveTo>
                    <a:pt x="1469153" y="59237"/>
                  </a:moveTo>
                  <a:lnTo>
                    <a:pt x="1490870" y="16820"/>
                  </a:lnTo>
                  <a:lnTo>
                    <a:pt x="1448331" y="13421"/>
                  </a:lnTo>
                  <a:close/>
                  <a:moveTo>
                    <a:pt x="1518264" y="57292"/>
                  </a:moveTo>
                  <a:lnTo>
                    <a:pt x="1566142" y="56350"/>
                  </a:lnTo>
                  <a:lnTo>
                    <a:pt x="1534908" y="19000"/>
                  </a:lnTo>
                  <a:close/>
                  <a:moveTo>
                    <a:pt x="1518264" y="57292"/>
                  </a:moveTo>
                  <a:lnTo>
                    <a:pt x="1534908" y="19000"/>
                  </a:lnTo>
                  <a:lnTo>
                    <a:pt x="1490870" y="16820"/>
                  </a:lnTo>
                  <a:close/>
                  <a:moveTo>
                    <a:pt x="1392924" y="20484"/>
                  </a:moveTo>
                  <a:lnTo>
                    <a:pt x="1448331" y="13421"/>
                  </a:lnTo>
                  <a:lnTo>
                    <a:pt x="1431255" y="0"/>
                  </a:lnTo>
                  <a:close/>
                  <a:moveTo>
                    <a:pt x="1448331" y="13421"/>
                  </a:moveTo>
                  <a:lnTo>
                    <a:pt x="1480021" y="7650"/>
                  </a:lnTo>
                  <a:lnTo>
                    <a:pt x="1431255" y="0"/>
                  </a:lnTo>
                  <a:close/>
                  <a:moveTo>
                    <a:pt x="1448331" y="13421"/>
                  </a:moveTo>
                  <a:lnTo>
                    <a:pt x="1490870" y="16820"/>
                  </a:lnTo>
                  <a:lnTo>
                    <a:pt x="1480021" y="7650"/>
                  </a:lnTo>
                  <a:close/>
                  <a:moveTo>
                    <a:pt x="1729825" y="250214"/>
                  </a:moveTo>
                  <a:lnTo>
                    <a:pt x="1759785" y="220033"/>
                  </a:lnTo>
                  <a:lnTo>
                    <a:pt x="1716477" y="232790"/>
                  </a:lnTo>
                  <a:close/>
                </a:path>
              </a:pathLst>
            </a:custGeom>
            <a:solidFill>
              <a:srgbClr val="F4F6F7"/>
            </a:solidFill>
            <a:ln w="1524">
              <a:solidFill>
                <a:srgbClr val="F4F6F7"/>
              </a:solidFill>
            </a:ln>
          </p:spPr>
        </p:sp>
        <p:sp>
          <p:nvSpPr>
            <p:cNvPr id="4298" name="Output_density__4297">
              <a:extLst>
                <a:ext uri="{FF2B5EF4-FFF2-40B4-BE49-F238E27FC236}">
                  <a16:creationId xmlns:a16="http://schemas.microsoft.com/office/drawing/2014/main" id="{C6A27BAA-1FB2-B3B9-8C08-76BD3651B186}"/>
                </a:ext>
              </a:extLst>
            </p:cNvPr>
            <p:cNvSpPr>
              <a:spLocks noGrp="1"/>
            </p:cNvSpPr>
            <p:nvPr/>
          </p:nvSpPr>
          <p:spPr>
            <a:xfrm>
              <a:off x="14791404" y="2393692"/>
              <a:ext cx="1779582" cy="1307729"/>
            </a:xfrm>
            <a:custGeom>
              <a:avLst/>
              <a:gdLst/>
              <a:ahLst/>
              <a:cxnLst/>
              <a:rect l="0" t="0" r="0" b="0"/>
              <a:pathLst>
                <a:path w="1779582" h="1307729">
                  <a:moveTo>
                    <a:pt x="432096" y="1245342"/>
                  </a:moveTo>
                  <a:lnTo>
                    <a:pt x="399842" y="1259650"/>
                  </a:lnTo>
                  <a:lnTo>
                    <a:pt x="483857" y="1264190"/>
                  </a:lnTo>
                  <a:close/>
                  <a:moveTo>
                    <a:pt x="86361" y="873031"/>
                  </a:moveTo>
                  <a:lnTo>
                    <a:pt x="121216" y="916182"/>
                  </a:lnTo>
                  <a:lnTo>
                    <a:pt x="107066" y="903491"/>
                  </a:lnTo>
                  <a:close/>
                  <a:moveTo>
                    <a:pt x="112215" y="888739"/>
                  </a:moveTo>
                  <a:lnTo>
                    <a:pt x="86361" y="873031"/>
                  </a:lnTo>
                  <a:lnTo>
                    <a:pt x="58171" y="833206"/>
                  </a:lnTo>
                  <a:close/>
                  <a:moveTo>
                    <a:pt x="16393" y="813109"/>
                  </a:moveTo>
                  <a:lnTo>
                    <a:pt x="0" y="812766"/>
                  </a:lnTo>
                  <a:lnTo>
                    <a:pt x="24699" y="822436"/>
                  </a:lnTo>
                  <a:close/>
                  <a:moveTo>
                    <a:pt x="0" y="812766"/>
                  </a:moveTo>
                  <a:lnTo>
                    <a:pt x="52127" y="832984"/>
                  </a:lnTo>
                  <a:lnTo>
                    <a:pt x="24699" y="822436"/>
                  </a:lnTo>
                  <a:close/>
                  <a:moveTo>
                    <a:pt x="52127" y="832984"/>
                  </a:moveTo>
                  <a:lnTo>
                    <a:pt x="58171" y="833206"/>
                  </a:lnTo>
                  <a:lnTo>
                    <a:pt x="24699" y="822436"/>
                  </a:lnTo>
                  <a:close/>
                  <a:moveTo>
                    <a:pt x="73305" y="864645"/>
                  </a:moveTo>
                  <a:lnTo>
                    <a:pt x="86361" y="873031"/>
                  </a:lnTo>
                  <a:lnTo>
                    <a:pt x="107066" y="903491"/>
                  </a:lnTo>
                  <a:close/>
                  <a:moveTo>
                    <a:pt x="86361" y="873031"/>
                  </a:moveTo>
                  <a:lnTo>
                    <a:pt x="73305" y="864645"/>
                  </a:lnTo>
                  <a:lnTo>
                    <a:pt x="24699" y="822436"/>
                  </a:lnTo>
                  <a:close/>
                  <a:moveTo>
                    <a:pt x="58171" y="833206"/>
                  </a:moveTo>
                  <a:lnTo>
                    <a:pt x="86361" y="873031"/>
                  </a:lnTo>
                  <a:lnTo>
                    <a:pt x="24699" y="822436"/>
                  </a:lnTo>
                  <a:close/>
                  <a:moveTo>
                    <a:pt x="483857" y="1264190"/>
                  </a:moveTo>
                  <a:lnTo>
                    <a:pt x="514854" y="1245183"/>
                  </a:lnTo>
                  <a:lnTo>
                    <a:pt x="432096" y="1245342"/>
                  </a:lnTo>
                  <a:close/>
                  <a:moveTo>
                    <a:pt x="211119" y="808276"/>
                  </a:moveTo>
                  <a:lnTo>
                    <a:pt x="190688" y="801437"/>
                  </a:lnTo>
                  <a:lnTo>
                    <a:pt x="175133" y="789015"/>
                  </a:lnTo>
                  <a:close/>
                  <a:moveTo>
                    <a:pt x="514854" y="1245183"/>
                  </a:moveTo>
                  <a:lnTo>
                    <a:pt x="560231" y="1240163"/>
                  </a:lnTo>
                  <a:lnTo>
                    <a:pt x="585502" y="1199746"/>
                  </a:lnTo>
                  <a:close/>
                  <a:moveTo>
                    <a:pt x="826696" y="1307729"/>
                  </a:moveTo>
                  <a:lnTo>
                    <a:pt x="784953" y="1286534"/>
                  </a:lnTo>
                  <a:lnTo>
                    <a:pt x="752584" y="1300410"/>
                  </a:lnTo>
                  <a:close/>
                  <a:moveTo>
                    <a:pt x="706433" y="1302534"/>
                  </a:moveTo>
                  <a:lnTo>
                    <a:pt x="752584" y="1300410"/>
                  </a:lnTo>
                  <a:lnTo>
                    <a:pt x="784953" y="1286534"/>
                  </a:lnTo>
                  <a:close/>
                  <a:moveTo>
                    <a:pt x="430876" y="919530"/>
                  </a:moveTo>
                  <a:lnTo>
                    <a:pt x="448399" y="895437"/>
                  </a:lnTo>
                  <a:lnTo>
                    <a:pt x="416872" y="918623"/>
                  </a:lnTo>
                  <a:close/>
                  <a:moveTo>
                    <a:pt x="795497" y="1115538"/>
                  </a:moveTo>
                  <a:lnTo>
                    <a:pt x="786849" y="1158720"/>
                  </a:lnTo>
                  <a:lnTo>
                    <a:pt x="815132" y="1129026"/>
                  </a:lnTo>
                  <a:close/>
                  <a:moveTo>
                    <a:pt x="795497" y="1115538"/>
                  </a:moveTo>
                  <a:lnTo>
                    <a:pt x="815132" y="1129026"/>
                  </a:lnTo>
                  <a:lnTo>
                    <a:pt x="803755" y="1087028"/>
                  </a:lnTo>
                  <a:close/>
                  <a:moveTo>
                    <a:pt x="585496" y="871343"/>
                  </a:moveTo>
                  <a:lnTo>
                    <a:pt x="592206" y="915892"/>
                  </a:lnTo>
                  <a:lnTo>
                    <a:pt x="597946" y="922879"/>
                  </a:lnTo>
                  <a:close/>
                  <a:moveTo>
                    <a:pt x="379797" y="613660"/>
                  </a:moveTo>
                  <a:lnTo>
                    <a:pt x="412383" y="632040"/>
                  </a:lnTo>
                  <a:lnTo>
                    <a:pt x="429154" y="596029"/>
                  </a:lnTo>
                  <a:close/>
                  <a:moveTo>
                    <a:pt x="429154" y="596029"/>
                  </a:moveTo>
                  <a:lnTo>
                    <a:pt x="401799" y="592465"/>
                  </a:lnTo>
                  <a:lnTo>
                    <a:pt x="379797" y="613660"/>
                  </a:lnTo>
                  <a:close/>
                  <a:moveTo>
                    <a:pt x="423783" y="589566"/>
                  </a:moveTo>
                  <a:lnTo>
                    <a:pt x="373660" y="562123"/>
                  </a:lnTo>
                  <a:lnTo>
                    <a:pt x="422380" y="538029"/>
                  </a:lnTo>
                  <a:close/>
                  <a:moveTo>
                    <a:pt x="404203" y="490827"/>
                  </a:moveTo>
                  <a:lnTo>
                    <a:pt x="423852" y="538029"/>
                  </a:lnTo>
                  <a:lnTo>
                    <a:pt x="422220" y="533917"/>
                  </a:lnTo>
                  <a:close/>
                  <a:moveTo>
                    <a:pt x="865966" y="1033487"/>
                  </a:moveTo>
                  <a:lnTo>
                    <a:pt x="803755" y="1087028"/>
                  </a:lnTo>
                  <a:lnTo>
                    <a:pt x="850195" y="1085985"/>
                  </a:lnTo>
                  <a:close/>
                  <a:moveTo>
                    <a:pt x="898321" y="1045165"/>
                  </a:moveTo>
                  <a:lnTo>
                    <a:pt x="865966" y="1033487"/>
                  </a:lnTo>
                  <a:lnTo>
                    <a:pt x="850195" y="1085985"/>
                  </a:lnTo>
                  <a:close/>
                  <a:moveTo>
                    <a:pt x="608581" y="706660"/>
                  </a:moveTo>
                  <a:lnTo>
                    <a:pt x="593677" y="692639"/>
                  </a:lnTo>
                  <a:lnTo>
                    <a:pt x="607486" y="668545"/>
                  </a:lnTo>
                  <a:close/>
                  <a:moveTo>
                    <a:pt x="593677" y="692639"/>
                  </a:moveTo>
                  <a:lnTo>
                    <a:pt x="601763" y="617009"/>
                  </a:lnTo>
                  <a:lnTo>
                    <a:pt x="607486" y="668545"/>
                  </a:lnTo>
                  <a:close/>
                  <a:moveTo>
                    <a:pt x="425136" y="513935"/>
                  </a:moveTo>
                  <a:lnTo>
                    <a:pt x="422380" y="538029"/>
                  </a:lnTo>
                  <a:lnTo>
                    <a:pt x="445905" y="487571"/>
                  </a:lnTo>
                  <a:close/>
                  <a:moveTo>
                    <a:pt x="422380" y="538029"/>
                  </a:moveTo>
                  <a:lnTo>
                    <a:pt x="422220" y="533917"/>
                  </a:lnTo>
                  <a:lnTo>
                    <a:pt x="445905" y="487571"/>
                  </a:lnTo>
                  <a:close/>
                  <a:moveTo>
                    <a:pt x="461075" y="513935"/>
                  </a:moveTo>
                  <a:lnTo>
                    <a:pt x="445905" y="487571"/>
                  </a:lnTo>
                  <a:lnTo>
                    <a:pt x="422220" y="533917"/>
                  </a:lnTo>
                  <a:close/>
                  <a:moveTo>
                    <a:pt x="857676" y="977484"/>
                  </a:moveTo>
                  <a:lnTo>
                    <a:pt x="922784" y="1025278"/>
                  </a:lnTo>
                  <a:lnTo>
                    <a:pt x="874968" y="1026169"/>
                  </a:lnTo>
                  <a:close/>
                  <a:moveTo>
                    <a:pt x="622878" y="615224"/>
                  </a:moveTo>
                  <a:lnTo>
                    <a:pt x="650223" y="655736"/>
                  </a:lnTo>
                  <a:lnTo>
                    <a:pt x="616241" y="640177"/>
                  </a:lnTo>
                  <a:close/>
                  <a:moveTo>
                    <a:pt x="936261" y="763349"/>
                  </a:moveTo>
                  <a:lnTo>
                    <a:pt x="937303" y="825245"/>
                  </a:lnTo>
                  <a:lnTo>
                    <a:pt x="980352" y="765487"/>
                  </a:lnTo>
                  <a:close/>
                  <a:moveTo>
                    <a:pt x="1044457" y="750873"/>
                  </a:moveTo>
                  <a:lnTo>
                    <a:pt x="980352" y="765487"/>
                  </a:lnTo>
                  <a:lnTo>
                    <a:pt x="975745" y="801342"/>
                  </a:lnTo>
                  <a:close/>
                  <a:moveTo>
                    <a:pt x="877151" y="647937"/>
                  </a:moveTo>
                  <a:lnTo>
                    <a:pt x="898750" y="688147"/>
                  </a:lnTo>
                  <a:lnTo>
                    <a:pt x="883195" y="671894"/>
                  </a:lnTo>
                  <a:close/>
                  <a:moveTo>
                    <a:pt x="877151" y="647937"/>
                  </a:moveTo>
                  <a:lnTo>
                    <a:pt x="883195" y="671894"/>
                  </a:lnTo>
                  <a:lnTo>
                    <a:pt x="877283" y="647665"/>
                  </a:lnTo>
                  <a:close/>
                  <a:moveTo>
                    <a:pt x="1335936" y="869953"/>
                  </a:moveTo>
                  <a:lnTo>
                    <a:pt x="1366172" y="867944"/>
                  </a:lnTo>
                  <a:lnTo>
                    <a:pt x="1390272" y="898430"/>
                  </a:lnTo>
                  <a:close/>
                  <a:moveTo>
                    <a:pt x="1173851" y="722122"/>
                  </a:moveTo>
                  <a:lnTo>
                    <a:pt x="1243678" y="702685"/>
                  </a:lnTo>
                  <a:lnTo>
                    <a:pt x="1195400" y="693865"/>
                  </a:lnTo>
                  <a:close/>
                  <a:moveTo>
                    <a:pt x="1419541" y="872962"/>
                  </a:moveTo>
                  <a:lnTo>
                    <a:pt x="1390272" y="898430"/>
                  </a:lnTo>
                  <a:lnTo>
                    <a:pt x="1466783" y="874916"/>
                  </a:lnTo>
                  <a:close/>
                  <a:moveTo>
                    <a:pt x="1219415" y="648756"/>
                  </a:moveTo>
                  <a:lnTo>
                    <a:pt x="1160024" y="702685"/>
                  </a:lnTo>
                  <a:lnTo>
                    <a:pt x="1195400" y="693865"/>
                  </a:lnTo>
                  <a:close/>
                  <a:moveTo>
                    <a:pt x="1057485" y="527580"/>
                  </a:moveTo>
                  <a:lnTo>
                    <a:pt x="1068107" y="548075"/>
                  </a:lnTo>
                  <a:lnTo>
                    <a:pt x="1076881" y="536764"/>
                  </a:lnTo>
                  <a:close/>
                  <a:moveTo>
                    <a:pt x="1183041" y="575518"/>
                  </a:moveTo>
                  <a:lnTo>
                    <a:pt x="1131506" y="593079"/>
                  </a:lnTo>
                  <a:lnTo>
                    <a:pt x="1194705" y="556367"/>
                  </a:lnTo>
                  <a:close/>
                  <a:moveTo>
                    <a:pt x="1511983" y="884738"/>
                  </a:moveTo>
                  <a:lnTo>
                    <a:pt x="1518210" y="883046"/>
                  </a:lnTo>
                  <a:lnTo>
                    <a:pt x="1466783" y="874916"/>
                  </a:lnTo>
                  <a:close/>
                  <a:moveTo>
                    <a:pt x="1466783" y="874916"/>
                  </a:moveTo>
                  <a:lnTo>
                    <a:pt x="1518210" y="883046"/>
                  </a:lnTo>
                  <a:lnTo>
                    <a:pt x="1541577" y="844983"/>
                  </a:lnTo>
                  <a:close/>
                  <a:moveTo>
                    <a:pt x="1466783" y="874916"/>
                  </a:moveTo>
                  <a:lnTo>
                    <a:pt x="1541577" y="844983"/>
                  </a:lnTo>
                  <a:lnTo>
                    <a:pt x="1498027" y="856833"/>
                  </a:lnTo>
                  <a:close/>
                  <a:moveTo>
                    <a:pt x="1419541" y="872962"/>
                  </a:moveTo>
                  <a:lnTo>
                    <a:pt x="1466783" y="874916"/>
                  </a:lnTo>
                  <a:lnTo>
                    <a:pt x="1498027" y="856833"/>
                  </a:lnTo>
                  <a:close/>
                  <a:moveTo>
                    <a:pt x="1548162" y="795953"/>
                  </a:moveTo>
                  <a:lnTo>
                    <a:pt x="1498027" y="856833"/>
                  </a:lnTo>
                  <a:lnTo>
                    <a:pt x="1541577" y="844983"/>
                  </a:lnTo>
                  <a:close/>
                  <a:moveTo>
                    <a:pt x="1349531" y="278805"/>
                  </a:moveTo>
                  <a:lnTo>
                    <a:pt x="1356185" y="336138"/>
                  </a:lnTo>
                  <a:lnTo>
                    <a:pt x="1376849" y="348626"/>
                  </a:lnTo>
                  <a:close/>
                  <a:moveTo>
                    <a:pt x="1238605" y="141127"/>
                  </a:moveTo>
                  <a:lnTo>
                    <a:pt x="1259602" y="84731"/>
                  </a:lnTo>
                  <a:lnTo>
                    <a:pt x="1193247" y="78924"/>
                  </a:lnTo>
                  <a:close/>
                  <a:moveTo>
                    <a:pt x="1437628" y="18662"/>
                  </a:moveTo>
                  <a:lnTo>
                    <a:pt x="1456363" y="26559"/>
                  </a:lnTo>
                  <a:lnTo>
                    <a:pt x="1430486" y="0"/>
                  </a:lnTo>
                  <a:close/>
                  <a:moveTo>
                    <a:pt x="1769092" y="165602"/>
                  </a:moveTo>
                  <a:lnTo>
                    <a:pt x="1779582" y="228157"/>
                  </a:lnTo>
                  <a:lnTo>
                    <a:pt x="1779425" y="176621"/>
                  </a:lnTo>
                  <a:close/>
                  <a:moveTo>
                    <a:pt x="1769092" y="165602"/>
                  </a:moveTo>
                  <a:lnTo>
                    <a:pt x="1775566" y="223081"/>
                  </a:lnTo>
                  <a:lnTo>
                    <a:pt x="1779582" y="228157"/>
                  </a:lnTo>
                  <a:close/>
                  <a:moveTo>
                    <a:pt x="1750949" y="117608"/>
                  </a:moveTo>
                  <a:lnTo>
                    <a:pt x="1779425" y="176621"/>
                  </a:lnTo>
                  <a:lnTo>
                    <a:pt x="1758126" y="125084"/>
                  </a:lnTo>
                  <a:close/>
                </a:path>
              </a:pathLst>
            </a:custGeom>
            <a:solidFill>
              <a:srgbClr val="EFF2F3"/>
            </a:solidFill>
            <a:ln w="1524">
              <a:solidFill>
                <a:srgbClr val="EFF2F3"/>
              </a:solidFill>
            </a:ln>
          </p:spPr>
        </p:sp>
        <p:sp>
          <p:nvSpPr>
            <p:cNvPr id="4299" name="Output_density__4298">
              <a:extLst>
                <a:ext uri="{FF2B5EF4-FFF2-40B4-BE49-F238E27FC236}">
                  <a16:creationId xmlns:a16="http://schemas.microsoft.com/office/drawing/2014/main" id="{DFD03547-E5CB-B40E-AA75-A0F626486B12}"/>
                </a:ext>
              </a:extLst>
            </p:cNvPr>
            <p:cNvSpPr>
              <a:spLocks noGrp="1"/>
            </p:cNvSpPr>
            <p:nvPr/>
          </p:nvSpPr>
          <p:spPr>
            <a:xfrm>
              <a:off x="15032608" y="2262760"/>
              <a:ext cx="1460967" cy="1368790"/>
            </a:xfrm>
            <a:custGeom>
              <a:avLst/>
              <a:gdLst/>
              <a:ahLst/>
              <a:cxnLst/>
              <a:rect l="0" t="0" r="0" b="0"/>
              <a:pathLst>
                <a:path w="1460967" h="1368790">
                  <a:moveTo>
                    <a:pt x="153046" y="1304797"/>
                  </a:moveTo>
                  <a:lnTo>
                    <a:pt x="208130" y="1337984"/>
                  </a:lnTo>
                  <a:lnTo>
                    <a:pt x="194069" y="1286672"/>
                  </a:lnTo>
                  <a:close/>
                  <a:moveTo>
                    <a:pt x="153046" y="1304797"/>
                  </a:moveTo>
                  <a:lnTo>
                    <a:pt x="169779" y="1356334"/>
                  </a:lnTo>
                  <a:lnTo>
                    <a:pt x="208130" y="1337984"/>
                  </a:lnTo>
                  <a:close/>
                  <a:moveTo>
                    <a:pt x="219482" y="1332240"/>
                  </a:moveTo>
                  <a:lnTo>
                    <a:pt x="207215" y="1280703"/>
                  </a:lnTo>
                  <a:lnTo>
                    <a:pt x="208130" y="1337984"/>
                  </a:lnTo>
                  <a:close/>
                  <a:moveTo>
                    <a:pt x="207215" y="1280703"/>
                  </a:moveTo>
                  <a:lnTo>
                    <a:pt x="194069" y="1286672"/>
                  </a:lnTo>
                  <a:lnTo>
                    <a:pt x="208130" y="1337984"/>
                  </a:lnTo>
                  <a:close/>
                  <a:moveTo>
                    <a:pt x="155142" y="1253261"/>
                  </a:moveTo>
                  <a:lnTo>
                    <a:pt x="194069" y="1286672"/>
                  </a:lnTo>
                  <a:lnTo>
                    <a:pt x="167225" y="1245753"/>
                  </a:lnTo>
                  <a:close/>
                  <a:moveTo>
                    <a:pt x="155142" y="1253261"/>
                  </a:moveTo>
                  <a:lnTo>
                    <a:pt x="153046" y="1304797"/>
                  </a:lnTo>
                  <a:lnTo>
                    <a:pt x="194069" y="1286672"/>
                  </a:lnTo>
                  <a:close/>
                  <a:moveTo>
                    <a:pt x="207215" y="1280703"/>
                  </a:moveTo>
                  <a:lnTo>
                    <a:pt x="192799" y="1229167"/>
                  </a:lnTo>
                  <a:lnTo>
                    <a:pt x="194069" y="1286672"/>
                  </a:lnTo>
                  <a:close/>
                  <a:moveTo>
                    <a:pt x="192799" y="1229167"/>
                  </a:moveTo>
                  <a:lnTo>
                    <a:pt x="167225" y="1245753"/>
                  </a:lnTo>
                  <a:lnTo>
                    <a:pt x="194069" y="1286672"/>
                  </a:lnTo>
                  <a:close/>
                  <a:moveTo>
                    <a:pt x="276440" y="1256609"/>
                  </a:moveTo>
                  <a:lnTo>
                    <a:pt x="192799" y="1229167"/>
                  </a:lnTo>
                  <a:lnTo>
                    <a:pt x="207215" y="1280703"/>
                  </a:lnTo>
                  <a:close/>
                  <a:moveTo>
                    <a:pt x="46695" y="954064"/>
                  </a:moveTo>
                  <a:lnTo>
                    <a:pt x="0" y="954043"/>
                  </a:lnTo>
                  <a:lnTo>
                    <a:pt x="57808" y="958249"/>
                  </a:lnTo>
                  <a:close/>
                  <a:moveTo>
                    <a:pt x="94773" y="921777"/>
                  </a:moveTo>
                  <a:lnTo>
                    <a:pt x="46695" y="954064"/>
                  </a:lnTo>
                  <a:lnTo>
                    <a:pt x="62601" y="947390"/>
                  </a:lnTo>
                  <a:close/>
                  <a:moveTo>
                    <a:pt x="46695" y="954064"/>
                  </a:moveTo>
                  <a:lnTo>
                    <a:pt x="57808" y="958249"/>
                  </a:lnTo>
                  <a:lnTo>
                    <a:pt x="62601" y="947390"/>
                  </a:lnTo>
                  <a:close/>
                  <a:moveTo>
                    <a:pt x="123918" y="929265"/>
                  </a:moveTo>
                  <a:lnTo>
                    <a:pt x="62601" y="947390"/>
                  </a:lnTo>
                  <a:lnTo>
                    <a:pt x="138424" y="950082"/>
                  </a:lnTo>
                  <a:close/>
                  <a:moveTo>
                    <a:pt x="62601" y="947390"/>
                  </a:moveTo>
                  <a:lnTo>
                    <a:pt x="57808" y="958249"/>
                  </a:lnTo>
                  <a:lnTo>
                    <a:pt x="138424" y="950082"/>
                  </a:lnTo>
                  <a:close/>
                  <a:moveTo>
                    <a:pt x="94773" y="921777"/>
                  </a:moveTo>
                  <a:lnTo>
                    <a:pt x="62601" y="947390"/>
                  </a:lnTo>
                  <a:lnTo>
                    <a:pt x="123918" y="929265"/>
                  </a:lnTo>
                  <a:close/>
                  <a:moveTo>
                    <a:pt x="123466" y="895853"/>
                  </a:moveTo>
                  <a:lnTo>
                    <a:pt x="123918" y="929265"/>
                  </a:lnTo>
                  <a:lnTo>
                    <a:pt x="140950" y="923296"/>
                  </a:lnTo>
                  <a:close/>
                  <a:moveTo>
                    <a:pt x="123466" y="895853"/>
                  </a:moveTo>
                  <a:lnTo>
                    <a:pt x="140950" y="923296"/>
                  </a:lnTo>
                  <a:lnTo>
                    <a:pt x="132205" y="871759"/>
                  </a:lnTo>
                  <a:close/>
                  <a:moveTo>
                    <a:pt x="123918" y="929265"/>
                  </a:moveTo>
                  <a:lnTo>
                    <a:pt x="138424" y="950082"/>
                  </a:lnTo>
                  <a:lnTo>
                    <a:pt x="140950" y="923296"/>
                  </a:lnTo>
                  <a:close/>
                  <a:moveTo>
                    <a:pt x="617472" y="1311495"/>
                  </a:moveTo>
                  <a:lnTo>
                    <a:pt x="591057" y="1317307"/>
                  </a:lnTo>
                  <a:lnTo>
                    <a:pt x="604907" y="1368790"/>
                  </a:lnTo>
                  <a:close/>
                  <a:moveTo>
                    <a:pt x="200100" y="968055"/>
                  </a:moveTo>
                  <a:lnTo>
                    <a:pt x="203700" y="1019462"/>
                  </a:lnTo>
                  <a:lnTo>
                    <a:pt x="250288" y="950739"/>
                  </a:lnTo>
                  <a:close/>
                  <a:moveTo>
                    <a:pt x="250288" y="950739"/>
                  </a:moveTo>
                  <a:lnTo>
                    <a:pt x="203700" y="1019462"/>
                  </a:lnTo>
                  <a:lnTo>
                    <a:pt x="207195" y="1026369"/>
                  </a:lnTo>
                  <a:close/>
                  <a:moveTo>
                    <a:pt x="197173" y="907692"/>
                  </a:moveTo>
                  <a:lnTo>
                    <a:pt x="140950" y="923296"/>
                  </a:lnTo>
                  <a:lnTo>
                    <a:pt x="153112" y="968273"/>
                  </a:lnTo>
                  <a:close/>
                  <a:moveTo>
                    <a:pt x="132205" y="871759"/>
                  </a:moveTo>
                  <a:lnTo>
                    <a:pt x="197173" y="907692"/>
                  </a:lnTo>
                  <a:lnTo>
                    <a:pt x="190088" y="850709"/>
                  </a:lnTo>
                  <a:close/>
                  <a:moveTo>
                    <a:pt x="132205" y="871759"/>
                  </a:moveTo>
                  <a:lnTo>
                    <a:pt x="140950" y="923296"/>
                  </a:lnTo>
                  <a:lnTo>
                    <a:pt x="197173" y="907692"/>
                  </a:lnTo>
                  <a:close/>
                  <a:moveTo>
                    <a:pt x="233182" y="899202"/>
                  </a:moveTo>
                  <a:lnTo>
                    <a:pt x="197449" y="847665"/>
                  </a:lnTo>
                  <a:lnTo>
                    <a:pt x="197173" y="907692"/>
                  </a:lnTo>
                  <a:close/>
                  <a:moveTo>
                    <a:pt x="197449" y="847665"/>
                  </a:moveTo>
                  <a:lnTo>
                    <a:pt x="190088" y="850709"/>
                  </a:lnTo>
                  <a:lnTo>
                    <a:pt x="197173" y="907692"/>
                  </a:lnTo>
                  <a:close/>
                  <a:moveTo>
                    <a:pt x="157298" y="845973"/>
                  </a:moveTo>
                  <a:lnTo>
                    <a:pt x="132205" y="871759"/>
                  </a:lnTo>
                  <a:lnTo>
                    <a:pt x="190088" y="850709"/>
                  </a:lnTo>
                  <a:close/>
                  <a:moveTo>
                    <a:pt x="226978" y="796916"/>
                  </a:moveTo>
                  <a:lnTo>
                    <a:pt x="157298" y="845973"/>
                  </a:lnTo>
                  <a:lnTo>
                    <a:pt x="197449" y="847665"/>
                  </a:lnTo>
                  <a:close/>
                  <a:moveTo>
                    <a:pt x="197449" y="847665"/>
                  </a:moveTo>
                  <a:lnTo>
                    <a:pt x="157298" y="845973"/>
                  </a:lnTo>
                  <a:lnTo>
                    <a:pt x="190088" y="850709"/>
                  </a:lnTo>
                  <a:close/>
                  <a:moveTo>
                    <a:pt x="468568" y="1041253"/>
                  </a:moveTo>
                  <a:lnTo>
                    <a:pt x="415512" y="1095104"/>
                  </a:lnTo>
                  <a:lnTo>
                    <a:pt x="452371" y="1081254"/>
                  </a:lnTo>
                  <a:close/>
                  <a:moveTo>
                    <a:pt x="397849" y="1086422"/>
                  </a:moveTo>
                  <a:lnTo>
                    <a:pt x="415512" y="1095104"/>
                  </a:lnTo>
                  <a:lnTo>
                    <a:pt x="468568" y="1041253"/>
                  </a:lnTo>
                  <a:close/>
                  <a:moveTo>
                    <a:pt x="437396" y="1059605"/>
                  </a:moveTo>
                  <a:lnTo>
                    <a:pt x="397849" y="1086422"/>
                  </a:lnTo>
                  <a:lnTo>
                    <a:pt x="468568" y="1041253"/>
                  </a:lnTo>
                  <a:close/>
                  <a:moveTo>
                    <a:pt x="468568" y="1041253"/>
                  </a:moveTo>
                  <a:lnTo>
                    <a:pt x="469166" y="1029718"/>
                  </a:lnTo>
                  <a:lnTo>
                    <a:pt x="444438" y="1053812"/>
                  </a:lnTo>
                  <a:close/>
                  <a:moveTo>
                    <a:pt x="233182" y="899202"/>
                  </a:moveTo>
                  <a:lnTo>
                    <a:pt x="288989" y="893868"/>
                  </a:lnTo>
                  <a:lnTo>
                    <a:pt x="270273" y="886245"/>
                  </a:lnTo>
                  <a:close/>
                  <a:moveTo>
                    <a:pt x="233182" y="899202"/>
                  </a:moveTo>
                  <a:lnTo>
                    <a:pt x="270273" y="886245"/>
                  </a:lnTo>
                  <a:lnTo>
                    <a:pt x="197449" y="847665"/>
                  </a:lnTo>
                  <a:close/>
                  <a:moveTo>
                    <a:pt x="270273" y="886245"/>
                  </a:moveTo>
                  <a:lnTo>
                    <a:pt x="327288" y="875108"/>
                  </a:lnTo>
                  <a:lnTo>
                    <a:pt x="276428" y="846904"/>
                  </a:lnTo>
                  <a:close/>
                  <a:moveTo>
                    <a:pt x="270273" y="886245"/>
                  </a:moveTo>
                  <a:lnTo>
                    <a:pt x="288989" y="893868"/>
                  </a:lnTo>
                  <a:lnTo>
                    <a:pt x="327288" y="875108"/>
                  </a:lnTo>
                  <a:close/>
                  <a:moveTo>
                    <a:pt x="226978" y="796916"/>
                  </a:moveTo>
                  <a:lnTo>
                    <a:pt x="263622" y="799025"/>
                  </a:lnTo>
                  <a:lnTo>
                    <a:pt x="227354" y="796129"/>
                  </a:lnTo>
                  <a:close/>
                  <a:moveTo>
                    <a:pt x="263622" y="799025"/>
                  </a:moveTo>
                  <a:lnTo>
                    <a:pt x="280088" y="772035"/>
                  </a:lnTo>
                  <a:lnTo>
                    <a:pt x="227354" y="796129"/>
                  </a:lnTo>
                  <a:close/>
                  <a:moveTo>
                    <a:pt x="468568" y="1041253"/>
                  </a:moveTo>
                  <a:lnTo>
                    <a:pt x="452371" y="1081254"/>
                  </a:lnTo>
                  <a:lnTo>
                    <a:pt x="491427" y="1071369"/>
                  </a:lnTo>
                  <a:close/>
                  <a:moveTo>
                    <a:pt x="491427" y="1071369"/>
                  </a:moveTo>
                  <a:lnTo>
                    <a:pt x="469166" y="1029718"/>
                  </a:lnTo>
                  <a:lnTo>
                    <a:pt x="468568" y="1041253"/>
                  </a:lnTo>
                  <a:close/>
                  <a:moveTo>
                    <a:pt x="328993" y="799478"/>
                  </a:moveTo>
                  <a:lnTo>
                    <a:pt x="276428" y="846904"/>
                  </a:lnTo>
                  <a:lnTo>
                    <a:pt x="327288" y="875108"/>
                  </a:lnTo>
                  <a:close/>
                  <a:moveTo>
                    <a:pt x="263622" y="799025"/>
                  </a:moveTo>
                  <a:lnTo>
                    <a:pt x="284173" y="812201"/>
                  </a:lnTo>
                  <a:lnTo>
                    <a:pt x="328993" y="799478"/>
                  </a:lnTo>
                  <a:close/>
                  <a:moveTo>
                    <a:pt x="280088" y="772035"/>
                  </a:moveTo>
                  <a:lnTo>
                    <a:pt x="263622" y="799025"/>
                  </a:lnTo>
                  <a:lnTo>
                    <a:pt x="328993" y="799478"/>
                  </a:lnTo>
                  <a:close/>
                  <a:moveTo>
                    <a:pt x="33132" y="461290"/>
                  </a:moveTo>
                  <a:lnTo>
                    <a:pt x="28470" y="462815"/>
                  </a:lnTo>
                  <a:lnTo>
                    <a:pt x="34574" y="461974"/>
                  </a:lnTo>
                  <a:close/>
                  <a:moveTo>
                    <a:pt x="641646" y="1069209"/>
                  </a:moveTo>
                  <a:lnTo>
                    <a:pt x="616491" y="1108697"/>
                  </a:lnTo>
                  <a:lnTo>
                    <a:pt x="616472" y="1108417"/>
                  </a:lnTo>
                  <a:close/>
                  <a:moveTo>
                    <a:pt x="653619" y="1074198"/>
                  </a:moveTo>
                  <a:lnTo>
                    <a:pt x="616491" y="1108697"/>
                  </a:lnTo>
                  <a:lnTo>
                    <a:pt x="641646" y="1069209"/>
                  </a:lnTo>
                  <a:close/>
                  <a:moveTo>
                    <a:pt x="681111" y="1042084"/>
                  </a:moveTo>
                  <a:lnTo>
                    <a:pt x="653619" y="1074198"/>
                  </a:lnTo>
                  <a:lnTo>
                    <a:pt x="641646" y="1069209"/>
                  </a:lnTo>
                  <a:close/>
                  <a:moveTo>
                    <a:pt x="653619" y="1074198"/>
                  </a:moveTo>
                  <a:lnTo>
                    <a:pt x="681111" y="1042084"/>
                  </a:lnTo>
                  <a:lnTo>
                    <a:pt x="663930" y="1057161"/>
                  </a:lnTo>
                  <a:close/>
                  <a:moveTo>
                    <a:pt x="681111" y="1042084"/>
                  </a:moveTo>
                  <a:lnTo>
                    <a:pt x="690365" y="1033067"/>
                  </a:lnTo>
                  <a:lnTo>
                    <a:pt x="663930" y="1057161"/>
                  </a:lnTo>
                  <a:close/>
                  <a:moveTo>
                    <a:pt x="681111" y="1042084"/>
                  </a:moveTo>
                  <a:lnTo>
                    <a:pt x="718859" y="1048318"/>
                  </a:lnTo>
                  <a:lnTo>
                    <a:pt x="690365" y="1033067"/>
                  </a:lnTo>
                  <a:close/>
                  <a:moveTo>
                    <a:pt x="718859" y="1048318"/>
                  </a:moveTo>
                  <a:lnTo>
                    <a:pt x="735511" y="1008973"/>
                  </a:lnTo>
                  <a:lnTo>
                    <a:pt x="690365" y="1033067"/>
                  </a:lnTo>
                  <a:close/>
                  <a:moveTo>
                    <a:pt x="673956" y="848694"/>
                  </a:moveTo>
                  <a:lnTo>
                    <a:pt x="732655" y="838954"/>
                  </a:lnTo>
                  <a:lnTo>
                    <a:pt x="701600" y="809114"/>
                  </a:lnTo>
                  <a:close/>
                  <a:moveTo>
                    <a:pt x="977589" y="1036415"/>
                  </a:moveTo>
                  <a:lnTo>
                    <a:pt x="1006054" y="1063858"/>
                  </a:lnTo>
                  <a:lnTo>
                    <a:pt x="1005437" y="1012321"/>
                  </a:lnTo>
                  <a:close/>
                  <a:moveTo>
                    <a:pt x="538023" y="586658"/>
                  </a:moveTo>
                  <a:lnTo>
                    <a:pt x="573771" y="585413"/>
                  </a:lnTo>
                  <a:lnTo>
                    <a:pt x="539378" y="572586"/>
                  </a:lnTo>
                  <a:close/>
                  <a:moveTo>
                    <a:pt x="573771" y="585413"/>
                  </a:moveTo>
                  <a:lnTo>
                    <a:pt x="588048" y="548492"/>
                  </a:lnTo>
                  <a:lnTo>
                    <a:pt x="539378" y="572586"/>
                  </a:lnTo>
                  <a:close/>
                  <a:moveTo>
                    <a:pt x="588048" y="548492"/>
                  </a:moveTo>
                  <a:lnTo>
                    <a:pt x="602665" y="518767"/>
                  </a:lnTo>
                  <a:lnTo>
                    <a:pt x="554722" y="521049"/>
                  </a:lnTo>
                  <a:close/>
                  <a:moveTo>
                    <a:pt x="539378" y="572586"/>
                  </a:moveTo>
                  <a:lnTo>
                    <a:pt x="588048" y="548492"/>
                  </a:lnTo>
                  <a:lnTo>
                    <a:pt x="554722" y="521049"/>
                  </a:lnTo>
                  <a:close/>
                  <a:moveTo>
                    <a:pt x="1005437" y="1012321"/>
                  </a:moveTo>
                  <a:lnTo>
                    <a:pt x="1045543" y="1050225"/>
                  </a:lnTo>
                  <a:lnTo>
                    <a:pt x="1031265" y="999091"/>
                  </a:lnTo>
                  <a:close/>
                  <a:moveTo>
                    <a:pt x="1005437" y="1012321"/>
                  </a:moveTo>
                  <a:lnTo>
                    <a:pt x="1006054" y="1063858"/>
                  </a:lnTo>
                  <a:lnTo>
                    <a:pt x="1045543" y="1050225"/>
                  </a:lnTo>
                  <a:close/>
                  <a:moveTo>
                    <a:pt x="1045543" y="1050225"/>
                  </a:moveTo>
                  <a:lnTo>
                    <a:pt x="1091836" y="1050572"/>
                  </a:lnTo>
                  <a:lnTo>
                    <a:pt x="1031265" y="999091"/>
                  </a:lnTo>
                  <a:close/>
                  <a:moveTo>
                    <a:pt x="997830" y="960785"/>
                  </a:moveTo>
                  <a:lnTo>
                    <a:pt x="1005437" y="1012321"/>
                  </a:lnTo>
                  <a:lnTo>
                    <a:pt x="1031265" y="999091"/>
                  </a:lnTo>
                  <a:close/>
                  <a:moveTo>
                    <a:pt x="1009030" y="954424"/>
                  </a:moveTo>
                  <a:lnTo>
                    <a:pt x="1055948" y="936691"/>
                  </a:lnTo>
                  <a:lnTo>
                    <a:pt x="1059826" y="888367"/>
                  </a:lnTo>
                  <a:close/>
                  <a:moveTo>
                    <a:pt x="602665" y="518767"/>
                  </a:moveTo>
                  <a:lnTo>
                    <a:pt x="588048" y="548492"/>
                  </a:lnTo>
                  <a:lnTo>
                    <a:pt x="631003" y="531917"/>
                  </a:lnTo>
                  <a:close/>
                  <a:moveTo>
                    <a:pt x="640241" y="496955"/>
                  </a:moveTo>
                  <a:lnTo>
                    <a:pt x="602665" y="518767"/>
                  </a:lnTo>
                  <a:lnTo>
                    <a:pt x="685664" y="519511"/>
                  </a:lnTo>
                  <a:close/>
                  <a:moveTo>
                    <a:pt x="675350" y="524398"/>
                  </a:moveTo>
                  <a:lnTo>
                    <a:pt x="602665" y="518767"/>
                  </a:lnTo>
                  <a:lnTo>
                    <a:pt x="631003" y="531917"/>
                  </a:lnTo>
                  <a:close/>
                  <a:moveTo>
                    <a:pt x="1100719" y="888371"/>
                  </a:moveTo>
                  <a:lnTo>
                    <a:pt x="1055948" y="936691"/>
                  </a:lnTo>
                  <a:lnTo>
                    <a:pt x="1090478" y="912597"/>
                  </a:lnTo>
                  <a:close/>
                  <a:moveTo>
                    <a:pt x="1070501" y="910293"/>
                  </a:moveTo>
                  <a:lnTo>
                    <a:pt x="1055948" y="936691"/>
                  </a:lnTo>
                  <a:lnTo>
                    <a:pt x="1100719" y="888371"/>
                  </a:lnTo>
                  <a:close/>
                  <a:moveTo>
                    <a:pt x="761314" y="448768"/>
                  </a:moveTo>
                  <a:lnTo>
                    <a:pt x="773759" y="500304"/>
                  </a:lnTo>
                  <a:lnTo>
                    <a:pt x="806516" y="476211"/>
                  </a:lnTo>
                  <a:close/>
                  <a:moveTo>
                    <a:pt x="753514" y="397231"/>
                  </a:moveTo>
                  <a:lnTo>
                    <a:pt x="761314" y="448768"/>
                  </a:lnTo>
                  <a:lnTo>
                    <a:pt x="793822" y="424674"/>
                  </a:lnTo>
                  <a:close/>
                  <a:moveTo>
                    <a:pt x="753514" y="397231"/>
                  </a:moveTo>
                  <a:lnTo>
                    <a:pt x="793822" y="424674"/>
                  </a:lnTo>
                  <a:lnTo>
                    <a:pt x="782789" y="373137"/>
                  </a:lnTo>
                  <a:close/>
                  <a:moveTo>
                    <a:pt x="730455" y="345695"/>
                  </a:moveTo>
                  <a:lnTo>
                    <a:pt x="753514" y="397231"/>
                  </a:lnTo>
                  <a:lnTo>
                    <a:pt x="782789" y="373137"/>
                  </a:lnTo>
                  <a:close/>
                  <a:moveTo>
                    <a:pt x="730455" y="345695"/>
                  </a:moveTo>
                  <a:lnTo>
                    <a:pt x="782789" y="373137"/>
                  </a:lnTo>
                  <a:lnTo>
                    <a:pt x="770623" y="321601"/>
                  </a:lnTo>
                  <a:close/>
                  <a:moveTo>
                    <a:pt x="786193" y="297507"/>
                  </a:moveTo>
                  <a:lnTo>
                    <a:pt x="781791" y="245970"/>
                  </a:lnTo>
                  <a:lnTo>
                    <a:pt x="770623" y="321601"/>
                  </a:lnTo>
                  <a:close/>
                  <a:moveTo>
                    <a:pt x="976560" y="127182"/>
                  </a:moveTo>
                  <a:lnTo>
                    <a:pt x="943559" y="146245"/>
                  </a:lnTo>
                  <a:lnTo>
                    <a:pt x="987609" y="140325"/>
                  </a:lnTo>
                  <a:close/>
                  <a:moveTo>
                    <a:pt x="950284" y="135673"/>
                  </a:moveTo>
                  <a:lnTo>
                    <a:pt x="943559" y="146245"/>
                  </a:lnTo>
                  <a:lnTo>
                    <a:pt x="976560" y="127182"/>
                  </a:lnTo>
                  <a:close/>
                  <a:moveTo>
                    <a:pt x="1040150" y="27192"/>
                  </a:moveTo>
                  <a:lnTo>
                    <a:pt x="980703" y="70615"/>
                  </a:lnTo>
                  <a:lnTo>
                    <a:pt x="1028517" y="46521"/>
                  </a:lnTo>
                  <a:close/>
                  <a:moveTo>
                    <a:pt x="1040150" y="27192"/>
                  </a:moveTo>
                  <a:lnTo>
                    <a:pt x="1005685" y="33231"/>
                  </a:lnTo>
                  <a:lnTo>
                    <a:pt x="980703" y="70615"/>
                  </a:lnTo>
                  <a:close/>
                  <a:moveTo>
                    <a:pt x="1080410" y="3042"/>
                  </a:moveTo>
                  <a:lnTo>
                    <a:pt x="1040150" y="27192"/>
                  </a:lnTo>
                  <a:lnTo>
                    <a:pt x="1120089" y="16495"/>
                  </a:lnTo>
                  <a:close/>
                  <a:moveTo>
                    <a:pt x="1124066" y="20484"/>
                  </a:moveTo>
                  <a:lnTo>
                    <a:pt x="1162397" y="0"/>
                  </a:lnTo>
                  <a:lnTo>
                    <a:pt x="1120089" y="16495"/>
                  </a:lnTo>
                  <a:close/>
                  <a:moveTo>
                    <a:pt x="1447619" y="232790"/>
                  </a:moveTo>
                  <a:lnTo>
                    <a:pt x="1432003" y="256016"/>
                  </a:lnTo>
                  <a:lnTo>
                    <a:pt x="1460967" y="250214"/>
                  </a:lnTo>
                  <a:close/>
                </a:path>
              </a:pathLst>
            </a:custGeom>
            <a:solidFill>
              <a:srgbClr val="F5F7F8"/>
            </a:solidFill>
            <a:ln w="1524">
              <a:solidFill>
                <a:srgbClr val="F5F7F8"/>
              </a:solidFill>
            </a:ln>
          </p:spPr>
        </p:sp>
        <p:sp>
          <p:nvSpPr>
            <p:cNvPr id="4300" name="Output_density__4299">
              <a:extLst>
                <a:ext uri="{FF2B5EF4-FFF2-40B4-BE49-F238E27FC236}">
                  <a16:creationId xmlns:a16="http://schemas.microsoft.com/office/drawing/2014/main" id="{A7B0CF8A-588C-020E-4D9B-6D8265A83FB4}"/>
                </a:ext>
              </a:extLst>
            </p:cNvPr>
            <p:cNvSpPr>
              <a:spLocks noGrp="1"/>
            </p:cNvSpPr>
            <p:nvPr/>
          </p:nvSpPr>
          <p:spPr>
            <a:xfrm>
              <a:off x="14966537" y="2393692"/>
              <a:ext cx="1604448" cy="1337703"/>
            </a:xfrm>
            <a:custGeom>
              <a:avLst/>
              <a:gdLst/>
              <a:ahLst/>
              <a:cxnLst/>
              <a:rect l="0" t="0" r="0" b="0"/>
              <a:pathLst>
                <a:path w="1604448" h="1337703">
                  <a:moveTo>
                    <a:pt x="339721" y="1245183"/>
                  </a:moveTo>
                  <a:lnTo>
                    <a:pt x="308724" y="1264190"/>
                  </a:lnTo>
                  <a:lnTo>
                    <a:pt x="385098" y="1240163"/>
                  </a:lnTo>
                  <a:close/>
                  <a:moveTo>
                    <a:pt x="0" y="789015"/>
                  </a:moveTo>
                  <a:lnTo>
                    <a:pt x="15555" y="801437"/>
                  </a:lnTo>
                  <a:lnTo>
                    <a:pt x="17577" y="739450"/>
                  </a:lnTo>
                  <a:close/>
                  <a:moveTo>
                    <a:pt x="531299" y="1302534"/>
                  </a:moveTo>
                  <a:lnTo>
                    <a:pt x="504625" y="1337703"/>
                  </a:lnTo>
                  <a:lnTo>
                    <a:pt x="577451" y="1300410"/>
                  </a:lnTo>
                  <a:close/>
                  <a:moveTo>
                    <a:pt x="410368" y="1199746"/>
                  </a:moveTo>
                  <a:lnTo>
                    <a:pt x="385098" y="1240163"/>
                  </a:lnTo>
                  <a:lnTo>
                    <a:pt x="436426" y="1177213"/>
                  </a:lnTo>
                  <a:close/>
                  <a:moveTo>
                    <a:pt x="414086" y="1201308"/>
                  </a:moveTo>
                  <a:lnTo>
                    <a:pt x="409693" y="1125677"/>
                  </a:lnTo>
                  <a:lnTo>
                    <a:pt x="436426" y="1177213"/>
                  </a:lnTo>
                  <a:close/>
                  <a:moveTo>
                    <a:pt x="158194" y="943625"/>
                  </a:moveTo>
                  <a:lnTo>
                    <a:pt x="171745" y="919530"/>
                  </a:lnTo>
                  <a:lnTo>
                    <a:pt x="152058" y="932672"/>
                  </a:lnTo>
                  <a:close/>
                  <a:moveTo>
                    <a:pt x="171745" y="919530"/>
                  </a:moveTo>
                  <a:lnTo>
                    <a:pt x="158194" y="943625"/>
                  </a:lnTo>
                  <a:lnTo>
                    <a:pt x="194008" y="914842"/>
                  </a:lnTo>
                  <a:close/>
                  <a:moveTo>
                    <a:pt x="194008" y="914842"/>
                  </a:moveTo>
                  <a:lnTo>
                    <a:pt x="163843" y="936957"/>
                  </a:lnTo>
                  <a:lnTo>
                    <a:pt x="241739" y="918623"/>
                  </a:lnTo>
                  <a:close/>
                  <a:moveTo>
                    <a:pt x="418544" y="692639"/>
                  </a:moveTo>
                  <a:lnTo>
                    <a:pt x="443913" y="618340"/>
                  </a:lnTo>
                  <a:lnTo>
                    <a:pt x="426630" y="617009"/>
                  </a:lnTo>
                  <a:close/>
                  <a:moveTo>
                    <a:pt x="426630" y="617009"/>
                  </a:moveTo>
                  <a:lnTo>
                    <a:pt x="443913" y="618340"/>
                  </a:lnTo>
                  <a:lnTo>
                    <a:pt x="443901" y="610843"/>
                  </a:lnTo>
                  <a:close/>
                  <a:moveTo>
                    <a:pt x="426630" y="617009"/>
                  </a:moveTo>
                  <a:lnTo>
                    <a:pt x="447745" y="615224"/>
                  </a:lnTo>
                  <a:lnTo>
                    <a:pt x="441107" y="640177"/>
                  </a:lnTo>
                  <a:close/>
                  <a:moveTo>
                    <a:pt x="447745" y="615224"/>
                  </a:moveTo>
                  <a:lnTo>
                    <a:pt x="426630" y="617009"/>
                  </a:lnTo>
                  <a:lnTo>
                    <a:pt x="443901" y="610843"/>
                  </a:lnTo>
                  <a:close/>
                  <a:moveTo>
                    <a:pt x="765093" y="826503"/>
                  </a:moveTo>
                  <a:lnTo>
                    <a:pt x="761419" y="829483"/>
                  </a:lnTo>
                  <a:lnTo>
                    <a:pt x="756716" y="829679"/>
                  </a:lnTo>
                  <a:close/>
                  <a:moveTo>
                    <a:pt x="728095" y="839792"/>
                  </a:moveTo>
                  <a:lnTo>
                    <a:pt x="747603" y="826503"/>
                  </a:lnTo>
                  <a:lnTo>
                    <a:pt x="712636" y="821769"/>
                  </a:lnTo>
                  <a:close/>
                  <a:moveTo>
                    <a:pt x="765093" y="826503"/>
                  </a:moveTo>
                  <a:lnTo>
                    <a:pt x="756716" y="829679"/>
                  </a:lnTo>
                  <a:lnTo>
                    <a:pt x="800612" y="801342"/>
                  </a:lnTo>
                  <a:close/>
                  <a:moveTo>
                    <a:pt x="762170" y="825245"/>
                  </a:moveTo>
                  <a:lnTo>
                    <a:pt x="761419" y="829483"/>
                  </a:lnTo>
                  <a:lnTo>
                    <a:pt x="765093" y="826503"/>
                  </a:lnTo>
                  <a:close/>
                  <a:moveTo>
                    <a:pt x="762170" y="825245"/>
                  </a:moveTo>
                  <a:lnTo>
                    <a:pt x="765093" y="826503"/>
                  </a:lnTo>
                  <a:lnTo>
                    <a:pt x="800612" y="801342"/>
                  </a:lnTo>
                  <a:close/>
                  <a:moveTo>
                    <a:pt x="805219" y="765487"/>
                  </a:moveTo>
                  <a:lnTo>
                    <a:pt x="762170" y="825245"/>
                  </a:lnTo>
                  <a:lnTo>
                    <a:pt x="800612" y="801342"/>
                  </a:lnTo>
                  <a:close/>
                  <a:moveTo>
                    <a:pt x="1121163" y="856646"/>
                  </a:moveTo>
                  <a:lnTo>
                    <a:pt x="1149151" y="864015"/>
                  </a:lnTo>
                  <a:lnTo>
                    <a:pt x="1137188" y="857295"/>
                  </a:lnTo>
                  <a:close/>
                  <a:moveTo>
                    <a:pt x="984891" y="702685"/>
                  </a:moveTo>
                  <a:lnTo>
                    <a:pt x="998718" y="722122"/>
                  </a:lnTo>
                  <a:lnTo>
                    <a:pt x="1020267" y="693865"/>
                  </a:lnTo>
                  <a:close/>
                  <a:moveTo>
                    <a:pt x="790845" y="534804"/>
                  </a:moveTo>
                  <a:lnTo>
                    <a:pt x="810008" y="572169"/>
                  </a:lnTo>
                  <a:lnTo>
                    <a:pt x="811151" y="570946"/>
                  </a:lnTo>
                  <a:close/>
                  <a:moveTo>
                    <a:pt x="838486" y="538247"/>
                  </a:moveTo>
                  <a:lnTo>
                    <a:pt x="811151" y="570946"/>
                  </a:lnTo>
                  <a:lnTo>
                    <a:pt x="882352" y="527580"/>
                  </a:lnTo>
                  <a:close/>
                  <a:moveTo>
                    <a:pt x="1026096" y="511635"/>
                  </a:moveTo>
                  <a:lnTo>
                    <a:pt x="1007907" y="575518"/>
                  </a:lnTo>
                  <a:lnTo>
                    <a:pt x="1019572" y="556367"/>
                  </a:lnTo>
                  <a:close/>
                  <a:moveTo>
                    <a:pt x="1026096" y="511635"/>
                  </a:moveTo>
                  <a:lnTo>
                    <a:pt x="1019572" y="556367"/>
                  </a:lnTo>
                  <a:lnTo>
                    <a:pt x="1040385" y="523982"/>
                  </a:lnTo>
                  <a:close/>
                  <a:moveTo>
                    <a:pt x="1026096" y="511635"/>
                  </a:moveTo>
                  <a:lnTo>
                    <a:pt x="1040385" y="523982"/>
                  </a:lnTo>
                  <a:lnTo>
                    <a:pt x="1037620" y="488946"/>
                  </a:lnTo>
                  <a:close/>
                  <a:moveTo>
                    <a:pt x="1037620" y="488946"/>
                  </a:moveTo>
                  <a:lnTo>
                    <a:pt x="1040385" y="523982"/>
                  </a:lnTo>
                  <a:lnTo>
                    <a:pt x="1055081" y="514454"/>
                  </a:lnTo>
                  <a:close/>
                  <a:moveTo>
                    <a:pt x="1037620" y="488946"/>
                  </a:moveTo>
                  <a:lnTo>
                    <a:pt x="1055081" y="514454"/>
                  </a:lnTo>
                  <a:lnTo>
                    <a:pt x="1079735" y="471734"/>
                  </a:lnTo>
                  <a:close/>
                  <a:moveTo>
                    <a:pt x="1079735" y="471734"/>
                  </a:moveTo>
                  <a:lnTo>
                    <a:pt x="1112345" y="458755"/>
                  </a:lnTo>
                  <a:lnTo>
                    <a:pt x="1037620" y="488946"/>
                  </a:lnTo>
                  <a:close/>
                  <a:moveTo>
                    <a:pt x="1129844" y="484406"/>
                  </a:moveTo>
                  <a:lnTo>
                    <a:pt x="1112345" y="458755"/>
                  </a:lnTo>
                  <a:lnTo>
                    <a:pt x="1079735" y="471734"/>
                  </a:lnTo>
                  <a:close/>
                  <a:moveTo>
                    <a:pt x="1212624" y="484330"/>
                  </a:moveTo>
                  <a:lnTo>
                    <a:pt x="1237944" y="516096"/>
                  </a:lnTo>
                  <a:lnTo>
                    <a:pt x="1206464" y="503706"/>
                  </a:lnTo>
                  <a:close/>
                  <a:moveTo>
                    <a:pt x="1303703" y="515282"/>
                  </a:moveTo>
                  <a:lnTo>
                    <a:pt x="1237944" y="516096"/>
                  </a:lnTo>
                  <a:lnTo>
                    <a:pt x="1284910" y="515895"/>
                  </a:lnTo>
                  <a:close/>
                  <a:moveTo>
                    <a:pt x="1303703" y="515282"/>
                  </a:moveTo>
                  <a:lnTo>
                    <a:pt x="1257723" y="518047"/>
                  </a:lnTo>
                  <a:lnTo>
                    <a:pt x="1237944" y="516096"/>
                  </a:lnTo>
                  <a:close/>
                  <a:moveTo>
                    <a:pt x="1333584" y="492101"/>
                  </a:moveTo>
                  <a:lnTo>
                    <a:pt x="1303703" y="515282"/>
                  </a:lnTo>
                  <a:lnTo>
                    <a:pt x="1383135" y="502688"/>
                  </a:lnTo>
                  <a:close/>
                  <a:moveTo>
                    <a:pt x="1181761" y="245553"/>
                  </a:moveTo>
                  <a:lnTo>
                    <a:pt x="1174397" y="278805"/>
                  </a:lnTo>
                  <a:lnTo>
                    <a:pt x="1182117" y="297090"/>
                  </a:lnTo>
                  <a:close/>
                  <a:moveTo>
                    <a:pt x="1219074" y="238646"/>
                  </a:moveTo>
                  <a:lnTo>
                    <a:pt x="1174397" y="278805"/>
                  </a:lnTo>
                  <a:lnTo>
                    <a:pt x="1181761" y="245553"/>
                  </a:lnTo>
                  <a:close/>
                  <a:moveTo>
                    <a:pt x="1178339" y="261021"/>
                  </a:moveTo>
                  <a:lnTo>
                    <a:pt x="1174397" y="278805"/>
                  </a:lnTo>
                  <a:lnTo>
                    <a:pt x="1219074" y="238646"/>
                  </a:lnTo>
                  <a:close/>
                  <a:moveTo>
                    <a:pt x="1421866" y="479142"/>
                  </a:moveTo>
                  <a:lnTo>
                    <a:pt x="1409398" y="465980"/>
                  </a:lnTo>
                  <a:lnTo>
                    <a:pt x="1383135" y="502688"/>
                  </a:lnTo>
                  <a:close/>
                  <a:moveTo>
                    <a:pt x="1421866" y="479142"/>
                  </a:moveTo>
                  <a:lnTo>
                    <a:pt x="1451491" y="455048"/>
                  </a:lnTo>
                  <a:lnTo>
                    <a:pt x="1409398" y="465980"/>
                  </a:lnTo>
                  <a:close/>
                  <a:moveTo>
                    <a:pt x="1084469" y="84731"/>
                  </a:moveTo>
                  <a:lnTo>
                    <a:pt x="1133309" y="92661"/>
                  </a:lnTo>
                  <a:lnTo>
                    <a:pt x="1162698" y="67641"/>
                  </a:lnTo>
                  <a:close/>
                  <a:moveTo>
                    <a:pt x="1469767" y="382114"/>
                  </a:moveTo>
                  <a:lnTo>
                    <a:pt x="1491299" y="399309"/>
                  </a:lnTo>
                  <a:lnTo>
                    <a:pt x="1472961" y="379418"/>
                  </a:lnTo>
                  <a:close/>
                  <a:moveTo>
                    <a:pt x="1453081" y="454627"/>
                  </a:moveTo>
                  <a:lnTo>
                    <a:pt x="1487558" y="408854"/>
                  </a:lnTo>
                  <a:lnTo>
                    <a:pt x="1469767" y="382114"/>
                  </a:lnTo>
                  <a:close/>
                  <a:moveTo>
                    <a:pt x="1472961" y="379418"/>
                  </a:moveTo>
                  <a:lnTo>
                    <a:pt x="1491299" y="399309"/>
                  </a:lnTo>
                  <a:lnTo>
                    <a:pt x="1508331" y="351620"/>
                  </a:lnTo>
                  <a:close/>
                  <a:moveTo>
                    <a:pt x="1168444" y="42755"/>
                  </a:moveTo>
                  <a:lnTo>
                    <a:pt x="1202890" y="18662"/>
                  </a:lnTo>
                  <a:lnTo>
                    <a:pt x="1188693" y="29932"/>
                  </a:lnTo>
                  <a:close/>
                  <a:moveTo>
                    <a:pt x="1262495" y="18662"/>
                  </a:moveTo>
                  <a:lnTo>
                    <a:pt x="1231012" y="13480"/>
                  </a:lnTo>
                  <a:lnTo>
                    <a:pt x="1275996" y="21199"/>
                  </a:lnTo>
                  <a:close/>
                  <a:moveTo>
                    <a:pt x="1262495" y="18662"/>
                  </a:moveTo>
                  <a:lnTo>
                    <a:pt x="1275996" y="21199"/>
                  </a:lnTo>
                  <a:lnTo>
                    <a:pt x="1281230" y="26559"/>
                  </a:lnTo>
                  <a:close/>
                  <a:moveTo>
                    <a:pt x="1527431" y="307191"/>
                  </a:moveTo>
                  <a:lnTo>
                    <a:pt x="1472961" y="379418"/>
                  </a:lnTo>
                  <a:lnTo>
                    <a:pt x="1508331" y="351620"/>
                  </a:lnTo>
                  <a:close/>
                  <a:moveTo>
                    <a:pt x="1527431" y="307191"/>
                  </a:moveTo>
                  <a:lnTo>
                    <a:pt x="1508331" y="351620"/>
                  </a:lnTo>
                  <a:lnTo>
                    <a:pt x="1535925" y="327882"/>
                  </a:lnTo>
                  <a:close/>
                  <a:moveTo>
                    <a:pt x="1527431" y="307191"/>
                  </a:moveTo>
                  <a:lnTo>
                    <a:pt x="1535925" y="327882"/>
                  </a:lnTo>
                  <a:lnTo>
                    <a:pt x="1530838" y="300871"/>
                  </a:lnTo>
                  <a:close/>
                  <a:moveTo>
                    <a:pt x="1530838" y="300871"/>
                  </a:moveTo>
                  <a:lnTo>
                    <a:pt x="1535925" y="327882"/>
                  </a:lnTo>
                  <a:lnTo>
                    <a:pt x="1546046" y="317956"/>
                  </a:lnTo>
                  <a:close/>
                  <a:moveTo>
                    <a:pt x="1530838" y="300871"/>
                  </a:moveTo>
                  <a:lnTo>
                    <a:pt x="1546046" y="317956"/>
                  </a:lnTo>
                  <a:lnTo>
                    <a:pt x="1572564" y="282202"/>
                  </a:lnTo>
                  <a:close/>
                  <a:moveTo>
                    <a:pt x="1190664" y="14609"/>
                  </a:moveTo>
                  <a:lnTo>
                    <a:pt x="1202890" y="18662"/>
                  </a:lnTo>
                  <a:lnTo>
                    <a:pt x="1231012" y="13480"/>
                  </a:lnTo>
                  <a:close/>
                  <a:moveTo>
                    <a:pt x="1231012" y="13480"/>
                  </a:moveTo>
                  <a:lnTo>
                    <a:pt x="1262495" y="18662"/>
                  </a:lnTo>
                  <a:lnTo>
                    <a:pt x="1255352" y="0"/>
                  </a:lnTo>
                  <a:close/>
                  <a:moveTo>
                    <a:pt x="1530838" y="300871"/>
                  </a:moveTo>
                  <a:lnTo>
                    <a:pt x="1572564" y="282202"/>
                  </a:lnTo>
                  <a:lnTo>
                    <a:pt x="1597704" y="241297"/>
                  </a:lnTo>
                  <a:close/>
                  <a:moveTo>
                    <a:pt x="1604292" y="176621"/>
                  </a:moveTo>
                  <a:lnTo>
                    <a:pt x="1604448" y="228157"/>
                  </a:lnTo>
                  <a:lnTo>
                    <a:pt x="1590754" y="200714"/>
                  </a:lnTo>
                  <a:close/>
                  <a:moveTo>
                    <a:pt x="1600433" y="223081"/>
                  </a:moveTo>
                  <a:lnTo>
                    <a:pt x="1597704" y="241297"/>
                  </a:lnTo>
                  <a:lnTo>
                    <a:pt x="1604448" y="228157"/>
                  </a:lnTo>
                  <a:close/>
                </a:path>
              </a:pathLst>
            </a:custGeom>
            <a:solidFill>
              <a:srgbClr val="EDF0F2"/>
            </a:solidFill>
            <a:ln w="1524">
              <a:solidFill>
                <a:srgbClr val="EDF0F2"/>
              </a:solidFill>
            </a:ln>
          </p:spPr>
        </p:sp>
        <p:sp>
          <p:nvSpPr>
            <p:cNvPr id="4301" name="Output_density__4300">
              <a:extLst>
                <a:ext uri="{FF2B5EF4-FFF2-40B4-BE49-F238E27FC236}">
                  <a16:creationId xmlns:a16="http://schemas.microsoft.com/office/drawing/2014/main" id="{D1EF0D27-5767-9E84-83BA-A51343E2849E}"/>
                </a:ext>
              </a:extLst>
            </p:cNvPr>
            <p:cNvSpPr>
              <a:spLocks noGrp="1"/>
            </p:cNvSpPr>
            <p:nvPr/>
          </p:nvSpPr>
          <p:spPr>
            <a:xfrm>
              <a:off x="14966537" y="2407173"/>
              <a:ext cx="1604448" cy="1026672"/>
            </a:xfrm>
            <a:custGeom>
              <a:avLst/>
              <a:gdLst/>
              <a:ahLst/>
              <a:cxnLst/>
              <a:rect l="0" t="0" r="0" b="0"/>
              <a:pathLst>
                <a:path w="1604448" h="1026672">
                  <a:moveTo>
                    <a:pt x="158194" y="930144"/>
                  </a:moveTo>
                  <a:lnTo>
                    <a:pt x="152058" y="919192"/>
                  </a:lnTo>
                  <a:lnTo>
                    <a:pt x="127567" y="962526"/>
                  </a:lnTo>
                  <a:close/>
                  <a:moveTo>
                    <a:pt x="158194" y="930144"/>
                  </a:moveTo>
                  <a:lnTo>
                    <a:pt x="163843" y="923477"/>
                  </a:lnTo>
                  <a:lnTo>
                    <a:pt x="194008" y="901362"/>
                  </a:lnTo>
                  <a:close/>
                  <a:moveTo>
                    <a:pt x="17577" y="725970"/>
                  </a:moveTo>
                  <a:lnTo>
                    <a:pt x="22148" y="719853"/>
                  </a:lnTo>
                  <a:lnTo>
                    <a:pt x="0" y="775534"/>
                  </a:lnTo>
                  <a:close/>
                  <a:moveTo>
                    <a:pt x="739088" y="1002310"/>
                  </a:moveTo>
                  <a:lnTo>
                    <a:pt x="786640" y="1005423"/>
                  </a:lnTo>
                  <a:lnTo>
                    <a:pt x="747651" y="1011797"/>
                  </a:lnTo>
                  <a:close/>
                  <a:moveTo>
                    <a:pt x="786640" y="1005423"/>
                  </a:moveTo>
                  <a:lnTo>
                    <a:pt x="800006" y="1007216"/>
                  </a:lnTo>
                  <a:lnTo>
                    <a:pt x="747651" y="1011797"/>
                  </a:lnTo>
                  <a:close/>
                  <a:moveTo>
                    <a:pt x="517572" y="563233"/>
                  </a:moveTo>
                  <a:lnTo>
                    <a:pt x="447745" y="601744"/>
                  </a:lnTo>
                  <a:lnTo>
                    <a:pt x="443901" y="597362"/>
                  </a:lnTo>
                  <a:close/>
                  <a:moveTo>
                    <a:pt x="823442" y="1008122"/>
                  </a:moveTo>
                  <a:lnTo>
                    <a:pt x="747651" y="1011797"/>
                  </a:lnTo>
                  <a:lnTo>
                    <a:pt x="800006" y="1007216"/>
                  </a:lnTo>
                  <a:close/>
                  <a:moveTo>
                    <a:pt x="823442" y="1008122"/>
                  </a:moveTo>
                  <a:lnTo>
                    <a:pt x="781684" y="1026672"/>
                  </a:lnTo>
                  <a:lnTo>
                    <a:pt x="747651" y="1011797"/>
                  </a:lnTo>
                  <a:close/>
                  <a:moveTo>
                    <a:pt x="838827" y="991727"/>
                  </a:moveTo>
                  <a:lnTo>
                    <a:pt x="823442" y="1008122"/>
                  </a:lnTo>
                  <a:lnTo>
                    <a:pt x="800006" y="1007216"/>
                  </a:lnTo>
                  <a:close/>
                  <a:moveTo>
                    <a:pt x="687334" y="848590"/>
                  </a:moveTo>
                  <a:lnTo>
                    <a:pt x="614881" y="855543"/>
                  </a:lnTo>
                  <a:lnTo>
                    <a:pt x="673875" y="845565"/>
                  </a:lnTo>
                  <a:close/>
                  <a:moveTo>
                    <a:pt x="704029" y="837117"/>
                  </a:moveTo>
                  <a:lnTo>
                    <a:pt x="687334" y="848590"/>
                  </a:lnTo>
                  <a:lnTo>
                    <a:pt x="673875" y="845565"/>
                  </a:lnTo>
                  <a:close/>
                  <a:moveTo>
                    <a:pt x="687334" y="848590"/>
                  </a:moveTo>
                  <a:lnTo>
                    <a:pt x="704029" y="837117"/>
                  </a:lnTo>
                  <a:lnTo>
                    <a:pt x="703560" y="821431"/>
                  </a:lnTo>
                  <a:close/>
                  <a:moveTo>
                    <a:pt x="756716" y="816199"/>
                  </a:moveTo>
                  <a:lnTo>
                    <a:pt x="747603" y="813023"/>
                  </a:lnTo>
                  <a:lnTo>
                    <a:pt x="728095" y="826312"/>
                  </a:lnTo>
                  <a:close/>
                  <a:moveTo>
                    <a:pt x="703560" y="821431"/>
                  </a:moveTo>
                  <a:lnTo>
                    <a:pt x="704029" y="837117"/>
                  </a:lnTo>
                  <a:lnTo>
                    <a:pt x="728095" y="826312"/>
                  </a:lnTo>
                  <a:close/>
                  <a:moveTo>
                    <a:pt x="712636" y="808289"/>
                  </a:moveTo>
                  <a:lnTo>
                    <a:pt x="703560" y="821431"/>
                  </a:lnTo>
                  <a:lnTo>
                    <a:pt x="728095" y="826312"/>
                  </a:lnTo>
                  <a:close/>
                  <a:moveTo>
                    <a:pt x="800612" y="787862"/>
                  </a:moveTo>
                  <a:lnTo>
                    <a:pt x="756716" y="816199"/>
                  </a:lnTo>
                  <a:lnTo>
                    <a:pt x="728095" y="826312"/>
                  </a:lnTo>
                  <a:close/>
                  <a:moveTo>
                    <a:pt x="702150" y="634185"/>
                  </a:moveTo>
                  <a:lnTo>
                    <a:pt x="709114" y="620446"/>
                  </a:lnTo>
                  <a:lnTo>
                    <a:pt x="744345" y="617267"/>
                  </a:lnTo>
                  <a:close/>
                  <a:moveTo>
                    <a:pt x="764291" y="582783"/>
                  </a:moveTo>
                  <a:lnTo>
                    <a:pt x="770605" y="580549"/>
                  </a:lnTo>
                  <a:lnTo>
                    <a:pt x="744345" y="617267"/>
                  </a:lnTo>
                  <a:close/>
                  <a:moveTo>
                    <a:pt x="764291" y="582783"/>
                  </a:moveTo>
                  <a:lnTo>
                    <a:pt x="810008" y="558689"/>
                  </a:lnTo>
                  <a:lnTo>
                    <a:pt x="770605" y="580549"/>
                  </a:lnTo>
                  <a:close/>
                  <a:moveTo>
                    <a:pt x="977255" y="694248"/>
                  </a:moveTo>
                  <a:lnTo>
                    <a:pt x="998718" y="708642"/>
                  </a:lnTo>
                  <a:lnTo>
                    <a:pt x="984891" y="689205"/>
                  </a:lnTo>
                  <a:close/>
                  <a:moveTo>
                    <a:pt x="994596" y="719306"/>
                  </a:moveTo>
                  <a:lnTo>
                    <a:pt x="998718" y="708642"/>
                  </a:lnTo>
                  <a:lnTo>
                    <a:pt x="977255" y="694248"/>
                  </a:lnTo>
                  <a:close/>
                  <a:moveTo>
                    <a:pt x="949234" y="724385"/>
                  </a:moveTo>
                  <a:lnTo>
                    <a:pt x="994596" y="719306"/>
                  </a:lnTo>
                  <a:lnTo>
                    <a:pt x="977255" y="694248"/>
                  </a:lnTo>
                  <a:close/>
                  <a:moveTo>
                    <a:pt x="1350633" y="502587"/>
                  </a:moveTo>
                  <a:lnTo>
                    <a:pt x="1303703" y="501802"/>
                  </a:lnTo>
                  <a:lnTo>
                    <a:pt x="1284910" y="502415"/>
                  </a:lnTo>
                  <a:close/>
                  <a:moveTo>
                    <a:pt x="1303703" y="501802"/>
                  </a:moveTo>
                  <a:lnTo>
                    <a:pt x="1350633" y="502587"/>
                  </a:lnTo>
                  <a:lnTo>
                    <a:pt x="1383135" y="489207"/>
                  </a:lnTo>
                  <a:close/>
                  <a:moveTo>
                    <a:pt x="1360963" y="489756"/>
                  </a:moveTo>
                  <a:lnTo>
                    <a:pt x="1383135" y="489207"/>
                  </a:lnTo>
                  <a:lnTo>
                    <a:pt x="1350633" y="502587"/>
                  </a:lnTo>
                  <a:close/>
                  <a:moveTo>
                    <a:pt x="1451491" y="441568"/>
                  </a:moveTo>
                  <a:lnTo>
                    <a:pt x="1421866" y="465662"/>
                  </a:lnTo>
                  <a:lnTo>
                    <a:pt x="1453081" y="441147"/>
                  </a:lnTo>
                  <a:close/>
                  <a:moveTo>
                    <a:pt x="1256171" y="228963"/>
                  </a:moveTo>
                  <a:lnTo>
                    <a:pt x="1178339" y="247541"/>
                  </a:lnTo>
                  <a:lnTo>
                    <a:pt x="1219074" y="225166"/>
                  </a:lnTo>
                  <a:close/>
                  <a:moveTo>
                    <a:pt x="1140332" y="53369"/>
                  </a:moveTo>
                  <a:lnTo>
                    <a:pt x="1168444" y="29275"/>
                  </a:lnTo>
                  <a:lnTo>
                    <a:pt x="1162698" y="54161"/>
                  </a:lnTo>
                  <a:close/>
                  <a:moveTo>
                    <a:pt x="1487558" y="395374"/>
                  </a:moveTo>
                  <a:lnTo>
                    <a:pt x="1491299" y="385829"/>
                  </a:lnTo>
                  <a:lnTo>
                    <a:pt x="1469767" y="368634"/>
                  </a:lnTo>
                  <a:close/>
                  <a:moveTo>
                    <a:pt x="1508331" y="338140"/>
                  </a:moveTo>
                  <a:lnTo>
                    <a:pt x="1542365" y="319552"/>
                  </a:lnTo>
                  <a:lnTo>
                    <a:pt x="1535925" y="314401"/>
                  </a:lnTo>
                  <a:close/>
                  <a:moveTo>
                    <a:pt x="1168444" y="29275"/>
                  </a:moveTo>
                  <a:lnTo>
                    <a:pt x="1188693" y="16452"/>
                  </a:lnTo>
                  <a:lnTo>
                    <a:pt x="1162698" y="54161"/>
                  </a:lnTo>
                  <a:close/>
                  <a:moveTo>
                    <a:pt x="1202890" y="5181"/>
                  </a:moveTo>
                  <a:lnTo>
                    <a:pt x="1168444" y="29275"/>
                  </a:lnTo>
                  <a:lnTo>
                    <a:pt x="1231012" y="0"/>
                  </a:lnTo>
                  <a:close/>
                  <a:moveTo>
                    <a:pt x="1589294" y="238770"/>
                  </a:moveTo>
                  <a:lnTo>
                    <a:pt x="1597704" y="227817"/>
                  </a:lnTo>
                  <a:lnTo>
                    <a:pt x="1572564" y="268722"/>
                  </a:lnTo>
                  <a:close/>
                  <a:moveTo>
                    <a:pt x="1589294" y="238770"/>
                  </a:moveTo>
                  <a:lnTo>
                    <a:pt x="1604448" y="214676"/>
                  </a:lnTo>
                  <a:lnTo>
                    <a:pt x="1597704" y="227817"/>
                  </a:lnTo>
                  <a:close/>
                </a:path>
              </a:pathLst>
            </a:custGeom>
            <a:solidFill>
              <a:srgbClr val="ECEFF1"/>
            </a:solidFill>
            <a:ln w="1524">
              <a:solidFill>
                <a:srgbClr val="ECEFF1"/>
              </a:solidFill>
            </a:ln>
          </p:spPr>
        </p:sp>
        <p:sp>
          <p:nvSpPr>
            <p:cNvPr id="4302" name="Output_density__4301">
              <a:extLst>
                <a:ext uri="{FF2B5EF4-FFF2-40B4-BE49-F238E27FC236}">
                  <a16:creationId xmlns:a16="http://schemas.microsoft.com/office/drawing/2014/main" id="{40E244BF-94D6-3EDF-D221-2FE49D7D2A6B}"/>
                </a:ext>
              </a:extLst>
            </p:cNvPr>
            <p:cNvSpPr>
              <a:spLocks noGrp="1"/>
            </p:cNvSpPr>
            <p:nvPr/>
          </p:nvSpPr>
          <p:spPr>
            <a:xfrm>
              <a:off x="15789980" y="3377247"/>
              <a:ext cx="22249" cy="38048"/>
            </a:xfrm>
            <a:custGeom>
              <a:avLst/>
              <a:gdLst/>
              <a:ahLst/>
              <a:cxnLst/>
              <a:rect l="0" t="0" r="0" b="0"/>
              <a:pathLst>
                <a:path w="22249" h="38048">
                  <a:moveTo>
                    <a:pt x="22249" y="0"/>
                  </a:moveTo>
                  <a:lnTo>
                    <a:pt x="0" y="38048"/>
                  </a:lnTo>
                  <a:lnTo>
                    <a:pt x="15385" y="21653"/>
                  </a:lnTo>
                  <a:close/>
                </a:path>
              </a:pathLst>
            </a:custGeom>
            <a:solidFill>
              <a:srgbClr val="EAEDF0"/>
            </a:solidFill>
            <a:ln w="1524">
              <a:solidFill>
                <a:srgbClr val="EAEDF0"/>
              </a:solidFill>
            </a:ln>
          </p:spPr>
        </p:sp>
        <p:sp>
          <p:nvSpPr>
            <p:cNvPr id="4303" name="Output_density__4302">
              <a:extLst>
                <a:ext uri="{FF2B5EF4-FFF2-40B4-BE49-F238E27FC236}">
                  <a16:creationId xmlns:a16="http://schemas.microsoft.com/office/drawing/2014/main" id="{2F4CFA44-036B-2CFC-F70A-C56E828DF310}"/>
                </a:ext>
              </a:extLst>
            </p:cNvPr>
            <p:cNvSpPr>
              <a:spLocks noGrp="1"/>
            </p:cNvSpPr>
            <p:nvPr/>
          </p:nvSpPr>
          <p:spPr>
            <a:xfrm>
              <a:off x="14807797" y="2408301"/>
              <a:ext cx="1759173" cy="1164271"/>
            </a:xfrm>
            <a:custGeom>
              <a:avLst/>
              <a:gdLst/>
              <a:ahLst/>
              <a:cxnLst/>
              <a:rect l="0" t="0" r="0" b="0"/>
              <a:pathLst>
                <a:path w="1759173" h="1164271">
                  <a:moveTo>
                    <a:pt x="8306" y="807827"/>
                  </a:moveTo>
                  <a:lnTo>
                    <a:pt x="56912" y="850036"/>
                  </a:lnTo>
                  <a:lnTo>
                    <a:pt x="24020" y="814357"/>
                  </a:lnTo>
                  <a:close/>
                  <a:moveTo>
                    <a:pt x="0" y="798500"/>
                  </a:moveTo>
                  <a:lnTo>
                    <a:pt x="8306" y="807827"/>
                  </a:lnTo>
                  <a:lnTo>
                    <a:pt x="24020" y="814357"/>
                  </a:lnTo>
                  <a:close/>
                  <a:moveTo>
                    <a:pt x="100468" y="896369"/>
                  </a:moveTo>
                  <a:lnTo>
                    <a:pt x="163377" y="945950"/>
                  </a:lnTo>
                  <a:lnTo>
                    <a:pt x="131580" y="933819"/>
                  </a:lnTo>
                  <a:close/>
                  <a:moveTo>
                    <a:pt x="90673" y="888883"/>
                  </a:moveTo>
                  <a:lnTo>
                    <a:pt x="104823" y="901573"/>
                  </a:lnTo>
                  <a:lnTo>
                    <a:pt x="100468" y="896369"/>
                  </a:lnTo>
                  <a:close/>
                  <a:moveTo>
                    <a:pt x="176381" y="809893"/>
                  </a:moveTo>
                  <a:lnTo>
                    <a:pt x="175022" y="759772"/>
                  </a:lnTo>
                  <a:lnTo>
                    <a:pt x="135315" y="785991"/>
                  </a:lnTo>
                  <a:close/>
                  <a:moveTo>
                    <a:pt x="176381" y="809893"/>
                  </a:moveTo>
                  <a:lnTo>
                    <a:pt x="194726" y="793667"/>
                  </a:lnTo>
                  <a:lnTo>
                    <a:pt x="177467" y="750312"/>
                  </a:lnTo>
                  <a:close/>
                  <a:moveTo>
                    <a:pt x="445095" y="1070823"/>
                  </a:moveTo>
                  <a:lnTo>
                    <a:pt x="530310" y="1079854"/>
                  </a:lnTo>
                  <a:lnTo>
                    <a:pt x="479358" y="1064029"/>
                  </a:lnTo>
                  <a:close/>
                  <a:moveTo>
                    <a:pt x="554903" y="1106511"/>
                  </a:moveTo>
                  <a:lnTo>
                    <a:pt x="572208" y="1061828"/>
                  </a:lnTo>
                  <a:lnTo>
                    <a:pt x="530310" y="1079854"/>
                  </a:lnTo>
                  <a:close/>
                  <a:moveTo>
                    <a:pt x="435865" y="1035438"/>
                  </a:moveTo>
                  <a:lnTo>
                    <a:pt x="428826" y="1059531"/>
                  </a:lnTo>
                  <a:lnTo>
                    <a:pt x="445095" y="1070823"/>
                  </a:lnTo>
                  <a:close/>
                  <a:moveTo>
                    <a:pt x="435865" y="1035438"/>
                  </a:moveTo>
                  <a:lnTo>
                    <a:pt x="394437" y="1007995"/>
                  </a:lnTo>
                  <a:lnTo>
                    <a:pt x="428826" y="1059531"/>
                  </a:lnTo>
                  <a:close/>
                  <a:moveTo>
                    <a:pt x="310633" y="902198"/>
                  </a:moveTo>
                  <a:lnTo>
                    <a:pt x="310798" y="918063"/>
                  </a:lnTo>
                  <a:lnTo>
                    <a:pt x="330485" y="904922"/>
                  </a:lnTo>
                  <a:close/>
                  <a:moveTo>
                    <a:pt x="621980" y="1073237"/>
                  </a:moveTo>
                  <a:lnTo>
                    <a:pt x="597132" y="1020112"/>
                  </a:lnTo>
                  <a:lnTo>
                    <a:pt x="572208" y="1061828"/>
                  </a:lnTo>
                  <a:close/>
                  <a:moveTo>
                    <a:pt x="779104" y="1100929"/>
                  </a:moveTo>
                  <a:lnTo>
                    <a:pt x="729128" y="1164271"/>
                  </a:lnTo>
                  <a:lnTo>
                    <a:pt x="770456" y="1144111"/>
                  </a:lnTo>
                  <a:close/>
                  <a:moveTo>
                    <a:pt x="605224" y="1002858"/>
                  </a:moveTo>
                  <a:lnTo>
                    <a:pt x="581901" y="959077"/>
                  </a:lnTo>
                  <a:lnTo>
                    <a:pt x="611430" y="987250"/>
                  </a:lnTo>
                  <a:close/>
                  <a:moveTo>
                    <a:pt x="581901" y="959077"/>
                  </a:moveTo>
                  <a:lnTo>
                    <a:pt x="575813" y="901283"/>
                  </a:lnTo>
                  <a:lnTo>
                    <a:pt x="607455" y="935713"/>
                  </a:lnTo>
                  <a:close/>
                  <a:moveTo>
                    <a:pt x="400065" y="679246"/>
                  </a:moveTo>
                  <a:lnTo>
                    <a:pt x="446485" y="671321"/>
                  </a:lnTo>
                  <a:lnTo>
                    <a:pt x="439832" y="684898"/>
                  </a:lnTo>
                  <a:close/>
                  <a:moveTo>
                    <a:pt x="439832" y="684898"/>
                  </a:moveTo>
                  <a:lnTo>
                    <a:pt x="449055" y="680931"/>
                  </a:lnTo>
                  <a:lnTo>
                    <a:pt x="407277" y="736124"/>
                  </a:lnTo>
                  <a:close/>
                  <a:moveTo>
                    <a:pt x="849573" y="1018878"/>
                  </a:moveTo>
                  <a:lnTo>
                    <a:pt x="799248" y="1021809"/>
                  </a:lnTo>
                  <a:lnTo>
                    <a:pt x="787362" y="1072420"/>
                  </a:lnTo>
                  <a:close/>
                  <a:moveTo>
                    <a:pt x="665862" y="832606"/>
                  </a:moveTo>
                  <a:lnTo>
                    <a:pt x="722010" y="858392"/>
                  </a:lnTo>
                  <a:lnTo>
                    <a:pt x="693656" y="784452"/>
                  </a:lnTo>
                  <a:close/>
                  <a:moveTo>
                    <a:pt x="513285" y="611501"/>
                  </a:moveTo>
                  <a:lnTo>
                    <a:pt x="594745" y="634920"/>
                  </a:lnTo>
                  <a:lnTo>
                    <a:pt x="599848" y="625568"/>
                  </a:lnTo>
                  <a:close/>
                  <a:moveTo>
                    <a:pt x="448588" y="489550"/>
                  </a:moveTo>
                  <a:lnTo>
                    <a:pt x="408743" y="499326"/>
                  </a:lnTo>
                  <a:lnTo>
                    <a:pt x="429512" y="472963"/>
                  </a:lnTo>
                  <a:close/>
                  <a:moveTo>
                    <a:pt x="429512" y="472963"/>
                  </a:moveTo>
                  <a:lnTo>
                    <a:pt x="444682" y="499326"/>
                  </a:lnTo>
                  <a:lnTo>
                    <a:pt x="448588" y="489550"/>
                  </a:lnTo>
                  <a:close/>
                  <a:moveTo>
                    <a:pt x="825698" y="1000307"/>
                  </a:moveTo>
                  <a:lnTo>
                    <a:pt x="858575" y="1011560"/>
                  </a:lnTo>
                  <a:lnTo>
                    <a:pt x="847005" y="1045727"/>
                  </a:lnTo>
                  <a:close/>
                  <a:moveTo>
                    <a:pt x="877889" y="744886"/>
                  </a:moveTo>
                  <a:lnTo>
                    <a:pt x="863477" y="811895"/>
                  </a:lnTo>
                  <a:lnTo>
                    <a:pt x="871376" y="807160"/>
                  </a:lnTo>
                  <a:close/>
                  <a:moveTo>
                    <a:pt x="844177" y="797054"/>
                  </a:moveTo>
                  <a:lnTo>
                    <a:pt x="863477" y="811895"/>
                  </a:lnTo>
                  <a:lnTo>
                    <a:pt x="877889" y="744886"/>
                  </a:lnTo>
                  <a:close/>
                  <a:moveTo>
                    <a:pt x="877889" y="744886"/>
                  </a:moveTo>
                  <a:lnTo>
                    <a:pt x="871376" y="807160"/>
                  </a:lnTo>
                  <a:lnTo>
                    <a:pt x="920910" y="810636"/>
                  </a:lnTo>
                  <a:close/>
                  <a:moveTo>
                    <a:pt x="733208" y="598317"/>
                  </a:moveTo>
                  <a:lnTo>
                    <a:pt x="741242" y="535066"/>
                  </a:lnTo>
                  <a:lnTo>
                    <a:pt x="706069" y="578234"/>
                  </a:lnTo>
                  <a:close/>
                  <a:moveTo>
                    <a:pt x="943440" y="541348"/>
                  </a:moveTo>
                  <a:lnTo>
                    <a:pt x="968748" y="557561"/>
                  </a:lnTo>
                  <a:lnTo>
                    <a:pt x="949585" y="520195"/>
                  </a:lnTo>
                  <a:close/>
                  <a:moveTo>
                    <a:pt x="1136881" y="686259"/>
                  </a:moveTo>
                  <a:lnTo>
                    <a:pt x="1142749" y="618746"/>
                  </a:lnTo>
                  <a:lnTo>
                    <a:pt x="1076551" y="645547"/>
                  </a:lnTo>
                  <a:close/>
                  <a:moveTo>
                    <a:pt x="1060488" y="522155"/>
                  </a:moveTo>
                  <a:lnTo>
                    <a:pt x="1112587" y="560909"/>
                  </a:lnTo>
                  <a:lnTo>
                    <a:pt x="1080506" y="525431"/>
                  </a:lnTo>
                  <a:close/>
                  <a:moveTo>
                    <a:pt x="1060488" y="522155"/>
                  </a:moveTo>
                  <a:lnTo>
                    <a:pt x="1053587" y="509373"/>
                  </a:lnTo>
                  <a:lnTo>
                    <a:pt x="1041092" y="512971"/>
                  </a:lnTo>
                  <a:close/>
                  <a:moveTo>
                    <a:pt x="1060488" y="522155"/>
                  </a:moveTo>
                  <a:lnTo>
                    <a:pt x="1080506" y="525431"/>
                  </a:lnTo>
                  <a:lnTo>
                    <a:pt x="1053587" y="509373"/>
                  </a:lnTo>
                  <a:close/>
                  <a:moveTo>
                    <a:pt x="1433261" y="836041"/>
                  </a:moveTo>
                  <a:lnTo>
                    <a:pt x="1403148" y="858353"/>
                  </a:lnTo>
                  <a:lnTo>
                    <a:pt x="1481634" y="842224"/>
                  </a:lnTo>
                  <a:close/>
                  <a:moveTo>
                    <a:pt x="1112587" y="560909"/>
                  </a:moveTo>
                  <a:lnTo>
                    <a:pt x="1145030" y="592002"/>
                  </a:lnTo>
                  <a:lnTo>
                    <a:pt x="1152488" y="548085"/>
                  </a:lnTo>
                  <a:close/>
                  <a:moveTo>
                    <a:pt x="1145030" y="592002"/>
                  </a:moveTo>
                  <a:lnTo>
                    <a:pt x="1166648" y="560909"/>
                  </a:lnTo>
                  <a:lnTo>
                    <a:pt x="1152488" y="548085"/>
                  </a:lnTo>
                  <a:close/>
                  <a:moveTo>
                    <a:pt x="1053587" y="509373"/>
                  </a:moveTo>
                  <a:lnTo>
                    <a:pt x="1080506" y="525431"/>
                  </a:lnTo>
                  <a:lnTo>
                    <a:pt x="1086212" y="501242"/>
                  </a:lnTo>
                  <a:close/>
                  <a:moveTo>
                    <a:pt x="1152488" y="548085"/>
                  </a:moveTo>
                  <a:lnTo>
                    <a:pt x="1080506" y="525431"/>
                  </a:lnTo>
                  <a:lnTo>
                    <a:pt x="1112587" y="560909"/>
                  </a:lnTo>
                  <a:close/>
                  <a:moveTo>
                    <a:pt x="1086212" y="501242"/>
                  </a:moveTo>
                  <a:lnTo>
                    <a:pt x="1080506" y="525431"/>
                  </a:lnTo>
                  <a:lnTo>
                    <a:pt x="1152488" y="548085"/>
                  </a:lnTo>
                  <a:close/>
                  <a:moveTo>
                    <a:pt x="1142575" y="493402"/>
                  </a:moveTo>
                  <a:lnTo>
                    <a:pt x="1152488" y="548085"/>
                  </a:lnTo>
                  <a:lnTo>
                    <a:pt x="1184837" y="497026"/>
                  </a:lnTo>
                  <a:close/>
                  <a:moveTo>
                    <a:pt x="1027415" y="501611"/>
                  </a:moveTo>
                  <a:lnTo>
                    <a:pt x="1053587" y="509373"/>
                  </a:lnTo>
                  <a:lnTo>
                    <a:pt x="1096677" y="450993"/>
                  </a:lnTo>
                  <a:close/>
                  <a:moveTo>
                    <a:pt x="1142575" y="493402"/>
                  </a:moveTo>
                  <a:lnTo>
                    <a:pt x="1184837" y="497026"/>
                  </a:lnTo>
                  <a:lnTo>
                    <a:pt x="1148536" y="470210"/>
                  </a:lnTo>
                  <a:close/>
                  <a:moveTo>
                    <a:pt x="1184837" y="497026"/>
                  </a:moveTo>
                  <a:lnTo>
                    <a:pt x="1196360" y="474337"/>
                  </a:lnTo>
                  <a:lnTo>
                    <a:pt x="1148536" y="470210"/>
                  </a:lnTo>
                  <a:close/>
                  <a:moveTo>
                    <a:pt x="1096677" y="450993"/>
                  </a:moveTo>
                  <a:lnTo>
                    <a:pt x="1148536" y="470210"/>
                  </a:lnTo>
                  <a:lnTo>
                    <a:pt x="1180637" y="455330"/>
                  </a:lnTo>
                  <a:close/>
                  <a:moveTo>
                    <a:pt x="1196360" y="474337"/>
                  </a:moveTo>
                  <a:lnTo>
                    <a:pt x="1220137" y="409648"/>
                  </a:lnTo>
                  <a:lnTo>
                    <a:pt x="1214242" y="410378"/>
                  </a:lnTo>
                  <a:close/>
                  <a:moveTo>
                    <a:pt x="1271085" y="444147"/>
                  </a:moveTo>
                  <a:lnTo>
                    <a:pt x="1220137" y="409648"/>
                  </a:lnTo>
                  <a:lnTo>
                    <a:pt x="1196360" y="474337"/>
                  </a:lnTo>
                  <a:close/>
                  <a:moveTo>
                    <a:pt x="1195018" y="363263"/>
                  </a:moveTo>
                  <a:lnTo>
                    <a:pt x="1187787" y="358112"/>
                  </a:lnTo>
                  <a:lnTo>
                    <a:pt x="1213049" y="409648"/>
                  </a:lnTo>
                  <a:close/>
                  <a:moveTo>
                    <a:pt x="1187787" y="358112"/>
                  </a:moveTo>
                  <a:lnTo>
                    <a:pt x="1195018" y="363263"/>
                  </a:lnTo>
                  <a:lnTo>
                    <a:pt x="1197679" y="344369"/>
                  </a:lnTo>
                  <a:close/>
                  <a:moveTo>
                    <a:pt x="1220137" y="409648"/>
                  </a:moveTo>
                  <a:lnTo>
                    <a:pt x="1271085" y="444147"/>
                  </a:lnTo>
                  <a:lnTo>
                    <a:pt x="1217243" y="407937"/>
                  </a:lnTo>
                  <a:close/>
                  <a:moveTo>
                    <a:pt x="1197679" y="344369"/>
                  </a:moveTo>
                  <a:lnTo>
                    <a:pt x="1274613" y="322435"/>
                  </a:lnTo>
                  <a:lnTo>
                    <a:pt x="1221207" y="297437"/>
                  </a:lnTo>
                  <a:close/>
                  <a:moveTo>
                    <a:pt x="1364894" y="488627"/>
                  </a:moveTo>
                  <a:lnTo>
                    <a:pt x="1365205" y="489097"/>
                  </a:lnTo>
                  <a:lnTo>
                    <a:pt x="1365887" y="489020"/>
                  </a:lnTo>
                  <a:close/>
                  <a:moveTo>
                    <a:pt x="1416463" y="503438"/>
                  </a:moveTo>
                  <a:lnTo>
                    <a:pt x="1365887" y="489020"/>
                  </a:lnTo>
                  <a:lnTo>
                    <a:pt x="1365205" y="489097"/>
                  </a:lnTo>
                  <a:close/>
                  <a:moveTo>
                    <a:pt x="1364894" y="488627"/>
                  </a:moveTo>
                  <a:lnTo>
                    <a:pt x="1365887" y="489020"/>
                  </a:lnTo>
                  <a:lnTo>
                    <a:pt x="1366820" y="487784"/>
                  </a:lnTo>
                  <a:close/>
                  <a:moveTo>
                    <a:pt x="1434281" y="470921"/>
                  </a:moveTo>
                  <a:lnTo>
                    <a:pt x="1365887" y="489020"/>
                  </a:lnTo>
                  <a:lnTo>
                    <a:pt x="1416463" y="503438"/>
                  </a:lnTo>
                  <a:close/>
                  <a:moveTo>
                    <a:pt x="1434281" y="470921"/>
                  </a:moveTo>
                  <a:lnTo>
                    <a:pt x="1366820" y="487784"/>
                  </a:lnTo>
                  <a:lnTo>
                    <a:pt x="1365887" y="489020"/>
                  </a:lnTo>
                  <a:close/>
                  <a:moveTo>
                    <a:pt x="1434281" y="470921"/>
                  </a:moveTo>
                  <a:lnTo>
                    <a:pt x="1440854" y="459732"/>
                  </a:lnTo>
                  <a:lnTo>
                    <a:pt x="1393255" y="456442"/>
                  </a:lnTo>
                  <a:close/>
                  <a:moveTo>
                    <a:pt x="1416463" y="503438"/>
                  </a:moveTo>
                  <a:lnTo>
                    <a:pt x="1455770" y="464533"/>
                  </a:lnTo>
                  <a:lnTo>
                    <a:pt x="1434281" y="470921"/>
                  </a:lnTo>
                  <a:close/>
                  <a:moveTo>
                    <a:pt x="1492324" y="477492"/>
                  </a:moveTo>
                  <a:lnTo>
                    <a:pt x="1455770" y="464533"/>
                  </a:lnTo>
                  <a:lnTo>
                    <a:pt x="1416463" y="503438"/>
                  </a:lnTo>
                  <a:close/>
                  <a:moveTo>
                    <a:pt x="1434281" y="470921"/>
                  </a:moveTo>
                  <a:lnTo>
                    <a:pt x="1455770" y="464533"/>
                  </a:lnTo>
                  <a:lnTo>
                    <a:pt x="1440854" y="459732"/>
                  </a:lnTo>
                  <a:close/>
                  <a:moveTo>
                    <a:pt x="1279677" y="269676"/>
                  </a:moveTo>
                  <a:lnTo>
                    <a:pt x="1333138" y="264196"/>
                  </a:lnTo>
                  <a:lnTo>
                    <a:pt x="1285845" y="229531"/>
                  </a:lnTo>
                  <a:close/>
                  <a:moveTo>
                    <a:pt x="1492324" y="477492"/>
                  </a:moveTo>
                  <a:lnTo>
                    <a:pt x="1506858" y="449900"/>
                  </a:lnTo>
                  <a:lnTo>
                    <a:pt x="1455770" y="464533"/>
                  </a:lnTo>
                  <a:close/>
                  <a:moveTo>
                    <a:pt x="1492324" y="477492"/>
                  </a:moveTo>
                  <a:lnTo>
                    <a:pt x="1540565" y="440440"/>
                  </a:lnTo>
                  <a:lnTo>
                    <a:pt x="1506858" y="449900"/>
                  </a:lnTo>
                  <a:close/>
                  <a:moveTo>
                    <a:pt x="1568138" y="451371"/>
                  </a:moveTo>
                  <a:lnTo>
                    <a:pt x="1540565" y="440440"/>
                  </a:lnTo>
                  <a:lnTo>
                    <a:pt x="1492324" y="477492"/>
                  </a:lnTo>
                  <a:close/>
                  <a:moveTo>
                    <a:pt x="1541875" y="488079"/>
                  </a:moveTo>
                  <a:lnTo>
                    <a:pt x="1568138" y="451371"/>
                  </a:lnTo>
                  <a:lnTo>
                    <a:pt x="1492324" y="477492"/>
                  </a:lnTo>
                  <a:close/>
                  <a:moveTo>
                    <a:pt x="1540565" y="440440"/>
                  </a:moveTo>
                  <a:lnTo>
                    <a:pt x="1568138" y="451371"/>
                  </a:lnTo>
                  <a:lnTo>
                    <a:pt x="1573258" y="433900"/>
                  </a:lnTo>
                  <a:close/>
                  <a:moveTo>
                    <a:pt x="1573258" y="433900"/>
                  </a:moveTo>
                  <a:lnTo>
                    <a:pt x="1568138" y="451371"/>
                  </a:lnTo>
                  <a:lnTo>
                    <a:pt x="1610231" y="440440"/>
                  </a:lnTo>
                  <a:close/>
                  <a:moveTo>
                    <a:pt x="1573258" y="433900"/>
                  </a:moveTo>
                  <a:lnTo>
                    <a:pt x="1610231" y="440440"/>
                  </a:lnTo>
                  <a:lnTo>
                    <a:pt x="1583113" y="372459"/>
                  </a:lnTo>
                  <a:close/>
                  <a:moveTo>
                    <a:pt x="1583113" y="372459"/>
                  </a:moveTo>
                  <a:lnTo>
                    <a:pt x="1610231" y="440440"/>
                  </a:lnTo>
                  <a:lnTo>
                    <a:pt x="1611821" y="440018"/>
                  </a:lnTo>
                  <a:close/>
                  <a:moveTo>
                    <a:pt x="1583113" y="372459"/>
                  </a:moveTo>
                  <a:lnTo>
                    <a:pt x="1611821" y="440018"/>
                  </a:lnTo>
                  <a:lnTo>
                    <a:pt x="1628507" y="367505"/>
                  </a:lnTo>
                  <a:close/>
                  <a:moveTo>
                    <a:pt x="1227314" y="23293"/>
                  </a:moveTo>
                  <a:lnTo>
                    <a:pt x="1277480" y="63356"/>
                  </a:lnTo>
                  <a:lnTo>
                    <a:pt x="1288932" y="11180"/>
                  </a:lnTo>
                  <a:close/>
                  <a:moveTo>
                    <a:pt x="1629276" y="363598"/>
                  </a:moveTo>
                  <a:lnTo>
                    <a:pt x="1628507" y="367505"/>
                  </a:lnTo>
                  <a:lnTo>
                    <a:pt x="1631701" y="364809"/>
                  </a:lnTo>
                  <a:close/>
                  <a:moveTo>
                    <a:pt x="1629276" y="363598"/>
                  </a:moveTo>
                  <a:lnTo>
                    <a:pt x="1631701" y="364809"/>
                  </a:lnTo>
                  <a:lnTo>
                    <a:pt x="1686171" y="292583"/>
                  </a:lnTo>
                  <a:close/>
                  <a:moveTo>
                    <a:pt x="1642649" y="289983"/>
                  </a:moveTo>
                  <a:lnTo>
                    <a:pt x="1629276" y="363598"/>
                  </a:lnTo>
                  <a:lnTo>
                    <a:pt x="1686171" y="292583"/>
                  </a:lnTo>
                  <a:close/>
                  <a:moveTo>
                    <a:pt x="1642649" y="289983"/>
                  </a:moveTo>
                  <a:lnTo>
                    <a:pt x="1686171" y="292583"/>
                  </a:lnTo>
                  <a:lnTo>
                    <a:pt x="1643138" y="287307"/>
                  </a:lnTo>
                  <a:close/>
                  <a:moveTo>
                    <a:pt x="1686171" y="292583"/>
                  </a:moveTo>
                  <a:lnTo>
                    <a:pt x="1689578" y="286262"/>
                  </a:lnTo>
                  <a:lnTo>
                    <a:pt x="1643138" y="287307"/>
                  </a:lnTo>
                  <a:close/>
                  <a:moveTo>
                    <a:pt x="1347433" y="15323"/>
                  </a:moveTo>
                  <a:lnTo>
                    <a:pt x="1349404" y="0"/>
                  </a:lnTo>
                  <a:lnTo>
                    <a:pt x="1326757" y="4053"/>
                  </a:lnTo>
                  <a:close/>
                  <a:moveTo>
                    <a:pt x="1347433" y="15323"/>
                  </a:moveTo>
                  <a:lnTo>
                    <a:pt x="1361630" y="4053"/>
                  </a:lnTo>
                  <a:lnTo>
                    <a:pt x="1349404" y="0"/>
                  </a:lnTo>
                  <a:close/>
                  <a:moveTo>
                    <a:pt x="1713027" y="239032"/>
                  </a:moveTo>
                  <a:lnTo>
                    <a:pt x="1689578" y="286262"/>
                  </a:lnTo>
                  <a:lnTo>
                    <a:pt x="1756444" y="226689"/>
                  </a:lnTo>
                  <a:close/>
                  <a:moveTo>
                    <a:pt x="1759173" y="208473"/>
                  </a:moveTo>
                  <a:lnTo>
                    <a:pt x="1713027" y="239032"/>
                  </a:lnTo>
                  <a:lnTo>
                    <a:pt x="1756444" y="226689"/>
                  </a:lnTo>
                  <a:close/>
                </a:path>
              </a:pathLst>
            </a:custGeom>
            <a:solidFill>
              <a:srgbClr val="EFF2F3"/>
            </a:solidFill>
            <a:ln w="1524">
              <a:solidFill>
                <a:srgbClr val="EFF2F3"/>
              </a:solidFill>
            </a:ln>
          </p:spPr>
        </p:sp>
        <p:sp>
          <p:nvSpPr>
            <p:cNvPr id="4304" name="Output_density__4303">
              <a:extLst>
                <a:ext uri="{FF2B5EF4-FFF2-40B4-BE49-F238E27FC236}">
                  <a16:creationId xmlns:a16="http://schemas.microsoft.com/office/drawing/2014/main" id="{436488D9-2044-E948-F259-B9E8A68D4269}"/>
                </a:ext>
              </a:extLst>
            </p:cNvPr>
            <p:cNvSpPr>
              <a:spLocks noGrp="1"/>
            </p:cNvSpPr>
            <p:nvPr/>
          </p:nvSpPr>
          <p:spPr>
            <a:xfrm>
              <a:off x="14807797" y="2339185"/>
              <a:ext cx="1759173" cy="1305015"/>
            </a:xfrm>
            <a:custGeom>
              <a:avLst/>
              <a:gdLst/>
              <a:ahLst/>
              <a:cxnLst/>
              <a:rect l="0" t="0" r="0" b="0"/>
              <a:pathLst>
                <a:path w="1759173" h="1305015">
                  <a:moveTo>
                    <a:pt x="100147" y="946595"/>
                  </a:moveTo>
                  <a:lnTo>
                    <a:pt x="90673" y="957999"/>
                  </a:lnTo>
                  <a:lnTo>
                    <a:pt x="100468" y="965485"/>
                  </a:lnTo>
                  <a:close/>
                  <a:moveTo>
                    <a:pt x="56912" y="919152"/>
                  </a:moveTo>
                  <a:lnTo>
                    <a:pt x="90673" y="957999"/>
                  </a:lnTo>
                  <a:lnTo>
                    <a:pt x="100147" y="946595"/>
                  </a:lnTo>
                  <a:close/>
                  <a:moveTo>
                    <a:pt x="56912" y="919152"/>
                  </a:moveTo>
                  <a:lnTo>
                    <a:pt x="80100" y="895058"/>
                  </a:lnTo>
                  <a:lnTo>
                    <a:pt x="24020" y="883473"/>
                  </a:lnTo>
                  <a:close/>
                  <a:moveTo>
                    <a:pt x="80100" y="895058"/>
                  </a:moveTo>
                  <a:lnTo>
                    <a:pt x="57498" y="873741"/>
                  </a:lnTo>
                  <a:lnTo>
                    <a:pt x="24020" y="883473"/>
                  </a:lnTo>
                  <a:close/>
                  <a:moveTo>
                    <a:pt x="10796" y="843522"/>
                  </a:moveTo>
                  <a:lnTo>
                    <a:pt x="24020" y="883473"/>
                  </a:lnTo>
                  <a:lnTo>
                    <a:pt x="57498" y="873741"/>
                  </a:lnTo>
                  <a:close/>
                  <a:moveTo>
                    <a:pt x="10796" y="843522"/>
                  </a:moveTo>
                  <a:lnTo>
                    <a:pt x="0" y="867616"/>
                  </a:lnTo>
                  <a:lnTo>
                    <a:pt x="24020" y="883473"/>
                  </a:lnTo>
                  <a:close/>
                  <a:moveTo>
                    <a:pt x="128468" y="998132"/>
                  </a:moveTo>
                  <a:lnTo>
                    <a:pt x="100468" y="965485"/>
                  </a:lnTo>
                  <a:lnTo>
                    <a:pt x="131580" y="1002935"/>
                  </a:lnTo>
                  <a:close/>
                  <a:moveTo>
                    <a:pt x="129908" y="878808"/>
                  </a:moveTo>
                  <a:lnTo>
                    <a:pt x="176381" y="879009"/>
                  </a:lnTo>
                  <a:lnTo>
                    <a:pt x="135315" y="855107"/>
                  </a:lnTo>
                  <a:close/>
                  <a:moveTo>
                    <a:pt x="428826" y="1128647"/>
                  </a:moveTo>
                  <a:lnTo>
                    <a:pt x="427774" y="1140274"/>
                  </a:lnTo>
                  <a:lnTo>
                    <a:pt x="445095" y="1139939"/>
                  </a:lnTo>
                  <a:close/>
                  <a:moveTo>
                    <a:pt x="445095" y="1139939"/>
                  </a:moveTo>
                  <a:lnTo>
                    <a:pt x="504410" y="1178695"/>
                  </a:lnTo>
                  <a:lnTo>
                    <a:pt x="530310" y="1148970"/>
                  </a:lnTo>
                  <a:close/>
                  <a:moveTo>
                    <a:pt x="435865" y="1104554"/>
                  </a:moveTo>
                  <a:lnTo>
                    <a:pt x="445095" y="1139939"/>
                  </a:lnTo>
                  <a:lnTo>
                    <a:pt x="479358" y="1133145"/>
                  </a:lnTo>
                  <a:close/>
                  <a:moveTo>
                    <a:pt x="372923" y="909879"/>
                  </a:moveTo>
                  <a:lnTo>
                    <a:pt x="330485" y="974038"/>
                  </a:lnTo>
                  <a:lnTo>
                    <a:pt x="352749" y="969349"/>
                  </a:lnTo>
                  <a:close/>
                  <a:moveTo>
                    <a:pt x="720719" y="1305015"/>
                  </a:moveTo>
                  <a:lnTo>
                    <a:pt x="769021" y="1240985"/>
                  </a:lnTo>
                  <a:lnTo>
                    <a:pt x="728515" y="1235934"/>
                  </a:lnTo>
                  <a:close/>
                  <a:moveTo>
                    <a:pt x="728515" y="1235934"/>
                  </a:moveTo>
                  <a:lnTo>
                    <a:pt x="769021" y="1240985"/>
                  </a:lnTo>
                  <a:lnTo>
                    <a:pt x="729128" y="1233387"/>
                  </a:lnTo>
                  <a:close/>
                  <a:moveTo>
                    <a:pt x="779104" y="1170045"/>
                  </a:moveTo>
                  <a:lnTo>
                    <a:pt x="737865" y="1165590"/>
                  </a:lnTo>
                  <a:lnTo>
                    <a:pt x="729128" y="1233387"/>
                  </a:lnTo>
                  <a:close/>
                  <a:moveTo>
                    <a:pt x="779104" y="1170045"/>
                  </a:moveTo>
                  <a:lnTo>
                    <a:pt x="787362" y="1141536"/>
                  </a:lnTo>
                  <a:lnTo>
                    <a:pt x="734845" y="1119862"/>
                  </a:lnTo>
                  <a:close/>
                  <a:moveTo>
                    <a:pt x="605224" y="1071974"/>
                  </a:moveTo>
                  <a:lnTo>
                    <a:pt x="597132" y="1089228"/>
                  </a:lnTo>
                  <a:lnTo>
                    <a:pt x="671868" y="1118519"/>
                  </a:lnTo>
                  <a:close/>
                  <a:moveTo>
                    <a:pt x="193052" y="626502"/>
                  </a:moveTo>
                  <a:lnTo>
                    <a:pt x="225780" y="616630"/>
                  </a:lnTo>
                  <a:lnTo>
                    <a:pt x="195683" y="612345"/>
                  </a:lnTo>
                  <a:close/>
                  <a:moveTo>
                    <a:pt x="195683" y="612345"/>
                  </a:moveTo>
                  <a:lnTo>
                    <a:pt x="225780" y="616630"/>
                  </a:lnTo>
                  <a:lnTo>
                    <a:pt x="248330" y="544783"/>
                  </a:lnTo>
                  <a:close/>
                  <a:moveTo>
                    <a:pt x="198989" y="546914"/>
                  </a:moveTo>
                  <a:lnTo>
                    <a:pt x="195683" y="612345"/>
                  </a:lnTo>
                  <a:lnTo>
                    <a:pt x="248330" y="544783"/>
                  </a:lnTo>
                  <a:close/>
                  <a:moveTo>
                    <a:pt x="799248" y="1090925"/>
                  </a:moveTo>
                  <a:lnTo>
                    <a:pt x="849573" y="1087994"/>
                  </a:lnTo>
                  <a:lnTo>
                    <a:pt x="840614" y="1032535"/>
                  </a:lnTo>
                  <a:close/>
                  <a:moveTo>
                    <a:pt x="454816" y="741832"/>
                  </a:moveTo>
                  <a:lnTo>
                    <a:pt x="449055" y="750047"/>
                  </a:lnTo>
                  <a:lnTo>
                    <a:pt x="508985" y="735776"/>
                  </a:lnTo>
                  <a:close/>
                  <a:moveTo>
                    <a:pt x="446485" y="740437"/>
                  </a:moveTo>
                  <a:lnTo>
                    <a:pt x="454816" y="741832"/>
                  </a:lnTo>
                  <a:lnTo>
                    <a:pt x="488433" y="722600"/>
                  </a:lnTo>
                  <a:close/>
                  <a:moveTo>
                    <a:pt x="693656" y="853568"/>
                  </a:moveTo>
                  <a:lnTo>
                    <a:pt x="722010" y="927508"/>
                  </a:lnTo>
                  <a:lnTo>
                    <a:pt x="704168" y="905105"/>
                  </a:lnTo>
                  <a:close/>
                  <a:moveTo>
                    <a:pt x="693656" y="853568"/>
                  </a:moveTo>
                  <a:lnTo>
                    <a:pt x="682451" y="858943"/>
                  </a:lnTo>
                  <a:lnTo>
                    <a:pt x="665862" y="901722"/>
                  </a:lnTo>
                  <a:close/>
                  <a:moveTo>
                    <a:pt x="553804" y="723052"/>
                  </a:moveTo>
                  <a:lnTo>
                    <a:pt x="594745" y="704036"/>
                  </a:lnTo>
                  <a:lnTo>
                    <a:pt x="513285" y="680617"/>
                  </a:lnTo>
                  <a:close/>
                  <a:moveTo>
                    <a:pt x="599848" y="694684"/>
                  </a:moveTo>
                  <a:lnTo>
                    <a:pt x="633830" y="710243"/>
                  </a:lnTo>
                  <a:lnTo>
                    <a:pt x="609470" y="698958"/>
                  </a:lnTo>
                  <a:close/>
                  <a:moveTo>
                    <a:pt x="599848" y="694684"/>
                  </a:moveTo>
                  <a:lnTo>
                    <a:pt x="609470" y="698958"/>
                  </a:lnTo>
                  <a:lnTo>
                    <a:pt x="614544" y="687940"/>
                  </a:lnTo>
                  <a:close/>
                  <a:moveTo>
                    <a:pt x="599848" y="694684"/>
                  </a:moveTo>
                  <a:lnTo>
                    <a:pt x="614544" y="687940"/>
                  </a:lnTo>
                  <a:lnTo>
                    <a:pt x="548200" y="676256"/>
                  </a:lnTo>
                  <a:close/>
                  <a:moveTo>
                    <a:pt x="919868" y="817856"/>
                  </a:moveTo>
                  <a:lnTo>
                    <a:pt x="877889" y="814002"/>
                  </a:lnTo>
                  <a:lnTo>
                    <a:pt x="920910" y="879752"/>
                  </a:lnTo>
                  <a:close/>
                  <a:moveTo>
                    <a:pt x="860890" y="702172"/>
                  </a:moveTo>
                  <a:lnTo>
                    <a:pt x="803547" y="650771"/>
                  </a:lnTo>
                  <a:lnTo>
                    <a:pt x="860758" y="702444"/>
                  </a:lnTo>
                  <a:close/>
                  <a:moveTo>
                    <a:pt x="798665" y="652199"/>
                  </a:moveTo>
                  <a:lnTo>
                    <a:pt x="795724" y="633202"/>
                  </a:lnTo>
                  <a:lnTo>
                    <a:pt x="741242" y="604182"/>
                  </a:lnTo>
                  <a:close/>
                  <a:moveTo>
                    <a:pt x="675255" y="532144"/>
                  </a:moveTo>
                  <a:lnTo>
                    <a:pt x="704705" y="547697"/>
                  </a:lnTo>
                  <a:lnTo>
                    <a:pt x="646000" y="512121"/>
                  </a:lnTo>
                  <a:close/>
                  <a:moveTo>
                    <a:pt x="623977" y="496161"/>
                  </a:moveTo>
                  <a:lnTo>
                    <a:pt x="646000" y="512121"/>
                  </a:lnTo>
                  <a:lnTo>
                    <a:pt x="582789" y="462785"/>
                  </a:lnTo>
                  <a:close/>
                  <a:moveTo>
                    <a:pt x="582789" y="462785"/>
                  </a:moveTo>
                  <a:lnTo>
                    <a:pt x="646000" y="512121"/>
                  </a:lnTo>
                  <a:lnTo>
                    <a:pt x="595638" y="468718"/>
                  </a:lnTo>
                  <a:close/>
                  <a:moveTo>
                    <a:pt x="675255" y="532144"/>
                  </a:moveTo>
                  <a:lnTo>
                    <a:pt x="646000" y="512121"/>
                  </a:lnTo>
                  <a:lnTo>
                    <a:pt x="623977" y="496161"/>
                  </a:lnTo>
                  <a:close/>
                  <a:moveTo>
                    <a:pt x="929345" y="648537"/>
                  </a:moveTo>
                  <a:lnTo>
                    <a:pt x="886975" y="626677"/>
                  </a:lnTo>
                  <a:lnTo>
                    <a:pt x="860890" y="702172"/>
                  </a:lnTo>
                  <a:close/>
                  <a:moveTo>
                    <a:pt x="741242" y="604182"/>
                  </a:moveTo>
                  <a:lnTo>
                    <a:pt x="795724" y="633202"/>
                  </a:lnTo>
                  <a:lnTo>
                    <a:pt x="818641" y="583985"/>
                  </a:lnTo>
                  <a:close/>
                  <a:moveTo>
                    <a:pt x="886975" y="626677"/>
                  </a:moveTo>
                  <a:lnTo>
                    <a:pt x="929345" y="648537"/>
                  </a:lnTo>
                  <a:lnTo>
                    <a:pt x="943440" y="610464"/>
                  </a:lnTo>
                  <a:close/>
                  <a:moveTo>
                    <a:pt x="873982" y="616218"/>
                  </a:moveTo>
                  <a:lnTo>
                    <a:pt x="943440" y="610464"/>
                  </a:lnTo>
                  <a:lnTo>
                    <a:pt x="949585" y="589311"/>
                  </a:lnTo>
                  <a:close/>
                  <a:moveTo>
                    <a:pt x="1142749" y="687862"/>
                  </a:moveTo>
                  <a:lnTo>
                    <a:pt x="1143631" y="757192"/>
                  </a:lnTo>
                  <a:lnTo>
                    <a:pt x="1203023" y="703264"/>
                  </a:lnTo>
                  <a:close/>
                  <a:moveTo>
                    <a:pt x="1115113" y="647586"/>
                  </a:moveTo>
                  <a:lnTo>
                    <a:pt x="1145030" y="661118"/>
                  </a:lnTo>
                  <a:lnTo>
                    <a:pt x="1112587" y="630025"/>
                  </a:lnTo>
                  <a:close/>
                  <a:moveTo>
                    <a:pt x="1060488" y="591271"/>
                  </a:moveTo>
                  <a:lnTo>
                    <a:pt x="1115113" y="647586"/>
                  </a:lnTo>
                  <a:lnTo>
                    <a:pt x="1112587" y="630025"/>
                  </a:lnTo>
                  <a:close/>
                  <a:moveTo>
                    <a:pt x="1348686" y="898524"/>
                  </a:moveTo>
                  <a:lnTo>
                    <a:pt x="1403148" y="927469"/>
                  </a:lnTo>
                  <a:lnTo>
                    <a:pt x="1433261" y="905157"/>
                  </a:lnTo>
                  <a:close/>
                  <a:moveTo>
                    <a:pt x="1142575" y="562518"/>
                  </a:moveTo>
                  <a:lnTo>
                    <a:pt x="1086212" y="570358"/>
                  </a:lnTo>
                  <a:lnTo>
                    <a:pt x="1152488" y="617201"/>
                  </a:lnTo>
                  <a:close/>
                  <a:moveTo>
                    <a:pt x="1053587" y="578489"/>
                  </a:moveTo>
                  <a:lnTo>
                    <a:pt x="1086212" y="570358"/>
                  </a:lnTo>
                  <a:lnTo>
                    <a:pt x="1096677" y="520109"/>
                  </a:lnTo>
                  <a:close/>
                  <a:moveTo>
                    <a:pt x="1086212" y="570358"/>
                  </a:moveTo>
                  <a:lnTo>
                    <a:pt x="1142575" y="562518"/>
                  </a:lnTo>
                  <a:lnTo>
                    <a:pt x="1096677" y="520109"/>
                  </a:lnTo>
                  <a:close/>
                  <a:moveTo>
                    <a:pt x="1142575" y="562518"/>
                  </a:moveTo>
                  <a:lnTo>
                    <a:pt x="1148536" y="539326"/>
                  </a:lnTo>
                  <a:lnTo>
                    <a:pt x="1096677" y="520109"/>
                  </a:lnTo>
                  <a:close/>
                  <a:moveTo>
                    <a:pt x="1489516" y="846829"/>
                  </a:moveTo>
                  <a:lnTo>
                    <a:pt x="1433261" y="905157"/>
                  </a:lnTo>
                  <a:lnTo>
                    <a:pt x="1481634" y="911340"/>
                  </a:lnTo>
                  <a:close/>
                  <a:moveTo>
                    <a:pt x="1531769" y="850460"/>
                  </a:moveTo>
                  <a:lnTo>
                    <a:pt x="1489516" y="846829"/>
                  </a:lnTo>
                  <a:lnTo>
                    <a:pt x="1481634" y="911340"/>
                  </a:lnTo>
                  <a:close/>
                  <a:moveTo>
                    <a:pt x="1220137" y="478764"/>
                  </a:moveTo>
                  <a:lnTo>
                    <a:pt x="1237040" y="427228"/>
                  </a:lnTo>
                  <a:lnTo>
                    <a:pt x="1214242" y="479494"/>
                  </a:lnTo>
                  <a:close/>
                  <a:moveTo>
                    <a:pt x="1214242" y="479494"/>
                  </a:moveTo>
                  <a:lnTo>
                    <a:pt x="1195018" y="432379"/>
                  </a:lnTo>
                  <a:lnTo>
                    <a:pt x="1213049" y="478764"/>
                  </a:lnTo>
                  <a:close/>
                  <a:moveTo>
                    <a:pt x="1220137" y="478764"/>
                  </a:moveTo>
                  <a:lnTo>
                    <a:pt x="1217243" y="477053"/>
                  </a:lnTo>
                  <a:lnTo>
                    <a:pt x="1237040" y="427228"/>
                  </a:lnTo>
                  <a:close/>
                  <a:moveTo>
                    <a:pt x="1333138" y="333312"/>
                  </a:moveTo>
                  <a:lnTo>
                    <a:pt x="1279677" y="338792"/>
                  </a:lnTo>
                  <a:lnTo>
                    <a:pt x="1339792" y="390645"/>
                  </a:lnTo>
                  <a:close/>
                  <a:moveTo>
                    <a:pt x="1279677" y="338792"/>
                  </a:moveTo>
                  <a:lnTo>
                    <a:pt x="1273524" y="327503"/>
                  </a:lnTo>
                  <a:lnTo>
                    <a:pt x="1274613" y="391551"/>
                  </a:lnTo>
                  <a:close/>
                  <a:moveTo>
                    <a:pt x="1455770" y="533649"/>
                  </a:moveTo>
                  <a:lnTo>
                    <a:pt x="1506858" y="519016"/>
                  </a:lnTo>
                  <a:lnTo>
                    <a:pt x="1514874" y="496018"/>
                  </a:lnTo>
                  <a:close/>
                  <a:moveTo>
                    <a:pt x="1440854" y="528848"/>
                  </a:moveTo>
                  <a:lnTo>
                    <a:pt x="1455770" y="533649"/>
                  </a:lnTo>
                  <a:lnTo>
                    <a:pt x="1514874" y="496018"/>
                  </a:lnTo>
                  <a:close/>
                  <a:moveTo>
                    <a:pt x="1506858" y="519016"/>
                  </a:moveTo>
                  <a:lnTo>
                    <a:pt x="1540565" y="509556"/>
                  </a:lnTo>
                  <a:lnTo>
                    <a:pt x="1514874" y="496018"/>
                  </a:lnTo>
                  <a:close/>
                  <a:moveTo>
                    <a:pt x="1384952" y="416673"/>
                  </a:moveTo>
                  <a:lnTo>
                    <a:pt x="1406718" y="401217"/>
                  </a:lnTo>
                  <a:lnTo>
                    <a:pt x="1359705" y="400120"/>
                  </a:lnTo>
                  <a:close/>
                  <a:moveTo>
                    <a:pt x="1544525" y="433925"/>
                  </a:moveTo>
                  <a:lnTo>
                    <a:pt x="1540565" y="509556"/>
                  </a:lnTo>
                  <a:lnTo>
                    <a:pt x="1583113" y="441575"/>
                  </a:lnTo>
                  <a:close/>
                  <a:moveTo>
                    <a:pt x="1583113" y="441575"/>
                  </a:moveTo>
                  <a:lnTo>
                    <a:pt x="1540565" y="509556"/>
                  </a:lnTo>
                  <a:lnTo>
                    <a:pt x="1573258" y="503016"/>
                  </a:lnTo>
                  <a:close/>
                  <a:moveTo>
                    <a:pt x="1460774" y="354946"/>
                  </a:moveTo>
                  <a:lnTo>
                    <a:pt x="1486112" y="406483"/>
                  </a:lnTo>
                  <a:lnTo>
                    <a:pt x="1445823" y="342426"/>
                  </a:lnTo>
                  <a:close/>
                  <a:moveTo>
                    <a:pt x="1288932" y="80296"/>
                  </a:moveTo>
                  <a:lnTo>
                    <a:pt x="1326757" y="73169"/>
                  </a:lnTo>
                  <a:lnTo>
                    <a:pt x="1295274" y="64103"/>
                  </a:lnTo>
                  <a:close/>
                  <a:moveTo>
                    <a:pt x="1629276" y="432714"/>
                  </a:moveTo>
                  <a:lnTo>
                    <a:pt x="1583113" y="441575"/>
                  </a:lnTo>
                  <a:lnTo>
                    <a:pt x="1628507" y="436621"/>
                  </a:lnTo>
                  <a:close/>
                  <a:moveTo>
                    <a:pt x="1629276" y="432714"/>
                  </a:moveTo>
                  <a:lnTo>
                    <a:pt x="1584833" y="430863"/>
                  </a:lnTo>
                  <a:lnTo>
                    <a:pt x="1583113" y="441575"/>
                  </a:lnTo>
                  <a:close/>
                  <a:moveTo>
                    <a:pt x="1584833" y="430863"/>
                  </a:moveTo>
                  <a:lnTo>
                    <a:pt x="1629276" y="432714"/>
                  </a:lnTo>
                  <a:lnTo>
                    <a:pt x="1642649" y="359099"/>
                  </a:lnTo>
                  <a:close/>
                  <a:moveTo>
                    <a:pt x="1584833" y="430863"/>
                  </a:moveTo>
                  <a:lnTo>
                    <a:pt x="1642649" y="359099"/>
                  </a:lnTo>
                  <a:lnTo>
                    <a:pt x="1593892" y="360756"/>
                  </a:lnTo>
                  <a:close/>
                  <a:moveTo>
                    <a:pt x="1642649" y="359099"/>
                  </a:moveTo>
                  <a:lnTo>
                    <a:pt x="1643138" y="356423"/>
                  </a:lnTo>
                  <a:lnTo>
                    <a:pt x="1595973" y="354757"/>
                  </a:lnTo>
                  <a:close/>
                  <a:moveTo>
                    <a:pt x="1360929" y="0"/>
                  </a:moveTo>
                  <a:lnTo>
                    <a:pt x="1326757" y="73169"/>
                  </a:lnTo>
                  <a:lnTo>
                    <a:pt x="1349404" y="69116"/>
                  </a:lnTo>
                  <a:close/>
                  <a:moveTo>
                    <a:pt x="1414093" y="54507"/>
                  </a:moveTo>
                  <a:lnTo>
                    <a:pt x="1416492" y="49075"/>
                  </a:lnTo>
                  <a:lnTo>
                    <a:pt x="1389753" y="67987"/>
                  </a:lnTo>
                  <a:close/>
                  <a:moveTo>
                    <a:pt x="1360929" y="0"/>
                  </a:moveTo>
                  <a:lnTo>
                    <a:pt x="1349404" y="69116"/>
                  </a:lnTo>
                  <a:lnTo>
                    <a:pt x="1389753" y="67987"/>
                  </a:lnTo>
                  <a:close/>
                  <a:moveTo>
                    <a:pt x="1643138" y="356423"/>
                  </a:moveTo>
                  <a:lnTo>
                    <a:pt x="1659848" y="284001"/>
                  </a:lnTo>
                  <a:lnTo>
                    <a:pt x="1595973" y="354757"/>
                  </a:lnTo>
                  <a:close/>
                  <a:moveTo>
                    <a:pt x="1643138" y="356423"/>
                  </a:moveTo>
                  <a:lnTo>
                    <a:pt x="1689578" y="355378"/>
                  </a:lnTo>
                  <a:lnTo>
                    <a:pt x="1713027" y="308148"/>
                  </a:lnTo>
                  <a:close/>
                  <a:moveTo>
                    <a:pt x="1759173" y="277589"/>
                  </a:moveTo>
                  <a:lnTo>
                    <a:pt x="1720208" y="271284"/>
                  </a:lnTo>
                  <a:lnTo>
                    <a:pt x="1713027" y="308148"/>
                  </a:lnTo>
                  <a:close/>
                  <a:moveTo>
                    <a:pt x="1720208" y="271284"/>
                  </a:moveTo>
                  <a:lnTo>
                    <a:pt x="1759173" y="277589"/>
                  </a:lnTo>
                  <a:lnTo>
                    <a:pt x="1752699" y="220109"/>
                  </a:lnTo>
                  <a:close/>
                  <a:moveTo>
                    <a:pt x="1537489" y="117656"/>
                  </a:moveTo>
                  <a:lnTo>
                    <a:pt x="1577670" y="122972"/>
                  </a:lnTo>
                  <a:lnTo>
                    <a:pt x="1564367" y="71045"/>
                  </a:lnTo>
                  <a:close/>
                  <a:moveTo>
                    <a:pt x="1564367" y="71045"/>
                  </a:moveTo>
                  <a:lnTo>
                    <a:pt x="1602180" y="128054"/>
                  </a:lnTo>
                  <a:lnTo>
                    <a:pt x="1592562" y="76518"/>
                  </a:lnTo>
                  <a:close/>
                  <a:moveTo>
                    <a:pt x="1564367" y="71045"/>
                  </a:moveTo>
                  <a:lnTo>
                    <a:pt x="1577670" y="122972"/>
                  </a:lnTo>
                  <a:lnTo>
                    <a:pt x="1602180" y="128054"/>
                  </a:lnTo>
                  <a:close/>
                </a:path>
              </a:pathLst>
            </a:custGeom>
            <a:solidFill>
              <a:srgbClr val="F1F3F5"/>
            </a:solidFill>
            <a:ln w="1524">
              <a:solidFill>
                <a:srgbClr val="F1F3F5"/>
              </a:solidFill>
            </a:ln>
          </p:spPr>
        </p:sp>
        <p:sp>
          <p:nvSpPr>
            <p:cNvPr id="4305" name="Output_density__4304">
              <a:extLst>
                <a:ext uri="{FF2B5EF4-FFF2-40B4-BE49-F238E27FC236}">
                  <a16:creationId xmlns:a16="http://schemas.microsoft.com/office/drawing/2014/main" id="{3719AC20-00F1-B99A-FB05-B51EB5E04C8B}"/>
                </a:ext>
              </a:extLst>
            </p:cNvPr>
            <p:cNvSpPr>
              <a:spLocks noGrp="1"/>
            </p:cNvSpPr>
            <p:nvPr/>
          </p:nvSpPr>
          <p:spPr>
            <a:xfrm>
              <a:off x="14772833" y="2336723"/>
              <a:ext cx="1787663" cy="1343324"/>
            </a:xfrm>
            <a:custGeom>
              <a:avLst/>
              <a:gdLst/>
              <a:ahLst/>
              <a:cxnLst/>
              <a:rect l="0" t="0" r="0" b="0"/>
              <a:pathLst>
                <a:path w="1787663" h="1343324">
                  <a:moveTo>
                    <a:pt x="115064" y="897520"/>
                  </a:moveTo>
                  <a:lnTo>
                    <a:pt x="91876" y="921614"/>
                  </a:lnTo>
                  <a:lnTo>
                    <a:pt x="135111" y="949057"/>
                  </a:lnTo>
                  <a:close/>
                  <a:moveTo>
                    <a:pt x="45759" y="845984"/>
                  </a:moveTo>
                  <a:lnTo>
                    <a:pt x="8585" y="806878"/>
                  </a:lnTo>
                  <a:lnTo>
                    <a:pt x="0" y="818541"/>
                  </a:lnTo>
                  <a:close/>
                  <a:moveTo>
                    <a:pt x="45759" y="845984"/>
                  </a:moveTo>
                  <a:lnTo>
                    <a:pt x="0" y="818541"/>
                  </a:lnTo>
                  <a:lnTo>
                    <a:pt x="34964" y="870078"/>
                  </a:lnTo>
                  <a:close/>
                  <a:moveTo>
                    <a:pt x="537612" y="1234183"/>
                  </a:moveTo>
                  <a:lnTo>
                    <a:pt x="533425" y="1302152"/>
                  </a:lnTo>
                  <a:lnTo>
                    <a:pt x="555388" y="1249368"/>
                  </a:lnTo>
                  <a:close/>
                  <a:moveTo>
                    <a:pt x="537612" y="1234183"/>
                  </a:moveTo>
                  <a:lnTo>
                    <a:pt x="479257" y="1258277"/>
                  </a:lnTo>
                  <a:lnTo>
                    <a:pt x="533425" y="1302152"/>
                  </a:lnTo>
                  <a:close/>
                  <a:moveTo>
                    <a:pt x="555388" y="1249368"/>
                  </a:moveTo>
                  <a:lnTo>
                    <a:pt x="533425" y="1302152"/>
                  </a:lnTo>
                  <a:lnTo>
                    <a:pt x="604072" y="1256715"/>
                  </a:lnTo>
                  <a:close/>
                  <a:moveTo>
                    <a:pt x="480058" y="1142401"/>
                  </a:moveTo>
                  <a:lnTo>
                    <a:pt x="462737" y="1142736"/>
                  </a:lnTo>
                  <a:lnTo>
                    <a:pt x="536215" y="1182646"/>
                  </a:lnTo>
                  <a:close/>
                  <a:moveTo>
                    <a:pt x="673957" y="1343324"/>
                  </a:moveTo>
                  <a:lnTo>
                    <a:pt x="728235" y="1313162"/>
                  </a:lnTo>
                  <a:lnTo>
                    <a:pt x="680314" y="1330768"/>
                  </a:lnTo>
                  <a:close/>
                  <a:moveTo>
                    <a:pt x="752825" y="1328624"/>
                  </a:moveTo>
                  <a:lnTo>
                    <a:pt x="728235" y="1313162"/>
                  </a:lnTo>
                  <a:lnTo>
                    <a:pt x="673957" y="1343324"/>
                  </a:lnTo>
                  <a:close/>
                  <a:moveTo>
                    <a:pt x="680314" y="1330768"/>
                  </a:moveTo>
                  <a:lnTo>
                    <a:pt x="728235" y="1313162"/>
                  </a:lnTo>
                  <a:lnTo>
                    <a:pt x="696872" y="1294103"/>
                  </a:lnTo>
                  <a:close/>
                  <a:moveTo>
                    <a:pt x="608513" y="1225673"/>
                  </a:moveTo>
                  <a:lnTo>
                    <a:pt x="555388" y="1249368"/>
                  </a:lnTo>
                  <a:lnTo>
                    <a:pt x="604072" y="1256715"/>
                  </a:lnTo>
                  <a:close/>
                  <a:moveTo>
                    <a:pt x="536215" y="1182646"/>
                  </a:moveTo>
                  <a:lnTo>
                    <a:pt x="539374" y="1181157"/>
                  </a:lnTo>
                  <a:lnTo>
                    <a:pt x="480058" y="1142401"/>
                  </a:lnTo>
                  <a:close/>
                  <a:moveTo>
                    <a:pt x="539374" y="1181157"/>
                  </a:moveTo>
                  <a:lnTo>
                    <a:pt x="589867" y="1178089"/>
                  </a:lnTo>
                  <a:lnTo>
                    <a:pt x="565274" y="1151432"/>
                  </a:lnTo>
                  <a:close/>
                  <a:moveTo>
                    <a:pt x="311200" y="963758"/>
                  </a:moveTo>
                  <a:lnTo>
                    <a:pt x="345597" y="973776"/>
                  </a:lnTo>
                  <a:lnTo>
                    <a:pt x="341196" y="914611"/>
                  </a:lnTo>
                  <a:close/>
                  <a:moveTo>
                    <a:pt x="345597" y="973776"/>
                  </a:moveTo>
                  <a:lnTo>
                    <a:pt x="365448" y="976499"/>
                  </a:lnTo>
                  <a:lnTo>
                    <a:pt x="341196" y="914611"/>
                  </a:lnTo>
                  <a:close/>
                  <a:moveTo>
                    <a:pt x="728235" y="1313162"/>
                  </a:moveTo>
                  <a:lnTo>
                    <a:pt x="752825" y="1328624"/>
                  </a:lnTo>
                  <a:lnTo>
                    <a:pt x="755683" y="1307477"/>
                  </a:lnTo>
                  <a:close/>
                  <a:moveTo>
                    <a:pt x="755683" y="1307477"/>
                  </a:moveTo>
                  <a:lnTo>
                    <a:pt x="696872" y="1294103"/>
                  </a:lnTo>
                  <a:lnTo>
                    <a:pt x="728235" y="1313162"/>
                  </a:lnTo>
                  <a:close/>
                  <a:moveTo>
                    <a:pt x="708984" y="1244716"/>
                  </a:moveTo>
                  <a:lnTo>
                    <a:pt x="696872" y="1294103"/>
                  </a:lnTo>
                  <a:lnTo>
                    <a:pt x="755683" y="1307477"/>
                  </a:lnTo>
                  <a:close/>
                  <a:moveTo>
                    <a:pt x="763479" y="1238395"/>
                  </a:moveTo>
                  <a:lnTo>
                    <a:pt x="708984" y="1244716"/>
                  </a:lnTo>
                  <a:lnTo>
                    <a:pt x="755683" y="1307477"/>
                  </a:lnTo>
                  <a:close/>
                  <a:moveTo>
                    <a:pt x="808517" y="1302505"/>
                  </a:moveTo>
                  <a:lnTo>
                    <a:pt x="755683" y="1307477"/>
                  </a:lnTo>
                  <a:lnTo>
                    <a:pt x="752825" y="1328624"/>
                  </a:lnTo>
                  <a:close/>
                  <a:moveTo>
                    <a:pt x="708984" y="1244716"/>
                  </a:moveTo>
                  <a:lnTo>
                    <a:pt x="763479" y="1238395"/>
                  </a:lnTo>
                  <a:lnTo>
                    <a:pt x="712431" y="1217375"/>
                  </a:lnTo>
                  <a:close/>
                  <a:moveTo>
                    <a:pt x="763479" y="1238395"/>
                  </a:moveTo>
                  <a:lnTo>
                    <a:pt x="764092" y="1235849"/>
                  </a:lnTo>
                  <a:lnTo>
                    <a:pt x="712431" y="1217375"/>
                  </a:lnTo>
                  <a:close/>
                  <a:moveTo>
                    <a:pt x="656943" y="1144815"/>
                  </a:moveTo>
                  <a:lnTo>
                    <a:pt x="669822" y="1134458"/>
                  </a:lnTo>
                  <a:lnTo>
                    <a:pt x="632095" y="1091690"/>
                  </a:lnTo>
                  <a:close/>
                  <a:moveTo>
                    <a:pt x="260744" y="619092"/>
                  </a:moveTo>
                  <a:lnTo>
                    <a:pt x="228016" y="628963"/>
                  </a:lnTo>
                  <a:lnTo>
                    <a:pt x="269701" y="621039"/>
                  </a:lnTo>
                  <a:close/>
                  <a:moveTo>
                    <a:pt x="772828" y="1168052"/>
                  </a:moveTo>
                  <a:lnTo>
                    <a:pt x="712431" y="1217375"/>
                  </a:lnTo>
                  <a:lnTo>
                    <a:pt x="764092" y="1235849"/>
                  </a:lnTo>
                  <a:close/>
                  <a:moveTo>
                    <a:pt x="772828" y="1168052"/>
                  </a:moveTo>
                  <a:lnTo>
                    <a:pt x="814068" y="1172507"/>
                  </a:lnTo>
                  <a:lnTo>
                    <a:pt x="769809" y="1122324"/>
                  </a:lnTo>
                  <a:close/>
                  <a:moveTo>
                    <a:pt x="706831" y="1120981"/>
                  </a:moveTo>
                  <a:lnTo>
                    <a:pt x="632095" y="1091690"/>
                  </a:lnTo>
                  <a:lnTo>
                    <a:pt x="669822" y="1134458"/>
                  </a:lnTo>
                  <a:close/>
                  <a:moveTo>
                    <a:pt x="694493" y="1068269"/>
                  </a:moveTo>
                  <a:lnTo>
                    <a:pt x="640187" y="1074436"/>
                  </a:lnTo>
                  <a:lnTo>
                    <a:pt x="706831" y="1120981"/>
                  </a:lnTo>
                  <a:close/>
                  <a:moveTo>
                    <a:pt x="640187" y="1074436"/>
                  </a:moveTo>
                  <a:lnTo>
                    <a:pt x="694493" y="1068269"/>
                  </a:lnTo>
                  <a:lnTo>
                    <a:pt x="675286" y="1021141"/>
                  </a:lnTo>
                  <a:close/>
                  <a:moveTo>
                    <a:pt x="640187" y="1074436"/>
                  </a:moveTo>
                  <a:lnTo>
                    <a:pt x="675286" y="1021141"/>
                  </a:lnTo>
                  <a:lnTo>
                    <a:pt x="616865" y="1030655"/>
                  </a:lnTo>
                  <a:close/>
                  <a:moveTo>
                    <a:pt x="616865" y="1030655"/>
                  </a:moveTo>
                  <a:lnTo>
                    <a:pt x="675286" y="1021141"/>
                  </a:lnTo>
                  <a:lnTo>
                    <a:pt x="610777" y="972861"/>
                  </a:lnTo>
                  <a:close/>
                  <a:moveTo>
                    <a:pt x="481448" y="742899"/>
                  </a:moveTo>
                  <a:lnTo>
                    <a:pt x="457224" y="773702"/>
                  </a:lnTo>
                  <a:lnTo>
                    <a:pt x="474795" y="756476"/>
                  </a:lnTo>
                  <a:close/>
                  <a:moveTo>
                    <a:pt x="233953" y="549376"/>
                  </a:moveTo>
                  <a:lnTo>
                    <a:pt x="283294" y="547245"/>
                  </a:lnTo>
                  <a:lnTo>
                    <a:pt x="236930" y="527393"/>
                  </a:lnTo>
                  <a:close/>
                  <a:moveTo>
                    <a:pt x="283294" y="547245"/>
                  </a:moveTo>
                  <a:lnTo>
                    <a:pt x="285877" y="535721"/>
                  </a:lnTo>
                  <a:lnTo>
                    <a:pt x="236930" y="527393"/>
                  </a:lnTo>
                  <a:close/>
                  <a:moveTo>
                    <a:pt x="283294" y="547245"/>
                  </a:moveTo>
                  <a:lnTo>
                    <a:pt x="296178" y="543462"/>
                  </a:lnTo>
                  <a:lnTo>
                    <a:pt x="285877" y="535721"/>
                  </a:lnTo>
                  <a:close/>
                  <a:moveTo>
                    <a:pt x="834212" y="1093387"/>
                  </a:moveTo>
                  <a:lnTo>
                    <a:pt x="769809" y="1122324"/>
                  </a:lnTo>
                  <a:lnTo>
                    <a:pt x="822325" y="1143998"/>
                  </a:lnTo>
                  <a:close/>
                  <a:moveTo>
                    <a:pt x="489779" y="744294"/>
                  </a:moveTo>
                  <a:lnTo>
                    <a:pt x="543948" y="738238"/>
                  </a:lnTo>
                  <a:lnTo>
                    <a:pt x="523397" y="725061"/>
                  </a:lnTo>
                  <a:close/>
                  <a:moveTo>
                    <a:pt x="443707" y="570904"/>
                  </a:moveTo>
                  <a:lnTo>
                    <a:pt x="482553" y="622441"/>
                  </a:lnTo>
                  <a:lnTo>
                    <a:pt x="440951" y="594998"/>
                  </a:lnTo>
                  <a:close/>
                  <a:moveTo>
                    <a:pt x="366644" y="580208"/>
                  </a:moveTo>
                  <a:lnTo>
                    <a:pt x="412982" y="570904"/>
                  </a:lnTo>
                  <a:lnTo>
                    <a:pt x="369619" y="539240"/>
                  </a:lnTo>
                  <a:close/>
                  <a:moveTo>
                    <a:pt x="296178" y="543462"/>
                  </a:moveTo>
                  <a:lnTo>
                    <a:pt x="330939" y="519368"/>
                  </a:lnTo>
                  <a:lnTo>
                    <a:pt x="285877" y="535721"/>
                  </a:lnTo>
                  <a:close/>
                  <a:moveTo>
                    <a:pt x="654290" y="752957"/>
                  </a:moveTo>
                  <a:lnTo>
                    <a:pt x="644434" y="701420"/>
                  </a:lnTo>
                  <a:lnTo>
                    <a:pt x="655523" y="734805"/>
                  </a:lnTo>
                  <a:close/>
                  <a:moveTo>
                    <a:pt x="634811" y="697146"/>
                  </a:moveTo>
                  <a:lnTo>
                    <a:pt x="629709" y="706498"/>
                  </a:lnTo>
                  <a:lnTo>
                    <a:pt x="626057" y="725514"/>
                  </a:lnTo>
                  <a:close/>
                  <a:moveTo>
                    <a:pt x="485756" y="624105"/>
                  </a:moveTo>
                  <a:lnTo>
                    <a:pt x="482553" y="622441"/>
                  </a:lnTo>
                  <a:lnTo>
                    <a:pt x="512705" y="598347"/>
                  </a:lnTo>
                  <a:close/>
                  <a:moveTo>
                    <a:pt x="485756" y="624105"/>
                  </a:moveTo>
                  <a:lnTo>
                    <a:pt x="515309" y="599701"/>
                  </a:lnTo>
                  <a:lnTo>
                    <a:pt x="487365" y="622441"/>
                  </a:lnTo>
                  <a:close/>
                  <a:moveTo>
                    <a:pt x="483552" y="561128"/>
                  </a:moveTo>
                  <a:lnTo>
                    <a:pt x="514598" y="597039"/>
                  </a:lnTo>
                  <a:lnTo>
                    <a:pt x="443707" y="570904"/>
                  </a:lnTo>
                  <a:close/>
                  <a:moveTo>
                    <a:pt x="443707" y="570904"/>
                  </a:moveTo>
                  <a:lnTo>
                    <a:pt x="512705" y="598347"/>
                  </a:lnTo>
                  <a:lnTo>
                    <a:pt x="482553" y="622441"/>
                  </a:lnTo>
                  <a:close/>
                  <a:moveTo>
                    <a:pt x="423333" y="430492"/>
                  </a:moveTo>
                  <a:lnTo>
                    <a:pt x="387038" y="429692"/>
                  </a:lnTo>
                  <a:lnTo>
                    <a:pt x="342638" y="438366"/>
                  </a:lnTo>
                  <a:close/>
                  <a:moveTo>
                    <a:pt x="423333" y="430492"/>
                  </a:moveTo>
                  <a:lnTo>
                    <a:pt x="453698" y="443737"/>
                  </a:lnTo>
                  <a:lnTo>
                    <a:pt x="436985" y="441760"/>
                  </a:lnTo>
                  <a:close/>
                  <a:moveTo>
                    <a:pt x="893538" y="1083138"/>
                  </a:moveTo>
                  <a:lnTo>
                    <a:pt x="860661" y="1071885"/>
                  </a:lnTo>
                  <a:lnTo>
                    <a:pt x="876246" y="1034453"/>
                  </a:lnTo>
                  <a:close/>
                  <a:moveTo>
                    <a:pt x="1027707" y="859378"/>
                  </a:moveTo>
                  <a:lnTo>
                    <a:pt x="995286" y="935009"/>
                  </a:lnTo>
                  <a:lnTo>
                    <a:pt x="1041655" y="910915"/>
                  </a:lnTo>
                  <a:close/>
                  <a:moveTo>
                    <a:pt x="895722" y="704906"/>
                  </a:moveTo>
                  <a:lnTo>
                    <a:pt x="842146" y="710479"/>
                  </a:lnTo>
                  <a:lnTo>
                    <a:pt x="887793" y="774095"/>
                  </a:lnTo>
                  <a:close/>
                  <a:moveTo>
                    <a:pt x="768172" y="669895"/>
                  </a:moveTo>
                  <a:lnTo>
                    <a:pt x="735492" y="658480"/>
                  </a:lnTo>
                  <a:lnTo>
                    <a:pt x="784665" y="719228"/>
                  </a:lnTo>
                  <a:close/>
                  <a:moveTo>
                    <a:pt x="895722" y="704906"/>
                  </a:moveTo>
                  <a:lnTo>
                    <a:pt x="833629" y="654661"/>
                  </a:lnTo>
                  <a:lnTo>
                    <a:pt x="842146" y="710479"/>
                  </a:lnTo>
                  <a:close/>
                  <a:moveTo>
                    <a:pt x="768172" y="669895"/>
                  </a:moveTo>
                  <a:lnTo>
                    <a:pt x="833629" y="654661"/>
                  </a:lnTo>
                  <a:lnTo>
                    <a:pt x="776206" y="606644"/>
                  </a:lnTo>
                  <a:close/>
                  <a:moveTo>
                    <a:pt x="739669" y="550159"/>
                  </a:moveTo>
                  <a:lnTo>
                    <a:pt x="752777" y="556925"/>
                  </a:lnTo>
                  <a:lnTo>
                    <a:pt x="680963" y="514583"/>
                  </a:lnTo>
                  <a:close/>
                  <a:moveTo>
                    <a:pt x="617753" y="465247"/>
                  </a:moveTo>
                  <a:lnTo>
                    <a:pt x="630601" y="471180"/>
                  </a:lnTo>
                  <a:lnTo>
                    <a:pt x="608248" y="462931"/>
                  </a:lnTo>
                  <a:close/>
                  <a:moveTo>
                    <a:pt x="838510" y="653232"/>
                  </a:moveTo>
                  <a:lnTo>
                    <a:pt x="895854" y="704634"/>
                  </a:lnTo>
                  <a:lnTo>
                    <a:pt x="906740" y="633206"/>
                  </a:lnTo>
                  <a:close/>
                  <a:moveTo>
                    <a:pt x="830688" y="635664"/>
                  </a:moveTo>
                  <a:lnTo>
                    <a:pt x="908945" y="618680"/>
                  </a:lnTo>
                  <a:lnTo>
                    <a:pt x="853604" y="586447"/>
                  </a:lnTo>
                  <a:close/>
                  <a:moveTo>
                    <a:pt x="895854" y="704634"/>
                  </a:moveTo>
                  <a:lnTo>
                    <a:pt x="921939" y="629138"/>
                  </a:lnTo>
                  <a:lnTo>
                    <a:pt x="906740" y="633206"/>
                  </a:lnTo>
                  <a:close/>
                  <a:moveTo>
                    <a:pt x="906740" y="633206"/>
                  </a:moveTo>
                  <a:lnTo>
                    <a:pt x="921939" y="629138"/>
                  </a:lnTo>
                  <a:lnTo>
                    <a:pt x="908945" y="618680"/>
                  </a:lnTo>
                  <a:close/>
                  <a:moveTo>
                    <a:pt x="921939" y="629138"/>
                  </a:moveTo>
                  <a:lnTo>
                    <a:pt x="978404" y="612926"/>
                  </a:lnTo>
                  <a:lnTo>
                    <a:pt x="908945" y="618680"/>
                  </a:lnTo>
                  <a:close/>
                  <a:moveTo>
                    <a:pt x="908945" y="618680"/>
                  </a:moveTo>
                  <a:lnTo>
                    <a:pt x="984549" y="591773"/>
                  </a:lnTo>
                  <a:lnTo>
                    <a:pt x="928061" y="555250"/>
                  </a:lnTo>
                  <a:close/>
                  <a:moveTo>
                    <a:pt x="853604" y="586447"/>
                  </a:moveTo>
                  <a:lnTo>
                    <a:pt x="908945" y="618680"/>
                  </a:lnTo>
                  <a:lnTo>
                    <a:pt x="928061" y="555250"/>
                  </a:lnTo>
                  <a:close/>
                  <a:moveTo>
                    <a:pt x="1368362" y="890170"/>
                  </a:moveTo>
                  <a:lnTo>
                    <a:pt x="1354506" y="926922"/>
                  </a:lnTo>
                  <a:lnTo>
                    <a:pt x="1383650" y="900986"/>
                  </a:lnTo>
                  <a:close/>
                  <a:moveTo>
                    <a:pt x="1111515" y="717124"/>
                  </a:moveTo>
                  <a:lnTo>
                    <a:pt x="1177713" y="690324"/>
                  </a:lnTo>
                  <a:lnTo>
                    <a:pt x="1119367" y="708118"/>
                  </a:lnTo>
                  <a:close/>
                  <a:moveTo>
                    <a:pt x="1177713" y="690324"/>
                  </a:moveTo>
                  <a:lnTo>
                    <a:pt x="1144342" y="665182"/>
                  </a:lnTo>
                  <a:lnTo>
                    <a:pt x="1119367" y="708118"/>
                  </a:lnTo>
                  <a:close/>
                  <a:moveTo>
                    <a:pt x="1402086" y="866076"/>
                  </a:moveTo>
                  <a:lnTo>
                    <a:pt x="1383650" y="900986"/>
                  </a:lnTo>
                  <a:lnTo>
                    <a:pt x="1412667" y="874575"/>
                  </a:lnTo>
                  <a:close/>
                  <a:moveTo>
                    <a:pt x="1402086" y="866076"/>
                  </a:moveTo>
                  <a:lnTo>
                    <a:pt x="1368362" y="890170"/>
                  </a:lnTo>
                  <a:lnTo>
                    <a:pt x="1383650" y="900986"/>
                  </a:lnTo>
                  <a:close/>
                  <a:moveTo>
                    <a:pt x="1412667" y="874575"/>
                  </a:moveTo>
                  <a:lnTo>
                    <a:pt x="1383650" y="900986"/>
                  </a:lnTo>
                  <a:lnTo>
                    <a:pt x="1468225" y="907619"/>
                  </a:lnTo>
                  <a:close/>
                  <a:moveTo>
                    <a:pt x="1481787" y="846017"/>
                  </a:moveTo>
                  <a:lnTo>
                    <a:pt x="1412667" y="874575"/>
                  </a:lnTo>
                  <a:lnTo>
                    <a:pt x="1468225" y="907619"/>
                  </a:lnTo>
                  <a:close/>
                  <a:moveTo>
                    <a:pt x="1524480" y="849291"/>
                  </a:moveTo>
                  <a:lnTo>
                    <a:pt x="1481787" y="846017"/>
                  </a:lnTo>
                  <a:lnTo>
                    <a:pt x="1468225" y="907619"/>
                  </a:lnTo>
                  <a:close/>
                  <a:moveTo>
                    <a:pt x="1481787" y="846017"/>
                  </a:moveTo>
                  <a:lnTo>
                    <a:pt x="1524480" y="849291"/>
                  </a:lnTo>
                  <a:lnTo>
                    <a:pt x="1513401" y="795555"/>
                  </a:lnTo>
                  <a:close/>
                  <a:moveTo>
                    <a:pt x="1481787" y="846017"/>
                  </a:moveTo>
                  <a:lnTo>
                    <a:pt x="1513401" y="795555"/>
                  </a:lnTo>
                  <a:lnTo>
                    <a:pt x="1469832" y="792994"/>
                  </a:lnTo>
                  <a:close/>
                  <a:moveTo>
                    <a:pt x="1272003" y="429690"/>
                  </a:moveTo>
                  <a:lnTo>
                    <a:pt x="1252207" y="479515"/>
                  </a:lnTo>
                  <a:lnTo>
                    <a:pt x="1314309" y="411708"/>
                  </a:lnTo>
                  <a:close/>
                  <a:moveTo>
                    <a:pt x="1314641" y="341254"/>
                  </a:moveTo>
                  <a:lnTo>
                    <a:pt x="1309576" y="394013"/>
                  </a:lnTo>
                  <a:lnTo>
                    <a:pt x="1374756" y="393107"/>
                  </a:lnTo>
                  <a:close/>
                  <a:moveTo>
                    <a:pt x="1419916" y="419135"/>
                  </a:moveTo>
                  <a:lnTo>
                    <a:pt x="1469859" y="416515"/>
                  </a:lnTo>
                  <a:lnTo>
                    <a:pt x="1441682" y="403679"/>
                  </a:lnTo>
                  <a:close/>
                  <a:moveTo>
                    <a:pt x="1441682" y="403679"/>
                  </a:moveTo>
                  <a:lnTo>
                    <a:pt x="1469859" y="416515"/>
                  </a:lnTo>
                  <a:lnTo>
                    <a:pt x="1490375" y="411059"/>
                  </a:lnTo>
                  <a:close/>
                  <a:moveTo>
                    <a:pt x="1495738" y="357408"/>
                  </a:moveTo>
                  <a:lnTo>
                    <a:pt x="1469859" y="416515"/>
                  </a:lnTo>
                  <a:lnTo>
                    <a:pt x="1521076" y="408944"/>
                  </a:lnTo>
                  <a:close/>
                  <a:moveTo>
                    <a:pt x="1521076" y="408944"/>
                  </a:moveTo>
                  <a:lnTo>
                    <a:pt x="1495980" y="395278"/>
                  </a:lnTo>
                  <a:lnTo>
                    <a:pt x="1480786" y="344888"/>
                  </a:lnTo>
                  <a:close/>
                  <a:moveTo>
                    <a:pt x="1330238" y="66564"/>
                  </a:moveTo>
                  <a:lnTo>
                    <a:pt x="1361720" y="75631"/>
                  </a:lnTo>
                  <a:lnTo>
                    <a:pt x="1393482" y="0"/>
                  </a:lnTo>
                  <a:close/>
                  <a:moveTo>
                    <a:pt x="1451456" y="51537"/>
                  </a:moveTo>
                  <a:lnTo>
                    <a:pt x="1449056" y="56969"/>
                  </a:lnTo>
                  <a:lnTo>
                    <a:pt x="1411805" y="112014"/>
                  </a:lnTo>
                  <a:close/>
                  <a:moveTo>
                    <a:pt x="1424716" y="70449"/>
                  </a:moveTo>
                  <a:lnTo>
                    <a:pt x="1451456" y="51537"/>
                  </a:lnTo>
                  <a:lnTo>
                    <a:pt x="1395893" y="2462"/>
                  </a:lnTo>
                  <a:close/>
                  <a:moveTo>
                    <a:pt x="1694812" y="286463"/>
                  </a:moveTo>
                  <a:lnTo>
                    <a:pt x="1678101" y="358885"/>
                  </a:lnTo>
                  <a:lnTo>
                    <a:pt x="1747990" y="310610"/>
                  </a:lnTo>
                  <a:close/>
                  <a:moveTo>
                    <a:pt x="1637144" y="130516"/>
                  </a:moveTo>
                  <a:lnTo>
                    <a:pt x="1614164" y="159611"/>
                  </a:lnTo>
                  <a:lnTo>
                    <a:pt x="1650128" y="132934"/>
                  </a:lnTo>
                  <a:close/>
                  <a:moveTo>
                    <a:pt x="1650128" y="132934"/>
                  </a:moveTo>
                  <a:lnTo>
                    <a:pt x="1614164" y="159611"/>
                  </a:lnTo>
                  <a:lnTo>
                    <a:pt x="1616673" y="184892"/>
                  </a:lnTo>
                  <a:close/>
                  <a:moveTo>
                    <a:pt x="1650128" y="132934"/>
                  </a:moveTo>
                  <a:lnTo>
                    <a:pt x="1616673" y="184892"/>
                  </a:lnTo>
                  <a:lnTo>
                    <a:pt x="1661147" y="186718"/>
                  </a:lnTo>
                  <a:close/>
                  <a:moveTo>
                    <a:pt x="1755172" y="273746"/>
                  </a:moveTo>
                  <a:lnTo>
                    <a:pt x="1694812" y="286463"/>
                  </a:lnTo>
                  <a:lnTo>
                    <a:pt x="1747990" y="310610"/>
                  </a:lnTo>
                  <a:close/>
                  <a:moveTo>
                    <a:pt x="1755172" y="273746"/>
                  </a:moveTo>
                  <a:lnTo>
                    <a:pt x="1787663" y="222571"/>
                  </a:lnTo>
                  <a:lnTo>
                    <a:pt x="1746865" y="217757"/>
                  </a:lnTo>
                  <a:close/>
                  <a:moveTo>
                    <a:pt x="1746865" y="217757"/>
                  </a:moveTo>
                  <a:lnTo>
                    <a:pt x="1787663" y="222571"/>
                  </a:lnTo>
                  <a:lnTo>
                    <a:pt x="1769520" y="174577"/>
                  </a:lnTo>
                  <a:close/>
                  <a:moveTo>
                    <a:pt x="1612633" y="125434"/>
                  </a:moveTo>
                  <a:lnTo>
                    <a:pt x="1614164" y="159611"/>
                  </a:lnTo>
                  <a:lnTo>
                    <a:pt x="1637144" y="130516"/>
                  </a:lnTo>
                  <a:close/>
                  <a:moveTo>
                    <a:pt x="1561165" y="66552"/>
                  </a:moveTo>
                  <a:lnTo>
                    <a:pt x="1583810" y="46121"/>
                  </a:lnTo>
                  <a:lnTo>
                    <a:pt x="1536315" y="43222"/>
                  </a:lnTo>
                  <a:close/>
                  <a:moveTo>
                    <a:pt x="1561165" y="66552"/>
                  </a:moveTo>
                  <a:lnTo>
                    <a:pt x="1599330" y="73506"/>
                  </a:lnTo>
                  <a:lnTo>
                    <a:pt x="1583810" y="46121"/>
                  </a:lnTo>
                  <a:close/>
                  <a:moveTo>
                    <a:pt x="1599330" y="73506"/>
                  </a:moveTo>
                  <a:lnTo>
                    <a:pt x="1627526" y="78980"/>
                  </a:lnTo>
                  <a:lnTo>
                    <a:pt x="1583810" y="46121"/>
                  </a:lnTo>
                  <a:close/>
                </a:path>
              </a:pathLst>
            </a:custGeom>
            <a:solidFill>
              <a:srgbClr val="F2F4F6"/>
            </a:solidFill>
            <a:ln w="1524">
              <a:solidFill>
                <a:srgbClr val="F2F4F6"/>
              </a:solidFill>
            </a:ln>
          </p:spPr>
        </p:sp>
        <p:sp>
          <p:nvSpPr>
            <p:cNvPr id="4306" name="Output_density__4305">
              <a:extLst>
                <a:ext uri="{FF2B5EF4-FFF2-40B4-BE49-F238E27FC236}">
                  <a16:creationId xmlns:a16="http://schemas.microsoft.com/office/drawing/2014/main" id="{9B82C069-7DFB-3CD9-0325-63FC6EDEFD14}"/>
                </a:ext>
              </a:extLst>
            </p:cNvPr>
            <p:cNvSpPr>
              <a:spLocks noGrp="1"/>
            </p:cNvSpPr>
            <p:nvPr/>
          </p:nvSpPr>
          <p:spPr>
            <a:xfrm>
              <a:off x="14772833" y="2276181"/>
              <a:ext cx="1769520" cy="1397798"/>
            </a:xfrm>
            <a:custGeom>
              <a:avLst/>
              <a:gdLst/>
              <a:ahLst/>
              <a:cxnLst/>
              <a:rect l="0" t="0" r="0" b="0"/>
              <a:pathLst>
                <a:path w="1769520" h="1397798">
                  <a:moveTo>
                    <a:pt x="8585" y="867420"/>
                  </a:moveTo>
                  <a:lnTo>
                    <a:pt x="19246" y="837682"/>
                  </a:lnTo>
                  <a:lnTo>
                    <a:pt x="0" y="879084"/>
                  </a:lnTo>
                  <a:close/>
                  <a:moveTo>
                    <a:pt x="0" y="879084"/>
                  </a:moveTo>
                  <a:lnTo>
                    <a:pt x="19246" y="837682"/>
                  </a:lnTo>
                  <a:lnTo>
                    <a:pt x="25752" y="803453"/>
                  </a:lnTo>
                  <a:close/>
                  <a:moveTo>
                    <a:pt x="0" y="879084"/>
                  </a:moveTo>
                  <a:lnTo>
                    <a:pt x="25752" y="803453"/>
                  </a:lnTo>
                  <a:lnTo>
                    <a:pt x="2745" y="827547"/>
                  </a:lnTo>
                  <a:close/>
                  <a:moveTo>
                    <a:pt x="48391" y="771971"/>
                  </a:moveTo>
                  <a:lnTo>
                    <a:pt x="2745" y="827547"/>
                  </a:lnTo>
                  <a:lnTo>
                    <a:pt x="25752" y="803453"/>
                  </a:lnTo>
                  <a:close/>
                  <a:moveTo>
                    <a:pt x="19246" y="837682"/>
                  </a:moveTo>
                  <a:lnTo>
                    <a:pt x="8585" y="867420"/>
                  </a:lnTo>
                  <a:lnTo>
                    <a:pt x="18354" y="854989"/>
                  </a:lnTo>
                  <a:close/>
                  <a:moveTo>
                    <a:pt x="233213" y="986977"/>
                  </a:moveTo>
                  <a:lnTo>
                    <a:pt x="273315" y="953997"/>
                  </a:lnTo>
                  <a:lnTo>
                    <a:pt x="259775" y="940622"/>
                  </a:lnTo>
                  <a:close/>
                  <a:moveTo>
                    <a:pt x="233213" y="986977"/>
                  </a:moveTo>
                  <a:lnTo>
                    <a:pt x="259775" y="940622"/>
                  </a:lnTo>
                  <a:lnTo>
                    <a:pt x="211345" y="942013"/>
                  </a:lnTo>
                  <a:close/>
                  <a:moveTo>
                    <a:pt x="25752" y="803453"/>
                  </a:moveTo>
                  <a:lnTo>
                    <a:pt x="59331" y="738661"/>
                  </a:lnTo>
                  <a:lnTo>
                    <a:pt x="48391" y="771971"/>
                  </a:lnTo>
                  <a:close/>
                  <a:moveTo>
                    <a:pt x="59493" y="727822"/>
                  </a:moveTo>
                  <a:lnTo>
                    <a:pt x="59331" y="738661"/>
                  </a:lnTo>
                  <a:lnTo>
                    <a:pt x="25752" y="803453"/>
                  </a:lnTo>
                  <a:close/>
                  <a:moveTo>
                    <a:pt x="43620" y="779359"/>
                  </a:moveTo>
                  <a:lnTo>
                    <a:pt x="59493" y="727822"/>
                  </a:lnTo>
                  <a:lnTo>
                    <a:pt x="25752" y="803453"/>
                  </a:lnTo>
                  <a:close/>
                  <a:moveTo>
                    <a:pt x="66736" y="705660"/>
                  </a:moveTo>
                  <a:lnTo>
                    <a:pt x="59331" y="738661"/>
                  </a:lnTo>
                  <a:lnTo>
                    <a:pt x="59493" y="727822"/>
                  </a:lnTo>
                  <a:close/>
                  <a:moveTo>
                    <a:pt x="668560" y="1322167"/>
                  </a:moveTo>
                  <a:lnTo>
                    <a:pt x="680314" y="1391310"/>
                  </a:lnTo>
                  <a:lnTo>
                    <a:pt x="696872" y="1354645"/>
                  </a:lnTo>
                  <a:close/>
                  <a:moveTo>
                    <a:pt x="666452" y="1397798"/>
                  </a:moveTo>
                  <a:lnTo>
                    <a:pt x="680314" y="1391310"/>
                  </a:lnTo>
                  <a:lnTo>
                    <a:pt x="668560" y="1322167"/>
                  </a:lnTo>
                  <a:close/>
                  <a:moveTo>
                    <a:pt x="643239" y="1346261"/>
                  </a:moveTo>
                  <a:lnTo>
                    <a:pt x="666452" y="1397798"/>
                  </a:lnTo>
                  <a:lnTo>
                    <a:pt x="668560" y="1322167"/>
                  </a:lnTo>
                  <a:close/>
                  <a:moveTo>
                    <a:pt x="655134" y="1270631"/>
                  </a:moveTo>
                  <a:lnTo>
                    <a:pt x="643239" y="1346261"/>
                  </a:lnTo>
                  <a:lnTo>
                    <a:pt x="668560" y="1322167"/>
                  </a:lnTo>
                  <a:close/>
                  <a:moveTo>
                    <a:pt x="537612" y="1294725"/>
                  </a:moveTo>
                  <a:lnTo>
                    <a:pt x="555388" y="1309911"/>
                  </a:lnTo>
                  <a:lnTo>
                    <a:pt x="558964" y="1288515"/>
                  </a:lnTo>
                  <a:close/>
                  <a:moveTo>
                    <a:pt x="536215" y="1243188"/>
                  </a:moveTo>
                  <a:lnTo>
                    <a:pt x="558964" y="1288515"/>
                  </a:lnTo>
                  <a:lnTo>
                    <a:pt x="539374" y="1241699"/>
                  </a:lnTo>
                  <a:close/>
                  <a:moveTo>
                    <a:pt x="536215" y="1243188"/>
                  </a:moveTo>
                  <a:lnTo>
                    <a:pt x="537612" y="1294725"/>
                  </a:lnTo>
                  <a:lnTo>
                    <a:pt x="558964" y="1288515"/>
                  </a:lnTo>
                  <a:close/>
                  <a:moveTo>
                    <a:pt x="608513" y="1286215"/>
                  </a:moveTo>
                  <a:lnTo>
                    <a:pt x="558964" y="1288515"/>
                  </a:lnTo>
                  <a:lnTo>
                    <a:pt x="555388" y="1309911"/>
                  </a:lnTo>
                  <a:close/>
                  <a:moveTo>
                    <a:pt x="558964" y="1288515"/>
                  </a:moveTo>
                  <a:lnTo>
                    <a:pt x="608513" y="1286215"/>
                  </a:lnTo>
                  <a:lnTo>
                    <a:pt x="589867" y="1238631"/>
                  </a:lnTo>
                  <a:close/>
                  <a:moveTo>
                    <a:pt x="558964" y="1288515"/>
                  </a:moveTo>
                  <a:lnTo>
                    <a:pt x="589867" y="1238631"/>
                  </a:lnTo>
                  <a:lnTo>
                    <a:pt x="539374" y="1241699"/>
                  </a:lnTo>
                  <a:close/>
                  <a:moveTo>
                    <a:pt x="311200" y="1024300"/>
                  </a:moveTo>
                  <a:lnTo>
                    <a:pt x="341196" y="975153"/>
                  </a:lnTo>
                  <a:lnTo>
                    <a:pt x="291418" y="977639"/>
                  </a:lnTo>
                  <a:close/>
                  <a:moveTo>
                    <a:pt x="341196" y="975153"/>
                  </a:moveTo>
                  <a:lnTo>
                    <a:pt x="365448" y="1037042"/>
                  </a:lnTo>
                  <a:lnTo>
                    <a:pt x="407887" y="972883"/>
                  </a:lnTo>
                  <a:close/>
                  <a:moveTo>
                    <a:pt x="59493" y="727822"/>
                  </a:moveTo>
                  <a:lnTo>
                    <a:pt x="72206" y="665451"/>
                  </a:lnTo>
                  <a:lnTo>
                    <a:pt x="66736" y="705660"/>
                  </a:lnTo>
                  <a:close/>
                  <a:moveTo>
                    <a:pt x="75954" y="652192"/>
                  </a:moveTo>
                  <a:lnTo>
                    <a:pt x="72206" y="665451"/>
                  </a:lnTo>
                  <a:lnTo>
                    <a:pt x="59493" y="727822"/>
                  </a:lnTo>
                  <a:close/>
                  <a:moveTo>
                    <a:pt x="468288" y="1024037"/>
                  </a:moveTo>
                  <a:lnTo>
                    <a:pt x="470379" y="1071579"/>
                  </a:lnTo>
                  <a:lnTo>
                    <a:pt x="455669" y="1064484"/>
                  </a:lnTo>
                  <a:close/>
                  <a:moveTo>
                    <a:pt x="81486" y="625910"/>
                  </a:moveTo>
                  <a:lnTo>
                    <a:pt x="72206" y="665451"/>
                  </a:lnTo>
                  <a:lnTo>
                    <a:pt x="75954" y="652192"/>
                  </a:lnTo>
                  <a:close/>
                  <a:moveTo>
                    <a:pt x="668560" y="1322167"/>
                  </a:moveTo>
                  <a:lnTo>
                    <a:pt x="696872" y="1354645"/>
                  </a:lnTo>
                  <a:lnTo>
                    <a:pt x="708984" y="1305258"/>
                  </a:lnTo>
                  <a:close/>
                  <a:moveTo>
                    <a:pt x="688395" y="1246537"/>
                  </a:moveTo>
                  <a:lnTo>
                    <a:pt x="708984" y="1305258"/>
                  </a:lnTo>
                  <a:lnTo>
                    <a:pt x="712431" y="1277917"/>
                  </a:lnTo>
                  <a:close/>
                  <a:moveTo>
                    <a:pt x="668560" y="1322167"/>
                  </a:moveTo>
                  <a:lnTo>
                    <a:pt x="708984" y="1305258"/>
                  </a:lnTo>
                  <a:lnTo>
                    <a:pt x="688395" y="1246537"/>
                  </a:lnTo>
                  <a:close/>
                  <a:moveTo>
                    <a:pt x="669822" y="1195000"/>
                  </a:moveTo>
                  <a:lnTo>
                    <a:pt x="667253" y="1213699"/>
                  </a:lnTo>
                  <a:lnTo>
                    <a:pt x="655134" y="1270631"/>
                  </a:lnTo>
                  <a:close/>
                  <a:moveTo>
                    <a:pt x="468288" y="1024037"/>
                  </a:moveTo>
                  <a:lnTo>
                    <a:pt x="508515" y="1040576"/>
                  </a:lnTo>
                  <a:lnTo>
                    <a:pt x="466970" y="1012948"/>
                  </a:lnTo>
                  <a:close/>
                  <a:moveTo>
                    <a:pt x="466970" y="1012948"/>
                  </a:moveTo>
                  <a:lnTo>
                    <a:pt x="509111" y="1040391"/>
                  </a:lnTo>
                  <a:lnTo>
                    <a:pt x="513586" y="988854"/>
                  </a:lnTo>
                  <a:close/>
                  <a:moveTo>
                    <a:pt x="393757" y="961411"/>
                  </a:moveTo>
                  <a:lnTo>
                    <a:pt x="407887" y="972883"/>
                  </a:lnTo>
                  <a:lnTo>
                    <a:pt x="412887" y="954852"/>
                  </a:lnTo>
                  <a:close/>
                  <a:moveTo>
                    <a:pt x="459875" y="954634"/>
                  </a:moveTo>
                  <a:lnTo>
                    <a:pt x="412887" y="954852"/>
                  </a:lnTo>
                  <a:lnTo>
                    <a:pt x="407887" y="972883"/>
                  </a:lnTo>
                  <a:close/>
                  <a:moveTo>
                    <a:pt x="269701" y="681581"/>
                  </a:moveTo>
                  <a:lnTo>
                    <a:pt x="228016" y="689506"/>
                  </a:lnTo>
                  <a:lnTo>
                    <a:pt x="221391" y="745616"/>
                  </a:lnTo>
                  <a:close/>
                  <a:moveTo>
                    <a:pt x="81486" y="625910"/>
                  </a:moveTo>
                  <a:lnTo>
                    <a:pt x="113996" y="612557"/>
                  </a:lnTo>
                  <a:lnTo>
                    <a:pt x="90336" y="600655"/>
                  </a:lnTo>
                  <a:close/>
                  <a:moveTo>
                    <a:pt x="134821" y="525025"/>
                  </a:moveTo>
                  <a:lnTo>
                    <a:pt x="133527" y="528095"/>
                  </a:lnTo>
                  <a:lnTo>
                    <a:pt x="90336" y="600655"/>
                  </a:lnTo>
                  <a:close/>
                  <a:moveTo>
                    <a:pt x="688395" y="1246537"/>
                  </a:moveTo>
                  <a:lnTo>
                    <a:pt x="712431" y="1277917"/>
                  </a:lnTo>
                  <a:lnTo>
                    <a:pt x="716222" y="1236632"/>
                  </a:lnTo>
                  <a:close/>
                  <a:moveTo>
                    <a:pt x="669822" y="1195000"/>
                  </a:moveTo>
                  <a:lnTo>
                    <a:pt x="688395" y="1246537"/>
                  </a:lnTo>
                  <a:lnTo>
                    <a:pt x="716222" y="1236632"/>
                  </a:lnTo>
                  <a:close/>
                  <a:moveTo>
                    <a:pt x="772828" y="1228594"/>
                  </a:moveTo>
                  <a:lnTo>
                    <a:pt x="716222" y="1236632"/>
                  </a:lnTo>
                  <a:lnTo>
                    <a:pt x="712431" y="1277917"/>
                  </a:lnTo>
                  <a:close/>
                  <a:moveTo>
                    <a:pt x="769809" y="1182866"/>
                  </a:moveTo>
                  <a:lnTo>
                    <a:pt x="754745" y="1170906"/>
                  </a:lnTo>
                  <a:lnTo>
                    <a:pt x="772828" y="1228594"/>
                  </a:lnTo>
                  <a:close/>
                  <a:moveTo>
                    <a:pt x="772828" y="1228594"/>
                  </a:moveTo>
                  <a:lnTo>
                    <a:pt x="754745" y="1170906"/>
                  </a:lnTo>
                  <a:lnTo>
                    <a:pt x="706831" y="1181523"/>
                  </a:lnTo>
                  <a:close/>
                  <a:moveTo>
                    <a:pt x="772828" y="1228594"/>
                  </a:moveTo>
                  <a:lnTo>
                    <a:pt x="706831" y="1181523"/>
                  </a:lnTo>
                  <a:lnTo>
                    <a:pt x="716222" y="1236632"/>
                  </a:lnTo>
                  <a:close/>
                  <a:moveTo>
                    <a:pt x="510063" y="937318"/>
                  </a:moveTo>
                  <a:lnTo>
                    <a:pt x="513586" y="988854"/>
                  </a:lnTo>
                  <a:lnTo>
                    <a:pt x="540943" y="964760"/>
                  </a:lnTo>
                  <a:close/>
                  <a:moveTo>
                    <a:pt x="510063" y="937318"/>
                  </a:moveTo>
                  <a:lnTo>
                    <a:pt x="540943" y="964760"/>
                  </a:lnTo>
                  <a:lnTo>
                    <a:pt x="528254" y="913223"/>
                  </a:lnTo>
                  <a:close/>
                  <a:moveTo>
                    <a:pt x="528254" y="913223"/>
                  </a:moveTo>
                  <a:lnTo>
                    <a:pt x="548764" y="880447"/>
                  </a:lnTo>
                  <a:lnTo>
                    <a:pt x="492956" y="885781"/>
                  </a:lnTo>
                  <a:close/>
                  <a:moveTo>
                    <a:pt x="510063" y="937318"/>
                  </a:moveTo>
                  <a:lnTo>
                    <a:pt x="528254" y="913223"/>
                  </a:lnTo>
                  <a:lnTo>
                    <a:pt x="492956" y="885781"/>
                  </a:lnTo>
                  <a:close/>
                  <a:moveTo>
                    <a:pt x="484019" y="813051"/>
                  </a:moveTo>
                  <a:lnTo>
                    <a:pt x="530048" y="872824"/>
                  </a:lnTo>
                  <a:lnTo>
                    <a:pt x="536203" y="833482"/>
                  </a:lnTo>
                  <a:close/>
                  <a:moveTo>
                    <a:pt x="474795" y="817018"/>
                  </a:moveTo>
                  <a:lnTo>
                    <a:pt x="457224" y="834244"/>
                  </a:lnTo>
                  <a:lnTo>
                    <a:pt x="484019" y="813051"/>
                  </a:lnTo>
                  <a:close/>
                  <a:moveTo>
                    <a:pt x="283294" y="607787"/>
                  </a:moveTo>
                  <a:lnTo>
                    <a:pt x="260744" y="679634"/>
                  </a:lnTo>
                  <a:lnTo>
                    <a:pt x="271230" y="676401"/>
                  </a:lnTo>
                  <a:close/>
                  <a:moveTo>
                    <a:pt x="283294" y="607787"/>
                  </a:moveTo>
                  <a:lnTo>
                    <a:pt x="271230" y="676401"/>
                  </a:lnTo>
                  <a:lnTo>
                    <a:pt x="296178" y="604004"/>
                  </a:lnTo>
                  <a:close/>
                  <a:moveTo>
                    <a:pt x="296178" y="604004"/>
                  </a:moveTo>
                  <a:lnTo>
                    <a:pt x="271230" y="676401"/>
                  </a:lnTo>
                  <a:lnTo>
                    <a:pt x="273811" y="679634"/>
                  </a:lnTo>
                  <a:close/>
                  <a:moveTo>
                    <a:pt x="175061" y="491515"/>
                  </a:moveTo>
                  <a:lnTo>
                    <a:pt x="136640" y="522543"/>
                  </a:lnTo>
                  <a:lnTo>
                    <a:pt x="207274" y="477054"/>
                  </a:lnTo>
                  <a:close/>
                  <a:moveTo>
                    <a:pt x="754745" y="1170906"/>
                  </a:moveTo>
                  <a:lnTo>
                    <a:pt x="769809" y="1182866"/>
                  </a:lnTo>
                  <a:lnTo>
                    <a:pt x="771988" y="1166533"/>
                  </a:lnTo>
                  <a:close/>
                  <a:moveTo>
                    <a:pt x="834212" y="1153929"/>
                  </a:moveTo>
                  <a:lnTo>
                    <a:pt x="771988" y="1166533"/>
                  </a:lnTo>
                  <a:lnTo>
                    <a:pt x="769809" y="1182866"/>
                  </a:lnTo>
                  <a:close/>
                  <a:moveTo>
                    <a:pt x="771988" y="1166533"/>
                  </a:moveTo>
                  <a:lnTo>
                    <a:pt x="834212" y="1153929"/>
                  </a:lnTo>
                  <a:lnTo>
                    <a:pt x="827755" y="1096436"/>
                  </a:lnTo>
                  <a:close/>
                  <a:moveTo>
                    <a:pt x="834212" y="1153929"/>
                  </a:moveTo>
                  <a:lnTo>
                    <a:pt x="875578" y="1095539"/>
                  </a:lnTo>
                  <a:lnTo>
                    <a:pt x="827755" y="1096436"/>
                  </a:lnTo>
                  <a:close/>
                  <a:moveTo>
                    <a:pt x="765178" y="1109327"/>
                  </a:moveTo>
                  <a:lnTo>
                    <a:pt x="827755" y="1096436"/>
                  </a:lnTo>
                  <a:lnTo>
                    <a:pt x="805551" y="1051745"/>
                  </a:lnTo>
                  <a:close/>
                  <a:moveTo>
                    <a:pt x="765178" y="1109327"/>
                  </a:moveTo>
                  <a:lnTo>
                    <a:pt x="805551" y="1051745"/>
                  </a:lnTo>
                  <a:lnTo>
                    <a:pt x="751201" y="1057948"/>
                  </a:lnTo>
                  <a:close/>
                  <a:moveTo>
                    <a:pt x="548764" y="880447"/>
                  </a:moveTo>
                  <a:lnTo>
                    <a:pt x="528254" y="913223"/>
                  </a:lnTo>
                  <a:lnTo>
                    <a:pt x="575964" y="847243"/>
                  </a:lnTo>
                  <a:close/>
                  <a:moveTo>
                    <a:pt x="575964" y="847243"/>
                  </a:moveTo>
                  <a:lnTo>
                    <a:pt x="580366" y="837593"/>
                  </a:lnTo>
                  <a:lnTo>
                    <a:pt x="587063" y="861686"/>
                  </a:lnTo>
                  <a:close/>
                  <a:moveTo>
                    <a:pt x="588768" y="786056"/>
                  </a:moveTo>
                  <a:lnTo>
                    <a:pt x="587063" y="861686"/>
                  </a:lnTo>
                  <a:lnTo>
                    <a:pt x="580366" y="837593"/>
                  </a:lnTo>
                  <a:close/>
                  <a:moveTo>
                    <a:pt x="543948" y="798780"/>
                  </a:moveTo>
                  <a:lnTo>
                    <a:pt x="484019" y="813051"/>
                  </a:lnTo>
                  <a:lnTo>
                    <a:pt x="536203" y="833482"/>
                  </a:lnTo>
                  <a:close/>
                  <a:moveTo>
                    <a:pt x="412982" y="631446"/>
                  </a:moveTo>
                  <a:lnTo>
                    <a:pt x="366644" y="640750"/>
                  </a:lnTo>
                  <a:lnTo>
                    <a:pt x="377697" y="694507"/>
                  </a:lnTo>
                  <a:close/>
                  <a:moveTo>
                    <a:pt x="296178" y="604004"/>
                  </a:moveTo>
                  <a:lnTo>
                    <a:pt x="321768" y="655541"/>
                  </a:lnTo>
                  <a:lnTo>
                    <a:pt x="330939" y="579910"/>
                  </a:lnTo>
                  <a:close/>
                  <a:moveTo>
                    <a:pt x="324751" y="486580"/>
                  </a:moveTo>
                  <a:lnTo>
                    <a:pt x="286678" y="479550"/>
                  </a:lnTo>
                  <a:lnTo>
                    <a:pt x="342638" y="498908"/>
                  </a:lnTo>
                  <a:close/>
                  <a:moveTo>
                    <a:pt x="286678" y="479550"/>
                  </a:moveTo>
                  <a:lnTo>
                    <a:pt x="292779" y="487169"/>
                  </a:lnTo>
                  <a:lnTo>
                    <a:pt x="342638" y="498908"/>
                  </a:lnTo>
                  <a:close/>
                  <a:moveTo>
                    <a:pt x="580366" y="837593"/>
                  </a:moveTo>
                  <a:lnTo>
                    <a:pt x="575964" y="847243"/>
                  </a:lnTo>
                  <a:lnTo>
                    <a:pt x="653533" y="827686"/>
                  </a:lnTo>
                  <a:close/>
                  <a:moveTo>
                    <a:pt x="588768" y="786056"/>
                  </a:moveTo>
                  <a:lnTo>
                    <a:pt x="647009" y="815718"/>
                  </a:lnTo>
                  <a:lnTo>
                    <a:pt x="629709" y="767040"/>
                  </a:lnTo>
                  <a:close/>
                  <a:moveTo>
                    <a:pt x="647009" y="815718"/>
                  </a:moveTo>
                  <a:lnTo>
                    <a:pt x="654290" y="813499"/>
                  </a:lnTo>
                  <a:lnTo>
                    <a:pt x="655523" y="795347"/>
                  </a:lnTo>
                  <a:close/>
                  <a:moveTo>
                    <a:pt x="629709" y="767040"/>
                  </a:moveTo>
                  <a:lnTo>
                    <a:pt x="647009" y="815718"/>
                  </a:lnTo>
                  <a:lnTo>
                    <a:pt x="655523" y="795347"/>
                  </a:lnTo>
                  <a:close/>
                  <a:moveTo>
                    <a:pt x="515309" y="660243"/>
                  </a:moveTo>
                  <a:lnTo>
                    <a:pt x="485756" y="684647"/>
                  </a:lnTo>
                  <a:lnTo>
                    <a:pt x="512705" y="658889"/>
                  </a:lnTo>
                  <a:close/>
                  <a:moveTo>
                    <a:pt x="515309" y="660243"/>
                  </a:moveTo>
                  <a:lnTo>
                    <a:pt x="515568" y="658889"/>
                  </a:lnTo>
                  <a:lnTo>
                    <a:pt x="487365" y="682983"/>
                  </a:lnTo>
                  <a:close/>
                  <a:moveTo>
                    <a:pt x="443707" y="631446"/>
                  </a:moveTo>
                  <a:lnTo>
                    <a:pt x="514598" y="657582"/>
                  </a:lnTo>
                  <a:lnTo>
                    <a:pt x="512705" y="658889"/>
                  </a:lnTo>
                  <a:close/>
                  <a:moveTo>
                    <a:pt x="514598" y="657582"/>
                  </a:moveTo>
                  <a:lnTo>
                    <a:pt x="483552" y="621670"/>
                  </a:lnTo>
                  <a:lnTo>
                    <a:pt x="515568" y="658889"/>
                  </a:lnTo>
                  <a:close/>
                  <a:moveTo>
                    <a:pt x="515568" y="658889"/>
                  </a:moveTo>
                  <a:lnTo>
                    <a:pt x="483552" y="621670"/>
                  </a:lnTo>
                  <a:lnTo>
                    <a:pt x="479645" y="631446"/>
                  </a:lnTo>
                  <a:close/>
                  <a:moveTo>
                    <a:pt x="515568" y="658889"/>
                  </a:moveTo>
                  <a:lnTo>
                    <a:pt x="479645" y="631446"/>
                  </a:lnTo>
                  <a:lnTo>
                    <a:pt x="487365" y="682983"/>
                  </a:lnTo>
                  <a:close/>
                  <a:moveTo>
                    <a:pt x="342638" y="498908"/>
                  </a:moveTo>
                  <a:lnTo>
                    <a:pt x="292779" y="487169"/>
                  </a:lnTo>
                  <a:lnTo>
                    <a:pt x="375296" y="486112"/>
                  </a:lnTo>
                  <a:close/>
                  <a:moveTo>
                    <a:pt x="423333" y="491035"/>
                  </a:moveTo>
                  <a:lnTo>
                    <a:pt x="342638" y="498908"/>
                  </a:lnTo>
                  <a:lnTo>
                    <a:pt x="375296" y="486112"/>
                  </a:lnTo>
                  <a:close/>
                  <a:moveTo>
                    <a:pt x="876246" y="1094996"/>
                  </a:moveTo>
                  <a:lnTo>
                    <a:pt x="868258" y="1106476"/>
                  </a:lnTo>
                  <a:lnTo>
                    <a:pt x="884747" y="1071182"/>
                  </a:lnTo>
                  <a:close/>
                  <a:moveTo>
                    <a:pt x="860661" y="1132427"/>
                  </a:moveTo>
                  <a:lnTo>
                    <a:pt x="868258" y="1106476"/>
                  </a:lnTo>
                  <a:lnTo>
                    <a:pt x="876246" y="1094996"/>
                  </a:lnTo>
                  <a:close/>
                  <a:moveTo>
                    <a:pt x="781165" y="820626"/>
                  </a:moveTo>
                  <a:lnTo>
                    <a:pt x="745859" y="789405"/>
                  </a:lnTo>
                  <a:lnTo>
                    <a:pt x="777788" y="848105"/>
                  </a:lnTo>
                  <a:close/>
                  <a:moveTo>
                    <a:pt x="777788" y="848105"/>
                  </a:moveTo>
                  <a:lnTo>
                    <a:pt x="745859" y="789405"/>
                  </a:lnTo>
                  <a:lnTo>
                    <a:pt x="716715" y="797030"/>
                  </a:lnTo>
                  <a:close/>
                  <a:moveTo>
                    <a:pt x="777788" y="848105"/>
                  </a:moveTo>
                  <a:lnTo>
                    <a:pt x="820101" y="851687"/>
                  </a:lnTo>
                  <a:lnTo>
                    <a:pt x="781165" y="820626"/>
                  </a:lnTo>
                  <a:close/>
                  <a:moveTo>
                    <a:pt x="820101" y="851687"/>
                  </a:moveTo>
                  <a:lnTo>
                    <a:pt x="831697" y="834879"/>
                  </a:lnTo>
                  <a:lnTo>
                    <a:pt x="781165" y="820626"/>
                  </a:lnTo>
                  <a:close/>
                  <a:moveTo>
                    <a:pt x="820101" y="851687"/>
                  </a:moveTo>
                  <a:lnTo>
                    <a:pt x="777788" y="848105"/>
                  </a:lnTo>
                  <a:lnTo>
                    <a:pt x="835226" y="848073"/>
                  </a:lnTo>
                  <a:close/>
                  <a:moveTo>
                    <a:pt x="777788" y="848105"/>
                  </a:moveTo>
                  <a:lnTo>
                    <a:pt x="791921" y="860839"/>
                  </a:lnTo>
                  <a:lnTo>
                    <a:pt x="835226" y="848073"/>
                  </a:lnTo>
                  <a:close/>
                  <a:moveTo>
                    <a:pt x="820101" y="851687"/>
                  </a:moveTo>
                  <a:lnTo>
                    <a:pt x="847965" y="840942"/>
                  </a:lnTo>
                  <a:lnTo>
                    <a:pt x="831697" y="834879"/>
                  </a:lnTo>
                  <a:close/>
                  <a:moveTo>
                    <a:pt x="820101" y="851687"/>
                  </a:moveTo>
                  <a:lnTo>
                    <a:pt x="835226" y="848073"/>
                  </a:lnTo>
                  <a:lnTo>
                    <a:pt x="847965" y="840942"/>
                  </a:lnTo>
                  <a:close/>
                  <a:moveTo>
                    <a:pt x="654290" y="813499"/>
                  </a:moveTo>
                  <a:lnTo>
                    <a:pt x="716715" y="797030"/>
                  </a:lnTo>
                  <a:lnTo>
                    <a:pt x="644434" y="761962"/>
                  </a:lnTo>
                  <a:close/>
                  <a:moveTo>
                    <a:pt x="995286" y="995551"/>
                  </a:moveTo>
                  <a:lnTo>
                    <a:pt x="1020743" y="1022994"/>
                  </a:lnTo>
                  <a:lnTo>
                    <a:pt x="1041655" y="971457"/>
                  </a:lnTo>
                  <a:close/>
                  <a:moveTo>
                    <a:pt x="864341" y="878463"/>
                  </a:moveTo>
                  <a:lnTo>
                    <a:pt x="847965" y="840942"/>
                  </a:lnTo>
                  <a:lnTo>
                    <a:pt x="835226" y="848073"/>
                  </a:lnTo>
                  <a:close/>
                  <a:moveTo>
                    <a:pt x="887793" y="834637"/>
                  </a:moveTo>
                  <a:lnTo>
                    <a:pt x="847965" y="840942"/>
                  </a:lnTo>
                  <a:lnTo>
                    <a:pt x="864341" y="878463"/>
                  </a:lnTo>
                  <a:close/>
                  <a:moveTo>
                    <a:pt x="912853" y="877006"/>
                  </a:moveTo>
                  <a:lnTo>
                    <a:pt x="887793" y="834637"/>
                  </a:lnTo>
                  <a:lnTo>
                    <a:pt x="864341" y="878463"/>
                  </a:lnTo>
                  <a:close/>
                  <a:moveTo>
                    <a:pt x="912853" y="877006"/>
                  </a:moveTo>
                  <a:lnTo>
                    <a:pt x="954832" y="880861"/>
                  </a:lnTo>
                  <a:lnTo>
                    <a:pt x="933730" y="835273"/>
                  </a:lnTo>
                  <a:close/>
                  <a:moveTo>
                    <a:pt x="912853" y="877006"/>
                  </a:moveTo>
                  <a:lnTo>
                    <a:pt x="933730" y="835273"/>
                  </a:lnTo>
                  <a:lnTo>
                    <a:pt x="887793" y="834637"/>
                  </a:lnTo>
                  <a:close/>
                  <a:moveTo>
                    <a:pt x="887793" y="834637"/>
                  </a:moveTo>
                  <a:lnTo>
                    <a:pt x="831697" y="834879"/>
                  </a:lnTo>
                  <a:lnTo>
                    <a:pt x="847965" y="840942"/>
                  </a:lnTo>
                  <a:close/>
                  <a:moveTo>
                    <a:pt x="842146" y="771022"/>
                  </a:moveTo>
                  <a:lnTo>
                    <a:pt x="831697" y="834879"/>
                  </a:lnTo>
                  <a:lnTo>
                    <a:pt x="887793" y="834637"/>
                  </a:lnTo>
                  <a:close/>
                  <a:moveTo>
                    <a:pt x="745859" y="789405"/>
                  </a:moveTo>
                  <a:lnTo>
                    <a:pt x="781165" y="820626"/>
                  </a:lnTo>
                  <a:lnTo>
                    <a:pt x="784665" y="779770"/>
                  </a:lnTo>
                  <a:close/>
                  <a:moveTo>
                    <a:pt x="784665" y="779770"/>
                  </a:moveTo>
                  <a:lnTo>
                    <a:pt x="718171" y="759780"/>
                  </a:lnTo>
                  <a:lnTo>
                    <a:pt x="745859" y="789405"/>
                  </a:lnTo>
                  <a:close/>
                  <a:moveTo>
                    <a:pt x="842146" y="771022"/>
                  </a:moveTo>
                  <a:lnTo>
                    <a:pt x="781165" y="820626"/>
                  </a:lnTo>
                  <a:lnTo>
                    <a:pt x="831697" y="834879"/>
                  </a:lnTo>
                  <a:close/>
                  <a:moveTo>
                    <a:pt x="842146" y="771022"/>
                  </a:moveTo>
                  <a:lnTo>
                    <a:pt x="784665" y="779770"/>
                  </a:lnTo>
                  <a:lnTo>
                    <a:pt x="781165" y="820626"/>
                  </a:lnTo>
                  <a:close/>
                  <a:moveTo>
                    <a:pt x="784665" y="779770"/>
                  </a:moveTo>
                  <a:lnTo>
                    <a:pt x="842146" y="771022"/>
                  </a:lnTo>
                  <a:lnTo>
                    <a:pt x="833629" y="715203"/>
                  </a:lnTo>
                  <a:close/>
                  <a:moveTo>
                    <a:pt x="895722" y="765448"/>
                  </a:moveTo>
                  <a:lnTo>
                    <a:pt x="838510" y="713775"/>
                  </a:lnTo>
                  <a:lnTo>
                    <a:pt x="833629" y="715203"/>
                  </a:lnTo>
                  <a:close/>
                  <a:moveTo>
                    <a:pt x="838510" y="713775"/>
                  </a:moveTo>
                  <a:lnTo>
                    <a:pt x="906740" y="693748"/>
                  </a:lnTo>
                  <a:lnTo>
                    <a:pt x="830688" y="696206"/>
                  </a:lnTo>
                  <a:close/>
                  <a:moveTo>
                    <a:pt x="830688" y="696206"/>
                  </a:moveTo>
                  <a:lnTo>
                    <a:pt x="906740" y="693748"/>
                  </a:lnTo>
                  <a:lnTo>
                    <a:pt x="908945" y="679222"/>
                  </a:lnTo>
                  <a:close/>
                  <a:moveTo>
                    <a:pt x="1177713" y="750866"/>
                  </a:moveTo>
                  <a:lnTo>
                    <a:pt x="1237986" y="766268"/>
                  </a:lnTo>
                  <a:lnTo>
                    <a:pt x="1220096" y="744566"/>
                  </a:lnTo>
                  <a:close/>
                  <a:moveTo>
                    <a:pt x="933268" y="609438"/>
                  </a:moveTo>
                  <a:lnTo>
                    <a:pt x="990213" y="538592"/>
                  </a:lnTo>
                  <a:lnTo>
                    <a:pt x="990148" y="538435"/>
                  </a:lnTo>
                  <a:close/>
                  <a:moveTo>
                    <a:pt x="948929" y="509202"/>
                  </a:moveTo>
                  <a:lnTo>
                    <a:pt x="935124" y="510977"/>
                  </a:lnTo>
                  <a:lnTo>
                    <a:pt x="933948" y="546142"/>
                  </a:lnTo>
                  <a:close/>
                  <a:moveTo>
                    <a:pt x="990148" y="538435"/>
                  </a:moveTo>
                  <a:lnTo>
                    <a:pt x="948929" y="509202"/>
                  </a:lnTo>
                  <a:lnTo>
                    <a:pt x="933948" y="546142"/>
                  </a:lnTo>
                  <a:close/>
                  <a:moveTo>
                    <a:pt x="990148" y="538435"/>
                  </a:moveTo>
                  <a:lnTo>
                    <a:pt x="1033532" y="541147"/>
                  </a:lnTo>
                  <a:lnTo>
                    <a:pt x="948929" y="509202"/>
                  </a:lnTo>
                  <a:close/>
                  <a:moveTo>
                    <a:pt x="1033532" y="541147"/>
                  </a:moveTo>
                  <a:lnTo>
                    <a:pt x="990148" y="538435"/>
                  </a:lnTo>
                  <a:lnTo>
                    <a:pt x="1037339" y="540110"/>
                  </a:lnTo>
                  <a:close/>
                  <a:moveTo>
                    <a:pt x="990148" y="538435"/>
                  </a:moveTo>
                  <a:lnTo>
                    <a:pt x="990213" y="538592"/>
                  </a:lnTo>
                  <a:lnTo>
                    <a:pt x="1037339" y="540110"/>
                  </a:lnTo>
                  <a:close/>
                  <a:moveTo>
                    <a:pt x="1350253" y="899176"/>
                  </a:moveTo>
                  <a:lnTo>
                    <a:pt x="1368362" y="950712"/>
                  </a:lnTo>
                  <a:lnTo>
                    <a:pt x="1402086" y="926619"/>
                  </a:lnTo>
                  <a:close/>
                  <a:moveTo>
                    <a:pt x="1388947" y="846434"/>
                  </a:moveTo>
                  <a:lnTo>
                    <a:pt x="1360493" y="874950"/>
                  </a:lnTo>
                  <a:lnTo>
                    <a:pt x="1350253" y="899176"/>
                  </a:lnTo>
                  <a:close/>
                  <a:moveTo>
                    <a:pt x="1220096" y="744566"/>
                  </a:moveTo>
                  <a:lnTo>
                    <a:pt x="1237986" y="766268"/>
                  </a:lnTo>
                  <a:lnTo>
                    <a:pt x="1237066" y="740595"/>
                  </a:lnTo>
                  <a:close/>
                  <a:moveTo>
                    <a:pt x="1237066" y="740595"/>
                  </a:moveTo>
                  <a:lnTo>
                    <a:pt x="1228180" y="729602"/>
                  </a:lnTo>
                  <a:lnTo>
                    <a:pt x="1220096" y="744566"/>
                  </a:lnTo>
                  <a:close/>
                  <a:moveTo>
                    <a:pt x="1022316" y="523720"/>
                  </a:moveTo>
                  <a:lnTo>
                    <a:pt x="1063134" y="517081"/>
                  </a:lnTo>
                  <a:lnTo>
                    <a:pt x="1037339" y="540110"/>
                  </a:lnTo>
                  <a:close/>
                  <a:moveTo>
                    <a:pt x="1022316" y="523720"/>
                  </a:moveTo>
                  <a:lnTo>
                    <a:pt x="1037339" y="540110"/>
                  </a:lnTo>
                  <a:lnTo>
                    <a:pt x="990213" y="538592"/>
                  </a:lnTo>
                  <a:close/>
                  <a:moveTo>
                    <a:pt x="1039706" y="538419"/>
                  </a:moveTo>
                  <a:lnTo>
                    <a:pt x="1037339" y="540110"/>
                  </a:lnTo>
                  <a:lnTo>
                    <a:pt x="1063134" y="517081"/>
                  </a:lnTo>
                  <a:close/>
                  <a:moveTo>
                    <a:pt x="1063134" y="517081"/>
                  </a:moveTo>
                  <a:lnTo>
                    <a:pt x="1066268" y="513373"/>
                  </a:lnTo>
                  <a:lnTo>
                    <a:pt x="1039706" y="538419"/>
                  </a:lnTo>
                  <a:close/>
                  <a:moveTo>
                    <a:pt x="1039706" y="538419"/>
                  </a:moveTo>
                  <a:lnTo>
                    <a:pt x="1066268" y="513373"/>
                  </a:lnTo>
                  <a:lnTo>
                    <a:pt x="1066291" y="462789"/>
                  </a:lnTo>
                  <a:close/>
                  <a:moveTo>
                    <a:pt x="1039706" y="538419"/>
                  </a:moveTo>
                  <a:lnTo>
                    <a:pt x="1066291" y="462789"/>
                  </a:lnTo>
                  <a:lnTo>
                    <a:pt x="1033533" y="486883"/>
                  </a:lnTo>
                  <a:close/>
                  <a:moveTo>
                    <a:pt x="1417157" y="921120"/>
                  </a:moveTo>
                  <a:lnTo>
                    <a:pt x="1481787" y="906559"/>
                  </a:lnTo>
                  <a:lnTo>
                    <a:pt x="1469832" y="853536"/>
                  </a:lnTo>
                  <a:close/>
                  <a:moveTo>
                    <a:pt x="1417157" y="921120"/>
                  </a:moveTo>
                  <a:lnTo>
                    <a:pt x="1469832" y="853536"/>
                  </a:lnTo>
                  <a:lnTo>
                    <a:pt x="1412679" y="862018"/>
                  </a:lnTo>
                  <a:close/>
                  <a:moveTo>
                    <a:pt x="1412679" y="862018"/>
                  </a:moveTo>
                  <a:lnTo>
                    <a:pt x="1436905" y="851063"/>
                  </a:lnTo>
                  <a:lnTo>
                    <a:pt x="1388947" y="846434"/>
                  </a:lnTo>
                  <a:close/>
                  <a:moveTo>
                    <a:pt x="1412679" y="862018"/>
                  </a:moveTo>
                  <a:lnTo>
                    <a:pt x="1469832" y="853536"/>
                  </a:lnTo>
                  <a:lnTo>
                    <a:pt x="1436905" y="851063"/>
                  </a:lnTo>
                  <a:close/>
                  <a:moveTo>
                    <a:pt x="1374756" y="453649"/>
                  </a:moveTo>
                  <a:lnTo>
                    <a:pt x="1325166" y="466138"/>
                  </a:lnTo>
                  <a:lnTo>
                    <a:pt x="1394669" y="463124"/>
                  </a:lnTo>
                  <a:close/>
                  <a:moveTo>
                    <a:pt x="1394669" y="463124"/>
                  </a:moveTo>
                  <a:lnTo>
                    <a:pt x="1325166" y="466138"/>
                  </a:lnTo>
                  <a:lnTo>
                    <a:pt x="1314309" y="472250"/>
                  </a:lnTo>
                  <a:close/>
                  <a:moveTo>
                    <a:pt x="1374756" y="453649"/>
                  </a:moveTo>
                  <a:lnTo>
                    <a:pt x="1309576" y="454555"/>
                  </a:lnTo>
                  <a:lnTo>
                    <a:pt x="1325166" y="466138"/>
                  </a:lnTo>
                  <a:close/>
                  <a:moveTo>
                    <a:pt x="1495980" y="455820"/>
                  </a:moveTo>
                  <a:lnTo>
                    <a:pt x="1521076" y="469487"/>
                  </a:lnTo>
                  <a:lnTo>
                    <a:pt x="1490228" y="510829"/>
                  </a:lnTo>
                  <a:close/>
                  <a:moveTo>
                    <a:pt x="1323896" y="143300"/>
                  </a:moveTo>
                  <a:lnTo>
                    <a:pt x="1330238" y="127107"/>
                  </a:lnTo>
                  <a:lnTo>
                    <a:pt x="1262278" y="155413"/>
                  </a:lnTo>
                  <a:close/>
                  <a:moveTo>
                    <a:pt x="1335112" y="71439"/>
                  </a:moveTo>
                  <a:lnTo>
                    <a:pt x="1330238" y="127107"/>
                  </a:lnTo>
                  <a:lnTo>
                    <a:pt x="1393482" y="60542"/>
                  </a:lnTo>
                  <a:close/>
                  <a:moveTo>
                    <a:pt x="1393482" y="60542"/>
                  </a:moveTo>
                  <a:lnTo>
                    <a:pt x="1361720" y="136173"/>
                  </a:lnTo>
                  <a:lnTo>
                    <a:pt x="1395893" y="63004"/>
                  </a:lnTo>
                  <a:close/>
                  <a:moveTo>
                    <a:pt x="1655148" y="294132"/>
                  </a:moveTo>
                  <a:lnTo>
                    <a:pt x="1677776" y="283312"/>
                  </a:lnTo>
                  <a:lnTo>
                    <a:pt x="1632734" y="295120"/>
                  </a:lnTo>
                  <a:close/>
                  <a:moveTo>
                    <a:pt x="1632734" y="295120"/>
                  </a:moveTo>
                  <a:lnTo>
                    <a:pt x="1677776" y="283312"/>
                  </a:lnTo>
                  <a:lnTo>
                    <a:pt x="1661147" y="247260"/>
                  </a:lnTo>
                  <a:close/>
                  <a:moveTo>
                    <a:pt x="1632734" y="295120"/>
                  </a:moveTo>
                  <a:lnTo>
                    <a:pt x="1661147" y="247260"/>
                  </a:lnTo>
                  <a:lnTo>
                    <a:pt x="1616673" y="245435"/>
                  </a:lnTo>
                  <a:close/>
                  <a:moveTo>
                    <a:pt x="1661147" y="247260"/>
                  </a:moveTo>
                  <a:lnTo>
                    <a:pt x="1677776" y="283312"/>
                  </a:lnTo>
                  <a:lnTo>
                    <a:pt x="1691778" y="242595"/>
                  </a:lnTo>
                  <a:close/>
                  <a:moveTo>
                    <a:pt x="1486867" y="93564"/>
                  </a:moveTo>
                  <a:lnTo>
                    <a:pt x="1451456" y="112079"/>
                  </a:lnTo>
                  <a:lnTo>
                    <a:pt x="1418684" y="148213"/>
                  </a:lnTo>
                  <a:close/>
                  <a:moveTo>
                    <a:pt x="1519728" y="98039"/>
                  </a:moveTo>
                  <a:lnTo>
                    <a:pt x="1466436" y="103381"/>
                  </a:lnTo>
                  <a:lnTo>
                    <a:pt x="1536315" y="103764"/>
                  </a:lnTo>
                  <a:close/>
                  <a:moveTo>
                    <a:pt x="1466436" y="103381"/>
                  </a:moveTo>
                  <a:lnTo>
                    <a:pt x="1486867" y="93564"/>
                  </a:lnTo>
                  <a:lnTo>
                    <a:pt x="1536315" y="103764"/>
                  </a:lnTo>
                  <a:close/>
                  <a:moveTo>
                    <a:pt x="1573661" y="92174"/>
                  </a:moveTo>
                  <a:lnTo>
                    <a:pt x="1519728" y="98039"/>
                  </a:lnTo>
                  <a:lnTo>
                    <a:pt x="1583810" y="106663"/>
                  </a:lnTo>
                  <a:close/>
                  <a:moveTo>
                    <a:pt x="1519728" y="98039"/>
                  </a:moveTo>
                  <a:lnTo>
                    <a:pt x="1536315" y="103764"/>
                  </a:lnTo>
                  <a:lnTo>
                    <a:pt x="1583810" y="106663"/>
                  </a:lnTo>
                  <a:close/>
                  <a:moveTo>
                    <a:pt x="1396085" y="59851"/>
                  </a:moveTo>
                  <a:lnTo>
                    <a:pt x="1460069" y="45815"/>
                  </a:lnTo>
                  <a:lnTo>
                    <a:pt x="1439248" y="0"/>
                  </a:lnTo>
                  <a:close/>
                  <a:moveTo>
                    <a:pt x="1655148" y="294132"/>
                  </a:moveTo>
                  <a:lnTo>
                    <a:pt x="1695170" y="345087"/>
                  </a:lnTo>
                  <a:lnTo>
                    <a:pt x="1682580" y="292579"/>
                  </a:lnTo>
                  <a:close/>
                  <a:moveTo>
                    <a:pt x="1695170" y="345087"/>
                  </a:moveTo>
                  <a:lnTo>
                    <a:pt x="1755172" y="334288"/>
                  </a:lnTo>
                  <a:lnTo>
                    <a:pt x="1746865" y="278299"/>
                  </a:lnTo>
                  <a:close/>
                  <a:moveTo>
                    <a:pt x="1695170" y="345087"/>
                  </a:moveTo>
                  <a:lnTo>
                    <a:pt x="1746865" y="278299"/>
                  </a:lnTo>
                  <a:lnTo>
                    <a:pt x="1682580" y="292579"/>
                  </a:lnTo>
                  <a:close/>
                  <a:moveTo>
                    <a:pt x="1746865" y="278299"/>
                  </a:moveTo>
                  <a:lnTo>
                    <a:pt x="1720742" y="236793"/>
                  </a:lnTo>
                  <a:lnTo>
                    <a:pt x="1682580" y="292579"/>
                  </a:lnTo>
                  <a:close/>
                  <a:moveTo>
                    <a:pt x="1746865" y="278299"/>
                  </a:moveTo>
                  <a:lnTo>
                    <a:pt x="1769520" y="235119"/>
                  </a:lnTo>
                  <a:lnTo>
                    <a:pt x="1720742" y="236793"/>
                  </a:lnTo>
                  <a:close/>
                </a:path>
              </a:pathLst>
            </a:custGeom>
            <a:solidFill>
              <a:srgbClr val="F4F6F7"/>
            </a:solidFill>
            <a:ln w="1524">
              <a:solidFill>
                <a:srgbClr val="F4F6F7"/>
              </a:solidFill>
            </a:ln>
          </p:spPr>
        </p:sp>
        <p:sp>
          <p:nvSpPr>
            <p:cNvPr id="4307" name="Output_density__4306">
              <a:extLst>
                <a:ext uri="{FF2B5EF4-FFF2-40B4-BE49-F238E27FC236}">
                  <a16:creationId xmlns:a16="http://schemas.microsoft.com/office/drawing/2014/main" id="{266DB723-3F8F-1570-DEAC-D4A8BD0C0F54}"/>
                </a:ext>
              </a:extLst>
            </p:cNvPr>
            <p:cNvSpPr>
              <a:spLocks noGrp="1"/>
            </p:cNvSpPr>
            <p:nvPr/>
          </p:nvSpPr>
          <p:spPr>
            <a:xfrm>
              <a:off x="14863169" y="2276181"/>
              <a:ext cx="1630406" cy="1322167"/>
            </a:xfrm>
            <a:custGeom>
              <a:avLst/>
              <a:gdLst/>
              <a:ahLst/>
              <a:cxnLst/>
              <a:rect l="0" t="0" r="0" b="0"/>
              <a:pathLst>
                <a:path w="1630406" h="1322167">
                  <a:moveTo>
                    <a:pt x="376654" y="1267282"/>
                  </a:moveTo>
                  <a:lnTo>
                    <a:pt x="388921" y="1318819"/>
                  </a:lnTo>
                  <a:lnTo>
                    <a:pt x="447276" y="1294725"/>
                  </a:lnTo>
                  <a:close/>
                  <a:moveTo>
                    <a:pt x="376654" y="1267282"/>
                  </a:moveTo>
                  <a:lnTo>
                    <a:pt x="447276" y="1294725"/>
                  </a:lnTo>
                  <a:lnTo>
                    <a:pt x="445879" y="1243188"/>
                  </a:lnTo>
                  <a:close/>
                  <a:moveTo>
                    <a:pt x="150634" y="985505"/>
                  </a:moveTo>
                  <a:lnTo>
                    <a:pt x="182980" y="953997"/>
                  </a:lnTo>
                  <a:lnTo>
                    <a:pt x="142877" y="986977"/>
                  </a:lnTo>
                  <a:close/>
                  <a:moveTo>
                    <a:pt x="169439" y="940622"/>
                  </a:moveTo>
                  <a:lnTo>
                    <a:pt x="182980" y="953997"/>
                  </a:lnTo>
                  <a:lnTo>
                    <a:pt x="227247" y="944828"/>
                  </a:lnTo>
                  <a:close/>
                  <a:moveTo>
                    <a:pt x="250860" y="975153"/>
                  </a:moveTo>
                  <a:lnTo>
                    <a:pt x="317551" y="972883"/>
                  </a:lnTo>
                  <a:lnTo>
                    <a:pt x="303421" y="961411"/>
                  </a:lnTo>
                  <a:close/>
                  <a:moveTo>
                    <a:pt x="182980" y="953997"/>
                  </a:moveTo>
                  <a:lnTo>
                    <a:pt x="150634" y="985505"/>
                  </a:lnTo>
                  <a:lnTo>
                    <a:pt x="201083" y="977639"/>
                  </a:lnTo>
                  <a:close/>
                  <a:moveTo>
                    <a:pt x="201083" y="977639"/>
                  </a:moveTo>
                  <a:lnTo>
                    <a:pt x="227247" y="944828"/>
                  </a:lnTo>
                  <a:lnTo>
                    <a:pt x="182980" y="953997"/>
                  </a:lnTo>
                  <a:close/>
                  <a:moveTo>
                    <a:pt x="201083" y="977639"/>
                  </a:moveTo>
                  <a:lnTo>
                    <a:pt x="250860" y="975153"/>
                  </a:lnTo>
                  <a:lnTo>
                    <a:pt x="227247" y="944828"/>
                  </a:lnTo>
                  <a:close/>
                  <a:moveTo>
                    <a:pt x="307863" y="936661"/>
                  </a:moveTo>
                  <a:lnTo>
                    <a:pt x="227247" y="944828"/>
                  </a:lnTo>
                  <a:lnTo>
                    <a:pt x="303421" y="961411"/>
                  </a:lnTo>
                  <a:close/>
                  <a:moveTo>
                    <a:pt x="303421" y="961411"/>
                  </a:moveTo>
                  <a:lnTo>
                    <a:pt x="227247" y="944828"/>
                  </a:lnTo>
                  <a:lnTo>
                    <a:pt x="250860" y="975153"/>
                  </a:lnTo>
                  <a:close/>
                  <a:moveTo>
                    <a:pt x="564798" y="1270631"/>
                  </a:moveTo>
                  <a:lnTo>
                    <a:pt x="578225" y="1322167"/>
                  </a:lnTo>
                  <a:lnTo>
                    <a:pt x="598060" y="1246537"/>
                  </a:lnTo>
                  <a:close/>
                  <a:moveTo>
                    <a:pt x="598060" y="1246537"/>
                  </a:moveTo>
                  <a:lnTo>
                    <a:pt x="579486" y="1195000"/>
                  </a:lnTo>
                  <a:lnTo>
                    <a:pt x="564798" y="1270631"/>
                  </a:lnTo>
                  <a:close/>
                  <a:moveTo>
                    <a:pt x="419727" y="937318"/>
                  </a:moveTo>
                  <a:lnTo>
                    <a:pt x="376634" y="1012948"/>
                  </a:lnTo>
                  <a:lnTo>
                    <a:pt x="423250" y="988854"/>
                  </a:lnTo>
                  <a:close/>
                  <a:moveTo>
                    <a:pt x="307863" y="936661"/>
                  </a:moveTo>
                  <a:lnTo>
                    <a:pt x="303421" y="961411"/>
                  </a:lnTo>
                  <a:lnTo>
                    <a:pt x="322552" y="954852"/>
                  </a:lnTo>
                  <a:close/>
                  <a:moveTo>
                    <a:pt x="322552" y="954852"/>
                  </a:moveTo>
                  <a:lnTo>
                    <a:pt x="310389" y="909875"/>
                  </a:lnTo>
                  <a:lnTo>
                    <a:pt x="307863" y="936661"/>
                  </a:lnTo>
                  <a:close/>
                  <a:moveTo>
                    <a:pt x="174289" y="731171"/>
                  </a:moveTo>
                  <a:lnTo>
                    <a:pt x="182910" y="683937"/>
                  </a:lnTo>
                  <a:lnTo>
                    <a:pt x="179365" y="681581"/>
                  </a:lnTo>
                  <a:close/>
                  <a:moveTo>
                    <a:pt x="131056" y="745616"/>
                  </a:moveTo>
                  <a:lnTo>
                    <a:pt x="174289" y="731171"/>
                  </a:lnTo>
                  <a:lnTo>
                    <a:pt x="179365" y="681581"/>
                  </a:lnTo>
                  <a:close/>
                  <a:moveTo>
                    <a:pt x="179365" y="681581"/>
                  </a:moveTo>
                  <a:lnTo>
                    <a:pt x="183475" y="679634"/>
                  </a:lnTo>
                  <a:lnTo>
                    <a:pt x="180895" y="676401"/>
                  </a:lnTo>
                  <a:close/>
                  <a:moveTo>
                    <a:pt x="170409" y="679634"/>
                  </a:moveTo>
                  <a:lnTo>
                    <a:pt x="179365" y="681581"/>
                  </a:lnTo>
                  <a:lnTo>
                    <a:pt x="180895" y="676401"/>
                  </a:lnTo>
                  <a:close/>
                  <a:moveTo>
                    <a:pt x="179365" y="681581"/>
                  </a:moveTo>
                  <a:lnTo>
                    <a:pt x="182910" y="683937"/>
                  </a:lnTo>
                  <a:lnTo>
                    <a:pt x="183475" y="679634"/>
                  </a:lnTo>
                  <a:close/>
                  <a:moveTo>
                    <a:pt x="27922" y="576561"/>
                  </a:moveTo>
                  <a:lnTo>
                    <a:pt x="44485" y="525025"/>
                  </a:lnTo>
                  <a:lnTo>
                    <a:pt x="0" y="600655"/>
                  </a:lnTo>
                  <a:close/>
                  <a:moveTo>
                    <a:pt x="46304" y="522543"/>
                  </a:moveTo>
                  <a:lnTo>
                    <a:pt x="43191" y="528095"/>
                  </a:lnTo>
                  <a:lnTo>
                    <a:pt x="44485" y="525025"/>
                  </a:lnTo>
                  <a:close/>
                  <a:moveTo>
                    <a:pt x="579486" y="1195000"/>
                  </a:moveTo>
                  <a:lnTo>
                    <a:pt x="625886" y="1236632"/>
                  </a:lnTo>
                  <a:lnTo>
                    <a:pt x="616496" y="1181523"/>
                  </a:lnTo>
                  <a:close/>
                  <a:moveTo>
                    <a:pt x="664410" y="1170906"/>
                  </a:moveTo>
                  <a:lnTo>
                    <a:pt x="637850" y="1119370"/>
                  </a:lnTo>
                  <a:lnTo>
                    <a:pt x="616496" y="1181523"/>
                  </a:lnTo>
                  <a:close/>
                  <a:moveTo>
                    <a:pt x="637850" y="1119370"/>
                  </a:moveTo>
                  <a:lnTo>
                    <a:pt x="604158" y="1128811"/>
                  </a:lnTo>
                  <a:lnTo>
                    <a:pt x="616496" y="1181523"/>
                  </a:lnTo>
                  <a:close/>
                  <a:moveTo>
                    <a:pt x="637850" y="1119370"/>
                  </a:moveTo>
                  <a:lnTo>
                    <a:pt x="621810" y="1067833"/>
                  </a:lnTo>
                  <a:lnTo>
                    <a:pt x="604158" y="1128811"/>
                  </a:lnTo>
                  <a:close/>
                  <a:moveTo>
                    <a:pt x="621810" y="1067833"/>
                  </a:moveTo>
                  <a:lnTo>
                    <a:pt x="584951" y="1081683"/>
                  </a:lnTo>
                  <a:lnTo>
                    <a:pt x="604158" y="1128811"/>
                  </a:lnTo>
                  <a:close/>
                  <a:moveTo>
                    <a:pt x="218903" y="712180"/>
                  </a:moveTo>
                  <a:lnTo>
                    <a:pt x="182910" y="683937"/>
                  </a:lnTo>
                  <a:lnTo>
                    <a:pt x="174289" y="731171"/>
                  </a:lnTo>
                  <a:close/>
                  <a:moveTo>
                    <a:pt x="182910" y="683937"/>
                  </a:moveTo>
                  <a:lnTo>
                    <a:pt x="218903" y="712180"/>
                  </a:lnTo>
                  <a:lnTo>
                    <a:pt x="183475" y="679634"/>
                  </a:lnTo>
                  <a:close/>
                  <a:moveTo>
                    <a:pt x="183475" y="679634"/>
                  </a:moveTo>
                  <a:lnTo>
                    <a:pt x="218903" y="712180"/>
                  </a:lnTo>
                  <a:lnTo>
                    <a:pt x="237356" y="707077"/>
                  </a:lnTo>
                  <a:close/>
                  <a:moveTo>
                    <a:pt x="183475" y="679634"/>
                  </a:moveTo>
                  <a:lnTo>
                    <a:pt x="237356" y="707077"/>
                  </a:lnTo>
                  <a:lnTo>
                    <a:pt x="231432" y="655541"/>
                  </a:lnTo>
                  <a:close/>
                  <a:moveTo>
                    <a:pt x="205842" y="604004"/>
                  </a:moveTo>
                  <a:lnTo>
                    <a:pt x="183475" y="679634"/>
                  </a:lnTo>
                  <a:lnTo>
                    <a:pt x="231432" y="655541"/>
                  </a:lnTo>
                  <a:close/>
                  <a:moveTo>
                    <a:pt x="44485" y="525025"/>
                  </a:moveTo>
                  <a:lnTo>
                    <a:pt x="90050" y="552743"/>
                  </a:lnTo>
                  <a:lnTo>
                    <a:pt x="51398" y="521424"/>
                  </a:lnTo>
                  <a:close/>
                  <a:moveTo>
                    <a:pt x="46304" y="522543"/>
                  </a:moveTo>
                  <a:lnTo>
                    <a:pt x="44485" y="525025"/>
                  </a:lnTo>
                  <a:lnTo>
                    <a:pt x="51398" y="521424"/>
                  </a:lnTo>
                  <a:close/>
                  <a:moveTo>
                    <a:pt x="116938" y="477054"/>
                  </a:moveTo>
                  <a:lnTo>
                    <a:pt x="51398" y="521424"/>
                  </a:lnTo>
                  <a:lnTo>
                    <a:pt x="90632" y="500931"/>
                  </a:lnTo>
                  <a:close/>
                  <a:moveTo>
                    <a:pt x="46304" y="522543"/>
                  </a:moveTo>
                  <a:lnTo>
                    <a:pt x="51398" y="521424"/>
                  </a:lnTo>
                  <a:lnTo>
                    <a:pt x="116938" y="477054"/>
                  </a:lnTo>
                  <a:close/>
                  <a:moveTo>
                    <a:pt x="637850" y="1119370"/>
                  </a:moveTo>
                  <a:lnTo>
                    <a:pt x="681653" y="1166533"/>
                  </a:lnTo>
                  <a:lnTo>
                    <a:pt x="674843" y="1109327"/>
                  </a:lnTo>
                  <a:close/>
                  <a:moveTo>
                    <a:pt x="637850" y="1119370"/>
                  </a:moveTo>
                  <a:lnTo>
                    <a:pt x="664410" y="1170906"/>
                  </a:lnTo>
                  <a:lnTo>
                    <a:pt x="681653" y="1166533"/>
                  </a:lnTo>
                  <a:close/>
                  <a:moveTo>
                    <a:pt x="681653" y="1166533"/>
                  </a:moveTo>
                  <a:lnTo>
                    <a:pt x="737419" y="1096436"/>
                  </a:lnTo>
                  <a:lnTo>
                    <a:pt x="674843" y="1109327"/>
                  </a:lnTo>
                  <a:close/>
                  <a:moveTo>
                    <a:pt x="621810" y="1067833"/>
                  </a:moveTo>
                  <a:lnTo>
                    <a:pt x="674843" y="1109327"/>
                  </a:lnTo>
                  <a:lnTo>
                    <a:pt x="660866" y="1057948"/>
                  </a:lnTo>
                  <a:close/>
                  <a:moveTo>
                    <a:pt x="621810" y="1067833"/>
                  </a:moveTo>
                  <a:lnTo>
                    <a:pt x="637850" y="1119370"/>
                  </a:lnTo>
                  <a:lnTo>
                    <a:pt x="674843" y="1109327"/>
                  </a:lnTo>
                  <a:close/>
                  <a:moveTo>
                    <a:pt x="458429" y="880447"/>
                  </a:moveTo>
                  <a:lnTo>
                    <a:pt x="485628" y="847243"/>
                  </a:lnTo>
                  <a:lnTo>
                    <a:pt x="496727" y="861686"/>
                  </a:lnTo>
                  <a:close/>
                  <a:moveTo>
                    <a:pt x="453613" y="798780"/>
                  </a:moveTo>
                  <a:lnTo>
                    <a:pt x="445867" y="833482"/>
                  </a:lnTo>
                  <a:lnTo>
                    <a:pt x="498432" y="786056"/>
                  </a:lnTo>
                  <a:close/>
                  <a:moveTo>
                    <a:pt x="116938" y="477054"/>
                  </a:moveTo>
                  <a:lnTo>
                    <a:pt x="90632" y="500931"/>
                  </a:lnTo>
                  <a:lnTo>
                    <a:pt x="141135" y="486450"/>
                  </a:lnTo>
                  <a:close/>
                  <a:moveTo>
                    <a:pt x="141135" y="486450"/>
                  </a:moveTo>
                  <a:lnTo>
                    <a:pt x="158848" y="459073"/>
                  </a:lnTo>
                  <a:lnTo>
                    <a:pt x="116938" y="477054"/>
                  </a:lnTo>
                  <a:close/>
                  <a:moveTo>
                    <a:pt x="141135" y="486450"/>
                  </a:moveTo>
                  <a:lnTo>
                    <a:pt x="196342" y="479550"/>
                  </a:lnTo>
                  <a:lnTo>
                    <a:pt x="158848" y="459073"/>
                  </a:lnTo>
                  <a:close/>
                  <a:moveTo>
                    <a:pt x="556674" y="815718"/>
                  </a:moveTo>
                  <a:lnTo>
                    <a:pt x="490031" y="837593"/>
                  </a:lnTo>
                  <a:lnTo>
                    <a:pt x="563197" y="827686"/>
                  </a:lnTo>
                  <a:close/>
                  <a:moveTo>
                    <a:pt x="498432" y="786056"/>
                  </a:moveTo>
                  <a:lnTo>
                    <a:pt x="490031" y="837593"/>
                  </a:lnTo>
                  <a:lnTo>
                    <a:pt x="556674" y="815718"/>
                  </a:lnTo>
                  <a:close/>
                  <a:moveTo>
                    <a:pt x="811085" y="1055788"/>
                  </a:moveTo>
                  <a:lnTo>
                    <a:pt x="785911" y="1094996"/>
                  </a:lnTo>
                  <a:lnTo>
                    <a:pt x="794411" y="1071182"/>
                  </a:lnTo>
                  <a:close/>
                  <a:moveTo>
                    <a:pt x="827730" y="1060997"/>
                  </a:moveTo>
                  <a:lnTo>
                    <a:pt x="794411" y="1071182"/>
                  </a:lnTo>
                  <a:lnTo>
                    <a:pt x="848433" y="1060525"/>
                  </a:lnTo>
                  <a:close/>
                  <a:moveTo>
                    <a:pt x="811085" y="1055788"/>
                  </a:moveTo>
                  <a:lnTo>
                    <a:pt x="794411" y="1071182"/>
                  </a:lnTo>
                  <a:lnTo>
                    <a:pt x="827730" y="1060997"/>
                  </a:lnTo>
                  <a:close/>
                  <a:moveTo>
                    <a:pt x="888298" y="1034897"/>
                  </a:moveTo>
                  <a:lnTo>
                    <a:pt x="827730" y="1060997"/>
                  </a:lnTo>
                  <a:lnTo>
                    <a:pt x="875681" y="1047088"/>
                  </a:lnTo>
                  <a:close/>
                  <a:moveTo>
                    <a:pt x="811085" y="1055788"/>
                  </a:moveTo>
                  <a:lnTo>
                    <a:pt x="827730" y="1060997"/>
                  </a:lnTo>
                  <a:lnTo>
                    <a:pt x="888298" y="1034897"/>
                  </a:lnTo>
                  <a:close/>
                  <a:moveTo>
                    <a:pt x="850550" y="1028663"/>
                  </a:moveTo>
                  <a:lnTo>
                    <a:pt x="811085" y="1055788"/>
                  </a:lnTo>
                  <a:lnTo>
                    <a:pt x="888298" y="1034897"/>
                  </a:lnTo>
                  <a:close/>
                  <a:moveTo>
                    <a:pt x="888298" y="1034897"/>
                  </a:moveTo>
                  <a:lnTo>
                    <a:pt x="875681" y="1047088"/>
                  </a:lnTo>
                  <a:lnTo>
                    <a:pt x="909253" y="1032703"/>
                  </a:lnTo>
                  <a:close/>
                  <a:moveTo>
                    <a:pt x="888298" y="1034897"/>
                  </a:moveTo>
                  <a:lnTo>
                    <a:pt x="909253" y="1032703"/>
                  </a:lnTo>
                  <a:lnTo>
                    <a:pt x="904950" y="995551"/>
                  </a:lnTo>
                  <a:close/>
                  <a:moveTo>
                    <a:pt x="904950" y="995551"/>
                  </a:moveTo>
                  <a:lnTo>
                    <a:pt x="909253" y="1032703"/>
                  </a:lnTo>
                  <a:lnTo>
                    <a:pt x="930408" y="1022994"/>
                  </a:lnTo>
                  <a:close/>
                  <a:moveTo>
                    <a:pt x="694329" y="779770"/>
                  </a:moveTo>
                  <a:lnTo>
                    <a:pt x="743293" y="715203"/>
                  </a:lnTo>
                  <a:lnTo>
                    <a:pt x="677836" y="730437"/>
                  </a:lnTo>
                  <a:close/>
                  <a:moveTo>
                    <a:pt x="740352" y="696206"/>
                  </a:moveTo>
                  <a:lnTo>
                    <a:pt x="743293" y="715203"/>
                  </a:lnTo>
                  <a:lnTo>
                    <a:pt x="748175" y="713775"/>
                  </a:lnTo>
                  <a:close/>
                  <a:moveTo>
                    <a:pt x="743210" y="571992"/>
                  </a:moveTo>
                  <a:lnTo>
                    <a:pt x="688057" y="610701"/>
                  </a:lnTo>
                  <a:lnTo>
                    <a:pt x="723315" y="586607"/>
                  </a:lnTo>
                  <a:close/>
                  <a:moveTo>
                    <a:pt x="743210" y="571992"/>
                  </a:moveTo>
                  <a:lnTo>
                    <a:pt x="707462" y="573237"/>
                  </a:lnTo>
                  <a:lnTo>
                    <a:pt x="688057" y="610701"/>
                  </a:lnTo>
                  <a:close/>
                  <a:moveTo>
                    <a:pt x="743210" y="571992"/>
                  </a:moveTo>
                  <a:lnTo>
                    <a:pt x="723315" y="586607"/>
                  </a:lnTo>
                  <a:lnTo>
                    <a:pt x="758638" y="577242"/>
                  </a:lnTo>
                  <a:close/>
                  <a:moveTo>
                    <a:pt x="800442" y="518496"/>
                  </a:moveTo>
                  <a:lnTo>
                    <a:pt x="757487" y="535071"/>
                  </a:lnTo>
                  <a:lnTo>
                    <a:pt x="813676" y="525874"/>
                  </a:lnTo>
                  <a:close/>
                  <a:moveTo>
                    <a:pt x="757487" y="535071"/>
                  </a:moveTo>
                  <a:lnTo>
                    <a:pt x="743210" y="571992"/>
                  </a:lnTo>
                  <a:lnTo>
                    <a:pt x="813676" y="525874"/>
                  </a:lnTo>
                  <a:close/>
                  <a:moveTo>
                    <a:pt x="813676" y="525874"/>
                  </a:moveTo>
                  <a:lnTo>
                    <a:pt x="743210" y="571992"/>
                  </a:lnTo>
                  <a:lnTo>
                    <a:pt x="794224" y="562514"/>
                  </a:lnTo>
                  <a:close/>
                  <a:moveTo>
                    <a:pt x="794224" y="562514"/>
                  </a:moveTo>
                  <a:lnTo>
                    <a:pt x="743210" y="571992"/>
                  </a:lnTo>
                  <a:lnTo>
                    <a:pt x="758638" y="577242"/>
                  </a:lnTo>
                  <a:close/>
                  <a:moveTo>
                    <a:pt x="800442" y="518496"/>
                  </a:moveTo>
                  <a:lnTo>
                    <a:pt x="813676" y="525874"/>
                  </a:lnTo>
                  <a:lnTo>
                    <a:pt x="844789" y="510977"/>
                  </a:lnTo>
                  <a:close/>
                  <a:moveTo>
                    <a:pt x="813676" y="525874"/>
                  </a:moveTo>
                  <a:lnTo>
                    <a:pt x="794224" y="562514"/>
                  </a:lnTo>
                  <a:lnTo>
                    <a:pt x="843613" y="546142"/>
                  </a:lnTo>
                  <a:close/>
                  <a:moveTo>
                    <a:pt x="843613" y="546142"/>
                  </a:moveTo>
                  <a:lnTo>
                    <a:pt x="844789" y="510977"/>
                  </a:lnTo>
                  <a:lnTo>
                    <a:pt x="813676" y="525874"/>
                  </a:lnTo>
                  <a:close/>
                  <a:moveTo>
                    <a:pt x="1259918" y="899176"/>
                  </a:moveTo>
                  <a:lnTo>
                    <a:pt x="1311750" y="926619"/>
                  </a:lnTo>
                  <a:lnTo>
                    <a:pt x="1283982" y="875082"/>
                  </a:lnTo>
                  <a:close/>
                  <a:moveTo>
                    <a:pt x="1298612" y="846434"/>
                  </a:moveTo>
                  <a:lnTo>
                    <a:pt x="1259918" y="899176"/>
                  </a:lnTo>
                  <a:lnTo>
                    <a:pt x="1283982" y="875082"/>
                  </a:lnTo>
                  <a:close/>
                  <a:moveTo>
                    <a:pt x="930753" y="435346"/>
                  </a:moveTo>
                  <a:lnTo>
                    <a:pt x="975956" y="462789"/>
                  </a:lnTo>
                  <a:lnTo>
                    <a:pt x="963261" y="411252"/>
                  </a:lnTo>
                  <a:close/>
                  <a:moveTo>
                    <a:pt x="1283982" y="875082"/>
                  </a:moveTo>
                  <a:lnTo>
                    <a:pt x="1326822" y="921120"/>
                  </a:lnTo>
                  <a:lnTo>
                    <a:pt x="1322343" y="862018"/>
                  </a:lnTo>
                  <a:close/>
                  <a:moveTo>
                    <a:pt x="1298612" y="846434"/>
                  </a:moveTo>
                  <a:lnTo>
                    <a:pt x="1283982" y="875082"/>
                  </a:lnTo>
                  <a:lnTo>
                    <a:pt x="1322343" y="862018"/>
                  </a:lnTo>
                  <a:close/>
                  <a:moveTo>
                    <a:pt x="963261" y="411252"/>
                  </a:moveTo>
                  <a:lnTo>
                    <a:pt x="975956" y="462789"/>
                  </a:lnTo>
                  <a:lnTo>
                    <a:pt x="999228" y="438695"/>
                  </a:lnTo>
                  <a:close/>
                  <a:moveTo>
                    <a:pt x="963261" y="411252"/>
                  </a:moveTo>
                  <a:lnTo>
                    <a:pt x="999228" y="438695"/>
                  </a:lnTo>
                  <a:lnTo>
                    <a:pt x="992205" y="387158"/>
                  </a:lnTo>
                  <a:close/>
                  <a:moveTo>
                    <a:pt x="952229" y="359716"/>
                  </a:moveTo>
                  <a:lnTo>
                    <a:pt x="963261" y="411252"/>
                  </a:lnTo>
                  <a:lnTo>
                    <a:pt x="992205" y="387158"/>
                  </a:lnTo>
                  <a:close/>
                  <a:moveTo>
                    <a:pt x="952229" y="359716"/>
                  </a:moveTo>
                  <a:lnTo>
                    <a:pt x="992205" y="387158"/>
                  </a:lnTo>
                  <a:lnTo>
                    <a:pt x="977609" y="335622"/>
                  </a:lnTo>
                  <a:close/>
                  <a:moveTo>
                    <a:pt x="940063" y="308179"/>
                  </a:moveTo>
                  <a:lnTo>
                    <a:pt x="977609" y="335622"/>
                  </a:lnTo>
                  <a:lnTo>
                    <a:pt x="955632" y="284085"/>
                  </a:lnTo>
                  <a:close/>
                  <a:moveTo>
                    <a:pt x="977609" y="335622"/>
                  </a:moveTo>
                  <a:lnTo>
                    <a:pt x="992205" y="387158"/>
                  </a:lnTo>
                  <a:lnTo>
                    <a:pt x="1053363" y="363064"/>
                  </a:lnTo>
                  <a:close/>
                  <a:moveTo>
                    <a:pt x="977609" y="335622"/>
                  </a:moveTo>
                  <a:lnTo>
                    <a:pt x="1053363" y="363064"/>
                  </a:lnTo>
                  <a:lnTo>
                    <a:pt x="1029953" y="311528"/>
                  </a:lnTo>
                  <a:close/>
                  <a:moveTo>
                    <a:pt x="955632" y="284085"/>
                  </a:moveTo>
                  <a:lnTo>
                    <a:pt x="977609" y="335622"/>
                  </a:lnTo>
                  <a:lnTo>
                    <a:pt x="1029953" y="311528"/>
                  </a:lnTo>
                  <a:close/>
                  <a:moveTo>
                    <a:pt x="955632" y="284085"/>
                  </a:moveTo>
                  <a:lnTo>
                    <a:pt x="1029953" y="311528"/>
                  </a:lnTo>
                  <a:lnTo>
                    <a:pt x="997300" y="259991"/>
                  </a:lnTo>
                  <a:close/>
                  <a:moveTo>
                    <a:pt x="951230" y="232549"/>
                  </a:moveTo>
                  <a:lnTo>
                    <a:pt x="955632" y="284085"/>
                  </a:lnTo>
                  <a:lnTo>
                    <a:pt x="997300" y="259991"/>
                  </a:lnTo>
                  <a:close/>
                  <a:moveTo>
                    <a:pt x="951230" y="232549"/>
                  </a:moveTo>
                  <a:lnTo>
                    <a:pt x="997300" y="259991"/>
                  </a:lnTo>
                  <a:lnTo>
                    <a:pt x="989158" y="208455"/>
                  </a:lnTo>
                  <a:close/>
                  <a:moveTo>
                    <a:pt x="1005990" y="181275"/>
                  </a:moveTo>
                  <a:lnTo>
                    <a:pt x="951230" y="232549"/>
                  </a:lnTo>
                  <a:lnTo>
                    <a:pt x="989158" y="208455"/>
                  </a:lnTo>
                  <a:close/>
                  <a:moveTo>
                    <a:pt x="989158" y="208455"/>
                  </a:moveTo>
                  <a:lnTo>
                    <a:pt x="1053516" y="224069"/>
                  </a:lnTo>
                  <a:lnTo>
                    <a:pt x="1035642" y="190258"/>
                  </a:lnTo>
                  <a:close/>
                  <a:moveTo>
                    <a:pt x="997300" y="259991"/>
                  </a:moveTo>
                  <a:lnTo>
                    <a:pt x="1053200" y="235898"/>
                  </a:lnTo>
                  <a:lnTo>
                    <a:pt x="989158" y="208455"/>
                  </a:lnTo>
                  <a:close/>
                  <a:moveTo>
                    <a:pt x="1005990" y="181275"/>
                  </a:moveTo>
                  <a:lnTo>
                    <a:pt x="989158" y="208455"/>
                  </a:lnTo>
                  <a:lnTo>
                    <a:pt x="1035642" y="190258"/>
                  </a:lnTo>
                  <a:close/>
                  <a:moveTo>
                    <a:pt x="1082522" y="157841"/>
                  </a:moveTo>
                  <a:lnTo>
                    <a:pt x="1035642" y="190258"/>
                  </a:lnTo>
                  <a:lnTo>
                    <a:pt x="1055859" y="184361"/>
                  </a:lnTo>
                  <a:close/>
                  <a:moveTo>
                    <a:pt x="1005990" y="181275"/>
                  </a:moveTo>
                  <a:lnTo>
                    <a:pt x="1035642" y="190258"/>
                  </a:lnTo>
                  <a:lnTo>
                    <a:pt x="1082522" y="157841"/>
                  </a:lnTo>
                  <a:close/>
                  <a:moveTo>
                    <a:pt x="1035642" y="190258"/>
                  </a:moveTo>
                  <a:lnTo>
                    <a:pt x="1053516" y="224069"/>
                  </a:lnTo>
                  <a:lnTo>
                    <a:pt x="1055859" y="184361"/>
                  </a:lnTo>
                  <a:close/>
                  <a:moveTo>
                    <a:pt x="1379523" y="477057"/>
                  </a:moveTo>
                  <a:lnTo>
                    <a:pt x="1399892" y="510829"/>
                  </a:lnTo>
                  <a:lnTo>
                    <a:pt x="1430740" y="469487"/>
                  </a:lnTo>
                  <a:close/>
                  <a:moveTo>
                    <a:pt x="1117799" y="154835"/>
                  </a:moveTo>
                  <a:lnTo>
                    <a:pt x="1082522" y="157841"/>
                  </a:lnTo>
                  <a:lnTo>
                    <a:pt x="1055859" y="184361"/>
                  </a:lnTo>
                  <a:close/>
                  <a:moveTo>
                    <a:pt x="1157048" y="126904"/>
                  </a:moveTo>
                  <a:lnTo>
                    <a:pt x="1112998" y="132824"/>
                  </a:lnTo>
                  <a:lnTo>
                    <a:pt x="1082522" y="157841"/>
                  </a:lnTo>
                  <a:close/>
                  <a:moveTo>
                    <a:pt x="1157048" y="126904"/>
                  </a:moveTo>
                  <a:lnTo>
                    <a:pt x="1082522" y="157841"/>
                  </a:lnTo>
                  <a:lnTo>
                    <a:pt x="1117799" y="154835"/>
                  </a:lnTo>
                  <a:close/>
                  <a:moveTo>
                    <a:pt x="1145999" y="113761"/>
                  </a:moveTo>
                  <a:lnTo>
                    <a:pt x="1157048" y="126904"/>
                  </a:lnTo>
                  <a:lnTo>
                    <a:pt x="1153246" y="108730"/>
                  </a:lnTo>
                  <a:close/>
                  <a:moveTo>
                    <a:pt x="1123268" y="157001"/>
                  </a:moveTo>
                  <a:lnTo>
                    <a:pt x="1157048" y="126904"/>
                  </a:lnTo>
                  <a:lnTo>
                    <a:pt x="1117799" y="154835"/>
                  </a:lnTo>
                  <a:close/>
                  <a:moveTo>
                    <a:pt x="1123268" y="157001"/>
                  </a:moveTo>
                  <a:lnTo>
                    <a:pt x="1171942" y="155413"/>
                  </a:lnTo>
                  <a:lnTo>
                    <a:pt x="1157048" y="126904"/>
                  </a:lnTo>
                  <a:close/>
                  <a:moveTo>
                    <a:pt x="1171942" y="155413"/>
                  </a:moveTo>
                  <a:lnTo>
                    <a:pt x="1239902" y="127107"/>
                  </a:lnTo>
                  <a:lnTo>
                    <a:pt x="1153246" y="108730"/>
                  </a:lnTo>
                  <a:close/>
                  <a:moveTo>
                    <a:pt x="1153246" y="108730"/>
                  </a:moveTo>
                  <a:lnTo>
                    <a:pt x="1239902" y="127107"/>
                  </a:lnTo>
                  <a:lnTo>
                    <a:pt x="1201198" y="84636"/>
                  </a:lnTo>
                  <a:close/>
                  <a:moveTo>
                    <a:pt x="1153246" y="108730"/>
                  </a:moveTo>
                  <a:lnTo>
                    <a:pt x="1157048" y="126904"/>
                  </a:lnTo>
                  <a:lnTo>
                    <a:pt x="1171942" y="155413"/>
                  </a:lnTo>
                  <a:close/>
                  <a:moveTo>
                    <a:pt x="1150142" y="57194"/>
                  </a:moveTo>
                  <a:lnTo>
                    <a:pt x="1153246" y="108730"/>
                  </a:lnTo>
                  <a:lnTo>
                    <a:pt x="1201198" y="84636"/>
                  </a:lnTo>
                  <a:close/>
                  <a:moveTo>
                    <a:pt x="1150142" y="57194"/>
                  </a:moveTo>
                  <a:lnTo>
                    <a:pt x="1201198" y="84636"/>
                  </a:lnTo>
                  <a:lnTo>
                    <a:pt x="1197956" y="33100"/>
                  </a:lnTo>
                  <a:close/>
                  <a:moveTo>
                    <a:pt x="1201198" y="84636"/>
                  </a:moveTo>
                  <a:lnTo>
                    <a:pt x="1239902" y="127107"/>
                  </a:lnTo>
                  <a:lnTo>
                    <a:pt x="1244776" y="71439"/>
                  </a:lnTo>
                  <a:close/>
                  <a:moveTo>
                    <a:pt x="1197956" y="33100"/>
                  </a:moveTo>
                  <a:lnTo>
                    <a:pt x="1244776" y="71439"/>
                  </a:lnTo>
                  <a:lnTo>
                    <a:pt x="1225672" y="24227"/>
                  </a:lnTo>
                  <a:close/>
                  <a:moveTo>
                    <a:pt x="1197956" y="33100"/>
                  </a:moveTo>
                  <a:lnTo>
                    <a:pt x="1201198" y="84636"/>
                  </a:lnTo>
                  <a:lnTo>
                    <a:pt x="1244776" y="71439"/>
                  </a:lnTo>
                  <a:close/>
                  <a:moveTo>
                    <a:pt x="1303146" y="60542"/>
                  </a:moveTo>
                  <a:lnTo>
                    <a:pt x="1286272" y="9006"/>
                  </a:lnTo>
                  <a:lnTo>
                    <a:pt x="1244776" y="71439"/>
                  </a:lnTo>
                  <a:close/>
                  <a:moveTo>
                    <a:pt x="1286272" y="9006"/>
                  </a:moveTo>
                  <a:lnTo>
                    <a:pt x="1225672" y="24227"/>
                  </a:lnTo>
                  <a:lnTo>
                    <a:pt x="1244776" y="71439"/>
                  </a:lnTo>
                  <a:close/>
                  <a:moveTo>
                    <a:pt x="1209589" y="13771"/>
                  </a:moveTo>
                  <a:lnTo>
                    <a:pt x="1197956" y="33100"/>
                  </a:lnTo>
                  <a:lnTo>
                    <a:pt x="1225672" y="24227"/>
                  </a:lnTo>
                  <a:close/>
                  <a:moveTo>
                    <a:pt x="1289529" y="3074"/>
                  </a:moveTo>
                  <a:lnTo>
                    <a:pt x="1225672" y="24227"/>
                  </a:lnTo>
                  <a:lnTo>
                    <a:pt x="1286272" y="9006"/>
                  </a:lnTo>
                  <a:close/>
                  <a:moveTo>
                    <a:pt x="1209589" y="13771"/>
                  </a:moveTo>
                  <a:lnTo>
                    <a:pt x="1225672" y="24227"/>
                  </a:lnTo>
                  <a:lnTo>
                    <a:pt x="1289529" y="3074"/>
                  </a:lnTo>
                  <a:close/>
                  <a:moveTo>
                    <a:pt x="1376101" y="103381"/>
                  </a:moveTo>
                  <a:lnTo>
                    <a:pt x="1361120" y="112079"/>
                  </a:lnTo>
                  <a:lnTo>
                    <a:pt x="1396532" y="93564"/>
                  </a:lnTo>
                  <a:close/>
                  <a:moveTo>
                    <a:pt x="1376101" y="103381"/>
                  </a:moveTo>
                  <a:lnTo>
                    <a:pt x="1305558" y="63004"/>
                  </a:lnTo>
                  <a:lnTo>
                    <a:pt x="1361120" y="112079"/>
                  </a:lnTo>
                  <a:close/>
                  <a:moveTo>
                    <a:pt x="1305749" y="59851"/>
                  </a:moveTo>
                  <a:lnTo>
                    <a:pt x="1305558" y="63004"/>
                  </a:lnTo>
                  <a:lnTo>
                    <a:pt x="1376101" y="103381"/>
                  </a:lnTo>
                  <a:close/>
                  <a:moveTo>
                    <a:pt x="1369734" y="45815"/>
                  </a:moveTo>
                  <a:lnTo>
                    <a:pt x="1305749" y="59851"/>
                  </a:lnTo>
                  <a:lnTo>
                    <a:pt x="1376101" y="103381"/>
                  </a:lnTo>
                  <a:close/>
                  <a:moveTo>
                    <a:pt x="1376101" y="103381"/>
                  </a:moveTo>
                  <a:lnTo>
                    <a:pt x="1429392" y="98039"/>
                  </a:lnTo>
                  <a:lnTo>
                    <a:pt x="1418845" y="43871"/>
                  </a:lnTo>
                  <a:close/>
                  <a:moveTo>
                    <a:pt x="1376101" y="103381"/>
                  </a:moveTo>
                  <a:lnTo>
                    <a:pt x="1418845" y="43871"/>
                  </a:lnTo>
                  <a:lnTo>
                    <a:pt x="1369734" y="45815"/>
                  </a:lnTo>
                  <a:close/>
                  <a:moveTo>
                    <a:pt x="1303146" y="60542"/>
                  </a:moveTo>
                  <a:lnTo>
                    <a:pt x="1305558" y="63004"/>
                  </a:lnTo>
                  <a:lnTo>
                    <a:pt x="1305749" y="59851"/>
                  </a:lnTo>
                  <a:close/>
                  <a:moveTo>
                    <a:pt x="1286272" y="9006"/>
                  </a:moveTo>
                  <a:lnTo>
                    <a:pt x="1305749" y="59851"/>
                  </a:lnTo>
                  <a:lnTo>
                    <a:pt x="1293505" y="7063"/>
                  </a:lnTo>
                  <a:close/>
                  <a:moveTo>
                    <a:pt x="1286272" y="9006"/>
                  </a:moveTo>
                  <a:lnTo>
                    <a:pt x="1303146" y="60542"/>
                  </a:lnTo>
                  <a:lnTo>
                    <a:pt x="1305749" y="59851"/>
                  </a:lnTo>
                  <a:close/>
                  <a:moveTo>
                    <a:pt x="1305749" y="59851"/>
                  </a:moveTo>
                  <a:lnTo>
                    <a:pt x="1348912" y="0"/>
                  </a:lnTo>
                  <a:lnTo>
                    <a:pt x="1293505" y="7063"/>
                  </a:lnTo>
                  <a:close/>
                  <a:moveTo>
                    <a:pt x="1289529" y="3074"/>
                  </a:moveTo>
                  <a:lnTo>
                    <a:pt x="1286272" y="9006"/>
                  </a:lnTo>
                  <a:lnTo>
                    <a:pt x="1293505" y="7063"/>
                  </a:lnTo>
                  <a:close/>
                  <a:moveTo>
                    <a:pt x="1587440" y="283312"/>
                  </a:moveTo>
                  <a:lnTo>
                    <a:pt x="1564813" y="294132"/>
                  </a:lnTo>
                  <a:lnTo>
                    <a:pt x="1592244" y="292579"/>
                  </a:lnTo>
                  <a:close/>
                  <a:moveTo>
                    <a:pt x="1592244" y="292579"/>
                  </a:moveTo>
                  <a:lnTo>
                    <a:pt x="1601442" y="242595"/>
                  </a:lnTo>
                  <a:lnTo>
                    <a:pt x="1587440" y="283312"/>
                  </a:lnTo>
                  <a:close/>
                  <a:moveTo>
                    <a:pt x="1630406" y="236793"/>
                  </a:moveTo>
                  <a:lnTo>
                    <a:pt x="1601442" y="242595"/>
                  </a:lnTo>
                  <a:lnTo>
                    <a:pt x="1592244" y="292579"/>
                  </a:lnTo>
                  <a:close/>
                </a:path>
              </a:pathLst>
            </a:custGeom>
            <a:solidFill>
              <a:srgbClr val="F5F7F8"/>
            </a:solidFill>
            <a:ln w="1524">
              <a:solidFill>
                <a:srgbClr val="F5F7F8"/>
              </a:solidFill>
            </a:ln>
          </p:spPr>
        </p:sp>
        <p:sp>
          <p:nvSpPr>
            <p:cNvPr id="4308" name="Output_density__4307">
              <a:extLst>
                <a:ext uri="{FF2B5EF4-FFF2-40B4-BE49-F238E27FC236}">
                  <a16:creationId xmlns:a16="http://schemas.microsoft.com/office/drawing/2014/main" id="{AE32DB2E-A9B8-A868-FD62-D51C167D036C}"/>
                </a:ext>
              </a:extLst>
            </p:cNvPr>
            <p:cNvSpPr>
              <a:spLocks noGrp="1"/>
            </p:cNvSpPr>
            <p:nvPr/>
          </p:nvSpPr>
          <p:spPr>
            <a:xfrm>
              <a:off x="15066920" y="2423625"/>
              <a:ext cx="1155788" cy="1026812"/>
            </a:xfrm>
            <a:custGeom>
              <a:avLst/>
              <a:gdLst/>
              <a:ahLst/>
              <a:cxnLst/>
              <a:rect l="0" t="0" r="0" b="0"/>
              <a:pathLst>
                <a:path w="1155788" h="1026812">
                  <a:moveTo>
                    <a:pt x="0" y="965229"/>
                  </a:moveTo>
                  <a:lnTo>
                    <a:pt x="27184" y="946074"/>
                  </a:lnTo>
                  <a:lnTo>
                    <a:pt x="51675" y="902740"/>
                  </a:lnTo>
                  <a:close/>
                  <a:moveTo>
                    <a:pt x="333106" y="851557"/>
                  </a:moveTo>
                  <a:lnTo>
                    <a:pt x="316690" y="885960"/>
                  </a:lnTo>
                  <a:lnTo>
                    <a:pt x="371517" y="820494"/>
                  </a:lnTo>
                  <a:close/>
                  <a:moveTo>
                    <a:pt x="364747" y="834959"/>
                  </a:moveTo>
                  <a:lnTo>
                    <a:pt x="333106" y="851557"/>
                  </a:lnTo>
                  <a:lnTo>
                    <a:pt x="406739" y="817283"/>
                  </a:lnTo>
                  <a:close/>
                  <a:moveTo>
                    <a:pt x="639778" y="1026812"/>
                  </a:moveTo>
                  <a:lnTo>
                    <a:pt x="681301" y="1010220"/>
                  </a:lnTo>
                  <a:lnTo>
                    <a:pt x="707600" y="973645"/>
                  </a:lnTo>
                  <a:close/>
                  <a:moveTo>
                    <a:pt x="707600" y="973645"/>
                  </a:moveTo>
                  <a:lnTo>
                    <a:pt x="745308" y="953623"/>
                  </a:lnTo>
                  <a:lnTo>
                    <a:pt x="744055" y="951181"/>
                  </a:lnTo>
                  <a:close/>
                  <a:moveTo>
                    <a:pt x="723059" y="991670"/>
                  </a:moveTo>
                  <a:lnTo>
                    <a:pt x="745308" y="953623"/>
                  </a:lnTo>
                  <a:lnTo>
                    <a:pt x="707600" y="973645"/>
                  </a:lnTo>
                  <a:close/>
                  <a:moveTo>
                    <a:pt x="681301" y="1010220"/>
                  </a:moveTo>
                  <a:lnTo>
                    <a:pt x="723059" y="991670"/>
                  </a:lnTo>
                  <a:lnTo>
                    <a:pt x="707600" y="973645"/>
                  </a:lnTo>
                  <a:close/>
                  <a:moveTo>
                    <a:pt x="604354" y="796571"/>
                  </a:moveTo>
                  <a:lnTo>
                    <a:pt x="566842" y="859280"/>
                  </a:lnTo>
                  <a:lnTo>
                    <a:pt x="586951" y="832138"/>
                  </a:lnTo>
                  <a:close/>
                  <a:moveTo>
                    <a:pt x="603177" y="804979"/>
                  </a:moveTo>
                  <a:lnTo>
                    <a:pt x="604354" y="796571"/>
                  </a:lnTo>
                  <a:lnTo>
                    <a:pt x="586951" y="832138"/>
                  </a:lnTo>
                  <a:close/>
                  <a:moveTo>
                    <a:pt x="782544" y="944275"/>
                  </a:moveTo>
                  <a:lnTo>
                    <a:pt x="744055" y="951181"/>
                  </a:lnTo>
                  <a:lnTo>
                    <a:pt x="751057" y="948949"/>
                  </a:lnTo>
                  <a:close/>
                  <a:moveTo>
                    <a:pt x="707600" y="973645"/>
                  </a:moveTo>
                  <a:lnTo>
                    <a:pt x="744055" y="951181"/>
                  </a:lnTo>
                  <a:lnTo>
                    <a:pt x="782544" y="944275"/>
                  </a:lnTo>
                  <a:close/>
                  <a:moveTo>
                    <a:pt x="801381" y="927087"/>
                  </a:moveTo>
                  <a:lnTo>
                    <a:pt x="827106" y="862361"/>
                  </a:lnTo>
                  <a:lnTo>
                    <a:pt x="817240" y="851457"/>
                  </a:lnTo>
                  <a:close/>
                  <a:moveTo>
                    <a:pt x="833969" y="731296"/>
                  </a:moveTo>
                  <a:lnTo>
                    <a:pt x="849463" y="748384"/>
                  </a:lnTo>
                  <a:lnTo>
                    <a:pt x="840796" y="717593"/>
                  </a:lnTo>
                  <a:close/>
                  <a:moveTo>
                    <a:pt x="840796" y="717593"/>
                  </a:moveTo>
                  <a:lnTo>
                    <a:pt x="849463" y="748384"/>
                  </a:lnTo>
                  <a:lnTo>
                    <a:pt x="848851" y="707933"/>
                  </a:lnTo>
                  <a:close/>
                  <a:moveTo>
                    <a:pt x="840796" y="717593"/>
                  </a:moveTo>
                  <a:lnTo>
                    <a:pt x="848851" y="707933"/>
                  </a:lnTo>
                  <a:lnTo>
                    <a:pt x="876871" y="677796"/>
                  </a:lnTo>
                  <a:close/>
                  <a:moveTo>
                    <a:pt x="876871" y="677796"/>
                  </a:moveTo>
                  <a:lnTo>
                    <a:pt x="877758" y="670936"/>
                  </a:lnTo>
                  <a:lnTo>
                    <a:pt x="870698" y="694489"/>
                  </a:lnTo>
                  <a:close/>
                  <a:moveTo>
                    <a:pt x="840796" y="717593"/>
                  </a:moveTo>
                  <a:lnTo>
                    <a:pt x="876871" y="677796"/>
                  </a:lnTo>
                  <a:lnTo>
                    <a:pt x="870698" y="694489"/>
                  </a:lnTo>
                  <a:close/>
                  <a:moveTo>
                    <a:pt x="877758" y="670936"/>
                  </a:moveTo>
                  <a:lnTo>
                    <a:pt x="876871" y="677796"/>
                  </a:lnTo>
                  <a:lnTo>
                    <a:pt x="884508" y="672753"/>
                  </a:lnTo>
                  <a:close/>
                  <a:moveTo>
                    <a:pt x="1077956" y="231089"/>
                  </a:moveTo>
                  <a:lnTo>
                    <a:pt x="1063917" y="218379"/>
                  </a:lnTo>
                  <a:lnTo>
                    <a:pt x="1026721" y="214207"/>
                  </a:lnTo>
                  <a:close/>
                  <a:moveTo>
                    <a:pt x="1155788" y="212511"/>
                  </a:moveTo>
                  <a:lnTo>
                    <a:pt x="1098272" y="229152"/>
                  </a:lnTo>
                  <a:lnTo>
                    <a:pt x="1077956" y="231089"/>
                  </a:lnTo>
                  <a:close/>
                  <a:moveTo>
                    <a:pt x="1062315" y="37709"/>
                  </a:moveTo>
                  <a:lnTo>
                    <a:pt x="1088310" y="0"/>
                  </a:lnTo>
                  <a:lnTo>
                    <a:pt x="1018357" y="48033"/>
                  </a:lnTo>
                  <a:close/>
                </a:path>
              </a:pathLst>
            </a:custGeom>
            <a:solidFill>
              <a:srgbClr val="ECEFF1"/>
            </a:solidFill>
            <a:ln w="1524">
              <a:solidFill>
                <a:srgbClr val="ECEFF1"/>
              </a:solidFill>
            </a:ln>
          </p:spPr>
        </p:sp>
        <p:sp>
          <p:nvSpPr>
            <p:cNvPr id="4309" name="Output_density__4308">
              <a:extLst>
                <a:ext uri="{FF2B5EF4-FFF2-40B4-BE49-F238E27FC236}">
                  <a16:creationId xmlns:a16="http://schemas.microsoft.com/office/drawing/2014/main" id="{10128D2E-8ECC-0083-D76D-840998F84329}"/>
                </a:ext>
              </a:extLst>
            </p:cNvPr>
            <p:cNvSpPr>
              <a:spLocks noGrp="1"/>
            </p:cNvSpPr>
            <p:nvPr/>
          </p:nvSpPr>
          <p:spPr>
            <a:xfrm>
              <a:off x="14982818" y="2412354"/>
              <a:ext cx="1317303" cy="1075802"/>
            </a:xfrm>
            <a:custGeom>
              <a:avLst/>
              <a:gdLst/>
              <a:ahLst/>
              <a:cxnLst/>
              <a:rect l="0" t="0" r="0" b="0"/>
              <a:pathLst>
                <a:path w="1317303" h="1075802">
                  <a:moveTo>
                    <a:pt x="0" y="755719"/>
                  </a:moveTo>
                  <a:lnTo>
                    <a:pt x="1359" y="805840"/>
                  </a:lnTo>
                  <a:lnTo>
                    <a:pt x="2446" y="746259"/>
                  </a:lnTo>
                  <a:close/>
                  <a:moveTo>
                    <a:pt x="122525" y="952405"/>
                  </a:moveTo>
                  <a:lnTo>
                    <a:pt x="135776" y="914011"/>
                  </a:lnTo>
                  <a:lnTo>
                    <a:pt x="135612" y="898145"/>
                  </a:lnTo>
                  <a:close/>
                  <a:moveTo>
                    <a:pt x="355289" y="1075802"/>
                  </a:moveTo>
                  <a:lnTo>
                    <a:pt x="397187" y="1057775"/>
                  </a:lnTo>
                  <a:lnTo>
                    <a:pt x="422110" y="1016059"/>
                  </a:lnTo>
                  <a:close/>
                  <a:moveTo>
                    <a:pt x="383078" y="1044801"/>
                  </a:moveTo>
                  <a:lnTo>
                    <a:pt x="355289" y="1075802"/>
                  </a:lnTo>
                  <a:lnTo>
                    <a:pt x="422110" y="1016059"/>
                  </a:lnTo>
                  <a:close/>
                  <a:moveTo>
                    <a:pt x="406879" y="955024"/>
                  </a:moveTo>
                  <a:lnTo>
                    <a:pt x="432433" y="931660"/>
                  </a:lnTo>
                  <a:lnTo>
                    <a:pt x="436408" y="983197"/>
                  </a:lnTo>
                  <a:close/>
                  <a:moveTo>
                    <a:pt x="382202" y="880124"/>
                  </a:moveTo>
                  <a:lnTo>
                    <a:pt x="400792" y="897230"/>
                  </a:lnTo>
                  <a:lnTo>
                    <a:pt x="417207" y="862828"/>
                  </a:lnTo>
                  <a:close/>
                  <a:moveTo>
                    <a:pt x="274034" y="676879"/>
                  </a:moveTo>
                  <a:lnTo>
                    <a:pt x="279794" y="668663"/>
                  </a:lnTo>
                  <a:lnTo>
                    <a:pt x="253749" y="725514"/>
                  </a:lnTo>
                  <a:close/>
                  <a:moveTo>
                    <a:pt x="279794" y="668663"/>
                  </a:moveTo>
                  <a:lnTo>
                    <a:pt x="271463" y="667268"/>
                  </a:lnTo>
                  <a:lnTo>
                    <a:pt x="247535" y="622441"/>
                  </a:lnTo>
                  <a:close/>
                  <a:moveTo>
                    <a:pt x="338264" y="607448"/>
                  </a:moveTo>
                  <a:lnTo>
                    <a:pt x="330520" y="602664"/>
                  </a:lnTo>
                  <a:lnTo>
                    <a:pt x="378783" y="649884"/>
                  </a:lnTo>
                  <a:close/>
                  <a:moveTo>
                    <a:pt x="507430" y="785775"/>
                  </a:moveTo>
                  <a:lnTo>
                    <a:pt x="448848" y="846229"/>
                  </a:lnTo>
                  <a:lnTo>
                    <a:pt x="490840" y="828554"/>
                  </a:lnTo>
                  <a:close/>
                  <a:moveTo>
                    <a:pt x="338264" y="607448"/>
                  </a:moveTo>
                  <a:lnTo>
                    <a:pt x="424826" y="621515"/>
                  </a:lnTo>
                  <a:lnTo>
                    <a:pt x="373178" y="603088"/>
                  </a:lnTo>
                  <a:close/>
                  <a:moveTo>
                    <a:pt x="731322" y="807842"/>
                  </a:moveTo>
                  <a:lnTo>
                    <a:pt x="740434" y="811017"/>
                  </a:lnTo>
                  <a:lnTo>
                    <a:pt x="745138" y="810821"/>
                  </a:lnTo>
                  <a:close/>
                  <a:moveTo>
                    <a:pt x="688456" y="807842"/>
                  </a:moveTo>
                  <a:lnTo>
                    <a:pt x="687279" y="816250"/>
                  </a:lnTo>
                  <a:lnTo>
                    <a:pt x="696355" y="803107"/>
                  </a:lnTo>
                  <a:close/>
                  <a:moveTo>
                    <a:pt x="731322" y="807842"/>
                  </a:moveTo>
                  <a:lnTo>
                    <a:pt x="745138" y="810821"/>
                  </a:lnTo>
                  <a:lnTo>
                    <a:pt x="745888" y="806584"/>
                  </a:lnTo>
                  <a:close/>
                  <a:moveTo>
                    <a:pt x="745888" y="806584"/>
                  </a:moveTo>
                  <a:lnTo>
                    <a:pt x="696355" y="803107"/>
                  </a:lnTo>
                  <a:lnTo>
                    <a:pt x="731322" y="807842"/>
                  </a:lnTo>
                  <a:close/>
                  <a:moveTo>
                    <a:pt x="728064" y="612085"/>
                  </a:moveTo>
                  <a:lnTo>
                    <a:pt x="754324" y="575368"/>
                  </a:lnTo>
                  <a:lnTo>
                    <a:pt x="685869" y="629003"/>
                  </a:lnTo>
                  <a:close/>
                  <a:moveTo>
                    <a:pt x="768419" y="537296"/>
                  </a:moveTo>
                  <a:lnTo>
                    <a:pt x="754324" y="575368"/>
                  </a:lnTo>
                  <a:lnTo>
                    <a:pt x="793727" y="553508"/>
                  </a:lnTo>
                  <a:close/>
                  <a:moveTo>
                    <a:pt x="774564" y="516142"/>
                  </a:moveTo>
                  <a:lnTo>
                    <a:pt x="794869" y="552284"/>
                  </a:lnTo>
                  <a:lnTo>
                    <a:pt x="822204" y="519586"/>
                  </a:lnTo>
                  <a:close/>
                  <a:moveTo>
                    <a:pt x="961860" y="682207"/>
                  </a:moveTo>
                  <a:lnTo>
                    <a:pt x="968609" y="684024"/>
                  </a:lnTo>
                  <a:lnTo>
                    <a:pt x="967728" y="614693"/>
                  </a:lnTo>
                  <a:close/>
                  <a:moveTo>
                    <a:pt x="852394" y="497559"/>
                  </a:moveTo>
                  <a:lnTo>
                    <a:pt x="793473" y="516927"/>
                  </a:lnTo>
                  <a:lnTo>
                    <a:pt x="774564" y="516142"/>
                  </a:lnTo>
                  <a:close/>
                  <a:moveTo>
                    <a:pt x="852394" y="497559"/>
                  </a:moveTo>
                  <a:lnTo>
                    <a:pt x="774564" y="516142"/>
                  </a:lnTo>
                  <a:lnTo>
                    <a:pt x="822204" y="519586"/>
                  </a:lnTo>
                  <a:close/>
                  <a:moveTo>
                    <a:pt x="866071" y="508919"/>
                  </a:moveTo>
                  <a:lnTo>
                    <a:pt x="878566" y="505320"/>
                  </a:lnTo>
                  <a:lnTo>
                    <a:pt x="852394" y="497559"/>
                  </a:lnTo>
                  <a:close/>
                  <a:moveTo>
                    <a:pt x="866071" y="508919"/>
                  </a:moveTo>
                  <a:lnTo>
                    <a:pt x="852394" y="497559"/>
                  </a:lnTo>
                  <a:lnTo>
                    <a:pt x="822204" y="519586"/>
                  </a:lnTo>
                  <a:close/>
                  <a:moveTo>
                    <a:pt x="977467" y="544032"/>
                  </a:moveTo>
                  <a:lnTo>
                    <a:pt x="991626" y="556857"/>
                  </a:lnTo>
                  <a:lnTo>
                    <a:pt x="1009815" y="492974"/>
                  </a:lnTo>
                  <a:close/>
                  <a:moveTo>
                    <a:pt x="1005615" y="451277"/>
                  </a:moveTo>
                  <a:lnTo>
                    <a:pt x="1039220" y="406325"/>
                  </a:lnTo>
                  <a:lnTo>
                    <a:pt x="1038027" y="405596"/>
                  </a:lnTo>
                  <a:close/>
                  <a:moveTo>
                    <a:pt x="1021338" y="470285"/>
                  </a:moveTo>
                  <a:lnTo>
                    <a:pt x="1039220" y="406325"/>
                  </a:lnTo>
                  <a:lnTo>
                    <a:pt x="1005615" y="451277"/>
                  </a:lnTo>
                  <a:close/>
                  <a:moveTo>
                    <a:pt x="973515" y="466158"/>
                  </a:moveTo>
                  <a:lnTo>
                    <a:pt x="1021338" y="470285"/>
                  </a:lnTo>
                  <a:lnTo>
                    <a:pt x="1005615" y="451277"/>
                  </a:lnTo>
                  <a:close/>
                  <a:moveTo>
                    <a:pt x="1105331" y="453303"/>
                  </a:moveTo>
                  <a:lnTo>
                    <a:pt x="1189872" y="484575"/>
                  </a:lnTo>
                  <a:lnTo>
                    <a:pt x="1140292" y="470554"/>
                  </a:lnTo>
                  <a:close/>
                  <a:moveTo>
                    <a:pt x="1105331" y="453303"/>
                  </a:moveTo>
                  <a:lnTo>
                    <a:pt x="1190183" y="485045"/>
                  </a:lnTo>
                  <a:lnTo>
                    <a:pt x="1189872" y="484575"/>
                  </a:lnTo>
                  <a:close/>
                  <a:moveTo>
                    <a:pt x="1009582" y="455181"/>
                  </a:moveTo>
                  <a:lnTo>
                    <a:pt x="1038027" y="405596"/>
                  </a:lnTo>
                  <a:lnTo>
                    <a:pt x="1042222" y="403885"/>
                  </a:lnTo>
                  <a:close/>
                  <a:moveTo>
                    <a:pt x="1012766" y="354059"/>
                  </a:moveTo>
                  <a:lnTo>
                    <a:pt x="1022657" y="340316"/>
                  </a:lnTo>
                  <a:lnTo>
                    <a:pt x="1046186" y="293384"/>
                  </a:lnTo>
                  <a:close/>
                  <a:moveTo>
                    <a:pt x="1241442" y="499385"/>
                  </a:moveTo>
                  <a:lnTo>
                    <a:pt x="1190183" y="485045"/>
                  </a:lnTo>
                  <a:lnTo>
                    <a:pt x="1221662" y="497435"/>
                  </a:lnTo>
                  <a:close/>
                  <a:moveTo>
                    <a:pt x="1189872" y="484575"/>
                  </a:moveTo>
                  <a:lnTo>
                    <a:pt x="1191798" y="483731"/>
                  </a:lnTo>
                  <a:lnTo>
                    <a:pt x="1140292" y="470554"/>
                  </a:lnTo>
                  <a:close/>
                  <a:moveTo>
                    <a:pt x="1191798" y="483731"/>
                  </a:moveTo>
                  <a:lnTo>
                    <a:pt x="1259260" y="466868"/>
                  </a:lnTo>
                  <a:lnTo>
                    <a:pt x="1218233" y="452390"/>
                  </a:lnTo>
                  <a:close/>
                  <a:moveTo>
                    <a:pt x="1287422" y="496620"/>
                  </a:moveTo>
                  <a:lnTo>
                    <a:pt x="1317303" y="473440"/>
                  </a:lnTo>
                  <a:lnTo>
                    <a:pt x="1241442" y="499385"/>
                  </a:lnTo>
                  <a:close/>
                  <a:moveTo>
                    <a:pt x="1158116" y="260143"/>
                  </a:moveTo>
                  <a:lnTo>
                    <a:pt x="1162058" y="242360"/>
                  </a:lnTo>
                  <a:lnTo>
                    <a:pt x="1110823" y="225478"/>
                  </a:lnTo>
                  <a:close/>
                  <a:moveTo>
                    <a:pt x="1098503" y="254335"/>
                  </a:moveTo>
                  <a:lnTo>
                    <a:pt x="1104655" y="265623"/>
                  </a:lnTo>
                  <a:lnTo>
                    <a:pt x="1110823" y="225478"/>
                  </a:lnTo>
                  <a:close/>
                  <a:moveTo>
                    <a:pt x="1102458" y="59304"/>
                  </a:moveTo>
                  <a:lnTo>
                    <a:pt x="1151735" y="0"/>
                  </a:lnTo>
                  <a:lnTo>
                    <a:pt x="1113910" y="7128"/>
                  </a:lnTo>
                  <a:close/>
                  <a:moveTo>
                    <a:pt x="1172411" y="11271"/>
                  </a:moveTo>
                  <a:lnTo>
                    <a:pt x="1151735" y="0"/>
                  </a:lnTo>
                  <a:lnTo>
                    <a:pt x="1102458" y="59304"/>
                  </a:lnTo>
                  <a:close/>
                </a:path>
              </a:pathLst>
            </a:custGeom>
            <a:solidFill>
              <a:srgbClr val="EDF0F2"/>
            </a:solidFill>
            <a:ln w="1524">
              <a:solidFill>
                <a:srgbClr val="EDF0F2"/>
              </a:solidFill>
            </a:ln>
          </p:spPr>
        </p:sp>
        <p:sp>
          <p:nvSpPr>
            <p:cNvPr id="4310" name="Output_density__4309">
              <a:extLst>
                <a:ext uri="{FF2B5EF4-FFF2-40B4-BE49-F238E27FC236}">
                  <a16:creationId xmlns:a16="http://schemas.microsoft.com/office/drawing/2014/main" id="{DB8CFC93-25B6-CC00-B723-C848EC396D07}"/>
                </a:ext>
              </a:extLst>
            </p:cNvPr>
            <p:cNvSpPr>
              <a:spLocks noGrp="1"/>
            </p:cNvSpPr>
            <p:nvPr/>
          </p:nvSpPr>
          <p:spPr>
            <a:xfrm>
              <a:off x="15817977" y="3350712"/>
              <a:ext cx="50324" cy="21862"/>
            </a:xfrm>
            <a:custGeom>
              <a:avLst/>
              <a:gdLst/>
              <a:ahLst/>
              <a:cxnLst/>
              <a:rect l="0" t="0" r="0" b="0"/>
              <a:pathLst>
                <a:path w="50324" h="21862">
                  <a:moveTo>
                    <a:pt x="50324" y="0"/>
                  </a:moveTo>
                  <a:lnTo>
                    <a:pt x="31487" y="17188"/>
                  </a:lnTo>
                  <a:lnTo>
                    <a:pt x="0" y="21862"/>
                  </a:lnTo>
                  <a:close/>
                </a:path>
              </a:pathLst>
            </a:custGeom>
            <a:solidFill>
              <a:srgbClr val="EAEDF0"/>
            </a:solidFill>
            <a:ln w="1524">
              <a:solidFill>
                <a:srgbClr val="EAEDF0"/>
              </a:solidFill>
            </a:ln>
          </p:spPr>
        </p:sp>
        <p:sp>
          <p:nvSpPr>
            <p:cNvPr id="4311" name="Output_density__4310">
              <a:extLst>
                <a:ext uri="{FF2B5EF4-FFF2-40B4-BE49-F238E27FC236}">
                  <a16:creationId xmlns:a16="http://schemas.microsoft.com/office/drawing/2014/main" id="{E8AB9B05-4D62-7A2A-5E0C-82A36392C198}"/>
                </a:ext>
              </a:extLst>
            </p:cNvPr>
            <p:cNvSpPr>
              <a:spLocks noGrp="1"/>
            </p:cNvSpPr>
            <p:nvPr/>
          </p:nvSpPr>
          <p:spPr>
            <a:xfrm>
              <a:off x="14781418" y="2379945"/>
              <a:ext cx="1746587" cy="957372"/>
            </a:xfrm>
            <a:custGeom>
              <a:avLst/>
              <a:gdLst/>
              <a:ahLst/>
              <a:cxnLst/>
              <a:rect l="0" t="0" r="0" b="0"/>
              <a:pathLst>
                <a:path w="1746587" h="957372">
                  <a:moveTo>
                    <a:pt x="22024" y="776401"/>
                  </a:moveTo>
                  <a:lnTo>
                    <a:pt x="0" y="763657"/>
                  </a:lnTo>
                  <a:lnTo>
                    <a:pt x="37174" y="802762"/>
                  </a:lnTo>
                  <a:close/>
                  <a:moveTo>
                    <a:pt x="154846" y="957372"/>
                  </a:moveTo>
                  <a:lnTo>
                    <a:pt x="162286" y="933278"/>
                  </a:lnTo>
                  <a:lnTo>
                    <a:pt x="126526" y="905836"/>
                  </a:lnTo>
                  <a:close/>
                  <a:moveTo>
                    <a:pt x="106479" y="854299"/>
                  </a:moveTo>
                  <a:lnTo>
                    <a:pt x="156286" y="838049"/>
                  </a:lnTo>
                  <a:lnTo>
                    <a:pt x="83877" y="832982"/>
                  </a:lnTo>
                  <a:close/>
                  <a:moveTo>
                    <a:pt x="37174" y="802762"/>
                  </a:moveTo>
                  <a:lnTo>
                    <a:pt x="62732" y="778668"/>
                  </a:lnTo>
                  <a:lnTo>
                    <a:pt x="22024" y="776401"/>
                  </a:lnTo>
                  <a:close/>
                  <a:moveTo>
                    <a:pt x="62732" y="778668"/>
                  </a:moveTo>
                  <a:lnTo>
                    <a:pt x="56288" y="769607"/>
                  </a:lnTo>
                  <a:lnTo>
                    <a:pt x="22024" y="776401"/>
                  </a:lnTo>
                  <a:close/>
                  <a:moveTo>
                    <a:pt x="35357" y="727132"/>
                  </a:moveTo>
                  <a:lnTo>
                    <a:pt x="22024" y="776401"/>
                  </a:lnTo>
                  <a:lnTo>
                    <a:pt x="56288" y="769607"/>
                  </a:lnTo>
                  <a:close/>
                  <a:moveTo>
                    <a:pt x="302614" y="920537"/>
                  </a:moveTo>
                  <a:lnTo>
                    <a:pt x="232385" y="881741"/>
                  </a:lnTo>
                  <a:lnTo>
                    <a:pt x="266410" y="896292"/>
                  </a:lnTo>
                  <a:close/>
                  <a:moveTo>
                    <a:pt x="35357" y="727132"/>
                  </a:moveTo>
                  <a:lnTo>
                    <a:pt x="33386" y="673772"/>
                  </a:lnTo>
                  <a:lnTo>
                    <a:pt x="33419" y="684104"/>
                  </a:lnTo>
                  <a:close/>
                  <a:moveTo>
                    <a:pt x="42518" y="651501"/>
                  </a:moveTo>
                  <a:lnTo>
                    <a:pt x="33386" y="673772"/>
                  </a:lnTo>
                  <a:lnTo>
                    <a:pt x="35357" y="727132"/>
                  </a:lnTo>
                  <a:close/>
                  <a:moveTo>
                    <a:pt x="195916" y="672501"/>
                  </a:moveTo>
                  <a:lnTo>
                    <a:pt x="242806" y="678944"/>
                  </a:lnTo>
                  <a:lnTo>
                    <a:pt x="166276" y="641698"/>
                  </a:lnTo>
                  <a:close/>
                  <a:moveTo>
                    <a:pt x="242806" y="678944"/>
                  </a:moveTo>
                  <a:lnTo>
                    <a:pt x="195916" y="672501"/>
                  </a:lnTo>
                  <a:lnTo>
                    <a:pt x="199931" y="677081"/>
                  </a:lnTo>
                  <a:close/>
                  <a:moveTo>
                    <a:pt x="178856" y="505986"/>
                  </a:moveTo>
                  <a:lnTo>
                    <a:pt x="120884" y="515134"/>
                  </a:lnTo>
                  <a:lnTo>
                    <a:pt x="195143" y="534713"/>
                  </a:lnTo>
                  <a:close/>
                  <a:moveTo>
                    <a:pt x="228345" y="484172"/>
                  </a:moveTo>
                  <a:lnTo>
                    <a:pt x="172569" y="448703"/>
                  </a:lnTo>
                  <a:lnTo>
                    <a:pt x="225368" y="506155"/>
                  </a:lnTo>
                  <a:close/>
                  <a:moveTo>
                    <a:pt x="322354" y="476146"/>
                  </a:moveTo>
                  <a:lnTo>
                    <a:pt x="306483" y="466742"/>
                  </a:lnTo>
                  <a:lnTo>
                    <a:pt x="277292" y="492499"/>
                  </a:lnTo>
                  <a:close/>
                  <a:moveTo>
                    <a:pt x="277292" y="492499"/>
                  </a:moveTo>
                  <a:lnTo>
                    <a:pt x="306483" y="466742"/>
                  </a:lnTo>
                  <a:lnTo>
                    <a:pt x="228345" y="484172"/>
                  </a:lnTo>
                  <a:close/>
                  <a:moveTo>
                    <a:pt x="663881" y="816744"/>
                  </a:moveTo>
                  <a:lnTo>
                    <a:pt x="708830" y="818184"/>
                  </a:lnTo>
                  <a:lnTo>
                    <a:pt x="662954" y="791243"/>
                  </a:lnTo>
                  <a:close/>
                  <a:moveTo>
                    <a:pt x="708830" y="818184"/>
                  </a:moveTo>
                  <a:lnTo>
                    <a:pt x="714163" y="808030"/>
                  </a:lnTo>
                  <a:lnTo>
                    <a:pt x="662954" y="791243"/>
                  </a:lnTo>
                  <a:close/>
                  <a:moveTo>
                    <a:pt x="662954" y="791243"/>
                  </a:moveTo>
                  <a:lnTo>
                    <a:pt x="619723" y="761272"/>
                  </a:lnTo>
                  <a:lnTo>
                    <a:pt x="663881" y="816744"/>
                  </a:lnTo>
                  <a:close/>
                  <a:moveTo>
                    <a:pt x="613177" y="779812"/>
                  </a:moveTo>
                  <a:lnTo>
                    <a:pt x="642883" y="812809"/>
                  </a:lnTo>
                  <a:lnTo>
                    <a:pt x="663881" y="816744"/>
                  </a:lnTo>
                  <a:close/>
                  <a:moveTo>
                    <a:pt x="605177" y="763745"/>
                  </a:moveTo>
                  <a:lnTo>
                    <a:pt x="613177" y="779812"/>
                  </a:lnTo>
                  <a:lnTo>
                    <a:pt x="663881" y="816744"/>
                  </a:lnTo>
                  <a:close/>
                  <a:moveTo>
                    <a:pt x="708830" y="818184"/>
                  </a:moveTo>
                  <a:lnTo>
                    <a:pt x="720034" y="812809"/>
                  </a:lnTo>
                  <a:lnTo>
                    <a:pt x="714163" y="808030"/>
                  </a:lnTo>
                  <a:close/>
                  <a:moveTo>
                    <a:pt x="605177" y="763745"/>
                  </a:moveTo>
                  <a:lnTo>
                    <a:pt x="567379" y="743479"/>
                  </a:lnTo>
                  <a:lnTo>
                    <a:pt x="554122" y="767269"/>
                  </a:lnTo>
                  <a:close/>
                  <a:moveTo>
                    <a:pt x="391243" y="474070"/>
                  </a:moveTo>
                  <a:lnTo>
                    <a:pt x="322354" y="476146"/>
                  </a:lnTo>
                  <a:lnTo>
                    <a:pt x="361033" y="496019"/>
                  </a:lnTo>
                  <a:close/>
                  <a:moveTo>
                    <a:pt x="334804" y="455167"/>
                  </a:moveTo>
                  <a:lnTo>
                    <a:pt x="336837" y="445331"/>
                  </a:lnTo>
                  <a:lnTo>
                    <a:pt x="322354" y="476146"/>
                  </a:lnTo>
                  <a:close/>
                  <a:moveTo>
                    <a:pt x="659536" y="643562"/>
                  </a:moveTo>
                  <a:lnTo>
                    <a:pt x="708130" y="693267"/>
                  </a:lnTo>
                  <a:lnTo>
                    <a:pt x="709586" y="656016"/>
                  </a:lnTo>
                  <a:close/>
                  <a:moveTo>
                    <a:pt x="635849" y="658199"/>
                  </a:moveTo>
                  <a:lnTo>
                    <a:pt x="708130" y="693267"/>
                  </a:lnTo>
                  <a:lnTo>
                    <a:pt x="659536" y="643562"/>
                  </a:lnTo>
                  <a:close/>
                  <a:moveTo>
                    <a:pt x="543090" y="582568"/>
                  </a:moveTo>
                  <a:lnTo>
                    <a:pt x="506724" y="556480"/>
                  </a:lnTo>
                  <a:lnTo>
                    <a:pt x="504120" y="555126"/>
                  </a:lnTo>
                  <a:close/>
                  <a:moveTo>
                    <a:pt x="543090" y="582568"/>
                  </a:moveTo>
                  <a:lnTo>
                    <a:pt x="504120" y="555126"/>
                  </a:lnTo>
                  <a:lnTo>
                    <a:pt x="514120" y="531031"/>
                  </a:lnTo>
                  <a:close/>
                  <a:moveTo>
                    <a:pt x="593720" y="584830"/>
                  </a:moveTo>
                  <a:lnTo>
                    <a:pt x="595495" y="578803"/>
                  </a:lnTo>
                  <a:lnTo>
                    <a:pt x="543656" y="587550"/>
                  </a:lnTo>
                  <a:close/>
                  <a:moveTo>
                    <a:pt x="543656" y="587550"/>
                  </a:moveTo>
                  <a:lnTo>
                    <a:pt x="595495" y="578803"/>
                  </a:lnTo>
                  <a:lnTo>
                    <a:pt x="506983" y="555126"/>
                  </a:lnTo>
                  <a:close/>
                  <a:moveTo>
                    <a:pt x="506983" y="555126"/>
                  </a:moveTo>
                  <a:lnTo>
                    <a:pt x="595495" y="578803"/>
                  </a:lnTo>
                  <a:lnTo>
                    <a:pt x="536645" y="531031"/>
                  </a:lnTo>
                  <a:close/>
                  <a:moveTo>
                    <a:pt x="506983" y="555126"/>
                  </a:moveTo>
                  <a:lnTo>
                    <a:pt x="506724" y="556480"/>
                  </a:lnTo>
                  <a:lnTo>
                    <a:pt x="543656" y="587550"/>
                  </a:lnTo>
                  <a:close/>
                  <a:moveTo>
                    <a:pt x="597823" y="582568"/>
                  </a:moveTo>
                  <a:lnTo>
                    <a:pt x="593720" y="584830"/>
                  </a:lnTo>
                  <a:lnTo>
                    <a:pt x="574578" y="635497"/>
                  </a:lnTo>
                  <a:close/>
                  <a:moveTo>
                    <a:pt x="514120" y="531031"/>
                  </a:moveTo>
                  <a:lnTo>
                    <a:pt x="504120" y="555126"/>
                  </a:lnTo>
                  <a:lnTo>
                    <a:pt x="535856" y="530498"/>
                  </a:lnTo>
                  <a:close/>
                  <a:moveTo>
                    <a:pt x="536645" y="531031"/>
                  </a:moveTo>
                  <a:lnTo>
                    <a:pt x="535856" y="530498"/>
                  </a:lnTo>
                  <a:lnTo>
                    <a:pt x="506012" y="553818"/>
                  </a:lnTo>
                  <a:close/>
                  <a:moveTo>
                    <a:pt x="499232" y="393568"/>
                  </a:moveTo>
                  <a:lnTo>
                    <a:pt x="451748" y="373315"/>
                  </a:lnTo>
                  <a:lnTo>
                    <a:pt x="485573" y="382274"/>
                  </a:lnTo>
                  <a:close/>
                  <a:moveTo>
                    <a:pt x="499232" y="393568"/>
                  </a:moveTo>
                  <a:lnTo>
                    <a:pt x="485573" y="382274"/>
                  </a:lnTo>
                  <a:lnTo>
                    <a:pt x="530117" y="374142"/>
                  </a:lnTo>
                  <a:close/>
                  <a:moveTo>
                    <a:pt x="402600" y="375289"/>
                  </a:moveTo>
                  <a:lnTo>
                    <a:pt x="451748" y="373315"/>
                  </a:lnTo>
                  <a:lnTo>
                    <a:pt x="446824" y="372299"/>
                  </a:lnTo>
                  <a:close/>
                  <a:moveTo>
                    <a:pt x="558468" y="387279"/>
                  </a:moveTo>
                  <a:lnTo>
                    <a:pt x="581462" y="391433"/>
                  </a:lnTo>
                  <a:lnTo>
                    <a:pt x="530117" y="374142"/>
                  </a:lnTo>
                  <a:close/>
                  <a:moveTo>
                    <a:pt x="558468" y="387279"/>
                  </a:moveTo>
                  <a:lnTo>
                    <a:pt x="594382" y="396063"/>
                  </a:lnTo>
                  <a:lnTo>
                    <a:pt x="581462" y="391433"/>
                  </a:lnTo>
                  <a:close/>
                  <a:moveTo>
                    <a:pt x="864894" y="482635"/>
                  </a:moveTo>
                  <a:lnTo>
                    <a:pt x="925363" y="442378"/>
                  </a:lnTo>
                  <a:lnTo>
                    <a:pt x="875975" y="458750"/>
                  </a:lnTo>
                  <a:close/>
                  <a:moveTo>
                    <a:pt x="919476" y="512028"/>
                  </a:moveTo>
                  <a:lnTo>
                    <a:pt x="975964" y="548551"/>
                  </a:lnTo>
                  <a:lnTo>
                    <a:pt x="966382" y="486193"/>
                  </a:lnTo>
                  <a:close/>
                  <a:moveTo>
                    <a:pt x="1473202" y="802795"/>
                  </a:moveTo>
                  <a:lnTo>
                    <a:pt x="1408572" y="817356"/>
                  </a:lnTo>
                  <a:lnTo>
                    <a:pt x="1404082" y="831354"/>
                  </a:lnTo>
                  <a:close/>
                  <a:moveTo>
                    <a:pt x="1583820" y="248904"/>
                  </a:moveTo>
                  <a:lnTo>
                    <a:pt x="1636016" y="244452"/>
                  </a:lnTo>
                  <a:lnTo>
                    <a:pt x="1624149" y="191357"/>
                  </a:lnTo>
                  <a:close/>
                  <a:moveTo>
                    <a:pt x="1622351" y="313998"/>
                  </a:moveTo>
                  <a:lnTo>
                    <a:pt x="1679692" y="241904"/>
                  </a:lnTo>
                  <a:lnTo>
                    <a:pt x="1636016" y="244452"/>
                  </a:lnTo>
                  <a:close/>
                  <a:moveTo>
                    <a:pt x="1686227" y="243241"/>
                  </a:moveTo>
                  <a:lnTo>
                    <a:pt x="1679692" y="241904"/>
                  </a:lnTo>
                  <a:lnTo>
                    <a:pt x="1622351" y="313998"/>
                  </a:lnTo>
                  <a:close/>
                  <a:moveTo>
                    <a:pt x="1548461" y="138831"/>
                  </a:moveTo>
                  <a:lnTo>
                    <a:pt x="1528937" y="179190"/>
                  </a:lnTo>
                  <a:lnTo>
                    <a:pt x="1538241" y="160474"/>
                  </a:lnTo>
                  <a:close/>
                  <a:moveTo>
                    <a:pt x="1538241" y="160474"/>
                  </a:moveTo>
                  <a:lnTo>
                    <a:pt x="1528937" y="179190"/>
                  </a:lnTo>
                  <a:lnTo>
                    <a:pt x="1529631" y="192234"/>
                  </a:lnTo>
                  <a:close/>
                  <a:moveTo>
                    <a:pt x="1538241" y="160474"/>
                  </a:moveTo>
                  <a:lnTo>
                    <a:pt x="1608088" y="141671"/>
                  </a:lnTo>
                  <a:lnTo>
                    <a:pt x="1561544" y="126426"/>
                  </a:lnTo>
                  <a:close/>
                  <a:moveTo>
                    <a:pt x="1746587" y="230524"/>
                  </a:moveTo>
                  <a:lnTo>
                    <a:pt x="1686584" y="241323"/>
                  </a:lnTo>
                  <a:lnTo>
                    <a:pt x="1686227" y="243241"/>
                  </a:lnTo>
                  <a:close/>
                  <a:moveTo>
                    <a:pt x="1525485" y="70118"/>
                  </a:moveTo>
                  <a:lnTo>
                    <a:pt x="1552580" y="23331"/>
                  </a:lnTo>
                  <a:lnTo>
                    <a:pt x="1513123" y="17427"/>
                  </a:lnTo>
                  <a:close/>
                  <a:moveTo>
                    <a:pt x="1513123" y="17427"/>
                  </a:moveTo>
                  <a:lnTo>
                    <a:pt x="1552580" y="23331"/>
                  </a:lnTo>
                  <a:lnTo>
                    <a:pt x="1527729" y="0"/>
                  </a:lnTo>
                  <a:close/>
                </a:path>
              </a:pathLst>
            </a:custGeom>
            <a:solidFill>
              <a:srgbClr val="F2F4F6"/>
            </a:solidFill>
            <a:ln w="1524">
              <a:solidFill>
                <a:srgbClr val="F2F4F6"/>
              </a:solidFill>
            </a:ln>
          </p:spPr>
        </p:sp>
        <p:sp>
          <p:nvSpPr>
            <p:cNvPr id="4312" name="Output_density__4311">
              <a:extLst>
                <a:ext uri="{FF2B5EF4-FFF2-40B4-BE49-F238E27FC236}">
                  <a16:creationId xmlns:a16="http://schemas.microsoft.com/office/drawing/2014/main" id="{84A92073-D302-3190-A5BF-F1F37ACFDAB6}"/>
                </a:ext>
              </a:extLst>
            </p:cNvPr>
            <p:cNvSpPr>
              <a:spLocks noGrp="1"/>
            </p:cNvSpPr>
            <p:nvPr/>
          </p:nvSpPr>
          <p:spPr>
            <a:xfrm>
              <a:off x="14865295" y="2456842"/>
              <a:ext cx="1552139" cy="1031314"/>
            </a:xfrm>
            <a:custGeom>
              <a:avLst/>
              <a:gdLst/>
              <a:ahLst/>
              <a:cxnLst/>
              <a:rect l="0" t="0" r="0" b="0"/>
              <a:pathLst>
                <a:path w="1552139" h="1031314">
                  <a:moveTo>
                    <a:pt x="74081" y="885278"/>
                  </a:moveTo>
                  <a:lnTo>
                    <a:pt x="115428" y="932012"/>
                  </a:lnTo>
                  <a:lnTo>
                    <a:pt x="84661" y="897942"/>
                  </a:lnTo>
                  <a:close/>
                  <a:moveTo>
                    <a:pt x="84661" y="897942"/>
                  </a:moveTo>
                  <a:lnTo>
                    <a:pt x="115428" y="932012"/>
                  </a:lnTo>
                  <a:lnTo>
                    <a:pt x="104831" y="923022"/>
                  </a:lnTo>
                  <a:close/>
                  <a:moveTo>
                    <a:pt x="0" y="756085"/>
                  </a:moveTo>
                  <a:lnTo>
                    <a:pt x="77816" y="737451"/>
                  </a:lnTo>
                  <a:lnTo>
                    <a:pt x="29595" y="731836"/>
                  </a:lnTo>
                  <a:close/>
                  <a:moveTo>
                    <a:pt x="378367" y="986897"/>
                  </a:moveTo>
                  <a:lnTo>
                    <a:pt x="420253" y="962803"/>
                  </a:lnTo>
                  <a:lnTo>
                    <a:pt x="364290" y="974921"/>
                  </a:lnTo>
                  <a:close/>
                  <a:moveTo>
                    <a:pt x="420253" y="962803"/>
                  </a:moveTo>
                  <a:lnTo>
                    <a:pt x="390335" y="937399"/>
                  </a:lnTo>
                  <a:lnTo>
                    <a:pt x="364290" y="974921"/>
                  </a:lnTo>
                  <a:close/>
                  <a:moveTo>
                    <a:pt x="421860" y="1015488"/>
                  </a:moveTo>
                  <a:lnTo>
                    <a:pt x="472812" y="1031314"/>
                  </a:lnTo>
                  <a:lnTo>
                    <a:pt x="500601" y="1000314"/>
                  </a:lnTo>
                  <a:close/>
                  <a:moveTo>
                    <a:pt x="450671" y="988310"/>
                  </a:moveTo>
                  <a:lnTo>
                    <a:pt x="500601" y="1000314"/>
                  </a:lnTo>
                  <a:lnTo>
                    <a:pt x="526367" y="961749"/>
                  </a:lnTo>
                  <a:close/>
                  <a:moveTo>
                    <a:pt x="500601" y="1000314"/>
                  </a:moveTo>
                  <a:lnTo>
                    <a:pt x="539633" y="971571"/>
                  </a:lnTo>
                  <a:lnTo>
                    <a:pt x="526367" y="961749"/>
                  </a:lnTo>
                  <a:close/>
                  <a:moveTo>
                    <a:pt x="94979" y="429089"/>
                  </a:moveTo>
                  <a:lnTo>
                    <a:pt x="124596" y="474880"/>
                  </a:lnTo>
                  <a:lnTo>
                    <a:pt x="138184" y="494689"/>
                  </a:lnTo>
                  <a:close/>
                  <a:moveTo>
                    <a:pt x="538954" y="923467"/>
                  </a:moveTo>
                  <a:lnTo>
                    <a:pt x="526367" y="961749"/>
                  </a:lnTo>
                  <a:lnTo>
                    <a:pt x="553931" y="938709"/>
                  </a:lnTo>
                  <a:close/>
                  <a:moveTo>
                    <a:pt x="565402" y="863079"/>
                  </a:moveTo>
                  <a:lnTo>
                    <a:pt x="540951" y="881375"/>
                  </a:lnTo>
                  <a:lnTo>
                    <a:pt x="553931" y="938709"/>
                  </a:lnTo>
                  <a:close/>
                  <a:moveTo>
                    <a:pt x="541827" y="749752"/>
                  </a:moveTo>
                  <a:lnTo>
                    <a:pt x="566372" y="801742"/>
                  </a:lnTo>
                  <a:lnTo>
                    <a:pt x="580004" y="739847"/>
                  </a:lnTo>
                  <a:close/>
                  <a:moveTo>
                    <a:pt x="624953" y="741287"/>
                  </a:moveTo>
                  <a:lnTo>
                    <a:pt x="580004" y="739847"/>
                  </a:lnTo>
                  <a:lnTo>
                    <a:pt x="566372" y="801742"/>
                  </a:lnTo>
                  <a:close/>
                  <a:moveTo>
                    <a:pt x="244465" y="446266"/>
                  </a:moveTo>
                  <a:lnTo>
                    <a:pt x="238477" y="399249"/>
                  </a:lnTo>
                  <a:lnTo>
                    <a:pt x="307366" y="397173"/>
                  </a:lnTo>
                  <a:close/>
                  <a:moveTo>
                    <a:pt x="646669" y="787448"/>
                  </a:moveTo>
                  <a:lnTo>
                    <a:pt x="664511" y="809852"/>
                  </a:lnTo>
                  <a:lnTo>
                    <a:pt x="703826" y="831408"/>
                  </a:lnTo>
                  <a:close/>
                  <a:moveTo>
                    <a:pt x="509843" y="507933"/>
                  </a:moveTo>
                  <a:lnTo>
                    <a:pt x="450107" y="581302"/>
                  </a:lnTo>
                  <a:lnTo>
                    <a:pt x="490701" y="558600"/>
                  </a:lnTo>
                  <a:close/>
                  <a:moveTo>
                    <a:pt x="450077" y="581283"/>
                  </a:moveTo>
                  <a:lnTo>
                    <a:pt x="450107" y="581302"/>
                  </a:lnTo>
                  <a:lnTo>
                    <a:pt x="509843" y="507933"/>
                  </a:lnTo>
                  <a:close/>
                  <a:moveTo>
                    <a:pt x="459779" y="510653"/>
                  </a:moveTo>
                  <a:lnTo>
                    <a:pt x="450077" y="581283"/>
                  </a:lnTo>
                  <a:lnTo>
                    <a:pt x="509843" y="507933"/>
                  </a:lnTo>
                  <a:close/>
                  <a:moveTo>
                    <a:pt x="563802" y="557208"/>
                  </a:moveTo>
                  <a:lnTo>
                    <a:pt x="557045" y="570284"/>
                  </a:lnTo>
                  <a:lnTo>
                    <a:pt x="575659" y="566665"/>
                  </a:lnTo>
                  <a:close/>
                  <a:moveTo>
                    <a:pt x="885199" y="894629"/>
                  </a:moveTo>
                  <a:lnTo>
                    <a:pt x="884708" y="969501"/>
                  </a:lnTo>
                  <a:lnTo>
                    <a:pt x="936024" y="905729"/>
                  </a:lnTo>
                  <a:close/>
                  <a:moveTo>
                    <a:pt x="585431" y="533114"/>
                  </a:moveTo>
                  <a:lnTo>
                    <a:pt x="563802" y="557208"/>
                  </a:lnTo>
                  <a:lnTo>
                    <a:pt x="575659" y="566665"/>
                  </a:lnTo>
                  <a:close/>
                  <a:moveTo>
                    <a:pt x="575659" y="566665"/>
                  </a:moveTo>
                  <a:lnTo>
                    <a:pt x="625709" y="579120"/>
                  </a:lnTo>
                  <a:lnTo>
                    <a:pt x="604434" y="539354"/>
                  </a:lnTo>
                  <a:close/>
                  <a:moveTo>
                    <a:pt x="643030" y="538362"/>
                  </a:moveTo>
                  <a:lnTo>
                    <a:pt x="675709" y="549776"/>
                  </a:lnTo>
                  <a:lnTo>
                    <a:pt x="648570" y="529693"/>
                  </a:lnTo>
                  <a:close/>
                  <a:moveTo>
                    <a:pt x="799411" y="474511"/>
                  </a:moveTo>
                  <a:lnTo>
                    <a:pt x="761142" y="466329"/>
                  </a:lnTo>
                  <a:lnTo>
                    <a:pt x="835599" y="435132"/>
                  </a:lnTo>
                  <a:close/>
                  <a:moveTo>
                    <a:pt x="1457376" y="378362"/>
                  </a:moveTo>
                  <a:lnTo>
                    <a:pt x="1413523" y="392512"/>
                  </a:lnTo>
                  <a:lnTo>
                    <a:pt x="1383356" y="411192"/>
                  </a:lnTo>
                  <a:close/>
                  <a:moveTo>
                    <a:pt x="1457376" y="378362"/>
                  </a:moveTo>
                  <a:lnTo>
                    <a:pt x="1475387" y="317457"/>
                  </a:lnTo>
                  <a:lnTo>
                    <a:pt x="1415041" y="391899"/>
                  </a:lnTo>
                  <a:close/>
                  <a:moveTo>
                    <a:pt x="1475413" y="316269"/>
                  </a:moveTo>
                  <a:lnTo>
                    <a:pt x="1475387" y="317457"/>
                  </a:lnTo>
                  <a:lnTo>
                    <a:pt x="1469758" y="289757"/>
                  </a:lnTo>
                  <a:close/>
                  <a:moveTo>
                    <a:pt x="1475387" y="317457"/>
                  </a:moveTo>
                  <a:lnTo>
                    <a:pt x="1487026" y="316269"/>
                  </a:lnTo>
                  <a:lnTo>
                    <a:pt x="1469758" y="289757"/>
                  </a:lnTo>
                  <a:close/>
                  <a:moveTo>
                    <a:pt x="1494183" y="246180"/>
                  </a:moveTo>
                  <a:lnTo>
                    <a:pt x="1487026" y="316269"/>
                  </a:lnTo>
                  <a:lnTo>
                    <a:pt x="1536394" y="243099"/>
                  </a:lnTo>
                  <a:close/>
                  <a:moveTo>
                    <a:pt x="1536394" y="243099"/>
                  </a:moveTo>
                  <a:lnTo>
                    <a:pt x="1518493" y="240638"/>
                  </a:lnTo>
                  <a:lnTo>
                    <a:pt x="1494183" y="246180"/>
                  </a:lnTo>
                  <a:close/>
                  <a:moveTo>
                    <a:pt x="1518493" y="240638"/>
                  </a:moveTo>
                  <a:lnTo>
                    <a:pt x="1536394" y="243099"/>
                  </a:lnTo>
                  <a:lnTo>
                    <a:pt x="1538474" y="237101"/>
                  </a:lnTo>
                  <a:close/>
                  <a:moveTo>
                    <a:pt x="1495972" y="237979"/>
                  </a:moveTo>
                  <a:lnTo>
                    <a:pt x="1518493" y="240638"/>
                  </a:lnTo>
                  <a:lnTo>
                    <a:pt x="1552139" y="167556"/>
                  </a:lnTo>
                  <a:close/>
                  <a:moveTo>
                    <a:pt x="1479990" y="0"/>
                  </a:moveTo>
                  <a:lnTo>
                    <a:pt x="1464584" y="61934"/>
                  </a:lnTo>
                  <a:lnTo>
                    <a:pt x="1477667" y="49530"/>
                  </a:lnTo>
                  <a:close/>
                  <a:moveTo>
                    <a:pt x="1441683" y="55904"/>
                  </a:moveTo>
                  <a:lnTo>
                    <a:pt x="1464584" y="61934"/>
                  </a:lnTo>
                  <a:lnTo>
                    <a:pt x="1479990" y="0"/>
                  </a:lnTo>
                  <a:close/>
                </a:path>
              </a:pathLst>
            </a:custGeom>
            <a:solidFill>
              <a:srgbClr val="EFF2F3"/>
            </a:solidFill>
            <a:ln w="1524">
              <a:solidFill>
                <a:srgbClr val="EFF2F3"/>
              </a:solidFill>
            </a:ln>
          </p:spPr>
        </p:sp>
        <p:sp>
          <p:nvSpPr>
            <p:cNvPr id="4313" name="Output_density__4312">
              <a:extLst>
                <a:ext uri="{FF2B5EF4-FFF2-40B4-BE49-F238E27FC236}">
                  <a16:creationId xmlns:a16="http://schemas.microsoft.com/office/drawing/2014/main" id="{02ED1AA4-6496-D424-E25E-A165DBDA50D2}"/>
                </a:ext>
              </a:extLst>
            </p:cNvPr>
            <p:cNvSpPr>
              <a:spLocks noGrp="1"/>
            </p:cNvSpPr>
            <p:nvPr/>
          </p:nvSpPr>
          <p:spPr>
            <a:xfrm>
              <a:off x="14818593" y="2403276"/>
              <a:ext cx="1631854" cy="1069054"/>
            </a:xfrm>
            <a:custGeom>
              <a:avLst/>
              <a:gdLst/>
              <a:ahLst/>
              <a:cxnLst/>
              <a:rect l="0" t="0" r="0" b="0"/>
              <a:pathLst>
                <a:path w="1631854" h="1069054">
                  <a:moveTo>
                    <a:pt x="117672" y="934041"/>
                  </a:moveTo>
                  <a:lnTo>
                    <a:pt x="120784" y="938844"/>
                  </a:lnTo>
                  <a:lnTo>
                    <a:pt x="131364" y="951508"/>
                  </a:lnTo>
                  <a:close/>
                  <a:moveTo>
                    <a:pt x="117672" y="934041"/>
                  </a:moveTo>
                  <a:lnTo>
                    <a:pt x="89351" y="882505"/>
                  </a:lnTo>
                  <a:lnTo>
                    <a:pt x="89672" y="901395"/>
                  </a:lnTo>
                  <a:close/>
                  <a:moveTo>
                    <a:pt x="117672" y="934041"/>
                  </a:moveTo>
                  <a:lnTo>
                    <a:pt x="131364" y="951508"/>
                  </a:lnTo>
                  <a:lnTo>
                    <a:pt x="148577" y="961484"/>
                  </a:lnTo>
                  <a:close/>
                  <a:moveTo>
                    <a:pt x="46703" y="809651"/>
                  </a:moveTo>
                  <a:lnTo>
                    <a:pt x="119112" y="814718"/>
                  </a:lnTo>
                  <a:lnTo>
                    <a:pt x="124519" y="791017"/>
                  </a:lnTo>
                  <a:close/>
                  <a:moveTo>
                    <a:pt x="25558" y="755337"/>
                  </a:moveTo>
                  <a:lnTo>
                    <a:pt x="46703" y="809651"/>
                  </a:lnTo>
                  <a:lnTo>
                    <a:pt x="76298" y="785402"/>
                  </a:lnTo>
                  <a:close/>
                  <a:moveTo>
                    <a:pt x="25558" y="755337"/>
                  </a:moveTo>
                  <a:lnTo>
                    <a:pt x="0" y="779431"/>
                  </a:lnTo>
                  <a:lnTo>
                    <a:pt x="46703" y="809651"/>
                  </a:lnTo>
                  <a:close/>
                  <a:moveTo>
                    <a:pt x="466956" y="1016369"/>
                  </a:moveTo>
                  <a:lnTo>
                    <a:pt x="468562" y="1069054"/>
                  </a:lnTo>
                  <a:lnTo>
                    <a:pt x="497374" y="1041876"/>
                  </a:lnTo>
                  <a:close/>
                  <a:moveTo>
                    <a:pt x="466956" y="1016369"/>
                  </a:moveTo>
                  <a:lnTo>
                    <a:pt x="425070" y="1040463"/>
                  </a:lnTo>
                  <a:lnTo>
                    <a:pt x="468562" y="1069054"/>
                  </a:lnTo>
                  <a:close/>
                  <a:moveTo>
                    <a:pt x="497374" y="1041876"/>
                  </a:moveTo>
                  <a:lnTo>
                    <a:pt x="468562" y="1069054"/>
                  </a:lnTo>
                  <a:lnTo>
                    <a:pt x="547304" y="1053880"/>
                  </a:lnTo>
                  <a:close/>
                  <a:moveTo>
                    <a:pt x="129102" y="618367"/>
                  </a:moveTo>
                  <a:lnTo>
                    <a:pt x="175632" y="618522"/>
                  </a:lnTo>
                  <a:lnTo>
                    <a:pt x="139764" y="578218"/>
                  </a:lnTo>
                  <a:close/>
                  <a:moveTo>
                    <a:pt x="175632" y="618522"/>
                  </a:moveTo>
                  <a:lnTo>
                    <a:pt x="182256" y="562411"/>
                  </a:lnTo>
                  <a:lnTo>
                    <a:pt x="139764" y="578218"/>
                  </a:lnTo>
                  <a:close/>
                  <a:moveTo>
                    <a:pt x="141682" y="482655"/>
                  </a:moveTo>
                  <a:lnTo>
                    <a:pt x="184887" y="548255"/>
                  </a:lnTo>
                  <a:lnTo>
                    <a:pt x="188193" y="482824"/>
                  </a:lnTo>
                  <a:close/>
                  <a:moveTo>
                    <a:pt x="516948" y="743939"/>
                  </a:moveTo>
                  <a:lnTo>
                    <a:pt x="530205" y="720149"/>
                  </a:lnTo>
                  <a:lnTo>
                    <a:pt x="538128" y="686405"/>
                  </a:lnTo>
                  <a:close/>
                  <a:moveTo>
                    <a:pt x="367325" y="555889"/>
                  </a:moveTo>
                  <a:lnTo>
                    <a:pt x="393010" y="480258"/>
                  </a:lnTo>
                  <a:lnTo>
                    <a:pt x="367223" y="504352"/>
                  </a:lnTo>
                  <a:close/>
                  <a:moveTo>
                    <a:pt x="367223" y="504352"/>
                  </a:moveTo>
                  <a:lnTo>
                    <a:pt x="393010" y="480258"/>
                  </a:lnTo>
                  <a:lnTo>
                    <a:pt x="323859" y="472688"/>
                  </a:lnTo>
                  <a:close/>
                  <a:moveTo>
                    <a:pt x="393010" y="480258"/>
                  </a:moveTo>
                  <a:lnTo>
                    <a:pt x="354069" y="450739"/>
                  </a:lnTo>
                  <a:lnTo>
                    <a:pt x="323859" y="472688"/>
                  </a:lnTo>
                  <a:close/>
                  <a:moveTo>
                    <a:pt x="829213" y="1047161"/>
                  </a:moveTo>
                  <a:lnTo>
                    <a:pt x="810904" y="995624"/>
                  </a:lnTo>
                  <a:lnTo>
                    <a:pt x="814902" y="1005332"/>
                  </a:lnTo>
                  <a:close/>
                  <a:moveTo>
                    <a:pt x="693372" y="841014"/>
                  </a:moveTo>
                  <a:lnTo>
                    <a:pt x="750529" y="884974"/>
                  </a:lnTo>
                  <a:lnTo>
                    <a:pt x="749643" y="868457"/>
                  </a:lnTo>
                  <a:close/>
                  <a:moveTo>
                    <a:pt x="603748" y="623850"/>
                  </a:moveTo>
                  <a:lnTo>
                    <a:pt x="598675" y="634868"/>
                  </a:lnTo>
                  <a:lnTo>
                    <a:pt x="622362" y="620231"/>
                  </a:lnTo>
                  <a:close/>
                  <a:moveTo>
                    <a:pt x="506481" y="564219"/>
                  </a:moveTo>
                  <a:lnTo>
                    <a:pt x="469550" y="533149"/>
                  </a:lnTo>
                  <a:lnTo>
                    <a:pt x="505915" y="559237"/>
                  </a:lnTo>
                  <a:close/>
                  <a:moveTo>
                    <a:pt x="560649" y="559237"/>
                  </a:moveTo>
                  <a:lnTo>
                    <a:pt x="603748" y="623850"/>
                  </a:lnTo>
                  <a:lnTo>
                    <a:pt x="610505" y="610774"/>
                  </a:lnTo>
                  <a:close/>
                  <a:moveTo>
                    <a:pt x="537404" y="612166"/>
                  </a:moveTo>
                  <a:lnTo>
                    <a:pt x="603748" y="623850"/>
                  </a:lnTo>
                  <a:lnTo>
                    <a:pt x="560649" y="559237"/>
                  </a:lnTo>
                  <a:close/>
                  <a:moveTo>
                    <a:pt x="818582" y="751369"/>
                  </a:moveTo>
                  <a:lnTo>
                    <a:pt x="833381" y="802080"/>
                  </a:lnTo>
                  <a:lnTo>
                    <a:pt x="867094" y="749912"/>
                  </a:lnTo>
                  <a:close/>
                  <a:moveTo>
                    <a:pt x="689733" y="591928"/>
                  </a:moveTo>
                  <a:lnTo>
                    <a:pt x="672412" y="632686"/>
                  </a:lnTo>
                  <a:lnTo>
                    <a:pt x="738906" y="652676"/>
                  </a:lnTo>
                  <a:close/>
                  <a:moveTo>
                    <a:pt x="632134" y="586680"/>
                  </a:moveTo>
                  <a:lnTo>
                    <a:pt x="564610" y="554944"/>
                  </a:lnTo>
                  <a:lnTo>
                    <a:pt x="560649" y="559237"/>
                  </a:lnTo>
                  <a:close/>
                  <a:moveTo>
                    <a:pt x="632134" y="586680"/>
                  </a:moveTo>
                  <a:lnTo>
                    <a:pt x="560649" y="559237"/>
                  </a:lnTo>
                  <a:lnTo>
                    <a:pt x="610505" y="610774"/>
                  </a:lnTo>
                  <a:close/>
                  <a:moveTo>
                    <a:pt x="584137" y="413582"/>
                  </a:moveTo>
                  <a:lnTo>
                    <a:pt x="611889" y="429003"/>
                  </a:lnTo>
                  <a:lnTo>
                    <a:pt x="557208" y="372732"/>
                  </a:lnTo>
                  <a:close/>
                  <a:moveTo>
                    <a:pt x="905065" y="462862"/>
                  </a:moveTo>
                  <a:lnTo>
                    <a:pt x="882302" y="488698"/>
                  </a:lnTo>
                  <a:lnTo>
                    <a:pt x="887509" y="482344"/>
                  </a:lnTo>
                  <a:close/>
                  <a:moveTo>
                    <a:pt x="887509" y="482344"/>
                  </a:moveTo>
                  <a:lnTo>
                    <a:pt x="888189" y="419047"/>
                  </a:lnTo>
                  <a:lnTo>
                    <a:pt x="827720" y="459305"/>
                  </a:lnTo>
                  <a:close/>
                  <a:moveTo>
                    <a:pt x="938789" y="525221"/>
                  </a:moveTo>
                  <a:lnTo>
                    <a:pt x="957699" y="526005"/>
                  </a:lnTo>
                  <a:lnTo>
                    <a:pt x="929208" y="462862"/>
                  </a:lnTo>
                  <a:close/>
                  <a:moveTo>
                    <a:pt x="1088494" y="645882"/>
                  </a:moveTo>
                  <a:lnTo>
                    <a:pt x="1116745" y="660896"/>
                  </a:lnTo>
                  <a:lnTo>
                    <a:pt x="1097518" y="613785"/>
                  </a:lnTo>
                  <a:close/>
                  <a:moveTo>
                    <a:pt x="1522090" y="371023"/>
                  </a:moveTo>
                  <a:lnTo>
                    <a:pt x="1504078" y="431928"/>
                  </a:lnTo>
                  <a:lnTo>
                    <a:pt x="1533729" y="369835"/>
                  </a:lnTo>
                  <a:close/>
                  <a:moveTo>
                    <a:pt x="1504078" y="431928"/>
                  </a:moveTo>
                  <a:lnTo>
                    <a:pt x="1529770" y="445465"/>
                  </a:lnTo>
                  <a:lnTo>
                    <a:pt x="1533729" y="369835"/>
                  </a:lnTo>
                  <a:close/>
                  <a:moveTo>
                    <a:pt x="1533729" y="369835"/>
                  </a:moveTo>
                  <a:lnTo>
                    <a:pt x="1572317" y="377485"/>
                  </a:lnTo>
                  <a:lnTo>
                    <a:pt x="1574037" y="366773"/>
                  </a:lnTo>
                  <a:close/>
                  <a:moveTo>
                    <a:pt x="1583096" y="296665"/>
                  </a:moveTo>
                  <a:lnTo>
                    <a:pt x="1533729" y="369835"/>
                  </a:lnTo>
                  <a:lnTo>
                    <a:pt x="1574037" y="366773"/>
                  </a:lnTo>
                  <a:close/>
                  <a:moveTo>
                    <a:pt x="1583096" y="296665"/>
                  </a:moveTo>
                  <a:lnTo>
                    <a:pt x="1631854" y="295008"/>
                  </a:lnTo>
                  <a:lnTo>
                    <a:pt x="1585177" y="290667"/>
                  </a:lnTo>
                  <a:close/>
                  <a:moveTo>
                    <a:pt x="1598842" y="221122"/>
                  </a:moveTo>
                  <a:lnTo>
                    <a:pt x="1565196" y="294204"/>
                  </a:lnTo>
                  <a:lnTo>
                    <a:pt x="1585177" y="290667"/>
                  </a:lnTo>
                  <a:close/>
                  <a:moveTo>
                    <a:pt x="1546646" y="225573"/>
                  </a:moveTo>
                  <a:lnTo>
                    <a:pt x="1542675" y="291545"/>
                  </a:lnTo>
                  <a:lnTo>
                    <a:pt x="1598842" y="221122"/>
                  </a:lnTo>
                  <a:close/>
                  <a:moveTo>
                    <a:pt x="1570914" y="118340"/>
                  </a:moveTo>
                  <a:lnTo>
                    <a:pt x="1568405" y="93059"/>
                  </a:lnTo>
                  <a:lnTo>
                    <a:pt x="1524370" y="103096"/>
                  </a:lnTo>
                  <a:close/>
                  <a:moveTo>
                    <a:pt x="1511287" y="115500"/>
                  </a:moveTo>
                  <a:lnTo>
                    <a:pt x="1501067" y="137143"/>
                  </a:lnTo>
                  <a:lnTo>
                    <a:pt x="1524370" y="103096"/>
                  </a:lnTo>
                  <a:close/>
                  <a:moveTo>
                    <a:pt x="1488311" y="46788"/>
                  </a:moveTo>
                  <a:lnTo>
                    <a:pt x="1526693" y="53566"/>
                  </a:lnTo>
                  <a:lnTo>
                    <a:pt x="1515406" y="0"/>
                  </a:lnTo>
                  <a:close/>
                  <a:moveTo>
                    <a:pt x="1566874" y="58882"/>
                  </a:moveTo>
                  <a:lnTo>
                    <a:pt x="1524370" y="103096"/>
                  </a:lnTo>
                  <a:lnTo>
                    <a:pt x="1568405" y="93059"/>
                  </a:lnTo>
                  <a:close/>
                  <a:moveTo>
                    <a:pt x="1566874" y="58882"/>
                  </a:moveTo>
                  <a:lnTo>
                    <a:pt x="1526693" y="53566"/>
                  </a:lnTo>
                  <a:lnTo>
                    <a:pt x="1524370" y="103096"/>
                  </a:lnTo>
                  <a:close/>
                  <a:moveTo>
                    <a:pt x="1526693" y="53566"/>
                  </a:moveTo>
                  <a:lnTo>
                    <a:pt x="1553571" y="6954"/>
                  </a:lnTo>
                  <a:lnTo>
                    <a:pt x="1515406" y="0"/>
                  </a:lnTo>
                  <a:close/>
                </a:path>
              </a:pathLst>
            </a:custGeom>
            <a:solidFill>
              <a:srgbClr val="F1F3F5"/>
            </a:solidFill>
            <a:ln w="1524">
              <a:solidFill>
                <a:srgbClr val="F1F3F5"/>
              </a:solidFill>
            </a:ln>
          </p:spPr>
        </p:sp>
        <p:sp>
          <p:nvSpPr>
            <p:cNvPr id="4314" name="Output_density__4313">
              <a:extLst>
                <a:ext uri="{FF2B5EF4-FFF2-40B4-BE49-F238E27FC236}">
                  <a16:creationId xmlns:a16="http://schemas.microsoft.com/office/drawing/2014/main" id="{FFAB70AF-05D7-1CA7-2E7B-0681F1A95C93}"/>
                </a:ext>
              </a:extLst>
            </p:cNvPr>
            <p:cNvSpPr>
              <a:spLocks noGrp="1"/>
            </p:cNvSpPr>
            <p:nvPr/>
          </p:nvSpPr>
          <p:spPr>
            <a:xfrm>
              <a:off x="14781418" y="2369746"/>
              <a:ext cx="1686584" cy="1038862"/>
            </a:xfrm>
            <a:custGeom>
              <a:avLst/>
              <a:gdLst/>
              <a:ahLst/>
              <a:cxnLst/>
              <a:rect l="0" t="0" r="0" b="0"/>
              <a:pathLst>
                <a:path w="1686584" h="1038862">
                  <a:moveTo>
                    <a:pt x="9769" y="761425"/>
                  </a:moveTo>
                  <a:lnTo>
                    <a:pt x="0" y="773856"/>
                  </a:lnTo>
                  <a:lnTo>
                    <a:pt x="22024" y="786600"/>
                  </a:lnTo>
                  <a:close/>
                  <a:moveTo>
                    <a:pt x="162286" y="943477"/>
                  </a:moveTo>
                  <a:lnTo>
                    <a:pt x="182493" y="902313"/>
                  </a:lnTo>
                  <a:lnTo>
                    <a:pt x="126526" y="916035"/>
                  </a:lnTo>
                  <a:close/>
                  <a:moveTo>
                    <a:pt x="106479" y="864498"/>
                  </a:moveTo>
                  <a:lnTo>
                    <a:pt x="170623" y="899336"/>
                  </a:lnTo>
                  <a:lnTo>
                    <a:pt x="156286" y="848248"/>
                  </a:lnTo>
                  <a:close/>
                  <a:moveTo>
                    <a:pt x="106479" y="864498"/>
                  </a:moveTo>
                  <a:lnTo>
                    <a:pt x="126526" y="916035"/>
                  </a:lnTo>
                  <a:lnTo>
                    <a:pt x="170623" y="899336"/>
                  </a:lnTo>
                  <a:close/>
                  <a:moveTo>
                    <a:pt x="170623" y="899336"/>
                  </a:moveTo>
                  <a:lnTo>
                    <a:pt x="202759" y="848448"/>
                  </a:lnTo>
                  <a:lnTo>
                    <a:pt x="156286" y="848248"/>
                  </a:lnTo>
                  <a:close/>
                  <a:moveTo>
                    <a:pt x="35357" y="737331"/>
                  </a:moveTo>
                  <a:lnTo>
                    <a:pt x="9769" y="761425"/>
                  </a:lnTo>
                  <a:lnTo>
                    <a:pt x="22024" y="786600"/>
                  </a:lnTo>
                  <a:close/>
                  <a:moveTo>
                    <a:pt x="33419" y="694303"/>
                  </a:moveTo>
                  <a:lnTo>
                    <a:pt x="9769" y="761425"/>
                  </a:lnTo>
                  <a:lnTo>
                    <a:pt x="35357" y="737331"/>
                  </a:lnTo>
                  <a:close/>
                  <a:moveTo>
                    <a:pt x="33419" y="694303"/>
                  </a:moveTo>
                  <a:lnTo>
                    <a:pt x="10661" y="744117"/>
                  </a:lnTo>
                  <a:lnTo>
                    <a:pt x="9769" y="761425"/>
                  </a:lnTo>
                  <a:close/>
                  <a:moveTo>
                    <a:pt x="10661" y="744117"/>
                  </a:moveTo>
                  <a:lnTo>
                    <a:pt x="33419" y="694303"/>
                  </a:lnTo>
                  <a:lnTo>
                    <a:pt x="17167" y="709888"/>
                  </a:lnTo>
                  <a:close/>
                  <a:moveTo>
                    <a:pt x="33419" y="694303"/>
                  </a:moveTo>
                  <a:lnTo>
                    <a:pt x="35035" y="685794"/>
                  </a:lnTo>
                  <a:lnTo>
                    <a:pt x="17167" y="709888"/>
                  </a:lnTo>
                  <a:close/>
                  <a:moveTo>
                    <a:pt x="266410" y="906492"/>
                  </a:moveTo>
                  <a:lnTo>
                    <a:pt x="228158" y="898371"/>
                  </a:lnTo>
                  <a:lnTo>
                    <a:pt x="182493" y="902313"/>
                  </a:lnTo>
                  <a:close/>
                  <a:moveTo>
                    <a:pt x="282833" y="884075"/>
                  </a:moveTo>
                  <a:lnTo>
                    <a:pt x="232385" y="891941"/>
                  </a:lnTo>
                  <a:lnTo>
                    <a:pt x="302614" y="930736"/>
                  </a:lnTo>
                  <a:close/>
                  <a:moveTo>
                    <a:pt x="266410" y="906492"/>
                  </a:moveTo>
                  <a:lnTo>
                    <a:pt x="232385" y="891941"/>
                  </a:lnTo>
                  <a:lnTo>
                    <a:pt x="228158" y="898371"/>
                  </a:lnTo>
                  <a:close/>
                  <a:moveTo>
                    <a:pt x="35035" y="685794"/>
                  </a:moveTo>
                  <a:lnTo>
                    <a:pt x="33419" y="694303"/>
                  </a:lnTo>
                  <a:lnTo>
                    <a:pt x="33386" y="683971"/>
                  </a:lnTo>
                  <a:close/>
                  <a:moveTo>
                    <a:pt x="33386" y="683971"/>
                  </a:moveTo>
                  <a:lnTo>
                    <a:pt x="53048" y="632796"/>
                  </a:lnTo>
                  <a:lnTo>
                    <a:pt x="35035" y="685794"/>
                  </a:lnTo>
                  <a:close/>
                  <a:moveTo>
                    <a:pt x="35035" y="685794"/>
                  </a:moveTo>
                  <a:lnTo>
                    <a:pt x="53048" y="632796"/>
                  </a:lnTo>
                  <a:lnTo>
                    <a:pt x="69286" y="610164"/>
                  </a:lnTo>
                  <a:close/>
                  <a:moveTo>
                    <a:pt x="35035" y="685794"/>
                  </a:moveTo>
                  <a:lnTo>
                    <a:pt x="69286" y="610164"/>
                  </a:lnTo>
                  <a:lnTo>
                    <a:pt x="50908" y="634258"/>
                  </a:lnTo>
                  <a:close/>
                  <a:moveTo>
                    <a:pt x="69286" y="610164"/>
                  </a:moveTo>
                  <a:lnTo>
                    <a:pt x="67369" y="558627"/>
                  </a:lnTo>
                  <a:lnTo>
                    <a:pt x="50908" y="634258"/>
                  </a:lnTo>
                  <a:close/>
                  <a:moveTo>
                    <a:pt x="166276" y="651897"/>
                  </a:moveTo>
                  <a:lnTo>
                    <a:pt x="242806" y="689144"/>
                  </a:lnTo>
                  <a:lnTo>
                    <a:pt x="244325" y="689171"/>
                  </a:lnTo>
                  <a:close/>
                  <a:moveTo>
                    <a:pt x="166276" y="651897"/>
                  </a:moveTo>
                  <a:lnTo>
                    <a:pt x="244325" y="689171"/>
                  </a:lnTo>
                  <a:lnTo>
                    <a:pt x="212806" y="652052"/>
                  </a:lnTo>
                  <a:close/>
                  <a:moveTo>
                    <a:pt x="67369" y="558627"/>
                  </a:moveTo>
                  <a:lnTo>
                    <a:pt x="69286" y="610164"/>
                  </a:lnTo>
                  <a:lnTo>
                    <a:pt x="98268" y="586070"/>
                  </a:lnTo>
                  <a:close/>
                  <a:moveTo>
                    <a:pt x="225368" y="516354"/>
                  </a:moveTo>
                  <a:lnTo>
                    <a:pt x="172569" y="458903"/>
                  </a:lnTo>
                  <a:lnTo>
                    <a:pt x="171800" y="459178"/>
                  </a:lnTo>
                  <a:close/>
                  <a:moveTo>
                    <a:pt x="225368" y="516354"/>
                  </a:moveTo>
                  <a:lnTo>
                    <a:pt x="171800" y="459178"/>
                  </a:lnTo>
                  <a:lnTo>
                    <a:pt x="178856" y="516185"/>
                  </a:lnTo>
                  <a:close/>
                  <a:moveTo>
                    <a:pt x="404499" y="589419"/>
                  </a:moveTo>
                  <a:lnTo>
                    <a:pt x="404397" y="537882"/>
                  </a:lnTo>
                  <a:lnTo>
                    <a:pt x="369112" y="600943"/>
                  </a:lnTo>
                  <a:close/>
                  <a:moveTo>
                    <a:pt x="322354" y="486345"/>
                  </a:moveTo>
                  <a:lnTo>
                    <a:pt x="358059" y="547185"/>
                  </a:lnTo>
                  <a:lnTo>
                    <a:pt x="361033" y="506218"/>
                  </a:lnTo>
                  <a:close/>
                  <a:moveTo>
                    <a:pt x="313182" y="561976"/>
                  </a:moveTo>
                  <a:lnTo>
                    <a:pt x="358059" y="547185"/>
                  </a:lnTo>
                  <a:lnTo>
                    <a:pt x="322354" y="486345"/>
                  </a:lnTo>
                  <a:close/>
                  <a:moveTo>
                    <a:pt x="172569" y="458903"/>
                  </a:moveTo>
                  <a:lnTo>
                    <a:pt x="228345" y="494371"/>
                  </a:lnTo>
                  <a:lnTo>
                    <a:pt x="241365" y="440606"/>
                  </a:lnTo>
                  <a:close/>
                  <a:moveTo>
                    <a:pt x="228345" y="494371"/>
                  </a:moveTo>
                  <a:lnTo>
                    <a:pt x="265273" y="434809"/>
                  </a:lnTo>
                  <a:lnTo>
                    <a:pt x="241365" y="440606"/>
                  </a:lnTo>
                  <a:close/>
                  <a:moveTo>
                    <a:pt x="306483" y="476942"/>
                  </a:moveTo>
                  <a:lnTo>
                    <a:pt x="265273" y="434809"/>
                  </a:lnTo>
                  <a:lnTo>
                    <a:pt x="228345" y="494371"/>
                  </a:lnTo>
                  <a:close/>
                  <a:moveTo>
                    <a:pt x="241365" y="440606"/>
                  </a:moveTo>
                  <a:lnTo>
                    <a:pt x="284194" y="393604"/>
                  </a:lnTo>
                  <a:lnTo>
                    <a:pt x="278093" y="385986"/>
                  </a:lnTo>
                  <a:close/>
                  <a:moveTo>
                    <a:pt x="663881" y="826943"/>
                  </a:moveTo>
                  <a:lnTo>
                    <a:pt x="619723" y="771471"/>
                  </a:lnTo>
                  <a:lnTo>
                    <a:pt x="605177" y="773944"/>
                  </a:lnTo>
                  <a:close/>
                  <a:moveTo>
                    <a:pt x="322354" y="486345"/>
                  </a:moveTo>
                  <a:lnTo>
                    <a:pt x="336837" y="455531"/>
                  </a:lnTo>
                  <a:lnTo>
                    <a:pt x="336411" y="410715"/>
                  </a:lnTo>
                  <a:close/>
                  <a:moveTo>
                    <a:pt x="319488" y="415075"/>
                  </a:moveTo>
                  <a:lnTo>
                    <a:pt x="306483" y="476942"/>
                  </a:lnTo>
                  <a:lnTo>
                    <a:pt x="322354" y="486345"/>
                  </a:lnTo>
                  <a:close/>
                  <a:moveTo>
                    <a:pt x="859673" y="1012911"/>
                  </a:moveTo>
                  <a:lnTo>
                    <a:pt x="852076" y="1038862"/>
                  </a:lnTo>
                  <a:lnTo>
                    <a:pt x="848078" y="1029154"/>
                  </a:lnTo>
                  <a:close/>
                  <a:moveTo>
                    <a:pt x="930183" y="966960"/>
                  </a:moveTo>
                  <a:lnTo>
                    <a:pt x="876161" y="977618"/>
                  </a:lnTo>
                  <a:lnTo>
                    <a:pt x="859673" y="1012911"/>
                  </a:lnTo>
                  <a:close/>
                  <a:moveTo>
                    <a:pt x="930183" y="966960"/>
                  </a:moveTo>
                  <a:lnTo>
                    <a:pt x="859673" y="1012911"/>
                  </a:lnTo>
                  <a:lnTo>
                    <a:pt x="885275" y="973733"/>
                  </a:lnTo>
                  <a:close/>
                  <a:moveTo>
                    <a:pt x="720034" y="823008"/>
                  </a:moveTo>
                  <a:lnTo>
                    <a:pt x="730546" y="874544"/>
                  </a:lnTo>
                  <a:lnTo>
                    <a:pt x="765312" y="850450"/>
                  </a:lnTo>
                  <a:close/>
                  <a:moveTo>
                    <a:pt x="619723" y="771471"/>
                  </a:moveTo>
                  <a:lnTo>
                    <a:pt x="662954" y="801443"/>
                  </a:lnTo>
                  <a:lnTo>
                    <a:pt x="665891" y="762566"/>
                  </a:lnTo>
                  <a:close/>
                  <a:moveTo>
                    <a:pt x="720034" y="823008"/>
                  </a:moveTo>
                  <a:lnTo>
                    <a:pt x="783335" y="767275"/>
                  </a:lnTo>
                  <a:lnTo>
                    <a:pt x="719838" y="756691"/>
                  </a:lnTo>
                  <a:close/>
                  <a:moveTo>
                    <a:pt x="719838" y="756691"/>
                  </a:moveTo>
                  <a:lnTo>
                    <a:pt x="783335" y="767275"/>
                  </a:lnTo>
                  <a:lnTo>
                    <a:pt x="769202" y="754541"/>
                  </a:lnTo>
                  <a:close/>
                  <a:moveTo>
                    <a:pt x="720034" y="823008"/>
                  </a:moveTo>
                  <a:lnTo>
                    <a:pt x="719838" y="756691"/>
                  </a:lnTo>
                  <a:lnTo>
                    <a:pt x="714163" y="818229"/>
                  </a:lnTo>
                  <a:close/>
                  <a:moveTo>
                    <a:pt x="719838" y="756691"/>
                  </a:moveTo>
                  <a:lnTo>
                    <a:pt x="662954" y="801443"/>
                  </a:lnTo>
                  <a:lnTo>
                    <a:pt x="714163" y="818229"/>
                  </a:lnTo>
                  <a:close/>
                  <a:moveTo>
                    <a:pt x="719838" y="756691"/>
                  </a:moveTo>
                  <a:lnTo>
                    <a:pt x="665891" y="762566"/>
                  </a:lnTo>
                  <a:lnTo>
                    <a:pt x="662954" y="801443"/>
                  </a:lnTo>
                  <a:close/>
                  <a:moveTo>
                    <a:pt x="719838" y="756691"/>
                  </a:moveTo>
                  <a:lnTo>
                    <a:pt x="708130" y="703466"/>
                  </a:lnTo>
                  <a:lnTo>
                    <a:pt x="665891" y="762566"/>
                  </a:lnTo>
                  <a:close/>
                  <a:moveTo>
                    <a:pt x="769202" y="754541"/>
                  </a:moveTo>
                  <a:lnTo>
                    <a:pt x="708130" y="703466"/>
                  </a:lnTo>
                  <a:lnTo>
                    <a:pt x="719838" y="756691"/>
                  </a:lnTo>
                  <a:close/>
                  <a:moveTo>
                    <a:pt x="708130" y="703466"/>
                  </a:moveTo>
                  <a:lnTo>
                    <a:pt x="737274" y="695841"/>
                  </a:lnTo>
                  <a:lnTo>
                    <a:pt x="709586" y="666216"/>
                  </a:lnTo>
                  <a:close/>
                  <a:moveTo>
                    <a:pt x="593720" y="595029"/>
                  </a:moveTo>
                  <a:lnTo>
                    <a:pt x="597823" y="592768"/>
                  </a:lnTo>
                  <a:lnTo>
                    <a:pt x="595495" y="589002"/>
                  </a:lnTo>
                  <a:close/>
                  <a:moveTo>
                    <a:pt x="504120" y="565325"/>
                  </a:moveTo>
                  <a:lnTo>
                    <a:pt x="506012" y="564017"/>
                  </a:lnTo>
                  <a:lnTo>
                    <a:pt x="535856" y="540698"/>
                  </a:lnTo>
                  <a:close/>
                  <a:moveTo>
                    <a:pt x="506983" y="565325"/>
                  </a:moveTo>
                  <a:lnTo>
                    <a:pt x="536645" y="541231"/>
                  </a:lnTo>
                  <a:lnTo>
                    <a:pt x="506012" y="564017"/>
                  </a:lnTo>
                  <a:close/>
                  <a:moveTo>
                    <a:pt x="446824" y="382498"/>
                  </a:moveTo>
                  <a:lnTo>
                    <a:pt x="366711" y="392548"/>
                  </a:lnTo>
                  <a:lnTo>
                    <a:pt x="400605" y="384369"/>
                  </a:lnTo>
                  <a:close/>
                  <a:moveTo>
                    <a:pt x="957432" y="953524"/>
                  </a:moveTo>
                  <a:lnTo>
                    <a:pt x="930183" y="966960"/>
                  </a:lnTo>
                  <a:lnTo>
                    <a:pt x="1008497" y="950186"/>
                  </a:lnTo>
                  <a:close/>
                  <a:moveTo>
                    <a:pt x="1008497" y="950186"/>
                  </a:moveTo>
                  <a:lnTo>
                    <a:pt x="930183" y="966960"/>
                  </a:lnTo>
                  <a:lnTo>
                    <a:pt x="977107" y="980966"/>
                  </a:lnTo>
                  <a:close/>
                  <a:moveTo>
                    <a:pt x="977107" y="980966"/>
                  </a:moveTo>
                  <a:lnTo>
                    <a:pt x="930183" y="966960"/>
                  </a:lnTo>
                  <a:lnTo>
                    <a:pt x="969076" y="981726"/>
                  </a:lnTo>
                  <a:close/>
                  <a:moveTo>
                    <a:pt x="1012158" y="929430"/>
                  </a:moveTo>
                  <a:lnTo>
                    <a:pt x="991003" y="939138"/>
                  </a:lnTo>
                  <a:lnTo>
                    <a:pt x="1008497" y="950186"/>
                  </a:lnTo>
                  <a:close/>
                  <a:moveTo>
                    <a:pt x="783335" y="767275"/>
                  </a:moveTo>
                  <a:lnTo>
                    <a:pt x="764138" y="798914"/>
                  </a:lnTo>
                  <a:lnTo>
                    <a:pt x="814590" y="780384"/>
                  </a:lnTo>
                  <a:close/>
                  <a:moveTo>
                    <a:pt x="814590" y="780384"/>
                  </a:moveTo>
                  <a:lnTo>
                    <a:pt x="826641" y="754509"/>
                  </a:lnTo>
                  <a:lnTo>
                    <a:pt x="783335" y="767275"/>
                  </a:lnTo>
                  <a:close/>
                  <a:moveTo>
                    <a:pt x="814590" y="780384"/>
                  </a:moveTo>
                  <a:lnTo>
                    <a:pt x="855756" y="784899"/>
                  </a:lnTo>
                  <a:lnTo>
                    <a:pt x="826641" y="754509"/>
                  </a:lnTo>
                  <a:close/>
                  <a:moveTo>
                    <a:pt x="595495" y="589002"/>
                  </a:moveTo>
                  <a:lnTo>
                    <a:pt x="597823" y="592768"/>
                  </a:lnTo>
                  <a:lnTo>
                    <a:pt x="601784" y="588474"/>
                  </a:lnTo>
                  <a:close/>
                  <a:moveTo>
                    <a:pt x="402600" y="385489"/>
                  </a:moveTo>
                  <a:lnTo>
                    <a:pt x="446824" y="382498"/>
                  </a:lnTo>
                  <a:lnTo>
                    <a:pt x="400605" y="384369"/>
                  </a:lnTo>
                  <a:close/>
                  <a:moveTo>
                    <a:pt x="1008497" y="950186"/>
                  </a:moveTo>
                  <a:lnTo>
                    <a:pt x="977107" y="980966"/>
                  </a:lnTo>
                  <a:lnTo>
                    <a:pt x="1008330" y="925052"/>
                  </a:lnTo>
                  <a:close/>
                  <a:moveTo>
                    <a:pt x="1012158" y="929430"/>
                  </a:moveTo>
                  <a:lnTo>
                    <a:pt x="1008497" y="950186"/>
                  </a:lnTo>
                  <a:lnTo>
                    <a:pt x="1008330" y="925052"/>
                  </a:lnTo>
                  <a:close/>
                  <a:moveTo>
                    <a:pt x="966382" y="496392"/>
                  </a:moveTo>
                  <a:lnTo>
                    <a:pt x="924683" y="515874"/>
                  </a:lnTo>
                  <a:lnTo>
                    <a:pt x="919476" y="522228"/>
                  </a:lnTo>
                  <a:close/>
                  <a:moveTo>
                    <a:pt x="966382" y="496392"/>
                  </a:moveTo>
                  <a:lnTo>
                    <a:pt x="981628" y="445028"/>
                  </a:lnTo>
                  <a:lnTo>
                    <a:pt x="924683" y="515874"/>
                  </a:lnTo>
                  <a:close/>
                  <a:moveTo>
                    <a:pt x="924683" y="515874"/>
                  </a:moveTo>
                  <a:lnTo>
                    <a:pt x="981562" y="444870"/>
                  </a:lnTo>
                  <a:lnTo>
                    <a:pt x="925363" y="452577"/>
                  </a:lnTo>
                  <a:close/>
                  <a:moveTo>
                    <a:pt x="1054264" y="420761"/>
                  </a:moveTo>
                  <a:lnTo>
                    <a:pt x="1054549" y="423517"/>
                  </a:lnTo>
                  <a:lnTo>
                    <a:pt x="1013731" y="430155"/>
                  </a:lnTo>
                  <a:close/>
                  <a:moveTo>
                    <a:pt x="1057683" y="419808"/>
                  </a:moveTo>
                  <a:lnTo>
                    <a:pt x="1054549" y="423517"/>
                  </a:lnTo>
                  <a:lnTo>
                    <a:pt x="1054264" y="420761"/>
                  </a:lnTo>
                  <a:close/>
                  <a:moveTo>
                    <a:pt x="1393501" y="833054"/>
                  </a:moveTo>
                  <a:lnTo>
                    <a:pt x="1404082" y="841553"/>
                  </a:lnTo>
                  <a:lnTo>
                    <a:pt x="1408572" y="827555"/>
                  </a:lnTo>
                  <a:close/>
                  <a:moveTo>
                    <a:pt x="1365733" y="781517"/>
                  </a:moveTo>
                  <a:lnTo>
                    <a:pt x="1393501" y="833054"/>
                  </a:lnTo>
                  <a:lnTo>
                    <a:pt x="1408572" y="827555"/>
                  </a:lnTo>
                  <a:close/>
                  <a:moveTo>
                    <a:pt x="1053356" y="443410"/>
                  </a:moveTo>
                  <a:lnTo>
                    <a:pt x="1084760" y="396667"/>
                  </a:lnTo>
                  <a:lnTo>
                    <a:pt x="1054264" y="420761"/>
                  </a:lnTo>
                  <a:close/>
                  <a:moveTo>
                    <a:pt x="1085520" y="388989"/>
                  </a:moveTo>
                  <a:lnTo>
                    <a:pt x="1057683" y="419808"/>
                  </a:lnTo>
                  <a:lnTo>
                    <a:pt x="1054264" y="420761"/>
                  </a:lnTo>
                  <a:close/>
                  <a:moveTo>
                    <a:pt x="1210000" y="245406"/>
                  </a:moveTo>
                  <a:lnTo>
                    <a:pt x="1168984" y="193869"/>
                  </a:lnTo>
                  <a:lnTo>
                    <a:pt x="1137649" y="268454"/>
                  </a:lnTo>
                  <a:close/>
                  <a:moveTo>
                    <a:pt x="1137649" y="268454"/>
                  </a:moveTo>
                  <a:lnTo>
                    <a:pt x="1171553" y="266173"/>
                  </a:lnTo>
                  <a:lnTo>
                    <a:pt x="1210000" y="245406"/>
                  </a:lnTo>
                  <a:close/>
                  <a:moveTo>
                    <a:pt x="1461274" y="383492"/>
                  </a:moveTo>
                  <a:lnTo>
                    <a:pt x="1411331" y="386113"/>
                  </a:lnTo>
                  <a:lnTo>
                    <a:pt x="1481643" y="417265"/>
                  </a:lnTo>
                  <a:close/>
                  <a:moveTo>
                    <a:pt x="1168984" y="193869"/>
                  </a:moveTo>
                  <a:lnTo>
                    <a:pt x="1210000" y="245406"/>
                  </a:lnTo>
                  <a:lnTo>
                    <a:pt x="1211660" y="221312"/>
                  </a:lnTo>
                  <a:close/>
                  <a:moveTo>
                    <a:pt x="1318039" y="59806"/>
                  </a:moveTo>
                  <a:lnTo>
                    <a:pt x="1361474" y="47527"/>
                  </a:lnTo>
                  <a:lnTo>
                    <a:pt x="1281935" y="59720"/>
                  </a:lnTo>
                  <a:close/>
                  <a:moveTo>
                    <a:pt x="1583820" y="259103"/>
                  </a:moveTo>
                  <a:lnTo>
                    <a:pt x="1624149" y="201556"/>
                  </a:lnTo>
                  <a:lnTo>
                    <a:pt x="1571404" y="206455"/>
                  </a:lnTo>
                  <a:close/>
                  <a:moveTo>
                    <a:pt x="1679692" y="252104"/>
                  </a:moveTo>
                  <a:lnTo>
                    <a:pt x="1646563" y="200567"/>
                  </a:lnTo>
                  <a:lnTo>
                    <a:pt x="1636016" y="254652"/>
                  </a:lnTo>
                  <a:close/>
                  <a:moveTo>
                    <a:pt x="1646563" y="200567"/>
                  </a:moveTo>
                  <a:lnTo>
                    <a:pt x="1624149" y="201556"/>
                  </a:lnTo>
                  <a:lnTo>
                    <a:pt x="1636016" y="254652"/>
                  </a:lnTo>
                  <a:close/>
                  <a:moveTo>
                    <a:pt x="1538241" y="170673"/>
                  </a:moveTo>
                  <a:lnTo>
                    <a:pt x="1529631" y="202433"/>
                  </a:lnTo>
                  <a:lnTo>
                    <a:pt x="1571404" y="206455"/>
                  </a:lnTo>
                  <a:close/>
                  <a:moveTo>
                    <a:pt x="1571404" y="206455"/>
                  </a:moveTo>
                  <a:lnTo>
                    <a:pt x="1624149" y="201556"/>
                  </a:lnTo>
                  <a:lnTo>
                    <a:pt x="1608088" y="151870"/>
                  </a:lnTo>
                  <a:close/>
                  <a:moveTo>
                    <a:pt x="1571404" y="206455"/>
                  </a:moveTo>
                  <a:lnTo>
                    <a:pt x="1608088" y="151870"/>
                  </a:lnTo>
                  <a:lnTo>
                    <a:pt x="1538241" y="170673"/>
                  </a:lnTo>
                  <a:close/>
                  <a:moveTo>
                    <a:pt x="1436314" y="17766"/>
                  </a:moveTo>
                  <a:lnTo>
                    <a:pt x="1361474" y="47527"/>
                  </a:lnTo>
                  <a:lnTo>
                    <a:pt x="1392032" y="26880"/>
                  </a:lnTo>
                  <a:close/>
                  <a:moveTo>
                    <a:pt x="1478282" y="0"/>
                  </a:moveTo>
                  <a:lnTo>
                    <a:pt x="1410099" y="54649"/>
                  </a:lnTo>
                  <a:lnTo>
                    <a:pt x="1436314" y="17766"/>
                  </a:lnTo>
                  <a:close/>
                  <a:moveTo>
                    <a:pt x="1679692" y="252104"/>
                  </a:moveTo>
                  <a:lnTo>
                    <a:pt x="1686227" y="253440"/>
                  </a:lnTo>
                  <a:lnTo>
                    <a:pt x="1686584" y="251522"/>
                  </a:lnTo>
                  <a:close/>
                  <a:moveTo>
                    <a:pt x="1646563" y="200567"/>
                  </a:moveTo>
                  <a:lnTo>
                    <a:pt x="1679692" y="252104"/>
                  </a:lnTo>
                  <a:lnTo>
                    <a:pt x="1686584" y="251522"/>
                  </a:lnTo>
                  <a:close/>
                  <a:moveTo>
                    <a:pt x="1462724" y="30616"/>
                  </a:moveTo>
                  <a:lnTo>
                    <a:pt x="1478282" y="0"/>
                  </a:lnTo>
                  <a:lnTo>
                    <a:pt x="1436314" y="17766"/>
                  </a:lnTo>
                  <a:close/>
                  <a:moveTo>
                    <a:pt x="1462724" y="30616"/>
                  </a:moveTo>
                  <a:lnTo>
                    <a:pt x="1513123" y="27626"/>
                  </a:lnTo>
                  <a:lnTo>
                    <a:pt x="1478282" y="0"/>
                  </a:lnTo>
                  <a:close/>
                  <a:moveTo>
                    <a:pt x="1513123" y="27626"/>
                  </a:moveTo>
                  <a:lnTo>
                    <a:pt x="1527729" y="10199"/>
                  </a:lnTo>
                  <a:lnTo>
                    <a:pt x="1478282" y="0"/>
                  </a:lnTo>
                  <a:close/>
                </a:path>
              </a:pathLst>
            </a:custGeom>
            <a:solidFill>
              <a:srgbClr val="F4F6F7"/>
            </a:solidFill>
            <a:ln w="1524">
              <a:solidFill>
                <a:srgbClr val="F4F6F7"/>
              </a:solidFill>
            </a:ln>
          </p:spPr>
        </p:sp>
        <p:sp>
          <p:nvSpPr>
            <p:cNvPr id="4315" name="Output_density__4314">
              <a:extLst>
                <a:ext uri="{FF2B5EF4-FFF2-40B4-BE49-F238E27FC236}">
                  <a16:creationId xmlns:a16="http://schemas.microsoft.com/office/drawing/2014/main" id="{3444FAF0-173F-6703-4C2D-6E9B571FEABB}"/>
                </a:ext>
              </a:extLst>
            </p:cNvPr>
            <p:cNvSpPr>
              <a:spLocks noGrp="1"/>
            </p:cNvSpPr>
            <p:nvPr/>
          </p:nvSpPr>
          <p:spPr>
            <a:xfrm>
              <a:off x="14848788" y="2429466"/>
              <a:ext cx="1250670" cy="907713"/>
            </a:xfrm>
            <a:custGeom>
              <a:avLst/>
              <a:gdLst/>
              <a:ahLst/>
              <a:cxnLst/>
              <a:rect l="0" t="0" r="0" b="0"/>
              <a:pathLst>
                <a:path w="1250670" h="907713">
                  <a:moveTo>
                    <a:pt x="59156" y="856315"/>
                  </a:moveTo>
                  <a:lnTo>
                    <a:pt x="115124" y="842593"/>
                  </a:lnTo>
                  <a:lnTo>
                    <a:pt x="103253" y="839616"/>
                  </a:lnTo>
                  <a:close/>
                  <a:moveTo>
                    <a:pt x="103253" y="839616"/>
                  </a:moveTo>
                  <a:lnTo>
                    <a:pt x="157259" y="833693"/>
                  </a:lnTo>
                  <a:lnTo>
                    <a:pt x="135390" y="788728"/>
                  </a:lnTo>
                  <a:close/>
                  <a:moveTo>
                    <a:pt x="157259" y="833693"/>
                  </a:moveTo>
                  <a:lnTo>
                    <a:pt x="103253" y="839616"/>
                  </a:lnTo>
                  <a:lnTo>
                    <a:pt x="160789" y="838651"/>
                  </a:lnTo>
                  <a:close/>
                  <a:moveTo>
                    <a:pt x="103253" y="839616"/>
                  </a:moveTo>
                  <a:lnTo>
                    <a:pt x="115124" y="842593"/>
                  </a:lnTo>
                  <a:lnTo>
                    <a:pt x="160789" y="838651"/>
                  </a:lnTo>
                  <a:close/>
                  <a:moveTo>
                    <a:pt x="157259" y="833693"/>
                  </a:moveTo>
                  <a:lnTo>
                    <a:pt x="160789" y="838651"/>
                  </a:lnTo>
                  <a:lnTo>
                    <a:pt x="165016" y="832221"/>
                  </a:lnTo>
                  <a:close/>
                  <a:moveTo>
                    <a:pt x="177053" y="629423"/>
                  </a:moveTo>
                  <a:lnTo>
                    <a:pt x="176956" y="629451"/>
                  </a:lnTo>
                  <a:lnTo>
                    <a:pt x="177004" y="629478"/>
                  </a:lnTo>
                  <a:close/>
                  <a:moveTo>
                    <a:pt x="177053" y="629423"/>
                  </a:moveTo>
                  <a:lnTo>
                    <a:pt x="188670" y="577887"/>
                  </a:lnTo>
                  <a:lnTo>
                    <a:pt x="176956" y="629451"/>
                  </a:lnTo>
                  <a:close/>
                  <a:moveTo>
                    <a:pt x="188670" y="577887"/>
                  </a:moveTo>
                  <a:lnTo>
                    <a:pt x="145437" y="592332"/>
                  </a:lnTo>
                  <a:lnTo>
                    <a:pt x="176956" y="629451"/>
                  </a:lnTo>
                  <a:close/>
                  <a:moveTo>
                    <a:pt x="177004" y="629478"/>
                  </a:moveTo>
                  <a:lnTo>
                    <a:pt x="176956" y="629451"/>
                  </a:lnTo>
                  <a:lnTo>
                    <a:pt x="175437" y="629423"/>
                  </a:lnTo>
                  <a:close/>
                  <a:moveTo>
                    <a:pt x="0" y="498907"/>
                  </a:moveTo>
                  <a:lnTo>
                    <a:pt x="30899" y="526350"/>
                  </a:lnTo>
                  <a:lnTo>
                    <a:pt x="35445" y="474813"/>
                  </a:lnTo>
                  <a:close/>
                  <a:moveTo>
                    <a:pt x="38042" y="459273"/>
                  </a:moveTo>
                  <a:lnTo>
                    <a:pt x="0" y="498907"/>
                  </a:lnTo>
                  <a:lnTo>
                    <a:pt x="35445" y="474813"/>
                  </a:lnTo>
                  <a:close/>
                  <a:moveTo>
                    <a:pt x="38042" y="459273"/>
                  </a:moveTo>
                  <a:lnTo>
                    <a:pt x="5532" y="472625"/>
                  </a:lnTo>
                  <a:lnTo>
                    <a:pt x="0" y="498907"/>
                  </a:lnTo>
                  <a:close/>
                  <a:moveTo>
                    <a:pt x="38042" y="459273"/>
                  </a:moveTo>
                  <a:lnTo>
                    <a:pt x="42303" y="423277"/>
                  </a:lnTo>
                  <a:lnTo>
                    <a:pt x="14381" y="447371"/>
                  </a:lnTo>
                  <a:close/>
                  <a:moveTo>
                    <a:pt x="177004" y="629478"/>
                  </a:moveTo>
                  <a:lnTo>
                    <a:pt x="175437" y="629423"/>
                  </a:lnTo>
                  <a:lnTo>
                    <a:pt x="217266" y="645109"/>
                  </a:lnTo>
                  <a:close/>
                  <a:moveTo>
                    <a:pt x="247808" y="609831"/>
                  </a:moveTo>
                  <a:lnTo>
                    <a:pt x="177053" y="629423"/>
                  </a:lnTo>
                  <a:lnTo>
                    <a:pt x="256048" y="615433"/>
                  </a:lnTo>
                  <a:close/>
                  <a:moveTo>
                    <a:pt x="256048" y="615433"/>
                  </a:moveTo>
                  <a:lnTo>
                    <a:pt x="177053" y="629423"/>
                  </a:lnTo>
                  <a:lnTo>
                    <a:pt x="177004" y="629478"/>
                  </a:lnTo>
                  <a:close/>
                  <a:moveTo>
                    <a:pt x="188670" y="577887"/>
                  </a:moveTo>
                  <a:lnTo>
                    <a:pt x="247808" y="609831"/>
                  </a:lnTo>
                  <a:lnTo>
                    <a:pt x="233284" y="558896"/>
                  </a:lnTo>
                  <a:close/>
                  <a:moveTo>
                    <a:pt x="188670" y="577887"/>
                  </a:moveTo>
                  <a:lnTo>
                    <a:pt x="177053" y="629423"/>
                  </a:lnTo>
                  <a:lnTo>
                    <a:pt x="247808" y="609831"/>
                  </a:lnTo>
                  <a:close/>
                  <a:moveTo>
                    <a:pt x="262960" y="605329"/>
                  </a:moveTo>
                  <a:lnTo>
                    <a:pt x="251738" y="553792"/>
                  </a:lnTo>
                  <a:lnTo>
                    <a:pt x="247808" y="609831"/>
                  </a:lnTo>
                  <a:close/>
                  <a:moveTo>
                    <a:pt x="251738" y="553792"/>
                  </a:moveTo>
                  <a:lnTo>
                    <a:pt x="233284" y="558896"/>
                  </a:lnTo>
                  <a:lnTo>
                    <a:pt x="247808" y="609831"/>
                  </a:lnTo>
                  <a:close/>
                  <a:moveTo>
                    <a:pt x="247808" y="609831"/>
                  </a:moveTo>
                  <a:lnTo>
                    <a:pt x="256048" y="615433"/>
                  </a:lnTo>
                  <a:lnTo>
                    <a:pt x="262960" y="605329"/>
                  </a:lnTo>
                  <a:close/>
                  <a:moveTo>
                    <a:pt x="38042" y="459273"/>
                  </a:moveTo>
                  <a:lnTo>
                    <a:pt x="35445" y="474813"/>
                  </a:lnTo>
                  <a:lnTo>
                    <a:pt x="53515" y="465613"/>
                  </a:lnTo>
                  <a:close/>
                  <a:moveTo>
                    <a:pt x="53515" y="465613"/>
                  </a:moveTo>
                  <a:lnTo>
                    <a:pt x="42303" y="423277"/>
                  </a:lnTo>
                  <a:lnTo>
                    <a:pt x="38042" y="459273"/>
                  </a:lnTo>
                  <a:close/>
                  <a:moveTo>
                    <a:pt x="104431" y="399458"/>
                  </a:moveTo>
                  <a:lnTo>
                    <a:pt x="42303" y="423277"/>
                  </a:lnTo>
                  <a:lnTo>
                    <a:pt x="53515" y="465613"/>
                  </a:lnTo>
                  <a:close/>
                  <a:moveTo>
                    <a:pt x="111487" y="456465"/>
                  </a:moveTo>
                  <a:lnTo>
                    <a:pt x="104431" y="399458"/>
                  </a:lnTo>
                  <a:lnTo>
                    <a:pt x="53515" y="465613"/>
                  </a:lnTo>
                  <a:close/>
                  <a:moveTo>
                    <a:pt x="58866" y="371740"/>
                  </a:moveTo>
                  <a:lnTo>
                    <a:pt x="42303" y="423277"/>
                  </a:lnTo>
                  <a:lnTo>
                    <a:pt x="104431" y="399458"/>
                  </a:lnTo>
                  <a:close/>
                  <a:moveTo>
                    <a:pt x="105200" y="399182"/>
                  </a:moveTo>
                  <a:lnTo>
                    <a:pt x="105013" y="347646"/>
                  </a:lnTo>
                  <a:lnTo>
                    <a:pt x="104431" y="399458"/>
                  </a:lnTo>
                  <a:close/>
                  <a:moveTo>
                    <a:pt x="105013" y="347646"/>
                  </a:moveTo>
                  <a:lnTo>
                    <a:pt x="65779" y="368139"/>
                  </a:lnTo>
                  <a:lnTo>
                    <a:pt x="104431" y="399458"/>
                  </a:lnTo>
                  <a:close/>
                  <a:moveTo>
                    <a:pt x="251738" y="553792"/>
                  </a:moveTo>
                  <a:lnTo>
                    <a:pt x="322792" y="555399"/>
                  </a:lnTo>
                  <a:lnTo>
                    <a:pt x="301743" y="541222"/>
                  </a:lnTo>
                  <a:close/>
                  <a:moveTo>
                    <a:pt x="313018" y="581235"/>
                  </a:moveTo>
                  <a:lnTo>
                    <a:pt x="322792" y="555399"/>
                  </a:lnTo>
                  <a:lnTo>
                    <a:pt x="251738" y="553792"/>
                  </a:lnTo>
                  <a:close/>
                  <a:moveTo>
                    <a:pt x="262960" y="605329"/>
                  </a:moveTo>
                  <a:lnTo>
                    <a:pt x="313018" y="581235"/>
                  </a:lnTo>
                  <a:lnTo>
                    <a:pt x="251738" y="553792"/>
                  </a:lnTo>
                  <a:close/>
                  <a:moveTo>
                    <a:pt x="245813" y="502256"/>
                  </a:moveTo>
                  <a:lnTo>
                    <a:pt x="301743" y="541222"/>
                  </a:lnTo>
                  <a:lnTo>
                    <a:pt x="290690" y="487465"/>
                  </a:lnTo>
                  <a:close/>
                  <a:moveTo>
                    <a:pt x="245813" y="502256"/>
                  </a:moveTo>
                  <a:lnTo>
                    <a:pt x="251738" y="553792"/>
                  </a:lnTo>
                  <a:lnTo>
                    <a:pt x="301743" y="541222"/>
                  </a:lnTo>
                  <a:close/>
                  <a:moveTo>
                    <a:pt x="301743" y="541222"/>
                  </a:moveTo>
                  <a:lnTo>
                    <a:pt x="322792" y="555399"/>
                  </a:lnTo>
                  <a:lnTo>
                    <a:pt x="337130" y="529698"/>
                  </a:lnTo>
                  <a:close/>
                  <a:moveTo>
                    <a:pt x="105013" y="347646"/>
                  </a:moveTo>
                  <a:lnTo>
                    <a:pt x="173995" y="380886"/>
                  </a:lnTo>
                  <a:lnTo>
                    <a:pt x="155517" y="333166"/>
                  </a:lnTo>
                  <a:close/>
                  <a:moveTo>
                    <a:pt x="105013" y="347646"/>
                  </a:moveTo>
                  <a:lnTo>
                    <a:pt x="105200" y="399182"/>
                  </a:lnTo>
                  <a:lnTo>
                    <a:pt x="173995" y="380886"/>
                  </a:lnTo>
                  <a:close/>
                  <a:moveTo>
                    <a:pt x="197904" y="375089"/>
                  </a:moveTo>
                  <a:lnTo>
                    <a:pt x="216825" y="333884"/>
                  </a:lnTo>
                  <a:lnTo>
                    <a:pt x="173995" y="380886"/>
                  </a:lnTo>
                  <a:close/>
                  <a:moveTo>
                    <a:pt x="173995" y="380886"/>
                  </a:moveTo>
                  <a:lnTo>
                    <a:pt x="210724" y="326266"/>
                  </a:lnTo>
                  <a:lnTo>
                    <a:pt x="155517" y="333166"/>
                  </a:lnTo>
                  <a:close/>
                  <a:moveTo>
                    <a:pt x="577579" y="674401"/>
                  </a:moveTo>
                  <a:lnTo>
                    <a:pt x="500010" y="693959"/>
                  </a:lnTo>
                  <a:lnTo>
                    <a:pt x="552354" y="711751"/>
                  </a:lnTo>
                  <a:close/>
                  <a:moveTo>
                    <a:pt x="552354" y="711751"/>
                  </a:moveTo>
                  <a:lnTo>
                    <a:pt x="500010" y="693959"/>
                  </a:lnTo>
                  <a:lnTo>
                    <a:pt x="537807" y="714224"/>
                  </a:lnTo>
                  <a:close/>
                  <a:moveTo>
                    <a:pt x="571055" y="662433"/>
                  </a:moveTo>
                  <a:lnTo>
                    <a:pt x="577579" y="674401"/>
                  </a:lnTo>
                  <a:lnTo>
                    <a:pt x="578336" y="660214"/>
                  </a:lnTo>
                  <a:close/>
                  <a:moveTo>
                    <a:pt x="269042" y="350995"/>
                  </a:moveTo>
                  <a:lnTo>
                    <a:pt x="252119" y="355355"/>
                  </a:lnTo>
                  <a:lnTo>
                    <a:pt x="254985" y="426625"/>
                  </a:lnTo>
                  <a:close/>
                  <a:moveTo>
                    <a:pt x="239114" y="417222"/>
                  </a:moveTo>
                  <a:lnTo>
                    <a:pt x="252119" y="355355"/>
                  </a:lnTo>
                  <a:lnTo>
                    <a:pt x="197904" y="375089"/>
                  </a:lnTo>
                  <a:close/>
                  <a:moveTo>
                    <a:pt x="216825" y="333884"/>
                  </a:moveTo>
                  <a:lnTo>
                    <a:pt x="197904" y="375089"/>
                  </a:lnTo>
                  <a:lnTo>
                    <a:pt x="252119" y="355355"/>
                  </a:lnTo>
                  <a:close/>
                  <a:moveTo>
                    <a:pt x="299342" y="332828"/>
                  </a:moveTo>
                  <a:lnTo>
                    <a:pt x="252119" y="355355"/>
                  </a:lnTo>
                  <a:lnTo>
                    <a:pt x="269042" y="350995"/>
                  </a:lnTo>
                  <a:close/>
                  <a:moveTo>
                    <a:pt x="216825" y="333884"/>
                  </a:moveTo>
                  <a:lnTo>
                    <a:pt x="252119" y="355355"/>
                  </a:lnTo>
                  <a:lnTo>
                    <a:pt x="299342" y="332828"/>
                  </a:lnTo>
                  <a:close/>
                  <a:moveTo>
                    <a:pt x="842111" y="907713"/>
                  </a:moveTo>
                  <a:lnTo>
                    <a:pt x="862814" y="907240"/>
                  </a:lnTo>
                  <a:lnTo>
                    <a:pt x="890063" y="893803"/>
                  </a:lnTo>
                  <a:close/>
                  <a:moveTo>
                    <a:pt x="652665" y="763288"/>
                  </a:moveTo>
                  <a:lnTo>
                    <a:pt x="697943" y="790730"/>
                  </a:lnTo>
                  <a:lnTo>
                    <a:pt x="696769" y="739194"/>
                  </a:lnTo>
                  <a:close/>
                  <a:moveTo>
                    <a:pt x="696769" y="739194"/>
                  </a:moveTo>
                  <a:lnTo>
                    <a:pt x="715966" y="707555"/>
                  </a:lnTo>
                  <a:lnTo>
                    <a:pt x="652665" y="763288"/>
                  </a:lnTo>
                  <a:close/>
                  <a:moveTo>
                    <a:pt x="577579" y="674401"/>
                  </a:moveTo>
                  <a:lnTo>
                    <a:pt x="552354" y="711751"/>
                  </a:lnTo>
                  <a:lnTo>
                    <a:pt x="598522" y="702846"/>
                  </a:lnTo>
                  <a:close/>
                  <a:moveTo>
                    <a:pt x="598522" y="702846"/>
                  </a:moveTo>
                  <a:lnTo>
                    <a:pt x="578336" y="660214"/>
                  </a:lnTo>
                  <a:lnTo>
                    <a:pt x="577579" y="674401"/>
                  </a:lnTo>
                  <a:close/>
                  <a:moveTo>
                    <a:pt x="640761" y="643746"/>
                  </a:moveTo>
                  <a:lnTo>
                    <a:pt x="578336" y="660214"/>
                  </a:lnTo>
                  <a:lnTo>
                    <a:pt x="598522" y="702846"/>
                  </a:lnTo>
                  <a:close/>
                  <a:moveTo>
                    <a:pt x="333236" y="324649"/>
                  </a:moveTo>
                  <a:lnTo>
                    <a:pt x="269042" y="350995"/>
                  </a:lnTo>
                  <a:lnTo>
                    <a:pt x="330664" y="326901"/>
                  </a:lnTo>
                  <a:close/>
                  <a:moveTo>
                    <a:pt x="333236" y="324649"/>
                  </a:moveTo>
                  <a:lnTo>
                    <a:pt x="299342" y="332828"/>
                  </a:lnTo>
                  <a:lnTo>
                    <a:pt x="269042" y="350995"/>
                  </a:lnTo>
                  <a:close/>
                  <a:moveTo>
                    <a:pt x="923634" y="879418"/>
                  </a:moveTo>
                  <a:lnTo>
                    <a:pt x="890063" y="893803"/>
                  </a:lnTo>
                  <a:lnTo>
                    <a:pt x="941128" y="890466"/>
                  </a:lnTo>
                  <a:close/>
                  <a:moveTo>
                    <a:pt x="1018151" y="329269"/>
                  </a:moveTo>
                  <a:lnTo>
                    <a:pt x="986895" y="361041"/>
                  </a:lnTo>
                  <a:lnTo>
                    <a:pt x="1017391" y="336947"/>
                  </a:lnTo>
                  <a:close/>
                  <a:moveTo>
                    <a:pt x="990314" y="360088"/>
                  </a:moveTo>
                  <a:lnTo>
                    <a:pt x="1018151" y="329269"/>
                  </a:lnTo>
                  <a:lnTo>
                    <a:pt x="990337" y="309505"/>
                  </a:lnTo>
                  <a:close/>
                  <a:moveTo>
                    <a:pt x="1018151" y="329269"/>
                  </a:moveTo>
                  <a:lnTo>
                    <a:pt x="1013609" y="285411"/>
                  </a:lnTo>
                  <a:lnTo>
                    <a:pt x="990337" y="309505"/>
                  </a:lnTo>
                  <a:close/>
                  <a:moveTo>
                    <a:pt x="1018151" y="329269"/>
                  </a:moveTo>
                  <a:lnTo>
                    <a:pt x="1017391" y="336947"/>
                  </a:lnTo>
                  <a:lnTo>
                    <a:pt x="1040963" y="320071"/>
                  </a:lnTo>
                  <a:close/>
                  <a:moveTo>
                    <a:pt x="1018151" y="329269"/>
                  </a:moveTo>
                  <a:lnTo>
                    <a:pt x="1040963" y="320071"/>
                  </a:lnTo>
                  <a:lnTo>
                    <a:pt x="1013609" y="285411"/>
                  </a:lnTo>
                  <a:close/>
                  <a:moveTo>
                    <a:pt x="1013609" y="285411"/>
                  </a:moveTo>
                  <a:lnTo>
                    <a:pt x="1050152" y="312853"/>
                  </a:lnTo>
                  <a:lnTo>
                    <a:pt x="1049825" y="261317"/>
                  </a:lnTo>
                  <a:close/>
                  <a:moveTo>
                    <a:pt x="1006586" y="233874"/>
                  </a:moveTo>
                  <a:lnTo>
                    <a:pt x="1013609" y="285411"/>
                  </a:lnTo>
                  <a:lnTo>
                    <a:pt x="1049825" y="261317"/>
                  </a:lnTo>
                  <a:close/>
                  <a:moveTo>
                    <a:pt x="1006586" y="233874"/>
                  </a:moveTo>
                  <a:lnTo>
                    <a:pt x="1049825" y="261317"/>
                  </a:lnTo>
                  <a:lnTo>
                    <a:pt x="1067744" y="209780"/>
                  </a:lnTo>
                  <a:close/>
                  <a:moveTo>
                    <a:pt x="1067744" y="209780"/>
                  </a:moveTo>
                  <a:lnTo>
                    <a:pt x="1104184" y="206453"/>
                  </a:lnTo>
                  <a:lnTo>
                    <a:pt x="1070280" y="208733"/>
                  </a:lnTo>
                  <a:close/>
                  <a:moveTo>
                    <a:pt x="1049825" y="261317"/>
                  </a:moveTo>
                  <a:lnTo>
                    <a:pt x="1089780" y="237223"/>
                  </a:lnTo>
                  <a:lnTo>
                    <a:pt x="1067744" y="209780"/>
                  </a:lnTo>
                  <a:close/>
                  <a:moveTo>
                    <a:pt x="1044334" y="158243"/>
                  </a:moveTo>
                  <a:lnTo>
                    <a:pt x="1070280" y="208733"/>
                  </a:lnTo>
                  <a:lnTo>
                    <a:pt x="1067429" y="148309"/>
                  </a:lnTo>
                  <a:close/>
                  <a:moveTo>
                    <a:pt x="1044334" y="158243"/>
                  </a:moveTo>
                  <a:lnTo>
                    <a:pt x="1067744" y="209780"/>
                  </a:lnTo>
                  <a:lnTo>
                    <a:pt x="1070280" y="208733"/>
                  </a:lnTo>
                  <a:close/>
                  <a:moveTo>
                    <a:pt x="1101615" y="134149"/>
                  </a:moveTo>
                  <a:lnTo>
                    <a:pt x="1067429" y="148309"/>
                  </a:lnTo>
                  <a:lnTo>
                    <a:pt x="1070280" y="208733"/>
                  </a:lnTo>
                  <a:close/>
                  <a:moveTo>
                    <a:pt x="1067581" y="82613"/>
                  </a:moveTo>
                  <a:lnTo>
                    <a:pt x="1067429" y="148309"/>
                  </a:lnTo>
                  <a:lnTo>
                    <a:pt x="1073692" y="92450"/>
                  </a:lnTo>
                  <a:close/>
                  <a:moveTo>
                    <a:pt x="1044334" y="158243"/>
                  </a:moveTo>
                  <a:lnTo>
                    <a:pt x="1067429" y="148309"/>
                  </a:lnTo>
                  <a:lnTo>
                    <a:pt x="1067581" y="82613"/>
                  </a:lnTo>
                  <a:close/>
                  <a:moveTo>
                    <a:pt x="1011681" y="106707"/>
                  </a:moveTo>
                  <a:lnTo>
                    <a:pt x="1044334" y="158243"/>
                  </a:lnTo>
                  <a:lnTo>
                    <a:pt x="1067581" y="82613"/>
                  </a:lnTo>
                  <a:close/>
                  <a:moveTo>
                    <a:pt x="1067429" y="148309"/>
                  </a:moveTo>
                  <a:lnTo>
                    <a:pt x="1101615" y="134149"/>
                  </a:lnTo>
                  <a:lnTo>
                    <a:pt x="1073692" y="92450"/>
                  </a:lnTo>
                  <a:close/>
                  <a:moveTo>
                    <a:pt x="1067581" y="82613"/>
                  </a:moveTo>
                  <a:lnTo>
                    <a:pt x="1067898" y="70785"/>
                  </a:lnTo>
                  <a:lnTo>
                    <a:pt x="1003539" y="55170"/>
                  </a:lnTo>
                  <a:close/>
                  <a:moveTo>
                    <a:pt x="1075384" y="79099"/>
                  </a:moveTo>
                  <a:lnTo>
                    <a:pt x="1073692" y="92450"/>
                  </a:lnTo>
                  <a:lnTo>
                    <a:pt x="1120126" y="58519"/>
                  </a:lnTo>
                  <a:close/>
                  <a:moveTo>
                    <a:pt x="1120126" y="58519"/>
                  </a:moveTo>
                  <a:lnTo>
                    <a:pt x="1073692" y="92450"/>
                  </a:lnTo>
                  <a:lnTo>
                    <a:pt x="1101615" y="134149"/>
                  </a:lnTo>
                  <a:close/>
                  <a:moveTo>
                    <a:pt x="1120126" y="58519"/>
                  </a:moveTo>
                  <a:lnTo>
                    <a:pt x="1101615" y="134149"/>
                  </a:lnTo>
                  <a:lnTo>
                    <a:pt x="1146008" y="110056"/>
                  </a:lnTo>
                  <a:close/>
                  <a:moveTo>
                    <a:pt x="1067581" y="82613"/>
                  </a:moveTo>
                  <a:lnTo>
                    <a:pt x="1073692" y="92450"/>
                  </a:lnTo>
                  <a:lnTo>
                    <a:pt x="1075384" y="79099"/>
                  </a:lnTo>
                  <a:close/>
                  <a:moveTo>
                    <a:pt x="1067898" y="70785"/>
                  </a:moveTo>
                  <a:lnTo>
                    <a:pt x="1067581" y="82613"/>
                  </a:lnTo>
                  <a:lnTo>
                    <a:pt x="1075384" y="79099"/>
                  </a:lnTo>
                  <a:close/>
                  <a:moveTo>
                    <a:pt x="1067898" y="70785"/>
                  </a:moveTo>
                  <a:lnTo>
                    <a:pt x="1075384" y="79099"/>
                  </a:lnTo>
                  <a:lnTo>
                    <a:pt x="1070241" y="31076"/>
                  </a:lnTo>
                  <a:close/>
                  <a:moveTo>
                    <a:pt x="1070241" y="31076"/>
                  </a:moveTo>
                  <a:lnTo>
                    <a:pt x="1075384" y="79099"/>
                  </a:lnTo>
                  <a:lnTo>
                    <a:pt x="1120126" y="58519"/>
                  </a:lnTo>
                  <a:close/>
                  <a:moveTo>
                    <a:pt x="1070241" y="31076"/>
                  </a:moveTo>
                  <a:lnTo>
                    <a:pt x="1120126" y="58519"/>
                  </a:lnTo>
                  <a:lnTo>
                    <a:pt x="1127687" y="6982"/>
                  </a:lnTo>
                  <a:close/>
                  <a:moveTo>
                    <a:pt x="1132180" y="1551"/>
                  </a:moveTo>
                  <a:lnTo>
                    <a:pt x="1070241" y="31076"/>
                  </a:lnTo>
                  <a:lnTo>
                    <a:pt x="1127687" y="6982"/>
                  </a:lnTo>
                  <a:close/>
                  <a:moveTo>
                    <a:pt x="1120126" y="58519"/>
                  </a:moveTo>
                  <a:lnTo>
                    <a:pt x="1174221" y="99471"/>
                  </a:lnTo>
                  <a:lnTo>
                    <a:pt x="1168754" y="41172"/>
                  </a:lnTo>
                  <a:close/>
                  <a:moveTo>
                    <a:pt x="1120126" y="58519"/>
                  </a:moveTo>
                  <a:lnTo>
                    <a:pt x="1146008" y="110056"/>
                  </a:lnTo>
                  <a:lnTo>
                    <a:pt x="1174221" y="99471"/>
                  </a:lnTo>
                  <a:close/>
                  <a:moveTo>
                    <a:pt x="1127687" y="6982"/>
                  </a:moveTo>
                  <a:lnTo>
                    <a:pt x="1168754" y="41172"/>
                  </a:lnTo>
                  <a:lnTo>
                    <a:pt x="1137650" y="3717"/>
                  </a:lnTo>
                  <a:close/>
                  <a:moveTo>
                    <a:pt x="1127687" y="6982"/>
                  </a:moveTo>
                  <a:lnTo>
                    <a:pt x="1120126" y="58519"/>
                  </a:lnTo>
                  <a:lnTo>
                    <a:pt x="1168754" y="41172"/>
                  </a:lnTo>
                  <a:close/>
                  <a:moveTo>
                    <a:pt x="1190179" y="34425"/>
                  </a:moveTo>
                  <a:lnTo>
                    <a:pt x="1214566" y="0"/>
                  </a:lnTo>
                  <a:lnTo>
                    <a:pt x="1168754" y="41172"/>
                  </a:lnTo>
                  <a:close/>
                  <a:moveTo>
                    <a:pt x="1168754" y="41172"/>
                  </a:moveTo>
                  <a:lnTo>
                    <a:pt x="1214566" y="0"/>
                  </a:lnTo>
                  <a:lnTo>
                    <a:pt x="1186324" y="2128"/>
                  </a:lnTo>
                  <a:close/>
                  <a:moveTo>
                    <a:pt x="1168754" y="41172"/>
                  </a:moveTo>
                  <a:lnTo>
                    <a:pt x="1186324" y="2128"/>
                  </a:lnTo>
                  <a:lnTo>
                    <a:pt x="1137650" y="3717"/>
                  </a:lnTo>
                  <a:close/>
                  <a:moveTo>
                    <a:pt x="1132180" y="1551"/>
                  </a:moveTo>
                  <a:lnTo>
                    <a:pt x="1127687" y="6982"/>
                  </a:lnTo>
                  <a:lnTo>
                    <a:pt x="1137650" y="3717"/>
                  </a:lnTo>
                  <a:close/>
                  <a:moveTo>
                    <a:pt x="1250670" y="86"/>
                  </a:moveTo>
                  <a:lnTo>
                    <a:pt x="1214566" y="0"/>
                  </a:lnTo>
                  <a:lnTo>
                    <a:pt x="1190179" y="34425"/>
                  </a:lnTo>
                  <a:close/>
                </a:path>
              </a:pathLst>
            </a:custGeom>
            <a:solidFill>
              <a:srgbClr val="F5F7F8"/>
            </a:solidFill>
            <a:ln w="1524">
              <a:solidFill>
                <a:srgbClr val="F5F7F8"/>
              </a:solidFill>
            </a:ln>
          </p:spPr>
        </p:sp>
        <p:sp>
          <p:nvSpPr>
            <p:cNvPr id="4316" name="Output_density__4315">
              <a:extLst>
                <a:ext uri="{FF2B5EF4-FFF2-40B4-BE49-F238E27FC236}">
                  <a16:creationId xmlns:a16="http://schemas.microsoft.com/office/drawing/2014/main" id="{B9831885-2C8A-4912-A8B6-1B40CB71C561}"/>
                </a:ext>
              </a:extLst>
            </p:cNvPr>
            <p:cNvSpPr>
              <a:spLocks noGrp="1"/>
            </p:cNvSpPr>
            <p:nvPr/>
          </p:nvSpPr>
          <p:spPr>
            <a:xfrm>
              <a:off x="14894890" y="2694820"/>
              <a:ext cx="1488898" cy="771757"/>
            </a:xfrm>
            <a:custGeom>
              <a:avLst/>
              <a:gdLst/>
              <a:ahLst/>
              <a:cxnLst/>
              <a:rect l="0" t="0" r="0" b="0"/>
              <a:pathLst>
                <a:path w="1488898" h="771757">
                  <a:moveTo>
                    <a:pt x="214487" y="771757"/>
                  </a:moveTo>
                  <a:lnTo>
                    <a:pt x="165256" y="762369"/>
                  </a:lnTo>
                  <a:lnTo>
                    <a:pt x="130819" y="740581"/>
                  </a:lnTo>
                  <a:close/>
                  <a:moveTo>
                    <a:pt x="334695" y="736942"/>
                  </a:moveTo>
                  <a:lnTo>
                    <a:pt x="304817" y="713070"/>
                  </a:lnTo>
                  <a:lnTo>
                    <a:pt x="348772" y="748919"/>
                  </a:lnTo>
                  <a:close/>
                  <a:moveTo>
                    <a:pt x="0" y="493857"/>
                  </a:moveTo>
                  <a:lnTo>
                    <a:pt x="48221" y="499472"/>
                  </a:lnTo>
                  <a:lnTo>
                    <a:pt x="79513" y="481567"/>
                  </a:lnTo>
                  <a:close/>
                  <a:moveTo>
                    <a:pt x="316972" y="710458"/>
                  </a:moveTo>
                  <a:lnTo>
                    <a:pt x="323149" y="748919"/>
                  </a:lnTo>
                  <a:lnTo>
                    <a:pt x="334695" y="736942"/>
                  </a:lnTo>
                  <a:close/>
                  <a:moveTo>
                    <a:pt x="496772" y="723770"/>
                  </a:moveTo>
                  <a:lnTo>
                    <a:pt x="518130" y="716339"/>
                  </a:lnTo>
                  <a:lnTo>
                    <a:pt x="524336" y="700731"/>
                  </a:lnTo>
                  <a:close/>
                  <a:moveTo>
                    <a:pt x="510038" y="733593"/>
                  </a:moveTo>
                  <a:lnTo>
                    <a:pt x="518130" y="716339"/>
                  </a:lnTo>
                  <a:lnTo>
                    <a:pt x="496772" y="723770"/>
                  </a:lnTo>
                  <a:close/>
                  <a:moveTo>
                    <a:pt x="108589" y="256710"/>
                  </a:moveTo>
                  <a:lnTo>
                    <a:pt x="95001" y="236902"/>
                  </a:lnTo>
                  <a:lnTo>
                    <a:pt x="105958" y="270867"/>
                  </a:lnTo>
                  <a:close/>
                  <a:moveTo>
                    <a:pt x="520361" y="649194"/>
                  </a:moveTo>
                  <a:lnTo>
                    <a:pt x="535807" y="625100"/>
                  </a:lnTo>
                  <a:lnTo>
                    <a:pt x="524336" y="700731"/>
                  </a:lnTo>
                  <a:close/>
                  <a:moveTo>
                    <a:pt x="507961" y="573563"/>
                  </a:moveTo>
                  <a:lnTo>
                    <a:pt x="535807" y="625100"/>
                  </a:lnTo>
                  <a:lnTo>
                    <a:pt x="470131" y="597657"/>
                  </a:lnTo>
                  <a:close/>
                  <a:moveTo>
                    <a:pt x="498899" y="568506"/>
                  </a:moveTo>
                  <a:lnTo>
                    <a:pt x="535807" y="625100"/>
                  </a:lnTo>
                  <a:lnTo>
                    <a:pt x="507961" y="573563"/>
                  </a:lnTo>
                  <a:close/>
                  <a:moveTo>
                    <a:pt x="498899" y="568506"/>
                  </a:moveTo>
                  <a:lnTo>
                    <a:pt x="536777" y="563763"/>
                  </a:lnTo>
                  <a:lnTo>
                    <a:pt x="512232" y="511773"/>
                  </a:lnTo>
                  <a:close/>
                  <a:moveTo>
                    <a:pt x="420512" y="343323"/>
                  </a:moveTo>
                  <a:lnTo>
                    <a:pt x="420394" y="343376"/>
                  </a:lnTo>
                  <a:lnTo>
                    <a:pt x="461106" y="320621"/>
                  </a:lnTo>
                  <a:close/>
                  <a:moveTo>
                    <a:pt x="673345" y="576912"/>
                  </a:moveTo>
                  <a:lnTo>
                    <a:pt x="674231" y="593429"/>
                  </a:lnTo>
                  <a:lnTo>
                    <a:pt x="683696" y="594959"/>
                  </a:lnTo>
                  <a:close/>
                  <a:moveTo>
                    <a:pt x="574839" y="301375"/>
                  </a:moveTo>
                  <a:lnTo>
                    <a:pt x="613435" y="300383"/>
                  </a:lnTo>
                  <a:lnTo>
                    <a:pt x="590137" y="295136"/>
                  </a:lnTo>
                  <a:close/>
                  <a:moveTo>
                    <a:pt x="596114" y="341141"/>
                  </a:moveTo>
                  <a:lnTo>
                    <a:pt x="613435" y="300383"/>
                  </a:lnTo>
                  <a:lnTo>
                    <a:pt x="574839" y="301375"/>
                  </a:lnTo>
                  <a:close/>
                  <a:moveTo>
                    <a:pt x="989270" y="580261"/>
                  </a:moveTo>
                  <a:lnTo>
                    <a:pt x="1010396" y="519268"/>
                  </a:lnTo>
                  <a:lnTo>
                    <a:pt x="997171" y="504631"/>
                  </a:lnTo>
                  <a:close/>
                  <a:moveTo>
                    <a:pt x="989270" y="580261"/>
                  </a:moveTo>
                  <a:lnTo>
                    <a:pt x="997171" y="504631"/>
                  </a:lnTo>
                  <a:lnTo>
                    <a:pt x="1001525" y="556167"/>
                  </a:lnTo>
                  <a:close/>
                  <a:moveTo>
                    <a:pt x="1010396" y="519268"/>
                  </a:moveTo>
                  <a:lnTo>
                    <a:pt x="1005998" y="460101"/>
                  </a:lnTo>
                  <a:lnTo>
                    <a:pt x="997171" y="504631"/>
                  </a:lnTo>
                  <a:close/>
                  <a:moveTo>
                    <a:pt x="1005998" y="460101"/>
                  </a:moveTo>
                  <a:lnTo>
                    <a:pt x="997160" y="453094"/>
                  </a:lnTo>
                  <a:lnTo>
                    <a:pt x="997171" y="504631"/>
                  </a:lnTo>
                  <a:close/>
                  <a:moveTo>
                    <a:pt x="997160" y="453094"/>
                  </a:moveTo>
                  <a:lnTo>
                    <a:pt x="1041886" y="429000"/>
                  </a:lnTo>
                  <a:lnTo>
                    <a:pt x="997171" y="504631"/>
                  </a:lnTo>
                  <a:close/>
                  <a:moveTo>
                    <a:pt x="1040447" y="369352"/>
                  </a:moveTo>
                  <a:lnTo>
                    <a:pt x="1042727" y="423294"/>
                  </a:lnTo>
                  <a:lnTo>
                    <a:pt x="1038860" y="377464"/>
                  </a:lnTo>
                  <a:close/>
                  <a:moveTo>
                    <a:pt x="1009583" y="164474"/>
                  </a:moveTo>
                  <a:lnTo>
                    <a:pt x="951486" y="215465"/>
                  </a:lnTo>
                  <a:lnTo>
                    <a:pt x="940322" y="215092"/>
                  </a:lnTo>
                  <a:close/>
                  <a:moveTo>
                    <a:pt x="1047573" y="171611"/>
                  </a:moveTo>
                  <a:lnTo>
                    <a:pt x="1009583" y="164474"/>
                  </a:lnTo>
                  <a:lnTo>
                    <a:pt x="1093543" y="168811"/>
                  </a:lnTo>
                  <a:close/>
                  <a:moveTo>
                    <a:pt x="1228220" y="188088"/>
                  </a:moveTo>
                  <a:lnTo>
                    <a:pt x="1279726" y="201265"/>
                  </a:lnTo>
                  <a:lnTo>
                    <a:pt x="1306161" y="169923"/>
                  </a:lnTo>
                  <a:close/>
                  <a:moveTo>
                    <a:pt x="1385446" y="153921"/>
                  </a:moveTo>
                  <a:lnTo>
                    <a:pt x="1383928" y="154533"/>
                  </a:lnTo>
                  <a:lnTo>
                    <a:pt x="1427781" y="140383"/>
                  </a:lnTo>
                  <a:close/>
                  <a:moveTo>
                    <a:pt x="1306161" y="169923"/>
                  </a:moveTo>
                  <a:lnTo>
                    <a:pt x="1353761" y="173213"/>
                  </a:lnTo>
                  <a:lnTo>
                    <a:pt x="1318624" y="169642"/>
                  </a:lnTo>
                  <a:close/>
                  <a:moveTo>
                    <a:pt x="1385446" y="153921"/>
                  </a:moveTo>
                  <a:lnTo>
                    <a:pt x="1445792" y="79478"/>
                  </a:lnTo>
                  <a:lnTo>
                    <a:pt x="1445818" y="78290"/>
                  </a:lnTo>
                  <a:close/>
                  <a:moveTo>
                    <a:pt x="1445818" y="78290"/>
                  </a:moveTo>
                  <a:lnTo>
                    <a:pt x="1440163" y="51779"/>
                  </a:lnTo>
                  <a:lnTo>
                    <a:pt x="1464588" y="8202"/>
                  </a:lnTo>
                  <a:close/>
                  <a:moveTo>
                    <a:pt x="1440163" y="51779"/>
                  </a:moveTo>
                  <a:lnTo>
                    <a:pt x="1457431" y="78290"/>
                  </a:lnTo>
                  <a:lnTo>
                    <a:pt x="1464588" y="8202"/>
                  </a:lnTo>
                  <a:close/>
                  <a:moveTo>
                    <a:pt x="1466377" y="0"/>
                  </a:moveTo>
                  <a:lnTo>
                    <a:pt x="1464588" y="8202"/>
                  </a:lnTo>
                  <a:lnTo>
                    <a:pt x="1488898" y="2660"/>
                  </a:lnTo>
                  <a:close/>
                </a:path>
              </a:pathLst>
            </a:custGeom>
            <a:solidFill>
              <a:srgbClr val="EDF0F2"/>
            </a:solidFill>
            <a:ln w="1524">
              <a:solidFill>
                <a:srgbClr val="EDF0F2"/>
              </a:solidFill>
            </a:ln>
          </p:spPr>
        </p:sp>
        <p:sp>
          <p:nvSpPr>
            <p:cNvPr id="4317" name="Output_density__4316">
              <a:extLst>
                <a:ext uri="{FF2B5EF4-FFF2-40B4-BE49-F238E27FC236}">
                  <a16:creationId xmlns:a16="http://schemas.microsoft.com/office/drawing/2014/main" id="{74F69C38-214E-3A56-9306-61FD6BA740BE}"/>
                </a:ext>
              </a:extLst>
            </p:cNvPr>
            <p:cNvSpPr>
              <a:spLocks noGrp="1"/>
            </p:cNvSpPr>
            <p:nvPr/>
          </p:nvSpPr>
          <p:spPr>
            <a:xfrm>
              <a:off x="14943112" y="2773110"/>
              <a:ext cx="1397596" cy="692733"/>
            </a:xfrm>
            <a:custGeom>
              <a:avLst/>
              <a:gdLst/>
              <a:ahLst/>
              <a:cxnLst/>
              <a:rect l="0" t="0" r="0" b="0"/>
              <a:pathLst>
                <a:path w="1397596" h="692733">
                  <a:moveTo>
                    <a:pt x="274927" y="670629"/>
                  </a:moveTo>
                  <a:lnTo>
                    <a:pt x="210076" y="682592"/>
                  </a:lnTo>
                  <a:lnTo>
                    <a:pt x="286473" y="658652"/>
                  </a:lnTo>
                  <a:close/>
                  <a:moveTo>
                    <a:pt x="0" y="421182"/>
                  </a:moveTo>
                  <a:lnTo>
                    <a:pt x="39707" y="394963"/>
                  </a:lnTo>
                  <a:lnTo>
                    <a:pt x="74062" y="388511"/>
                  </a:lnTo>
                  <a:close/>
                  <a:moveTo>
                    <a:pt x="31291" y="403277"/>
                  </a:moveTo>
                  <a:lnTo>
                    <a:pt x="0" y="421182"/>
                  </a:lnTo>
                  <a:lnTo>
                    <a:pt x="74062" y="388511"/>
                  </a:lnTo>
                  <a:close/>
                  <a:moveTo>
                    <a:pt x="247072" y="686016"/>
                  </a:moveTo>
                  <a:lnTo>
                    <a:pt x="169048" y="692733"/>
                  </a:lnTo>
                  <a:lnTo>
                    <a:pt x="219449" y="689740"/>
                  </a:lnTo>
                  <a:close/>
                  <a:moveTo>
                    <a:pt x="274927" y="670629"/>
                  </a:moveTo>
                  <a:lnTo>
                    <a:pt x="247072" y="686016"/>
                  </a:lnTo>
                  <a:lnTo>
                    <a:pt x="219449" y="689740"/>
                  </a:lnTo>
                  <a:close/>
                  <a:moveTo>
                    <a:pt x="57737" y="192577"/>
                  </a:moveTo>
                  <a:lnTo>
                    <a:pt x="34735" y="224020"/>
                  </a:lnTo>
                  <a:lnTo>
                    <a:pt x="15245" y="208383"/>
                  </a:lnTo>
                  <a:close/>
                  <a:moveTo>
                    <a:pt x="459740" y="495273"/>
                  </a:moveTo>
                  <a:lnTo>
                    <a:pt x="421909" y="519367"/>
                  </a:lnTo>
                  <a:lnTo>
                    <a:pt x="488555" y="485473"/>
                  </a:lnTo>
                  <a:close/>
                  <a:moveTo>
                    <a:pt x="459740" y="495273"/>
                  </a:moveTo>
                  <a:lnTo>
                    <a:pt x="488555" y="485473"/>
                  </a:lnTo>
                  <a:lnTo>
                    <a:pt x="450678" y="490216"/>
                  </a:lnTo>
                  <a:close/>
                  <a:moveTo>
                    <a:pt x="763586" y="677326"/>
                  </a:moveTo>
                  <a:lnTo>
                    <a:pt x="806892" y="653232"/>
                  </a:lnTo>
                  <a:lnTo>
                    <a:pt x="797072" y="670458"/>
                  </a:lnTo>
                  <a:close/>
                  <a:moveTo>
                    <a:pt x="806892" y="653232"/>
                  </a:moveTo>
                  <a:lnTo>
                    <a:pt x="763586" y="677326"/>
                  </a:lnTo>
                  <a:lnTo>
                    <a:pt x="831408" y="624159"/>
                  </a:lnTo>
                  <a:close/>
                  <a:moveTo>
                    <a:pt x="858208" y="589460"/>
                  </a:moveTo>
                  <a:lnTo>
                    <a:pt x="806892" y="653232"/>
                  </a:lnTo>
                  <a:lnTo>
                    <a:pt x="831408" y="624159"/>
                  </a:lnTo>
                  <a:close/>
                  <a:moveTo>
                    <a:pt x="858208" y="589460"/>
                  </a:moveTo>
                  <a:lnTo>
                    <a:pt x="831408" y="624159"/>
                  </a:lnTo>
                  <a:lnTo>
                    <a:pt x="906353" y="594789"/>
                  </a:lnTo>
                  <a:close/>
                  <a:moveTo>
                    <a:pt x="541916" y="216846"/>
                  </a:moveTo>
                  <a:lnTo>
                    <a:pt x="565214" y="222093"/>
                  </a:lnTo>
                  <a:lnTo>
                    <a:pt x="570754" y="213425"/>
                  </a:lnTo>
                  <a:close/>
                  <a:moveTo>
                    <a:pt x="858208" y="589460"/>
                  </a:moveTo>
                  <a:lnTo>
                    <a:pt x="906353" y="594789"/>
                  </a:lnTo>
                  <a:lnTo>
                    <a:pt x="933651" y="561952"/>
                  </a:lnTo>
                  <a:close/>
                  <a:moveTo>
                    <a:pt x="925189" y="577601"/>
                  </a:moveTo>
                  <a:lnTo>
                    <a:pt x="933651" y="561952"/>
                  </a:lnTo>
                  <a:lnTo>
                    <a:pt x="906353" y="594789"/>
                  </a:lnTo>
                  <a:close/>
                  <a:moveTo>
                    <a:pt x="925189" y="577601"/>
                  </a:moveTo>
                  <a:lnTo>
                    <a:pt x="940479" y="553508"/>
                  </a:lnTo>
                  <a:lnTo>
                    <a:pt x="933651" y="561952"/>
                  </a:lnTo>
                  <a:close/>
                  <a:moveTo>
                    <a:pt x="925189" y="577601"/>
                  </a:moveTo>
                  <a:lnTo>
                    <a:pt x="941049" y="501971"/>
                  </a:lnTo>
                  <a:lnTo>
                    <a:pt x="940479" y="553508"/>
                  </a:lnTo>
                  <a:close/>
                  <a:moveTo>
                    <a:pt x="577346" y="212230"/>
                  </a:moveTo>
                  <a:lnTo>
                    <a:pt x="541916" y="216846"/>
                  </a:lnTo>
                  <a:lnTo>
                    <a:pt x="570754" y="213425"/>
                  </a:lnTo>
                  <a:close/>
                  <a:moveTo>
                    <a:pt x="941049" y="501971"/>
                  </a:moveTo>
                  <a:lnTo>
                    <a:pt x="953304" y="477877"/>
                  </a:lnTo>
                  <a:lnTo>
                    <a:pt x="940479" y="553508"/>
                  </a:lnTo>
                  <a:close/>
                  <a:moveTo>
                    <a:pt x="957344" y="475860"/>
                  </a:moveTo>
                  <a:lnTo>
                    <a:pt x="962175" y="440978"/>
                  </a:lnTo>
                  <a:lnTo>
                    <a:pt x="941049" y="501971"/>
                  </a:lnTo>
                  <a:close/>
                  <a:moveTo>
                    <a:pt x="948939" y="374804"/>
                  </a:moveTo>
                  <a:lnTo>
                    <a:pt x="957777" y="381811"/>
                  </a:lnTo>
                  <a:lnTo>
                    <a:pt x="964605" y="368107"/>
                  </a:lnTo>
                  <a:close/>
                  <a:moveTo>
                    <a:pt x="948939" y="374804"/>
                  </a:moveTo>
                  <a:lnTo>
                    <a:pt x="964605" y="368107"/>
                  </a:lnTo>
                  <a:lnTo>
                    <a:pt x="994506" y="345004"/>
                  </a:lnTo>
                  <a:close/>
                  <a:moveTo>
                    <a:pt x="994506" y="345004"/>
                  </a:moveTo>
                  <a:lnTo>
                    <a:pt x="1001566" y="321450"/>
                  </a:lnTo>
                  <a:lnTo>
                    <a:pt x="990639" y="299174"/>
                  </a:lnTo>
                  <a:close/>
                  <a:moveTo>
                    <a:pt x="1179998" y="109798"/>
                  </a:moveTo>
                  <a:lnTo>
                    <a:pt x="1257940" y="91633"/>
                  </a:lnTo>
                  <a:lnTo>
                    <a:pt x="1212291" y="95638"/>
                  </a:lnTo>
                  <a:close/>
                  <a:moveTo>
                    <a:pt x="1212291" y="95638"/>
                  </a:moveTo>
                  <a:lnTo>
                    <a:pt x="1257940" y="91633"/>
                  </a:lnTo>
                  <a:lnTo>
                    <a:pt x="1216055" y="97553"/>
                  </a:lnTo>
                  <a:close/>
                  <a:moveTo>
                    <a:pt x="1257940" y="91633"/>
                  </a:moveTo>
                  <a:lnTo>
                    <a:pt x="1270403" y="91352"/>
                  </a:lnTo>
                  <a:lnTo>
                    <a:pt x="1216055" y="97553"/>
                  </a:lnTo>
                  <a:close/>
                  <a:moveTo>
                    <a:pt x="1305539" y="94923"/>
                  </a:moveTo>
                  <a:lnTo>
                    <a:pt x="1335707" y="76243"/>
                  </a:lnTo>
                  <a:lnTo>
                    <a:pt x="1270403" y="91352"/>
                  </a:lnTo>
                  <a:close/>
                  <a:moveTo>
                    <a:pt x="1337224" y="75631"/>
                  </a:moveTo>
                  <a:lnTo>
                    <a:pt x="1397596" y="0"/>
                  </a:lnTo>
                  <a:lnTo>
                    <a:pt x="1379065" y="51537"/>
                  </a:lnTo>
                  <a:close/>
                </a:path>
              </a:pathLst>
            </a:custGeom>
            <a:solidFill>
              <a:srgbClr val="ECEFF1"/>
            </a:solidFill>
            <a:ln w="1524">
              <a:solidFill>
                <a:srgbClr val="ECEFF1"/>
              </a:solidFill>
            </a:ln>
          </p:spPr>
        </p:sp>
        <p:sp>
          <p:nvSpPr>
            <p:cNvPr id="4318" name="Output_density__4317">
              <a:extLst>
                <a:ext uri="{FF2B5EF4-FFF2-40B4-BE49-F238E27FC236}">
                  <a16:creationId xmlns:a16="http://schemas.microsoft.com/office/drawing/2014/main" id="{B07DBB70-C261-DA95-F0FF-08E35E31D0C8}"/>
                </a:ext>
              </a:extLst>
            </p:cNvPr>
            <p:cNvSpPr>
              <a:spLocks noGrp="1"/>
            </p:cNvSpPr>
            <p:nvPr/>
          </p:nvSpPr>
          <p:spPr>
            <a:xfrm>
              <a:off x="14816776" y="2397371"/>
              <a:ext cx="1548463" cy="1059817"/>
            </a:xfrm>
            <a:custGeom>
              <a:avLst/>
              <a:gdLst/>
              <a:ahLst/>
              <a:cxnLst/>
              <a:rect l="0" t="0" r="0" b="0"/>
              <a:pathLst>
                <a:path w="1548463" h="1059817">
                  <a:moveTo>
                    <a:pt x="153351" y="982492"/>
                  </a:moveTo>
                  <a:lnTo>
                    <a:pt x="188465" y="1018925"/>
                  </a:lnTo>
                  <a:lnTo>
                    <a:pt x="184301" y="1013644"/>
                  </a:lnTo>
                  <a:close/>
                  <a:moveTo>
                    <a:pt x="126929" y="915851"/>
                  </a:moveTo>
                  <a:lnTo>
                    <a:pt x="119489" y="939946"/>
                  </a:lnTo>
                  <a:lnTo>
                    <a:pt x="150394" y="967388"/>
                  </a:lnTo>
                  <a:close/>
                  <a:moveTo>
                    <a:pt x="150394" y="967388"/>
                  </a:moveTo>
                  <a:lnTo>
                    <a:pt x="153351" y="982492"/>
                  </a:lnTo>
                  <a:lnTo>
                    <a:pt x="184301" y="1013644"/>
                  </a:lnTo>
                  <a:close/>
                  <a:moveTo>
                    <a:pt x="244577" y="994831"/>
                  </a:moveTo>
                  <a:lnTo>
                    <a:pt x="243371" y="1059817"/>
                  </a:lnTo>
                  <a:lnTo>
                    <a:pt x="271061" y="1028448"/>
                  </a:lnTo>
                  <a:close/>
                  <a:moveTo>
                    <a:pt x="244577" y="994831"/>
                  </a:moveTo>
                  <a:lnTo>
                    <a:pt x="188465" y="1018925"/>
                  </a:lnTo>
                  <a:lnTo>
                    <a:pt x="243371" y="1059817"/>
                  </a:lnTo>
                  <a:close/>
                  <a:moveTo>
                    <a:pt x="213547" y="943294"/>
                  </a:moveTo>
                  <a:lnTo>
                    <a:pt x="184301" y="1013644"/>
                  </a:lnTo>
                  <a:lnTo>
                    <a:pt x="188465" y="1018925"/>
                  </a:lnTo>
                  <a:close/>
                  <a:moveTo>
                    <a:pt x="150394" y="967388"/>
                  </a:moveTo>
                  <a:lnTo>
                    <a:pt x="184301" y="1013644"/>
                  </a:lnTo>
                  <a:lnTo>
                    <a:pt x="195391" y="948314"/>
                  </a:lnTo>
                  <a:close/>
                  <a:moveTo>
                    <a:pt x="179312" y="860091"/>
                  </a:moveTo>
                  <a:lnTo>
                    <a:pt x="126929" y="915851"/>
                  </a:lnTo>
                  <a:lnTo>
                    <a:pt x="147644" y="891758"/>
                  </a:lnTo>
                  <a:close/>
                  <a:moveTo>
                    <a:pt x="231053" y="878866"/>
                  </a:moveTo>
                  <a:lnTo>
                    <a:pt x="147136" y="874688"/>
                  </a:lnTo>
                  <a:lnTo>
                    <a:pt x="179312" y="860091"/>
                  </a:lnTo>
                  <a:close/>
                  <a:moveTo>
                    <a:pt x="0" y="709705"/>
                  </a:moveTo>
                  <a:lnTo>
                    <a:pt x="20930" y="752181"/>
                  </a:lnTo>
                  <a:lnTo>
                    <a:pt x="24772" y="737148"/>
                  </a:lnTo>
                  <a:close/>
                  <a:moveTo>
                    <a:pt x="3705" y="685611"/>
                  </a:moveTo>
                  <a:lnTo>
                    <a:pt x="0" y="709705"/>
                  </a:lnTo>
                  <a:lnTo>
                    <a:pt x="24772" y="737148"/>
                  </a:lnTo>
                  <a:close/>
                  <a:moveTo>
                    <a:pt x="3705" y="685611"/>
                  </a:moveTo>
                  <a:lnTo>
                    <a:pt x="7161" y="634075"/>
                  </a:lnTo>
                  <a:lnTo>
                    <a:pt x="0" y="709705"/>
                  </a:lnTo>
                  <a:close/>
                  <a:moveTo>
                    <a:pt x="506920" y="998180"/>
                  </a:moveTo>
                  <a:lnTo>
                    <a:pt x="468773" y="1022273"/>
                  </a:lnTo>
                  <a:lnTo>
                    <a:pt x="499191" y="1047780"/>
                  </a:lnTo>
                  <a:close/>
                  <a:moveTo>
                    <a:pt x="532300" y="922549"/>
                  </a:moveTo>
                  <a:lnTo>
                    <a:pt x="506920" y="998180"/>
                  </a:lnTo>
                  <a:lnTo>
                    <a:pt x="538345" y="924370"/>
                  </a:lnTo>
                  <a:close/>
                  <a:moveTo>
                    <a:pt x="538345" y="924370"/>
                  </a:moveTo>
                  <a:lnTo>
                    <a:pt x="506920" y="998180"/>
                  </a:lnTo>
                  <a:lnTo>
                    <a:pt x="531799" y="990217"/>
                  </a:lnTo>
                  <a:close/>
                  <a:moveTo>
                    <a:pt x="532300" y="922549"/>
                  </a:moveTo>
                  <a:lnTo>
                    <a:pt x="538345" y="924370"/>
                  </a:lnTo>
                  <a:lnTo>
                    <a:pt x="538729" y="921841"/>
                  </a:lnTo>
                  <a:close/>
                  <a:moveTo>
                    <a:pt x="592740" y="915913"/>
                  </a:moveTo>
                  <a:lnTo>
                    <a:pt x="538345" y="924370"/>
                  </a:lnTo>
                  <a:lnTo>
                    <a:pt x="589471" y="940845"/>
                  </a:lnTo>
                  <a:close/>
                  <a:moveTo>
                    <a:pt x="592740" y="915913"/>
                  </a:moveTo>
                  <a:lnTo>
                    <a:pt x="538729" y="921841"/>
                  </a:lnTo>
                  <a:lnTo>
                    <a:pt x="538345" y="924370"/>
                  </a:lnTo>
                  <a:close/>
                  <a:moveTo>
                    <a:pt x="569819" y="746318"/>
                  </a:moveTo>
                  <a:lnTo>
                    <a:pt x="518765" y="749843"/>
                  </a:lnTo>
                  <a:lnTo>
                    <a:pt x="577820" y="762385"/>
                  </a:lnTo>
                  <a:close/>
                  <a:moveTo>
                    <a:pt x="366496" y="546698"/>
                  </a:moveTo>
                  <a:lnTo>
                    <a:pt x="345029" y="613330"/>
                  </a:lnTo>
                  <a:lnTo>
                    <a:pt x="328037" y="602726"/>
                  </a:lnTo>
                  <a:close/>
                  <a:moveTo>
                    <a:pt x="553776" y="784122"/>
                  </a:moveTo>
                  <a:lnTo>
                    <a:pt x="593359" y="789923"/>
                  </a:lnTo>
                  <a:lnTo>
                    <a:pt x="577820" y="762385"/>
                  </a:lnTo>
                  <a:close/>
                  <a:moveTo>
                    <a:pt x="933719" y="954100"/>
                  </a:moveTo>
                  <a:lnTo>
                    <a:pt x="984544" y="965199"/>
                  </a:lnTo>
                  <a:lnTo>
                    <a:pt x="941750" y="953340"/>
                  </a:lnTo>
                  <a:close/>
                  <a:moveTo>
                    <a:pt x="933719" y="954100"/>
                  </a:moveTo>
                  <a:lnTo>
                    <a:pt x="922442" y="953340"/>
                  </a:lnTo>
                  <a:lnTo>
                    <a:pt x="922491" y="1004877"/>
                  </a:lnTo>
                  <a:close/>
                  <a:moveTo>
                    <a:pt x="478017" y="468794"/>
                  </a:moveTo>
                  <a:lnTo>
                    <a:pt x="442143" y="437975"/>
                  </a:lnTo>
                  <a:lnTo>
                    <a:pt x="454742" y="512939"/>
                  </a:lnTo>
                  <a:close/>
                  <a:moveTo>
                    <a:pt x="454742" y="512939"/>
                  </a:moveTo>
                  <a:lnTo>
                    <a:pt x="442143" y="437975"/>
                  </a:lnTo>
                  <a:lnTo>
                    <a:pt x="403754" y="453666"/>
                  </a:lnTo>
                  <a:close/>
                  <a:moveTo>
                    <a:pt x="478017" y="468794"/>
                  </a:moveTo>
                  <a:lnTo>
                    <a:pt x="478763" y="513605"/>
                  </a:lnTo>
                  <a:lnTo>
                    <a:pt x="500499" y="513072"/>
                  </a:lnTo>
                  <a:close/>
                  <a:moveTo>
                    <a:pt x="478017" y="468794"/>
                  </a:moveTo>
                  <a:lnTo>
                    <a:pt x="500499" y="513072"/>
                  </a:lnTo>
                  <a:lnTo>
                    <a:pt x="528543" y="483024"/>
                  </a:lnTo>
                  <a:close/>
                  <a:moveTo>
                    <a:pt x="501288" y="513605"/>
                  </a:moveTo>
                  <a:lnTo>
                    <a:pt x="560138" y="561376"/>
                  </a:lnTo>
                  <a:lnTo>
                    <a:pt x="578327" y="541048"/>
                  </a:lnTo>
                  <a:close/>
                  <a:moveTo>
                    <a:pt x="546990" y="489511"/>
                  </a:moveTo>
                  <a:lnTo>
                    <a:pt x="501288" y="513605"/>
                  </a:lnTo>
                  <a:lnTo>
                    <a:pt x="578327" y="541048"/>
                  </a:lnTo>
                  <a:close/>
                  <a:moveTo>
                    <a:pt x="972973" y="897426"/>
                  </a:moveTo>
                  <a:lnTo>
                    <a:pt x="941750" y="953340"/>
                  </a:lnTo>
                  <a:lnTo>
                    <a:pt x="952152" y="939114"/>
                  </a:lnTo>
                  <a:close/>
                  <a:moveTo>
                    <a:pt x="578327" y="541048"/>
                  </a:moveTo>
                  <a:lnTo>
                    <a:pt x="599870" y="575027"/>
                  </a:lnTo>
                  <a:lnTo>
                    <a:pt x="619198" y="568490"/>
                  </a:lnTo>
                  <a:close/>
                  <a:moveTo>
                    <a:pt x="528543" y="483024"/>
                  </a:moveTo>
                  <a:lnTo>
                    <a:pt x="546990" y="489511"/>
                  </a:lnTo>
                  <a:lnTo>
                    <a:pt x="546235" y="414271"/>
                  </a:lnTo>
                  <a:close/>
                  <a:moveTo>
                    <a:pt x="546235" y="414271"/>
                  </a:moveTo>
                  <a:lnTo>
                    <a:pt x="546990" y="489511"/>
                  </a:lnTo>
                  <a:lnTo>
                    <a:pt x="585954" y="419487"/>
                  </a:lnTo>
                  <a:close/>
                  <a:moveTo>
                    <a:pt x="585954" y="419487"/>
                  </a:moveTo>
                  <a:lnTo>
                    <a:pt x="546990" y="489511"/>
                  </a:lnTo>
                  <a:lnTo>
                    <a:pt x="600541" y="470370"/>
                  </a:lnTo>
                  <a:close/>
                  <a:moveTo>
                    <a:pt x="585954" y="419487"/>
                  </a:moveTo>
                  <a:lnTo>
                    <a:pt x="546708" y="413881"/>
                  </a:lnTo>
                  <a:lnTo>
                    <a:pt x="546235" y="414271"/>
                  </a:lnTo>
                  <a:close/>
                  <a:moveTo>
                    <a:pt x="600541" y="470370"/>
                  </a:moveTo>
                  <a:lnTo>
                    <a:pt x="646696" y="440525"/>
                  </a:lnTo>
                  <a:lnTo>
                    <a:pt x="613706" y="434907"/>
                  </a:lnTo>
                  <a:close/>
                  <a:moveTo>
                    <a:pt x="600541" y="470370"/>
                  </a:moveTo>
                  <a:lnTo>
                    <a:pt x="613706" y="434907"/>
                  </a:lnTo>
                  <a:lnTo>
                    <a:pt x="585954" y="419487"/>
                  </a:lnTo>
                  <a:close/>
                  <a:moveTo>
                    <a:pt x="528543" y="483024"/>
                  </a:moveTo>
                  <a:lnTo>
                    <a:pt x="546235" y="414271"/>
                  </a:lnTo>
                  <a:lnTo>
                    <a:pt x="478017" y="468794"/>
                  </a:lnTo>
                  <a:close/>
                  <a:moveTo>
                    <a:pt x="523110" y="369853"/>
                  </a:moveTo>
                  <a:lnTo>
                    <a:pt x="546708" y="413881"/>
                  </a:lnTo>
                  <a:lnTo>
                    <a:pt x="585954" y="419487"/>
                  </a:lnTo>
                  <a:close/>
                  <a:moveTo>
                    <a:pt x="523110" y="369853"/>
                  </a:moveTo>
                  <a:lnTo>
                    <a:pt x="585954" y="419487"/>
                  </a:lnTo>
                  <a:lnTo>
                    <a:pt x="559025" y="378637"/>
                  </a:lnTo>
                  <a:close/>
                  <a:moveTo>
                    <a:pt x="1067107" y="796136"/>
                  </a:moveTo>
                  <a:lnTo>
                    <a:pt x="1047001" y="726449"/>
                  </a:lnTo>
                  <a:lnTo>
                    <a:pt x="1025528" y="729214"/>
                  </a:lnTo>
                  <a:close/>
                  <a:moveTo>
                    <a:pt x="1090311" y="651786"/>
                  </a:moveTo>
                  <a:lnTo>
                    <a:pt x="1092009" y="652718"/>
                  </a:lnTo>
                  <a:lnTo>
                    <a:pt x="1147660" y="702355"/>
                  </a:lnTo>
                  <a:close/>
                  <a:moveTo>
                    <a:pt x="973629" y="670682"/>
                  </a:moveTo>
                  <a:lnTo>
                    <a:pt x="1019915" y="671034"/>
                  </a:lnTo>
                  <a:lnTo>
                    <a:pt x="1022077" y="606534"/>
                  </a:lnTo>
                  <a:close/>
                  <a:moveTo>
                    <a:pt x="1019915" y="671034"/>
                  </a:moveTo>
                  <a:lnTo>
                    <a:pt x="1073525" y="602690"/>
                  </a:lnTo>
                  <a:lnTo>
                    <a:pt x="1022077" y="606534"/>
                  </a:lnTo>
                  <a:close/>
                  <a:moveTo>
                    <a:pt x="1511841" y="224478"/>
                  </a:moveTo>
                  <a:lnTo>
                    <a:pt x="1510782" y="226082"/>
                  </a:lnTo>
                  <a:lnTo>
                    <a:pt x="1548463" y="231478"/>
                  </a:lnTo>
                  <a:close/>
                  <a:moveTo>
                    <a:pt x="1508449" y="217360"/>
                  </a:moveTo>
                  <a:lnTo>
                    <a:pt x="1511841" y="224478"/>
                  </a:lnTo>
                  <a:lnTo>
                    <a:pt x="1494274" y="174807"/>
                  </a:lnTo>
                  <a:close/>
                  <a:moveTo>
                    <a:pt x="1494274" y="174807"/>
                  </a:moveTo>
                  <a:lnTo>
                    <a:pt x="1511841" y="224478"/>
                  </a:lnTo>
                  <a:lnTo>
                    <a:pt x="1548463" y="231478"/>
                  </a:lnTo>
                  <a:close/>
                  <a:moveTo>
                    <a:pt x="1494274" y="174807"/>
                  </a:moveTo>
                  <a:lnTo>
                    <a:pt x="1548463" y="231478"/>
                  </a:lnTo>
                  <a:lnTo>
                    <a:pt x="1536046" y="178829"/>
                  </a:lnTo>
                  <a:close/>
                  <a:moveTo>
                    <a:pt x="1483061" y="172942"/>
                  </a:moveTo>
                  <a:lnTo>
                    <a:pt x="1494274" y="174807"/>
                  </a:lnTo>
                  <a:lnTo>
                    <a:pt x="1493579" y="161764"/>
                  </a:lnTo>
                  <a:close/>
                  <a:moveTo>
                    <a:pt x="1508449" y="217360"/>
                  </a:moveTo>
                  <a:lnTo>
                    <a:pt x="1494274" y="174807"/>
                  </a:lnTo>
                  <a:lnTo>
                    <a:pt x="1483061" y="172942"/>
                  </a:lnTo>
                  <a:close/>
                  <a:moveTo>
                    <a:pt x="1450336" y="109803"/>
                  </a:moveTo>
                  <a:lnTo>
                    <a:pt x="1490128" y="52692"/>
                  </a:lnTo>
                  <a:lnTo>
                    <a:pt x="1448216" y="48784"/>
                  </a:lnTo>
                  <a:close/>
                  <a:moveTo>
                    <a:pt x="1448216" y="48784"/>
                  </a:moveTo>
                  <a:lnTo>
                    <a:pt x="1490128" y="52692"/>
                  </a:lnTo>
                  <a:lnTo>
                    <a:pt x="1477765" y="0"/>
                  </a:lnTo>
                  <a:close/>
                </a:path>
              </a:pathLst>
            </a:custGeom>
            <a:solidFill>
              <a:srgbClr val="F2F4F6"/>
            </a:solidFill>
            <a:ln w="1524">
              <a:solidFill>
                <a:srgbClr val="F2F4F6"/>
              </a:solidFill>
            </a:ln>
          </p:spPr>
        </p:sp>
        <p:sp>
          <p:nvSpPr>
            <p:cNvPr id="4319" name="Output_density__4318">
              <a:extLst>
                <a:ext uri="{FF2B5EF4-FFF2-40B4-BE49-F238E27FC236}">
                  <a16:creationId xmlns:a16="http://schemas.microsoft.com/office/drawing/2014/main" id="{108F661A-3AD0-DB7B-07C7-4674E6E7738F}"/>
                </a:ext>
              </a:extLst>
            </p:cNvPr>
            <p:cNvSpPr>
              <a:spLocks noGrp="1"/>
            </p:cNvSpPr>
            <p:nvPr/>
          </p:nvSpPr>
          <p:spPr>
            <a:xfrm>
              <a:off x="14841664" y="2667920"/>
              <a:ext cx="1519604" cy="809959"/>
            </a:xfrm>
            <a:custGeom>
              <a:avLst/>
              <a:gdLst/>
              <a:ahLst/>
              <a:cxnLst/>
              <a:rect l="0" t="0" r="0" b="0"/>
              <a:pathLst>
                <a:path w="1519604" h="809959">
                  <a:moveTo>
                    <a:pt x="128463" y="711944"/>
                  </a:moveTo>
                  <a:lnTo>
                    <a:pt x="184046" y="767481"/>
                  </a:lnTo>
                  <a:lnTo>
                    <a:pt x="163577" y="748376"/>
                  </a:lnTo>
                  <a:close/>
                  <a:moveTo>
                    <a:pt x="163577" y="748376"/>
                  </a:moveTo>
                  <a:lnTo>
                    <a:pt x="184046" y="767481"/>
                  </a:lnTo>
                  <a:lnTo>
                    <a:pt x="218483" y="789269"/>
                  </a:lnTo>
                  <a:close/>
                  <a:moveTo>
                    <a:pt x="267713" y="798657"/>
                  </a:moveTo>
                  <a:lnTo>
                    <a:pt x="268324" y="775819"/>
                  </a:lnTo>
                  <a:lnTo>
                    <a:pt x="246173" y="757899"/>
                  </a:lnTo>
                  <a:close/>
                  <a:moveTo>
                    <a:pt x="267713" y="798657"/>
                  </a:moveTo>
                  <a:lnTo>
                    <a:pt x="246173" y="757899"/>
                  </a:lnTo>
                  <a:lnTo>
                    <a:pt x="218483" y="789269"/>
                  </a:lnTo>
                  <a:close/>
                  <a:moveTo>
                    <a:pt x="53227" y="520758"/>
                  </a:moveTo>
                  <a:lnTo>
                    <a:pt x="0" y="489446"/>
                  </a:lnTo>
                  <a:lnTo>
                    <a:pt x="2487" y="490693"/>
                  </a:lnTo>
                  <a:close/>
                  <a:moveTo>
                    <a:pt x="40652" y="513520"/>
                  </a:moveTo>
                  <a:lnTo>
                    <a:pt x="0" y="489446"/>
                  </a:lnTo>
                  <a:lnTo>
                    <a:pt x="53227" y="520758"/>
                  </a:lnTo>
                  <a:close/>
                  <a:moveTo>
                    <a:pt x="268324" y="775819"/>
                  </a:moveTo>
                  <a:lnTo>
                    <a:pt x="270497" y="797923"/>
                  </a:lnTo>
                  <a:lnTo>
                    <a:pt x="301026" y="788309"/>
                  </a:lnTo>
                  <a:close/>
                  <a:moveTo>
                    <a:pt x="360060" y="763092"/>
                  </a:moveTo>
                  <a:lnTo>
                    <a:pt x="325141" y="753498"/>
                  </a:lnTo>
                  <a:lnTo>
                    <a:pt x="301026" y="788309"/>
                  </a:lnTo>
                  <a:close/>
                  <a:moveTo>
                    <a:pt x="360060" y="763092"/>
                  </a:moveTo>
                  <a:lnTo>
                    <a:pt x="370199" y="737358"/>
                  </a:lnTo>
                  <a:lnTo>
                    <a:pt x="327103" y="750906"/>
                  </a:lnTo>
                  <a:close/>
                  <a:moveTo>
                    <a:pt x="370199" y="737358"/>
                  </a:moveTo>
                  <a:lnTo>
                    <a:pt x="413967" y="726320"/>
                  </a:lnTo>
                  <a:lnTo>
                    <a:pt x="446047" y="711365"/>
                  </a:lnTo>
                  <a:close/>
                  <a:moveTo>
                    <a:pt x="577563" y="727631"/>
                  </a:moveTo>
                  <a:lnTo>
                    <a:pt x="564583" y="670296"/>
                  </a:lnTo>
                  <a:lnTo>
                    <a:pt x="562586" y="712388"/>
                  </a:lnTo>
                  <a:close/>
                  <a:moveTo>
                    <a:pt x="513841" y="651292"/>
                  </a:moveTo>
                  <a:lnTo>
                    <a:pt x="552126" y="595406"/>
                  </a:lnTo>
                  <a:lnTo>
                    <a:pt x="521664" y="582189"/>
                  </a:lnTo>
                  <a:close/>
                  <a:moveTo>
                    <a:pt x="552126" y="595406"/>
                  </a:moveTo>
                  <a:lnTo>
                    <a:pt x="567852" y="645364"/>
                  </a:lnTo>
                  <a:lnTo>
                    <a:pt x="589034" y="652000"/>
                  </a:lnTo>
                  <a:close/>
                  <a:moveTo>
                    <a:pt x="552126" y="595406"/>
                  </a:moveTo>
                  <a:lnTo>
                    <a:pt x="565459" y="538673"/>
                  </a:lnTo>
                  <a:lnTo>
                    <a:pt x="524829" y="561442"/>
                  </a:lnTo>
                  <a:close/>
                  <a:moveTo>
                    <a:pt x="497247" y="473297"/>
                  </a:moveTo>
                  <a:lnTo>
                    <a:pt x="493877" y="479294"/>
                  </a:lnTo>
                  <a:lnTo>
                    <a:pt x="499382" y="466300"/>
                  </a:lnTo>
                  <a:close/>
                  <a:moveTo>
                    <a:pt x="502801" y="479083"/>
                  </a:moveTo>
                  <a:lnTo>
                    <a:pt x="493877" y="479294"/>
                  </a:lnTo>
                  <a:lnTo>
                    <a:pt x="497247" y="473297"/>
                  </a:lnTo>
                  <a:close/>
                  <a:moveTo>
                    <a:pt x="785175" y="770860"/>
                  </a:moveTo>
                  <a:lnTo>
                    <a:pt x="850414" y="809959"/>
                  </a:lnTo>
                  <a:lnTo>
                    <a:pt x="809048" y="790482"/>
                  </a:lnTo>
                  <a:close/>
                  <a:moveTo>
                    <a:pt x="499382" y="466300"/>
                  </a:moveTo>
                  <a:lnTo>
                    <a:pt x="500435" y="411219"/>
                  </a:lnTo>
                  <a:lnTo>
                    <a:pt x="497247" y="473297"/>
                  </a:lnTo>
                  <a:close/>
                  <a:moveTo>
                    <a:pt x="482844" y="294593"/>
                  </a:moveTo>
                  <a:lnTo>
                    <a:pt x="454177" y="337061"/>
                  </a:lnTo>
                  <a:lnTo>
                    <a:pt x="483410" y="299574"/>
                  </a:lnTo>
                  <a:close/>
                  <a:moveTo>
                    <a:pt x="483410" y="299574"/>
                  </a:moveTo>
                  <a:lnTo>
                    <a:pt x="454177" y="337061"/>
                  </a:lnTo>
                  <a:lnTo>
                    <a:pt x="452114" y="349778"/>
                  </a:lnTo>
                  <a:close/>
                  <a:moveTo>
                    <a:pt x="905345" y="749128"/>
                  </a:moveTo>
                  <a:lnTo>
                    <a:pt x="908340" y="758422"/>
                  </a:lnTo>
                  <a:lnTo>
                    <a:pt x="908831" y="683551"/>
                  </a:lnTo>
                  <a:close/>
                  <a:moveTo>
                    <a:pt x="905345" y="749128"/>
                  </a:moveTo>
                  <a:lnTo>
                    <a:pt x="908831" y="683551"/>
                  </a:lnTo>
                  <a:lnTo>
                    <a:pt x="897604" y="734328"/>
                  </a:lnTo>
                  <a:close/>
                  <a:moveTo>
                    <a:pt x="455564" y="284231"/>
                  </a:moveTo>
                  <a:lnTo>
                    <a:pt x="454177" y="337061"/>
                  </a:lnTo>
                  <a:lnTo>
                    <a:pt x="482844" y="294593"/>
                  </a:lnTo>
                  <a:close/>
                  <a:moveTo>
                    <a:pt x="897554" y="682791"/>
                  </a:moveTo>
                  <a:lnTo>
                    <a:pt x="858304" y="665067"/>
                  </a:lnTo>
                  <a:lnTo>
                    <a:pt x="927264" y="668565"/>
                  </a:lnTo>
                  <a:close/>
                  <a:moveTo>
                    <a:pt x="940167" y="661560"/>
                  </a:moveTo>
                  <a:lnTo>
                    <a:pt x="927264" y="668565"/>
                  </a:lnTo>
                  <a:lnTo>
                    <a:pt x="959656" y="694650"/>
                  </a:lnTo>
                  <a:close/>
                  <a:moveTo>
                    <a:pt x="609063" y="322036"/>
                  </a:moveTo>
                  <a:lnTo>
                    <a:pt x="628066" y="328276"/>
                  </a:lnTo>
                  <a:lnTo>
                    <a:pt x="593954" y="310430"/>
                  </a:lnTo>
                  <a:close/>
                  <a:moveTo>
                    <a:pt x="1042219" y="525587"/>
                  </a:moveTo>
                  <a:lnTo>
                    <a:pt x="1054752" y="583067"/>
                  </a:lnTo>
                  <a:lnTo>
                    <a:pt x="1050398" y="531531"/>
                  </a:lnTo>
                  <a:close/>
                  <a:moveTo>
                    <a:pt x="1050398" y="531531"/>
                  </a:moveTo>
                  <a:lnTo>
                    <a:pt x="1055401" y="473247"/>
                  </a:lnTo>
                  <a:lnTo>
                    <a:pt x="1042219" y="525587"/>
                  </a:lnTo>
                  <a:close/>
                  <a:moveTo>
                    <a:pt x="1055401" y="473247"/>
                  </a:moveTo>
                  <a:lnTo>
                    <a:pt x="1022113" y="455900"/>
                  </a:lnTo>
                  <a:lnTo>
                    <a:pt x="1042219" y="525587"/>
                  </a:lnTo>
                  <a:close/>
                  <a:moveTo>
                    <a:pt x="1065423" y="381237"/>
                  </a:moveTo>
                  <a:lnTo>
                    <a:pt x="1095954" y="450194"/>
                  </a:lnTo>
                  <a:lnTo>
                    <a:pt x="1093674" y="396252"/>
                  </a:lnTo>
                  <a:close/>
                  <a:moveTo>
                    <a:pt x="1287198" y="6469"/>
                  </a:moveTo>
                  <a:lnTo>
                    <a:pt x="1257383" y="29897"/>
                  </a:lnTo>
                  <a:lnTo>
                    <a:pt x="1277991" y="2117"/>
                  </a:lnTo>
                  <a:close/>
                  <a:moveTo>
                    <a:pt x="1257383" y="29897"/>
                  </a:moveTo>
                  <a:lnTo>
                    <a:pt x="1253099" y="26211"/>
                  </a:lnTo>
                  <a:lnTo>
                    <a:pt x="1277991" y="2117"/>
                  </a:lnTo>
                  <a:close/>
                  <a:moveTo>
                    <a:pt x="1287198" y="6469"/>
                  </a:moveTo>
                  <a:lnTo>
                    <a:pt x="1305183" y="33937"/>
                  </a:lnTo>
                  <a:lnTo>
                    <a:pt x="1257383" y="29897"/>
                  </a:lnTo>
                  <a:close/>
                  <a:moveTo>
                    <a:pt x="1277991" y="2117"/>
                  </a:moveTo>
                  <a:lnTo>
                    <a:pt x="1253099" y="26211"/>
                  </a:lnTo>
                  <a:lnTo>
                    <a:pt x="1285468" y="0"/>
                  </a:lnTo>
                  <a:close/>
                  <a:moveTo>
                    <a:pt x="1475654" y="150134"/>
                  </a:moveTo>
                  <a:lnTo>
                    <a:pt x="1484292" y="84443"/>
                  </a:lnTo>
                  <a:lnTo>
                    <a:pt x="1447540" y="121710"/>
                  </a:lnTo>
                  <a:close/>
                  <a:moveTo>
                    <a:pt x="1484971" y="79817"/>
                  </a:moveTo>
                  <a:lnTo>
                    <a:pt x="1484292" y="84443"/>
                  </a:lnTo>
                  <a:lnTo>
                    <a:pt x="1486633" y="81096"/>
                  </a:lnTo>
                  <a:close/>
                  <a:moveTo>
                    <a:pt x="1484971" y="79817"/>
                  </a:moveTo>
                  <a:lnTo>
                    <a:pt x="1486633" y="81096"/>
                  </a:lnTo>
                  <a:lnTo>
                    <a:pt x="1519604" y="26900"/>
                  </a:lnTo>
                  <a:close/>
                  <a:moveTo>
                    <a:pt x="1491918" y="11426"/>
                  </a:moveTo>
                  <a:lnTo>
                    <a:pt x="1484971" y="79817"/>
                  </a:lnTo>
                  <a:lnTo>
                    <a:pt x="1519604" y="26900"/>
                  </a:lnTo>
                  <a:close/>
                </a:path>
              </a:pathLst>
            </a:custGeom>
            <a:solidFill>
              <a:srgbClr val="EFF2F3"/>
            </a:solidFill>
            <a:ln w="1524">
              <a:solidFill>
                <a:srgbClr val="EFF2F3"/>
              </a:solidFill>
            </a:ln>
          </p:spPr>
        </p:sp>
        <p:sp>
          <p:nvSpPr>
            <p:cNvPr id="4320" name="Output_density__4319">
              <a:extLst>
                <a:ext uri="{FF2B5EF4-FFF2-40B4-BE49-F238E27FC236}">
                  <a16:creationId xmlns:a16="http://schemas.microsoft.com/office/drawing/2014/main" id="{0FEE8F4E-294B-AB23-0514-0817FB45C01E}"/>
                </a:ext>
              </a:extLst>
            </p:cNvPr>
            <p:cNvSpPr>
              <a:spLocks noGrp="1"/>
            </p:cNvSpPr>
            <p:nvPr/>
          </p:nvSpPr>
          <p:spPr>
            <a:xfrm>
              <a:off x="14837706" y="2450063"/>
              <a:ext cx="1527532" cy="995088"/>
            </a:xfrm>
            <a:custGeom>
              <a:avLst/>
              <a:gdLst/>
              <a:ahLst/>
              <a:cxnLst/>
              <a:rect l="0" t="0" r="0" b="0"/>
              <a:pathLst>
                <a:path w="1527532" h="995088">
                  <a:moveTo>
                    <a:pt x="129464" y="914696"/>
                  </a:moveTo>
                  <a:lnTo>
                    <a:pt x="112250" y="904721"/>
                  </a:lnTo>
                  <a:lnTo>
                    <a:pt x="132421" y="929800"/>
                  </a:lnTo>
                  <a:close/>
                  <a:moveTo>
                    <a:pt x="0" y="699489"/>
                  </a:moveTo>
                  <a:lnTo>
                    <a:pt x="6444" y="708550"/>
                  </a:lnTo>
                  <a:lnTo>
                    <a:pt x="3957" y="707303"/>
                  </a:lnTo>
                  <a:close/>
                  <a:moveTo>
                    <a:pt x="3841" y="684456"/>
                  </a:moveTo>
                  <a:lnTo>
                    <a:pt x="0" y="699489"/>
                  </a:lnTo>
                  <a:lnTo>
                    <a:pt x="3957" y="707303"/>
                  </a:lnTo>
                  <a:close/>
                  <a:moveTo>
                    <a:pt x="3841" y="684456"/>
                  </a:moveTo>
                  <a:lnTo>
                    <a:pt x="3957" y="707303"/>
                  </a:lnTo>
                  <a:lnTo>
                    <a:pt x="44610" y="731376"/>
                  </a:lnTo>
                  <a:close/>
                  <a:moveTo>
                    <a:pt x="485990" y="945488"/>
                  </a:moveTo>
                  <a:lnTo>
                    <a:pt x="478260" y="995088"/>
                  </a:lnTo>
                  <a:lnTo>
                    <a:pt x="504364" y="957783"/>
                  </a:lnTo>
                  <a:close/>
                  <a:moveTo>
                    <a:pt x="447843" y="969581"/>
                  </a:moveTo>
                  <a:lnTo>
                    <a:pt x="485990" y="945488"/>
                  </a:lnTo>
                  <a:lnTo>
                    <a:pt x="417924" y="944177"/>
                  </a:lnTo>
                  <a:close/>
                  <a:moveTo>
                    <a:pt x="485990" y="945488"/>
                  </a:moveTo>
                  <a:lnTo>
                    <a:pt x="450005" y="929222"/>
                  </a:lnTo>
                  <a:lnTo>
                    <a:pt x="417924" y="944177"/>
                  </a:lnTo>
                  <a:close/>
                  <a:moveTo>
                    <a:pt x="504364" y="957783"/>
                  </a:moveTo>
                  <a:lnTo>
                    <a:pt x="478260" y="995088"/>
                  </a:lnTo>
                  <a:lnTo>
                    <a:pt x="553957" y="968527"/>
                  </a:lnTo>
                  <a:close/>
                  <a:moveTo>
                    <a:pt x="173847" y="645150"/>
                  </a:moveTo>
                  <a:lnTo>
                    <a:pt x="143643" y="606962"/>
                  </a:lnTo>
                  <a:lnTo>
                    <a:pt x="142200" y="636268"/>
                  </a:lnTo>
                  <a:close/>
                  <a:moveTo>
                    <a:pt x="485990" y="945488"/>
                  </a:moveTo>
                  <a:lnTo>
                    <a:pt x="504364" y="957783"/>
                  </a:lnTo>
                  <a:lnTo>
                    <a:pt x="510869" y="937525"/>
                  </a:lnTo>
                  <a:close/>
                  <a:moveTo>
                    <a:pt x="450005" y="929222"/>
                  </a:moveTo>
                  <a:lnTo>
                    <a:pt x="485990" y="945488"/>
                  </a:lnTo>
                  <a:lnTo>
                    <a:pt x="511370" y="869857"/>
                  </a:lnTo>
                  <a:close/>
                  <a:moveTo>
                    <a:pt x="566543" y="930245"/>
                  </a:moveTo>
                  <a:lnTo>
                    <a:pt x="504364" y="957783"/>
                  </a:lnTo>
                  <a:lnTo>
                    <a:pt x="553957" y="968527"/>
                  </a:lnTo>
                  <a:close/>
                  <a:moveTo>
                    <a:pt x="566543" y="930245"/>
                  </a:moveTo>
                  <a:lnTo>
                    <a:pt x="510869" y="937525"/>
                  </a:lnTo>
                  <a:lnTo>
                    <a:pt x="504364" y="957783"/>
                  </a:lnTo>
                  <a:close/>
                  <a:moveTo>
                    <a:pt x="510869" y="937525"/>
                  </a:moveTo>
                  <a:lnTo>
                    <a:pt x="566543" y="930245"/>
                  </a:lnTo>
                  <a:lnTo>
                    <a:pt x="517414" y="871678"/>
                  </a:lnTo>
                  <a:close/>
                  <a:moveTo>
                    <a:pt x="566543" y="930245"/>
                  </a:moveTo>
                  <a:lnTo>
                    <a:pt x="568540" y="888153"/>
                  </a:lnTo>
                  <a:lnTo>
                    <a:pt x="517414" y="871678"/>
                  </a:lnTo>
                  <a:close/>
                  <a:moveTo>
                    <a:pt x="517798" y="869149"/>
                  </a:moveTo>
                  <a:lnTo>
                    <a:pt x="571810" y="863221"/>
                  </a:lnTo>
                  <a:lnTo>
                    <a:pt x="556083" y="813263"/>
                  </a:lnTo>
                  <a:close/>
                  <a:moveTo>
                    <a:pt x="571810" y="863221"/>
                  </a:moveTo>
                  <a:lnTo>
                    <a:pt x="568540" y="888153"/>
                  </a:lnTo>
                  <a:lnTo>
                    <a:pt x="592991" y="869857"/>
                  </a:lnTo>
                  <a:close/>
                  <a:moveTo>
                    <a:pt x="569417" y="756530"/>
                  </a:moveTo>
                  <a:lnTo>
                    <a:pt x="607594" y="746626"/>
                  </a:lnTo>
                  <a:lnTo>
                    <a:pt x="586595" y="742690"/>
                  </a:lnTo>
                  <a:close/>
                  <a:moveTo>
                    <a:pt x="497834" y="697151"/>
                  </a:moveTo>
                  <a:lnTo>
                    <a:pt x="506759" y="696940"/>
                  </a:lnTo>
                  <a:lnTo>
                    <a:pt x="556889" y="709693"/>
                  </a:lnTo>
                  <a:close/>
                  <a:moveTo>
                    <a:pt x="572429" y="737232"/>
                  </a:moveTo>
                  <a:lnTo>
                    <a:pt x="528787" y="779298"/>
                  </a:lnTo>
                  <a:lnTo>
                    <a:pt x="569417" y="756530"/>
                  </a:lnTo>
                  <a:close/>
                  <a:moveTo>
                    <a:pt x="572429" y="737232"/>
                  </a:moveTo>
                  <a:lnTo>
                    <a:pt x="532845" y="731430"/>
                  </a:lnTo>
                  <a:lnTo>
                    <a:pt x="528787" y="779298"/>
                  </a:lnTo>
                  <a:close/>
                  <a:moveTo>
                    <a:pt x="532845" y="731430"/>
                  </a:moveTo>
                  <a:lnTo>
                    <a:pt x="556889" y="709693"/>
                  </a:lnTo>
                  <a:lnTo>
                    <a:pt x="506759" y="696940"/>
                  </a:lnTo>
                  <a:close/>
                  <a:moveTo>
                    <a:pt x="572429" y="737232"/>
                  </a:moveTo>
                  <a:lnTo>
                    <a:pt x="569417" y="756530"/>
                  </a:lnTo>
                  <a:lnTo>
                    <a:pt x="586595" y="742690"/>
                  </a:lnTo>
                  <a:close/>
                  <a:moveTo>
                    <a:pt x="572429" y="737232"/>
                  </a:moveTo>
                  <a:lnTo>
                    <a:pt x="586595" y="742690"/>
                  </a:lnTo>
                  <a:lnTo>
                    <a:pt x="556889" y="709693"/>
                  </a:lnTo>
                  <a:close/>
                  <a:moveTo>
                    <a:pt x="785105" y="976279"/>
                  </a:moveTo>
                  <a:lnTo>
                    <a:pt x="787390" y="927390"/>
                  </a:lnTo>
                  <a:lnTo>
                    <a:pt x="789132" y="988717"/>
                  </a:lnTo>
                  <a:close/>
                  <a:moveTo>
                    <a:pt x="730530" y="821669"/>
                  </a:moveTo>
                  <a:lnTo>
                    <a:pt x="772997" y="858755"/>
                  </a:lnTo>
                  <a:lnTo>
                    <a:pt x="765445" y="849112"/>
                  </a:lnTo>
                  <a:close/>
                  <a:moveTo>
                    <a:pt x="578940" y="522335"/>
                  </a:moveTo>
                  <a:lnTo>
                    <a:pt x="545496" y="508156"/>
                  </a:lnTo>
                  <a:lnTo>
                    <a:pt x="613021" y="539893"/>
                  </a:lnTo>
                  <a:close/>
                  <a:moveTo>
                    <a:pt x="433811" y="460247"/>
                  </a:moveTo>
                  <a:lnTo>
                    <a:pt x="486802" y="512450"/>
                  </a:lnTo>
                  <a:lnTo>
                    <a:pt x="457832" y="460913"/>
                  </a:lnTo>
                  <a:close/>
                  <a:moveTo>
                    <a:pt x="433811" y="460247"/>
                  </a:moveTo>
                  <a:lnTo>
                    <a:pt x="459522" y="502087"/>
                  </a:lnTo>
                  <a:lnTo>
                    <a:pt x="486802" y="512450"/>
                  </a:lnTo>
                  <a:close/>
                  <a:moveTo>
                    <a:pt x="433811" y="460247"/>
                  </a:moveTo>
                  <a:lnTo>
                    <a:pt x="382823" y="400974"/>
                  </a:lnTo>
                  <a:lnTo>
                    <a:pt x="394801" y="453979"/>
                  </a:lnTo>
                  <a:close/>
                  <a:moveTo>
                    <a:pt x="433811" y="460247"/>
                  </a:moveTo>
                  <a:lnTo>
                    <a:pt x="457832" y="460913"/>
                  </a:lnTo>
                  <a:lnTo>
                    <a:pt x="457087" y="416102"/>
                  </a:lnTo>
                  <a:close/>
                  <a:moveTo>
                    <a:pt x="480358" y="460913"/>
                  </a:moveTo>
                  <a:lnTo>
                    <a:pt x="526059" y="436819"/>
                  </a:lnTo>
                  <a:lnTo>
                    <a:pt x="479569" y="460380"/>
                  </a:lnTo>
                  <a:close/>
                  <a:moveTo>
                    <a:pt x="526059" y="436819"/>
                  </a:moveTo>
                  <a:lnTo>
                    <a:pt x="507612" y="430332"/>
                  </a:lnTo>
                  <a:lnTo>
                    <a:pt x="479569" y="460380"/>
                  </a:lnTo>
                  <a:close/>
                  <a:moveTo>
                    <a:pt x="901512" y="900648"/>
                  </a:moveTo>
                  <a:lnTo>
                    <a:pt x="931222" y="886422"/>
                  </a:lnTo>
                  <a:lnTo>
                    <a:pt x="944124" y="879417"/>
                  </a:lnTo>
                  <a:close/>
                  <a:moveTo>
                    <a:pt x="963614" y="912507"/>
                  </a:moveTo>
                  <a:lnTo>
                    <a:pt x="931222" y="886422"/>
                  </a:lnTo>
                  <a:lnTo>
                    <a:pt x="920820" y="900648"/>
                  </a:lnTo>
                  <a:close/>
                  <a:moveTo>
                    <a:pt x="952043" y="844734"/>
                  </a:moveTo>
                  <a:lnTo>
                    <a:pt x="931222" y="886422"/>
                  </a:lnTo>
                  <a:lnTo>
                    <a:pt x="913064" y="838441"/>
                  </a:lnTo>
                  <a:close/>
                  <a:moveTo>
                    <a:pt x="578940" y="522335"/>
                  </a:moveTo>
                  <a:lnTo>
                    <a:pt x="613021" y="539893"/>
                  </a:lnTo>
                  <a:lnTo>
                    <a:pt x="597911" y="528286"/>
                  </a:lnTo>
                  <a:close/>
                  <a:moveTo>
                    <a:pt x="1029329" y="725294"/>
                  </a:moveTo>
                  <a:lnTo>
                    <a:pt x="1025683" y="739875"/>
                  </a:lnTo>
                  <a:lnTo>
                    <a:pt x="1046177" y="743444"/>
                  </a:lnTo>
                  <a:close/>
                  <a:moveTo>
                    <a:pt x="1046177" y="743444"/>
                  </a:moveTo>
                  <a:lnTo>
                    <a:pt x="1025683" y="739875"/>
                  </a:lnTo>
                  <a:lnTo>
                    <a:pt x="1022091" y="787786"/>
                  </a:lnTo>
                  <a:close/>
                  <a:moveTo>
                    <a:pt x="1016604" y="705930"/>
                  </a:moveTo>
                  <a:lnTo>
                    <a:pt x="1029329" y="725294"/>
                  </a:lnTo>
                  <a:lnTo>
                    <a:pt x="1046177" y="743444"/>
                  </a:lnTo>
                  <a:close/>
                  <a:moveTo>
                    <a:pt x="1069381" y="599094"/>
                  </a:moveTo>
                  <a:lnTo>
                    <a:pt x="1078404" y="566997"/>
                  </a:lnTo>
                  <a:lnTo>
                    <a:pt x="1052594" y="549998"/>
                  </a:lnTo>
                  <a:close/>
                  <a:moveTo>
                    <a:pt x="1001146" y="553843"/>
                  </a:moveTo>
                  <a:lnTo>
                    <a:pt x="1052594" y="549998"/>
                  </a:lnTo>
                  <a:lnTo>
                    <a:pt x="1006558" y="533469"/>
                  </a:lnTo>
                  <a:close/>
                  <a:moveTo>
                    <a:pt x="1052594" y="549998"/>
                  </a:moveTo>
                  <a:lnTo>
                    <a:pt x="1053609" y="534708"/>
                  </a:lnTo>
                  <a:lnTo>
                    <a:pt x="1006558" y="533469"/>
                  </a:lnTo>
                  <a:close/>
                  <a:moveTo>
                    <a:pt x="1053609" y="534708"/>
                  </a:moveTo>
                  <a:lnTo>
                    <a:pt x="1036498" y="510511"/>
                  </a:lnTo>
                  <a:lnTo>
                    <a:pt x="1006558" y="533469"/>
                  </a:lnTo>
                  <a:close/>
                  <a:moveTo>
                    <a:pt x="1527532" y="178786"/>
                  </a:moveTo>
                  <a:lnTo>
                    <a:pt x="1489852" y="173390"/>
                  </a:lnTo>
                  <a:lnTo>
                    <a:pt x="1495876" y="229283"/>
                  </a:lnTo>
                  <a:close/>
                  <a:moveTo>
                    <a:pt x="1527532" y="178786"/>
                  </a:moveTo>
                  <a:lnTo>
                    <a:pt x="1495876" y="229283"/>
                  </a:lnTo>
                  <a:lnTo>
                    <a:pt x="1523562" y="244757"/>
                  </a:lnTo>
                  <a:close/>
                  <a:moveTo>
                    <a:pt x="1433529" y="116502"/>
                  </a:moveTo>
                  <a:lnTo>
                    <a:pt x="1487519" y="164669"/>
                  </a:lnTo>
                  <a:lnTo>
                    <a:pt x="1462130" y="120250"/>
                  </a:lnTo>
                  <a:close/>
                  <a:moveTo>
                    <a:pt x="1489707" y="171555"/>
                  </a:moveTo>
                  <a:lnTo>
                    <a:pt x="1487519" y="164669"/>
                  </a:lnTo>
                  <a:lnTo>
                    <a:pt x="1433529" y="116502"/>
                  </a:lnTo>
                  <a:close/>
                  <a:moveTo>
                    <a:pt x="1489707" y="171555"/>
                  </a:moveTo>
                  <a:lnTo>
                    <a:pt x="1489852" y="173390"/>
                  </a:lnTo>
                  <a:lnTo>
                    <a:pt x="1490911" y="171786"/>
                  </a:lnTo>
                  <a:close/>
                  <a:moveTo>
                    <a:pt x="1489707" y="171555"/>
                  </a:moveTo>
                  <a:lnTo>
                    <a:pt x="1490911" y="171786"/>
                  </a:lnTo>
                  <a:lnTo>
                    <a:pt x="1487519" y="164669"/>
                  </a:lnTo>
                  <a:close/>
                  <a:moveTo>
                    <a:pt x="1469272" y="62682"/>
                  </a:moveTo>
                  <a:lnTo>
                    <a:pt x="1462130" y="120250"/>
                  </a:lnTo>
                  <a:lnTo>
                    <a:pt x="1472649" y="109072"/>
                  </a:lnTo>
                  <a:close/>
                  <a:moveTo>
                    <a:pt x="1433529" y="116502"/>
                  </a:moveTo>
                  <a:lnTo>
                    <a:pt x="1462130" y="120250"/>
                  </a:lnTo>
                  <a:lnTo>
                    <a:pt x="1469272" y="62682"/>
                  </a:lnTo>
                  <a:close/>
                  <a:moveTo>
                    <a:pt x="1429405" y="57111"/>
                  </a:moveTo>
                  <a:lnTo>
                    <a:pt x="1433529" y="116502"/>
                  </a:lnTo>
                  <a:lnTo>
                    <a:pt x="1469272" y="62682"/>
                  </a:lnTo>
                  <a:close/>
                  <a:moveTo>
                    <a:pt x="1429405" y="57111"/>
                  </a:moveTo>
                  <a:lnTo>
                    <a:pt x="1469272" y="62682"/>
                  </a:lnTo>
                  <a:lnTo>
                    <a:pt x="1469197" y="0"/>
                  </a:lnTo>
                  <a:close/>
                  <a:moveTo>
                    <a:pt x="1469272" y="62682"/>
                  </a:moveTo>
                  <a:lnTo>
                    <a:pt x="1472649" y="109072"/>
                  </a:lnTo>
                  <a:lnTo>
                    <a:pt x="1492174" y="68713"/>
                  </a:lnTo>
                  <a:close/>
                  <a:moveTo>
                    <a:pt x="1469197" y="0"/>
                  </a:moveTo>
                  <a:lnTo>
                    <a:pt x="1469272" y="62682"/>
                  </a:lnTo>
                  <a:lnTo>
                    <a:pt x="1507580" y="6778"/>
                  </a:lnTo>
                  <a:close/>
                </a:path>
              </a:pathLst>
            </a:custGeom>
            <a:solidFill>
              <a:srgbClr val="F1F3F5"/>
            </a:solidFill>
            <a:ln w="1524">
              <a:solidFill>
                <a:srgbClr val="F1F3F5"/>
              </a:solidFill>
            </a:ln>
          </p:spPr>
        </p:sp>
        <p:sp>
          <p:nvSpPr>
            <p:cNvPr id="4321" name="Output_density__4320">
              <a:extLst>
                <a:ext uri="{FF2B5EF4-FFF2-40B4-BE49-F238E27FC236}">
                  <a16:creationId xmlns:a16="http://schemas.microsoft.com/office/drawing/2014/main" id="{67872539-7635-33E0-3217-3318DAD1B428}"/>
                </a:ext>
              </a:extLst>
            </p:cNvPr>
            <p:cNvSpPr>
              <a:spLocks noGrp="1"/>
            </p:cNvSpPr>
            <p:nvPr/>
          </p:nvSpPr>
          <p:spPr>
            <a:xfrm>
              <a:off x="14814804" y="2396626"/>
              <a:ext cx="1479737" cy="1019670"/>
            </a:xfrm>
            <a:custGeom>
              <a:avLst/>
              <a:gdLst/>
              <a:ahLst/>
              <a:cxnLst/>
              <a:rect l="0" t="0" r="0" b="0"/>
              <a:pathLst>
                <a:path w="1479737" h="1019670">
                  <a:moveTo>
                    <a:pt x="197362" y="949060"/>
                  </a:moveTo>
                  <a:lnTo>
                    <a:pt x="186273" y="1014390"/>
                  </a:lnTo>
                  <a:lnTo>
                    <a:pt x="215518" y="944040"/>
                  </a:lnTo>
                  <a:close/>
                  <a:moveTo>
                    <a:pt x="215518" y="944040"/>
                  </a:moveTo>
                  <a:lnTo>
                    <a:pt x="190436" y="1019670"/>
                  </a:lnTo>
                  <a:lnTo>
                    <a:pt x="246549" y="995577"/>
                  </a:lnTo>
                  <a:close/>
                  <a:moveTo>
                    <a:pt x="152366" y="968134"/>
                  </a:moveTo>
                  <a:lnTo>
                    <a:pt x="197362" y="949060"/>
                  </a:lnTo>
                  <a:lnTo>
                    <a:pt x="149615" y="892503"/>
                  </a:lnTo>
                  <a:close/>
                  <a:moveTo>
                    <a:pt x="128900" y="916597"/>
                  </a:moveTo>
                  <a:lnTo>
                    <a:pt x="152366" y="968134"/>
                  </a:lnTo>
                  <a:lnTo>
                    <a:pt x="149615" y="892503"/>
                  </a:lnTo>
                  <a:close/>
                  <a:moveTo>
                    <a:pt x="181284" y="860837"/>
                  </a:moveTo>
                  <a:lnTo>
                    <a:pt x="149107" y="875433"/>
                  </a:lnTo>
                  <a:lnTo>
                    <a:pt x="128900" y="916597"/>
                  </a:lnTo>
                  <a:close/>
                  <a:moveTo>
                    <a:pt x="19663" y="605916"/>
                  </a:moveTo>
                  <a:lnTo>
                    <a:pt x="0" y="657091"/>
                  </a:lnTo>
                  <a:lnTo>
                    <a:pt x="9133" y="634820"/>
                  </a:lnTo>
                  <a:close/>
                  <a:moveTo>
                    <a:pt x="270286" y="927757"/>
                  </a:moveTo>
                  <a:lnTo>
                    <a:pt x="289778" y="919946"/>
                  </a:lnTo>
                  <a:lnTo>
                    <a:pt x="319060" y="891705"/>
                  </a:lnTo>
                  <a:close/>
                  <a:moveTo>
                    <a:pt x="5677" y="686357"/>
                  </a:moveTo>
                  <a:lnTo>
                    <a:pt x="27104" y="610727"/>
                  </a:lnTo>
                  <a:lnTo>
                    <a:pt x="9133" y="634820"/>
                  </a:lnTo>
                  <a:close/>
                  <a:moveTo>
                    <a:pt x="45810" y="568776"/>
                  </a:moveTo>
                  <a:lnTo>
                    <a:pt x="9133" y="634820"/>
                  </a:lnTo>
                  <a:lnTo>
                    <a:pt x="27104" y="610727"/>
                  </a:lnTo>
                  <a:close/>
                  <a:moveTo>
                    <a:pt x="45810" y="568776"/>
                  </a:moveTo>
                  <a:lnTo>
                    <a:pt x="19663" y="605916"/>
                  </a:lnTo>
                  <a:lnTo>
                    <a:pt x="9133" y="634820"/>
                  </a:lnTo>
                  <a:close/>
                  <a:moveTo>
                    <a:pt x="19663" y="605916"/>
                  </a:moveTo>
                  <a:lnTo>
                    <a:pt x="45810" y="568776"/>
                  </a:lnTo>
                  <a:lnTo>
                    <a:pt x="35900" y="583284"/>
                  </a:lnTo>
                  <a:close/>
                  <a:moveTo>
                    <a:pt x="45810" y="568776"/>
                  </a:moveTo>
                  <a:lnTo>
                    <a:pt x="64882" y="559190"/>
                  </a:lnTo>
                  <a:lnTo>
                    <a:pt x="35900" y="583284"/>
                  </a:lnTo>
                  <a:close/>
                  <a:moveTo>
                    <a:pt x="196749" y="698588"/>
                  </a:moveTo>
                  <a:lnTo>
                    <a:pt x="209420" y="662263"/>
                  </a:lnTo>
                  <a:lnTo>
                    <a:pt x="166545" y="660400"/>
                  </a:lnTo>
                  <a:close/>
                  <a:moveTo>
                    <a:pt x="45810" y="568776"/>
                  </a:moveTo>
                  <a:lnTo>
                    <a:pt x="78228" y="555083"/>
                  </a:lnTo>
                  <a:lnTo>
                    <a:pt x="64882" y="559190"/>
                  </a:lnTo>
                  <a:close/>
                  <a:moveTo>
                    <a:pt x="83933" y="535096"/>
                  </a:moveTo>
                  <a:lnTo>
                    <a:pt x="108809" y="494741"/>
                  </a:lnTo>
                  <a:lnTo>
                    <a:pt x="69428" y="507653"/>
                  </a:lnTo>
                  <a:close/>
                  <a:moveTo>
                    <a:pt x="64882" y="559190"/>
                  </a:moveTo>
                  <a:lnTo>
                    <a:pt x="83933" y="535096"/>
                  </a:lnTo>
                  <a:lnTo>
                    <a:pt x="69428" y="507653"/>
                  </a:lnTo>
                  <a:close/>
                  <a:moveTo>
                    <a:pt x="370576" y="641518"/>
                  </a:moveTo>
                  <a:lnTo>
                    <a:pt x="330008" y="603472"/>
                  </a:lnTo>
                  <a:lnTo>
                    <a:pt x="347001" y="614075"/>
                  </a:lnTo>
                  <a:close/>
                  <a:moveTo>
                    <a:pt x="370576" y="641518"/>
                  </a:moveTo>
                  <a:lnTo>
                    <a:pt x="347001" y="614075"/>
                  </a:lnTo>
                  <a:lnTo>
                    <a:pt x="343616" y="665612"/>
                  </a:lnTo>
                  <a:close/>
                  <a:moveTo>
                    <a:pt x="731926" y="823570"/>
                  </a:moveTo>
                  <a:lnTo>
                    <a:pt x="697160" y="847664"/>
                  </a:lnTo>
                  <a:lnTo>
                    <a:pt x="753432" y="875107"/>
                  </a:lnTo>
                  <a:close/>
                  <a:moveTo>
                    <a:pt x="340202" y="411277"/>
                  </a:moveTo>
                  <a:lnTo>
                    <a:pt x="311136" y="430586"/>
                  </a:lnTo>
                  <a:lnTo>
                    <a:pt x="335966" y="415315"/>
                  </a:lnTo>
                  <a:close/>
                  <a:moveTo>
                    <a:pt x="311136" y="430586"/>
                  </a:moveTo>
                  <a:lnTo>
                    <a:pt x="283442" y="415119"/>
                  </a:lnTo>
                  <a:lnTo>
                    <a:pt x="335966" y="415315"/>
                  </a:lnTo>
                  <a:close/>
                  <a:moveTo>
                    <a:pt x="303452" y="428650"/>
                  </a:moveTo>
                  <a:lnTo>
                    <a:pt x="311136" y="430586"/>
                  </a:lnTo>
                  <a:lnTo>
                    <a:pt x="303025" y="383835"/>
                  </a:lnTo>
                  <a:close/>
                  <a:moveTo>
                    <a:pt x="303025" y="383835"/>
                  </a:moveTo>
                  <a:lnTo>
                    <a:pt x="311136" y="430586"/>
                  </a:lnTo>
                  <a:lnTo>
                    <a:pt x="340202" y="411277"/>
                  </a:lnTo>
                  <a:close/>
                  <a:moveTo>
                    <a:pt x="896797" y="940080"/>
                  </a:moveTo>
                  <a:lnTo>
                    <a:pt x="924413" y="954086"/>
                  </a:lnTo>
                  <a:lnTo>
                    <a:pt x="935690" y="954845"/>
                  </a:lnTo>
                  <a:close/>
                  <a:moveTo>
                    <a:pt x="731926" y="823570"/>
                  </a:moveTo>
                  <a:lnTo>
                    <a:pt x="753432" y="875107"/>
                  </a:lnTo>
                  <a:lnTo>
                    <a:pt x="776402" y="851013"/>
                  </a:lnTo>
                  <a:close/>
                  <a:moveTo>
                    <a:pt x="731926" y="823570"/>
                  </a:moveTo>
                  <a:lnTo>
                    <a:pt x="776402" y="851013"/>
                  </a:lnTo>
                  <a:lnTo>
                    <a:pt x="769540" y="799476"/>
                  </a:lnTo>
                  <a:close/>
                  <a:moveTo>
                    <a:pt x="731926" y="823570"/>
                  </a:moveTo>
                  <a:lnTo>
                    <a:pt x="769540" y="799476"/>
                  </a:lnTo>
                  <a:lnTo>
                    <a:pt x="730752" y="772034"/>
                  </a:lnTo>
                  <a:close/>
                  <a:moveTo>
                    <a:pt x="580298" y="541793"/>
                  </a:moveTo>
                  <a:lnTo>
                    <a:pt x="562110" y="562122"/>
                  </a:lnTo>
                  <a:lnTo>
                    <a:pt x="568398" y="561594"/>
                  </a:lnTo>
                  <a:close/>
                  <a:moveTo>
                    <a:pt x="400065" y="396270"/>
                  </a:moveTo>
                  <a:lnTo>
                    <a:pt x="452187" y="365593"/>
                  </a:lnTo>
                  <a:lnTo>
                    <a:pt x="418362" y="356634"/>
                  </a:lnTo>
                  <a:close/>
                  <a:moveTo>
                    <a:pt x="400065" y="396270"/>
                  </a:moveTo>
                  <a:lnTo>
                    <a:pt x="418362" y="356634"/>
                  </a:lnTo>
                  <a:lnTo>
                    <a:pt x="369214" y="358609"/>
                  </a:lnTo>
                  <a:close/>
                  <a:moveTo>
                    <a:pt x="580298" y="541793"/>
                  </a:moveTo>
                  <a:lnTo>
                    <a:pt x="568398" y="561594"/>
                  </a:lnTo>
                  <a:lnTo>
                    <a:pt x="601841" y="575773"/>
                  </a:lnTo>
                  <a:close/>
                  <a:moveTo>
                    <a:pt x="548961" y="490257"/>
                  </a:moveTo>
                  <a:lnTo>
                    <a:pt x="612881" y="482148"/>
                  </a:lnTo>
                  <a:lnTo>
                    <a:pt x="602513" y="471116"/>
                  </a:lnTo>
                  <a:close/>
                  <a:moveTo>
                    <a:pt x="609754" y="517700"/>
                  </a:moveTo>
                  <a:lnTo>
                    <a:pt x="612881" y="482148"/>
                  </a:lnTo>
                  <a:lnTo>
                    <a:pt x="548961" y="490257"/>
                  </a:lnTo>
                  <a:close/>
                  <a:moveTo>
                    <a:pt x="580298" y="541793"/>
                  </a:moveTo>
                  <a:lnTo>
                    <a:pt x="609754" y="517700"/>
                  </a:lnTo>
                  <a:lnTo>
                    <a:pt x="548961" y="490257"/>
                  </a:lnTo>
                  <a:close/>
                  <a:moveTo>
                    <a:pt x="487957" y="425541"/>
                  </a:moveTo>
                  <a:lnTo>
                    <a:pt x="547989" y="414204"/>
                  </a:lnTo>
                  <a:lnTo>
                    <a:pt x="525082" y="370598"/>
                  </a:lnTo>
                  <a:close/>
                  <a:moveTo>
                    <a:pt x="547989" y="414204"/>
                  </a:moveTo>
                  <a:lnTo>
                    <a:pt x="548680" y="414626"/>
                  </a:lnTo>
                  <a:lnTo>
                    <a:pt x="525082" y="370598"/>
                  </a:lnTo>
                  <a:close/>
                  <a:moveTo>
                    <a:pt x="468199" y="378860"/>
                  </a:moveTo>
                  <a:lnTo>
                    <a:pt x="496732" y="357461"/>
                  </a:lnTo>
                  <a:lnTo>
                    <a:pt x="452187" y="365593"/>
                  </a:lnTo>
                  <a:close/>
                  <a:moveTo>
                    <a:pt x="468199" y="378860"/>
                  </a:moveTo>
                  <a:lnTo>
                    <a:pt x="525082" y="370598"/>
                  </a:lnTo>
                  <a:lnTo>
                    <a:pt x="496732" y="357461"/>
                  </a:lnTo>
                  <a:close/>
                  <a:moveTo>
                    <a:pt x="943265" y="823202"/>
                  </a:moveTo>
                  <a:lnTo>
                    <a:pt x="978805" y="802825"/>
                  </a:lnTo>
                  <a:lnTo>
                    <a:pt x="964713" y="789307"/>
                  </a:lnTo>
                  <a:close/>
                  <a:moveTo>
                    <a:pt x="945265" y="802825"/>
                  </a:moveTo>
                  <a:lnTo>
                    <a:pt x="943265" y="823202"/>
                  </a:lnTo>
                  <a:lnTo>
                    <a:pt x="964713" y="789307"/>
                  </a:lnTo>
                  <a:close/>
                  <a:moveTo>
                    <a:pt x="943265" y="823202"/>
                  </a:moveTo>
                  <a:lnTo>
                    <a:pt x="972117" y="816989"/>
                  </a:lnTo>
                  <a:lnTo>
                    <a:pt x="978805" y="802825"/>
                  </a:lnTo>
                  <a:close/>
                  <a:moveTo>
                    <a:pt x="679463" y="421511"/>
                  </a:moveTo>
                  <a:lnTo>
                    <a:pt x="616318" y="466163"/>
                  </a:lnTo>
                  <a:lnTo>
                    <a:pt x="658822" y="442069"/>
                  </a:lnTo>
                  <a:close/>
                  <a:moveTo>
                    <a:pt x="679463" y="421511"/>
                  </a:moveTo>
                  <a:lnTo>
                    <a:pt x="648667" y="441270"/>
                  </a:lnTo>
                  <a:lnTo>
                    <a:pt x="616318" y="466163"/>
                  </a:lnTo>
                  <a:close/>
                  <a:moveTo>
                    <a:pt x="1027499" y="729960"/>
                  </a:moveTo>
                  <a:lnTo>
                    <a:pt x="1039506" y="759367"/>
                  </a:lnTo>
                  <a:lnTo>
                    <a:pt x="1069079" y="796882"/>
                  </a:lnTo>
                  <a:close/>
                  <a:moveTo>
                    <a:pt x="1027499" y="729960"/>
                  </a:moveTo>
                  <a:lnTo>
                    <a:pt x="1024136" y="701901"/>
                  </a:lnTo>
                  <a:lnTo>
                    <a:pt x="975376" y="694275"/>
                  </a:lnTo>
                  <a:close/>
                  <a:moveTo>
                    <a:pt x="1027499" y="729960"/>
                  </a:moveTo>
                  <a:lnTo>
                    <a:pt x="1048973" y="727194"/>
                  </a:lnTo>
                  <a:lnTo>
                    <a:pt x="1024136" y="701901"/>
                  </a:lnTo>
                  <a:close/>
                  <a:moveTo>
                    <a:pt x="1048973" y="727194"/>
                  </a:moveTo>
                  <a:lnTo>
                    <a:pt x="1093981" y="653464"/>
                  </a:lnTo>
                  <a:lnTo>
                    <a:pt x="1021886" y="671780"/>
                  </a:lnTo>
                  <a:close/>
                  <a:moveTo>
                    <a:pt x="1021886" y="671780"/>
                  </a:moveTo>
                  <a:lnTo>
                    <a:pt x="1093981" y="653464"/>
                  </a:lnTo>
                  <a:lnTo>
                    <a:pt x="1092283" y="652531"/>
                  </a:lnTo>
                  <a:close/>
                  <a:moveTo>
                    <a:pt x="1048973" y="727194"/>
                  </a:moveTo>
                  <a:lnTo>
                    <a:pt x="1021886" y="671780"/>
                  </a:lnTo>
                  <a:lnTo>
                    <a:pt x="1024136" y="701901"/>
                  </a:lnTo>
                  <a:close/>
                  <a:moveTo>
                    <a:pt x="1021886" y="671780"/>
                  </a:moveTo>
                  <a:lnTo>
                    <a:pt x="975376" y="694275"/>
                  </a:lnTo>
                  <a:lnTo>
                    <a:pt x="1024136" y="701901"/>
                  </a:lnTo>
                  <a:close/>
                  <a:moveTo>
                    <a:pt x="1021886" y="671780"/>
                  </a:moveTo>
                  <a:lnTo>
                    <a:pt x="1092283" y="652531"/>
                  </a:lnTo>
                  <a:lnTo>
                    <a:pt x="1075496" y="603436"/>
                  </a:lnTo>
                  <a:close/>
                  <a:moveTo>
                    <a:pt x="1051374" y="369787"/>
                  </a:moveTo>
                  <a:lnTo>
                    <a:pt x="1019971" y="416529"/>
                  </a:lnTo>
                  <a:lnTo>
                    <a:pt x="1084353" y="347666"/>
                  </a:lnTo>
                  <a:close/>
                  <a:moveTo>
                    <a:pt x="1084353" y="347666"/>
                  </a:moveTo>
                  <a:lnTo>
                    <a:pt x="1019971" y="416529"/>
                  </a:lnTo>
                  <a:lnTo>
                    <a:pt x="1065719" y="397230"/>
                  </a:lnTo>
                  <a:close/>
                  <a:moveTo>
                    <a:pt x="1138167" y="239293"/>
                  </a:moveTo>
                  <a:lnTo>
                    <a:pt x="1173836" y="237754"/>
                  </a:lnTo>
                  <a:lnTo>
                    <a:pt x="1176614" y="218526"/>
                  </a:lnTo>
                  <a:close/>
                  <a:moveTo>
                    <a:pt x="1173836" y="237754"/>
                  </a:moveTo>
                  <a:lnTo>
                    <a:pt x="1178274" y="194432"/>
                  </a:lnTo>
                  <a:lnTo>
                    <a:pt x="1176614" y="218526"/>
                  </a:lnTo>
                  <a:close/>
                  <a:moveTo>
                    <a:pt x="1328088" y="20647"/>
                  </a:moveTo>
                  <a:lnTo>
                    <a:pt x="1284653" y="32926"/>
                  </a:lnTo>
                  <a:lnTo>
                    <a:pt x="1358646" y="0"/>
                  </a:lnTo>
                  <a:close/>
                  <a:moveTo>
                    <a:pt x="1398348" y="53692"/>
                  </a:moveTo>
                  <a:lnTo>
                    <a:pt x="1450187" y="49530"/>
                  </a:lnTo>
                  <a:lnTo>
                    <a:pt x="1429338" y="3736"/>
                  </a:lnTo>
                  <a:close/>
                  <a:moveTo>
                    <a:pt x="1450187" y="49530"/>
                  </a:moveTo>
                  <a:lnTo>
                    <a:pt x="1479737" y="746"/>
                  </a:lnTo>
                  <a:lnTo>
                    <a:pt x="1429338" y="3736"/>
                  </a:lnTo>
                  <a:close/>
                </a:path>
              </a:pathLst>
            </a:custGeom>
            <a:solidFill>
              <a:srgbClr val="F4F6F7"/>
            </a:solidFill>
            <a:ln w="1524">
              <a:solidFill>
                <a:srgbClr val="F4F6F7"/>
              </a:solidFill>
            </a:ln>
          </p:spPr>
        </p:sp>
        <p:sp>
          <p:nvSpPr>
            <p:cNvPr id="4322" name="Output_density__4321">
              <a:extLst>
                <a:ext uri="{FF2B5EF4-FFF2-40B4-BE49-F238E27FC236}">
                  <a16:creationId xmlns:a16="http://schemas.microsoft.com/office/drawing/2014/main" id="{AE7E4308-468E-8A04-DA94-50EB5A189BC4}"/>
                </a:ext>
              </a:extLst>
            </p:cNvPr>
            <p:cNvSpPr>
              <a:spLocks noGrp="1"/>
            </p:cNvSpPr>
            <p:nvPr/>
          </p:nvSpPr>
          <p:spPr>
            <a:xfrm>
              <a:off x="14882316" y="2667920"/>
              <a:ext cx="1478952" cy="812095"/>
            </a:xfrm>
            <a:custGeom>
              <a:avLst/>
              <a:gdLst/>
              <a:ahLst/>
              <a:cxnLst/>
              <a:rect l="0" t="0" r="0" b="0"/>
              <a:pathLst>
                <a:path w="1478952" h="812095">
                  <a:moveTo>
                    <a:pt x="229845" y="797923"/>
                  </a:moveTo>
                  <a:lnTo>
                    <a:pt x="227672" y="775819"/>
                  </a:lnTo>
                  <a:lnTo>
                    <a:pt x="227061" y="798657"/>
                  </a:lnTo>
                  <a:close/>
                  <a:moveTo>
                    <a:pt x="46802" y="513827"/>
                  </a:moveTo>
                  <a:lnTo>
                    <a:pt x="0" y="513520"/>
                  </a:lnTo>
                  <a:lnTo>
                    <a:pt x="12575" y="520758"/>
                  </a:lnTo>
                  <a:close/>
                  <a:moveTo>
                    <a:pt x="307869" y="791206"/>
                  </a:moveTo>
                  <a:lnTo>
                    <a:pt x="260374" y="788309"/>
                  </a:lnTo>
                  <a:lnTo>
                    <a:pt x="229845" y="797923"/>
                  </a:lnTo>
                  <a:close/>
                  <a:moveTo>
                    <a:pt x="319408" y="763092"/>
                  </a:moveTo>
                  <a:lnTo>
                    <a:pt x="260374" y="788309"/>
                  </a:lnTo>
                  <a:lnTo>
                    <a:pt x="307869" y="791206"/>
                  </a:lnTo>
                  <a:close/>
                  <a:moveTo>
                    <a:pt x="319408" y="763092"/>
                  </a:moveTo>
                  <a:lnTo>
                    <a:pt x="307869" y="791206"/>
                  </a:lnTo>
                  <a:lnTo>
                    <a:pt x="335723" y="775819"/>
                  </a:lnTo>
                  <a:close/>
                  <a:moveTo>
                    <a:pt x="319408" y="763092"/>
                  </a:moveTo>
                  <a:lnTo>
                    <a:pt x="335723" y="775819"/>
                  </a:lnTo>
                  <a:lnTo>
                    <a:pt x="329547" y="737358"/>
                  </a:lnTo>
                  <a:close/>
                  <a:moveTo>
                    <a:pt x="329547" y="737358"/>
                  </a:moveTo>
                  <a:lnTo>
                    <a:pt x="347270" y="763842"/>
                  </a:lnTo>
                  <a:lnTo>
                    <a:pt x="373315" y="726320"/>
                  </a:lnTo>
                  <a:close/>
                  <a:moveTo>
                    <a:pt x="481012" y="582189"/>
                  </a:moveTo>
                  <a:lnTo>
                    <a:pt x="511474" y="595406"/>
                  </a:lnTo>
                  <a:lnTo>
                    <a:pt x="484177" y="561442"/>
                  </a:lnTo>
                  <a:close/>
                  <a:moveTo>
                    <a:pt x="458730" y="466300"/>
                  </a:moveTo>
                  <a:lnTo>
                    <a:pt x="453225" y="479294"/>
                  </a:lnTo>
                  <a:lnTo>
                    <a:pt x="474405" y="421760"/>
                  </a:lnTo>
                  <a:close/>
                  <a:moveTo>
                    <a:pt x="744523" y="770860"/>
                  </a:moveTo>
                  <a:lnTo>
                    <a:pt x="817698" y="812095"/>
                  </a:lnTo>
                  <a:lnTo>
                    <a:pt x="809762" y="809959"/>
                  </a:lnTo>
                  <a:close/>
                  <a:moveTo>
                    <a:pt x="456595" y="473297"/>
                  </a:moveTo>
                  <a:lnTo>
                    <a:pt x="459783" y="411219"/>
                  </a:lnTo>
                  <a:lnTo>
                    <a:pt x="445809" y="397666"/>
                  </a:lnTo>
                  <a:close/>
                  <a:moveTo>
                    <a:pt x="459783" y="411219"/>
                  </a:moveTo>
                  <a:lnTo>
                    <a:pt x="458730" y="466300"/>
                  </a:lnTo>
                  <a:lnTo>
                    <a:pt x="474405" y="421760"/>
                  </a:lnTo>
                  <a:close/>
                  <a:moveTo>
                    <a:pt x="411462" y="349778"/>
                  </a:moveTo>
                  <a:lnTo>
                    <a:pt x="445809" y="397666"/>
                  </a:lnTo>
                  <a:lnTo>
                    <a:pt x="459783" y="411219"/>
                  </a:lnTo>
                  <a:close/>
                  <a:moveTo>
                    <a:pt x="411462" y="349778"/>
                  </a:moveTo>
                  <a:lnTo>
                    <a:pt x="459783" y="411219"/>
                  </a:lnTo>
                  <a:lnTo>
                    <a:pt x="433056" y="370205"/>
                  </a:lnTo>
                  <a:close/>
                  <a:moveTo>
                    <a:pt x="442758" y="299574"/>
                  </a:moveTo>
                  <a:lnTo>
                    <a:pt x="411462" y="349778"/>
                  </a:lnTo>
                  <a:lnTo>
                    <a:pt x="433056" y="370205"/>
                  </a:lnTo>
                  <a:close/>
                  <a:moveTo>
                    <a:pt x="685920" y="603813"/>
                  </a:moveTo>
                  <a:lnTo>
                    <a:pt x="696271" y="621859"/>
                  </a:lnTo>
                  <a:lnTo>
                    <a:pt x="728388" y="640898"/>
                  </a:lnTo>
                  <a:close/>
                  <a:moveTo>
                    <a:pt x="845680" y="769859"/>
                  </a:moveTo>
                  <a:lnTo>
                    <a:pt x="864693" y="749128"/>
                  </a:lnTo>
                  <a:lnTo>
                    <a:pt x="856952" y="734328"/>
                  </a:lnTo>
                  <a:close/>
                  <a:moveTo>
                    <a:pt x="568411" y="322036"/>
                  </a:moveTo>
                  <a:lnTo>
                    <a:pt x="558639" y="355587"/>
                  </a:lnTo>
                  <a:lnTo>
                    <a:pt x="587414" y="328276"/>
                  </a:lnTo>
                  <a:close/>
                  <a:moveTo>
                    <a:pt x="954987" y="694287"/>
                  </a:moveTo>
                  <a:lnTo>
                    <a:pt x="899515" y="661560"/>
                  </a:lnTo>
                  <a:lnTo>
                    <a:pt x="919004" y="694650"/>
                  </a:lnTo>
                  <a:close/>
                  <a:moveTo>
                    <a:pt x="1004998" y="648284"/>
                  </a:moveTo>
                  <a:lnTo>
                    <a:pt x="995213" y="634604"/>
                  </a:lnTo>
                  <a:lnTo>
                    <a:pt x="994447" y="667142"/>
                  </a:lnTo>
                  <a:close/>
                  <a:moveTo>
                    <a:pt x="995213" y="634604"/>
                  </a:moveTo>
                  <a:lnTo>
                    <a:pt x="1004998" y="648284"/>
                  </a:lnTo>
                  <a:lnTo>
                    <a:pt x="1012508" y="599768"/>
                  </a:lnTo>
                  <a:close/>
                  <a:moveTo>
                    <a:pt x="1001567" y="525587"/>
                  </a:moveTo>
                  <a:lnTo>
                    <a:pt x="977481" y="569929"/>
                  </a:lnTo>
                  <a:lnTo>
                    <a:pt x="1026236" y="568275"/>
                  </a:lnTo>
                  <a:close/>
                  <a:moveTo>
                    <a:pt x="1037080" y="496716"/>
                  </a:moveTo>
                  <a:lnTo>
                    <a:pt x="981461" y="455900"/>
                  </a:lnTo>
                  <a:lnTo>
                    <a:pt x="1014749" y="473247"/>
                  </a:lnTo>
                  <a:close/>
                  <a:moveTo>
                    <a:pt x="1008999" y="316852"/>
                  </a:moveTo>
                  <a:lnTo>
                    <a:pt x="1007985" y="332142"/>
                  </a:lnTo>
                  <a:lnTo>
                    <a:pt x="1033202" y="277196"/>
                  </a:lnTo>
                  <a:close/>
                  <a:moveTo>
                    <a:pt x="1027731" y="316088"/>
                  </a:moveTo>
                  <a:lnTo>
                    <a:pt x="1011140" y="304639"/>
                  </a:lnTo>
                  <a:lnTo>
                    <a:pt x="1008999" y="316852"/>
                  </a:lnTo>
                  <a:close/>
                  <a:moveTo>
                    <a:pt x="1227642" y="205591"/>
                  </a:moveTo>
                  <a:lnTo>
                    <a:pt x="1181240" y="206777"/>
                  </a:lnTo>
                  <a:lnTo>
                    <a:pt x="1175733" y="208987"/>
                  </a:lnTo>
                  <a:close/>
                  <a:moveTo>
                    <a:pt x="1212447" y="26211"/>
                  </a:moveTo>
                  <a:lnTo>
                    <a:pt x="1213590" y="27963"/>
                  </a:lnTo>
                  <a:lnTo>
                    <a:pt x="1215078" y="23715"/>
                  </a:lnTo>
                  <a:close/>
                  <a:moveTo>
                    <a:pt x="1216731" y="29897"/>
                  </a:moveTo>
                  <a:lnTo>
                    <a:pt x="1213590" y="27963"/>
                  </a:lnTo>
                  <a:lnTo>
                    <a:pt x="1212447" y="26211"/>
                  </a:lnTo>
                  <a:close/>
                  <a:moveTo>
                    <a:pt x="1252236" y="2117"/>
                  </a:moveTo>
                  <a:lnTo>
                    <a:pt x="1272443" y="18099"/>
                  </a:lnTo>
                  <a:lnTo>
                    <a:pt x="1246546" y="6469"/>
                  </a:lnTo>
                  <a:close/>
                  <a:moveTo>
                    <a:pt x="1212447" y="26211"/>
                  </a:moveTo>
                  <a:lnTo>
                    <a:pt x="1215078" y="23715"/>
                  </a:lnTo>
                  <a:lnTo>
                    <a:pt x="1244816" y="0"/>
                  </a:lnTo>
                  <a:close/>
                  <a:moveTo>
                    <a:pt x="1252236" y="2117"/>
                  </a:moveTo>
                  <a:lnTo>
                    <a:pt x="1244816" y="0"/>
                  </a:lnTo>
                  <a:lnTo>
                    <a:pt x="1272443" y="18099"/>
                  </a:lnTo>
                  <a:close/>
                  <a:moveTo>
                    <a:pt x="1439861" y="156727"/>
                  </a:moveTo>
                  <a:lnTo>
                    <a:pt x="1443640" y="84443"/>
                  </a:lnTo>
                  <a:lnTo>
                    <a:pt x="1435002" y="150134"/>
                  </a:lnTo>
                  <a:close/>
                  <a:moveTo>
                    <a:pt x="1445981" y="81096"/>
                  </a:moveTo>
                  <a:lnTo>
                    <a:pt x="1443640" y="84443"/>
                  </a:lnTo>
                  <a:lnTo>
                    <a:pt x="1439861" y="156727"/>
                  </a:lnTo>
                  <a:close/>
                  <a:moveTo>
                    <a:pt x="1458392" y="105190"/>
                  </a:moveTo>
                  <a:lnTo>
                    <a:pt x="1445981" y="81096"/>
                  </a:lnTo>
                  <a:lnTo>
                    <a:pt x="1439861" y="156727"/>
                  </a:lnTo>
                  <a:close/>
                  <a:moveTo>
                    <a:pt x="1445981" y="81096"/>
                  </a:moveTo>
                  <a:lnTo>
                    <a:pt x="1458392" y="105190"/>
                  </a:lnTo>
                  <a:lnTo>
                    <a:pt x="1477163" y="35102"/>
                  </a:lnTo>
                  <a:close/>
                  <a:moveTo>
                    <a:pt x="1478952" y="26900"/>
                  </a:moveTo>
                  <a:lnTo>
                    <a:pt x="1445981" y="81096"/>
                  </a:lnTo>
                  <a:lnTo>
                    <a:pt x="1477163" y="35102"/>
                  </a:lnTo>
                  <a:close/>
                </a:path>
              </a:pathLst>
            </a:custGeom>
            <a:solidFill>
              <a:srgbClr val="EDF0F2"/>
            </a:solidFill>
            <a:ln w="1524">
              <a:solidFill>
                <a:srgbClr val="EDF0F2"/>
              </a:solidFill>
            </a:ln>
          </p:spPr>
        </p:sp>
        <p:sp>
          <p:nvSpPr>
            <p:cNvPr id="4323" name="Output_density__4322">
              <a:extLst>
                <a:ext uri="{FF2B5EF4-FFF2-40B4-BE49-F238E27FC236}">
                  <a16:creationId xmlns:a16="http://schemas.microsoft.com/office/drawing/2014/main" id="{DA83DFE3-5017-F386-7514-6689EE6A5B4D}"/>
                </a:ext>
              </a:extLst>
            </p:cNvPr>
            <p:cNvSpPr>
              <a:spLocks noGrp="1"/>
            </p:cNvSpPr>
            <p:nvPr/>
          </p:nvSpPr>
          <p:spPr>
            <a:xfrm>
              <a:off x="14894890" y="2818054"/>
              <a:ext cx="1427286" cy="663982"/>
            </a:xfrm>
            <a:custGeom>
              <a:avLst/>
              <a:gdLst/>
              <a:ahLst/>
              <a:cxnLst/>
              <a:rect l="0" t="0" r="0" b="0"/>
              <a:pathLst>
                <a:path w="1427286" h="663982">
                  <a:moveTo>
                    <a:pt x="34227" y="363693"/>
                  </a:moveTo>
                  <a:lnTo>
                    <a:pt x="0" y="370623"/>
                  </a:lnTo>
                  <a:lnTo>
                    <a:pt x="79513" y="358333"/>
                  </a:lnTo>
                  <a:close/>
                  <a:moveTo>
                    <a:pt x="34227" y="363693"/>
                  </a:moveTo>
                  <a:lnTo>
                    <a:pt x="79513" y="358333"/>
                  </a:lnTo>
                  <a:lnTo>
                    <a:pt x="46307" y="359117"/>
                  </a:lnTo>
                  <a:close/>
                  <a:moveTo>
                    <a:pt x="813406" y="659825"/>
                  </a:moveTo>
                  <a:lnTo>
                    <a:pt x="805123" y="661961"/>
                  </a:lnTo>
                  <a:lnTo>
                    <a:pt x="845293" y="625514"/>
                  </a:lnTo>
                  <a:close/>
                  <a:moveTo>
                    <a:pt x="797188" y="659825"/>
                  </a:moveTo>
                  <a:lnTo>
                    <a:pt x="805123" y="661961"/>
                  </a:lnTo>
                  <a:lnTo>
                    <a:pt x="808862" y="663982"/>
                  </a:lnTo>
                  <a:close/>
                  <a:moveTo>
                    <a:pt x="813406" y="659825"/>
                  </a:moveTo>
                  <a:lnTo>
                    <a:pt x="808862" y="663982"/>
                  </a:lnTo>
                  <a:lnTo>
                    <a:pt x="805123" y="661961"/>
                  </a:lnTo>
                  <a:close/>
                  <a:moveTo>
                    <a:pt x="797188" y="659825"/>
                  </a:moveTo>
                  <a:lnTo>
                    <a:pt x="808862" y="663982"/>
                  </a:lnTo>
                  <a:lnTo>
                    <a:pt x="817330" y="652036"/>
                  </a:lnTo>
                  <a:close/>
                  <a:moveTo>
                    <a:pt x="817330" y="652036"/>
                  </a:moveTo>
                  <a:lnTo>
                    <a:pt x="808862" y="663982"/>
                  </a:lnTo>
                  <a:lnTo>
                    <a:pt x="813406" y="659825"/>
                  </a:lnTo>
                  <a:close/>
                  <a:moveTo>
                    <a:pt x="833106" y="619724"/>
                  </a:moveTo>
                  <a:lnTo>
                    <a:pt x="845293" y="625514"/>
                  </a:lnTo>
                  <a:lnTo>
                    <a:pt x="852118" y="598994"/>
                  </a:lnTo>
                  <a:close/>
                  <a:moveTo>
                    <a:pt x="817330" y="652036"/>
                  </a:moveTo>
                  <a:lnTo>
                    <a:pt x="845293" y="625514"/>
                  </a:lnTo>
                  <a:lnTo>
                    <a:pt x="833106" y="619724"/>
                  </a:lnTo>
                  <a:close/>
                  <a:moveTo>
                    <a:pt x="813406" y="659825"/>
                  </a:moveTo>
                  <a:lnTo>
                    <a:pt x="845293" y="625514"/>
                  </a:lnTo>
                  <a:lnTo>
                    <a:pt x="817330" y="652036"/>
                  </a:lnTo>
                  <a:close/>
                  <a:moveTo>
                    <a:pt x="852118" y="598994"/>
                  </a:moveTo>
                  <a:lnTo>
                    <a:pt x="845293" y="625514"/>
                  </a:lnTo>
                  <a:lnTo>
                    <a:pt x="855113" y="608288"/>
                  </a:lnTo>
                  <a:close/>
                  <a:moveTo>
                    <a:pt x="942413" y="544152"/>
                  </a:moveTo>
                  <a:lnTo>
                    <a:pt x="906429" y="544516"/>
                  </a:lnTo>
                  <a:lnTo>
                    <a:pt x="981872" y="517007"/>
                  </a:lnTo>
                  <a:close/>
                  <a:moveTo>
                    <a:pt x="982638" y="484470"/>
                  </a:moveTo>
                  <a:lnTo>
                    <a:pt x="971442" y="539968"/>
                  </a:lnTo>
                  <a:lnTo>
                    <a:pt x="981872" y="517007"/>
                  </a:lnTo>
                  <a:close/>
                  <a:moveTo>
                    <a:pt x="992423" y="498150"/>
                  </a:moveTo>
                  <a:lnTo>
                    <a:pt x="981872" y="517007"/>
                  </a:lnTo>
                  <a:lnTo>
                    <a:pt x="988700" y="508563"/>
                  </a:lnTo>
                  <a:close/>
                  <a:moveTo>
                    <a:pt x="988700" y="508563"/>
                  </a:moveTo>
                  <a:lnTo>
                    <a:pt x="999933" y="449634"/>
                  </a:lnTo>
                  <a:lnTo>
                    <a:pt x="992423" y="498150"/>
                  </a:lnTo>
                  <a:close/>
                  <a:moveTo>
                    <a:pt x="1041886" y="305766"/>
                  </a:moveTo>
                  <a:lnTo>
                    <a:pt x="1002174" y="323113"/>
                  </a:lnTo>
                  <a:lnTo>
                    <a:pt x="997171" y="381397"/>
                  </a:lnTo>
                  <a:close/>
                  <a:moveTo>
                    <a:pt x="1020627" y="127062"/>
                  </a:moveTo>
                  <a:lnTo>
                    <a:pt x="1015156" y="165954"/>
                  </a:lnTo>
                  <a:lnTo>
                    <a:pt x="996424" y="166717"/>
                  </a:lnTo>
                  <a:close/>
                  <a:moveTo>
                    <a:pt x="1163158" y="58852"/>
                  </a:moveTo>
                  <a:lnTo>
                    <a:pt x="1160035" y="54780"/>
                  </a:lnTo>
                  <a:lnTo>
                    <a:pt x="1137465" y="74893"/>
                  </a:lnTo>
                  <a:close/>
                  <a:moveTo>
                    <a:pt x="1115286" y="59790"/>
                  </a:moveTo>
                  <a:lnTo>
                    <a:pt x="1128542" y="78874"/>
                  </a:lnTo>
                  <a:lnTo>
                    <a:pt x="1137465" y="74893"/>
                  </a:lnTo>
                  <a:close/>
                  <a:moveTo>
                    <a:pt x="1137465" y="74893"/>
                  </a:moveTo>
                  <a:lnTo>
                    <a:pt x="1183204" y="71226"/>
                  </a:lnTo>
                  <a:lnTo>
                    <a:pt x="1163158" y="58852"/>
                  </a:lnTo>
                  <a:close/>
                  <a:moveTo>
                    <a:pt x="1183204" y="71226"/>
                  </a:moveTo>
                  <a:lnTo>
                    <a:pt x="1213516" y="55895"/>
                  </a:lnTo>
                  <a:lnTo>
                    <a:pt x="1163158" y="58852"/>
                  </a:lnTo>
                  <a:close/>
                  <a:moveTo>
                    <a:pt x="1219021" y="54780"/>
                  </a:moveTo>
                  <a:lnTo>
                    <a:pt x="1213516" y="55895"/>
                  </a:lnTo>
                  <a:lnTo>
                    <a:pt x="1260513" y="50694"/>
                  </a:lnTo>
                  <a:close/>
                  <a:moveTo>
                    <a:pt x="1215067" y="55457"/>
                  </a:moveTo>
                  <a:lnTo>
                    <a:pt x="1163158" y="58852"/>
                  </a:lnTo>
                  <a:lnTo>
                    <a:pt x="1213516" y="55895"/>
                  </a:lnTo>
                  <a:close/>
                  <a:moveTo>
                    <a:pt x="1219021" y="54780"/>
                  </a:moveTo>
                  <a:lnTo>
                    <a:pt x="1215067" y="55457"/>
                  </a:lnTo>
                  <a:lnTo>
                    <a:pt x="1213516" y="55895"/>
                  </a:lnTo>
                  <a:close/>
                  <a:moveTo>
                    <a:pt x="1300109" y="63839"/>
                  </a:moveTo>
                  <a:lnTo>
                    <a:pt x="1219021" y="54780"/>
                  </a:lnTo>
                  <a:lnTo>
                    <a:pt x="1264276" y="52609"/>
                  </a:lnTo>
                  <a:close/>
                  <a:moveTo>
                    <a:pt x="1215067" y="55457"/>
                  </a:moveTo>
                  <a:lnTo>
                    <a:pt x="1219021" y="54780"/>
                  </a:lnTo>
                  <a:lnTo>
                    <a:pt x="1300109" y="63839"/>
                  </a:lnTo>
                  <a:close/>
                  <a:moveTo>
                    <a:pt x="1300109" y="63839"/>
                  </a:moveTo>
                  <a:lnTo>
                    <a:pt x="1343380" y="50943"/>
                  </a:lnTo>
                  <a:lnTo>
                    <a:pt x="1377950" y="45295"/>
                  </a:lnTo>
                  <a:close/>
                  <a:moveTo>
                    <a:pt x="1377950" y="45295"/>
                  </a:moveTo>
                  <a:lnTo>
                    <a:pt x="1343380" y="50943"/>
                  </a:lnTo>
                  <a:lnTo>
                    <a:pt x="1417450" y="18303"/>
                  </a:lnTo>
                  <a:close/>
                  <a:moveTo>
                    <a:pt x="1385446" y="30686"/>
                  </a:moveTo>
                  <a:lnTo>
                    <a:pt x="1427286" y="6593"/>
                  </a:lnTo>
                  <a:lnTo>
                    <a:pt x="1417450" y="18303"/>
                  </a:lnTo>
                  <a:close/>
                  <a:moveTo>
                    <a:pt x="1422427" y="0"/>
                  </a:moveTo>
                  <a:lnTo>
                    <a:pt x="1377950" y="45295"/>
                  </a:lnTo>
                  <a:lnTo>
                    <a:pt x="1417450" y="18303"/>
                  </a:lnTo>
                  <a:close/>
                  <a:moveTo>
                    <a:pt x="1422427" y="0"/>
                  </a:moveTo>
                  <a:lnTo>
                    <a:pt x="1417450" y="18303"/>
                  </a:lnTo>
                  <a:lnTo>
                    <a:pt x="1427286" y="6593"/>
                  </a:lnTo>
                  <a:close/>
                </a:path>
              </a:pathLst>
            </a:custGeom>
            <a:solidFill>
              <a:srgbClr val="ECEFF1"/>
            </a:solidFill>
            <a:ln w="1524">
              <a:solidFill>
                <a:srgbClr val="ECEFF1"/>
              </a:solidFill>
            </a:ln>
          </p:spPr>
        </p:sp>
        <p:sp>
          <p:nvSpPr>
            <p:cNvPr id="4324" name="Output_density__4323">
              <a:extLst>
                <a:ext uri="{FF2B5EF4-FFF2-40B4-BE49-F238E27FC236}">
                  <a16:creationId xmlns:a16="http://schemas.microsoft.com/office/drawing/2014/main" id="{771EFD87-C73C-D391-316D-3E3ACE5D413E}"/>
                </a:ext>
              </a:extLst>
            </p:cNvPr>
            <p:cNvSpPr>
              <a:spLocks noGrp="1"/>
            </p:cNvSpPr>
            <p:nvPr/>
          </p:nvSpPr>
          <p:spPr>
            <a:xfrm>
              <a:off x="14884233" y="2387512"/>
              <a:ext cx="1359910" cy="714561"/>
            </a:xfrm>
            <a:custGeom>
              <a:avLst/>
              <a:gdLst/>
              <a:ahLst/>
              <a:cxnLst/>
              <a:rect l="0" t="0" r="0" b="0"/>
              <a:pathLst>
                <a:path w="1359910" h="714561">
                  <a:moveTo>
                    <a:pt x="181821" y="687063"/>
                  </a:moveTo>
                  <a:lnTo>
                    <a:pt x="139992" y="671377"/>
                  </a:lnTo>
                  <a:lnTo>
                    <a:pt x="127320" y="707702"/>
                  </a:lnTo>
                  <a:close/>
                  <a:moveTo>
                    <a:pt x="127320" y="707702"/>
                  </a:moveTo>
                  <a:lnTo>
                    <a:pt x="173202" y="698820"/>
                  </a:lnTo>
                  <a:lnTo>
                    <a:pt x="181821" y="687063"/>
                  </a:lnTo>
                  <a:close/>
                  <a:moveTo>
                    <a:pt x="220603" y="657388"/>
                  </a:moveTo>
                  <a:lnTo>
                    <a:pt x="141559" y="671432"/>
                  </a:lnTo>
                  <a:lnTo>
                    <a:pt x="181821" y="687063"/>
                  </a:lnTo>
                  <a:close/>
                  <a:moveTo>
                    <a:pt x="0" y="516767"/>
                  </a:moveTo>
                  <a:lnTo>
                    <a:pt x="39380" y="503855"/>
                  </a:lnTo>
                  <a:lnTo>
                    <a:pt x="18070" y="507567"/>
                  </a:lnTo>
                  <a:close/>
                  <a:moveTo>
                    <a:pt x="181821" y="687063"/>
                  </a:moveTo>
                  <a:lnTo>
                    <a:pt x="173202" y="698820"/>
                  </a:lnTo>
                  <a:lnTo>
                    <a:pt x="188986" y="695551"/>
                  </a:lnTo>
                  <a:close/>
                  <a:moveTo>
                    <a:pt x="188986" y="695551"/>
                  </a:moveTo>
                  <a:lnTo>
                    <a:pt x="220603" y="657388"/>
                  </a:lnTo>
                  <a:lnTo>
                    <a:pt x="181821" y="687063"/>
                  </a:lnTo>
                  <a:close/>
                  <a:moveTo>
                    <a:pt x="188986" y="695551"/>
                  </a:moveTo>
                  <a:lnTo>
                    <a:pt x="254747" y="680070"/>
                  </a:lnTo>
                  <a:lnTo>
                    <a:pt x="220603" y="657388"/>
                  </a:lnTo>
                  <a:close/>
                  <a:moveTo>
                    <a:pt x="220603" y="657388"/>
                  </a:moveTo>
                  <a:lnTo>
                    <a:pt x="254747" y="680070"/>
                  </a:lnTo>
                  <a:lnTo>
                    <a:pt x="227515" y="647283"/>
                  </a:lnTo>
                  <a:close/>
                  <a:moveTo>
                    <a:pt x="227515" y="647283"/>
                  </a:moveTo>
                  <a:lnTo>
                    <a:pt x="254747" y="680070"/>
                  </a:lnTo>
                  <a:lnTo>
                    <a:pt x="274187" y="674726"/>
                  </a:lnTo>
                  <a:close/>
                  <a:moveTo>
                    <a:pt x="227515" y="647283"/>
                  </a:moveTo>
                  <a:lnTo>
                    <a:pt x="274187" y="674726"/>
                  </a:lnTo>
                  <a:lnTo>
                    <a:pt x="277572" y="623189"/>
                  </a:lnTo>
                  <a:close/>
                  <a:moveTo>
                    <a:pt x="254747" y="680070"/>
                  </a:moveTo>
                  <a:lnTo>
                    <a:pt x="271976" y="714561"/>
                  </a:lnTo>
                  <a:lnTo>
                    <a:pt x="274187" y="674726"/>
                  </a:lnTo>
                  <a:close/>
                  <a:moveTo>
                    <a:pt x="233597" y="392949"/>
                  </a:moveTo>
                  <a:lnTo>
                    <a:pt x="270773" y="420391"/>
                  </a:lnTo>
                  <a:lnTo>
                    <a:pt x="295218" y="368855"/>
                  </a:lnTo>
                  <a:close/>
                  <a:moveTo>
                    <a:pt x="363057" y="396298"/>
                  </a:moveTo>
                  <a:lnTo>
                    <a:pt x="330636" y="405385"/>
                  </a:lnTo>
                  <a:lnTo>
                    <a:pt x="336297" y="463526"/>
                  </a:lnTo>
                  <a:close/>
                  <a:moveTo>
                    <a:pt x="295218" y="368855"/>
                  </a:moveTo>
                  <a:lnTo>
                    <a:pt x="330636" y="405385"/>
                  </a:lnTo>
                  <a:lnTo>
                    <a:pt x="299786" y="367723"/>
                  </a:lnTo>
                  <a:close/>
                  <a:moveTo>
                    <a:pt x="295218" y="368855"/>
                  </a:moveTo>
                  <a:lnTo>
                    <a:pt x="270773" y="420391"/>
                  </a:lnTo>
                  <a:lnTo>
                    <a:pt x="330636" y="405385"/>
                  </a:lnTo>
                  <a:close/>
                  <a:moveTo>
                    <a:pt x="363057" y="396298"/>
                  </a:moveTo>
                  <a:lnTo>
                    <a:pt x="382758" y="374707"/>
                  </a:lnTo>
                  <a:lnTo>
                    <a:pt x="330636" y="405385"/>
                  </a:lnTo>
                  <a:close/>
                  <a:moveTo>
                    <a:pt x="297791" y="366603"/>
                  </a:moveTo>
                  <a:lnTo>
                    <a:pt x="295218" y="368855"/>
                  </a:lnTo>
                  <a:lnTo>
                    <a:pt x="299786" y="367723"/>
                  </a:lnTo>
                  <a:close/>
                  <a:moveTo>
                    <a:pt x="546890" y="475277"/>
                  </a:moveTo>
                  <a:lnTo>
                    <a:pt x="579239" y="450385"/>
                  </a:lnTo>
                  <a:lnTo>
                    <a:pt x="533084" y="480230"/>
                  </a:lnTo>
                  <a:close/>
                  <a:moveTo>
                    <a:pt x="533084" y="480230"/>
                  </a:moveTo>
                  <a:lnTo>
                    <a:pt x="543453" y="491262"/>
                  </a:lnTo>
                  <a:lnTo>
                    <a:pt x="546890" y="475277"/>
                  </a:lnTo>
                  <a:close/>
                  <a:moveTo>
                    <a:pt x="363057" y="396298"/>
                  </a:moveTo>
                  <a:lnTo>
                    <a:pt x="418529" y="434655"/>
                  </a:lnTo>
                  <a:lnTo>
                    <a:pt x="398771" y="387974"/>
                  </a:lnTo>
                  <a:close/>
                  <a:moveTo>
                    <a:pt x="418529" y="434655"/>
                  </a:moveTo>
                  <a:lnTo>
                    <a:pt x="455653" y="379712"/>
                  </a:lnTo>
                  <a:lnTo>
                    <a:pt x="398771" y="387974"/>
                  </a:lnTo>
                  <a:close/>
                  <a:moveTo>
                    <a:pt x="382758" y="374707"/>
                  </a:moveTo>
                  <a:lnTo>
                    <a:pt x="363057" y="396298"/>
                  </a:lnTo>
                  <a:lnTo>
                    <a:pt x="398771" y="387974"/>
                  </a:lnTo>
                  <a:close/>
                  <a:moveTo>
                    <a:pt x="1005518" y="362025"/>
                  </a:moveTo>
                  <a:lnTo>
                    <a:pt x="981946" y="378901"/>
                  </a:lnTo>
                  <a:lnTo>
                    <a:pt x="1014924" y="356781"/>
                  </a:lnTo>
                  <a:close/>
                  <a:moveTo>
                    <a:pt x="978164" y="327365"/>
                  </a:moveTo>
                  <a:lnTo>
                    <a:pt x="1005518" y="362025"/>
                  </a:lnTo>
                  <a:lnTo>
                    <a:pt x="1014707" y="354807"/>
                  </a:lnTo>
                  <a:close/>
                  <a:moveTo>
                    <a:pt x="1005518" y="362025"/>
                  </a:moveTo>
                  <a:lnTo>
                    <a:pt x="1014924" y="356781"/>
                  </a:lnTo>
                  <a:lnTo>
                    <a:pt x="1014707" y="354807"/>
                  </a:lnTo>
                  <a:close/>
                  <a:moveTo>
                    <a:pt x="1014924" y="356781"/>
                  </a:moveTo>
                  <a:lnTo>
                    <a:pt x="1051957" y="387015"/>
                  </a:lnTo>
                  <a:lnTo>
                    <a:pt x="1014707" y="354807"/>
                  </a:lnTo>
                  <a:close/>
                  <a:moveTo>
                    <a:pt x="1014380" y="303271"/>
                  </a:moveTo>
                  <a:lnTo>
                    <a:pt x="1014707" y="354807"/>
                  </a:lnTo>
                  <a:lnTo>
                    <a:pt x="1052151" y="330713"/>
                  </a:lnTo>
                  <a:close/>
                  <a:moveTo>
                    <a:pt x="1014380" y="303271"/>
                  </a:moveTo>
                  <a:lnTo>
                    <a:pt x="1052151" y="330713"/>
                  </a:lnTo>
                  <a:lnTo>
                    <a:pt x="1054335" y="279177"/>
                  </a:lnTo>
                  <a:close/>
                  <a:moveTo>
                    <a:pt x="1054335" y="279177"/>
                  </a:moveTo>
                  <a:lnTo>
                    <a:pt x="1068739" y="248407"/>
                  </a:lnTo>
                  <a:lnTo>
                    <a:pt x="1032299" y="251734"/>
                  </a:lnTo>
                  <a:close/>
                  <a:moveTo>
                    <a:pt x="1104408" y="246868"/>
                  </a:moveTo>
                  <a:lnTo>
                    <a:pt x="1054335" y="279177"/>
                  </a:lnTo>
                  <a:lnTo>
                    <a:pt x="1103283" y="255083"/>
                  </a:lnTo>
                  <a:close/>
                  <a:moveTo>
                    <a:pt x="1104408" y="246868"/>
                  </a:moveTo>
                  <a:lnTo>
                    <a:pt x="1068739" y="248407"/>
                  </a:lnTo>
                  <a:lnTo>
                    <a:pt x="1054335" y="279177"/>
                  </a:lnTo>
                  <a:close/>
                  <a:moveTo>
                    <a:pt x="1066170" y="176103"/>
                  </a:moveTo>
                  <a:lnTo>
                    <a:pt x="1108846" y="203546"/>
                  </a:lnTo>
                  <a:lnTo>
                    <a:pt x="1110563" y="152010"/>
                  </a:lnTo>
                  <a:close/>
                  <a:moveTo>
                    <a:pt x="1104408" y="246868"/>
                  </a:moveTo>
                  <a:lnTo>
                    <a:pt x="1111066" y="251456"/>
                  </a:lnTo>
                  <a:lnTo>
                    <a:pt x="1108846" y="203546"/>
                  </a:lnTo>
                  <a:close/>
                  <a:moveTo>
                    <a:pt x="1110563" y="152010"/>
                  </a:moveTo>
                  <a:lnTo>
                    <a:pt x="1162711" y="155277"/>
                  </a:lnTo>
                  <a:lnTo>
                    <a:pt x="1138776" y="141425"/>
                  </a:lnTo>
                  <a:close/>
                  <a:moveTo>
                    <a:pt x="1152328" y="179452"/>
                  </a:moveTo>
                  <a:lnTo>
                    <a:pt x="1162711" y="155277"/>
                  </a:lnTo>
                  <a:lnTo>
                    <a:pt x="1110563" y="152010"/>
                  </a:lnTo>
                  <a:close/>
                  <a:moveTo>
                    <a:pt x="1108846" y="203546"/>
                  </a:moveTo>
                  <a:lnTo>
                    <a:pt x="1152328" y="179452"/>
                  </a:lnTo>
                  <a:lnTo>
                    <a:pt x="1110563" y="152010"/>
                  </a:lnTo>
                  <a:close/>
                  <a:moveTo>
                    <a:pt x="1175058" y="127916"/>
                  </a:moveTo>
                  <a:lnTo>
                    <a:pt x="1154734" y="76379"/>
                  </a:lnTo>
                  <a:lnTo>
                    <a:pt x="1138776" y="141425"/>
                  </a:lnTo>
                  <a:close/>
                  <a:moveTo>
                    <a:pt x="1154734" y="76379"/>
                  </a:moveTo>
                  <a:lnTo>
                    <a:pt x="1133309" y="83126"/>
                  </a:lnTo>
                  <a:lnTo>
                    <a:pt x="1138776" y="141425"/>
                  </a:lnTo>
                  <a:close/>
                  <a:moveTo>
                    <a:pt x="1138776" y="141425"/>
                  </a:moveTo>
                  <a:lnTo>
                    <a:pt x="1162711" y="155277"/>
                  </a:lnTo>
                  <a:lnTo>
                    <a:pt x="1175058" y="127916"/>
                  </a:lnTo>
                  <a:close/>
                  <a:moveTo>
                    <a:pt x="1162711" y="155277"/>
                  </a:moveTo>
                  <a:lnTo>
                    <a:pt x="1187621" y="164457"/>
                  </a:lnTo>
                  <a:lnTo>
                    <a:pt x="1175058" y="127916"/>
                  </a:lnTo>
                  <a:close/>
                  <a:moveTo>
                    <a:pt x="1175058" y="127916"/>
                  </a:moveTo>
                  <a:lnTo>
                    <a:pt x="1206102" y="155358"/>
                  </a:lnTo>
                  <a:lnTo>
                    <a:pt x="1210736" y="103822"/>
                  </a:lnTo>
                  <a:close/>
                  <a:moveTo>
                    <a:pt x="1154734" y="76379"/>
                  </a:moveTo>
                  <a:lnTo>
                    <a:pt x="1175058" y="127916"/>
                  </a:lnTo>
                  <a:lnTo>
                    <a:pt x="1210736" y="103822"/>
                  </a:lnTo>
                  <a:close/>
                  <a:moveTo>
                    <a:pt x="1154734" y="76379"/>
                  </a:moveTo>
                  <a:lnTo>
                    <a:pt x="1210736" y="103822"/>
                  </a:lnTo>
                  <a:lnTo>
                    <a:pt x="1209491" y="52285"/>
                  </a:lnTo>
                  <a:close/>
                  <a:moveTo>
                    <a:pt x="1215225" y="42040"/>
                  </a:moveTo>
                  <a:lnTo>
                    <a:pt x="1154734" y="76379"/>
                  </a:lnTo>
                  <a:lnTo>
                    <a:pt x="1209491" y="52285"/>
                  </a:lnTo>
                  <a:close/>
                  <a:moveTo>
                    <a:pt x="1209491" y="52285"/>
                  </a:moveTo>
                  <a:lnTo>
                    <a:pt x="1259695" y="73408"/>
                  </a:lnTo>
                  <a:lnTo>
                    <a:pt x="1226399" y="45428"/>
                  </a:lnTo>
                  <a:close/>
                  <a:moveTo>
                    <a:pt x="1215225" y="42040"/>
                  </a:moveTo>
                  <a:lnTo>
                    <a:pt x="1209491" y="52285"/>
                  </a:lnTo>
                  <a:lnTo>
                    <a:pt x="1226399" y="45428"/>
                  </a:lnTo>
                  <a:close/>
                  <a:moveTo>
                    <a:pt x="1289218" y="9114"/>
                  </a:moveTo>
                  <a:lnTo>
                    <a:pt x="1226399" y="45428"/>
                  </a:lnTo>
                  <a:lnTo>
                    <a:pt x="1271001" y="28192"/>
                  </a:lnTo>
                  <a:close/>
                  <a:moveTo>
                    <a:pt x="1215225" y="42040"/>
                  </a:moveTo>
                  <a:lnTo>
                    <a:pt x="1226399" y="45428"/>
                  </a:lnTo>
                  <a:lnTo>
                    <a:pt x="1289218" y="9114"/>
                  </a:lnTo>
                  <a:close/>
                  <a:moveTo>
                    <a:pt x="1226399" y="45428"/>
                  </a:moveTo>
                  <a:lnTo>
                    <a:pt x="1259695" y="73408"/>
                  </a:lnTo>
                  <a:lnTo>
                    <a:pt x="1271001" y="28192"/>
                  </a:lnTo>
                  <a:close/>
                  <a:moveTo>
                    <a:pt x="1328920" y="62806"/>
                  </a:moveTo>
                  <a:lnTo>
                    <a:pt x="1359910" y="12850"/>
                  </a:lnTo>
                  <a:lnTo>
                    <a:pt x="1305672" y="18963"/>
                  </a:lnTo>
                  <a:close/>
                  <a:moveTo>
                    <a:pt x="1289218" y="9114"/>
                  </a:moveTo>
                  <a:lnTo>
                    <a:pt x="1271001" y="28192"/>
                  </a:lnTo>
                  <a:lnTo>
                    <a:pt x="1305672" y="18963"/>
                  </a:lnTo>
                  <a:close/>
                  <a:moveTo>
                    <a:pt x="1305672" y="18963"/>
                  </a:moveTo>
                  <a:lnTo>
                    <a:pt x="1333500" y="0"/>
                  </a:lnTo>
                  <a:lnTo>
                    <a:pt x="1289218" y="9114"/>
                  </a:lnTo>
                  <a:close/>
                  <a:moveTo>
                    <a:pt x="1305672" y="18963"/>
                  </a:moveTo>
                  <a:lnTo>
                    <a:pt x="1359910" y="12850"/>
                  </a:lnTo>
                  <a:lnTo>
                    <a:pt x="1333500" y="0"/>
                  </a:lnTo>
                  <a:close/>
                </a:path>
              </a:pathLst>
            </a:custGeom>
            <a:solidFill>
              <a:srgbClr val="F5F7F8"/>
            </a:solidFill>
            <a:ln w="1524">
              <a:solidFill>
                <a:srgbClr val="F5F7F8"/>
              </a:solidFill>
            </a:ln>
          </p:spPr>
        </p:sp>
        <p:sp>
          <p:nvSpPr>
            <p:cNvPr id="4325" name="Output_density__4324">
              <a:extLst>
                <a:ext uri="{FF2B5EF4-FFF2-40B4-BE49-F238E27FC236}">
                  <a16:creationId xmlns:a16="http://schemas.microsoft.com/office/drawing/2014/main" id="{9009F6C6-E839-76EA-7877-5215E40EB13B}"/>
                </a:ext>
              </a:extLst>
            </p:cNvPr>
            <p:cNvSpPr>
              <a:spLocks noGrp="1"/>
            </p:cNvSpPr>
            <p:nvPr/>
          </p:nvSpPr>
          <p:spPr>
            <a:xfrm>
              <a:off x="14820481" y="2446155"/>
              <a:ext cx="1468526" cy="979664"/>
            </a:xfrm>
            <a:custGeom>
              <a:avLst/>
              <a:gdLst/>
              <a:ahLst/>
              <a:cxnLst/>
              <a:rect l="0" t="0" r="0" b="0"/>
              <a:pathLst>
                <a:path w="1468526" h="979664">
                  <a:moveTo>
                    <a:pt x="143938" y="842974"/>
                  </a:moveTo>
                  <a:lnTo>
                    <a:pt x="191686" y="899530"/>
                  </a:lnTo>
                  <a:lnTo>
                    <a:pt x="194940" y="883590"/>
                  </a:lnTo>
                  <a:close/>
                  <a:moveTo>
                    <a:pt x="191686" y="899530"/>
                  </a:moveTo>
                  <a:lnTo>
                    <a:pt x="209841" y="894510"/>
                  </a:lnTo>
                  <a:lnTo>
                    <a:pt x="194940" y="883590"/>
                  </a:lnTo>
                  <a:close/>
                  <a:moveTo>
                    <a:pt x="287865" y="921953"/>
                  </a:moveTo>
                  <a:lnTo>
                    <a:pt x="267356" y="979664"/>
                  </a:lnTo>
                  <a:lnTo>
                    <a:pt x="288166" y="922572"/>
                  </a:lnTo>
                  <a:close/>
                  <a:moveTo>
                    <a:pt x="287865" y="921953"/>
                  </a:moveTo>
                  <a:lnTo>
                    <a:pt x="240872" y="946047"/>
                  </a:lnTo>
                  <a:lnTo>
                    <a:pt x="267356" y="979664"/>
                  </a:lnTo>
                  <a:close/>
                  <a:moveTo>
                    <a:pt x="264609" y="878227"/>
                  </a:moveTo>
                  <a:lnTo>
                    <a:pt x="194940" y="883590"/>
                  </a:lnTo>
                  <a:lnTo>
                    <a:pt x="209841" y="894510"/>
                  </a:lnTo>
                  <a:close/>
                  <a:moveTo>
                    <a:pt x="22255" y="627079"/>
                  </a:moveTo>
                  <a:lnTo>
                    <a:pt x="12813" y="617290"/>
                  </a:lnTo>
                  <a:lnTo>
                    <a:pt x="40955" y="664270"/>
                  </a:lnTo>
                  <a:close/>
                  <a:moveTo>
                    <a:pt x="40955" y="664270"/>
                  </a:moveTo>
                  <a:lnTo>
                    <a:pt x="12813" y="617290"/>
                  </a:lnTo>
                  <a:lnTo>
                    <a:pt x="0" y="636828"/>
                  </a:lnTo>
                  <a:close/>
                  <a:moveTo>
                    <a:pt x="12813" y="617290"/>
                  </a:moveTo>
                  <a:lnTo>
                    <a:pt x="16462" y="605420"/>
                  </a:lnTo>
                  <a:lnTo>
                    <a:pt x="0" y="636828"/>
                  </a:lnTo>
                  <a:close/>
                  <a:moveTo>
                    <a:pt x="0" y="636828"/>
                  </a:moveTo>
                  <a:lnTo>
                    <a:pt x="16462" y="605420"/>
                  </a:lnTo>
                  <a:lnTo>
                    <a:pt x="21428" y="561197"/>
                  </a:lnTo>
                  <a:close/>
                  <a:moveTo>
                    <a:pt x="288166" y="922572"/>
                  </a:moveTo>
                  <a:lnTo>
                    <a:pt x="334234" y="897859"/>
                  </a:lnTo>
                  <a:lnTo>
                    <a:pt x="288479" y="921565"/>
                  </a:lnTo>
                  <a:close/>
                  <a:moveTo>
                    <a:pt x="334234" y="897859"/>
                  </a:moveTo>
                  <a:lnTo>
                    <a:pt x="285537" y="861213"/>
                  </a:lnTo>
                  <a:lnTo>
                    <a:pt x="284101" y="870417"/>
                  </a:lnTo>
                  <a:close/>
                  <a:moveTo>
                    <a:pt x="287809" y="921234"/>
                  </a:moveTo>
                  <a:lnTo>
                    <a:pt x="288479" y="921565"/>
                  </a:lnTo>
                  <a:lnTo>
                    <a:pt x="334234" y="897859"/>
                  </a:lnTo>
                  <a:close/>
                  <a:moveTo>
                    <a:pt x="284101" y="870417"/>
                  </a:moveTo>
                  <a:lnTo>
                    <a:pt x="287809" y="921234"/>
                  </a:lnTo>
                  <a:lnTo>
                    <a:pt x="334234" y="897859"/>
                  </a:lnTo>
                  <a:close/>
                  <a:moveTo>
                    <a:pt x="191072" y="649058"/>
                  </a:moveTo>
                  <a:lnTo>
                    <a:pt x="206435" y="656769"/>
                  </a:lnTo>
                  <a:lnTo>
                    <a:pt x="236954" y="640176"/>
                  </a:lnTo>
                  <a:close/>
                  <a:moveTo>
                    <a:pt x="72551" y="505553"/>
                  </a:moveTo>
                  <a:lnTo>
                    <a:pt x="78256" y="485566"/>
                  </a:lnTo>
                  <a:lnTo>
                    <a:pt x="59205" y="509660"/>
                  </a:lnTo>
                  <a:close/>
                  <a:moveTo>
                    <a:pt x="298304" y="667619"/>
                  </a:moveTo>
                  <a:lnTo>
                    <a:pt x="335727" y="655918"/>
                  </a:lnTo>
                  <a:lnTo>
                    <a:pt x="291831" y="667868"/>
                  </a:lnTo>
                  <a:close/>
                  <a:moveTo>
                    <a:pt x="291831" y="667868"/>
                  </a:moveTo>
                  <a:lnTo>
                    <a:pt x="292392" y="668570"/>
                  </a:lnTo>
                  <a:lnTo>
                    <a:pt x="298304" y="667619"/>
                  </a:lnTo>
                  <a:close/>
                  <a:moveTo>
                    <a:pt x="292392" y="668570"/>
                  </a:moveTo>
                  <a:lnTo>
                    <a:pt x="291831" y="667868"/>
                  </a:lnTo>
                  <a:lnTo>
                    <a:pt x="290337" y="667619"/>
                  </a:lnTo>
                  <a:close/>
                  <a:moveTo>
                    <a:pt x="103132" y="445211"/>
                  </a:moveTo>
                  <a:lnTo>
                    <a:pt x="78256" y="485566"/>
                  </a:lnTo>
                  <a:lnTo>
                    <a:pt x="96794" y="461291"/>
                  </a:lnTo>
                  <a:close/>
                  <a:moveTo>
                    <a:pt x="132009" y="418280"/>
                  </a:moveTo>
                  <a:lnTo>
                    <a:pt x="103132" y="445211"/>
                  </a:lnTo>
                  <a:lnTo>
                    <a:pt x="96794" y="461291"/>
                  </a:lnTo>
                  <a:close/>
                  <a:moveTo>
                    <a:pt x="503175" y="798224"/>
                  </a:moveTo>
                  <a:lnTo>
                    <a:pt x="457949" y="746598"/>
                  </a:lnTo>
                  <a:lnTo>
                    <a:pt x="437314" y="751043"/>
                  </a:lnTo>
                  <a:close/>
                  <a:moveTo>
                    <a:pt x="437314" y="751043"/>
                  </a:moveTo>
                  <a:lnTo>
                    <a:pt x="398383" y="695062"/>
                  </a:lnTo>
                  <a:lnTo>
                    <a:pt x="357979" y="714816"/>
                  </a:lnTo>
                  <a:close/>
                  <a:moveTo>
                    <a:pt x="437314" y="751043"/>
                  </a:moveTo>
                  <a:lnTo>
                    <a:pt x="357979" y="714816"/>
                  </a:lnTo>
                  <a:lnTo>
                    <a:pt x="382570" y="757567"/>
                  </a:lnTo>
                  <a:close/>
                  <a:moveTo>
                    <a:pt x="437314" y="751043"/>
                  </a:moveTo>
                  <a:lnTo>
                    <a:pt x="457949" y="746598"/>
                  </a:lnTo>
                  <a:lnTo>
                    <a:pt x="436448" y="722921"/>
                  </a:lnTo>
                  <a:close/>
                  <a:moveTo>
                    <a:pt x="298304" y="667619"/>
                  </a:moveTo>
                  <a:lnTo>
                    <a:pt x="375487" y="669674"/>
                  </a:lnTo>
                  <a:lnTo>
                    <a:pt x="363084" y="643525"/>
                  </a:lnTo>
                  <a:close/>
                  <a:moveTo>
                    <a:pt x="357979" y="714816"/>
                  </a:moveTo>
                  <a:lnTo>
                    <a:pt x="398383" y="695062"/>
                  </a:lnTo>
                  <a:lnTo>
                    <a:pt x="375487" y="669674"/>
                  </a:lnTo>
                  <a:close/>
                  <a:moveTo>
                    <a:pt x="363615" y="625284"/>
                  </a:moveTo>
                  <a:lnTo>
                    <a:pt x="298304" y="667619"/>
                  </a:lnTo>
                  <a:lnTo>
                    <a:pt x="363084" y="643525"/>
                  </a:lnTo>
                  <a:close/>
                  <a:moveTo>
                    <a:pt x="363615" y="625284"/>
                  </a:moveTo>
                  <a:lnTo>
                    <a:pt x="364899" y="591988"/>
                  </a:lnTo>
                  <a:lnTo>
                    <a:pt x="337939" y="616082"/>
                  </a:lnTo>
                  <a:close/>
                  <a:moveTo>
                    <a:pt x="174973" y="385842"/>
                  </a:moveTo>
                  <a:lnTo>
                    <a:pt x="178642" y="408192"/>
                  </a:lnTo>
                  <a:lnTo>
                    <a:pt x="162338" y="396775"/>
                  </a:lnTo>
                  <a:close/>
                  <a:moveTo>
                    <a:pt x="201420" y="368219"/>
                  </a:moveTo>
                  <a:lnTo>
                    <a:pt x="174973" y="385842"/>
                  </a:lnTo>
                  <a:lnTo>
                    <a:pt x="224208" y="371148"/>
                  </a:lnTo>
                  <a:close/>
                  <a:moveTo>
                    <a:pt x="277765" y="365589"/>
                  </a:moveTo>
                  <a:lnTo>
                    <a:pt x="224208" y="371148"/>
                  </a:lnTo>
                  <a:lnTo>
                    <a:pt x="283117" y="364093"/>
                  </a:lnTo>
                  <a:close/>
                  <a:moveTo>
                    <a:pt x="224208" y="371148"/>
                  </a:moveTo>
                  <a:lnTo>
                    <a:pt x="240079" y="377856"/>
                  </a:lnTo>
                  <a:lnTo>
                    <a:pt x="283117" y="364093"/>
                  </a:lnTo>
                  <a:close/>
                  <a:moveTo>
                    <a:pt x="277765" y="365589"/>
                  </a:moveTo>
                  <a:lnTo>
                    <a:pt x="283117" y="364093"/>
                  </a:lnTo>
                  <a:lnTo>
                    <a:pt x="330289" y="365785"/>
                  </a:lnTo>
                  <a:close/>
                  <a:moveTo>
                    <a:pt x="791422" y="904556"/>
                  </a:moveTo>
                  <a:lnTo>
                    <a:pt x="782671" y="853020"/>
                  </a:lnTo>
                  <a:lnTo>
                    <a:pt x="797642" y="928650"/>
                  </a:lnTo>
                  <a:close/>
                  <a:moveTo>
                    <a:pt x="770725" y="801483"/>
                  </a:moveTo>
                  <a:lnTo>
                    <a:pt x="747755" y="825577"/>
                  </a:lnTo>
                  <a:lnTo>
                    <a:pt x="782671" y="853020"/>
                  </a:lnTo>
                  <a:close/>
                  <a:moveTo>
                    <a:pt x="321921" y="392434"/>
                  </a:moveTo>
                  <a:lnTo>
                    <a:pt x="330289" y="365785"/>
                  </a:lnTo>
                  <a:lnTo>
                    <a:pt x="283117" y="364093"/>
                  </a:lnTo>
                  <a:close/>
                  <a:moveTo>
                    <a:pt x="321921" y="392434"/>
                  </a:moveTo>
                  <a:lnTo>
                    <a:pt x="364265" y="395991"/>
                  </a:lnTo>
                  <a:lnTo>
                    <a:pt x="330289" y="365785"/>
                  </a:lnTo>
                  <a:close/>
                  <a:moveTo>
                    <a:pt x="364265" y="395991"/>
                  </a:moveTo>
                  <a:lnTo>
                    <a:pt x="334525" y="361748"/>
                  </a:lnTo>
                  <a:lnTo>
                    <a:pt x="330289" y="365785"/>
                  </a:lnTo>
                  <a:close/>
                  <a:moveTo>
                    <a:pt x="394388" y="346741"/>
                  </a:moveTo>
                  <a:lnTo>
                    <a:pt x="334525" y="361748"/>
                  </a:lnTo>
                  <a:lnTo>
                    <a:pt x="364265" y="395991"/>
                  </a:lnTo>
                  <a:close/>
                  <a:moveTo>
                    <a:pt x="400049" y="404882"/>
                  </a:moveTo>
                  <a:lnTo>
                    <a:pt x="394388" y="346741"/>
                  </a:lnTo>
                  <a:lnTo>
                    <a:pt x="364265" y="395991"/>
                  </a:lnTo>
                  <a:close/>
                  <a:moveTo>
                    <a:pt x="438437" y="389191"/>
                  </a:moveTo>
                  <a:lnTo>
                    <a:pt x="426809" y="337654"/>
                  </a:lnTo>
                  <a:lnTo>
                    <a:pt x="400049" y="404882"/>
                  </a:lnTo>
                  <a:close/>
                  <a:moveTo>
                    <a:pt x="770725" y="801483"/>
                  </a:moveTo>
                  <a:lnTo>
                    <a:pt x="853355" y="828926"/>
                  </a:lnTo>
                  <a:lnTo>
                    <a:pt x="839309" y="777607"/>
                  </a:lnTo>
                  <a:close/>
                  <a:moveTo>
                    <a:pt x="840628" y="777390"/>
                  </a:moveTo>
                  <a:lnTo>
                    <a:pt x="839309" y="777607"/>
                  </a:lnTo>
                  <a:lnTo>
                    <a:pt x="853301" y="828703"/>
                  </a:lnTo>
                  <a:close/>
                  <a:moveTo>
                    <a:pt x="604077" y="468170"/>
                  </a:moveTo>
                  <a:lnTo>
                    <a:pt x="574622" y="492264"/>
                  </a:lnTo>
                  <a:lnTo>
                    <a:pt x="615493" y="519707"/>
                  </a:lnTo>
                  <a:close/>
                  <a:moveTo>
                    <a:pt x="438437" y="389191"/>
                  </a:moveTo>
                  <a:lnTo>
                    <a:pt x="474312" y="420010"/>
                  </a:lnTo>
                  <a:lnTo>
                    <a:pt x="482280" y="376011"/>
                  </a:lnTo>
                  <a:close/>
                  <a:moveTo>
                    <a:pt x="474312" y="420010"/>
                  </a:moveTo>
                  <a:lnTo>
                    <a:pt x="542039" y="365097"/>
                  </a:lnTo>
                  <a:lnTo>
                    <a:pt x="482280" y="376011"/>
                  </a:lnTo>
                  <a:close/>
                  <a:moveTo>
                    <a:pt x="542529" y="365487"/>
                  </a:moveTo>
                  <a:lnTo>
                    <a:pt x="542039" y="365097"/>
                  </a:lnTo>
                  <a:lnTo>
                    <a:pt x="474312" y="420010"/>
                  </a:lnTo>
                  <a:close/>
                  <a:moveTo>
                    <a:pt x="542039" y="365097"/>
                  </a:moveTo>
                  <a:lnTo>
                    <a:pt x="542312" y="364675"/>
                  </a:lnTo>
                  <a:lnTo>
                    <a:pt x="482280" y="376011"/>
                  </a:lnTo>
                  <a:close/>
                  <a:moveTo>
                    <a:pt x="840628" y="777390"/>
                  </a:moveTo>
                  <a:lnTo>
                    <a:pt x="853368" y="828920"/>
                  </a:lnTo>
                  <a:lnTo>
                    <a:pt x="889561" y="804832"/>
                  </a:lnTo>
                  <a:close/>
                  <a:moveTo>
                    <a:pt x="966440" y="767460"/>
                  </a:moveTo>
                  <a:lnTo>
                    <a:pt x="937588" y="773672"/>
                  </a:lnTo>
                  <a:lnTo>
                    <a:pt x="939588" y="753296"/>
                  </a:lnTo>
                  <a:close/>
                  <a:moveTo>
                    <a:pt x="604077" y="468170"/>
                  </a:moveTo>
                  <a:lnTo>
                    <a:pt x="615493" y="519707"/>
                  </a:lnTo>
                  <a:lnTo>
                    <a:pt x="631091" y="495612"/>
                  </a:lnTo>
                  <a:close/>
                  <a:moveTo>
                    <a:pt x="542039" y="365097"/>
                  </a:moveTo>
                  <a:lnTo>
                    <a:pt x="542529" y="365487"/>
                  </a:lnTo>
                  <a:lnTo>
                    <a:pt x="542518" y="365022"/>
                  </a:lnTo>
                  <a:close/>
                  <a:moveTo>
                    <a:pt x="542312" y="364675"/>
                  </a:moveTo>
                  <a:lnTo>
                    <a:pt x="542039" y="365097"/>
                  </a:lnTo>
                  <a:lnTo>
                    <a:pt x="542518" y="365022"/>
                  </a:lnTo>
                  <a:close/>
                  <a:moveTo>
                    <a:pt x="542518" y="365022"/>
                  </a:moveTo>
                  <a:lnTo>
                    <a:pt x="542529" y="365487"/>
                  </a:lnTo>
                  <a:lnTo>
                    <a:pt x="543003" y="365097"/>
                  </a:lnTo>
                  <a:close/>
                  <a:moveTo>
                    <a:pt x="542518" y="365022"/>
                  </a:moveTo>
                  <a:lnTo>
                    <a:pt x="543003" y="365097"/>
                  </a:lnTo>
                  <a:lnTo>
                    <a:pt x="542312" y="364675"/>
                  </a:lnTo>
                  <a:close/>
                  <a:moveTo>
                    <a:pt x="939588" y="753296"/>
                  </a:moveTo>
                  <a:lnTo>
                    <a:pt x="990798" y="793156"/>
                  </a:lnTo>
                  <a:lnTo>
                    <a:pt x="966440" y="767460"/>
                  </a:lnTo>
                  <a:close/>
                  <a:moveTo>
                    <a:pt x="973129" y="753296"/>
                  </a:moveTo>
                  <a:lnTo>
                    <a:pt x="1042908" y="743783"/>
                  </a:lnTo>
                  <a:lnTo>
                    <a:pt x="1032517" y="729202"/>
                  </a:lnTo>
                  <a:close/>
                  <a:moveTo>
                    <a:pt x="973129" y="753296"/>
                  </a:moveTo>
                  <a:lnTo>
                    <a:pt x="966440" y="767460"/>
                  </a:lnTo>
                  <a:lnTo>
                    <a:pt x="990798" y="793156"/>
                  </a:lnTo>
                  <a:close/>
                  <a:moveTo>
                    <a:pt x="964882" y="688740"/>
                  </a:moveTo>
                  <a:lnTo>
                    <a:pt x="939588" y="753296"/>
                  </a:lnTo>
                  <a:lnTo>
                    <a:pt x="959037" y="739777"/>
                  </a:lnTo>
                  <a:close/>
                  <a:moveTo>
                    <a:pt x="1032517" y="729202"/>
                  </a:moveTo>
                  <a:lnTo>
                    <a:pt x="1033829" y="709838"/>
                  </a:lnTo>
                  <a:lnTo>
                    <a:pt x="973129" y="753296"/>
                  </a:lnTo>
                  <a:close/>
                  <a:moveTo>
                    <a:pt x="973129" y="753296"/>
                  </a:moveTo>
                  <a:lnTo>
                    <a:pt x="1033829" y="709838"/>
                  </a:lnTo>
                  <a:lnTo>
                    <a:pt x="964882" y="688740"/>
                  </a:lnTo>
                  <a:close/>
                  <a:moveTo>
                    <a:pt x="964882" y="688740"/>
                  </a:moveTo>
                  <a:lnTo>
                    <a:pt x="1033829" y="709838"/>
                  </a:lnTo>
                  <a:lnTo>
                    <a:pt x="1021823" y="680430"/>
                  </a:lnTo>
                  <a:close/>
                  <a:moveTo>
                    <a:pt x="973129" y="753296"/>
                  </a:moveTo>
                  <a:lnTo>
                    <a:pt x="964882" y="688740"/>
                  </a:lnTo>
                  <a:lnTo>
                    <a:pt x="959037" y="739777"/>
                  </a:lnTo>
                  <a:close/>
                  <a:moveTo>
                    <a:pt x="969700" y="644746"/>
                  </a:moveTo>
                  <a:lnTo>
                    <a:pt x="952411" y="626128"/>
                  </a:lnTo>
                  <a:lnTo>
                    <a:pt x="964882" y="688740"/>
                  </a:lnTo>
                  <a:close/>
                  <a:moveTo>
                    <a:pt x="964882" y="688740"/>
                  </a:moveTo>
                  <a:lnTo>
                    <a:pt x="1021823" y="680430"/>
                  </a:lnTo>
                  <a:lnTo>
                    <a:pt x="969700" y="644746"/>
                  </a:lnTo>
                  <a:close/>
                  <a:moveTo>
                    <a:pt x="703834" y="349425"/>
                  </a:moveTo>
                  <a:lnTo>
                    <a:pt x="673786" y="371982"/>
                  </a:lnTo>
                  <a:lnTo>
                    <a:pt x="653146" y="392539"/>
                  </a:lnTo>
                  <a:close/>
                  <a:moveTo>
                    <a:pt x="1055122" y="654547"/>
                  </a:moveTo>
                  <a:lnTo>
                    <a:pt x="1032517" y="729202"/>
                  </a:lnTo>
                  <a:lnTo>
                    <a:pt x="1052607" y="705108"/>
                  </a:lnTo>
                  <a:close/>
                  <a:moveTo>
                    <a:pt x="1055122" y="654547"/>
                  </a:moveTo>
                  <a:lnTo>
                    <a:pt x="1033829" y="709838"/>
                  </a:lnTo>
                  <a:lnTo>
                    <a:pt x="1032517" y="729202"/>
                  </a:lnTo>
                  <a:close/>
                  <a:moveTo>
                    <a:pt x="1055178" y="653571"/>
                  </a:moveTo>
                  <a:lnTo>
                    <a:pt x="1088304" y="603934"/>
                  </a:lnTo>
                  <a:lnTo>
                    <a:pt x="1043296" y="677665"/>
                  </a:lnTo>
                  <a:close/>
                  <a:moveTo>
                    <a:pt x="952411" y="626128"/>
                  </a:moveTo>
                  <a:lnTo>
                    <a:pt x="969700" y="644746"/>
                  </a:lnTo>
                  <a:lnTo>
                    <a:pt x="969924" y="621898"/>
                  </a:lnTo>
                  <a:close/>
                  <a:moveTo>
                    <a:pt x="1016210" y="622251"/>
                  </a:moveTo>
                  <a:lnTo>
                    <a:pt x="969924" y="621898"/>
                  </a:lnTo>
                  <a:lnTo>
                    <a:pt x="969700" y="644746"/>
                  </a:lnTo>
                  <a:close/>
                  <a:moveTo>
                    <a:pt x="777355" y="314733"/>
                  </a:moveTo>
                  <a:lnTo>
                    <a:pt x="745526" y="330627"/>
                  </a:lnTo>
                  <a:lnTo>
                    <a:pt x="703834" y="349425"/>
                  </a:lnTo>
                  <a:close/>
                  <a:moveTo>
                    <a:pt x="820285" y="300565"/>
                  </a:moveTo>
                  <a:lnTo>
                    <a:pt x="745526" y="330627"/>
                  </a:lnTo>
                  <a:lnTo>
                    <a:pt x="777355" y="314733"/>
                  </a:lnTo>
                  <a:close/>
                  <a:moveTo>
                    <a:pt x="1052607" y="705108"/>
                  </a:moveTo>
                  <a:lnTo>
                    <a:pt x="1056951" y="651871"/>
                  </a:lnTo>
                  <a:lnTo>
                    <a:pt x="1055122" y="654547"/>
                  </a:lnTo>
                  <a:close/>
                  <a:moveTo>
                    <a:pt x="1055178" y="653571"/>
                  </a:moveTo>
                  <a:lnTo>
                    <a:pt x="1055122" y="654547"/>
                  </a:lnTo>
                  <a:lnTo>
                    <a:pt x="1056951" y="651871"/>
                  </a:lnTo>
                  <a:close/>
                  <a:moveTo>
                    <a:pt x="820285" y="300565"/>
                  </a:moveTo>
                  <a:lnTo>
                    <a:pt x="777355" y="314733"/>
                  </a:lnTo>
                  <a:lnTo>
                    <a:pt x="856543" y="301228"/>
                  </a:lnTo>
                  <a:close/>
                  <a:moveTo>
                    <a:pt x="874791" y="309561"/>
                  </a:moveTo>
                  <a:lnTo>
                    <a:pt x="903191" y="300956"/>
                  </a:lnTo>
                  <a:lnTo>
                    <a:pt x="856543" y="301228"/>
                  </a:lnTo>
                  <a:close/>
                  <a:moveTo>
                    <a:pt x="874791" y="309561"/>
                  </a:moveTo>
                  <a:lnTo>
                    <a:pt x="928503" y="303876"/>
                  </a:lnTo>
                  <a:lnTo>
                    <a:pt x="903191" y="300956"/>
                  </a:lnTo>
                  <a:close/>
                  <a:moveTo>
                    <a:pt x="1125890" y="339762"/>
                  </a:moveTo>
                  <a:lnTo>
                    <a:pt x="1060042" y="347700"/>
                  </a:lnTo>
                  <a:lnTo>
                    <a:pt x="1046678" y="353176"/>
                  </a:lnTo>
                  <a:close/>
                  <a:moveTo>
                    <a:pt x="1125890" y="339762"/>
                  </a:moveTo>
                  <a:lnTo>
                    <a:pt x="1046678" y="353176"/>
                  </a:lnTo>
                  <a:lnTo>
                    <a:pt x="1081269" y="347608"/>
                  </a:lnTo>
                  <a:close/>
                  <a:moveTo>
                    <a:pt x="1395985" y="252440"/>
                  </a:moveTo>
                  <a:lnTo>
                    <a:pt x="1397088" y="250321"/>
                  </a:lnTo>
                  <a:lnTo>
                    <a:pt x="1340442" y="259613"/>
                  </a:lnTo>
                  <a:close/>
                  <a:moveTo>
                    <a:pt x="1395985" y="252440"/>
                  </a:moveTo>
                  <a:lnTo>
                    <a:pt x="1340442" y="259613"/>
                  </a:lnTo>
                  <a:lnTo>
                    <a:pt x="1397922" y="253438"/>
                  </a:lnTo>
                  <a:close/>
                  <a:moveTo>
                    <a:pt x="1340442" y="259613"/>
                  </a:moveTo>
                  <a:lnTo>
                    <a:pt x="1360474" y="288102"/>
                  </a:lnTo>
                  <a:lnTo>
                    <a:pt x="1397922" y="253438"/>
                  </a:lnTo>
                  <a:close/>
                  <a:moveTo>
                    <a:pt x="1395985" y="252440"/>
                  </a:moveTo>
                  <a:lnTo>
                    <a:pt x="1399265" y="251325"/>
                  </a:lnTo>
                  <a:lnTo>
                    <a:pt x="1397088" y="250321"/>
                  </a:lnTo>
                  <a:close/>
                  <a:moveTo>
                    <a:pt x="1395985" y="252440"/>
                  </a:moveTo>
                  <a:lnTo>
                    <a:pt x="1397922" y="253438"/>
                  </a:lnTo>
                  <a:lnTo>
                    <a:pt x="1399265" y="251325"/>
                  </a:lnTo>
                  <a:close/>
                  <a:moveTo>
                    <a:pt x="1423236" y="293027"/>
                  </a:moveTo>
                  <a:lnTo>
                    <a:pt x="1399265" y="251325"/>
                  </a:lnTo>
                  <a:lnTo>
                    <a:pt x="1397922" y="253438"/>
                  </a:lnTo>
                  <a:close/>
                  <a:moveTo>
                    <a:pt x="1467162" y="232556"/>
                  </a:moveTo>
                  <a:lnTo>
                    <a:pt x="1399265" y="251325"/>
                  </a:lnTo>
                  <a:lnTo>
                    <a:pt x="1423236" y="293027"/>
                  </a:lnTo>
                  <a:close/>
                  <a:moveTo>
                    <a:pt x="1399265" y="251325"/>
                  </a:moveTo>
                  <a:lnTo>
                    <a:pt x="1467162" y="232556"/>
                  </a:lnTo>
                  <a:lnTo>
                    <a:pt x="1397088" y="250321"/>
                  </a:lnTo>
                  <a:close/>
                  <a:moveTo>
                    <a:pt x="1397088" y="250321"/>
                  </a:moveTo>
                  <a:lnTo>
                    <a:pt x="1468526" y="207840"/>
                  </a:lnTo>
                  <a:lnTo>
                    <a:pt x="1415366" y="183759"/>
                  </a:lnTo>
                  <a:close/>
                  <a:moveTo>
                    <a:pt x="1407926" y="175694"/>
                  </a:moveTo>
                  <a:lnTo>
                    <a:pt x="1397088" y="250321"/>
                  </a:lnTo>
                  <a:lnTo>
                    <a:pt x="1415366" y="183759"/>
                  </a:lnTo>
                  <a:close/>
                  <a:moveTo>
                    <a:pt x="1407926" y="175694"/>
                  </a:moveTo>
                  <a:lnTo>
                    <a:pt x="1339163" y="199788"/>
                  </a:lnTo>
                  <a:lnTo>
                    <a:pt x="1397088" y="250321"/>
                  </a:lnTo>
                  <a:close/>
                  <a:moveTo>
                    <a:pt x="1355937" y="124158"/>
                  </a:moveTo>
                  <a:lnTo>
                    <a:pt x="1339163" y="199788"/>
                  </a:lnTo>
                  <a:lnTo>
                    <a:pt x="1407926" y="175694"/>
                  </a:lnTo>
                  <a:close/>
                  <a:moveTo>
                    <a:pt x="1466137" y="170647"/>
                  </a:moveTo>
                  <a:lnTo>
                    <a:pt x="1415436" y="173883"/>
                  </a:lnTo>
                  <a:lnTo>
                    <a:pt x="1415366" y="183759"/>
                  </a:lnTo>
                  <a:close/>
                  <a:moveTo>
                    <a:pt x="1402463" y="58944"/>
                  </a:moveTo>
                  <a:lnTo>
                    <a:pt x="1351522" y="62376"/>
                  </a:lnTo>
                  <a:lnTo>
                    <a:pt x="1410568" y="115098"/>
                  </a:lnTo>
                  <a:close/>
                  <a:moveTo>
                    <a:pt x="1351522" y="62376"/>
                  </a:moveTo>
                  <a:lnTo>
                    <a:pt x="1402463" y="58944"/>
                  </a:lnTo>
                  <a:lnTo>
                    <a:pt x="1392671" y="4162"/>
                  </a:lnTo>
                  <a:close/>
                  <a:moveTo>
                    <a:pt x="1402463" y="58944"/>
                  </a:moveTo>
                  <a:lnTo>
                    <a:pt x="1444511" y="0"/>
                  </a:lnTo>
                  <a:lnTo>
                    <a:pt x="1392671" y="4162"/>
                  </a:lnTo>
                  <a:close/>
                </a:path>
              </a:pathLst>
            </a:custGeom>
            <a:solidFill>
              <a:srgbClr val="F4F6F7"/>
            </a:solidFill>
            <a:ln w="1524">
              <a:solidFill>
                <a:srgbClr val="F4F6F7"/>
              </a:solidFill>
            </a:ln>
          </p:spPr>
        </p:sp>
        <p:sp>
          <p:nvSpPr>
            <p:cNvPr id="4326" name="Output_density__4325">
              <a:extLst>
                <a:ext uri="{FF2B5EF4-FFF2-40B4-BE49-F238E27FC236}">
                  <a16:creationId xmlns:a16="http://schemas.microsoft.com/office/drawing/2014/main" id="{C6531F86-B917-BE53-476A-4064EB683721}"/>
                </a:ext>
              </a:extLst>
            </p:cNvPr>
            <p:cNvSpPr>
              <a:spLocks noGrp="1"/>
            </p:cNvSpPr>
            <p:nvPr/>
          </p:nvSpPr>
          <p:spPr>
            <a:xfrm>
              <a:off x="14882316" y="2645943"/>
              <a:ext cx="1444319" cy="812459"/>
            </a:xfrm>
            <a:custGeom>
              <a:avLst/>
              <a:gdLst/>
              <a:ahLst/>
              <a:cxnLst/>
              <a:rect l="0" t="0" r="0" b="0"/>
              <a:pathLst>
                <a:path w="1444319" h="812459">
                  <a:moveTo>
                    <a:pt x="227672" y="797796"/>
                  </a:moveTo>
                  <a:lnTo>
                    <a:pt x="260374" y="810286"/>
                  </a:lnTo>
                  <a:lnTo>
                    <a:pt x="284489" y="775475"/>
                  </a:lnTo>
                  <a:close/>
                  <a:moveTo>
                    <a:pt x="284489" y="775475"/>
                  </a:moveTo>
                  <a:lnTo>
                    <a:pt x="319408" y="785069"/>
                  </a:lnTo>
                  <a:lnTo>
                    <a:pt x="286451" y="772883"/>
                  </a:lnTo>
                  <a:close/>
                  <a:moveTo>
                    <a:pt x="187203" y="628356"/>
                  </a:moveTo>
                  <a:lnTo>
                    <a:pt x="144881" y="624780"/>
                  </a:lnTo>
                  <a:lnTo>
                    <a:pt x="202774" y="678439"/>
                  </a:lnTo>
                  <a:close/>
                  <a:moveTo>
                    <a:pt x="10525" y="516019"/>
                  </a:moveTo>
                  <a:lnTo>
                    <a:pt x="0" y="535497"/>
                  </a:lnTo>
                  <a:lnTo>
                    <a:pt x="6243" y="536041"/>
                  </a:lnTo>
                  <a:close/>
                  <a:moveTo>
                    <a:pt x="10525" y="516019"/>
                  </a:moveTo>
                  <a:lnTo>
                    <a:pt x="6243" y="536041"/>
                  </a:lnTo>
                  <a:lnTo>
                    <a:pt x="42919" y="561063"/>
                  </a:lnTo>
                  <a:close/>
                  <a:moveTo>
                    <a:pt x="286451" y="772883"/>
                  </a:moveTo>
                  <a:lnTo>
                    <a:pt x="329547" y="759335"/>
                  </a:lnTo>
                  <a:lnTo>
                    <a:pt x="354053" y="716059"/>
                  </a:lnTo>
                  <a:close/>
                  <a:moveTo>
                    <a:pt x="99034" y="411082"/>
                  </a:moveTo>
                  <a:lnTo>
                    <a:pt x="90823" y="388852"/>
                  </a:lnTo>
                  <a:lnTo>
                    <a:pt x="97590" y="440388"/>
                  </a:lnTo>
                  <a:close/>
                  <a:moveTo>
                    <a:pt x="223703" y="661425"/>
                  </a:moveTo>
                  <a:lnTo>
                    <a:pt x="211902" y="646534"/>
                  </a:lnTo>
                  <a:lnTo>
                    <a:pt x="156584" y="615266"/>
                  </a:lnTo>
                  <a:close/>
                  <a:moveTo>
                    <a:pt x="481012" y="604166"/>
                  </a:moveTo>
                  <a:lnTo>
                    <a:pt x="484177" y="583419"/>
                  </a:lnTo>
                  <a:lnTo>
                    <a:pt x="441284" y="597727"/>
                  </a:lnTo>
                  <a:close/>
                  <a:moveTo>
                    <a:pt x="262497" y="354154"/>
                  </a:moveTo>
                  <a:lnTo>
                    <a:pt x="251040" y="340664"/>
                  </a:lnTo>
                  <a:lnTo>
                    <a:pt x="199107" y="304964"/>
                  </a:lnTo>
                  <a:close/>
                  <a:moveTo>
                    <a:pt x="444271" y="533311"/>
                  </a:moveTo>
                  <a:lnTo>
                    <a:pt x="462149" y="501060"/>
                  </a:lnTo>
                  <a:lnTo>
                    <a:pt x="446431" y="471180"/>
                  </a:lnTo>
                  <a:close/>
                  <a:moveTo>
                    <a:pt x="407655" y="368106"/>
                  </a:moveTo>
                  <a:lnTo>
                    <a:pt x="411462" y="371755"/>
                  </a:lnTo>
                  <a:lnTo>
                    <a:pt x="413525" y="359038"/>
                  </a:lnTo>
                  <a:close/>
                  <a:moveTo>
                    <a:pt x="419839" y="382644"/>
                  </a:moveTo>
                  <a:lnTo>
                    <a:pt x="411462" y="371755"/>
                  </a:lnTo>
                  <a:lnTo>
                    <a:pt x="407655" y="368106"/>
                  </a:lnTo>
                  <a:close/>
                  <a:moveTo>
                    <a:pt x="251040" y="340664"/>
                  </a:moveTo>
                  <a:lnTo>
                    <a:pt x="289418" y="379279"/>
                  </a:lnTo>
                  <a:lnTo>
                    <a:pt x="268214" y="316570"/>
                  </a:lnTo>
                  <a:close/>
                  <a:moveTo>
                    <a:pt x="768396" y="812459"/>
                  </a:moveTo>
                  <a:lnTo>
                    <a:pt x="845680" y="791836"/>
                  </a:lnTo>
                  <a:lnTo>
                    <a:pt x="801145" y="800000"/>
                  </a:lnTo>
                  <a:close/>
                  <a:moveTo>
                    <a:pt x="407655" y="368106"/>
                  </a:moveTo>
                  <a:lnTo>
                    <a:pt x="390763" y="350601"/>
                  </a:lnTo>
                  <a:lnTo>
                    <a:pt x="419839" y="382644"/>
                  </a:lnTo>
                  <a:close/>
                  <a:moveTo>
                    <a:pt x="414912" y="306208"/>
                  </a:moveTo>
                  <a:lnTo>
                    <a:pt x="407655" y="368106"/>
                  </a:lnTo>
                  <a:lnTo>
                    <a:pt x="413525" y="359038"/>
                  </a:lnTo>
                  <a:close/>
                  <a:moveTo>
                    <a:pt x="390763" y="350601"/>
                  </a:moveTo>
                  <a:lnTo>
                    <a:pt x="407655" y="368106"/>
                  </a:lnTo>
                  <a:lnTo>
                    <a:pt x="414912" y="306208"/>
                  </a:lnTo>
                  <a:close/>
                  <a:moveTo>
                    <a:pt x="856902" y="704768"/>
                  </a:moveTo>
                  <a:lnTo>
                    <a:pt x="856767" y="739566"/>
                  </a:lnTo>
                  <a:lnTo>
                    <a:pt x="856952" y="756305"/>
                  </a:lnTo>
                  <a:close/>
                  <a:moveTo>
                    <a:pt x="899515" y="683537"/>
                  </a:moveTo>
                  <a:lnTo>
                    <a:pt x="856767" y="739566"/>
                  </a:lnTo>
                  <a:lnTo>
                    <a:pt x="856902" y="704768"/>
                  </a:lnTo>
                  <a:close/>
                  <a:moveTo>
                    <a:pt x="777609" y="577107"/>
                  </a:moveTo>
                  <a:lnTo>
                    <a:pt x="766440" y="577602"/>
                  </a:lnTo>
                  <a:lnTo>
                    <a:pt x="727173" y="580731"/>
                  </a:lnTo>
                  <a:close/>
                  <a:moveTo>
                    <a:pt x="727173" y="580731"/>
                  </a:moveTo>
                  <a:lnTo>
                    <a:pt x="692999" y="545770"/>
                  </a:lnTo>
                  <a:lnTo>
                    <a:pt x="777609" y="577107"/>
                  </a:lnTo>
                  <a:close/>
                  <a:moveTo>
                    <a:pt x="887007" y="676550"/>
                  </a:moveTo>
                  <a:lnTo>
                    <a:pt x="908480" y="672764"/>
                  </a:lnTo>
                  <a:lnTo>
                    <a:pt x="920273" y="656581"/>
                  </a:lnTo>
                  <a:close/>
                  <a:moveTo>
                    <a:pt x="941599" y="656581"/>
                  </a:moveTo>
                  <a:lnTo>
                    <a:pt x="908480" y="672764"/>
                  </a:lnTo>
                  <a:lnTo>
                    <a:pt x="899515" y="683537"/>
                  </a:lnTo>
                  <a:close/>
                  <a:moveTo>
                    <a:pt x="908480" y="672764"/>
                  </a:moveTo>
                  <a:lnTo>
                    <a:pt x="941599" y="656581"/>
                  </a:lnTo>
                  <a:lnTo>
                    <a:pt x="926560" y="649756"/>
                  </a:lnTo>
                  <a:close/>
                  <a:moveTo>
                    <a:pt x="920273" y="656581"/>
                  </a:moveTo>
                  <a:lnTo>
                    <a:pt x="908480" y="672764"/>
                  </a:lnTo>
                  <a:lnTo>
                    <a:pt x="926560" y="649756"/>
                  </a:lnTo>
                  <a:close/>
                  <a:moveTo>
                    <a:pt x="941599" y="656581"/>
                  </a:moveTo>
                  <a:lnTo>
                    <a:pt x="1002376" y="697153"/>
                  </a:lnTo>
                  <a:lnTo>
                    <a:pt x="983328" y="649896"/>
                  </a:lnTo>
                  <a:close/>
                  <a:moveTo>
                    <a:pt x="983328" y="649896"/>
                  </a:moveTo>
                  <a:lnTo>
                    <a:pt x="993408" y="708118"/>
                  </a:lnTo>
                  <a:lnTo>
                    <a:pt x="995213" y="656581"/>
                  </a:lnTo>
                  <a:close/>
                  <a:moveTo>
                    <a:pt x="983328" y="649896"/>
                  </a:moveTo>
                  <a:lnTo>
                    <a:pt x="995213" y="656581"/>
                  </a:lnTo>
                  <a:lnTo>
                    <a:pt x="1026236" y="590252"/>
                  </a:lnTo>
                  <a:close/>
                  <a:moveTo>
                    <a:pt x="977481" y="591906"/>
                  </a:moveTo>
                  <a:lnTo>
                    <a:pt x="983328" y="649896"/>
                  </a:lnTo>
                  <a:lnTo>
                    <a:pt x="1026236" y="590252"/>
                  </a:lnTo>
                  <a:close/>
                  <a:moveTo>
                    <a:pt x="783174" y="384957"/>
                  </a:moveTo>
                  <a:lnTo>
                    <a:pt x="812290" y="426341"/>
                  </a:lnTo>
                  <a:lnTo>
                    <a:pt x="844107" y="436144"/>
                  </a:lnTo>
                  <a:close/>
                  <a:moveTo>
                    <a:pt x="783174" y="384957"/>
                  </a:moveTo>
                  <a:lnTo>
                    <a:pt x="780518" y="324372"/>
                  </a:lnTo>
                  <a:lnTo>
                    <a:pt x="776833" y="374804"/>
                  </a:lnTo>
                  <a:close/>
                  <a:moveTo>
                    <a:pt x="1037080" y="518693"/>
                  </a:moveTo>
                  <a:lnTo>
                    <a:pt x="984720" y="529414"/>
                  </a:lnTo>
                  <a:lnTo>
                    <a:pt x="971994" y="510050"/>
                  </a:lnTo>
                  <a:close/>
                  <a:moveTo>
                    <a:pt x="1008999" y="338829"/>
                  </a:moveTo>
                  <a:lnTo>
                    <a:pt x="1011140" y="326616"/>
                  </a:lnTo>
                  <a:lnTo>
                    <a:pt x="991888" y="314631"/>
                  </a:lnTo>
                  <a:close/>
                  <a:moveTo>
                    <a:pt x="1201264" y="202798"/>
                  </a:moveTo>
                  <a:lnTo>
                    <a:pt x="1181240" y="228754"/>
                  </a:lnTo>
                  <a:lnTo>
                    <a:pt x="1212025" y="208955"/>
                  </a:lnTo>
                  <a:close/>
                  <a:moveTo>
                    <a:pt x="1172610" y="226891"/>
                  </a:moveTo>
                  <a:lnTo>
                    <a:pt x="1201264" y="202798"/>
                  </a:lnTo>
                  <a:lnTo>
                    <a:pt x="1131827" y="218684"/>
                  </a:lnTo>
                  <a:close/>
                  <a:moveTo>
                    <a:pt x="1212025" y="208955"/>
                  </a:moveTo>
                  <a:lnTo>
                    <a:pt x="1181240" y="228754"/>
                  </a:lnTo>
                  <a:lnTo>
                    <a:pt x="1261449" y="219066"/>
                  </a:lnTo>
                  <a:close/>
                  <a:moveTo>
                    <a:pt x="1261449" y="219066"/>
                  </a:moveTo>
                  <a:lnTo>
                    <a:pt x="1291490" y="196483"/>
                  </a:lnTo>
                  <a:lnTo>
                    <a:pt x="1212025" y="208955"/>
                  </a:lnTo>
                  <a:close/>
                  <a:moveTo>
                    <a:pt x="1261449" y="219066"/>
                  </a:moveTo>
                  <a:lnTo>
                    <a:pt x="1312684" y="235950"/>
                  </a:lnTo>
                  <a:lnTo>
                    <a:pt x="1343279" y="215440"/>
                  </a:lnTo>
                  <a:close/>
                  <a:moveTo>
                    <a:pt x="1291490" y="196483"/>
                  </a:moveTo>
                  <a:lnTo>
                    <a:pt x="1261449" y="219066"/>
                  </a:lnTo>
                  <a:lnTo>
                    <a:pt x="1343279" y="215440"/>
                  </a:lnTo>
                  <a:close/>
                  <a:moveTo>
                    <a:pt x="1408057" y="156034"/>
                  </a:moveTo>
                  <a:lnTo>
                    <a:pt x="1343279" y="215440"/>
                  </a:lnTo>
                  <a:lnTo>
                    <a:pt x="1390525" y="217406"/>
                  </a:lnTo>
                  <a:close/>
                  <a:moveTo>
                    <a:pt x="1408057" y="156034"/>
                  </a:moveTo>
                  <a:lnTo>
                    <a:pt x="1435002" y="172111"/>
                  </a:lnTo>
                  <a:lnTo>
                    <a:pt x="1406888" y="143687"/>
                  </a:lnTo>
                  <a:close/>
                  <a:moveTo>
                    <a:pt x="1252236" y="24094"/>
                  </a:moveTo>
                  <a:lnTo>
                    <a:pt x="1277329" y="0"/>
                  </a:lnTo>
                  <a:lnTo>
                    <a:pt x="1244816" y="21977"/>
                  </a:lnTo>
                  <a:close/>
                  <a:moveTo>
                    <a:pt x="1444319" y="101794"/>
                  </a:moveTo>
                  <a:lnTo>
                    <a:pt x="1406888" y="143687"/>
                  </a:lnTo>
                  <a:lnTo>
                    <a:pt x="1443640" y="106420"/>
                  </a:lnTo>
                  <a:close/>
                </a:path>
              </a:pathLst>
            </a:custGeom>
            <a:solidFill>
              <a:srgbClr val="EFF2F3"/>
            </a:solidFill>
            <a:ln w="1524">
              <a:solidFill>
                <a:srgbClr val="EFF2F3"/>
              </a:solidFill>
            </a:ln>
          </p:spPr>
        </p:sp>
        <p:sp>
          <p:nvSpPr>
            <p:cNvPr id="4327" name="Output_density__4326">
              <a:extLst>
                <a:ext uri="{FF2B5EF4-FFF2-40B4-BE49-F238E27FC236}">
                  <a16:creationId xmlns:a16="http://schemas.microsoft.com/office/drawing/2014/main" id="{4A24DDDE-DE84-121F-676D-61DFBDF94B2A}"/>
                </a:ext>
              </a:extLst>
            </p:cNvPr>
            <p:cNvSpPr>
              <a:spLocks noGrp="1"/>
            </p:cNvSpPr>
            <p:nvPr/>
          </p:nvSpPr>
          <p:spPr>
            <a:xfrm>
              <a:off x="14841547" y="2507174"/>
              <a:ext cx="1492034" cy="951227"/>
            </a:xfrm>
            <a:custGeom>
              <a:avLst/>
              <a:gdLst/>
              <a:ahLst/>
              <a:cxnLst/>
              <a:rect l="0" t="0" r="0" b="0"/>
              <a:pathLst>
                <a:path w="1492034" h="951227">
                  <a:moveTo>
                    <a:pt x="268441" y="936564"/>
                  </a:moveTo>
                  <a:lnTo>
                    <a:pt x="325257" y="914244"/>
                  </a:lnTo>
                  <a:lnTo>
                    <a:pt x="246290" y="918645"/>
                  </a:lnTo>
                  <a:close/>
                  <a:moveTo>
                    <a:pt x="246290" y="918645"/>
                  </a:moveTo>
                  <a:lnTo>
                    <a:pt x="325257" y="914244"/>
                  </a:lnTo>
                  <a:lnTo>
                    <a:pt x="327219" y="911651"/>
                  </a:lnTo>
                  <a:close/>
                  <a:moveTo>
                    <a:pt x="173874" y="822571"/>
                  </a:moveTo>
                  <a:lnTo>
                    <a:pt x="185650" y="763549"/>
                  </a:lnTo>
                  <a:lnTo>
                    <a:pt x="122872" y="781955"/>
                  </a:lnTo>
                  <a:close/>
                  <a:moveTo>
                    <a:pt x="122872" y="781955"/>
                  </a:moveTo>
                  <a:lnTo>
                    <a:pt x="185650" y="763549"/>
                  </a:lnTo>
                  <a:lnTo>
                    <a:pt x="154541" y="750288"/>
                  </a:lnTo>
                  <a:close/>
                  <a:moveTo>
                    <a:pt x="0" y="627345"/>
                  </a:moveTo>
                  <a:lnTo>
                    <a:pt x="40768" y="674265"/>
                  </a:lnTo>
                  <a:lnTo>
                    <a:pt x="51293" y="654788"/>
                  </a:lnTo>
                  <a:close/>
                  <a:moveTo>
                    <a:pt x="347415" y="852259"/>
                  </a:moveTo>
                  <a:lnTo>
                    <a:pt x="327219" y="911651"/>
                  </a:lnTo>
                  <a:lnTo>
                    <a:pt x="394821" y="854827"/>
                  </a:lnTo>
                  <a:close/>
                  <a:moveTo>
                    <a:pt x="394821" y="854827"/>
                  </a:moveTo>
                  <a:lnTo>
                    <a:pt x="370315" y="898103"/>
                  </a:lnTo>
                  <a:lnTo>
                    <a:pt x="446164" y="872111"/>
                  </a:lnTo>
                  <a:close/>
                  <a:moveTo>
                    <a:pt x="300958" y="745770"/>
                  </a:moveTo>
                  <a:lnTo>
                    <a:pt x="263035" y="809397"/>
                  </a:lnTo>
                  <a:lnTo>
                    <a:pt x="264471" y="800194"/>
                  </a:lnTo>
                  <a:close/>
                  <a:moveTo>
                    <a:pt x="463170" y="815345"/>
                  </a:moveTo>
                  <a:lnTo>
                    <a:pt x="446164" y="872111"/>
                  </a:lnTo>
                  <a:lnTo>
                    <a:pt x="507528" y="812746"/>
                  </a:lnTo>
                  <a:close/>
                  <a:moveTo>
                    <a:pt x="408610" y="821719"/>
                  </a:moveTo>
                  <a:lnTo>
                    <a:pt x="347415" y="852259"/>
                  </a:lnTo>
                  <a:lnTo>
                    <a:pt x="394821" y="854827"/>
                  </a:lnTo>
                  <a:close/>
                  <a:moveTo>
                    <a:pt x="408610" y="821719"/>
                  </a:moveTo>
                  <a:lnTo>
                    <a:pt x="355973" y="826530"/>
                  </a:lnTo>
                  <a:lnTo>
                    <a:pt x="347415" y="852259"/>
                  </a:lnTo>
                  <a:close/>
                  <a:moveTo>
                    <a:pt x="415747" y="798166"/>
                  </a:moveTo>
                  <a:lnTo>
                    <a:pt x="365492" y="761209"/>
                  </a:lnTo>
                  <a:lnTo>
                    <a:pt x="408610" y="821719"/>
                  </a:lnTo>
                  <a:close/>
                  <a:moveTo>
                    <a:pt x="463170" y="815345"/>
                  </a:moveTo>
                  <a:lnTo>
                    <a:pt x="394821" y="854827"/>
                  </a:lnTo>
                  <a:lnTo>
                    <a:pt x="446164" y="872111"/>
                  </a:lnTo>
                  <a:close/>
                  <a:moveTo>
                    <a:pt x="463170" y="815345"/>
                  </a:moveTo>
                  <a:lnTo>
                    <a:pt x="408610" y="821719"/>
                  </a:lnTo>
                  <a:lnTo>
                    <a:pt x="394821" y="854827"/>
                  </a:lnTo>
                  <a:close/>
                  <a:moveTo>
                    <a:pt x="408610" y="821719"/>
                  </a:moveTo>
                  <a:lnTo>
                    <a:pt x="463170" y="815345"/>
                  </a:lnTo>
                  <a:lnTo>
                    <a:pt x="415747" y="798166"/>
                  </a:lnTo>
                  <a:close/>
                  <a:moveTo>
                    <a:pt x="463170" y="815345"/>
                  </a:moveTo>
                  <a:lnTo>
                    <a:pt x="465195" y="808368"/>
                  </a:lnTo>
                  <a:lnTo>
                    <a:pt x="415747" y="798166"/>
                  </a:lnTo>
                  <a:close/>
                  <a:moveTo>
                    <a:pt x="463170" y="815345"/>
                  </a:moveTo>
                  <a:lnTo>
                    <a:pt x="507528" y="812746"/>
                  </a:lnTo>
                  <a:lnTo>
                    <a:pt x="465195" y="808368"/>
                  </a:lnTo>
                  <a:close/>
                  <a:moveTo>
                    <a:pt x="482109" y="737205"/>
                  </a:moveTo>
                  <a:lnTo>
                    <a:pt x="465195" y="808368"/>
                  </a:lnTo>
                  <a:lnTo>
                    <a:pt x="513957" y="812038"/>
                  </a:lnTo>
                  <a:close/>
                  <a:moveTo>
                    <a:pt x="521781" y="742935"/>
                  </a:moveTo>
                  <a:lnTo>
                    <a:pt x="482109" y="737205"/>
                  </a:lnTo>
                  <a:lnTo>
                    <a:pt x="513957" y="812038"/>
                  </a:lnTo>
                  <a:close/>
                  <a:moveTo>
                    <a:pt x="482109" y="737205"/>
                  </a:moveTo>
                  <a:lnTo>
                    <a:pt x="415747" y="798166"/>
                  </a:lnTo>
                  <a:lnTo>
                    <a:pt x="465195" y="808368"/>
                  </a:lnTo>
                  <a:close/>
                  <a:moveTo>
                    <a:pt x="482109" y="737205"/>
                  </a:moveTo>
                  <a:lnTo>
                    <a:pt x="521781" y="742935"/>
                  </a:lnTo>
                  <a:lnTo>
                    <a:pt x="482053" y="736495"/>
                  </a:lnTo>
                  <a:close/>
                  <a:moveTo>
                    <a:pt x="291809" y="479433"/>
                  </a:moveTo>
                  <a:lnTo>
                    <a:pt x="303265" y="492923"/>
                  </a:lnTo>
                  <a:lnTo>
                    <a:pt x="330187" y="518048"/>
                  </a:lnTo>
                  <a:close/>
                  <a:moveTo>
                    <a:pt x="436883" y="685579"/>
                  </a:moveTo>
                  <a:lnTo>
                    <a:pt x="485039" y="672079"/>
                  </a:lnTo>
                  <a:lnTo>
                    <a:pt x="485744" y="615394"/>
                  </a:lnTo>
                  <a:close/>
                  <a:moveTo>
                    <a:pt x="415382" y="661901"/>
                  </a:moveTo>
                  <a:lnTo>
                    <a:pt x="436883" y="685579"/>
                  </a:lnTo>
                  <a:lnTo>
                    <a:pt x="485744" y="615394"/>
                  </a:lnTo>
                  <a:close/>
                  <a:moveTo>
                    <a:pt x="529004" y="674319"/>
                  </a:moveTo>
                  <a:lnTo>
                    <a:pt x="482053" y="736495"/>
                  </a:lnTo>
                  <a:lnTo>
                    <a:pt x="524945" y="722187"/>
                  </a:lnTo>
                  <a:close/>
                  <a:moveTo>
                    <a:pt x="529004" y="674319"/>
                  </a:moveTo>
                  <a:lnTo>
                    <a:pt x="485039" y="672079"/>
                  </a:lnTo>
                  <a:lnTo>
                    <a:pt x="482053" y="736495"/>
                  </a:lnTo>
                  <a:close/>
                  <a:moveTo>
                    <a:pt x="529004" y="674319"/>
                  </a:moveTo>
                  <a:lnTo>
                    <a:pt x="502917" y="639829"/>
                  </a:lnTo>
                  <a:lnTo>
                    <a:pt x="485039" y="672079"/>
                  </a:lnTo>
                  <a:close/>
                  <a:moveTo>
                    <a:pt x="330187" y="518048"/>
                  </a:moveTo>
                  <a:lnTo>
                    <a:pt x="343832" y="530969"/>
                  </a:lnTo>
                  <a:lnTo>
                    <a:pt x="358235" y="510976"/>
                  </a:lnTo>
                  <a:close/>
                  <a:moveTo>
                    <a:pt x="781264" y="919168"/>
                  </a:moveTo>
                  <a:lnTo>
                    <a:pt x="785291" y="931606"/>
                  </a:lnTo>
                  <a:lnTo>
                    <a:pt x="809164" y="951227"/>
                  </a:lnTo>
                  <a:close/>
                  <a:moveTo>
                    <a:pt x="803280" y="895074"/>
                  </a:moveTo>
                  <a:lnTo>
                    <a:pt x="809164" y="951227"/>
                  </a:lnTo>
                  <a:lnTo>
                    <a:pt x="841913" y="938769"/>
                  </a:lnTo>
                  <a:close/>
                  <a:moveTo>
                    <a:pt x="414509" y="440466"/>
                  </a:moveTo>
                  <a:lnTo>
                    <a:pt x="431531" y="489370"/>
                  </a:lnTo>
                  <a:lnTo>
                    <a:pt x="455681" y="444976"/>
                  </a:lnTo>
                  <a:close/>
                  <a:moveTo>
                    <a:pt x="733768" y="684539"/>
                  </a:moveTo>
                  <a:lnTo>
                    <a:pt x="742797" y="688927"/>
                  </a:lnTo>
                  <a:lnTo>
                    <a:pt x="818378" y="715876"/>
                  </a:lnTo>
                  <a:close/>
                  <a:moveTo>
                    <a:pt x="818378" y="715876"/>
                  </a:moveTo>
                  <a:lnTo>
                    <a:pt x="829920" y="644351"/>
                  </a:lnTo>
                  <a:lnTo>
                    <a:pt x="807208" y="716370"/>
                  </a:lnTo>
                  <a:close/>
                  <a:moveTo>
                    <a:pt x="807208" y="716370"/>
                  </a:moveTo>
                  <a:lnTo>
                    <a:pt x="829920" y="644351"/>
                  </a:lnTo>
                  <a:lnTo>
                    <a:pt x="822785" y="640740"/>
                  </a:lnTo>
                  <a:close/>
                  <a:moveTo>
                    <a:pt x="829920" y="644351"/>
                  </a:moveTo>
                  <a:lnTo>
                    <a:pt x="818378" y="715876"/>
                  </a:lnTo>
                  <a:lnTo>
                    <a:pt x="841755" y="640740"/>
                  </a:lnTo>
                  <a:close/>
                  <a:moveTo>
                    <a:pt x="829920" y="644351"/>
                  </a:moveTo>
                  <a:lnTo>
                    <a:pt x="841755" y="640740"/>
                  </a:lnTo>
                  <a:lnTo>
                    <a:pt x="832566" y="634025"/>
                  </a:lnTo>
                  <a:close/>
                  <a:moveTo>
                    <a:pt x="822785" y="640740"/>
                  </a:moveTo>
                  <a:lnTo>
                    <a:pt x="829920" y="644351"/>
                  </a:lnTo>
                  <a:lnTo>
                    <a:pt x="832566" y="634025"/>
                  </a:lnTo>
                  <a:close/>
                  <a:moveTo>
                    <a:pt x="1024096" y="788664"/>
                  </a:moveTo>
                  <a:lnTo>
                    <a:pt x="967328" y="788525"/>
                  </a:lnTo>
                  <a:lnTo>
                    <a:pt x="982367" y="795350"/>
                  </a:lnTo>
                  <a:close/>
                  <a:moveTo>
                    <a:pt x="969732" y="732137"/>
                  </a:moveTo>
                  <a:lnTo>
                    <a:pt x="967328" y="788525"/>
                  </a:lnTo>
                  <a:lnTo>
                    <a:pt x="1024096" y="788664"/>
                  </a:lnTo>
                  <a:close/>
                  <a:moveTo>
                    <a:pt x="1018250" y="730675"/>
                  </a:moveTo>
                  <a:lnTo>
                    <a:pt x="969732" y="732137"/>
                  </a:lnTo>
                  <a:lnTo>
                    <a:pt x="1024096" y="788664"/>
                  </a:lnTo>
                  <a:close/>
                  <a:moveTo>
                    <a:pt x="1018250" y="730675"/>
                  </a:moveTo>
                  <a:lnTo>
                    <a:pt x="1021842" y="682764"/>
                  </a:lnTo>
                  <a:lnTo>
                    <a:pt x="969732" y="732137"/>
                  </a:lnTo>
                  <a:close/>
                  <a:moveTo>
                    <a:pt x="841755" y="640740"/>
                  </a:moveTo>
                  <a:lnTo>
                    <a:pt x="867805" y="692277"/>
                  </a:lnTo>
                  <a:lnTo>
                    <a:pt x="907258" y="682202"/>
                  </a:lnTo>
                  <a:close/>
                  <a:moveTo>
                    <a:pt x="884875" y="574913"/>
                  </a:moveTo>
                  <a:lnTo>
                    <a:pt x="853058" y="565109"/>
                  </a:lnTo>
                  <a:lnTo>
                    <a:pt x="832566" y="634025"/>
                  </a:lnTo>
                  <a:close/>
                  <a:moveTo>
                    <a:pt x="880165" y="516000"/>
                  </a:moveTo>
                  <a:lnTo>
                    <a:pt x="821287" y="463141"/>
                  </a:lnTo>
                  <a:lnTo>
                    <a:pt x="823942" y="523726"/>
                  </a:lnTo>
                  <a:close/>
                  <a:moveTo>
                    <a:pt x="821287" y="463141"/>
                  </a:moveTo>
                  <a:lnTo>
                    <a:pt x="813677" y="462036"/>
                  </a:lnTo>
                  <a:lnTo>
                    <a:pt x="817601" y="513573"/>
                  </a:lnTo>
                  <a:close/>
                  <a:moveTo>
                    <a:pt x="1005420" y="703123"/>
                  </a:moveTo>
                  <a:lnTo>
                    <a:pt x="1021842" y="682764"/>
                  </a:lnTo>
                  <a:lnTo>
                    <a:pt x="1039201" y="713642"/>
                  </a:lnTo>
                  <a:close/>
                  <a:moveTo>
                    <a:pt x="1021842" y="682764"/>
                  </a:moveTo>
                  <a:lnTo>
                    <a:pt x="1025488" y="668183"/>
                  </a:lnTo>
                  <a:lnTo>
                    <a:pt x="1039201" y="713642"/>
                  </a:lnTo>
                  <a:close/>
                  <a:moveTo>
                    <a:pt x="1034112" y="592552"/>
                  </a:moveTo>
                  <a:lnTo>
                    <a:pt x="1022230" y="616646"/>
                  </a:lnTo>
                  <a:lnTo>
                    <a:pt x="1077848" y="657462"/>
                  </a:lnTo>
                  <a:close/>
                  <a:moveTo>
                    <a:pt x="1012763" y="648819"/>
                  </a:moveTo>
                  <a:lnTo>
                    <a:pt x="1034055" y="593528"/>
                  </a:lnTo>
                  <a:lnTo>
                    <a:pt x="1077848" y="657462"/>
                  </a:lnTo>
                  <a:close/>
                  <a:moveTo>
                    <a:pt x="944191" y="501930"/>
                  </a:moveTo>
                  <a:lnTo>
                    <a:pt x="997305" y="496731"/>
                  </a:lnTo>
                  <a:lnTo>
                    <a:pt x="952504" y="463298"/>
                  </a:lnTo>
                  <a:close/>
                  <a:moveTo>
                    <a:pt x="997305" y="496731"/>
                  </a:moveTo>
                  <a:lnTo>
                    <a:pt x="1002716" y="476358"/>
                  </a:lnTo>
                  <a:lnTo>
                    <a:pt x="952504" y="463298"/>
                  </a:lnTo>
                  <a:close/>
                  <a:moveTo>
                    <a:pt x="900260" y="442643"/>
                  </a:moveTo>
                  <a:lnTo>
                    <a:pt x="974044" y="413848"/>
                  </a:lnTo>
                  <a:lnTo>
                    <a:pt x="901471" y="435935"/>
                  </a:lnTo>
                  <a:close/>
                  <a:moveTo>
                    <a:pt x="975691" y="415092"/>
                  </a:moveTo>
                  <a:lnTo>
                    <a:pt x="974044" y="413848"/>
                  </a:lnTo>
                  <a:lnTo>
                    <a:pt x="900260" y="442643"/>
                  </a:lnTo>
                  <a:close/>
                  <a:moveTo>
                    <a:pt x="952504" y="463298"/>
                  </a:moveTo>
                  <a:lnTo>
                    <a:pt x="975691" y="415092"/>
                  </a:lnTo>
                  <a:lnTo>
                    <a:pt x="900260" y="442643"/>
                  </a:lnTo>
                  <a:close/>
                  <a:moveTo>
                    <a:pt x="952504" y="463298"/>
                  </a:moveTo>
                  <a:lnTo>
                    <a:pt x="1002716" y="476358"/>
                  </a:lnTo>
                  <a:lnTo>
                    <a:pt x="1032657" y="453400"/>
                  </a:lnTo>
                  <a:close/>
                  <a:moveTo>
                    <a:pt x="975691" y="415092"/>
                  </a:moveTo>
                  <a:lnTo>
                    <a:pt x="952504" y="463298"/>
                  </a:lnTo>
                  <a:lnTo>
                    <a:pt x="1032657" y="453400"/>
                  </a:lnTo>
                  <a:close/>
                  <a:moveTo>
                    <a:pt x="1032657" y="453400"/>
                  </a:moveTo>
                  <a:lnTo>
                    <a:pt x="1051908" y="465385"/>
                  </a:lnTo>
                  <a:lnTo>
                    <a:pt x="1043202" y="459418"/>
                  </a:lnTo>
                  <a:close/>
                  <a:moveTo>
                    <a:pt x="1155768" y="365660"/>
                  </a:moveTo>
                  <a:lnTo>
                    <a:pt x="1168629" y="370670"/>
                  </a:lnTo>
                  <a:lnTo>
                    <a:pt x="1172595" y="357452"/>
                  </a:lnTo>
                  <a:close/>
                  <a:moveTo>
                    <a:pt x="1242032" y="341566"/>
                  </a:moveTo>
                  <a:lnTo>
                    <a:pt x="1195908" y="309717"/>
                  </a:lnTo>
                  <a:lnTo>
                    <a:pt x="1172595" y="357452"/>
                  </a:lnTo>
                  <a:close/>
                  <a:moveTo>
                    <a:pt x="1448825" y="294803"/>
                  </a:moveTo>
                  <a:lnTo>
                    <a:pt x="1403122" y="293977"/>
                  </a:lnTo>
                  <a:lnTo>
                    <a:pt x="1384048" y="354209"/>
                  </a:lnTo>
                  <a:close/>
                  <a:moveTo>
                    <a:pt x="1448825" y="294803"/>
                  </a:moveTo>
                  <a:lnTo>
                    <a:pt x="1447657" y="282456"/>
                  </a:lnTo>
                  <a:lnTo>
                    <a:pt x="1403139" y="290691"/>
                  </a:lnTo>
                  <a:close/>
                  <a:moveTo>
                    <a:pt x="1254079" y="150953"/>
                  </a:moveTo>
                  <a:lnTo>
                    <a:pt x="1287314" y="167215"/>
                  </a:lnTo>
                  <a:lnTo>
                    <a:pt x="1278107" y="162863"/>
                  </a:lnTo>
                  <a:close/>
                  <a:moveTo>
                    <a:pt x="1293004" y="162863"/>
                  </a:moveTo>
                  <a:lnTo>
                    <a:pt x="1376022" y="189302"/>
                  </a:lnTo>
                  <a:lnTo>
                    <a:pt x="1318097" y="138769"/>
                  </a:lnTo>
                  <a:close/>
                  <a:moveTo>
                    <a:pt x="1293004" y="162863"/>
                  </a:moveTo>
                  <a:lnTo>
                    <a:pt x="1287314" y="167215"/>
                  </a:lnTo>
                  <a:lnTo>
                    <a:pt x="1319375" y="198594"/>
                  </a:lnTo>
                  <a:close/>
                  <a:moveTo>
                    <a:pt x="1261762" y="111459"/>
                  </a:moveTo>
                  <a:lnTo>
                    <a:pt x="1278107" y="162863"/>
                  </a:lnTo>
                  <a:lnTo>
                    <a:pt x="1285584" y="160746"/>
                  </a:lnTo>
                  <a:close/>
                  <a:moveTo>
                    <a:pt x="1318097" y="138769"/>
                  </a:moveTo>
                  <a:lnTo>
                    <a:pt x="1315029" y="135936"/>
                  </a:lnTo>
                  <a:lnTo>
                    <a:pt x="1285584" y="160746"/>
                  </a:lnTo>
                  <a:close/>
                  <a:moveTo>
                    <a:pt x="1444631" y="235470"/>
                  </a:moveTo>
                  <a:lnTo>
                    <a:pt x="1403139" y="290691"/>
                  </a:lnTo>
                  <a:lnTo>
                    <a:pt x="1447657" y="282456"/>
                  </a:lnTo>
                  <a:close/>
                  <a:moveTo>
                    <a:pt x="1485087" y="240563"/>
                  </a:moveTo>
                  <a:lnTo>
                    <a:pt x="1444631" y="235470"/>
                  </a:lnTo>
                  <a:lnTo>
                    <a:pt x="1447657" y="282456"/>
                  </a:lnTo>
                  <a:close/>
                  <a:moveTo>
                    <a:pt x="1444631" y="235470"/>
                  </a:moveTo>
                  <a:lnTo>
                    <a:pt x="1485087" y="240563"/>
                  </a:lnTo>
                  <a:lnTo>
                    <a:pt x="1492034" y="172172"/>
                  </a:lnTo>
                  <a:close/>
                  <a:moveTo>
                    <a:pt x="1444631" y="235470"/>
                  </a:moveTo>
                  <a:lnTo>
                    <a:pt x="1492034" y="172172"/>
                  </a:lnTo>
                  <a:lnTo>
                    <a:pt x="1446095" y="171537"/>
                  </a:lnTo>
                  <a:close/>
                  <a:moveTo>
                    <a:pt x="1492034" y="172172"/>
                  </a:moveTo>
                  <a:lnTo>
                    <a:pt x="1486010" y="116279"/>
                  </a:lnTo>
                  <a:lnTo>
                    <a:pt x="1447460" y="146821"/>
                  </a:lnTo>
                  <a:close/>
                  <a:moveTo>
                    <a:pt x="1389501" y="54079"/>
                  </a:moveTo>
                  <a:lnTo>
                    <a:pt x="1429688" y="59390"/>
                  </a:lnTo>
                  <a:lnTo>
                    <a:pt x="1425564" y="0"/>
                  </a:lnTo>
                  <a:close/>
                </a:path>
              </a:pathLst>
            </a:custGeom>
            <a:solidFill>
              <a:srgbClr val="F1F3F5"/>
            </a:solidFill>
            <a:ln w="1524">
              <a:solidFill>
                <a:srgbClr val="F1F3F5"/>
              </a:solidFill>
            </a:ln>
          </p:spPr>
        </p:sp>
        <p:sp>
          <p:nvSpPr>
            <p:cNvPr id="4328" name="Output_density__4327">
              <a:extLst>
                <a:ext uri="{FF2B5EF4-FFF2-40B4-BE49-F238E27FC236}">
                  <a16:creationId xmlns:a16="http://schemas.microsoft.com/office/drawing/2014/main" id="{5D5E7C64-378F-31C5-15AA-E2DF048A341D}"/>
                </a:ext>
              </a:extLst>
            </p:cNvPr>
            <p:cNvSpPr>
              <a:spLocks noGrp="1"/>
            </p:cNvSpPr>
            <p:nvPr/>
          </p:nvSpPr>
          <p:spPr>
            <a:xfrm>
              <a:off x="14820481" y="2446155"/>
              <a:ext cx="1513101" cy="1012247"/>
            </a:xfrm>
            <a:custGeom>
              <a:avLst/>
              <a:gdLst/>
              <a:ahLst/>
              <a:cxnLst/>
              <a:rect l="0" t="0" r="0" b="0"/>
              <a:pathLst>
                <a:path w="1513101" h="1012247">
                  <a:moveTo>
                    <a:pt x="267356" y="979664"/>
                  </a:moveTo>
                  <a:lnTo>
                    <a:pt x="348286" y="972670"/>
                  </a:lnTo>
                  <a:lnTo>
                    <a:pt x="288166" y="922572"/>
                  </a:lnTo>
                  <a:close/>
                  <a:moveTo>
                    <a:pt x="206716" y="824568"/>
                  </a:moveTo>
                  <a:lnTo>
                    <a:pt x="194940" y="883590"/>
                  </a:lnTo>
                  <a:lnTo>
                    <a:pt x="264609" y="878227"/>
                  </a:lnTo>
                  <a:close/>
                  <a:moveTo>
                    <a:pt x="40955" y="664270"/>
                  </a:moveTo>
                  <a:lnTo>
                    <a:pt x="21066" y="688364"/>
                  </a:lnTo>
                  <a:lnTo>
                    <a:pt x="72359" y="715807"/>
                  </a:lnTo>
                  <a:close/>
                  <a:moveTo>
                    <a:pt x="40955" y="664270"/>
                  </a:moveTo>
                  <a:lnTo>
                    <a:pt x="0" y="636828"/>
                  </a:lnTo>
                  <a:lnTo>
                    <a:pt x="21066" y="688364"/>
                  </a:lnTo>
                  <a:close/>
                  <a:moveTo>
                    <a:pt x="368481" y="913278"/>
                  </a:moveTo>
                  <a:lnTo>
                    <a:pt x="334234" y="897859"/>
                  </a:lnTo>
                  <a:lnTo>
                    <a:pt x="288166" y="922572"/>
                  </a:lnTo>
                  <a:close/>
                  <a:moveTo>
                    <a:pt x="348286" y="972670"/>
                  </a:moveTo>
                  <a:lnTo>
                    <a:pt x="368481" y="913278"/>
                  </a:lnTo>
                  <a:lnTo>
                    <a:pt x="288166" y="922572"/>
                  </a:lnTo>
                  <a:close/>
                  <a:moveTo>
                    <a:pt x="206435" y="656769"/>
                  </a:moveTo>
                  <a:lnTo>
                    <a:pt x="191072" y="649058"/>
                  </a:lnTo>
                  <a:lnTo>
                    <a:pt x="159425" y="640176"/>
                  </a:lnTo>
                  <a:close/>
                  <a:moveTo>
                    <a:pt x="291831" y="667868"/>
                  </a:moveTo>
                  <a:lnTo>
                    <a:pt x="236954" y="640176"/>
                  </a:lnTo>
                  <a:lnTo>
                    <a:pt x="240534" y="649361"/>
                  </a:lnTo>
                  <a:close/>
                  <a:moveTo>
                    <a:pt x="240534" y="649361"/>
                  </a:moveTo>
                  <a:lnTo>
                    <a:pt x="236954" y="640176"/>
                  </a:lnTo>
                  <a:lnTo>
                    <a:pt x="206435" y="656769"/>
                  </a:lnTo>
                  <a:close/>
                  <a:moveTo>
                    <a:pt x="291831" y="667868"/>
                  </a:moveTo>
                  <a:lnTo>
                    <a:pt x="240534" y="649361"/>
                  </a:lnTo>
                  <a:lnTo>
                    <a:pt x="290337" y="667619"/>
                  </a:lnTo>
                  <a:close/>
                  <a:moveTo>
                    <a:pt x="535023" y="873057"/>
                  </a:moveTo>
                  <a:lnTo>
                    <a:pt x="486262" y="869387"/>
                  </a:lnTo>
                  <a:lnTo>
                    <a:pt x="528595" y="873765"/>
                  </a:lnTo>
                  <a:close/>
                  <a:moveTo>
                    <a:pt x="503119" y="797515"/>
                  </a:moveTo>
                  <a:lnTo>
                    <a:pt x="457949" y="746598"/>
                  </a:lnTo>
                  <a:lnTo>
                    <a:pt x="503175" y="798224"/>
                  </a:lnTo>
                  <a:close/>
                  <a:moveTo>
                    <a:pt x="436448" y="722921"/>
                  </a:moveTo>
                  <a:lnTo>
                    <a:pt x="398383" y="695062"/>
                  </a:lnTo>
                  <a:lnTo>
                    <a:pt x="437314" y="751043"/>
                  </a:lnTo>
                  <a:close/>
                  <a:moveTo>
                    <a:pt x="351253" y="579067"/>
                  </a:moveTo>
                  <a:lnTo>
                    <a:pt x="324331" y="553942"/>
                  </a:lnTo>
                  <a:lnTo>
                    <a:pt x="364899" y="591988"/>
                  </a:lnTo>
                  <a:close/>
                  <a:moveTo>
                    <a:pt x="506106" y="733098"/>
                  </a:moveTo>
                  <a:lnTo>
                    <a:pt x="457949" y="746598"/>
                  </a:lnTo>
                  <a:lnTo>
                    <a:pt x="503119" y="797515"/>
                  </a:lnTo>
                  <a:close/>
                  <a:moveTo>
                    <a:pt x="364899" y="591988"/>
                  </a:moveTo>
                  <a:lnTo>
                    <a:pt x="363615" y="625284"/>
                  </a:lnTo>
                  <a:lnTo>
                    <a:pt x="379302" y="571995"/>
                  </a:lnTo>
                  <a:close/>
                  <a:moveTo>
                    <a:pt x="824346" y="956093"/>
                  </a:moveTo>
                  <a:lnTo>
                    <a:pt x="802330" y="980187"/>
                  </a:lnTo>
                  <a:lnTo>
                    <a:pt x="830231" y="1012247"/>
                  </a:lnTo>
                  <a:close/>
                  <a:moveTo>
                    <a:pt x="797642" y="928650"/>
                  </a:moveTo>
                  <a:lnTo>
                    <a:pt x="802330" y="980187"/>
                  </a:lnTo>
                  <a:lnTo>
                    <a:pt x="824346" y="956093"/>
                  </a:lnTo>
                  <a:close/>
                  <a:moveTo>
                    <a:pt x="797642" y="928650"/>
                  </a:moveTo>
                  <a:lnTo>
                    <a:pt x="824346" y="956093"/>
                  </a:lnTo>
                  <a:lnTo>
                    <a:pt x="791422" y="904556"/>
                  </a:lnTo>
                  <a:close/>
                  <a:moveTo>
                    <a:pt x="375762" y="512130"/>
                  </a:moveTo>
                  <a:lnTo>
                    <a:pt x="435575" y="501485"/>
                  </a:lnTo>
                  <a:lnTo>
                    <a:pt x="412026" y="457887"/>
                  </a:lnTo>
                  <a:close/>
                  <a:moveTo>
                    <a:pt x="375762" y="512130"/>
                  </a:moveTo>
                  <a:lnTo>
                    <a:pt x="412026" y="457887"/>
                  </a:lnTo>
                  <a:lnTo>
                    <a:pt x="374047" y="450781"/>
                  </a:lnTo>
                  <a:close/>
                  <a:moveTo>
                    <a:pt x="435575" y="501485"/>
                  </a:moveTo>
                  <a:lnTo>
                    <a:pt x="476747" y="505995"/>
                  </a:lnTo>
                  <a:lnTo>
                    <a:pt x="451037" y="464155"/>
                  </a:lnTo>
                  <a:close/>
                  <a:moveTo>
                    <a:pt x="435575" y="501485"/>
                  </a:moveTo>
                  <a:lnTo>
                    <a:pt x="451037" y="464155"/>
                  </a:lnTo>
                  <a:lnTo>
                    <a:pt x="412026" y="457887"/>
                  </a:lnTo>
                  <a:close/>
                  <a:moveTo>
                    <a:pt x="374047" y="450781"/>
                  </a:moveTo>
                  <a:lnTo>
                    <a:pt x="412026" y="457887"/>
                  </a:lnTo>
                  <a:lnTo>
                    <a:pt x="400049" y="404882"/>
                  </a:lnTo>
                  <a:close/>
                  <a:moveTo>
                    <a:pt x="374047" y="450781"/>
                  </a:moveTo>
                  <a:lnTo>
                    <a:pt x="400049" y="404882"/>
                  </a:lnTo>
                  <a:lnTo>
                    <a:pt x="364265" y="395991"/>
                  </a:lnTo>
                  <a:close/>
                  <a:moveTo>
                    <a:pt x="763863" y="749947"/>
                  </a:moveTo>
                  <a:lnTo>
                    <a:pt x="770725" y="801483"/>
                  </a:lnTo>
                  <a:lnTo>
                    <a:pt x="839444" y="776895"/>
                  </a:lnTo>
                  <a:close/>
                  <a:moveTo>
                    <a:pt x="839444" y="776895"/>
                  </a:moveTo>
                  <a:lnTo>
                    <a:pt x="770725" y="801483"/>
                  </a:lnTo>
                  <a:lnTo>
                    <a:pt x="839309" y="777607"/>
                  </a:lnTo>
                  <a:close/>
                  <a:moveTo>
                    <a:pt x="839444" y="776895"/>
                  </a:moveTo>
                  <a:lnTo>
                    <a:pt x="839309" y="777607"/>
                  </a:lnTo>
                  <a:lnTo>
                    <a:pt x="840628" y="777390"/>
                  </a:lnTo>
                  <a:close/>
                  <a:moveTo>
                    <a:pt x="615493" y="519707"/>
                  </a:moveTo>
                  <a:lnTo>
                    <a:pt x="596165" y="526243"/>
                  </a:lnTo>
                  <a:lnTo>
                    <a:pt x="615137" y="532194"/>
                  </a:lnTo>
                  <a:close/>
                  <a:moveTo>
                    <a:pt x="862822" y="701759"/>
                  </a:moveTo>
                  <a:lnTo>
                    <a:pt x="839444" y="776895"/>
                  </a:lnTo>
                  <a:lnTo>
                    <a:pt x="840628" y="777390"/>
                  </a:lnTo>
                  <a:close/>
                  <a:moveTo>
                    <a:pt x="862822" y="701759"/>
                  </a:moveTo>
                  <a:lnTo>
                    <a:pt x="840628" y="777390"/>
                  </a:lnTo>
                  <a:lnTo>
                    <a:pt x="888871" y="753296"/>
                  </a:lnTo>
                  <a:close/>
                  <a:moveTo>
                    <a:pt x="928325" y="743221"/>
                  </a:moveTo>
                  <a:lnTo>
                    <a:pt x="990798" y="793156"/>
                  </a:lnTo>
                  <a:lnTo>
                    <a:pt x="939588" y="753296"/>
                  </a:lnTo>
                  <a:close/>
                  <a:moveTo>
                    <a:pt x="990798" y="793156"/>
                  </a:moveTo>
                  <a:lnTo>
                    <a:pt x="1042908" y="743783"/>
                  </a:lnTo>
                  <a:lnTo>
                    <a:pt x="973129" y="753296"/>
                  </a:lnTo>
                  <a:close/>
                  <a:moveTo>
                    <a:pt x="917487" y="689289"/>
                  </a:moveTo>
                  <a:lnTo>
                    <a:pt x="862822" y="701759"/>
                  </a:lnTo>
                  <a:lnTo>
                    <a:pt x="928325" y="743221"/>
                  </a:lnTo>
                  <a:close/>
                  <a:moveTo>
                    <a:pt x="928325" y="743221"/>
                  </a:moveTo>
                  <a:lnTo>
                    <a:pt x="939588" y="753296"/>
                  </a:lnTo>
                  <a:lnTo>
                    <a:pt x="964882" y="688740"/>
                  </a:lnTo>
                  <a:close/>
                  <a:moveTo>
                    <a:pt x="917487" y="689289"/>
                  </a:moveTo>
                  <a:lnTo>
                    <a:pt x="928325" y="743221"/>
                  </a:lnTo>
                  <a:lnTo>
                    <a:pt x="964882" y="688740"/>
                  </a:lnTo>
                  <a:close/>
                  <a:moveTo>
                    <a:pt x="853633" y="695044"/>
                  </a:moveTo>
                  <a:lnTo>
                    <a:pt x="862822" y="701759"/>
                  </a:lnTo>
                  <a:lnTo>
                    <a:pt x="917487" y="689289"/>
                  </a:lnTo>
                  <a:close/>
                  <a:moveTo>
                    <a:pt x="917487" y="689289"/>
                  </a:moveTo>
                  <a:lnTo>
                    <a:pt x="905941" y="635932"/>
                  </a:lnTo>
                  <a:lnTo>
                    <a:pt x="853633" y="695044"/>
                  </a:lnTo>
                  <a:close/>
                  <a:moveTo>
                    <a:pt x="964882" y="688740"/>
                  </a:moveTo>
                  <a:lnTo>
                    <a:pt x="952411" y="626128"/>
                  </a:lnTo>
                  <a:lnTo>
                    <a:pt x="905941" y="635932"/>
                  </a:lnTo>
                  <a:close/>
                  <a:moveTo>
                    <a:pt x="964882" y="688740"/>
                  </a:moveTo>
                  <a:lnTo>
                    <a:pt x="905941" y="635932"/>
                  </a:lnTo>
                  <a:lnTo>
                    <a:pt x="917487" y="689289"/>
                  </a:lnTo>
                  <a:close/>
                  <a:moveTo>
                    <a:pt x="952411" y="626128"/>
                  </a:moveTo>
                  <a:lnTo>
                    <a:pt x="911382" y="574592"/>
                  </a:lnTo>
                  <a:lnTo>
                    <a:pt x="905941" y="635932"/>
                  </a:lnTo>
                  <a:close/>
                  <a:moveTo>
                    <a:pt x="911382" y="574592"/>
                  </a:moveTo>
                  <a:lnTo>
                    <a:pt x="901231" y="577019"/>
                  </a:lnTo>
                  <a:lnTo>
                    <a:pt x="905941" y="635932"/>
                  </a:lnTo>
                  <a:close/>
                  <a:moveTo>
                    <a:pt x="845009" y="584745"/>
                  </a:moveTo>
                  <a:lnTo>
                    <a:pt x="905941" y="635932"/>
                  </a:lnTo>
                  <a:lnTo>
                    <a:pt x="901231" y="577019"/>
                  </a:lnTo>
                  <a:close/>
                  <a:moveTo>
                    <a:pt x="903070" y="570306"/>
                  </a:moveTo>
                  <a:lnTo>
                    <a:pt x="845274" y="523055"/>
                  </a:lnTo>
                  <a:lnTo>
                    <a:pt x="901231" y="577019"/>
                  </a:lnTo>
                  <a:close/>
                  <a:moveTo>
                    <a:pt x="901231" y="577019"/>
                  </a:moveTo>
                  <a:lnTo>
                    <a:pt x="845274" y="523055"/>
                  </a:lnTo>
                  <a:lnTo>
                    <a:pt x="842353" y="524160"/>
                  </a:lnTo>
                  <a:close/>
                  <a:moveTo>
                    <a:pt x="903070" y="570306"/>
                  </a:moveTo>
                  <a:lnTo>
                    <a:pt x="901231" y="577019"/>
                  </a:lnTo>
                  <a:lnTo>
                    <a:pt x="911382" y="574592"/>
                  </a:lnTo>
                  <a:close/>
                  <a:moveTo>
                    <a:pt x="843280" y="521438"/>
                  </a:moveTo>
                  <a:lnTo>
                    <a:pt x="842353" y="524160"/>
                  </a:lnTo>
                  <a:lnTo>
                    <a:pt x="845274" y="523055"/>
                  </a:lnTo>
                  <a:close/>
                  <a:moveTo>
                    <a:pt x="834743" y="523055"/>
                  </a:moveTo>
                  <a:lnTo>
                    <a:pt x="842353" y="524160"/>
                  </a:lnTo>
                  <a:lnTo>
                    <a:pt x="843280" y="521438"/>
                  </a:lnTo>
                  <a:close/>
                  <a:moveTo>
                    <a:pt x="1032517" y="729202"/>
                  </a:moveTo>
                  <a:lnTo>
                    <a:pt x="1042908" y="743783"/>
                  </a:lnTo>
                  <a:lnTo>
                    <a:pt x="1052607" y="705108"/>
                  </a:lnTo>
                  <a:close/>
                  <a:moveTo>
                    <a:pt x="911382" y="574592"/>
                  </a:moveTo>
                  <a:lnTo>
                    <a:pt x="969924" y="621898"/>
                  </a:lnTo>
                  <a:lnTo>
                    <a:pt x="965258" y="562949"/>
                  </a:lnTo>
                  <a:close/>
                  <a:moveTo>
                    <a:pt x="911382" y="574592"/>
                  </a:moveTo>
                  <a:lnTo>
                    <a:pt x="952411" y="626128"/>
                  </a:lnTo>
                  <a:lnTo>
                    <a:pt x="969924" y="621898"/>
                  </a:lnTo>
                  <a:close/>
                  <a:moveTo>
                    <a:pt x="969924" y="621898"/>
                  </a:moveTo>
                  <a:lnTo>
                    <a:pt x="1018371" y="557751"/>
                  </a:lnTo>
                  <a:lnTo>
                    <a:pt x="965258" y="562949"/>
                  </a:lnTo>
                  <a:close/>
                  <a:moveTo>
                    <a:pt x="911382" y="574592"/>
                  </a:moveTo>
                  <a:lnTo>
                    <a:pt x="965258" y="562949"/>
                  </a:lnTo>
                  <a:lnTo>
                    <a:pt x="903070" y="570306"/>
                  </a:lnTo>
                  <a:close/>
                  <a:moveTo>
                    <a:pt x="903070" y="570306"/>
                  </a:moveTo>
                  <a:lnTo>
                    <a:pt x="965258" y="562949"/>
                  </a:lnTo>
                  <a:lnTo>
                    <a:pt x="973570" y="524317"/>
                  </a:lnTo>
                  <a:close/>
                  <a:moveTo>
                    <a:pt x="903070" y="570306"/>
                  </a:moveTo>
                  <a:lnTo>
                    <a:pt x="973570" y="524317"/>
                  </a:lnTo>
                  <a:lnTo>
                    <a:pt x="921326" y="503662"/>
                  </a:lnTo>
                  <a:close/>
                  <a:moveTo>
                    <a:pt x="834743" y="523055"/>
                  </a:moveTo>
                  <a:lnTo>
                    <a:pt x="843280" y="521438"/>
                  </a:lnTo>
                  <a:lnTo>
                    <a:pt x="865702" y="470368"/>
                  </a:lnTo>
                  <a:close/>
                  <a:moveTo>
                    <a:pt x="911977" y="498961"/>
                  </a:moveTo>
                  <a:lnTo>
                    <a:pt x="903070" y="570306"/>
                  </a:lnTo>
                  <a:lnTo>
                    <a:pt x="921326" y="503662"/>
                  </a:lnTo>
                  <a:close/>
                  <a:moveTo>
                    <a:pt x="911977" y="498961"/>
                  </a:moveTo>
                  <a:lnTo>
                    <a:pt x="845274" y="523055"/>
                  </a:lnTo>
                  <a:lnTo>
                    <a:pt x="903070" y="570306"/>
                  </a:lnTo>
                  <a:close/>
                  <a:moveTo>
                    <a:pt x="845274" y="523055"/>
                  </a:moveTo>
                  <a:lnTo>
                    <a:pt x="911977" y="498961"/>
                  </a:lnTo>
                  <a:lnTo>
                    <a:pt x="843280" y="521438"/>
                  </a:lnTo>
                  <a:close/>
                  <a:moveTo>
                    <a:pt x="911977" y="498961"/>
                  </a:moveTo>
                  <a:lnTo>
                    <a:pt x="865702" y="470368"/>
                  </a:lnTo>
                  <a:lnTo>
                    <a:pt x="843280" y="521438"/>
                  </a:lnTo>
                  <a:close/>
                  <a:moveTo>
                    <a:pt x="1088304" y="603934"/>
                  </a:moveTo>
                  <a:lnTo>
                    <a:pt x="1055178" y="653571"/>
                  </a:lnTo>
                  <a:lnTo>
                    <a:pt x="1118858" y="583269"/>
                  </a:lnTo>
                  <a:close/>
                  <a:moveTo>
                    <a:pt x="922538" y="496954"/>
                  </a:moveTo>
                  <a:lnTo>
                    <a:pt x="911977" y="498961"/>
                  </a:lnTo>
                  <a:lnTo>
                    <a:pt x="921326" y="503662"/>
                  </a:lnTo>
                  <a:close/>
                  <a:moveTo>
                    <a:pt x="903191" y="300956"/>
                  </a:moveTo>
                  <a:lnTo>
                    <a:pt x="820285" y="300565"/>
                  </a:lnTo>
                  <a:lnTo>
                    <a:pt x="856543" y="301228"/>
                  </a:lnTo>
                  <a:close/>
                  <a:moveTo>
                    <a:pt x="1216975" y="370736"/>
                  </a:moveTo>
                  <a:lnTo>
                    <a:pt x="1176835" y="426679"/>
                  </a:lnTo>
                  <a:lnTo>
                    <a:pt x="1193661" y="418472"/>
                  </a:lnTo>
                  <a:close/>
                  <a:moveTo>
                    <a:pt x="1340442" y="259613"/>
                  </a:moveTo>
                  <a:lnTo>
                    <a:pt x="1308381" y="228234"/>
                  </a:lnTo>
                  <a:lnTo>
                    <a:pt x="1275146" y="211972"/>
                  </a:lnTo>
                  <a:close/>
                  <a:moveTo>
                    <a:pt x="1340442" y="259613"/>
                  </a:moveTo>
                  <a:lnTo>
                    <a:pt x="1397088" y="250321"/>
                  </a:lnTo>
                  <a:lnTo>
                    <a:pt x="1314071" y="223882"/>
                  </a:lnTo>
                  <a:close/>
                  <a:moveTo>
                    <a:pt x="1275146" y="211972"/>
                  </a:moveTo>
                  <a:lnTo>
                    <a:pt x="1299174" y="223882"/>
                  </a:lnTo>
                  <a:lnTo>
                    <a:pt x="1282829" y="172478"/>
                  </a:lnTo>
                  <a:close/>
                  <a:moveTo>
                    <a:pt x="1282829" y="172478"/>
                  </a:moveTo>
                  <a:lnTo>
                    <a:pt x="1306650" y="221765"/>
                  </a:lnTo>
                  <a:lnTo>
                    <a:pt x="1336095" y="196955"/>
                  </a:lnTo>
                  <a:close/>
                  <a:moveTo>
                    <a:pt x="1465698" y="296489"/>
                  </a:moveTo>
                  <a:lnTo>
                    <a:pt x="1423236" y="293027"/>
                  </a:lnTo>
                  <a:lnTo>
                    <a:pt x="1424206" y="351710"/>
                  </a:lnTo>
                  <a:close/>
                  <a:moveTo>
                    <a:pt x="1465698" y="296489"/>
                  </a:moveTo>
                  <a:lnTo>
                    <a:pt x="1467162" y="232556"/>
                  </a:lnTo>
                  <a:lnTo>
                    <a:pt x="1423236" y="293027"/>
                  </a:lnTo>
                  <a:close/>
                  <a:moveTo>
                    <a:pt x="1397088" y="250321"/>
                  </a:moveTo>
                  <a:lnTo>
                    <a:pt x="1467162" y="232556"/>
                  </a:lnTo>
                  <a:lnTo>
                    <a:pt x="1468526" y="207840"/>
                  </a:lnTo>
                  <a:close/>
                  <a:moveTo>
                    <a:pt x="1467162" y="232556"/>
                  </a:moveTo>
                  <a:lnTo>
                    <a:pt x="1513101" y="233191"/>
                  </a:lnTo>
                  <a:lnTo>
                    <a:pt x="1468526" y="207840"/>
                  </a:lnTo>
                  <a:close/>
                  <a:moveTo>
                    <a:pt x="1355937" y="124158"/>
                  </a:moveTo>
                  <a:lnTo>
                    <a:pt x="1336095" y="196955"/>
                  </a:lnTo>
                  <a:lnTo>
                    <a:pt x="1339163" y="199788"/>
                  </a:lnTo>
                  <a:close/>
                  <a:moveTo>
                    <a:pt x="1466137" y="170647"/>
                  </a:moveTo>
                  <a:lnTo>
                    <a:pt x="1415366" y="183759"/>
                  </a:lnTo>
                  <a:lnTo>
                    <a:pt x="1468526" y="207840"/>
                  </a:lnTo>
                  <a:close/>
                  <a:moveTo>
                    <a:pt x="1415436" y="173883"/>
                  </a:moveTo>
                  <a:lnTo>
                    <a:pt x="1466137" y="170647"/>
                  </a:lnTo>
                  <a:lnTo>
                    <a:pt x="1450754" y="120410"/>
                  </a:lnTo>
                  <a:close/>
                  <a:moveTo>
                    <a:pt x="1415436" y="173883"/>
                  </a:moveTo>
                  <a:lnTo>
                    <a:pt x="1450754" y="120410"/>
                  </a:lnTo>
                  <a:lnTo>
                    <a:pt x="1410568" y="115098"/>
                  </a:lnTo>
                  <a:close/>
                  <a:moveTo>
                    <a:pt x="1506932" y="175463"/>
                  </a:moveTo>
                  <a:lnTo>
                    <a:pt x="1468526" y="207840"/>
                  </a:lnTo>
                  <a:lnTo>
                    <a:pt x="1507077" y="177298"/>
                  </a:lnTo>
                  <a:close/>
                  <a:moveTo>
                    <a:pt x="1506932" y="175463"/>
                  </a:moveTo>
                  <a:lnTo>
                    <a:pt x="1466137" y="170647"/>
                  </a:lnTo>
                  <a:lnTo>
                    <a:pt x="1468526" y="207840"/>
                  </a:lnTo>
                  <a:close/>
                  <a:moveTo>
                    <a:pt x="1466137" y="170647"/>
                  </a:moveTo>
                  <a:lnTo>
                    <a:pt x="1506932" y="175463"/>
                  </a:lnTo>
                  <a:lnTo>
                    <a:pt x="1450754" y="120410"/>
                  </a:lnTo>
                  <a:close/>
                  <a:moveTo>
                    <a:pt x="1410568" y="115098"/>
                  </a:moveTo>
                  <a:lnTo>
                    <a:pt x="1446630" y="61019"/>
                  </a:lnTo>
                  <a:lnTo>
                    <a:pt x="1402463" y="58944"/>
                  </a:lnTo>
                  <a:close/>
                  <a:moveTo>
                    <a:pt x="1402463" y="58944"/>
                  </a:moveTo>
                  <a:lnTo>
                    <a:pt x="1446630" y="61019"/>
                  </a:lnTo>
                  <a:lnTo>
                    <a:pt x="1444511" y="0"/>
                  </a:lnTo>
                  <a:close/>
                </a:path>
              </a:pathLst>
            </a:custGeom>
            <a:solidFill>
              <a:srgbClr val="F2F4F6"/>
            </a:solidFill>
            <a:ln w="1524">
              <a:solidFill>
                <a:srgbClr val="F2F4F6"/>
              </a:solidFill>
            </a:ln>
          </p:spPr>
        </p:sp>
        <p:sp>
          <p:nvSpPr>
            <p:cNvPr id="4329" name="Output_density__4328">
              <a:extLst>
                <a:ext uri="{FF2B5EF4-FFF2-40B4-BE49-F238E27FC236}">
                  <a16:creationId xmlns:a16="http://schemas.microsoft.com/office/drawing/2014/main" id="{63DD6BFC-ADB1-AF19-D82B-67CCA699CE3A}"/>
                </a:ext>
              </a:extLst>
            </p:cNvPr>
            <p:cNvSpPr>
              <a:spLocks noGrp="1"/>
            </p:cNvSpPr>
            <p:nvPr/>
          </p:nvSpPr>
          <p:spPr>
            <a:xfrm>
              <a:off x="14833294" y="2406475"/>
              <a:ext cx="1379858" cy="985728"/>
            </a:xfrm>
            <a:custGeom>
              <a:avLst/>
              <a:gdLst/>
              <a:ahLst/>
              <a:cxnLst/>
              <a:rect l="0" t="0" r="0" b="0"/>
              <a:pathLst>
                <a:path w="1379858" h="985728">
                  <a:moveTo>
                    <a:pt x="197028" y="934191"/>
                  </a:moveTo>
                  <a:lnTo>
                    <a:pt x="274995" y="960914"/>
                  </a:lnTo>
                  <a:lnTo>
                    <a:pt x="251796" y="917908"/>
                  </a:lnTo>
                  <a:close/>
                  <a:moveTo>
                    <a:pt x="275051" y="961634"/>
                  </a:moveTo>
                  <a:lnTo>
                    <a:pt x="274995" y="960914"/>
                  </a:lnTo>
                  <a:lnTo>
                    <a:pt x="197028" y="934191"/>
                  </a:lnTo>
                  <a:close/>
                  <a:moveTo>
                    <a:pt x="228059" y="985728"/>
                  </a:moveTo>
                  <a:lnTo>
                    <a:pt x="275051" y="961634"/>
                  </a:lnTo>
                  <a:lnTo>
                    <a:pt x="197028" y="934191"/>
                  </a:lnTo>
                  <a:close/>
                  <a:moveTo>
                    <a:pt x="251796" y="917908"/>
                  </a:moveTo>
                  <a:lnTo>
                    <a:pt x="274995" y="960914"/>
                  </a:lnTo>
                  <a:lnTo>
                    <a:pt x="271288" y="910097"/>
                  </a:lnTo>
                  <a:close/>
                  <a:moveTo>
                    <a:pt x="2781" y="652415"/>
                  </a:moveTo>
                  <a:lnTo>
                    <a:pt x="0" y="656971"/>
                  </a:lnTo>
                  <a:lnTo>
                    <a:pt x="9442" y="666760"/>
                  </a:lnTo>
                  <a:close/>
                  <a:moveTo>
                    <a:pt x="3649" y="645101"/>
                  </a:moveTo>
                  <a:lnTo>
                    <a:pt x="0" y="656971"/>
                  </a:lnTo>
                  <a:lnTo>
                    <a:pt x="2781" y="652415"/>
                  </a:lnTo>
                  <a:close/>
                  <a:moveTo>
                    <a:pt x="275051" y="961634"/>
                  </a:moveTo>
                  <a:lnTo>
                    <a:pt x="275353" y="962252"/>
                  </a:lnTo>
                  <a:lnTo>
                    <a:pt x="275666" y="961245"/>
                  </a:lnTo>
                  <a:close/>
                  <a:moveTo>
                    <a:pt x="275051" y="961634"/>
                  </a:moveTo>
                  <a:lnTo>
                    <a:pt x="275666" y="961245"/>
                  </a:lnTo>
                  <a:lnTo>
                    <a:pt x="274995" y="960914"/>
                  </a:lnTo>
                  <a:close/>
                  <a:moveTo>
                    <a:pt x="2781" y="652415"/>
                  </a:moveTo>
                  <a:lnTo>
                    <a:pt x="9442" y="666760"/>
                  </a:lnTo>
                  <a:lnTo>
                    <a:pt x="10454" y="648471"/>
                  </a:lnTo>
                  <a:close/>
                  <a:moveTo>
                    <a:pt x="3649" y="645101"/>
                  </a:moveTo>
                  <a:lnTo>
                    <a:pt x="2781" y="652415"/>
                  </a:lnTo>
                  <a:lnTo>
                    <a:pt x="10454" y="648471"/>
                  </a:lnTo>
                  <a:close/>
                  <a:moveTo>
                    <a:pt x="3649" y="645101"/>
                  </a:moveTo>
                  <a:lnTo>
                    <a:pt x="10454" y="648471"/>
                  </a:lnTo>
                  <a:lnTo>
                    <a:pt x="8614" y="600878"/>
                  </a:lnTo>
                  <a:close/>
                  <a:moveTo>
                    <a:pt x="8614" y="600878"/>
                  </a:moveTo>
                  <a:lnTo>
                    <a:pt x="10454" y="648471"/>
                  </a:lnTo>
                  <a:lnTo>
                    <a:pt x="55420" y="628320"/>
                  </a:lnTo>
                  <a:close/>
                  <a:moveTo>
                    <a:pt x="8614" y="600878"/>
                  </a:moveTo>
                  <a:lnTo>
                    <a:pt x="55420" y="628320"/>
                  </a:lnTo>
                  <a:lnTo>
                    <a:pt x="53101" y="576783"/>
                  </a:lnTo>
                  <a:close/>
                  <a:moveTo>
                    <a:pt x="59738" y="545234"/>
                  </a:moveTo>
                  <a:lnTo>
                    <a:pt x="8614" y="600878"/>
                  </a:lnTo>
                  <a:lnTo>
                    <a:pt x="53101" y="576783"/>
                  </a:lnTo>
                  <a:close/>
                  <a:moveTo>
                    <a:pt x="59738" y="545234"/>
                  </a:moveTo>
                  <a:lnTo>
                    <a:pt x="27320" y="558928"/>
                  </a:lnTo>
                  <a:lnTo>
                    <a:pt x="8614" y="600878"/>
                  </a:lnTo>
                  <a:close/>
                  <a:moveTo>
                    <a:pt x="239924" y="676588"/>
                  </a:moveTo>
                  <a:lnTo>
                    <a:pt x="224141" y="679857"/>
                  </a:lnTo>
                  <a:lnTo>
                    <a:pt x="279018" y="707548"/>
                  </a:lnTo>
                  <a:close/>
                  <a:moveTo>
                    <a:pt x="279018" y="707548"/>
                  </a:moveTo>
                  <a:lnTo>
                    <a:pt x="322914" y="695598"/>
                  </a:lnTo>
                  <a:lnTo>
                    <a:pt x="305686" y="661108"/>
                  </a:lnTo>
                  <a:close/>
                  <a:moveTo>
                    <a:pt x="279018" y="707548"/>
                  </a:moveTo>
                  <a:lnTo>
                    <a:pt x="305686" y="661108"/>
                  </a:lnTo>
                  <a:lnTo>
                    <a:pt x="239924" y="676588"/>
                  </a:lnTo>
                  <a:close/>
                  <a:moveTo>
                    <a:pt x="53101" y="576783"/>
                  </a:moveTo>
                  <a:lnTo>
                    <a:pt x="83684" y="501433"/>
                  </a:lnTo>
                  <a:lnTo>
                    <a:pt x="59738" y="545234"/>
                  </a:lnTo>
                  <a:close/>
                  <a:moveTo>
                    <a:pt x="65443" y="525247"/>
                  </a:moveTo>
                  <a:lnTo>
                    <a:pt x="59738" y="545234"/>
                  </a:lnTo>
                  <a:lnTo>
                    <a:pt x="83684" y="501433"/>
                  </a:lnTo>
                  <a:close/>
                  <a:moveTo>
                    <a:pt x="83980" y="500972"/>
                  </a:moveTo>
                  <a:lnTo>
                    <a:pt x="65443" y="525247"/>
                  </a:lnTo>
                  <a:lnTo>
                    <a:pt x="83684" y="501433"/>
                  </a:lnTo>
                  <a:close/>
                  <a:moveTo>
                    <a:pt x="350801" y="664965"/>
                  </a:moveTo>
                  <a:lnTo>
                    <a:pt x="322914" y="695598"/>
                  </a:lnTo>
                  <a:lnTo>
                    <a:pt x="285490" y="707299"/>
                  </a:lnTo>
                  <a:close/>
                  <a:moveTo>
                    <a:pt x="322914" y="695598"/>
                  </a:moveTo>
                  <a:lnTo>
                    <a:pt x="350801" y="664965"/>
                  </a:lnTo>
                  <a:lnTo>
                    <a:pt x="325126" y="655763"/>
                  </a:lnTo>
                  <a:close/>
                  <a:moveTo>
                    <a:pt x="119196" y="457961"/>
                  </a:moveTo>
                  <a:lnTo>
                    <a:pt x="83980" y="500972"/>
                  </a:lnTo>
                  <a:lnTo>
                    <a:pt x="149525" y="436456"/>
                  </a:lnTo>
                  <a:close/>
                  <a:moveTo>
                    <a:pt x="211395" y="410828"/>
                  </a:moveTo>
                  <a:lnTo>
                    <a:pt x="162160" y="425523"/>
                  </a:lnTo>
                  <a:lnTo>
                    <a:pt x="227265" y="417537"/>
                  </a:lnTo>
                  <a:close/>
                  <a:moveTo>
                    <a:pt x="162160" y="425523"/>
                  </a:moveTo>
                  <a:lnTo>
                    <a:pt x="149525" y="436456"/>
                  </a:lnTo>
                  <a:lnTo>
                    <a:pt x="227265" y="417537"/>
                  </a:lnTo>
                  <a:close/>
                  <a:moveTo>
                    <a:pt x="840542" y="868607"/>
                  </a:moveTo>
                  <a:lnTo>
                    <a:pt x="840487" y="868384"/>
                  </a:lnTo>
                  <a:lnTo>
                    <a:pt x="826495" y="817288"/>
                  </a:lnTo>
                  <a:close/>
                  <a:moveTo>
                    <a:pt x="769857" y="892701"/>
                  </a:moveTo>
                  <a:lnTo>
                    <a:pt x="840542" y="868607"/>
                  </a:lnTo>
                  <a:lnTo>
                    <a:pt x="757912" y="841164"/>
                  </a:lnTo>
                  <a:close/>
                  <a:moveTo>
                    <a:pt x="413996" y="377335"/>
                  </a:moveTo>
                  <a:lnTo>
                    <a:pt x="425624" y="428872"/>
                  </a:lnTo>
                  <a:lnTo>
                    <a:pt x="469467" y="415692"/>
                  </a:lnTo>
                  <a:close/>
                  <a:moveTo>
                    <a:pt x="840554" y="868601"/>
                  </a:moveTo>
                  <a:lnTo>
                    <a:pt x="840487" y="868384"/>
                  </a:lnTo>
                  <a:lnTo>
                    <a:pt x="840542" y="868607"/>
                  </a:lnTo>
                  <a:close/>
                  <a:moveTo>
                    <a:pt x="840487" y="868384"/>
                  </a:moveTo>
                  <a:lnTo>
                    <a:pt x="840554" y="868601"/>
                  </a:lnTo>
                  <a:lnTo>
                    <a:pt x="827814" y="817070"/>
                  </a:lnTo>
                  <a:close/>
                  <a:moveTo>
                    <a:pt x="591264" y="507851"/>
                  </a:moveTo>
                  <a:lnTo>
                    <a:pt x="618277" y="535293"/>
                  </a:lnTo>
                  <a:lnTo>
                    <a:pt x="627418" y="483757"/>
                  </a:lnTo>
                  <a:close/>
                  <a:moveTo>
                    <a:pt x="630501" y="472409"/>
                  </a:moveTo>
                  <a:lnTo>
                    <a:pt x="591264" y="507851"/>
                  </a:lnTo>
                  <a:lnTo>
                    <a:pt x="627418" y="483757"/>
                  </a:lnTo>
                  <a:close/>
                  <a:moveTo>
                    <a:pt x="630501" y="472409"/>
                  </a:moveTo>
                  <a:lnTo>
                    <a:pt x="594391" y="472300"/>
                  </a:lnTo>
                  <a:lnTo>
                    <a:pt x="591264" y="507851"/>
                  </a:lnTo>
                  <a:close/>
                  <a:moveTo>
                    <a:pt x="594391" y="472300"/>
                  </a:moveTo>
                  <a:lnTo>
                    <a:pt x="630501" y="472409"/>
                  </a:lnTo>
                  <a:lnTo>
                    <a:pt x="597828" y="456314"/>
                  </a:lnTo>
                  <a:close/>
                  <a:moveTo>
                    <a:pt x="630501" y="472409"/>
                  </a:moveTo>
                  <a:lnTo>
                    <a:pt x="640332" y="432220"/>
                  </a:lnTo>
                  <a:lnTo>
                    <a:pt x="597828" y="456314"/>
                  </a:lnTo>
                  <a:close/>
                  <a:moveTo>
                    <a:pt x="630501" y="472409"/>
                  </a:moveTo>
                  <a:lnTo>
                    <a:pt x="658763" y="443175"/>
                  </a:lnTo>
                  <a:lnTo>
                    <a:pt x="640332" y="432220"/>
                  </a:lnTo>
                  <a:close/>
                  <a:moveTo>
                    <a:pt x="658763" y="443175"/>
                  </a:moveTo>
                  <a:lnTo>
                    <a:pt x="671802" y="408126"/>
                  </a:lnTo>
                  <a:lnTo>
                    <a:pt x="640332" y="432220"/>
                  </a:lnTo>
                  <a:close/>
                  <a:moveTo>
                    <a:pt x="691021" y="389106"/>
                  </a:moveTo>
                  <a:lnTo>
                    <a:pt x="640332" y="432220"/>
                  </a:lnTo>
                  <a:lnTo>
                    <a:pt x="671802" y="408126"/>
                  </a:lnTo>
                  <a:close/>
                  <a:moveTo>
                    <a:pt x="764542" y="354414"/>
                  </a:moveTo>
                  <a:lnTo>
                    <a:pt x="691021" y="389106"/>
                  </a:lnTo>
                  <a:lnTo>
                    <a:pt x="723819" y="376833"/>
                  </a:lnTo>
                  <a:close/>
                  <a:moveTo>
                    <a:pt x="1102895" y="368052"/>
                  </a:moveTo>
                  <a:lnTo>
                    <a:pt x="1047229" y="387381"/>
                  </a:lnTo>
                  <a:lnTo>
                    <a:pt x="1113077" y="379443"/>
                  </a:lnTo>
                  <a:close/>
                  <a:moveTo>
                    <a:pt x="1065863" y="337818"/>
                  </a:moveTo>
                  <a:lnTo>
                    <a:pt x="1047229" y="387381"/>
                  </a:lnTo>
                  <a:lnTo>
                    <a:pt x="1102895" y="368052"/>
                  </a:lnTo>
                  <a:close/>
                  <a:moveTo>
                    <a:pt x="1065645" y="335844"/>
                  </a:moveTo>
                  <a:lnTo>
                    <a:pt x="1102895" y="368052"/>
                  </a:lnTo>
                  <a:lnTo>
                    <a:pt x="1112083" y="363287"/>
                  </a:lnTo>
                  <a:close/>
                  <a:moveTo>
                    <a:pt x="1065645" y="335844"/>
                  </a:moveTo>
                  <a:lnTo>
                    <a:pt x="1112083" y="363287"/>
                  </a:lnTo>
                  <a:lnTo>
                    <a:pt x="1103090" y="311750"/>
                  </a:lnTo>
                  <a:close/>
                  <a:moveTo>
                    <a:pt x="1102895" y="368052"/>
                  </a:moveTo>
                  <a:lnTo>
                    <a:pt x="1113077" y="379443"/>
                  </a:lnTo>
                  <a:lnTo>
                    <a:pt x="1112083" y="363287"/>
                  </a:lnTo>
                  <a:close/>
                  <a:moveTo>
                    <a:pt x="1113077" y="379443"/>
                  </a:moveTo>
                  <a:lnTo>
                    <a:pt x="1129842" y="408887"/>
                  </a:lnTo>
                  <a:lnTo>
                    <a:pt x="1112083" y="363287"/>
                  </a:lnTo>
                  <a:close/>
                  <a:moveTo>
                    <a:pt x="1112083" y="363287"/>
                  </a:moveTo>
                  <a:lnTo>
                    <a:pt x="1182468" y="390730"/>
                  </a:lnTo>
                  <a:lnTo>
                    <a:pt x="1162178" y="339193"/>
                  </a:lnTo>
                  <a:close/>
                  <a:moveTo>
                    <a:pt x="1103090" y="311750"/>
                  </a:moveTo>
                  <a:lnTo>
                    <a:pt x="1112083" y="363287"/>
                  </a:lnTo>
                  <a:lnTo>
                    <a:pt x="1162178" y="339193"/>
                  </a:lnTo>
                  <a:close/>
                  <a:moveTo>
                    <a:pt x="1103090" y="311750"/>
                  </a:moveTo>
                  <a:lnTo>
                    <a:pt x="1162178" y="339193"/>
                  </a:lnTo>
                  <a:lnTo>
                    <a:pt x="1154663" y="287657"/>
                  </a:lnTo>
                  <a:close/>
                  <a:moveTo>
                    <a:pt x="1105273" y="260214"/>
                  </a:moveTo>
                  <a:lnTo>
                    <a:pt x="1103090" y="311750"/>
                  </a:lnTo>
                  <a:lnTo>
                    <a:pt x="1154663" y="287657"/>
                  </a:lnTo>
                  <a:close/>
                  <a:moveTo>
                    <a:pt x="1105273" y="260214"/>
                  </a:moveTo>
                  <a:lnTo>
                    <a:pt x="1154663" y="287657"/>
                  </a:lnTo>
                  <a:lnTo>
                    <a:pt x="1154221" y="236120"/>
                  </a:lnTo>
                  <a:close/>
                  <a:moveTo>
                    <a:pt x="1154663" y="287657"/>
                  </a:moveTo>
                  <a:lnTo>
                    <a:pt x="1204762" y="323218"/>
                  </a:lnTo>
                  <a:lnTo>
                    <a:pt x="1183821" y="277499"/>
                  </a:lnTo>
                  <a:close/>
                  <a:moveTo>
                    <a:pt x="1230611" y="263563"/>
                  </a:moveTo>
                  <a:lnTo>
                    <a:pt x="1183821" y="277499"/>
                  </a:lnTo>
                  <a:lnTo>
                    <a:pt x="1204762" y="323218"/>
                  </a:lnTo>
                  <a:close/>
                  <a:moveTo>
                    <a:pt x="1154221" y="236120"/>
                  </a:moveTo>
                  <a:lnTo>
                    <a:pt x="1183821" y="277499"/>
                  </a:lnTo>
                  <a:lnTo>
                    <a:pt x="1162005" y="232493"/>
                  </a:lnTo>
                  <a:close/>
                  <a:moveTo>
                    <a:pt x="1154221" y="236120"/>
                  </a:moveTo>
                  <a:lnTo>
                    <a:pt x="1154663" y="287657"/>
                  </a:lnTo>
                  <a:lnTo>
                    <a:pt x="1183821" y="277499"/>
                  </a:lnTo>
                  <a:close/>
                  <a:moveTo>
                    <a:pt x="1230611" y="263563"/>
                  </a:moveTo>
                  <a:lnTo>
                    <a:pt x="1200538" y="212026"/>
                  </a:lnTo>
                  <a:lnTo>
                    <a:pt x="1183821" y="277499"/>
                  </a:lnTo>
                  <a:close/>
                  <a:moveTo>
                    <a:pt x="1200538" y="212026"/>
                  </a:moveTo>
                  <a:lnTo>
                    <a:pt x="1162005" y="232493"/>
                  </a:lnTo>
                  <a:lnTo>
                    <a:pt x="1183821" y="277499"/>
                  </a:lnTo>
                  <a:close/>
                  <a:moveTo>
                    <a:pt x="1155346" y="227905"/>
                  </a:moveTo>
                  <a:lnTo>
                    <a:pt x="1154221" y="236120"/>
                  </a:lnTo>
                  <a:lnTo>
                    <a:pt x="1162005" y="232493"/>
                  </a:lnTo>
                  <a:close/>
                  <a:moveTo>
                    <a:pt x="1159784" y="184583"/>
                  </a:moveTo>
                  <a:lnTo>
                    <a:pt x="1162005" y="232493"/>
                  </a:lnTo>
                  <a:lnTo>
                    <a:pt x="1200538" y="212026"/>
                  </a:lnTo>
                  <a:close/>
                  <a:moveTo>
                    <a:pt x="1159784" y="184583"/>
                  </a:moveTo>
                  <a:lnTo>
                    <a:pt x="1200538" y="212026"/>
                  </a:lnTo>
                  <a:lnTo>
                    <a:pt x="1203266" y="160489"/>
                  </a:lnTo>
                  <a:close/>
                  <a:moveTo>
                    <a:pt x="1230611" y="263563"/>
                  </a:moveTo>
                  <a:lnTo>
                    <a:pt x="1262332" y="251653"/>
                  </a:lnTo>
                  <a:lnTo>
                    <a:pt x="1249652" y="187932"/>
                  </a:lnTo>
                  <a:close/>
                  <a:moveTo>
                    <a:pt x="1200538" y="212026"/>
                  </a:moveTo>
                  <a:lnTo>
                    <a:pt x="1230611" y="263563"/>
                  </a:lnTo>
                  <a:lnTo>
                    <a:pt x="1249652" y="187932"/>
                  </a:lnTo>
                  <a:close/>
                  <a:moveTo>
                    <a:pt x="1203266" y="160489"/>
                  </a:moveTo>
                  <a:lnTo>
                    <a:pt x="1255243" y="156925"/>
                  </a:lnTo>
                  <a:lnTo>
                    <a:pt x="1238560" y="145494"/>
                  </a:lnTo>
                  <a:close/>
                  <a:moveTo>
                    <a:pt x="1249652" y="187932"/>
                  </a:moveTo>
                  <a:lnTo>
                    <a:pt x="1255243" y="156925"/>
                  </a:lnTo>
                  <a:lnTo>
                    <a:pt x="1203266" y="160489"/>
                  </a:lnTo>
                  <a:close/>
                  <a:moveTo>
                    <a:pt x="1200538" y="212026"/>
                  </a:moveTo>
                  <a:lnTo>
                    <a:pt x="1249652" y="187932"/>
                  </a:lnTo>
                  <a:lnTo>
                    <a:pt x="1203266" y="160489"/>
                  </a:lnTo>
                  <a:close/>
                  <a:moveTo>
                    <a:pt x="1213649" y="136314"/>
                  </a:moveTo>
                  <a:lnTo>
                    <a:pt x="1203266" y="160489"/>
                  </a:lnTo>
                  <a:lnTo>
                    <a:pt x="1238560" y="145494"/>
                  </a:lnTo>
                  <a:close/>
                  <a:moveTo>
                    <a:pt x="1225997" y="108953"/>
                  </a:moveTo>
                  <a:lnTo>
                    <a:pt x="1238560" y="145494"/>
                  </a:lnTo>
                  <a:lnTo>
                    <a:pt x="1257040" y="136395"/>
                  </a:lnTo>
                  <a:close/>
                  <a:moveTo>
                    <a:pt x="1238560" y="145494"/>
                  </a:moveTo>
                  <a:lnTo>
                    <a:pt x="1255243" y="156925"/>
                  </a:lnTo>
                  <a:lnTo>
                    <a:pt x="1257040" y="136395"/>
                  </a:lnTo>
                  <a:close/>
                  <a:moveTo>
                    <a:pt x="1272739" y="180450"/>
                  </a:moveTo>
                  <a:lnTo>
                    <a:pt x="1338957" y="160343"/>
                  </a:lnTo>
                  <a:lnTo>
                    <a:pt x="1257040" y="136395"/>
                  </a:lnTo>
                  <a:close/>
                  <a:moveTo>
                    <a:pt x="1257040" y="136395"/>
                  </a:moveTo>
                  <a:lnTo>
                    <a:pt x="1338957" y="160343"/>
                  </a:lnTo>
                  <a:lnTo>
                    <a:pt x="1303069" y="112302"/>
                  </a:lnTo>
                  <a:close/>
                  <a:moveTo>
                    <a:pt x="1257040" y="136395"/>
                  </a:moveTo>
                  <a:lnTo>
                    <a:pt x="1255243" y="156925"/>
                  </a:lnTo>
                  <a:lnTo>
                    <a:pt x="1272739" y="180450"/>
                  </a:lnTo>
                  <a:close/>
                  <a:moveTo>
                    <a:pt x="1261675" y="84859"/>
                  </a:moveTo>
                  <a:lnTo>
                    <a:pt x="1257040" y="136395"/>
                  </a:lnTo>
                  <a:lnTo>
                    <a:pt x="1303069" y="112302"/>
                  </a:lnTo>
                  <a:close/>
                  <a:moveTo>
                    <a:pt x="1261675" y="84859"/>
                  </a:moveTo>
                  <a:lnTo>
                    <a:pt x="1303069" y="112302"/>
                  </a:lnTo>
                  <a:lnTo>
                    <a:pt x="1309390" y="60765"/>
                  </a:lnTo>
                  <a:close/>
                  <a:moveTo>
                    <a:pt x="1309390" y="60765"/>
                  </a:moveTo>
                  <a:lnTo>
                    <a:pt x="1310633" y="54445"/>
                  </a:lnTo>
                  <a:lnTo>
                    <a:pt x="1260429" y="33322"/>
                  </a:lnTo>
                  <a:close/>
                  <a:moveTo>
                    <a:pt x="1261675" y="84859"/>
                  </a:moveTo>
                  <a:lnTo>
                    <a:pt x="1309390" y="60765"/>
                  </a:lnTo>
                  <a:lnTo>
                    <a:pt x="1260429" y="33322"/>
                  </a:lnTo>
                  <a:close/>
                  <a:moveTo>
                    <a:pt x="1309390" y="60765"/>
                  </a:moveTo>
                  <a:lnTo>
                    <a:pt x="1338709" y="102057"/>
                  </a:lnTo>
                  <a:lnTo>
                    <a:pt x="1314312" y="59149"/>
                  </a:lnTo>
                  <a:close/>
                  <a:moveTo>
                    <a:pt x="1309390" y="60765"/>
                  </a:moveTo>
                  <a:lnTo>
                    <a:pt x="1303069" y="112302"/>
                  </a:lnTo>
                  <a:lnTo>
                    <a:pt x="1338709" y="102057"/>
                  </a:lnTo>
                  <a:close/>
                  <a:moveTo>
                    <a:pt x="1338709" y="102057"/>
                  </a:moveTo>
                  <a:lnTo>
                    <a:pt x="1379858" y="43843"/>
                  </a:lnTo>
                  <a:lnTo>
                    <a:pt x="1314312" y="59149"/>
                  </a:lnTo>
                  <a:close/>
                  <a:moveTo>
                    <a:pt x="1310633" y="54445"/>
                  </a:moveTo>
                  <a:lnTo>
                    <a:pt x="1309390" y="60765"/>
                  </a:lnTo>
                  <a:lnTo>
                    <a:pt x="1314312" y="59149"/>
                  </a:lnTo>
                  <a:close/>
                  <a:moveTo>
                    <a:pt x="1314312" y="59149"/>
                  </a:moveTo>
                  <a:lnTo>
                    <a:pt x="1321939" y="9229"/>
                  </a:lnTo>
                  <a:lnTo>
                    <a:pt x="1310633" y="54445"/>
                  </a:lnTo>
                  <a:close/>
                  <a:moveTo>
                    <a:pt x="1356610" y="0"/>
                  </a:moveTo>
                  <a:lnTo>
                    <a:pt x="1321939" y="9229"/>
                  </a:lnTo>
                  <a:lnTo>
                    <a:pt x="1314312" y="59149"/>
                  </a:lnTo>
                  <a:close/>
                  <a:moveTo>
                    <a:pt x="1379858" y="43843"/>
                  </a:moveTo>
                  <a:lnTo>
                    <a:pt x="1356610" y="0"/>
                  </a:lnTo>
                  <a:lnTo>
                    <a:pt x="1314312" y="59149"/>
                  </a:lnTo>
                  <a:close/>
                </a:path>
              </a:pathLst>
            </a:custGeom>
            <a:solidFill>
              <a:srgbClr val="F5F7F8"/>
            </a:solidFill>
            <a:ln w="1524">
              <a:solidFill>
                <a:srgbClr val="F5F7F8"/>
              </a:solidFill>
            </a:ln>
          </p:spPr>
        </p:sp>
        <p:sp>
          <p:nvSpPr>
            <p:cNvPr id="4330" name="Output_density__4329">
              <a:extLst>
                <a:ext uri="{FF2B5EF4-FFF2-40B4-BE49-F238E27FC236}">
                  <a16:creationId xmlns:a16="http://schemas.microsoft.com/office/drawing/2014/main" id="{FC46D2FD-F98F-370A-DEEC-2B8A74AF61C4}"/>
                </a:ext>
              </a:extLst>
            </p:cNvPr>
            <p:cNvSpPr>
              <a:spLocks noGrp="1"/>
            </p:cNvSpPr>
            <p:nvPr/>
          </p:nvSpPr>
          <p:spPr>
            <a:xfrm>
              <a:off x="14882316" y="2801978"/>
              <a:ext cx="1435002" cy="675901"/>
            </a:xfrm>
            <a:custGeom>
              <a:avLst/>
              <a:gdLst/>
              <a:ahLst/>
              <a:cxnLst/>
              <a:rect l="0" t="0" r="0" b="0"/>
              <a:pathLst>
                <a:path w="1435002" h="675901">
                  <a:moveTo>
                    <a:pt x="85487" y="479050"/>
                  </a:moveTo>
                  <a:lnTo>
                    <a:pt x="129059" y="463057"/>
                  </a:lnTo>
                  <a:lnTo>
                    <a:pt x="107690" y="472521"/>
                  </a:lnTo>
                  <a:close/>
                  <a:moveTo>
                    <a:pt x="0" y="379462"/>
                  </a:moveTo>
                  <a:lnTo>
                    <a:pt x="46802" y="379769"/>
                  </a:lnTo>
                  <a:lnTo>
                    <a:pt x="6243" y="380006"/>
                  </a:lnTo>
                  <a:close/>
                  <a:moveTo>
                    <a:pt x="446431" y="315145"/>
                  </a:moveTo>
                  <a:lnTo>
                    <a:pt x="462149" y="345025"/>
                  </a:lnTo>
                  <a:lnTo>
                    <a:pt x="456595" y="339239"/>
                  </a:lnTo>
                  <a:close/>
                  <a:moveTo>
                    <a:pt x="444975" y="320591"/>
                  </a:moveTo>
                  <a:lnTo>
                    <a:pt x="444271" y="377276"/>
                  </a:lnTo>
                  <a:lnTo>
                    <a:pt x="446431" y="315145"/>
                  </a:lnTo>
                  <a:close/>
                  <a:moveTo>
                    <a:pt x="419839" y="226610"/>
                  </a:moveTo>
                  <a:lnTo>
                    <a:pt x="445809" y="263608"/>
                  </a:lnTo>
                  <a:lnTo>
                    <a:pt x="411462" y="215721"/>
                  </a:lnTo>
                  <a:close/>
                  <a:moveTo>
                    <a:pt x="809762" y="675901"/>
                  </a:moveTo>
                  <a:lnTo>
                    <a:pt x="829905" y="668113"/>
                  </a:lnTo>
                  <a:lnTo>
                    <a:pt x="768396" y="656424"/>
                  </a:lnTo>
                  <a:close/>
                  <a:moveTo>
                    <a:pt x="768396" y="656424"/>
                  </a:moveTo>
                  <a:lnTo>
                    <a:pt x="829905" y="668113"/>
                  </a:lnTo>
                  <a:lnTo>
                    <a:pt x="845680" y="635801"/>
                  </a:lnTo>
                  <a:close/>
                  <a:moveTo>
                    <a:pt x="856767" y="583532"/>
                  </a:moveTo>
                  <a:lnTo>
                    <a:pt x="845680" y="635801"/>
                  </a:lnTo>
                  <a:lnTo>
                    <a:pt x="856952" y="600271"/>
                  </a:lnTo>
                  <a:close/>
                  <a:moveTo>
                    <a:pt x="863648" y="568081"/>
                  </a:moveTo>
                  <a:lnTo>
                    <a:pt x="856767" y="583532"/>
                  </a:lnTo>
                  <a:lnTo>
                    <a:pt x="899515" y="527502"/>
                  </a:lnTo>
                  <a:close/>
                  <a:moveTo>
                    <a:pt x="850632" y="576177"/>
                  </a:moveTo>
                  <a:lnTo>
                    <a:pt x="856767" y="583532"/>
                  </a:lnTo>
                  <a:lnTo>
                    <a:pt x="863648" y="568081"/>
                  </a:lnTo>
                  <a:close/>
                  <a:moveTo>
                    <a:pt x="766440" y="421567"/>
                  </a:moveTo>
                  <a:lnTo>
                    <a:pt x="732066" y="425469"/>
                  </a:lnTo>
                  <a:lnTo>
                    <a:pt x="727173" y="424696"/>
                  </a:lnTo>
                  <a:close/>
                  <a:moveTo>
                    <a:pt x="899515" y="527502"/>
                  </a:moveTo>
                  <a:lnTo>
                    <a:pt x="908480" y="516729"/>
                  </a:lnTo>
                  <a:lnTo>
                    <a:pt x="887007" y="520516"/>
                  </a:lnTo>
                  <a:close/>
                  <a:moveTo>
                    <a:pt x="863648" y="568081"/>
                  </a:moveTo>
                  <a:lnTo>
                    <a:pt x="899515" y="527502"/>
                  </a:lnTo>
                  <a:lnTo>
                    <a:pt x="887007" y="520516"/>
                  </a:lnTo>
                  <a:close/>
                  <a:moveTo>
                    <a:pt x="941599" y="500546"/>
                  </a:moveTo>
                  <a:lnTo>
                    <a:pt x="984017" y="556045"/>
                  </a:lnTo>
                  <a:lnTo>
                    <a:pt x="977062" y="552083"/>
                  </a:lnTo>
                  <a:close/>
                  <a:moveTo>
                    <a:pt x="899515" y="527502"/>
                  </a:moveTo>
                  <a:lnTo>
                    <a:pt x="984017" y="556045"/>
                  </a:lnTo>
                  <a:lnTo>
                    <a:pt x="941599" y="500546"/>
                  </a:lnTo>
                  <a:close/>
                  <a:moveTo>
                    <a:pt x="983328" y="493861"/>
                  </a:moveTo>
                  <a:lnTo>
                    <a:pt x="1002376" y="541119"/>
                  </a:lnTo>
                  <a:lnTo>
                    <a:pt x="993408" y="552083"/>
                  </a:lnTo>
                  <a:close/>
                  <a:moveTo>
                    <a:pt x="1127861" y="75866"/>
                  </a:moveTo>
                  <a:lnTo>
                    <a:pt x="1100670" y="122733"/>
                  </a:lnTo>
                  <a:lnTo>
                    <a:pt x="1125186" y="140784"/>
                  </a:lnTo>
                  <a:close/>
                  <a:moveTo>
                    <a:pt x="1172610" y="70857"/>
                  </a:moveTo>
                  <a:lnTo>
                    <a:pt x="1175733" y="74929"/>
                  </a:lnTo>
                  <a:lnTo>
                    <a:pt x="1181240" y="72719"/>
                  </a:lnTo>
                  <a:close/>
                  <a:moveTo>
                    <a:pt x="1150040" y="90970"/>
                  </a:moveTo>
                  <a:lnTo>
                    <a:pt x="1172610" y="70857"/>
                  </a:lnTo>
                  <a:lnTo>
                    <a:pt x="1131827" y="62649"/>
                  </a:lnTo>
                  <a:close/>
                  <a:moveTo>
                    <a:pt x="1131827" y="62649"/>
                  </a:moveTo>
                  <a:lnTo>
                    <a:pt x="1127861" y="75866"/>
                  </a:lnTo>
                  <a:lnTo>
                    <a:pt x="1150040" y="90970"/>
                  </a:lnTo>
                  <a:close/>
                  <a:moveTo>
                    <a:pt x="1201264" y="46763"/>
                  </a:moveTo>
                  <a:lnTo>
                    <a:pt x="1172610" y="70857"/>
                  </a:lnTo>
                  <a:lnTo>
                    <a:pt x="1181240" y="72719"/>
                  </a:lnTo>
                  <a:close/>
                  <a:moveTo>
                    <a:pt x="1181240" y="72719"/>
                  </a:moveTo>
                  <a:lnTo>
                    <a:pt x="1227642" y="71534"/>
                  </a:lnTo>
                  <a:lnTo>
                    <a:pt x="1261449" y="63032"/>
                  </a:lnTo>
                  <a:close/>
                  <a:moveTo>
                    <a:pt x="1261449" y="63032"/>
                  </a:moveTo>
                  <a:lnTo>
                    <a:pt x="1227642" y="71534"/>
                  </a:lnTo>
                  <a:lnTo>
                    <a:pt x="1312684" y="79916"/>
                  </a:lnTo>
                  <a:close/>
                  <a:moveTo>
                    <a:pt x="1343279" y="59405"/>
                  </a:moveTo>
                  <a:lnTo>
                    <a:pt x="1312684" y="79916"/>
                  </a:lnTo>
                  <a:lnTo>
                    <a:pt x="1390525" y="61372"/>
                  </a:lnTo>
                  <a:close/>
                  <a:moveTo>
                    <a:pt x="1435002" y="16077"/>
                  </a:moveTo>
                  <a:lnTo>
                    <a:pt x="1408057" y="0"/>
                  </a:lnTo>
                  <a:lnTo>
                    <a:pt x="1390525" y="61372"/>
                  </a:lnTo>
                  <a:close/>
                </a:path>
              </a:pathLst>
            </a:custGeom>
            <a:solidFill>
              <a:srgbClr val="EDF0F2"/>
            </a:solidFill>
            <a:ln w="1524">
              <a:solidFill>
                <a:srgbClr val="EDF0F2"/>
              </a:solidFill>
            </a:ln>
          </p:spPr>
        </p:sp>
        <p:sp>
          <p:nvSpPr>
            <p:cNvPr id="4331" name="Output_density__4330">
              <a:extLst>
                <a:ext uri="{FF2B5EF4-FFF2-40B4-BE49-F238E27FC236}">
                  <a16:creationId xmlns:a16="http://schemas.microsoft.com/office/drawing/2014/main" id="{2B8BEC3A-1AEE-5740-230B-2DB7BFBA1CDC}"/>
                </a:ext>
              </a:extLst>
            </p:cNvPr>
            <p:cNvSpPr>
              <a:spLocks noGrp="1"/>
            </p:cNvSpPr>
            <p:nvPr/>
          </p:nvSpPr>
          <p:spPr>
            <a:xfrm>
              <a:off x="14888559" y="2877844"/>
              <a:ext cx="1134874" cy="484363"/>
            </a:xfrm>
            <a:custGeom>
              <a:avLst/>
              <a:gdLst/>
              <a:ahLst/>
              <a:cxnLst/>
              <a:rect l="0" t="0" r="0" b="0"/>
              <a:pathLst>
                <a:path w="1134874" h="484363">
                  <a:moveTo>
                    <a:pt x="40559" y="303903"/>
                  </a:moveTo>
                  <a:lnTo>
                    <a:pt x="52639" y="299327"/>
                  </a:lnTo>
                  <a:lnTo>
                    <a:pt x="0" y="304140"/>
                  </a:lnTo>
                  <a:close/>
                  <a:moveTo>
                    <a:pt x="85445" y="147172"/>
                  </a:moveTo>
                  <a:lnTo>
                    <a:pt x="84580" y="156951"/>
                  </a:lnTo>
                  <a:lnTo>
                    <a:pt x="100339" y="122713"/>
                  </a:lnTo>
                  <a:close/>
                  <a:moveTo>
                    <a:pt x="948744" y="484363"/>
                  </a:moveTo>
                  <a:lnTo>
                    <a:pt x="977774" y="480179"/>
                  </a:lnTo>
                  <a:lnTo>
                    <a:pt x="893272" y="451636"/>
                  </a:lnTo>
                  <a:close/>
                  <a:moveTo>
                    <a:pt x="987165" y="476217"/>
                  </a:moveTo>
                  <a:lnTo>
                    <a:pt x="977774" y="480179"/>
                  </a:lnTo>
                  <a:lnTo>
                    <a:pt x="988970" y="424680"/>
                  </a:lnTo>
                  <a:close/>
                  <a:moveTo>
                    <a:pt x="935356" y="424680"/>
                  </a:moveTo>
                  <a:lnTo>
                    <a:pt x="970819" y="476217"/>
                  </a:lnTo>
                  <a:lnTo>
                    <a:pt x="996133" y="465252"/>
                  </a:lnTo>
                  <a:close/>
                  <a:moveTo>
                    <a:pt x="1121827" y="70621"/>
                  </a:moveTo>
                  <a:lnTo>
                    <a:pt x="1121618" y="0"/>
                  </a:lnTo>
                  <a:lnTo>
                    <a:pt x="1118943" y="64918"/>
                  </a:lnTo>
                  <a:close/>
                  <a:moveTo>
                    <a:pt x="1134874" y="19085"/>
                  </a:moveTo>
                  <a:lnTo>
                    <a:pt x="1121618" y="0"/>
                  </a:lnTo>
                  <a:lnTo>
                    <a:pt x="1121827" y="70621"/>
                  </a:lnTo>
                  <a:close/>
                </a:path>
              </a:pathLst>
            </a:custGeom>
            <a:solidFill>
              <a:srgbClr val="ECEFF1"/>
            </a:solidFill>
            <a:ln w="1524">
              <a:solidFill>
                <a:srgbClr val="ECEFF1"/>
              </a:solidFill>
            </a:ln>
          </p:spPr>
        </p:sp>
        <p:sp>
          <p:nvSpPr>
            <p:cNvPr id="4332" name="Output_density__4331">
              <a:extLst>
                <a:ext uri="{FF2B5EF4-FFF2-40B4-BE49-F238E27FC236}">
                  <a16:creationId xmlns:a16="http://schemas.microsoft.com/office/drawing/2014/main" id="{94789850-ACD1-A9D4-7D9B-C6C16E6A322D}"/>
                </a:ext>
              </a:extLst>
            </p:cNvPr>
            <p:cNvSpPr>
              <a:spLocks noGrp="1"/>
            </p:cNvSpPr>
            <p:nvPr/>
          </p:nvSpPr>
          <p:spPr>
            <a:xfrm>
              <a:off x="14922270" y="2841058"/>
              <a:ext cx="1179874" cy="604886"/>
            </a:xfrm>
            <a:custGeom>
              <a:avLst/>
              <a:gdLst/>
              <a:ahLst/>
              <a:cxnLst/>
              <a:rect l="0" t="0" r="0" b="0"/>
              <a:pathLst>
                <a:path w="1179874" h="604886">
                  <a:moveTo>
                    <a:pt x="54410" y="423977"/>
                  </a:moveTo>
                  <a:lnTo>
                    <a:pt x="45533" y="439970"/>
                  </a:lnTo>
                  <a:lnTo>
                    <a:pt x="67736" y="433441"/>
                  </a:lnTo>
                  <a:close/>
                  <a:moveTo>
                    <a:pt x="51772" y="413530"/>
                  </a:moveTo>
                  <a:lnTo>
                    <a:pt x="38818" y="407447"/>
                  </a:lnTo>
                  <a:lnTo>
                    <a:pt x="67736" y="433441"/>
                  </a:lnTo>
                  <a:close/>
                  <a:moveTo>
                    <a:pt x="54410" y="423977"/>
                  </a:moveTo>
                  <a:lnTo>
                    <a:pt x="38818" y="407447"/>
                  </a:lnTo>
                  <a:lnTo>
                    <a:pt x="5690" y="371636"/>
                  </a:lnTo>
                  <a:close/>
                  <a:moveTo>
                    <a:pt x="0" y="348346"/>
                  </a:moveTo>
                  <a:lnTo>
                    <a:pt x="2965" y="365948"/>
                  </a:lnTo>
                  <a:lnTo>
                    <a:pt x="5690" y="371636"/>
                  </a:lnTo>
                  <a:close/>
                  <a:moveTo>
                    <a:pt x="171948" y="451419"/>
                  </a:moveTo>
                  <a:lnTo>
                    <a:pt x="211053" y="485025"/>
                  </a:lnTo>
                  <a:lnTo>
                    <a:pt x="159173" y="448308"/>
                  </a:lnTo>
                  <a:close/>
                  <a:moveTo>
                    <a:pt x="275704" y="417167"/>
                  </a:moveTo>
                  <a:lnTo>
                    <a:pt x="280781" y="362664"/>
                  </a:lnTo>
                  <a:lnTo>
                    <a:pt x="271951" y="427326"/>
                  </a:lnTo>
                  <a:close/>
                  <a:moveTo>
                    <a:pt x="258862" y="351695"/>
                  </a:moveTo>
                  <a:lnTo>
                    <a:pt x="305499" y="393667"/>
                  </a:lnTo>
                  <a:lnTo>
                    <a:pt x="271951" y="427326"/>
                  </a:lnTo>
                  <a:close/>
                  <a:moveTo>
                    <a:pt x="357214" y="338507"/>
                  </a:moveTo>
                  <a:lnTo>
                    <a:pt x="351916" y="403232"/>
                  </a:lnTo>
                  <a:lnTo>
                    <a:pt x="324075" y="328220"/>
                  </a:lnTo>
                  <a:close/>
                  <a:moveTo>
                    <a:pt x="355127" y="402947"/>
                  </a:moveTo>
                  <a:lnTo>
                    <a:pt x="351916" y="403232"/>
                  </a:lnTo>
                  <a:lnTo>
                    <a:pt x="357214" y="338507"/>
                  </a:lnTo>
                  <a:close/>
                  <a:moveTo>
                    <a:pt x="405021" y="281511"/>
                  </a:moveTo>
                  <a:lnTo>
                    <a:pt x="357214" y="338507"/>
                  </a:lnTo>
                  <a:lnTo>
                    <a:pt x="334660" y="328018"/>
                  </a:lnTo>
                  <a:close/>
                  <a:moveTo>
                    <a:pt x="761191" y="604886"/>
                  </a:moveTo>
                  <a:lnTo>
                    <a:pt x="805726" y="596721"/>
                  </a:lnTo>
                  <a:lnTo>
                    <a:pt x="787118" y="566925"/>
                  </a:lnTo>
                  <a:close/>
                  <a:moveTo>
                    <a:pt x="798536" y="521328"/>
                  </a:moveTo>
                  <a:lnTo>
                    <a:pt x="787118" y="566925"/>
                  </a:lnTo>
                  <a:lnTo>
                    <a:pt x="810678" y="537097"/>
                  </a:lnTo>
                  <a:close/>
                  <a:moveTo>
                    <a:pt x="798296" y="473819"/>
                  </a:moveTo>
                  <a:lnTo>
                    <a:pt x="810678" y="537097"/>
                  </a:lnTo>
                  <a:lnTo>
                    <a:pt x="823694" y="529001"/>
                  </a:lnTo>
                  <a:close/>
                  <a:moveTo>
                    <a:pt x="856268" y="449633"/>
                  </a:moveTo>
                  <a:lnTo>
                    <a:pt x="847053" y="481435"/>
                  </a:lnTo>
                  <a:lnTo>
                    <a:pt x="880319" y="461466"/>
                  </a:lnTo>
                  <a:close/>
                  <a:moveTo>
                    <a:pt x="856268" y="449633"/>
                  </a:moveTo>
                  <a:lnTo>
                    <a:pt x="886606" y="454641"/>
                  </a:lnTo>
                  <a:lnTo>
                    <a:pt x="861214" y="399479"/>
                  </a:lnTo>
                  <a:close/>
                  <a:moveTo>
                    <a:pt x="757173" y="104058"/>
                  </a:moveTo>
                  <a:lnTo>
                    <a:pt x="732954" y="128152"/>
                  </a:lnTo>
                  <a:lnTo>
                    <a:pt x="763913" y="75465"/>
                  </a:lnTo>
                  <a:close/>
                  <a:moveTo>
                    <a:pt x="841105" y="54496"/>
                  </a:moveTo>
                  <a:lnTo>
                    <a:pt x="796338" y="83915"/>
                  </a:lnTo>
                  <a:lnTo>
                    <a:pt x="763913" y="75465"/>
                  </a:lnTo>
                  <a:close/>
                  <a:moveTo>
                    <a:pt x="920995" y="55871"/>
                  </a:moveTo>
                  <a:lnTo>
                    <a:pt x="894969" y="81209"/>
                  </a:lnTo>
                  <a:lnTo>
                    <a:pt x="925519" y="60530"/>
                  </a:lnTo>
                  <a:close/>
                  <a:moveTo>
                    <a:pt x="920995" y="55871"/>
                  </a:moveTo>
                  <a:lnTo>
                    <a:pt x="893321" y="79965"/>
                  </a:lnTo>
                  <a:lnTo>
                    <a:pt x="894969" y="81209"/>
                  </a:lnTo>
                  <a:close/>
                  <a:moveTo>
                    <a:pt x="893321" y="79965"/>
                  </a:moveTo>
                  <a:lnTo>
                    <a:pt x="920995" y="55871"/>
                  </a:lnTo>
                  <a:lnTo>
                    <a:pt x="841105" y="54496"/>
                  </a:lnTo>
                  <a:close/>
                  <a:moveTo>
                    <a:pt x="920995" y="55871"/>
                  </a:moveTo>
                  <a:lnTo>
                    <a:pt x="875007" y="46352"/>
                  </a:lnTo>
                  <a:lnTo>
                    <a:pt x="841105" y="54496"/>
                  </a:lnTo>
                  <a:close/>
                  <a:moveTo>
                    <a:pt x="1070713" y="138268"/>
                  </a:moveTo>
                  <a:lnTo>
                    <a:pt x="1060715" y="83653"/>
                  </a:lnTo>
                  <a:lnTo>
                    <a:pt x="1071872" y="134850"/>
                  </a:lnTo>
                  <a:close/>
                  <a:moveTo>
                    <a:pt x="1161310" y="7683"/>
                  </a:moveTo>
                  <a:lnTo>
                    <a:pt x="1172070" y="13840"/>
                  </a:lnTo>
                  <a:lnTo>
                    <a:pt x="1179874" y="0"/>
                  </a:lnTo>
                  <a:close/>
                </a:path>
              </a:pathLst>
            </a:custGeom>
            <a:solidFill>
              <a:srgbClr val="EFF2F3"/>
            </a:solidFill>
            <a:ln w="1524">
              <a:solidFill>
                <a:srgbClr val="EFF2F3"/>
              </a:solidFill>
            </a:ln>
          </p:spPr>
        </p:sp>
        <p:sp>
          <p:nvSpPr>
            <p:cNvPr id="4333" name="Output_density__4332">
              <a:extLst>
                <a:ext uri="{FF2B5EF4-FFF2-40B4-BE49-F238E27FC236}">
                  <a16:creationId xmlns:a16="http://schemas.microsoft.com/office/drawing/2014/main" id="{E272B523-897C-6EBE-98C2-112625D8C9BA}"/>
                </a:ext>
              </a:extLst>
            </p:cNvPr>
            <p:cNvSpPr>
              <a:spLocks noGrp="1"/>
            </p:cNvSpPr>
            <p:nvPr/>
          </p:nvSpPr>
          <p:spPr>
            <a:xfrm>
              <a:off x="14892840" y="2801151"/>
              <a:ext cx="1351829" cy="644792"/>
            </a:xfrm>
            <a:custGeom>
              <a:avLst/>
              <a:gdLst/>
              <a:ahLst/>
              <a:cxnLst/>
              <a:rect l="0" t="0" r="0" b="0"/>
              <a:pathLst>
                <a:path w="1351829" h="644792">
                  <a:moveTo>
                    <a:pt x="213178" y="506217"/>
                  </a:moveTo>
                  <a:lnTo>
                    <a:pt x="240482" y="524932"/>
                  </a:lnTo>
                  <a:lnTo>
                    <a:pt x="201378" y="491326"/>
                  </a:lnTo>
                  <a:close/>
                  <a:moveTo>
                    <a:pt x="0" y="360811"/>
                  </a:moveTo>
                  <a:lnTo>
                    <a:pt x="32394" y="405855"/>
                  </a:lnTo>
                  <a:lnTo>
                    <a:pt x="29430" y="388253"/>
                  </a:lnTo>
                  <a:close/>
                  <a:moveTo>
                    <a:pt x="296122" y="558282"/>
                  </a:moveTo>
                  <a:lnTo>
                    <a:pt x="304680" y="532553"/>
                  </a:lnTo>
                  <a:lnTo>
                    <a:pt x="261875" y="542863"/>
                  </a:lnTo>
                  <a:close/>
                  <a:moveTo>
                    <a:pt x="304807" y="469706"/>
                  </a:moveTo>
                  <a:lnTo>
                    <a:pt x="301380" y="467232"/>
                  </a:lnTo>
                  <a:lnTo>
                    <a:pt x="240482" y="524932"/>
                  </a:lnTo>
                  <a:close/>
                  <a:moveTo>
                    <a:pt x="240482" y="524932"/>
                  </a:moveTo>
                  <a:lnTo>
                    <a:pt x="261875" y="542863"/>
                  </a:lnTo>
                  <a:lnTo>
                    <a:pt x="304680" y="532553"/>
                  </a:lnTo>
                  <a:close/>
                  <a:moveTo>
                    <a:pt x="304680" y="532553"/>
                  </a:moveTo>
                  <a:lnTo>
                    <a:pt x="304807" y="469706"/>
                  </a:lnTo>
                  <a:lnTo>
                    <a:pt x="240482" y="524932"/>
                  </a:lnTo>
                  <a:close/>
                  <a:moveTo>
                    <a:pt x="357317" y="527742"/>
                  </a:moveTo>
                  <a:lnTo>
                    <a:pt x="314199" y="467232"/>
                  </a:lnTo>
                  <a:lnTo>
                    <a:pt x="304807" y="469706"/>
                  </a:lnTo>
                  <a:close/>
                  <a:moveTo>
                    <a:pt x="357317" y="527742"/>
                  </a:moveTo>
                  <a:lnTo>
                    <a:pt x="304807" y="469706"/>
                  </a:lnTo>
                  <a:lnTo>
                    <a:pt x="304680" y="532553"/>
                  </a:lnTo>
                  <a:close/>
                  <a:moveTo>
                    <a:pt x="304807" y="469706"/>
                  </a:moveTo>
                  <a:lnTo>
                    <a:pt x="314199" y="467232"/>
                  </a:lnTo>
                  <a:lnTo>
                    <a:pt x="305133" y="457074"/>
                  </a:lnTo>
                  <a:close/>
                  <a:moveTo>
                    <a:pt x="301380" y="467232"/>
                  </a:moveTo>
                  <a:lnTo>
                    <a:pt x="304807" y="469706"/>
                  </a:lnTo>
                  <a:lnTo>
                    <a:pt x="305133" y="457074"/>
                  </a:lnTo>
                  <a:close/>
                  <a:moveTo>
                    <a:pt x="301380" y="467232"/>
                  </a:moveTo>
                  <a:lnTo>
                    <a:pt x="310210" y="402571"/>
                  </a:lnTo>
                  <a:lnTo>
                    <a:pt x="288292" y="391602"/>
                  </a:lnTo>
                  <a:close/>
                  <a:moveTo>
                    <a:pt x="383972" y="443329"/>
                  </a:moveTo>
                  <a:lnTo>
                    <a:pt x="314199" y="467232"/>
                  </a:lnTo>
                  <a:lnTo>
                    <a:pt x="364454" y="504189"/>
                  </a:lnTo>
                  <a:close/>
                  <a:moveTo>
                    <a:pt x="314199" y="467232"/>
                  </a:moveTo>
                  <a:lnTo>
                    <a:pt x="383972" y="443329"/>
                  </a:lnTo>
                  <a:lnTo>
                    <a:pt x="310210" y="402571"/>
                  </a:lnTo>
                  <a:close/>
                  <a:moveTo>
                    <a:pt x="314199" y="467232"/>
                  </a:moveTo>
                  <a:lnTo>
                    <a:pt x="310210" y="402571"/>
                  </a:lnTo>
                  <a:lnTo>
                    <a:pt x="305133" y="457074"/>
                  </a:lnTo>
                  <a:close/>
                  <a:moveTo>
                    <a:pt x="430816" y="443228"/>
                  </a:moveTo>
                  <a:lnTo>
                    <a:pt x="383972" y="443329"/>
                  </a:lnTo>
                  <a:lnTo>
                    <a:pt x="364454" y="504189"/>
                  </a:lnTo>
                  <a:close/>
                  <a:moveTo>
                    <a:pt x="249609" y="351113"/>
                  </a:moveTo>
                  <a:lnTo>
                    <a:pt x="288292" y="391602"/>
                  </a:lnTo>
                  <a:lnTo>
                    <a:pt x="310210" y="402571"/>
                  </a:lnTo>
                  <a:close/>
                  <a:moveTo>
                    <a:pt x="207039" y="288529"/>
                  </a:moveTo>
                  <a:lnTo>
                    <a:pt x="220032" y="313574"/>
                  </a:lnTo>
                  <a:lnTo>
                    <a:pt x="217978" y="312623"/>
                  </a:lnTo>
                  <a:close/>
                  <a:moveTo>
                    <a:pt x="315968" y="335148"/>
                  </a:moveTo>
                  <a:lnTo>
                    <a:pt x="386644" y="378414"/>
                  </a:lnTo>
                  <a:lnTo>
                    <a:pt x="355115" y="367508"/>
                  </a:lnTo>
                  <a:close/>
                  <a:moveTo>
                    <a:pt x="326023" y="340066"/>
                  </a:moveTo>
                  <a:lnTo>
                    <a:pt x="386644" y="378414"/>
                  </a:lnTo>
                  <a:lnTo>
                    <a:pt x="315968" y="335148"/>
                  </a:lnTo>
                  <a:close/>
                  <a:moveTo>
                    <a:pt x="364089" y="367925"/>
                  </a:moveTo>
                  <a:lnTo>
                    <a:pt x="386644" y="378414"/>
                  </a:lnTo>
                  <a:lnTo>
                    <a:pt x="326023" y="340066"/>
                  </a:lnTo>
                  <a:close/>
                  <a:moveTo>
                    <a:pt x="294318" y="264435"/>
                  </a:moveTo>
                  <a:lnTo>
                    <a:pt x="290724" y="288529"/>
                  </a:lnTo>
                  <a:lnTo>
                    <a:pt x="322248" y="315972"/>
                  </a:lnTo>
                  <a:close/>
                  <a:moveTo>
                    <a:pt x="294318" y="264435"/>
                  </a:moveTo>
                  <a:lnTo>
                    <a:pt x="291255" y="270288"/>
                  </a:lnTo>
                  <a:lnTo>
                    <a:pt x="290724" y="288529"/>
                  </a:lnTo>
                  <a:close/>
                  <a:moveTo>
                    <a:pt x="303403" y="157134"/>
                  </a:moveTo>
                  <a:lnTo>
                    <a:pt x="377085" y="188804"/>
                  </a:lnTo>
                  <a:lnTo>
                    <a:pt x="380238" y="195393"/>
                  </a:lnTo>
                  <a:close/>
                  <a:moveTo>
                    <a:pt x="255694" y="95195"/>
                  </a:moveTo>
                  <a:lnTo>
                    <a:pt x="198756" y="103503"/>
                  </a:lnTo>
                  <a:lnTo>
                    <a:pt x="249429" y="161362"/>
                  </a:lnTo>
                  <a:close/>
                  <a:moveTo>
                    <a:pt x="257690" y="161362"/>
                  </a:moveTo>
                  <a:lnTo>
                    <a:pt x="303403" y="157134"/>
                  </a:lnTo>
                  <a:lnTo>
                    <a:pt x="255694" y="95195"/>
                  </a:lnTo>
                  <a:close/>
                  <a:moveTo>
                    <a:pt x="787360" y="577003"/>
                  </a:moveTo>
                  <a:lnTo>
                    <a:pt x="790620" y="644792"/>
                  </a:lnTo>
                  <a:lnTo>
                    <a:pt x="816547" y="606831"/>
                  </a:lnTo>
                  <a:close/>
                  <a:moveTo>
                    <a:pt x="787360" y="577003"/>
                  </a:moveTo>
                  <a:lnTo>
                    <a:pt x="816547" y="606831"/>
                  </a:lnTo>
                  <a:lnTo>
                    <a:pt x="827965" y="561235"/>
                  </a:lnTo>
                  <a:close/>
                  <a:moveTo>
                    <a:pt x="827965" y="561235"/>
                  </a:moveTo>
                  <a:lnTo>
                    <a:pt x="840108" y="577003"/>
                  </a:lnTo>
                  <a:lnTo>
                    <a:pt x="827726" y="513726"/>
                  </a:lnTo>
                  <a:close/>
                  <a:moveTo>
                    <a:pt x="827726" y="513726"/>
                  </a:moveTo>
                  <a:lnTo>
                    <a:pt x="853124" y="568907"/>
                  </a:lnTo>
                  <a:lnTo>
                    <a:pt x="876482" y="521342"/>
                  </a:lnTo>
                  <a:close/>
                  <a:moveTo>
                    <a:pt x="885697" y="489539"/>
                  </a:moveTo>
                  <a:lnTo>
                    <a:pt x="827726" y="513726"/>
                  </a:lnTo>
                  <a:lnTo>
                    <a:pt x="876482" y="521342"/>
                  </a:lnTo>
                  <a:close/>
                  <a:moveTo>
                    <a:pt x="890643" y="439386"/>
                  </a:moveTo>
                  <a:lnTo>
                    <a:pt x="841695" y="431053"/>
                  </a:lnTo>
                  <a:lnTo>
                    <a:pt x="817202" y="449836"/>
                  </a:lnTo>
                  <a:close/>
                  <a:moveTo>
                    <a:pt x="890643" y="439386"/>
                  </a:moveTo>
                  <a:lnTo>
                    <a:pt x="918439" y="438160"/>
                  </a:lnTo>
                  <a:lnTo>
                    <a:pt x="896482" y="425742"/>
                  </a:lnTo>
                  <a:close/>
                  <a:moveTo>
                    <a:pt x="890643" y="439386"/>
                  </a:moveTo>
                  <a:lnTo>
                    <a:pt x="916036" y="494548"/>
                  </a:lnTo>
                  <a:lnTo>
                    <a:pt x="918439" y="438160"/>
                  </a:lnTo>
                  <a:close/>
                  <a:moveTo>
                    <a:pt x="909749" y="501373"/>
                  </a:moveTo>
                  <a:lnTo>
                    <a:pt x="916036" y="494548"/>
                  </a:lnTo>
                  <a:lnTo>
                    <a:pt x="885697" y="489539"/>
                  </a:lnTo>
                  <a:close/>
                  <a:moveTo>
                    <a:pt x="817202" y="449836"/>
                  </a:moveTo>
                  <a:lnTo>
                    <a:pt x="838142" y="427476"/>
                  </a:lnTo>
                  <a:lnTo>
                    <a:pt x="882393" y="408540"/>
                  </a:lnTo>
                  <a:close/>
                  <a:moveTo>
                    <a:pt x="882393" y="408540"/>
                  </a:moveTo>
                  <a:lnTo>
                    <a:pt x="855965" y="388225"/>
                  </a:lnTo>
                  <a:lnTo>
                    <a:pt x="816512" y="398300"/>
                  </a:lnTo>
                  <a:close/>
                  <a:moveTo>
                    <a:pt x="882393" y="408540"/>
                  </a:moveTo>
                  <a:lnTo>
                    <a:pt x="896482" y="425742"/>
                  </a:lnTo>
                  <a:lnTo>
                    <a:pt x="855965" y="388225"/>
                  </a:lnTo>
                  <a:close/>
                  <a:moveTo>
                    <a:pt x="896482" y="425742"/>
                  </a:moveTo>
                  <a:lnTo>
                    <a:pt x="918439" y="438160"/>
                  </a:lnTo>
                  <a:lnTo>
                    <a:pt x="855965" y="388225"/>
                  </a:lnTo>
                  <a:close/>
                  <a:moveTo>
                    <a:pt x="890643" y="439386"/>
                  </a:moveTo>
                  <a:lnTo>
                    <a:pt x="896482" y="425742"/>
                  </a:lnTo>
                  <a:lnTo>
                    <a:pt x="894938" y="419284"/>
                  </a:lnTo>
                  <a:close/>
                  <a:moveTo>
                    <a:pt x="894938" y="419284"/>
                  </a:moveTo>
                  <a:lnTo>
                    <a:pt x="896482" y="425742"/>
                  </a:lnTo>
                  <a:lnTo>
                    <a:pt x="882393" y="408540"/>
                  </a:lnTo>
                  <a:close/>
                  <a:moveTo>
                    <a:pt x="839617" y="143965"/>
                  </a:moveTo>
                  <a:lnTo>
                    <a:pt x="850178" y="141958"/>
                  </a:lnTo>
                  <a:lnTo>
                    <a:pt x="870534" y="94403"/>
                  </a:lnTo>
                  <a:close/>
                  <a:moveTo>
                    <a:pt x="793342" y="115371"/>
                  </a:moveTo>
                  <a:lnTo>
                    <a:pt x="839617" y="143965"/>
                  </a:lnTo>
                  <a:lnTo>
                    <a:pt x="870534" y="94403"/>
                  </a:lnTo>
                  <a:close/>
                  <a:moveTo>
                    <a:pt x="850178" y="141958"/>
                  </a:moveTo>
                  <a:lnTo>
                    <a:pt x="922751" y="119871"/>
                  </a:lnTo>
                  <a:lnTo>
                    <a:pt x="870534" y="94403"/>
                  </a:lnTo>
                  <a:close/>
                  <a:moveTo>
                    <a:pt x="981364" y="159423"/>
                  </a:moveTo>
                  <a:lnTo>
                    <a:pt x="983182" y="147314"/>
                  </a:lnTo>
                  <a:lnTo>
                    <a:pt x="954948" y="100436"/>
                  </a:lnTo>
                  <a:close/>
                  <a:moveTo>
                    <a:pt x="981364" y="159423"/>
                  </a:moveTo>
                  <a:lnTo>
                    <a:pt x="954948" y="100436"/>
                  </a:lnTo>
                  <a:lnTo>
                    <a:pt x="924398" y="121115"/>
                  </a:lnTo>
                  <a:close/>
                  <a:moveTo>
                    <a:pt x="1090145" y="123560"/>
                  </a:moveTo>
                  <a:lnTo>
                    <a:pt x="1086126" y="123220"/>
                  </a:lnTo>
                  <a:lnTo>
                    <a:pt x="1101301" y="174757"/>
                  </a:lnTo>
                  <a:close/>
                  <a:moveTo>
                    <a:pt x="1104475" y="71683"/>
                  </a:moveTo>
                  <a:lnTo>
                    <a:pt x="1089187" y="118078"/>
                  </a:lnTo>
                  <a:lnTo>
                    <a:pt x="1117336" y="76693"/>
                  </a:lnTo>
                  <a:close/>
                  <a:moveTo>
                    <a:pt x="1117336" y="76693"/>
                  </a:moveTo>
                  <a:lnTo>
                    <a:pt x="1089187" y="118078"/>
                  </a:lnTo>
                  <a:lnTo>
                    <a:pt x="1090145" y="123560"/>
                  </a:lnTo>
                  <a:close/>
                  <a:moveTo>
                    <a:pt x="1226596" y="12676"/>
                  </a:moveTo>
                  <a:lnTo>
                    <a:pt x="1190739" y="47589"/>
                  </a:lnTo>
                  <a:lnTo>
                    <a:pt x="1209304" y="39907"/>
                  </a:lnTo>
                  <a:close/>
                  <a:moveTo>
                    <a:pt x="1201500" y="53747"/>
                  </a:moveTo>
                  <a:lnTo>
                    <a:pt x="1245774" y="23496"/>
                  </a:lnTo>
                  <a:lnTo>
                    <a:pt x="1209304" y="39907"/>
                  </a:lnTo>
                  <a:close/>
                  <a:moveTo>
                    <a:pt x="1280965" y="41275"/>
                  </a:moveTo>
                  <a:lnTo>
                    <a:pt x="1245774" y="23496"/>
                  </a:lnTo>
                  <a:lnTo>
                    <a:pt x="1201500" y="53747"/>
                  </a:lnTo>
                  <a:close/>
                  <a:moveTo>
                    <a:pt x="1351829" y="0"/>
                  </a:moveTo>
                  <a:lnTo>
                    <a:pt x="1280965" y="41275"/>
                  </a:lnTo>
                  <a:lnTo>
                    <a:pt x="1332755" y="60232"/>
                  </a:lnTo>
                  <a:close/>
                </a:path>
              </a:pathLst>
            </a:custGeom>
            <a:solidFill>
              <a:srgbClr val="F1F3F5"/>
            </a:solidFill>
            <a:ln w="1524">
              <a:solidFill>
                <a:srgbClr val="F1F3F5"/>
              </a:solidFill>
            </a:ln>
          </p:spPr>
        </p:sp>
        <p:sp>
          <p:nvSpPr>
            <p:cNvPr id="4334" name="Output_density__4333">
              <a:extLst>
                <a:ext uri="{FF2B5EF4-FFF2-40B4-BE49-F238E27FC236}">
                  <a16:creationId xmlns:a16="http://schemas.microsoft.com/office/drawing/2014/main" id="{6B3FD98F-BB02-4DCC-8489-4630090ABB85}"/>
                </a:ext>
              </a:extLst>
            </p:cNvPr>
            <p:cNvSpPr>
              <a:spLocks noGrp="1"/>
            </p:cNvSpPr>
            <p:nvPr/>
          </p:nvSpPr>
          <p:spPr>
            <a:xfrm>
              <a:off x="14861435" y="2749017"/>
              <a:ext cx="1428937" cy="696927"/>
            </a:xfrm>
            <a:custGeom>
              <a:avLst/>
              <a:gdLst/>
              <a:ahLst/>
              <a:cxnLst/>
              <a:rect l="0" t="0" r="0" b="0"/>
              <a:pathLst>
                <a:path w="1428937" h="696927">
                  <a:moveTo>
                    <a:pt x="271887" y="577067"/>
                  </a:moveTo>
                  <a:lnTo>
                    <a:pt x="244583" y="558352"/>
                  </a:lnTo>
                  <a:lnTo>
                    <a:pt x="293280" y="594998"/>
                  </a:lnTo>
                  <a:close/>
                  <a:moveTo>
                    <a:pt x="0" y="361409"/>
                  </a:moveTo>
                  <a:lnTo>
                    <a:pt x="31405" y="412946"/>
                  </a:lnTo>
                  <a:lnTo>
                    <a:pt x="43621" y="388851"/>
                  </a:lnTo>
                  <a:close/>
                  <a:moveTo>
                    <a:pt x="341615" y="454706"/>
                  </a:moveTo>
                  <a:lnTo>
                    <a:pt x="415377" y="495464"/>
                  </a:lnTo>
                  <a:lnTo>
                    <a:pt x="396359" y="448182"/>
                  </a:lnTo>
                  <a:close/>
                  <a:moveTo>
                    <a:pt x="462221" y="495363"/>
                  </a:moveTo>
                  <a:lnTo>
                    <a:pt x="396359" y="448182"/>
                  </a:lnTo>
                  <a:lnTo>
                    <a:pt x="415377" y="495464"/>
                  </a:lnTo>
                  <a:close/>
                  <a:moveTo>
                    <a:pt x="305916" y="434498"/>
                  </a:moveTo>
                  <a:lnTo>
                    <a:pt x="319696" y="443737"/>
                  </a:lnTo>
                  <a:lnTo>
                    <a:pt x="281014" y="403248"/>
                  </a:lnTo>
                  <a:close/>
                  <a:moveTo>
                    <a:pt x="281014" y="403248"/>
                  </a:moveTo>
                  <a:lnTo>
                    <a:pt x="341615" y="454706"/>
                  </a:lnTo>
                  <a:lnTo>
                    <a:pt x="317025" y="411955"/>
                  </a:lnTo>
                  <a:close/>
                  <a:moveTo>
                    <a:pt x="281014" y="403248"/>
                  </a:moveTo>
                  <a:lnTo>
                    <a:pt x="251437" y="365709"/>
                  </a:lnTo>
                  <a:lnTo>
                    <a:pt x="247745" y="392314"/>
                  </a:lnTo>
                  <a:close/>
                  <a:moveTo>
                    <a:pt x="281014" y="403248"/>
                  </a:moveTo>
                  <a:lnTo>
                    <a:pt x="334533" y="366813"/>
                  </a:lnTo>
                  <a:lnTo>
                    <a:pt x="257349" y="364757"/>
                  </a:lnTo>
                  <a:close/>
                  <a:moveTo>
                    <a:pt x="257349" y="364757"/>
                  </a:moveTo>
                  <a:lnTo>
                    <a:pt x="251437" y="365709"/>
                  </a:lnTo>
                  <a:lnTo>
                    <a:pt x="281014" y="403248"/>
                  </a:lnTo>
                  <a:close/>
                  <a:moveTo>
                    <a:pt x="334533" y="366813"/>
                  </a:moveTo>
                  <a:lnTo>
                    <a:pt x="357428" y="392200"/>
                  </a:lnTo>
                  <a:lnTo>
                    <a:pt x="347373" y="387282"/>
                  </a:lnTo>
                  <a:close/>
                  <a:moveTo>
                    <a:pt x="353652" y="368106"/>
                  </a:moveTo>
                  <a:lnTo>
                    <a:pt x="334533" y="366813"/>
                  </a:lnTo>
                  <a:lnTo>
                    <a:pt x="347373" y="387282"/>
                  </a:lnTo>
                  <a:close/>
                  <a:moveTo>
                    <a:pt x="334808" y="209268"/>
                  </a:moveTo>
                  <a:lnTo>
                    <a:pt x="411643" y="247528"/>
                  </a:lnTo>
                  <a:lnTo>
                    <a:pt x="394621" y="198624"/>
                  </a:lnTo>
                  <a:close/>
                  <a:moveTo>
                    <a:pt x="287098" y="147330"/>
                  </a:moveTo>
                  <a:lnTo>
                    <a:pt x="333093" y="147920"/>
                  </a:lnTo>
                  <a:lnTo>
                    <a:pt x="323311" y="93130"/>
                  </a:lnTo>
                  <a:close/>
                  <a:moveTo>
                    <a:pt x="818764" y="629138"/>
                  </a:moveTo>
                  <a:lnTo>
                    <a:pt x="783392" y="653232"/>
                  </a:lnTo>
                  <a:lnTo>
                    <a:pt x="822025" y="696927"/>
                  </a:lnTo>
                  <a:close/>
                  <a:moveTo>
                    <a:pt x="818764" y="629138"/>
                  </a:moveTo>
                  <a:lnTo>
                    <a:pt x="859370" y="613370"/>
                  </a:lnTo>
                  <a:lnTo>
                    <a:pt x="845072" y="553508"/>
                  </a:lnTo>
                  <a:close/>
                  <a:moveTo>
                    <a:pt x="917102" y="541674"/>
                  </a:moveTo>
                  <a:lnTo>
                    <a:pt x="922048" y="491521"/>
                  </a:lnTo>
                  <a:lnTo>
                    <a:pt x="848606" y="501971"/>
                  </a:lnTo>
                  <a:close/>
                  <a:moveTo>
                    <a:pt x="869392" y="542479"/>
                  </a:moveTo>
                  <a:lnTo>
                    <a:pt x="917102" y="541674"/>
                  </a:lnTo>
                  <a:lnTo>
                    <a:pt x="848606" y="501971"/>
                  </a:lnTo>
                  <a:close/>
                  <a:moveTo>
                    <a:pt x="847917" y="450435"/>
                  </a:moveTo>
                  <a:lnTo>
                    <a:pt x="848606" y="501971"/>
                  </a:lnTo>
                  <a:lnTo>
                    <a:pt x="913797" y="460675"/>
                  </a:lnTo>
                  <a:close/>
                  <a:moveTo>
                    <a:pt x="1011652" y="402247"/>
                  </a:moveTo>
                  <a:lnTo>
                    <a:pt x="1001953" y="440922"/>
                  </a:lnTo>
                  <a:lnTo>
                    <a:pt x="985532" y="461281"/>
                  </a:lnTo>
                  <a:close/>
                  <a:moveTo>
                    <a:pt x="1023313" y="217576"/>
                  </a:moveTo>
                  <a:lnTo>
                    <a:pt x="1014586" y="199449"/>
                  </a:lnTo>
                  <a:lnTo>
                    <a:pt x="1012769" y="211558"/>
                  </a:lnTo>
                  <a:close/>
                  <a:moveTo>
                    <a:pt x="1049470" y="123818"/>
                  </a:moveTo>
                  <a:lnTo>
                    <a:pt x="1065373" y="138439"/>
                  </a:lnTo>
                  <a:lnTo>
                    <a:pt x="1053082" y="130632"/>
                  </a:lnTo>
                  <a:close/>
                  <a:moveTo>
                    <a:pt x="1120592" y="170213"/>
                  </a:moveTo>
                  <a:lnTo>
                    <a:pt x="1075243" y="123818"/>
                  </a:lnTo>
                  <a:lnTo>
                    <a:pt x="1121550" y="175694"/>
                  </a:lnTo>
                  <a:close/>
                  <a:moveTo>
                    <a:pt x="1121550" y="175694"/>
                  </a:moveTo>
                  <a:lnTo>
                    <a:pt x="1075243" y="123818"/>
                  </a:lnTo>
                  <a:lnTo>
                    <a:pt x="1053082" y="130632"/>
                  </a:lnTo>
                  <a:close/>
                  <a:moveTo>
                    <a:pt x="1065373" y="138439"/>
                  </a:moveTo>
                  <a:lnTo>
                    <a:pt x="1117530" y="175355"/>
                  </a:lnTo>
                  <a:lnTo>
                    <a:pt x="1121550" y="175694"/>
                  </a:lnTo>
                  <a:close/>
                  <a:moveTo>
                    <a:pt x="1053082" y="130632"/>
                  </a:moveTo>
                  <a:lnTo>
                    <a:pt x="1065373" y="138439"/>
                  </a:lnTo>
                  <a:lnTo>
                    <a:pt x="1121550" y="175694"/>
                  </a:lnTo>
                  <a:close/>
                  <a:moveTo>
                    <a:pt x="1053082" y="130632"/>
                  </a:moveTo>
                  <a:lnTo>
                    <a:pt x="1075243" y="123818"/>
                  </a:lnTo>
                  <a:lnTo>
                    <a:pt x="1058998" y="114602"/>
                  </a:lnTo>
                  <a:close/>
                  <a:moveTo>
                    <a:pt x="1049470" y="123818"/>
                  </a:moveTo>
                  <a:lnTo>
                    <a:pt x="1053082" y="130632"/>
                  </a:lnTo>
                  <a:lnTo>
                    <a:pt x="1058998" y="114602"/>
                  </a:lnTo>
                  <a:close/>
                  <a:moveTo>
                    <a:pt x="1005723" y="50315"/>
                  </a:moveTo>
                  <a:lnTo>
                    <a:pt x="982974" y="24161"/>
                  </a:lnTo>
                  <a:lnTo>
                    <a:pt x="988717" y="26509"/>
                  </a:lnTo>
                  <a:close/>
                  <a:moveTo>
                    <a:pt x="1005723" y="50315"/>
                  </a:moveTo>
                  <a:lnTo>
                    <a:pt x="988717" y="26509"/>
                  </a:lnTo>
                  <a:lnTo>
                    <a:pt x="1040314" y="44747"/>
                  </a:lnTo>
                  <a:close/>
                  <a:moveTo>
                    <a:pt x="1075243" y="123818"/>
                  </a:moveTo>
                  <a:lnTo>
                    <a:pt x="1120592" y="170213"/>
                  </a:lnTo>
                  <a:lnTo>
                    <a:pt x="1114782" y="118453"/>
                  </a:lnTo>
                  <a:close/>
                  <a:moveTo>
                    <a:pt x="1058400" y="63565"/>
                  </a:moveTo>
                  <a:lnTo>
                    <a:pt x="1049470" y="123818"/>
                  </a:lnTo>
                  <a:lnTo>
                    <a:pt x="1058998" y="114602"/>
                  </a:lnTo>
                  <a:close/>
                  <a:moveTo>
                    <a:pt x="1114782" y="118453"/>
                  </a:moveTo>
                  <a:lnTo>
                    <a:pt x="1058998" y="114602"/>
                  </a:lnTo>
                  <a:lnTo>
                    <a:pt x="1075243" y="123818"/>
                  </a:lnTo>
                  <a:close/>
                  <a:moveTo>
                    <a:pt x="1058400" y="63565"/>
                  </a:moveTo>
                  <a:lnTo>
                    <a:pt x="1058998" y="114602"/>
                  </a:lnTo>
                  <a:lnTo>
                    <a:pt x="1114782" y="118453"/>
                  </a:lnTo>
                  <a:close/>
                  <a:moveTo>
                    <a:pt x="1114782" y="118453"/>
                  </a:moveTo>
                  <a:lnTo>
                    <a:pt x="1120592" y="170213"/>
                  </a:lnTo>
                  <a:lnTo>
                    <a:pt x="1135880" y="123818"/>
                  </a:lnTo>
                  <a:close/>
                  <a:moveTo>
                    <a:pt x="1114782" y="118453"/>
                  </a:moveTo>
                  <a:lnTo>
                    <a:pt x="1135880" y="123818"/>
                  </a:lnTo>
                  <a:lnTo>
                    <a:pt x="1101701" y="66345"/>
                  </a:lnTo>
                  <a:close/>
                  <a:moveTo>
                    <a:pt x="1019367" y="57317"/>
                  </a:moveTo>
                  <a:lnTo>
                    <a:pt x="1058400" y="63565"/>
                  </a:lnTo>
                  <a:lnTo>
                    <a:pt x="1040314" y="44747"/>
                  </a:lnTo>
                  <a:close/>
                  <a:moveTo>
                    <a:pt x="1176020" y="67875"/>
                  </a:moveTo>
                  <a:lnTo>
                    <a:pt x="1222144" y="99724"/>
                  </a:lnTo>
                  <a:lnTo>
                    <a:pt x="1212927" y="24094"/>
                  </a:lnTo>
                  <a:close/>
                  <a:moveTo>
                    <a:pt x="1212927" y="24094"/>
                  </a:moveTo>
                  <a:lnTo>
                    <a:pt x="1222144" y="99724"/>
                  </a:lnTo>
                  <a:lnTo>
                    <a:pt x="1258001" y="64811"/>
                  </a:lnTo>
                  <a:close/>
                  <a:moveTo>
                    <a:pt x="1240708" y="92042"/>
                  </a:moveTo>
                  <a:lnTo>
                    <a:pt x="1277179" y="75631"/>
                  </a:lnTo>
                  <a:lnTo>
                    <a:pt x="1258001" y="64811"/>
                  </a:lnTo>
                  <a:close/>
                  <a:moveTo>
                    <a:pt x="1277179" y="75631"/>
                  </a:moveTo>
                  <a:lnTo>
                    <a:pt x="1312370" y="93410"/>
                  </a:lnTo>
                  <a:lnTo>
                    <a:pt x="1321300" y="64504"/>
                  </a:lnTo>
                  <a:close/>
                  <a:moveTo>
                    <a:pt x="1258001" y="64811"/>
                  </a:moveTo>
                  <a:lnTo>
                    <a:pt x="1277179" y="75631"/>
                  </a:lnTo>
                  <a:lnTo>
                    <a:pt x="1313541" y="0"/>
                  </a:lnTo>
                  <a:close/>
                  <a:moveTo>
                    <a:pt x="1326308" y="10624"/>
                  </a:moveTo>
                  <a:lnTo>
                    <a:pt x="1277179" y="75631"/>
                  </a:lnTo>
                  <a:lnTo>
                    <a:pt x="1321300" y="64504"/>
                  </a:lnTo>
                  <a:close/>
                  <a:moveTo>
                    <a:pt x="1383234" y="52135"/>
                  </a:moveTo>
                  <a:lnTo>
                    <a:pt x="1321300" y="64504"/>
                  </a:lnTo>
                  <a:lnTo>
                    <a:pt x="1312370" y="93410"/>
                  </a:lnTo>
                  <a:close/>
                  <a:moveTo>
                    <a:pt x="1321300" y="64504"/>
                  </a:moveTo>
                  <a:lnTo>
                    <a:pt x="1383234" y="52135"/>
                  </a:lnTo>
                  <a:lnTo>
                    <a:pt x="1326308" y="10624"/>
                  </a:lnTo>
                  <a:close/>
                  <a:moveTo>
                    <a:pt x="1383234" y="52135"/>
                  </a:moveTo>
                  <a:lnTo>
                    <a:pt x="1383251" y="48849"/>
                  </a:lnTo>
                  <a:lnTo>
                    <a:pt x="1326308" y="10624"/>
                  </a:lnTo>
                  <a:close/>
                  <a:moveTo>
                    <a:pt x="1383234" y="52135"/>
                  </a:moveTo>
                  <a:lnTo>
                    <a:pt x="1428937" y="52961"/>
                  </a:lnTo>
                  <a:lnTo>
                    <a:pt x="1383251" y="48849"/>
                  </a:lnTo>
                  <a:close/>
                </a:path>
              </a:pathLst>
            </a:custGeom>
            <a:solidFill>
              <a:srgbClr val="F2F4F6"/>
            </a:solidFill>
            <a:ln w="1524">
              <a:solidFill>
                <a:srgbClr val="F2F4F6"/>
              </a:solidFill>
            </a:ln>
          </p:spPr>
        </p:sp>
        <p:sp>
          <p:nvSpPr>
            <p:cNvPr id="4335" name="Output_density__4334">
              <a:extLst>
                <a:ext uri="{FF2B5EF4-FFF2-40B4-BE49-F238E27FC236}">
                  <a16:creationId xmlns:a16="http://schemas.microsoft.com/office/drawing/2014/main" id="{AD0747A8-F1D4-5CA4-3E29-EEC7F000F897}"/>
                </a:ext>
              </a:extLst>
            </p:cNvPr>
            <p:cNvSpPr>
              <a:spLocks noGrp="1"/>
            </p:cNvSpPr>
            <p:nvPr/>
          </p:nvSpPr>
          <p:spPr>
            <a:xfrm>
              <a:off x="14961088" y="2887410"/>
              <a:ext cx="1046413" cy="550368"/>
            </a:xfrm>
            <a:custGeom>
              <a:avLst/>
              <a:gdLst/>
              <a:ahLst/>
              <a:cxnLst/>
              <a:rect l="0" t="0" r="0" b="0"/>
              <a:pathLst>
                <a:path w="1046413" h="550368">
                  <a:moveTo>
                    <a:pt x="28917" y="387088"/>
                  </a:moveTo>
                  <a:lnTo>
                    <a:pt x="0" y="361094"/>
                  </a:lnTo>
                  <a:lnTo>
                    <a:pt x="15592" y="377625"/>
                  </a:lnTo>
                  <a:close/>
                  <a:moveTo>
                    <a:pt x="66122" y="391290"/>
                  </a:moveTo>
                  <a:lnTo>
                    <a:pt x="12953" y="367178"/>
                  </a:lnTo>
                  <a:lnTo>
                    <a:pt x="28917" y="387088"/>
                  </a:lnTo>
                  <a:close/>
                  <a:moveTo>
                    <a:pt x="233133" y="380973"/>
                  </a:moveTo>
                  <a:lnTo>
                    <a:pt x="213632" y="432510"/>
                  </a:lnTo>
                  <a:lnTo>
                    <a:pt x="172235" y="438673"/>
                  </a:lnTo>
                  <a:close/>
                  <a:moveTo>
                    <a:pt x="172235" y="438673"/>
                  </a:moveTo>
                  <a:lnTo>
                    <a:pt x="213632" y="432510"/>
                  </a:lnTo>
                  <a:lnTo>
                    <a:pt x="197826" y="439697"/>
                  </a:lnTo>
                  <a:close/>
                  <a:moveTo>
                    <a:pt x="120354" y="401956"/>
                  </a:moveTo>
                  <a:lnTo>
                    <a:pt x="172235" y="438673"/>
                  </a:lnTo>
                  <a:lnTo>
                    <a:pt x="197826" y="439697"/>
                  </a:lnTo>
                  <a:close/>
                  <a:moveTo>
                    <a:pt x="316308" y="356595"/>
                  </a:moveTo>
                  <a:lnTo>
                    <a:pt x="357487" y="385860"/>
                  </a:lnTo>
                  <a:lnTo>
                    <a:pt x="313097" y="356880"/>
                  </a:lnTo>
                  <a:close/>
                  <a:moveTo>
                    <a:pt x="318396" y="292155"/>
                  </a:moveTo>
                  <a:lnTo>
                    <a:pt x="347519" y="281249"/>
                  </a:lnTo>
                  <a:lnTo>
                    <a:pt x="316308" y="356595"/>
                  </a:lnTo>
                  <a:close/>
                  <a:moveTo>
                    <a:pt x="748299" y="520572"/>
                  </a:moveTo>
                  <a:lnTo>
                    <a:pt x="777995" y="498099"/>
                  </a:lnTo>
                  <a:lnTo>
                    <a:pt x="771860" y="490744"/>
                  </a:lnTo>
                  <a:close/>
                  <a:moveTo>
                    <a:pt x="766908" y="550368"/>
                  </a:moveTo>
                  <a:lnTo>
                    <a:pt x="777995" y="498099"/>
                  </a:lnTo>
                  <a:lnTo>
                    <a:pt x="748299" y="520572"/>
                  </a:lnTo>
                  <a:close/>
                  <a:moveTo>
                    <a:pt x="653293" y="340036"/>
                  </a:moveTo>
                  <a:lnTo>
                    <a:pt x="687667" y="336134"/>
                  </a:lnTo>
                  <a:lnTo>
                    <a:pt x="710831" y="363577"/>
                  </a:lnTo>
                  <a:close/>
                  <a:moveTo>
                    <a:pt x="710831" y="363577"/>
                  </a:moveTo>
                  <a:lnTo>
                    <a:pt x="687667" y="336134"/>
                  </a:lnTo>
                  <a:lnTo>
                    <a:pt x="710241" y="312041"/>
                  </a:lnTo>
                  <a:close/>
                  <a:moveTo>
                    <a:pt x="653293" y="340036"/>
                  </a:moveTo>
                  <a:lnTo>
                    <a:pt x="648598" y="362257"/>
                  </a:lnTo>
                  <a:lnTo>
                    <a:pt x="610888" y="356166"/>
                  </a:lnTo>
                  <a:close/>
                  <a:moveTo>
                    <a:pt x="687667" y="336134"/>
                  </a:moveTo>
                  <a:lnTo>
                    <a:pt x="703244" y="260504"/>
                  </a:lnTo>
                  <a:lnTo>
                    <a:pt x="710241" y="312041"/>
                  </a:lnTo>
                  <a:close/>
                  <a:moveTo>
                    <a:pt x="728593" y="249307"/>
                  </a:moveTo>
                  <a:lnTo>
                    <a:pt x="703244" y="260504"/>
                  </a:lnTo>
                  <a:lnTo>
                    <a:pt x="713026" y="253789"/>
                  </a:lnTo>
                  <a:close/>
                  <a:moveTo>
                    <a:pt x="1013429" y="169670"/>
                  </a:moveTo>
                  <a:lnTo>
                    <a:pt x="1031254" y="217922"/>
                  </a:lnTo>
                  <a:lnTo>
                    <a:pt x="1033923" y="239759"/>
                  </a:lnTo>
                  <a:close/>
                  <a:moveTo>
                    <a:pt x="1031254" y="217922"/>
                  </a:moveTo>
                  <a:lnTo>
                    <a:pt x="1013429" y="169670"/>
                  </a:lnTo>
                  <a:lnTo>
                    <a:pt x="1030332" y="215665"/>
                  </a:lnTo>
                  <a:close/>
                  <a:moveTo>
                    <a:pt x="1013429" y="169670"/>
                  </a:moveTo>
                  <a:lnTo>
                    <a:pt x="1006874" y="164128"/>
                  </a:lnTo>
                  <a:lnTo>
                    <a:pt x="1030332" y="215665"/>
                  </a:lnTo>
                  <a:close/>
                  <a:moveTo>
                    <a:pt x="836189" y="0"/>
                  </a:moveTo>
                  <a:lnTo>
                    <a:pt x="766041" y="33612"/>
                  </a:lnTo>
                  <a:lnTo>
                    <a:pt x="802286" y="8143"/>
                  </a:lnTo>
                  <a:close/>
                  <a:moveTo>
                    <a:pt x="1006874" y="164128"/>
                  </a:moveTo>
                  <a:lnTo>
                    <a:pt x="1031894" y="91915"/>
                  </a:lnTo>
                  <a:lnTo>
                    <a:pt x="1033053" y="88498"/>
                  </a:lnTo>
                  <a:close/>
                  <a:moveTo>
                    <a:pt x="1021897" y="37300"/>
                  </a:moveTo>
                  <a:lnTo>
                    <a:pt x="1031894" y="91915"/>
                  </a:lnTo>
                  <a:lnTo>
                    <a:pt x="1046413" y="55351"/>
                  </a:lnTo>
                  <a:close/>
                </a:path>
              </a:pathLst>
            </a:custGeom>
            <a:solidFill>
              <a:srgbClr val="EDF0F2"/>
            </a:solidFill>
            <a:ln w="1524">
              <a:solidFill>
                <a:srgbClr val="EDF0F2"/>
              </a:solidFill>
            </a:ln>
          </p:spPr>
        </p:sp>
        <p:sp>
          <p:nvSpPr>
            <p:cNvPr id="4336" name="Output_density__4335">
              <a:extLst>
                <a:ext uri="{FF2B5EF4-FFF2-40B4-BE49-F238E27FC236}">
                  <a16:creationId xmlns:a16="http://schemas.microsoft.com/office/drawing/2014/main" id="{81C960BE-8F56-D3E8-E6D4-390782DE0A28}"/>
                </a:ext>
              </a:extLst>
            </p:cNvPr>
            <p:cNvSpPr>
              <a:spLocks noGrp="1"/>
            </p:cNvSpPr>
            <p:nvPr/>
          </p:nvSpPr>
          <p:spPr>
            <a:xfrm>
              <a:off x="14861435" y="2508532"/>
              <a:ext cx="1383251" cy="893717"/>
            </a:xfrm>
            <a:custGeom>
              <a:avLst/>
              <a:gdLst/>
              <a:ahLst/>
              <a:cxnLst/>
              <a:rect l="0" t="0" r="0" b="0"/>
              <a:pathLst>
                <a:path w="1383251" h="893717">
                  <a:moveTo>
                    <a:pt x="0" y="601894"/>
                  </a:moveTo>
                  <a:lnTo>
                    <a:pt x="43621" y="629336"/>
                  </a:lnTo>
                  <a:lnTo>
                    <a:pt x="36446" y="577800"/>
                  </a:lnTo>
                  <a:close/>
                  <a:moveTo>
                    <a:pt x="27279" y="526263"/>
                  </a:moveTo>
                  <a:lnTo>
                    <a:pt x="0" y="601894"/>
                  </a:lnTo>
                  <a:lnTo>
                    <a:pt x="36446" y="577800"/>
                  </a:lnTo>
                  <a:close/>
                  <a:moveTo>
                    <a:pt x="317025" y="652439"/>
                  </a:moveTo>
                  <a:lnTo>
                    <a:pt x="334533" y="607297"/>
                  </a:lnTo>
                  <a:lnTo>
                    <a:pt x="281014" y="643733"/>
                  </a:lnTo>
                  <a:close/>
                  <a:moveTo>
                    <a:pt x="322129" y="581148"/>
                  </a:moveTo>
                  <a:lnTo>
                    <a:pt x="334533" y="607297"/>
                  </a:lnTo>
                  <a:lnTo>
                    <a:pt x="353652" y="608591"/>
                  </a:lnTo>
                  <a:close/>
                  <a:moveTo>
                    <a:pt x="287098" y="387815"/>
                  </a:moveTo>
                  <a:lnTo>
                    <a:pt x="334808" y="449753"/>
                  </a:lnTo>
                  <a:lnTo>
                    <a:pt x="333093" y="388405"/>
                  </a:lnTo>
                  <a:close/>
                  <a:moveTo>
                    <a:pt x="230161" y="396122"/>
                  </a:moveTo>
                  <a:lnTo>
                    <a:pt x="287098" y="387815"/>
                  </a:lnTo>
                  <a:lnTo>
                    <a:pt x="280967" y="330057"/>
                  </a:lnTo>
                  <a:close/>
                  <a:moveTo>
                    <a:pt x="287098" y="387815"/>
                  </a:moveTo>
                  <a:lnTo>
                    <a:pt x="323311" y="333615"/>
                  </a:lnTo>
                  <a:lnTo>
                    <a:pt x="280967" y="330057"/>
                  </a:lnTo>
                  <a:close/>
                  <a:moveTo>
                    <a:pt x="224959" y="337608"/>
                  </a:moveTo>
                  <a:lnTo>
                    <a:pt x="280967" y="330057"/>
                  </a:lnTo>
                  <a:lnTo>
                    <a:pt x="242163" y="301717"/>
                  </a:lnTo>
                  <a:close/>
                  <a:moveTo>
                    <a:pt x="750468" y="842180"/>
                  </a:moveTo>
                  <a:lnTo>
                    <a:pt x="783392" y="893717"/>
                  </a:lnTo>
                  <a:lnTo>
                    <a:pt x="818764" y="869623"/>
                  </a:lnTo>
                  <a:close/>
                  <a:moveTo>
                    <a:pt x="750468" y="842180"/>
                  </a:moveTo>
                  <a:lnTo>
                    <a:pt x="818764" y="869623"/>
                  </a:lnTo>
                  <a:lnTo>
                    <a:pt x="789181" y="818086"/>
                  </a:lnTo>
                  <a:close/>
                  <a:moveTo>
                    <a:pt x="741716" y="790644"/>
                  </a:moveTo>
                  <a:lnTo>
                    <a:pt x="750468" y="842180"/>
                  </a:lnTo>
                  <a:lnTo>
                    <a:pt x="789181" y="818086"/>
                  </a:lnTo>
                  <a:close/>
                  <a:moveTo>
                    <a:pt x="789181" y="818086"/>
                  </a:moveTo>
                  <a:lnTo>
                    <a:pt x="818764" y="869623"/>
                  </a:lnTo>
                  <a:lnTo>
                    <a:pt x="845072" y="793992"/>
                  </a:lnTo>
                  <a:close/>
                  <a:moveTo>
                    <a:pt x="799673" y="715013"/>
                  </a:moveTo>
                  <a:lnTo>
                    <a:pt x="848606" y="742456"/>
                  </a:lnTo>
                  <a:lnTo>
                    <a:pt x="847917" y="690919"/>
                  </a:lnTo>
                  <a:close/>
                  <a:moveTo>
                    <a:pt x="575484" y="444543"/>
                  </a:moveTo>
                  <a:lnTo>
                    <a:pt x="590136" y="433236"/>
                  </a:lnTo>
                  <a:lnTo>
                    <a:pt x="574538" y="457330"/>
                  </a:lnTo>
                  <a:close/>
                  <a:moveTo>
                    <a:pt x="1039372" y="567101"/>
                  </a:moveTo>
                  <a:lnTo>
                    <a:pt x="1015997" y="589495"/>
                  </a:lnTo>
                  <a:lnTo>
                    <a:pt x="1011652" y="642731"/>
                  </a:lnTo>
                  <a:close/>
                  <a:moveTo>
                    <a:pt x="861813" y="287182"/>
                  </a:moveTo>
                  <a:lnTo>
                    <a:pt x="899520" y="243078"/>
                  </a:lnTo>
                  <a:lnTo>
                    <a:pt x="887548" y="241499"/>
                  </a:lnTo>
                  <a:close/>
                  <a:moveTo>
                    <a:pt x="861813" y="287182"/>
                  </a:moveTo>
                  <a:lnTo>
                    <a:pt x="887548" y="241499"/>
                  </a:lnTo>
                  <a:lnTo>
                    <a:pt x="833836" y="247184"/>
                  </a:lnTo>
                  <a:close/>
                  <a:moveTo>
                    <a:pt x="934394" y="266158"/>
                  </a:moveTo>
                  <a:lnTo>
                    <a:pt x="949490" y="255232"/>
                  </a:lnTo>
                  <a:lnTo>
                    <a:pt x="899520" y="243078"/>
                  </a:lnTo>
                  <a:close/>
                  <a:moveTo>
                    <a:pt x="934394" y="266158"/>
                  </a:moveTo>
                  <a:lnTo>
                    <a:pt x="982974" y="264646"/>
                  </a:lnTo>
                  <a:lnTo>
                    <a:pt x="949490" y="255232"/>
                  </a:lnTo>
                  <a:close/>
                  <a:moveTo>
                    <a:pt x="982974" y="264646"/>
                  </a:moveTo>
                  <a:lnTo>
                    <a:pt x="934394" y="266158"/>
                  </a:lnTo>
                  <a:lnTo>
                    <a:pt x="988717" y="266994"/>
                  </a:lnTo>
                  <a:close/>
                  <a:moveTo>
                    <a:pt x="1101701" y="306830"/>
                  </a:moveTo>
                  <a:lnTo>
                    <a:pt x="1058400" y="304050"/>
                  </a:lnTo>
                  <a:lnTo>
                    <a:pt x="1114782" y="358938"/>
                  </a:lnTo>
                  <a:close/>
                  <a:moveTo>
                    <a:pt x="1101701" y="306830"/>
                  </a:moveTo>
                  <a:lnTo>
                    <a:pt x="1135880" y="364303"/>
                  </a:lnTo>
                  <a:lnTo>
                    <a:pt x="1176020" y="308360"/>
                  </a:lnTo>
                  <a:close/>
                  <a:moveTo>
                    <a:pt x="1101701" y="306830"/>
                  </a:moveTo>
                  <a:lnTo>
                    <a:pt x="1176020" y="308360"/>
                  </a:lnTo>
                  <a:lnTo>
                    <a:pt x="1154327" y="288673"/>
                  </a:lnTo>
                  <a:close/>
                  <a:moveTo>
                    <a:pt x="1019367" y="297801"/>
                  </a:moveTo>
                  <a:lnTo>
                    <a:pt x="1040314" y="285232"/>
                  </a:lnTo>
                  <a:lnTo>
                    <a:pt x="988717" y="266994"/>
                  </a:lnTo>
                  <a:close/>
                  <a:moveTo>
                    <a:pt x="1058400" y="304050"/>
                  </a:moveTo>
                  <a:lnTo>
                    <a:pt x="1084936" y="277385"/>
                  </a:lnTo>
                  <a:lnTo>
                    <a:pt x="1040314" y="285232"/>
                  </a:lnTo>
                  <a:close/>
                  <a:moveTo>
                    <a:pt x="1058400" y="304050"/>
                  </a:moveTo>
                  <a:lnTo>
                    <a:pt x="1101701" y="306830"/>
                  </a:lnTo>
                  <a:lnTo>
                    <a:pt x="1084936" y="277385"/>
                  </a:lnTo>
                  <a:close/>
                  <a:moveTo>
                    <a:pt x="1184502" y="277496"/>
                  </a:moveTo>
                  <a:lnTo>
                    <a:pt x="1176020" y="308360"/>
                  </a:lnTo>
                  <a:lnTo>
                    <a:pt x="1212927" y="264579"/>
                  </a:lnTo>
                  <a:close/>
                  <a:moveTo>
                    <a:pt x="1154327" y="288673"/>
                  </a:moveTo>
                  <a:lnTo>
                    <a:pt x="1176020" y="308360"/>
                  </a:lnTo>
                  <a:lnTo>
                    <a:pt x="1184502" y="277496"/>
                  </a:lnTo>
                  <a:close/>
                  <a:moveTo>
                    <a:pt x="1266142" y="249106"/>
                  </a:moveTo>
                  <a:lnTo>
                    <a:pt x="1258001" y="305296"/>
                  </a:lnTo>
                  <a:lnTo>
                    <a:pt x="1313541" y="240485"/>
                  </a:lnTo>
                  <a:close/>
                  <a:moveTo>
                    <a:pt x="1313541" y="240485"/>
                  </a:moveTo>
                  <a:lnTo>
                    <a:pt x="1277179" y="316115"/>
                  </a:lnTo>
                  <a:lnTo>
                    <a:pt x="1326308" y="251109"/>
                  </a:lnTo>
                  <a:close/>
                  <a:moveTo>
                    <a:pt x="1212927" y="264579"/>
                  </a:moveTo>
                  <a:lnTo>
                    <a:pt x="1258001" y="305296"/>
                  </a:lnTo>
                  <a:lnTo>
                    <a:pt x="1266142" y="249106"/>
                  </a:lnTo>
                  <a:close/>
                  <a:moveTo>
                    <a:pt x="1266142" y="249106"/>
                  </a:moveTo>
                  <a:lnTo>
                    <a:pt x="1319520" y="225726"/>
                  </a:lnTo>
                  <a:lnTo>
                    <a:pt x="1299487" y="197237"/>
                  </a:lnTo>
                  <a:close/>
                  <a:moveTo>
                    <a:pt x="1266142" y="249106"/>
                  </a:moveTo>
                  <a:lnTo>
                    <a:pt x="1299487" y="197237"/>
                  </a:lnTo>
                  <a:lnTo>
                    <a:pt x="1251788" y="198033"/>
                  </a:lnTo>
                  <a:close/>
                  <a:moveTo>
                    <a:pt x="1251788" y="198033"/>
                  </a:moveTo>
                  <a:lnTo>
                    <a:pt x="1299487" y="197237"/>
                  </a:lnTo>
                  <a:lnTo>
                    <a:pt x="1234191" y="149596"/>
                  </a:lnTo>
                  <a:close/>
                  <a:moveTo>
                    <a:pt x="1313541" y="240485"/>
                  </a:moveTo>
                  <a:lnTo>
                    <a:pt x="1326308" y="251109"/>
                  </a:lnTo>
                  <a:lnTo>
                    <a:pt x="1326622" y="237919"/>
                  </a:lnTo>
                  <a:close/>
                  <a:moveTo>
                    <a:pt x="1319520" y="225726"/>
                  </a:moveTo>
                  <a:lnTo>
                    <a:pt x="1313541" y="240485"/>
                  </a:lnTo>
                  <a:lnTo>
                    <a:pt x="1326622" y="237919"/>
                  </a:lnTo>
                  <a:close/>
                  <a:moveTo>
                    <a:pt x="1382282" y="230651"/>
                  </a:moveTo>
                  <a:lnTo>
                    <a:pt x="1326308" y="251109"/>
                  </a:lnTo>
                  <a:lnTo>
                    <a:pt x="1383251" y="289334"/>
                  </a:lnTo>
                  <a:close/>
                  <a:moveTo>
                    <a:pt x="1382282" y="230651"/>
                  </a:moveTo>
                  <a:lnTo>
                    <a:pt x="1326622" y="237919"/>
                  </a:lnTo>
                  <a:lnTo>
                    <a:pt x="1326308" y="251109"/>
                  </a:lnTo>
                  <a:close/>
                  <a:moveTo>
                    <a:pt x="1326622" y="237919"/>
                  </a:moveTo>
                  <a:lnTo>
                    <a:pt x="1356967" y="191062"/>
                  </a:lnTo>
                  <a:lnTo>
                    <a:pt x="1319520" y="225726"/>
                  </a:lnTo>
                  <a:close/>
                  <a:moveTo>
                    <a:pt x="1326622" y="237919"/>
                  </a:moveTo>
                  <a:lnTo>
                    <a:pt x="1382282" y="230651"/>
                  </a:lnTo>
                  <a:lnTo>
                    <a:pt x="1356967" y="191062"/>
                  </a:lnTo>
                  <a:close/>
                  <a:moveTo>
                    <a:pt x="1310773" y="62576"/>
                  </a:moveTo>
                  <a:lnTo>
                    <a:pt x="1295141" y="134578"/>
                  </a:lnTo>
                  <a:lnTo>
                    <a:pt x="1314982" y="61781"/>
                  </a:lnTo>
                  <a:close/>
                  <a:moveTo>
                    <a:pt x="1310773" y="62576"/>
                  </a:moveTo>
                  <a:lnTo>
                    <a:pt x="1241874" y="110101"/>
                  </a:lnTo>
                  <a:lnTo>
                    <a:pt x="1295141" y="134578"/>
                  </a:lnTo>
                  <a:close/>
                  <a:moveTo>
                    <a:pt x="1310773" y="62576"/>
                  </a:moveTo>
                  <a:lnTo>
                    <a:pt x="1310816" y="58286"/>
                  </a:lnTo>
                  <a:lnTo>
                    <a:pt x="1244598" y="78393"/>
                  </a:lnTo>
                  <a:close/>
                  <a:moveTo>
                    <a:pt x="1310773" y="62576"/>
                  </a:moveTo>
                  <a:lnTo>
                    <a:pt x="1314982" y="61781"/>
                  </a:lnTo>
                  <a:lnTo>
                    <a:pt x="1310816" y="58286"/>
                  </a:lnTo>
                  <a:close/>
                  <a:moveTo>
                    <a:pt x="1366972" y="113317"/>
                  </a:moveTo>
                  <a:lnTo>
                    <a:pt x="1374411" y="121382"/>
                  </a:lnTo>
                  <a:lnTo>
                    <a:pt x="1374482" y="111506"/>
                  </a:lnTo>
                  <a:close/>
                  <a:moveTo>
                    <a:pt x="1314982" y="61781"/>
                  </a:moveTo>
                  <a:lnTo>
                    <a:pt x="1374482" y="111506"/>
                  </a:lnTo>
                  <a:lnTo>
                    <a:pt x="1369613" y="52722"/>
                  </a:lnTo>
                  <a:close/>
                  <a:moveTo>
                    <a:pt x="1314982" y="61781"/>
                  </a:moveTo>
                  <a:lnTo>
                    <a:pt x="1366972" y="113317"/>
                  </a:lnTo>
                  <a:lnTo>
                    <a:pt x="1374482" y="111506"/>
                  </a:lnTo>
                  <a:close/>
                  <a:moveTo>
                    <a:pt x="1369613" y="52722"/>
                  </a:moveTo>
                  <a:lnTo>
                    <a:pt x="1310816" y="58286"/>
                  </a:lnTo>
                  <a:lnTo>
                    <a:pt x="1314982" y="61781"/>
                  </a:lnTo>
                  <a:close/>
                  <a:moveTo>
                    <a:pt x="1310567" y="0"/>
                  </a:moveTo>
                  <a:lnTo>
                    <a:pt x="1310816" y="58286"/>
                  </a:lnTo>
                  <a:lnTo>
                    <a:pt x="1369613" y="52722"/>
                  </a:lnTo>
                  <a:close/>
                </a:path>
              </a:pathLst>
            </a:custGeom>
            <a:solidFill>
              <a:srgbClr val="F4F6F7"/>
            </a:solidFill>
            <a:ln w="1524">
              <a:solidFill>
                <a:srgbClr val="F4F6F7"/>
              </a:solidFill>
            </a:ln>
          </p:spPr>
        </p:sp>
        <p:sp>
          <p:nvSpPr>
            <p:cNvPr id="4337" name="Output_density__4336">
              <a:extLst>
                <a:ext uri="{FF2B5EF4-FFF2-40B4-BE49-F238E27FC236}">
                  <a16:creationId xmlns:a16="http://schemas.microsoft.com/office/drawing/2014/main" id="{9EC6EC2B-E1D6-CA13-922C-0C70FC55B98D}"/>
                </a:ext>
              </a:extLst>
            </p:cNvPr>
            <p:cNvSpPr>
              <a:spLocks noGrp="1"/>
            </p:cNvSpPr>
            <p:nvPr/>
          </p:nvSpPr>
          <p:spPr>
            <a:xfrm>
              <a:off x="14842736" y="2508532"/>
              <a:ext cx="1338219" cy="818086"/>
            </a:xfrm>
            <a:custGeom>
              <a:avLst/>
              <a:gdLst/>
              <a:ahLst/>
              <a:cxnLst/>
              <a:rect l="0" t="0" r="0" b="0"/>
              <a:pathLst>
                <a:path w="1338219" h="818086">
                  <a:moveTo>
                    <a:pt x="1013" y="546414"/>
                  </a:moveTo>
                  <a:lnTo>
                    <a:pt x="0" y="564703"/>
                  </a:lnTo>
                  <a:lnTo>
                    <a:pt x="45979" y="526263"/>
                  </a:lnTo>
                  <a:close/>
                  <a:moveTo>
                    <a:pt x="45979" y="526263"/>
                  </a:moveTo>
                  <a:lnTo>
                    <a:pt x="0" y="564703"/>
                  </a:lnTo>
                  <a:lnTo>
                    <a:pt x="18700" y="601894"/>
                  </a:lnTo>
                  <a:close/>
                  <a:moveTo>
                    <a:pt x="55146" y="577800"/>
                  </a:moveTo>
                  <a:lnTo>
                    <a:pt x="75682" y="502169"/>
                  </a:lnTo>
                  <a:lnTo>
                    <a:pt x="45979" y="526263"/>
                  </a:lnTo>
                  <a:close/>
                  <a:moveTo>
                    <a:pt x="43660" y="474726"/>
                  </a:moveTo>
                  <a:lnTo>
                    <a:pt x="45979" y="526263"/>
                  </a:lnTo>
                  <a:lnTo>
                    <a:pt x="75682" y="502169"/>
                  </a:lnTo>
                  <a:close/>
                  <a:moveTo>
                    <a:pt x="43660" y="474726"/>
                  </a:moveTo>
                  <a:lnTo>
                    <a:pt x="75682" y="502169"/>
                  </a:lnTo>
                  <a:lnTo>
                    <a:pt x="78229" y="450632"/>
                  </a:lnTo>
                  <a:close/>
                  <a:moveTo>
                    <a:pt x="74472" y="399096"/>
                  </a:moveTo>
                  <a:lnTo>
                    <a:pt x="74243" y="399376"/>
                  </a:lnTo>
                  <a:lnTo>
                    <a:pt x="43660" y="474726"/>
                  </a:lnTo>
                  <a:close/>
                  <a:moveTo>
                    <a:pt x="78229" y="450632"/>
                  </a:moveTo>
                  <a:lnTo>
                    <a:pt x="74472" y="399096"/>
                  </a:lnTo>
                  <a:lnTo>
                    <a:pt x="43660" y="474726"/>
                  </a:lnTo>
                  <a:close/>
                  <a:moveTo>
                    <a:pt x="74539" y="398915"/>
                  </a:moveTo>
                  <a:lnTo>
                    <a:pt x="74243" y="399376"/>
                  </a:lnTo>
                  <a:lnTo>
                    <a:pt x="74472" y="399096"/>
                  </a:lnTo>
                  <a:close/>
                  <a:moveTo>
                    <a:pt x="78229" y="450632"/>
                  </a:moveTo>
                  <a:lnTo>
                    <a:pt x="119614" y="432546"/>
                  </a:lnTo>
                  <a:lnTo>
                    <a:pt x="109850" y="433171"/>
                  </a:lnTo>
                  <a:close/>
                  <a:moveTo>
                    <a:pt x="74472" y="399096"/>
                  </a:moveTo>
                  <a:lnTo>
                    <a:pt x="109850" y="433171"/>
                  </a:lnTo>
                  <a:lnTo>
                    <a:pt x="74844" y="398887"/>
                  </a:lnTo>
                  <a:close/>
                  <a:moveTo>
                    <a:pt x="74472" y="399096"/>
                  </a:moveTo>
                  <a:lnTo>
                    <a:pt x="78229" y="450632"/>
                  </a:lnTo>
                  <a:lnTo>
                    <a:pt x="109850" y="433171"/>
                  </a:lnTo>
                  <a:close/>
                  <a:moveTo>
                    <a:pt x="123479" y="426539"/>
                  </a:moveTo>
                  <a:lnTo>
                    <a:pt x="115728" y="375002"/>
                  </a:lnTo>
                  <a:lnTo>
                    <a:pt x="109850" y="433171"/>
                  </a:lnTo>
                  <a:close/>
                  <a:moveTo>
                    <a:pt x="115728" y="375002"/>
                  </a:moveTo>
                  <a:lnTo>
                    <a:pt x="74844" y="398887"/>
                  </a:lnTo>
                  <a:lnTo>
                    <a:pt x="109850" y="433171"/>
                  </a:lnTo>
                  <a:close/>
                  <a:moveTo>
                    <a:pt x="74539" y="398915"/>
                  </a:moveTo>
                  <a:lnTo>
                    <a:pt x="74472" y="399096"/>
                  </a:lnTo>
                  <a:lnTo>
                    <a:pt x="74844" y="398887"/>
                  </a:lnTo>
                  <a:close/>
                  <a:moveTo>
                    <a:pt x="140083" y="334398"/>
                  </a:moveTo>
                  <a:lnTo>
                    <a:pt x="74844" y="398887"/>
                  </a:lnTo>
                  <a:lnTo>
                    <a:pt x="115728" y="375002"/>
                  </a:lnTo>
                  <a:close/>
                  <a:moveTo>
                    <a:pt x="74539" y="398915"/>
                  </a:moveTo>
                  <a:lnTo>
                    <a:pt x="74844" y="398887"/>
                  </a:lnTo>
                  <a:lnTo>
                    <a:pt x="140083" y="334398"/>
                  </a:lnTo>
                  <a:close/>
                  <a:moveTo>
                    <a:pt x="115728" y="375002"/>
                  </a:moveTo>
                  <a:lnTo>
                    <a:pt x="185011" y="410048"/>
                  </a:lnTo>
                  <a:lnTo>
                    <a:pt x="174089" y="356185"/>
                  </a:lnTo>
                  <a:close/>
                  <a:moveTo>
                    <a:pt x="115728" y="375002"/>
                  </a:moveTo>
                  <a:lnTo>
                    <a:pt x="123479" y="426539"/>
                  </a:lnTo>
                  <a:lnTo>
                    <a:pt x="185011" y="410048"/>
                  </a:lnTo>
                  <a:close/>
                  <a:moveTo>
                    <a:pt x="193189" y="350908"/>
                  </a:moveTo>
                  <a:lnTo>
                    <a:pt x="174089" y="356185"/>
                  </a:lnTo>
                  <a:lnTo>
                    <a:pt x="185011" y="410048"/>
                  </a:lnTo>
                  <a:close/>
                  <a:moveTo>
                    <a:pt x="140083" y="334398"/>
                  </a:moveTo>
                  <a:lnTo>
                    <a:pt x="115728" y="375002"/>
                  </a:lnTo>
                  <a:lnTo>
                    <a:pt x="174089" y="356185"/>
                  </a:lnTo>
                  <a:close/>
                  <a:moveTo>
                    <a:pt x="217824" y="315480"/>
                  </a:moveTo>
                  <a:lnTo>
                    <a:pt x="140083" y="334398"/>
                  </a:lnTo>
                  <a:lnTo>
                    <a:pt x="193189" y="350908"/>
                  </a:lnTo>
                  <a:close/>
                  <a:moveTo>
                    <a:pt x="193189" y="350908"/>
                  </a:moveTo>
                  <a:lnTo>
                    <a:pt x="140083" y="334398"/>
                  </a:lnTo>
                  <a:lnTo>
                    <a:pt x="174089" y="356185"/>
                  </a:lnTo>
                  <a:close/>
                  <a:moveTo>
                    <a:pt x="193189" y="350908"/>
                  </a:moveTo>
                  <a:lnTo>
                    <a:pt x="248860" y="396122"/>
                  </a:lnTo>
                  <a:lnTo>
                    <a:pt x="243659" y="337608"/>
                  </a:lnTo>
                  <a:close/>
                  <a:moveTo>
                    <a:pt x="193189" y="350908"/>
                  </a:moveTo>
                  <a:lnTo>
                    <a:pt x="224450" y="402445"/>
                  </a:lnTo>
                  <a:lnTo>
                    <a:pt x="248860" y="396122"/>
                  </a:lnTo>
                  <a:close/>
                  <a:moveTo>
                    <a:pt x="248860" y="396122"/>
                  </a:moveTo>
                  <a:lnTo>
                    <a:pt x="299666" y="330057"/>
                  </a:lnTo>
                  <a:lnTo>
                    <a:pt x="243659" y="337608"/>
                  </a:lnTo>
                  <a:close/>
                  <a:moveTo>
                    <a:pt x="217824" y="315480"/>
                  </a:moveTo>
                  <a:lnTo>
                    <a:pt x="193189" y="350908"/>
                  </a:lnTo>
                  <a:lnTo>
                    <a:pt x="243659" y="337608"/>
                  </a:lnTo>
                  <a:close/>
                  <a:moveTo>
                    <a:pt x="243659" y="337608"/>
                  </a:moveTo>
                  <a:lnTo>
                    <a:pt x="260862" y="301717"/>
                  </a:lnTo>
                  <a:lnTo>
                    <a:pt x="217824" y="315480"/>
                  </a:lnTo>
                  <a:close/>
                  <a:moveTo>
                    <a:pt x="760416" y="790644"/>
                  </a:moveTo>
                  <a:lnTo>
                    <a:pt x="807880" y="818086"/>
                  </a:lnTo>
                  <a:lnTo>
                    <a:pt x="831100" y="766550"/>
                  </a:lnTo>
                  <a:close/>
                  <a:moveTo>
                    <a:pt x="863772" y="793992"/>
                  </a:moveTo>
                  <a:lnTo>
                    <a:pt x="869523" y="775288"/>
                  </a:lnTo>
                  <a:lnTo>
                    <a:pt x="831113" y="766544"/>
                  </a:lnTo>
                  <a:close/>
                  <a:moveTo>
                    <a:pt x="831100" y="766550"/>
                  </a:moveTo>
                  <a:lnTo>
                    <a:pt x="863772" y="793992"/>
                  </a:lnTo>
                  <a:lnTo>
                    <a:pt x="831113" y="766544"/>
                  </a:lnTo>
                  <a:close/>
                  <a:moveTo>
                    <a:pt x="807880" y="818086"/>
                  </a:moveTo>
                  <a:lnTo>
                    <a:pt x="863772" y="793992"/>
                  </a:lnTo>
                  <a:lnTo>
                    <a:pt x="831100" y="766550"/>
                  </a:lnTo>
                  <a:close/>
                  <a:moveTo>
                    <a:pt x="831113" y="766544"/>
                  </a:moveTo>
                  <a:lnTo>
                    <a:pt x="869523" y="775288"/>
                  </a:lnTo>
                  <a:lnTo>
                    <a:pt x="867306" y="742456"/>
                  </a:lnTo>
                  <a:close/>
                  <a:moveTo>
                    <a:pt x="867306" y="742456"/>
                  </a:moveTo>
                  <a:lnTo>
                    <a:pt x="869523" y="775288"/>
                  </a:lnTo>
                  <a:lnTo>
                    <a:pt x="888091" y="782964"/>
                  </a:lnTo>
                  <a:close/>
                  <a:moveTo>
                    <a:pt x="617977" y="381700"/>
                  </a:moveTo>
                  <a:lnTo>
                    <a:pt x="608836" y="433236"/>
                  </a:lnTo>
                  <a:lnTo>
                    <a:pt x="650905" y="409142"/>
                  </a:lnTo>
                  <a:close/>
                  <a:moveTo>
                    <a:pt x="617977" y="381700"/>
                  </a:moveTo>
                  <a:lnTo>
                    <a:pt x="650905" y="409142"/>
                  </a:lnTo>
                  <a:lnTo>
                    <a:pt x="644231" y="357606"/>
                  </a:lnTo>
                  <a:close/>
                  <a:moveTo>
                    <a:pt x="649321" y="341118"/>
                  </a:moveTo>
                  <a:lnTo>
                    <a:pt x="617977" y="381700"/>
                  </a:lnTo>
                  <a:lnTo>
                    <a:pt x="644231" y="357606"/>
                  </a:lnTo>
                  <a:close/>
                  <a:moveTo>
                    <a:pt x="649321" y="341118"/>
                  </a:moveTo>
                  <a:lnTo>
                    <a:pt x="621059" y="370352"/>
                  </a:lnTo>
                  <a:lnTo>
                    <a:pt x="617977" y="381700"/>
                  </a:lnTo>
                  <a:close/>
                  <a:moveTo>
                    <a:pt x="649321" y="341118"/>
                  </a:moveTo>
                  <a:lnTo>
                    <a:pt x="644231" y="357606"/>
                  </a:lnTo>
                  <a:lnTo>
                    <a:pt x="679988" y="336259"/>
                  </a:lnTo>
                  <a:close/>
                  <a:moveTo>
                    <a:pt x="649321" y="341118"/>
                  </a:moveTo>
                  <a:lnTo>
                    <a:pt x="679988" y="336259"/>
                  </a:lnTo>
                  <a:lnTo>
                    <a:pt x="662361" y="306069"/>
                  </a:lnTo>
                  <a:close/>
                  <a:moveTo>
                    <a:pt x="662361" y="306069"/>
                  </a:moveTo>
                  <a:lnTo>
                    <a:pt x="679988" y="336259"/>
                  </a:lnTo>
                  <a:lnTo>
                    <a:pt x="684349" y="333512"/>
                  </a:lnTo>
                  <a:close/>
                  <a:moveTo>
                    <a:pt x="662361" y="306069"/>
                  </a:moveTo>
                  <a:lnTo>
                    <a:pt x="684349" y="333512"/>
                  </a:lnTo>
                  <a:lnTo>
                    <a:pt x="708762" y="281975"/>
                  </a:lnTo>
                  <a:close/>
                  <a:moveTo>
                    <a:pt x="714377" y="274775"/>
                  </a:moveTo>
                  <a:lnTo>
                    <a:pt x="662361" y="306069"/>
                  </a:lnTo>
                  <a:lnTo>
                    <a:pt x="708762" y="281975"/>
                  </a:lnTo>
                  <a:close/>
                  <a:moveTo>
                    <a:pt x="714377" y="274775"/>
                  </a:moveTo>
                  <a:lnTo>
                    <a:pt x="681579" y="287049"/>
                  </a:lnTo>
                  <a:lnTo>
                    <a:pt x="662361" y="306069"/>
                  </a:lnTo>
                  <a:close/>
                  <a:moveTo>
                    <a:pt x="708762" y="281975"/>
                  </a:moveTo>
                  <a:lnTo>
                    <a:pt x="758715" y="305648"/>
                  </a:lnTo>
                  <a:lnTo>
                    <a:pt x="721829" y="277482"/>
                  </a:lnTo>
                  <a:close/>
                  <a:moveTo>
                    <a:pt x="714377" y="274775"/>
                  </a:moveTo>
                  <a:lnTo>
                    <a:pt x="708762" y="281975"/>
                  </a:lnTo>
                  <a:lnTo>
                    <a:pt x="721829" y="277482"/>
                  </a:lnTo>
                  <a:close/>
                  <a:moveTo>
                    <a:pt x="721829" y="277482"/>
                  </a:moveTo>
                  <a:lnTo>
                    <a:pt x="755101" y="252357"/>
                  </a:lnTo>
                  <a:lnTo>
                    <a:pt x="714377" y="274775"/>
                  </a:lnTo>
                  <a:close/>
                  <a:moveTo>
                    <a:pt x="721829" y="277482"/>
                  </a:moveTo>
                  <a:lnTo>
                    <a:pt x="780483" y="267780"/>
                  </a:lnTo>
                  <a:lnTo>
                    <a:pt x="755101" y="252357"/>
                  </a:lnTo>
                  <a:close/>
                  <a:moveTo>
                    <a:pt x="780483" y="267780"/>
                  </a:moveTo>
                  <a:lnTo>
                    <a:pt x="721829" y="277482"/>
                  </a:lnTo>
                  <a:lnTo>
                    <a:pt x="806306" y="308904"/>
                  </a:lnTo>
                  <a:close/>
                  <a:moveTo>
                    <a:pt x="834289" y="238852"/>
                  </a:moveTo>
                  <a:lnTo>
                    <a:pt x="780483" y="267780"/>
                  </a:lnTo>
                  <a:lnTo>
                    <a:pt x="813821" y="257881"/>
                  </a:lnTo>
                  <a:close/>
                  <a:moveTo>
                    <a:pt x="755101" y="252357"/>
                  </a:moveTo>
                  <a:lnTo>
                    <a:pt x="780483" y="267780"/>
                  </a:lnTo>
                  <a:lnTo>
                    <a:pt x="834289" y="238852"/>
                  </a:lnTo>
                  <a:close/>
                  <a:moveTo>
                    <a:pt x="780483" y="267780"/>
                  </a:moveTo>
                  <a:lnTo>
                    <a:pt x="806306" y="308904"/>
                  </a:lnTo>
                  <a:lnTo>
                    <a:pt x="813821" y="257881"/>
                  </a:lnTo>
                  <a:close/>
                  <a:moveTo>
                    <a:pt x="806628" y="309267"/>
                  </a:moveTo>
                  <a:lnTo>
                    <a:pt x="813821" y="257881"/>
                  </a:lnTo>
                  <a:lnTo>
                    <a:pt x="806306" y="308904"/>
                  </a:lnTo>
                  <a:close/>
                  <a:moveTo>
                    <a:pt x="852536" y="247184"/>
                  </a:moveTo>
                  <a:lnTo>
                    <a:pt x="813821" y="257881"/>
                  </a:lnTo>
                  <a:lnTo>
                    <a:pt x="806628" y="309267"/>
                  </a:lnTo>
                  <a:close/>
                  <a:moveTo>
                    <a:pt x="880513" y="287182"/>
                  </a:moveTo>
                  <a:lnTo>
                    <a:pt x="852536" y="247184"/>
                  </a:lnTo>
                  <a:lnTo>
                    <a:pt x="806628" y="309267"/>
                  </a:lnTo>
                  <a:close/>
                  <a:moveTo>
                    <a:pt x="886919" y="285324"/>
                  </a:moveTo>
                  <a:lnTo>
                    <a:pt x="918219" y="243078"/>
                  </a:lnTo>
                  <a:lnTo>
                    <a:pt x="880513" y="287182"/>
                  </a:lnTo>
                  <a:close/>
                  <a:moveTo>
                    <a:pt x="834289" y="238852"/>
                  </a:moveTo>
                  <a:lnTo>
                    <a:pt x="813821" y="257881"/>
                  </a:lnTo>
                  <a:lnTo>
                    <a:pt x="852536" y="247184"/>
                  </a:lnTo>
                  <a:close/>
                  <a:moveTo>
                    <a:pt x="918219" y="243078"/>
                  </a:moveTo>
                  <a:lnTo>
                    <a:pt x="886919" y="285324"/>
                  </a:lnTo>
                  <a:lnTo>
                    <a:pt x="953094" y="266158"/>
                  </a:lnTo>
                  <a:close/>
                  <a:moveTo>
                    <a:pt x="1102642" y="261230"/>
                  </a:moveTo>
                  <a:lnTo>
                    <a:pt x="1120401" y="306830"/>
                  </a:lnTo>
                  <a:lnTo>
                    <a:pt x="1173027" y="288673"/>
                  </a:lnTo>
                  <a:close/>
                  <a:moveTo>
                    <a:pt x="1152736" y="237136"/>
                  </a:moveTo>
                  <a:lnTo>
                    <a:pt x="1203202" y="277496"/>
                  </a:lnTo>
                  <a:lnTo>
                    <a:pt x="1195321" y="221160"/>
                  </a:lnTo>
                  <a:close/>
                  <a:moveTo>
                    <a:pt x="1152736" y="237136"/>
                  </a:moveTo>
                  <a:lnTo>
                    <a:pt x="1173027" y="288673"/>
                  </a:lnTo>
                  <a:lnTo>
                    <a:pt x="1203202" y="277496"/>
                  </a:lnTo>
                  <a:close/>
                  <a:moveTo>
                    <a:pt x="1231626" y="264579"/>
                  </a:moveTo>
                  <a:lnTo>
                    <a:pt x="1216858" y="213042"/>
                  </a:lnTo>
                  <a:lnTo>
                    <a:pt x="1203202" y="277496"/>
                  </a:lnTo>
                  <a:close/>
                  <a:moveTo>
                    <a:pt x="1216858" y="213042"/>
                  </a:moveTo>
                  <a:lnTo>
                    <a:pt x="1195321" y="221160"/>
                  </a:lnTo>
                  <a:lnTo>
                    <a:pt x="1203202" y="277496"/>
                  </a:lnTo>
                  <a:close/>
                  <a:moveTo>
                    <a:pt x="1145222" y="185599"/>
                  </a:moveTo>
                  <a:lnTo>
                    <a:pt x="1152736" y="237136"/>
                  </a:lnTo>
                  <a:lnTo>
                    <a:pt x="1195321" y="221160"/>
                  </a:lnTo>
                  <a:close/>
                  <a:moveTo>
                    <a:pt x="1216858" y="213042"/>
                  </a:moveTo>
                  <a:lnTo>
                    <a:pt x="1221169" y="161506"/>
                  </a:lnTo>
                  <a:lnTo>
                    <a:pt x="1195321" y="221160"/>
                  </a:lnTo>
                  <a:close/>
                  <a:moveTo>
                    <a:pt x="1216858" y="213042"/>
                  </a:moveTo>
                  <a:lnTo>
                    <a:pt x="1284842" y="249106"/>
                  </a:lnTo>
                  <a:lnTo>
                    <a:pt x="1270487" y="198033"/>
                  </a:lnTo>
                  <a:close/>
                  <a:moveTo>
                    <a:pt x="1216858" y="213042"/>
                  </a:moveTo>
                  <a:lnTo>
                    <a:pt x="1231626" y="264579"/>
                  </a:lnTo>
                  <a:lnTo>
                    <a:pt x="1284842" y="249106"/>
                  </a:lnTo>
                  <a:close/>
                  <a:moveTo>
                    <a:pt x="1332241" y="240485"/>
                  </a:moveTo>
                  <a:lnTo>
                    <a:pt x="1338219" y="225726"/>
                  </a:lnTo>
                  <a:lnTo>
                    <a:pt x="1284842" y="249106"/>
                  </a:lnTo>
                  <a:close/>
                  <a:moveTo>
                    <a:pt x="1221169" y="161506"/>
                  </a:moveTo>
                  <a:lnTo>
                    <a:pt x="1270487" y="198033"/>
                  </a:lnTo>
                  <a:lnTo>
                    <a:pt x="1252891" y="149596"/>
                  </a:lnTo>
                  <a:close/>
                  <a:moveTo>
                    <a:pt x="1221169" y="161506"/>
                  </a:moveTo>
                  <a:lnTo>
                    <a:pt x="1216858" y="213042"/>
                  </a:lnTo>
                  <a:lnTo>
                    <a:pt x="1270487" y="198033"/>
                  </a:lnTo>
                  <a:close/>
                  <a:moveTo>
                    <a:pt x="1240210" y="85875"/>
                  </a:moveTo>
                  <a:lnTo>
                    <a:pt x="1252891" y="149596"/>
                  </a:lnTo>
                  <a:lnTo>
                    <a:pt x="1260574" y="110101"/>
                  </a:lnTo>
                  <a:close/>
                  <a:moveTo>
                    <a:pt x="1240210" y="85875"/>
                  </a:moveTo>
                  <a:lnTo>
                    <a:pt x="1260574" y="110101"/>
                  </a:lnTo>
                  <a:lnTo>
                    <a:pt x="1263298" y="78393"/>
                  </a:lnTo>
                  <a:close/>
                  <a:moveTo>
                    <a:pt x="1245801" y="54868"/>
                  </a:moveTo>
                  <a:lnTo>
                    <a:pt x="1240210" y="85875"/>
                  </a:lnTo>
                  <a:lnTo>
                    <a:pt x="1263298" y="78393"/>
                  </a:lnTo>
                  <a:close/>
                  <a:moveTo>
                    <a:pt x="1329472" y="62576"/>
                  </a:moveTo>
                  <a:lnTo>
                    <a:pt x="1263298" y="78393"/>
                  </a:lnTo>
                  <a:lnTo>
                    <a:pt x="1260574" y="110101"/>
                  </a:lnTo>
                  <a:close/>
                  <a:moveTo>
                    <a:pt x="1293627" y="10244"/>
                  </a:moveTo>
                  <a:lnTo>
                    <a:pt x="1329516" y="58286"/>
                  </a:lnTo>
                  <a:lnTo>
                    <a:pt x="1329267" y="0"/>
                  </a:lnTo>
                  <a:close/>
                </a:path>
              </a:pathLst>
            </a:custGeom>
            <a:solidFill>
              <a:srgbClr val="F5F7F8"/>
            </a:solidFill>
            <a:ln w="1524">
              <a:solidFill>
                <a:srgbClr val="F5F7F8"/>
              </a:solidFill>
            </a:ln>
          </p:spPr>
        </p:sp>
        <p:sp>
          <p:nvSpPr>
            <p:cNvPr id="4338" name="Output_density__4337">
              <a:extLst>
                <a:ext uri="{FF2B5EF4-FFF2-40B4-BE49-F238E27FC236}">
                  <a16:creationId xmlns:a16="http://schemas.microsoft.com/office/drawing/2014/main" id="{4344F073-3BEB-0B8B-35BC-5AD586382FF4}"/>
                </a:ext>
              </a:extLst>
            </p:cNvPr>
            <p:cNvSpPr>
              <a:spLocks noGrp="1"/>
            </p:cNvSpPr>
            <p:nvPr/>
          </p:nvSpPr>
          <p:spPr>
            <a:xfrm>
              <a:off x="15614381" y="2979326"/>
              <a:ext cx="378601" cy="276139"/>
            </a:xfrm>
            <a:custGeom>
              <a:avLst/>
              <a:gdLst/>
              <a:ahLst/>
              <a:cxnLst/>
              <a:rect l="0" t="0" r="0" b="0"/>
              <a:pathLst>
                <a:path w="378601" h="276139">
                  <a:moveTo>
                    <a:pt x="0" y="248121"/>
                  </a:moveTo>
                  <a:lnTo>
                    <a:pt x="57538" y="271662"/>
                  </a:lnTo>
                  <a:lnTo>
                    <a:pt x="36870" y="276139"/>
                  </a:lnTo>
                  <a:close/>
                  <a:moveTo>
                    <a:pt x="36870" y="276139"/>
                  </a:moveTo>
                  <a:lnTo>
                    <a:pt x="4026" y="271662"/>
                  </a:lnTo>
                  <a:lnTo>
                    <a:pt x="0" y="248121"/>
                  </a:lnTo>
                  <a:close/>
                  <a:moveTo>
                    <a:pt x="361256" y="50912"/>
                  </a:moveTo>
                  <a:lnTo>
                    <a:pt x="378601" y="0"/>
                  </a:lnTo>
                  <a:lnTo>
                    <a:pt x="353581" y="72213"/>
                  </a:lnTo>
                  <a:close/>
                  <a:moveTo>
                    <a:pt x="378601" y="0"/>
                  </a:moveTo>
                  <a:lnTo>
                    <a:pt x="361256" y="50912"/>
                  </a:lnTo>
                  <a:lnTo>
                    <a:pt x="378013" y="20676"/>
                  </a:lnTo>
                  <a:close/>
                </a:path>
              </a:pathLst>
            </a:custGeom>
            <a:solidFill>
              <a:srgbClr val="ECEFF1"/>
            </a:solidFill>
            <a:ln w="1524">
              <a:solidFill>
                <a:srgbClr val="ECEFF1"/>
              </a:solidFill>
            </a:ln>
          </p:spPr>
        </p:sp>
        <p:sp>
          <p:nvSpPr>
            <p:cNvPr id="4339" name="Output_density__4338">
              <a:extLst>
                <a:ext uri="{FF2B5EF4-FFF2-40B4-BE49-F238E27FC236}">
                  <a16:creationId xmlns:a16="http://schemas.microsoft.com/office/drawing/2014/main" id="{001EA2A3-AD7E-2C3C-CFFE-2B1872F0D643}"/>
                </a:ext>
              </a:extLst>
            </p:cNvPr>
            <p:cNvSpPr>
              <a:spLocks noGrp="1"/>
            </p:cNvSpPr>
            <p:nvPr/>
          </p:nvSpPr>
          <p:spPr>
            <a:xfrm>
              <a:off x="14892840" y="2806333"/>
              <a:ext cx="1086126" cy="508544"/>
            </a:xfrm>
            <a:custGeom>
              <a:avLst/>
              <a:gdLst/>
              <a:ahLst/>
              <a:cxnLst/>
              <a:rect l="0" t="0" r="0" b="0"/>
              <a:pathLst>
                <a:path w="1086126" h="508544">
                  <a:moveTo>
                    <a:pt x="12216" y="331535"/>
                  </a:moveTo>
                  <a:lnTo>
                    <a:pt x="0" y="355629"/>
                  </a:lnTo>
                  <a:lnTo>
                    <a:pt x="29430" y="383071"/>
                  </a:lnTo>
                  <a:close/>
                  <a:moveTo>
                    <a:pt x="29430" y="383071"/>
                  </a:moveTo>
                  <a:lnTo>
                    <a:pt x="65215" y="434608"/>
                  </a:lnTo>
                  <a:lnTo>
                    <a:pt x="80137" y="410514"/>
                  </a:lnTo>
                  <a:close/>
                  <a:moveTo>
                    <a:pt x="281719" y="382570"/>
                  </a:moveTo>
                  <a:lnTo>
                    <a:pt x="255175" y="366168"/>
                  </a:lnTo>
                  <a:lnTo>
                    <a:pt x="313474" y="387952"/>
                  </a:lnTo>
                  <a:close/>
                  <a:moveTo>
                    <a:pt x="281719" y="382570"/>
                  </a:moveTo>
                  <a:lnTo>
                    <a:pt x="288292" y="386420"/>
                  </a:lnTo>
                  <a:lnTo>
                    <a:pt x="274512" y="377181"/>
                  </a:lnTo>
                  <a:close/>
                  <a:moveTo>
                    <a:pt x="315968" y="329966"/>
                  </a:moveTo>
                  <a:lnTo>
                    <a:pt x="353155" y="361638"/>
                  </a:lnTo>
                  <a:lnTo>
                    <a:pt x="322248" y="310790"/>
                  </a:lnTo>
                  <a:close/>
                  <a:moveTo>
                    <a:pt x="322248" y="310790"/>
                  </a:moveTo>
                  <a:lnTo>
                    <a:pt x="353155" y="361638"/>
                  </a:lnTo>
                  <a:lnTo>
                    <a:pt x="354075" y="338232"/>
                  </a:lnTo>
                  <a:close/>
                  <a:moveTo>
                    <a:pt x="340076" y="286696"/>
                  </a:moveTo>
                  <a:lnTo>
                    <a:pt x="322248" y="310790"/>
                  </a:lnTo>
                  <a:lnTo>
                    <a:pt x="354075" y="338232"/>
                  </a:lnTo>
                  <a:close/>
                  <a:moveTo>
                    <a:pt x="288907" y="125755"/>
                  </a:moveTo>
                  <a:lnTo>
                    <a:pt x="244094" y="124204"/>
                  </a:lnTo>
                  <a:lnTo>
                    <a:pt x="313356" y="117713"/>
                  </a:lnTo>
                  <a:close/>
                  <a:moveTo>
                    <a:pt x="650960" y="393118"/>
                  </a:moveTo>
                  <a:lnTo>
                    <a:pt x="630962" y="431806"/>
                  </a:lnTo>
                  <a:lnTo>
                    <a:pt x="658827" y="401090"/>
                  </a:lnTo>
                  <a:close/>
                  <a:moveTo>
                    <a:pt x="650960" y="393118"/>
                  </a:moveTo>
                  <a:lnTo>
                    <a:pt x="596644" y="343273"/>
                  </a:lnTo>
                  <a:lnTo>
                    <a:pt x="573584" y="391956"/>
                  </a:lnTo>
                  <a:close/>
                  <a:moveTo>
                    <a:pt x="472800" y="189818"/>
                  </a:moveTo>
                  <a:lnTo>
                    <a:pt x="460711" y="184396"/>
                  </a:lnTo>
                  <a:lnTo>
                    <a:pt x="504642" y="173969"/>
                  </a:lnTo>
                  <a:close/>
                  <a:moveTo>
                    <a:pt x="544079" y="146742"/>
                  </a:moveTo>
                  <a:lnTo>
                    <a:pt x="472800" y="189818"/>
                  </a:lnTo>
                  <a:lnTo>
                    <a:pt x="504642" y="173969"/>
                  </a:lnTo>
                  <a:close/>
                  <a:moveTo>
                    <a:pt x="885697" y="484357"/>
                  </a:moveTo>
                  <a:lnTo>
                    <a:pt x="837987" y="485163"/>
                  </a:lnTo>
                  <a:lnTo>
                    <a:pt x="827726" y="508544"/>
                  </a:lnTo>
                  <a:close/>
                  <a:moveTo>
                    <a:pt x="825159" y="56392"/>
                  </a:moveTo>
                  <a:lnTo>
                    <a:pt x="904437" y="81077"/>
                  </a:lnTo>
                  <a:lnTo>
                    <a:pt x="856479" y="39059"/>
                  </a:lnTo>
                  <a:close/>
                  <a:moveTo>
                    <a:pt x="963938" y="118038"/>
                  </a:moveTo>
                  <a:lnTo>
                    <a:pt x="954948" y="95255"/>
                  </a:lnTo>
                  <a:lnTo>
                    <a:pt x="982863" y="129632"/>
                  </a:lnTo>
                  <a:close/>
                  <a:moveTo>
                    <a:pt x="952873" y="66501"/>
                  </a:moveTo>
                  <a:lnTo>
                    <a:pt x="950424" y="90595"/>
                  </a:lnTo>
                  <a:lnTo>
                    <a:pt x="963938" y="118038"/>
                  </a:lnTo>
                  <a:close/>
                  <a:moveTo>
                    <a:pt x="952873" y="66501"/>
                  </a:moveTo>
                  <a:lnTo>
                    <a:pt x="932781" y="52151"/>
                  </a:lnTo>
                  <a:lnTo>
                    <a:pt x="904437" y="81077"/>
                  </a:lnTo>
                  <a:close/>
                  <a:moveTo>
                    <a:pt x="994260" y="57623"/>
                  </a:moveTo>
                  <a:lnTo>
                    <a:pt x="1033969" y="81122"/>
                  </a:lnTo>
                  <a:lnTo>
                    <a:pt x="1018065" y="66501"/>
                  </a:lnTo>
                  <a:close/>
                  <a:moveTo>
                    <a:pt x="1052087" y="111335"/>
                  </a:moveTo>
                  <a:lnTo>
                    <a:pt x="1033969" y="81122"/>
                  </a:lnTo>
                  <a:lnTo>
                    <a:pt x="994260" y="57623"/>
                  </a:lnTo>
                  <a:close/>
                  <a:moveTo>
                    <a:pt x="1052087" y="111335"/>
                  </a:moveTo>
                  <a:lnTo>
                    <a:pt x="1086126" y="118038"/>
                  </a:lnTo>
                  <a:lnTo>
                    <a:pt x="1033969" y="81122"/>
                  </a:lnTo>
                  <a:close/>
                  <a:moveTo>
                    <a:pt x="994260" y="57623"/>
                  </a:moveTo>
                  <a:lnTo>
                    <a:pt x="1018065" y="66501"/>
                  </a:lnTo>
                  <a:lnTo>
                    <a:pt x="1026996" y="6248"/>
                  </a:lnTo>
                  <a:close/>
                  <a:moveTo>
                    <a:pt x="987962" y="0"/>
                  </a:moveTo>
                  <a:lnTo>
                    <a:pt x="994260" y="57623"/>
                  </a:lnTo>
                  <a:lnTo>
                    <a:pt x="1026996" y="6248"/>
                  </a:lnTo>
                  <a:close/>
                </a:path>
              </a:pathLst>
            </a:custGeom>
            <a:solidFill>
              <a:srgbClr val="F2F4F6"/>
            </a:solidFill>
            <a:ln w="1524">
              <a:solidFill>
                <a:srgbClr val="F2F4F6"/>
              </a:solidFill>
            </a:ln>
          </p:spPr>
        </p:sp>
        <p:sp>
          <p:nvSpPr>
            <p:cNvPr id="4340" name="Output_density__4339">
              <a:extLst>
                <a:ext uri="{FF2B5EF4-FFF2-40B4-BE49-F238E27FC236}">
                  <a16:creationId xmlns:a16="http://schemas.microsoft.com/office/drawing/2014/main" id="{556021E5-3812-D67E-4059-12FDFEB0D12F}"/>
                </a:ext>
              </a:extLst>
            </p:cNvPr>
            <p:cNvSpPr>
              <a:spLocks noGrp="1"/>
            </p:cNvSpPr>
            <p:nvPr/>
          </p:nvSpPr>
          <p:spPr>
            <a:xfrm>
              <a:off x="14927960" y="2862725"/>
              <a:ext cx="1071592" cy="570315"/>
            </a:xfrm>
            <a:custGeom>
              <a:avLst/>
              <a:gdLst/>
              <a:ahLst/>
              <a:cxnLst/>
              <a:rect l="0" t="0" r="0" b="0"/>
              <a:pathLst>
                <a:path w="1071592" h="570315">
                  <a:moveTo>
                    <a:pt x="30096" y="378216"/>
                  </a:moveTo>
                  <a:lnTo>
                    <a:pt x="33128" y="385780"/>
                  </a:lnTo>
                  <a:lnTo>
                    <a:pt x="46082" y="391863"/>
                  </a:lnTo>
                  <a:close/>
                  <a:moveTo>
                    <a:pt x="30096" y="378216"/>
                  </a:moveTo>
                  <a:lnTo>
                    <a:pt x="0" y="349970"/>
                  </a:lnTo>
                  <a:lnTo>
                    <a:pt x="33128" y="385780"/>
                  </a:lnTo>
                  <a:close/>
                  <a:moveTo>
                    <a:pt x="116097" y="419052"/>
                  </a:moveTo>
                  <a:lnTo>
                    <a:pt x="102289" y="405659"/>
                  </a:lnTo>
                  <a:lnTo>
                    <a:pt x="99250" y="415976"/>
                  </a:lnTo>
                  <a:close/>
                  <a:moveTo>
                    <a:pt x="99250" y="415976"/>
                  </a:moveTo>
                  <a:lnTo>
                    <a:pt x="102289" y="405659"/>
                  </a:lnTo>
                  <a:lnTo>
                    <a:pt x="82169" y="391890"/>
                  </a:lnTo>
                  <a:close/>
                  <a:moveTo>
                    <a:pt x="99250" y="415976"/>
                  </a:moveTo>
                  <a:lnTo>
                    <a:pt x="82169" y="391890"/>
                  </a:lnTo>
                  <a:lnTo>
                    <a:pt x="46082" y="391863"/>
                  </a:lnTo>
                  <a:close/>
                  <a:moveTo>
                    <a:pt x="116097" y="419052"/>
                  </a:moveTo>
                  <a:lnTo>
                    <a:pt x="183405" y="457196"/>
                  </a:lnTo>
                  <a:lnTo>
                    <a:pt x="138581" y="428125"/>
                  </a:lnTo>
                  <a:close/>
                  <a:moveTo>
                    <a:pt x="102289" y="405659"/>
                  </a:moveTo>
                  <a:lnTo>
                    <a:pt x="116097" y="419052"/>
                  </a:lnTo>
                  <a:lnTo>
                    <a:pt x="138581" y="428125"/>
                  </a:lnTo>
                  <a:close/>
                  <a:moveTo>
                    <a:pt x="304957" y="230304"/>
                  </a:moveTo>
                  <a:lnTo>
                    <a:pt x="259199" y="202861"/>
                  </a:lnTo>
                  <a:lnTo>
                    <a:pt x="287128" y="254398"/>
                  </a:lnTo>
                  <a:close/>
                  <a:moveTo>
                    <a:pt x="490306" y="330186"/>
                  </a:moveTo>
                  <a:lnTo>
                    <a:pt x="463834" y="366112"/>
                  </a:lnTo>
                  <a:lnTo>
                    <a:pt x="538464" y="335564"/>
                  </a:lnTo>
                  <a:close/>
                  <a:moveTo>
                    <a:pt x="574770" y="360820"/>
                  </a:moveTo>
                  <a:lnTo>
                    <a:pt x="538464" y="335564"/>
                  </a:lnTo>
                  <a:lnTo>
                    <a:pt x="581612" y="369215"/>
                  </a:lnTo>
                  <a:close/>
                  <a:moveTo>
                    <a:pt x="574770" y="360820"/>
                  </a:moveTo>
                  <a:lnTo>
                    <a:pt x="581612" y="369215"/>
                  </a:lnTo>
                  <a:lnTo>
                    <a:pt x="595842" y="375415"/>
                  </a:lnTo>
                  <a:close/>
                  <a:moveTo>
                    <a:pt x="782082" y="388262"/>
                  </a:moveTo>
                  <a:lnTo>
                    <a:pt x="806575" y="369479"/>
                  </a:lnTo>
                  <a:lnTo>
                    <a:pt x="803022" y="365903"/>
                  </a:lnTo>
                  <a:close/>
                  <a:moveTo>
                    <a:pt x="743602" y="364169"/>
                  </a:moveTo>
                  <a:lnTo>
                    <a:pt x="731574" y="398641"/>
                  </a:lnTo>
                  <a:lnTo>
                    <a:pt x="761674" y="376281"/>
                  </a:lnTo>
                  <a:close/>
                  <a:moveTo>
                    <a:pt x="690448" y="388262"/>
                  </a:moveTo>
                  <a:lnTo>
                    <a:pt x="743602" y="364169"/>
                  </a:lnTo>
                  <a:lnTo>
                    <a:pt x="681726" y="386943"/>
                  </a:lnTo>
                  <a:close/>
                  <a:moveTo>
                    <a:pt x="929257" y="570315"/>
                  </a:moveTo>
                  <a:lnTo>
                    <a:pt x="965865" y="560450"/>
                  </a:lnTo>
                  <a:lnTo>
                    <a:pt x="898577" y="518778"/>
                  </a:lnTo>
                  <a:close/>
                  <a:moveTo>
                    <a:pt x="855523" y="377813"/>
                  </a:moveTo>
                  <a:lnTo>
                    <a:pt x="859818" y="357710"/>
                  </a:lnTo>
                  <a:lnTo>
                    <a:pt x="848480" y="391254"/>
                  </a:lnTo>
                  <a:close/>
                  <a:moveTo>
                    <a:pt x="790039" y="0"/>
                  </a:moveTo>
                  <a:lnTo>
                    <a:pt x="799169" y="58298"/>
                  </a:lnTo>
                  <a:lnTo>
                    <a:pt x="869317" y="24686"/>
                  </a:lnTo>
                  <a:close/>
                  <a:moveTo>
                    <a:pt x="1062014" y="269293"/>
                  </a:moveTo>
                  <a:lnTo>
                    <a:pt x="1067691" y="343423"/>
                  </a:lnTo>
                  <a:lnTo>
                    <a:pt x="1071592" y="291887"/>
                  </a:lnTo>
                  <a:close/>
                  <a:moveTo>
                    <a:pt x="1048868" y="154494"/>
                  </a:moveTo>
                  <a:lnTo>
                    <a:pt x="1067419" y="216256"/>
                  </a:lnTo>
                  <a:lnTo>
                    <a:pt x="1062545" y="164719"/>
                  </a:lnTo>
                  <a:close/>
                  <a:moveTo>
                    <a:pt x="1042443" y="96975"/>
                  </a:moveTo>
                  <a:lnTo>
                    <a:pt x="1062545" y="164719"/>
                  </a:lnTo>
                  <a:lnTo>
                    <a:pt x="1066182" y="113183"/>
                  </a:lnTo>
                  <a:close/>
                  <a:moveTo>
                    <a:pt x="1042443" y="96975"/>
                  </a:moveTo>
                  <a:lnTo>
                    <a:pt x="1048868" y="154494"/>
                  </a:lnTo>
                  <a:lnTo>
                    <a:pt x="1062545" y="164719"/>
                  </a:lnTo>
                  <a:close/>
                </a:path>
              </a:pathLst>
            </a:custGeom>
            <a:solidFill>
              <a:srgbClr val="EFF2F3"/>
            </a:solidFill>
            <a:ln w="1524">
              <a:solidFill>
                <a:srgbClr val="EFF2F3"/>
              </a:solidFill>
            </a:ln>
          </p:spPr>
        </p:sp>
        <p:sp>
          <p:nvSpPr>
            <p:cNvPr id="4341" name="Output_density__4340">
              <a:extLst>
                <a:ext uri="{FF2B5EF4-FFF2-40B4-BE49-F238E27FC236}">
                  <a16:creationId xmlns:a16="http://schemas.microsoft.com/office/drawing/2014/main" id="{30076810-5537-4021-79D2-872BCEE92E74}"/>
                </a:ext>
              </a:extLst>
            </p:cNvPr>
            <p:cNvSpPr>
              <a:spLocks noGrp="1"/>
            </p:cNvSpPr>
            <p:nvPr/>
          </p:nvSpPr>
          <p:spPr>
            <a:xfrm>
              <a:off x="14922270" y="2862725"/>
              <a:ext cx="1071872" cy="391863"/>
            </a:xfrm>
            <a:custGeom>
              <a:avLst/>
              <a:gdLst/>
              <a:ahLst/>
              <a:cxnLst/>
              <a:rect l="0" t="0" r="0" b="0"/>
              <a:pathLst>
                <a:path w="1071872" h="391863">
                  <a:moveTo>
                    <a:pt x="35786" y="378216"/>
                  </a:moveTo>
                  <a:lnTo>
                    <a:pt x="0" y="326680"/>
                  </a:lnTo>
                  <a:lnTo>
                    <a:pt x="5690" y="349970"/>
                  </a:lnTo>
                  <a:close/>
                  <a:moveTo>
                    <a:pt x="50707" y="354122"/>
                  </a:moveTo>
                  <a:lnTo>
                    <a:pt x="35786" y="378216"/>
                  </a:lnTo>
                  <a:lnTo>
                    <a:pt x="51772" y="391863"/>
                  </a:lnTo>
                  <a:close/>
                  <a:moveTo>
                    <a:pt x="186591" y="278492"/>
                  </a:moveTo>
                  <a:lnTo>
                    <a:pt x="186910" y="278605"/>
                  </a:lnTo>
                  <a:lnTo>
                    <a:pt x="186181" y="275247"/>
                  </a:lnTo>
                  <a:close/>
                  <a:moveTo>
                    <a:pt x="220180" y="289540"/>
                  </a:moveTo>
                  <a:lnTo>
                    <a:pt x="186910" y="278605"/>
                  </a:lnTo>
                  <a:lnTo>
                    <a:pt x="245082" y="320789"/>
                  </a:lnTo>
                  <a:close/>
                  <a:moveTo>
                    <a:pt x="186910" y="278605"/>
                  </a:moveTo>
                  <a:lnTo>
                    <a:pt x="187165" y="278923"/>
                  </a:lnTo>
                  <a:lnTo>
                    <a:pt x="245082" y="320789"/>
                  </a:lnTo>
                  <a:close/>
                  <a:moveTo>
                    <a:pt x="187165" y="278923"/>
                  </a:moveTo>
                  <a:lnTo>
                    <a:pt x="186910" y="278605"/>
                  </a:lnTo>
                  <a:lnTo>
                    <a:pt x="186591" y="278492"/>
                  </a:lnTo>
                  <a:close/>
                  <a:moveTo>
                    <a:pt x="205762" y="305934"/>
                  </a:moveTo>
                  <a:lnTo>
                    <a:pt x="187165" y="278923"/>
                  </a:lnTo>
                  <a:lnTo>
                    <a:pt x="186591" y="278492"/>
                  </a:lnTo>
                  <a:close/>
                  <a:moveTo>
                    <a:pt x="225745" y="309776"/>
                  </a:moveTo>
                  <a:lnTo>
                    <a:pt x="245082" y="320789"/>
                  </a:lnTo>
                  <a:lnTo>
                    <a:pt x="187165" y="278923"/>
                  </a:lnTo>
                  <a:close/>
                  <a:moveTo>
                    <a:pt x="225745" y="309776"/>
                  </a:moveTo>
                  <a:lnTo>
                    <a:pt x="252289" y="326178"/>
                  </a:lnTo>
                  <a:lnTo>
                    <a:pt x="245082" y="320789"/>
                  </a:lnTo>
                  <a:close/>
                  <a:moveTo>
                    <a:pt x="286538" y="273574"/>
                  </a:moveTo>
                  <a:lnTo>
                    <a:pt x="325686" y="305934"/>
                  </a:lnTo>
                  <a:lnTo>
                    <a:pt x="323725" y="305246"/>
                  </a:lnTo>
                  <a:close/>
                  <a:moveTo>
                    <a:pt x="169326" y="41929"/>
                  </a:moveTo>
                  <a:lnTo>
                    <a:pt x="200901" y="60481"/>
                  </a:lnTo>
                  <a:lnTo>
                    <a:pt x="219999" y="99788"/>
                  </a:lnTo>
                  <a:close/>
                  <a:moveTo>
                    <a:pt x="621530" y="336726"/>
                  </a:moveTo>
                  <a:lnTo>
                    <a:pt x="580460" y="360820"/>
                  </a:lnTo>
                  <a:lnTo>
                    <a:pt x="601533" y="375415"/>
                  </a:lnTo>
                  <a:close/>
                  <a:moveTo>
                    <a:pt x="580460" y="360820"/>
                  </a:moveTo>
                  <a:lnTo>
                    <a:pt x="621530" y="336726"/>
                  </a:lnTo>
                  <a:lnTo>
                    <a:pt x="544154" y="335564"/>
                  </a:lnTo>
                  <a:close/>
                  <a:moveTo>
                    <a:pt x="629398" y="344698"/>
                  </a:moveTo>
                  <a:lnTo>
                    <a:pt x="601533" y="375415"/>
                  </a:lnTo>
                  <a:lnTo>
                    <a:pt x="687416" y="386943"/>
                  </a:lnTo>
                  <a:close/>
                  <a:moveTo>
                    <a:pt x="781179" y="36590"/>
                  </a:moveTo>
                  <a:lnTo>
                    <a:pt x="835411" y="93226"/>
                  </a:lnTo>
                  <a:lnTo>
                    <a:pt x="808487" y="52371"/>
                  </a:lnTo>
                  <a:close/>
                  <a:moveTo>
                    <a:pt x="781179" y="36590"/>
                  </a:moveTo>
                  <a:lnTo>
                    <a:pt x="808487" y="52371"/>
                  </a:lnTo>
                  <a:lnTo>
                    <a:pt x="795729" y="0"/>
                  </a:lnTo>
                  <a:close/>
                  <a:moveTo>
                    <a:pt x="920995" y="34204"/>
                  </a:moveTo>
                  <a:lnTo>
                    <a:pt x="925519" y="38863"/>
                  </a:lnTo>
                  <a:lnTo>
                    <a:pt x="934509" y="61646"/>
                  </a:lnTo>
                  <a:close/>
                  <a:moveTo>
                    <a:pt x="920995" y="34204"/>
                  </a:moveTo>
                  <a:lnTo>
                    <a:pt x="923444" y="10110"/>
                  </a:lnTo>
                  <a:lnTo>
                    <a:pt x="875007" y="24686"/>
                  </a:lnTo>
                  <a:close/>
                  <a:moveTo>
                    <a:pt x="1022658" y="54943"/>
                  </a:moveTo>
                  <a:lnTo>
                    <a:pt x="1071872" y="113183"/>
                  </a:lnTo>
                  <a:lnTo>
                    <a:pt x="1056696" y="61646"/>
                  </a:lnTo>
                  <a:close/>
                  <a:moveTo>
                    <a:pt x="1022658" y="54943"/>
                  </a:moveTo>
                  <a:lnTo>
                    <a:pt x="1048133" y="96975"/>
                  </a:lnTo>
                  <a:lnTo>
                    <a:pt x="1071872" y="113183"/>
                  </a:lnTo>
                  <a:close/>
                </a:path>
              </a:pathLst>
            </a:custGeom>
            <a:solidFill>
              <a:srgbClr val="F1F3F5"/>
            </a:solidFill>
            <a:ln w="1524">
              <a:solidFill>
                <a:srgbClr val="F1F3F5"/>
              </a:solidFill>
            </a:ln>
          </p:spPr>
        </p:sp>
        <p:sp>
          <p:nvSpPr>
            <p:cNvPr id="4342" name="Output_density__4341">
              <a:extLst>
                <a:ext uri="{FF2B5EF4-FFF2-40B4-BE49-F238E27FC236}">
                  <a16:creationId xmlns:a16="http://schemas.microsoft.com/office/drawing/2014/main" id="{F123442E-0929-2B13-A24C-6E4C87BEE567}"/>
                </a:ext>
              </a:extLst>
            </p:cNvPr>
            <p:cNvSpPr>
              <a:spLocks noGrp="1"/>
            </p:cNvSpPr>
            <p:nvPr/>
          </p:nvSpPr>
          <p:spPr>
            <a:xfrm>
              <a:off x="15027210" y="2975908"/>
              <a:ext cx="974666" cy="352026"/>
            </a:xfrm>
            <a:custGeom>
              <a:avLst/>
              <a:gdLst/>
              <a:ahLst/>
              <a:cxnLst/>
              <a:rect l="0" t="0" r="0" b="0"/>
              <a:pathLst>
                <a:path w="974666" h="352026">
                  <a:moveTo>
                    <a:pt x="0" y="302792"/>
                  </a:moveTo>
                  <a:lnTo>
                    <a:pt x="48072" y="307847"/>
                  </a:lnTo>
                  <a:lnTo>
                    <a:pt x="16847" y="305869"/>
                  </a:lnTo>
                  <a:close/>
                  <a:moveTo>
                    <a:pt x="84155" y="344012"/>
                  </a:moveTo>
                  <a:lnTo>
                    <a:pt x="88255" y="348541"/>
                  </a:lnTo>
                  <a:lnTo>
                    <a:pt x="95968" y="352026"/>
                  </a:lnTo>
                  <a:close/>
                  <a:moveTo>
                    <a:pt x="88255" y="348541"/>
                  </a:moveTo>
                  <a:lnTo>
                    <a:pt x="84155" y="344012"/>
                  </a:lnTo>
                  <a:lnTo>
                    <a:pt x="16847" y="305869"/>
                  </a:lnTo>
                  <a:close/>
                  <a:moveTo>
                    <a:pt x="54232" y="313458"/>
                  </a:moveTo>
                  <a:lnTo>
                    <a:pt x="88255" y="348541"/>
                  </a:lnTo>
                  <a:lnTo>
                    <a:pt x="16847" y="305869"/>
                  </a:lnTo>
                  <a:close/>
                  <a:moveTo>
                    <a:pt x="93841" y="141215"/>
                  </a:moveTo>
                  <a:lnTo>
                    <a:pt x="81651" y="165309"/>
                  </a:lnTo>
                  <a:lnTo>
                    <a:pt x="109244" y="131862"/>
                  </a:lnTo>
                  <a:close/>
                  <a:moveTo>
                    <a:pt x="81651" y="165309"/>
                  </a:moveTo>
                  <a:lnTo>
                    <a:pt x="81241" y="162064"/>
                  </a:lnTo>
                  <a:lnTo>
                    <a:pt x="109244" y="131862"/>
                  </a:lnTo>
                  <a:close/>
                  <a:moveTo>
                    <a:pt x="320718" y="263597"/>
                  </a:moveTo>
                  <a:lnTo>
                    <a:pt x="364584" y="252928"/>
                  </a:lnTo>
                  <a:lnTo>
                    <a:pt x="391056" y="217003"/>
                  </a:lnTo>
                  <a:close/>
                  <a:moveTo>
                    <a:pt x="364584" y="252928"/>
                  </a:moveTo>
                  <a:lnTo>
                    <a:pt x="408290" y="241662"/>
                  </a:lnTo>
                  <a:lnTo>
                    <a:pt x="439214" y="222381"/>
                  </a:lnTo>
                  <a:close/>
                  <a:moveTo>
                    <a:pt x="544766" y="267669"/>
                  </a:moveTo>
                  <a:lnTo>
                    <a:pt x="496592" y="262231"/>
                  </a:lnTo>
                  <a:lnTo>
                    <a:pt x="482362" y="256032"/>
                  </a:lnTo>
                  <a:close/>
                  <a:moveTo>
                    <a:pt x="496592" y="262231"/>
                  </a:moveTo>
                  <a:lnTo>
                    <a:pt x="544766" y="267669"/>
                  </a:lnTo>
                  <a:lnTo>
                    <a:pt x="582475" y="273760"/>
                  </a:lnTo>
                  <a:close/>
                  <a:moveTo>
                    <a:pt x="587171" y="251539"/>
                  </a:moveTo>
                  <a:lnTo>
                    <a:pt x="591197" y="275079"/>
                  </a:lnTo>
                  <a:lnTo>
                    <a:pt x="582475" y="273760"/>
                  </a:lnTo>
                  <a:close/>
                  <a:moveTo>
                    <a:pt x="591197" y="275079"/>
                  </a:moveTo>
                  <a:lnTo>
                    <a:pt x="624041" y="279556"/>
                  </a:lnTo>
                  <a:lnTo>
                    <a:pt x="632324" y="285458"/>
                  </a:lnTo>
                  <a:close/>
                  <a:moveTo>
                    <a:pt x="632324" y="285458"/>
                  </a:moveTo>
                  <a:lnTo>
                    <a:pt x="707325" y="256296"/>
                  </a:lnTo>
                  <a:lnTo>
                    <a:pt x="662424" y="263097"/>
                  </a:lnTo>
                  <a:close/>
                  <a:moveTo>
                    <a:pt x="644351" y="250985"/>
                  </a:moveTo>
                  <a:lnTo>
                    <a:pt x="591197" y="275079"/>
                  </a:lnTo>
                  <a:lnTo>
                    <a:pt x="632324" y="285458"/>
                  </a:lnTo>
                  <a:close/>
                  <a:moveTo>
                    <a:pt x="662424" y="263097"/>
                  </a:moveTo>
                  <a:lnTo>
                    <a:pt x="707325" y="256296"/>
                  </a:lnTo>
                  <a:lnTo>
                    <a:pt x="749229" y="278071"/>
                  </a:lnTo>
                  <a:close/>
                  <a:moveTo>
                    <a:pt x="749229" y="278071"/>
                  </a:moveTo>
                  <a:lnTo>
                    <a:pt x="760568" y="244527"/>
                  </a:lnTo>
                  <a:lnTo>
                    <a:pt x="758170" y="226892"/>
                  </a:lnTo>
                  <a:close/>
                  <a:moveTo>
                    <a:pt x="707325" y="256296"/>
                  </a:moveTo>
                  <a:lnTo>
                    <a:pt x="756273" y="264629"/>
                  </a:lnTo>
                  <a:lnTo>
                    <a:pt x="749229" y="278071"/>
                  </a:lnTo>
                  <a:close/>
                  <a:moveTo>
                    <a:pt x="760568" y="244527"/>
                  </a:moveTo>
                  <a:lnTo>
                    <a:pt x="748023" y="233783"/>
                  </a:lnTo>
                  <a:lnTo>
                    <a:pt x="758170" y="226892"/>
                  </a:lnTo>
                  <a:close/>
                  <a:moveTo>
                    <a:pt x="974666" y="184416"/>
                  </a:moveTo>
                  <a:lnTo>
                    <a:pt x="965132" y="129424"/>
                  </a:lnTo>
                  <a:lnTo>
                    <a:pt x="972342" y="178704"/>
                  </a:lnTo>
                  <a:close/>
                  <a:moveTo>
                    <a:pt x="965132" y="129424"/>
                  </a:moveTo>
                  <a:lnTo>
                    <a:pt x="964210" y="127167"/>
                  </a:lnTo>
                  <a:lnTo>
                    <a:pt x="972342" y="178704"/>
                  </a:lnTo>
                  <a:close/>
                  <a:moveTo>
                    <a:pt x="964210" y="127167"/>
                  </a:moveTo>
                  <a:lnTo>
                    <a:pt x="968169" y="103073"/>
                  </a:lnTo>
                  <a:lnTo>
                    <a:pt x="972342" y="178704"/>
                  </a:lnTo>
                  <a:close/>
                  <a:moveTo>
                    <a:pt x="968169" y="103073"/>
                  </a:moveTo>
                  <a:lnTo>
                    <a:pt x="964210" y="127167"/>
                  </a:lnTo>
                  <a:lnTo>
                    <a:pt x="940752" y="75630"/>
                  </a:lnTo>
                  <a:close/>
                  <a:moveTo>
                    <a:pt x="963294" y="51536"/>
                  </a:moveTo>
                  <a:lnTo>
                    <a:pt x="968169" y="103073"/>
                  </a:lnTo>
                  <a:lnTo>
                    <a:pt x="940752" y="75630"/>
                  </a:lnTo>
                  <a:close/>
                  <a:moveTo>
                    <a:pt x="940752" y="75630"/>
                  </a:moveTo>
                  <a:lnTo>
                    <a:pt x="966931" y="0"/>
                  </a:lnTo>
                  <a:lnTo>
                    <a:pt x="963294" y="51536"/>
                  </a:lnTo>
                  <a:close/>
                </a:path>
              </a:pathLst>
            </a:custGeom>
            <a:solidFill>
              <a:srgbClr val="EDF0F2"/>
            </a:solidFill>
            <a:ln w="1524">
              <a:solidFill>
                <a:srgbClr val="EDF0F2"/>
              </a:solidFill>
            </a:ln>
          </p:spPr>
        </p:sp>
        <p:sp>
          <p:nvSpPr>
            <p:cNvPr id="4343" name="Output_density__4342">
              <a:extLst>
                <a:ext uri="{FF2B5EF4-FFF2-40B4-BE49-F238E27FC236}">
                  <a16:creationId xmlns:a16="http://schemas.microsoft.com/office/drawing/2014/main" id="{40AFC30F-F211-81DE-8884-59A531F03221}"/>
                </a:ext>
              </a:extLst>
            </p:cNvPr>
            <p:cNvSpPr>
              <a:spLocks noGrp="1"/>
            </p:cNvSpPr>
            <p:nvPr/>
          </p:nvSpPr>
          <p:spPr>
            <a:xfrm>
              <a:off x="14897881" y="2775526"/>
              <a:ext cx="1047046" cy="586861"/>
            </a:xfrm>
            <a:custGeom>
              <a:avLst/>
              <a:gdLst/>
              <a:ahLst/>
              <a:cxnLst/>
              <a:rect l="0" t="0" r="0" b="0"/>
              <a:pathLst>
                <a:path w="1047046" h="586861">
                  <a:moveTo>
                    <a:pt x="49296" y="389785"/>
                  </a:moveTo>
                  <a:lnTo>
                    <a:pt x="19394" y="345129"/>
                  </a:lnTo>
                  <a:lnTo>
                    <a:pt x="7175" y="362342"/>
                  </a:lnTo>
                  <a:close/>
                  <a:moveTo>
                    <a:pt x="49296" y="389785"/>
                  </a:moveTo>
                  <a:lnTo>
                    <a:pt x="7175" y="362342"/>
                  </a:lnTo>
                  <a:lnTo>
                    <a:pt x="24388" y="413879"/>
                  </a:lnTo>
                  <a:close/>
                  <a:moveTo>
                    <a:pt x="0" y="310806"/>
                  </a:moveTo>
                  <a:lnTo>
                    <a:pt x="7175" y="362342"/>
                  </a:lnTo>
                  <a:lnTo>
                    <a:pt x="10739" y="289423"/>
                  </a:lnTo>
                  <a:close/>
                  <a:moveTo>
                    <a:pt x="7175" y="362342"/>
                  </a:moveTo>
                  <a:lnTo>
                    <a:pt x="19394" y="345129"/>
                  </a:lnTo>
                  <a:lnTo>
                    <a:pt x="10739" y="289423"/>
                  </a:lnTo>
                  <a:close/>
                  <a:moveTo>
                    <a:pt x="10739" y="289423"/>
                  </a:moveTo>
                  <a:lnTo>
                    <a:pt x="13202" y="283450"/>
                  </a:lnTo>
                  <a:lnTo>
                    <a:pt x="0" y="310806"/>
                  </a:lnTo>
                  <a:close/>
                  <a:moveTo>
                    <a:pt x="0" y="310806"/>
                  </a:moveTo>
                  <a:lnTo>
                    <a:pt x="13202" y="283450"/>
                  </a:lnTo>
                  <a:lnTo>
                    <a:pt x="20536" y="235175"/>
                  </a:lnTo>
                  <a:close/>
                  <a:moveTo>
                    <a:pt x="24658" y="338248"/>
                  </a:moveTo>
                  <a:lnTo>
                    <a:pt x="10739" y="289423"/>
                  </a:lnTo>
                  <a:lnTo>
                    <a:pt x="19394" y="345129"/>
                  </a:lnTo>
                  <a:close/>
                  <a:moveTo>
                    <a:pt x="24658" y="338248"/>
                  </a:moveTo>
                  <a:lnTo>
                    <a:pt x="12879" y="286712"/>
                  </a:lnTo>
                  <a:lnTo>
                    <a:pt x="10739" y="289423"/>
                  </a:lnTo>
                  <a:close/>
                  <a:moveTo>
                    <a:pt x="13202" y="283450"/>
                  </a:moveTo>
                  <a:lnTo>
                    <a:pt x="10739" y="289423"/>
                  </a:lnTo>
                  <a:lnTo>
                    <a:pt x="12879" y="286712"/>
                  </a:lnTo>
                  <a:close/>
                  <a:moveTo>
                    <a:pt x="225289" y="147680"/>
                  </a:moveTo>
                  <a:lnTo>
                    <a:pt x="144621" y="155651"/>
                  </a:lnTo>
                  <a:lnTo>
                    <a:pt x="211483" y="162893"/>
                  </a:lnTo>
                  <a:close/>
                  <a:moveTo>
                    <a:pt x="239053" y="155012"/>
                  </a:moveTo>
                  <a:lnTo>
                    <a:pt x="273873" y="154649"/>
                  </a:lnTo>
                  <a:lnTo>
                    <a:pt x="225289" y="147680"/>
                  </a:lnTo>
                  <a:close/>
                  <a:moveTo>
                    <a:pt x="808626" y="526998"/>
                  </a:moveTo>
                  <a:lnTo>
                    <a:pt x="822924" y="586861"/>
                  </a:lnTo>
                  <a:lnTo>
                    <a:pt x="822685" y="539352"/>
                  </a:lnTo>
                  <a:close/>
                  <a:moveTo>
                    <a:pt x="808626" y="526998"/>
                  </a:moveTo>
                  <a:lnTo>
                    <a:pt x="822685" y="539352"/>
                  </a:lnTo>
                  <a:lnTo>
                    <a:pt x="832945" y="515970"/>
                  </a:lnTo>
                  <a:close/>
                  <a:moveTo>
                    <a:pt x="805567" y="123789"/>
                  </a:moveTo>
                  <a:lnTo>
                    <a:pt x="820118" y="87199"/>
                  </a:lnTo>
                  <a:lnTo>
                    <a:pt x="777200" y="84108"/>
                  </a:lnTo>
                  <a:close/>
                  <a:moveTo>
                    <a:pt x="777200" y="84108"/>
                  </a:moveTo>
                  <a:lnTo>
                    <a:pt x="820118" y="87199"/>
                  </a:lnTo>
                  <a:lnTo>
                    <a:pt x="825367" y="20188"/>
                  </a:lnTo>
                  <a:close/>
                  <a:moveTo>
                    <a:pt x="851437" y="69866"/>
                  </a:moveTo>
                  <a:lnTo>
                    <a:pt x="831773" y="18330"/>
                  </a:lnTo>
                  <a:lnTo>
                    <a:pt x="820118" y="87199"/>
                  </a:lnTo>
                  <a:close/>
                  <a:moveTo>
                    <a:pt x="904885" y="45772"/>
                  </a:moveTo>
                  <a:lnTo>
                    <a:pt x="899396" y="111885"/>
                  </a:lnTo>
                  <a:lnTo>
                    <a:pt x="927739" y="82958"/>
                  </a:lnTo>
                  <a:close/>
                  <a:moveTo>
                    <a:pt x="904885" y="45772"/>
                  </a:moveTo>
                  <a:lnTo>
                    <a:pt x="851437" y="69866"/>
                  </a:lnTo>
                  <a:lnTo>
                    <a:pt x="899396" y="111885"/>
                  </a:lnTo>
                  <a:close/>
                  <a:moveTo>
                    <a:pt x="947832" y="97309"/>
                  </a:moveTo>
                  <a:lnTo>
                    <a:pt x="999727" y="142629"/>
                  </a:lnTo>
                  <a:lnTo>
                    <a:pt x="989219" y="88430"/>
                  </a:lnTo>
                  <a:close/>
                  <a:moveTo>
                    <a:pt x="999727" y="142629"/>
                  </a:moveTo>
                  <a:lnTo>
                    <a:pt x="1047046" y="142142"/>
                  </a:lnTo>
                  <a:lnTo>
                    <a:pt x="989219" y="88430"/>
                  </a:lnTo>
                  <a:close/>
                  <a:moveTo>
                    <a:pt x="989219" y="88430"/>
                  </a:moveTo>
                  <a:lnTo>
                    <a:pt x="927739" y="82958"/>
                  </a:lnTo>
                  <a:lnTo>
                    <a:pt x="947832" y="97309"/>
                  </a:lnTo>
                  <a:close/>
                  <a:moveTo>
                    <a:pt x="925309" y="39663"/>
                  </a:moveTo>
                  <a:lnTo>
                    <a:pt x="927739" y="82958"/>
                  </a:lnTo>
                  <a:lnTo>
                    <a:pt x="989219" y="88430"/>
                  </a:lnTo>
                  <a:close/>
                  <a:moveTo>
                    <a:pt x="982921" y="30807"/>
                  </a:moveTo>
                  <a:lnTo>
                    <a:pt x="925309" y="39663"/>
                  </a:lnTo>
                  <a:lnTo>
                    <a:pt x="989219" y="88430"/>
                  </a:lnTo>
                  <a:close/>
                  <a:moveTo>
                    <a:pt x="925309" y="39663"/>
                  </a:moveTo>
                  <a:lnTo>
                    <a:pt x="982921" y="30807"/>
                  </a:lnTo>
                  <a:lnTo>
                    <a:pt x="952271" y="0"/>
                  </a:lnTo>
                  <a:close/>
                </a:path>
              </a:pathLst>
            </a:custGeom>
            <a:solidFill>
              <a:srgbClr val="F4F6F7"/>
            </a:solidFill>
            <a:ln w="1524">
              <a:solidFill>
                <a:srgbClr val="F4F6F7"/>
              </a:solidFill>
            </a:ln>
          </p:spPr>
        </p:sp>
        <p:sp>
          <p:nvSpPr>
            <p:cNvPr id="4344" name="Output_density__4343">
              <a:extLst>
                <a:ext uri="{FF2B5EF4-FFF2-40B4-BE49-F238E27FC236}">
                  <a16:creationId xmlns:a16="http://schemas.microsoft.com/office/drawing/2014/main" id="{DFFBF31A-4CCF-50F4-CFF8-DDF9A189928E}"/>
                </a:ext>
              </a:extLst>
            </p:cNvPr>
            <p:cNvSpPr>
              <a:spLocks noGrp="1"/>
            </p:cNvSpPr>
            <p:nvPr/>
          </p:nvSpPr>
          <p:spPr>
            <a:xfrm>
              <a:off x="15115466" y="3154612"/>
              <a:ext cx="886410" cy="285759"/>
            </a:xfrm>
            <a:custGeom>
              <a:avLst/>
              <a:gdLst/>
              <a:ahLst/>
              <a:cxnLst/>
              <a:rect l="0" t="0" r="0" b="0"/>
              <a:pathLst>
                <a:path w="886410" h="285759">
                  <a:moveTo>
                    <a:pt x="53349" y="169272"/>
                  </a:moveTo>
                  <a:lnTo>
                    <a:pt x="7713" y="173322"/>
                  </a:lnTo>
                  <a:lnTo>
                    <a:pt x="0" y="169837"/>
                  </a:lnTo>
                  <a:close/>
                  <a:moveTo>
                    <a:pt x="7713" y="173322"/>
                  </a:moveTo>
                  <a:lnTo>
                    <a:pt x="53349" y="169272"/>
                  </a:lnTo>
                  <a:lnTo>
                    <a:pt x="90324" y="172617"/>
                  </a:lnTo>
                  <a:close/>
                  <a:moveTo>
                    <a:pt x="232462" y="84894"/>
                  </a:moveTo>
                  <a:lnTo>
                    <a:pt x="208544" y="114241"/>
                  </a:lnTo>
                  <a:lnTo>
                    <a:pt x="276329" y="74225"/>
                  </a:lnTo>
                  <a:close/>
                  <a:moveTo>
                    <a:pt x="741751" y="278428"/>
                  </a:moveTo>
                  <a:lnTo>
                    <a:pt x="760023" y="283471"/>
                  </a:lnTo>
                  <a:lnTo>
                    <a:pt x="768185" y="285759"/>
                  </a:lnTo>
                  <a:close/>
                  <a:moveTo>
                    <a:pt x="776625" y="278428"/>
                  </a:moveTo>
                  <a:lnTo>
                    <a:pt x="768185" y="285759"/>
                  </a:lnTo>
                  <a:lnTo>
                    <a:pt x="760023" y="283471"/>
                  </a:lnTo>
                  <a:close/>
                  <a:moveTo>
                    <a:pt x="741751" y="278428"/>
                  </a:moveTo>
                  <a:lnTo>
                    <a:pt x="768185" y="285759"/>
                  </a:lnTo>
                  <a:lnTo>
                    <a:pt x="778359" y="268563"/>
                  </a:lnTo>
                  <a:close/>
                  <a:moveTo>
                    <a:pt x="778359" y="268563"/>
                  </a:moveTo>
                  <a:lnTo>
                    <a:pt x="768185" y="285759"/>
                  </a:lnTo>
                  <a:lnTo>
                    <a:pt x="776625" y="278428"/>
                  </a:lnTo>
                  <a:close/>
                  <a:moveTo>
                    <a:pt x="789404" y="230195"/>
                  </a:moveTo>
                  <a:lnTo>
                    <a:pt x="806756" y="220716"/>
                  </a:lnTo>
                  <a:lnTo>
                    <a:pt x="807248" y="202798"/>
                  </a:lnTo>
                  <a:close/>
                  <a:moveTo>
                    <a:pt x="778359" y="268563"/>
                  </a:moveTo>
                  <a:lnTo>
                    <a:pt x="800835" y="233153"/>
                  </a:lnTo>
                  <a:lnTo>
                    <a:pt x="789404" y="230195"/>
                  </a:lnTo>
                  <a:close/>
                  <a:moveTo>
                    <a:pt x="871751" y="75631"/>
                  </a:moveTo>
                  <a:lnTo>
                    <a:pt x="868484" y="81382"/>
                  </a:lnTo>
                  <a:lnTo>
                    <a:pt x="843479" y="122792"/>
                  </a:lnTo>
                  <a:close/>
                  <a:moveTo>
                    <a:pt x="871751" y="75631"/>
                  </a:moveTo>
                  <a:lnTo>
                    <a:pt x="880185" y="51536"/>
                  </a:lnTo>
                  <a:lnTo>
                    <a:pt x="868484" y="81382"/>
                  </a:lnTo>
                  <a:close/>
                  <a:moveTo>
                    <a:pt x="871751" y="75631"/>
                  </a:moveTo>
                  <a:lnTo>
                    <a:pt x="886410" y="5712"/>
                  </a:lnTo>
                  <a:lnTo>
                    <a:pt x="884087" y="0"/>
                  </a:lnTo>
                  <a:close/>
                  <a:moveTo>
                    <a:pt x="871751" y="75631"/>
                  </a:moveTo>
                  <a:lnTo>
                    <a:pt x="884087" y="0"/>
                  </a:lnTo>
                  <a:lnTo>
                    <a:pt x="880185" y="51536"/>
                  </a:lnTo>
                  <a:close/>
                </a:path>
              </a:pathLst>
            </a:custGeom>
            <a:solidFill>
              <a:srgbClr val="ECEFF1"/>
            </a:solidFill>
            <a:ln w="1524">
              <a:solidFill>
                <a:srgbClr val="ECEFF1"/>
              </a:solidFill>
            </a:ln>
          </p:spPr>
        </p:sp>
        <p:sp>
          <p:nvSpPr>
            <p:cNvPr id="4345" name="Output_density__4344">
              <a:extLst>
                <a:ext uri="{FF2B5EF4-FFF2-40B4-BE49-F238E27FC236}">
                  <a16:creationId xmlns:a16="http://schemas.microsoft.com/office/drawing/2014/main" id="{52FC7895-C382-B13A-71C3-FE4F6F0F1B91}"/>
                </a:ext>
              </a:extLst>
            </p:cNvPr>
            <p:cNvSpPr>
              <a:spLocks noGrp="1"/>
            </p:cNvSpPr>
            <p:nvPr/>
          </p:nvSpPr>
          <p:spPr>
            <a:xfrm>
              <a:off x="14910760" y="2774690"/>
              <a:ext cx="939392" cy="527834"/>
            </a:xfrm>
            <a:custGeom>
              <a:avLst/>
              <a:gdLst/>
              <a:ahLst/>
              <a:cxnLst/>
              <a:rect l="0" t="0" r="0" b="0"/>
              <a:pathLst>
                <a:path w="939392" h="527834">
                  <a:moveTo>
                    <a:pt x="28697" y="255475"/>
                  </a:moveTo>
                  <a:lnTo>
                    <a:pt x="323" y="284286"/>
                  </a:lnTo>
                  <a:lnTo>
                    <a:pt x="0" y="287548"/>
                  </a:lnTo>
                  <a:close/>
                  <a:moveTo>
                    <a:pt x="323" y="284286"/>
                  </a:moveTo>
                  <a:lnTo>
                    <a:pt x="28697" y="255475"/>
                  </a:lnTo>
                  <a:lnTo>
                    <a:pt x="7657" y="236011"/>
                  </a:lnTo>
                  <a:close/>
                  <a:moveTo>
                    <a:pt x="28697" y="255475"/>
                  </a:moveTo>
                  <a:lnTo>
                    <a:pt x="35042" y="211917"/>
                  </a:lnTo>
                  <a:lnTo>
                    <a:pt x="7657" y="236011"/>
                  </a:lnTo>
                  <a:close/>
                  <a:moveTo>
                    <a:pt x="35042" y="211917"/>
                  </a:moveTo>
                  <a:lnTo>
                    <a:pt x="51590" y="166388"/>
                  </a:lnTo>
                  <a:lnTo>
                    <a:pt x="10205" y="184474"/>
                  </a:lnTo>
                  <a:close/>
                  <a:moveTo>
                    <a:pt x="7657" y="236011"/>
                  </a:moveTo>
                  <a:lnTo>
                    <a:pt x="35042" y="211917"/>
                  </a:lnTo>
                  <a:lnTo>
                    <a:pt x="10205" y="184474"/>
                  </a:lnTo>
                  <a:close/>
                  <a:moveTo>
                    <a:pt x="55454" y="160381"/>
                  </a:moveTo>
                  <a:lnTo>
                    <a:pt x="41826" y="167013"/>
                  </a:lnTo>
                  <a:lnTo>
                    <a:pt x="51590" y="166388"/>
                  </a:lnTo>
                  <a:close/>
                  <a:moveTo>
                    <a:pt x="51590" y="166388"/>
                  </a:moveTo>
                  <a:lnTo>
                    <a:pt x="35042" y="211917"/>
                  </a:lnTo>
                  <a:lnTo>
                    <a:pt x="89025" y="191383"/>
                  </a:lnTo>
                  <a:close/>
                  <a:moveTo>
                    <a:pt x="116986" y="143890"/>
                  </a:moveTo>
                  <a:lnTo>
                    <a:pt x="55454" y="160381"/>
                  </a:lnTo>
                  <a:lnTo>
                    <a:pt x="131742" y="156487"/>
                  </a:lnTo>
                  <a:close/>
                  <a:moveTo>
                    <a:pt x="55454" y="160381"/>
                  </a:moveTo>
                  <a:lnTo>
                    <a:pt x="51590" y="166388"/>
                  </a:lnTo>
                  <a:lnTo>
                    <a:pt x="131742" y="156487"/>
                  </a:lnTo>
                  <a:close/>
                  <a:moveTo>
                    <a:pt x="131742" y="156487"/>
                  </a:moveTo>
                  <a:lnTo>
                    <a:pt x="51590" y="166388"/>
                  </a:lnTo>
                  <a:lnTo>
                    <a:pt x="102556" y="187823"/>
                  </a:lnTo>
                  <a:close/>
                  <a:moveTo>
                    <a:pt x="102556" y="187823"/>
                  </a:moveTo>
                  <a:lnTo>
                    <a:pt x="51590" y="166388"/>
                  </a:lnTo>
                  <a:lnTo>
                    <a:pt x="89025" y="191383"/>
                  </a:lnTo>
                  <a:close/>
                  <a:moveTo>
                    <a:pt x="156425" y="136287"/>
                  </a:moveTo>
                  <a:lnTo>
                    <a:pt x="116986" y="143890"/>
                  </a:lnTo>
                  <a:lnTo>
                    <a:pt x="131742" y="156487"/>
                  </a:lnTo>
                  <a:close/>
                  <a:moveTo>
                    <a:pt x="156425" y="136287"/>
                  </a:moveTo>
                  <a:lnTo>
                    <a:pt x="125164" y="84750"/>
                  </a:lnTo>
                  <a:lnTo>
                    <a:pt x="116986" y="143890"/>
                  </a:lnTo>
                  <a:close/>
                  <a:moveTo>
                    <a:pt x="131742" y="156487"/>
                  </a:moveTo>
                  <a:lnTo>
                    <a:pt x="102556" y="187823"/>
                  </a:lnTo>
                  <a:lnTo>
                    <a:pt x="157795" y="173457"/>
                  </a:lnTo>
                  <a:close/>
                  <a:moveTo>
                    <a:pt x="180836" y="129964"/>
                  </a:moveTo>
                  <a:lnTo>
                    <a:pt x="156425" y="136287"/>
                  </a:lnTo>
                  <a:lnTo>
                    <a:pt x="212410" y="148516"/>
                  </a:lnTo>
                  <a:close/>
                  <a:moveTo>
                    <a:pt x="156425" y="136287"/>
                  </a:moveTo>
                  <a:lnTo>
                    <a:pt x="131742" y="156487"/>
                  </a:lnTo>
                  <a:lnTo>
                    <a:pt x="212410" y="148516"/>
                  </a:lnTo>
                  <a:close/>
                  <a:moveTo>
                    <a:pt x="198604" y="163729"/>
                  </a:moveTo>
                  <a:lnTo>
                    <a:pt x="131742" y="156487"/>
                  </a:lnTo>
                  <a:lnTo>
                    <a:pt x="157795" y="173457"/>
                  </a:lnTo>
                  <a:close/>
                  <a:moveTo>
                    <a:pt x="795747" y="527834"/>
                  </a:moveTo>
                  <a:lnTo>
                    <a:pt x="820066" y="516806"/>
                  </a:lnTo>
                  <a:lnTo>
                    <a:pt x="801499" y="509130"/>
                  </a:lnTo>
                  <a:close/>
                  <a:moveTo>
                    <a:pt x="444053" y="218148"/>
                  </a:moveTo>
                  <a:lnTo>
                    <a:pt x="496198" y="213738"/>
                  </a:lnTo>
                  <a:lnTo>
                    <a:pt x="486721" y="205613"/>
                  </a:lnTo>
                  <a:close/>
                  <a:moveTo>
                    <a:pt x="496198" y="213738"/>
                  </a:moveTo>
                  <a:lnTo>
                    <a:pt x="526159" y="178385"/>
                  </a:lnTo>
                  <a:lnTo>
                    <a:pt x="486721" y="205613"/>
                  </a:lnTo>
                  <a:close/>
                  <a:moveTo>
                    <a:pt x="496198" y="213738"/>
                  </a:moveTo>
                  <a:lnTo>
                    <a:pt x="564333" y="196327"/>
                  </a:lnTo>
                  <a:lnTo>
                    <a:pt x="526159" y="178385"/>
                  </a:lnTo>
                  <a:close/>
                  <a:moveTo>
                    <a:pt x="526159" y="178385"/>
                  </a:moveTo>
                  <a:lnTo>
                    <a:pt x="564333" y="196327"/>
                  </a:lnTo>
                  <a:lnTo>
                    <a:pt x="540811" y="167078"/>
                  </a:lnTo>
                  <a:close/>
                  <a:moveTo>
                    <a:pt x="540811" y="167078"/>
                  </a:moveTo>
                  <a:lnTo>
                    <a:pt x="564333" y="196327"/>
                  </a:lnTo>
                  <a:lnTo>
                    <a:pt x="569673" y="194521"/>
                  </a:lnTo>
                  <a:close/>
                  <a:moveTo>
                    <a:pt x="540811" y="167078"/>
                  </a:moveTo>
                  <a:lnTo>
                    <a:pt x="569673" y="194521"/>
                  </a:lnTo>
                  <a:lnTo>
                    <a:pt x="582880" y="142984"/>
                  </a:lnTo>
                  <a:close/>
                  <a:moveTo>
                    <a:pt x="564333" y="196327"/>
                  </a:moveTo>
                  <a:lnTo>
                    <a:pt x="568306" y="201067"/>
                  </a:lnTo>
                  <a:lnTo>
                    <a:pt x="569673" y="194521"/>
                  </a:lnTo>
                  <a:close/>
                  <a:moveTo>
                    <a:pt x="582880" y="142984"/>
                  </a:moveTo>
                  <a:lnTo>
                    <a:pt x="569673" y="194521"/>
                  </a:lnTo>
                  <a:lnTo>
                    <a:pt x="641121" y="170427"/>
                  </a:lnTo>
                  <a:close/>
                  <a:moveTo>
                    <a:pt x="582880" y="142984"/>
                  </a:moveTo>
                  <a:lnTo>
                    <a:pt x="641121" y="170427"/>
                  </a:lnTo>
                  <a:lnTo>
                    <a:pt x="626048" y="118891"/>
                  </a:lnTo>
                  <a:close/>
                  <a:moveTo>
                    <a:pt x="576206" y="91448"/>
                  </a:moveTo>
                  <a:lnTo>
                    <a:pt x="620039" y="84912"/>
                  </a:lnTo>
                  <a:lnTo>
                    <a:pt x="611963" y="70101"/>
                  </a:lnTo>
                  <a:close/>
                  <a:moveTo>
                    <a:pt x="626048" y="118891"/>
                  </a:moveTo>
                  <a:lnTo>
                    <a:pt x="620039" y="84912"/>
                  </a:lnTo>
                  <a:lnTo>
                    <a:pt x="576206" y="91448"/>
                  </a:lnTo>
                  <a:close/>
                  <a:moveTo>
                    <a:pt x="582880" y="142984"/>
                  </a:moveTo>
                  <a:lnTo>
                    <a:pt x="626048" y="118891"/>
                  </a:lnTo>
                  <a:lnTo>
                    <a:pt x="576206" y="91448"/>
                  </a:lnTo>
                  <a:close/>
                  <a:moveTo>
                    <a:pt x="611963" y="70101"/>
                  </a:moveTo>
                  <a:lnTo>
                    <a:pt x="620039" y="84912"/>
                  </a:lnTo>
                  <a:lnTo>
                    <a:pt x="616325" y="67354"/>
                  </a:lnTo>
                  <a:close/>
                  <a:moveTo>
                    <a:pt x="626048" y="118891"/>
                  </a:moveTo>
                  <a:lnTo>
                    <a:pt x="644263" y="169328"/>
                  </a:lnTo>
                  <a:lnTo>
                    <a:pt x="631725" y="116778"/>
                  </a:lnTo>
                  <a:close/>
                  <a:moveTo>
                    <a:pt x="620039" y="84912"/>
                  </a:moveTo>
                  <a:lnTo>
                    <a:pt x="626048" y="118891"/>
                  </a:lnTo>
                  <a:lnTo>
                    <a:pt x="631725" y="116778"/>
                  </a:lnTo>
                  <a:close/>
                  <a:moveTo>
                    <a:pt x="620039" y="84912"/>
                  </a:moveTo>
                  <a:lnTo>
                    <a:pt x="631725" y="116778"/>
                  </a:lnTo>
                  <a:lnTo>
                    <a:pt x="616325" y="67354"/>
                  </a:lnTo>
                  <a:close/>
                  <a:moveTo>
                    <a:pt x="616325" y="67354"/>
                  </a:moveTo>
                  <a:lnTo>
                    <a:pt x="631725" y="116778"/>
                  </a:lnTo>
                  <a:lnTo>
                    <a:pt x="689288" y="94796"/>
                  </a:lnTo>
                  <a:close/>
                  <a:moveTo>
                    <a:pt x="616325" y="67354"/>
                  </a:moveTo>
                  <a:lnTo>
                    <a:pt x="689288" y="94796"/>
                  </a:lnTo>
                  <a:lnTo>
                    <a:pt x="688961" y="43260"/>
                  </a:lnTo>
                  <a:close/>
                  <a:moveTo>
                    <a:pt x="688961" y="43260"/>
                  </a:moveTo>
                  <a:lnTo>
                    <a:pt x="690691" y="39490"/>
                  </a:lnTo>
                  <a:lnTo>
                    <a:pt x="640738" y="15817"/>
                  </a:lnTo>
                  <a:close/>
                  <a:moveTo>
                    <a:pt x="616325" y="67354"/>
                  </a:moveTo>
                  <a:lnTo>
                    <a:pt x="688961" y="43260"/>
                  </a:lnTo>
                  <a:lnTo>
                    <a:pt x="640738" y="15817"/>
                  </a:lnTo>
                  <a:close/>
                  <a:moveTo>
                    <a:pt x="653804" y="11324"/>
                  </a:moveTo>
                  <a:lnTo>
                    <a:pt x="690691" y="39490"/>
                  </a:lnTo>
                  <a:lnTo>
                    <a:pt x="738281" y="42746"/>
                  </a:lnTo>
                  <a:close/>
                  <a:moveTo>
                    <a:pt x="688961" y="43260"/>
                  </a:moveTo>
                  <a:lnTo>
                    <a:pt x="713704" y="88113"/>
                  </a:lnTo>
                  <a:lnTo>
                    <a:pt x="693165" y="42068"/>
                  </a:lnTo>
                  <a:close/>
                  <a:moveTo>
                    <a:pt x="688961" y="43260"/>
                  </a:moveTo>
                  <a:lnTo>
                    <a:pt x="689288" y="94796"/>
                  </a:lnTo>
                  <a:lnTo>
                    <a:pt x="713704" y="88113"/>
                  </a:lnTo>
                  <a:close/>
                  <a:moveTo>
                    <a:pt x="713704" y="88113"/>
                  </a:moveTo>
                  <a:lnTo>
                    <a:pt x="764321" y="84944"/>
                  </a:lnTo>
                  <a:lnTo>
                    <a:pt x="738604" y="43109"/>
                  </a:lnTo>
                  <a:close/>
                  <a:moveTo>
                    <a:pt x="713704" y="88113"/>
                  </a:moveTo>
                  <a:lnTo>
                    <a:pt x="738604" y="43109"/>
                  </a:lnTo>
                  <a:lnTo>
                    <a:pt x="693165" y="42068"/>
                  </a:lnTo>
                  <a:close/>
                  <a:moveTo>
                    <a:pt x="764321" y="84944"/>
                  </a:moveTo>
                  <a:lnTo>
                    <a:pt x="812488" y="21024"/>
                  </a:lnTo>
                  <a:lnTo>
                    <a:pt x="738604" y="43109"/>
                  </a:lnTo>
                  <a:close/>
                  <a:moveTo>
                    <a:pt x="818894" y="19166"/>
                  </a:moveTo>
                  <a:lnTo>
                    <a:pt x="812488" y="21024"/>
                  </a:lnTo>
                  <a:lnTo>
                    <a:pt x="807239" y="88035"/>
                  </a:lnTo>
                  <a:close/>
                  <a:moveTo>
                    <a:pt x="690691" y="39490"/>
                  </a:moveTo>
                  <a:lnTo>
                    <a:pt x="688961" y="43260"/>
                  </a:lnTo>
                  <a:lnTo>
                    <a:pt x="693165" y="42068"/>
                  </a:lnTo>
                  <a:close/>
                  <a:moveTo>
                    <a:pt x="693165" y="42068"/>
                  </a:moveTo>
                  <a:lnTo>
                    <a:pt x="738281" y="42746"/>
                  </a:lnTo>
                  <a:lnTo>
                    <a:pt x="690691" y="39490"/>
                  </a:lnTo>
                  <a:close/>
                  <a:moveTo>
                    <a:pt x="693165" y="42068"/>
                  </a:moveTo>
                  <a:lnTo>
                    <a:pt x="738604" y="43109"/>
                  </a:lnTo>
                  <a:lnTo>
                    <a:pt x="738281" y="42746"/>
                  </a:lnTo>
                  <a:close/>
                  <a:moveTo>
                    <a:pt x="818894" y="19166"/>
                  </a:moveTo>
                  <a:lnTo>
                    <a:pt x="897892" y="20351"/>
                  </a:lnTo>
                  <a:lnTo>
                    <a:pt x="885069" y="0"/>
                  </a:lnTo>
                  <a:close/>
                  <a:moveTo>
                    <a:pt x="892006" y="46609"/>
                  </a:moveTo>
                  <a:lnTo>
                    <a:pt x="897892" y="20351"/>
                  </a:lnTo>
                  <a:lnTo>
                    <a:pt x="818894" y="19166"/>
                  </a:lnTo>
                  <a:close/>
                  <a:moveTo>
                    <a:pt x="838558" y="70702"/>
                  </a:moveTo>
                  <a:lnTo>
                    <a:pt x="892006" y="46609"/>
                  </a:lnTo>
                  <a:lnTo>
                    <a:pt x="818894" y="19166"/>
                  </a:lnTo>
                  <a:close/>
                  <a:moveTo>
                    <a:pt x="885069" y="0"/>
                  </a:moveTo>
                  <a:lnTo>
                    <a:pt x="897892" y="20351"/>
                  </a:lnTo>
                  <a:lnTo>
                    <a:pt x="939392" y="836"/>
                  </a:lnTo>
                  <a:close/>
                  <a:moveTo>
                    <a:pt x="892006" y="46609"/>
                  </a:moveTo>
                  <a:lnTo>
                    <a:pt x="914860" y="83794"/>
                  </a:lnTo>
                  <a:lnTo>
                    <a:pt x="912430" y="40499"/>
                  </a:lnTo>
                  <a:close/>
                  <a:moveTo>
                    <a:pt x="897892" y="20351"/>
                  </a:moveTo>
                  <a:lnTo>
                    <a:pt x="892006" y="46609"/>
                  </a:lnTo>
                  <a:lnTo>
                    <a:pt x="912430" y="40499"/>
                  </a:lnTo>
                  <a:close/>
                  <a:moveTo>
                    <a:pt x="912430" y="40499"/>
                  </a:moveTo>
                  <a:lnTo>
                    <a:pt x="939392" y="836"/>
                  </a:lnTo>
                  <a:lnTo>
                    <a:pt x="897892" y="20351"/>
                  </a:lnTo>
                  <a:close/>
                </a:path>
              </a:pathLst>
            </a:custGeom>
            <a:solidFill>
              <a:srgbClr val="F5F7F8"/>
            </a:solidFill>
            <a:ln w="1524">
              <a:solidFill>
                <a:srgbClr val="F5F7F8"/>
              </a:solidFill>
            </a:ln>
          </p:spPr>
        </p:sp>
        <p:sp>
          <p:nvSpPr>
            <p:cNvPr id="4346" name="Output_density__4345">
              <a:extLst>
                <a:ext uri="{FF2B5EF4-FFF2-40B4-BE49-F238E27FC236}">
                  <a16:creationId xmlns:a16="http://schemas.microsoft.com/office/drawing/2014/main" id="{D8AB487E-F673-4622-F542-417032290DF4}"/>
                </a:ext>
              </a:extLst>
            </p:cNvPr>
            <p:cNvSpPr>
              <a:spLocks noGrp="1"/>
            </p:cNvSpPr>
            <p:nvPr/>
          </p:nvSpPr>
          <p:spPr>
            <a:xfrm>
              <a:off x="14972977" y="2959700"/>
              <a:ext cx="1016997" cy="428071"/>
            </a:xfrm>
            <a:custGeom>
              <a:avLst/>
              <a:gdLst/>
              <a:ahLst/>
              <a:cxnLst/>
              <a:rect l="0" t="0" r="0" b="0"/>
              <a:pathLst>
                <a:path w="1016997" h="428071">
                  <a:moveTo>
                    <a:pt x="0" y="257147"/>
                  </a:moveTo>
                  <a:lnTo>
                    <a:pt x="1065" y="294888"/>
                  </a:lnTo>
                  <a:lnTo>
                    <a:pt x="37153" y="294915"/>
                  </a:lnTo>
                  <a:close/>
                  <a:moveTo>
                    <a:pt x="141679" y="336127"/>
                  </a:moveTo>
                  <a:lnTo>
                    <a:pt x="128882" y="328299"/>
                  </a:lnTo>
                  <a:lnTo>
                    <a:pt x="93564" y="331150"/>
                  </a:lnTo>
                  <a:close/>
                  <a:moveTo>
                    <a:pt x="79226" y="284590"/>
                  </a:moveTo>
                  <a:lnTo>
                    <a:pt x="93564" y="331150"/>
                  </a:lnTo>
                  <a:lnTo>
                    <a:pt x="128882" y="328299"/>
                  </a:lnTo>
                  <a:close/>
                  <a:moveTo>
                    <a:pt x="79226" y="284590"/>
                  </a:moveTo>
                  <a:lnTo>
                    <a:pt x="57272" y="308684"/>
                  </a:lnTo>
                  <a:lnTo>
                    <a:pt x="93564" y="331150"/>
                  </a:lnTo>
                  <a:close/>
                  <a:moveTo>
                    <a:pt x="57272" y="308684"/>
                  </a:moveTo>
                  <a:lnTo>
                    <a:pt x="79226" y="284590"/>
                  </a:lnTo>
                  <a:lnTo>
                    <a:pt x="37153" y="294915"/>
                  </a:lnTo>
                  <a:close/>
                  <a:moveTo>
                    <a:pt x="195049" y="312033"/>
                  </a:moveTo>
                  <a:lnTo>
                    <a:pt x="141679" y="336127"/>
                  </a:lnTo>
                  <a:lnTo>
                    <a:pt x="183620" y="358278"/>
                  </a:lnTo>
                  <a:close/>
                  <a:moveTo>
                    <a:pt x="175038" y="212801"/>
                  </a:moveTo>
                  <a:lnTo>
                    <a:pt x="136458" y="181948"/>
                  </a:lnTo>
                  <a:lnTo>
                    <a:pt x="155055" y="208959"/>
                  </a:lnTo>
                  <a:close/>
                  <a:moveTo>
                    <a:pt x="184944" y="228330"/>
                  </a:moveTo>
                  <a:lnTo>
                    <a:pt x="155055" y="208959"/>
                  </a:lnTo>
                  <a:lnTo>
                    <a:pt x="212599" y="196829"/>
                  </a:lnTo>
                  <a:close/>
                  <a:moveTo>
                    <a:pt x="259940" y="133329"/>
                  </a:moveTo>
                  <a:lnTo>
                    <a:pt x="273939" y="184866"/>
                  </a:lnTo>
                  <a:lnTo>
                    <a:pt x="262618" y="116840"/>
                  </a:lnTo>
                  <a:close/>
                  <a:moveTo>
                    <a:pt x="238154" y="117695"/>
                  </a:moveTo>
                  <a:lnTo>
                    <a:pt x="262618" y="116840"/>
                  </a:lnTo>
                  <a:lnTo>
                    <a:pt x="221883" y="111974"/>
                  </a:lnTo>
                  <a:close/>
                  <a:moveTo>
                    <a:pt x="399813" y="206752"/>
                  </a:moveTo>
                  <a:lnTo>
                    <a:pt x="351412" y="231573"/>
                  </a:lnTo>
                  <a:lnTo>
                    <a:pt x="395827" y="222956"/>
                  </a:lnTo>
                  <a:close/>
                  <a:moveTo>
                    <a:pt x="455502" y="199460"/>
                  </a:moveTo>
                  <a:lnTo>
                    <a:pt x="395827" y="222956"/>
                  </a:lnTo>
                  <a:lnTo>
                    <a:pt x="445290" y="233211"/>
                  </a:lnTo>
                  <a:close/>
                  <a:moveTo>
                    <a:pt x="455502" y="199460"/>
                  </a:moveTo>
                  <a:lnTo>
                    <a:pt x="399813" y="206752"/>
                  </a:lnTo>
                  <a:lnTo>
                    <a:pt x="395827" y="222956"/>
                  </a:lnTo>
                  <a:close/>
                  <a:moveTo>
                    <a:pt x="493447" y="238589"/>
                  </a:moveTo>
                  <a:lnTo>
                    <a:pt x="516507" y="189906"/>
                  </a:lnTo>
                  <a:lnTo>
                    <a:pt x="445290" y="233211"/>
                  </a:lnTo>
                  <a:close/>
                  <a:moveTo>
                    <a:pt x="698585" y="267193"/>
                  </a:moveTo>
                  <a:lnTo>
                    <a:pt x="662475" y="251401"/>
                  </a:lnTo>
                  <a:lnTo>
                    <a:pt x="636709" y="289968"/>
                  </a:lnTo>
                  <a:close/>
                  <a:moveTo>
                    <a:pt x="636709" y="289968"/>
                  </a:moveTo>
                  <a:lnTo>
                    <a:pt x="662475" y="251401"/>
                  </a:lnTo>
                  <a:lnTo>
                    <a:pt x="578691" y="247723"/>
                  </a:lnTo>
                  <a:close/>
                  <a:moveTo>
                    <a:pt x="859972" y="412240"/>
                  </a:moveTo>
                  <a:lnTo>
                    <a:pt x="853560" y="421803"/>
                  </a:lnTo>
                  <a:lnTo>
                    <a:pt x="885967" y="428071"/>
                  </a:lnTo>
                  <a:close/>
                  <a:moveTo>
                    <a:pt x="730991" y="243100"/>
                  </a:moveTo>
                  <a:lnTo>
                    <a:pt x="716658" y="279305"/>
                  </a:lnTo>
                  <a:lnTo>
                    <a:pt x="747132" y="258344"/>
                  </a:lnTo>
                  <a:close/>
                  <a:moveTo>
                    <a:pt x="730991" y="243100"/>
                  </a:moveTo>
                  <a:lnTo>
                    <a:pt x="698585" y="267193"/>
                  </a:lnTo>
                  <a:lnTo>
                    <a:pt x="716658" y="279305"/>
                  </a:lnTo>
                  <a:close/>
                  <a:moveTo>
                    <a:pt x="698585" y="267193"/>
                  </a:moveTo>
                  <a:lnTo>
                    <a:pt x="730991" y="243100"/>
                  </a:lnTo>
                  <a:lnTo>
                    <a:pt x="662475" y="251401"/>
                  </a:lnTo>
                  <a:close/>
                  <a:moveTo>
                    <a:pt x="747132" y="258344"/>
                  </a:moveTo>
                  <a:lnTo>
                    <a:pt x="804867" y="293572"/>
                  </a:lnTo>
                  <a:lnTo>
                    <a:pt x="791433" y="219006"/>
                  </a:lnTo>
                  <a:close/>
                  <a:moveTo>
                    <a:pt x="998663" y="170818"/>
                  </a:moveTo>
                  <a:lnTo>
                    <a:pt x="976657" y="187772"/>
                  </a:lnTo>
                  <a:lnTo>
                    <a:pt x="1016997" y="172318"/>
                  </a:lnTo>
                  <a:close/>
                  <a:moveTo>
                    <a:pt x="1016997" y="172318"/>
                  </a:moveTo>
                  <a:lnTo>
                    <a:pt x="982286" y="225297"/>
                  </a:lnTo>
                  <a:lnTo>
                    <a:pt x="1015940" y="235920"/>
                  </a:lnTo>
                  <a:close/>
                  <a:moveTo>
                    <a:pt x="998663" y="170818"/>
                  </a:moveTo>
                  <a:lnTo>
                    <a:pt x="1016997" y="172318"/>
                  </a:lnTo>
                  <a:lnTo>
                    <a:pt x="1016569" y="162317"/>
                  </a:lnTo>
                  <a:close/>
                  <a:moveTo>
                    <a:pt x="1013396" y="112503"/>
                  </a:moveTo>
                  <a:lnTo>
                    <a:pt x="998663" y="170818"/>
                  </a:lnTo>
                  <a:lnTo>
                    <a:pt x="1016569" y="162317"/>
                  </a:lnTo>
                  <a:close/>
                  <a:moveTo>
                    <a:pt x="974465" y="168913"/>
                  </a:moveTo>
                  <a:lnTo>
                    <a:pt x="998663" y="170818"/>
                  </a:lnTo>
                  <a:lnTo>
                    <a:pt x="1013396" y="112503"/>
                  </a:lnTo>
                  <a:close/>
                  <a:moveTo>
                    <a:pt x="972520" y="107752"/>
                  </a:moveTo>
                  <a:lnTo>
                    <a:pt x="1013396" y="112503"/>
                  </a:lnTo>
                  <a:lnTo>
                    <a:pt x="1003852" y="57519"/>
                  </a:lnTo>
                  <a:close/>
                  <a:moveTo>
                    <a:pt x="972520" y="107752"/>
                  </a:moveTo>
                  <a:lnTo>
                    <a:pt x="1003852" y="57519"/>
                  </a:lnTo>
                  <a:lnTo>
                    <a:pt x="965800" y="50472"/>
                  </a:lnTo>
                  <a:close/>
                  <a:moveTo>
                    <a:pt x="965800" y="50472"/>
                  </a:moveTo>
                  <a:lnTo>
                    <a:pt x="1003852" y="57519"/>
                  </a:lnTo>
                  <a:lnTo>
                    <a:pt x="997426" y="0"/>
                  </a:lnTo>
                  <a:close/>
                </a:path>
              </a:pathLst>
            </a:custGeom>
            <a:solidFill>
              <a:srgbClr val="F1F3F5"/>
            </a:solidFill>
            <a:ln w="1524">
              <a:solidFill>
                <a:srgbClr val="F1F3F5"/>
              </a:solidFill>
            </a:ln>
          </p:spPr>
        </p:sp>
        <p:sp>
          <p:nvSpPr>
            <p:cNvPr id="4347" name="Output_density__4346">
              <a:extLst>
                <a:ext uri="{FF2B5EF4-FFF2-40B4-BE49-F238E27FC236}">
                  <a16:creationId xmlns:a16="http://schemas.microsoft.com/office/drawing/2014/main" id="{E72B9A1B-2116-F6F5-F186-4EE9F58746CC}"/>
                </a:ext>
              </a:extLst>
            </p:cNvPr>
            <p:cNvSpPr>
              <a:spLocks noGrp="1"/>
            </p:cNvSpPr>
            <p:nvPr/>
          </p:nvSpPr>
          <p:spPr>
            <a:xfrm>
              <a:off x="14917276" y="2872835"/>
              <a:ext cx="1027652" cy="381781"/>
            </a:xfrm>
            <a:custGeom>
              <a:avLst/>
              <a:gdLst/>
              <a:ahLst/>
              <a:cxnLst/>
              <a:rect l="0" t="0" r="0" b="0"/>
              <a:pathLst>
                <a:path w="1027652" h="381781">
                  <a:moveTo>
                    <a:pt x="4994" y="316570"/>
                  </a:moveTo>
                  <a:lnTo>
                    <a:pt x="55701" y="344013"/>
                  </a:lnTo>
                  <a:lnTo>
                    <a:pt x="29902" y="292476"/>
                  </a:lnTo>
                  <a:close/>
                  <a:moveTo>
                    <a:pt x="11409" y="251949"/>
                  </a:moveTo>
                  <a:lnTo>
                    <a:pt x="0" y="247821"/>
                  </a:lnTo>
                  <a:lnTo>
                    <a:pt x="29902" y="292476"/>
                  </a:lnTo>
                  <a:close/>
                  <a:moveTo>
                    <a:pt x="5263" y="240939"/>
                  </a:moveTo>
                  <a:lnTo>
                    <a:pt x="0" y="247821"/>
                  </a:lnTo>
                  <a:lnTo>
                    <a:pt x="11409" y="251949"/>
                  </a:lnTo>
                  <a:close/>
                  <a:moveTo>
                    <a:pt x="100042" y="319919"/>
                  </a:moveTo>
                  <a:lnTo>
                    <a:pt x="92854" y="381781"/>
                  </a:lnTo>
                  <a:lnTo>
                    <a:pt x="120176" y="349035"/>
                  </a:lnTo>
                  <a:close/>
                  <a:moveTo>
                    <a:pt x="29902" y="292476"/>
                  </a:moveTo>
                  <a:lnTo>
                    <a:pt x="55701" y="344013"/>
                  </a:lnTo>
                  <a:lnTo>
                    <a:pt x="100042" y="319919"/>
                  </a:lnTo>
                  <a:close/>
                  <a:moveTo>
                    <a:pt x="14922" y="235689"/>
                  </a:moveTo>
                  <a:lnTo>
                    <a:pt x="11409" y="251949"/>
                  </a:lnTo>
                  <a:lnTo>
                    <a:pt x="47332" y="216846"/>
                  </a:lnTo>
                  <a:close/>
                  <a:moveTo>
                    <a:pt x="47332" y="216846"/>
                  </a:moveTo>
                  <a:lnTo>
                    <a:pt x="11409" y="251949"/>
                  </a:lnTo>
                  <a:lnTo>
                    <a:pt x="29902" y="292476"/>
                  </a:lnTo>
                  <a:close/>
                  <a:moveTo>
                    <a:pt x="47332" y="216846"/>
                  </a:moveTo>
                  <a:lnTo>
                    <a:pt x="29902" y="292476"/>
                  </a:lnTo>
                  <a:lnTo>
                    <a:pt x="79678" y="268382"/>
                  </a:lnTo>
                  <a:close/>
                  <a:moveTo>
                    <a:pt x="5263" y="240939"/>
                  </a:moveTo>
                  <a:lnTo>
                    <a:pt x="11409" y="251949"/>
                  </a:lnTo>
                  <a:lnTo>
                    <a:pt x="14922" y="235689"/>
                  </a:lnTo>
                  <a:close/>
                  <a:moveTo>
                    <a:pt x="47332" y="216846"/>
                  </a:moveTo>
                  <a:lnTo>
                    <a:pt x="79678" y="268382"/>
                  </a:lnTo>
                  <a:lnTo>
                    <a:pt x="122234" y="244288"/>
                  </a:lnTo>
                  <a:close/>
                  <a:moveTo>
                    <a:pt x="219659" y="57703"/>
                  </a:moveTo>
                  <a:lnTo>
                    <a:pt x="192089" y="65585"/>
                  </a:lnTo>
                  <a:lnTo>
                    <a:pt x="245083" y="61988"/>
                  </a:lnTo>
                  <a:close/>
                  <a:moveTo>
                    <a:pt x="205895" y="50371"/>
                  </a:moveTo>
                  <a:lnTo>
                    <a:pt x="192089" y="65585"/>
                  </a:lnTo>
                  <a:lnTo>
                    <a:pt x="219659" y="57703"/>
                  </a:lnTo>
                  <a:close/>
                  <a:moveTo>
                    <a:pt x="219659" y="57703"/>
                  </a:moveTo>
                  <a:lnTo>
                    <a:pt x="245083" y="61988"/>
                  </a:lnTo>
                  <a:lnTo>
                    <a:pt x="288920" y="51212"/>
                  </a:lnTo>
                  <a:close/>
                  <a:moveTo>
                    <a:pt x="512026" y="223543"/>
                  </a:moveTo>
                  <a:lnTo>
                    <a:pt x="511007" y="223742"/>
                  </a:lnTo>
                  <a:lnTo>
                    <a:pt x="511203" y="286326"/>
                  </a:lnTo>
                  <a:close/>
                  <a:moveTo>
                    <a:pt x="455049" y="188085"/>
                  </a:moveTo>
                  <a:lnTo>
                    <a:pt x="426751" y="172007"/>
                  </a:lnTo>
                  <a:lnTo>
                    <a:pt x="457220" y="229488"/>
                  </a:lnTo>
                  <a:close/>
                  <a:moveTo>
                    <a:pt x="457220" y="229488"/>
                  </a:moveTo>
                  <a:lnTo>
                    <a:pt x="511007" y="223742"/>
                  </a:lnTo>
                  <a:lnTo>
                    <a:pt x="455049" y="188085"/>
                  </a:lnTo>
                  <a:close/>
                  <a:moveTo>
                    <a:pt x="511007" y="223742"/>
                  </a:moveTo>
                  <a:lnTo>
                    <a:pt x="511009" y="222634"/>
                  </a:lnTo>
                  <a:lnTo>
                    <a:pt x="455049" y="188085"/>
                  </a:lnTo>
                  <a:close/>
                  <a:moveTo>
                    <a:pt x="511007" y="223742"/>
                  </a:moveTo>
                  <a:lnTo>
                    <a:pt x="512026" y="223543"/>
                  </a:lnTo>
                  <a:lnTo>
                    <a:pt x="511009" y="222634"/>
                  </a:lnTo>
                  <a:close/>
                  <a:moveTo>
                    <a:pt x="426751" y="172007"/>
                  </a:moveTo>
                  <a:lnTo>
                    <a:pt x="428806" y="120470"/>
                  </a:lnTo>
                  <a:lnTo>
                    <a:pt x="401010" y="174460"/>
                  </a:lnTo>
                  <a:close/>
                  <a:moveTo>
                    <a:pt x="428806" y="120470"/>
                  </a:moveTo>
                  <a:lnTo>
                    <a:pt x="388778" y="121662"/>
                  </a:lnTo>
                  <a:lnTo>
                    <a:pt x="401010" y="174460"/>
                  </a:lnTo>
                  <a:close/>
                  <a:moveTo>
                    <a:pt x="338046" y="124924"/>
                  </a:moveTo>
                  <a:lnTo>
                    <a:pt x="388778" y="121662"/>
                  </a:lnTo>
                  <a:lnTo>
                    <a:pt x="367542" y="76183"/>
                  </a:lnTo>
                  <a:close/>
                  <a:moveTo>
                    <a:pt x="338046" y="124924"/>
                  </a:moveTo>
                  <a:lnTo>
                    <a:pt x="367542" y="76183"/>
                  </a:lnTo>
                  <a:lnTo>
                    <a:pt x="322010" y="75218"/>
                  </a:lnTo>
                  <a:close/>
                  <a:moveTo>
                    <a:pt x="428806" y="120470"/>
                  </a:moveTo>
                  <a:lnTo>
                    <a:pt x="436275" y="117895"/>
                  </a:lnTo>
                  <a:lnTo>
                    <a:pt x="388778" y="121662"/>
                  </a:lnTo>
                  <a:close/>
                  <a:moveTo>
                    <a:pt x="268994" y="80337"/>
                  </a:moveTo>
                  <a:lnTo>
                    <a:pt x="322010" y="75218"/>
                  </a:lnTo>
                  <a:lnTo>
                    <a:pt x="288920" y="51212"/>
                  </a:lnTo>
                  <a:close/>
                  <a:moveTo>
                    <a:pt x="322010" y="75218"/>
                  </a:moveTo>
                  <a:lnTo>
                    <a:pt x="337430" y="57906"/>
                  </a:lnTo>
                  <a:lnTo>
                    <a:pt x="288920" y="51212"/>
                  </a:lnTo>
                  <a:close/>
                  <a:moveTo>
                    <a:pt x="572208" y="276771"/>
                  </a:moveTo>
                  <a:lnTo>
                    <a:pt x="626524" y="326617"/>
                  </a:lnTo>
                  <a:lnTo>
                    <a:pt x="610075" y="250986"/>
                  </a:lnTo>
                  <a:close/>
                  <a:moveTo>
                    <a:pt x="610075" y="250986"/>
                  </a:moveTo>
                  <a:lnTo>
                    <a:pt x="626524" y="326617"/>
                  </a:lnTo>
                  <a:lnTo>
                    <a:pt x="660217" y="296247"/>
                  </a:lnTo>
                  <a:close/>
                  <a:moveTo>
                    <a:pt x="573193" y="199449"/>
                  </a:moveTo>
                  <a:lnTo>
                    <a:pt x="575070" y="272385"/>
                  </a:lnTo>
                  <a:lnTo>
                    <a:pt x="595938" y="230595"/>
                  </a:lnTo>
                  <a:close/>
                  <a:moveTo>
                    <a:pt x="569422" y="275080"/>
                  </a:moveTo>
                  <a:lnTo>
                    <a:pt x="575070" y="272385"/>
                  </a:lnTo>
                  <a:lnTo>
                    <a:pt x="573193" y="199449"/>
                  </a:lnTo>
                  <a:close/>
                  <a:moveTo>
                    <a:pt x="512026" y="223543"/>
                  </a:moveTo>
                  <a:lnTo>
                    <a:pt x="569422" y="275080"/>
                  </a:lnTo>
                  <a:lnTo>
                    <a:pt x="573193" y="199449"/>
                  </a:lnTo>
                  <a:close/>
                  <a:moveTo>
                    <a:pt x="575070" y="272385"/>
                  </a:moveTo>
                  <a:lnTo>
                    <a:pt x="610075" y="250986"/>
                  </a:lnTo>
                  <a:lnTo>
                    <a:pt x="595938" y="230595"/>
                  </a:lnTo>
                  <a:close/>
                  <a:moveTo>
                    <a:pt x="549675" y="147913"/>
                  </a:moveTo>
                  <a:lnTo>
                    <a:pt x="511009" y="222634"/>
                  </a:lnTo>
                  <a:lnTo>
                    <a:pt x="512026" y="223543"/>
                  </a:lnTo>
                  <a:close/>
                  <a:moveTo>
                    <a:pt x="426751" y="172007"/>
                  </a:moveTo>
                  <a:lnTo>
                    <a:pt x="455049" y="188085"/>
                  </a:lnTo>
                  <a:lnTo>
                    <a:pt x="454880" y="168648"/>
                  </a:lnTo>
                  <a:close/>
                  <a:moveTo>
                    <a:pt x="428806" y="120470"/>
                  </a:moveTo>
                  <a:lnTo>
                    <a:pt x="454880" y="168648"/>
                  </a:lnTo>
                  <a:lnTo>
                    <a:pt x="437538" y="120003"/>
                  </a:lnTo>
                  <a:close/>
                  <a:moveTo>
                    <a:pt x="428806" y="120470"/>
                  </a:moveTo>
                  <a:lnTo>
                    <a:pt x="426751" y="172007"/>
                  </a:lnTo>
                  <a:lnTo>
                    <a:pt x="454880" y="168648"/>
                  </a:lnTo>
                  <a:close/>
                  <a:moveTo>
                    <a:pt x="510823" y="161149"/>
                  </a:moveTo>
                  <a:lnTo>
                    <a:pt x="455049" y="188085"/>
                  </a:lnTo>
                  <a:lnTo>
                    <a:pt x="511009" y="222634"/>
                  </a:lnTo>
                  <a:close/>
                  <a:moveTo>
                    <a:pt x="510823" y="161149"/>
                  </a:moveTo>
                  <a:lnTo>
                    <a:pt x="454880" y="168648"/>
                  </a:lnTo>
                  <a:lnTo>
                    <a:pt x="455049" y="188085"/>
                  </a:lnTo>
                  <a:close/>
                  <a:moveTo>
                    <a:pt x="454880" y="168648"/>
                  </a:moveTo>
                  <a:lnTo>
                    <a:pt x="489683" y="115593"/>
                  </a:lnTo>
                  <a:lnTo>
                    <a:pt x="437538" y="120003"/>
                  </a:lnTo>
                  <a:close/>
                  <a:moveTo>
                    <a:pt x="436275" y="117895"/>
                  </a:moveTo>
                  <a:lnTo>
                    <a:pt x="428806" y="120470"/>
                  </a:lnTo>
                  <a:lnTo>
                    <a:pt x="437538" y="120003"/>
                  </a:lnTo>
                  <a:close/>
                  <a:moveTo>
                    <a:pt x="437538" y="120003"/>
                  </a:moveTo>
                  <a:lnTo>
                    <a:pt x="480206" y="107468"/>
                  </a:lnTo>
                  <a:lnTo>
                    <a:pt x="436275" y="117895"/>
                  </a:lnTo>
                  <a:close/>
                  <a:moveTo>
                    <a:pt x="671671" y="231832"/>
                  </a:moveTo>
                  <a:lnTo>
                    <a:pt x="660217" y="296247"/>
                  </a:lnTo>
                  <a:lnTo>
                    <a:pt x="685550" y="226892"/>
                  </a:lnTo>
                  <a:close/>
                  <a:moveTo>
                    <a:pt x="685550" y="226892"/>
                  </a:moveTo>
                  <a:lnTo>
                    <a:pt x="660217" y="296247"/>
                  </a:lnTo>
                  <a:lnTo>
                    <a:pt x="668871" y="302522"/>
                  </a:lnTo>
                  <a:close/>
                  <a:moveTo>
                    <a:pt x="685550" y="226892"/>
                  </a:moveTo>
                  <a:lnTo>
                    <a:pt x="668871" y="302522"/>
                  </a:lnTo>
                  <a:lnTo>
                    <a:pt x="728275" y="278428"/>
                  </a:lnTo>
                  <a:close/>
                  <a:moveTo>
                    <a:pt x="610075" y="250986"/>
                  </a:moveTo>
                  <a:lnTo>
                    <a:pt x="660217" y="296247"/>
                  </a:lnTo>
                  <a:lnTo>
                    <a:pt x="671671" y="231832"/>
                  </a:lnTo>
                  <a:close/>
                  <a:moveTo>
                    <a:pt x="595938" y="230595"/>
                  </a:moveTo>
                  <a:lnTo>
                    <a:pt x="610075" y="250986"/>
                  </a:lnTo>
                  <a:lnTo>
                    <a:pt x="658676" y="175355"/>
                  </a:lnTo>
                  <a:close/>
                  <a:moveTo>
                    <a:pt x="667349" y="188010"/>
                  </a:moveTo>
                  <a:lnTo>
                    <a:pt x="610075" y="250986"/>
                  </a:lnTo>
                  <a:lnTo>
                    <a:pt x="671671" y="231832"/>
                  </a:lnTo>
                  <a:close/>
                  <a:moveTo>
                    <a:pt x="743284" y="86109"/>
                  </a:moveTo>
                  <a:lnTo>
                    <a:pt x="795281" y="47176"/>
                  </a:lnTo>
                  <a:lnTo>
                    <a:pt x="786173" y="26480"/>
                  </a:lnTo>
                  <a:close/>
                  <a:moveTo>
                    <a:pt x="795281" y="47176"/>
                  </a:moveTo>
                  <a:lnTo>
                    <a:pt x="820744" y="75631"/>
                  </a:lnTo>
                  <a:lnTo>
                    <a:pt x="786173" y="26480"/>
                  </a:lnTo>
                  <a:close/>
                  <a:moveTo>
                    <a:pt x="806565" y="72645"/>
                  </a:moveTo>
                  <a:lnTo>
                    <a:pt x="855686" y="98344"/>
                  </a:lnTo>
                  <a:lnTo>
                    <a:pt x="820744" y="75631"/>
                  </a:lnTo>
                  <a:close/>
                  <a:moveTo>
                    <a:pt x="896633" y="76761"/>
                  </a:moveTo>
                  <a:lnTo>
                    <a:pt x="855686" y="98344"/>
                  </a:lnTo>
                  <a:lnTo>
                    <a:pt x="926841" y="54803"/>
                  </a:lnTo>
                  <a:close/>
                  <a:moveTo>
                    <a:pt x="939503" y="51537"/>
                  </a:moveTo>
                  <a:lnTo>
                    <a:pt x="958427" y="63130"/>
                  </a:lnTo>
                  <a:lnTo>
                    <a:pt x="926841" y="54803"/>
                  </a:lnTo>
                  <a:close/>
                  <a:moveTo>
                    <a:pt x="795281" y="47176"/>
                  </a:moveTo>
                  <a:lnTo>
                    <a:pt x="790173" y="75631"/>
                  </a:lnTo>
                  <a:lnTo>
                    <a:pt x="806565" y="72645"/>
                  </a:lnTo>
                  <a:close/>
                  <a:moveTo>
                    <a:pt x="806565" y="72645"/>
                  </a:moveTo>
                  <a:lnTo>
                    <a:pt x="820744" y="75631"/>
                  </a:lnTo>
                  <a:lnTo>
                    <a:pt x="795281" y="47176"/>
                  </a:lnTo>
                  <a:close/>
                  <a:moveTo>
                    <a:pt x="1009358" y="84466"/>
                  </a:moveTo>
                  <a:lnTo>
                    <a:pt x="980333" y="45321"/>
                  </a:lnTo>
                  <a:lnTo>
                    <a:pt x="959480" y="87035"/>
                  </a:lnTo>
                  <a:close/>
                  <a:moveTo>
                    <a:pt x="1009358" y="84466"/>
                  </a:moveTo>
                  <a:lnTo>
                    <a:pt x="1027652" y="44834"/>
                  </a:lnTo>
                  <a:lnTo>
                    <a:pt x="980333" y="45321"/>
                  </a:lnTo>
                  <a:close/>
                  <a:moveTo>
                    <a:pt x="928438" y="0"/>
                  </a:moveTo>
                  <a:lnTo>
                    <a:pt x="939503" y="51537"/>
                  </a:lnTo>
                  <a:lnTo>
                    <a:pt x="980333" y="45321"/>
                  </a:lnTo>
                  <a:close/>
                </a:path>
              </a:pathLst>
            </a:custGeom>
            <a:solidFill>
              <a:srgbClr val="F4F6F7"/>
            </a:solidFill>
            <a:ln w="1524">
              <a:solidFill>
                <a:srgbClr val="F4F6F7"/>
              </a:solidFill>
            </a:ln>
          </p:spPr>
        </p:sp>
        <p:sp>
          <p:nvSpPr>
            <p:cNvPr id="4348" name="Output_density__4347">
              <a:extLst>
                <a:ext uri="{FF2B5EF4-FFF2-40B4-BE49-F238E27FC236}">
                  <a16:creationId xmlns:a16="http://schemas.microsoft.com/office/drawing/2014/main" id="{A6774BC7-CE5D-615D-A9B6-94B0DFCCE510}"/>
                </a:ext>
              </a:extLst>
            </p:cNvPr>
            <p:cNvSpPr>
              <a:spLocks noGrp="1"/>
            </p:cNvSpPr>
            <p:nvPr/>
          </p:nvSpPr>
          <p:spPr>
            <a:xfrm>
              <a:off x="15066540" y="3017219"/>
              <a:ext cx="933012" cy="405956"/>
            </a:xfrm>
            <a:custGeom>
              <a:avLst/>
              <a:gdLst/>
              <a:ahLst/>
              <a:cxnLst/>
              <a:rect l="0" t="0" r="0" b="0"/>
              <a:pathLst>
                <a:path w="933012" h="405956">
                  <a:moveTo>
                    <a:pt x="48115" y="278607"/>
                  </a:moveTo>
                  <a:lnTo>
                    <a:pt x="56638" y="310715"/>
                  </a:lnTo>
                  <a:lnTo>
                    <a:pt x="90056" y="300759"/>
                  </a:lnTo>
                  <a:close/>
                  <a:moveTo>
                    <a:pt x="48115" y="278607"/>
                  </a:moveTo>
                  <a:lnTo>
                    <a:pt x="44824" y="302701"/>
                  </a:lnTo>
                  <a:lnTo>
                    <a:pt x="56638" y="310715"/>
                  </a:lnTo>
                  <a:close/>
                  <a:moveTo>
                    <a:pt x="44824" y="302701"/>
                  </a:moveTo>
                  <a:lnTo>
                    <a:pt x="48115" y="278607"/>
                  </a:lnTo>
                  <a:lnTo>
                    <a:pt x="0" y="273630"/>
                  </a:lnTo>
                  <a:close/>
                  <a:moveTo>
                    <a:pt x="116246" y="263778"/>
                  </a:moveTo>
                  <a:lnTo>
                    <a:pt x="90056" y="300759"/>
                  </a:lnTo>
                  <a:lnTo>
                    <a:pt x="171619" y="296134"/>
                  </a:lnTo>
                  <a:close/>
                  <a:moveTo>
                    <a:pt x="61491" y="151440"/>
                  </a:moveTo>
                  <a:lnTo>
                    <a:pt x="42321" y="123998"/>
                  </a:lnTo>
                  <a:lnTo>
                    <a:pt x="54511" y="99904"/>
                  </a:lnTo>
                  <a:close/>
                  <a:moveTo>
                    <a:pt x="54511" y="99904"/>
                  </a:moveTo>
                  <a:lnTo>
                    <a:pt x="74435" y="75810"/>
                  </a:lnTo>
                  <a:lnTo>
                    <a:pt x="61491" y="151440"/>
                  </a:lnTo>
                  <a:close/>
                  <a:moveTo>
                    <a:pt x="257848" y="174054"/>
                  </a:moveTo>
                  <a:lnTo>
                    <a:pt x="281388" y="222286"/>
                  </a:lnTo>
                  <a:lnTo>
                    <a:pt x="302263" y="165437"/>
                  </a:lnTo>
                  <a:close/>
                  <a:moveTo>
                    <a:pt x="302263" y="165437"/>
                  </a:moveTo>
                  <a:lnTo>
                    <a:pt x="281388" y="222286"/>
                  </a:lnTo>
                  <a:lnTo>
                    <a:pt x="351726" y="175692"/>
                  </a:lnTo>
                  <a:close/>
                  <a:moveTo>
                    <a:pt x="144590" y="60176"/>
                  </a:moveTo>
                  <a:lnTo>
                    <a:pt x="166376" y="75810"/>
                  </a:lnTo>
                  <a:lnTo>
                    <a:pt x="169054" y="59321"/>
                  </a:lnTo>
                  <a:close/>
                  <a:moveTo>
                    <a:pt x="99892" y="67734"/>
                  </a:moveTo>
                  <a:lnTo>
                    <a:pt x="144590" y="60176"/>
                  </a:lnTo>
                  <a:lnTo>
                    <a:pt x="128320" y="54455"/>
                  </a:lnTo>
                  <a:close/>
                  <a:moveTo>
                    <a:pt x="759996" y="364284"/>
                  </a:moveTo>
                  <a:lnTo>
                    <a:pt x="827284" y="405956"/>
                  </a:lnTo>
                  <a:lnTo>
                    <a:pt x="792403" y="370552"/>
                  </a:lnTo>
                  <a:close/>
                  <a:moveTo>
                    <a:pt x="653568" y="200825"/>
                  </a:moveTo>
                  <a:lnTo>
                    <a:pt x="623094" y="221786"/>
                  </a:lnTo>
                  <a:lnTo>
                    <a:pt x="709899" y="236760"/>
                  </a:lnTo>
                  <a:close/>
                  <a:moveTo>
                    <a:pt x="923433" y="114799"/>
                  </a:moveTo>
                  <a:lnTo>
                    <a:pt x="922376" y="178401"/>
                  </a:lnTo>
                  <a:lnTo>
                    <a:pt x="929111" y="188929"/>
                  </a:lnTo>
                  <a:close/>
                  <a:moveTo>
                    <a:pt x="933012" y="137392"/>
                  </a:moveTo>
                  <a:lnTo>
                    <a:pt x="923005" y="104798"/>
                  </a:lnTo>
                  <a:lnTo>
                    <a:pt x="923433" y="114799"/>
                  </a:lnTo>
                  <a:close/>
                  <a:moveTo>
                    <a:pt x="928838" y="61762"/>
                  </a:moveTo>
                  <a:lnTo>
                    <a:pt x="923005" y="104798"/>
                  </a:lnTo>
                  <a:lnTo>
                    <a:pt x="933012" y="137392"/>
                  </a:lnTo>
                  <a:close/>
                  <a:moveTo>
                    <a:pt x="919832" y="54983"/>
                  </a:moveTo>
                  <a:lnTo>
                    <a:pt x="923005" y="104798"/>
                  </a:lnTo>
                  <a:lnTo>
                    <a:pt x="928838" y="61762"/>
                  </a:lnTo>
                  <a:close/>
                  <a:moveTo>
                    <a:pt x="910288" y="0"/>
                  </a:moveTo>
                  <a:lnTo>
                    <a:pt x="919832" y="54983"/>
                  </a:lnTo>
                  <a:lnTo>
                    <a:pt x="928838" y="61762"/>
                  </a:lnTo>
                  <a:close/>
                </a:path>
              </a:pathLst>
            </a:custGeom>
            <a:solidFill>
              <a:srgbClr val="EFF2F3"/>
            </a:solidFill>
            <a:ln w="1524">
              <a:solidFill>
                <a:srgbClr val="EFF2F3"/>
              </a:solidFill>
            </a:ln>
          </p:spPr>
        </p:sp>
        <p:sp>
          <p:nvSpPr>
            <p:cNvPr id="4349" name="Output_density__4348">
              <a:extLst>
                <a:ext uri="{FF2B5EF4-FFF2-40B4-BE49-F238E27FC236}">
                  <a16:creationId xmlns:a16="http://schemas.microsoft.com/office/drawing/2014/main" id="{D33AC9A6-C12F-7164-0F24-71FA10840BF0}"/>
                </a:ext>
              </a:extLst>
            </p:cNvPr>
            <p:cNvSpPr>
              <a:spLocks noGrp="1"/>
            </p:cNvSpPr>
            <p:nvPr/>
          </p:nvSpPr>
          <p:spPr>
            <a:xfrm>
              <a:off x="15123179" y="3191273"/>
              <a:ext cx="872472" cy="231902"/>
            </a:xfrm>
            <a:custGeom>
              <a:avLst/>
              <a:gdLst/>
              <a:ahLst/>
              <a:cxnLst/>
              <a:rect l="0" t="0" r="0" b="0"/>
              <a:pathLst>
                <a:path w="872472" h="231902">
                  <a:moveTo>
                    <a:pt x="33418" y="126705"/>
                  </a:moveTo>
                  <a:lnTo>
                    <a:pt x="0" y="136661"/>
                  </a:lnTo>
                  <a:lnTo>
                    <a:pt x="82611" y="135955"/>
                  </a:lnTo>
                  <a:close/>
                  <a:moveTo>
                    <a:pt x="33418" y="126705"/>
                  </a:moveTo>
                  <a:lnTo>
                    <a:pt x="82611" y="135955"/>
                  </a:lnTo>
                  <a:lnTo>
                    <a:pt x="114981" y="122080"/>
                  </a:lnTo>
                  <a:close/>
                  <a:moveTo>
                    <a:pt x="114981" y="122080"/>
                  </a:moveTo>
                  <a:lnTo>
                    <a:pt x="159947" y="115524"/>
                  </a:lnTo>
                  <a:lnTo>
                    <a:pt x="187038" y="81912"/>
                  </a:lnTo>
                  <a:close/>
                  <a:moveTo>
                    <a:pt x="197900" y="41980"/>
                  </a:moveTo>
                  <a:lnTo>
                    <a:pt x="187038" y="81912"/>
                  </a:lnTo>
                  <a:lnTo>
                    <a:pt x="218602" y="56365"/>
                  </a:lnTo>
                  <a:close/>
                  <a:moveTo>
                    <a:pt x="197900" y="41980"/>
                  </a:moveTo>
                  <a:lnTo>
                    <a:pt x="218602" y="56365"/>
                  </a:lnTo>
                  <a:lnTo>
                    <a:pt x="201210" y="0"/>
                  </a:lnTo>
                  <a:close/>
                  <a:moveTo>
                    <a:pt x="201210" y="0"/>
                  </a:moveTo>
                  <a:lnTo>
                    <a:pt x="218602" y="56365"/>
                  </a:lnTo>
                  <a:lnTo>
                    <a:pt x="224749" y="48232"/>
                  </a:lnTo>
                  <a:close/>
                  <a:moveTo>
                    <a:pt x="735765" y="196498"/>
                  </a:moveTo>
                  <a:lnTo>
                    <a:pt x="770646" y="231902"/>
                  </a:lnTo>
                  <a:lnTo>
                    <a:pt x="781691" y="193533"/>
                  </a:lnTo>
                  <a:close/>
                  <a:moveTo>
                    <a:pt x="735765" y="196498"/>
                  </a:moveTo>
                  <a:lnTo>
                    <a:pt x="781691" y="193533"/>
                  </a:lnTo>
                  <a:lnTo>
                    <a:pt x="805669" y="148281"/>
                  </a:lnTo>
                  <a:close/>
                  <a:moveTo>
                    <a:pt x="799535" y="166136"/>
                  </a:moveTo>
                  <a:lnTo>
                    <a:pt x="805669" y="148281"/>
                  </a:lnTo>
                  <a:lnTo>
                    <a:pt x="781691" y="193533"/>
                  </a:lnTo>
                  <a:close/>
                  <a:moveTo>
                    <a:pt x="653261" y="62706"/>
                  </a:moveTo>
                  <a:lnTo>
                    <a:pt x="654665" y="61999"/>
                  </a:lnTo>
                  <a:lnTo>
                    <a:pt x="596930" y="26771"/>
                  </a:lnTo>
                  <a:close/>
                  <a:moveTo>
                    <a:pt x="865738" y="4347"/>
                  </a:moveTo>
                  <a:lnTo>
                    <a:pt x="847858" y="66412"/>
                  </a:lnTo>
                  <a:lnTo>
                    <a:pt x="860771" y="44720"/>
                  </a:lnTo>
                  <a:close/>
                  <a:moveTo>
                    <a:pt x="837521" y="52047"/>
                  </a:moveTo>
                  <a:lnTo>
                    <a:pt x="847858" y="66412"/>
                  </a:lnTo>
                  <a:lnTo>
                    <a:pt x="865738" y="4347"/>
                  </a:lnTo>
                  <a:close/>
                  <a:moveTo>
                    <a:pt x="865738" y="4347"/>
                  </a:moveTo>
                  <a:lnTo>
                    <a:pt x="860771" y="44720"/>
                  </a:lnTo>
                  <a:lnTo>
                    <a:pt x="872472" y="14875"/>
                  </a:lnTo>
                  <a:close/>
                </a:path>
              </a:pathLst>
            </a:custGeom>
            <a:solidFill>
              <a:srgbClr val="EDF0F2"/>
            </a:solidFill>
            <a:ln w="1524">
              <a:solidFill>
                <a:srgbClr val="EDF0F2"/>
              </a:solidFill>
            </a:ln>
          </p:spPr>
        </p:sp>
        <p:sp>
          <p:nvSpPr>
            <p:cNvPr id="4350" name="Output_density__4349">
              <a:extLst>
                <a:ext uri="{FF2B5EF4-FFF2-40B4-BE49-F238E27FC236}">
                  <a16:creationId xmlns:a16="http://schemas.microsoft.com/office/drawing/2014/main" id="{D43A927C-22C3-A255-3DF8-EDD277A5A3B4}"/>
                </a:ext>
              </a:extLst>
            </p:cNvPr>
            <p:cNvSpPr>
              <a:spLocks noGrp="1"/>
            </p:cNvSpPr>
            <p:nvPr/>
          </p:nvSpPr>
          <p:spPr>
            <a:xfrm>
              <a:off x="14972977" y="2899315"/>
              <a:ext cx="1013396" cy="355300"/>
            </a:xfrm>
            <a:custGeom>
              <a:avLst/>
              <a:gdLst/>
              <a:ahLst/>
              <a:cxnLst/>
              <a:rect l="0" t="0" r="0" b="0"/>
              <a:pathLst>
                <a:path w="1013396" h="355300">
                  <a:moveTo>
                    <a:pt x="79226" y="344975"/>
                  </a:moveTo>
                  <a:lnTo>
                    <a:pt x="64475" y="322555"/>
                  </a:lnTo>
                  <a:lnTo>
                    <a:pt x="37153" y="355300"/>
                  </a:lnTo>
                  <a:close/>
                  <a:moveTo>
                    <a:pt x="44341" y="293438"/>
                  </a:moveTo>
                  <a:lnTo>
                    <a:pt x="0" y="317532"/>
                  </a:lnTo>
                  <a:lnTo>
                    <a:pt x="37153" y="355300"/>
                  </a:lnTo>
                  <a:close/>
                  <a:moveTo>
                    <a:pt x="175038" y="273186"/>
                  </a:moveTo>
                  <a:lnTo>
                    <a:pt x="184944" y="288715"/>
                  </a:lnTo>
                  <a:lnTo>
                    <a:pt x="233337" y="294970"/>
                  </a:lnTo>
                  <a:close/>
                  <a:moveTo>
                    <a:pt x="184944" y="288715"/>
                  </a:moveTo>
                  <a:lnTo>
                    <a:pt x="175038" y="273186"/>
                  </a:lnTo>
                  <a:lnTo>
                    <a:pt x="155055" y="269344"/>
                  </a:lnTo>
                  <a:close/>
                  <a:moveTo>
                    <a:pt x="399813" y="267138"/>
                  </a:moveTo>
                  <a:lnTo>
                    <a:pt x="455502" y="259846"/>
                  </a:lnTo>
                  <a:lnTo>
                    <a:pt x="455306" y="197262"/>
                  </a:lnTo>
                  <a:close/>
                  <a:moveTo>
                    <a:pt x="399813" y="267138"/>
                  </a:moveTo>
                  <a:lnTo>
                    <a:pt x="455306" y="197262"/>
                  </a:lnTo>
                  <a:lnTo>
                    <a:pt x="401519" y="203007"/>
                  </a:lnTo>
                  <a:close/>
                  <a:moveTo>
                    <a:pt x="445290" y="293596"/>
                  </a:moveTo>
                  <a:lnTo>
                    <a:pt x="513721" y="248599"/>
                  </a:lnTo>
                  <a:lnTo>
                    <a:pt x="455502" y="259846"/>
                  </a:lnTo>
                  <a:close/>
                  <a:moveTo>
                    <a:pt x="516507" y="250291"/>
                  </a:moveTo>
                  <a:lnTo>
                    <a:pt x="513721" y="248599"/>
                  </a:lnTo>
                  <a:lnTo>
                    <a:pt x="445290" y="293596"/>
                  </a:lnTo>
                  <a:close/>
                  <a:moveTo>
                    <a:pt x="513721" y="248599"/>
                  </a:moveTo>
                  <a:lnTo>
                    <a:pt x="456325" y="197063"/>
                  </a:lnTo>
                  <a:lnTo>
                    <a:pt x="455502" y="259846"/>
                  </a:lnTo>
                  <a:close/>
                  <a:moveTo>
                    <a:pt x="333077" y="95182"/>
                  </a:moveTo>
                  <a:lnTo>
                    <a:pt x="380574" y="91414"/>
                  </a:lnTo>
                  <a:lnTo>
                    <a:pt x="349984" y="56676"/>
                  </a:lnTo>
                  <a:close/>
                  <a:moveTo>
                    <a:pt x="333077" y="95182"/>
                  </a:moveTo>
                  <a:lnTo>
                    <a:pt x="349984" y="56676"/>
                  </a:lnTo>
                  <a:lnTo>
                    <a:pt x="311842" y="49703"/>
                  </a:lnTo>
                  <a:close/>
                  <a:moveTo>
                    <a:pt x="266309" y="48738"/>
                  </a:moveTo>
                  <a:lnTo>
                    <a:pt x="311842" y="49703"/>
                  </a:lnTo>
                  <a:lnTo>
                    <a:pt x="281729" y="31425"/>
                  </a:lnTo>
                  <a:close/>
                  <a:moveTo>
                    <a:pt x="570823" y="300136"/>
                  </a:moveTo>
                  <a:lnTo>
                    <a:pt x="578691" y="308108"/>
                  </a:lnTo>
                  <a:lnTo>
                    <a:pt x="590218" y="289031"/>
                  </a:lnTo>
                  <a:close/>
                  <a:moveTo>
                    <a:pt x="519369" y="245904"/>
                  </a:moveTo>
                  <a:lnTo>
                    <a:pt x="516507" y="250291"/>
                  </a:lnTo>
                  <a:lnTo>
                    <a:pt x="554374" y="224505"/>
                  </a:lnTo>
                  <a:close/>
                  <a:moveTo>
                    <a:pt x="604517" y="269766"/>
                  </a:moveTo>
                  <a:lnTo>
                    <a:pt x="570823" y="300136"/>
                  </a:lnTo>
                  <a:lnTo>
                    <a:pt x="590218" y="289031"/>
                  </a:lnTo>
                  <a:close/>
                  <a:moveTo>
                    <a:pt x="578691" y="308108"/>
                  </a:moveTo>
                  <a:lnTo>
                    <a:pt x="613170" y="276042"/>
                  </a:lnTo>
                  <a:lnTo>
                    <a:pt x="590218" y="289031"/>
                  </a:lnTo>
                  <a:close/>
                  <a:moveTo>
                    <a:pt x="662475" y="311786"/>
                  </a:moveTo>
                  <a:lnTo>
                    <a:pt x="613170" y="276042"/>
                  </a:lnTo>
                  <a:lnTo>
                    <a:pt x="578691" y="308108"/>
                  </a:lnTo>
                  <a:close/>
                  <a:moveTo>
                    <a:pt x="590218" y="289031"/>
                  </a:moveTo>
                  <a:lnTo>
                    <a:pt x="613170" y="276042"/>
                  </a:lnTo>
                  <a:lnTo>
                    <a:pt x="604517" y="269766"/>
                  </a:lnTo>
                  <a:close/>
                  <a:moveTo>
                    <a:pt x="513721" y="248599"/>
                  </a:moveTo>
                  <a:lnTo>
                    <a:pt x="516507" y="250291"/>
                  </a:lnTo>
                  <a:lnTo>
                    <a:pt x="519369" y="245904"/>
                  </a:lnTo>
                  <a:close/>
                  <a:moveTo>
                    <a:pt x="730991" y="303485"/>
                  </a:moveTo>
                  <a:lnTo>
                    <a:pt x="686173" y="265492"/>
                  </a:lnTo>
                  <a:lnTo>
                    <a:pt x="662475" y="311786"/>
                  </a:lnTo>
                  <a:close/>
                  <a:moveTo>
                    <a:pt x="672575" y="251948"/>
                  </a:moveTo>
                  <a:lnTo>
                    <a:pt x="662475" y="311786"/>
                  </a:lnTo>
                  <a:lnTo>
                    <a:pt x="686173" y="265492"/>
                  </a:lnTo>
                  <a:close/>
                  <a:moveTo>
                    <a:pt x="672575" y="251948"/>
                  </a:moveTo>
                  <a:lnTo>
                    <a:pt x="613170" y="276042"/>
                  </a:lnTo>
                  <a:lnTo>
                    <a:pt x="662475" y="311786"/>
                  </a:lnTo>
                  <a:close/>
                  <a:moveTo>
                    <a:pt x="730991" y="303485"/>
                  </a:moveTo>
                  <a:lnTo>
                    <a:pt x="747132" y="318729"/>
                  </a:lnTo>
                  <a:lnTo>
                    <a:pt x="753682" y="294845"/>
                  </a:lnTo>
                  <a:close/>
                  <a:moveTo>
                    <a:pt x="791433" y="279391"/>
                  </a:moveTo>
                  <a:lnTo>
                    <a:pt x="804867" y="353957"/>
                  </a:lnTo>
                  <a:lnTo>
                    <a:pt x="828311" y="330927"/>
                  </a:lnTo>
                  <a:close/>
                  <a:moveTo>
                    <a:pt x="791433" y="279391"/>
                  </a:moveTo>
                  <a:lnTo>
                    <a:pt x="753682" y="294845"/>
                  </a:lnTo>
                  <a:lnTo>
                    <a:pt x="747132" y="318729"/>
                  </a:lnTo>
                  <a:close/>
                  <a:moveTo>
                    <a:pt x="730472" y="0"/>
                  </a:moveTo>
                  <a:lnTo>
                    <a:pt x="765043" y="49150"/>
                  </a:lnTo>
                  <a:lnTo>
                    <a:pt x="784704" y="56636"/>
                  </a:lnTo>
                  <a:close/>
                  <a:moveTo>
                    <a:pt x="799985" y="71863"/>
                  </a:moveTo>
                  <a:lnTo>
                    <a:pt x="784704" y="56636"/>
                  </a:lnTo>
                  <a:lnTo>
                    <a:pt x="765043" y="49150"/>
                  </a:lnTo>
                  <a:close/>
                  <a:moveTo>
                    <a:pt x="972520" y="168137"/>
                  </a:moveTo>
                  <a:lnTo>
                    <a:pt x="974465" y="229299"/>
                  </a:lnTo>
                  <a:lnTo>
                    <a:pt x="1013396" y="172888"/>
                  </a:lnTo>
                  <a:close/>
                  <a:moveTo>
                    <a:pt x="965800" y="110857"/>
                  </a:moveTo>
                  <a:lnTo>
                    <a:pt x="997426" y="60385"/>
                  </a:lnTo>
                  <a:lnTo>
                    <a:pt x="953658" y="57986"/>
                  </a:lnTo>
                  <a:close/>
                  <a:moveTo>
                    <a:pt x="953658" y="57986"/>
                  </a:moveTo>
                  <a:lnTo>
                    <a:pt x="997426" y="60385"/>
                  </a:lnTo>
                  <a:lnTo>
                    <a:pt x="971951" y="18353"/>
                  </a:lnTo>
                  <a:close/>
                </a:path>
              </a:pathLst>
            </a:custGeom>
            <a:solidFill>
              <a:srgbClr val="F2F4F6"/>
            </a:solidFill>
            <a:ln w="1524">
              <a:solidFill>
                <a:srgbClr val="F2F4F6"/>
              </a:solidFill>
            </a:ln>
          </p:spPr>
        </p:sp>
        <p:sp>
          <p:nvSpPr>
            <p:cNvPr id="4351" name="Output_density__4350">
              <a:extLst>
                <a:ext uri="{FF2B5EF4-FFF2-40B4-BE49-F238E27FC236}">
                  <a16:creationId xmlns:a16="http://schemas.microsoft.com/office/drawing/2014/main" id="{EFFD3AF8-807C-714E-5DB0-0F45282FA7BD}"/>
                </a:ext>
              </a:extLst>
            </p:cNvPr>
            <p:cNvSpPr>
              <a:spLocks noGrp="1"/>
            </p:cNvSpPr>
            <p:nvPr/>
          </p:nvSpPr>
          <p:spPr>
            <a:xfrm>
              <a:off x="14910760" y="2859633"/>
              <a:ext cx="986848" cy="333120"/>
            </a:xfrm>
            <a:custGeom>
              <a:avLst/>
              <a:gdLst/>
              <a:ahLst/>
              <a:cxnLst/>
              <a:rect l="0" t="0" r="0" b="0"/>
              <a:pathLst>
                <a:path w="986848" h="333120">
                  <a:moveTo>
                    <a:pt x="36417" y="305677"/>
                  </a:moveTo>
                  <a:lnTo>
                    <a:pt x="106557" y="333120"/>
                  </a:lnTo>
                  <a:lnTo>
                    <a:pt x="86193" y="281584"/>
                  </a:lnTo>
                  <a:close/>
                  <a:moveTo>
                    <a:pt x="27815" y="178510"/>
                  </a:moveTo>
                  <a:lnTo>
                    <a:pt x="21438" y="248891"/>
                  </a:lnTo>
                  <a:lnTo>
                    <a:pt x="33991" y="190321"/>
                  </a:lnTo>
                  <a:close/>
                  <a:moveTo>
                    <a:pt x="11779" y="254141"/>
                  </a:moveTo>
                  <a:lnTo>
                    <a:pt x="21438" y="248891"/>
                  </a:lnTo>
                  <a:lnTo>
                    <a:pt x="27815" y="178510"/>
                  </a:lnTo>
                  <a:close/>
                  <a:moveTo>
                    <a:pt x="0" y="202604"/>
                  </a:moveTo>
                  <a:lnTo>
                    <a:pt x="11779" y="254141"/>
                  </a:lnTo>
                  <a:lnTo>
                    <a:pt x="27815" y="178510"/>
                  </a:lnTo>
                  <a:close/>
                  <a:moveTo>
                    <a:pt x="21438" y="248891"/>
                  </a:moveTo>
                  <a:lnTo>
                    <a:pt x="53848" y="230047"/>
                  </a:lnTo>
                  <a:lnTo>
                    <a:pt x="33991" y="190321"/>
                  </a:lnTo>
                  <a:close/>
                  <a:moveTo>
                    <a:pt x="28697" y="170531"/>
                  </a:moveTo>
                  <a:lnTo>
                    <a:pt x="0" y="202604"/>
                  </a:lnTo>
                  <a:lnTo>
                    <a:pt x="27815" y="178510"/>
                  </a:lnTo>
                  <a:close/>
                  <a:moveTo>
                    <a:pt x="34326" y="175669"/>
                  </a:moveTo>
                  <a:lnTo>
                    <a:pt x="33991" y="190321"/>
                  </a:lnTo>
                  <a:lnTo>
                    <a:pt x="79602" y="154416"/>
                  </a:lnTo>
                  <a:close/>
                  <a:moveTo>
                    <a:pt x="79602" y="154416"/>
                  </a:moveTo>
                  <a:lnTo>
                    <a:pt x="33991" y="190321"/>
                  </a:lnTo>
                  <a:lnTo>
                    <a:pt x="53848" y="230047"/>
                  </a:lnTo>
                  <a:close/>
                  <a:moveTo>
                    <a:pt x="79602" y="154416"/>
                  </a:moveTo>
                  <a:lnTo>
                    <a:pt x="53848" y="230047"/>
                  </a:lnTo>
                  <a:lnTo>
                    <a:pt x="95625" y="205953"/>
                  </a:lnTo>
                  <a:close/>
                  <a:moveTo>
                    <a:pt x="27815" y="178510"/>
                  </a:moveTo>
                  <a:lnTo>
                    <a:pt x="33991" y="190321"/>
                  </a:lnTo>
                  <a:lnTo>
                    <a:pt x="34326" y="175669"/>
                  </a:lnTo>
                  <a:close/>
                  <a:moveTo>
                    <a:pt x="28697" y="170531"/>
                  </a:moveTo>
                  <a:lnTo>
                    <a:pt x="27815" y="178510"/>
                  </a:lnTo>
                  <a:lnTo>
                    <a:pt x="34326" y="175669"/>
                  </a:lnTo>
                  <a:close/>
                  <a:moveTo>
                    <a:pt x="89025" y="106439"/>
                  </a:moveTo>
                  <a:lnTo>
                    <a:pt x="35042" y="126974"/>
                  </a:lnTo>
                  <a:lnTo>
                    <a:pt x="95097" y="109212"/>
                  </a:lnTo>
                  <a:close/>
                  <a:moveTo>
                    <a:pt x="35042" y="126974"/>
                  </a:moveTo>
                  <a:lnTo>
                    <a:pt x="28697" y="170531"/>
                  </a:lnTo>
                  <a:lnTo>
                    <a:pt x="95097" y="109212"/>
                  </a:lnTo>
                  <a:close/>
                  <a:moveTo>
                    <a:pt x="95097" y="109212"/>
                  </a:moveTo>
                  <a:lnTo>
                    <a:pt x="28697" y="170531"/>
                  </a:lnTo>
                  <a:lnTo>
                    <a:pt x="79602" y="154416"/>
                  </a:lnTo>
                  <a:close/>
                  <a:moveTo>
                    <a:pt x="79602" y="154416"/>
                  </a:moveTo>
                  <a:lnTo>
                    <a:pt x="28697" y="170531"/>
                  </a:lnTo>
                  <a:lnTo>
                    <a:pt x="34326" y="175669"/>
                  </a:lnTo>
                  <a:close/>
                  <a:moveTo>
                    <a:pt x="89025" y="106439"/>
                  </a:moveTo>
                  <a:lnTo>
                    <a:pt x="95097" y="109212"/>
                  </a:lnTo>
                  <a:lnTo>
                    <a:pt x="102556" y="102880"/>
                  </a:lnTo>
                  <a:close/>
                  <a:moveTo>
                    <a:pt x="95097" y="109212"/>
                  </a:moveTo>
                  <a:lnTo>
                    <a:pt x="79602" y="154416"/>
                  </a:lnTo>
                  <a:lnTo>
                    <a:pt x="127217" y="138133"/>
                  </a:lnTo>
                  <a:close/>
                  <a:moveTo>
                    <a:pt x="157795" y="88513"/>
                  </a:moveTo>
                  <a:lnTo>
                    <a:pt x="102556" y="102880"/>
                  </a:lnTo>
                  <a:lnTo>
                    <a:pt x="173371" y="92287"/>
                  </a:lnTo>
                  <a:close/>
                  <a:moveTo>
                    <a:pt x="102556" y="102880"/>
                  </a:moveTo>
                  <a:lnTo>
                    <a:pt x="95097" y="109212"/>
                  </a:lnTo>
                  <a:lnTo>
                    <a:pt x="173371" y="92287"/>
                  </a:lnTo>
                  <a:close/>
                  <a:moveTo>
                    <a:pt x="173371" y="92287"/>
                  </a:moveTo>
                  <a:lnTo>
                    <a:pt x="95097" y="109212"/>
                  </a:lnTo>
                  <a:lnTo>
                    <a:pt x="151041" y="130323"/>
                  </a:lnTo>
                  <a:close/>
                  <a:moveTo>
                    <a:pt x="151041" y="130323"/>
                  </a:moveTo>
                  <a:lnTo>
                    <a:pt x="95097" y="109212"/>
                  </a:lnTo>
                  <a:lnTo>
                    <a:pt x="127217" y="138133"/>
                  </a:lnTo>
                  <a:close/>
                  <a:moveTo>
                    <a:pt x="157795" y="88513"/>
                  </a:moveTo>
                  <a:lnTo>
                    <a:pt x="173371" y="92287"/>
                  </a:lnTo>
                  <a:lnTo>
                    <a:pt x="198604" y="78786"/>
                  </a:lnTo>
                  <a:close/>
                  <a:moveTo>
                    <a:pt x="198604" y="78786"/>
                  </a:moveTo>
                  <a:lnTo>
                    <a:pt x="173371" y="92287"/>
                  </a:lnTo>
                  <a:lnTo>
                    <a:pt x="251598" y="75189"/>
                  </a:lnTo>
                  <a:close/>
                  <a:moveTo>
                    <a:pt x="251598" y="75189"/>
                  </a:moveTo>
                  <a:lnTo>
                    <a:pt x="173371" y="92287"/>
                  </a:lnTo>
                  <a:lnTo>
                    <a:pt x="228723" y="106228"/>
                  </a:lnTo>
                  <a:close/>
                  <a:moveTo>
                    <a:pt x="275510" y="93538"/>
                  </a:moveTo>
                  <a:lnTo>
                    <a:pt x="295435" y="64413"/>
                  </a:lnTo>
                  <a:lnTo>
                    <a:pt x="251598" y="75189"/>
                  </a:lnTo>
                  <a:close/>
                  <a:moveTo>
                    <a:pt x="517339" y="174350"/>
                  </a:moveTo>
                  <a:lnTo>
                    <a:pt x="517524" y="235835"/>
                  </a:lnTo>
                  <a:lnTo>
                    <a:pt x="556191" y="161114"/>
                  </a:lnTo>
                  <a:close/>
                  <a:moveTo>
                    <a:pt x="556191" y="161114"/>
                  </a:moveTo>
                  <a:lnTo>
                    <a:pt x="518541" y="236744"/>
                  </a:lnTo>
                  <a:lnTo>
                    <a:pt x="579708" y="212650"/>
                  </a:lnTo>
                  <a:close/>
                  <a:moveTo>
                    <a:pt x="461395" y="181849"/>
                  </a:moveTo>
                  <a:lnTo>
                    <a:pt x="517339" y="174350"/>
                  </a:lnTo>
                  <a:lnTo>
                    <a:pt x="496198" y="128794"/>
                  </a:lnTo>
                  <a:close/>
                  <a:moveTo>
                    <a:pt x="556191" y="161114"/>
                  </a:moveTo>
                  <a:lnTo>
                    <a:pt x="568306" y="116124"/>
                  </a:lnTo>
                  <a:lnTo>
                    <a:pt x="517339" y="174350"/>
                  </a:lnTo>
                  <a:close/>
                  <a:moveTo>
                    <a:pt x="517339" y="174350"/>
                  </a:moveTo>
                  <a:lnTo>
                    <a:pt x="568306" y="116124"/>
                  </a:lnTo>
                  <a:lnTo>
                    <a:pt x="564333" y="111384"/>
                  </a:lnTo>
                  <a:close/>
                  <a:moveTo>
                    <a:pt x="517339" y="174350"/>
                  </a:moveTo>
                  <a:lnTo>
                    <a:pt x="564333" y="111384"/>
                  </a:lnTo>
                  <a:lnTo>
                    <a:pt x="496198" y="128794"/>
                  </a:lnTo>
                  <a:close/>
                  <a:moveTo>
                    <a:pt x="604389" y="204304"/>
                  </a:moveTo>
                  <a:lnTo>
                    <a:pt x="602453" y="243796"/>
                  </a:lnTo>
                  <a:lnTo>
                    <a:pt x="665192" y="188557"/>
                  </a:lnTo>
                  <a:close/>
                  <a:moveTo>
                    <a:pt x="665192" y="188557"/>
                  </a:moveTo>
                  <a:lnTo>
                    <a:pt x="616590" y="264187"/>
                  </a:lnTo>
                  <a:lnTo>
                    <a:pt x="673864" y="201211"/>
                  </a:lnTo>
                  <a:close/>
                  <a:moveTo>
                    <a:pt x="678186" y="245033"/>
                  </a:moveTo>
                  <a:lnTo>
                    <a:pt x="692066" y="240093"/>
                  </a:lnTo>
                  <a:lnTo>
                    <a:pt x="673864" y="201211"/>
                  </a:lnTo>
                  <a:close/>
                  <a:moveTo>
                    <a:pt x="579708" y="212650"/>
                  </a:moveTo>
                  <a:lnTo>
                    <a:pt x="602453" y="243796"/>
                  </a:lnTo>
                  <a:lnTo>
                    <a:pt x="604389" y="204304"/>
                  </a:lnTo>
                  <a:close/>
                  <a:moveTo>
                    <a:pt x="556191" y="161114"/>
                  </a:moveTo>
                  <a:lnTo>
                    <a:pt x="604389" y="204304"/>
                  </a:lnTo>
                  <a:lnTo>
                    <a:pt x="594541" y="149568"/>
                  </a:lnTo>
                  <a:close/>
                  <a:moveTo>
                    <a:pt x="556191" y="161114"/>
                  </a:moveTo>
                  <a:lnTo>
                    <a:pt x="579708" y="212650"/>
                  </a:lnTo>
                  <a:lnTo>
                    <a:pt x="604389" y="204304"/>
                  </a:lnTo>
                  <a:close/>
                  <a:moveTo>
                    <a:pt x="665192" y="188557"/>
                  </a:moveTo>
                  <a:lnTo>
                    <a:pt x="646915" y="137020"/>
                  </a:lnTo>
                  <a:lnTo>
                    <a:pt x="604389" y="204304"/>
                  </a:lnTo>
                  <a:close/>
                  <a:moveTo>
                    <a:pt x="646915" y="137020"/>
                  </a:moveTo>
                  <a:lnTo>
                    <a:pt x="594541" y="149568"/>
                  </a:lnTo>
                  <a:lnTo>
                    <a:pt x="604389" y="204304"/>
                  </a:lnTo>
                  <a:close/>
                  <a:moveTo>
                    <a:pt x="568306" y="116124"/>
                  </a:moveTo>
                  <a:lnTo>
                    <a:pt x="556191" y="161114"/>
                  </a:lnTo>
                  <a:lnTo>
                    <a:pt x="594541" y="149568"/>
                  </a:lnTo>
                  <a:close/>
                  <a:moveTo>
                    <a:pt x="568306" y="116124"/>
                  </a:moveTo>
                  <a:lnTo>
                    <a:pt x="594541" y="149568"/>
                  </a:lnTo>
                  <a:lnTo>
                    <a:pt x="569673" y="109577"/>
                  </a:lnTo>
                  <a:close/>
                  <a:moveTo>
                    <a:pt x="569673" y="109577"/>
                  </a:moveTo>
                  <a:lnTo>
                    <a:pt x="594541" y="149568"/>
                  </a:lnTo>
                  <a:lnTo>
                    <a:pt x="646915" y="137020"/>
                  </a:lnTo>
                  <a:close/>
                  <a:moveTo>
                    <a:pt x="569673" y="109577"/>
                  </a:moveTo>
                  <a:lnTo>
                    <a:pt x="646915" y="137020"/>
                  </a:lnTo>
                  <a:lnTo>
                    <a:pt x="641121" y="85483"/>
                  </a:lnTo>
                  <a:close/>
                  <a:moveTo>
                    <a:pt x="672170" y="187182"/>
                  </a:moveTo>
                  <a:lnTo>
                    <a:pt x="673864" y="201211"/>
                  </a:lnTo>
                  <a:lnTo>
                    <a:pt x="735589" y="164463"/>
                  </a:lnTo>
                  <a:close/>
                  <a:moveTo>
                    <a:pt x="665192" y="188557"/>
                  </a:moveTo>
                  <a:lnTo>
                    <a:pt x="673864" y="201211"/>
                  </a:lnTo>
                  <a:lnTo>
                    <a:pt x="672170" y="187182"/>
                  </a:lnTo>
                  <a:close/>
                  <a:moveTo>
                    <a:pt x="646915" y="137020"/>
                  </a:moveTo>
                  <a:lnTo>
                    <a:pt x="672170" y="187182"/>
                  </a:lnTo>
                  <a:lnTo>
                    <a:pt x="661465" y="133142"/>
                  </a:lnTo>
                  <a:close/>
                  <a:moveTo>
                    <a:pt x="646915" y="137020"/>
                  </a:moveTo>
                  <a:lnTo>
                    <a:pt x="665192" y="188557"/>
                  </a:lnTo>
                  <a:lnTo>
                    <a:pt x="672170" y="187182"/>
                  </a:lnTo>
                  <a:close/>
                  <a:moveTo>
                    <a:pt x="735589" y="164463"/>
                  </a:moveTo>
                  <a:lnTo>
                    <a:pt x="710561" y="112926"/>
                  </a:lnTo>
                  <a:lnTo>
                    <a:pt x="672170" y="187182"/>
                  </a:lnTo>
                  <a:close/>
                  <a:moveTo>
                    <a:pt x="710561" y="112926"/>
                  </a:moveTo>
                  <a:lnTo>
                    <a:pt x="661465" y="133142"/>
                  </a:lnTo>
                  <a:lnTo>
                    <a:pt x="672170" y="187182"/>
                  </a:lnTo>
                  <a:close/>
                  <a:moveTo>
                    <a:pt x="641121" y="85483"/>
                  </a:moveTo>
                  <a:lnTo>
                    <a:pt x="661465" y="133142"/>
                  </a:lnTo>
                  <a:lnTo>
                    <a:pt x="644263" y="84384"/>
                  </a:lnTo>
                  <a:close/>
                  <a:moveTo>
                    <a:pt x="641121" y="85483"/>
                  </a:moveTo>
                  <a:lnTo>
                    <a:pt x="646915" y="137020"/>
                  </a:lnTo>
                  <a:lnTo>
                    <a:pt x="661465" y="133142"/>
                  </a:lnTo>
                  <a:close/>
                  <a:moveTo>
                    <a:pt x="710561" y="112926"/>
                  </a:moveTo>
                  <a:lnTo>
                    <a:pt x="697598" y="61389"/>
                  </a:lnTo>
                  <a:lnTo>
                    <a:pt x="661465" y="133142"/>
                  </a:lnTo>
                  <a:close/>
                  <a:moveTo>
                    <a:pt x="697598" y="61389"/>
                  </a:moveTo>
                  <a:lnTo>
                    <a:pt x="644263" y="84384"/>
                  </a:lnTo>
                  <a:lnTo>
                    <a:pt x="661465" y="133142"/>
                  </a:lnTo>
                  <a:close/>
                  <a:moveTo>
                    <a:pt x="626048" y="33947"/>
                  </a:moveTo>
                  <a:lnTo>
                    <a:pt x="641121" y="85483"/>
                  </a:lnTo>
                  <a:lnTo>
                    <a:pt x="644263" y="84384"/>
                  </a:lnTo>
                  <a:close/>
                  <a:moveTo>
                    <a:pt x="697598" y="61389"/>
                  </a:moveTo>
                  <a:lnTo>
                    <a:pt x="689288" y="9853"/>
                  </a:lnTo>
                  <a:lnTo>
                    <a:pt x="644263" y="84384"/>
                  </a:lnTo>
                  <a:close/>
                  <a:moveTo>
                    <a:pt x="689288" y="9853"/>
                  </a:moveTo>
                  <a:lnTo>
                    <a:pt x="631725" y="31834"/>
                  </a:lnTo>
                  <a:lnTo>
                    <a:pt x="644263" y="84384"/>
                  </a:lnTo>
                  <a:close/>
                  <a:moveTo>
                    <a:pt x="697598" y="61389"/>
                  </a:moveTo>
                  <a:lnTo>
                    <a:pt x="749799" y="99310"/>
                  </a:lnTo>
                  <a:lnTo>
                    <a:pt x="732635" y="50521"/>
                  </a:lnTo>
                  <a:close/>
                  <a:moveTo>
                    <a:pt x="697598" y="61389"/>
                  </a:moveTo>
                  <a:lnTo>
                    <a:pt x="710561" y="112926"/>
                  </a:lnTo>
                  <a:lnTo>
                    <a:pt x="749799" y="99310"/>
                  </a:lnTo>
                  <a:close/>
                  <a:moveTo>
                    <a:pt x="796688" y="88832"/>
                  </a:moveTo>
                  <a:lnTo>
                    <a:pt x="801797" y="60377"/>
                  </a:lnTo>
                  <a:lnTo>
                    <a:pt x="749799" y="99310"/>
                  </a:lnTo>
                  <a:close/>
                  <a:moveTo>
                    <a:pt x="749799" y="99310"/>
                  </a:moveTo>
                  <a:lnTo>
                    <a:pt x="792688" y="39682"/>
                  </a:lnTo>
                  <a:lnTo>
                    <a:pt x="732635" y="50521"/>
                  </a:lnTo>
                  <a:close/>
                  <a:moveTo>
                    <a:pt x="689288" y="9853"/>
                  </a:moveTo>
                  <a:lnTo>
                    <a:pt x="732635" y="50521"/>
                  </a:lnTo>
                  <a:lnTo>
                    <a:pt x="713704" y="3169"/>
                  </a:lnTo>
                  <a:close/>
                  <a:moveTo>
                    <a:pt x="689288" y="9853"/>
                  </a:moveTo>
                  <a:lnTo>
                    <a:pt x="697598" y="61389"/>
                  </a:lnTo>
                  <a:lnTo>
                    <a:pt x="732635" y="50521"/>
                  </a:lnTo>
                  <a:close/>
                  <a:moveTo>
                    <a:pt x="732635" y="50521"/>
                  </a:moveTo>
                  <a:lnTo>
                    <a:pt x="792688" y="39682"/>
                  </a:lnTo>
                  <a:lnTo>
                    <a:pt x="764321" y="0"/>
                  </a:lnTo>
                  <a:close/>
                  <a:moveTo>
                    <a:pt x="732635" y="50521"/>
                  </a:moveTo>
                  <a:lnTo>
                    <a:pt x="764321" y="0"/>
                  </a:lnTo>
                  <a:lnTo>
                    <a:pt x="713704" y="3169"/>
                  </a:lnTo>
                  <a:close/>
                  <a:moveTo>
                    <a:pt x="898761" y="116913"/>
                  </a:moveTo>
                  <a:lnTo>
                    <a:pt x="862202" y="111545"/>
                  </a:lnTo>
                  <a:lnTo>
                    <a:pt x="813080" y="85846"/>
                  </a:lnTo>
                  <a:close/>
                  <a:moveTo>
                    <a:pt x="933356" y="68004"/>
                  </a:moveTo>
                  <a:lnTo>
                    <a:pt x="898761" y="116913"/>
                  </a:lnTo>
                  <a:lnTo>
                    <a:pt x="899873" y="116275"/>
                  </a:lnTo>
                  <a:close/>
                  <a:moveTo>
                    <a:pt x="862202" y="111545"/>
                  </a:moveTo>
                  <a:lnTo>
                    <a:pt x="898761" y="116913"/>
                  </a:lnTo>
                  <a:lnTo>
                    <a:pt x="933356" y="68004"/>
                  </a:lnTo>
                  <a:close/>
                  <a:moveTo>
                    <a:pt x="933356" y="68004"/>
                  </a:moveTo>
                  <a:lnTo>
                    <a:pt x="899873" y="116275"/>
                  </a:lnTo>
                  <a:lnTo>
                    <a:pt x="965995" y="100236"/>
                  </a:lnTo>
                  <a:close/>
                  <a:moveTo>
                    <a:pt x="965995" y="100236"/>
                  </a:moveTo>
                  <a:lnTo>
                    <a:pt x="946018" y="64738"/>
                  </a:lnTo>
                  <a:lnTo>
                    <a:pt x="933356" y="68004"/>
                  </a:lnTo>
                  <a:close/>
                  <a:moveTo>
                    <a:pt x="986848" y="58522"/>
                  </a:moveTo>
                  <a:lnTo>
                    <a:pt x="946018" y="64738"/>
                  </a:lnTo>
                  <a:lnTo>
                    <a:pt x="965995" y="100236"/>
                  </a:lnTo>
                  <a:close/>
                </a:path>
              </a:pathLst>
            </a:custGeom>
            <a:solidFill>
              <a:srgbClr val="F5F7F8"/>
            </a:solidFill>
            <a:ln w="1524">
              <a:solidFill>
                <a:srgbClr val="F5F7F8"/>
              </a:solidFill>
            </a:ln>
          </p:spPr>
        </p:sp>
        <p:sp>
          <p:nvSpPr>
            <p:cNvPr id="4352" name="Output_density__4351">
              <a:extLst>
                <a:ext uri="{FF2B5EF4-FFF2-40B4-BE49-F238E27FC236}">
                  <a16:creationId xmlns:a16="http://schemas.microsoft.com/office/drawing/2014/main" id="{992732B5-01DE-5E18-E148-2939860F1F19}"/>
                </a:ext>
              </a:extLst>
            </p:cNvPr>
            <p:cNvSpPr>
              <a:spLocks noGrp="1"/>
            </p:cNvSpPr>
            <p:nvPr/>
          </p:nvSpPr>
          <p:spPr>
            <a:xfrm>
              <a:off x="15121051" y="3077396"/>
              <a:ext cx="862898" cy="280014"/>
            </a:xfrm>
            <a:custGeom>
              <a:avLst/>
              <a:gdLst/>
              <a:ahLst/>
              <a:cxnLst/>
              <a:rect l="0" t="0" r="0" b="0"/>
              <a:pathLst>
                <a:path w="862898" h="280014">
                  <a:moveTo>
                    <a:pt x="117109" y="235958"/>
                  </a:moveTo>
                  <a:lnTo>
                    <a:pt x="84739" y="249833"/>
                  </a:lnTo>
                  <a:lnTo>
                    <a:pt x="162075" y="229402"/>
                  </a:lnTo>
                  <a:close/>
                  <a:moveTo>
                    <a:pt x="189166" y="195790"/>
                  </a:moveTo>
                  <a:lnTo>
                    <a:pt x="202959" y="191457"/>
                  </a:lnTo>
                  <a:lnTo>
                    <a:pt x="220730" y="170243"/>
                  </a:lnTo>
                  <a:close/>
                  <a:moveTo>
                    <a:pt x="199736" y="195532"/>
                  </a:moveTo>
                  <a:lnTo>
                    <a:pt x="202959" y="191457"/>
                  </a:lnTo>
                  <a:lnTo>
                    <a:pt x="189166" y="195790"/>
                  </a:lnTo>
                  <a:close/>
                  <a:moveTo>
                    <a:pt x="162075" y="229402"/>
                  </a:moveTo>
                  <a:lnTo>
                    <a:pt x="199736" y="195532"/>
                  </a:lnTo>
                  <a:lnTo>
                    <a:pt x="189166" y="195790"/>
                  </a:lnTo>
                  <a:close/>
                  <a:moveTo>
                    <a:pt x="220730" y="170243"/>
                  </a:moveTo>
                  <a:lnTo>
                    <a:pt x="202959" y="191457"/>
                  </a:lnTo>
                  <a:lnTo>
                    <a:pt x="226877" y="162110"/>
                  </a:lnTo>
                  <a:close/>
                  <a:moveTo>
                    <a:pt x="19925" y="15633"/>
                  </a:moveTo>
                  <a:lnTo>
                    <a:pt x="0" y="39727"/>
                  </a:lnTo>
                  <a:lnTo>
                    <a:pt x="45381" y="7558"/>
                  </a:lnTo>
                  <a:close/>
                  <a:moveTo>
                    <a:pt x="0" y="39727"/>
                  </a:moveTo>
                  <a:lnTo>
                    <a:pt x="15403" y="30375"/>
                  </a:lnTo>
                  <a:lnTo>
                    <a:pt x="45381" y="7558"/>
                  </a:lnTo>
                  <a:close/>
                  <a:moveTo>
                    <a:pt x="45381" y="7558"/>
                  </a:moveTo>
                  <a:lnTo>
                    <a:pt x="15403" y="30375"/>
                  </a:lnTo>
                  <a:lnTo>
                    <a:pt x="90079" y="0"/>
                  </a:lnTo>
                  <a:close/>
                  <a:moveTo>
                    <a:pt x="801662" y="280014"/>
                  </a:moveTo>
                  <a:lnTo>
                    <a:pt x="811293" y="255920"/>
                  </a:lnTo>
                  <a:lnTo>
                    <a:pt x="807797" y="262159"/>
                  </a:lnTo>
                  <a:close/>
                  <a:moveTo>
                    <a:pt x="811293" y="255920"/>
                  </a:moveTo>
                  <a:lnTo>
                    <a:pt x="801662" y="280014"/>
                  </a:lnTo>
                  <a:lnTo>
                    <a:pt x="833970" y="204383"/>
                  </a:lnTo>
                  <a:close/>
                  <a:moveTo>
                    <a:pt x="655388" y="176583"/>
                  </a:moveTo>
                  <a:lnTo>
                    <a:pt x="664329" y="125404"/>
                  </a:lnTo>
                  <a:lnTo>
                    <a:pt x="656792" y="175877"/>
                  </a:lnTo>
                  <a:close/>
                  <a:moveTo>
                    <a:pt x="819859" y="244757"/>
                  </a:moveTo>
                  <a:lnTo>
                    <a:pt x="807797" y="262159"/>
                  </a:lnTo>
                  <a:lnTo>
                    <a:pt x="811293" y="255920"/>
                  </a:lnTo>
                  <a:close/>
                  <a:moveTo>
                    <a:pt x="849985" y="180289"/>
                  </a:moveTo>
                  <a:lnTo>
                    <a:pt x="833322" y="222695"/>
                  </a:lnTo>
                  <a:lnTo>
                    <a:pt x="811293" y="255920"/>
                  </a:lnTo>
                  <a:close/>
                  <a:moveTo>
                    <a:pt x="833970" y="204383"/>
                  </a:moveTo>
                  <a:lnTo>
                    <a:pt x="849985" y="180289"/>
                  </a:lnTo>
                  <a:lnTo>
                    <a:pt x="811293" y="255920"/>
                  </a:lnTo>
                  <a:close/>
                  <a:moveTo>
                    <a:pt x="849985" y="180289"/>
                  </a:moveTo>
                  <a:lnTo>
                    <a:pt x="833970" y="204383"/>
                  </a:lnTo>
                  <a:lnTo>
                    <a:pt x="862898" y="158598"/>
                  </a:lnTo>
                  <a:close/>
                  <a:moveTo>
                    <a:pt x="833970" y="204383"/>
                  </a:moveTo>
                  <a:lnTo>
                    <a:pt x="837893" y="200009"/>
                  </a:lnTo>
                  <a:lnTo>
                    <a:pt x="862898" y="158598"/>
                  </a:lnTo>
                  <a:close/>
                </a:path>
              </a:pathLst>
            </a:custGeom>
            <a:solidFill>
              <a:srgbClr val="ECEFF1"/>
            </a:solidFill>
            <a:ln w="1524">
              <a:solidFill>
                <a:srgbClr val="ECEFF1"/>
              </a:solidFill>
            </a:ln>
          </p:spPr>
        </p:sp>
        <p:sp>
          <p:nvSpPr>
            <p:cNvPr id="4353" name="Output_density__4352">
              <a:extLst>
                <a:ext uri="{FF2B5EF4-FFF2-40B4-BE49-F238E27FC236}">
                  <a16:creationId xmlns:a16="http://schemas.microsoft.com/office/drawing/2014/main" id="{DFC733F6-5FC9-A273-7498-228B80CBFAD3}"/>
                </a:ext>
              </a:extLst>
            </p:cNvPr>
            <p:cNvSpPr>
              <a:spLocks noGrp="1"/>
            </p:cNvSpPr>
            <p:nvPr/>
          </p:nvSpPr>
          <p:spPr>
            <a:xfrm>
              <a:off x="15101859" y="3071674"/>
              <a:ext cx="710043" cy="326675"/>
            </a:xfrm>
            <a:custGeom>
              <a:avLst/>
              <a:gdLst/>
              <a:ahLst/>
              <a:cxnLst/>
              <a:rect l="0" t="0" r="0" b="0"/>
              <a:pathLst>
                <a:path w="710043" h="326675">
                  <a:moveTo>
                    <a:pt x="66167" y="200059"/>
                  </a:moveTo>
                  <a:lnTo>
                    <a:pt x="54738" y="246304"/>
                  </a:lnTo>
                  <a:lnTo>
                    <a:pt x="80928" y="209323"/>
                  </a:lnTo>
                  <a:close/>
                  <a:moveTo>
                    <a:pt x="12797" y="224153"/>
                  </a:moveTo>
                  <a:lnTo>
                    <a:pt x="66167" y="200059"/>
                  </a:lnTo>
                  <a:lnTo>
                    <a:pt x="0" y="216326"/>
                  </a:lnTo>
                  <a:close/>
                  <a:moveTo>
                    <a:pt x="116023" y="205641"/>
                  </a:moveTo>
                  <a:lnTo>
                    <a:pt x="80928" y="209323"/>
                  </a:lnTo>
                  <a:lnTo>
                    <a:pt x="165027" y="214182"/>
                  </a:lnTo>
                  <a:close/>
                  <a:moveTo>
                    <a:pt x="26173" y="96986"/>
                  </a:moveTo>
                  <a:lnTo>
                    <a:pt x="33088" y="70236"/>
                  </a:lnTo>
                  <a:lnTo>
                    <a:pt x="31949" y="74395"/>
                  </a:lnTo>
                  <a:close/>
                  <a:moveTo>
                    <a:pt x="39117" y="21355"/>
                  </a:moveTo>
                  <a:lnTo>
                    <a:pt x="33088" y="70236"/>
                  </a:lnTo>
                  <a:lnTo>
                    <a:pt x="26173" y="96986"/>
                  </a:lnTo>
                  <a:close/>
                  <a:moveTo>
                    <a:pt x="89730" y="65403"/>
                  </a:moveTo>
                  <a:lnTo>
                    <a:pt x="55156" y="118271"/>
                  </a:lnTo>
                  <a:lnTo>
                    <a:pt x="34656" y="72195"/>
                  </a:lnTo>
                  <a:close/>
                  <a:moveTo>
                    <a:pt x="34656" y="72195"/>
                  </a:moveTo>
                  <a:lnTo>
                    <a:pt x="39117" y="21355"/>
                  </a:lnTo>
                  <a:lnTo>
                    <a:pt x="93002" y="0"/>
                  </a:lnTo>
                  <a:close/>
                  <a:moveTo>
                    <a:pt x="34656" y="72195"/>
                  </a:moveTo>
                  <a:lnTo>
                    <a:pt x="93002" y="0"/>
                  </a:lnTo>
                  <a:lnTo>
                    <a:pt x="89730" y="65403"/>
                  </a:lnTo>
                  <a:close/>
                  <a:moveTo>
                    <a:pt x="93002" y="0"/>
                  </a:moveTo>
                  <a:lnTo>
                    <a:pt x="133736" y="4866"/>
                  </a:lnTo>
                  <a:lnTo>
                    <a:pt x="89730" y="65403"/>
                  </a:lnTo>
                  <a:close/>
                  <a:moveTo>
                    <a:pt x="231356" y="88970"/>
                  </a:moveTo>
                  <a:lnTo>
                    <a:pt x="270931" y="94779"/>
                  </a:lnTo>
                  <a:lnTo>
                    <a:pt x="272637" y="30649"/>
                  </a:lnTo>
                  <a:close/>
                  <a:moveTo>
                    <a:pt x="231356" y="88970"/>
                  </a:moveTo>
                  <a:lnTo>
                    <a:pt x="272637" y="30649"/>
                  </a:lnTo>
                  <a:lnTo>
                    <a:pt x="227824" y="29099"/>
                  </a:lnTo>
                  <a:close/>
                  <a:moveTo>
                    <a:pt x="231356" y="88970"/>
                  </a:moveTo>
                  <a:lnTo>
                    <a:pt x="227824" y="29099"/>
                  </a:lnTo>
                  <a:lnTo>
                    <a:pt x="205215" y="76241"/>
                  </a:lnTo>
                  <a:close/>
                  <a:moveTo>
                    <a:pt x="227824" y="29099"/>
                  </a:moveTo>
                  <a:lnTo>
                    <a:pt x="212381" y="24704"/>
                  </a:lnTo>
                  <a:lnTo>
                    <a:pt x="205215" y="76241"/>
                  </a:lnTo>
                  <a:close/>
                  <a:moveTo>
                    <a:pt x="676118" y="268994"/>
                  </a:moveTo>
                  <a:lnTo>
                    <a:pt x="710043" y="279395"/>
                  </a:lnTo>
                  <a:lnTo>
                    <a:pt x="682345" y="326675"/>
                  </a:lnTo>
                  <a:close/>
                  <a:moveTo>
                    <a:pt x="694457" y="210105"/>
                  </a:moveTo>
                  <a:lnTo>
                    <a:pt x="675985" y="181598"/>
                  </a:lnTo>
                  <a:lnTo>
                    <a:pt x="702111" y="223101"/>
                  </a:lnTo>
                  <a:close/>
                </a:path>
              </a:pathLst>
            </a:custGeom>
            <a:solidFill>
              <a:srgbClr val="F1F3F5"/>
            </a:solidFill>
            <a:ln w="1524">
              <a:solidFill>
                <a:srgbClr val="F1F3F5"/>
              </a:solidFill>
            </a:ln>
          </p:spPr>
        </p:sp>
        <p:sp>
          <p:nvSpPr>
            <p:cNvPr id="4354" name="Output_density__4353">
              <a:extLst>
                <a:ext uri="{FF2B5EF4-FFF2-40B4-BE49-F238E27FC236}">
                  <a16:creationId xmlns:a16="http://schemas.microsoft.com/office/drawing/2014/main" id="{9CECCFA5-F638-3812-2358-F0CDEA9E3A38}"/>
                </a:ext>
              </a:extLst>
            </p:cNvPr>
            <p:cNvSpPr>
              <a:spLocks noGrp="1"/>
            </p:cNvSpPr>
            <p:nvPr/>
          </p:nvSpPr>
          <p:spPr>
            <a:xfrm>
              <a:off x="15048856" y="3010172"/>
              <a:ext cx="941117" cy="277827"/>
            </a:xfrm>
            <a:custGeom>
              <a:avLst/>
              <a:gdLst/>
              <a:ahLst/>
              <a:cxnLst/>
              <a:rect l="0" t="0" r="0" b="0"/>
              <a:pathLst>
                <a:path w="941117" h="277827">
                  <a:moveTo>
                    <a:pt x="119169" y="261561"/>
                  </a:moveTo>
                  <a:lnTo>
                    <a:pt x="73203" y="218453"/>
                  </a:lnTo>
                  <a:lnTo>
                    <a:pt x="53003" y="277827"/>
                  </a:lnTo>
                  <a:close/>
                  <a:moveTo>
                    <a:pt x="65602" y="210024"/>
                  </a:moveTo>
                  <a:lnTo>
                    <a:pt x="3347" y="234118"/>
                  </a:lnTo>
                  <a:lnTo>
                    <a:pt x="53003" y="277827"/>
                  </a:lnTo>
                  <a:close/>
                  <a:moveTo>
                    <a:pt x="135063" y="237467"/>
                  </a:moveTo>
                  <a:lnTo>
                    <a:pt x="133930" y="270825"/>
                  </a:lnTo>
                  <a:lnTo>
                    <a:pt x="169026" y="267143"/>
                  </a:lnTo>
                  <a:close/>
                  <a:moveTo>
                    <a:pt x="135063" y="237467"/>
                  </a:moveTo>
                  <a:lnTo>
                    <a:pt x="119169" y="261561"/>
                  </a:lnTo>
                  <a:lnTo>
                    <a:pt x="133930" y="270825"/>
                  </a:lnTo>
                  <a:close/>
                  <a:moveTo>
                    <a:pt x="103529" y="185930"/>
                  </a:moveTo>
                  <a:lnTo>
                    <a:pt x="119169" y="261561"/>
                  </a:lnTo>
                  <a:lnTo>
                    <a:pt x="135063" y="237467"/>
                  </a:lnTo>
                  <a:close/>
                  <a:moveTo>
                    <a:pt x="136720" y="146357"/>
                  </a:moveTo>
                  <a:lnTo>
                    <a:pt x="79176" y="158487"/>
                  </a:lnTo>
                  <a:lnTo>
                    <a:pt x="88693" y="195598"/>
                  </a:lnTo>
                  <a:close/>
                  <a:moveTo>
                    <a:pt x="88693" y="195598"/>
                  </a:moveTo>
                  <a:lnTo>
                    <a:pt x="79176" y="158487"/>
                  </a:lnTo>
                  <a:lnTo>
                    <a:pt x="84951" y="135897"/>
                  </a:lnTo>
                  <a:close/>
                  <a:moveTo>
                    <a:pt x="88693" y="195598"/>
                  </a:moveTo>
                  <a:lnTo>
                    <a:pt x="103529" y="185930"/>
                  </a:lnTo>
                  <a:lnTo>
                    <a:pt x="136720" y="146357"/>
                  </a:lnTo>
                  <a:close/>
                  <a:moveTo>
                    <a:pt x="5192" y="100015"/>
                  </a:moveTo>
                  <a:lnTo>
                    <a:pt x="0" y="119435"/>
                  </a:lnTo>
                  <a:lnTo>
                    <a:pt x="56065" y="82857"/>
                  </a:lnTo>
                  <a:close/>
                  <a:moveTo>
                    <a:pt x="56065" y="82857"/>
                  </a:moveTo>
                  <a:lnTo>
                    <a:pt x="44609" y="158487"/>
                  </a:lnTo>
                  <a:lnTo>
                    <a:pt x="86091" y="131738"/>
                  </a:lnTo>
                  <a:close/>
                  <a:moveTo>
                    <a:pt x="86091" y="131738"/>
                  </a:moveTo>
                  <a:lnTo>
                    <a:pt x="44609" y="158487"/>
                  </a:lnTo>
                  <a:lnTo>
                    <a:pt x="84951" y="135897"/>
                  </a:lnTo>
                  <a:close/>
                  <a:moveTo>
                    <a:pt x="325640" y="92150"/>
                  </a:moveTo>
                  <a:lnTo>
                    <a:pt x="269430" y="37123"/>
                  </a:lnTo>
                  <a:lnTo>
                    <a:pt x="280827" y="90600"/>
                  </a:lnTo>
                  <a:close/>
                  <a:moveTo>
                    <a:pt x="209485" y="47875"/>
                  </a:moveTo>
                  <a:lnTo>
                    <a:pt x="265384" y="86206"/>
                  </a:lnTo>
                  <a:lnTo>
                    <a:pt x="280827" y="90600"/>
                  </a:lnTo>
                  <a:close/>
                  <a:moveTo>
                    <a:pt x="610294" y="154635"/>
                  </a:moveTo>
                  <a:lnTo>
                    <a:pt x="655111" y="192628"/>
                  </a:lnTo>
                  <a:lnTo>
                    <a:pt x="666111" y="116997"/>
                  </a:lnTo>
                  <a:close/>
                  <a:moveTo>
                    <a:pt x="666111" y="116997"/>
                  </a:moveTo>
                  <a:lnTo>
                    <a:pt x="655111" y="192628"/>
                  </a:lnTo>
                  <a:lnTo>
                    <a:pt x="689433" y="140947"/>
                  </a:lnTo>
                  <a:close/>
                  <a:moveTo>
                    <a:pt x="689433" y="140947"/>
                  </a:moveTo>
                  <a:lnTo>
                    <a:pt x="655111" y="192628"/>
                  </a:lnTo>
                  <a:lnTo>
                    <a:pt x="677803" y="183988"/>
                  </a:lnTo>
                  <a:close/>
                  <a:moveTo>
                    <a:pt x="747460" y="271607"/>
                  </a:moveTo>
                  <a:lnTo>
                    <a:pt x="752431" y="220070"/>
                  </a:lnTo>
                  <a:lnTo>
                    <a:pt x="728987" y="243100"/>
                  </a:lnTo>
                  <a:close/>
                  <a:moveTo>
                    <a:pt x="872154" y="227434"/>
                  </a:moveTo>
                  <a:lnTo>
                    <a:pt x="911844" y="233148"/>
                  </a:lnTo>
                  <a:lnTo>
                    <a:pt x="906407" y="174826"/>
                  </a:lnTo>
                  <a:close/>
                  <a:moveTo>
                    <a:pt x="900778" y="137300"/>
                  </a:moveTo>
                  <a:lnTo>
                    <a:pt x="888057" y="120346"/>
                  </a:lnTo>
                  <a:lnTo>
                    <a:pt x="906407" y="174826"/>
                  </a:lnTo>
                  <a:close/>
                  <a:moveTo>
                    <a:pt x="941117" y="121846"/>
                  </a:moveTo>
                  <a:lnTo>
                    <a:pt x="900778" y="137300"/>
                  </a:lnTo>
                  <a:lnTo>
                    <a:pt x="906407" y="174826"/>
                  </a:lnTo>
                  <a:close/>
                  <a:moveTo>
                    <a:pt x="775265" y="79992"/>
                  </a:moveTo>
                  <a:lnTo>
                    <a:pt x="769269" y="129863"/>
                  </a:lnTo>
                  <a:lnTo>
                    <a:pt x="826108" y="68809"/>
                  </a:lnTo>
                  <a:close/>
                  <a:moveTo>
                    <a:pt x="775265" y="79992"/>
                  </a:moveTo>
                  <a:lnTo>
                    <a:pt x="826108" y="68809"/>
                  </a:lnTo>
                  <a:lnTo>
                    <a:pt x="783821" y="49368"/>
                  </a:lnTo>
                  <a:close/>
                  <a:moveTo>
                    <a:pt x="888057" y="120346"/>
                  </a:moveTo>
                  <a:lnTo>
                    <a:pt x="900778" y="137300"/>
                  </a:lnTo>
                  <a:lnTo>
                    <a:pt x="898586" y="118442"/>
                  </a:lnTo>
                  <a:close/>
                  <a:moveTo>
                    <a:pt x="898586" y="118442"/>
                  </a:moveTo>
                  <a:lnTo>
                    <a:pt x="837611" y="75807"/>
                  </a:lnTo>
                  <a:lnTo>
                    <a:pt x="888057" y="120346"/>
                  </a:lnTo>
                  <a:close/>
                  <a:moveTo>
                    <a:pt x="837971" y="66996"/>
                  </a:moveTo>
                  <a:lnTo>
                    <a:pt x="837611" y="75807"/>
                  </a:lnTo>
                  <a:lnTo>
                    <a:pt x="898586" y="118442"/>
                  </a:lnTo>
                  <a:close/>
                  <a:moveTo>
                    <a:pt x="896641" y="57280"/>
                  </a:moveTo>
                  <a:lnTo>
                    <a:pt x="837971" y="66996"/>
                  </a:lnTo>
                  <a:lnTo>
                    <a:pt x="898586" y="118442"/>
                  </a:lnTo>
                  <a:close/>
                  <a:moveTo>
                    <a:pt x="898586" y="118442"/>
                  </a:moveTo>
                  <a:lnTo>
                    <a:pt x="900778" y="137300"/>
                  </a:lnTo>
                  <a:lnTo>
                    <a:pt x="922784" y="120346"/>
                  </a:lnTo>
                  <a:close/>
                  <a:moveTo>
                    <a:pt x="826108" y="68809"/>
                  </a:moveTo>
                  <a:lnTo>
                    <a:pt x="837611" y="75807"/>
                  </a:lnTo>
                  <a:lnTo>
                    <a:pt x="837971" y="66996"/>
                  </a:lnTo>
                  <a:close/>
                  <a:moveTo>
                    <a:pt x="837971" y="66996"/>
                  </a:moveTo>
                  <a:lnTo>
                    <a:pt x="783821" y="49368"/>
                  </a:lnTo>
                  <a:lnTo>
                    <a:pt x="826108" y="68809"/>
                  </a:lnTo>
                  <a:close/>
                  <a:moveTo>
                    <a:pt x="837971" y="66996"/>
                  </a:moveTo>
                  <a:lnTo>
                    <a:pt x="896641" y="57280"/>
                  </a:lnTo>
                  <a:lnTo>
                    <a:pt x="889921" y="0"/>
                  </a:lnTo>
                  <a:close/>
                  <a:moveTo>
                    <a:pt x="837971" y="66996"/>
                  </a:moveTo>
                  <a:lnTo>
                    <a:pt x="889921" y="0"/>
                  </a:lnTo>
                  <a:lnTo>
                    <a:pt x="840684" y="2047"/>
                  </a:lnTo>
                  <a:close/>
                </a:path>
              </a:pathLst>
            </a:custGeom>
            <a:solidFill>
              <a:srgbClr val="F2F4F6"/>
            </a:solidFill>
            <a:ln w="1524">
              <a:solidFill>
                <a:srgbClr val="F2F4F6"/>
              </a:solidFill>
            </a:ln>
          </p:spPr>
        </p:sp>
        <p:sp>
          <p:nvSpPr>
            <p:cNvPr id="4355" name="Output_density__4354">
              <a:extLst>
                <a:ext uri="{FF2B5EF4-FFF2-40B4-BE49-F238E27FC236}">
                  <a16:creationId xmlns:a16="http://schemas.microsoft.com/office/drawing/2014/main" id="{026BF4BA-B6FC-8FCE-914A-97D4F66AA4F3}"/>
                </a:ext>
              </a:extLst>
            </p:cNvPr>
            <p:cNvSpPr>
              <a:spLocks noGrp="1"/>
            </p:cNvSpPr>
            <p:nvPr/>
          </p:nvSpPr>
          <p:spPr>
            <a:xfrm>
              <a:off x="14964608" y="2945480"/>
              <a:ext cx="990655" cy="395188"/>
            </a:xfrm>
            <a:custGeom>
              <a:avLst/>
              <a:gdLst/>
              <a:ahLst/>
              <a:cxnLst/>
              <a:rect l="0" t="0" r="0" b="0"/>
              <a:pathLst>
                <a:path w="990655" h="395188">
                  <a:moveTo>
                    <a:pt x="149849" y="274716"/>
                  </a:moveTo>
                  <a:lnTo>
                    <a:pt x="137250" y="342520"/>
                  </a:lnTo>
                  <a:lnTo>
                    <a:pt x="157451" y="283146"/>
                  </a:lnTo>
                  <a:close/>
                  <a:moveTo>
                    <a:pt x="77886" y="236843"/>
                  </a:moveTo>
                  <a:lnTo>
                    <a:pt x="72844" y="276390"/>
                  </a:lnTo>
                  <a:lnTo>
                    <a:pt x="128856" y="223180"/>
                  </a:lnTo>
                  <a:close/>
                  <a:moveTo>
                    <a:pt x="128856" y="223180"/>
                  </a:moveTo>
                  <a:lnTo>
                    <a:pt x="72844" y="276390"/>
                  </a:lnTo>
                  <a:lnTo>
                    <a:pt x="87595" y="298810"/>
                  </a:lnTo>
                  <a:close/>
                  <a:moveTo>
                    <a:pt x="128856" y="223180"/>
                  </a:moveTo>
                  <a:lnTo>
                    <a:pt x="87595" y="298810"/>
                  </a:lnTo>
                  <a:lnTo>
                    <a:pt x="149849" y="274716"/>
                  </a:lnTo>
                  <a:close/>
                  <a:moveTo>
                    <a:pt x="74902" y="171643"/>
                  </a:moveTo>
                  <a:lnTo>
                    <a:pt x="77886" y="236843"/>
                  </a:lnTo>
                  <a:lnTo>
                    <a:pt x="84248" y="184128"/>
                  </a:lnTo>
                  <a:close/>
                  <a:moveTo>
                    <a:pt x="52709" y="247274"/>
                  </a:moveTo>
                  <a:lnTo>
                    <a:pt x="77886" y="236843"/>
                  </a:lnTo>
                  <a:lnTo>
                    <a:pt x="74902" y="171643"/>
                  </a:lnTo>
                  <a:close/>
                  <a:moveTo>
                    <a:pt x="32345" y="195737"/>
                  </a:moveTo>
                  <a:lnTo>
                    <a:pt x="52709" y="247274"/>
                  </a:lnTo>
                  <a:lnTo>
                    <a:pt x="74902" y="171643"/>
                  </a:lnTo>
                  <a:close/>
                  <a:moveTo>
                    <a:pt x="77886" y="236843"/>
                  </a:moveTo>
                  <a:lnTo>
                    <a:pt x="128856" y="223180"/>
                  </a:lnTo>
                  <a:lnTo>
                    <a:pt x="84248" y="184128"/>
                  </a:lnTo>
                  <a:close/>
                  <a:moveTo>
                    <a:pt x="0" y="144200"/>
                  </a:moveTo>
                  <a:lnTo>
                    <a:pt x="74902" y="171643"/>
                  </a:lnTo>
                  <a:lnTo>
                    <a:pt x="41778" y="120106"/>
                  </a:lnTo>
                  <a:close/>
                  <a:moveTo>
                    <a:pt x="172941" y="260290"/>
                  </a:moveTo>
                  <a:lnTo>
                    <a:pt x="157451" y="283146"/>
                  </a:lnTo>
                  <a:lnTo>
                    <a:pt x="187777" y="250622"/>
                  </a:lnTo>
                  <a:close/>
                  <a:moveTo>
                    <a:pt x="187777" y="250622"/>
                  </a:moveTo>
                  <a:lnTo>
                    <a:pt x="157451" y="283146"/>
                  </a:lnTo>
                  <a:lnTo>
                    <a:pt x="203417" y="326253"/>
                  </a:lnTo>
                  <a:close/>
                  <a:moveTo>
                    <a:pt x="149849" y="274716"/>
                  </a:moveTo>
                  <a:lnTo>
                    <a:pt x="157451" y="283146"/>
                  </a:lnTo>
                  <a:lnTo>
                    <a:pt x="172941" y="260290"/>
                  </a:lnTo>
                  <a:close/>
                  <a:moveTo>
                    <a:pt x="128856" y="223180"/>
                  </a:moveTo>
                  <a:lnTo>
                    <a:pt x="172941" y="260290"/>
                  </a:lnTo>
                  <a:lnTo>
                    <a:pt x="169199" y="200589"/>
                  </a:lnTo>
                  <a:close/>
                  <a:moveTo>
                    <a:pt x="128856" y="223180"/>
                  </a:moveTo>
                  <a:lnTo>
                    <a:pt x="149849" y="274716"/>
                  </a:lnTo>
                  <a:lnTo>
                    <a:pt x="172941" y="260290"/>
                  </a:lnTo>
                  <a:close/>
                  <a:moveTo>
                    <a:pt x="84248" y="184128"/>
                  </a:moveTo>
                  <a:lnTo>
                    <a:pt x="128856" y="223180"/>
                  </a:lnTo>
                  <a:lnTo>
                    <a:pt x="140313" y="147549"/>
                  </a:lnTo>
                  <a:close/>
                  <a:moveTo>
                    <a:pt x="74902" y="171643"/>
                  </a:moveTo>
                  <a:lnTo>
                    <a:pt x="84248" y="184128"/>
                  </a:lnTo>
                  <a:lnTo>
                    <a:pt x="89440" y="164707"/>
                  </a:lnTo>
                  <a:close/>
                  <a:moveTo>
                    <a:pt x="41778" y="120106"/>
                  </a:moveTo>
                  <a:lnTo>
                    <a:pt x="74902" y="171643"/>
                  </a:lnTo>
                  <a:lnTo>
                    <a:pt x="89440" y="164707"/>
                  </a:lnTo>
                  <a:close/>
                  <a:moveTo>
                    <a:pt x="140313" y="147549"/>
                  </a:moveTo>
                  <a:lnTo>
                    <a:pt x="103006" y="96012"/>
                  </a:lnTo>
                  <a:lnTo>
                    <a:pt x="89440" y="164707"/>
                  </a:lnTo>
                  <a:close/>
                  <a:moveTo>
                    <a:pt x="409888" y="156843"/>
                  </a:moveTo>
                  <a:lnTo>
                    <a:pt x="379419" y="99362"/>
                  </a:lnTo>
                  <a:lnTo>
                    <a:pt x="353678" y="101815"/>
                  </a:lnTo>
                  <a:close/>
                  <a:moveTo>
                    <a:pt x="319700" y="135717"/>
                  </a:moveTo>
                  <a:lnTo>
                    <a:pt x="349632" y="150898"/>
                  </a:lnTo>
                  <a:lnTo>
                    <a:pt x="293732" y="112568"/>
                  </a:lnTo>
                  <a:close/>
                  <a:moveTo>
                    <a:pt x="293732" y="112568"/>
                  </a:moveTo>
                  <a:lnTo>
                    <a:pt x="365074" y="155293"/>
                  </a:lnTo>
                  <a:lnTo>
                    <a:pt x="353678" y="101815"/>
                  </a:lnTo>
                  <a:close/>
                  <a:moveTo>
                    <a:pt x="293732" y="112568"/>
                  </a:moveTo>
                  <a:lnTo>
                    <a:pt x="353678" y="101815"/>
                  </a:lnTo>
                  <a:lnTo>
                    <a:pt x="341445" y="49017"/>
                  </a:lnTo>
                  <a:close/>
                  <a:moveTo>
                    <a:pt x="293732" y="112568"/>
                  </a:moveTo>
                  <a:lnTo>
                    <a:pt x="341445" y="49017"/>
                  </a:lnTo>
                  <a:lnTo>
                    <a:pt x="290714" y="52278"/>
                  </a:lnTo>
                  <a:close/>
                  <a:moveTo>
                    <a:pt x="235257" y="59382"/>
                  </a:moveTo>
                  <a:lnTo>
                    <a:pt x="290714" y="52278"/>
                  </a:lnTo>
                  <a:lnTo>
                    <a:pt x="274677" y="2573"/>
                  </a:lnTo>
                  <a:close/>
                  <a:moveTo>
                    <a:pt x="698991" y="199221"/>
                  </a:moveTo>
                  <a:lnTo>
                    <a:pt x="694542" y="219327"/>
                  </a:lnTo>
                  <a:lnTo>
                    <a:pt x="750359" y="181690"/>
                  </a:lnTo>
                  <a:close/>
                  <a:moveTo>
                    <a:pt x="762050" y="248680"/>
                  </a:moveTo>
                  <a:lnTo>
                    <a:pt x="799802" y="233226"/>
                  </a:lnTo>
                  <a:lnTo>
                    <a:pt x="773681" y="205639"/>
                  </a:lnTo>
                  <a:close/>
                  <a:moveTo>
                    <a:pt x="680943" y="205783"/>
                  </a:moveTo>
                  <a:lnTo>
                    <a:pt x="694542" y="219327"/>
                  </a:lnTo>
                  <a:lnTo>
                    <a:pt x="698991" y="199221"/>
                  </a:lnTo>
                  <a:close/>
                  <a:moveTo>
                    <a:pt x="638218" y="154246"/>
                  </a:moveTo>
                  <a:lnTo>
                    <a:pt x="698991" y="199221"/>
                  </a:lnTo>
                  <a:lnTo>
                    <a:pt x="706660" y="130243"/>
                  </a:lnTo>
                  <a:close/>
                  <a:moveTo>
                    <a:pt x="638218" y="154246"/>
                  </a:moveTo>
                  <a:lnTo>
                    <a:pt x="680943" y="205783"/>
                  </a:lnTo>
                  <a:lnTo>
                    <a:pt x="698991" y="199221"/>
                  </a:lnTo>
                  <a:close/>
                  <a:moveTo>
                    <a:pt x="750359" y="181690"/>
                  </a:moveTo>
                  <a:lnTo>
                    <a:pt x="706884" y="130153"/>
                  </a:lnTo>
                  <a:lnTo>
                    <a:pt x="698991" y="199221"/>
                  </a:lnTo>
                  <a:close/>
                  <a:moveTo>
                    <a:pt x="839361" y="349295"/>
                  </a:moveTo>
                  <a:lnTo>
                    <a:pt x="817196" y="368333"/>
                  </a:lnTo>
                  <a:lnTo>
                    <a:pt x="831708" y="336299"/>
                  </a:lnTo>
                  <a:close/>
                  <a:moveTo>
                    <a:pt x="813368" y="395188"/>
                  </a:moveTo>
                  <a:lnTo>
                    <a:pt x="817196" y="368333"/>
                  </a:lnTo>
                  <a:lnTo>
                    <a:pt x="839361" y="349295"/>
                  </a:lnTo>
                  <a:close/>
                  <a:moveTo>
                    <a:pt x="799802" y="233226"/>
                  </a:moveTo>
                  <a:lnTo>
                    <a:pt x="847109" y="280254"/>
                  </a:lnTo>
                  <a:lnTo>
                    <a:pt x="849012" y="215964"/>
                  </a:lnTo>
                  <a:close/>
                  <a:moveTo>
                    <a:pt x="779324" y="171894"/>
                  </a:moveTo>
                  <a:lnTo>
                    <a:pt x="773681" y="205639"/>
                  </a:lnTo>
                  <a:lnTo>
                    <a:pt x="818322" y="157595"/>
                  </a:lnTo>
                  <a:close/>
                  <a:moveTo>
                    <a:pt x="773681" y="205639"/>
                  </a:moveTo>
                  <a:lnTo>
                    <a:pt x="799802" y="233226"/>
                  </a:lnTo>
                  <a:lnTo>
                    <a:pt x="818322" y="157595"/>
                  </a:lnTo>
                  <a:close/>
                  <a:moveTo>
                    <a:pt x="818322" y="157595"/>
                  </a:moveTo>
                  <a:lnTo>
                    <a:pt x="799802" y="233226"/>
                  </a:lnTo>
                  <a:lnTo>
                    <a:pt x="853517" y="194555"/>
                  </a:lnTo>
                  <a:close/>
                  <a:moveTo>
                    <a:pt x="853517" y="194555"/>
                  </a:moveTo>
                  <a:lnTo>
                    <a:pt x="799802" y="233226"/>
                  </a:lnTo>
                  <a:lnTo>
                    <a:pt x="849012" y="215964"/>
                  </a:lnTo>
                  <a:close/>
                  <a:moveTo>
                    <a:pt x="849012" y="215964"/>
                  </a:moveTo>
                  <a:lnTo>
                    <a:pt x="869630" y="209132"/>
                  </a:lnTo>
                  <a:lnTo>
                    <a:pt x="853517" y="194555"/>
                  </a:lnTo>
                  <a:close/>
                  <a:moveTo>
                    <a:pt x="750359" y="181690"/>
                  </a:moveTo>
                  <a:lnTo>
                    <a:pt x="773681" y="205639"/>
                  </a:lnTo>
                  <a:lnTo>
                    <a:pt x="779324" y="171894"/>
                  </a:lnTo>
                  <a:close/>
                  <a:moveTo>
                    <a:pt x="770032" y="106059"/>
                  </a:moveTo>
                  <a:lnTo>
                    <a:pt x="779324" y="171894"/>
                  </a:lnTo>
                  <a:lnTo>
                    <a:pt x="789537" y="130023"/>
                  </a:lnTo>
                  <a:close/>
                  <a:moveTo>
                    <a:pt x="750359" y="181690"/>
                  </a:moveTo>
                  <a:lnTo>
                    <a:pt x="779324" y="171894"/>
                  </a:lnTo>
                  <a:lnTo>
                    <a:pt x="770032" y="106059"/>
                  </a:lnTo>
                  <a:close/>
                  <a:moveTo>
                    <a:pt x="706884" y="130153"/>
                  </a:moveTo>
                  <a:lnTo>
                    <a:pt x="750359" y="181690"/>
                  </a:lnTo>
                  <a:lnTo>
                    <a:pt x="770032" y="106059"/>
                  </a:lnTo>
                  <a:close/>
                  <a:moveTo>
                    <a:pt x="779324" y="171894"/>
                  </a:moveTo>
                  <a:lnTo>
                    <a:pt x="818322" y="157595"/>
                  </a:lnTo>
                  <a:lnTo>
                    <a:pt x="789537" y="130023"/>
                  </a:lnTo>
                  <a:close/>
                  <a:moveTo>
                    <a:pt x="956402" y="292126"/>
                  </a:moveTo>
                  <a:lnTo>
                    <a:pt x="990655" y="239518"/>
                  </a:lnTo>
                  <a:lnTo>
                    <a:pt x="933166" y="248273"/>
                  </a:lnTo>
                  <a:close/>
                  <a:moveTo>
                    <a:pt x="990655" y="239518"/>
                  </a:moveTo>
                  <a:lnTo>
                    <a:pt x="972305" y="185038"/>
                  </a:lnTo>
                  <a:lnTo>
                    <a:pt x="917105" y="198588"/>
                  </a:lnTo>
                  <a:close/>
                  <a:moveTo>
                    <a:pt x="990655" y="239518"/>
                  </a:moveTo>
                  <a:lnTo>
                    <a:pt x="917105" y="198588"/>
                  </a:lnTo>
                  <a:lnTo>
                    <a:pt x="933166" y="248273"/>
                  </a:lnTo>
                  <a:close/>
                  <a:moveTo>
                    <a:pt x="853517" y="194555"/>
                  </a:moveTo>
                  <a:lnTo>
                    <a:pt x="869630" y="209132"/>
                  </a:lnTo>
                  <a:lnTo>
                    <a:pt x="910356" y="133501"/>
                  </a:lnTo>
                  <a:close/>
                  <a:moveTo>
                    <a:pt x="910356" y="133501"/>
                  </a:moveTo>
                  <a:lnTo>
                    <a:pt x="869630" y="209132"/>
                  </a:lnTo>
                  <a:lnTo>
                    <a:pt x="921859" y="140499"/>
                  </a:lnTo>
                  <a:close/>
                  <a:moveTo>
                    <a:pt x="921859" y="140499"/>
                  </a:moveTo>
                  <a:lnTo>
                    <a:pt x="869630" y="209132"/>
                  </a:lnTo>
                  <a:lnTo>
                    <a:pt x="917105" y="198588"/>
                  </a:lnTo>
                  <a:close/>
                  <a:moveTo>
                    <a:pt x="917105" y="198588"/>
                  </a:moveTo>
                  <a:lnTo>
                    <a:pt x="972305" y="185038"/>
                  </a:lnTo>
                  <a:lnTo>
                    <a:pt x="921859" y="140499"/>
                  </a:lnTo>
                  <a:close/>
                  <a:moveTo>
                    <a:pt x="818322" y="157595"/>
                  </a:moveTo>
                  <a:lnTo>
                    <a:pt x="853517" y="194555"/>
                  </a:lnTo>
                  <a:lnTo>
                    <a:pt x="859512" y="144685"/>
                  </a:lnTo>
                  <a:close/>
                  <a:moveTo>
                    <a:pt x="789537" y="130023"/>
                  </a:moveTo>
                  <a:lnTo>
                    <a:pt x="818322" y="157595"/>
                  </a:lnTo>
                  <a:lnTo>
                    <a:pt x="838841" y="81965"/>
                  </a:lnTo>
                  <a:close/>
                  <a:moveTo>
                    <a:pt x="838841" y="81965"/>
                  </a:moveTo>
                  <a:lnTo>
                    <a:pt x="818322" y="157595"/>
                  </a:lnTo>
                  <a:lnTo>
                    <a:pt x="868068" y="114061"/>
                  </a:lnTo>
                  <a:close/>
                  <a:moveTo>
                    <a:pt x="868068" y="114061"/>
                  </a:moveTo>
                  <a:lnTo>
                    <a:pt x="818322" y="157595"/>
                  </a:lnTo>
                  <a:lnTo>
                    <a:pt x="859512" y="144685"/>
                  </a:lnTo>
                  <a:close/>
                  <a:moveTo>
                    <a:pt x="742840" y="2986"/>
                  </a:moveTo>
                  <a:lnTo>
                    <a:pt x="774213" y="50564"/>
                  </a:lnTo>
                  <a:lnTo>
                    <a:pt x="759232" y="0"/>
                  </a:lnTo>
                  <a:close/>
                  <a:moveTo>
                    <a:pt x="869174" y="74087"/>
                  </a:moveTo>
                  <a:lnTo>
                    <a:pt x="868068" y="114061"/>
                  </a:lnTo>
                  <a:lnTo>
                    <a:pt x="922219" y="131688"/>
                  </a:lnTo>
                  <a:close/>
                  <a:moveTo>
                    <a:pt x="924932" y="66739"/>
                  </a:moveTo>
                  <a:lnTo>
                    <a:pt x="869174" y="74087"/>
                  </a:lnTo>
                  <a:lnTo>
                    <a:pt x="922219" y="131688"/>
                  </a:lnTo>
                  <a:close/>
                  <a:moveTo>
                    <a:pt x="924932" y="66739"/>
                  </a:moveTo>
                  <a:lnTo>
                    <a:pt x="912148" y="14390"/>
                  </a:lnTo>
                  <a:lnTo>
                    <a:pt x="869174" y="74087"/>
                  </a:lnTo>
                  <a:close/>
                  <a:moveTo>
                    <a:pt x="924932" y="66739"/>
                  </a:moveTo>
                  <a:lnTo>
                    <a:pt x="974169" y="64692"/>
                  </a:lnTo>
                  <a:lnTo>
                    <a:pt x="962026" y="11821"/>
                  </a:lnTo>
                  <a:close/>
                  <a:moveTo>
                    <a:pt x="924932" y="66739"/>
                  </a:moveTo>
                  <a:lnTo>
                    <a:pt x="962026" y="11821"/>
                  </a:lnTo>
                  <a:lnTo>
                    <a:pt x="912148" y="14390"/>
                  </a:lnTo>
                  <a:close/>
                </a:path>
              </a:pathLst>
            </a:custGeom>
            <a:solidFill>
              <a:srgbClr val="F4F6F7"/>
            </a:solidFill>
            <a:ln w="1524">
              <a:solidFill>
                <a:srgbClr val="F4F6F7"/>
              </a:solidFill>
            </a:ln>
          </p:spPr>
        </p:sp>
        <p:sp>
          <p:nvSpPr>
            <p:cNvPr id="4356" name="Output_density__4355">
              <a:extLst>
                <a:ext uri="{FF2B5EF4-FFF2-40B4-BE49-F238E27FC236}">
                  <a16:creationId xmlns:a16="http://schemas.microsoft.com/office/drawing/2014/main" id="{47F73493-8C8A-B9FE-0A4C-C72F00465155}"/>
                </a:ext>
              </a:extLst>
            </p:cNvPr>
            <p:cNvSpPr>
              <a:spLocks noGrp="1"/>
            </p:cNvSpPr>
            <p:nvPr/>
          </p:nvSpPr>
          <p:spPr>
            <a:xfrm>
              <a:off x="14990362" y="2934823"/>
              <a:ext cx="907412" cy="346956"/>
            </a:xfrm>
            <a:custGeom>
              <a:avLst/>
              <a:gdLst/>
              <a:ahLst/>
              <a:cxnLst/>
              <a:rect l="0" t="0" r="0" b="0"/>
              <a:pathLst>
                <a:path w="907412" h="346956">
                  <a:moveTo>
                    <a:pt x="26955" y="257931"/>
                  </a:moveTo>
                  <a:lnTo>
                    <a:pt x="47089" y="287047"/>
                  </a:lnTo>
                  <a:lnTo>
                    <a:pt x="52132" y="247500"/>
                  </a:lnTo>
                  <a:close/>
                  <a:moveTo>
                    <a:pt x="16023" y="130763"/>
                  </a:moveTo>
                  <a:lnTo>
                    <a:pt x="63686" y="175364"/>
                  </a:lnTo>
                  <a:lnTo>
                    <a:pt x="66451" y="110372"/>
                  </a:lnTo>
                  <a:close/>
                  <a:moveTo>
                    <a:pt x="77252" y="106669"/>
                  </a:moveTo>
                  <a:lnTo>
                    <a:pt x="66451" y="110372"/>
                  </a:lnTo>
                  <a:lnTo>
                    <a:pt x="63686" y="175364"/>
                  </a:lnTo>
                  <a:close/>
                  <a:moveTo>
                    <a:pt x="0" y="79227"/>
                  </a:moveTo>
                  <a:lnTo>
                    <a:pt x="66451" y="110372"/>
                  </a:lnTo>
                  <a:lnTo>
                    <a:pt x="47615" y="62943"/>
                  </a:lnTo>
                  <a:close/>
                  <a:moveTo>
                    <a:pt x="0" y="79227"/>
                  </a:moveTo>
                  <a:lnTo>
                    <a:pt x="16023" y="130763"/>
                  </a:lnTo>
                  <a:lnTo>
                    <a:pt x="66451" y="110372"/>
                  </a:lnTo>
                  <a:close/>
                  <a:moveTo>
                    <a:pt x="77252" y="106669"/>
                  </a:moveTo>
                  <a:lnTo>
                    <a:pt x="71439" y="55133"/>
                  </a:lnTo>
                  <a:lnTo>
                    <a:pt x="66451" y="110372"/>
                  </a:lnTo>
                  <a:close/>
                  <a:moveTo>
                    <a:pt x="71439" y="55133"/>
                  </a:moveTo>
                  <a:lnTo>
                    <a:pt x="47615" y="62943"/>
                  </a:lnTo>
                  <a:lnTo>
                    <a:pt x="66451" y="110372"/>
                  </a:lnTo>
                  <a:close/>
                  <a:moveTo>
                    <a:pt x="77252" y="106669"/>
                  </a:moveTo>
                  <a:lnTo>
                    <a:pt x="114559" y="158206"/>
                  </a:lnTo>
                  <a:lnTo>
                    <a:pt x="159625" y="134112"/>
                  </a:lnTo>
                  <a:close/>
                  <a:moveTo>
                    <a:pt x="77252" y="106669"/>
                  </a:moveTo>
                  <a:lnTo>
                    <a:pt x="159625" y="134112"/>
                  </a:lnTo>
                  <a:lnTo>
                    <a:pt x="142906" y="82575"/>
                  </a:lnTo>
                  <a:close/>
                  <a:moveTo>
                    <a:pt x="71439" y="55133"/>
                  </a:moveTo>
                  <a:lnTo>
                    <a:pt x="144675" y="72526"/>
                  </a:lnTo>
                  <a:lnTo>
                    <a:pt x="126032" y="37174"/>
                  </a:lnTo>
                  <a:close/>
                  <a:moveTo>
                    <a:pt x="142906" y="82575"/>
                  </a:moveTo>
                  <a:lnTo>
                    <a:pt x="144675" y="72526"/>
                  </a:lnTo>
                  <a:lnTo>
                    <a:pt x="71439" y="55133"/>
                  </a:lnTo>
                  <a:close/>
                  <a:moveTo>
                    <a:pt x="77252" y="106669"/>
                  </a:moveTo>
                  <a:lnTo>
                    <a:pt x="142906" y="82575"/>
                  </a:lnTo>
                  <a:lnTo>
                    <a:pt x="71439" y="55133"/>
                  </a:lnTo>
                  <a:close/>
                  <a:moveTo>
                    <a:pt x="93769" y="17098"/>
                  </a:moveTo>
                  <a:lnTo>
                    <a:pt x="71439" y="55133"/>
                  </a:lnTo>
                  <a:lnTo>
                    <a:pt x="126032" y="37174"/>
                  </a:lnTo>
                  <a:close/>
                  <a:moveTo>
                    <a:pt x="149121" y="31039"/>
                  </a:moveTo>
                  <a:lnTo>
                    <a:pt x="93769" y="17098"/>
                  </a:lnTo>
                  <a:lnTo>
                    <a:pt x="126032" y="37174"/>
                  </a:lnTo>
                  <a:close/>
                  <a:moveTo>
                    <a:pt x="126032" y="37174"/>
                  </a:moveTo>
                  <a:lnTo>
                    <a:pt x="144675" y="72526"/>
                  </a:lnTo>
                  <a:lnTo>
                    <a:pt x="149121" y="31039"/>
                  </a:lnTo>
                  <a:close/>
                  <a:moveTo>
                    <a:pt x="162160" y="133289"/>
                  </a:moveTo>
                  <a:lnTo>
                    <a:pt x="210221" y="132198"/>
                  </a:lnTo>
                  <a:lnTo>
                    <a:pt x="209503" y="70039"/>
                  </a:lnTo>
                  <a:close/>
                  <a:moveTo>
                    <a:pt x="162160" y="133289"/>
                  </a:moveTo>
                  <a:lnTo>
                    <a:pt x="209503" y="70039"/>
                  </a:lnTo>
                  <a:lnTo>
                    <a:pt x="150329" y="80163"/>
                  </a:lnTo>
                  <a:close/>
                  <a:moveTo>
                    <a:pt x="210221" y="132198"/>
                  </a:moveTo>
                  <a:lnTo>
                    <a:pt x="267978" y="123225"/>
                  </a:lnTo>
                  <a:lnTo>
                    <a:pt x="264960" y="62935"/>
                  </a:lnTo>
                  <a:close/>
                  <a:moveTo>
                    <a:pt x="210221" y="132198"/>
                  </a:moveTo>
                  <a:lnTo>
                    <a:pt x="264960" y="62935"/>
                  </a:lnTo>
                  <a:lnTo>
                    <a:pt x="209503" y="70039"/>
                  </a:lnTo>
                  <a:close/>
                  <a:moveTo>
                    <a:pt x="267978" y="123225"/>
                  </a:moveTo>
                  <a:lnTo>
                    <a:pt x="210221" y="132198"/>
                  </a:lnTo>
                  <a:lnTo>
                    <a:pt x="293946" y="146374"/>
                  </a:lnTo>
                  <a:close/>
                  <a:moveTo>
                    <a:pt x="144675" y="72526"/>
                  </a:moveTo>
                  <a:lnTo>
                    <a:pt x="142906" y="82575"/>
                  </a:lnTo>
                  <a:lnTo>
                    <a:pt x="150329" y="80163"/>
                  </a:lnTo>
                  <a:close/>
                  <a:moveTo>
                    <a:pt x="150329" y="80163"/>
                  </a:moveTo>
                  <a:lnTo>
                    <a:pt x="149121" y="31039"/>
                  </a:lnTo>
                  <a:lnTo>
                    <a:pt x="144675" y="72526"/>
                  </a:lnTo>
                  <a:close/>
                  <a:moveTo>
                    <a:pt x="195908" y="18349"/>
                  </a:moveTo>
                  <a:lnTo>
                    <a:pt x="149121" y="31039"/>
                  </a:lnTo>
                  <a:lnTo>
                    <a:pt x="150329" y="80163"/>
                  </a:lnTo>
                  <a:close/>
                  <a:moveTo>
                    <a:pt x="209503" y="70039"/>
                  </a:moveTo>
                  <a:lnTo>
                    <a:pt x="195908" y="18349"/>
                  </a:lnTo>
                  <a:lnTo>
                    <a:pt x="150329" y="80163"/>
                  </a:lnTo>
                  <a:close/>
                  <a:moveTo>
                    <a:pt x="209503" y="70039"/>
                  </a:moveTo>
                  <a:lnTo>
                    <a:pt x="248923" y="13230"/>
                  </a:lnTo>
                  <a:lnTo>
                    <a:pt x="195908" y="18349"/>
                  </a:lnTo>
                  <a:close/>
                  <a:moveTo>
                    <a:pt x="171996" y="0"/>
                  </a:moveTo>
                  <a:lnTo>
                    <a:pt x="149121" y="31039"/>
                  </a:lnTo>
                  <a:lnTo>
                    <a:pt x="195908" y="18349"/>
                  </a:lnTo>
                  <a:close/>
                  <a:moveTo>
                    <a:pt x="681130" y="140810"/>
                  </a:moveTo>
                  <a:lnTo>
                    <a:pt x="680906" y="140900"/>
                  </a:lnTo>
                  <a:lnTo>
                    <a:pt x="673237" y="209878"/>
                  </a:lnTo>
                  <a:close/>
                  <a:moveTo>
                    <a:pt x="594262" y="126021"/>
                  </a:moveTo>
                  <a:lnTo>
                    <a:pt x="612464" y="164903"/>
                  </a:lnTo>
                  <a:lnTo>
                    <a:pt x="655987" y="89273"/>
                  </a:lnTo>
                  <a:close/>
                  <a:moveTo>
                    <a:pt x="655987" y="89273"/>
                  </a:moveTo>
                  <a:lnTo>
                    <a:pt x="612464" y="164903"/>
                  </a:lnTo>
                  <a:lnTo>
                    <a:pt x="680867" y="140247"/>
                  </a:lnTo>
                  <a:close/>
                  <a:moveTo>
                    <a:pt x="680867" y="140247"/>
                  </a:moveTo>
                  <a:lnTo>
                    <a:pt x="612464" y="164903"/>
                  </a:lnTo>
                  <a:lnTo>
                    <a:pt x="680906" y="140900"/>
                  </a:lnTo>
                  <a:close/>
                  <a:moveTo>
                    <a:pt x="680906" y="140900"/>
                  </a:moveTo>
                  <a:lnTo>
                    <a:pt x="681130" y="140810"/>
                  </a:lnTo>
                  <a:lnTo>
                    <a:pt x="680867" y="140247"/>
                  </a:lnTo>
                  <a:close/>
                  <a:moveTo>
                    <a:pt x="810925" y="295419"/>
                  </a:moveTo>
                  <a:lnTo>
                    <a:pt x="852079" y="296126"/>
                  </a:lnTo>
                  <a:lnTo>
                    <a:pt x="821354" y="290911"/>
                  </a:lnTo>
                  <a:close/>
                  <a:moveTo>
                    <a:pt x="843501" y="322862"/>
                  </a:moveTo>
                  <a:lnTo>
                    <a:pt x="852079" y="296126"/>
                  </a:lnTo>
                  <a:lnTo>
                    <a:pt x="810925" y="295419"/>
                  </a:lnTo>
                  <a:close/>
                  <a:moveTo>
                    <a:pt x="805954" y="346956"/>
                  </a:moveTo>
                  <a:lnTo>
                    <a:pt x="843501" y="322862"/>
                  </a:lnTo>
                  <a:lnTo>
                    <a:pt x="810925" y="295419"/>
                  </a:lnTo>
                  <a:close/>
                  <a:moveTo>
                    <a:pt x="774048" y="243883"/>
                  </a:moveTo>
                  <a:lnTo>
                    <a:pt x="810925" y="295419"/>
                  </a:lnTo>
                  <a:lnTo>
                    <a:pt x="821354" y="290911"/>
                  </a:lnTo>
                  <a:close/>
                  <a:moveTo>
                    <a:pt x="860045" y="271325"/>
                  </a:moveTo>
                  <a:lnTo>
                    <a:pt x="843875" y="219789"/>
                  </a:lnTo>
                  <a:lnTo>
                    <a:pt x="821354" y="290911"/>
                  </a:lnTo>
                  <a:close/>
                  <a:moveTo>
                    <a:pt x="843875" y="219789"/>
                  </a:moveTo>
                  <a:lnTo>
                    <a:pt x="823258" y="226621"/>
                  </a:lnTo>
                  <a:lnTo>
                    <a:pt x="821354" y="290911"/>
                  </a:lnTo>
                  <a:close/>
                  <a:moveTo>
                    <a:pt x="821354" y="290911"/>
                  </a:moveTo>
                  <a:lnTo>
                    <a:pt x="852079" y="296126"/>
                  </a:lnTo>
                  <a:lnTo>
                    <a:pt x="860045" y="271325"/>
                  </a:lnTo>
                  <a:close/>
                  <a:moveTo>
                    <a:pt x="676220" y="81967"/>
                  </a:moveTo>
                  <a:lnTo>
                    <a:pt x="680867" y="140247"/>
                  </a:lnTo>
                  <a:lnTo>
                    <a:pt x="733723" y="65179"/>
                  </a:lnTo>
                  <a:close/>
                  <a:moveTo>
                    <a:pt x="733723" y="65179"/>
                  </a:moveTo>
                  <a:lnTo>
                    <a:pt x="680867" y="140247"/>
                  </a:lnTo>
                  <a:lnTo>
                    <a:pt x="681130" y="140810"/>
                  </a:lnTo>
                  <a:close/>
                  <a:moveTo>
                    <a:pt x="733723" y="65179"/>
                  </a:moveTo>
                  <a:lnTo>
                    <a:pt x="681130" y="140810"/>
                  </a:lnTo>
                  <a:lnTo>
                    <a:pt x="744278" y="116716"/>
                  </a:lnTo>
                  <a:close/>
                  <a:moveTo>
                    <a:pt x="655987" y="89273"/>
                  </a:moveTo>
                  <a:lnTo>
                    <a:pt x="680867" y="140247"/>
                  </a:lnTo>
                  <a:lnTo>
                    <a:pt x="676220" y="81967"/>
                  </a:lnTo>
                  <a:close/>
                  <a:moveTo>
                    <a:pt x="630959" y="37737"/>
                  </a:moveTo>
                  <a:lnTo>
                    <a:pt x="676220" y="81967"/>
                  </a:lnTo>
                  <a:lnTo>
                    <a:pt x="670197" y="24121"/>
                  </a:lnTo>
                  <a:close/>
                  <a:moveTo>
                    <a:pt x="630959" y="37737"/>
                  </a:moveTo>
                  <a:lnTo>
                    <a:pt x="655987" y="89273"/>
                  </a:lnTo>
                  <a:lnTo>
                    <a:pt x="676220" y="81967"/>
                  </a:lnTo>
                  <a:close/>
                  <a:moveTo>
                    <a:pt x="733723" y="65179"/>
                  </a:moveTo>
                  <a:lnTo>
                    <a:pt x="717086" y="13643"/>
                  </a:lnTo>
                  <a:lnTo>
                    <a:pt x="676220" y="81967"/>
                  </a:lnTo>
                  <a:close/>
                  <a:moveTo>
                    <a:pt x="717086" y="13643"/>
                  </a:moveTo>
                  <a:lnTo>
                    <a:pt x="670197" y="24121"/>
                  </a:lnTo>
                  <a:lnTo>
                    <a:pt x="676220" y="81967"/>
                  </a:lnTo>
                  <a:close/>
                  <a:moveTo>
                    <a:pt x="843875" y="219789"/>
                  </a:moveTo>
                  <a:lnTo>
                    <a:pt x="907412" y="258930"/>
                  </a:lnTo>
                  <a:lnTo>
                    <a:pt x="891351" y="209244"/>
                  </a:lnTo>
                  <a:close/>
                  <a:moveTo>
                    <a:pt x="843875" y="219789"/>
                  </a:moveTo>
                  <a:lnTo>
                    <a:pt x="860045" y="271325"/>
                  </a:lnTo>
                  <a:lnTo>
                    <a:pt x="907412" y="258930"/>
                  </a:lnTo>
                  <a:close/>
                  <a:moveTo>
                    <a:pt x="765947" y="109745"/>
                  </a:moveTo>
                  <a:lnTo>
                    <a:pt x="763783" y="140680"/>
                  </a:lnTo>
                  <a:lnTo>
                    <a:pt x="813087" y="92621"/>
                  </a:lnTo>
                  <a:close/>
                  <a:moveTo>
                    <a:pt x="744278" y="116716"/>
                  </a:moveTo>
                  <a:lnTo>
                    <a:pt x="763783" y="140680"/>
                  </a:lnTo>
                  <a:lnTo>
                    <a:pt x="765947" y="109745"/>
                  </a:lnTo>
                  <a:close/>
                  <a:moveTo>
                    <a:pt x="733723" y="65179"/>
                  </a:moveTo>
                  <a:lnTo>
                    <a:pt x="765947" y="109745"/>
                  </a:lnTo>
                  <a:lnTo>
                    <a:pt x="748459" y="61220"/>
                  </a:lnTo>
                  <a:close/>
                  <a:moveTo>
                    <a:pt x="733723" y="65179"/>
                  </a:moveTo>
                  <a:lnTo>
                    <a:pt x="744278" y="116716"/>
                  </a:lnTo>
                  <a:lnTo>
                    <a:pt x="765947" y="109745"/>
                  </a:lnTo>
                  <a:close/>
                  <a:moveTo>
                    <a:pt x="813087" y="92621"/>
                  </a:moveTo>
                  <a:lnTo>
                    <a:pt x="820173" y="41937"/>
                  </a:lnTo>
                  <a:lnTo>
                    <a:pt x="765947" y="109745"/>
                  </a:lnTo>
                  <a:close/>
                  <a:moveTo>
                    <a:pt x="765947" y="109745"/>
                  </a:moveTo>
                  <a:lnTo>
                    <a:pt x="820173" y="41937"/>
                  </a:lnTo>
                  <a:lnTo>
                    <a:pt x="819159" y="41724"/>
                  </a:lnTo>
                  <a:close/>
                  <a:moveTo>
                    <a:pt x="765947" y="109745"/>
                  </a:moveTo>
                  <a:lnTo>
                    <a:pt x="819159" y="41724"/>
                  </a:lnTo>
                  <a:lnTo>
                    <a:pt x="748459" y="61220"/>
                  </a:lnTo>
                  <a:close/>
                  <a:moveTo>
                    <a:pt x="717086" y="13643"/>
                  </a:moveTo>
                  <a:lnTo>
                    <a:pt x="733723" y="65179"/>
                  </a:lnTo>
                  <a:lnTo>
                    <a:pt x="748459" y="61220"/>
                  </a:lnTo>
                  <a:close/>
                  <a:moveTo>
                    <a:pt x="748459" y="61220"/>
                  </a:moveTo>
                  <a:lnTo>
                    <a:pt x="819159" y="41724"/>
                  </a:lnTo>
                  <a:lnTo>
                    <a:pt x="733478" y="10657"/>
                  </a:lnTo>
                  <a:close/>
                  <a:moveTo>
                    <a:pt x="819159" y="41724"/>
                  </a:moveTo>
                  <a:lnTo>
                    <a:pt x="820173" y="41937"/>
                  </a:lnTo>
                  <a:lnTo>
                    <a:pt x="820271" y="41085"/>
                  </a:lnTo>
                  <a:close/>
                  <a:moveTo>
                    <a:pt x="813087" y="92621"/>
                  </a:moveTo>
                  <a:lnTo>
                    <a:pt x="842314" y="124718"/>
                  </a:lnTo>
                  <a:lnTo>
                    <a:pt x="843420" y="84744"/>
                  </a:lnTo>
                  <a:close/>
                  <a:moveTo>
                    <a:pt x="820173" y="41937"/>
                  </a:moveTo>
                  <a:lnTo>
                    <a:pt x="813087" y="92621"/>
                  </a:lnTo>
                  <a:lnTo>
                    <a:pt x="843420" y="84744"/>
                  </a:lnTo>
                  <a:close/>
                  <a:moveTo>
                    <a:pt x="843420" y="84744"/>
                  </a:moveTo>
                  <a:lnTo>
                    <a:pt x="820271" y="41085"/>
                  </a:lnTo>
                  <a:lnTo>
                    <a:pt x="820173" y="41937"/>
                  </a:lnTo>
                  <a:close/>
                  <a:moveTo>
                    <a:pt x="886393" y="25046"/>
                  </a:moveTo>
                  <a:lnTo>
                    <a:pt x="820271" y="41085"/>
                  </a:lnTo>
                  <a:lnTo>
                    <a:pt x="843420" y="84744"/>
                  </a:lnTo>
                  <a:close/>
                </a:path>
              </a:pathLst>
            </a:custGeom>
            <a:solidFill>
              <a:srgbClr val="F5F7F8"/>
            </a:solidFill>
            <a:ln w="1524">
              <a:solidFill>
                <a:srgbClr val="F5F7F8"/>
              </a:solidFill>
            </a:ln>
          </p:spPr>
        </p:sp>
        <p:sp>
          <p:nvSpPr>
            <p:cNvPr id="4357" name="Output_density__4356">
              <a:extLst>
                <a:ext uri="{FF2B5EF4-FFF2-40B4-BE49-F238E27FC236}">
                  <a16:creationId xmlns:a16="http://schemas.microsoft.com/office/drawing/2014/main" id="{B8AEBA11-92F7-6DEF-3DFE-AC4E882F6C46}"/>
                </a:ext>
              </a:extLst>
            </p:cNvPr>
            <p:cNvSpPr>
              <a:spLocks noGrp="1"/>
            </p:cNvSpPr>
            <p:nvPr/>
          </p:nvSpPr>
          <p:spPr>
            <a:xfrm>
              <a:off x="15134947" y="3071674"/>
              <a:ext cx="853970" cy="241680"/>
            </a:xfrm>
            <a:custGeom>
              <a:avLst/>
              <a:gdLst/>
              <a:ahLst/>
              <a:cxnLst/>
              <a:rect l="0" t="0" r="0" b="0"/>
              <a:pathLst>
                <a:path w="853970" h="241680">
                  <a:moveTo>
                    <a:pt x="47839" y="209323"/>
                  </a:moveTo>
                  <a:lnTo>
                    <a:pt x="103213" y="241680"/>
                  </a:lnTo>
                  <a:lnTo>
                    <a:pt x="131939" y="214182"/>
                  </a:lnTo>
                  <a:close/>
                  <a:moveTo>
                    <a:pt x="82935" y="205641"/>
                  </a:moveTo>
                  <a:lnTo>
                    <a:pt x="131939" y="214182"/>
                  </a:lnTo>
                  <a:lnTo>
                    <a:pt x="153163" y="158634"/>
                  </a:lnTo>
                  <a:close/>
                  <a:moveTo>
                    <a:pt x="153163" y="158634"/>
                  </a:moveTo>
                  <a:lnTo>
                    <a:pt x="186132" y="161580"/>
                  </a:lnTo>
                  <a:lnTo>
                    <a:pt x="163218" y="151871"/>
                  </a:lnTo>
                  <a:close/>
                  <a:moveTo>
                    <a:pt x="175270" y="201512"/>
                  </a:moveTo>
                  <a:lnTo>
                    <a:pt x="186132" y="161580"/>
                  </a:lnTo>
                  <a:lnTo>
                    <a:pt x="153163" y="158634"/>
                  </a:lnTo>
                  <a:close/>
                  <a:moveTo>
                    <a:pt x="131939" y="214182"/>
                  </a:moveTo>
                  <a:lnTo>
                    <a:pt x="175270" y="201512"/>
                  </a:lnTo>
                  <a:lnTo>
                    <a:pt x="153163" y="158634"/>
                  </a:lnTo>
                  <a:close/>
                  <a:moveTo>
                    <a:pt x="163218" y="151871"/>
                  </a:moveTo>
                  <a:lnTo>
                    <a:pt x="186132" y="161580"/>
                  </a:lnTo>
                  <a:lnTo>
                    <a:pt x="189442" y="119599"/>
                  </a:lnTo>
                  <a:close/>
                  <a:moveTo>
                    <a:pt x="0" y="70236"/>
                  </a:moveTo>
                  <a:lnTo>
                    <a:pt x="6029" y="21355"/>
                  </a:lnTo>
                  <a:lnTo>
                    <a:pt x="1568" y="72195"/>
                  </a:lnTo>
                  <a:close/>
                  <a:moveTo>
                    <a:pt x="59913" y="0"/>
                  </a:moveTo>
                  <a:lnTo>
                    <a:pt x="6029" y="21355"/>
                  </a:lnTo>
                  <a:lnTo>
                    <a:pt x="31486" y="13280"/>
                  </a:lnTo>
                  <a:close/>
                  <a:moveTo>
                    <a:pt x="167775" y="78365"/>
                  </a:moveTo>
                  <a:lnTo>
                    <a:pt x="189442" y="119599"/>
                  </a:lnTo>
                  <a:lnTo>
                    <a:pt x="198268" y="88970"/>
                  </a:lnTo>
                  <a:close/>
                  <a:moveTo>
                    <a:pt x="163218" y="151871"/>
                  </a:moveTo>
                  <a:lnTo>
                    <a:pt x="189442" y="119599"/>
                  </a:lnTo>
                  <a:lnTo>
                    <a:pt x="156000" y="148094"/>
                  </a:lnTo>
                  <a:close/>
                  <a:moveTo>
                    <a:pt x="237843" y="94779"/>
                  </a:moveTo>
                  <a:lnTo>
                    <a:pt x="198268" y="88970"/>
                  </a:lnTo>
                  <a:lnTo>
                    <a:pt x="189442" y="119599"/>
                  </a:lnTo>
                  <a:close/>
                  <a:moveTo>
                    <a:pt x="796901" y="219864"/>
                  </a:moveTo>
                  <a:lnTo>
                    <a:pt x="815954" y="237548"/>
                  </a:lnTo>
                  <a:lnTo>
                    <a:pt x="825753" y="171647"/>
                  </a:lnTo>
                  <a:close/>
                  <a:moveTo>
                    <a:pt x="820316" y="113324"/>
                  </a:moveTo>
                  <a:lnTo>
                    <a:pt x="825753" y="171647"/>
                  </a:lnTo>
                  <a:lnTo>
                    <a:pt x="853970" y="123946"/>
                  </a:lnTo>
                  <a:close/>
                </a:path>
              </a:pathLst>
            </a:custGeom>
            <a:solidFill>
              <a:srgbClr val="EFF2F3"/>
            </a:solidFill>
            <a:ln w="1524">
              <a:solidFill>
                <a:srgbClr val="EFF2F3"/>
              </a:solidFill>
            </a:ln>
          </p:spPr>
        </p:sp>
        <p:sp>
          <p:nvSpPr>
            <p:cNvPr id="4358" name="Output_density__4357">
              <a:extLst>
                <a:ext uri="{FF2B5EF4-FFF2-40B4-BE49-F238E27FC236}">
                  <a16:creationId xmlns:a16="http://schemas.microsoft.com/office/drawing/2014/main" id="{7424C1BD-7212-030B-C346-A7BD53CF14C9}"/>
                </a:ext>
              </a:extLst>
            </p:cNvPr>
            <p:cNvSpPr>
              <a:spLocks noGrp="1"/>
            </p:cNvSpPr>
            <p:nvPr/>
          </p:nvSpPr>
          <p:spPr>
            <a:xfrm>
              <a:off x="15238160" y="3243321"/>
              <a:ext cx="732876" cy="70033"/>
            </a:xfrm>
            <a:custGeom>
              <a:avLst/>
              <a:gdLst/>
              <a:ahLst/>
              <a:cxnLst/>
              <a:rect l="0" t="0" r="0" b="0"/>
              <a:pathLst>
                <a:path w="732876" h="70033">
                  <a:moveTo>
                    <a:pt x="28726" y="42535"/>
                  </a:moveTo>
                  <a:lnTo>
                    <a:pt x="0" y="70033"/>
                  </a:lnTo>
                  <a:lnTo>
                    <a:pt x="72057" y="29865"/>
                  </a:lnTo>
                  <a:close/>
                  <a:moveTo>
                    <a:pt x="722540" y="0"/>
                  </a:moveTo>
                  <a:lnTo>
                    <a:pt x="712741" y="65901"/>
                  </a:lnTo>
                  <a:lnTo>
                    <a:pt x="716213" y="56770"/>
                  </a:lnTo>
                  <a:close/>
                  <a:moveTo>
                    <a:pt x="722540" y="0"/>
                  </a:moveTo>
                  <a:lnTo>
                    <a:pt x="716213" y="56770"/>
                  </a:lnTo>
                  <a:lnTo>
                    <a:pt x="732876" y="14364"/>
                  </a:lnTo>
                  <a:close/>
                </a:path>
              </a:pathLst>
            </a:custGeom>
            <a:solidFill>
              <a:srgbClr val="EDF0F2"/>
            </a:solidFill>
            <a:ln w="1524">
              <a:solidFill>
                <a:srgbClr val="EDF0F2"/>
              </a:solidFill>
            </a:ln>
          </p:spPr>
        </p:sp>
        <p:sp>
          <p:nvSpPr>
            <p:cNvPr id="4359" name="Output_density__4358">
              <a:extLst>
                <a:ext uri="{FF2B5EF4-FFF2-40B4-BE49-F238E27FC236}">
                  <a16:creationId xmlns:a16="http://schemas.microsoft.com/office/drawing/2014/main" id="{54BDF7A2-4B90-6F86-AB2B-66726AD14176}"/>
                </a:ext>
              </a:extLst>
            </p:cNvPr>
            <p:cNvSpPr>
              <a:spLocks noGrp="1"/>
            </p:cNvSpPr>
            <p:nvPr/>
          </p:nvSpPr>
          <p:spPr>
            <a:xfrm>
              <a:off x="15858943" y="3300091"/>
              <a:ext cx="95430" cy="87681"/>
            </a:xfrm>
            <a:custGeom>
              <a:avLst/>
              <a:gdLst/>
              <a:ahLst/>
              <a:cxnLst/>
              <a:rect l="0" t="0" r="0" b="0"/>
              <a:pathLst>
                <a:path w="95430" h="87681">
                  <a:moveTo>
                    <a:pt x="32253" y="73369"/>
                  </a:moveTo>
                  <a:lnTo>
                    <a:pt x="0" y="87681"/>
                  </a:lnTo>
                  <a:lnTo>
                    <a:pt x="69904" y="39464"/>
                  </a:lnTo>
                  <a:close/>
                  <a:moveTo>
                    <a:pt x="11453" y="84761"/>
                  </a:moveTo>
                  <a:lnTo>
                    <a:pt x="32253" y="73369"/>
                  </a:lnTo>
                  <a:lnTo>
                    <a:pt x="62226" y="50534"/>
                  </a:lnTo>
                  <a:close/>
                  <a:moveTo>
                    <a:pt x="62226" y="50534"/>
                  </a:moveTo>
                  <a:lnTo>
                    <a:pt x="81967" y="22061"/>
                  </a:lnTo>
                  <a:lnTo>
                    <a:pt x="91957" y="9131"/>
                  </a:lnTo>
                  <a:close/>
                  <a:moveTo>
                    <a:pt x="69904" y="39464"/>
                  </a:moveTo>
                  <a:lnTo>
                    <a:pt x="81967" y="22061"/>
                  </a:lnTo>
                  <a:lnTo>
                    <a:pt x="62226" y="50534"/>
                  </a:lnTo>
                  <a:close/>
                  <a:moveTo>
                    <a:pt x="32253" y="73369"/>
                  </a:moveTo>
                  <a:lnTo>
                    <a:pt x="69904" y="39464"/>
                  </a:lnTo>
                  <a:lnTo>
                    <a:pt x="62226" y="50534"/>
                  </a:lnTo>
                  <a:close/>
                  <a:moveTo>
                    <a:pt x="73400" y="33225"/>
                  </a:moveTo>
                  <a:lnTo>
                    <a:pt x="95430" y="0"/>
                  </a:lnTo>
                  <a:lnTo>
                    <a:pt x="81967" y="22061"/>
                  </a:lnTo>
                  <a:close/>
                  <a:moveTo>
                    <a:pt x="91957" y="9131"/>
                  </a:moveTo>
                  <a:lnTo>
                    <a:pt x="81967" y="22061"/>
                  </a:lnTo>
                  <a:lnTo>
                    <a:pt x="95430" y="0"/>
                  </a:lnTo>
                  <a:close/>
                </a:path>
              </a:pathLst>
            </a:custGeom>
            <a:solidFill>
              <a:srgbClr val="ECEFF1"/>
            </a:solidFill>
            <a:ln w="1524">
              <a:solidFill>
                <a:srgbClr val="ECEFF1"/>
              </a:solidFill>
            </a:ln>
          </p:spPr>
        </p:sp>
        <p:sp>
          <p:nvSpPr>
            <p:cNvPr id="4360" name="Output_density__4359">
              <a:extLst>
                <a:ext uri="{FF2B5EF4-FFF2-40B4-BE49-F238E27FC236}">
                  <a16:creationId xmlns:a16="http://schemas.microsoft.com/office/drawing/2014/main" id="{B991F84E-337F-AAB0-EBDC-CE34EE40F95B}"/>
                </a:ext>
              </a:extLst>
            </p:cNvPr>
            <p:cNvSpPr>
              <a:spLocks noGrp="1"/>
            </p:cNvSpPr>
            <p:nvPr/>
          </p:nvSpPr>
          <p:spPr>
            <a:xfrm>
              <a:off x="15217882" y="3093846"/>
              <a:ext cx="742818" cy="304503"/>
            </a:xfrm>
            <a:custGeom>
              <a:avLst/>
              <a:gdLst/>
              <a:ahLst/>
              <a:cxnLst/>
              <a:rect l="0" t="0" r="0" b="0"/>
              <a:pathLst>
                <a:path w="742818" h="304503">
                  <a:moveTo>
                    <a:pt x="919" y="129699"/>
                  </a:moveTo>
                  <a:lnTo>
                    <a:pt x="0" y="183469"/>
                  </a:lnTo>
                  <a:lnTo>
                    <a:pt x="25951" y="145596"/>
                  </a:lnTo>
                  <a:close/>
                  <a:moveTo>
                    <a:pt x="25951" y="145596"/>
                  </a:moveTo>
                  <a:lnTo>
                    <a:pt x="0" y="183469"/>
                  </a:lnTo>
                  <a:lnTo>
                    <a:pt x="70227" y="136462"/>
                  </a:lnTo>
                  <a:close/>
                  <a:moveTo>
                    <a:pt x="919" y="129699"/>
                  </a:moveTo>
                  <a:lnTo>
                    <a:pt x="25951" y="145596"/>
                  </a:lnTo>
                  <a:lnTo>
                    <a:pt x="32692" y="120762"/>
                  </a:lnTo>
                  <a:close/>
                  <a:moveTo>
                    <a:pt x="73065" y="125922"/>
                  </a:moveTo>
                  <a:lnTo>
                    <a:pt x="32692" y="120762"/>
                  </a:lnTo>
                  <a:lnTo>
                    <a:pt x="25951" y="145596"/>
                  </a:lnTo>
                  <a:close/>
                  <a:moveTo>
                    <a:pt x="32692" y="120762"/>
                  </a:moveTo>
                  <a:lnTo>
                    <a:pt x="73065" y="125922"/>
                  </a:lnTo>
                  <a:lnTo>
                    <a:pt x="41031" y="67078"/>
                  </a:lnTo>
                  <a:close/>
                  <a:moveTo>
                    <a:pt x="73065" y="125922"/>
                  </a:moveTo>
                  <a:lnTo>
                    <a:pt x="84839" y="56193"/>
                  </a:lnTo>
                  <a:lnTo>
                    <a:pt x="41031" y="67078"/>
                  </a:lnTo>
                  <a:close/>
                  <a:moveTo>
                    <a:pt x="84839" y="56193"/>
                  </a:moveTo>
                  <a:lnTo>
                    <a:pt x="115333" y="66798"/>
                  </a:lnTo>
                  <a:lnTo>
                    <a:pt x="89192" y="54069"/>
                  </a:lnTo>
                  <a:close/>
                  <a:moveTo>
                    <a:pt x="85297" y="53235"/>
                  </a:moveTo>
                  <a:lnTo>
                    <a:pt x="41031" y="67078"/>
                  </a:lnTo>
                  <a:lnTo>
                    <a:pt x="84839" y="56193"/>
                  </a:lnTo>
                  <a:close/>
                  <a:moveTo>
                    <a:pt x="85297" y="53235"/>
                  </a:moveTo>
                  <a:lnTo>
                    <a:pt x="84839" y="56193"/>
                  </a:lnTo>
                  <a:lnTo>
                    <a:pt x="89192" y="54069"/>
                  </a:lnTo>
                  <a:close/>
                  <a:moveTo>
                    <a:pt x="73602" y="0"/>
                  </a:moveTo>
                  <a:lnTo>
                    <a:pt x="85297" y="53235"/>
                  </a:lnTo>
                  <a:lnTo>
                    <a:pt x="89192" y="54069"/>
                  </a:lnTo>
                  <a:close/>
                  <a:moveTo>
                    <a:pt x="574080" y="291007"/>
                  </a:moveTo>
                  <a:lnTo>
                    <a:pt x="566321" y="304503"/>
                  </a:lnTo>
                  <a:lnTo>
                    <a:pt x="584603" y="297292"/>
                  </a:lnTo>
                  <a:close/>
                  <a:moveTo>
                    <a:pt x="703128" y="143760"/>
                  </a:moveTo>
                  <a:lnTo>
                    <a:pt x="713965" y="197692"/>
                  </a:lnTo>
                  <a:lnTo>
                    <a:pt x="742818" y="149475"/>
                  </a:lnTo>
                  <a:close/>
                </a:path>
              </a:pathLst>
            </a:custGeom>
            <a:solidFill>
              <a:srgbClr val="F1F3F5"/>
            </a:solidFill>
            <a:ln w="1524">
              <a:solidFill>
                <a:srgbClr val="F1F3F5"/>
              </a:solidFill>
            </a:ln>
          </p:spPr>
        </p:sp>
        <p:sp>
          <p:nvSpPr>
            <p:cNvPr id="4361" name="Output_density__4360">
              <a:extLst>
                <a:ext uri="{FF2B5EF4-FFF2-40B4-BE49-F238E27FC236}">
                  <a16:creationId xmlns:a16="http://schemas.microsoft.com/office/drawing/2014/main" id="{D3F90E5D-D70C-EDA5-B364-F4E8B073769A}"/>
                </a:ext>
              </a:extLst>
            </p:cNvPr>
            <p:cNvSpPr>
              <a:spLocks noGrp="1"/>
            </p:cNvSpPr>
            <p:nvPr/>
          </p:nvSpPr>
          <p:spPr>
            <a:xfrm>
              <a:off x="15104921" y="3081197"/>
              <a:ext cx="826926" cy="317152"/>
            </a:xfrm>
            <a:custGeom>
              <a:avLst/>
              <a:gdLst/>
              <a:ahLst/>
              <a:cxnLst/>
              <a:rect l="0" t="0" r="0" b="0"/>
              <a:pathLst>
                <a:path w="826926" h="317152">
                  <a:moveTo>
                    <a:pt x="113880" y="142348"/>
                  </a:moveTo>
                  <a:lnTo>
                    <a:pt x="78998" y="166442"/>
                  </a:lnTo>
                  <a:lnTo>
                    <a:pt x="112961" y="196118"/>
                  </a:lnTo>
                  <a:close/>
                  <a:moveTo>
                    <a:pt x="77971" y="105075"/>
                  </a:moveTo>
                  <a:lnTo>
                    <a:pt x="52093" y="108748"/>
                  </a:lnTo>
                  <a:lnTo>
                    <a:pt x="113880" y="142348"/>
                  </a:lnTo>
                  <a:close/>
                  <a:moveTo>
                    <a:pt x="113880" y="142348"/>
                  </a:moveTo>
                  <a:lnTo>
                    <a:pt x="52093" y="108748"/>
                  </a:lnTo>
                  <a:lnTo>
                    <a:pt x="47464" y="114905"/>
                  </a:lnTo>
                  <a:close/>
                  <a:moveTo>
                    <a:pt x="113880" y="142348"/>
                  </a:moveTo>
                  <a:lnTo>
                    <a:pt x="47464" y="114905"/>
                  </a:lnTo>
                  <a:lnTo>
                    <a:pt x="78998" y="166442"/>
                  </a:lnTo>
                  <a:close/>
                  <a:moveTo>
                    <a:pt x="86667" y="55880"/>
                  </a:moveTo>
                  <a:lnTo>
                    <a:pt x="47464" y="114905"/>
                  </a:lnTo>
                  <a:lnTo>
                    <a:pt x="52093" y="108748"/>
                  </a:lnTo>
                  <a:close/>
                  <a:moveTo>
                    <a:pt x="42072" y="39275"/>
                  </a:moveTo>
                  <a:lnTo>
                    <a:pt x="30026" y="60713"/>
                  </a:lnTo>
                  <a:lnTo>
                    <a:pt x="31593" y="62672"/>
                  </a:lnTo>
                  <a:close/>
                  <a:moveTo>
                    <a:pt x="0" y="11832"/>
                  </a:moveTo>
                  <a:lnTo>
                    <a:pt x="30026" y="60713"/>
                  </a:lnTo>
                  <a:lnTo>
                    <a:pt x="42072" y="39275"/>
                  </a:lnTo>
                  <a:close/>
                  <a:moveTo>
                    <a:pt x="64880" y="90811"/>
                  </a:moveTo>
                  <a:lnTo>
                    <a:pt x="31593" y="62672"/>
                  </a:lnTo>
                  <a:lnTo>
                    <a:pt x="52093" y="108748"/>
                  </a:lnTo>
                  <a:close/>
                  <a:moveTo>
                    <a:pt x="198258" y="65884"/>
                  </a:moveTo>
                  <a:lnTo>
                    <a:pt x="155843" y="62384"/>
                  </a:lnTo>
                  <a:lnTo>
                    <a:pt x="153992" y="79727"/>
                  </a:lnTo>
                  <a:close/>
                  <a:moveTo>
                    <a:pt x="155843" y="62384"/>
                  </a:moveTo>
                  <a:lnTo>
                    <a:pt x="198258" y="65884"/>
                  </a:lnTo>
                  <a:lnTo>
                    <a:pt x="186562" y="12649"/>
                  </a:lnTo>
                  <a:close/>
                  <a:moveTo>
                    <a:pt x="186562" y="12649"/>
                  </a:moveTo>
                  <a:lnTo>
                    <a:pt x="202152" y="66718"/>
                  </a:lnTo>
                  <a:lnTo>
                    <a:pt x="209319" y="15181"/>
                  </a:lnTo>
                  <a:close/>
                  <a:moveTo>
                    <a:pt x="186562" y="12649"/>
                  </a:moveTo>
                  <a:lnTo>
                    <a:pt x="209319" y="15181"/>
                  </a:lnTo>
                  <a:lnTo>
                    <a:pt x="179387" y="0"/>
                  </a:lnTo>
                  <a:close/>
                  <a:moveTo>
                    <a:pt x="687041" y="303656"/>
                  </a:moveTo>
                  <a:lnTo>
                    <a:pt x="673055" y="259471"/>
                  </a:lnTo>
                  <a:lnTo>
                    <a:pt x="679282" y="317152"/>
                  </a:lnTo>
                  <a:close/>
                  <a:moveTo>
                    <a:pt x="780617" y="210007"/>
                  </a:moveTo>
                  <a:lnTo>
                    <a:pt x="826926" y="210341"/>
                  </a:lnTo>
                  <a:lnTo>
                    <a:pt x="816089" y="156409"/>
                  </a:lnTo>
                  <a:close/>
                </a:path>
              </a:pathLst>
            </a:custGeom>
            <a:solidFill>
              <a:srgbClr val="F2F4F6"/>
            </a:solidFill>
            <a:ln w="1524">
              <a:solidFill>
                <a:srgbClr val="F2F4F6"/>
              </a:solidFill>
            </a:ln>
          </p:spPr>
        </p:sp>
        <p:sp>
          <p:nvSpPr>
            <p:cNvPr id="4362" name="Output_density__4361">
              <a:extLst>
                <a:ext uri="{FF2B5EF4-FFF2-40B4-BE49-F238E27FC236}">
                  <a16:creationId xmlns:a16="http://schemas.microsoft.com/office/drawing/2014/main" id="{D69EBD4B-E07D-0A48-115E-CDFE1A2A2746}"/>
                </a:ext>
              </a:extLst>
            </p:cNvPr>
            <p:cNvSpPr>
              <a:spLocks noGrp="1"/>
            </p:cNvSpPr>
            <p:nvPr/>
          </p:nvSpPr>
          <p:spPr>
            <a:xfrm>
              <a:off x="15104921" y="3068935"/>
              <a:ext cx="712478" cy="315917"/>
            </a:xfrm>
            <a:custGeom>
              <a:avLst/>
              <a:gdLst/>
              <a:ahLst/>
              <a:cxnLst/>
              <a:rect l="0" t="0" r="0" b="0"/>
              <a:pathLst>
                <a:path w="712478" h="315917">
                  <a:moveTo>
                    <a:pt x="45066" y="0"/>
                  </a:moveTo>
                  <a:lnTo>
                    <a:pt x="0" y="24094"/>
                  </a:lnTo>
                  <a:lnTo>
                    <a:pt x="42072" y="51536"/>
                  </a:lnTo>
                  <a:close/>
                  <a:moveTo>
                    <a:pt x="64880" y="103073"/>
                  </a:moveTo>
                  <a:lnTo>
                    <a:pt x="52093" y="121010"/>
                  </a:lnTo>
                  <a:lnTo>
                    <a:pt x="77971" y="117337"/>
                  </a:lnTo>
                  <a:close/>
                  <a:moveTo>
                    <a:pt x="64880" y="103073"/>
                  </a:moveTo>
                  <a:lnTo>
                    <a:pt x="42072" y="51536"/>
                  </a:lnTo>
                  <a:lnTo>
                    <a:pt x="31593" y="74933"/>
                  </a:lnTo>
                  <a:close/>
                  <a:moveTo>
                    <a:pt x="155843" y="74645"/>
                  </a:moveTo>
                  <a:lnTo>
                    <a:pt x="186562" y="24911"/>
                  </a:lnTo>
                  <a:lnTo>
                    <a:pt x="139210" y="25424"/>
                  </a:lnTo>
                  <a:close/>
                  <a:moveTo>
                    <a:pt x="139210" y="25424"/>
                  </a:moveTo>
                  <a:lnTo>
                    <a:pt x="179387" y="12261"/>
                  </a:lnTo>
                  <a:lnTo>
                    <a:pt x="134177" y="17905"/>
                  </a:lnTo>
                  <a:close/>
                  <a:moveTo>
                    <a:pt x="139210" y="25424"/>
                  </a:moveTo>
                  <a:lnTo>
                    <a:pt x="186562" y="24911"/>
                  </a:lnTo>
                  <a:lnTo>
                    <a:pt x="179387" y="12261"/>
                  </a:lnTo>
                  <a:close/>
                  <a:moveTo>
                    <a:pt x="687041" y="315917"/>
                  </a:moveTo>
                  <a:lnTo>
                    <a:pt x="673209" y="264380"/>
                  </a:lnTo>
                  <a:lnTo>
                    <a:pt x="673055" y="271733"/>
                  </a:lnTo>
                  <a:close/>
                  <a:moveTo>
                    <a:pt x="673209" y="264380"/>
                  </a:moveTo>
                  <a:lnTo>
                    <a:pt x="687041" y="315917"/>
                  </a:lnTo>
                  <a:lnTo>
                    <a:pt x="712478" y="302426"/>
                  </a:lnTo>
                  <a:close/>
                </a:path>
              </a:pathLst>
            </a:custGeom>
            <a:solidFill>
              <a:srgbClr val="F4F6F7"/>
            </a:solidFill>
            <a:ln w="1524">
              <a:solidFill>
                <a:srgbClr val="F4F6F7"/>
              </a:solidFill>
            </a:ln>
          </p:spPr>
        </p:sp>
        <p:sp>
          <p:nvSpPr>
            <p:cNvPr id="4363" name="Output_density__4362">
              <a:extLst>
                <a:ext uri="{FF2B5EF4-FFF2-40B4-BE49-F238E27FC236}">
                  <a16:creationId xmlns:a16="http://schemas.microsoft.com/office/drawing/2014/main" id="{1C7F2774-9EE1-3484-79B7-6792D6E9529D}"/>
                </a:ext>
              </a:extLst>
            </p:cNvPr>
            <p:cNvSpPr>
              <a:spLocks noGrp="1"/>
            </p:cNvSpPr>
            <p:nvPr/>
          </p:nvSpPr>
          <p:spPr>
            <a:xfrm>
              <a:off x="15243833" y="3150039"/>
              <a:ext cx="688014" cy="248309"/>
            </a:xfrm>
            <a:custGeom>
              <a:avLst/>
              <a:gdLst/>
              <a:ahLst/>
              <a:cxnLst/>
              <a:rect l="0" t="0" r="0" b="0"/>
              <a:pathLst>
                <a:path w="688014" h="248309">
                  <a:moveTo>
                    <a:pt x="47114" y="69729"/>
                  </a:moveTo>
                  <a:lnTo>
                    <a:pt x="0" y="89402"/>
                  </a:lnTo>
                  <a:lnTo>
                    <a:pt x="44277" y="80269"/>
                  </a:lnTo>
                  <a:close/>
                  <a:moveTo>
                    <a:pt x="47114" y="69729"/>
                  </a:moveTo>
                  <a:lnTo>
                    <a:pt x="44277" y="80269"/>
                  </a:lnTo>
                  <a:lnTo>
                    <a:pt x="54332" y="73506"/>
                  </a:lnTo>
                  <a:close/>
                  <a:moveTo>
                    <a:pt x="47114" y="69729"/>
                  </a:moveTo>
                  <a:lnTo>
                    <a:pt x="80556" y="41234"/>
                  </a:lnTo>
                  <a:lnTo>
                    <a:pt x="58888" y="0"/>
                  </a:lnTo>
                  <a:close/>
                  <a:moveTo>
                    <a:pt x="606862" y="246670"/>
                  </a:moveTo>
                  <a:lnTo>
                    <a:pt x="558652" y="241098"/>
                  </a:lnTo>
                  <a:lnTo>
                    <a:pt x="540370" y="248309"/>
                  </a:lnTo>
                  <a:close/>
                  <a:moveTo>
                    <a:pt x="606862" y="246670"/>
                  </a:moveTo>
                  <a:lnTo>
                    <a:pt x="636604" y="222969"/>
                  </a:lnTo>
                  <a:lnTo>
                    <a:pt x="558652" y="241098"/>
                  </a:lnTo>
                  <a:close/>
                  <a:moveTo>
                    <a:pt x="643533" y="202422"/>
                  </a:moveTo>
                  <a:lnTo>
                    <a:pt x="636604" y="222969"/>
                  </a:lnTo>
                  <a:lnTo>
                    <a:pt x="659799" y="210719"/>
                  </a:lnTo>
                  <a:close/>
                  <a:moveTo>
                    <a:pt x="643533" y="202422"/>
                  </a:moveTo>
                  <a:lnTo>
                    <a:pt x="659799" y="210719"/>
                  </a:lnTo>
                  <a:lnTo>
                    <a:pt x="688014" y="141499"/>
                  </a:lnTo>
                  <a:close/>
                </a:path>
              </a:pathLst>
            </a:custGeom>
            <a:solidFill>
              <a:srgbClr val="EFF2F3"/>
            </a:solidFill>
            <a:ln w="1524">
              <a:solidFill>
                <a:srgbClr val="EFF2F3"/>
              </a:solidFill>
            </a:ln>
          </p:spPr>
        </p:sp>
        <p:sp>
          <p:nvSpPr>
            <p:cNvPr id="4364" name="Output_density__4363">
              <a:extLst>
                <a:ext uri="{FF2B5EF4-FFF2-40B4-BE49-F238E27FC236}">
                  <a16:creationId xmlns:a16="http://schemas.microsoft.com/office/drawing/2014/main" id="{86032AA8-89E2-1EDD-1A5A-55598335BE5D}"/>
                </a:ext>
              </a:extLst>
            </p:cNvPr>
            <p:cNvSpPr>
              <a:spLocks noGrp="1"/>
            </p:cNvSpPr>
            <p:nvPr/>
          </p:nvSpPr>
          <p:spPr>
            <a:xfrm>
              <a:off x="15133269" y="3014986"/>
              <a:ext cx="787741" cy="356375"/>
            </a:xfrm>
            <a:custGeom>
              <a:avLst/>
              <a:gdLst/>
              <a:ahLst/>
              <a:cxnLst/>
              <a:rect l="0" t="0" r="0" b="0"/>
              <a:pathLst>
                <a:path w="787741" h="356375">
                  <a:moveTo>
                    <a:pt x="16718" y="53949"/>
                  </a:moveTo>
                  <a:lnTo>
                    <a:pt x="50832" y="90195"/>
                  </a:lnTo>
                  <a:lnTo>
                    <a:pt x="19254" y="53125"/>
                  </a:lnTo>
                  <a:close/>
                  <a:moveTo>
                    <a:pt x="16718" y="53949"/>
                  </a:moveTo>
                  <a:lnTo>
                    <a:pt x="13725" y="105485"/>
                  </a:lnTo>
                  <a:lnTo>
                    <a:pt x="50832" y="90195"/>
                  </a:lnTo>
                  <a:close/>
                  <a:moveTo>
                    <a:pt x="93558" y="81391"/>
                  </a:moveTo>
                  <a:lnTo>
                    <a:pt x="105829" y="71854"/>
                  </a:lnTo>
                  <a:lnTo>
                    <a:pt x="50832" y="90195"/>
                  </a:lnTo>
                  <a:close/>
                  <a:moveTo>
                    <a:pt x="50832" y="90195"/>
                  </a:moveTo>
                  <a:lnTo>
                    <a:pt x="105829" y="71854"/>
                  </a:lnTo>
                  <a:lnTo>
                    <a:pt x="67315" y="52034"/>
                  </a:lnTo>
                  <a:close/>
                  <a:moveTo>
                    <a:pt x="50832" y="90195"/>
                  </a:moveTo>
                  <a:lnTo>
                    <a:pt x="67315" y="52034"/>
                  </a:lnTo>
                  <a:lnTo>
                    <a:pt x="19254" y="53125"/>
                  </a:lnTo>
                  <a:close/>
                  <a:moveTo>
                    <a:pt x="0" y="2412"/>
                  </a:moveTo>
                  <a:lnTo>
                    <a:pt x="19254" y="53125"/>
                  </a:lnTo>
                  <a:lnTo>
                    <a:pt x="7423" y="0"/>
                  </a:lnTo>
                  <a:close/>
                  <a:moveTo>
                    <a:pt x="0" y="2412"/>
                  </a:moveTo>
                  <a:lnTo>
                    <a:pt x="16718" y="53949"/>
                  </a:lnTo>
                  <a:lnTo>
                    <a:pt x="19254" y="53125"/>
                  </a:lnTo>
                  <a:close/>
                  <a:moveTo>
                    <a:pt x="67315" y="52034"/>
                  </a:moveTo>
                  <a:lnTo>
                    <a:pt x="105829" y="71854"/>
                  </a:lnTo>
                  <a:lnTo>
                    <a:pt x="151040" y="66210"/>
                  </a:lnTo>
                  <a:close/>
                  <a:moveTo>
                    <a:pt x="105829" y="71854"/>
                  </a:moveTo>
                  <a:lnTo>
                    <a:pt x="93558" y="81391"/>
                  </a:lnTo>
                  <a:lnTo>
                    <a:pt x="110863" y="79373"/>
                  </a:lnTo>
                  <a:close/>
                  <a:moveTo>
                    <a:pt x="648535" y="298827"/>
                  </a:moveTo>
                  <a:lnTo>
                    <a:pt x="644707" y="325682"/>
                  </a:lnTo>
                  <a:lnTo>
                    <a:pt x="644861" y="318329"/>
                  </a:lnTo>
                  <a:close/>
                  <a:moveTo>
                    <a:pt x="644861" y="318329"/>
                  </a:moveTo>
                  <a:lnTo>
                    <a:pt x="684130" y="356375"/>
                  </a:lnTo>
                  <a:lnTo>
                    <a:pt x="663083" y="310743"/>
                  </a:lnTo>
                  <a:close/>
                  <a:moveTo>
                    <a:pt x="648535" y="298827"/>
                  </a:moveTo>
                  <a:lnTo>
                    <a:pt x="644861" y="318329"/>
                  </a:lnTo>
                  <a:lnTo>
                    <a:pt x="663083" y="310743"/>
                  </a:lnTo>
                  <a:close/>
                  <a:moveTo>
                    <a:pt x="648535" y="298827"/>
                  </a:moveTo>
                  <a:lnTo>
                    <a:pt x="663083" y="310743"/>
                  </a:lnTo>
                  <a:lnTo>
                    <a:pt x="663047" y="266793"/>
                  </a:lnTo>
                  <a:close/>
                  <a:moveTo>
                    <a:pt x="663047" y="266793"/>
                  </a:moveTo>
                  <a:lnTo>
                    <a:pt x="663083" y="310743"/>
                  </a:lnTo>
                  <a:lnTo>
                    <a:pt x="694642" y="294235"/>
                  </a:lnTo>
                  <a:close/>
                  <a:moveTo>
                    <a:pt x="663047" y="266793"/>
                  </a:moveTo>
                  <a:lnTo>
                    <a:pt x="694642" y="294235"/>
                  </a:lnTo>
                  <a:lnTo>
                    <a:pt x="700595" y="242699"/>
                  </a:lnTo>
                  <a:close/>
                  <a:moveTo>
                    <a:pt x="700595" y="242699"/>
                  </a:moveTo>
                  <a:lnTo>
                    <a:pt x="752269" y="276218"/>
                  </a:lnTo>
                  <a:lnTo>
                    <a:pt x="726375" y="234527"/>
                  </a:lnTo>
                  <a:close/>
                  <a:moveTo>
                    <a:pt x="700595" y="242699"/>
                  </a:moveTo>
                  <a:lnTo>
                    <a:pt x="694642" y="294235"/>
                  </a:lnTo>
                  <a:lnTo>
                    <a:pt x="752269" y="276218"/>
                  </a:lnTo>
                  <a:close/>
                  <a:moveTo>
                    <a:pt x="752269" y="276218"/>
                  </a:moveTo>
                  <a:lnTo>
                    <a:pt x="787741" y="222620"/>
                  </a:lnTo>
                  <a:lnTo>
                    <a:pt x="726375" y="234527"/>
                  </a:lnTo>
                  <a:close/>
                  <a:moveTo>
                    <a:pt x="709172" y="215963"/>
                  </a:moveTo>
                  <a:lnTo>
                    <a:pt x="700595" y="242699"/>
                  </a:lnTo>
                  <a:lnTo>
                    <a:pt x="726375" y="234527"/>
                  </a:lnTo>
                  <a:close/>
                  <a:moveTo>
                    <a:pt x="726375" y="234527"/>
                  </a:moveTo>
                  <a:lnTo>
                    <a:pt x="717138" y="191162"/>
                  </a:lnTo>
                  <a:lnTo>
                    <a:pt x="709172" y="215963"/>
                  </a:lnTo>
                  <a:close/>
                  <a:moveTo>
                    <a:pt x="764505" y="178767"/>
                  </a:moveTo>
                  <a:lnTo>
                    <a:pt x="717138" y="191162"/>
                  </a:lnTo>
                  <a:lnTo>
                    <a:pt x="726375" y="234527"/>
                  </a:lnTo>
                  <a:close/>
                  <a:moveTo>
                    <a:pt x="787741" y="222620"/>
                  </a:moveTo>
                  <a:lnTo>
                    <a:pt x="764505" y="178767"/>
                  </a:lnTo>
                  <a:lnTo>
                    <a:pt x="726375" y="234527"/>
                  </a:lnTo>
                  <a:close/>
                </a:path>
              </a:pathLst>
            </a:custGeom>
            <a:solidFill>
              <a:srgbClr val="F5F7F8"/>
            </a:solidFill>
            <a:ln w="1524">
              <a:solidFill>
                <a:srgbClr val="F5F7F8"/>
              </a:solidFill>
            </a:ln>
          </p:spPr>
        </p:sp>
        <p:sp>
          <p:nvSpPr>
            <p:cNvPr id="4365" name="Output_density__4364">
              <a:extLst>
                <a:ext uri="{FF2B5EF4-FFF2-40B4-BE49-F238E27FC236}">
                  <a16:creationId xmlns:a16="http://schemas.microsoft.com/office/drawing/2014/main" id="{8231E70C-7D44-8465-B94D-F98746A885C8}"/>
                </a:ext>
              </a:extLst>
            </p:cNvPr>
            <p:cNvSpPr>
              <a:spLocks noGrp="1"/>
            </p:cNvSpPr>
            <p:nvPr/>
          </p:nvSpPr>
          <p:spPr>
            <a:xfrm>
              <a:off x="15784203" y="3291538"/>
              <a:ext cx="166698" cy="106811"/>
            </a:xfrm>
            <a:custGeom>
              <a:avLst/>
              <a:gdLst/>
              <a:ahLst/>
              <a:cxnLst/>
              <a:rect l="0" t="0" r="0" b="0"/>
              <a:pathLst>
                <a:path w="166698" h="106811">
                  <a:moveTo>
                    <a:pt x="66492" y="105171"/>
                  </a:moveTo>
                  <a:lnTo>
                    <a:pt x="0" y="106811"/>
                  </a:lnTo>
                  <a:lnTo>
                    <a:pt x="48975" y="104977"/>
                  </a:lnTo>
                  <a:close/>
                  <a:moveTo>
                    <a:pt x="86193" y="93314"/>
                  </a:moveTo>
                  <a:lnTo>
                    <a:pt x="119428" y="69220"/>
                  </a:lnTo>
                  <a:lnTo>
                    <a:pt x="96234" y="81470"/>
                  </a:lnTo>
                  <a:close/>
                  <a:moveTo>
                    <a:pt x="147644" y="0"/>
                  </a:moveTo>
                  <a:lnTo>
                    <a:pt x="119428" y="69220"/>
                  </a:lnTo>
                  <a:lnTo>
                    <a:pt x="136967" y="59087"/>
                  </a:lnTo>
                  <a:close/>
                  <a:moveTo>
                    <a:pt x="147644" y="0"/>
                  </a:moveTo>
                  <a:lnTo>
                    <a:pt x="136967" y="59087"/>
                  </a:lnTo>
                  <a:lnTo>
                    <a:pt x="166698" y="17684"/>
                  </a:lnTo>
                  <a:close/>
                </a:path>
              </a:pathLst>
            </a:custGeom>
            <a:solidFill>
              <a:srgbClr val="EDF0F2"/>
            </a:solidFill>
            <a:ln w="1524">
              <a:solidFill>
                <a:srgbClr val="EDF0F2"/>
              </a:solidFill>
            </a:ln>
          </p:spPr>
        </p:sp>
        <p:sp>
          <p:nvSpPr>
            <p:cNvPr id="4366" name="Output_density__4365">
              <a:extLst>
                <a:ext uri="{FF2B5EF4-FFF2-40B4-BE49-F238E27FC236}">
                  <a16:creationId xmlns:a16="http://schemas.microsoft.com/office/drawing/2014/main" id="{AE5E797C-9C74-521C-A8F8-24AAD94EA771}"/>
                </a:ext>
              </a:extLst>
            </p:cNvPr>
            <p:cNvSpPr>
              <a:spLocks noGrp="1"/>
            </p:cNvSpPr>
            <p:nvPr/>
          </p:nvSpPr>
          <p:spPr>
            <a:xfrm>
              <a:off x="15850695" y="3350625"/>
              <a:ext cx="70474" cy="46084"/>
            </a:xfrm>
            <a:custGeom>
              <a:avLst/>
              <a:gdLst/>
              <a:ahLst/>
              <a:cxnLst/>
              <a:rect l="0" t="0" r="0" b="0"/>
              <a:pathLst>
                <a:path w="70474" h="46084">
                  <a:moveTo>
                    <a:pt x="19701" y="34227"/>
                  </a:moveTo>
                  <a:lnTo>
                    <a:pt x="29742" y="22383"/>
                  </a:lnTo>
                  <a:lnTo>
                    <a:pt x="0" y="46084"/>
                  </a:lnTo>
                  <a:close/>
                  <a:moveTo>
                    <a:pt x="52936" y="10133"/>
                  </a:moveTo>
                  <a:lnTo>
                    <a:pt x="19701" y="34227"/>
                  </a:lnTo>
                  <a:lnTo>
                    <a:pt x="70474" y="0"/>
                  </a:lnTo>
                  <a:close/>
                </a:path>
              </a:pathLst>
            </a:custGeom>
            <a:solidFill>
              <a:srgbClr val="ECEFF1"/>
            </a:solidFill>
            <a:ln w="1524">
              <a:solidFill>
                <a:srgbClr val="ECEFF1"/>
              </a:solidFill>
            </a:ln>
          </p:spPr>
        </p:sp>
        <p:sp>
          <p:nvSpPr>
            <p:cNvPr id="4367" name="Output_density__4366">
              <a:extLst>
                <a:ext uri="{FF2B5EF4-FFF2-40B4-BE49-F238E27FC236}">
                  <a16:creationId xmlns:a16="http://schemas.microsoft.com/office/drawing/2014/main" id="{E9BF4D48-144D-BA88-9BAC-332B862B93AB}"/>
                </a:ext>
              </a:extLst>
            </p:cNvPr>
            <p:cNvSpPr>
              <a:spLocks noGrp="1"/>
            </p:cNvSpPr>
            <p:nvPr/>
          </p:nvSpPr>
          <p:spPr>
            <a:xfrm>
              <a:off x="15146994" y="3094359"/>
              <a:ext cx="740372" cy="277001"/>
            </a:xfrm>
            <a:custGeom>
              <a:avLst/>
              <a:gdLst/>
              <a:ahLst/>
              <a:cxnLst/>
              <a:rect l="0" t="0" r="0" b="0"/>
              <a:pathLst>
                <a:path w="740372" h="277001">
                  <a:moveTo>
                    <a:pt x="47860" y="64823"/>
                  </a:moveTo>
                  <a:lnTo>
                    <a:pt x="35899" y="91912"/>
                  </a:lnTo>
                  <a:lnTo>
                    <a:pt x="81480" y="53555"/>
                  </a:lnTo>
                  <a:close/>
                  <a:moveTo>
                    <a:pt x="22808" y="77649"/>
                  </a:moveTo>
                  <a:lnTo>
                    <a:pt x="35899" y="91912"/>
                  </a:lnTo>
                  <a:lnTo>
                    <a:pt x="47860" y="64823"/>
                  </a:lnTo>
                  <a:close/>
                  <a:moveTo>
                    <a:pt x="0" y="26112"/>
                  </a:moveTo>
                  <a:lnTo>
                    <a:pt x="22808" y="77649"/>
                  </a:lnTo>
                  <a:lnTo>
                    <a:pt x="47860" y="64823"/>
                  </a:lnTo>
                  <a:close/>
                  <a:moveTo>
                    <a:pt x="81480" y="53555"/>
                  </a:moveTo>
                  <a:lnTo>
                    <a:pt x="79834" y="2018"/>
                  </a:lnTo>
                  <a:lnTo>
                    <a:pt x="47860" y="64823"/>
                  </a:lnTo>
                  <a:close/>
                  <a:moveTo>
                    <a:pt x="79834" y="2018"/>
                  </a:moveTo>
                  <a:lnTo>
                    <a:pt x="113770" y="49221"/>
                  </a:lnTo>
                  <a:lnTo>
                    <a:pt x="97138" y="0"/>
                  </a:lnTo>
                  <a:close/>
                  <a:moveTo>
                    <a:pt x="79834" y="2018"/>
                  </a:moveTo>
                  <a:lnTo>
                    <a:pt x="81480" y="53555"/>
                  </a:lnTo>
                  <a:lnTo>
                    <a:pt x="113770" y="49221"/>
                  </a:lnTo>
                  <a:close/>
                  <a:moveTo>
                    <a:pt x="693734" y="266399"/>
                  </a:moveTo>
                  <a:lnTo>
                    <a:pt x="680917" y="214862"/>
                  </a:lnTo>
                  <a:lnTo>
                    <a:pt x="670405" y="277001"/>
                  </a:lnTo>
                  <a:close/>
                  <a:moveTo>
                    <a:pt x="680917" y="214862"/>
                  </a:moveTo>
                  <a:lnTo>
                    <a:pt x="740372" y="258102"/>
                  </a:lnTo>
                  <a:lnTo>
                    <a:pt x="738545" y="196845"/>
                  </a:lnTo>
                  <a:close/>
                  <a:moveTo>
                    <a:pt x="680917" y="214862"/>
                  </a:moveTo>
                  <a:lnTo>
                    <a:pt x="693734" y="266399"/>
                  </a:lnTo>
                  <a:lnTo>
                    <a:pt x="740372" y="258102"/>
                  </a:lnTo>
                  <a:close/>
                </a:path>
              </a:pathLst>
            </a:custGeom>
            <a:solidFill>
              <a:srgbClr val="F4F6F7"/>
            </a:solidFill>
            <a:ln w="1524">
              <a:solidFill>
                <a:srgbClr val="F4F6F7"/>
              </a:solidFill>
            </a:ln>
          </p:spPr>
        </p:sp>
        <p:sp>
          <p:nvSpPr>
            <p:cNvPr id="4368" name="Output_density__4367">
              <a:extLst>
                <a:ext uri="{FF2B5EF4-FFF2-40B4-BE49-F238E27FC236}">
                  <a16:creationId xmlns:a16="http://schemas.microsoft.com/office/drawing/2014/main" id="{2C16AA43-A981-05CF-5D7A-C35EE5B4795D}"/>
                </a:ext>
              </a:extLst>
            </p:cNvPr>
            <p:cNvSpPr>
              <a:spLocks noGrp="1"/>
            </p:cNvSpPr>
            <p:nvPr/>
          </p:nvSpPr>
          <p:spPr>
            <a:xfrm>
              <a:off x="15182892" y="3143581"/>
              <a:ext cx="748955" cy="247557"/>
            </a:xfrm>
            <a:custGeom>
              <a:avLst/>
              <a:gdLst/>
              <a:ahLst/>
              <a:cxnLst/>
              <a:rect l="0" t="0" r="0" b="0"/>
              <a:pathLst>
                <a:path w="748955" h="247557">
                  <a:moveTo>
                    <a:pt x="0" y="42691"/>
                  </a:moveTo>
                  <a:lnTo>
                    <a:pt x="35909" y="79964"/>
                  </a:lnTo>
                  <a:lnTo>
                    <a:pt x="45581" y="4334"/>
                  </a:lnTo>
                  <a:close/>
                  <a:moveTo>
                    <a:pt x="45581" y="4334"/>
                  </a:moveTo>
                  <a:lnTo>
                    <a:pt x="35909" y="79964"/>
                  </a:lnTo>
                  <a:lnTo>
                    <a:pt x="76021" y="17343"/>
                  </a:lnTo>
                  <a:close/>
                  <a:moveTo>
                    <a:pt x="76021" y="17343"/>
                  </a:moveTo>
                  <a:lnTo>
                    <a:pt x="35909" y="79964"/>
                  </a:lnTo>
                  <a:lnTo>
                    <a:pt x="67682" y="71027"/>
                  </a:lnTo>
                  <a:close/>
                  <a:moveTo>
                    <a:pt x="45581" y="4334"/>
                  </a:moveTo>
                  <a:lnTo>
                    <a:pt x="76021" y="17343"/>
                  </a:lnTo>
                  <a:lnTo>
                    <a:pt x="77872" y="0"/>
                  </a:lnTo>
                  <a:close/>
                  <a:moveTo>
                    <a:pt x="609070" y="241272"/>
                  </a:moveTo>
                  <a:lnTo>
                    <a:pt x="619593" y="247557"/>
                  </a:lnTo>
                  <a:lnTo>
                    <a:pt x="634507" y="227780"/>
                  </a:lnTo>
                  <a:close/>
                  <a:moveTo>
                    <a:pt x="619593" y="247557"/>
                  </a:moveTo>
                  <a:lnTo>
                    <a:pt x="657835" y="217178"/>
                  </a:lnTo>
                  <a:lnTo>
                    <a:pt x="634507" y="227780"/>
                  </a:lnTo>
                  <a:close/>
                  <a:moveTo>
                    <a:pt x="702646" y="147623"/>
                  </a:moveTo>
                  <a:lnTo>
                    <a:pt x="704473" y="208881"/>
                  </a:lnTo>
                  <a:lnTo>
                    <a:pt x="748955" y="147957"/>
                  </a:lnTo>
                  <a:close/>
                </a:path>
              </a:pathLst>
            </a:custGeom>
            <a:solidFill>
              <a:srgbClr val="F2F4F6"/>
            </a:solidFill>
            <a:ln w="1524">
              <a:solidFill>
                <a:srgbClr val="F2F4F6"/>
              </a:solidFill>
            </a:ln>
          </p:spPr>
        </p:sp>
        <p:sp>
          <p:nvSpPr>
            <p:cNvPr id="4369" name="Output_density__4368">
              <a:extLst>
                <a:ext uri="{FF2B5EF4-FFF2-40B4-BE49-F238E27FC236}">
                  <a16:creationId xmlns:a16="http://schemas.microsoft.com/office/drawing/2014/main" id="{5149B67C-ED1E-097B-533D-F5EA26133DC4}"/>
                </a:ext>
              </a:extLst>
            </p:cNvPr>
            <p:cNvSpPr>
              <a:spLocks noGrp="1"/>
            </p:cNvSpPr>
            <p:nvPr/>
          </p:nvSpPr>
          <p:spPr>
            <a:xfrm>
              <a:off x="15146994" y="3096378"/>
              <a:ext cx="680917" cy="274983"/>
            </a:xfrm>
            <a:custGeom>
              <a:avLst/>
              <a:gdLst/>
              <a:ahLst/>
              <a:cxnLst/>
              <a:rect l="0" t="0" r="0" b="0"/>
              <a:pathLst>
                <a:path w="680917" h="274983">
                  <a:moveTo>
                    <a:pt x="0" y="24094"/>
                  </a:moveTo>
                  <a:lnTo>
                    <a:pt x="47860" y="62805"/>
                  </a:lnTo>
                  <a:lnTo>
                    <a:pt x="37107" y="8804"/>
                  </a:lnTo>
                  <a:close/>
                  <a:moveTo>
                    <a:pt x="79834" y="0"/>
                  </a:moveTo>
                  <a:lnTo>
                    <a:pt x="37107" y="8804"/>
                  </a:lnTo>
                  <a:lnTo>
                    <a:pt x="47860" y="62805"/>
                  </a:lnTo>
                  <a:close/>
                  <a:moveTo>
                    <a:pt x="680917" y="212844"/>
                  </a:moveTo>
                  <a:lnTo>
                    <a:pt x="649358" y="229351"/>
                  </a:lnTo>
                  <a:lnTo>
                    <a:pt x="670405" y="274983"/>
                  </a:lnTo>
                  <a:close/>
                </a:path>
              </a:pathLst>
            </a:custGeom>
            <a:solidFill>
              <a:srgbClr val="F5F7F8"/>
            </a:solidFill>
            <a:ln w="1524">
              <a:solidFill>
                <a:srgbClr val="F5F7F8"/>
              </a:solidFill>
            </a:ln>
          </p:spPr>
        </p:sp>
        <p:sp>
          <p:nvSpPr>
            <p:cNvPr id="4370" name="Output_density__4369">
              <a:extLst>
                <a:ext uri="{FF2B5EF4-FFF2-40B4-BE49-F238E27FC236}">
                  <a16:creationId xmlns:a16="http://schemas.microsoft.com/office/drawing/2014/main" id="{8DDB460E-BCF4-7495-A42D-4946537F695B}"/>
                </a:ext>
              </a:extLst>
            </p:cNvPr>
            <p:cNvSpPr>
              <a:spLocks noGrp="1"/>
            </p:cNvSpPr>
            <p:nvPr/>
          </p:nvSpPr>
          <p:spPr>
            <a:xfrm>
              <a:off x="15802485" y="3352461"/>
              <a:ext cx="84880" cy="38676"/>
            </a:xfrm>
            <a:custGeom>
              <a:avLst/>
              <a:gdLst/>
              <a:ahLst/>
              <a:cxnLst/>
              <a:rect l="0" t="0" r="0" b="0"/>
              <a:pathLst>
                <a:path w="84880" h="38676">
                  <a:moveTo>
                    <a:pt x="77952" y="20546"/>
                  </a:moveTo>
                  <a:lnTo>
                    <a:pt x="38242" y="8297"/>
                  </a:lnTo>
                  <a:lnTo>
                    <a:pt x="0" y="38676"/>
                  </a:lnTo>
                  <a:close/>
                  <a:moveTo>
                    <a:pt x="38242" y="8297"/>
                  </a:moveTo>
                  <a:lnTo>
                    <a:pt x="77952" y="20546"/>
                  </a:lnTo>
                  <a:lnTo>
                    <a:pt x="84880" y="0"/>
                  </a:lnTo>
                  <a:close/>
                </a:path>
              </a:pathLst>
            </a:custGeom>
            <a:solidFill>
              <a:srgbClr val="F1F3F5"/>
            </a:solidFill>
            <a:ln w="1524">
              <a:solidFill>
                <a:srgbClr val="F1F3F5"/>
              </a:solidFill>
            </a:ln>
          </p:spPr>
        </p:sp>
      </p:grpSp>
      <p:grpSp>
        <p:nvGrpSpPr>
          <p:cNvPr id="6240" name="Build：输出受体主链">
            <a:extLst>
              <a:ext uri="{FF2B5EF4-FFF2-40B4-BE49-F238E27FC236}">
                <a16:creationId xmlns:a16="http://schemas.microsoft.com/office/drawing/2014/main" id="{4B10A46F-2EED-63DB-0EC1-FA42D4765ECA}"/>
              </a:ext>
            </a:extLst>
          </p:cNvPr>
          <p:cNvGrpSpPr/>
          <p:nvPr/>
        </p:nvGrpSpPr>
        <p:grpSpPr>
          <a:xfrm>
            <a:off x="7435199" y="1993763"/>
            <a:ext cx="582735" cy="722172"/>
            <a:chOff x="14845986" y="2225897"/>
            <a:chExt cx="2019177" cy="2502325"/>
          </a:xfrm>
        </p:grpSpPr>
        <p:sp>
          <p:nvSpPr>
            <p:cNvPr id="4371" name="Output_receptor__4370">
              <a:extLst>
                <a:ext uri="{FF2B5EF4-FFF2-40B4-BE49-F238E27FC236}">
                  <a16:creationId xmlns:a16="http://schemas.microsoft.com/office/drawing/2014/main" id="{E36FFAEE-E27C-435C-4AFA-A317A845CDC7}"/>
                </a:ext>
              </a:extLst>
            </p:cNvPr>
            <p:cNvSpPr>
              <a:spLocks noGrp="1"/>
            </p:cNvSpPr>
            <p:nvPr/>
          </p:nvSpPr>
          <p:spPr>
            <a:xfrm>
              <a:off x="15751966" y="4338325"/>
              <a:ext cx="68727" cy="3551"/>
            </a:xfrm>
            <a:custGeom>
              <a:avLst/>
              <a:gdLst/>
              <a:ahLst/>
              <a:cxnLst/>
              <a:rect l="0" t="0" r="0" b="0"/>
              <a:pathLst>
                <a:path w="68727" h="3551">
                  <a:moveTo>
                    <a:pt x="68727" y="0"/>
                  </a:moveTo>
                  <a:lnTo>
                    <a:pt x="0" y="3551"/>
                  </a:lnTo>
                </a:path>
              </a:pathLst>
            </a:custGeom>
            <a:noFill/>
            <a:ln w="20003">
              <a:solidFill>
                <a:srgbClr val="E3E7E9"/>
              </a:solidFill>
            </a:ln>
          </p:spPr>
        </p:sp>
        <p:sp>
          <p:nvSpPr>
            <p:cNvPr id="4372" name="Output_receptor__4371">
              <a:extLst>
                <a:ext uri="{FF2B5EF4-FFF2-40B4-BE49-F238E27FC236}">
                  <a16:creationId xmlns:a16="http://schemas.microsoft.com/office/drawing/2014/main" id="{F601D694-6D6F-4A33-B591-6DEF1D0C4893}"/>
                </a:ext>
              </a:extLst>
            </p:cNvPr>
            <p:cNvSpPr>
              <a:spLocks noGrp="1"/>
            </p:cNvSpPr>
            <p:nvPr/>
          </p:nvSpPr>
          <p:spPr>
            <a:xfrm>
              <a:off x="15730070" y="4341876"/>
              <a:ext cx="21896" cy="29938"/>
            </a:xfrm>
            <a:custGeom>
              <a:avLst/>
              <a:gdLst/>
              <a:ahLst/>
              <a:cxnLst/>
              <a:rect l="0" t="0" r="0" b="0"/>
              <a:pathLst>
                <a:path w="21896" h="29938">
                  <a:moveTo>
                    <a:pt x="21896" y="0"/>
                  </a:moveTo>
                  <a:lnTo>
                    <a:pt x="0" y="29938"/>
                  </a:lnTo>
                </a:path>
              </a:pathLst>
            </a:custGeom>
            <a:noFill/>
            <a:ln w="20003">
              <a:solidFill>
                <a:srgbClr val="E3E7EA"/>
              </a:solidFill>
            </a:ln>
          </p:spPr>
        </p:sp>
        <p:sp>
          <p:nvSpPr>
            <p:cNvPr id="4373" name="Output_receptor__4372">
              <a:extLst>
                <a:ext uri="{FF2B5EF4-FFF2-40B4-BE49-F238E27FC236}">
                  <a16:creationId xmlns:a16="http://schemas.microsoft.com/office/drawing/2014/main" id="{6DA99C23-65D3-E9A3-AF2C-6C2C164E606B}"/>
                </a:ext>
              </a:extLst>
            </p:cNvPr>
            <p:cNvSpPr>
              <a:spLocks noGrp="1"/>
            </p:cNvSpPr>
            <p:nvPr/>
          </p:nvSpPr>
          <p:spPr>
            <a:xfrm>
              <a:off x="15820692" y="4338325"/>
              <a:ext cx="2029" cy="69751"/>
            </a:xfrm>
            <a:custGeom>
              <a:avLst/>
              <a:gdLst/>
              <a:ahLst/>
              <a:cxnLst/>
              <a:rect l="0" t="0" r="0" b="0"/>
              <a:pathLst>
                <a:path w="2029" h="69751">
                  <a:moveTo>
                    <a:pt x="2029" y="69751"/>
                  </a:moveTo>
                  <a:lnTo>
                    <a:pt x="0" y="0"/>
                  </a:lnTo>
                </a:path>
              </a:pathLst>
            </a:custGeom>
            <a:noFill/>
            <a:ln w="20003">
              <a:solidFill>
                <a:srgbClr val="E3E7EA"/>
              </a:solidFill>
            </a:ln>
          </p:spPr>
        </p:sp>
        <p:sp>
          <p:nvSpPr>
            <p:cNvPr id="4374" name="Output_receptor__4373">
              <a:extLst>
                <a:ext uri="{FF2B5EF4-FFF2-40B4-BE49-F238E27FC236}">
                  <a16:creationId xmlns:a16="http://schemas.microsoft.com/office/drawing/2014/main" id="{EC42A732-D26C-F71B-8E7F-63FF3AD62916}"/>
                </a:ext>
              </a:extLst>
            </p:cNvPr>
            <p:cNvSpPr>
              <a:spLocks noGrp="1"/>
            </p:cNvSpPr>
            <p:nvPr/>
          </p:nvSpPr>
          <p:spPr>
            <a:xfrm>
              <a:off x="15822721" y="4408075"/>
              <a:ext cx="72277" cy="4033"/>
            </a:xfrm>
            <a:custGeom>
              <a:avLst/>
              <a:gdLst/>
              <a:ahLst/>
              <a:cxnLst/>
              <a:rect l="0" t="0" r="0" b="0"/>
              <a:pathLst>
                <a:path w="72277" h="4033">
                  <a:moveTo>
                    <a:pt x="72277" y="4033"/>
                  </a:moveTo>
                  <a:lnTo>
                    <a:pt x="0" y="0"/>
                  </a:lnTo>
                </a:path>
              </a:pathLst>
            </a:custGeom>
            <a:noFill/>
            <a:ln w="20003">
              <a:solidFill>
                <a:srgbClr val="E3E7EA"/>
              </a:solidFill>
            </a:ln>
          </p:spPr>
        </p:sp>
        <p:sp>
          <p:nvSpPr>
            <p:cNvPr id="4375" name="Output_receptor__4374">
              <a:extLst>
                <a:ext uri="{FF2B5EF4-FFF2-40B4-BE49-F238E27FC236}">
                  <a16:creationId xmlns:a16="http://schemas.microsoft.com/office/drawing/2014/main" id="{712B6EE1-030E-5E6D-0480-259FA79A86ED}"/>
                </a:ext>
              </a:extLst>
            </p:cNvPr>
            <p:cNvSpPr>
              <a:spLocks noGrp="1"/>
            </p:cNvSpPr>
            <p:nvPr/>
          </p:nvSpPr>
          <p:spPr>
            <a:xfrm>
              <a:off x="15894998" y="4379687"/>
              <a:ext cx="57673" cy="32421"/>
            </a:xfrm>
            <a:custGeom>
              <a:avLst/>
              <a:gdLst/>
              <a:ahLst/>
              <a:cxnLst/>
              <a:rect l="0" t="0" r="0" b="0"/>
              <a:pathLst>
                <a:path w="57673" h="32421">
                  <a:moveTo>
                    <a:pt x="57673" y="0"/>
                  </a:moveTo>
                  <a:lnTo>
                    <a:pt x="0" y="32421"/>
                  </a:lnTo>
                </a:path>
              </a:pathLst>
            </a:custGeom>
            <a:noFill/>
            <a:ln w="8096">
              <a:solidFill>
                <a:srgbClr val="E3E7EA"/>
              </a:solidFill>
            </a:ln>
          </p:spPr>
        </p:sp>
        <p:sp>
          <p:nvSpPr>
            <p:cNvPr id="4376" name="Output_receptor__4375">
              <a:extLst>
                <a:ext uri="{FF2B5EF4-FFF2-40B4-BE49-F238E27FC236}">
                  <a16:creationId xmlns:a16="http://schemas.microsoft.com/office/drawing/2014/main" id="{0A4C4BAA-01FB-B88F-EF53-398396CB48EC}"/>
                </a:ext>
              </a:extLst>
            </p:cNvPr>
            <p:cNvSpPr>
              <a:spLocks noGrp="1"/>
            </p:cNvSpPr>
            <p:nvPr/>
          </p:nvSpPr>
          <p:spPr>
            <a:xfrm>
              <a:off x="16022030" y="4327283"/>
              <a:ext cx="21434" cy="67388"/>
            </a:xfrm>
            <a:custGeom>
              <a:avLst/>
              <a:gdLst/>
              <a:ahLst/>
              <a:cxnLst/>
              <a:rect l="0" t="0" r="0" b="0"/>
              <a:pathLst>
                <a:path w="21434" h="67388">
                  <a:moveTo>
                    <a:pt x="21434" y="0"/>
                  </a:moveTo>
                  <a:lnTo>
                    <a:pt x="0" y="67388"/>
                  </a:lnTo>
                </a:path>
              </a:pathLst>
            </a:custGeom>
            <a:noFill/>
            <a:ln w="8096">
              <a:solidFill>
                <a:srgbClr val="E3E7EA"/>
              </a:solidFill>
            </a:ln>
          </p:spPr>
        </p:sp>
        <p:sp>
          <p:nvSpPr>
            <p:cNvPr id="4377" name="Output_receptor__4376">
              <a:extLst>
                <a:ext uri="{FF2B5EF4-FFF2-40B4-BE49-F238E27FC236}">
                  <a16:creationId xmlns:a16="http://schemas.microsoft.com/office/drawing/2014/main" id="{6D1F9190-88C8-7579-05C0-4C9D023B7B09}"/>
                </a:ext>
              </a:extLst>
            </p:cNvPr>
            <p:cNvSpPr>
              <a:spLocks noGrp="1"/>
            </p:cNvSpPr>
            <p:nvPr/>
          </p:nvSpPr>
          <p:spPr>
            <a:xfrm>
              <a:off x="15952671" y="4379687"/>
              <a:ext cx="69359" cy="14984"/>
            </a:xfrm>
            <a:custGeom>
              <a:avLst/>
              <a:gdLst/>
              <a:ahLst/>
              <a:cxnLst/>
              <a:rect l="0" t="0" r="0" b="0"/>
              <a:pathLst>
                <a:path w="69359" h="14984">
                  <a:moveTo>
                    <a:pt x="69359" y="14984"/>
                  </a:moveTo>
                  <a:lnTo>
                    <a:pt x="0" y="0"/>
                  </a:lnTo>
                </a:path>
              </a:pathLst>
            </a:custGeom>
            <a:noFill/>
            <a:ln w="8096">
              <a:solidFill>
                <a:srgbClr val="E3E7EA"/>
              </a:solidFill>
            </a:ln>
          </p:spPr>
        </p:sp>
        <p:sp>
          <p:nvSpPr>
            <p:cNvPr id="4378" name="Output_receptor__4377">
              <a:extLst>
                <a:ext uri="{FF2B5EF4-FFF2-40B4-BE49-F238E27FC236}">
                  <a16:creationId xmlns:a16="http://schemas.microsoft.com/office/drawing/2014/main" id="{547DB593-2E1C-1D9E-B887-C8ABE06507A8}"/>
                </a:ext>
              </a:extLst>
            </p:cNvPr>
            <p:cNvSpPr>
              <a:spLocks noGrp="1"/>
            </p:cNvSpPr>
            <p:nvPr/>
          </p:nvSpPr>
          <p:spPr>
            <a:xfrm>
              <a:off x="15670688" y="4269004"/>
              <a:ext cx="64674" cy="30666"/>
            </a:xfrm>
            <a:custGeom>
              <a:avLst/>
              <a:gdLst/>
              <a:ahLst/>
              <a:cxnLst/>
              <a:rect l="0" t="0" r="0" b="0"/>
              <a:pathLst>
                <a:path w="64674" h="30666">
                  <a:moveTo>
                    <a:pt x="64674" y="0"/>
                  </a:moveTo>
                  <a:lnTo>
                    <a:pt x="0" y="30666"/>
                  </a:lnTo>
                </a:path>
              </a:pathLst>
            </a:custGeom>
            <a:noFill/>
            <a:ln w="20003">
              <a:solidFill>
                <a:srgbClr val="E3E7EA"/>
              </a:solidFill>
            </a:ln>
          </p:spPr>
        </p:sp>
        <p:sp>
          <p:nvSpPr>
            <p:cNvPr id="4379" name="Output_receptor__4378">
              <a:extLst>
                <a:ext uri="{FF2B5EF4-FFF2-40B4-BE49-F238E27FC236}">
                  <a16:creationId xmlns:a16="http://schemas.microsoft.com/office/drawing/2014/main" id="{087379BC-0F5E-58EC-30F1-7C735A0F7358}"/>
                </a:ext>
              </a:extLst>
            </p:cNvPr>
            <p:cNvSpPr>
              <a:spLocks noGrp="1"/>
            </p:cNvSpPr>
            <p:nvPr/>
          </p:nvSpPr>
          <p:spPr>
            <a:xfrm>
              <a:off x="15909013" y="4225416"/>
              <a:ext cx="67910" cy="584"/>
            </a:xfrm>
            <a:custGeom>
              <a:avLst/>
              <a:gdLst/>
              <a:ahLst/>
              <a:cxnLst/>
              <a:rect l="0" t="0" r="0" b="0"/>
              <a:pathLst>
                <a:path w="67910" h="584">
                  <a:moveTo>
                    <a:pt x="0" y="0"/>
                  </a:moveTo>
                  <a:lnTo>
                    <a:pt x="67910" y="584"/>
                  </a:lnTo>
                </a:path>
              </a:pathLst>
            </a:custGeom>
            <a:noFill/>
            <a:ln w="8096">
              <a:solidFill>
                <a:srgbClr val="E3E7EA"/>
              </a:solidFill>
            </a:ln>
          </p:spPr>
        </p:sp>
        <p:sp>
          <p:nvSpPr>
            <p:cNvPr id="4380" name="Output_receptor__4379">
              <a:extLst>
                <a:ext uri="{FF2B5EF4-FFF2-40B4-BE49-F238E27FC236}">
                  <a16:creationId xmlns:a16="http://schemas.microsoft.com/office/drawing/2014/main" id="{41A0F5DC-352B-6CAF-1CD2-26567E11C8FC}"/>
                </a:ext>
              </a:extLst>
            </p:cNvPr>
            <p:cNvSpPr>
              <a:spLocks noGrp="1"/>
            </p:cNvSpPr>
            <p:nvPr/>
          </p:nvSpPr>
          <p:spPr>
            <a:xfrm>
              <a:off x="15735362" y="4269004"/>
              <a:ext cx="31055" cy="52680"/>
            </a:xfrm>
            <a:custGeom>
              <a:avLst/>
              <a:gdLst/>
              <a:ahLst/>
              <a:cxnLst/>
              <a:rect l="0" t="0" r="0" b="0"/>
              <a:pathLst>
                <a:path w="31055" h="52680">
                  <a:moveTo>
                    <a:pt x="31055" y="52680"/>
                  </a:moveTo>
                  <a:lnTo>
                    <a:pt x="0" y="0"/>
                  </a:lnTo>
                </a:path>
              </a:pathLst>
            </a:custGeom>
            <a:noFill/>
            <a:ln w="20003">
              <a:solidFill>
                <a:srgbClr val="E3E7EA"/>
              </a:solidFill>
            </a:ln>
          </p:spPr>
        </p:sp>
        <p:sp>
          <p:nvSpPr>
            <p:cNvPr id="4381" name="Output_receptor__4380">
              <a:extLst>
                <a:ext uri="{FF2B5EF4-FFF2-40B4-BE49-F238E27FC236}">
                  <a16:creationId xmlns:a16="http://schemas.microsoft.com/office/drawing/2014/main" id="{9EE6200B-F8F8-2EC5-321B-00409B1AC027}"/>
                </a:ext>
              </a:extLst>
            </p:cNvPr>
            <p:cNvSpPr>
              <a:spLocks noGrp="1"/>
            </p:cNvSpPr>
            <p:nvPr/>
          </p:nvSpPr>
          <p:spPr>
            <a:xfrm>
              <a:off x="15730070" y="4321684"/>
              <a:ext cx="36348" cy="50130"/>
            </a:xfrm>
            <a:custGeom>
              <a:avLst/>
              <a:gdLst/>
              <a:ahLst/>
              <a:cxnLst/>
              <a:rect l="0" t="0" r="0" b="0"/>
              <a:pathLst>
                <a:path w="36348" h="50130">
                  <a:moveTo>
                    <a:pt x="0" y="50130"/>
                  </a:moveTo>
                  <a:lnTo>
                    <a:pt x="36348" y="0"/>
                  </a:lnTo>
                </a:path>
              </a:pathLst>
            </a:custGeom>
            <a:noFill/>
            <a:ln w="20003">
              <a:solidFill>
                <a:srgbClr val="E3E7EA"/>
              </a:solidFill>
            </a:ln>
          </p:spPr>
        </p:sp>
        <p:sp>
          <p:nvSpPr>
            <p:cNvPr id="4382" name="Output_receptor__4381">
              <a:extLst>
                <a:ext uri="{FF2B5EF4-FFF2-40B4-BE49-F238E27FC236}">
                  <a16:creationId xmlns:a16="http://schemas.microsoft.com/office/drawing/2014/main" id="{2BE038DF-F6B5-22E5-EE2F-93F298EB1489}"/>
                </a:ext>
              </a:extLst>
            </p:cNvPr>
            <p:cNvSpPr>
              <a:spLocks noGrp="1"/>
            </p:cNvSpPr>
            <p:nvPr/>
          </p:nvSpPr>
          <p:spPr>
            <a:xfrm>
              <a:off x="15976923" y="4226000"/>
              <a:ext cx="25247" cy="53322"/>
            </a:xfrm>
            <a:custGeom>
              <a:avLst/>
              <a:gdLst/>
              <a:ahLst/>
              <a:cxnLst/>
              <a:rect l="0" t="0" r="0" b="0"/>
              <a:pathLst>
                <a:path w="25247" h="53322">
                  <a:moveTo>
                    <a:pt x="0" y="0"/>
                  </a:moveTo>
                  <a:lnTo>
                    <a:pt x="25247" y="53322"/>
                  </a:lnTo>
                </a:path>
              </a:pathLst>
            </a:custGeom>
            <a:noFill/>
            <a:ln w="8096">
              <a:solidFill>
                <a:srgbClr val="E3E7EA"/>
              </a:solidFill>
            </a:ln>
          </p:spPr>
        </p:sp>
        <p:sp>
          <p:nvSpPr>
            <p:cNvPr id="4383" name="Output_receptor__4382">
              <a:extLst>
                <a:ext uri="{FF2B5EF4-FFF2-40B4-BE49-F238E27FC236}">
                  <a16:creationId xmlns:a16="http://schemas.microsoft.com/office/drawing/2014/main" id="{17FD90C8-B096-5E18-751E-95E0F40B135F}"/>
                </a:ext>
              </a:extLst>
            </p:cNvPr>
            <p:cNvSpPr>
              <a:spLocks noGrp="1"/>
            </p:cNvSpPr>
            <p:nvPr/>
          </p:nvSpPr>
          <p:spPr>
            <a:xfrm>
              <a:off x="16002170" y="4279322"/>
              <a:ext cx="41293" cy="47961"/>
            </a:xfrm>
            <a:custGeom>
              <a:avLst/>
              <a:gdLst/>
              <a:ahLst/>
              <a:cxnLst/>
              <a:rect l="0" t="0" r="0" b="0"/>
              <a:pathLst>
                <a:path w="41293" h="47961">
                  <a:moveTo>
                    <a:pt x="0" y="0"/>
                  </a:moveTo>
                  <a:lnTo>
                    <a:pt x="41293" y="47961"/>
                  </a:lnTo>
                </a:path>
              </a:pathLst>
            </a:custGeom>
            <a:noFill/>
            <a:ln w="8096">
              <a:solidFill>
                <a:srgbClr val="E3E7EA"/>
              </a:solidFill>
            </a:ln>
          </p:spPr>
        </p:sp>
        <p:sp>
          <p:nvSpPr>
            <p:cNvPr id="4384" name="Output_receptor__4383">
              <a:extLst>
                <a:ext uri="{FF2B5EF4-FFF2-40B4-BE49-F238E27FC236}">
                  <a16:creationId xmlns:a16="http://schemas.microsoft.com/office/drawing/2014/main" id="{13DFDC08-BBE3-6386-E99A-5E6DB4F0AC4E}"/>
                </a:ext>
              </a:extLst>
            </p:cNvPr>
            <p:cNvSpPr>
              <a:spLocks noGrp="1"/>
            </p:cNvSpPr>
            <p:nvPr/>
          </p:nvSpPr>
          <p:spPr>
            <a:xfrm>
              <a:off x="16619491" y="4050909"/>
              <a:ext cx="65929" cy="11096"/>
            </a:xfrm>
            <a:custGeom>
              <a:avLst/>
              <a:gdLst/>
              <a:ahLst/>
              <a:cxnLst/>
              <a:rect l="0" t="0" r="0" b="0"/>
              <a:pathLst>
                <a:path w="65929" h="11096">
                  <a:moveTo>
                    <a:pt x="0" y="11096"/>
                  </a:moveTo>
                  <a:lnTo>
                    <a:pt x="65929" y="0"/>
                  </a:lnTo>
                </a:path>
              </a:pathLst>
            </a:custGeom>
            <a:noFill/>
            <a:ln w="8096">
              <a:solidFill>
                <a:srgbClr val="E3E7EA"/>
              </a:solidFill>
            </a:ln>
          </p:spPr>
        </p:sp>
        <p:sp>
          <p:nvSpPr>
            <p:cNvPr id="4385" name="Output_receptor__4384">
              <a:extLst>
                <a:ext uri="{FF2B5EF4-FFF2-40B4-BE49-F238E27FC236}">
                  <a16:creationId xmlns:a16="http://schemas.microsoft.com/office/drawing/2014/main" id="{9E6E6C40-4B0C-01BD-2728-71E0708C9D1E}"/>
                </a:ext>
              </a:extLst>
            </p:cNvPr>
            <p:cNvSpPr>
              <a:spLocks noGrp="1"/>
            </p:cNvSpPr>
            <p:nvPr/>
          </p:nvSpPr>
          <p:spPr>
            <a:xfrm>
              <a:off x="15670688" y="4299670"/>
              <a:ext cx="11090" cy="6319"/>
            </a:xfrm>
            <a:custGeom>
              <a:avLst/>
              <a:gdLst/>
              <a:ahLst/>
              <a:cxnLst/>
              <a:rect l="0" t="0" r="0" b="0"/>
              <a:pathLst>
                <a:path w="11090" h="6319">
                  <a:moveTo>
                    <a:pt x="0" y="0"/>
                  </a:moveTo>
                  <a:lnTo>
                    <a:pt x="11090" y="6319"/>
                  </a:lnTo>
                </a:path>
              </a:pathLst>
            </a:custGeom>
            <a:noFill/>
            <a:ln w="20003">
              <a:solidFill>
                <a:srgbClr val="E3E7EA"/>
              </a:solidFill>
            </a:ln>
          </p:spPr>
        </p:sp>
        <p:sp>
          <p:nvSpPr>
            <p:cNvPr id="4386" name="Output_receptor__4385">
              <a:extLst>
                <a:ext uri="{FF2B5EF4-FFF2-40B4-BE49-F238E27FC236}">
                  <a16:creationId xmlns:a16="http://schemas.microsoft.com/office/drawing/2014/main" id="{6FDECD14-5197-E9EE-29C2-4263E8642E6A}"/>
                </a:ext>
              </a:extLst>
            </p:cNvPr>
            <p:cNvSpPr>
              <a:spLocks noGrp="1"/>
            </p:cNvSpPr>
            <p:nvPr/>
          </p:nvSpPr>
          <p:spPr>
            <a:xfrm>
              <a:off x="16578124" y="4030868"/>
              <a:ext cx="41367" cy="31137"/>
            </a:xfrm>
            <a:custGeom>
              <a:avLst/>
              <a:gdLst/>
              <a:ahLst/>
              <a:cxnLst/>
              <a:rect l="0" t="0" r="0" b="0"/>
              <a:pathLst>
                <a:path w="41367" h="31137">
                  <a:moveTo>
                    <a:pt x="0" y="0"/>
                  </a:moveTo>
                  <a:lnTo>
                    <a:pt x="41367" y="31137"/>
                  </a:lnTo>
                </a:path>
              </a:pathLst>
            </a:custGeom>
            <a:noFill/>
            <a:ln w="8096">
              <a:solidFill>
                <a:srgbClr val="E3E7EA"/>
              </a:solidFill>
            </a:ln>
          </p:spPr>
        </p:sp>
        <p:sp>
          <p:nvSpPr>
            <p:cNvPr id="4387" name="Output_receptor__4386">
              <a:extLst>
                <a:ext uri="{FF2B5EF4-FFF2-40B4-BE49-F238E27FC236}">
                  <a16:creationId xmlns:a16="http://schemas.microsoft.com/office/drawing/2014/main" id="{F8F76468-F8BC-4CE6-E7C2-7CA71ABFA291}"/>
                </a:ext>
              </a:extLst>
            </p:cNvPr>
            <p:cNvSpPr>
              <a:spLocks noGrp="1"/>
            </p:cNvSpPr>
            <p:nvPr/>
          </p:nvSpPr>
          <p:spPr>
            <a:xfrm>
              <a:off x="16559278" y="3925499"/>
              <a:ext cx="64959" cy="21299"/>
            </a:xfrm>
            <a:custGeom>
              <a:avLst/>
              <a:gdLst/>
              <a:ahLst/>
              <a:cxnLst/>
              <a:rect l="0" t="0" r="0" b="0"/>
              <a:pathLst>
                <a:path w="64959" h="21299">
                  <a:moveTo>
                    <a:pt x="0" y="0"/>
                  </a:moveTo>
                  <a:lnTo>
                    <a:pt x="64959" y="21299"/>
                  </a:lnTo>
                </a:path>
              </a:pathLst>
            </a:custGeom>
            <a:noFill/>
            <a:ln w="20003">
              <a:solidFill>
                <a:srgbClr val="E3E7EA"/>
              </a:solidFill>
            </a:ln>
          </p:spPr>
        </p:sp>
        <p:sp>
          <p:nvSpPr>
            <p:cNvPr id="4388" name="Output_receptor__4387">
              <a:extLst>
                <a:ext uri="{FF2B5EF4-FFF2-40B4-BE49-F238E27FC236}">
                  <a16:creationId xmlns:a16="http://schemas.microsoft.com/office/drawing/2014/main" id="{8D3C1250-8C9A-E4E0-9718-47785BB71594}"/>
                </a:ext>
              </a:extLst>
            </p:cNvPr>
            <p:cNvSpPr>
              <a:spLocks noGrp="1"/>
            </p:cNvSpPr>
            <p:nvPr/>
          </p:nvSpPr>
          <p:spPr>
            <a:xfrm>
              <a:off x="15909013" y="4215436"/>
              <a:ext cx="30482" cy="9979"/>
            </a:xfrm>
            <a:custGeom>
              <a:avLst/>
              <a:gdLst/>
              <a:ahLst/>
              <a:cxnLst/>
              <a:rect l="0" t="0" r="0" b="0"/>
              <a:pathLst>
                <a:path w="30482" h="9979">
                  <a:moveTo>
                    <a:pt x="30482" y="0"/>
                  </a:moveTo>
                  <a:lnTo>
                    <a:pt x="0" y="9979"/>
                  </a:lnTo>
                </a:path>
              </a:pathLst>
            </a:custGeom>
            <a:noFill/>
            <a:ln w="20003">
              <a:solidFill>
                <a:srgbClr val="E3E7EA"/>
              </a:solidFill>
            </a:ln>
          </p:spPr>
        </p:sp>
        <p:sp>
          <p:nvSpPr>
            <p:cNvPr id="4389" name="Output_receptor__4388">
              <a:extLst>
                <a:ext uri="{FF2B5EF4-FFF2-40B4-BE49-F238E27FC236}">
                  <a16:creationId xmlns:a16="http://schemas.microsoft.com/office/drawing/2014/main" id="{CB715796-59B2-6224-9F2D-214214B838D5}"/>
                </a:ext>
              </a:extLst>
            </p:cNvPr>
            <p:cNvSpPr>
              <a:spLocks noGrp="1"/>
            </p:cNvSpPr>
            <p:nvPr/>
          </p:nvSpPr>
          <p:spPr>
            <a:xfrm>
              <a:off x="15895952" y="4127533"/>
              <a:ext cx="63959" cy="21248"/>
            </a:xfrm>
            <a:custGeom>
              <a:avLst/>
              <a:gdLst/>
              <a:ahLst/>
              <a:cxnLst/>
              <a:rect l="0" t="0" r="0" b="0"/>
              <a:pathLst>
                <a:path w="63959" h="21248">
                  <a:moveTo>
                    <a:pt x="0" y="0"/>
                  </a:moveTo>
                  <a:lnTo>
                    <a:pt x="63959" y="21248"/>
                  </a:lnTo>
                </a:path>
              </a:pathLst>
            </a:custGeom>
            <a:noFill/>
            <a:ln w="20003">
              <a:solidFill>
                <a:srgbClr val="E3E7EA"/>
              </a:solidFill>
            </a:ln>
          </p:spPr>
        </p:sp>
        <p:sp>
          <p:nvSpPr>
            <p:cNvPr id="4390" name="Output_receptor__4389">
              <a:extLst>
                <a:ext uri="{FF2B5EF4-FFF2-40B4-BE49-F238E27FC236}">
                  <a16:creationId xmlns:a16="http://schemas.microsoft.com/office/drawing/2014/main" id="{696AFD30-4914-0965-84B1-12687800A47A}"/>
                </a:ext>
              </a:extLst>
            </p:cNvPr>
            <p:cNvSpPr>
              <a:spLocks noGrp="1"/>
            </p:cNvSpPr>
            <p:nvPr/>
          </p:nvSpPr>
          <p:spPr>
            <a:xfrm>
              <a:off x="16113528" y="4141051"/>
              <a:ext cx="52396" cy="39378"/>
            </a:xfrm>
            <a:custGeom>
              <a:avLst/>
              <a:gdLst/>
              <a:ahLst/>
              <a:cxnLst/>
              <a:rect l="0" t="0" r="0" b="0"/>
              <a:pathLst>
                <a:path w="52396" h="39378">
                  <a:moveTo>
                    <a:pt x="52396" y="39378"/>
                  </a:moveTo>
                  <a:lnTo>
                    <a:pt x="0" y="0"/>
                  </a:lnTo>
                </a:path>
              </a:pathLst>
            </a:custGeom>
            <a:noFill/>
            <a:ln w="20003">
              <a:solidFill>
                <a:srgbClr val="E4E7EA"/>
              </a:solidFill>
            </a:ln>
          </p:spPr>
        </p:sp>
        <p:sp>
          <p:nvSpPr>
            <p:cNvPr id="4391" name="Output_receptor__4390">
              <a:extLst>
                <a:ext uri="{FF2B5EF4-FFF2-40B4-BE49-F238E27FC236}">
                  <a16:creationId xmlns:a16="http://schemas.microsoft.com/office/drawing/2014/main" id="{6D45CF80-11BB-96AE-AC6E-0C6DD0E8C620}"/>
                </a:ext>
              </a:extLst>
            </p:cNvPr>
            <p:cNvSpPr>
              <a:spLocks noGrp="1"/>
            </p:cNvSpPr>
            <p:nvPr/>
          </p:nvSpPr>
          <p:spPr>
            <a:xfrm>
              <a:off x="15649500" y="4213650"/>
              <a:ext cx="57155" cy="24580"/>
            </a:xfrm>
            <a:custGeom>
              <a:avLst/>
              <a:gdLst/>
              <a:ahLst/>
              <a:cxnLst/>
              <a:rect l="0" t="0" r="0" b="0"/>
              <a:pathLst>
                <a:path w="57155" h="24580">
                  <a:moveTo>
                    <a:pt x="57155" y="24580"/>
                  </a:moveTo>
                  <a:lnTo>
                    <a:pt x="0" y="0"/>
                  </a:lnTo>
                </a:path>
              </a:pathLst>
            </a:custGeom>
            <a:noFill/>
            <a:ln w="20003">
              <a:solidFill>
                <a:srgbClr val="E4E7EA"/>
              </a:solidFill>
            </a:ln>
          </p:spPr>
        </p:sp>
        <p:sp>
          <p:nvSpPr>
            <p:cNvPr id="4392" name="Output_receptor__4391">
              <a:extLst>
                <a:ext uri="{FF2B5EF4-FFF2-40B4-BE49-F238E27FC236}">
                  <a16:creationId xmlns:a16="http://schemas.microsoft.com/office/drawing/2014/main" id="{CEE7AE6B-62B8-75CE-E8F0-C5EBDDCE40ED}"/>
                </a:ext>
              </a:extLst>
            </p:cNvPr>
            <p:cNvSpPr>
              <a:spLocks noGrp="1"/>
            </p:cNvSpPr>
            <p:nvPr/>
          </p:nvSpPr>
          <p:spPr>
            <a:xfrm>
              <a:off x="15602521" y="4213650"/>
              <a:ext cx="46978" cy="38350"/>
            </a:xfrm>
            <a:custGeom>
              <a:avLst/>
              <a:gdLst/>
              <a:ahLst/>
              <a:cxnLst/>
              <a:rect l="0" t="0" r="0" b="0"/>
              <a:pathLst>
                <a:path w="46978" h="38350">
                  <a:moveTo>
                    <a:pt x="46978" y="0"/>
                  </a:moveTo>
                  <a:lnTo>
                    <a:pt x="0" y="38350"/>
                  </a:lnTo>
                </a:path>
              </a:pathLst>
            </a:custGeom>
            <a:noFill/>
            <a:ln w="20003">
              <a:solidFill>
                <a:srgbClr val="E4E7EA"/>
              </a:solidFill>
            </a:ln>
          </p:spPr>
        </p:sp>
        <p:sp>
          <p:nvSpPr>
            <p:cNvPr id="4393" name="Output_receptor__4392">
              <a:extLst>
                <a:ext uri="{FF2B5EF4-FFF2-40B4-BE49-F238E27FC236}">
                  <a16:creationId xmlns:a16="http://schemas.microsoft.com/office/drawing/2014/main" id="{0E604F50-553F-57C0-C718-446034DDB4B9}"/>
                </a:ext>
              </a:extLst>
            </p:cNvPr>
            <p:cNvSpPr>
              <a:spLocks noGrp="1"/>
            </p:cNvSpPr>
            <p:nvPr/>
          </p:nvSpPr>
          <p:spPr>
            <a:xfrm>
              <a:off x="16136322" y="4180429"/>
              <a:ext cx="29601" cy="60910"/>
            </a:xfrm>
            <a:custGeom>
              <a:avLst/>
              <a:gdLst/>
              <a:ahLst/>
              <a:cxnLst/>
              <a:rect l="0" t="0" r="0" b="0"/>
              <a:pathLst>
                <a:path w="29601" h="60910">
                  <a:moveTo>
                    <a:pt x="0" y="60910"/>
                  </a:moveTo>
                  <a:lnTo>
                    <a:pt x="29601" y="0"/>
                  </a:lnTo>
                </a:path>
              </a:pathLst>
            </a:custGeom>
            <a:noFill/>
            <a:ln w="20003">
              <a:solidFill>
                <a:srgbClr val="E4E7EA"/>
              </a:solidFill>
            </a:ln>
          </p:spPr>
        </p:sp>
        <p:sp>
          <p:nvSpPr>
            <p:cNvPr id="4394" name="Output_receptor__4393">
              <a:extLst>
                <a:ext uri="{FF2B5EF4-FFF2-40B4-BE49-F238E27FC236}">
                  <a16:creationId xmlns:a16="http://schemas.microsoft.com/office/drawing/2014/main" id="{31C72FDD-D37F-DA09-F65A-17890952398A}"/>
                </a:ext>
              </a:extLst>
            </p:cNvPr>
            <p:cNvSpPr>
              <a:spLocks noGrp="1"/>
            </p:cNvSpPr>
            <p:nvPr/>
          </p:nvSpPr>
          <p:spPr>
            <a:xfrm>
              <a:off x="16063510" y="4141051"/>
              <a:ext cx="50018" cy="33167"/>
            </a:xfrm>
            <a:custGeom>
              <a:avLst/>
              <a:gdLst/>
              <a:ahLst/>
              <a:cxnLst/>
              <a:rect l="0" t="0" r="0" b="0"/>
              <a:pathLst>
                <a:path w="50018" h="33167">
                  <a:moveTo>
                    <a:pt x="50018" y="0"/>
                  </a:moveTo>
                  <a:lnTo>
                    <a:pt x="0" y="33167"/>
                  </a:lnTo>
                </a:path>
              </a:pathLst>
            </a:custGeom>
            <a:noFill/>
            <a:ln w="20003">
              <a:solidFill>
                <a:srgbClr val="E4E7EA"/>
              </a:solidFill>
            </a:ln>
          </p:spPr>
        </p:sp>
        <p:sp>
          <p:nvSpPr>
            <p:cNvPr id="4395" name="Output_receptor__4394">
              <a:extLst>
                <a:ext uri="{FF2B5EF4-FFF2-40B4-BE49-F238E27FC236}">
                  <a16:creationId xmlns:a16="http://schemas.microsoft.com/office/drawing/2014/main" id="{7E291119-46B6-20AB-048D-1DC08F142F2D}"/>
                </a:ext>
              </a:extLst>
            </p:cNvPr>
            <p:cNvSpPr>
              <a:spLocks noGrp="1"/>
            </p:cNvSpPr>
            <p:nvPr/>
          </p:nvSpPr>
          <p:spPr>
            <a:xfrm>
              <a:off x="16624237" y="3946797"/>
              <a:ext cx="3788" cy="38179"/>
            </a:xfrm>
            <a:custGeom>
              <a:avLst/>
              <a:gdLst/>
              <a:ahLst/>
              <a:cxnLst/>
              <a:rect l="0" t="0" r="0" b="0"/>
              <a:pathLst>
                <a:path w="3788" h="38179">
                  <a:moveTo>
                    <a:pt x="0" y="0"/>
                  </a:moveTo>
                  <a:lnTo>
                    <a:pt x="3788" y="38179"/>
                  </a:lnTo>
                </a:path>
              </a:pathLst>
            </a:custGeom>
            <a:noFill/>
            <a:ln w="20003">
              <a:solidFill>
                <a:srgbClr val="E4E7EA"/>
              </a:solidFill>
            </a:ln>
          </p:spPr>
        </p:sp>
        <p:sp>
          <p:nvSpPr>
            <p:cNvPr id="4396" name="Output_receptor__4395">
              <a:extLst>
                <a:ext uri="{FF2B5EF4-FFF2-40B4-BE49-F238E27FC236}">
                  <a16:creationId xmlns:a16="http://schemas.microsoft.com/office/drawing/2014/main" id="{642F5837-5751-BCC7-0D45-F062AABB6BAF}"/>
                </a:ext>
              </a:extLst>
            </p:cNvPr>
            <p:cNvSpPr>
              <a:spLocks noGrp="1"/>
            </p:cNvSpPr>
            <p:nvPr/>
          </p:nvSpPr>
          <p:spPr>
            <a:xfrm>
              <a:off x="15865707" y="4127533"/>
              <a:ext cx="30245" cy="22834"/>
            </a:xfrm>
            <a:custGeom>
              <a:avLst/>
              <a:gdLst/>
              <a:ahLst/>
              <a:cxnLst/>
              <a:rect l="0" t="0" r="0" b="0"/>
              <a:pathLst>
                <a:path w="30245" h="22834">
                  <a:moveTo>
                    <a:pt x="0" y="22834"/>
                  </a:moveTo>
                  <a:lnTo>
                    <a:pt x="30245" y="0"/>
                  </a:lnTo>
                </a:path>
              </a:pathLst>
            </a:custGeom>
            <a:noFill/>
            <a:ln w="20003">
              <a:solidFill>
                <a:srgbClr val="E4E7EA"/>
              </a:solidFill>
            </a:ln>
          </p:spPr>
        </p:sp>
        <p:sp>
          <p:nvSpPr>
            <p:cNvPr id="4397" name="Output_receptor__4396">
              <a:extLst>
                <a:ext uri="{FF2B5EF4-FFF2-40B4-BE49-F238E27FC236}">
                  <a16:creationId xmlns:a16="http://schemas.microsoft.com/office/drawing/2014/main" id="{D1A5CF70-DB30-CC64-2A3C-FFB6B121A96F}"/>
                </a:ext>
              </a:extLst>
            </p:cNvPr>
            <p:cNvSpPr>
              <a:spLocks noGrp="1"/>
            </p:cNvSpPr>
            <p:nvPr/>
          </p:nvSpPr>
          <p:spPr>
            <a:xfrm>
              <a:off x="15898444" y="4404431"/>
              <a:ext cx="37579" cy="50641"/>
            </a:xfrm>
            <a:custGeom>
              <a:avLst/>
              <a:gdLst/>
              <a:ahLst/>
              <a:cxnLst/>
              <a:rect l="0" t="0" r="0" b="0"/>
              <a:pathLst>
                <a:path w="37579" h="50641">
                  <a:moveTo>
                    <a:pt x="0" y="0"/>
                  </a:moveTo>
                  <a:lnTo>
                    <a:pt x="37579" y="50641"/>
                  </a:lnTo>
                </a:path>
              </a:pathLst>
            </a:custGeom>
            <a:noFill/>
            <a:ln w="20003">
              <a:solidFill>
                <a:srgbClr val="E4E7EA"/>
              </a:solidFill>
            </a:ln>
          </p:spPr>
        </p:sp>
        <p:sp>
          <p:nvSpPr>
            <p:cNvPr id="4398" name="Output_receptor__4397">
              <a:extLst>
                <a:ext uri="{FF2B5EF4-FFF2-40B4-BE49-F238E27FC236}">
                  <a16:creationId xmlns:a16="http://schemas.microsoft.com/office/drawing/2014/main" id="{FB0FCDF9-017F-272F-FB30-9A0F3E7E20AD}"/>
                </a:ext>
              </a:extLst>
            </p:cNvPr>
            <p:cNvSpPr>
              <a:spLocks noGrp="1"/>
            </p:cNvSpPr>
            <p:nvPr/>
          </p:nvSpPr>
          <p:spPr>
            <a:xfrm>
              <a:off x="16593055" y="3835652"/>
              <a:ext cx="47068" cy="35833"/>
            </a:xfrm>
            <a:custGeom>
              <a:avLst/>
              <a:gdLst/>
              <a:ahLst/>
              <a:cxnLst/>
              <a:rect l="0" t="0" r="0" b="0"/>
              <a:pathLst>
                <a:path w="47068" h="35833">
                  <a:moveTo>
                    <a:pt x="0" y="0"/>
                  </a:moveTo>
                  <a:lnTo>
                    <a:pt x="47068" y="35833"/>
                  </a:lnTo>
                </a:path>
              </a:pathLst>
            </a:custGeom>
            <a:noFill/>
            <a:ln w="20003">
              <a:solidFill>
                <a:srgbClr val="E4E7EA"/>
              </a:solidFill>
            </a:ln>
          </p:spPr>
        </p:sp>
        <p:sp>
          <p:nvSpPr>
            <p:cNvPr id="4399" name="Output_receptor__4398">
              <a:extLst>
                <a:ext uri="{FF2B5EF4-FFF2-40B4-BE49-F238E27FC236}">
                  <a16:creationId xmlns:a16="http://schemas.microsoft.com/office/drawing/2014/main" id="{7B7CEA09-0805-D9DA-D45E-E399E5CEECFA}"/>
                </a:ext>
              </a:extLst>
            </p:cNvPr>
            <p:cNvSpPr>
              <a:spLocks noGrp="1"/>
            </p:cNvSpPr>
            <p:nvPr/>
          </p:nvSpPr>
          <p:spPr>
            <a:xfrm>
              <a:off x="15939496" y="4148781"/>
              <a:ext cx="20416" cy="66655"/>
            </a:xfrm>
            <a:custGeom>
              <a:avLst/>
              <a:gdLst/>
              <a:ahLst/>
              <a:cxnLst/>
              <a:rect l="0" t="0" r="0" b="0"/>
              <a:pathLst>
                <a:path w="20416" h="66655">
                  <a:moveTo>
                    <a:pt x="20416" y="0"/>
                  </a:moveTo>
                  <a:lnTo>
                    <a:pt x="0" y="66655"/>
                  </a:lnTo>
                </a:path>
              </a:pathLst>
            </a:custGeom>
            <a:noFill/>
            <a:ln w="20003">
              <a:solidFill>
                <a:srgbClr val="E4E8EA"/>
              </a:solidFill>
            </a:ln>
          </p:spPr>
        </p:sp>
        <p:sp>
          <p:nvSpPr>
            <p:cNvPr id="4400" name="Output_receptor__4399">
              <a:extLst>
                <a:ext uri="{FF2B5EF4-FFF2-40B4-BE49-F238E27FC236}">
                  <a16:creationId xmlns:a16="http://schemas.microsoft.com/office/drawing/2014/main" id="{F12460B9-AD81-385F-A054-CB9402B7AA0E}"/>
                </a:ext>
              </a:extLst>
            </p:cNvPr>
            <p:cNvSpPr>
              <a:spLocks noGrp="1"/>
            </p:cNvSpPr>
            <p:nvPr/>
          </p:nvSpPr>
          <p:spPr>
            <a:xfrm>
              <a:off x="15681778" y="4238230"/>
              <a:ext cx="24876" cy="67759"/>
            </a:xfrm>
            <a:custGeom>
              <a:avLst/>
              <a:gdLst/>
              <a:ahLst/>
              <a:cxnLst/>
              <a:rect l="0" t="0" r="0" b="0"/>
              <a:pathLst>
                <a:path w="24876" h="67759">
                  <a:moveTo>
                    <a:pt x="0" y="67759"/>
                  </a:moveTo>
                  <a:lnTo>
                    <a:pt x="24876" y="0"/>
                  </a:lnTo>
                </a:path>
              </a:pathLst>
            </a:custGeom>
            <a:noFill/>
            <a:ln w="20003">
              <a:solidFill>
                <a:srgbClr val="E4E8EA"/>
              </a:solidFill>
            </a:ln>
          </p:spPr>
        </p:sp>
        <p:sp>
          <p:nvSpPr>
            <p:cNvPr id="4401" name="Output_receptor__4400">
              <a:extLst>
                <a:ext uri="{FF2B5EF4-FFF2-40B4-BE49-F238E27FC236}">
                  <a16:creationId xmlns:a16="http://schemas.microsoft.com/office/drawing/2014/main" id="{7D2A7165-4C80-0CC3-BB87-774FD1A8A97C}"/>
                </a:ext>
              </a:extLst>
            </p:cNvPr>
            <p:cNvSpPr>
              <a:spLocks noGrp="1"/>
            </p:cNvSpPr>
            <p:nvPr/>
          </p:nvSpPr>
          <p:spPr>
            <a:xfrm>
              <a:off x="15765019" y="4591466"/>
              <a:ext cx="69708" cy="16129"/>
            </a:xfrm>
            <a:custGeom>
              <a:avLst/>
              <a:gdLst/>
              <a:ahLst/>
              <a:cxnLst/>
              <a:rect l="0" t="0" r="0" b="0"/>
              <a:pathLst>
                <a:path w="69708" h="16129">
                  <a:moveTo>
                    <a:pt x="69708" y="16129"/>
                  </a:moveTo>
                  <a:lnTo>
                    <a:pt x="0" y="0"/>
                  </a:lnTo>
                </a:path>
              </a:pathLst>
            </a:custGeom>
            <a:noFill/>
            <a:ln w="20003">
              <a:solidFill>
                <a:srgbClr val="E4E8EA"/>
              </a:solidFill>
            </a:ln>
          </p:spPr>
        </p:sp>
        <p:sp>
          <p:nvSpPr>
            <p:cNvPr id="4402" name="Output_receptor__4401">
              <a:extLst>
                <a:ext uri="{FF2B5EF4-FFF2-40B4-BE49-F238E27FC236}">
                  <a16:creationId xmlns:a16="http://schemas.microsoft.com/office/drawing/2014/main" id="{82CAC19D-A0BD-A7CF-A46C-031E19CC188D}"/>
                </a:ext>
              </a:extLst>
            </p:cNvPr>
            <p:cNvSpPr>
              <a:spLocks noGrp="1"/>
            </p:cNvSpPr>
            <p:nvPr/>
          </p:nvSpPr>
          <p:spPr>
            <a:xfrm>
              <a:off x="15848011" y="4404431"/>
              <a:ext cx="50432" cy="7705"/>
            </a:xfrm>
            <a:custGeom>
              <a:avLst/>
              <a:gdLst/>
              <a:ahLst/>
              <a:cxnLst/>
              <a:rect l="0" t="0" r="0" b="0"/>
              <a:pathLst>
                <a:path w="50432" h="7705">
                  <a:moveTo>
                    <a:pt x="0" y="7705"/>
                  </a:moveTo>
                  <a:lnTo>
                    <a:pt x="50432" y="0"/>
                  </a:lnTo>
                </a:path>
              </a:pathLst>
            </a:custGeom>
            <a:noFill/>
            <a:ln w="20003">
              <a:solidFill>
                <a:srgbClr val="E4E8EA"/>
              </a:solidFill>
            </a:ln>
          </p:spPr>
        </p:sp>
        <p:sp>
          <p:nvSpPr>
            <p:cNvPr id="4403" name="Output_receptor__4402">
              <a:extLst>
                <a:ext uri="{FF2B5EF4-FFF2-40B4-BE49-F238E27FC236}">
                  <a16:creationId xmlns:a16="http://schemas.microsoft.com/office/drawing/2014/main" id="{08E7E68E-E2C2-83F1-5B63-B74E3A853887}"/>
                </a:ext>
              </a:extLst>
            </p:cNvPr>
            <p:cNvSpPr>
              <a:spLocks noGrp="1"/>
            </p:cNvSpPr>
            <p:nvPr/>
          </p:nvSpPr>
          <p:spPr>
            <a:xfrm>
              <a:off x="15834726" y="4574692"/>
              <a:ext cx="64413" cy="32903"/>
            </a:xfrm>
            <a:custGeom>
              <a:avLst/>
              <a:gdLst/>
              <a:ahLst/>
              <a:cxnLst/>
              <a:rect l="0" t="0" r="0" b="0"/>
              <a:pathLst>
                <a:path w="64413" h="32903">
                  <a:moveTo>
                    <a:pt x="64413" y="0"/>
                  </a:moveTo>
                  <a:lnTo>
                    <a:pt x="0" y="32903"/>
                  </a:lnTo>
                </a:path>
              </a:pathLst>
            </a:custGeom>
            <a:noFill/>
            <a:ln w="8096">
              <a:solidFill>
                <a:srgbClr val="E4E8EA"/>
              </a:solidFill>
            </a:ln>
          </p:spPr>
        </p:sp>
        <p:sp>
          <p:nvSpPr>
            <p:cNvPr id="4404" name="Output_receptor__4403">
              <a:extLst>
                <a:ext uri="{FF2B5EF4-FFF2-40B4-BE49-F238E27FC236}">
                  <a16:creationId xmlns:a16="http://schemas.microsoft.com/office/drawing/2014/main" id="{CDBC3AFB-FD93-20EC-1332-19ED1AE6DE59}"/>
                </a:ext>
              </a:extLst>
            </p:cNvPr>
            <p:cNvSpPr>
              <a:spLocks noGrp="1"/>
            </p:cNvSpPr>
            <p:nvPr/>
          </p:nvSpPr>
          <p:spPr>
            <a:xfrm>
              <a:off x="16555904" y="3731985"/>
              <a:ext cx="67511" cy="22532"/>
            </a:xfrm>
            <a:custGeom>
              <a:avLst/>
              <a:gdLst/>
              <a:ahLst/>
              <a:cxnLst/>
              <a:rect l="0" t="0" r="0" b="0"/>
              <a:pathLst>
                <a:path w="67511" h="22532">
                  <a:moveTo>
                    <a:pt x="0" y="0"/>
                  </a:moveTo>
                  <a:lnTo>
                    <a:pt x="67511" y="22532"/>
                  </a:lnTo>
                </a:path>
              </a:pathLst>
            </a:custGeom>
            <a:noFill/>
            <a:ln w="20003">
              <a:solidFill>
                <a:srgbClr val="E4E8EA"/>
              </a:solidFill>
            </a:ln>
          </p:spPr>
        </p:sp>
        <p:sp>
          <p:nvSpPr>
            <p:cNvPr id="4405" name="Output_receptor__4404">
              <a:extLst>
                <a:ext uri="{FF2B5EF4-FFF2-40B4-BE49-F238E27FC236}">
                  <a16:creationId xmlns:a16="http://schemas.microsoft.com/office/drawing/2014/main" id="{B92C7D64-6B8F-8B94-6571-10A736F63622}"/>
                </a:ext>
              </a:extLst>
            </p:cNvPr>
            <p:cNvSpPr>
              <a:spLocks noGrp="1"/>
            </p:cNvSpPr>
            <p:nvPr/>
          </p:nvSpPr>
          <p:spPr>
            <a:xfrm>
              <a:off x="15883869" y="4504882"/>
              <a:ext cx="15270" cy="69809"/>
            </a:xfrm>
            <a:custGeom>
              <a:avLst/>
              <a:gdLst/>
              <a:ahLst/>
              <a:cxnLst/>
              <a:rect l="0" t="0" r="0" b="0"/>
              <a:pathLst>
                <a:path w="15270" h="69809">
                  <a:moveTo>
                    <a:pt x="0" y="0"/>
                  </a:moveTo>
                  <a:lnTo>
                    <a:pt x="15270" y="69809"/>
                  </a:lnTo>
                </a:path>
              </a:pathLst>
            </a:custGeom>
            <a:noFill/>
            <a:ln w="8096">
              <a:solidFill>
                <a:srgbClr val="E4E8EA"/>
              </a:solidFill>
            </a:ln>
          </p:spPr>
        </p:sp>
        <p:sp>
          <p:nvSpPr>
            <p:cNvPr id="4406" name="Output_receptor__4405">
              <a:extLst>
                <a:ext uri="{FF2B5EF4-FFF2-40B4-BE49-F238E27FC236}">
                  <a16:creationId xmlns:a16="http://schemas.microsoft.com/office/drawing/2014/main" id="{9C722D0E-6AE3-3746-E7E2-44814D807612}"/>
                </a:ext>
              </a:extLst>
            </p:cNvPr>
            <p:cNvSpPr>
              <a:spLocks noGrp="1"/>
            </p:cNvSpPr>
            <p:nvPr/>
          </p:nvSpPr>
          <p:spPr>
            <a:xfrm>
              <a:off x="16549586" y="3824795"/>
              <a:ext cx="43469" cy="10857"/>
            </a:xfrm>
            <a:custGeom>
              <a:avLst/>
              <a:gdLst/>
              <a:ahLst/>
              <a:cxnLst/>
              <a:rect l="0" t="0" r="0" b="0"/>
              <a:pathLst>
                <a:path w="43469" h="10857">
                  <a:moveTo>
                    <a:pt x="0" y="0"/>
                  </a:moveTo>
                  <a:lnTo>
                    <a:pt x="43469" y="10857"/>
                  </a:lnTo>
                </a:path>
              </a:pathLst>
            </a:custGeom>
            <a:noFill/>
            <a:ln w="20003">
              <a:solidFill>
                <a:srgbClr val="E4E8EA"/>
              </a:solidFill>
            </a:ln>
          </p:spPr>
        </p:sp>
        <p:sp>
          <p:nvSpPr>
            <p:cNvPr id="4407" name="Output_receptor__4406">
              <a:extLst>
                <a:ext uri="{FF2B5EF4-FFF2-40B4-BE49-F238E27FC236}">
                  <a16:creationId xmlns:a16="http://schemas.microsoft.com/office/drawing/2014/main" id="{2D525338-65EB-1175-73F4-0CFDA0CB0A93}"/>
                </a:ext>
              </a:extLst>
            </p:cNvPr>
            <p:cNvSpPr>
              <a:spLocks noGrp="1"/>
            </p:cNvSpPr>
            <p:nvPr/>
          </p:nvSpPr>
          <p:spPr>
            <a:xfrm>
              <a:off x="16685421" y="4050909"/>
              <a:ext cx="8915" cy="16981"/>
            </a:xfrm>
            <a:custGeom>
              <a:avLst/>
              <a:gdLst/>
              <a:ahLst/>
              <a:cxnLst/>
              <a:rect l="0" t="0" r="0" b="0"/>
              <a:pathLst>
                <a:path w="8915" h="16981">
                  <a:moveTo>
                    <a:pt x="0" y="0"/>
                  </a:moveTo>
                  <a:lnTo>
                    <a:pt x="8915" y="16981"/>
                  </a:lnTo>
                </a:path>
              </a:pathLst>
            </a:custGeom>
            <a:noFill/>
            <a:ln w="8096">
              <a:solidFill>
                <a:srgbClr val="E4E8EA"/>
              </a:solidFill>
            </a:ln>
          </p:spPr>
        </p:sp>
        <p:sp>
          <p:nvSpPr>
            <p:cNvPr id="4408" name="Output_receptor__4407">
              <a:extLst>
                <a:ext uri="{FF2B5EF4-FFF2-40B4-BE49-F238E27FC236}">
                  <a16:creationId xmlns:a16="http://schemas.microsoft.com/office/drawing/2014/main" id="{A1B7CC56-D57A-4754-DECF-2A3D23602D8D}"/>
                </a:ext>
              </a:extLst>
            </p:cNvPr>
            <p:cNvSpPr>
              <a:spLocks noGrp="1"/>
            </p:cNvSpPr>
            <p:nvPr/>
          </p:nvSpPr>
          <p:spPr>
            <a:xfrm>
              <a:off x="16578124" y="3984977"/>
              <a:ext cx="49901" cy="45891"/>
            </a:xfrm>
            <a:custGeom>
              <a:avLst/>
              <a:gdLst/>
              <a:ahLst/>
              <a:cxnLst/>
              <a:rect l="0" t="0" r="0" b="0"/>
              <a:pathLst>
                <a:path w="49901" h="45891">
                  <a:moveTo>
                    <a:pt x="49901" y="0"/>
                  </a:moveTo>
                  <a:lnTo>
                    <a:pt x="0" y="45891"/>
                  </a:lnTo>
                </a:path>
              </a:pathLst>
            </a:custGeom>
            <a:noFill/>
            <a:ln w="8096">
              <a:solidFill>
                <a:srgbClr val="E4E8EA"/>
              </a:solidFill>
            </a:ln>
          </p:spPr>
        </p:sp>
        <p:sp>
          <p:nvSpPr>
            <p:cNvPr id="4409" name="Output_receptor__4408">
              <a:extLst>
                <a:ext uri="{FF2B5EF4-FFF2-40B4-BE49-F238E27FC236}">
                  <a16:creationId xmlns:a16="http://schemas.microsoft.com/office/drawing/2014/main" id="{2C37D321-0692-8DDA-A85D-CDDAFE1C19A5}"/>
                </a:ext>
              </a:extLst>
            </p:cNvPr>
            <p:cNvSpPr>
              <a:spLocks noGrp="1"/>
            </p:cNvSpPr>
            <p:nvPr/>
          </p:nvSpPr>
          <p:spPr>
            <a:xfrm>
              <a:off x="15883869" y="4455072"/>
              <a:ext cx="52154" cy="49810"/>
            </a:xfrm>
            <a:custGeom>
              <a:avLst/>
              <a:gdLst/>
              <a:ahLst/>
              <a:cxnLst/>
              <a:rect l="0" t="0" r="0" b="0"/>
              <a:pathLst>
                <a:path w="52154" h="49810">
                  <a:moveTo>
                    <a:pt x="52154" y="0"/>
                  </a:moveTo>
                  <a:lnTo>
                    <a:pt x="0" y="49810"/>
                  </a:lnTo>
                </a:path>
              </a:pathLst>
            </a:custGeom>
            <a:noFill/>
            <a:ln w="8096">
              <a:solidFill>
                <a:srgbClr val="E4E8EA"/>
              </a:solidFill>
            </a:ln>
          </p:spPr>
        </p:sp>
        <p:sp>
          <p:nvSpPr>
            <p:cNvPr id="4410" name="Output_receptor__4409">
              <a:extLst>
                <a:ext uri="{FF2B5EF4-FFF2-40B4-BE49-F238E27FC236}">
                  <a16:creationId xmlns:a16="http://schemas.microsoft.com/office/drawing/2014/main" id="{8FEA2683-ECB9-10C8-1DE8-44AF751F650C}"/>
                </a:ext>
              </a:extLst>
            </p:cNvPr>
            <p:cNvSpPr>
              <a:spLocks noGrp="1"/>
            </p:cNvSpPr>
            <p:nvPr/>
          </p:nvSpPr>
          <p:spPr>
            <a:xfrm>
              <a:off x="16559278" y="3906013"/>
              <a:ext cx="25242" cy="19486"/>
            </a:xfrm>
            <a:custGeom>
              <a:avLst/>
              <a:gdLst/>
              <a:ahLst/>
              <a:cxnLst/>
              <a:rect l="0" t="0" r="0" b="0"/>
              <a:pathLst>
                <a:path w="25242" h="19486">
                  <a:moveTo>
                    <a:pt x="25242" y="0"/>
                  </a:moveTo>
                  <a:lnTo>
                    <a:pt x="0" y="19486"/>
                  </a:lnTo>
                </a:path>
              </a:pathLst>
            </a:custGeom>
            <a:noFill/>
            <a:ln w="20003">
              <a:solidFill>
                <a:srgbClr val="E4E8EA"/>
              </a:solidFill>
            </a:ln>
          </p:spPr>
        </p:sp>
        <p:sp>
          <p:nvSpPr>
            <p:cNvPr id="4411" name="Output_receptor__4410">
              <a:extLst>
                <a:ext uri="{FF2B5EF4-FFF2-40B4-BE49-F238E27FC236}">
                  <a16:creationId xmlns:a16="http://schemas.microsoft.com/office/drawing/2014/main" id="{44CE4B85-77B3-EA6B-D378-5E337F378D8F}"/>
                </a:ext>
              </a:extLst>
            </p:cNvPr>
            <p:cNvSpPr>
              <a:spLocks noGrp="1"/>
            </p:cNvSpPr>
            <p:nvPr/>
          </p:nvSpPr>
          <p:spPr>
            <a:xfrm>
              <a:off x="16526529" y="3626435"/>
              <a:ext cx="64153" cy="16076"/>
            </a:xfrm>
            <a:custGeom>
              <a:avLst/>
              <a:gdLst/>
              <a:ahLst/>
              <a:cxnLst/>
              <a:rect l="0" t="0" r="0" b="0"/>
              <a:pathLst>
                <a:path w="64153" h="16076">
                  <a:moveTo>
                    <a:pt x="0" y="0"/>
                  </a:moveTo>
                  <a:lnTo>
                    <a:pt x="64153" y="16076"/>
                  </a:lnTo>
                </a:path>
              </a:pathLst>
            </a:custGeom>
            <a:noFill/>
            <a:ln w="20003">
              <a:solidFill>
                <a:srgbClr val="E4E8EA"/>
              </a:solidFill>
            </a:ln>
          </p:spPr>
        </p:sp>
        <p:sp>
          <p:nvSpPr>
            <p:cNvPr id="4412" name="Output_receptor__4411">
              <a:extLst>
                <a:ext uri="{FF2B5EF4-FFF2-40B4-BE49-F238E27FC236}">
                  <a16:creationId xmlns:a16="http://schemas.microsoft.com/office/drawing/2014/main" id="{45124FD3-6E6C-00D3-DA0C-0075C2386AE7}"/>
                </a:ext>
              </a:extLst>
            </p:cNvPr>
            <p:cNvSpPr>
              <a:spLocks noGrp="1"/>
            </p:cNvSpPr>
            <p:nvPr/>
          </p:nvSpPr>
          <p:spPr>
            <a:xfrm>
              <a:off x="16550922" y="3533648"/>
              <a:ext cx="56055" cy="29785"/>
            </a:xfrm>
            <a:custGeom>
              <a:avLst/>
              <a:gdLst/>
              <a:ahLst/>
              <a:cxnLst/>
              <a:rect l="0" t="0" r="0" b="0"/>
              <a:pathLst>
                <a:path w="56055" h="29785">
                  <a:moveTo>
                    <a:pt x="0" y="0"/>
                  </a:moveTo>
                  <a:lnTo>
                    <a:pt x="56055" y="29785"/>
                  </a:lnTo>
                </a:path>
              </a:pathLst>
            </a:custGeom>
            <a:noFill/>
            <a:ln w="20003">
              <a:solidFill>
                <a:srgbClr val="E4E8EA"/>
              </a:solidFill>
            </a:ln>
          </p:spPr>
        </p:sp>
        <p:sp>
          <p:nvSpPr>
            <p:cNvPr id="4413" name="Output_receptor__4412">
              <a:extLst>
                <a:ext uri="{FF2B5EF4-FFF2-40B4-BE49-F238E27FC236}">
                  <a16:creationId xmlns:a16="http://schemas.microsoft.com/office/drawing/2014/main" id="{B67037F1-7A99-FB2A-6E7B-C0D3E1841E23}"/>
                </a:ext>
              </a:extLst>
            </p:cNvPr>
            <p:cNvSpPr>
              <a:spLocks noGrp="1"/>
            </p:cNvSpPr>
            <p:nvPr/>
          </p:nvSpPr>
          <p:spPr>
            <a:xfrm>
              <a:off x="16590682" y="3642512"/>
              <a:ext cx="23773" cy="35544"/>
            </a:xfrm>
            <a:custGeom>
              <a:avLst/>
              <a:gdLst/>
              <a:ahLst/>
              <a:cxnLst/>
              <a:rect l="0" t="0" r="0" b="0"/>
              <a:pathLst>
                <a:path w="23773" h="35544">
                  <a:moveTo>
                    <a:pt x="0" y="0"/>
                  </a:moveTo>
                  <a:lnTo>
                    <a:pt x="23773" y="35544"/>
                  </a:lnTo>
                </a:path>
              </a:pathLst>
            </a:custGeom>
            <a:noFill/>
            <a:ln w="20003">
              <a:solidFill>
                <a:srgbClr val="E4E8EA"/>
              </a:solidFill>
            </a:ln>
          </p:spPr>
        </p:sp>
        <p:sp>
          <p:nvSpPr>
            <p:cNvPr id="4414" name="Output_receptor__4413">
              <a:extLst>
                <a:ext uri="{FF2B5EF4-FFF2-40B4-BE49-F238E27FC236}">
                  <a16:creationId xmlns:a16="http://schemas.microsoft.com/office/drawing/2014/main" id="{7A5094F7-344A-CAE4-A243-E41DDF3ECB1A}"/>
                </a:ext>
              </a:extLst>
            </p:cNvPr>
            <p:cNvSpPr>
              <a:spLocks noGrp="1"/>
            </p:cNvSpPr>
            <p:nvPr/>
          </p:nvSpPr>
          <p:spPr>
            <a:xfrm>
              <a:off x="16550311" y="3711037"/>
              <a:ext cx="5594" cy="20949"/>
            </a:xfrm>
            <a:custGeom>
              <a:avLst/>
              <a:gdLst/>
              <a:ahLst/>
              <a:cxnLst/>
              <a:rect l="0" t="0" r="0" b="0"/>
              <a:pathLst>
                <a:path w="5594" h="20949">
                  <a:moveTo>
                    <a:pt x="0" y="0"/>
                  </a:moveTo>
                  <a:lnTo>
                    <a:pt x="5594" y="20949"/>
                  </a:lnTo>
                </a:path>
              </a:pathLst>
            </a:custGeom>
            <a:noFill/>
            <a:ln w="20003">
              <a:solidFill>
                <a:srgbClr val="E4E8EA"/>
              </a:solidFill>
            </a:ln>
          </p:spPr>
        </p:sp>
        <p:sp>
          <p:nvSpPr>
            <p:cNvPr id="4415" name="Output_receptor__4414">
              <a:extLst>
                <a:ext uri="{FF2B5EF4-FFF2-40B4-BE49-F238E27FC236}">
                  <a16:creationId xmlns:a16="http://schemas.microsoft.com/office/drawing/2014/main" id="{2E1C0219-073B-A210-827B-EC28493D96FF}"/>
                </a:ext>
              </a:extLst>
            </p:cNvPr>
            <p:cNvSpPr>
              <a:spLocks noGrp="1"/>
            </p:cNvSpPr>
            <p:nvPr/>
          </p:nvSpPr>
          <p:spPr>
            <a:xfrm>
              <a:off x="16584521" y="3871486"/>
              <a:ext cx="55602" cy="34527"/>
            </a:xfrm>
            <a:custGeom>
              <a:avLst/>
              <a:gdLst/>
              <a:ahLst/>
              <a:cxnLst/>
              <a:rect l="0" t="0" r="0" b="0"/>
              <a:pathLst>
                <a:path w="55602" h="34527">
                  <a:moveTo>
                    <a:pt x="55602" y="0"/>
                  </a:moveTo>
                  <a:lnTo>
                    <a:pt x="0" y="34527"/>
                  </a:lnTo>
                </a:path>
              </a:pathLst>
            </a:custGeom>
            <a:noFill/>
            <a:ln w="20003">
              <a:solidFill>
                <a:srgbClr val="E4E8EA"/>
              </a:solidFill>
            </a:ln>
          </p:spPr>
        </p:sp>
        <p:sp>
          <p:nvSpPr>
            <p:cNvPr id="4416" name="Output_receptor__4415">
              <a:extLst>
                <a:ext uri="{FF2B5EF4-FFF2-40B4-BE49-F238E27FC236}">
                  <a16:creationId xmlns:a16="http://schemas.microsoft.com/office/drawing/2014/main" id="{EFC326C2-1BAF-66EC-1907-31011C1427CE}"/>
                </a:ext>
              </a:extLst>
            </p:cNvPr>
            <p:cNvSpPr>
              <a:spLocks noGrp="1"/>
            </p:cNvSpPr>
            <p:nvPr/>
          </p:nvSpPr>
          <p:spPr>
            <a:xfrm>
              <a:off x="15837887" y="4056081"/>
              <a:ext cx="72039" cy="1110"/>
            </a:xfrm>
            <a:custGeom>
              <a:avLst/>
              <a:gdLst/>
              <a:ahLst/>
              <a:cxnLst/>
              <a:rect l="0" t="0" r="0" b="0"/>
              <a:pathLst>
                <a:path w="72039" h="1110">
                  <a:moveTo>
                    <a:pt x="0" y="1110"/>
                  </a:moveTo>
                  <a:lnTo>
                    <a:pt x="72039" y="0"/>
                  </a:lnTo>
                </a:path>
              </a:pathLst>
            </a:custGeom>
            <a:noFill/>
            <a:ln w="20003">
              <a:solidFill>
                <a:srgbClr val="E4E8EA"/>
              </a:solidFill>
            </a:ln>
          </p:spPr>
        </p:sp>
        <p:sp>
          <p:nvSpPr>
            <p:cNvPr id="4417" name="Output_receptor__4416">
              <a:extLst>
                <a:ext uri="{FF2B5EF4-FFF2-40B4-BE49-F238E27FC236}">
                  <a16:creationId xmlns:a16="http://schemas.microsoft.com/office/drawing/2014/main" id="{EB8045F8-BF78-045A-8471-85B19D003BE7}"/>
                </a:ext>
              </a:extLst>
            </p:cNvPr>
            <p:cNvSpPr>
              <a:spLocks noGrp="1"/>
            </p:cNvSpPr>
            <p:nvPr/>
          </p:nvSpPr>
          <p:spPr>
            <a:xfrm>
              <a:off x="15747683" y="4587874"/>
              <a:ext cx="17335" cy="3592"/>
            </a:xfrm>
            <a:custGeom>
              <a:avLst/>
              <a:gdLst/>
              <a:ahLst/>
              <a:cxnLst/>
              <a:rect l="0" t="0" r="0" b="0"/>
              <a:pathLst>
                <a:path w="17335" h="3592">
                  <a:moveTo>
                    <a:pt x="17335" y="3592"/>
                  </a:moveTo>
                  <a:lnTo>
                    <a:pt x="0" y="0"/>
                  </a:lnTo>
                </a:path>
              </a:pathLst>
            </a:custGeom>
            <a:noFill/>
            <a:ln w="20003">
              <a:solidFill>
                <a:srgbClr val="E4E8EA"/>
              </a:solidFill>
            </a:ln>
          </p:spPr>
        </p:sp>
        <p:sp>
          <p:nvSpPr>
            <p:cNvPr id="4418" name="Output_receptor__4417">
              <a:extLst>
                <a:ext uri="{FF2B5EF4-FFF2-40B4-BE49-F238E27FC236}">
                  <a16:creationId xmlns:a16="http://schemas.microsoft.com/office/drawing/2014/main" id="{C68135E0-E518-7108-0C3B-B9842FFC04C6}"/>
                </a:ext>
              </a:extLst>
            </p:cNvPr>
            <p:cNvSpPr>
              <a:spLocks noGrp="1"/>
            </p:cNvSpPr>
            <p:nvPr/>
          </p:nvSpPr>
          <p:spPr>
            <a:xfrm>
              <a:off x="15602521" y="4233375"/>
              <a:ext cx="28760" cy="18625"/>
            </a:xfrm>
            <a:custGeom>
              <a:avLst/>
              <a:gdLst/>
              <a:ahLst/>
              <a:cxnLst/>
              <a:rect l="0" t="0" r="0" b="0"/>
              <a:pathLst>
                <a:path w="28760" h="18625">
                  <a:moveTo>
                    <a:pt x="0" y="18625"/>
                  </a:moveTo>
                  <a:lnTo>
                    <a:pt x="28760" y="0"/>
                  </a:lnTo>
                </a:path>
              </a:pathLst>
            </a:custGeom>
            <a:noFill/>
            <a:ln w="20003">
              <a:solidFill>
                <a:srgbClr val="E4E8EB"/>
              </a:solidFill>
            </a:ln>
          </p:spPr>
        </p:sp>
        <p:sp>
          <p:nvSpPr>
            <p:cNvPr id="4419" name="Output_receptor__4418">
              <a:extLst>
                <a:ext uri="{FF2B5EF4-FFF2-40B4-BE49-F238E27FC236}">
                  <a16:creationId xmlns:a16="http://schemas.microsoft.com/office/drawing/2014/main" id="{625A4CBE-7820-AB21-3B71-35B979CCEE87}"/>
                </a:ext>
              </a:extLst>
            </p:cNvPr>
            <p:cNvSpPr>
              <a:spLocks noGrp="1"/>
            </p:cNvSpPr>
            <p:nvPr/>
          </p:nvSpPr>
          <p:spPr>
            <a:xfrm>
              <a:off x="16514099" y="3518965"/>
              <a:ext cx="36823" cy="14682"/>
            </a:xfrm>
            <a:custGeom>
              <a:avLst/>
              <a:gdLst/>
              <a:ahLst/>
              <a:cxnLst/>
              <a:rect l="0" t="0" r="0" b="0"/>
              <a:pathLst>
                <a:path w="36823" h="14682">
                  <a:moveTo>
                    <a:pt x="0" y="0"/>
                  </a:moveTo>
                  <a:lnTo>
                    <a:pt x="36823" y="14682"/>
                  </a:lnTo>
                </a:path>
              </a:pathLst>
            </a:custGeom>
            <a:noFill/>
            <a:ln w="20003">
              <a:solidFill>
                <a:srgbClr val="E4E8EB"/>
              </a:solidFill>
            </a:ln>
          </p:spPr>
        </p:sp>
        <p:sp>
          <p:nvSpPr>
            <p:cNvPr id="4420" name="Output_receptor__4419">
              <a:extLst>
                <a:ext uri="{FF2B5EF4-FFF2-40B4-BE49-F238E27FC236}">
                  <a16:creationId xmlns:a16="http://schemas.microsoft.com/office/drawing/2014/main" id="{D6708ECC-46E4-EECA-5CF8-EC15E02AADE4}"/>
                </a:ext>
              </a:extLst>
            </p:cNvPr>
            <p:cNvSpPr>
              <a:spLocks noGrp="1"/>
            </p:cNvSpPr>
            <p:nvPr/>
          </p:nvSpPr>
          <p:spPr>
            <a:xfrm>
              <a:off x="16063510" y="4166374"/>
              <a:ext cx="41338" cy="7844"/>
            </a:xfrm>
            <a:custGeom>
              <a:avLst/>
              <a:gdLst/>
              <a:ahLst/>
              <a:cxnLst/>
              <a:rect l="0" t="0" r="0" b="0"/>
              <a:pathLst>
                <a:path w="41338" h="7844">
                  <a:moveTo>
                    <a:pt x="0" y="7844"/>
                  </a:moveTo>
                  <a:lnTo>
                    <a:pt x="41338" y="0"/>
                  </a:lnTo>
                </a:path>
              </a:pathLst>
            </a:custGeom>
            <a:noFill/>
            <a:ln w="20003">
              <a:solidFill>
                <a:srgbClr val="E4E8EB"/>
              </a:solidFill>
            </a:ln>
          </p:spPr>
        </p:sp>
        <p:sp>
          <p:nvSpPr>
            <p:cNvPr id="4421" name="Output_receptor__4420">
              <a:extLst>
                <a:ext uri="{FF2B5EF4-FFF2-40B4-BE49-F238E27FC236}">
                  <a16:creationId xmlns:a16="http://schemas.microsoft.com/office/drawing/2014/main" id="{868F62B8-56B1-17FA-9867-07D6CCD76DB2}"/>
                </a:ext>
              </a:extLst>
            </p:cNvPr>
            <p:cNvSpPr>
              <a:spLocks noGrp="1"/>
            </p:cNvSpPr>
            <p:nvPr/>
          </p:nvSpPr>
          <p:spPr>
            <a:xfrm>
              <a:off x="15572047" y="4158062"/>
              <a:ext cx="66481" cy="5278"/>
            </a:xfrm>
            <a:custGeom>
              <a:avLst/>
              <a:gdLst/>
              <a:ahLst/>
              <a:cxnLst/>
              <a:rect l="0" t="0" r="0" b="0"/>
              <a:pathLst>
                <a:path w="66481" h="5278">
                  <a:moveTo>
                    <a:pt x="66481" y="5278"/>
                  </a:moveTo>
                  <a:lnTo>
                    <a:pt x="0" y="0"/>
                  </a:lnTo>
                </a:path>
              </a:pathLst>
            </a:custGeom>
            <a:noFill/>
            <a:ln w="20003">
              <a:solidFill>
                <a:srgbClr val="E4E8EB"/>
              </a:solidFill>
            </a:ln>
          </p:spPr>
        </p:sp>
        <p:sp>
          <p:nvSpPr>
            <p:cNvPr id="4422" name="Output_receptor__4421">
              <a:extLst>
                <a:ext uri="{FF2B5EF4-FFF2-40B4-BE49-F238E27FC236}">
                  <a16:creationId xmlns:a16="http://schemas.microsoft.com/office/drawing/2014/main" id="{FE92B872-A485-06EE-6AE9-A058FBF690D4}"/>
                </a:ext>
              </a:extLst>
            </p:cNvPr>
            <p:cNvSpPr>
              <a:spLocks noGrp="1"/>
            </p:cNvSpPr>
            <p:nvPr/>
          </p:nvSpPr>
          <p:spPr>
            <a:xfrm>
              <a:off x="15714933" y="4500646"/>
              <a:ext cx="66250" cy="4217"/>
            </a:xfrm>
            <a:custGeom>
              <a:avLst/>
              <a:gdLst/>
              <a:ahLst/>
              <a:cxnLst/>
              <a:rect l="0" t="0" r="0" b="0"/>
              <a:pathLst>
                <a:path w="66250" h="4217">
                  <a:moveTo>
                    <a:pt x="66250" y="4217"/>
                  </a:moveTo>
                  <a:lnTo>
                    <a:pt x="0" y="0"/>
                  </a:lnTo>
                </a:path>
              </a:pathLst>
            </a:custGeom>
            <a:noFill/>
            <a:ln w="20003">
              <a:solidFill>
                <a:srgbClr val="E4E8EB"/>
              </a:solidFill>
            </a:ln>
          </p:spPr>
        </p:sp>
        <p:sp>
          <p:nvSpPr>
            <p:cNvPr id="4423" name="Output_receptor__4422">
              <a:extLst>
                <a:ext uri="{FF2B5EF4-FFF2-40B4-BE49-F238E27FC236}">
                  <a16:creationId xmlns:a16="http://schemas.microsoft.com/office/drawing/2014/main" id="{DF752D26-2FD3-4A6E-D43A-7B5A3BF955F6}"/>
                </a:ext>
              </a:extLst>
            </p:cNvPr>
            <p:cNvSpPr>
              <a:spLocks noGrp="1"/>
            </p:cNvSpPr>
            <p:nvPr/>
          </p:nvSpPr>
          <p:spPr>
            <a:xfrm>
              <a:off x="16603597" y="3754517"/>
              <a:ext cx="19818" cy="38496"/>
            </a:xfrm>
            <a:custGeom>
              <a:avLst/>
              <a:gdLst/>
              <a:ahLst/>
              <a:cxnLst/>
              <a:rect l="0" t="0" r="0" b="0"/>
              <a:pathLst>
                <a:path w="19818" h="38496">
                  <a:moveTo>
                    <a:pt x="19818" y="0"/>
                  </a:moveTo>
                  <a:lnTo>
                    <a:pt x="0" y="38496"/>
                  </a:lnTo>
                </a:path>
              </a:pathLst>
            </a:custGeom>
            <a:noFill/>
            <a:ln w="20003">
              <a:solidFill>
                <a:srgbClr val="E4E8EB"/>
              </a:solidFill>
            </a:ln>
          </p:spPr>
        </p:sp>
        <p:sp>
          <p:nvSpPr>
            <p:cNvPr id="4424" name="Output_receptor__4423">
              <a:extLst>
                <a:ext uri="{FF2B5EF4-FFF2-40B4-BE49-F238E27FC236}">
                  <a16:creationId xmlns:a16="http://schemas.microsoft.com/office/drawing/2014/main" id="{36FF89E9-9871-B5D2-1F24-115FE822440A}"/>
                </a:ext>
              </a:extLst>
            </p:cNvPr>
            <p:cNvSpPr>
              <a:spLocks noGrp="1"/>
            </p:cNvSpPr>
            <p:nvPr/>
          </p:nvSpPr>
          <p:spPr>
            <a:xfrm>
              <a:off x="15865707" y="4117964"/>
              <a:ext cx="48772" cy="32403"/>
            </a:xfrm>
            <a:custGeom>
              <a:avLst/>
              <a:gdLst/>
              <a:ahLst/>
              <a:cxnLst/>
              <a:rect l="0" t="0" r="0" b="0"/>
              <a:pathLst>
                <a:path w="48772" h="32403">
                  <a:moveTo>
                    <a:pt x="48772" y="0"/>
                  </a:moveTo>
                  <a:lnTo>
                    <a:pt x="0" y="32403"/>
                  </a:lnTo>
                </a:path>
              </a:pathLst>
            </a:custGeom>
            <a:noFill/>
            <a:ln w="20003">
              <a:solidFill>
                <a:srgbClr val="E4E8EB"/>
              </a:solidFill>
            </a:ln>
          </p:spPr>
        </p:sp>
        <p:sp>
          <p:nvSpPr>
            <p:cNvPr id="4425" name="Output_receptor__4424">
              <a:extLst>
                <a:ext uri="{FF2B5EF4-FFF2-40B4-BE49-F238E27FC236}">
                  <a16:creationId xmlns:a16="http://schemas.microsoft.com/office/drawing/2014/main" id="{24EBFD15-3A59-39C0-24C2-3D7B274154F8}"/>
                </a:ext>
              </a:extLst>
            </p:cNvPr>
            <p:cNvSpPr>
              <a:spLocks noGrp="1"/>
            </p:cNvSpPr>
            <p:nvPr/>
          </p:nvSpPr>
          <p:spPr>
            <a:xfrm>
              <a:off x="15909925" y="4056081"/>
              <a:ext cx="4554" cy="61883"/>
            </a:xfrm>
            <a:custGeom>
              <a:avLst/>
              <a:gdLst/>
              <a:ahLst/>
              <a:cxnLst/>
              <a:rect l="0" t="0" r="0" b="0"/>
              <a:pathLst>
                <a:path w="4554" h="61883">
                  <a:moveTo>
                    <a:pt x="0" y="0"/>
                  </a:moveTo>
                  <a:lnTo>
                    <a:pt x="4554" y="61883"/>
                  </a:lnTo>
                </a:path>
              </a:pathLst>
            </a:custGeom>
            <a:noFill/>
            <a:ln w="20003">
              <a:solidFill>
                <a:srgbClr val="E4E8EB"/>
              </a:solidFill>
            </a:ln>
          </p:spPr>
        </p:sp>
        <p:sp>
          <p:nvSpPr>
            <p:cNvPr id="4426" name="Output_receptor__4425">
              <a:extLst>
                <a:ext uri="{FF2B5EF4-FFF2-40B4-BE49-F238E27FC236}">
                  <a16:creationId xmlns:a16="http://schemas.microsoft.com/office/drawing/2014/main" id="{106A8939-4D83-B5F3-8B2C-77730C4A4025}"/>
                </a:ext>
              </a:extLst>
            </p:cNvPr>
            <p:cNvSpPr>
              <a:spLocks noGrp="1"/>
            </p:cNvSpPr>
            <p:nvPr/>
          </p:nvSpPr>
          <p:spPr>
            <a:xfrm>
              <a:off x="15852676" y="4327895"/>
              <a:ext cx="70324" cy="16400"/>
            </a:xfrm>
            <a:custGeom>
              <a:avLst/>
              <a:gdLst/>
              <a:ahLst/>
              <a:cxnLst/>
              <a:rect l="0" t="0" r="0" b="0"/>
              <a:pathLst>
                <a:path w="70324" h="16400">
                  <a:moveTo>
                    <a:pt x="0" y="0"/>
                  </a:moveTo>
                  <a:lnTo>
                    <a:pt x="70324" y="16400"/>
                  </a:lnTo>
                </a:path>
              </a:pathLst>
            </a:custGeom>
            <a:noFill/>
            <a:ln w="20003">
              <a:solidFill>
                <a:srgbClr val="E4E8EB"/>
              </a:solidFill>
            </a:ln>
          </p:spPr>
        </p:sp>
        <p:sp>
          <p:nvSpPr>
            <p:cNvPr id="4427" name="Output_receptor__4426">
              <a:extLst>
                <a:ext uri="{FF2B5EF4-FFF2-40B4-BE49-F238E27FC236}">
                  <a16:creationId xmlns:a16="http://schemas.microsoft.com/office/drawing/2014/main" id="{E6012ED0-415D-E83C-5618-DE18DA7F91DE}"/>
                </a:ext>
              </a:extLst>
            </p:cNvPr>
            <p:cNvSpPr>
              <a:spLocks noGrp="1"/>
            </p:cNvSpPr>
            <p:nvPr/>
          </p:nvSpPr>
          <p:spPr>
            <a:xfrm>
              <a:off x="16694336" y="4044249"/>
              <a:ext cx="67026" cy="23640"/>
            </a:xfrm>
            <a:custGeom>
              <a:avLst/>
              <a:gdLst/>
              <a:ahLst/>
              <a:cxnLst/>
              <a:rect l="0" t="0" r="0" b="0"/>
              <a:pathLst>
                <a:path w="67026" h="23640">
                  <a:moveTo>
                    <a:pt x="0" y="23640"/>
                  </a:moveTo>
                  <a:lnTo>
                    <a:pt x="67026" y="0"/>
                  </a:lnTo>
                </a:path>
              </a:pathLst>
            </a:custGeom>
            <a:noFill/>
            <a:ln w="20003">
              <a:solidFill>
                <a:srgbClr val="E4E8EB"/>
              </a:solidFill>
            </a:ln>
          </p:spPr>
        </p:sp>
        <p:sp>
          <p:nvSpPr>
            <p:cNvPr id="4428" name="Output_receptor__4427">
              <a:extLst>
                <a:ext uri="{FF2B5EF4-FFF2-40B4-BE49-F238E27FC236}">
                  <a16:creationId xmlns:a16="http://schemas.microsoft.com/office/drawing/2014/main" id="{4B546720-AF99-A1A6-9C3D-03A39373B863}"/>
                </a:ext>
              </a:extLst>
            </p:cNvPr>
            <p:cNvSpPr>
              <a:spLocks noGrp="1"/>
            </p:cNvSpPr>
            <p:nvPr/>
          </p:nvSpPr>
          <p:spPr>
            <a:xfrm>
              <a:off x="16042842" y="4087568"/>
              <a:ext cx="70917" cy="8338"/>
            </a:xfrm>
            <a:custGeom>
              <a:avLst/>
              <a:gdLst/>
              <a:ahLst/>
              <a:cxnLst/>
              <a:rect l="0" t="0" r="0" b="0"/>
              <a:pathLst>
                <a:path w="70917" h="8338">
                  <a:moveTo>
                    <a:pt x="70917" y="8338"/>
                  </a:moveTo>
                  <a:lnTo>
                    <a:pt x="0" y="0"/>
                  </a:lnTo>
                </a:path>
              </a:pathLst>
            </a:custGeom>
            <a:noFill/>
            <a:ln w="20003">
              <a:solidFill>
                <a:srgbClr val="E4E8EB"/>
              </a:solidFill>
            </a:ln>
          </p:spPr>
        </p:sp>
        <p:sp>
          <p:nvSpPr>
            <p:cNvPr id="4429" name="Output_receptor__4428">
              <a:extLst>
                <a:ext uri="{FF2B5EF4-FFF2-40B4-BE49-F238E27FC236}">
                  <a16:creationId xmlns:a16="http://schemas.microsoft.com/office/drawing/2014/main" id="{37878657-038C-A40D-177B-A057B3C24051}"/>
                </a:ext>
              </a:extLst>
            </p:cNvPr>
            <p:cNvSpPr>
              <a:spLocks noGrp="1"/>
            </p:cNvSpPr>
            <p:nvPr/>
          </p:nvSpPr>
          <p:spPr>
            <a:xfrm>
              <a:off x="16549586" y="3793013"/>
              <a:ext cx="54011" cy="31782"/>
            </a:xfrm>
            <a:custGeom>
              <a:avLst/>
              <a:gdLst/>
              <a:ahLst/>
              <a:cxnLst/>
              <a:rect l="0" t="0" r="0" b="0"/>
              <a:pathLst>
                <a:path w="54011" h="31782">
                  <a:moveTo>
                    <a:pt x="54011" y="0"/>
                  </a:moveTo>
                  <a:lnTo>
                    <a:pt x="0" y="31782"/>
                  </a:lnTo>
                </a:path>
              </a:pathLst>
            </a:custGeom>
            <a:noFill/>
            <a:ln w="20003">
              <a:solidFill>
                <a:srgbClr val="E4E8EB"/>
              </a:solidFill>
            </a:ln>
          </p:spPr>
        </p:sp>
        <p:sp>
          <p:nvSpPr>
            <p:cNvPr id="4430" name="Output_receptor__4429">
              <a:extLst>
                <a:ext uri="{FF2B5EF4-FFF2-40B4-BE49-F238E27FC236}">
                  <a16:creationId xmlns:a16="http://schemas.microsoft.com/office/drawing/2014/main" id="{F4BCA05C-652C-6500-FA02-C02DADDC9DE0}"/>
                </a:ext>
              </a:extLst>
            </p:cNvPr>
            <p:cNvSpPr>
              <a:spLocks noGrp="1"/>
            </p:cNvSpPr>
            <p:nvPr/>
          </p:nvSpPr>
          <p:spPr>
            <a:xfrm>
              <a:off x="16424178" y="4082743"/>
              <a:ext cx="52870" cy="32575"/>
            </a:xfrm>
            <a:custGeom>
              <a:avLst/>
              <a:gdLst/>
              <a:ahLst/>
              <a:cxnLst/>
              <a:rect l="0" t="0" r="0" b="0"/>
              <a:pathLst>
                <a:path w="52870" h="32575">
                  <a:moveTo>
                    <a:pt x="52870" y="32575"/>
                  </a:moveTo>
                  <a:lnTo>
                    <a:pt x="0" y="0"/>
                  </a:lnTo>
                </a:path>
              </a:pathLst>
            </a:custGeom>
            <a:noFill/>
            <a:ln w="20003">
              <a:solidFill>
                <a:srgbClr val="E4E8EB"/>
              </a:solidFill>
            </a:ln>
          </p:spPr>
        </p:sp>
        <p:sp>
          <p:nvSpPr>
            <p:cNvPr id="4431" name="Output_receptor__4430">
              <a:extLst>
                <a:ext uri="{FF2B5EF4-FFF2-40B4-BE49-F238E27FC236}">
                  <a16:creationId xmlns:a16="http://schemas.microsoft.com/office/drawing/2014/main" id="{C7A26673-5189-DB87-8EA7-9B32E8CFE98C}"/>
                </a:ext>
              </a:extLst>
            </p:cNvPr>
            <p:cNvSpPr>
              <a:spLocks noGrp="1"/>
            </p:cNvSpPr>
            <p:nvPr/>
          </p:nvSpPr>
          <p:spPr>
            <a:xfrm>
              <a:off x="15538704" y="4158062"/>
              <a:ext cx="33343" cy="33309"/>
            </a:xfrm>
            <a:custGeom>
              <a:avLst/>
              <a:gdLst/>
              <a:ahLst/>
              <a:cxnLst/>
              <a:rect l="0" t="0" r="0" b="0"/>
              <a:pathLst>
                <a:path w="33343" h="33309">
                  <a:moveTo>
                    <a:pt x="33343" y="0"/>
                  </a:moveTo>
                  <a:lnTo>
                    <a:pt x="0" y="33309"/>
                  </a:lnTo>
                </a:path>
              </a:pathLst>
            </a:custGeom>
            <a:noFill/>
            <a:ln w="20003">
              <a:solidFill>
                <a:srgbClr val="E4E8EB"/>
              </a:solidFill>
            </a:ln>
          </p:spPr>
        </p:sp>
        <p:sp>
          <p:nvSpPr>
            <p:cNvPr id="4432" name="Output_receptor__4431">
              <a:extLst>
                <a:ext uri="{FF2B5EF4-FFF2-40B4-BE49-F238E27FC236}">
                  <a16:creationId xmlns:a16="http://schemas.microsoft.com/office/drawing/2014/main" id="{A242E2FC-9E48-C418-FF0C-037B62DE7B35}"/>
                </a:ext>
              </a:extLst>
            </p:cNvPr>
            <p:cNvSpPr>
              <a:spLocks noGrp="1"/>
            </p:cNvSpPr>
            <p:nvPr/>
          </p:nvSpPr>
          <p:spPr>
            <a:xfrm>
              <a:off x="16472857" y="4115318"/>
              <a:ext cx="4191" cy="61006"/>
            </a:xfrm>
            <a:custGeom>
              <a:avLst/>
              <a:gdLst/>
              <a:ahLst/>
              <a:cxnLst/>
              <a:rect l="0" t="0" r="0" b="0"/>
              <a:pathLst>
                <a:path w="4191" h="61006">
                  <a:moveTo>
                    <a:pt x="0" y="61006"/>
                  </a:moveTo>
                  <a:lnTo>
                    <a:pt x="4191" y="0"/>
                  </a:lnTo>
                </a:path>
              </a:pathLst>
            </a:custGeom>
            <a:noFill/>
            <a:ln w="20003">
              <a:solidFill>
                <a:srgbClr val="E4E8EB"/>
              </a:solidFill>
            </a:ln>
          </p:spPr>
        </p:sp>
        <p:sp>
          <p:nvSpPr>
            <p:cNvPr id="4433" name="Output_receptor__4432">
              <a:extLst>
                <a:ext uri="{FF2B5EF4-FFF2-40B4-BE49-F238E27FC236}">
                  <a16:creationId xmlns:a16="http://schemas.microsoft.com/office/drawing/2014/main" id="{F422D700-89E9-3209-E032-9E4569DF4345}"/>
                </a:ext>
              </a:extLst>
            </p:cNvPr>
            <p:cNvSpPr>
              <a:spLocks noGrp="1"/>
            </p:cNvSpPr>
            <p:nvPr/>
          </p:nvSpPr>
          <p:spPr>
            <a:xfrm>
              <a:off x="15781183" y="4504863"/>
              <a:ext cx="22472" cy="39014"/>
            </a:xfrm>
            <a:custGeom>
              <a:avLst/>
              <a:gdLst/>
              <a:ahLst/>
              <a:cxnLst/>
              <a:rect l="0" t="0" r="0" b="0"/>
              <a:pathLst>
                <a:path w="22472" h="39014">
                  <a:moveTo>
                    <a:pt x="22472" y="39014"/>
                  </a:moveTo>
                  <a:lnTo>
                    <a:pt x="0" y="0"/>
                  </a:lnTo>
                </a:path>
              </a:pathLst>
            </a:custGeom>
            <a:noFill/>
            <a:ln w="20003">
              <a:solidFill>
                <a:srgbClr val="E4E8EB"/>
              </a:solidFill>
            </a:ln>
          </p:spPr>
        </p:sp>
        <p:sp>
          <p:nvSpPr>
            <p:cNvPr id="4434" name="Output_receptor__4433">
              <a:extLst>
                <a:ext uri="{FF2B5EF4-FFF2-40B4-BE49-F238E27FC236}">
                  <a16:creationId xmlns:a16="http://schemas.microsoft.com/office/drawing/2014/main" id="{A92F21FE-F23D-2DF9-1CFF-AF51434940DB}"/>
                </a:ext>
              </a:extLst>
            </p:cNvPr>
            <p:cNvSpPr>
              <a:spLocks noGrp="1"/>
            </p:cNvSpPr>
            <p:nvPr/>
          </p:nvSpPr>
          <p:spPr>
            <a:xfrm>
              <a:off x="15848011" y="4405970"/>
              <a:ext cx="50225" cy="6166"/>
            </a:xfrm>
            <a:custGeom>
              <a:avLst/>
              <a:gdLst/>
              <a:ahLst/>
              <a:cxnLst/>
              <a:rect l="0" t="0" r="0" b="0"/>
              <a:pathLst>
                <a:path w="50225" h="6166">
                  <a:moveTo>
                    <a:pt x="50225" y="0"/>
                  </a:moveTo>
                  <a:lnTo>
                    <a:pt x="0" y="6166"/>
                  </a:lnTo>
                </a:path>
              </a:pathLst>
            </a:custGeom>
            <a:noFill/>
            <a:ln w="20003">
              <a:solidFill>
                <a:srgbClr val="E4E8EB"/>
              </a:solidFill>
            </a:ln>
          </p:spPr>
        </p:sp>
        <p:sp>
          <p:nvSpPr>
            <p:cNvPr id="4435" name="Output_receptor__4434">
              <a:extLst>
                <a:ext uri="{FF2B5EF4-FFF2-40B4-BE49-F238E27FC236}">
                  <a16:creationId xmlns:a16="http://schemas.microsoft.com/office/drawing/2014/main" id="{86EE4D3E-9BCC-CE07-CF09-1EEE712B452E}"/>
                </a:ext>
              </a:extLst>
            </p:cNvPr>
            <p:cNvSpPr>
              <a:spLocks noGrp="1"/>
            </p:cNvSpPr>
            <p:nvPr/>
          </p:nvSpPr>
          <p:spPr>
            <a:xfrm>
              <a:off x="16526529" y="3598387"/>
              <a:ext cx="35726" cy="28048"/>
            </a:xfrm>
            <a:custGeom>
              <a:avLst/>
              <a:gdLst/>
              <a:ahLst/>
              <a:cxnLst/>
              <a:rect l="0" t="0" r="0" b="0"/>
              <a:pathLst>
                <a:path w="35726" h="28048">
                  <a:moveTo>
                    <a:pt x="35726" y="0"/>
                  </a:moveTo>
                  <a:lnTo>
                    <a:pt x="0" y="28048"/>
                  </a:lnTo>
                </a:path>
              </a:pathLst>
            </a:custGeom>
            <a:noFill/>
            <a:ln w="20003">
              <a:solidFill>
                <a:srgbClr val="E4E8EB"/>
              </a:solidFill>
            </a:ln>
          </p:spPr>
        </p:sp>
        <p:sp>
          <p:nvSpPr>
            <p:cNvPr id="4436" name="Output_receptor__4435">
              <a:extLst>
                <a:ext uri="{FF2B5EF4-FFF2-40B4-BE49-F238E27FC236}">
                  <a16:creationId xmlns:a16="http://schemas.microsoft.com/office/drawing/2014/main" id="{EF09CA0A-FCF4-4B3B-E192-7CF2CD8C2DAE}"/>
                </a:ext>
              </a:extLst>
            </p:cNvPr>
            <p:cNvSpPr>
              <a:spLocks noGrp="1"/>
            </p:cNvSpPr>
            <p:nvPr/>
          </p:nvSpPr>
          <p:spPr>
            <a:xfrm>
              <a:off x="15631281" y="4163339"/>
              <a:ext cx="7247" cy="70036"/>
            </a:xfrm>
            <a:custGeom>
              <a:avLst/>
              <a:gdLst/>
              <a:ahLst/>
              <a:cxnLst/>
              <a:rect l="0" t="0" r="0" b="0"/>
              <a:pathLst>
                <a:path w="7247" h="70036">
                  <a:moveTo>
                    <a:pt x="0" y="70036"/>
                  </a:moveTo>
                  <a:lnTo>
                    <a:pt x="7247" y="0"/>
                  </a:lnTo>
                </a:path>
              </a:pathLst>
            </a:custGeom>
            <a:noFill/>
            <a:ln w="20003">
              <a:solidFill>
                <a:srgbClr val="E4E8EB"/>
              </a:solidFill>
            </a:ln>
          </p:spPr>
        </p:sp>
        <p:sp>
          <p:nvSpPr>
            <p:cNvPr id="4437" name="Output_receptor__4436">
              <a:extLst>
                <a:ext uri="{FF2B5EF4-FFF2-40B4-BE49-F238E27FC236}">
                  <a16:creationId xmlns:a16="http://schemas.microsoft.com/office/drawing/2014/main" id="{86295757-67BC-A04B-7673-3E1E6CEC479C}"/>
                </a:ext>
              </a:extLst>
            </p:cNvPr>
            <p:cNvSpPr>
              <a:spLocks noGrp="1"/>
            </p:cNvSpPr>
            <p:nvPr/>
          </p:nvSpPr>
          <p:spPr>
            <a:xfrm>
              <a:off x="16104848" y="4095906"/>
              <a:ext cx="8912" cy="70468"/>
            </a:xfrm>
            <a:custGeom>
              <a:avLst/>
              <a:gdLst/>
              <a:ahLst/>
              <a:cxnLst/>
              <a:rect l="0" t="0" r="0" b="0"/>
              <a:pathLst>
                <a:path w="8912" h="70468">
                  <a:moveTo>
                    <a:pt x="0" y="70468"/>
                  </a:moveTo>
                  <a:lnTo>
                    <a:pt x="8912" y="0"/>
                  </a:lnTo>
                </a:path>
              </a:pathLst>
            </a:custGeom>
            <a:noFill/>
            <a:ln w="20003">
              <a:solidFill>
                <a:srgbClr val="E4E8EB"/>
              </a:solidFill>
            </a:ln>
          </p:spPr>
        </p:sp>
        <p:sp>
          <p:nvSpPr>
            <p:cNvPr id="4438" name="Output_receptor__4437">
              <a:extLst>
                <a:ext uri="{FF2B5EF4-FFF2-40B4-BE49-F238E27FC236}">
                  <a16:creationId xmlns:a16="http://schemas.microsoft.com/office/drawing/2014/main" id="{B3B2E6A0-A407-69C9-DD77-9087FD42756E}"/>
                </a:ext>
              </a:extLst>
            </p:cNvPr>
            <p:cNvSpPr>
              <a:spLocks noGrp="1"/>
            </p:cNvSpPr>
            <p:nvPr/>
          </p:nvSpPr>
          <p:spPr>
            <a:xfrm>
              <a:off x="16582772" y="3385001"/>
              <a:ext cx="10976" cy="57164"/>
            </a:xfrm>
            <a:custGeom>
              <a:avLst/>
              <a:gdLst/>
              <a:ahLst/>
              <a:cxnLst/>
              <a:rect l="0" t="0" r="0" b="0"/>
              <a:pathLst>
                <a:path w="10976" h="57164">
                  <a:moveTo>
                    <a:pt x="10976" y="0"/>
                  </a:moveTo>
                  <a:lnTo>
                    <a:pt x="0" y="57164"/>
                  </a:lnTo>
                </a:path>
              </a:pathLst>
            </a:custGeom>
            <a:noFill/>
            <a:ln w="20003">
              <a:solidFill>
                <a:srgbClr val="E4E8EB"/>
              </a:solidFill>
            </a:ln>
          </p:spPr>
        </p:sp>
        <p:sp>
          <p:nvSpPr>
            <p:cNvPr id="4439" name="Output_receptor__4438">
              <a:extLst>
                <a:ext uri="{FF2B5EF4-FFF2-40B4-BE49-F238E27FC236}">
                  <a16:creationId xmlns:a16="http://schemas.microsoft.com/office/drawing/2014/main" id="{4D8F5792-21D4-0A71-A7EF-C443E1ECD844}"/>
                </a:ext>
              </a:extLst>
            </p:cNvPr>
            <p:cNvSpPr>
              <a:spLocks noGrp="1"/>
            </p:cNvSpPr>
            <p:nvPr/>
          </p:nvSpPr>
          <p:spPr>
            <a:xfrm>
              <a:off x="16550311" y="3678055"/>
              <a:ext cx="64144" cy="32981"/>
            </a:xfrm>
            <a:custGeom>
              <a:avLst/>
              <a:gdLst/>
              <a:ahLst/>
              <a:cxnLst/>
              <a:rect l="0" t="0" r="0" b="0"/>
              <a:pathLst>
                <a:path w="64144" h="32981">
                  <a:moveTo>
                    <a:pt x="64144" y="0"/>
                  </a:moveTo>
                  <a:lnTo>
                    <a:pt x="0" y="32981"/>
                  </a:lnTo>
                </a:path>
              </a:pathLst>
            </a:custGeom>
            <a:noFill/>
            <a:ln w="20003">
              <a:solidFill>
                <a:srgbClr val="E4E8EB"/>
              </a:solidFill>
            </a:ln>
          </p:spPr>
        </p:sp>
        <p:sp>
          <p:nvSpPr>
            <p:cNvPr id="4440" name="Output_receptor__4439">
              <a:extLst>
                <a:ext uri="{FF2B5EF4-FFF2-40B4-BE49-F238E27FC236}">
                  <a16:creationId xmlns:a16="http://schemas.microsoft.com/office/drawing/2014/main" id="{0D316269-7005-CF7C-8605-689EC837E91B}"/>
                </a:ext>
              </a:extLst>
            </p:cNvPr>
            <p:cNvSpPr>
              <a:spLocks noGrp="1"/>
            </p:cNvSpPr>
            <p:nvPr/>
          </p:nvSpPr>
          <p:spPr>
            <a:xfrm>
              <a:off x="16562254" y="3563432"/>
              <a:ext cx="44723" cy="34955"/>
            </a:xfrm>
            <a:custGeom>
              <a:avLst/>
              <a:gdLst/>
              <a:ahLst/>
              <a:cxnLst/>
              <a:rect l="0" t="0" r="0" b="0"/>
              <a:pathLst>
                <a:path w="44723" h="34955">
                  <a:moveTo>
                    <a:pt x="44723" y="0"/>
                  </a:moveTo>
                  <a:lnTo>
                    <a:pt x="0" y="34955"/>
                  </a:lnTo>
                </a:path>
              </a:pathLst>
            </a:custGeom>
            <a:noFill/>
            <a:ln w="20003">
              <a:solidFill>
                <a:srgbClr val="E4E8EB"/>
              </a:solidFill>
            </a:ln>
          </p:spPr>
        </p:sp>
        <p:sp>
          <p:nvSpPr>
            <p:cNvPr id="4441" name="Output_receptor__4440">
              <a:extLst>
                <a:ext uri="{FF2B5EF4-FFF2-40B4-BE49-F238E27FC236}">
                  <a16:creationId xmlns:a16="http://schemas.microsoft.com/office/drawing/2014/main" id="{453A49FE-C8D4-5B55-F80F-11992B96C6E7}"/>
                </a:ext>
              </a:extLst>
            </p:cNvPr>
            <p:cNvSpPr>
              <a:spLocks noGrp="1"/>
            </p:cNvSpPr>
            <p:nvPr/>
          </p:nvSpPr>
          <p:spPr>
            <a:xfrm>
              <a:off x="15898236" y="4344296"/>
              <a:ext cx="24764" cy="61674"/>
            </a:xfrm>
            <a:custGeom>
              <a:avLst/>
              <a:gdLst/>
              <a:ahLst/>
              <a:cxnLst/>
              <a:rect l="0" t="0" r="0" b="0"/>
              <a:pathLst>
                <a:path w="24764" h="61674">
                  <a:moveTo>
                    <a:pt x="24764" y="0"/>
                  </a:moveTo>
                  <a:lnTo>
                    <a:pt x="0" y="61674"/>
                  </a:lnTo>
                </a:path>
              </a:pathLst>
            </a:custGeom>
            <a:noFill/>
            <a:ln w="20003">
              <a:solidFill>
                <a:srgbClr val="E4E8EB"/>
              </a:solidFill>
            </a:ln>
          </p:spPr>
        </p:sp>
        <p:sp>
          <p:nvSpPr>
            <p:cNvPr id="4442" name="Output_receptor__4441">
              <a:extLst>
                <a:ext uri="{FF2B5EF4-FFF2-40B4-BE49-F238E27FC236}">
                  <a16:creationId xmlns:a16="http://schemas.microsoft.com/office/drawing/2014/main" id="{62557A56-08A0-4A85-E467-569FC0A9BE92}"/>
                </a:ext>
              </a:extLst>
            </p:cNvPr>
            <p:cNvSpPr>
              <a:spLocks noGrp="1"/>
            </p:cNvSpPr>
            <p:nvPr/>
          </p:nvSpPr>
          <p:spPr>
            <a:xfrm>
              <a:off x="16570905" y="3442165"/>
              <a:ext cx="11866" cy="43166"/>
            </a:xfrm>
            <a:custGeom>
              <a:avLst/>
              <a:gdLst/>
              <a:ahLst/>
              <a:cxnLst/>
              <a:rect l="0" t="0" r="0" b="0"/>
              <a:pathLst>
                <a:path w="11866" h="43166">
                  <a:moveTo>
                    <a:pt x="11866" y="0"/>
                  </a:moveTo>
                  <a:lnTo>
                    <a:pt x="0" y="43166"/>
                  </a:lnTo>
                </a:path>
              </a:pathLst>
            </a:custGeom>
            <a:noFill/>
            <a:ln w="20003">
              <a:solidFill>
                <a:srgbClr val="E4E8EB"/>
              </a:solidFill>
            </a:ln>
          </p:spPr>
        </p:sp>
        <p:sp>
          <p:nvSpPr>
            <p:cNvPr id="4443" name="Output_receptor__4442">
              <a:extLst>
                <a:ext uri="{FF2B5EF4-FFF2-40B4-BE49-F238E27FC236}">
                  <a16:creationId xmlns:a16="http://schemas.microsoft.com/office/drawing/2014/main" id="{9F78530C-C7C8-C29C-D044-828E9336678C}"/>
                </a:ext>
              </a:extLst>
            </p:cNvPr>
            <p:cNvSpPr>
              <a:spLocks noGrp="1"/>
            </p:cNvSpPr>
            <p:nvPr/>
          </p:nvSpPr>
          <p:spPr>
            <a:xfrm>
              <a:off x="15724986" y="4407707"/>
              <a:ext cx="56839" cy="26017"/>
            </a:xfrm>
            <a:custGeom>
              <a:avLst/>
              <a:gdLst/>
              <a:ahLst/>
              <a:cxnLst/>
              <a:rect l="0" t="0" r="0" b="0"/>
              <a:pathLst>
                <a:path w="56839" h="26017">
                  <a:moveTo>
                    <a:pt x="56839" y="26017"/>
                  </a:moveTo>
                  <a:lnTo>
                    <a:pt x="0" y="0"/>
                  </a:lnTo>
                </a:path>
              </a:pathLst>
            </a:custGeom>
            <a:noFill/>
            <a:ln w="20003">
              <a:solidFill>
                <a:srgbClr val="E4E8EB"/>
              </a:solidFill>
            </a:ln>
          </p:spPr>
        </p:sp>
        <p:sp>
          <p:nvSpPr>
            <p:cNvPr id="4444" name="Output_receptor__4443">
              <a:extLst>
                <a:ext uri="{FF2B5EF4-FFF2-40B4-BE49-F238E27FC236}">
                  <a16:creationId xmlns:a16="http://schemas.microsoft.com/office/drawing/2014/main" id="{BD590265-9DAB-671C-2B2F-6020DB328012}"/>
                </a:ext>
              </a:extLst>
            </p:cNvPr>
            <p:cNvSpPr>
              <a:spLocks noGrp="1"/>
            </p:cNvSpPr>
            <p:nvPr/>
          </p:nvSpPr>
          <p:spPr>
            <a:xfrm>
              <a:off x="15837887" y="4057191"/>
              <a:ext cx="7829" cy="11006"/>
            </a:xfrm>
            <a:custGeom>
              <a:avLst/>
              <a:gdLst/>
              <a:ahLst/>
              <a:cxnLst/>
              <a:rect l="0" t="0" r="0" b="0"/>
              <a:pathLst>
                <a:path w="7829" h="11006">
                  <a:moveTo>
                    <a:pt x="7829" y="11006"/>
                  </a:moveTo>
                  <a:lnTo>
                    <a:pt x="0" y="0"/>
                  </a:lnTo>
                </a:path>
              </a:pathLst>
            </a:custGeom>
            <a:noFill/>
            <a:ln w="20003">
              <a:solidFill>
                <a:srgbClr val="E4E8EB"/>
              </a:solidFill>
            </a:ln>
          </p:spPr>
        </p:sp>
        <p:sp>
          <p:nvSpPr>
            <p:cNvPr id="4445" name="Output_receptor__4444">
              <a:extLst>
                <a:ext uri="{FF2B5EF4-FFF2-40B4-BE49-F238E27FC236}">
                  <a16:creationId xmlns:a16="http://schemas.microsoft.com/office/drawing/2014/main" id="{700936A0-B6CB-A53A-E0A9-B64249D933F4}"/>
                </a:ext>
              </a:extLst>
            </p:cNvPr>
            <p:cNvSpPr>
              <a:spLocks noGrp="1"/>
            </p:cNvSpPr>
            <p:nvPr/>
          </p:nvSpPr>
          <p:spPr>
            <a:xfrm>
              <a:off x="15747683" y="4543877"/>
              <a:ext cx="55972" cy="43997"/>
            </a:xfrm>
            <a:custGeom>
              <a:avLst/>
              <a:gdLst/>
              <a:ahLst/>
              <a:cxnLst/>
              <a:rect l="0" t="0" r="0" b="0"/>
              <a:pathLst>
                <a:path w="55972" h="43997">
                  <a:moveTo>
                    <a:pt x="0" y="43997"/>
                  </a:moveTo>
                  <a:lnTo>
                    <a:pt x="55972" y="0"/>
                  </a:lnTo>
                </a:path>
              </a:pathLst>
            </a:custGeom>
            <a:noFill/>
            <a:ln w="20003">
              <a:solidFill>
                <a:srgbClr val="E4E8EB"/>
              </a:solidFill>
            </a:ln>
          </p:spPr>
        </p:sp>
        <p:sp>
          <p:nvSpPr>
            <p:cNvPr id="4446" name="Output_receptor__4445">
              <a:extLst>
                <a:ext uri="{FF2B5EF4-FFF2-40B4-BE49-F238E27FC236}">
                  <a16:creationId xmlns:a16="http://schemas.microsoft.com/office/drawing/2014/main" id="{86883298-6E2A-356F-A90A-080D02E6B9B7}"/>
                </a:ext>
              </a:extLst>
            </p:cNvPr>
            <p:cNvSpPr>
              <a:spLocks noGrp="1"/>
            </p:cNvSpPr>
            <p:nvPr/>
          </p:nvSpPr>
          <p:spPr>
            <a:xfrm>
              <a:off x="16030855" y="4087568"/>
              <a:ext cx="11987" cy="34495"/>
            </a:xfrm>
            <a:custGeom>
              <a:avLst/>
              <a:gdLst/>
              <a:ahLst/>
              <a:cxnLst/>
              <a:rect l="0" t="0" r="0" b="0"/>
              <a:pathLst>
                <a:path w="11987" h="34495">
                  <a:moveTo>
                    <a:pt x="11987" y="0"/>
                  </a:moveTo>
                  <a:lnTo>
                    <a:pt x="0" y="34495"/>
                  </a:lnTo>
                </a:path>
              </a:pathLst>
            </a:custGeom>
            <a:noFill/>
            <a:ln w="20003">
              <a:solidFill>
                <a:srgbClr val="E4E8EB"/>
              </a:solidFill>
            </a:ln>
          </p:spPr>
        </p:sp>
        <p:sp>
          <p:nvSpPr>
            <p:cNvPr id="4447" name="Output_receptor__4446">
              <a:extLst>
                <a:ext uri="{FF2B5EF4-FFF2-40B4-BE49-F238E27FC236}">
                  <a16:creationId xmlns:a16="http://schemas.microsoft.com/office/drawing/2014/main" id="{AE33B92C-593A-1A4F-D2D8-AB45671C133E}"/>
                </a:ext>
              </a:extLst>
            </p:cNvPr>
            <p:cNvSpPr>
              <a:spLocks noGrp="1"/>
            </p:cNvSpPr>
            <p:nvPr/>
          </p:nvSpPr>
          <p:spPr>
            <a:xfrm>
              <a:off x="16746032" y="3946486"/>
              <a:ext cx="64507" cy="12978"/>
            </a:xfrm>
            <a:custGeom>
              <a:avLst/>
              <a:gdLst/>
              <a:ahLst/>
              <a:cxnLst/>
              <a:rect l="0" t="0" r="0" b="0"/>
              <a:pathLst>
                <a:path w="64507" h="12978">
                  <a:moveTo>
                    <a:pt x="64507" y="12978"/>
                  </a:moveTo>
                  <a:lnTo>
                    <a:pt x="0" y="0"/>
                  </a:lnTo>
                </a:path>
              </a:pathLst>
            </a:custGeom>
            <a:noFill/>
            <a:ln w="20003">
              <a:solidFill>
                <a:srgbClr val="E4E8EB"/>
              </a:solidFill>
            </a:ln>
          </p:spPr>
        </p:sp>
        <p:sp>
          <p:nvSpPr>
            <p:cNvPr id="4448" name="Output_receptor__4447">
              <a:extLst>
                <a:ext uri="{FF2B5EF4-FFF2-40B4-BE49-F238E27FC236}">
                  <a16:creationId xmlns:a16="http://schemas.microsoft.com/office/drawing/2014/main" id="{09A1CD3F-88EA-01B8-004E-7BB28B7B10AC}"/>
                </a:ext>
              </a:extLst>
            </p:cNvPr>
            <p:cNvSpPr>
              <a:spLocks noGrp="1"/>
            </p:cNvSpPr>
            <p:nvPr/>
          </p:nvSpPr>
          <p:spPr>
            <a:xfrm>
              <a:off x="16514099" y="3485331"/>
              <a:ext cx="56806" cy="33634"/>
            </a:xfrm>
            <a:custGeom>
              <a:avLst/>
              <a:gdLst/>
              <a:ahLst/>
              <a:cxnLst/>
              <a:rect l="0" t="0" r="0" b="0"/>
              <a:pathLst>
                <a:path w="56806" h="33634">
                  <a:moveTo>
                    <a:pt x="56806" y="0"/>
                  </a:moveTo>
                  <a:lnTo>
                    <a:pt x="0" y="33634"/>
                  </a:lnTo>
                </a:path>
              </a:pathLst>
            </a:custGeom>
            <a:noFill/>
            <a:ln w="20003">
              <a:solidFill>
                <a:srgbClr val="E4E8EB"/>
              </a:solidFill>
            </a:ln>
          </p:spPr>
        </p:sp>
        <p:sp>
          <p:nvSpPr>
            <p:cNvPr id="4449" name="Output_receptor__4448">
              <a:extLst>
                <a:ext uri="{FF2B5EF4-FFF2-40B4-BE49-F238E27FC236}">
                  <a16:creationId xmlns:a16="http://schemas.microsoft.com/office/drawing/2014/main" id="{4BCECE26-CD68-B39C-AEBD-22447C61C860}"/>
                </a:ext>
              </a:extLst>
            </p:cNvPr>
            <p:cNvSpPr>
              <a:spLocks noGrp="1"/>
            </p:cNvSpPr>
            <p:nvPr/>
          </p:nvSpPr>
          <p:spPr>
            <a:xfrm>
              <a:off x="15843719" y="4327895"/>
              <a:ext cx="8957" cy="11875"/>
            </a:xfrm>
            <a:custGeom>
              <a:avLst/>
              <a:gdLst/>
              <a:ahLst/>
              <a:cxnLst/>
              <a:rect l="0" t="0" r="0" b="0"/>
              <a:pathLst>
                <a:path w="8957" h="11875">
                  <a:moveTo>
                    <a:pt x="0" y="11875"/>
                  </a:moveTo>
                  <a:lnTo>
                    <a:pt x="8957" y="0"/>
                  </a:lnTo>
                </a:path>
              </a:pathLst>
            </a:custGeom>
            <a:noFill/>
            <a:ln w="20003">
              <a:solidFill>
                <a:srgbClr val="E4E8EB"/>
              </a:solidFill>
            </a:ln>
          </p:spPr>
        </p:sp>
        <p:sp>
          <p:nvSpPr>
            <p:cNvPr id="4450" name="Output_receptor__4449">
              <a:extLst>
                <a:ext uri="{FF2B5EF4-FFF2-40B4-BE49-F238E27FC236}">
                  <a16:creationId xmlns:a16="http://schemas.microsoft.com/office/drawing/2014/main" id="{EBA04616-B384-AE24-17A8-07DBDDE464A4}"/>
                </a:ext>
              </a:extLst>
            </p:cNvPr>
            <p:cNvSpPr>
              <a:spLocks noGrp="1"/>
            </p:cNvSpPr>
            <p:nvPr/>
          </p:nvSpPr>
          <p:spPr>
            <a:xfrm>
              <a:off x="15688312" y="4401568"/>
              <a:ext cx="36674" cy="6139"/>
            </a:xfrm>
            <a:custGeom>
              <a:avLst/>
              <a:gdLst/>
              <a:ahLst/>
              <a:cxnLst/>
              <a:rect l="0" t="0" r="0" b="0"/>
              <a:pathLst>
                <a:path w="36674" h="6139">
                  <a:moveTo>
                    <a:pt x="36674" y="6139"/>
                  </a:moveTo>
                  <a:lnTo>
                    <a:pt x="0" y="0"/>
                  </a:lnTo>
                </a:path>
              </a:pathLst>
            </a:custGeom>
            <a:noFill/>
            <a:ln w="20003">
              <a:solidFill>
                <a:srgbClr val="E4E8EB"/>
              </a:solidFill>
            </a:ln>
          </p:spPr>
        </p:sp>
        <p:sp>
          <p:nvSpPr>
            <p:cNvPr id="4451" name="Output_receptor__4450">
              <a:extLst>
                <a:ext uri="{FF2B5EF4-FFF2-40B4-BE49-F238E27FC236}">
                  <a16:creationId xmlns:a16="http://schemas.microsoft.com/office/drawing/2014/main" id="{C6E75A68-ACC4-327C-E603-DFFB3CA0F358}"/>
                </a:ext>
              </a:extLst>
            </p:cNvPr>
            <p:cNvSpPr>
              <a:spLocks noGrp="1"/>
            </p:cNvSpPr>
            <p:nvPr/>
          </p:nvSpPr>
          <p:spPr>
            <a:xfrm>
              <a:off x="16472857" y="4176324"/>
              <a:ext cx="47144" cy="46800"/>
            </a:xfrm>
            <a:custGeom>
              <a:avLst/>
              <a:gdLst/>
              <a:ahLst/>
              <a:cxnLst/>
              <a:rect l="0" t="0" r="0" b="0"/>
              <a:pathLst>
                <a:path w="47144" h="46800">
                  <a:moveTo>
                    <a:pt x="47144" y="46800"/>
                  </a:moveTo>
                  <a:lnTo>
                    <a:pt x="0" y="0"/>
                  </a:lnTo>
                </a:path>
              </a:pathLst>
            </a:custGeom>
            <a:noFill/>
            <a:ln w="20003">
              <a:solidFill>
                <a:srgbClr val="E4E8EB"/>
              </a:solidFill>
            </a:ln>
          </p:spPr>
        </p:sp>
        <p:sp>
          <p:nvSpPr>
            <p:cNvPr id="4452" name="Output_receptor__4451">
              <a:extLst>
                <a:ext uri="{FF2B5EF4-FFF2-40B4-BE49-F238E27FC236}">
                  <a16:creationId xmlns:a16="http://schemas.microsoft.com/office/drawing/2014/main" id="{8D1CCEF9-E26C-72F2-D827-60DD3B5ECFEC}"/>
                </a:ext>
              </a:extLst>
            </p:cNvPr>
            <p:cNvSpPr>
              <a:spLocks noGrp="1"/>
            </p:cNvSpPr>
            <p:nvPr/>
          </p:nvSpPr>
          <p:spPr>
            <a:xfrm>
              <a:off x="15714933" y="4481777"/>
              <a:ext cx="22033" cy="18869"/>
            </a:xfrm>
            <a:custGeom>
              <a:avLst/>
              <a:gdLst/>
              <a:ahLst/>
              <a:cxnLst/>
              <a:rect l="0" t="0" r="0" b="0"/>
              <a:pathLst>
                <a:path w="22033" h="18869">
                  <a:moveTo>
                    <a:pt x="0" y="18869"/>
                  </a:moveTo>
                  <a:lnTo>
                    <a:pt x="22033" y="0"/>
                  </a:lnTo>
                </a:path>
              </a:pathLst>
            </a:custGeom>
            <a:noFill/>
            <a:ln w="20003">
              <a:solidFill>
                <a:srgbClr val="E4E8EB"/>
              </a:solidFill>
            </a:ln>
          </p:spPr>
        </p:sp>
        <p:sp>
          <p:nvSpPr>
            <p:cNvPr id="4453" name="Output_receptor__4452">
              <a:extLst>
                <a:ext uri="{FF2B5EF4-FFF2-40B4-BE49-F238E27FC236}">
                  <a16:creationId xmlns:a16="http://schemas.microsoft.com/office/drawing/2014/main" id="{D7E1EFE0-E104-EF31-AEC1-6537470A226E}"/>
                </a:ext>
              </a:extLst>
            </p:cNvPr>
            <p:cNvSpPr>
              <a:spLocks noGrp="1"/>
            </p:cNvSpPr>
            <p:nvPr/>
          </p:nvSpPr>
          <p:spPr>
            <a:xfrm>
              <a:off x="16761362" y="4024055"/>
              <a:ext cx="26093" cy="20195"/>
            </a:xfrm>
            <a:custGeom>
              <a:avLst/>
              <a:gdLst/>
              <a:ahLst/>
              <a:cxnLst/>
              <a:rect l="0" t="0" r="0" b="0"/>
              <a:pathLst>
                <a:path w="26093" h="20195">
                  <a:moveTo>
                    <a:pt x="0" y="20195"/>
                  </a:moveTo>
                  <a:lnTo>
                    <a:pt x="26093" y="0"/>
                  </a:lnTo>
                </a:path>
              </a:pathLst>
            </a:custGeom>
            <a:noFill/>
            <a:ln w="20003">
              <a:solidFill>
                <a:srgbClr val="E4E8EB"/>
              </a:solidFill>
            </a:ln>
          </p:spPr>
        </p:sp>
        <p:sp>
          <p:nvSpPr>
            <p:cNvPr id="4454" name="Output_receptor__4453">
              <a:extLst>
                <a:ext uri="{FF2B5EF4-FFF2-40B4-BE49-F238E27FC236}">
                  <a16:creationId xmlns:a16="http://schemas.microsoft.com/office/drawing/2014/main" id="{71EBC338-B407-2227-AB9B-5C04C2A1D1CC}"/>
                </a:ext>
              </a:extLst>
            </p:cNvPr>
            <p:cNvSpPr>
              <a:spLocks noGrp="1"/>
            </p:cNvSpPr>
            <p:nvPr/>
          </p:nvSpPr>
          <p:spPr>
            <a:xfrm>
              <a:off x="15495511" y="4090212"/>
              <a:ext cx="70685" cy="12071"/>
            </a:xfrm>
            <a:custGeom>
              <a:avLst/>
              <a:gdLst/>
              <a:ahLst/>
              <a:cxnLst/>
              <a:rect l="0" t="0" r="0" b="0"/>
              <a:pathLst>
                <a:path w="70685" h="12071">
                  <a:moveTo>
                    <a:pt x="70685" y="0"/>
                  </a:moveTo>
                  <a:lnTo>
                    <a:pt x="0" y="12071"/>
                  </a:lnTo>
                </a:path>
              </a:pathLst>
            </a:custGeom>
            <a:noFill/>
            <a:ln w="20003">
              <a:solidFill>
                <a:srgbClr val="E5E8EB"/>
              </a:solidFill>
            </a:ln>
          </p:spPr>
        </p:sp>
        <p:sp>
          <p:nvSpPr>
            <p:cNvPr id="4455" name="Output_receptor__4454">
              <a:extLst>
                <a:ext uri="{FF2B5EF4-FFF2-40B4-BE49-F238E27FC236}">
                  <a16:creationId xmlns:a16="http://schemas.microsoft.com/office/drawing/2014/main" id="{AEF46BDF-B38A-022C-CED1-6BBE26DAF77C}"/>
                </a:ext>
              </a:extLst>
            </p:cNvPr>
            <p:cNvSpPr>
              <a:spLocks noGrp="1"/>
            </p:cNvSpPr>
            <p:nvPr/>
          </p:nvSpPr>
          <p:spPr>
            <a:xfrm>
              <a:off x="15679979" y="4307425"/>
              <a:ext cx="70929" cy="14586"/>
            </a:xfrm>
            <a:custGeom>
              <a:avLst/>
              <a:gdLst/>
              <a:ahLst/>
              <a:cxnLst/>
              <a:rect l="0" t="0" r="0" b="0"/>
              <a:pathLst>
                <a:path w="70929" h="14586">
                  <a:moveTo>
                    <a:pt x="70929" y="14586"/>
                  </a:moveTo>
                  <a:lnTo>
                    <a:pt x="0" y="0"/>
                  </a:lnTo>
                </a:path>
              </a:pathLst>
            </a:custGeom>
            <a:noFill/>
            <a:ln w="20003">
              <a:solidFill>
                <a:srgbClr val="E5E8EB"/>
              </a:solidFill>
            </a:ln>
          </p:spPr>
        </p:sp>
        <p:sp>
          <p:nvSpPr>
            <p:cNvPr id="4456" name="Output_receptor__4455">
              <a:extLst>
                <a:ext uri="{FF2B5EF4-FFF2-40B4-BE49-F238E27FC236}">
                  <a16:creationId xmlns:a16="http://schemas.microsoft.com/office/drawing/2014/main" id="{9D13A67E-4C36-02F1-DE72-DA943B05A1B0}"/>
                </a:ext>
              </a:extLst>
            </p:cNvPr>
            <p:cNvSpPr>
              <a:spLocks noGrp="1"/>
            </p:cNvSpPr>
            <p:nvPr/>
          </p:nvSpPr>
          <p:spPr>
            <a:xfrm>
              <a:off x="16712292" y="3946486"/>
              <a:ext cx="33740" cy="13510"/>
            </a:xfrm>
            <a:custGeom>
              <a:avLst/>
              <a:gdLst/>
              <a:ahLst/>
              <a:cxnLst/>
              <a:rect l="0" t="0" r="0" b="0"/>
              <a:pathLst>
                <a:path w="33740" h="13510">
                  <a:moveTo>
                    <a:pt x="33740" y="0"/>
                  </a:moveTo>
                  <a:lnTo>
                    <a:pt x="0" y="13510"/>
                  </a:lnTo>
                </a:path>
              </a:pathLst>
            </a:custGeom>
            <a:noFill/>
            <a:ln w="20003">
              <a:solidFill>
                <a:srgbClr val="E5E8EB"/>
              </a:solidFill>
            </a:ln>
          </p:spPr>
        </p:sp>
        <p:sp>
          <p:nvSpPr>
            <p:cNvPr id="4457" name="Output_receptor__4456">
              <a:extLst>
                <a:ext uri="{FF2B5EF4-FFF2-40B4-BE49-F238E27FC236}">
                  <a16:creationId xmlns:a16="http://schemas.microsoft.com/office/drawing/2014/main" id="{EA65ADE7-6579-AA5E-C2F1-07D49D667E51}"/>
                </a:ext>
              </a:extLst>
            </p:cNvPr>
            <p:cNvSpPr>
              <a:spLocks noGrp="1"/>
            </p:cNvSpPr>
            <p:nvPr/>
          </p:nvSpPr>
          <p:spPr>
            <a:xfrm>
              <a:off x="15856850" y="3969341"/>
              <a:ext cx="39298" cy="48059"/>
            </a:xfrm>
            <a:custGeom>
              <a:avLst/>
              <a:gdLst/>
              <a:ahLst/>
              <a:cxnLst/>
              <a:rect l="0" t="0" r="0" b="0"/>
              <a:pathLst>
                <a:path w="39298" h="48059">
                  <a:moveTo>
                    <a:pt x="0" y="0"/>
                  </a:moveTo>
                  <a:lnTo>
                    <a:pt x="39298" y="48059"/>
                  </a:lnTo>
                </a:path>
              </a:pathLst>
            </a:custGeom>
            <a:noFill/>
            <a:ln w="20003">
              <a:solidFill>
                <a:srgbClr val="E5E8EB"/>
              </a:solidFill>
            </a:ln>
          </p:spPr>
        </p:sp>
        <p:sp>
          <p:nvSpPr>
            <p:cNvPr id="4458" name="Output_receptor__4457">
              <a:extLst>
                <a:ext uri="{FF2B5EF4-FFF2-40B4-BE49-F238E27FC236}">
                  <a16:creationId xmlns:a16="http://schemas.microsoft.com/office/drawing/2014/main" id="{9EF7F588-B22C-5BF0-674B-BBC6F9474607}"/>
                </a:ext>
              </a:extLst>
            </p:cNvPr>
            <p:cNvSpPr>
              <a:spLocks noGrp="1"/>
            </p:cNvSpPr>
            <p:nvPr/>
          </p:nvSpPr>
          <p:spPr>
            <a:xfrm>
              <a:off x="16476952" y="4010097"/>
              <a:ext cx="37882" cy="58535"/>
            </a:xfrm>
            <a:custGeom>
              <a:avLst/>
              <a:gdLst/>
              <a:ahLst/>
              <a:cxnLst/>
              <a:rect l="0" t="0" r="0" b="0"/>
              <a:pathLst>
                <a:path w="37882" h="58535">
                  <a:moveTo>
                    <a:pt x="37882" y="58535"/>
                  </a:moveTo>
                  <a:lnTo>
                    <a:pt x="0" y="0"/>
                  </a:lnTo>
                </a:path>
              </a:pathLst>
            </a:custGeom>
            <a:noFill/>
            <a:ln w="20003">
              <a:solidFill>
                <a:srgbClr val="E5E8EB"/>
              </a:solidFill>
            </a:ln>
          </p:spPr>
        </p:sp>
        <p:sp>
          <p:nvSpPr>
            <p:cNvPr id="4459" name="Output_receptor__4458">
              <a:extLst>
                <a:ext uri="{FF2B5EF4-FFF2-40B4-BE49-F238E27FC236}">
                  <a16:creationId xmlns:a16="http://schemas.microsoft.com/office/drawing/2014/main" id="{6FF2C1A4-C19C-8D5B-9C36-4597EEC33BCE}"/>
                </a:ext>
              </a:extLst>
            </p:cNvPr>
            <p:cNvSpPr>
              <a:spLocks noGrp="1"/>
            </p:cNvSpPr>
            <p:nvPr/>
          </p:nvSpPr>
          <p:spPr>
            <a:xfrm>
              <a:off x="16424178" y="4082743"/>
              <a:ext cx="29609" cy="16253"/>
            </a:xfrm>
            <a:custGeom>
              <a:avLst/>
              <a:gdLst/>
              <a:ahLst/>
              <a:cxnLst/>
              <a:rect l="0" t="0" r="0" b="0"/>
              <a:pathLst>
                <a:path w="29609" h="16253">
                  <a:moveTo>
                    <a:pt x="0" y="0"/>
                  </a:moveTo>
                  <a:lnTo>
                    <a:pt x="29609" y="16253"/>
                  </a:lnTo>
                </a:path>
              </a:pathLst>
            </a:custGeom>
            <a:noFill/>
            <a:ln w="20003">
              <a:solidFill>
                <a:srgbClr val="E5E8EB"/>
              </a:solidFill>
            </a:ln>
          </p:spPr>
        </p:sp>
        <p:sp>
          <p:nvSpPr>
            <p:cNvPr id="4460" name="Output_receptor__4459">
              <a:extLst>
                <a:ext uri="{FF2B5EF4-FFF2-40B4-BE49-F238E27FC236}">
                  <a16:creationId xmlns:a16="http://schemas.microsoft.com/office/drawing/2014/main" id="{DA4E14D4-783C-8CFD-63A7-205531D5DD3B}"/>
                </a:ext>
              </a:extLst>
            </p:cNvPr>
            <p:cNvSpPr>
              <a:spLocks noGrp="1"/>
            </p:cNvSpPr>
            <p:nvPr/>
          </p:nvSpPr>
          <p:spPr>
            <a:xfrm>
              <a:off x="15802218" y="3969341"/>
              <a:ext cx="54632" cy="14653"/>
            </a:xfrm>
            <a:custGeom>
              <a:avLst/>
              <a:gdLst/>
              <a:ahLst/>
              <a:cxnLst/>
              <a:rect l="0" t="0" r="0" b="0"/>
              <a:pathLst>
                <a:path w="54632" h="14653">
                  <a:moveTo>
                    <a:pt x="0" y="14653"/>
                  </a:moveTo>
                  <a:lnTo>
                    <a:pt x="54632" y="0"/>
                  </a:lnTo>
                </a:path>
              </a:pathLst>
            </a:custGeom>
            <a:noFill/>
            <a:ln w="20003">
              <a:solidFill>
                <a:srgbClr val="E5E8EB"/>
              </a:solidFill>
            </a:ln>
          </p:spPr>
        </p:sp>
        <p:sp>
          <p:nvSpPr>
            <p:cNvPr id="4461" name="Output_receptor__4460">
              <a:extLst>
                <a:ext uri="{FF2B5EF4-FFF2-40B4-BE49-F238E27FC236}">
                  <a16:creationId xmlns:a16="http://schemas.microsoft.com/office/drawing/2014/main" id="{9536664B-636B-110E-084F-F86FB359EB38}"/>
                </a:ext>
              </a:extLst>
            </p:cNvPr>
            <p:cNvSpPr>
              <a:spLocks noGrp="1"/>
            </p:cNvSpPr>
            <p:nvPr/>
          </p:nvSpPr>
          <p:spPr>
            <a:xfrm>
              <a:off x="15538704" y="4154681"/>
              <a:ext cx="38172" cy="36690"/>
            </a:xfrm>
            <a:custGeom>
              <a:avLst/>
              <a:gdLst/>
              <a:ahLst/>
              <a:cxnLst/>
              <a:rect l="0" t="0" r="0" b="0"/>
              <a:pathLst>
                <a:path w="38172" h="36690">
                  <a:moveTo>
                    <a:pt x="0" y="36690"/>
                  </a:moveTo>
                  <a:lnTo>
                    <a:pt x="38172" y="0"/>
                  </a:lnTo>
                </a:path>
              </a:pathLst>
            </a:custGeom>
            <a:noFill/>
            <a:ln w="20003">
              <a:solidFill>
                <a:srgbClr val="E5E8EB"/>
              </a:solidFill>
            </a:ln>
          </p:spPr>
        </p:sp>
        <p:sp>
          <p:nvSpPr>
            <p:cNvPr id="4462" name="Output_receptor__4461">
              <a:extLst>
                <a:ext uri="{FF2B5EF4-FFF2-40B4-BE49-F238E27FC236}">
                  <a16:creationId xmlns:a16="http://schemas.microsoft.com/office/drawing/2014/main" id="{2BD02985-4D26-9B8C-9B44-562BE80D2277}"/>
                </a:ext>
              </a:extLst>
            </p:cNvPr>
            <p:cNvSpPr>
              <a:spLocks noGrp="1"/>
            </p:cNvSpPr>
            <p:nvPr/>
          </p:nvSpPr>
          <p:spPr>
            <a:xfrm>
              <a:off x="15736966" y="4433724"/>
              <a:ext cx="44859" cy="48054"/>
            </a:xfrm>
            <a:custGeom>
              <a:avLst/>
              <a:gdLst/>
              <a:ahLst/>
              <a:cxnLst/>
              <a:rect l="0" t="0" r="0" b="0"/>
              <a:pathLst>
                <a:path w="44859" h="48054">
                  <a:moveTo>
                    <a:pt x="0" y="48054"/>
                  </a:moveTo>
                  <a:lnTo>
                    <a:pt x="44859" y="0"/>
                  </a:lnTo>
                </a:path>
              </a:pathLst>
            </a:custGeom>
            <a:noFill/>
            <a:ln w="20003">
              <a:solidFill>
                <a:srgbClr val="E5E8EB"/>
              </a:solidFill>
            </a:ln>
          </p:spPr>
        </p:sp>
        <p:sp>
          <p:nvSpPr>
            <p:cNvPr id="4463" name="Output_receptor__4462">
              <a:extLst>
                <a:ext uri="{FF2B5EF4-FFF2-40B4-BE49-F238E27FC236}">
                  <a16:creationId xmlns:a16="http://schemas.microsoft.com/office/drawing/2014/main" id="{9F988CC2-406E-B76E-1ECA-73DA16D8D2AD}"/>
                </a:ext>
              </a:extLst>
            </p:cNvPr>
            <p:cNvSpPr>
              <a:spLocks noGrp="1"/>
            </p:cNvSpPr>
            <p:nvPr/>
          </p:nvSpPr>
          <p:spPr>
            <a:xfrm>
              <a:off x="15816475" y="4246192"/>
              <a:ext cx="68700" cy="439"/>
            </a:xfrm>
            <a:custGeom>
              <a:avLst/>
              <a:gdLst/>
              <a:ahLst/>
              <a:cxnLst/>
              <a:rect l="0" t="0" r="0" b="0"/>
              <a:pathLst>
                <a:path w="68700" h="439">
                  <a:moveTo>
                    <a:pt x="0" y="439"/>
                  </a:moveTo>
                  <a:lnTo>
                    <a:pt x="68700" y="0"/>
                  </a:lnTo>
                </a:path>
              </a:pathLst>
            </a:custGeom>
            <a:noFill/>
            <a:ln w="20003">
              <a:solidFill>
                <a:srgbClr val="E5E8EB"/>
              </a:solidFill>
            </a:ln>
          </p:spPr>
        </p:sp>
        <p:sp>
          <p:nvSpPr>
            <p:cNvPr id="4464" name="Output_receptor__4463">
              <a:extLst>
                <a:ext uri="{FF2B5EF4-FFF2-40B4-BE49-F238E27FC236}">
                  <a16:creationId xmlns:a16="http://schemas.microsoft.com/office/drawing/2014/main" id="{206375C6-64CD-77D5-BA76-11241C48925C}"/>
                </a:ext>
              </a:extLst>
            </p:cNvPr>
            <p:cNvSpPr>
              <a:spLocks noGrp="1"/>
            </p:cNvSpPr>
            <p:nvPr/>
          </p:nvSpPr>
          <p:spPr>
            <a:xfrm>
              <a:off x="16787455" y="3959465"/>
              <a:ext cx="23084" cy="64590"/>
            </a:xfrm>
            <a:custGeom>
              <a:avLst/>
              <a:gdLst/>
              <a:ahLst/>
              <a:cxnLst/>
              <a:rect l="0" t="0" r="0" b="0"/>
              <a:pathLst>
                <a:path w="23084" h="64590">
                  <a:moveTo>
                    <a:pt x="0" y="64590"/>
                  </a:moveTo>
                  <a:lnTo>
                    <a:pt x="23084" y="0"/>
                  </a:lnTo>
                </a:path>
              </a:pathLst>
            </a:custGeom>
            <a:noFill/>
            <a:ln w="20003">
              <a:solidFill>
                <a:srgbClr val="E5E8EB"/>
              </a:solidFill>
            </a:ln>
          </p:spPr>
        </p:sp>
        <p:sp>
          <p:nvSpPr>
            <p:cNvPr id="4465" name="Output_receptor__4464">
              <a:extLst>
                <a:ext uri="{FF2B5EF4-FFF2-40B4-BE49-F238E27FC236}">
                  <a16:creationId xmlns:a16="http://schemas.microsoft.com/office/drawing/2014/main" id="{050A197E-4445-A89E-7BD2-C9C6747FC926}"/>
                </a:ext>
              </a:extLst>
            </p:cNvPr>
            <p:cNvSpPr>
              <a:spLocks noGrp="1"/>
            </p:cNvSpPr>
            <p:nvPr/>
          </p:nvSpPr>
          <p:spPr>
            <a:xfrm>
              <a:off x="15845716" y="4017400"/>
              <a:ext cx="50431" cy="50796"/>
            </a:xfrm>
            <a:custGeom>
              <a:avLst/>
              <a:gdLst/>
              <a:ahLst/>
              <a:cxnLst/>
              <a:rect l="0" t="0" r="0" b="0"/>
              <a:pathLst>
                <a:path w="50431" h="50796">
                  <a:moveTo>
                    <a:pt x="50431" y="0"/>
                  </a:moveTo>
                  <a:lnTo>
                    <a:pt x="0" y="50796"/>
                  </a:lnTo>
                </a:path>
              </a:pathLst>
            </a:custGeom>
            <a:noFill/>
            <a:ln w="20003">
              <a:solidFill>
                <a:srgbClr val="E5E8EB"/>
              </a:solidFill>
            </a:ln>
          </p:spPr>
        </p:sp>
        <p:sp>
          <p:nvSpPr>
            <p:cNvPr id="4466" name="Output_receptor__4465">
              <a:extLst>
                <a:ext uri="{FF2B5EF4-FFF2-40B4-BE49-F238E27FC236}">
                  <a16:creationId xmlns:a16="http://schemas.microsoft.com/office/drawing/2014/main" id="{6CED9715-F2E0-8288-48A9-730EDDB0AF60}"/>
                </a:ext>
              </a:extLst>
            </p:cNvPr>
            <p:cNvSpPr>
              <a:spLocks noGrp="1"/>
            </p:cNvSpPr>
            <p:nvPr/>
          </p:nvSpPr>
          <p:spPr>
            <a:xfrm>
              <a:off x="15566197" y="4090212"/>
              <a:ext cx="10680" cy="64469"/>
            </a:xfrm>
            <a:custGeom>
              <a:avLst/>
              <a:gdLst/>
              <a:ahLst/>
              <a:cxnLst/>
              <a:rect l="0" t="0" r="0" b="0"/>
              <a:pathLst>
                <a:path w="10680" h="64469">
                  <a:moveTo>
                    <a:pt x="10680" y="64469"/>
                  </a:moveTo>
                  <a:lnTo>
                    <a:pt x="0" y="0"/>
                  </a:lnTo>
                </a:path>
              </a:pathLst>
            </a:custGeom>
            <a:noFill/>
            <a:ln w="20003">
              <a:solidFill>
                <a:srgbClr val="E5E8EB"/>
              </a:solidFill>
            </a:ln>
          </p:spPr>
        </p:sp>
        <p:sp>
          <p:nvSpPr>
            <p:cNvPr id="4467" name="Output_receptor__4466">
              <a:extLst>
                <a:ext uri="{FF2B5EF4-FFF2-40B4-BE49-F238E27FC236}">
                  <a16:creationId xmlns:a16="http://schemas.microsoft.com/office/drawing/2014/main" id="{AE3CFB82-2F0F-9BD8-9BDD-EE5B694507A1}"/>
                </a:ext>
              </a:extLst>
            </p:cNvPr>
            <p:cNvSpPr>
              <a:spLocks noGrp="1"/>
            </p:cNvSpPr>
            <p:nvPr/>
          </p:nvSpPr>
          <p:spPr>
            <a:xfrm>
              <a:off x="15885176" y="4246192"/>
              <a:ext cx="18434" cy="57733"/>
            </a:xfrm>
            <a:custGeom>
              <a:avLst/>
              <a:gdLst/>
              <a:ahLst/>
              <a:cxnLst/>
              <a:rect l="0" t="0" r="0" b="0"/>
              <a:pathLst>
                <a:path w="18434" h="57733">
                  <a:moveTo>
                    <a:pt x="0" y="0"/>
                  </a:moveTo>
                  <a:lnTo>
                    <a:pt x="18434" y="57733"/>
                  </a:lnTo>
                </a:path>
              </a:pathLst>
            </a:custGeom>
            <a:noFill/>
            <a:ln w="20003">
              <a:solidFill>
                <a:srgbClr val="E5E8EB"/>
              </a:solidFill>
            </a:ln>
          </p:spPr>
        </p:sp>
        <p:sp>
          <p:nvSpPr>
            <p:cNvPr id="4468" name="Output_receptor__4467">
              <a:extLst>
                <a:ext uri="{FF2B5EF4-FFF2-40B4-BE49-F238E27FC236}">
                  <a16:creationId xmlns:a16="http://schemas.microsoft.com/office/drawing/2014/main" id="{B3777DC6-BBEC-F755-9F1F-1EFB19D6591E}"/>
                </a:ext>
              </a:extLst>
            </p:cNvPr>
            <p:cNvSpPr>
              <a:spLocks noGrp="1"/>
            </p:cNvSpPr>
            <p:nvPr/>
          </p:nvSpPr>
          <p:spPr>
            <a:xfrm>
              <a:off x="16593748" y="3385001"/>
              <a:ext cx="21416" cy="9792"/>
            </a:xfrm>
            <a:custGeom>
              <a:avLst/>
              <a:gdLst/>
              <a:ahLst/>
              <a:cxnLst/>
              <a:rect l="0" t="0" r="0" b="0"/>
              <a:pathLst>
                <a:path w="21416" h="9792">
                  <a:moveTo>
                    <a:pt x="21416" y="9792"/>
                  </a:moveTo>
                  <a:lnTo>
                    <a:pt x="0" y="0"/>
                  </a:lnTo>
                </a:path>
              </a:pathLst>
            </a:custGeom>
            <a:noFill/>
            <a:ln w="8096">
              <a:solidFill>
                <a:srgbClr val="E5E8EB"/>
              </a:solidFill>
            </a:ln>
          </p:spPr>
        </p:sp>
        <p:sp>
          <p:nvSpPr>
            <p:cNvPr id="4469" name="Output_receptor__4468">
              <a:extLst>
                <a:ext uri="{FF2B5EF4-FFF2-40B4-BE49-F238E27FC236}">
                  <a16:creationId xmlns:a16="http://schemas.microsoft.com/office/drawing/2014/main" id="{98A66D19-BC48-BDC0-64A8-990B289C1BED}"/>
                </a:ext>
              </a:extLst>
            </p:cNvPr>
            <p:cNvSpPr>
              <a:spLocks noGrp="1"/>
            </p:cNvSpPr>
            <p:nvPr/>
          </p:nvSpPr>
          <p:spPr>
            <a:xfrm>
              <a:off x="15744654" y="4322011"/>
              <a:ext cx="6254" cy="47063"/>
            </a:xfrm>
            <a:custGeom>
              <a:avLst/>
              <a:gdLst/>
              <a:ahLst/>
              <a:cxnLst/>
              <a:rect l="0" t="0" r="0" b="0"/>
              <a:pathLst>
                <a:path w="6254" h="47063">
                  <a:moveTo>
                    <a:pt x="0" y="47063"/>
                  </a:moveTo>
                  <a:lnTo>
                    <a:pt x="6254" y="0"/>
                  </a:lnTo>
                </a:path>
              </a:pathLst>
            </a:custGeom>
            <a:noFill/>
            <a:ln w="20003">
              <a:solidFill>
                <a:srgbClr val="E5E9EB"/>
              </a:solidFill>
            </a:ln>
          </p:spPr>
        </p:sp>
        <p:sp>
          <p:nvSpPr>
            <p:cNvPr id="4470" name="Output_receptor__4469">
              <a:extLst>
                <a:ext uri="{FF2B5EF4-FFF2-40B4-BE49-F238E27FC236}">
                  <a16:creationId xmlns:a16="http://schemas.microsoft.com/office/drawing/2014/main" id="{69858F1A-A97D-1886-8314-39C52B53574A}"/>
                </a:ext>
              </a:extLst>
            </p:cNvPr>
            <p:cNvSpPr>
              <a:spLocks noGrp="1"/>
            </p:cNvSpPr>
            <p:nvPr/>
          </p:nvSpPr>
          <p:spPr>
            <a:xfrm>
              <a:off x="16679768" y="3864829"/>
              <a:ext cx="71945" cy="7814"/>
            </a:xfrm>
            <a:custGeom>
              <a:avLst/>
              <a:gdLst/>
              <a:ahLst/>
              <a:cxnLst/>
              <a:rect l="0" t="0" r="0" b="0"/>
              <a:pathLst>
                <a:path w="71945" h="7814">
                  <a:moveTo>
                    <a:pt x="71945" y="0"/>
                  </a:moveTo>
                  <a:lnTo>
                    <a:pt x="0" y="7814"/>
                  </a:lnTo>
                </a:path>
              </a:pathLst>
            </a:custGeom>
            <a:noFill/>
            <a:ln w="20003">
              <a:solidFill>
                <a:srgbClr val="E5E9EB"/>
              </a:solidFill>
            </a:ln>
          </p:spPr>
        </p:sp>
        <p:sp>
          <p:nvSpPr>
            <p:cNvPr id="4471" name="Output_receptor__4470">
              <a:extLst>
                <a:ext uri="{FF2B5EF4-FFF2-40B4-BE49-F238E27FC236}">
                  <a16:creationId xmlns:a16="http://schemas.microsoft.com/office/drawing/2014/main" id="{661E4DC0-DB95-A1AA-698C-D8B09DD59362}"/>
                </a:ext>
              </a:extLst>
            </p:cNvPr>
            <p:cNvSpPr>
              <a:spLocks noGrp="1"/>
            </p:cNvSpPr>
            <p:nvPr/>
          </p:nvSpPr>
          <p:spPr>
            <a:xfrm>
              <a:off x="16453787" y="4068632"/>
              <a:ext cx="61048" cy="30365"/>
            </a:xfrm>
            <a:custGeom>
              <a:avLst/>
              <a:gdLst/>
              <a:ahLst/>
              <a:cxnLst/>
              <a:rect l="0" t="0" r="0" b="0"/>
              <a:pathLst>
                <a:path w="61048" h="30365">
                  <a:moveTo>
                    <a:pt x="0" y="30365"/>
                  </a:moveTo>
                  <a:lnTo>
                    <a:pt x="61048" y="0"/>
                  </a:lnTo>
                </a:path>
              </a:pathLst>
            </a:custGeom>
            <a:noFill/>
            <a:ln w="20003">
              <a:solidFill>
                <a:srgbClr val="E5E9EB"/>
              </a:solidFill>
            </a:ln>
          </p:spPr>
        </p:sp>
        <p:sp>
          <p:nvSpPr>
            <p:cNvPr id="4472" name="Output_receptor__4471">
              <a:extLst>
                <a:ext uri="{FF2B5EF4-FFF2-40B4-BE49-F238E27FC236}">
                  <a16:creationId xmlns:a16="http://schemas.microsoft.com/office/drawing/2014/main" id="{827F77E2-BFEB-94D3-C7EE-46DADCA83D15}"/>
                </a:ext>
              </a:extLst>
            </p:cNvPr>
            <p:cNvSpPr>
              <a:spLocks noGrp="1"/>
            </p:cNvSpPr>
            <p:nvPr/>
          </p:nvSpPr>
          <p:spPr>
            <a:xfrm>
              <a:off x="15975982" y="4021150"/>
              <a:ext cx="62841" cy="25726"/>
            </a:xfrm>
            <a:custGeom>
              <a:avLst/>
              <a:gdLst/>
              <a:ahLst/>
              <a:cxnLst/>
              <a:rect l="0" t="0" r="0" b="0"/>
              <a:pathLst>
                <a:path w="62841" h="25726">
                  <a:moveTo>
                    <a:pt x="62841" y="0"/>
                  </a:moveTo>
                  <a:lnTo>
                    <a:pt x="0" y="25726"/>
                  </a:lnTo>
                </a:path>
              </a:pathLst>
            </a:custGeom>
            <a:noFill/>
            <a:ln w="20003">
              <a:solidFill>
                <a:srgbClr val="E5E9EB"/>
              </a:solidFill>
            </a:ln>
          </p:spPr>
        </p:sp>
        <p:sp>
          <p:nvSpPr>
            <p:cNvPr id="4473" name="Output_receptor__4472">
              <a:extLst>
                <a:ext uri="{FF2B5EF4-FFF2-40B4-BE49-F238E27FC236}">
                  <a16:creationId xmlns:a16="http://schemas.microsoft.com/office/drawing/2014/main" id="{D68B0D66-C06F-63CF-776D-9448A6AE99A2}"/>
                </a:ext>
              </a:extLst>
            </p:cNvPr>
            <p:cNvSpPr>
              <a:spLocks noGrp="1"/>
            </p:cNvSpPr>
            <p:nvPr/>
          </p:nvSpPr>
          <p:spPr>
            <a:xfrm>
              <a:off x="15487663" y="4102283"/>
              <a:ext cx="7848" cy="25608"/>
            </a:xfrm>
            <a:custGeom>
              <a:avLst/>
              <a:gdLst/>
              <a:ahLst/>
              <a:cxnLst/>
              <a:rect l="0" t="0" r="0" b="0"/>
              <a:pathLst>
                <a:path w="7848" h="25608">
                  <a:moveTo>
                    <a:pt x="7848" y="0"/>
                  </a:moveTo>
                  <a:lnTo>
                    <a:pt x="0" y="25608"/>
                  </a:lnTo>
                </a:path>
              </a:pathLst>
            </a:custGeom>
            <a:noFill/>
            <a:ln w="20003">
              <a:solidFill>
                <a:srgbClr val="E5E9EB"/>
              </a:solidFill>
            </a:ln>
          </p:spPr>
        </p:sp>
        <p:sp>
          <p:nvSpPr>
            <p:cNvPr id="4474" name="Output_receptor__4473">
              <a:extLst>
                <a:ext uri="{FF2B5EF4-FFF2-40B4-BE49-F238E27FC236}">
                  <a16:creationId xmlns:a16="http://schemas.microsoft.com/office/drawing/2014/main" id="{E44F4912-1DE4-F4EC-FF21-C1FDA11CEA0A}"/>
                </a:ext>
              </a:extLst>
            </p:cNvPr>
            <p:cNvSpPr>
              <a:spLocks noGrp="1"/>
            </p:cNvSpPr>
            <p:nvPr/>
          </p:nvSpPr>
          <p:spPr>
            <a:xfrm>
              <a:off x="16520002" y="4177130"/>
              <a:ext cx="34062" cy="45994"/>
            </a:xfrm>
            <a:custGeom>
              <a:avLst/>
              <a:gdLst/>
              <a:ahLst/>
              <a:cxnLst/>
              <a:rect l="0" t="0" r="0" b="0"/>
              <a:pathLst>
                <a:path w="34062" h="45994">
                  <a:moveTo>
                    <a:pt x="34062" y="0"/>
                  </a:moveTo>
                  <a:lnTo>
                    <a:pt x="0" y="45994"/>
                  </a:lnTo>
                </a:path>
              </a:pathLst>
            </a:custGeom>
            <a:noFill/>
            <a:ln w="8096">
              <a:solidFill>
                <a:srgbClr val="E5E9EB"/>
              </a:solidFill>
            </a:ln>
          </p:spPr>
        </p:sp>
        <p:sp>
          <p:nvSpPr>
            <p:cNvPr id="4475" name="Output_receptor__4474">
              <a:extLst>
                <a:ext uri="{FF2B5EF4-FFF2-40B4-BE49-F238E27FC236}">
                  <a16:creationId xmlns:a16="http://schemas.microsoft.com/office/drawing/2014/main" id="{A6B5A35F-B444-D91A-99F2-B527F979B858}"/>
                </a:ext>
              </a:extLst>
            </p:cNvPr>
            <p:cNvSpPr>
              <a:spLocks noGrp="1"/>
            </p:cNvSpPr>
            <p:nvPr/>
          </p:nvSpPr>
          <p:spPr>
            <a:xfrm>
              <a:off x="16444187" y="4007141"/>
              <a:ext cx="32765" cy="2956"/>
            </a:xfrm>
            <a:custGeom>
              <a:avLst/>
              <a:gdLst/>
              <a:ahLst/>
              <a:cxnLst/>
              <a:rect l="0" t="0" r="0" b="0"/>
              <a:pathLst>
                <a:path w="32765" h="2956">
                  <a:moveTo>
                    <a:pt x="32765" y="2956"/>
                  </a:moveTo>
                  <a:lnTo>
                    <a:pt x="0" y="0"/>
                  </a:lnTo>
                </a:path>
              </a:pathLst>
            </a:custGeom>
            <a:noFill/>
            <a:ln w="20003">
              <a:solidFill>
                <a:srgbClr val="E5E9EB"/>
              </a:solidFill>
            </a:ln>
          </p:spPr>
        </p:sp>
        <p:sp>
          <p:nvSpPr>
            <p:cNvPr id="4476" name="Output_receptor__4475">
              <a:extLst>
                <a:ext uri="{FF2B5EF4-FFF2-40B4-BE49-F238E27FC236}">
                  <a16:creationId xmlns:a16="http://schemas.microsoft.com/office/drawing/2014/main" id="{7FB3D4C6-D992-1C36-DB39-211F5FF92FB5}"/>
                </a:ext>
              </a:extLst>
            </p:cNvPr>
            <p:cNvSpPr>
              <a:spLocks noGrp="1"/>
            </p:cNvSpPr>
            <p:nvPr/>
          </p:nvSpPr>
          <p:spPr>
            <a:xfrm>
              <a:off x="16030855" y="4075716"/>
              <a:ext cx="46289" cy="46348"/>
            </a:xfrm>
            <a:custGeom>
              <a:avLst/>
              <a:gdLst/>
              <a:ahLst/>
              <a:cxnLst/>
              <a:rect l="0" t="0" r="0" b="0"/>
              <a:pathLst>
                <a:path w="46289" h="46348">
                  <a:moveTo>
                    <a:pt x="0" y="46348"/>
                  </a:moveTo>
                  <a:lnTo>
                    <a:pt x="46289" y="0"/>
                  </a:lnTo>
                </a:path>
              </a:pathLst>
            </a:custGeom>
            <a:noFill/>
            <a:ln w="20003">
              <a:solidFill>
                <a:srgbClr val="E5E9EB"/>
              </a:solidFill>
            </a:ln>
          </p:spPr>
        </p:sp>
        <p:sp>
          <p:nvSpPr>
            <p:cNvPr id="4477" name="Output_receptor__4476">
              <a:extLst>
                <a:ext uri="{FF2B5EF4-FFF2-40B4-BE49-F238E27FC236}">
                  <a16:creationId xmlns:a16="http://schemas.microsoft.com/office/drawing/2014/main" id="{82B41BB9-7C0E-AB94-9F08-8F18FA42E3EB}"/>
                </a:ext>
              </a:extLst>
            </p:cNvPr>
            <p:cNvSpPr>
              <a:spLocks noGrp="1"/>
            </p:cNvSpPr>
            <p:nvPr/>
          </p:nvSpPr>
          <p:spPr>
            <a:xfrm>
              <a:off x="16038823" y="4021150"/>
              <a:ext cx="38321" cy="54566"/>
            </a:xfrm>
            <a:custGeom>
              <a:avLst/>
              <a:gdLst/>
              <a:ahLst/>
              <a:cxnLst/>
              <a:rect l="0" t="0" r="0" b="0"/>
              <a:pathLst>
                <a:path w="38321" h="54566">
                  <a:moveTo>
                    <a:pt x="38321" y="54566"/>
                  </a:moveTo>
                  <a:lnTo>
                    <a:pt x="0" y="0"/>
                  </a:lnTo>
                </a:path>
              </a:pathLst>
            </a:custGeom>
            <a:noFill/>
            <a:ln w="20003">
              <a:solidFill>
                <a:srgbClr val="E5E9EB"/>
              </a:solidFill>
            </a:ln>
          </p:spPr>
        </p:sp>
        <p:sp>
          <p:nvSpPr>
            <p:cNvPr id="4478" name="Output_receptor__4477">
              <a:extLst>
                <a:ext uri="{FF2B5EF4-FFF2-40B4-BE49-F238E27FC236}">
                  <a16:creationId xmlns:a16="http://schemas.microsoft.com/office/drawing/2014/main" id="{FF748976-BD71-63C2-AE83-B732D93191E1}"/>
                </a:ext>
              </a:extLst>
            </p:cNvPr>
            <p:cNvSpPr>
              <a:spLocks noGrp="1"/>
            </p:cNvSpPr>
            <p:nvPr/>
          </p:nvSpPr>
          <p:spPr>
            <a:xfrm>
              <a:off x="15655063" y="4206371"/>
              <a:ext cx="61531" cy="7985"/>
            </a:xfrm>
            <a:custGeom>
              <a:avLst/>
              <a:gdLst/>
              <a:ahLst/>
              <a:cxnLst/>
              <a:rect l="0" t="0" r="0" b="0"/>
              <a:pathLst>
                <a:path w="61531" h="7985">
                  <a:moveTo>
                    <a:pt x="61531" y="7985"/>
                  </a:moveTo>
                  <a:lnTo>
                    <a:pt x="0" y="0"/>
                  </a:lnTo>
                </a:path>
              </a:pathLst>
            </a:custGeom>
            <a:noFill/>
            <a:ln w="20003">
              <a:solidFill>
                <a:srgbClr val="E5E9EB"/>
              </a:solidFill>
            </a:ln>
          </p:spPr>
        </p:sp>
        <p:sp>
          <p:nvSpPr>
            <p:cNvPr id="4479" name="Output_receptor__4478">
              <a:extLst>
                <a:ext uri="{FF2B5EF4-FFF2-40B4-BE49-F238E27FC236}">
                  <a16:creationId xmlns:a16="http://schemas.microsoft.com/office/drawing/2014/main" id="{1EFC9E72-79E1-CE01-4A78-CC3F562FB993}"/>
                </a:ext>
              </a:extLst>
            </p:cNvPr>
            <p:cNvSpPr>
              <a:spLocks noGrp="1"/>
            </p:cNvSpPr>
            <p:nvPr/>
          </p:nvSpPr>
          <p:spPr>
            <a:xfrm>
              <a:off x="15843719" y="4303925"/>
              <a:ext cx="59890" cy="35846"/>
            </a:xfrm>
            <a:custGeom>
              <a:avLst/>
              <a:gdLst/>
              <a:ahLst/>
              <a:cxnLst/>
              <a:rect l="0" t="0" r="0" b="0"/>
              <a:pathLst>
                <a:path w="59890" h="35846">
                  <a:moveTo>
                    <a:pt x="59890" y="0"/>
                  </a:moveTo>
                  <a:lnTo>
                    <a:pt x="0" y="35846"/>
                  </a:lnTo>
                </a:path>
              </a:pathLst>
            </a:custGeom>
            <a:noFill/>
            <a:ln w="20003">
              <a:solidFill>
                <a:srgbClr val="E5E9EB"/>
              </a:solidFill>
            </a:ln>
          </p:spPr>
        </p:sp>
        <p:sp>
          <p:nvSpPr>
            <p:cNvPr id="4480" name="Output_receptor__4479">
              <a:extLst>
                <a:ext uri="{FF2B5EF4-FFF2-40B4-BE49-F238E27FC236}">
                  <a16:creationId xmlns:a16="http://schemas.microsoft.com/office/drawing/2014/main" id="{541CB08F-296F-D5FF-7D99-A350B596EFC6}"/>
                </a:ext>
              </a:extLst>
            </p:cNvPr>
            <p:cNvSpPr>
              <a:spLocks noGrp="1"/>
            </p:cNvSpPr>
            <p:nvPr/>
          </p:nvSpPr>
          <p:spPr>
            <a:xfrm>
              <a:off x="15688312" y="4369074"/>
              <a:ext cx="56342" cy="32493"/>
            </a:xfrm>
            <a:custGeom>
              <a:avLst/>
              <a:gdLst/>
              <a:ahLst/>
              <a:cxnLst/>
              <a:rect l="0" t="0" r="0" b="0"/>
              <a:pathLst>
                <a:path w="56342" h="32493">
                  <a:moveTo>
                    <a:pt x="0" y="32493"/>
                  </a:moveTo>
                  <a:lnTo>
                    <a:pt x="56342" y="0"/>
                  </a:lnTo>
                </a:path>
              </a:pathLst>
            </a:custGeom>
            <a:noFill/>
            <a:ln w="20003">
              <a:solidFill>
                <a:srgbClr val="E5E9EB"/>
              </a:solidFill>
            </a:ln>
          </p:spPr>
        </p:sp>
        <p:sp>
          <p:nvSpPr>
            <p:cNvPr id="4481" name="Output_receptor__4480">
              <a:extLst>
                <a:ext uri="{FF2B5EF4-FFF2-40B4-BE49-F238E27FC236}">
                  <a16:creationId xmlns:a16="http://schemas.microsoft.com/office/drawing/2014/main" id="{59E96D50-C013-254E-102E-D14F0F7621FF}"/>
                </a:ext>
              </a:extLst>
            </p:cNvPr>
            <p:cNvSpPr>
              <a:spLocks noGrp="1"/>
            </p:cNvSpPr>
            <p:nvPr/>
          </p:nvSpPr>
          <p:spPr>
            <a:xfrm>
              <a:off x="15679979" y="4296004"/>
              <a:ext cx="5321" cy="11421"/>
            </a:xfrm>
            <a:custGeom>
              <a:avLst/>
              <a:gdLst/>
              <a:ahLst/>
              <a:cxnLst/>
              <a:rect l="0" t="0" r="0" b="0"/>
              <a:pathLst>
                <a:path w="5321" h="11421">
                  <a:moveTo>
                    <a:pt x="0" y="11421"/>
                  </a:moveTo>
                  <a:lnTo>
                    <a:pt x="5321" y="0"/>
                  </a:lnTo>
                </a:path>
              </a:pathLst>
            </a:custGeom>
            <a:noFill/>
            <a:ln w="20003">
              <a:solidFill>
                <a:srgbClr val="E5E9EB"/>
              </a:solidFill>
            </a:ln>
          </p:spPr>
        </p:sp>
        <p:sp>
          <p:nvSpPr>
            <p:cNvPr id="4482" name="Output_receptor__4481">
              <a:extLst>
                <a:ext uri="{FF2B5EF4-FFF2-40B4-BE49-F238E27FC236}">
                  <a16:creationId xmlns:a16="http://schemas.microsoft.com/office/drawing/2014/main" id="{8F716E31-3825-223A-673E-D5F336270A8D}"/>
                </a:ext>
              </a:extLst>
            </p:cNvPr>
            <p:cNvSpPr>
              <a:spLocks noGrp="1"/>
            </p:cNvSpPr>
            <p:nvPr/>
          </p:nvSpPr>
          <p:spPr>
            <a:xfrm>
              <a:off x="15716594" y="4214356"/>
              <a:ext cx="27195" cy="39533"/>
            </a:xfrm>
            <a:custGeom>
              <a:avLst/>
              <a:gdLst/>
              <a:ahLst/>
              <a:cxnLst/>
              <a:rect l="0" t="0" r="0" b="0"/>
              <a:pathLst>
                <a:path w="27195" h="39533">
                  <a:moveTo>
                    <a:pt x="27195" y="39533"/>
                  </a:moveTo>
                  <a:lnTo>
                    <a:pt x="0" y="0"/>
                  </a:lnTo>
                </a:path>
              </a:pathLst>
            </a:custGeom>
            <a:noFill/>
            <a:ln w="20003">
              <a:solidFill>
                <a:srgbClr val="E5E9EB"/>
              </a:solidFill>
            </a:ln>
          </p:spPr>
        </p:sp>
        <p:sp>
          <p:nvSpPr>
            <p:cNvPr id="4483" name="Output_receptor__4482">
              <a:extLst>
                <a:ext uri="{FF2B5EF4-FFF2-40B4-BE49-F238E27FC236}">
                  <a16:creationId xmlns:a16="http://schemas.microsoft.com/office/drawing/2014/main" id="{A098994F-2495-127F-48B4-BE52788AE2EF}"/>
                </a:ext>
              </a:extLst>
            </p:cNvPr>
            <p:cNvSpPr>
              <a:spLocks noGrp="1"/>
            </p:cNvSpPr>
            <p:nvPr/>
          </p:nvSpPr>
          <p:spPr>
            <a:xfrm>
              <a:off x="16751712" y="3864829"/>
              <a:ext cx="7529" cy="54239"/>
            </a:xfrm>
            <a:custGeom>
              <a:avLst/>
              <a:gdLst/>
              <a:ahLst/>
              <a:cxnLst/>
              <a:rect l="0" t="0" r="0" b="0"/>
              <a:pathLst>
                <a:path w="7529" h="54239">
                  <a:moveTo>
                    <a:pt x="7529" y="54239"/>
                  </a:moveTo>
                  <a:lnTo>
                    <a:pt x="0" y="0"/>
                  </a:lnTo>
                </a:path>
              </a:pathLst>
            </a:custGeom>
            <a:noFill/>
            <a:ln w="20003">
              <a:solidFill>
                <a:srgbClr val="E5E9EB"/>
              </a:solidFill>
            </a:ln>
          </p:spPr>
        </p:sp>
        <p:sp>
          <p:nvSpPr>
            <p:cNvPr id="4484" name="Output_receptor__4483">
              <a:extLst>
                <a:ext uri="{FF2B5EF4-FFF2-40B4-BE49-F238E27FC236}">
                  <a16:creationId xmlns:a16="http://schemas.microsoft.com/office/drawing/2014/main" id="{21B0485B-7592-BCF8-CD93-7A011C94F3D3}"/>
                </a:ext>
              </a:extLst>
            </p:cNvPr>
            <p:cNvSpPr>
              <a:spLocks noGrp="1"/>
            </p:cNvSpPr>
            <p:nvPr/>
          </p:nvSpPr>
          <p:spPr>
            <a:xfrm>
              <a:off x="15674663" y="4107572"/>
              <a:ext cx="55559" cy="28064"/>
            </a:xfrm>
            <a:custGeom>
              <a:avLst/>
              <a:gdLst/>
              <a:ahLst/>
              <a:cxnLst/>
              <a:rect l="0" t="0" r="0" b="0"/>
              <a:pathLst>
                <a:path w="55559" h="28064">
                  <a:moveTo>
                    <a:pt x="55559" y="28064"/>
                  </a:moveTo>
                  <a:lnTo>
                    <a:pt x="0" y="0"/>
                  </a:lnTo>
                </a:path>
              </a:pathLst>
            </a:custGeom>
            <a:noFill/>
            <a:ln w="20003">
              <a:solidFill>
                <a:srgbClr val="E5E9EB"/>
              </a:solidFill>
            </a:ln>
          </p:spPr>
        </p:sp>
        <p:sp>
          <p:nvSpPr>
            <p:cNvPr id="4485" name="Output_receptor__4484">
              <a:extLst>
                <a:ext uri="{FF2B5EF4-FFF2-40B4-BE49-F238E27FC236}">
                  <a16:creationId xmlns:a16="http://schemas.microsoft.com/office/drawing/2014/main" id="{F424E1D6-4AA8-BCF8-C782-4DBA8A143CAE}"/>
                </a:ext>
              </a:extLst>
            </p:cNvPr>
            <p:cNvSpPr>
              <a:spLocks noGrp="1"/>
            </p:cNvSpPr>
            <p:nvPr/>
          </p:nvSpPr>
          <p:spPr>
            <a:xfrm>
              <a:off x="16712292" y="3919068"/>
              <a:ext cx="46949" cy="40928"/>
            </a:xfrm>
            <a:custGeom>
              <a:avLst/>
              <a:gdLst/>
              <a:ahLst/>
              <a:cxnLst/>
              <a:rect l="0" t="0" r="0" b="0"/>
              <a:pathLst>
                <a:path w="46949" h="40928">
                  <a:moveTo>
                    <a:pt x="0" y="40928"/>
                  </a:moveTo>
                  <a:lnTo>
                    <a:pt x="46949" y="0"/>
                  </a:lnTo>
                </a:path>
              </a:pathLst>
            </a:custGeom>
            <a:noFill/>
            <a:ln w="20003">
              <a:solidFill>
                <a:srgbClr val="E5E9EB"/>
              </a:solidFill>
            </a:ln>
          </p:spPr>
        </p:sp>
        <p:sp>
          <p:nvSpPr>
            <p:cNvPr id="4486" name="Output_receptor__4485">
              <a:extLst>
                <a:ext uri="{FF2B5EF4-FFF2-40B4-BE49-F238E27FC236}">
                  <a16:creationId xmlns:a16="http://schemas.microsoft.com/office/drawing/2014/main" id="{51AAC8E9-833D-C4FF-DD21-15778A2E4EA3}"/>
                </a:ext>
              </a:extLst>
            </p:cNvPr>
            <p:cNvSpPr>
              <a:spLocks noGrp="1"/>
            </p:cNvSpPr>
            <p:nvPr/>
          </p:nvSpPr>
          <p:spPr>
            <a:xfrm>
              <a:off x="15427711" y="4019707"/>
              <a:ext cx="69323" cy="20701"/>
            </a:xfrm>
            <a:custGeom>
              <a:avLst/>
              <a:gdLst/>
              <a:ahLst/>
              <a:cxnLst/>
              <a:rect l="0" t="0" r="0" b="0"/>
              <a:pathLst>
                <a:path w="69323" h="20701">
                  <a:moveTo>
                    <a:pt x="69323" y="0"/>
                  </a:moveTo>
                  <a:lnTo>
                    <a:pt x="0" y="20701"/>
                  </a:lnTo>
                </a:path>
              </a:pathLst>
            </a:custGeom>
            <a:noFill/>
            <a:ln w="20003">
              <a:solidFill>
                <a:srgbClr val="E5E9EB"/>
              </a:solidFill>
            </a:ln>
          </p:spPr>
        </p:sp>
        <p:sp>
          <p:nvSpPr>
            <p:cNvPr id="4487" name="Output_receptor__4486">
              <a:extLst>
                <a:ext uri="{FF2B5EF4-FFF2-40B4-BE49-F238E27FC236}">
                  <a16:creationId xmlns:a16="http://schemas.microsoft.com/office/drawing/2014/main" id="{AB8ACAA8-FA47-DAD3-7E59-94EE4F687349}"/>
                </a:ext>
              </a:extLst>
            </p:cNvPr>
            <p:cNvSpPr>
              <a:spLocks noGrp="1"/>
            </p:cNvSpPr>
            <p:nvPr/>
          </p:nvSpPr>
          <p:spPr>
            <a:xfrm>
              <a:off x="15816475" y="4246631"/>
              <a:ext cx="21319" cy="9118"/>
            </a:xfrm>
            <a:custGeom>
              <a:avLst/>
              <a:gdLst/>
              <a:ahLst/>
              <a:cxnLst/>
              <a:rect l="0" t="0" r="0" b="0"/>
              <a:pathLst>
                <a:path w="21319" h="9118">
                  <a:moveTo>
                    <a:pt x="21319" y="9118"/>
                  </a:moveTo>
                  <a:lnTo>
                    <a:pt x="0" y="0"/>
                  </a:lnTo>
                </a:path>
              </a:pathLst>
            </a:custGeom>
            <a:noFill/>
            <a:ln w="20003">
              <a:solidFill>
                <a:srgbClr val="E5E9EB"/>
              </a:solidFill>
            </a:ln>
          </p:spPr>
        </p:sp>
        <p:sp>
          <p:nvSpPr>
            <p:cNvPr id="4488" name="Output_receptor__4487">
              <a:extLst>
                <a:ext uri="{FF2B5EF4-FFF2-40B4-BE49-F238E27FC236}">
                  <a16:creationId xmlns:a16="http://schemas.microsoft.com/office/drawing/2014/main" id="{89FA3709-D3D3-30D2-450E-BD95E680EEFD}"/>
                </a:ext>
              </a:extLst>
            </p:cNvPr>
            <p:cNvSpPr>
              <a:spLocks noGrp="1"/>
            </p:cNvSpPr>
            <p:nvPr/>
          </p:nvSpPr>
          <p:spPr>
            <a:xfrm>
              <a:off x="15802218" y="3975963"/>
              <a:ext cx="43827" cy="8031"/>
            </a:xfrm>
            <a:custGeom>
              <a:avLst/>
              <a:gdLst/>
              <a:ahLst/>
              <a:cxnLst/>
              <a:rect l="0" t="0" r="0" b="0"/>
              <a:pathLst>
                <a:path w="43827" h="8031">
                  <a:moveTo>
                    <a:pt x="43827" y="0"/>
                  </a:moveTo>
                  <a:lnTo>
                    <a:pt x="0" y="8031"/>
                  </a:lnTo>
                </a:path>
              </a:pathLst>
            </a:custGeom>
            <a:noFill/>
            <a:ln w="20003">
              <a:solidFill>
                <a:srgbClr val="E5E9EB"/>
              </a:solidFill>
            </a:ln>
          </p:spPr>
        </p:sp>
        <p:sp>
          <p:nvSpPr>
            <p:cNvPr id="4489" name="Output_receptor__4488">
              <a:extLst>
                <a:ext uri="{FF2B5EF4-FFF2-40B4-BE49-F238E27FC236}">
                  <a16:creationId xmlns:a16="http://schemas.microsoft.com/office/drawing/2014/main" id="{4E300220-D2CF-C4AB-075D-D1DFD45DB7AE}"/>
                </a:ext>
              </a:extLst>
            </p:cNvPr>
            <p:cNvSpPr>
              <a:spLocks noGrp="1"/>
            </p:cNvSpPr>
            <p:nvPr/>
          </p:nvSpPr>
          <p:spPr>
            <a:xfrm>
              <a:off x="16479398" y="3917029"/>
              <a:ext cx="56300" cy="44146"/>
            </a:xfrm>
            <a:custGeom>
              <a:avLst/>
              <a:gdLst/>
              <a:ahLst/>
              <a:cxnLst/>
              <a:rect l="0" t="0" r="0" b="0"/>
              <a:pathLst>
                <a:path w="56300" h="44146">
                  <a:moveTo>
                    <a:pt x="56300" y="44146"/>
                  </a:moveTo>
                  <a:lnTo>
                    <a:pt x="0" y="0"/>
                  </a:lnTo>
                </a:path>
              </a:pathLst>
            </a:custGeom>
            <a:noFill/>
            <a:ln w="20003">
              <a:solidFill>
                <a:srgbClr val="E5E9EB"/>
              </a:solidFill>
            </a:ln>
          </p:spPr>
        </p:sp>
        <p:sp>
          <p:nvSpPr>
            <p:cNvPr id="4490" name="Output_receptor__4489">
              <a:extLst>
                <a:ext uri="{FF2B5EF4-FFF2-40B4-BE49-F238E27FC236}">
                  <a16:creationId xmlns:a16="http://schemas.microsoft.com/office/drawing/2014/main" id="{49D9ED0A-1A19-82AA-B4AF-515A85EAA96C}"/>
                </a:ext>
              </a:extLst>
            </p:cNvPr>
            <p:cNvSpPr>
              <a:spLocks noGrp="1"/>
            </p:cNvSpPr>
            <p:nvPr/>
          </p:nvSpPr>
          <p:spPr>
            <a:xfrm>
              <a:off x="15627908" y="4107572"/>
              <a:ext cx="46755" cy="602"/>
            </a:xfrm>
            <a:custGeom>
              <a:avLst/>
              <a:gdLst/>
              <a:ahLst/>
              <a:cxnLst/>
              <a:rect l="0" t="0" r="0" b="0"/>
              <a:pathLst>
                <a:path w="46755" h="602">
                  <a:moveTo>
                    <a:pt x="46755" y="0"/>
                  </a:moveTo>
                  <a:lnTo>
                    <a:pt x="0" y="602"/>
                  </a:lnTo>
                </a:path>
              </a:pathLst>
            </a:custGeom>
            <a:noFill/>
            <a:ln w="20003">
              <a:solidFill>
                <a:srgbClr val="E5E9EB"/>
              </a:solidFill>
            </a:ln>
          </p:spPr>
        </p:sp>
        <p:sp>
          <p:nvSpPr>
            <p:cNvPr id="4491" name="Output_receptor__4490">
              <a:extLst>
                <a:ext uri="{FF2B5EF4-FFF2-40B4-BE49-F238E27FC236}">
                  <a16:creationId xmlns:a16="http://schemas.microsoft.com/office/drawing/2014/main" id="{20C69684-6BC7-51E5-6350-2CB203529B7C}"/>
                </a:ext>
              </a:extLst>
            </p:cNvPr>
            <p:cNvSpPr>
              <a:spLocks noGrp="1"/>
            </p:cNvSpPr>
            <p:nvPr/>
          </p:nvSpPr>
          <p:spPr>
            <a:xfrm>
              <a:off x="15794845" y="3893246"/>
              <a:ext cx="70203" cy="16636"/>
            </a:xfrm>
            <a:custGeom>
              <a:avLst/>
              <a:gdLst/>
              <a:ahLst/>
              <a:cxnLst/>
              <a:rect l="0" t="0" r="0" b="0"/>
              <a:pathLst>
                <a:path w="70203" h="16636">
                  <a:moveTo>
                    <a:pt x="0" y="0"/>
                  </a:moveTo>
                  <a:lnTo>
                    <a:pt x="70203" y="16636"/>
                  </a:lnTo>
                </a:path>
              </a:pathLst>
            </a:custGeom>
            <a:noFill/>
            <a:ln w="20003">
              <a:solidFill>
                <a:srgbClr val="E5E9EB"/>
              </a:solidFill>
            </a:ln>
          </p:spPr>
        </p:sp>
        <p:sp>
          <p:nvSpPr>
            <p:cNvPr id="4492" name="Output_receptor__4491">
              <a:extLst>
                <a:ext uri="{FF2B5EF4-FFF2-40B4-BE49-F238E27FC236}">
                  <a16:creationId xmlns:a16="http://schemas.microsoft.com/office/drawing/2014/main" id="{0C70E7B8-DD33-2748-42C9-F8225748E33D}"/>
                </a:ext>
              </a:extLst>
            </p:cNvPr>
            <p:cNvSpPr>
              <a:spLocks noGrp="1"/>
            </p:cNvSpPr>
            <p:nvPr/>
          </p:nvSpPr>
          <p:spPr>
            <a:xfrm>
              <a:off x="16210696" y="4153728"/>
              <a:ext cx="71613" cy="139"/>
            </a:xfrm>
            <a:custGeom>
              <a:avLst/>
              <a:gdLst/>
              <a:ahLst/>
              <a:cxnLst/>
              <a:rect l="0" t="0" r="0" b="0"/>
              <a:pathLst>
                <a:path w="71613" h="139">
                  <a:moveTo>
                    <a:pt x="71613" y="139"/>
                  </a:moveTo>
                  <a:lnTo>
                    <a:pt x="0" y="0"/>
                  </a:lnTo>
                </a:path>
              </a:pathLst>
            </a:custGeom>
            <a:noFill/>
            <a:ln w="20003">
              <a:solidFill>
                <a:srgbClr val="E5E9EB"/>
              </a:solidFill>
            </a:ln>
          </p:spPr>
        </p:sp>
        <p:sp>
          <p:nvSpPr>
            <p:cNvPr id="4493" name="Output_receptor__4492">
              <a:extLst>
                <a:ext uri="{FF2B5EF4-FFF2-40B4-BE49-F238E27FC236}">
                  <a16:creationId xmlns:a16="http://schemas.microsoft.com/office/drawing/2014/main" id="{DF3D3D18-1BCE-AF94-51C7-4B9BC0BA143C}"/>
                </a:ext>
              </a:extLst>
            </p:cNvPr>
            <p:cNvSpPr>
              <a:spLocks noGrp="1"/>
            </p:cNvSpPr>
            <p:nvPr/>
          </p:nvSpPr>
          <p:spPr>
            <a:xfrm>
              <a:off x="16677548" y="3866880"/>
              <a:ext cx="2220" cy="5764"/>
            </a:xfrm>
            <a:custGeom>
              <a:avLst/>
              <a:gdLst/>
              <a:ahLst/>
              <a:cxnLst/>
              <a:rect l="0" t="0" r="0" b="0"/>
              <a:pathLst>
                <a:path w="2220" h="5764">
                  <a:moveTo>
                    <a:pt x="2220" y="5764"/>
                  </a:moveTo>
                  <a:lnTo>
                    <a:pt x="0" y="0"/>
                  </a:lnTo>
                </a:path>
              </a:pathLst>
            </a:custGeom>
            <a:noFill/>
            <a:ln w="20003">
              <a:solidFill>
                <a:srgbClr val="E5E9EB"/>
              </a:solidFill>
            </a:ln>
          </p:spPr>
        </p:sp>
        <p:sp>
          <p:nvSpPr>
            <p:cNvPr id="4494" name="Output_receptor__4493">
              <a:extLst>
                <a:ext uri="{FF2B5EF4-FFF2-40B4-BE49-F238E27FC236}">
                  <a16:creationId xmlns:a16="http://schemas.microsoft.com/office/drawing/2014/main" id="{52F99B2E-75D5-5300-49D6-89C81E01C8B3}"/>
                </a:ext>
              </a:extLst>
            </p:cNvPr>
            <p:cNvSpPr>
              <a:spLocks noGrp="1"/>
            </p:cNvSpPr>
            <p:nvPr/>
          </p:nvSpPr>
          <p:spPr>
            <a:xfrm>
              <a:off x="16133799" y="4319192"/>
              <a:ext cx="66591" cy="5459"/>
            </a:xfrm>
            <a:custGeom>
              <a:avLst/>
              <a:gdLst/>
              <a:ahLst/>
              <a:cxnLst/>
              <a:rect l="0" t="0" r="0" b="0"/>
              <a:pathLst>
                <a:path w="66591" h="5459">
                  <a:moveTo>
                    <a:pt x="0" y="0"/>
                  </a:moveTo>
                  <a:lnTo>
                    <a:pt x="66591" y="5459"/>
                  </a:lnTo>
                </a:path>
              </a:pathLst>
            </a:custGeom>
            <a:noFill/>
            <a:ln w="8096">
              <a:solidFill>
                <a:srgbClr val="E5E9EB"/>
              </a:solidFill>
            </a:ln>
          </p:spPr>
        </p:sp>
        <p:sp>
          <p:nvSpPr>
            <p:cNvPr id="4495" name="Output_receptor__4494">
              <a:extLst>
                <a:ext uri="{FF2B5EF4-FFF2-40B4-BE49-F238E27FC236}">
                  <a16:creationId xmlns:a16="http://schemas.microsoft.com/office/drawing/2014/main" id="{0943B53E-D3DC-BC18-9299-456A4FE9537A}"/>
                </a:ext>
              </a:extLst>
            </p:cNvPr>
            <p:cNvSpPr>
              <a:spLocks noGrp="1"/>
            </p:cNvSpPr>
            <p:nvPr/>
          </p:nvSpPr>
          <p:spPr>
            <a:xfrm>
              <a:off x="16554063" y="4177130"/>
              <a:ext cx="58379" cy="20111"/>
            </a:xfrm>
            <a:custGeom>
              <a:avLst/>
              <a:gdLst/>
              <a:ahLst/>
              <a:cxnLst/>
              <a:rect l="0" t="0" r="0" b="0"/>
              <a:pathLst>
                <a:path w="58379" h="20111">
                  <a:moveTo>
                    <a:pt x="58379" y="20111"/>
                  </a:moveTo>
                  <a:lnTo>
                    <a:pt x="0" y="0"/>
                  </a:lnTo>
                </a:path>
              </a:pathLst>
            </a:custGeom>
            <a:noFill/>
            <a:ln w="8096">
              <a:solidFill>
                <a:srgbClr val="E5E9EB"/>
              </a:solidFill>
            </a:ln>
          </p:spPr>
        </p:sp>
        <p:sp>
          <p:nvSpPr>
            <p:cNvPr id="4496" name="Output_receptor__4495">
              <a:extLst>
                <a:ext uri="{FF2B5EF4-FFF2-40B4-BE49-F238E27FC236}">
                  <a16:creationId xmlns:a16="http://schemas.microsoft.com/office/drawing/2014/main" id="{E7350605-9419-647B-A181-F5391C183DD7}"/>
                </a:ext>
              </a:extLst>
            </p:cNvPr>
            <p:cNvSpPr>
              <a:spLocks noGrp="1"/>
            </p:cNvSpPr>
            <p:nvPr/>
          </p:nvSpPr>
          <p:spPr>
            <a:xfrm>
              <a:off x="15685300" y="4253888"/>
              <a:ext cx="58489" cy="42115"/>
            </a:xfrm>
            <a:custGeom>
              <a:avLst/>
              <a:gdLst/>
              <a:ahLst/>
              <a:cxnLst/>
              <a:rect l="0" t="0" r="0" b="0"/>
              <a:pathLst>
                <a:path w="58489" h="42115">
                  <a:moveTo>
                    <a:pt x="0" y="42115"/>
                  </a:moveTo>
                  <a:lnTo>
                    <a:pt x="58489" y="0"/>
                  </a:lnTo>
                </a:path>
              </a:pathLst>
            </a:custGeom>
            <a:noFill/>
            <a:ln w="20003">
              <a:solidFill>
                <a:srgbClr val="E5E9EB"/>
              </a:solidFill>
            </a:ln>
          </p:spPr>
        </p:sp>
        <p:sp>
          <p:nvSpPr>
            <p:cNvPr id="4497" name="Output_receptor__4496">
              <a:extLst>
                <a:ext uri="{FF2B5EF4-FFF2-40B4-BE49-F238E27FC236}">
                  <a16:creationId xmlns:a16="http://schemas.microsoft.com/office/drawing/2014/main" id="{4603C6E8-0A6A-2492-BF1F-94951A3DEC8E}"/>
                </a:ext>
              </a:extLst>
            </p:cNvPr>
            <p:cNvSpPr>
              <a:spLocks noGrp="1"/>
            </p:cNvSpPr>
            <p:nvPr/>
          </p:nvSpPr>
          <p:spPr>
            <a:xfrm>
              <a:off x="16625277" y="3778065"/>
              <a:ext cx="58878" cy="12895"/>
            </a:xfrm>
            <a:custGeom>
              <a:avLst/>
              <a:gdLst/>
              <a:ahLst/>
              <a:cxnLst/>
              <a:rect l="0" t="0" r="0" b="0"/>
              <a:pathLst>
                <a:path w="58878" h="12895">
                  <a:moveTo>
                    <a:pt x="58878" y="0"/>
                  </a:moveTo>
                  <a:lnTo>
                    <a:pt x="0" y="12895"/>
                  </a:lnTo>
                </a:path>
              </a:pathLst>
            </a:custGeom>
            <a:noFill/>
            <a:ln w="20003">
              <a:solidFill>
                <a:srgbClr val="E5E9EB"/>
              </a:solidFill>
            </a:ln>
          </p:spPr>
        </p:sp>
        <p:sp>
          <p:nvSpPr>
            <p:cNvPr id="4498" name="Output_receptor__4497">
              <a:extLst>
                <a:ext uri="{FF2B5EF4-FFF2-40B4-BE49-F238E27FC236}">
                  <a16:creationId xmlns:a16="http://schemas.microsoft.com/office/drawing/2014/main" id="{AB385CD0-EDFA-E0F3-E61F-EE702AEDF9D1}"/>
                </a:ext>
              </a:extLst>
            </p:cNvPr>
            <p:cNvSpPr>
              <a:spLocks noGrp="1"/>
            </p:cNvSpPr>
            <p:nvPr/>
          </p:nvSpPr>
          <p:spPr>
            <a:xfrm>
              <a:off x="15975982" y="4046876"/>
              <a:ext cx="29664" cy="9503"/>
            </a:xfrm>
            <a:custGeom>
              <a:avLst/>
              <a:gdLst/>
              <a:ahLst/>
              <a:cxnLst/>
              <a:rect l="0" t="0" r="0" b="0"/>
              <a:pathLst>
                <a:path w="29664" h="9503">
                  <a:moveTo>
                    <a:pt x="0" y="0"/>
                  </a:moveTo>
                  <a:lnTo>
                    <a:pt x="29664" y="9503"/>
                  </a:lnTo>
                </a:path>
              </a:pathLst>
            </a:custGeom>
            <a:noFill/>
            <a:ln w="20003">
              <a:solidFill>
                <a:srgbClr val="E5E9EC"/>
              </a:solidFill>
            </a:ln>
          </p:spPr>
        </p:sp>
        <p:sp>
          <p:nvSpPr>
            <p:cNvPr id="4499" name="Output_receptor__4498">
              <a:extLst>
                <a:ext uri="{FF2B5EF4-FFF2-40B4-BE49-F238E27FC236}">
                  <a16:creationId xmlns:a16="http://schemas.microsoft.com/office/drawing/2014/main" id="{E2871733-6DF6-28C8-5FD8-AC84506546F7}"/>
                </a:ext>
              </a:extLst>
            </p:cNvPr>
            <p:cNvSpPr>
              <a:spLocks noGrp="1"/>
            </p:cNvSpPr>
            <p:nvPr/>
          </p:nvSpPr>
          <p:spPr>
            <a:xfrm>
              <a:off x="16612443" y="4155516"/>
              <a:ext cx="51164" cy="41725"/>
            </a:xfrm>
            <a:custGeom>
              <a:avLst/>
              <a:gdLst/>
              <a:ahLst/>
              <a:cxnLst/>
              <a:rect l="0" t="0" r="0" b="0"/>
              <a:pathLst>
                <a:path w="51164" h="41725">
                  <a:moveTo>
                    <a:pt x="51164" y="0"/>
                  </a:moveTo>
                  <a:lnTo>
                    <a:pt x="0" y="41725"/>
                  </a:lnTo>
                </a:path>
              </a:pathLst>
            </a:custGeom>
            <a:noFill/>
            <a:ln w="8096">
              <a:solidFill>
                <a:srgbClr val="E5E9EC"/>
              </a:solidFill>
            </a:ln>
          </p:spPr>
        </p:sp>
        <p:sp>
          <p:nvSpPr>
            <p:cNvPr id="4500" name="Output_receptor__4499">
              <a:extLst>
                <a:ext uri="{FF2B5EF4-FFF2-40B4-BE49-F238E27FC236}">
                  <a16:creationId xmlns:a16="http://schemas.microsoft.com/office/drawing/2014/main" id="{CBD2456A-A131-2BC6-242E-4265422F64DC}"/>
                </a:ext>
              </a:extLst>
            </p:cNvPr>
            <p:cNvSpPr>
              <a:spLocks noGrp="1"/>
            </p:cNvSpPr>
            <p:nvPr/>
          </p:nvSpPr>
          <p:spPr>
            <a:xfrm>
              <a:off x="15497034" y="4019707"/>
              <a:ext cx="27168" cy="54698"/>
            </a:xfrm>
            <a:custGeom>
              <a:avLst/>
              <a:gdLst/>
              <a:ahLst/>
              <a:cxnLst/>
              <a:rect l="0" t="0" r="0" b="0"/>
              <a:pathLst>
                <a:path w="27168" h="54698">
                  <a:moveTo>
                    <a:pt x="27168" y="54698"/>
                  </a:moveTo>
                  <a:lnTo>
                    <a:pt x="0" y="0"/>
                  </a:lnTo>
                </a:path>
              </a:pathLst>
            </a:custGeom>
            <a:noFill/>
            <a:ln w="20003">
              <a:solidFill>
                <a:srgbClr val="E5E9EC"/>
              </a:solidFill>
            </a:ln>
          </p:spPr>
        </p:sp>
        <p:sp>
          <p:nvSpPr>
            <p:cNvPr id="4501" name="Output_receptor__4500">
              <a:extLst>
                <a:ext uri="{FF2B5EF4-FFF2-40B4-BE49-F238E27FC236}">
                  <a16:creationId xmlns:a16="http://schemas.microsoft.com/office/drawing/2014/main" id="{64FA2B37-8E1F-A89F-F273-A7CDF51FC343}"/>
                </a:ext>
              </a:extLst>
            </p:cNvPr>
            <p:cNvSpPr>
              <a:spLocks noGrp="1"/>
            </p:cNvSpPr>
            <p:nvPr/>
          </p:nvSpPr>
          <p:spPr>
            <a:xfrm>
              <a:off x="16507336" y="3961175"/>
              <a:ext cx="28362" cy="52673"/>
            </a:xfrm>
            <a:custGeom>
              <a:avLst/>
              <a:gdLst/>
              <a:ahLst/>
              <a:cxnLst/>
              <a:rect l="0" t="0" r="0" b="0"/>
              <a:pathLst>
                <a:path w="28362" h="52673">
                  <a:moveTo>
                    <a:pt x="0" y="52673"/>
                  </a:moveTo>
                  <a:lnTo>
                    <a:pt x="28362" y="0"/>
                  </a:lnTo>
                </a:path>
              </a:pathLst>
            </a:custGeom>
            <a:noFill/>
            <a:ln w="20003">
              <a:solidFill>
                <a:srgbClr val="E5E9EC"/>
              </a:solidFill>
            </a:ln>
          </p:spPr>
        </p:sp>
        <p:sp>
          <p:nvSpPr>
            <p:cNvPr id="4502" name="Output_receptor__4501">
              <a:extLst>
                <a:ext uri="{FF2B5EF4-FFF2-40B4-BE49-F238E27FC236}">
                  <a16:creationId xmlns:a16="http://schemas.microsoft.com/office/drawing/2014/main" id="{CDE4DB56-E25D-9AE8-17A1-175CE935EC5A}"/>
                </a:ext>
              </a:extLst>
            </p:cNvPr>
            <p:cNvSpPr>
              <a:spLocks noGrp="1"/>
            </p:cNvSpPr>
            <p:nvPr/>
          </p:nvSpPr>
          <p:spPr>
            <a:xfrm>
              <a:off x="16684155" y="3778065"/>
              <a:ext cx="39956" cy="33542"/>
            </a:xfrm>
            <a:custGeom>
              <a:avLst/>
              <a:gdLst/>
              <a:ahLst/>
              <a:cxnLst/>
              <a:rect l="0" t="0" r="0" b="0"/>
              <a:pathLst>
                <a:path w="39956" h="33542">
                  <a:moveTo>
                    <a:pt x="39956" y="33542"/>
                  </a:moveTo>
                  <a:lnTo>
                    <a:pt x="0" y="0"/>
                  </a:lnTo>
                </a:path>
              </a:pathLst>
            </a:custGeom>
            <a:noFill/>
            <a:ln w="20003">
              <a:solidFill>
                <a:srgbClr val="E5E9EC"/>
              </a:solidFill>
            </a:ln>
          </p:spPr>
        </p:sp>
        <p:sp>
          <p:nvSpPr>
            <p:cNvPr id="4503" name="Output_receptor__4502">
              <a:extLst>
                <a:ext uri="{FF2B5EF4-FFF2-40B4-BE49-F238E27FC236}">
                  <a16:creationId xmlns:a16="http://schemas.microsoft.com/office/drawing/2014/main" id="{6A85C006-79FE-3206-12BA-55CA9EE47F4A}"/>
                </a:ext>
              </a:extLst>
            </p:cNvPr>
            <p:cNvSpPr>
              <a:spLocks noGrp="1"/>
            </p:cNvSpPr>
            <p:nvPr/>
          </p:nvSpPr>
          <p:spPr>
            <a:xfrm>
              <a:off x="15846044" y="3909883"/>
              <a:ext cx="19003" cy="66080"/>
            </a:xfrm>
            <a:custGeom>
              <a:avLst/>
              <a:gdLst/>
              <a:ahLst/>
              <a:cxnLst/>
              <a:rect l="0" t="0" r="0" b="0"/>
              <a:pathLst>
                <a:path w="19003" h="66080">
                  <a:moveTo>
                    <a:pt x="19003" y="0"/>
                  </a:moveTo>
                  <a:lnTo>
                    <a:pt x="0" y="66080"/>
                  </a:lnTo>
                </a:path>
              </a:pathLst>
            </a:custGeom>
            <a:noFill/>
            <a:ln w="20003">
              <a:solidFill>
                <a:srgbClr val="E5E9EC"/>
              </a:solidFill>
            </a:ln>
          </p:spPr>
        </p:sp>
        <p:sp>
          <p:nvSpPr>
            <p:cNvPr id="4504" name="Output_receptor__4503">
              <a:extLst>
                <a:ext uri="{FF2B5EF4-FFF2-40B4-BE49-F238E27FC236}">
                  <a16:creationId xmlns:a16="http://schemas.microsoft.com/office/drawing/2014/main" id="{F672B930-0A36-6FED-EA9E-1EEB55221314}"/>
                </a:ext>
              </a:extLst>
            </p:cNvPr>
            <p:cNvSpPr>
              <a:spLocks noGrp="1"/>
            </p:cNvSpPr>
            <p:nvPr/>
          </p:nvSpPr>
          <p:spPr>
            <a:xfrm>
              <a:off x="16282309" y="4153867"/>
              <a:ext cx="9052" cy="60487"/>
            </a:xfrm>
            <a:custGeom>
              <a:avLst/>
              <a:gdLst/>
              <a:ahLst/>
              <a:cxnLst/>
              <a:rect l="0" t="0" r="0" b="0"/>
              <a:pathLst>
                <a:path w="9052" h="60487">
                  <a:moveTo>
                    <a:pt x="9052" y="60487"/>
                  </a:moveTo>
                  <a:lnTo>
                    <a:pt x="0" y="0"/>
                  </a:lnTo>
                </a:path>
              </a:pathLst>
            </a:custGeom>
            <a:noFill/>
            <a:ln w="20003">
              <a:solidFill>
                <a:srgbClr val="E5E9EC"/>
              </a:solidFill>
            </a:ln>
          </p:spPr>
        </p:sp>
        <p:sp>
          <p:nvSpPr>
            <p:cNvPr id="4505" name="Output_receptor__4504">
              <a:extLst>
                <a:ext uri="{FF2B5EF4-FFF2-40B4-BE49-F238E27FC236}">
                  <a16:creationId xmlns:a16="http://schemas.microsoft.com/office/drawing/2014/main" id="{0CA20B08-FF9A-7FE9-7B42-58B77BCE1317}"/>
                </a:ext>
              </a:extLst>
            </p:cNvPr>
            <p:cNvSpPr>
              <a:spLocks noGrp="1"/>
            </p:cNvSpPr>
            <p:nvPr/>
          </p:nvSpPr>
          <p:spPr>
            <a:xfrm>
              <a:off x="15487663" y="4074406"/>
              <a:ext cx="36539" cy="53485"/>
            </a:xfrm>
            <a:custGeom>
              <a:avLst/>
              <a:gdLst/>
              <a:ahLst/>
              <a:cxnLst/>
              <a:rect l="0" t="0" r="0" b="0"/>
              <a:pathLst>
                <a:path w="36539" h="53485">
                  <a:moveTo>
                    <a:pt x="0" y="53485"/>
                  </a:moveTo>
                  <a:lnTo>
                    <a:pt x="36539" y="0"/>
                  </a:lnTo>
                </a:path>
              </a:pathLst>
            </a:custGeom>
            <a:noFill/>
            <a:ln w="20003">
              <a:solidFill>
                <a:srgbClr val="E5E9EC"/>
              </a:solidFill>
            </a:ln>
          </p:spPr>
        </p:sp>
        <p:sp>
          <p:nvSpPr>
            <p:cNvPr id="4506" name="Output_receptor__4505">
              <a:extLst>
                <a:ext uri="{FF2B5EF4-FFF2-40B4-BE49-F238E27FC236}">
                  <a16:creationId xmlns:a16="http://schemas.microsoft.com/office/drawing/2014/main" id="{B5520BB2-CDDE-D210-1297-6EDF14193D33}"/>
                </a:ext>
              </a:extLst>
            </p:cNvPr>
            <p:cNvSpPr>
              <a:spLocks noGrp="1"/>
            </p:cNvSpPr>
            <p:nvPr/>
          </p:nvSpPr>
          <p:spPr>
            <a:xfrm>
              <a:off x="15938488" y="4587291"/>
              <a:ext cx="54570" cy="6264"/>
            </a:xfrm>
            <a:custGeom>
              <a:avLst/>
              <a:gdLst/>
              <a:ahLst/>
              <a:cxnLst/>
              <a:rect l="0" t="0" r="0" b="0"/>
              <a:pathLst>
                <a:path w="54570" h="6264">
                  <a:moveTo>
                    <a:pt x="0" y="0"/>
                  </a:moveTo>
                  <a:lnTo>
                    <a:pt x="54570" y="6264"/>
                  </a:lnTo>
                </a:path>
              </a:pathLst>
            </a:custGeom>
            <a:noFill/>
            <a:ln w="20003">
              <a:solidFill>
                <a:srgbClr val="E5E9EC"/>
              </a:solidFill>
            </a:ln>
          </p:spPr>
        </p:sp>
        <p:sp>
          <p:nvSpPr>
            <p:cNvPr id="4507" name="Output_receptor__4506">
              <a:extLst>
                <a:ext uri="{FF2B5EF4-FFF2-40B4-BE49-F238E27FC236}">
                  <a16:creationId xmlns:a16="http://schemas.microsoft.com/office/drawing/2014/main" id="{E8838F3D-5C53-EFD3-5808-03006EEB75BE}"/>
                </a:ext>
              </a:extLst>
            </p:cNvPr>
            <p:cNvSpPr>
              <a:spLocks noGrp="1"/>
            </p:cNvSpPr>
            <p:nvPr/>
          </p:nvSpPr>
          <p:spPr>
            <a:xfrm>
              <a:off x="16444187" y="4007141"/>
              <a:ext cx="63149" cy="6706"/>
            </a:xfrm>
            <a:custGeom>
              <a:avLst/>
              <a:gdLst/>
              <a:ahLst/>
              <a:cxnLst/>
              <a:rect l="0" t="0" r="0" b="0"/>
              <a:pathLst>
                <a:path w="63149" h="6706">
                  <a:moveTo>
                    <a:pt x="0" y="0"/>
                  </a:moveTo>
                  <a:lnTo>
                    <a:pt x="63149" y="6706"/>
                  </a:lnTo>
                </a:path>
              </a:pathLst>
            </a:custGeom>
            <a:noFill/>
            <a:ln w="20003">
              <a:solidFill>
                <a:srgbClr val="E5E9EC"/>
              </a:solidFill>
            </a:ln>
          </p:spPr>
        </p:sp>
        <p:sp>
          <p:nvSpPr>
            <p:cNvPr id="4508" name="Output_receptor__4507">
              <a:extLst>
                <a:ext uri="{FF2B5EF4-FFF2-40B4-BE49-F238E27FC236}">
                  <a16:creationId xmlns:a16="http://schemas.microsoft.com/office/drawing/2014/main" id="{5C6B606C-CA57-E68E-CA9A-825B8CC84F17}"/>
                </a:ext>
              </a:extLst>
            </p:cNvPr>
            <p:cNvSpPr>
              <a:spLocks noGrp="1"/>
            </p:cNvSpPr>
            <p:nvPr/>
          </p:nvSpPr>
          <p:spPr>
            <a:xfrm>
              <a:off x="15886304" y="4587291"/>
              <a:ext cx="52184" cy="9876"/>
            </a:xfrm>
            <a:custGeom>
              <a:avLst/>
              <a:gdLst/>
              <a:ahLst/>
              <a:cxnLst/>
              <a:rect l="0" t="0" r="0" b="0"/>
              <a:pathLst>
                <a:path w="52184" h="9876">
                  <a:moveTo>
                    <a:pt x="0" y="9876"/>
                  </a:moveTo>
                  <a:lnTo>
                    <a:pt x="52184" y="0"/>
                  </a:lnTo>
                </a:path>
              </a:pathLst>
            </a:custGeom>
            <a:noFill/>
            <a:ln w="20003">
              <a:solidFill>
                <a:srgbClr val="E5E9EC"/>
              </a:solidFill>
            </a:ln>
          </p:spPr>
        </p:sp>
        <p:sp>
          <p:nvSpPr>
            <p:cNvPr id="4509" name="Output_receptor__4508">
              <a:extLst>
                <a:ext uri="{FF2B5EF4-FFF2-40B4-BE49-F238E27FC236}">
                  <a16:creationId xmlns:a16="http://schemas.microsoft.com/office/drawing/2014/main" id="{DC4C60FB-E2C8-AEEA-CDCA-14E437EAAF04}"/>
                </a:ext>
              </a:extLst>
            </p:cNvPr>
            <p:cNvSpPr>
              <a:spLocks noGrp="1"/>
            </p:cNvSpPr>
            <p:nvPr/>
          </p:nvSpPr>
          <p:spPr>
            <a:xfrm>
              <a:off x="15655063" y="4185239"/>
              <a:ext cx="38618" cy="21132"/>
            </a:xfrm>
            <a:custGeom>
              <a:avLst/>
              <a:gdLst/>
              <a:ahLst/>
              <a:cxnLst/>
              <a:rect l="0" t="0" r="0" b="0"/>
              <a:pathLst>
                <a:path w="38618" h="21132">
                  <a:moveTo>
                    <a:pt x="0" y="21132"/>
                  </a:moveTo>
                  <a:lnTo>
                    <a:pt x="38618" y="0"/>
                  </a:lnTo>
                </a:path>
              </a:pathLst>
            </a:custGeom>
            <a:noFill/>
            <a:ln w="20003">
              <a:solidFill>
                <a:srgbClr val="E5E9EC"/>
              </a:solidFill>
            </a:ln>
          </p:spPr>
        </p:sp>
        <p:sp>
          <p:nvSpPr>
            <p:cNvPr id="4510" name="Output_receptor__4509">
              <a:extLst>
                <a:ext uri="{FF2B5EF4-FFF2-40B4-BE49-F238E27FC236}">
                  <a16:creationId xmlns:a16="http://schemas.microsoft.com/office/drawing/2014/main" id="{CB947814-1ABD-9A96-027E-E6DE43EECDAF}"/>
                </a:ext>
              </a:extLst>
            </p:cNvPr>
            <p:cNvSpPr>
              <a:spLocks noGrp="1"/>
            </p:cNvSpPr>
            <p:nvPr/>
          </p:nvSpPr>
          <p:spPr>
            <a:xfrm>
              <a:off x="16562540" y="3391215"/>
              <a:ext cx="52624" cy="3579"/>
            </a:xfrm>
            <a:custGeom>
              <a:avLst/>
              <a:gdLst/>
              <a:ahLst/>
              <a:cxnLst/>
              <a:rect l="0" t="0" r="0" b="0"/>
              <a:pathLst>
                <a:path w="52624" h="3579">
                  <a:moveTo>
                    <a:pt x="0" y="0"/>
                  </a:moveTo>
                  <a:lnTo>
                    <a:pt x="52624" y="3579"/>
                  </a:lnTo>
                </a:path>
              </a:pathLst>
            </a:custGeom>
            <a:noFill/>
            <a:ln w="8096">
              <a:solidFill>
                <a:srgbClr val="E5E9EC"/>
              </a:solidFill>
            </a:ln>
          </p:spPr>
        </p:sp>
        <p:sp>
          <p:nvSpPr>
            <p:cNvPr id="4511" name="Output_receptor__4510">
              <a:extLst>
                <a:ext uri="{FF2B5EF4-FFF2-40B4-BE49-F238E27FC236}">
                  <a16:creationId xmlns:a16="http://schemas.microsoft.com/office/drawing/2014/main" id="{9ABE9AF1-F5C6-F17A-E168-A04473B2BBB4}"/>
                </a:ext>
              </a:extLst>
            </p:cNvPr>
            <p:cNvSpPr>
              <a:spLocks noGrp="1"/>
            </p:cNvSpPr>
            <p:nvPr/>
          </p:nvSpPr>
          <p:spPr>
            <a:xfrm>
              <a:off x="15993058" y="4554903"/>
              <a:ext cx="46880" cy="38652"/>
            </a:xfrm>
            <a:custGeom>
              <a:avLst/>
              <a:gdLst/>
              <a:ahLst/>
              <a:cxnLst/>
              <a:rect l="0" t="0" r="0" b="0"/>
              <a:pathLst>
                <a:path w="46880" h="38652">
                  <a:moveTo>
                    <a:pt x="0" y="38652"/>
                  </a:moveTo>
                  <a:lnTo>
                    <a:pt x="46880" y="0"/>
                  </a:lnTo>
                </a:path>
              </a:pathLst>
            </a:custGeom>
            <a:noFill/>
            <a:ln w="8096">
              <a:solidFill>
                <a:srgbClr val="E5E9EC"/>
              </a:solidFill>
            </a:ln>
          </p:spPr>
        </p:sp>
        <p:sp>
          <p:nvSpPr>
            <p:cNvPr id="4512" name="Output_receptor__4511">
              <a:extLst>
                <a:ext uri="{FF2B5EF4-FFF2-40B4-BE49-F238E27FC236}">
                  <a16:creationId xmlns:a16="http://schemas.microsoft.com/office/drawing/2014/main" id="{927FDDF5-0190-3391-8DD4-B307AE36C4D9}"/>
                </a:ext>
              </a:extLst>
            </p:cNvPr>
            <p:cNvSpPr>
              <a:spLocks noGrp="1"/>
            </p:cNvSpPr>
            <p:nvPr/>
          </p:nvSpPr>
          <p:spPr>
            <a:xfrm>
              <a:off x="15619819" y="4012234"/>
              <a:ext cx="70022" cy="15029"/>
            </a:xfrm>
            <a:custGeom>
              <a:avLst/>
              <a:gdLst/>
              <a:ahLst/>
              <a:cxnLst/>
              <a:rect l="0" t="0" r="0" b="0"/>
              <a:pathLst>
                <a:path w="70022" h="15029">
                  <a:moveTo>
                    <a:pt x="70022" y="15029"/>
                  </a:moveTo>
                  <a:lnTo>
                    <a:pt x="0" y="0"/>
                  </a:lnTo>
                </a:path>
              </a:pathLst>
            </a:custGeom>
            <a:noFill/>
            <a:ln w="20003">
              <a:solidFill>
                <a:srgbClr val="E5E9EC"/>
              </a:solidFill>
            </a:ln>
          </p:spPr>
        </p:sp>
        <p:sp>
          <p:nvSpPr>
            <p:cNvPr id="4513" name="Output_receptor__4512">
              <a:extLst>
                <a:ext uri="{FF2B5EF4-FFF2-40B4-BE49-F238E27FC236}">
                  <a16:creationId xmlns:a16="http://schemas.microsoft.com/office/drawing/2014/main" id="{7C14A127-EA7F-2DE2-A7F0-478A20BEFFEC}"/>
                </a:ext>
              </a:extLst>
            </p:cNvPr>
            <p:cNvSpPr>
              <a:spLocks noGrp="1"/>
            </p:cNvSpPr>
            <p:nvPr/>
          </p:nvSpPr>
          <p:spPr>
            <a:xfrm>
              <a:off x="15693681" y="4135636"/>
              <a:ext cx="36541" cy="49603"/>
            </a:xfrm>
            <a:custGeom>
              <a:avLst/>
              <a:gdLst/>
              <a:ahLst/>
              <a:cxnLst/>
              <a:rect l="0" t="0" r="0" b="0"/>
              <a:pathLst>
                <a:path w="36541" h="49603">
                  <a:moveTo>
                    <a:pt x="0" y="49603"/>
                  </a:moveTo>
                  <a:lnTo>
                    <a:pt x="36541" y="0"/>
                  </a:lnTo>
                </a:path>
              </a:pathLst>
            </a:custGeom>
            <a:noFill/>
            <a:ln w="20003">
              <a:solidFill>
                <a:srgbClr val="E5E9EC"/>
              </a:solidFill>
            </a:ln>
          </p:spPr>
        </p:sp>
        <p:sp>
          <p:nvSpPr>
            <p:cNvPr id="4514" name="Output_receptor__4513">
              <a:extLst>
                <a:ext uri="{FF2B5EF4-FFF2-40B4-BE49-F238E27FC236}">
                  <a16:creationId xmlns:a16="http://schemas.microsoft.com/office/drawing/2014/main" id="{AE9C7A7C-C9DA-7BA2-A907-B912E18046E9}"/>
                </a:ext>
              </a:extLst>
            </p:cNvPr>
            <p:cNvSpPr>
              <a:spLocks noGrp="1"/>
            </p:cNvSpPr>
            <p:nvPr/>
          </p:nvSpPr>
          <p:spPr>
            <a:xfrm>
              <a:off x="15416858" y="4040408"/>
              <a:ext cx="10854" cy="4851"/>
            </a:xfrm>
            <a:custGeom>
              <a:avLst/>
              <a:gdLst/>
              <a:ahLst/>
              <a:cxnLst/>
              <a:rect l="0" t="0" r="0" b="0"/>
              <a:pathLst>
                <a:path w="10854" h="4851">
                  <a:moveTo>
                    <a:pt x="10854" y="0"/>
                  </a:moveTo>
                  <a:lnTo>
                    <a:pt x="0" y="4851"/>
                  </a:lnTo>
                </a:path>
              </a:pathLst>
            </a:custGeom>
            <a:noFill/>
            <a:ln w="8096">
              <a:solidFill>
                <a:srgbClr val="E5E9EC"/>
              </a:solidFill>
            </a:ln>
          </p:spPr>
        </p:sp>
        <p:sp>
          <p:nvSpPr>
            <p:cNvPr id="4515" name="Output_receptor__4514">
              <a:extLst>
                <a:ext uri="{FF2B5EF4-FFF2-40B4-BE49-F238E27FC236}">
                  <a16:creationId xmlns:a16="http://schemas.microsoft.com/office/drawing/2014/main" id="{F13814DC-E623-A462-2806-E05FB606E4EB}"/>
                </a:ext>
              </a:extLst>
            </p:cNvPr>
            <p:cNvSpPr>
              <a:spLocks noGrp="1"/>
            </p:cNvSpPr>
            <p:nvPr/>
          </p:nvSpPr>
          <p:spPr>
            <a:xfrm>
              <a:off x="16663606" y="4149591"/>
              <a:ext cx="35952" cy="5925"/>
            </a:xfrm>
            <a:custGeom>
              <a:avLst/>
              <a:gdLst/>
              <a:ahLst/>
              <a:cxnLst/>
              <a:rect l="0" t="0" r="0" b="0"/>
              <a:pathLst>
                <a:path w="35952" h="5925">
                  <a:moveTo>
                    <a:pt x="35952" y="0"/>
                  </a:moveTo>
                  <a:lnTo>
                    <a:pt x="0" y="5925"/>
                  </a:lnTo>
                </a:path>
              </a:pathLst>
            </a:custGeom>
            <a:noFill/>
            <a:ln w="20003">
              <a:solidFill>
                <a:srgbClr val="E5E9EC"/>
              </a:solidFill>
            </a:ln>
          </p:spPr>
        </p:sp>
        <p:sp>
          <p:nvSpPr>
            <p:cNvPr id="4516" name="Output_receptor__4515">
              <a:extLst>
                <a:ext uri="{FF2B5EF4-FFF2-40B4-BE49-F238E27FC236}">
                  <a16:creationId xmlns:a16="http://schemas.microsoft.com/office/drawing/2014/main" id="{FEE10D02-D2CE-6E29-94C2-BA5DAFFE693A}"/>
                </a:ext>
              </a:extLst>
            </p:cNvPr>
            <p:cNvSpPr>
              <a:spLocks noGrp="1"/>
            </p:cNvSpPr>
            <p:nvPr/>
          </p:nvSpPr>
          <p:spPr>
            <a:xfrm>
              <a:off x="16039938" y="4523989"/>
              <a:ext cx="33671" cy="30913"/>
            </a:xfrm>
            <a:custGeom>
              <a:avLst/>
              <a:gdLst/>
              <a:ahLst/>
              <a:cxnLst/>
              <a:rect l="0" t="0" r="0" b="0"/>
              <a:pathLst>
                <a:path w="33671" h="30913">
                  <a:moveTo>
                    <a:pt x="0" y="30913"/>
                  </a:moveTo>
                  <a:lnTo>
                    <a:pt x="33671" y="0"/>
                  </a:lnTo>
                </a:path>
              </a:pathLst>
            </a:custGeom>
            <a:noFill/>
            <a:ln w="8096">
              <a:solidFill>
                <a:srgbClr val="E5E9EC"/>
              </a:solidFill>
            </a:ln>
          </p:spPr>
        </p:sp>
        <p:sp>
          <p:nvSpPr>
            <p:cNvPr id="4517" name="Output_receptor__4516">
              <a:extLst>
                <a:ext uri="{FF2B5EF4-FFF2-40B4-BE49-F238E27FC236}">
                  <a16:creationId xmlns:a16="http://schemas.microsoft.com/office/drawing/2014/main" id="{9380904C-2531-AC2B-A805-C3F048146E65}"/>
                </a:ext>
              </a:extLst>
            </p:cNvPr>
            <p:cNvSpPr>
              <a:spLocks noGrp="1"/>
            </p:cNvSpPr>
            <p:nvPr/>
          </p:nvSpPr>
          <p:spPr>
            <a:xfrm>
              <a:off x="15782979" y="3893246"/>
              <a:ext cx="11866" cy="23427"/>
            </a:xfrm>
            <a:custGeom>
              <a:avLst/>
              <a:gdLst/>
              <a:ahLst/>
              <a:cxnLst/>
              <a:rect l="0" t="0" r="0" b="0"/>
              <a:pathLst>
                <a:path w="11866" h="23427">
                  <a:moveTo>
                    <a:pt x="0" y="23427"/>
                  </a:moveTo>
                  <a:lnTo>
                    <a:pt x="11866" y="0"/>
                  </a:lnTo>
                </a:path>
              </a:pathLst>
            </a:custGeom>
            <a:noFill/>
            <a:ln w="20003">
              <a:solidFill>
                <a:srgbClr val="E5E9EC"/>
              </a:solidFill>
            </a:ln>
          </p:spPr>
        </p:sp>
        <p:sp>
          <p:nvSpPr>
            <p:cNvPr id="4518" name="Output_receptor__4517">
              <a:extLst>
                <a:ext uri="{FF2B5EF4-FFF2-40B4-BE49-F238E27FC236}">
                  <a16:creationId xmlns:a16="http://schemas.microsoft.com/office/drawing/2014/main" id="{A02FA017-8652-F49A-648A-6E632502EC81}"/>
                </a:ext>
              </a:extLst>
            </p:cNvPr>
            <p:cNvSpPr>
              <a:spLocks noGrp="1"/>
            </p:cNvSpPr>
            <p:nvPr/>
          </p:nvSpPr>
          <p:spPr>
            <a:xfrm>
              <a:off x="15837795" y="4187266"/>
              <a:ext cx="21824" cy="68483"/>
            </a:xfrm>
            <a:custGeom>
              <a:avLst/>
              <a:gdLst/>
              <a:ahLst/>
              <a:cxnLst/>
              <a:rect l="0" t="0" r="0" b="0"/>
              <a:pathLst>
                <a:path w="21824" h="68483">
                  <a:moveTo>
                    <a:pt x="21824" y="0"/>
                  </a:moveTo>
                  <a:lnTo>
                    <a:pt x="0" y="68483"/>
                  </a:lnTo>
                </a:path>
              </a:pathLst>
            </a:custGeom>
            <a:noFill/>
            <a:ln w="20003">
              <a:solidFill>
                <a:srgbClr val="E5E9EC"/>
              </a:solidFill>
            </a:ln>
          </p:spPr>
        </p:sp>
        <p:sp>
          <p:nvSpPr>
            <p:cNvPr id="4519" name="Output_receptor__4518">
              <a:extLst>
                <a:ext uri="{FF2B5EF4-FFF2-40B4-BE49-F238E27FC236}">
                  <a16:creationId xmlns:a16="http://schemas.microsoft.com/office/drawing/2014/main" id="{FFEF653D-FB49-86C2-8A02-B9238041FDCE}"/>
                </a:ext>
              </a:extLst>
            </p:cNvPr>
            <p:cNvSpPr>
              <a:spLocks noGrp="1"/>
            </p:cNvSpPr>
            <p:nvPr/>
          </p:nvSpPr>
          <p:spPr>
            <a:xfrm>
              <a:off x="16024471" y="4207372"/>
              <a:ext cx="25297" cy="64587"/>
            </a:xfrm>
            <a:custGeom>
              <a:avLst/>
              <a:gdLst/>
              <a:ahLst/>
              <a:cxnLst/>
              <a:rect l="0" t="0" r="0" b="0"/>
              <a:pathLst>
                <a:path w="25297" h="64587">
                  <a:moveTo>
                    <a:pt x="0" y="64587"/>
                  </a:moveTo>
                  <a:lnTo>
                    <a:pt x="25297" y="0"/>
                  </a:lnTo>
                </a:path>
              </a:pathLst>
            </a:custGeom>
            <a:noFill/>
            <a:ln w="20003">
              <a:solidFill>
                <a:srgbClr val="E5E9EC"/>
              </a:solidFill>
            </a:ln>
          </p:spPr>
        </p:sp>
        <p:sp>
          <p:nvSpPr>
            <p:cNvPr id="4520" name="Output_receptor__4519">
              <a:extLst>
                <a:ext uri="{FF2B5EF4-FFF2-40B4-BE49-F238E27FC236}">
                  <a16:creationId xmlns:a16="http://schemas.microsoft.com/office/drawing/2014/main" id="{E718C230-8996-9771-D330-B009940D290E}"/>
                </a:ext>
              </a:extLst>
            </p:cNvPr>
            <p:cNvSpPr>
              <a:spLocks noGrp="1"/>
            </p:cNvSpPr>
            <p:nvPr/>
          </p:nvSpPr>
          <p:spPr>
            <a:xfrm>
              <a:off x="15863118" y="4500421"/>
              <a:ext cx="66846" cy="5559"/>
            </a:xfrm>
            <a:custGeom>
              <a:avLst/>
              <a:gdLst/>
              <a:ahLst/>
              <a:cxnLst/>
              <a:rect l="0" t="0" r="0" b="0"/>
              <a:pathLst>
                <a:path w="66846" h="5559">
                  <a:moveTo>
                    <a:pt x="0" y="5559"/>
                  </a:moveTo>
                  <a:lnTo>
                    <a:pt x="66846" y="0"/>
                  </a:lnTo>
                </a:path>
              </a:pathLst>
            </a:custGeom>
            <a:noFill/>
            <a:ln w="20003">
              <a:solidFill>
                <a:srgbClr val="E5E9EC"/>
              </a:solidFill>
            </a:ln>
          </p:spPr>
        </p:sp>
        <p:sp>
          <p:nvSpPr>
            <p:cNvPr id="4521" name="Output_receptor__4520">
              <a:extLst>
                <a:ext uri="{FF2B5EF4-FFF2-40B4-BE49-F238E27FC236}">
                  <a16:creationId xmlns:a16="http://schemas.microsoft.com/office/drawing/2014/main" id="{62EDF2BE-364B-45E4-44F4-7B85EB1767B6}"/>
                </a:ext>
              </a:extLst>
            </p:cNvPr>
            <p:cNvSpPr>
              <a:spLocks noGrp="1"/>
            </p:cNvSpPr>
            <p:nvPr/>
          </p:nvSpPr>
          <p:spPr>
            <a:xfrm>
              <a:off x="16604319" y="3696826"/>
              <a:ext cx="69859" cy="7910"/>
            </a:xfrm>
            <a:custGeom>
              <a:avLst/>
              <a:gdLst/>
              <a:ahLst/>
              <a:cxnLst/>
              <a:rect l="0" t="0" r="0" b="0"/>
              <a:pathLst>
                <a:path w="69859" h="7910">
                  <a:moveTo>
                    <a:pt x="69859" y="7910"/>
                  </a:moveTo>
                  <a:lnTo>
                    <a:pt x="0" y="0"/>
                  </a:lnTo>
                </a:path>
              </a:pathLst>
            </a:custGeom>
            <a:noFill/>
            <a:ln w="20003">
              <a:solidFill>
                <a:srgbClr val="E5E9EC"/>
              </a:solidFill>
            </a:ln>
          </p:spPr>
        </p:sp>
        <p:sp>
          <p:nvSpPr>
            <p:cNvPr id="4522" name="Output_receptor__4521">
              <a:extLst>
                <a:ext uri="{FF2B5EF4-FFF2-40B4-BE49-F238E27FC236}">
                  <a16:creationId xmlns:a16="http://schemas.microsoft.com/office/drawing/2014/main" id="{6B32DC96-20D4-DBF7-E84E-F94A9A6448E9}"/>
                </a:ext>
              </a:extLst>
            </p:cNvPr>
            <p:cNvSpPr>
              <a:spLocks noGrp="1"/>
            </p:cNvSpPr>
            <p:nvPr/>
          </p:nvSpPr>
          <p:spPr>
            <a:xfrm>
              <a:off x="16024471" y="4271959"/>
              <a:ext cx="41406" cy="52879"/>
            </a:xfrm>
            <a:custGeom>
              <a:avLst/>
              <a:gdLst/>
              <a:ahLst/>
              <a:cxnLst/>
              <a:rect l="0" t="0" r="0" b="0"/>
              <a:pathLst>
                <a:path w="41406" h="52879">
                  <a:moveTo>
                    <a:pt x="41406" y="52879"/>
                  </a:moveTo>
                  <a:lnTo>
                    <a:pt x="0" y="0"/>
                  </a:lnTo>
                </a:path>
              </a:pathLst>
            </a:custGeom>
            <a:noFill/>
            <a:ln w="20003">
              <a:solidFill>
                <a:srgbClr val="E5E9EC"/>
              </a:solidFill>
            </a:ln>
          </p:spPr>
        </p:sp>
        <p:sp>
          <p:nvSpPr>
            <p:cNvPr id="4523" name="Output_receptor__4522">
              <a:extLst>
                <a:ext uri="{FF2B5EF4-FFF2-40B4-BE49-F238E27FC236}">
                  <a16:creationId xmlns:a16="http://schemas.microsoft.com/office/drawing/2014/main" id="{496471E2-8773-48E4-D817-37E8E1776002}"/>
                </a:ext>
              </a:extLst>
            </p:cNvPr>
            <p:cNvSpPr>
              <a:spLocks noGrp="1"/>
            </p:cNvSpPr>
            <p:nvPr/>
          </p:nvSpPr>
          <p:spPr>
            <a:xfrm>
              <a:off x="15957919" y="3967911"/>
              <a:ext cx="66569" cy="18603"/>
            </a:xfrm>
            <a:custGeom>
              <a:avLst/>
              <a:gdLst/>
              <a:ahLst/>
              <a:cxnLst/>
              <a:rect l="0" t="0" r="0" b="0"/>
              <a:pathLst>
                <a:path w="66569" h="18603">
                  <a:moveTo>
                    <a:pt x="66569" y="18603"/>
                  </a:moveTo>
                  <a:lnTo>
                    <a:pt x="0" y="0"/>
                  </a:lnTo>
                </a:path>
              </a:pathLst>
            </a:custGeom>
            <a:noFill/>
            <a:ln w="20003">
              <a:solidFill>
                <a:srgbClr val="E5E9EC"/>
              </a:solidFill>
            </a:ln>
          </p:spPr>
        </p:sp>
        <p:sp>
          <p:nvSpPr>
            <p:cNvPr id="4524" name="Output_receptor__4523">
              <a:extLst>
                <a:ext uri="{FF2B5EF4-FFF2-40B4-BE49-F238E27FC236}">
                  <a16:creationId xmlns:a16="http://schemas.microsoft.com/office/drawing/2014/main" id="{98BFDDCC-EC35-625F-8BEE-5FCC42273CDC}"/>
                </a:ext>
              </a:extLst>
            </p:cNvPr>
            <p:cNvSpPr>
              <a:spLocks noGrp="1"/>
            </p:cNvSpPr>
            <p:nvPr/>
          </p:nvSpPr>
          <p:spPr>
            <a:xfrm>
              <a:off x="16644950" y="4068306"/>
              <a:ext cx="69886" cy="12823"/>
            </a:xfrm>
            <a:custGeom>
              <a:avLst/>
              <a:gdLst/>
              <a:ahLst/>
              <a:cxnLst/>
              <a:rect l="0" t="0" r="0" b="0"/>
              <a:pathLst>
                <a:path w="69886" h="12823">
                  <a:moveTo>
                    <a:pt x="0" y="0"/>
                  </a:moveTo>
                  <a:lnTo>
                    <a:pt x="69886" y="12823"/>
                  </a:lnTo>
                </a:path>
              </a:pathLst>
            </a:custGeom>
            <a:noFill/>
            <a:ln w="20003">
              <a:solidFill>
                <a:srgbClr val="E5E9EC"/>
              </a:solidFill>
            </a:ln>
          </p:spPr>
        </p:sp>
        <p:sp>
          <p:nvSpPr>
            <p:cNvPr id="4525" name="Output_receptor__4524">
              <a:extLst>
                <a:ext uri="{FF2B5EF4-FFF2-40B4-BE49-F238E27FC236}">
                  <a16:creationId xmlns:a16="http://schemas.microsoft.com/office/drawing/2014/main" id="{333C7BF8-2918-2FA3-221A-EABFE12DA745}"/>
                </a:ext>
              </a:extLst>
            </p:cNvPr>
            <p:cNvSpPr>
              <a:spLocks noGrp="1"/>
            </p:cNvSpPr>
            <p:nvPr/>
          </p:nvSpPr>
          <p:spPr>
            <a:xfrm>
              <a:off x="15990078" y="4167074"/>
              <a:ext cx="59690" cy="40297"/>
            </a:xfrm>
            <a:custGeom>
              <a:avLst/>
              <a:gdLst/>
              <a:ahLst/>
              <a:cxnLst/>
              <a:rect l="0" t="0" r="0" b="0"/>
              <a:pathLst>
                <a:path w="59690" h="40297">
                  <a:moveTo>
                    <a:pt x="59690" y="40297"/>
                  </a:moveTo>
                  <a:lnTo>
                    <a:pt x="0" y="0"/>
                  </a:lnTo>
                </a:path>
              </a:pathLst>
            </a:custGeom>
            <a:noFill/>
            <a:ln w="20003">
              <a:solidFill>
                <a:srgbClr val="E5E9EC"/>
              </a:solidFill>
            </a:ln>
          </p:spPr>
        </p:sp>
        <p:sp>
          <p:nvSpPr>
            <p:cNvPr id="4526" name="Output_receptor__4525">
              <a:extLst>
                <a:ext uri="{FF2B5EF4-FFF2-40B4-BE49-F238E27FC236}">
                  <a16:creationId xmlns:a16="http://schemas.microsoft.com/office/drawing/2014/main" id="{2828BA81-45EC-2D2D-C8AF-CF33B83A4471}"/>
                </a:ext>
              </a:extLst>
            </p:cNvPr>
            <p:cNvSpPr>
              <a:spLocks noGrp="1"/>
            </p:cNvSpPr>
            <p:nvPr/>
          </p:nvSpPr>
          <p:spPr>
            <a:xfrm>
              <a:off x="16677548" y="3811607"/>
              <a:ext cx="46564" cy="55273"/>
            </a:xfrm>
            <a:custGeom>
              <a:avLst/>
              <a:gdLst/>
              <a:ahLst/>
              <a:cxnLst/>
              <a:rect l="0" t="0" r="0" b="0"/>
              <a:pathLst>
                <a:path w="46564" h="55273">
                  <a:moveTo>
                    <a:pt x="0" y="55273"/>
                  </a:moveTo>
                  <a:lnTo>
                    <a:pt x="46564" y="0"/>
                  </a:lnTo>
                </a:path>
              </a:pathLst>
            </a:custGeom>
            <a:noFill/>
            <a:ln w="20003">
              <a:solidFill>
                <a:srgbClr val="E5E9EC"/>
              </a:solidFill>
            </a:ln>
          </p:spPr>
        </p:sp>
        <p:sp>
          <p:nvSpPr>
            <p:cNvPr id="4527" name="Output_receptor__4526">
              <a:extLst>
                <a:ext uri="{FF2B5EF4-FFF2-40B4-BE49-F238E27FC236}">
                  <a16:creationId xmlns:a16="http://schemas.microsoft.com/office/drawing/2014/main" id="{784B024C-398D-E105-DEA9-90C0FFF8A239}"/>
                </a:ext>
              </a:extLst>
            </p:cNvPr>
            <p:cNvSpPr>
              <a:spLocks noGrp="1"/>
            </p:cNvSpPr>
            <p:nvPr/>
          </p:nvSpPr>
          <p:spPr>
            <a:xfrm>
              <a:off x="16479398" y="3917029"/>
              <a:ext cx="257" cy="13410"/>
            </a:xfrm>
            <a:custGeom>
              <a:avLst/>
              <a:gdLst/>
              <a:ahLst/>
              <a:cxnLst/>
              <a:rect l="0" t="0" r="0" b="0"/>
              <a:pathLst>
                <a:path w="257" h="13410">
                  <a:moveTo>
                    <a:pt x="0" y="0"/>
                  </a:moveTo>
                  <a:lnTo>
                    <a:pt x="257" y="13410"/>
                  </a:lnTo>
                </a:path>
              </a:pathLst>
            </a:custGeom>
            <a:noFill/>
            <a:ln w="20003">
              <a:solidFill>
                <a:srgbClr val="E5E9EC"/>
              </a:solidFill>
            </a:ln>
          </p:spPr>
        </p:sp>
        <p:sp>
          <p:nvSpPr>
            <p:cNvPr id="4528" name="Output_receptor__4527">
              <a:extLst>
                <a:ext uri="{FF2B5EF4-FFF2-40B4-BE49-F238E27FC236}">
                  <a16:creationId xmlns:a16="http://schemas.microsoft.com/office/drawing/2014/main" id="{12F4E473-8AAF-865B-59EE-64D0EB28A0B2}"/>
                </a:ext>
              </a:extLst>
            </p:cNvPr>
            <p:cNvSpPr>
              <a:spLocks noGrp="1"/>
            </p:cNvSpPr>
            <p:nvPr/>
          </p:nvSpPr>
          <p:spPr>
            <a:xfrm>
              <a:off x="16210696" y="4153728"/>
              <a:ext cx="6331" cy="16990"/>
            </a:xfrm>
            <a:custGeom>
              <a:avLst/>
              <a:gdLst/>
              <a:ahLst/>
              <a:cxnLst/>
              <a:rect l="0" t="0" r="0" b="0"/>
              <a:pathLst>
                <a:path w="6331" h="16990">
                  <a:moveTo>
                    <a:pt x="0" y="0"/>
                  </a:moveTo>
                  <a:lnTo>
                    <a:pt x="6331" y="16990"/>
                  </a:lnTo>
                </a:path>
              </a:pathLst>
            </a:custGeom>
            <a:noFill/>
            <a:ln w="20003">
              <a:solidFill>
                <a:srgbClr val="E5E9EC"/>
              </a:solidFill>
            </a:ln>
          </p:spPr>
        </p:sp>
        <p:sp>
          <p:nvSpPr>
            <p:cNvPr id="4529" name="Output_receptor__4528">
              <a:extLst>
                <a:ext uri="{FF2B5EF4-FFF2-40B4-BE49-F238E27FC236}">
                  <a16:creationId xmlns:a16="http://schemas.microsoft.com/office/drawing/2014/main" id="{1E6CA1F6-3116-93C5-7B9B-EDE70DB11DFF}"/>
                </a:ext>
              </a:extLst>
            </p:cNvPr>
            <p:cNvSpPr>
              <a:spLocks noGrp="1"/>
            </p:cNvSpPr>
            <p:nvPr/>
          </p:nvSpPr>
          <p:spPr>
            <a:xfrm>
              <a:off x="16313885" y="3475259"/>
              <a:ext cx="21559" cy="65427"/>
            </a:xfrm>
            <a:custGeom>
              <a:avLst/>
              <a:gdLst/>
              <a:ahLst/>
              <a:cxnLst/>
              <a:rect l="0" t="0" r="0" b="0"/>
              <a:pathLst>
                <a:path w="21559" h="65427">
                  <a:moveTo>
                    <a:pt x="0" y="65427"/>
                  </a:moveTo>
                  <a:lnTo>
                    <a:pt x="21559" y="0"/>
                  </a:lnTo>
                </a:path>
              </a:pathLst>
            </a:custGeom>
            <a:noFill/>
            <a:ln w="8096">
              <a:solidFill>
                <a:srgbClr val="E5E9EC"/>
              </a:solidFill>
            </a:ln>
          </p:spPr>
        </p:sp>
        <p:sp>
          <p:nvSpPr>
            <p:cNvPr id="4530" name="Output_receptor__4529">
              <a:extLst>
                <a:ext uri="{FF2B5EF4-FFF2-40B4-BE49-F238E27FC236}">
                  <a16:creationId xmlns:a16="http://schemas.microsoft.com/office/drawing/2014/main" id="{A7DB4363-3717-9BF1-A98E-914E8251AF51}"/>
                </a:ext>
              </a:extLst>
            </p:cNvPr>
            <p:cNvSpPr>
              <a:spLocks noGrp="1"/>
            </p:cNvSpPr>
            <p:nvPr/>
          </p:nvSpPr>
          <p:spPr>
            <a:xfrm>
              <a:off x="16005646" y="3986514"/>
              <a:ext cx="18842" cy="69865"/>
            </a:xfrm>
            <a:custGeom>
              <a:avLst/>
              <a:gdLst/>
              <a:ahLst/>
              <a:cxnLst/>
              <a:rect l="0" t="0" r="0" b="0"/>
              <a:pathLst>
                <a:path w="18842" h="69865">
                  <a:moveTo>
                    <a:pt x="0" y="69865"/>
                  </a:moveTo>
                  <a:lnTo>
                    <a:pt x="18842" y="0"/>
                  </a:lnTo>
                </a:path>
              </a:pathLst>
            </a:custGeom>
            <a:noFill/>
            <a:ln w="20003">
              <a:solidFill>
                <a:srgbClr val="E5E9EC"/>
              </a:solidFill>
            </a:ln>
          </p:spPr>
        </p:sp>
        <p:sp>
          <p:nvSpPr>
            <p:cNvPr id="4531" name="Output_receptor__4530">
              <a:extLst>
                <a:ext uri="{FF2B5EF4-FFF2-40B4-BE49-F238E27FC236}">
                  <a16:creationId xmlns:a16="http://schemas.microsoft.com/office/drawing/2014/main" id="{17F32238-A6C3-2630-0E6D-00A4E5FD5D6E}"/>
                </a:ext>
              </a:extLst>
            </p:cNvPr>
            <p:cNvSpPr>
              <a:spLocks noGrp="1"/>
            </p:cNvSpPr>
            <p:nvPr/>
          </p:nvSpPr>
          <p:spPr>
            <a:xfrm>
              <a:off x="15797375" y="4173457"/>
              <a:ext cx="62244" cy="13809"/>
            </a:xfrm>
            <a:custGeom>
              <a:avLst/>
              <a:gdLst/>
              <a:ahLst/>
              <a:cxnLst/>
              <a:rect l="0" t="0" r="0" b="0"/>
              <a:pathLst>
                <a:path w="62244" h="13809">
                  <a:moveTo>
                    <a:pt x="0" y="0"/>
                  </a:moveTo>
                  <a:lnTo>
                    <a:pt x="62244" y="13809"/>
                  </a:lnTo>
                </a:path>
              </a:pathLst>
            </a:custGeom>
            <a:noFill/>
            <a:ln w="20003">
              <a:solidFill>
                <a:srgbClr val="E5E9EC"/>
              </a:solidFill>
            </a:ln>
          </p:spPr>
        </p:sp>
        <p:sp>
          <p:nvSpPr>
            <p:cNvPr id="4532" name="Output_receptor__4531">
              <a:extLst>
                <a:ext uri="{FF2B5EF4-FFF2-40B4-BE49-F238E27FC236}">
                  <a16:creationId xmlns:a16="http://schemas.microsoft.com/office/drawing/2014/main" id="{B68BB761-A951-1C68-4AFE-49F721907753}"/>
                </a:ext>
              </a:extLst>
            </p:cNvPr>
            <p:cNvSpPr>
              <a:spLocks noGrp="1"/>
            </p:cNvSpPr>
            <p:nvPr/>
          </p:nvSpPr>
          <p:spPr>
            <a:xfrm>
              <a:off x="16015774" y="4324838"/>
              <a:ext cx="50103" cy="51695"/>
            </a:xfrm>
            <a:custGeom>
              <a:avLst/>
              <a:gdLst/>
              <a:ahLst/>
              <a:cxnLst/>
              <a:rect l="0" t="0" r="0" b="0"/>
              <a:pathLst>
                <a:path w="50103" h="51695">
                  <a:moveTo>
                    <a:pt x="0" y="51695"/>
                  </a:moveTo>
                  <a:lnTo>
                    <a:pt x="50103" y="0"/>
                  </a:lnTo>
                </a:path>
              </a:pathLst>
            </a:custGeom>
            <a:noFill/>
            <a:ln w="20003">
              <a:solidFill>
                <a:srgbClr val="E5E9EC"/>
              </a:solidFill>
            </a:ln>
          </p:spPr>
        </p:sp>
        <p:sp>
          <p:nvSpPr>
            <p:cNvPr id="4533" name="Output_receptor__4532">
              <a:extLst>
                <a:ext uri="{FF2B5EF4-FFF2-40B4-BE49-F238E27FC236}">
                  <a16:creationId xmlns:a16="http://schemas.microsoft.com/office/drawing/2014/main" id="{00870D40-937F-9414-DEFD-CC3D98256572}"/>
                </a:ext>
              </a:extLst>
            </p:cNvPr>
            <p:cNvSpPr>
              <a:spLocks noGrp="1"/>
            </p:cNvSpPr>
            <p:nvPr/>
          </p:nvSpPr>
          <p:spPr>
            <a:xfrm>
              <a:off x="15926355" y="3967911"/>
              <a:ext cx="31565" cy="39095"/>
            </a:xfrm>
            <a:custGeom>
              <a:avLst/>
              <a:gdLst/>
              <a:ahLst/>
              <a:cxnLst/>
              <a:rect l="0" t="0" r="0" b="0"/>
              <a:pathLst>
                <a:path w="31565" h="39095">
                  <a:moveTo>
                    <a:pt x="31565" y="0"/>
                  </a:moveTo>
                  <a:lnTo>
                    <a:pt x="0" y="39095"/>
                  </a:lnTo>
                </a:path>
              </a:pathLst>
            </a:custGeom>
            <a:noFill/>
            <a:ln w="20003">
              <a:solidFill>
                <a:srgbClr val="E5E9EC"/>
              </a:solidFill>
            </a:ln>
          </p:spPr>
        </p:sp>
        <p:sp>
          <p:nvSpPr>
            <p:cNvPr id="4534" name="Output_receptor__4533">
              <a:extLst>
                <a:ext uri="{FF2B5EF4-FFF2-40B4-BE49-F238E27FC236}">
                  <a16:creationId xmlns:a16="http://schemas.microsoft.com/office/drawing/2014/main" id="{6A0C086E-6EF4-A2B9-77BF-736D1AF80321}"/>
                </a:ext>
              </a:extLst>
            </p:cNvPr>
            <p:cNvSpPr>
              <a:spLocks noGrp="1"/>
            </p:cNvSpPr>
            <p:nvPr/>
          </p:nvSpPr>
          <p:spPr>
            <a:xfrm>
              <a:off x="15627908" y="4081151"/>
              <a:ext cx="47202" cy="27022"/>
            </a:xfrm>
            <a:custGeom>
              <a:avLst/>
              <a:gdLst/>
              <a:ahLst/>
              <a:cxnLst/>
              <a:rect l="0" t="0" r="0" b="0"/>
              <a:pathLst>
                <a:path w="47202" h="27022">
                  <a:moveTo>
                    <a:pt x="0" y="27022"/>
                  </a:moveTo>
                  <a:lnTo>
                    <a:pt x="47202" y="0"/>
                  </a:lnTo>
                </a:path>
              </a:pathLst>
            </a:custGeom>
            <a:noFill/>
            <a:ln w="20003">
              <a:solidFill>
                <a:srgbClr val="E5E9EC"/>
              </a:solidFill>
            </a:ln>
          </p:spPr>
        </p:sp>
        <p:sp>
          <p:nvSpPr>
            <p:cNvPr id="4535" name="Output_receptor__4534">
              <a:extLst>
                <a:ext uri="{FF2B5EF4-FFF2-40B4-BE49-F238E27FC236}">
                  <a16:creationId xmlns:a16="http://schemas.microsoft.com/office/drawing/2014/main" id="{AE07BA5E-13F7-CA6B-7F47-8527B968CCBF}"/>
                </a:ext>
              </a:extLst>
            </p:cNvPr>
            <p:cNvSpPr>
              <a:spLocks noGrp="1"/>
            </p:cNvSpPr>
            <p:nvPr/>
          </p:nvSpPr>
          <p:spPr>
            <a:xfrm>
              <a:off x="15675110" y="4027262"/>
              <a:ext cx="14731" cy="53889"/>
            </a:xfrm>
            <a:custGeom>
              <a:avLst/>
              <a:gdLst/>
              <a:ahLst/>
              <a:cxnLst/>
              <a:rect l="0" t="0" r="0" b="0"/>
              <a:pathLst>
                <a:path w="14731" h="53889">
                  <a:moveTo>
                    <a:pt x="0" y="53889"/>
                  </a:moveTo>
                  <a:lnTo>
                    <a:pt x="14731" y="0"/>
                  </a:lnTo>
                </a:path>
              </a:pathLst>
            </a:custGeom>
            <a:noFill/>
            <a:ln w="20003">
              <a:solidFill>
                <a:srgbClr val="E5E9EC"/>
              </a:solidFill>
            </a:ln>
          </p:spPr>
        </p:sp>
        <p:sp>
          <p:nvSpPr>
            <p:cNvPr id="4536" name="Output_receptor__4535">
              <a:extLst>
                <a:ext uri="{FF2B5EF4-FFF2-40B4-BE49-F238E27FC236}">
                  <a16:creationId xmlns:a16="http://schemas.microsoft.com/office/drawing/2014/main" id="{CCE5B900-BDB7-FE29-504C-15E5AEEFD6A6}"/>
                </a:ext>
              </a:extLst>
            </p:cNvPr>
            <p:cNvSpPr>
              <a:spLocks noGrp="1"/>
            </p:cNvSpPr>
            <p:nvPr/>
          </p:nvSpPr>
          <p:spPr>
            <a:xfrm>
              <a:off x="15834830" y="4503602"/>
              <a:ext cx="28288" cy="2379"/>
            </a:xfrm>
            <a:custGeom>
              <a:avLst/>
              <a:gdLst/>
              <a:ahLst/>
              <a:cxnLst/>
              <a:rect l="0" t="0" r="0" b="0"/>
              <a:pathLst>
                <a:path w="28288" h="2379">
                  <a:moveTo>
                    <a:pt x="0" y="0"/>
                  </a:moveTo>
                  <a:lnTo>
                    <a:pt x="28288" y="2379"/>
                  </a:lnTo>
                </a:path>
              </a:pathLst>
            </a:custGeom>
            <a:noFill/>
            <a:ln w="20003">
              <a:solidFill>
                <a:srgbClr val="E5E9EC"/>
              </a:solidFill>
            </a:ln>
          </p:spPr>
        </p:sp>
        <p:sp>
          <p:nvSpPr>
            <p:cNvPr id="4537" name="Output_receptor__4536">
              <a:extLst>
                <a:ext uri="{FF2B5EF4-FFF2-40B4-BE49-F238E27FC236}">
                  <a16:creationId xmlns:a16="http://schemas.microsoft.com/office/drawing/2014/main" id="{105DDB4B-7662-116B-917F-48D4D1285D67}"/>
                </a:ext>
              </a:extLst>
            </p:cNvPr>
            <p:cNvSpPr>
              <a:spLocks noGrp="1"/>
            </p:cNvSpPr>
            <p:nvPr/>
          </p:nvSpPr>
          <p:spPr>
            <a:xfrm>
              <a:off x="16699558" y="4081129"/>
              <a:ext cx="15277" cy="68462"/>
            </a:xfrm>
            <a:custGeom>
              <a:avLst/>
              <a:gdLst/>
              <a:ahLst/>
              <a:cxnLst/>
              <a:rect l="0" t="0" r="0" b="0"/>
              <a:pathLst>
                <a:path w="15277" h="68462">
                  <a:moveTo>
                    <a:pt x="15277" y="0"/>
                  </a:moveTo>
                  <a:lnTo>
                    <a:pt x="0" y="68462"/>
                  </a:lnTo>
                </a:path>
              </a:pathLst>
            </a:custGeom>
            <a:noFill/>
            <a:ln w="20003">
              <a:solidFill>
                <a:srgbClr val="E5E9EC"/>
              </a:solidFill>
            </a:ln>
          </p:spPr>
        </p:sp>
        <p:sp>
          <p:nvSpPr>
            <p:cNvPr id="4538" name="Output_receptor__4537">
              <a:extLst>
                <a:ext uri="{FF2B5EF4-FFF2-40B4-BE49-F238E27FC236}">
                  <a16:creationId xmlns:a16="http://schemas.microsoft.com/office/drawing/2014/main" id="{DAA1DB83-300D-D7E9-16BB-52B612CBA412}"/>
                </a:ext>
              </a:extLst>
            </p:cNvPr>
            <p:cNvSpPr>
              <a:spLocks noGrp="1"/>
            </p:cNvSpPr>
            <p:nvPr/>
          </p:nvSpPr>
          <p:spPr>
            <a:xfrm>
              <a:off x="15953051" y="4167074"/>
              <a:ext cx="37027" cy="51639"/>
            </a:xfrm>
            <a:custGeom>
              <a:avLst/>
              <a:gdLst/>
              <a:ahLst/>
              <a:cxnLst/>
              <a:rect l="0" t="0" r="0" b="0"/>
              <a:pathLst>
                <a:path w="37027" h="51639">
                  <a:moveTo>
                    <a:pt x="37027" y="0"/>
                  </a:moveTo>
                  <a:lnTo>
                    <a:pt x="0" y="51639"/>
                  </a:lnTo>
                </a:path>
              </a:pathLst>
            </a:custGeom>
            <a:noFill/>
            <a:ln w="20003">
              <a:solidFill>
                <a:srgbClr val="E5E9EC"/>
              </a:solidFill>
            </a:ln>
          </p:spPr>
        </p:sp>
        <p:sp>
          <p:nvSpPr>
            <p:cNvPr id="4539" name="Output_receptor__4538">
              <a:extLst>
                <a:ext uri="{FF2B5EF4-FFF2-40B4-BE49-F238E27FC236}">
                  <a16:creationId xmlns:a16="http://schemas.microsoft.com/office/drawing/2014/main" id="{B949CF2A-0795-43D6-1527-BEF61B683076}"/>
                </a:ext>
              </a:extLst>
            </p:cNvPr>
            <p:cNvSpPr>
              <a:spLocks noGrp="1"/>
            </p:cNvSpPr>
            <p:nvPr/>
          </p:nvSpPr>
          <p:spPr>
            <a:xfrm>
              <a:off x="15602841" y="4012234"/>
              <a:ext cx="16978" cy="3124"/>
            </a:xfrm>
            <a:custGeom>
              <a:avLst/>
              <a:gdLst/>
              <a:ahLst/>
              <a:cxnLst/>
              <a:rect l="0" t="0" r="0" b="0"/>
              <a:pathLst>
                <a:path w="16978" h="3124">
                  <a:moveTo>
                    <a:pt x="16978" y="0"/>
                  </a:moveTo>
                  <a:lnTo>
                    <a:pt x="0" y="3124"/>
                  </a:lnTo>
                </a:path>
              </a:pathLst>
            </a:custGeom>
            <a:noFill/>
            <a:ln w="20003">
              <a:solidFill>
                <a:srgbClr val="E5E9EC"/>
              </a:solidFill>
            </a:ln>
          </p:spPr>
        </p:sp>
        <p:sp>
          <p:nvSpPr>
            <p:cNvPr id="4540" name="Output_receptor__4539">
              <a:extLst>
                <a:ext uri="{FF2B5EF4-FFF2-40B4-BE49-F238E27FC236}">
                  <a16:creationId xmlns:a16="http://schemas.microsoft.com/office/drawing/2014/main" id="{D86EE185-D99F-CBA6-EB0D-44FBDB76A167}"/>
                </a:ext>
              </a:extLst>
            </p:cNvPr>
            <p:cNvSpPr>
              <a:spLocks noGrp="1"/>
            </p:cNvSpPr>
            <p:nvPr/>
          </p:nvSpPr>
          <p:spPr>
            <a:xfrm>
              <a:off x="16190832" y="4298234"/>
              <a:ext cx="9558" cy="26418"/>
            </a:xfrm>
            <a:custGeom>
              <a:avLst/>
              <a:gdLst/>
              <a:ahLst/>
              <a:cxnLst/>
              <a:rect l="0" t="0" r="0" b="0"/>
              <a:pathLst>
                <a:path w="9558" h="26418">
                  <a:moveTo>
                    <a:pt x="9558" y="26418"/>
                  </a:moveTo>
                  <a:lnTo>
                    <a:pt x="0" y="0"/>
                  </a:lnTo>
                </a:path>
              </a:pathLst>
            </a:custGeom>
            <a:noFill/>
            <a:ln w="8096">
              <a:solidFill>
                <a:srgbClr val="E5E9EC"/>
              </a:solidFill>
            </a:ln>
          </p:spPr>
        </p:sp>
        <p:sp>
          <p:nvSpPr>
            <p:cNvPr id="4541" name="Output_receptor__4540">
              <a:extLst>
                <a:ext uri="{FF2B5EF4-FFF2-40B4-BE49-F238E27FC236}">
                  <a16:creationId xmlns:a16="http://schemas.microsoft.com/office/drawing/2014/main" id="{4ACC34D1-01FE-F360-33F7-455117B5C2C5}"/>
                </a:ext>
              </a:extLst>
            </p:cNvPr>
            <p:cNvSpPr>
              <a:spLocks noGrp="1"/>
            </p:cNvSpPr>
            <p:nvPr/>
          </p:nvSpPr>
          <p:spPr>
            <a:xfrm>
              <a:off x="16625277" y="3759819"/>
              <a:ext cx="33679" cy="31141"/>
            </a:xfrm>
            <a:custGeom>
              <a:avLst/>
              <a:gdLst/>
              <a:ahLst/>
              <a:cxnLst/>
              <a:rect l="0" t="0" r="0" b="0"/>
              <a:pathLst>
                <a:path w="33679" h="31141">
                  <a:moveTo>
                    <a:pt x="0" y="31141"/>
                  </a:moveTo>
                  <a:lnTo>
                    <a:pt x="33679" y="0"/>
                  </a:lnTo>
                </a:path>
              </a:pathLst>
            </a:custGeom>
            <a:noFill/>
            <a:ln w="20003">
              <a:solidFill>
                <a:srgbClr val="E5E9EC"/>
              </a:solidFill>
            </a:ln>
          </p:spPr>
        </p:sp>
        <p:sp>
          <p:nvSpPr>
            <p:cNvPr id="4542" name="Output_receptor__4541">
              <a:extLst>
                <a:ext uri="{FF2B5EF4-FFF2-40B4-BE49-F238E27FC236}">
                  <a16:creationId xmlns:a16="http://schemas.microsoft.com/office/drawing/2014/main" id="{86AFC031-6BC7-E056-FF0E-2D2B72BA3F43}"/>
                </a:ext>
              </a:extLst>
            </p:cNvPr>
            <p:cNvSpPr>
              <a:spLocks noGrp="1"/>
            </p:cNvSpPr>
            <p:nvPr/>
          </p:nvSpPr>
          <p:spPr>
            <a:xfrm>
              <a:off x="16540070" y="3606590"/>
              <a:ext cx="70151" cy="10448"/>
            </a:xfrm>
            <a:custGeom>
              <a:avLst/>
              <a:gdLst/>
              <a:ahLst/>
              <a:cxnLst/>
              <a:rect l="0" t="0" r="0" b="0"/>
              <a:pathLst>
                <a:path w="70151" h="10448">
                  <a:moveTo>
                    <a:pt x="70151" y="0"/>
                  </a:moveTo>
                  <a:lnTo>
                    <a:pt x="0" y="10448"/>
                  </a:lnTo>
                </a:path>
              </a:pathLst>
            </a:custGeom>
            <a:noFill/>
            <a:ln w="20003">
              <a:solidFill>
                <a:srgbClr val="E5E9EC"/>
              </a:solidFill>
            </a:ln>
          </p:spPr>
        </p:sp>
        <p:sp>
          <p:nvSpPr>
            <p:cNvPr id="4543" name="Output_receptor__4542">
              <a:extLst>
                <a:ext uri="{FF2B5EF4-FFF2-40B4-BE49-F238E27FC236}">
                  <a16:creationId xmlns:a16="http://schemas.microsoft.com/office/drawing/2014/main" id="{C26C7AA2-956E-A35C-4D34-EF97D7D52799}"/>
                </a:ext>
              </a:extLst>
            </p:cNvPr>
            <p:cNvSpPr>
              <a:spLocks noGrp="1"/>
            </p:cNvSpPr>
            <p:nvPr/>
          </p:nvSpPr>
          <p:spPr>
            <a:xfrm>
              <a:off x="15786563" y="4409552"/>
              <a:ext cx="67450" cy="21132"/>
            </a:xfrm>
            <a:custGeom>
              <a:avLst/>
              <a:gdLst/>
              <a:ahLst/>
              <a:cxnLst/>
              <a:rect l="0" t="0" r="0" b="0"/>
              <a:pathLst>
                <a:path w="67450" h="21132">
                  <a:moveTo>
                    <a:pt x="0" y="21132"/>
                  </a:moveTo>
                  <a:lnTo>
                    <a:pt x="67450" y="0"/>
                  </a:lnTo>
                </a:path>
              </a:pathLst>
            </a:custGeom>
            <a:noFill/>
            <a:ln w="20003">
              <a:solidFill>
                <a:srgbClr val="E5E9EC"/>
              </a:solidFill>
            </a:ln>
          </p:spPr>
        </p:sp>
        <p:sp>
          <p:nvSpPr>
            <p:cNvPr id="4544" name="Output_receptor__4543">
              <a:extLst>
                <a:ext uri="{FF2B5EF4-FFF2-40B4-BE49-F238E27FC236}">
                  <a16:creationId xmlns:a16="http://schemas.microsoft.com/office/drawing/2014/main" id="{76378D31-2391-4546-0997-337B7771442F}"/>
                </a:ext>
              </a:extLst>
            </p:cNvPr>
            <p:cNvSpPr>
              <a:spLocks noGrp="1"/>
            </p:cNvSpPr>
            <p:nvPr/>
          </p:nvSpPr>
          <p:spPr>
            <a:xfrm>
              <a:off x="16588876" y="3696826"/>
              <a:ext cx="15442" cy="3399"/>
            </a:xfrm>
            <a:custGeom>
              <a:avLst/>
              <a:gdLst/>
              <a:ahLst/>
              <a:cxnLst/>
              <a:rect l="0" t="0" r="0" b="0"/>
              <a:pathLst>
                <a:path w="15442" h="3399">
                  <a:moveTo>
                    <a:pt x="15442" y="0"/>
                  </a:moveTo>
                  <a:lnTo>
                    <a:pt x="0" y="3399"/>
                  </a:lnTo>
                </a:path>
              </a:pathLst>
            </a:custGeom>
            <a:noFill/>
            <a:ln w="20003">
              <a:solidFill>
                <a:srgbClr val="E5E9EC"/>
              </a:solidFill>
            </a:ln>
          </p:spPr>
        </p:sp>
        <p:sp>
          <p:nvSpPr>
            <p:cNvPr id="4545" name="Output_receptor__4544">
              <a:extLst>
                <a:ext uri="{FF2B5EF4-FFF2-40B4-BE49-F238E27FC236}">
                  <a16:creationId xmlns:a16="http://schemas.microsoft.com/office/drawing/2014/main" id="{26B707D9-FDE6-0D27-90BD-50707C81C917}"/>
                </a:ext>
              </a:extLst>
            </p:cNvPr>
            <p:cNvSpPr>
              <a:spLocks noGrp="1"/>
            </p:cNvSpPr>
            <p:nvPr/>
          </p:nvSpPr>
          <p:spPr>
            <a:xfrm>
              <a:off x="16621354" y="4068306"/>
              <a:ext cx="23596" cy="30610"/>
            </a:xfrm>
            <a:custGeom>
              <a:avLst/>
              <a:gdLst/>
              <a:ahLst/>
              <a:cxnLst/>
              <a:rect l="0" t="0" r="0" b="0"/>
              <a:pathLst>
                <a:path w="23596" h="30610">
                  <a:moveTo>
                    <a:pt x="0" y="30610"/>
                  </a:moveTo>
                  <a:lnTo>
                    <a:pt x="23596" y="0"/>
                  </a:lnTo>
                </a:path>
              </a:pathLst>
            </a:custGeom>
            <a:noFill/>
            <a:ln w="20003">
              <a:solidFill>
                <a:srgbClr val="E5E9EC"/>
              </a:solidFill>
            </a:ln>
          </p:spPr>
        </p:sp>
        <p:sp>
          <p:nvSpPr>
            <p:cNvPr id="4546" name="Output_receptor__4545">
              <a:extLst>
                <a:ext uri="{FF2B5EF4-FFF2-40B4-BE49-F238E27FC236}">
                  <a16:creationId xmlns:a16="http://schemas.microsoft.com/office/drawing/2014/main" id="{2F4C3B3C-9FFC-3D42-270A-015FB263FDAF}"/>
                </a:ext>
              </a:extLst>
            </p:cNvPr>
            <p:cNvSpPr>
              <a:spLocks noGrp="1"/>
            </p:cNvSpPr>
            <p:nvPr/>
          </p:nvSpPr>
          <p:spPr>
            <a:xfrm>
              <a:off x="16544974" y="3855523"/>
              <a:ext cx="5584" cy="63079"/>
            </a:xfrm>
            <a:custGeom>
              <a:avLst/>
              <a:gdLst/>
              <a:ahLst/>
              <a:cxnLst/>
              <a:rect l="0" t="0" r="0" b="0"/>
              <a:pathLst>
                <a:path w="5584" h="63079">
                  <a:moveTo>
                    <a:pt x="5584" y="63079"/>
                  </a:moveTo>
                  <a:lnTo>
                    <a:pt x="0" y="0"/>
                  </a:lnTo>
                </a:path>
              </a:pathLst>
            </a:custGeom>
            <a:noFill/>
            <a:ln w="20003">
              <a:solidFill>
                <a:srgbClr val="E5E9EC"/>
              </a:solidFill>
            </a:ln>
          </p:spPr>
        </p:sp>
        <p:sp>
          <p:nvSpPr>
            <p:cNvPr id="4547" name="Output_receptor__4546">
              <a:extLst>
                <a:ext uri="{FF2B5EF4-FFF2-40B4-BE49-F238E27FC236}">
                  <a16:creationId xmlns:a16="http://schemas.microsoft.com/office/drawing/2014/main" id="{BD0F0F8E-B1FB-02A1-D3C2-971F6B8201BA}"/>
                </a:ext>
              </a:extLst>
            </p:cNvPr>
            <p:cNvSpPr>
              <a:spLocks noGrp="1"/>
            </p:cNvSpPr>
            <p:nvPr/>
          </p:nvSpPr>
          <p:spPr>
            <a:xfrm>
              <a:off x="16284423" y="3540685"/>
              <a:ext cx="29462" cy="22437"/>
            </a:xfrm>
            <a:custGeom>
              <a:avLst/>
              <a:gdLst/>
              <a:ahLst/>
              <a:cxnLst/>
              <a:rect l="0" t="0" r="0" b="0"/>
              <a:pathLst>
                <a:path w="29462" h="22437">
                  <a:moveTo>
                    <a:pt x="0" y="22437"/>
                  </a:moveTo>
                  <a:lnTo>
                    <a:pt x="29462" y="0"/>
                  </a:lnTo>
                </a:path>
              </a:pathLst>
            </a:custGeom>
            <a:noFill/>
            <a:ln w="8096">
              <a:solidFill>
                <a:srgbClr val="E5E9EC"/>
              </a:solidFill>
            </a:ln>
          </p:spPr>
        </p:sp>
        <p:sp>
          <p:nvSpPr>
            <p:cNvPr id="4548" name="Output_receptor__4547">
              <a:extLst>
                <a:ext uri="{FF2B5EF4-FFF2-40B4-BE49-F238E27FC236}">
                  <a16:creationId xmlns:a16="http://schemas.microsoft.com/office/drawing/2014/main" id="{E4AA4621-AB94-2A16-C31A-89DC6071A822}"/>
                </a:ext>
              </a:extLst>
            </p:cNvPr>
            <p:cNvSpPr>
              <a:spLocks noGrp="1"/>
            </p:cNvSpPr>
            <p:nvPr/>
          </p:nvSpPr>
          <p:spPr>
            <a:xfrm>
              <a:off x="16658956" y="3704736"/>
              <a:ext cx="15222" cy="55083"/>
            </a:xfrm>
            <a:custGeom>
              <a:avLst/>
              <a:gdLst/>
              <a:ahLst/>
              <a:cxnLst/>
              <a:rect l="0" t="0" r="0" b="0"/>
              <a:pathLst>
                <a:path w="15222" h="55083">
                  <a:moveTo>
                    <a:pt x="0" y="55083"/>
                  </a:moveTo>
                  <a:lnTo>
                    <a:pt x="15222" y="0"/>
                  </a:lnTo>
                </a:path>
              </a:pathLst>
            </a:custGeom>
            <a:noFill/>
            <a:ln w="20003">
              <a:solidFill>
                <a:srgbClr val="E5E9EC"/>
              </a:solidFill>
            </a:ln>
          </p:spPr>
        </p:sp>
        <p:sp>
          <p:nvSpPr>
            <p:cNvPr id="4549" name="Output_receptor__4548">
              <a:extLst>
                <a:ext uri="{FF2B5EF4-FFF2-40B4-BE49-F238E27FC236}">
                  <a16:creationId xmlns:a16="http://schemas.microsoft.com/office/drawing/2014/main" id="{62B18CA6-1A1B-DB43-5BD6-00D4C98D052C}"/>
                </a:ext>
              </a:extLst>
            </p:cNvPr>
            <p:cNvSpPr>
              <a:spLocks noGrp="1"/>
            </p:cNvSpPr>
            <p:nvPr/>
          </p:nvSpPr>
          <p:spPr>
            <a:xfrm>
              <a:off x="16489434" y="3833187"/>
              <a:ext cx="55540" cy="22336"/>
            </a:xfrm>
            <a:custGeom>
              <a:avLst/>
              <a:gdLst/>
              <a:ahLst/>
              <a:cxnLst/>
              <a:rect l="0" t="0" r="0" b="0"/>
              <a:pathLst>
                <a:path w="55540" h="22336">
                  <a:moveTo>
                    <a:pt x="55540" y="22336"/>
                  </a:moveTo>
                  <a:lnTo>
                    <a:pt x="0" y="0"/>
                  </a:lnTo>
                </a:path>
              </a:pathLst>
            </a:custGeom>
            <a:noFill/>
            <a:ln w="20003">
              <a:solidFill>
                <a:srgbClr val="E6E9EC"/>
              </a:solidFill>
            </a:ln>
          </p:spPr>
        </p:sp>
        <p:sp>
          <p:nvSpPr>
            <p:cNvPr id="4550" name="Output_receptor__4549">
              <a:extLst>
                <a:ext uri="{FF2B5EF4-FFF2-40B4-BE49-F238E27FC236}">
                  <a16:creationId xmlns:a16="http://schemas.microsoft.com/office/drawing/2014/main" id="{59BBC22B-AF8A-9065-2CDD-DE0AFB074C1D}"/>
                </a:ext>
              </a:extLst>
            </p:cNvPr>
            <p:cNvSpPr>
              <a:spLocks noGrp="1"/>
            </p:cNvSpPr>
            <p:nvPr/>
          </p:nvSpPr>
          <p:spPr>
            <a:xfrm>
              <a:off x="15747019" y="3816079"/>
              <a:ext cx="64650" cy="9567"/>
            </a:xfrm>
            <a:custGeom>
              <a:avLst/>
              <a:gdLst/>
              <a:ahLst/>
              <a:cxnLst/>
              <a:rect l="0" t="0" r="0" b="0"/>
              <a:pathLst>
                <a:path w="64650" h="9567">
                  <a:moveTo>
                    <a:pt x="0" y="9567"/>
                  </a:moveTo>
                  <a:lnTo>
                    <a:pt x="64650" y="0"/>
                  </a:lnTo>
                </a:path>
              </a:pathLst>
            </a:custGeom>
            <a:noFill/>
            <a:ln w="20003">
              <a:solidFill>
                <a:srgbClr val="E6E9EC"/>
              </a:solidFill>
            </a:ln>
          </p:spPr>
        </p:sp>
        <p:sp>
          <p:nvSpPr>
            <p:cNvPr id="4551" name="Output_receptor__4550">
              <a:extLst>
                <a:ext uri="{FF2B5EF4-FFF2-40B4-BE49-F238E27FC236}">
                  <a16:creationId xmlns:a16="http://schemas.microsoft.com/office/drawing/2014/main" id="{18358ADA-4FA8-EC38-70D2-95CDF44F360E}"/>
                </a:ext>
              </a:extLst>
            </p:cNvPr>
            <p:cNvSpPr>
              <a:spLocks noGrp="1"/>
            </p:cNvSpPr>
            <p:nvPr/>
          </p:nvSpPr>
          <p:spPr>
            <a:xfrm>
              <a:off x="15886304" y="4553935"/>
              <a:ext cx="31014" cy="43232"/>
            </a:xfrm>
            <a:custGeom>
              <a:avLst/>
              <a:gdLst/>
              <a:ahLst/>
              <a:cxnLst/>
              <a:rect l="0" t="0" r="0" b="0"/>
              <a:pathLst>
                <a:path w="31014" h="43232">
                  <a:moveTo>
                    <a:pt x="31014" y="0"/>
                  </a:moveTo>
                  <a:lnTo>
                    <a:pt x="0" y="43232"/>
                  </a:lnTo>
                </a:path>
              </a:pathLst>
            </a:custGeom>
            <a:noFill/>
            <a:ln w="20003">
              <a:solidFill>
                <a:srgbClr val="E6E9EC"/>
              </a:solidFill>
            </a:ln>
          </p:spPr>
        </p:sp>
        <p:sp>
          <p:nvSpPr>
            <p:cNvPr id="4552" name="Output_receptor__4551">
              <a:extLst>
                <a:ext uri="{FF2B5EF4-FFF2-40B4-BE49-F238E27FC236}">
                  <a16:creationId xmlns:a16="http://schemas.microsoft.com/office/drawing/2014/main" id="{6BCB6F84-99A9-5BE8-6342-10DC9BE346F0}"/>
                </a:ext>
              </a:extLst>
            </p:cNvPr>
            <p:cNvSpPr>
              <a:spLocks noGrp="1"/>
            </p:cNvSpPr>
            <p:nvPr/>
          </p:nvSpPr>
          <p:spPr>
            <a:xfrm>
              <a:off x="16215515" y="4071577"/>
              <a:ext cx="46209" cy="43034"/>
            </a:xfrm>
            <a:custGeom>
              <a:avLst/>
              <a:gdLst/>
              <a:ahLst/>
              <a:cxnLst/>
              <a:rect l="0" t="0" r="0" b="0"/>
              <a:pathLst>
                <a:path w="46209" h="43034">
                  <a:moveTo>
                    <a:pt x="46209" y="43034"/>
                  </a:moveTo>
                  <a:lnTo>
                    <a:pt x="0" y="0"/>
                  </a:lnTo>
                </a:path>
              </a:pathLst>
            </a:custGeom>
            <a:noFill/>
            <a:ln w="20003">
              <a:solidFill>
                <a:srgbClr val="E6E9EC"/>
              </a:solidFill>
            </a:ln>
          </p:spPr>
        </p:sp>
        <p:sp>
          <p:nvSpPr>
            <p:cNvPr id="4553" name="Output_receptor__4552">
              <a:extLst>
                <a:ext uri="{FF2B5EF4-FFF2-40B4-BE49-F238E27FC236}">
                  <a16:creationId xmlns:a16="http://schemas.microsoft.com/office/drawing/2014/main" id="{97416804-F115-ECCD-E3E4-A89B82ACF84A}"/>
                </a:ext>
              </a:extLst>
            </p:cNvPr>
            <p:cNvSpPr>
              <a:spLocks noGrp="1"/>
            </p:cNvSpPr>
            <p:nvPr/>
          </p:nvSpPr>
          <p:spPr>
            <a:xfrm>
              <a:off x="15917318" y="4500421"/>
              <a:ext cx="12645" cy="53514"/>
            </a:xfrm>
            <a:custGeom>
              <a:avLst/>
              <a:gdLst/>
              <a:ahLst/>
              <a:cxnLst/>
              <a:rect l="0" t="0" r="0" b="0"/>
              <a:pathLst>
                <a:path w="12645" h="53514">
                  <a:moveTo>
                    <a:pt x="12645" y="0"/>
                  </a:moveTo>
                  <a:lnTo>
                    <a:pt x="0" y="53514"/>
                  </a:lnTo>
                </a:path>
              </a:pathLst>
            </a:custGeom>
            <a:noFill/>
            <a:ln w="20003">
              <a:solidFill>
                <a:srgbClr val="E6E9EC"/>
              </a:solidFill>
            </a:ln>
          </p:spPr>
        </p:sp>
        <p:sp>
          <p:nvSpPr>
            <p:cNvPr id="4554" name="Output_receptor__4553">
              <a:extLst>
                <a:ext uri="{FF2B5EF4-FFF2-40B4-BE49-F238E27FC236}">
                  <a16:creationId xmlns:a16="http://schemas.microsoft.com/office/drawing/2014/main" id="{70809768-0F21-9102-D84B-35D23C07E4F2}"/>
                </a:ext>
              </a:extLst>
            </p:cNvPr>
            <p:cNvSpPr>
              <a:spLocks noGrp="1"/>
            </p:cNvSpPr>
            <p:nvPr/>
          </p:nvSpPr>
          <p:spPr>
            <a:xfrm>
              <a:off x="15575520" y="3922925"/>
              <a:ext cx="67306" cy="3259"/>
            </a:xfrm>
            <a:custGeom>
              <a:avLst/>
              <a:gdLst/>
              <a:ahLst/>
              <a:cxnLst/>
              <a:rect l="0" t="0" r="0" b="0"/>
              <a:pathLst>
                <a:path w="67306" h="3259">
                  <a:moveTo>
                    <a:pt x="67306" y="3259"/>
                  </a:moveTo>
                  <a:lnTo>
                    <a:pt x="0" y="0"/>
                  </a:lnTo>
                </a:path>
              </a:pathLst>
            </a:custGeom>
            <a:noFill/>
            <a:ln w="20003">
              <a:solidFill>
                <a:srgbClr val="E6E9EC"/>
              </a:solidFill>
            </a:ln>
          </p:spPr>
        </p:sp>
        <p:sp>
          <p:nvSpPr>
            <p:cNvPr id="4555" name="Output_receptor__4554">
              <a:extLst>
                <a:ext uri="{FF2B5EF4-FFF2-40B4-BE49-F238E27FC236}">
                  <a16:creationId xmlns:a16="http://schemas.microsoft.com/office/drawing/2014/main" id="{5C8A8DB6-9F3E-5948-B2E1-8A8EFFD34C54}"/>
                </a:ext>
              </a:extLst>
            </p:cNvPr>
            <p:cNvSpPr>
              <a:spLocks noGrp="1"/>
            </p:cNvSpPr>
            <p:nvPr/>
          </p:nvSpPr>
          <p:spPr>
            <a:xfrm>
              <a:off x="15811669" y="3816079"/>
              <a:ext cx="24045" cy="57596"/>
            </a:xfrm>
            <a:custGeom>
              <a:avLst/>
              <a:gdLst/>
              <a:ahLst/>
              <a:cxnLst/>
              <a:rect l="0" t="0" r="0" b="0"/>
              <a:pathLst>
                <a:path w="24045" h="57596">
                  <a:moveTo>
                    <a:pt x="0" y="0"/>
                  </a:moveTo>
                  <a:lnTo>
                    <a:pt x="24045" y="57596"/>
                  </a:lnTo>
                </a:path>
              </a:pathLst>
            </a:custGeom>
            <a:noFill/>
            <a:ln w="20003">
              <a:solidFill>
                <a:srgbClr val="E6E9EC"/>
              </a:solidFill>
            </a:ln>
          </p:spPr>
        </p:sp>
        <p:sp>
          <p:nvSpPr>
            <p:cNvPr id="4556" name="Output_receptor__4555">
              <a:extLst>
                <a:ext uri="{FF2B5EF4-FFF2-40B4-BE49-F238E27FC236}">
                  <a16:creationId xmlns:a16="http://schemas.microsoft.com/office/drawing/2014/main" id="{6533F337-2B19-8117-BE15-D0B107C470C3}"/>
                </a:ext>
              </a:extLst>
            </p:cNvPr>
            <p:cNvSpPr>
              <a:spLocks noGrp="1"/>
            </p:cNvSpPr>
            <p:nvPr/>
          </p:nvSpPr>
          <p:spPr>
            <a:xfrm>
              <a:off x="16291361" y="4214354"/>
              <a:ext cx="17539" cy="6660"/>
            </a:xfrm>
            <a:custGeom>
              <a:avLst/>
              <a:gdLst/>
              <a:ahLst/>
              <a:cxnLst/>
              <a:rect l="0" t="0" r="0" b="0"/>
              <a:pathLst>
                <a:path w="17539" h="6660">
                  <a:moveTo>
                    <a:pt x="17539" y="6660"/>
                  </a:moveTo>
                  <a:lnTo>
                    <a:pt x="0" y="0"/>
                  </a:lnTo>
                </a:path>
              </a:pathLst>
            </a:custGeom>
            <a:noFill/>
            <a:ln w="20003">
              <a:solidFill>
                <a:srgbClr val="E6E9EC"/>
              </a:solidFill>
            </a:ln>
          </p:spPr>
        </p:sp>
        <p:sp>
          <p:nvSpPr>
            <p:cNvPr id="4557" name="Output_receptor__4556">
              <a:extLst>
                <a:ext uri="{FF2B5EF4-FFF2-40B4-BE49-F238E27FC236}">
                  <a16:creationId xmlns:a16="http://schemas.microsoft.com/office/drawing/2014/main" id="{407ED4E3-8E66-14F8-C237-A83532D9374C}"/>
                </a:ext>
              </a:extLst>
            </p:cNvPr>
            <p:cNvSpPr>
              <a:spLocks noGrp="1"/>
            </p:cNvSpPr>
            <p:nvPr/>
          </p:nvSpPr>
          <p:spPr>
            <a:xfrm>
              <a:off x="16159731" y="4071577"/>
              <a:ext cx="55784" cy="20199"/>
            </a:xfrm>
            <a:custGeom>
              <a:avLst/>
              <a:gdLst/>
              <a:ahLst/>
              <a:cxnLst/>
              <a:rect l="0" t="0" r="0" b="0"/>
              <a:pathLst>
                <a:path w="55784" h="20199">
                  <a:moveTo>
                    <a:pt x="55784" y="0"/>
                  </a:moveTo>
                  <a:lnTo>
                    <a:pt x="0" y="20199"/>
                  </a:lnTo>
                </a:path>
              </a:pathLst>
            </a:custGeom>
            <a:noFill/>
            <a:ln w="20003">
              <a:solidFill>
                <a:srgbClr val="E6E9EC"/>
              </a:solidFill>
            </a:ln>
          </p:spPr>
        </p:sp>
        <p:sp>
          <p:nvSpPr>
            <p:cNvPr id="4558" name="Output_receptor__4557">
              <a:extLst>
                <a:ext uri="{FF2B5EF4-FFF2-40B4-BE49-F238E27FC236}">
                  <a16:creationId xmlns:a16="http://schemas.microsoft.com/office/drawing/2014/main" id="{4DB8399C-99D2-3B72-BD3F-98634C954337}"/>
                </a:ext>
              </a:extLst>
            </p:cNvPr>
            <p:cNvSpPr>
              <a:spLocks noGrp="1"/>
            </p:cNvSpPr>
            <p:nvPr/>
          </p:nvSpPr>
          <p:spPr>
            <a:xfrm>
              <a:off x="16562540" y="3391215"/>
              <a:ext cx="41393" cy="8712"/>
            </a:xfrm>
            <a:custGeom>
              <a:avLst/>
              <a:gdLst/>
              <a:ahLst/>
              <a:cxnLst/>
              <a:rect l="0" t="0" r="0" b="0"/>
              <a:pathLst>
                <a:path w="41393" h="8712">
                  <a:moveTo>
                    <a:pt x="41393" y="8712"/>
                  </a:moveTo>
                  <a:lnTo>
                    <a:pt x="0" y="0"/>
                  </a:lnTo>
                </a:path>
              </a:pathLst>
            </a:custGeom>
            <a:noFill/>
            <a:ln w="8096">
              <a:solidFill>
                <a:srgbClr val="E6E9EC"/>
              </a:solidFill>
            </a:ln>
          </p:spPr>
        </p:sp>
        <p:sp>
          <p:nvSpPr>
            <p:cNvPr id="4559" name="Output_receptor__4558">
              <a:extLst>
                <a:ext uri="{FF2B5EF4-FFF2-40B4-BE49-F238E27FC236}">
                  <a16:creationId xmlns:a16="http://schemas.microsoft.com/office/drawing/2014/main" id="{B8819DAC-A058-0AB4-BC56-51D2AF8AE2A7}"/>
                </a:ext>
              </a:extLst>
            </p:cNvPr>
            <p:cNvSpPr>
              <a:spLocks noGrp="1"/>
            </p:cNvSpPr>
            <p:nvPr/>
          </p:nvSpPr>
          <p:spPr>
            <a:xfrm>
              <a:off x="16381329" y="3504775"/>
              <a:ext cx="34666" cy="31926"/>
            </a:xfrm>
            <a:custGeom>
              <a:avLst/>
              <a:gdLst/>
              <a:ahLst/>
              <a:cxnLst/>
              <a:rect l="0" t="0" r="0" b="0"/>
              <a:pathLst>
                <a:path w="34666" h="31926">
                  <a:moveTo>
                    <a:pt x="0" y="0"/>
                  </a:moveTo>
                  <a:lnTo>
                    <a:pt x="34666" y="31926"/>
                  </a:lnTo>
                </a:path>
              </a:pathLst>
            </a:custGeom>
            <a:noFill/>
            <a:ln w="8096">
              <a:solidFill>
                <a:srgbClr val="E6E9EC"/>
              </a:solidFill>
            </a:ln>
          </p:spPr>
        </p:sp>
        <p:sp>
          <p:nvSpPr>
            <p:cNvPr id="4560" name="Output_receptor__4559">
              <a:extLst>
                <a:ext uri="{FF2B5EF4-FFF2-40B4-BE49-F238E27FC236}">
                  <a16:creationId xmlns:a16="http://schemas.microsoft.com/office/drawing/2014/main" id="{B7B66CD5-D716-5A07-6AF8-C6FB90021EA1}"/>
                </a:ext>
              </a:extLst>
            </p:cNvPr>
            <p:cNvSpPr>
              <a:spLocks noGrp="1"/>
            </p:cNvSpPr>
            <p:nvPr/>
          </p:nvSpPr>
          <p:spPr>
            <a:xfrm>
              <a:off x="15782979" y="3873676"/>
              <a:ext cx="52735" cy="42998"/>
            </a:xfrm>
            <a:custGeom>
              <a:avLst/>
              <a:gdLst/>
              <a:ahLst/>
              <a:cxnLst/>
              <a:rect l="0" t="0" r="0" b="0"/>
              <a:pathLst>
                <a:path w="52735" h="42998">
                  <a:moveTo>
                    <a:pt x="52735" y="0"/>
                  </a:moveTo>
                  <a:lnTo>
                    <a:pt x="0" y="42998"/>
                  </a:lnTo>
                </a:path>
              </a:pathLst>
            </a:custGeom>
            <a:noFill/>
            <a:ln w="20003">
              <a:solidFill>
                <a:srgbClr val="E6E9EC"/>
              </a:solidFill>
            </a:ln>
          </p:spPr>
        </p:sp>
        <p:sp>
          <p:nvSpPr>
            <p:cNvPr id="4561" name="Output_receptor__4560">
              <a:extLst>
                <a:ext uri="{FF2B5EF4-FFF2-40B4-BE49-F238E27FC236}">
                  <a16:creationId xmlns:a16="http://schemas.microsoft.com/office/drawing/2014/main" id="{B3D0444F-D5C9-E21B-5A60-DB1329679276}"/>
                </a:ext>
              </a:extLst>
            </p:cNvPr>
            <p:cNvSpPr>
              <a:spLocks noGrp="1"/>
            </p:cNvSpPr>
            <p:nvPr/>
          </p:nvSpPr>
          <p:spPr>
            <a:xfrm>
              <a:off x="16479655" y="3918602"/>
              <a:ext cx="70903" cy="11837"/>
            </a:xfrm>
            <a:custGeom>
              <a:avLst/>
              <a:gdLst/>
              <a:ahLst/>
              <a:cxnLst/>
              <a:rect l="0" t="0" r="0" b="0"/>
              <a:pathLst>
                <a:path w="70903" h="11837">
                  <a:moveTo>
                    <a:pt x="0" y="11837"/>
                  </a:moveTo>
                  <a:lnTo>
                    <a:pt x="70903" y="0"/>
                  </a:lnTo>
                </a:path>
              </a:pathLst>
            </a:custGeom>
            <a:noFill/>
            <a:ln w="20003">
              <a:solidFill>
                <a:srgbClr val="E6E9EC"/>
              </a:solidFill>
            </a:ln>
          </p:spPr>
        </p:sp>
        <p:sp>
          <p:nvSpPr>
            <p:cNvPr id="4562" name="Output_receptor__4561">
              <a:extLst>
                <a:ext uri="{FF2B5EF4-FFF2-40B4-BE49-F238E27FC236}">
                  <a16:creationId xmlns:a16="http://schemas.microsoft.com/office/drawing/2014/main" id="{81892EAD-B6AA-888B-796E-B5BCDF431BAC}"/>
                </a:ext>
              </a:extLst>
            </p:cNvPr>
            <p:cNvSpPr>
              <a:spLocks noGrp="1"/>
            </p:cNvSpPr>
            <p:nvPr/>
          </p:nvSpPr>
          <p:spPr>
            <a:xfrm>
              <a:off x="16335444" y="3475259"/>
              <a:ext cx="45885" cy="29516"/>
            </a:xfrm>
            <a:custGeom>
              <a:avLst/>
              <a:gdLst/>
              <a:ahLst/>
              <a:cxnLst/>
              <a:rect l="0" t="0" r="0" b="0"/>
              <a:pathLst>
                <a:path w="45885" h="29516">
                  <a:moveTo>
                    <a:pt x="0" y="0"/>
                  </a:moveTo>
                  <a:lnTo>
                    <a:pt x="45885" y="29516"/>
                  </a:lnTo>
                </a:path>
              </a:pathLst>
            </a:custGeom>
            <a:noFill/>
            <a:ln w="8096">
              <a:solidFill>
                <a:srgbClr val="E6E9EC"/>
              </a:solidFill>
            </a:ln>
          </p:spPr>
        </p:sp>
        <p:sp>
          <p:nvSpPr>
            <p:cNvPr id="4563" name="Output_receptor__4562">
              <a:extLst>
                <a:ext uri="{FF2B5EF4-FFF2-40B4-BE49-F238E27FC236}">
                  <a16:creationId xmlns:a16="http://schemas.microsoft.com/office/drawing/2014/main" id="{D0C6A9F6-A5A1-536A-FDB4-5D9D133C0E95}"/>
                </a:ext>
              </a:extLst>
            </p:cNvPr>
            <p:cNvSpPr>
              <a:spLocks noGrp="1"/>
            </p:cNvSpPr>
            <p:nvPr/>
          </p:nvSpPr>
          <p:spPr>
            <a:xfrm>
              <a:off x="16610221" y="3606590"/>
              <a:ext cx="24361" cy="38863"/>
            </a:xfrm>
            <a:custGeom>
              <a:avLst/>
              <a:gdLst/>
              <a:ahLst/>
              <a:cxnLst/>
              <a:rect l="0" t="0" r="0" b="0"/>
              <a:pathLst>
                <a:path w="24361" h="38863">
                  <a:moveTo>
                    <a:pt x="24361" y="38863"/>
                  </a:moveTo>
                  <a:lnTo>
                    <a:pt x="0" y="0"/>
                  </a:lnTo>
                </a:path>
              </a:pathLst>
            </a:custGeom>
            <a:noFill/>
            <a:ln w="20003">
              <a:solidFill>
                <a:srgbClr val="E6E9EC"/>
              </a:solidFill>
            </a:ln>
          </p:spPr>
        </p:sp>
        <p:sp>
          <p:nvSpPr>
            <p:cNvPr id="4564" name="Output_receptor__4563">
              <a:extLst>
                <a:ext uri="{FF2B5EF4-FFF2-40B4-BE49-F238E27FC236}">
                  <a16:creationId xmlns:a16="http://schemas.microsoft.com/office/drawing/2014/main" id="{2943BAC6-964C-80DD-2E3E-667CCBBB35C9}"/>
                </a:ext>
              </a:extLst>
            </p:cNvPr>
            <p:cNvSpPr>
              <a:spLocks noGrp="1"/>
            </p:cNvSpPr>
            <p:nvPr/>
          </p:nvSpPr>
          <p:spPr>
            <a:xfrm>
              <a:off x="16073609" y="4523989"/>
              <a:ext cx="37340" cy="44746"/>
            </a:xfrm>
            <a:custGeom>
              <a:avLst/>
              <a:gdLst/>
              <a:ahLst/>
              <a:cxnLst/>
              <a:rect l="0" t="0" r="0" b="0"/>
              <a:pathLst>
                <a:path w="37340" h="44746">
                  <a:moveTo>
                    <a:pt x="0" y="0"/>
                  </a:moveTo>
                  <a:lnTo>
                    <a:pt x="37340" y="44746"/>
                  </a:lnTo>
                </a:path>
              </a:pathLst>
            </a:custGeom>
            <a:noFill/>
            <a:ln w="8096">
              <a:solidFill>
                <a:srgbClr val="E6E9EC"/>
              </a:solidFill>
            </a:ln>
          </p:spPr>
        </p:sp>
        <p:sp>
          <p:nvSpPr>
            <p:cNvPr id="4565" name="Output_receptor__4564">
              <a:extLst>
                <a:ext uri="{FF2B5EF4-FFF2-40B4-BE49-F238E27FC236}">
                  <a16:creationId xmlns:a16="http://schemas.microsoft.com/office/drawing/2014/main" id="{60F79751-32B0-4D9C-6A6F-4857C9865D34}"/>
                </a:ext>
              </a:extLst>
            </p:cNvPr>
            <p:cNvSpPr>
              <a:spLocks noGrp="1"/>
            </p:cNvSpPr>
            <p:nvPr/>
          </p:nvSpPr>
          <p:spPr>
            <a:xfrm>
              <a:off x="15854014" y="4409552"/>
              <a:ext cx="22802" cy="39442"/>
            </a:xfrm>
            <a:custGeom>
              <a:avLst/>
              <a:gdLst/>
              <a:ahLst/>
              <a:cxnLst/>
              <a:rect l="0" t="0" r="0" b="0"/>
              <a:pathLst>
                <a:path w="22802" h="39442">
                  <a:moveTo>
                    <a:pt x="0" y="0"/>
                  </a:moveTo>
                  <a:lnTo>
                    <a:pt x="22802" y="39442"/>
                  </a:lnTo>
                </a:path>
              </a:pathLst>
            </a:custGeom>
            <a:noFill/>
            <a:ln w="20003">
              <a:solidFill>
                <a:srgbClr val="E6E9EC"/>
              </a:solidFill>
            </a:ln>
          </p:spPr>
        </p:sp>
        <p:sp>
          <p:nvSpPr>
            <p:cNvPr id="4566" name="Output_receptor__4565">
              <a:extLst>
                <a:ext uri="{FF2B5EF4-FFF2-40B4-BE49-F238E27FC236}">
                  <a16:creationId xmlns:a16="http://schemas.microsoft.com/office/drawing/2014/main" id="{FD22916A-CE72-CD9F-3B78-661E338F4751}"/>
                </a:ext>
              </a:extLst>
            </p:cNvPr>
            <p:cNvSpPr>
              <a:spLocks noGrp="1"/>
            </p:cNvSpPr>
            <p:nvPr/>
          </p:nvSpPr>
          <p:spPr>
            <a:xfrm>
              <a:off x="15642826" y="3926184"/>
              <a:ext cx="16834" cy="48242"/>
            </a:xfrm>
            <a:custGeom>
              <a:avLst/>
              <a:gdLst/>
              <a:ahLst/>
              <a:cxnLst/>
              <a:rect l="0" t="0" r="0" b="0"/>
              <a:pathLst>
                <a:path w="16834" h="48242">
                  <a:moveTo>
                    <a:pt x="16834" y="48242"/>
                  </a:moveTo>
                  <a:lnTo>
                    <a:pt x="0" y="0"/>
                  </a:lnTo>
                </a:path>
              </a:pathLst>
            </a:custGeom>
            <a:noFill/>
            <a:ln w="20003">
              <a:solidFill>
                <a:srgbClr val="E6E9EC"/>
              </a:solidFill>
            </a:ln>
          </p:spPr>
        </p:sp>
        <p:sp>
          <p:nvSpPr>
            <p:cNvPr id="4567" name="Output_receptor__4566">
              <a:extLst>
                <a:ext uri="{FF2B5EF4-FFF2-40B4-BE49-F238E27FC236}">
                  <a16:creationId xmlns:a16="http://schemas.microsoft.com/office/drawing/2014/main" id="{BB60CE5C-351B-6C19-8A44-5E187E30F2D7}"/>
                </a:ext>
              </a:extLst>
            </p:cNvPr>
            <p:cNvSpPr>
              <a:spLocks noGrp="1"/>
            </p:cNvSpPr>
            <p:nvPr/>
          </p:nvSpPr>
          <p:spPr>
            <a:xfrm>
              <a:off x="16217027" y="4114611"/>
              <a:ext cx="44696" cy="56106"/>
            </a:xfrm>
            <a:custGeom>
              <a:avLst/>
              <a:gdLst/>
              <a:ahLst/>
              <a:cxnLst/>
              <a:rect l="0" t="0" r="0" b="0"/>
              <a:pathLst>
                <a:path w="44696" h="56106">
                  <a:moveTo>
                    <a:pt x="0" y="56106"/>
                  </a:moveTo>
                  <a:lnTo>
                    <a:pt x="44696" y="0"/>
                  </a:lnTo>
                </a:path>
              </a:pathLst>
            </a:custGeom>
            <a:noFill/>
            <a:ln w="20003">
              <a:solidFill>
                <a:srgbClr val="E6E9EC"/>
              </a:solidFill>
            </a:ln>
          </p:spPr>
        </p:sp>
        <p:sp>
          <p:nvSpPr>
            <p:cNvPr id="4568" name="Output_receptor__4567">
              <a:extLst>
                <a:ext uri="{FF2B5EF4-FFF2-40B4-BE49-F238E27FC236}">
                  <a16:creationId xmlns:a16="http://schemas.microsoft.com/office/drawing/2014/main" id="{4825F609-B253-C430-7AD3-9C2F70F0CEA5}"/>
                </a:ext>
              </a:extLst>
            </p:cNvPr>
            <p:cNvSpPr>
              <a:spLocks noGrp="1"/>
            </p:cNvSpPr>
            <p:nvPr/>
          </p:nvSpPr>
          <p:spPr>
            <a:xfrm>
              <a:off x="16379361" y="4074679"/>
              <a:ext cx="64540" cy="13931"/>
            </a:xfrm>
            <a:custGeom>
              <a:avLst/>
              <a:gdLst/>
              <a:ahLst/>
              <a:cxnLst/>
              <a:rect l="0" t="0" r="0" b="0"/>
              <a:pathLst>
                <a:path w="64540" h="13931">
                  <a:moveTo>
                    <a:pt x="0" y="0"/>
                  </a:moveTo>
                  <a:lnTo>
                    <a:pt x="64540" y="13931"/>
                  </a:lnTo>
                </a:path>
              </a:pathLst>
            </a:custGeom>
            <a:noFill/>
            <a:ln w="20003">
              <a:solidFill>
                <a:srgbClr val="E6E9EC"/>
              </a:solidFill>
            </a:ln>
          </p:spPr>
        </p:sp>
        <p:sp>
          <p:nvSpPr>
            <p:cNvPr id="4569" name="Output_receptor__4568">
              <a:extLst>
                <a:ext uri="{FF2B5EF4-FFF2-40B4-BE49-F238E27FC236}">
                  <a16:creationId xmlns:a16="http://schemas.microsoft.com/office/drawing/2014/main" id="{E16DAE5D-EAF8-271E-99A6-7251F3735E89}"/>
                </a:ext>
              </a:extLst>
            </p:cNvPr>
            <p:cNvSpPr>
              <a:spLocks noGrp="1"/>
            </p:cNvSpPr>
            <p:nvPr/>
          </p:nvSpPr>
          <p:spPr>
            <a:xfrm>
              <a:off x="16015774" y="4376533"/>
              <a:ext cx="5756" cy="10600"/>
            </a:xfrm>
            <a:custGeom>
              <a:avLst/>
              <a:gdLst/>
              <a:ahLst/>
              <a:cxnLst/>
              <a:rect l="0" t="0" r="0" b="0"/>
              <a:pathLst>
                <a:path w="5756" h="10600">
                  <a:moveTo>
                    <a:pt x="5756" y="10600"/>
                  </a:moveTo>
                  <a:lnTo>
                    <a:pt x="0" y="0"/>
                  </a:lnTo>
                </a:path>
              </a:pathLst>
            </a:custGeom>
            <a:noFill/>
            <a:ln w="20003">
              <a:solidFill>
                <a:srgbClr val="E6E9EC"/>
              </a:solidFill>
            </a:ln>
          </p:spPr>
        </p:sp>
        <p:sp>
          <p:nvSpPr>
            <p:cNvPr id="4570" name="Output_receptor__4569">
              <a:extLst>
                <a:ext uri="{FF2B5EF4-FFF2-40B4-BE49-F238E27FC236}">
                  <a16:creationId xmlns:a16="http://schemas.microsoft.com/office/drawing/2014/main" id="{545D4DF2-C8BF-7D5A-5814-964A4A9B5FF0}"/>
                </a:ext>
              </a:extLst>
            </p:cNvPr>
            <p:cNvSpPr>
              <a:spLocks noGrp="1"/>
            </p:cNvSpPr>
            <p:nvPr/>
          </p:nvSpPr>
          <p:spPr>
            <a:xfrm>
              <a:off x="15395956" y="3997891"/>
              <a:ext cx="20902" cy="47368"/>
            </a:xfrm>
            <a:custGeom>
              <a:avLst/>
              <a:gdLst/>
              <a:ahLst/>
              <a:cxnLst/>
              <a:rect l="0" t="0" r="0" b="0"/>
              <a:pathLst>
                <a:path w="20902" h="47368">
                  <a:moveTo>
                    <a:pt x="20902" y="47368"/>
                  </a:moveTo>
                  <a:lnTo>
                    <a:pt x="0" y="0"/>
                  </a:lnTo>
                </a:path>
              </a:pathLst>
            </a:custGeom>
            <a:noFill/>
            <a:ln w="8096">
              <a:solidFill>
                <a:srgbClr val="E6E9EC"/>
              </a:solidFill>
            </a:ln>
          </p:spPr>
        </p:sp>
        <p:sp>
          <p:nvSpPr>
            <p:cNvPr id="4571" name="Output_receptor__4570">
              <a:extLst>
                <a:ext uri="{FF2B5EF4-FFF2-40B4-BE49-F238E27FC236}">
                  <a16:creationId xmlns:a16="http://schemas.microsoft.com/office/drawing/2014/main" id="{37C9E499-F98B-A218-FE20-5D3DF8723F50}"/>
                </a:ext>
              </a:extLst>
            </p:cNvPr>
            <p:cNvSpPr>
              <a:spLocks noGrp="1"/>
            </p:cNvSpPr>
            <p:nvPr/>
          </p:nvSpPr>
          <p:spPr>
            <a:xfrm>
              <a:off x="15761615" y="4336845"/>
              <a:ext cx="57613" cy="6681"/>
            </a:xfrm>
            <a:custGeom>
              <a:avLst/>
              <a:gdLst/>
              <a:ahLst/>
              <a:cxnLst/>
              <a:rect l="0" t="0" r="0" b="0"/>
              <a:pathLst>
                <a:path w="57613" h="6681">
                  <a:moveTo>
                    <a:pt x="0" y="0"/>
                  </a:moveTo>
                  <a:lnTo>
                    <a:pt x="57613" y="6681"/>
                  </a:lnTo>
                </a:path>
              </a:pathLst>
            </a:custGeom>
            <a:noFill/>
            <a:ln w="20003">
              <a:solidFill>
                <a:srgbClr val="E6E9EC"/>
              </a:solidFill>
            </a:ln>
          </p:spPr>
        </p:sp>
        <p:sp>
          <p:nvSpPr>
            <p:cNvPr id="4572" name="Output_receptor__4571">
              <a:extLst>
                <a:ext uri="{FF2B5EF4-FFF2-40B4-BE49-F238E27FC236}">
                  <a16:creationId xmlns:a16="http://schemas.microsoft.com/office/drawing/2014/main" id="{7ACCAA9B-BBCF-ABA4-63F3-0E76376AD516}"/>
                </a:ext>
              </a:extLst>
            </p:cNvPr>
            <p:cNvSpPr>
              <a:spLocks noGrp="1"/>
            </p:cNvSpPr>
            <p:nvPr/>
          </p:nvSpPr>
          <p:spPr>
            <a:xfrm>
              <a:off x="15797375" y="4154856"/>
              <a:ext cx="34186" cy="18601"/>
            </a:xfrm>
            <a:custGeom>
              <a:avLst/>
              <a:gdLst/>
              <a:ahLst/>
              <a:cxnLst/>
              <a:rect l="0" t="0" r="0" b="0"/>
              <a:pathLst>
                <a:path w="34186" h="18601">
                  <a:moveTo>
                    <a:pt x="34186" y="0"/>
                  </a:moveTo>
                  <a:lnTo>
                    <a:pt x="0" y="18601"/>
                  </a:lnTo>
                </a:path>
              </a:pathLst>
            </a:custGeom>
            <a:noFill/>
            <a:ln w="8096">
              <a:solidFill>
                <a:srgbClr val="E6E9EC"/>
              </a:solidFill>
            </a:ln>
          </p:spPr>
        </p:sp>
        <p:sp>
          <p:nvSpPr>
            <p:cNvPr id="4573" name="Output_receptor__4572">
              <a:extLst>
                <a:ext uri="{FF2B5EF4-FFF2-40B4-BE49-F238E27FC236}">
                  <a16:creationId xmlns:a16="http://schemas.microsoft.com/office/drawing/2014/main" id="{E76873E9-2F36-123F-644F-4EC0DAD531E4}"/>
                </a:ext>
              </a:extLst>
            </p:cNvPr>
            <p:cNvSpPr>
              <a:spLocks noGrp="1"/>
            </p:cNvSpPr>
            <p:nvPr/>
          </p:nvSpPr>
          <p:spPr>
            <a:xfrm>
              <a:off x="15717094" y="4336845"/>
              <a:ext cx="44521" cy="19288"/>
            </a:xfrm>
            <a:custGeom>
              <a:avLst/>
              <a:gdLst/>
              <a:ahLst/>
              <a:cxnLst/>
              <a:rect l="0" t="0" r="0" b="0"/>
              <a:pathLst>
                <a:path w="44521" h="19288">
                  <a:moveTo>
                    <a:pt x="0" y="19288"/>
                  </a:moveTo>
                  <a:lnTo>
                    <a:pt x="44521" y="0"/>
                  </a:lnTo>
                </a:path>
              </a:pathLst>
            </a:custGeom>
            <a:noFill/>
            <a:ln w="20003">
              <a:solidFill>
                <a:srgbClr val="E6E9EC"/>
              </a:solidFill>
            </a:ln>
          </p:spPr>
        </p:sp>
        <p:sp>
          <p:nvSpPr>
            <p:cNvPr id="4574" name="Output_receptor__4573">
              <a:extLst>
                <a:ext uri="{FF2B5EF4-FFF2-40B4-BE49-F238E27FC236}">
                  <a16:creationId xmlns:a16="http://schemas.microsoft.com/office/drawing/2014/main" id="{B8977814-EEDB-3866-0308-BE75B7086A19}"/>
                </a:ext>
              </a:extLst>
            </p:cNvPr>
            <p:cNvSpPr>
              <a:spLocks noGrp="1"/>
            </p:cNvSpPr>
            <p:nvPr/>
          </p:nvSpPr>
          <p:spPr>
            <a:xfrm>
              <a:off x="15834830" y="4448994"/>
              <a:ext cx="41986" cy="54608"/>
            </a:xfrm>
            <a:custGeom>
              <a:avLst/>
              <a:gdLst/>
              <a:ahLst/>
              <a:cxnLst/>
              <a:rect l="0" t="0" r="0" b="0"/>
              <a:pathLst>
                <a:path w="41986" h="54608">
                  <a:moveTo>
                    <a:pt x="41986" y="0"/>
                  </a:moveTo>
                  <a:lnTo>
                    <a:pt x="0" y="54608"/>
                  </a:lnTo>
                </a:path>
              </a:pathLst>
            </a:custGeom>
            <a:noFill/>
            <a:ln w="20003">
              <a:solidFill>
                <a:srgbClr val="E6E9EC"/>
              </a:solidFill>
            </a:ln>
          </p:spPr>
        </p:sp>
        <p:sp>
          <p:nvSpPr>
            <p:cNvPr id="4575" name="Output_receptor__4574">
              <a:extLst>
                <a:ext uri="{FF2B5EF4-FFF2-40B4-BE49-F238E27FC236}">
                  <a16:creationId xmlns:a16="http://schemas.microsoft.com/office/drawing/2014/main" id="{03AE4405-33E1-CFD2-EAA2-1956A6512DD8}"/>
                </a:ext>
              </a:extLst>
            </p:cNvPr>
            <p:cNvSpPr>
              <a:spLocks noGrp="1"/>
            </p:cNvSpPr>
            <p:nvPr/>
          </p:nvSpPr>
          <p:spPr>
            <a:xfrm>
              <a:off x="16443902" y="4088609"/>
              <a:ext cx="26674" cy="41879"/>
            </a:xfrm>
            <a:custGeom>
              <a:avLst/>
              <a:gdLst/>
              <a:ahLst/>
              <a:cxnLst/>
              <a:rect l="0" t="0" r="0" b="0"/>
              <a:pathLst>
                <a:path w="26674" h="41879">
                  <a:moveTo>
                    <a:pt x="0" y="0"/>
                  </a:moveTo>
                  <a:lnTo>
                    <a:pt x="26674" y="41879"/>
                  </a:lnTo>
                </a:path>
              </a:pathLst>
            </a:custGeom>
            <a:noFill/>
            <a:ln w="20003">
              <a:solidFill>
                <a:srgbClr val="E6E9EC"/>
              </a:solidFill>
            </a:ln>
          </p:spPr>
        </p:sp>
        <p:sp>
          <p:nvSpPr>
            <p:cNvPr id="4576" name="Output_receptor__4575">
              <a:extLst>
                <a:ext uri="{FF2B5EF4-FFF2-40B4-BE49-F238E27FC236}">
                  <a16:creationId xmlns:a16="http://schemas.microsoft.com/office/drawing/2014/main" id="{C449021F-920F-655F-5BCB-DDB33B5EBB5B}"/>
                </a:ext>
              </a:extLst>
            </p:cNvPr>
            <p:cNvSpPr>
              <a:spLocks noGrp="1"/>
            </p:cNvSpPr>
            <p:nvPr/>
          </p:nvSpPr>
          <p:spPr>
            <a:xfrm>
              <a:off x="15602841" y="3974426"/>
              <a:ext cx="56819" cy="40931"/>
            </a:xfrm>
            <a:custGeom>
              <a:avLst/>
              <a:gdLst/>
              <a:ahLst/>
              <a:cxnLst/>
              <a:rect l="0" t="0" r="0" b="0"/>
              <a:pathLst>
                <a:path w="56819" h="40931">
                  <a:moveTo>
                    <a:pt x="0" y="40931"/>
                  </a:moveTo>
                  <a:lnTo>
                    <a:pt x="56819" y="0"/>
                  </a:lnTo>
                </a:path>
              </a:pathLst>
            </a:custGeom>
            <a:noFill/>
            <a:ln w="20003">
              <a:solidFill>
                <a:srgbClr val="E6E9EC"/>
              </a:solidFill>
            </a:ln>
          </p:spPr>
        </p:sp>
        <p:sp>
          <p:nvSpPr>
            <p:cNvPr id="4577" name="Output_receptor__4576">
              <a:extLst>
                <a:ext uri="{FF2B5EF4-FFF2-40B4-BE49-F238E27FC236}">
                  <a16:creationId xmlns:a16="http://schemas.microsoft.com/office/drawing/2014/main" id="{902216EB-CB5B-AD9B-E6A1-87353130DAD3}"/>
                </a:ext>
              </a:extLst>
            </p:cNvPr>
            <p:cNvSpPr>
              <a:spLocks noGrp="1"/>
            </p:cNvSpPr>
            <p:nvPr/>
          </p:nvSpPr>
          <p:spPr>
            <a:xfrm>
              <a:off x="16540070" y="3585362"/>
              <a:ext cx="733" cy="31676"/>
            </a:xfrm>
            <a:custGeom>
              <a:avLst/>
              <a:gdLst/>
              <a:ahLst/>
              <a:cxnLst/>
              <a:rect l="0" t="0" r="0" b="0"/>
              <a:pathLst>
                <a:path w="733" h="31676">
                  <a:moveTo>
                    <a:pt x="0" y="31676"/>
                  </a:moveTo>
                  <a:lnTo>
                    <a:pt x="733" y="0"/>
                  </a:lnTo>
                </a:path>
              </a:pathLst>
            </a:custGeom>
            <a:noFill/>
            <a:ln w="20003">
              <a:solidFill>
                <a:srgbClr val="E6E9EC"/>
              </a:solidFill>
            </a:ln>
          </p:spPr>
        </p:sp>
        <p:sp>
          <p:nvSpPr>
            <p:cNvPr id="4578" name="Output_receptor__4577">
              <a:extLst>
                <a:ext uri="{FF2B5EF4-FFF2-40B4-BE49-F238E27FC236}">
                  <a16:creationId xmlns:a16="http://schemas.microsoft.com/office/drawing/2014/main" id="{F5B3BC5A-D0E6-F49A-0933-1E99EC198814}"/>
                </a:ext>
              </a:extLst>
            </p:cNvPr>
            <p:cNvSpPr>
              <a:spLocks noGrp="1"/>
            </p:cNvSpPr>
            <p:nvPr/>
          </p:nvSpPr>
          <p:spPr>
            <a:xfrm>
              <a:off x="15953051" y="4218714"/>
              <a:ext cx="44647" cy="3791"/>
            </a:xfrm>
            <a:custGeom>
              <a:avLst/>
              <a:gdLst/>
              <a:ahLst/>
              <a:cxnLst/>
              <a:rect l="0" t="0" r="0" b="0"/>
              <a:pathLst>
                <a:path w="44647" h="3791">
                  <a:moveTo>
                    <a:pt x="0" y="0"/>
                  </a:moveTo>
                  <a:lnTo>
                    <a:pt x="44647" y="3791"/>
                  </a:lnTo>
                </a:path>
              </a:pathLst>
            </a:custGeom>
            <a:noFill/>
            <a:ln w="20003">
              <a:solidFill>
                <a:srgbClr val="E6E9EC"/>
              </a:solidFill>
            </a:ln>
          </p:spPr>
        </p:sp>
        <p:sp>
          <p:nvSpPr>
            <p:cNvPr id="4579" name="Output_receptor__4578">
              <a:extLst>
                <a:ext uri="{FF2B5EF4-FFF2-40B4-BE49-F238E27FC236}">
                  <a16:creationId xmlns:a16="http://schemas.microsoft.com/office/drawing/2014/main" id="{B4E46894-FFD2-4699-2562-CF8713E6BF20}"/>
                </a:ext>
              </a:extLst>
            </p:cNvPr>
            <p:cNvSpPr>
              <a:spLocks noGrp="1"/>
            </p:cNvSpPr>
            <p:nvPr/>
          </p:nvSpPr>
          <p:spPr>
            <a:xfrm>
              <a:off x="16248521" y="3501707"/>
              <a:ext cx="35902" cy="61415"/>
            </a:xfrm>
            <a:custGeom>
              <a:avLst/>
              <a:gdLst/>
              <a:ahLst/>
              <a:cxnLst/>
              <a:rect l="0" t="0" r="0" b="0"/>
              <a:pathLst>
                <a:path w="35902" h="61415">
                  <a:moveTo>
                    <a:pt x="0" y="0"/>
                  </a:moveTo>
                  <a:lnTo>
                    <a:pt x="35902" y="61415"/>
                  </a:lnTo>
                </a:path>
              </a:pathLst>
            </a:custGeom>
            <a:noFill/>
            <a:ln w="8096">
              <a:solidFill>
                <a:srgbClr val="E6E9EC"/>
              </a:solidFill>
            </a:ln>
          </p:spPr>
        </p:sp>
        <p:sp>
          <p:nvSpPr>
            <p:cNvPr id="4580" name="Output_receptor__4579">
              <a:extLst>
                <a:ext uri="{FF2B5EF4-FFF2-40B4-BE49-F238E27FC236}">
                  <a16:creationId xmlns:a16="http://schemas.microsoft.com/office/drawing/2014/main" id="{6C5F3451-7F28-1489-7ACC-5093B13B32FE}"/>
                </a:ext>
              </a:extLst>
            </p:cNvPr>
            <p:cNvSpPr>
              <a:spLocks noGrp="1"/>
            </p:cNvSpPr>
            <p:nvPr/>
          </p:nvSpPr>
          <p:spPr>
            <a:xfrm>
              <a:off x="15755221" y="4080294"/>
              <a:ext cx="71567" cy="5090"/>
            </a:xfrm>
            <a:custGeom>
              <a:avLst/>
              <a:gdLst/>
              <a:ahLst/>
              <a:cxnLst/>
              <a:rect l="0" t="0" r="0" b="0"/>
              <a:pathLst>
                <a:path w="71567" h="5090">
                  <a:moveTo>
                    <a:pt x="0" y="0"/>
                  </a:moveTo>
                  <a:lnTo>
                    <a:pt x="71567" y="5090"/>
                  </a:lnTo>
                </a:path>
              </a:pathLst>
            </a:custGeom>
            <a:noFill/>
            <a:ln w="20003">
              <a:solidFill>
                <a:srgbClr val="E6E9EC"/>
              </a:solidFill>
            </a:ln>
          </p:spPr>
        </p:sp>
        <p:sp>
          <p:nvSpPr>
            <p:cNvPr id="4581" name="Output_receptor__4580">
              <a:extLst>
                <a:ext uri="{FF2B5EF4-FFF2-40B4-BE49-F238E27FC236}">
                  <a16:creationId xmlns:a16="http://schemas.microsoft.com/office/drawing/2014/main" id="{67F38EA6-D0C3-C79E-C9C6-D631A1C1D0E0}"/>
                </a:ext>
              </a:extLst>
            </p:cNvPr>
            <p:cNvSpPr>
              <a:spLocks noGrp="1"/>
            </p:cNvSpPr>
            <p:nvPr/>
          </p:nvSpPr>
          <p:spPr>
            <a:xfrm>
              <a:off x="16588876" y="3645453"/>
              <a:ext cx="45706" cy="54772"/>
            </a:xfrm>
            <a:custGeom>
              <a:avLst/>
              <a:gdLst/>
              <a:ahLst/>
              <a:cxnLst/>
              <a:rect l="0" t="0" r="0" b="0"/>
              <a:pathLst>
                <a:path w="45706" h="54772">
                  <a:moveTo>
                    <a:pt x="0" y="54772"/>
                  </a:moveTo>
                  <a:lnTo>
                    <a:pt x="45706" y="0"/>
                  </a:lnTo>
                </a:path>
              </a:pathLst>
            </a:custGeom>
            <a:noFill/>
            <a:ln w="20003">
              <a:solidFill>
                <a:srgbClr val="E6E9EC"/>
              </a:solidFill>
            </a:ln>
          </p:spPr>
        </p:sp>
        <p:sp>
          <p:nvSpPr>
            <p:cNvPr id="4582" name="Output_receptor__4581">
              <a:extLst>
                <a:ext uri="{FF2B5EF4-FFF2-40B4-BE49-F238E27FC236}">
                  <a16:creationId xmlns:a16="http://schemas.microsoft.com/office/drawing/2014/main" id="{08BF6CA8-41A6-4D86-E63D-2FB586D73403}"/>
                </a:ext>
              </a:extLst>
            </p:cNvPr>
            <p:cNvSpPr>
              <a:spLocks noGrp="1"/>
            </p:cNvSpPr>
            <p:nvPr/>
          </p:nvSpPr>
          <p:spPr>
            <a:xfrm>
              <a:off x="15786563" y="4407742"/>
              <a:ext cx="8566" cy="22943"/>
            </a:xfrm>
            <a:custGeom>
              <a:avLst/>
              <a:gdLst/>
              <a:ahLst/>
              <a:cxnLst/>
              <a:rect l="0" t="0" r="0" b="0"/>
              <a:pathLst>
                <a:path w="8566" h="22943">
                  <a:moveTo>
                    <a:pt x="8566" y="0"/>
                  </a:moveTo>
                  <a:lnTo>
                    <a:pt x="0" y="22943"/>
                  </a:lnTo>
                </a:path>
              </a:pathLst>
            </a:custGeom>
            <a:noFill/>
            <a:ln w="20003">
              <a:solidFill>
                <a:srgbClr val="E6E9EC"/>
              </a:solidFill>
            </a:ln>
          </p:spPr>
        </p:sp>
        <p:sp>
          <p:nvSpPr>
            <p:cNvPr id="4583" name="Output_receptor__4582">
              <a:extLst>
                <a:ext uri="{FF2B5EF4-FFF2-40B4-BE49-F238E27FC236}">
                  <a16:creationId xmlns:a16="http://schemas.microsoft.com/office/drawing/2014/main" id="{2E16D736-3595-F9BF-5308-BAEEC9308834}"/>
                </a:ext>
              </a:extLst>
            </p:cNvPr>
            <p:cNvSpPr>
              <a:spLocks noGrp="1"/>
            </p:cNvSpPr>
            <p:nvPr/>
          </p:nvSpPr>
          <p:spPr>
            <a:xfrm>
              <a:off x="15926355" y="3978743"/>
              <a:ext cx="42488" cy="28263"/>
            </a:xfrm>
            <a:custGeom>
              <a:avLst/>
              <a:gdLst/>
              <a:ahLst/>
              <a:cxnLst/>
              <a:rect l="0" t="0" r="0" b="0"/>
              <a:pathLst>
                <a:path w="42488" h="28263">
                  <a:moveTo>
                    <a:pt x="0" y="28263"/>
                  </a:moveTo>
                  <a:lnTo>
                    <a:pt x="42488" y="0"/>
                  </a:lnTo>
                </a:path>
              </a:pathLst>
            </a:custGeom>
            <a:noFill/>
            <a:ln w="20003">
              <a:solidFill>
                <a:srgbClr val="E6E9EC"/>
              </a:solidFill>
            </a:ln>
          </p:spPr>
        </p:sp>
        <p:sp>
          <p:nvSpPr>
            <p:cNvPr id="4584" name="Output_receptor__4583">
              <a:extLst>
                <a:ext uri="{FF2B5EF4-FFF2-40B4-BE49-F238E27FC236}">
                  <a16:creationId xmlns:a16="http://schemas.microsoft.com/office/drawing/2014/main" id="{4409A6FA-C92F-1BDA-5507-BF3EB0FC99F3}"/>
                </a:ext>
              </a:extLst>
            </p:cNvPr>
            <p:cNvSpPr>
              <a:spLocks noGrp="1"/>
            </p:cNvSpPr>
            <p:nvPr/>
          </p:nvSpPr>
          <p:spPr>
            <a:xfrm>
              <a:off x="16581590" y="4000675"/>
              <a:ext cx="71823" cy="8344"/>
            </a:xfrm>
            <a:custGeom>
              <a:avLst/>
              <a:gdLst/>
              <a:ahLst/>
              <a:cxnLst/>
              <a:rect l="0" t="0" r="0" b="0"/>
              <a:pathLst>
                <a:path w="71823" h="8344">
                  <a:moveTo>
                    <a:pt x="0" y="8344"/>
                  </a:moveTo>
                  <a:lnTo>
                    <a:pt x="71823" y="0"/>
                  </a:lnTo>
                </a:path>
              </a:pathLst>
            </a:custGeom>
            <a:noFill/>
            <a:ln w="20003">
              <a:solidFill>
                <a:srgbClr val="E6E9EC"/>
              </a:solidFill>
            </a:ln>
          </p:spPr>
        </p:sp>
        <p:sp>
          <p:nvSpPr>
            <p:cNvPr id="4585" name="Output_receptor__4584">
              <a:extLst>
                <a:ext uri="{FF2B5EF4-FFF2-40B4-BE49-F238E27FC236}">
                  <a16:creationId xmlns:a16="http://schemas.microsoft.com/office/drawing/2014/main" id="{DF9DB969-EA4D-3118-B8A2-ED7E85428885}"/>
                </a:ext>
              </a:extLst>
            </p:cNvPr>
            <p:cNvSpPr>
              <a:spLocks noGrp="1"/>
            </p:cNvSpPr>
            <p:nvPr/>
          </p:nvSpPr>
          <p:spPr>
            <a:xfrm>
              <a:off x="15885486" y="3911152"/>
              <a:ext cx="70575" cy="14602"/>
            </a:xfrm>
            <a:custGeom>
              <a:avLst/>
              <a:gdLst/>
              <a:ahLst/>
              <a:cxnLst/>
              <a:rect l="0" t="0" r="0" b="0"/>
              <a:pathLst>
                <a:path w="70575" h="14602">
                  <a:moveTo>
                    <a:pt x="70575" y="0"/>
                  </a:moveTo>
                  <a:lnTo>
                    <a:pt x="0" y="14602"/>
                  </a:lnTo>
                </a:path>
              </a:pathLst>
            </a:custGeom>
            <a:noFill/>
            <a:ln w="20003">
              <a:solidFill>
                <a:srgbClr val="E6E9EC"/>
              </a:solidFill>
            </a:ln>
          </p:spPr>
        </p:sp>
        <p:sp>
          <p:nvSpPr>
            <p:cNvPr id="4586" name="Output_receptor__4585">
              <a:extLst>
                <a:ext uri="{FF2B5EF4-FFF2-40B4-BE49-F238E27FC236}">
                  <a16:creationId xmlns:a16="http://schemas.microsoft.com/office/drawing/2014/main" id="{B11353D6-9C07-17EE-D1CB-5666CACF2740}"/>
                </a:ext>
              </a:extLst>
            </p:cNvPr>
            <p:cNvSpPr>
              <a:spLocks noGrp="1"/>
            </p:cNvSpPr>
            <p:nvPr/>
          </p:nvSpPr>
          <p:spPr>
            <a:xfrm>
              <a:off x="16525076" y="3480182"/>
              <a:ext cx="52747" cy="44911"/>
            </a:xfrm>
            <a:custGeom>
              <a:avLst/>
              <a:gdLst/>
              <a:ahLst/>
              <a:cxnLst/>
              <a:rect l="0" t="0" r="0" b="0"/>
              <a:pathLst>
                <a:path w="52747" h="44911">
                  <a:moveTo>
                    <a:pt x="52747" y="44911"/>
                  </a:moveTo>
                  <a:lnTo>
                    <a:pt x="0" y="0"/>
                  </a:lnTo>
                </a:path>
              </a:pathLst>
            </a:custGeom>
            <a:noFill/>
            <a:ln w="8096">
              <a:solidFill>
                <a:srgbClr val="E6E9EC"/>
              </a:solidFill>
            </a:ln>
          </p:spPr>
        </p:sp>
        <p:sp>
          <p:nvSpPr>
            <p:cNvPr id="4587" name="Output_receptor__4586">
              <a:extLst>
                <a:ext uri="{FF2B5EF4-FFF2-40B4-BE49-F238E27FC236}">
                  <a16:creationId xmlns:a16="http://schemas.microsoft.com/office/drawing/2014/main" id="{11737D31-5935-127A-28CA-96C9E7BC2192}"/>
                </a:ext>
              </a:extLst>
            </p:cNvPr>
            <p:cNvSpPr>
              <a:spLocks noGrp="1"/>
            </p:cNvSpPr>
            <p:nvPr/>
          </p:nvSpPr>
          <p:spPr>
            <a:xfrm>
              <a:off x="16095570" y="3173418"/>
              <a:ext cx="51300" cy="49397"/>
            </a:xfrm>
            <a:custGeom>
              <a:avLst/>
              <a:gdLst/>
              <a:ahLst/>
              <a:cxnLst/>
              <a:rect l="0" t="0" r="0" b="0"/>
              <a:pathLst>
                <a:path w="51300" h="49397">
                  <a:moveTo>
                    <a:pt x="0" y="49397"/>
                  </a:moveTo>
                  <a:lnTo>
                    <a:pt x="51300" y="0"/>
                  </a:lnTo>
                </a:path>
              </a:pathLst>
            </a:custGeom>
            <a:noFill/>
            <a:ln w="8096">
              <a:solidFill>
                <a:srgbClr val="E6E9EC"/>
              </a:solidFill>
            </a:ln>
          </p:spPr>
        </p:sp>
        <p:sp>
          <p:nvSpPr>
            <p:cNvPr id="4588" name="Output_receptor__4587">
              <a:extLst>
                <a:ext uri="{FF2B5EF4-FFF2-40B4-BE49-F238E27FC236}">
                  <a16:creationId xmlns:a16="http://schemas.microsoft.com/office/drawing/2014/main" id="{A5E6F989-A884-023F-9B5C-FC248E83F147}"/>
                </a:ext>
              </a:extLst>
            </p:cNvPr>
            <p:cNvSpPr>
              <a:spLocks noGrp="1"/>
            </p:cNvSpPr>
            <p:nvPr/>
          </p:nvSpPr>
          <p:spPr>
            <a:xfrm>
              <a:off x="15605127" y="3824921"/>
              <a:ext cx="43677" cy="37893"/>
            </a:xfrm>
            <a:custGeom>
              <a:avLst/>
              <a:gdLst/>
              <a:ahLst/>
              <a:cxnLst/>
              <a:rect l="0" t="0" r="0" b="0"/>
              <a:pathLst>
                <a:path w="43677" h="37893">
                  <a:moveTo>
                    <a:pt x="43677" y="37893"/>
                  </a:moveTo>
                  <a:lnTo>
                    <a:pt x="0" y="0"/>
                  </a:lnTo>
                </a:path>
              </a:pathLst>
            </a:custGeom>
            <a:noFill/>
            <a:ln w="20003">
              <a:solidFill>
                <a:srgbClr val="E6EAEC"/>
              </a:solidFill>
            </a:ln>
          </p:spPr>
        </p:sp>
        <p:sp>
          <p:nvSpPr>
            <p:cNvPr id="4589" name="Output_receptor__4588">
              <a:extLst>
                <a:ext uri="{FF2B5EF4-FFF2-40B4-BE49-F238E27FC236}">
                  <a16:creationId xmlns:a16="http://schemas.microsoft.com/office/drawing/2014/main" id="{AA54C096-3744-2CB3-8A23-4922E613D0CA}"/>
                </a:ext>
              </a:extLst>
            </p:cNvPr>
            <p:cNvSpPr>
              <a:spLocks noGrp="1"/>
            </p:cNvSpPr>
            <p:nvPr/>
          </p:nvSpPr>
          <p:spPr>
            <a:xfrm>
              <a:off x="15668271" y="4256237"/>
              <a:ext cx="68551" cy="20884"/>
            </a:xfrm>
            <a:custGeom>
              <a:avLst/>
              <a:gdLst/>
              <a:ahLst/>
              <a:cxnLst/>
              <a:rect l="0" t="0" r="0" b="0"/>
              <a:pathLst>
                <a:path w="68551" h="20884">
                  <a:moveTo>
                    <a:pt x="0" y="20884"/>
                  </a:moveTo>
                  <a:lnTo>
                    <a:pt x="68551" y="0"/>
                  </a:lnTo>
                </a:path>
              </a:pathLst>
            </a:custGeom>
            <a:noFill/>
            <a:ln w="20003">
              <a:solidFill>
                <a:srgbClr val="E6EAEC"/>
              </a:solidFill>
            </a:ln>
          </p:spPr>
        </p:sp>
        <p:sp>
          <p:nvSpPr>
            <p:cNvPr id="4590" name="Output_receptor__4589">
              <a:extLst>
                <a:ext uri="{FF2B5EF4-FFF2-40B4-BE49-F238E27FC236}">
                  <a16:creationId xmlns:a16="http://schemas.microsoft.com/office/drawing/2014/main" id="{1AF8B649-1D17-48B3-5DAF-12ABC0CDF1FC}"/>
                </a:ext>
              </a:extLst>
            </p:cNvPr>
            <p:cNvSpPr>
              <a:spLocks noGrp="1"/>
            </p:cNvSpPr>
            <p:nvPr/>
          </p:nvSpPr>
          <p:spPr>
            <a:xfrm>
              <a:off x="16190832" y="4298234"/>
              <a:ext cx="36375" cy="42016"/>
            </a:xfrm>
            <a:custGeom>
              <a:avLst/>
              <a:gdLst/>
              <a:ahLst/>
              <a:cxnLst/>
              <a:rect l="0" t="0" r="0" b="0"/>
              <a:pathLst>
                <a:path w="36375" h="42016">
                  <a:moveTo>
                    <a:pt x="0" y="0"/>
                  </a:moveTo>
                  <a:lnTo>
                    <a:pt x="36375" y="42016"/>
                  </a:lnTo>
                </a:path>
              </a:pathLst>
            </a:custGeom>
            <a:noFill/>
            <a:ln w="8096">
              <a:solidFill>
                <a:srgbClr val="E6EAEC"/>
              </a:solidFill>
            </a:ln>
          </p:spPr>
        </p:sp>
        <p:sp>
          <p:nvSpPr>
            <p:cNvPr id="4591" name="Output_receptor__4590">
              <a:extLst>
                <a:ext uri="{FF2B5EF4-FFF2-40B4-BE49-F238E27FC236}">
                  <a16:creationId xmlns:a16="http://schemas.microsoft.com/office/drawing/2014/main" id="{79064FD9-7C50-A39B-75EB-A2E680E2EF7F}"/>
                </a:ext>
              </a:extLst>
            </p:cNvPr>
            <p:cNvSpPr>
              <a:spLocks noGrp="1"/>
            </p:cNvSpPr>
            <p:nvPr/>
          </p:nvSpPr>
          <p:spPr>
            <a:xfrm>
              <a:off x="16621354" y="4063856"/>
              <a:ext cx="50449" cy="35060"/>
            </a:xfrm>
            <a:custGeom>
              <a:avLst/>
              <a:gdLst/>
              <a:ahLst/>
              <a:cxnLst/>
              <a:rect l="0" t="0" r="0" b="0"/>
              <a:pathLst>
                <a:path w="50449" h="35060">
                  <a:moveTo>
                    <a:pt x="50449" y="0"/>
                  </a:moveTo>
                  <a:lnTo>
                    <a:pt x="0" y="35060"/>
                  </a:lnTo>
                </a:path>
              </a:pathLst>
            </a:custGeom>
            <a:noFill/>
            <a:ln w="20003">
              <a:solidFill>
                <a:srgbClr val="E6EAEC"/>
              </a:solidFill>
            </a:ln>
          </p:spPr>
        </p:sp>
        <p:sp>
          <p:nvSpPr>
            <p:cNvPr id="4592" name="Output_receptor__4591">
              <a:extLst>
                <a:ext uri="{FF2B5EF4-FFF2-40B4-BE49-F238E27FC236}">
                  <a16:creationId xmlns:a16="http://schemas.microsoft.com/office/drawing/2014/main" id="{2232F0EB-ABDF-9E05-F929-BC31ACBC6C26}"/>
                </a:ext>
              </a:extLst>
            </p:cNvPr>
            <p:cNvSpPr>
              <a:spLocks noGrp="1"/>
            </p:cNvSpPr>
            <p:nvPr/>
          </p:nvSpPr>
          <p:spPr>
            <a:xfrm>
              <a:off x="16308900" y="4221014"/>
              <a:ext cx="21528" cy="67370"/>
            </a:xfrm>
            <a:custGeom>
              <a:avLst/>
              <a:gdLst/>
              <a:ahLst/>
              <a:cxnLst/>
              <a:rect l="0" t="0" r="0" b="0"/>
              <a:pathLst>
                <a:path w="21528" h="67370">
                  <a:moveTo>
                    <a:pt x="21528" y="67370"/>
                  </a:moveTo>
                  <a:lnTo>
                    <a:pt x="0" y="0"/>
                  </a:lnTo>
                </a:path>
              </a:pathLst>
            </a:custGeom>
            <a:noFill/>
            <a:ln w="8096">
              <a:solidFill>
                <a:srgbClr val="E6EAEC"/>
              </a:solidFill>
            </a:ln>
          </p:spPr>
        </p:sp>
        <p:sp>
          <p:nvSpPr>
            <p:cNvPr id="4593" name="Output_receptor__4592">
              <a:extLst>
                <a:ext uri="{FF2B5EF4-FFF2-40B4-BE49-F238E27FC236}">
                  <a16:creationId xmlns:a16="http://schemas.microsoft.com/office/drawing/2014/main" id="{A6DC8DE8-52F0-0E7B-D7DD-53C011E9BE62}"/>
                </a:ext>
              </a:extLst>
            </p:cNvPr>
            <p:cNvSpPr>
              <a:spLocks noGrp="1"/>
            </p:cNvSpPr>
            <p:nvPr/>
          </p:nvSpPr>
          <p:spPr>
            <a:xfrm>
              <a:off x="15826788" y="4085384"/>
              <a:ext cx="4773" cy="69472"/>
            </a:xfrm>
            <a:custGeom>
              <a:avLst/>
              <a:gdLst/>
              <a:ahLst/>
              <a:cxnLst/>
              <a:rect l="0" t="0" r="0" b="0"/>
              <a:pathLst>
                <a:path w="4773" h="69472">
                  <a:moveTo>
                    <a:pt x="0" y="0"/>
                  </a:moveTo>
                  <a:lnTo>
                    <a:pt x="4773" y="69472"/>
                  </a:lnTo>
                </a:path>
              </a:pathLst>
            </a:custGeom>
            <a:noFill/>
            <a:ln w="20003">
              <a:solidFill>
                <a:srgbClr val="E6EAEC"/>
              </a:solidFill>
            </a:ln>
          </p:spPr>
        </p:sp>
        <p:sp>
          <p:nvSpPr>
            <p:cNvPr id="4594" name="Output_receptor__4593">
              <a:extLst>
                <a:ext uri="{FF2B5EF4-FFF2-40B4-BE49-F238E27FC236}">
                  <a16:creationId xmlns:a16="http://schemas.microsoft.com/office/drawing/2014/main" id="{AE16DEF0-0C76-8968-CCEF-61994FEA53A9}"/>
                </a:ext>
              </a:extLst>
            </p:cNvPr>
            <p:cNvSpPr>
              <a:spLocks noGrp="1"/>
            </p:cNvSpPr>
            <p:nvPr/>
          </p:nvSpPr>
          <p:spPr>
            <a:xfrm>
              <a:off x="15747019" y="3825646"/>
              <a:ext cx="27917" cy="3637"/>
            </a:xfrm>
            <a:custGeom>
              <a:avLst/>
              <a:gdLst/>
              <a:ahLst/>
              <a:cxnLst/>
              <a:rect l="0" t="0" r="0" b="0"/>
              <a:pathLst>
                <a:path w="27917" h="3637">
                  <a:moveTo>
                    <a:pt x="27917" y="3637"/>
                  </a:moveTo>
                  <a:lnTo>
                    <a:pt x="0" y="0"/>
                  </a:lnTo>
                </a:path>
              </a:pathLst>
            </a:custGeom>
            <a:noFill/>
            <a:ln w="20003">
              <a:solidFill>
                <a:srgbClr val="E6EAEC"/>
              </a:solidFill>
            </a:ln>
          </p:spPr>
        </p:sp>
        <p:sp>
          <p:nvSpPr>
            <p:cNvPr id="4595" name="Output_receptor__4594">
              <a:extLst>
                <a:ext uri="{FF2B5EF4-FFF2-40B4-BE49-F238E27FC236}">
                  <a16:creationId xmlns:a16="http://schemas.microsoft.com/office/drawing/2014/main" id="{7CE68117-125F-96B1-06A7-7D282A6887A3}"/>
                </a:ext>
              </a:extLst>
            </p:cNvPr>
            <p:cNvSpPr>
              <a:spLocks noGrp="1"/>
            </p:cNvSpPr>
            <p:nvPr/>
          </p:nvSpPr>
          <p:spPr>
            <a:xfrm>
              <a:off x="16653413" y="4000675"/>
              <a:ext cx="18389" cy="63181"/>
            </a:xfrm>
            <a:custGeom>
              <a:avLst/>
              <a:gdLst/>
              <a:ahLst/>
              <a:cxnLst/>
              <a:rect l="0" t="0" r="0" b="0"/>
              <a:pathLst>
                <a:path w="18389" h="63181">
                  <a:moveTo>
                    <a:pt x="0" y="0"/>
                  </a:moveTo>
                  <a:lnTo>
                    <a:pt x="18389" y="63181"/>
                  </a:lnTo>
                </a:path>
              </a:pathLst>
            </a:custGeom>
            <a:noFill/>
            <a:ln w="20003">
              <a:solidFill>
                <a:srgbClr val="E6EAEC"/>
              </a:solidFill>
            </a:ln>
          </p:spPr>
        </p:sp>
        <p:sp>
          <p:nvSpPr>
            <p:cNvPr id="4596" name="Output_receptor__4595">
              <a:extLst>
                <a:ext uri="{FF2B5EF4-FFF2-40B4-BE49-F238E27FC236}">
                  <a16:creationId xmlns:a16="http://schemas.microsoft.com/office/drawing/2014/main" id="{47EA3892-4C13-FDA8-B1A6-1FAE9522FE46}"/>
                </a:ext>
              </a:extLst>
            </p:cNvPr>
            <p:cNvSpPr>
              <a:spLocks noGrp="1"/>
            </p:cNvSpPr>
            <p:nvPr/>
          </p:nvSpPr>
          <p:spPr>
            <a:xfrm>
              <a:off x="15560651" y="3809990"/>
              <a:ext cx="44476" cy="14931"/>
            </a:xfrm>
            <a:custGeom>
              <a:avLst/>
              <a:gdLst/>
              <a:ahLst/>
              <a:cxnLst/>
              <a:rect l="0" t="0" r="0" b="0"/>
              <a:pathLst>
                <a:path w="44476" h="14931">
                  <a:moveTo>
                    <a:pt x="44476" y="14931"/>
                  </a:moveTo>
                  <a:lnTo>
                    <a:pt x="0" y="0"/>
                  </a:lnTo>
                </a:path>
              </a:pathLst>
            </a:custGeom>
            <a:noFill/>
            <a:ln w="20003">
              <a:solidFill>
                <a:srgbClr val="E6EAEC"/>
              </a:solidFill>
            </a:ln>
          </p:spPr>
        </p:sp>
        <p:sp>
          <p:nvSpPr>
            <p:cNvPr id="4597" name="Output_receptor__4596">
              <a:extLst>
                <a:ext uri="{FF2B5EF4-FFF2-40B4-BE49-F238E27FC236}">
                  <a16:creationId xmlns:a16="http://schemas.microsoft.com/office/drawing/2014/main" id="{FD3E50B5-F05F-BCC3-9D28-B68AB1DED6FA}"/>
                </a:ext>
              </a:extLst>
            </p:cNvPr>
            <p:cNvSpPr>
              <a:spLocks noGrp="1"/>
            </p:cNvSpPr>
            <p:nvPr/>
          </p:nvSpPr>
          <p:spPr>
            <a:xfrm>
              <a:off x="15575520" y="3915190"/>
              <a:ext cx="26883" cy="7735"/>
            </a:xfrm>
            <a:custGeom>
              <a:avLst/>
              <a:gdLst/>
              <a:ahLst/>
              <a:cxnLst/>
              <a:rect l="0" t="0" r="0" b="0"/>
              <a:pathLst>
                <a:path w="26883" h="7735">
                  <a:moveTo>
                    <a:pt x="0" y="7735"/>
                  </a:moveTo>
                  <a:lnTo>
                    <a:pt x="26883" y="0"/>
                  </a:lnTo>
                </a:path>
              </a:pathLst>
            </a:custGeom>
            <a:noFill/>
            <a:ln w="20003">
              <a:solidFill>
                <a:srgbClr val="E6EAEC"/>
              </a:solidFill>
            </a:ln>
          </p:spPr>
        </p:sp>
        <p:sp>
          <p:nvSpPr>
            <p:cNvPr id="4598" name="Output_receptor__4597">
              <a:extLst>
                <a:ext uri="{FF2B5EF4-FFF2-40B4-BE49-F238E27FC236}">
                  <a16:creationId xmlns:a16="http://schemas.microsoft.com/office/drawing/2014/main" id="{172FD0A3-416D-EA51-A7ED-3162301815B5}"/>
                </a:ext>
              </a:extLst>
            </p:cNvPr>
            <p:cNvSpPr>
              <a:spLocks noGrp="1"/>
            </p:cNvSpPr>
            <p:nvPr/>
          </p:nvSpPr>
          <p:spPr>
            <a:xfrm>
              <a:off x="16489434" y="3833187"/>
              <a:ext cx="33450" cy="21286"/>
            </a:xfrm>
            <a:custGeom>
              <a:avLst/>
              <a:gdLst/>
              <a:ahLst/>
              <a:cxnLst/>
              <a:rect l="0" t="0" r="0" b="0"/>
              <a:pathLst>
                <a:path w="33450" h="21286">
                  <a:moveTo>
                    <a:pt x="0" y="0"/>
                  </a:moveTo>
                  <a:lnTo>
                    <a:pt x="33450" y="21286"/>
                  </a:lnTo>
                </a:path>
              </a:pathLst>
            </a:custGeom>
            <a:noFill/>
            <a:ln w="20003">
              <a:solidFill>
                <a:srgbClr val="E6EAEC"/>
              </a:solidFill>
            </a:ln>
          </p:spPr>
        </p:sp>
        <p:sp>
          <p:nvSpPr>
            <p:cNvPr id="4599" name="Output_receptor__4598">
              <a:extLst>
                <a:ext uri="{FF2B5EF4-FFF2-40B4-BE49-F238E27FC236}">
                  <a16:creationId xmlns:a16="http://schemas.microsoft.com/office/drawing/2014/main" id="{2F70E0D8-B08D-573F-5F05-D69B0567AB88}"/>
                </a:ext>
              </a:extLst>
            </p:cNvPr>
            <p:cNvSpPr>
              <a:spLocks noGrp="1"/>
            </p:cNvSpPr>
            <p:nvPr/>
          </p:nvSpPr>
          <p:spPr>
            <a:xfrm>
              <a:off x="15956061" y="3911152"/>
              <a:ext cx="12781" cy="67592"/>
            </a:xfrm>
            <a:custGeom>
              <a:avLst/>
              <a:gdLst/>
              <a:ahLst/>
              <a:cxnLst/>
              <a:rect l="0" t="0" r="0" b="0"/>
              <a:pathLst>
                <a:path w="12781" h="67592">
                  <a:moveTo>
                    <a:pt x="12781" y="67592"/>
                  </a:moveTo>
                  <a:lnTo>
                    <a:pt x="0" y="0"/>
                  </a:lnTo>
                </a:path>
              </a:pathLst>
            </a:custGeom>
            <a:noFill/>
            <a:ln w="20003">
              <a:solidFill>
                <a:srgbClr val="E6EAEC"/>
              </a:solidFill>
            </a:ln>
          </p:spPr>
        </p:sp>
        <p:sp>
          <p:nvSpPr>
            <p:cNvPr id="4600" name="Output_receptor__4599">
              <a:extLst>
                <a:ext uri="{FF2B5EF4-FFF2-40B4-BE49-F238E27FC236}">
                  <a16:creationId xmlns:a16="http://schemas.microsoft.com/office/drawing/2014/main" id="{2B03243B-F538-D7E8-4BA2-943CE00DE3CD}"/>
                </a:ext>
              </a:extLst>
            </p:cNvPr>
            <p:cNvSpPr>
              <a:spLocks noGrp="1"/>
            </p:cNvSpPr>
            <p:nvPr/>
          </p:nvSpPr>
          <p:spPr>
            <a:xfrm>
              <a:off x="16404605" y="3982948"/>
              <a:ext cx="54719" cy="34964"/>
            </a:xfrm>
            <a:custGeom>
              <a:avLst/>
              <a:gdLst/>
              <a:ahLst/>
              <a:cxnLst/>
              <a:rect l="0" t="0" r="0" b="0"/>
              <a:pathLst>
                <a:path w="54719" h="34964">
                  <a:moveTo>
                    <a:pt x="0" y="0"/>
                  </a:moveTo>
                  <a:lnTo>
                    <a:pt x="54719" y="34964"/>
                  </a:lnTo>
                </a:path>
              </a:pathLst>
            </a:custGeom>
            <a:noFill/>
            <a:ln w="20003">
              <a:solidFill>
                <a:srgbClr val="E6EAEC"/>
              </a:solidFill>
            </a:ln>
          </p:spPr>
        </p:sp>
        <p:sp>
          <p:nvSpPr>
            <p:cNvPr id="4601" name="Output_receptor__4600">
              <a:extLst>
                <a:ext uri="{FF2B5EF4-FFF2-40B4-BE49-F238E27FC236}">
                  <a16:creationId xmlns:a16="http://schemas.microsoft.com/office/drawing/2014/main" id="{59523969-8AAB-1507-629D-6012159784E6}"/>
                </a:ext>
              </a:extLst>
            </p:cNvPr>
            <p:cNvSpPr>
              <a:spLocks noGrp="1"/>
            </p:cNvSpPr>
            <p:nvPr/>
          </p:nvSpPr>
          <p:spPr>
            <a:xfrm>
              <a:off x="16478122" y="3480182"/>
              <a:ext cx="46953" cy="18964"/>
            </a:xfrm>
            <a:custGeom>
              <a:avLst/>
              <a:gdLst/>
              <a:ahLst/>
              <a:cxnLst/>
              <a:rect l="0" t="0" r="0" b="0"/>
              <a:pathLst>
                <a:path w="46953" h="18964">
                  <a:moveTo>
                    <a:pt x="46953" y="0"/>
                  </a:moveTo>
                  <a:lnTo>
                    <a:pt x="0" y="18964"/>
                  </a:lnTo>
                </a:path>
              </a:pathLst>
            </a:custGeom>
            <a:noFill/>
            <a:ln w="8096">
              <a:solidFill>
                <a:srgbClr val="E6EAEC"/>
              </a:solidFill>
            </a:ln>
          </p:spPr>
        </p:sp>
        <p:sp>
          <p:nvSpPr>
            <p:cNvPr id="4602" name="Output_receptor__4601">
              <a:extLst>
                <a:ext uri="{FF2B5EF4-FFF2-40B4-BE49-F238E27FC236}">
                  <a16:creationId xmlns:a16="http://schemas.microsoft.com/office/drawing/2014/main" id="{04238182-791E-0DC1-B303-D1E279CE74FE}"/>
                </a:ext>
              </a:extLst>
            </p:cNvPr>
            <p:cNvSpPr>
              <a:spLocks noGrp="1"/>
            </p:cNvSpPr>
            <p:nvPr/>
          </p:nvSpPr>
          <p:spPr>
            <a:xfrm>
              <a:off x="15940517" y="4296042"/>
              <a:ext cx="40470" cy="50872"/>
            </a:xfrm>
            <a:custGeom>
              <a:avLst/>
              <a:gdLst/>
              <a:ahLst/>
              <a:cxnLst/>
              <a:rect l="0" t="0" r="0" b="0"/>
              <a:pathLst>
                <a:path w="40470" h="50872">
                  <a:moveTo>
                    <a:pt x="0" y="50872"/>
                  </a:moveTo>
                  <a:lnTo>
                    <a:pt x="40470" y="0"/>
                  </a:lnTo>
                </a:path>
              </a:pathLst>
            </a:custGeom>
            <a:noFill/>
            <a:ln w="20003">
              <a:solidFill>
                <a:srgbClr val="E6EAEC"/>
              </a:solidFill>
            </a:ln>
          </p:spPr>
        </p:sp>
        <p:sp>
          <p:nvSpPr>
            <p:cNvPr id="4603" name="Output_receptor__4602">
              <a:extLst>
                <a:ext uri="{FF2B5EF4-FFF2-40B4-BE49-F238E27FC236}">
                  <a16:creationId xmlns:a16="http://schemas.microsoft.com/office/drawing/2014/main" id="{DED6BA66-3F9C-73AD-EE8C-04C4539EEC86}"/>
                </a:ext>
              </a:extLst>
            </p:cNvPr>
            <p:cNvSpPr>
              <a:spLocks noGrp="1"/>
            </p:cNvSpPr>
            <p:nvPr/>
          </p:nvSpPr>
          <p:spPr>
            <a:xfrm>
              <a:off x="16549920" y="3760252"/>
              <a:ext cx="34712" cy="61313"/>
            </a:xfrm>
            <a:custGeom>
              <a:avLst/>
              <a:gdLst/>
              <a:ahLst/>
              <a:cxnLst/>
              <a:rect l="0" t="0" r="0" b="0"/>
              <a:pathLst>
                <a:path w="34712" h="61313">
                  <a:moveTo>
                    <a:pt x="34712" y="61313"/>
                  </a:moveTo>
                  <a:lnTo>
                    <a:pt x="0" y="0"/>
                  </a:lnTo>
                </a:path>
              </a:pathLst>
            </a:custGeom>
            <a:noFill/>
            <a:ln w="20003">
              <a:solidFill>
                <a:srgbClr val="E6EAEC"/>
              </a:solidFill>
            </a:ln>
          </p:spPr>
        </p:sp>
        <p:sp>
          <p:nvSpPr>
            <p:cNvPr id="4604" name="Output_receptor__4603">
              <a:extLst>
                <a:ext uri="{FF2B5EF4-FFF2-40B4-BE49-F238E27FC236}">
                  <a16:creationId xmlns:a16="http://schemas.microsoft.com/office/drawing/2014/main" id="{6AEAD897-AC6A-2596-E0A6-2E0821A83AC3}"/>
                </a:ext>
              </a:extLst>
            </p:cNvPr>
            <p:cNvSpPr>
              <a:spLocks noGrp="1"/>
            </p:cNvSpPr>
            <p:nvPr/>
          </p:nvSpPr>
          <p:spPr>
            <a:xfrm>
              <a:off x="15980987" y="4296042"/>
              <a:ext cx="57048" cy="22817"/>
            </a:xfrm>
            <a:custGeom>
              <a:avLst/>
              <a:gdLst/>
              <a:ahLst/>
              <a:cxnLst/>
              <a:rect l="0" t="0" r="0" b="0"/>
              <a:pathLst>
                <a:path w="57048" h="22817">
                  <a:moveTo>
                    <a:pt x="0" y="0"/>
                  </a:moveTo>
                  <a:lnTo>
                    <a:pt x="57048" y="22817"/>
                  </a:lnTo>
                </a:path>
              </a:pathLst>
            </a:custGeom>
            <a:noFill/>
            <a:ln w="20003">
              <a:solidFill>
                <a:srgbClr val="E6EAEC"/>
              </a:solidFill>
            </a:ln>
          </p:spPr>
        </p:sp>
        <p:sp>
          <p:nvSpPr>
            <p:cNvPr id="4605" name="Output_receptor__4604">
              <a:extLst>
                <a:ext uri="{FF2B5EF4-FFF2-40B4-BE49-F238E27FC236}">
                  <a16:creationId xmlns:a16="http://schemas.microsoft.com/office/drawing/2014/main" id="{3F7CBEDD-3457-23D5-975B-BFAEC49B2042}"/>
                </a:ext>
              </a:extLst>
            </p:cNvPr>
            <p:cNvSpPr>
              <a:spLocks noGrp="1"/>
            </p:cNvSpPr>
            <p:nvPr/>
          </p:nvSpPr>
          <p:spPr>
            <a:xfrm>
              <a:off x="15824701" y="4697522"/>
              <a:ext cx="60524" cy="25763"/>
            </a:xfrm>
            <a:custGeom>
              <a:avLst/>
              <a:gdLst/>
              <a:ahLst/>
              <a:cxnLst/>
              <a:rect l="0" t="0" r="0" b="0"/>
              <a:pathLst>
                <a:path w="60524" h="25763">
                  <a:moveTo>
                    <a:pt x="60524" y="25763"/>
                  </a:moveTo>
                  <a:lnTo>
                    <a:pt x="0" y="0"/>
                  </a:lnTo>
                </a:path>
              </a:pathLst>
            </a:custGeom>
            <a:noFill/>
            <a:ln w="20003">
              <a:solidFill>
                <a:srgbClr val="E6EAEC"/>
              </a:solidFill>
            </a:ln>
          </p:spPr>
        </p:sp>
        <p:sp>
          <p:nvSpPr>
            <p:cNvPr id="4606" name="Output_receptor__4605">
              <a:extLst>
                <a:ext uri="{FF2B5EF4-FFF2-40B4-BE49-F238E27FC236}">
                  <a16:creationId xmlns:a16="http://schemas.microsoft.com/office/drawing/2014/main" id="{48AFABB7-BF66-34C9-F003-B74BAB1319EA}"/>
                </a:ext>
              </a:extLst>
            </p:cNvPr>
            <p:cNvSpPr>
              <a:spLocks noGrp="1"/>
            </p:cNvSpPr>
            <p:nvPr/>
          </p:nvSpPr>
          <p:spPr>
            <a:xfrm>
              <a:off x="16330428" y="4268185"/>
              <a:ext cx="69259" cy="20199"/>
            </a:xfrm>
            <a:custGeom>
              <a:avLst/>
              <a:gdLst/>
              <a:ahLst/>
              <a:cxnLst/>
              <a:rect l="0" t="0" r="0" b="0"/>
              <a:pathLst>
                <a:path w="69259" h="20199">
                  <a:moveTo>
                    <a:pt x="69259" y="0"/>
                  </a:moveTo>
                  <a:lnTo>
                    <a:pt x="0" y="20199"/>
                  </a:lnTo>
                </a:path>
              </a:pathLst>
            </a:custGeom>
            <a:noFill/>
            <a:ln w="8096">
              <a:solidFill>
                <a:srgbClr val="E6EAEC"/>
              </a:solidFill>
            </a:ln>
          </p:spPr>
        </p:sp>
        <p:sp>
          <p:nvSpPr>
            <p:cNvPr id="4607" name="Output_receptor__4606">
              <a:extLst>
                <a:ext uri="{FF2B5EF4-FFF2-40B4-BE49-F238E27FC236}">
                  <a16:creationId xmlns:a16="http://schemas.microsoft.com/office/drawing/2014/main" id="{9309A7E8-62C4-E761-1099-A855F0EAD348}"/>
                </a:ext>
              </a:extLst>
            </p:cNvPr>
            <p:cNvSpPr>
              <a:spLocks noGrp="1"/>
            </p:cNvSpPr>
            <p:nvPr/>
          </p:nvSpPr>
          <p:spPr>
            <a:xfrm>
              <a:off x="16159731" y="4084244"/>
              <a:ext cx="38255" cy="7532"/>
            </a:xfrm>
            <a:custGeom>
              <a:avLst/>
              <a:gdLst/>
              <a:ahLst/>
              <a:cxnLst/>
              <a:rect l="0" t="0" r="0" b="0"/>
              <a:pathLst>
                <a:path w="38255" h="7532">
                  <a:moveTo>
                    <a:pt x="0" y="7532"/>
                  </a:moveTo>
                  <a:lnTo>
                    <a:pt x="38255" y="0"/>
                  </a:lnTo>
                </a:path>
              </a:pathLst>
            </a:custGeom>
            <a:noFill/>
            <a:ln w="20003">
              <a:solidFill>
                <a:srgbClr val="E6EAEC"/>
              </a:solidFill>
            </a:ln>
          </p:spPr>
        </p:sp>
        <p:sp>
          <p:nvSpPr>
            <p:cNvPr id="4608" name="Output_receptor__4607">
              <a:extLst>
                <a:ext uri="{FF2B5EF4-FFF2-40B4-BE49-F238E27FC236}">
                  <a16:creationId xmlns:a16="http://schemas.microsoft.com/office/drawing/2014/main" id="{9A0937DF-D3B7-88EE-9082-BF57F06A599D}"/>
                </a:ext>
              </a:extLst>
            </p:cNvPr>
            <p:cNvSpPr>
              <a:spLocks noGrp="1"/>
            </p:cNvSpPr>
            <p:nvPr/>
          </p:nvSpPr>
          <p:spPr>
            <a:xfrm>
              <a:off x="16540803" y="3525093"/>
              <a:ext cx="37020" cy="60269"/>
            </a:xfrm>
            <a:custGeom>
              <a:avLst/>
              <a:gdLst/>
              <a:ahLst/>
              <a:cxnLst/>
              <a:rect l="0" t="0" r="0" b="0"/>
              <a:pathLst>
                <a:path w="37020" h="60269">
                  <a:moveTo>
                    <a:pt x="0" y="60269"/>
                  </a:moveTo>
                  <a:lnTo>
                    <a:pt x="37020" y="0"/>
                  </a:lnTo>
                </a:path>
              </a:pathLst>
            </a:custGeom>
            <a:noFill/>
            <a:ln w="8096">
              <a:solidFill>
                <a:srgbClr val="E6EAEC"/>
              </a:solidFill>
            </a:ln>
          </p:spPr>
        </p:sp>
        <p:sp>
          <p:nvSpPr>
            <p:cNvPr id="4609" name="Output_receptor__4608">
              <a:extLst>
                <a:ext uri="{FF2B5EF4-FFF2-40B4-BE49-F238E27FC236}">
                  <a16:creationId xmlns:a16="http://schemas.microsoft.com/office/drawing/2014/main" id="{787382A4-994A-E2F5-D2A4-0E6D262C4261}"/>
                </a:ext>
              </a:extLst>
            </p:cNvPr>
            <p:cNvSpPr>
              <a:spLocks noGrp="1"/>
            </p:cNvSpPr>
            <p:nvPr/>
          </p:nvSpPr>
          <p:spPr>
            <a:xfrm>
              <a:off x="16154624" y="3993312"/>
              <a:ext cx="65661" cy="25495"/>
            </a:xfrm>
            <a:custGeom>
              <a:avLst/>
              <a:gdLst/>
              <a:ahLst/>
              <a:cxnLst/>
              <a:rect l="0" t="0" r="0" b="0"/>
              <a:pathLst>
                <a:path w="65661" h="25495">
                  <a:moveTo>
                    <a:pt x="65661" y="25495"/>
                  </a:moveTo>
                  <a:lnTo>
                    <a:pt x="0" y="0"/>
                  </a:lnTo>
                </a:path>
              </a:pathLst>
            </a:custGeom>
            <a:noFill/>
            <a:ln w="20003">
              <a:solidFill>
                <a:srgbClr val="E6EAEC"/>
              </a:solidFill>
            </a:ln>
          </p:spPr>
        </p:sp>
        <p:sp>
          <p:nvSpPr>
            <p:cNvPr id="4610" name="Output_receptor__4609">
              <a:extLst>
                <a:ext uri="{FF2B5EF4-FFF2-40B4-BE49-F238E27FC236}">
                  <a16:creationId xmlns:a16="http://schemas.microsoft.com/office/drawing/2014/main" id="{4D65681D-D6B1-9E9A-4B24-9EE7EC83134A}"/>
                </a:ext>
              </a:extLst>
            </p:cNvPr>
            <p:cNvSpPr>
              <a:spLocks noGrp="1"/>
            </p:cNvSpPr>
            <p:nvPr/>
          </p:nvSpPr>
          <p:spPr>
            <a:xfrm>
              <a:off x="15795129" y="4343526"/>
              <a:ext cx="24100" cy="64215"/>
            </a:xfrm>
            <a:custGeom>
              <a:avLst/>
              <a:gdLst/>
              <a:ahLst/>
              <a:cxnLst/>
              <a:rect l="0" t="0" r="0" b="0"/>
              <a:pathLst>
                <a:path w="24100" h="64215">
                  <a:moveTo>
                    <a:pt x="24100" y="0"/>
                  </a:moveTo>
                  <a:lnTo>
                    <a:pt x="0" y="64215"/>
                  </a:lnTo>
                </a:path>
              </a:pathLst>
            </a:custGeom>
            <a:noFill/>
            <a:ln w="20003">
              <a:solidFill>
                <a:srgbClr val="E6EAEC"/>
              </a:solidFill>
            </a:ln>
          </p:spPr>
        </p:sp>
        <p:sp>
          <p:nvSpPr>
            <p:cNvPr id="4611" name="Output_receptor__4610">
              <a:extLst>
                <a:ext uri="{FF2B5EF4-FFF2-40B4-BE49-F238E27FC236}">
                  <a16:creationId xmlns:a16="http://schemas.microsoft.com/office/drawing/2014/main" id="{1CA554A8-0977-865D-F81D-6FB099133726}"/>
                </a:ext>
              </a:extLst>
            </p:cNvPr>
            <p:cNvSpPr>
              <a:spLocks noGrp="1"/>
            </p:cNvSpPr>
            <p:nvPr/>
          </p:nvSpPr>
          <p:spPr>
            <a:xfrm>
              <a:off x="16248521" y="3441529"/>
              <a:ext cx="7127" cy="60178"/>
            </a:xfrm>
            <a:custGeom>
              <a:avLst/>
              <a:gdLst/>
              <a:ahLst/>
              <a:cxnLst/>
              <a:rect l="0" t="0" r="0" b="0"/>
              <a:pathLst>
                <a:path w="7127" h="60178">
                  <a:moveTo>
                    <a:pt x="7127" y="0"/>
                  </a:moveTo>
                  <a:lnTo>
                    <a:pt x="0" y="60178"/>
                  </a:lnTo>
                </a:path>
              </a:pathLst>
            </a:custGeom>
            <a:noFill/>
            <a:ln w="8096">
              <a:solidFill>
                <a:srgbClr val="E6EAEC"/>
              </a:solidFill>
            </a:ln>
          </p:spPr>
        </p:sp>
        <p:sp>
          <p:nvSpPr>
            <p:cNvPr id="4612" name="Output_receptor__4611">
              <a:extLst>
                <a:ext uri="{FF2B5EF4-FFF2-40B4-BE49-F238E27FC236}">
                  <a16:creationId xmlns:a16="http://schemas.microsoft.com/office/drawing/2014/main" id="{F8F247C6-26F7-97B4-B9A7-84597625116E}"/>
                </a:ext>
              </a:extLst>
            </p:cNvPr>
            <p:cNvSpPr>
              <a:spLocks noGrp="1"/>
            </p:cNvSpPr>
            <p:nvPr/>
          </p:nvSpPr>
          <p:spPr>
            <a:xfrm>
              <a:off x="16110949" y="4525626"/>
              <a:ext cx="27149" cy="43110"/>
            </a:xfrm>
            <a:custGeom>
              <a:avLst/>
              <a:gdLst/>
              <a:ahLst/>
              <a:cxnLst/>
              <a:rect l="0" t="0" r="0" b="0"/>
              <a:pathLst>
                <a:path w="27149" h="43110">
                  <a:moveTo>
                    <a:pt x="0" y="43110"/>
                  </a:moveTo>
                  <a:lnTo>
                    <a:pt x="27149" y="0"/>
                  </a:lnTo>
                </a:path>
              </a:pathLst>
            </a:custGeom>
            <a:noFill/>
            <a:ln w="20003">
              <a:solidFill>
                <a:srgbClr val="E6EAEC"/>
              </a:solidFill>
            </a:ln>
          </p:spPr>
        </p:sp>
        <p:sp>
          <p:nvSpPr>
            <p:cNvPr id="4613" name="Output_receptor__4612">
              <a:extLst>
                <a:ext uri="{FF2B5EF4-FFF2-40B4-BE49-F238E27FC236}">
                  <a16:creationId xmlns:a16="http://schemas.microsoft.com/office/drawing/2014/main" id="{87D3F1AC-44D8-7D34-5002-18ACF407B81E}"/>
                </a:ext>
              </a:extLst>
            </p:cNvPr>
            <p:cNvSpPr>
              <a:spLocks noGrp="1"/>
            </p:cNvSpPr>
            <p:nvPr/>
          </p:nvSpPr>
          <p:spPr>
            <a:xfrm>
              <a:off x="16546504" y="3399926"/>
              <a:ext cx="57429" cy="4365"/>
            </a:xfrm>
            <a:custGeom>
              <a:avLst/>
              <a:gdLst/>
              <a:ahLst/>
              <a:cxnLst/>
              <a:rect l="0" t="0" r="0" b="0"/>
              <a:pathLst>
                <a:path w="57429" h="4365">
                  <a:moveTo>
                    <a:pt x="0" y="4365"/>
                  </a:moveTo>
                  <a:lnTo>
                    <a:pt x="57429" y="0"/>
                  </a:lnTo>
                </a:path>
              </a:pathLst>
            </a:custGeom>
            <a:noFill/>
            <a:ln w="8096">
              <a:solidFill>
                <a:srgbClr val="E6EAEC"/>
              </a:solidFill>
            </a:ln>
          </p:spPr>
        </p:sp>
        <p:sp>
          <p:nvSpPr>
            <p:cNvPr id="4614" name="Output_receptor__4613">
              <a:extLst>
                <a:ext uri="{FF2B5EF4-FFF2-40B4-BE49-F238E27FC236}">
                  <a16:creationId xmlns:a16="http://schemas.microsoft.com/office/drawing/2014/main" id="{332E79E9-B6E6-6BCC-30B0-59A3E5B6991D}"/>
                </a:ext>
              </a:extLst>
            </p:cNvPr>
            <p:cNvSpPr>
              <a:spLocks noGrp="1"/>
            </p:cNvSpPr>
            <p:nvPr/>
          </p:nvSpPr>
          <p:spPr>
            <a:xfrm>
              <a:off x="16146870" y="3173418"/>
              <a:ext cx="43678" cy="21453"/>
            </a:xfrm>
            <a:custGeom>
              <a:avLst/>
              <a:gdLst/>
              <a:ahLst/>
              <a:cxnLst/>
              <a:rect l="0" t="0" r="0" b="0"/>
              <a:pathLst>
                <a:path w="43678" h="21453">
                  <a:moveTo>
                    <a:pt x="0" y="0"/>
                  </a:moveTo>
                  <a:lnTo>
                    <a:pt x="43678" y="21453"/>
                  </a:lnTo>
                </a:path>
              </a:pathLst>
            </a:custGeom>
            <a:noFill/>
            <a:ln w="8096">
              <a:solidFill>
                <a:srgbClr val="E6EAEC"/>
              </a:solidFill>
            </a:ln>
          </p:spPr>
        </p:sp>
        <p:sp>
          <p:nvSpPr>
            <p:cNvPr id="4615" name="Output_receptor__4614">
              <a:extLst>
                <a:ext uri="{FF2B5EF4-FFF2-40B4-BE49-F238E27FC236}">
                  <a16:creationId xmlns:a16="http://schemas.microsoft.com/office/drawing/2014/main" id="{1491E4B3-3191-7297-5885-CCC3548A58D3}"/>
                </a:ext>
              </a:extLst>
            </p:cNvPr>
            <p:cNvSpPr>
              <a:spLocks noGrp="1"/>
            </p:cNvSpPr>
            <p:nvPr/>
          </p:nvSpPr>
          <p:spPr>
            <a:xfrm>
              <a:off x="15739678" y="4080294"/>
              <a:ext cx="15543" cy="25598"/>
            </a:xfrm>
            <a:custGeom>
              <a:avLst/>
              <a:gdLst/>
              <a:ahLst/>
              <a:cxnLst/>
              <a:rect l="0" t="0" r="0" b="0"/>
              <a:pathLst>
                <a:path w="15543" h="25598">
                  <a:moveTo>
                    <a:pt x="0" y="25598"/>
                  </a:moveTo>
                  <a:lnTo>
                    <a:pt x="15543" y="0"/>
                  </a:lnTo>
                </a:path>
              </a:pathLst>
            </a:custGeom>
            <a:noFill/>
            <a:ln w="20003">
              <a:solidFill>
                <a:srgbClr val="E6EAEC"/>
              </a:solidFill>
            </a:ln>
          </p:spPr>
        </p:sp>
        <p:sp>
          <p:nvSpPr>
            <p:cNvPr id="4616" name="Output_receptor__4615">
              <a:extLst>
                <a:ext uri="{FF2B5EF4-FFF2-40B4-BE49-F238E27FC236}">
                  <a16:creationId xmlns:a16="http://schemas.microsoft.com/office/drawing/2014/main" id="{2F84543C-FD56-20AE-7F3C-8C2BDCD94D3C}"/>
                </a:ext>
              </a:extLst>
            </p:cNvPr>
            <p:cNvSpPr>
              <a:spLocks noGrp="1"/>
            </p:cNvSpPr>
            <p:nvPr/>
          </p:nvSpPr>
          <p:spPr>
            <a:xfrm>
              <a:off x="15997698" y="4150999"/>
              <a:ext cx="9919" cy="71506"/>
            </a:xfrm>
            <a:custGeom>
              <a:avLst/>
              <a:gdLst/>
              <a:ahLst/>
              <a:cxnLst/>
              <a:rect l="0" t="0" r="0" b="0"/>
              <a:pathLst>
                <a:path w="9919" h="71506">
                  <a:moveTo>
                    <a:pt x="0" y="71506"/>
                  </a:moveTo>
                  <a:lnTo>
                    <a:pt x="9919" y="0"/>
                  </a:lnTo>
                </a:path>
              </a:pathLst>
            </a:custGeom>
            <a:noFill/>
            <a:ln w="20003">
              <a:solidFill>
                <a:srgbClr val="E6EAEC"/>
              </a:solidFill>
            </a:ln>
          </p:spPr>
        </p:sp>
        <p:sp>
          <p:nvSpPr>
            <p:cNvPr id="4617" name="Output_receptor__4616">
              <a:extLst>
                <a:ext uri="{FF2B5EF4-FFF2-40B4-BE49-F238E27FC236}">
                  <a16:creationId xmlns:a16="http://schemas.microsoft.com/office/drawing/2014/main" id="{919EB42D-66D3-E6F3-F839-D2827B374CC8}"/>
                </a:ext>
              </a:extLst>
            </p:cNvPr>
            <p:cNvSpPr>
              <a:spLocks noGrp="1"/>
            </p:cNvSpPr>
            <p:nvPr/>
          </p:nvSpPr>
          <p:spPr>
            <a:xfrm>
              <a:off x="15937851" y="4132958"/>
              <a:ext cx="69766" cy="18040"/>
            </a:xfrm>
            <a:custGeom>
              <a:avLst/>
              <a:gdLst/>
              <a:ahLst/>
              <a:cxnLst/>
              <a:rect l="0" t="0" r="0" b="0"/>
              <a:pathLst>
                <a:path w="69766" h="18040">
                  <a:moveTo>
                    <a:pt x="69766" y="18040"/>
                  </a:moveTo>
                  <a:lnTo>
                    <a:pt x="0" y="0"/>
                  </a:lnTo>
                </a:path>
              </a:pathLst>
            </a:custGeom>
            <a:noFill/>
            <a:ln w="20003">
              <a:solidFill>
                <a:srgbClr val="E6EAEC"/>
              </a:solidFill>
            </a:ln>
          </p:spPr>
        </p:sp>
        <p:sp>
          <p:nvSpPr>
            <p:cNvPr id="4618" name="Output_receptor__4617">
              <a:extLst>
                <a:ext uri="{FF2B5EF4-FFF2-40B4-BE49-F238E27FC236}">
                  <a16:creationId xmlns:a16="http://schemas.microsoft.com/office/drawing/2014/main" id="{60F06796-7F54-9F8F-61F3-E94637ADF3AB}"/>
                </a:ext>
              </a:extLst>
            </p:cNvPr>
            <p:cNvSpPr>
              <a:spLocks noGrp="1"/>
            </p:cNvSpPr>
            <p:nvPr/>
          </p:nvSpPr>
          <p:spPr>
            <a:xfrm>
              <a:off x="15576982" y="3666878"/>
              <a:ext cx="41684" cy="57752"/>
            </a:xfrm>
            <a:custGeom>
              <a:avLst/>
              <a:gdLst/>
              <a:ahLst/>
              <a:cxnLst/>
              <a:rect l="0" t="0" r="0" b="0"/>
              <a:pathLst>
                <a:path w="41684" h="57752">
                  <a:moveTo>
                    <a:pt x="41684" y="57752"/>
                  </a:moveTo>
                  <a:lnTo>
                    <a:pt x="0" y="0"/>
                  </a:lnTo>
                </a:path>
              </a:pathLst>
            </a:custGeom>
            <a:noFill/>
            <a:ln w="8096">
              <a:solidFill>
                <a:srgbClr val="E6EAEC"/>
              </a:solidFill>
            </a:ln>
          </p:spPr>
        </p:sp>
        <p:sp>
          <p:nvSpPr>
            <p:cNvPr id="4619" name="Output_receptor__4618">
              <a:extLst>
                <a:ext uri="{FF2B5EF4-FFF2-40B4-BE49-F238E27FC236}">
                  <a16:creationId xmlns:a16="http://schemas.microsoft.com/office/drawing/2014/main" id="{E11AB798-5D3D-FF6C-6364-665C4BA41169}"/>
                </a:ext>
              </a:extLst>
            </p:cNvPr>
            <p:cNvSpPr>
              <a:spLocks noGrp="1"/>
            </p:cNvSpPr>
            <p:nvPr/>
          </p:nvSpPr>
          <p:spPr>
            <a:xfrm>
              <a:off x="16021530" y="4318859"/>
              <a:ext cx="16505" cy="68274"/>
            </a:xfrm>
            <a:custGeom>
              <a:avLst/>
              <a:gdLst/>
              <a:ahLst/>
              <a:cxnLst/>
              <a:rect l="0" t="0" r="0" b="0"/>
              <a:pathLst>
                <a:path w="16505" h="68274">
                  <a:moveTo>
                    <a:pt x="16505" y="0"/>
                  </a:moveTo>
                  <a:lnTo>
                    <a:pt x="0" y="68274"/>
                  </a:lnTo>
                </a:path>
              </a:pathLst>
            </a:custGeom>
            <a:noFill/>
            <a:ln w="20003">
              <a:solidFill>
                <a:srgbClr val="E6EAEC"/>
              </a:solidFill>
            </a:ln>
          </p:spPr>
        </p:sp>
        <p:sp>
          <p:nvSpPr>
            <p:cNvPr id="4620" name="Output_receptor__4619">
              <a:extLst>
                <a:ext uri="{FF2B5EF4-FFF2-40B4-BE49-F238E27FC236}">
                  <a16:creationId xmlns:a16="http://schemas.microsoft.com/office/drawing/2014/main" id="{D6F10ED2-8E42-D153-E756-EB66FE1D2EB1}"/>
                </a:ext>
              </a:extLst>
            </p:cNvPr>
            <p:cNvSpPr>
              <a:spLocks noGrp="1"/>
            </p:cNvSpPr>
            <p:nvPr/>
          </p:nvSpPr>
          <p:spPr>
            <a:xfrm>
              <a:off x="16379361" y="4060308"/>
              <a:ext cx="31150" cy="14371"/>
            </a:xfrm>
            <a:custGeom>
              <a:avLst/>
              <a:gdLst/>
              <a:ahLst/>
              <a:cxnLst/>
              <a:rect l="0" t="0" r="0" b="0"/>
              <a:pathLst>
                <a:path w="31150" h="14371">
                  <a:moveTo>
                    <a:pt x="31150" y="0"/>
                  </a:moveTo>
                  <a:lnTo>
                    <a:pt x="0" y="14371"/>
                  </a:lnTo>
                </a:path>
              </a:pathLst>
            </a:custGeom>
            <a:noFill/>
            <a:ln w="20003">
              <a:solidFill>
                <a:srgbClr val="E6EAEC"/>
              </a:solidFill>
            </a:ln>
          </p:spPr>
        </p:sp>
        <p:sp>
          <p:nvSpPr>
            <p:cNvPr id="4621" name="Output_receptor__4620">
              <a:extLst>
                <a:ext uri="{FF2B5EF4-FFF2-40B4-BE49-F238E27FC236}">
                  <a16:creationId xmlns:a16="http://schemas.microsoft.com/office/drawing/2014/main" id="{4A6D2F0A-461D-3CBE-AA76-D91886644C7E}"/>
                </a:ext>
              </a:extLst>
            </p:cNvPr>
            <p:cNvSpPr>
              <a:spLocks noGrp="1"/>
            </p:cNvSpPr>
            <p:nvPr/>
          </p:nvSpPr>
          <p:spPr>
            <a:xfrm>
              <a:off x="16370767" y="3974794"/>
              <a:ext cx="33838" cy="8154"/>
            </a:xfrm>
            <a:custGeom>
              <a:avLst/>
              <a:gdLst/>
              <a:ahLst/>
              <a:cxnLst/>
              <a:rect l="0" t="0" r="0" b="0"/>
              <a:pathLst>
                <a:path w="33838" h="8154">
                  <a:moveTo>
                    <a:pt x="0" y="0"/>
                  </a:moveTo>
                  <a:lnTo>
                    <a:pt x="33838" y="8154"/>
                  </a:lnTo>
                </a:path>
              </a:pathLst>
            </a:custGeom>
            <a:noFill/>
            <a:ln w="20003">
              <a:solidFill>
                <a:srgbClr val="E6EAEC"/>
              </a:solidFill>
            </a:ln>
          </p:spPr>
        </p:sp>
        <p:sp>
          <p:nvSpPr>
            <p:cNvPr id="4622" name="Output_receptor__4621">
              <a:extLst>
                <a:ext uri="{FF2B5EF4-FFF2-40B4-BE49-F238E27FC236}">
                  <a16:creationId xmlns:a16="http://schemas.microsoft.com/office/drawing/2014/main" id="{DCCD59F7-36C4-C9D8-C354-5B016BB2A074}"/>
                </a:ext>
              </a:extLst>
            </p:cNvPr>
            <p:cNvSpPr>
              <a:spLocks noGrp="1"/>
            </p:cNvSpPr>
            <p:nvPr/>
          </p:nvSpPr>
          <p:spPr>
            <a:xfrm>
              <a:off x="15880738" y="3925754"/>
              <a:ext cx="4748" cy="24473"/>
            </a:xfrm>
            <a:custGeom>
              <a:avLst/>
              <a:gdLst/>
              <a:ahLst/>
              <a:cxnLst/>
              <a:rect l="0" t="0" r="0" b="0"/>
              <a:pathLst>
                <a:path w="4748" h="24473">
                  <a:moveTo>
                    <a:pt x="4748" y="0"/>
                  </a:moveTo>
                  <a:lnTo>
                    <a:pt x="0" y="24473"/>
                  </a:lnTo>
                </a:path>
              </a:pathLst>
            </a:custGeom>
            <a:noFill/>
            <a:ln w="20003">
              <a:solidFill>
                <a:srgbClr val="E6EAEC"/>
              </a:solidFill>
            </a:ln>
          </p:spPr>
        </p:sp>
        <p:sp>
          <p:nvSpPr>
            <p:cNvPr id="4623" name="Output_receptor__4622">
              <a:extLst>
                <a:ext uri="{FF2B5EF4-FFF2-40B4-BE49-F238E27FC236}">
                  <a16:creationId xmlns:a16="http://schemas.microsoft.com/office/drawing/2014/main" id="{3670F080-0D4B-C7A0-3563-2EFAC82F9DDF}"/>
                </a:ext>
              </a:extLst>
            </p:cNvPr>
            <p:cNvSpPr>
              <a:spLocks noGrp="1"/>
            </p:cNvSpPr>
            <p:nvPr/>
          </p:nvSpPr>
          <p:spPr>
            <a:xfrm>
              <a:off x="16409938" y="4130488"/>
              <a:ext cx="60638" cy="33497"/>
            </a:xfrm>
            <a:custGeom>
              <a:avLst/>
              <a:gdLst/>
              <a:ahLst/>
              <a:cxnLst/>
              <a:rect l="0" t="0" r="0" b="0"/>
              <a:pathLst>
                <a:path w="60638" h="33497">
                  <a:moveTo>
                    <a:pt x="60638" y="0"/>
                  </a:moveTo>
                  <a:lnTo>
                    <a:pt x="0" y="33497"/>
                  </a:lnTo>
                </a:path>
              </a:pathLst>
            </a:custGeom>
            <a:noFill/>
            <a:ln w="20003">
              <a:solidFill>
                <a:srgbClr val="E6EAEC"/>
              </a:solidFill>
            </a:ln>
          </p:spPr>
        </p:sp>
        <p:sp>
          <p:nvSpPr>
            <p:cNvPr id="4624" name="Output_receptor__4623">
              <a:extLst>
                <a:ext uri="{FF2B5EF4-FFF2-40B4-BE49-F238E27FC236}">
                  <a16:creationId xmlns:a16="http://schemas.microsoft.com/office/drawing/2014/main" id="{5314942B-C99C-4A7D-DE2B-A09B7B065015}"/>
                </a:ext>
              </a:extLst>
            </p:cNvPr>
            <p:cNvSpPr>
              <a:spLocks noGrp="1"/>
            </p:cNvSpPr>
            <p:nvPr/>
          </p:nvSpPr>
          <p:spPr>
            <a:xfrm>
              <a:off x="15782698" y="4697522"/>
              <a:ext cx="42004" cy="22111"/>
            </a:xfrm>
            <a:custGeom>
              <a:avLst/>
              <a:gdLst/>
              <a:ahLst/>
              <a:cxnLst/>
              <a:rect l="0" t="0" r="0" b="0"/>
              <a:pathLst>
                <a:path w="42004" h="22111">
                  <a:moveTo>
                    <a:pt x="42004" y="0"/>
                  </a:moveTo>
                  <a:lnTo>
                    <a:pt x="0" y="22111"/>
                  </a:lnTo>
                </a:path>
              </a:pathLst>
            </a:custGeom>
            <a:noFill/>
            <a:ln w="20003">
              <a:solidFill>
                <a:srgbClr val="E6EAEC"/>
              </a:solidFill>
            </a:ln>
          </p:spPr>
        </p:sp>
        <p:sp>
          <p:nvSpPr>
            <p:cNvPr id="4625" name="Output_receptor__4624">
              <a:extLst>
                <a:ext uri="{FF2B5EF4-FFF2-40B4-BE49-F238E27FC236}">
                  <a16:creationId xmlns:a16="http://schemas.microsoft.com/office/drawing/2014/main" id="{C275E755-837B-A186-61BB-1E3C141A528E}"/>
                </a:ext>
              </a:extLst>
            </p:cNvPr>
            <p:cNvSpPr>
              <a:spLocks noGrp="1"/>
            </p:cNvSpPr>
            <p:nvPr/>
          </p:nvSpPr>
          <p:spPr>
            <a:xfrm>
              <a:off x="15395956" y="3963334"/>
              <a:ext cx="46539" cy="34557"/>
            </a:xfrm>
            <a:custGeom>
              <a:avLst/>
              <a:gdLst/>
              <a:ahLst/>
              <a:cxnLst/>
              <a:rect l="0" t="0" r="0" b="0"/>
              <a:pathLst>
                <a:path w="46539" h="34557">
                  <a:moveTo>
                    <a:pt x="0" y="34557"/>
                  </a:moveTo>
                  <a:lnTo>
                    <a:pt x="46539" y="0"/>
                  </a:lnTo>
                </a:path>
              </a:pathLst>
            </a:custGeom>
            <a:noFill/>
            <a:ln w="8096">
              <a:solidFill>
                <a:srgbClr val="E6EAEC"/>
              </a:solidFill>
            </a:ln>
          </p:spPr>
        </p:sp>
        <p:sp>
          <p:nvSpPr>
            <p:cNvPr id="4626" name="Output_receptor__4625">
              <a:extLst>
                <a:ext uri="{FF2B5EF4-FFF2-40B4-BE49-F238E27FC236}">
                  <a16:creationId xmlns:a16="http://schemas.microsoft.com/office/drawing/2014/main" id="{FBC2EA18-A34E-9409-F19B-A6E6618F9097}"/>
                </a:ext>
              </a:extLst>
            </p:cNvPr>
            <p:cNvSpPr>
              <a:spLocks noGrp="1"/>
            </p:cNvSpPr>
            <p:nvPr/>
          </p:nvSpPr>
          <p:spPr>
            <a:xfrm>
              <a:off x="16522884" y="3821565"/>
              <a:ext cx="61748" cy="32909"/>
            </a:xfrm>
            <a:custGeom>
              <a:avLst/>
              <a:gdLst/>
              <a:ahLst/>
              <a:cxnLst/>
              <a:rect l="0" t="0" r="0" b="0"/>
              <a:pathLst>
                <a:path w="61748" h="32909">
                  <a:moveTo>
                    <a:pt x="0" y="32909"/>
                  </a:moveTo>
                  <a:lnTo>
                    <a:pt x="61748" y="0"/>
                  </a:lnTo>
                </a:path>
              </a:pathLst>
            </a:custGeom>
            <a:noFill/>
            <a:ln w="20003">
              <a:solidFill>
                <a:srgbClr val="E6EAEC"/>
              </a:solidFill>
            </a:ln>
          </p:spPr>
        </p:sp>
        <p:sp>
          <p:nvSpPr>
            <p:cNvPr id="4627" name="Output_receptor__4626">
              <a:extLst>
                <a:ext uri="{FF2B5EF4-FFF2-40B4-BE49-F238E27FC236}">
                  <a16:creationId xmlns:a16="http://schemas.microsoft.com/office/drawing/2014/main" id="{0EEE1975-2E43-D11F-34D7-50F64CDCA44B}"/>
                </a:ext>
              </a:extLst>
            </p:cNvPr>
            <p:cNvSpPr>
              <a:spLocks noGrp="1"/>
            </p:cNvSpPr>
            <p:nvPr/>
          </p:nvSpPr>
          <p:spPr>
            <a:xfrm>
              <a:off x="16581590" y="4009018"/>
              <a:ext cx="3489" cy="18559"/>
            </a:xfrm>
            <a:custGeom>
              <a:avLst/>
              <a:gdLst/>
              <a:ahLst/>
              <a:cxnLst/>
              <a:rect l="0" t="0" r="0" b="0"/>
              <a:pathLst>
                <a:path w="3489" h="18559">
                  <a:moveTo>
                    <a:pt x="3489" y="18559"/>
                  </a:moveTo>
                  <a:lnTo>
                    <a:pt x="0" y="0"/>
                  </a:lnTo>
                </a:path>
              </a:pathLst>
            </a:custGeom>
            <a:noFill/>
            <a:ln w="20003">
              <a:solidFill>
                <a:srgbClr val="E6EAEC"/>
              </a:solidFill>
            </a:ln>
          </p:spPr>
        </p:sp>
        <p:sp>
          <p:nvSpPr>
            <p:cNvPr id="4628" name="Output_receptor__4627">
              <a:extLst>
                <a:ext uri="{FF2B5EF4-FFF2-40B4-BE49-F238E27FC236}">
                  <a16:creationId xmlns:a16="http://schemas.microsoft.com/office/drawing/2014/main" id="{1F90B538-66F1-3C10-0A47-8AD58BD0E4C4}"/>
                </a:ext>
              </a:extLst>
            </p:cNvPr>
            <p:cNvSpPr>
              <a:spLocks noGrp="1"/>
            </p:cNvSpPr>
            <p:nvPr/>
          </p:nvSpPr>
          <p:spPr>
            <a:xfrm>
              <a:off x="15602402" y="3862814"/>
              <a:ext cx="46401" cy="52376"/>
            </a:xfrm>
            <a:custGeom>
              <a:avLst/>
              <a:gdLst/>
              <a:ahLst/>
              <a:cxnLst/>
              <a:rect l="0" t="0" r="0" b="0"/>
              <a:pathLst>
                <a:path w="46401" h="52376">
                  <a:moveTo>
                    <a:pt x="0" y="52376"/>
                  </a:moveTo>
                  <a:lnTo>
                    <a:pt x="46401" y="0"/>
                  </a:lnTo>
                </a:path>
              </a:pathLst>
            </a:custGeom>
            <a:noFill/>
            <a:ln w="20003">
              <a:solidFill>
                <a:srgbClr val="E6EAEC"/>
              </a:solidFill>
            </a:ln>
          </p:spPr>
        </p:sp>
        <p:sp>
          <p:nvSpPr>
            <p:cNvPr id="4629" name="Output_receptor__4628">
              <a:extLst>
                <a:ext uri="{FF2B5EF4-FFF2-40B4-BE49-F238E27FC236}">
                  <a16:creationId xmlns:a16="http://schemas.microsoft.com/office/drawing/2014/main" id="{5F12B297-D867-7BE0-5DD5-EF7125DC8DC2}"/>
                </a:ext>
              </a:extLst>
            </p:cNvPr>
            <p:cNvSpPr>
              <a:spLocks noGrp="1"/>
            </p:cNvSpPr>
            <p:nvPr/>
          </p:nvSpPr>
          <p:spPr>
            <a:xfrm>
              <a:off x="15736822" y="4256237"/>
              <a:ext cx="9470" cy="50561"/>
            </a:xfrm>
            <a:custGeom>
              <a:avLst/>
              <a:gdLst/>
              <a:ahLst/>
              <a:cxnLst/>
              <a:rect l="0" t="0" r="0" b="0"/>
              <a:pathLst>
                <a:path w="9470" h="50561">
                  <a:moveTo>
                    <a:pt x="0" y="0"/>
                  </a:moveTo>
                  <a:lnTo>
                    <a:pt x="9470" y="50561"/>
                  </a:lnTo>
                </a:path>
              </a:pathLst>
            </a:custGeom>
            <a:noFill/>
            <a:ln w="20003">
              <a:solidFill>
                <a:srgbClr val="E6EAEC"/>
              </a:solidFill>
            </a:ln>
          </p:spPr>
        </p:sp>
        <p:sp>
          <p:nvSpPr>
            <p:cNvPr id="4630" name="Output_receptor__4629">
              <a:extLst>
                <a:ext uri="{FF2B5EF4-FFF2-40B4-BE49-F238E27FC236}">
                  <a16:creationId xmlns:a16="http://schemas.microsoft.com/office/drawing/2014/main" id="{D94DEED8-99E8-2F75-1DA6-759EC3F51D62}"/>
                </a:ext>
              </a:extLst>
            </p:cNvPr>
            <p:cNvSpPr>
              <a:spLocks noGrp="1"/>
            </p:cNvSpPr>
            <p:nvPr/>
          </p:nvSpPr>
          <p:spPr>
            <a:xfrm>
              <a:off x="15656794" y="4272773"/>
              <a:ext cx="11477" cy="4348"/>
            </a:xfrm>
            <a:custGeom>
              <a:avLst/>
              <a:gdLst/>
              <a:ahLst/>
              <a:cxnLst/>
              <a:rect l="0" t="0" r="0" b="0"/>
              <a:pathLst>
                <a:path w="11477" h="4348">
                  <a:moveTo>
                    <a:pt x="0" y="0"/>
                  </a:moveTo>
                  <a:lnTo>
                    <a:pt x="11477" y="4348"/>
                  </a:lnTo>
                </a:path>
              </a:pathLst>
            </a:custGeom>
            <a:noFill/>
            <a:ln w="20003">
              <a:solidFill>
                <a:srgbClr val="E6EAEC"/>
              </a:solidFill>
            </a:ln>
          </p:spPr>
        </p:sp>
        <p:sp>
          <p:nvSpPr>
            <p:cNvPr id="4631" name="Output_receptor__4630">
              <a:extLst>
                <a:ext uri="{FF2B5EF4-FFF2-40B4-BE49-F238E27FC236}">
                  <a16:creationId xmlns:a16="http://schemas.microsoft.com/office/drawing/2014/main" id="{386ACE34-D135-1C72-3F95-18D58A5A2EA9}"/>
                </a:ext>
              </a:extLst>
            </p:cNvPr>
            <p:cNvSpPr>
              <a:spLocks noGrp="1"/>
            </p:cNvSpPr>
            <p:nvPr/>
          </p:nvSpPr>
          <p:spPr>
            <a:xfrm>
              <a:off x="16197985" y="4018807"/>
              <a:ext cx="22299" cy="65437"/>
            </a:xfrm>
            <a:custGeom>
              <a:avLst/>
              <a:gdLst/>
              <a:ahLst/>
              <a:cxnLst/>
              <a:rect l="0" t="0" r="0" b="0"/>
              <a:pathLst>
                <a:path w="22299" h="65437">
                  <a:moveTo>
                    <a:pt x="0" y="65437"/>
                  </a:moveTo>
                  <a:lnTo>
                    <a:pt x="22299" y="0"/>
                  </a:lnTo>
                </a:path>
              </a:pathLst>
            </a:custGeom>
            <a:noFill/>
            <a:ln w="20003">
              <a:solidFill>
                <a:srgbClr val="E6EAEC"/>
              </a:solidFill>
            </a:ln>
          </p:spPr>
        </p:sp>
        <p:sp>
          <p:nvSpPr>
            <p:cNvPr id="4632" name="Output_receptor__4631">
              <a:extLst>
                <a:ext uri="{FF2B5EF4-FFF2-40B4-BE49-F238E27FC236}">
                  <a16:creationId xmlns:a16="http://schemas.microsoft.com/office/drawing/2014/main" id="{BC93F54F-71EC-7058-B09D-C837B5EECAD8}"/>
                </a:ext>
              </a:extLst>
            </p:cNvPr>
            <p:cNvSpPr>
              <a:spLocks noGrp="1"/>
            </p:cNvSpPr>
            <p:nvPr/>
          </p:nvSpPr>
          <p:spPr>
            <a:xfrm>
              <a:off x="16511447" y="3760252"/>
              <a:ext cx="38473" cy="2476"/>
            </a:xfrm>
            <a:custGeom>
              <a:avLst/>
              <a:gdLst/>
              <a:ahLst/>
              <a:cxnLst/>
              <a:rect l="0" t="0" r="0" b="0"/>
              <a:pathLst>
                <a:path w="38473" h="2476">
                  <a:moveTo>
                    <a:pt x="38473" y="0"/>
                  </a:moveTo>
                  <a:lnTo>
                    <a:pt x="0" y="2476"/>
                  </a:lnTo>
                </a:path>
              </a:pathLst>
            </a:custGeom>
            <a:noFill/>
            <a:ln w="20003">
              <a:solidFill>
                <a:srgbClr val="E6EAEC"/>
              </a:solidFill>
            </a:ln>
          </p:spPr>
        </p:sp>
        <p:sp>
          <p:nvSpPr>
            <p:cNvPr id="4633" name="Output_receptor__4632">
              <a:extLst>
                <a:ext uri="{FF2B5EF4-FFF2-40B4-BE49-F238E27FC236}">
                  <a16:creationId xmlns:a16="http://schemas.microsoft.com/office/drawing/2014/main" id="{07613D43-DBC4-E293-79AD-8D67971A6FDC}"/>
                </a:ext>
              </a:extLst>
            </p:cNvPr>
            <p:cNvSpPr>
              <a:spLocks noGrp="1"/>
            </p:cNvSpPr>
            <p:nvPr/>
          </p:nvSpPr>
          <p:spPr>
            <a:xfrm>
              <a:off x="15717094" y="4306798"/>
              <a:ext cx="29197" cy="49335"/>
            </a:xfrm>
            <a:custGeom>
              <a:avLst/>
              <a:gdLst/>
              <a:ahLst/>
              <a:cxnLst/>
              <a:rect l="0" t="0" r="0" b="0"/>
              <a:pathLst>
                <a:path w="29197" h="49335">
                  <a:moveTo>
                    <a:pt x="29197" y="0"/>
                  </a:moveTo>
                  <a:lnTo>
                    <a:pt x="0" y="49335"/>
                  </a:lnTo>
                </a:path>
              </a:pathLst>
            </a:custGeom>
            <a:noFill/>
            <a:ln w="20003">
              <a:solidFill>
                <a:srgbClr val="E6EAEC"/>
              </a:solidFill>
            </a:ln>
          </p:spPr>
        </p:sp>
        <p:sp>
          <p:nvSpPr>
            <p:cNvPr id="4634" name="Output_receptor__4633">
              <a:extLst>
                <a:ext uri="{FF2B5EF4-FFF2-40B4-BE49-F238E27FC236}">
                  <a16:creationId xmlns:a16="http://schemas.microsoft.com/office/drawing/2014/main" id="{725F00EE-987D-8583-9976-E485C09AAC93}"/>
                </a:ext>
              </a:extLst>
            </p:cNvPr>
            <p:cNvSpPr>
              <a:spLocks noGrp="1"/>
            </p:cNvSpPr>
            <p:nvPr/>
          </p:nvSpPr>
          <p:spPr>
            <a:xfrm>
              <a:off x="15584434" y="4190310"/>
              <a:ext cx="54952" cy="26583"/>
            </a:xfrm>
            <a:custGeom>
              <a:avLst/>
              <a:gdLst/>
              <a:ahLst/>
              <a:cxnLst/>
              <a:rect l="0" t="0" r="0" b="0"/>
              <a:pathLst>
                <a:path w="54952" h="26583">
                  <a:moveTo>
                    <a:pt x="0" y="26583"/>
                  </a:moveTo>
                  <a:lnTo>
                    <a:pt x="54952" y="0"/>
                  </a:lnTo>
                </a:path>
              </a:pathLst>
            </a:custGeom>
            <a:noFill/>
            <a:ln w="20003">
              <a:solidFill>
                <a:srgbClr val="E6EAEC"/>
              </a:solidFill>
            </a:ln>
          </p:spPr>
        </p:sp>
        <p:sp>
          <p:nvSpPr>
            <p:cNvPr id="4635" name="Output_receptor__4634">
              <a:extLst>
                <a:ext uri="{FF2B5EF4-FFF2-40B4-BE49-F238E27FC236}">
                  <a16:creationId xmlns:a16="http://schemas.microsoft.com/office/drawing/2014/main" id="{E805798A-761F-CC85-08AD-3B5FCFF20778}"/>
                </a:ext>
              </a:extLst>
            </p:cNvPr>
            <p:cNvSpPr>
              <a:spLocks noGrp="1"/>
            </p:cNvSpPr>
            <p:nvPr/>
          </p:nvSpPr>
          <p:spPr>
            <a:xfrm>
              <a:off x="16122737" y="3993312"/>
              <a:ext cx="31887" cy="29332"/>
            </a:xfrm>
            <a:custGeom>
              <a:avLst/>
              <a:gdLst/>
              <a:ahLst/>
              <a:cxnLst/>
              <a:rect l="0" t="0" r="0" b="0"/>
              <a:pathLst>
                <a:path w="31887" h="29332">
                  <a:moveTo>
                    <a:pt x="31887" y="0"/>
                  </a:moveTo>
                  <a:lnTo>
                    <a:pt x="0" y="29332"/>
                  </a:lnTo>
                </a:path>
              </a:pathLst>
            </a:custGeom>
            <a:noFill/>
            <a:ln w="20003">
              <a:solidFill>
                <a:srgbClr val="E6EAEC"/>
              </a:solidFill>
            </a:ln>
          </p:spPr>
        </p:sp>
        <p:sp>
          <p:nvSpPr>
            <p:cNvPr id="4636" name="Output_receptor__4635">
              <a:extLst>
                <a:ext uri="{FF2B5EF4-FFF2-40B4-BE49-F238E27FC236}">
                  <a16:creationId xmlns:a16="http://schemas.microsoft.com/office/drawing/2014/main" id="{55B3DB9E-AA68-1B72-03EF-32832825F380}"/>
                </a:ext>
              </a:extLst>
            </p:cNvPr>
            <p:cNvSpPr>
              <a:spLocks noGrp="1"/>
            </p:cNvSpPr>
            <p:nvPr/>
          </p:nvSpPr>
          <p:spPr>
            <a:xfrm>
              <a:off x="16073968" y="3196599"/>
              <a:ext cx="21602" cy="26217"/>
            </a:xfrm>
            <a:custGeom>
              <a:avLst/>
              <a:gdLst/>
              <a:ahLst/>
              <a:cxnLst/>
              <a:rect l="0" t="0" r="0" b="0"/>
              <a:pathLst>
                <a:path w="21602" h="26217">
                  <a:moveTo>
                    <a:pt x="0" y="0"/>
                  </a:moveTo>
                  <a:lnTo>
                    <a:pt x="21602" y="26217"/>
                  </a:lnTo>
                </a:path>
              </a:pathLst>
            </a:custGeom>
            <a:noFill/>
            <a:ln w="8096">
              <a:solidFill>
                <a:srgbClr val="E6EAEC"/>
              </a:solidFill>
            </a:ln>
          </p:spPr>
        </p:sp>
        <p:sp>
          <p:nvSpPr>
            <p:cNvPr id="4637" name="Output_receptor__4636">
              <a:extLst>
                <a:ext uri="{FF2B5EF4-FFF2-40B4-BE49-F238E27FC236}">
                  <a16:creationId xmlns:a16="http://schemas.microsoft.com/office/drawing/2014/main" id="{24F582D5-36FD-C9D7-E5A5-9EF9071A5D2F}"/>
                </a:ext>
              </a:extLst>
            </p:cNvPr>
            <p:cNvSpPr>
              <a:spLocks noGrp="1"/>
            </p:cNvSpPr>
            <p:nvPr/>
          </p:nvSpPr>
          <p:spPr>
            <a:xfrm>
              <a:off x="16370921" y="3880661"/>
              <a:ext cx="68902" cy="22075"/>
            </a:xfrm>
            <a:custGeom>
              <a:avLst/>
              <a:gdLst/>
              <a:ahLst/>
              <a:cxnLst/>
              <a:rect l="0" t="0" r="0" b="0"/>
              <a:pathLst>
                <a:path w="68902" h="22075">
                  <a:moveTo>
                    <a:pt x="0" y="0"/>
                  </a:moveTo>
                  <a:lnTo>
                    <a:pt x="68902" y="22075"/>
                  </a:lnTo>
                </a:path>
              </a:pathLst>
            </a:custGeom>
            <a:noFill/>
            <a:ln w="20003">
              <a:solidFill>
                <a:srgbClr val="E6EAEC"/>
              </a:solidFill>
            </a:ln>
          </p:spPr>
        </p:sp>
        <p:sp>
          <p:nvSpPr>
            <p:cNvPr id="4638" name="Output_receptor__4637">
              <a:extLst>
                <a:ext uri="{FF2B5EF4-FFF2-40B4-BE49-F238E27FC236}">
                  <a16:creationId xmlns:a16="http://schemas.microsoft.com/office/drawing/2014/main" id="{8C04F708-DB0E-CA36-D5E1-FFE396011637}"/>
                </a:ext>
              </a:extLst>
            </p:cNvPr>
            <p:cNvSpPr>
              <a:spLocks noGrp="1"/>
            </p:cNvSpPr>
            <p:nvPr/>
          </p:nvSpPr>
          <p:spPr>
            <a:xfrm>
              <a:off x="15774936" y="3770627"/>
              <a:ext cx="42315" cy="58657"/>
            </a:xfrm>
            <a:custGeom>
              <a:avLst/>
              <a:gdLst/>
              <a:ahLst/>
              <a:cxnLst/>
              <a:rect l="0" t="0" r="0" b="0"/>
              <a:pathLst>
                <a:path w="42315" h="58657">
                  <a:moveTo>
                    <a:pt x="42315" y="0"/>
                  </a:moveTo>
                  <a:lnTo>
                    <a:pt x="0" y="58657"/>
                  </a:lnTo>
                </a:path>
              </a:pathLst>
            </a:custGeom>
            <a:noFill/>
            <a:ln w="20003">
              <a:solidFill>
                <a:srgbClr val="E6EAEC"/>
              </a:solidFill>
            </a:ln>
          </p:spPr>
        </p:sp>
        <p:sp>
          <p:nvSpPr>
            <p:cNvPr id="4639" name="Output_receptor__4638">
              <a:extLst>
                <a:ext uri="{FF2B5EF4-FFF2-40B4-BE49-F238E27FC236}">
                  <a16:creationId xmlns:a16="http://schemas.microsoft.com/office/drawing/2014/main" id="{1E331381-B3FC-D128-A89E-D88370ADA389}"/>
                </a:ext>
              </a:extLst>
            </p:cNvPr>
            <p:cNvSpPr>
              <a:spLocks noGrp="1"/>
            </p:cNvSpPr>
            <p:nvPr/>
          </p:nvSpPr>
          <p:spPr>
            <a:xfrm>
              <a:off x="16190548" y="3194871"/>
              <a:ext cx="45514" cy="55899"/>
            </a:xfrm>
            <a:custGeom>
              <a:avLst/>
              <a:gdLst/>
              <a:ahLst/>
              <a:cxnLst/>
              <a:rect l="0" t="0" r="0" b="0"/>
              <a:pathLst>
                <a:path w="45514" h="55899">
                  <a:moveTo>
                    <a:pt x="0" y="0"/>
                  </a:moveTo>
                  <a:lnTo>
                    <a:pt x="45514" y="55899"/>
                  </a:lnTo>
                </a:path>
              </a:pathLst>
            </a:custGeom>
            <a:noFill/>
            <a:ln w="8096">
              <a:solidFill>
                <a:srgbClr val="E6EAEC"/>
              </a:solidFill>
            </a:ln>
          </p:spPr>
        </p:sp>
        <p:sp>
          <p:nvSpPr>
            <p:cNvPr id="4640" name="Output_receptor__4639">
              <a:extLst>
                <a:ext uri="{FF2B5EF4-FFF2-40B4-BE49-F238E27FC236}">
                  <a16:creationId xmlns:a16="http://schemas.microsoft.com/office/drawing/2014/main" id="{9622FB43-083C-4C31-5319-57E499EFEAA7}"/>
                </a:ext>
              </a:extLst>
            </p:cNvPr>
            <p:cNvSpPr>
              <a:spLocks noGrp="1"/>
            </p:cNvSpPr>
            <p:nvPr/>
          </p:nvSpPr>
          <p:spPr>
            <a:xfrm>
              <a:off x="16410512" y="4017912"/>
              <a:ext cx="48812" cy="42396"/>
            </a:xfrm>
            <a:custGeom>
              <a:avLst/>
              <a:gdLst/>
              <a:ahLst/>
              <a:cxnLst/>
              <a:rect l="0" t="0" r="0" b="0"/>
              <a:pathLst>
                <a:path w="48812" h="42396">
                  <a:moveTo>
                    <a:pt x="48812" y="0"/>
                  </a:moveTo>
                  <a:lnTo>
                    <a:pt x="0" y="42396"/>
                  </a:lnTo>
                </a:path>
              </a:pathLst>
            </a:custGeom>
            <a:noFill/>
            <a:ln w="20003">
              <a:solidFill>
                <a:srgbClr val="E6EAEC"/>
              </a:solidFill>
            </a:ln>
          </p:spPr>
        </p:sp>
        <p:sp>
          <p:nvSpPr>
            <p:cNvPr id="4641" name="Output_receptor__4640">
              <a:extLst>
                <a:ext uri="{FF2B5EF4-FFF2-40B4-BE49-F238E27FC236}">
                  <a16:creationId xmlns:a16="http://schemas.microsoft.com/office/drawing/2014/main" id="{216DC7DA-5656-5B7A-7E8C-932A6BC0040A}"/>
                </a:ext>
              </a:extLst>
            </p:cNvPr>
            <p:cNvSpPr>
              <a:spLocks noGrp="1"/>
            </p:cNvSpPr>
            <p:nvPr/>
          </p:nvSpPr>
          <p:spPr>
            <a:xfrm>
              <a:off x="15918099" y="4132958"/>
              <a:ext cx="19752" cy="55290"/>
            </a:xfrm>
            <a:custGeom>
              <a:avLst/>
              <a:gdLst/>
              <a:ahLst/>
              <a:cxnLst/>
              <a:rect l="0" t="0" r="0" b="0"/>
              <a:pathLst>
                <a:path w="19752" h="55290">
                  <a:moveTo>
                    <a:pt x="19752" y="0"/>
                  </a:moveTo>
                  <a:lnTo>
                    <a:pt x="0" y="55290"/>
                  </a:lnTo>
                </a:path>
              </a:pathLst>
            </a:custGeom>
            <a:noFill/>
            <a:ln w="20003">
              <a:solidFill>
                <a:srgbClr val="E6EAEC"/>
              </a:solidFill>
            </a:ln>
          </p:spPr>
        </p:sp>
        <p:sp>
          <p:nvSpPr>
            <p:cNvPr id="4642" name="Output_receptor__4641">
              <a:extLst>
                <a:ext uri="{FF2B5EF4-FFF2-40B4-BE49-F238E27FC236}">
                  <a16:creationId xmlns:a16="http://schemas.microsoft.com/office/drawing/2014/main" id="{CA099195-A0FA-158D-01D3-7132D25C4C01}"/>
                </a:ext>
              </a:extLst>
            </p:cNvPr>
            <p:cNvSpPr>
              <a:spLocks noGrp="1"/>
            </p:cNvSpPr>
            <p:nvPr/>
          </p:nvSpPr>
          <p:spPr>
            <a:xfrm>
              <a:off x="15885226" y="4682516"/>
              <a:ext cx="53887" cy="40769"/>
            </a:xfrm>
            <a:custGeom>
              <a:avLst/>
              <a:gdLst/>
              <a:ahLst/>
              <a:cxnLst/>
              <a:rect l="0" t="0" r="0" b="0"/>
              <a:pathLst>
                <a:path w="53887" h="40769">
                  <a:moveTo>
                    <a:pt x="53887" y="0"/>
                  </a:moveTo>
                  <a:lnTo>
                    <a:pt x="0" y="40769"/>
                  </a:lnTo>
                </a:path>
              </a:pathLst>
            </a:custGeom>
            <a:noFill/>
            <a:ln w="20003">
              <a:solidFill>
                <a:srgbClr val="E6EAEC"/>
              </a:solidFill>
            </a:ln>
          </p:spPr>
        </p:sp>
        <p:sp>
          <p:nvSpPr>
            <p:cNvPr id="4643" name="Output_receptor__4642">
              <a:extLst>
                <a:ext uri="{FF2B5EF4-FFF2-40B4-BE49-F238E27FC236}">
                  <a16:creationId xmlns:a16="http://schemas.microsoft.com/office/drawing/2014/main" id="{974B1754-FB39-5BB5-40A2-C1503AFF8796}"/>
                </a:ext>
              </a:extLst>
            </p:cNvPr>
            <p:cNvSpPr>
              <a:spLocks noGrp="1"/>
            </p:cNvSpPr>
            <p:nvPr/>
          </p:nvSpPr>
          <p:spPr>
            <a:xfrm>
              <a:off x="15639386" y="4190310"/>
              <a:ext cx="45067" cy="16001"/>
            </a:xfrm>
            <a:custGeom>
              <a:avLst/>
              <a:gdLst/>
              <a:ahLst/>
              <a:cxnLst/>
              <a:rect l="0" t="0" r="0" b="0"/>
              <a:pathLst>
                <a:path w="45067" h="16001">
                  <a:moveTo>
                    <a:pt x="0" y="0"/>
                  </a:moveTo>
                  <a:lnTo>
                    <a:pt x="45067" y="16001"/>
                  </a:lnTo>
                </a:path>
              </a:pathLst>
            </a:custGeom>
            <a:noFill/>
            <a:ln w="20003">
              <a:solidFill>
                <a:srgbClr val="E6EAEC"/>
              </a:solidFill>
            </a:ln>
          </p:spPr>
        </p:sp>
        <p:sp>
          <p:nvSpPr>
            <p:cNvPr id="4644" name="Output_receptor__4643">
              <a:extLst>
                <a:ext uri="{FF2B5EF4-FFF2-40B4-BE49-F238E27FC236}">
                  <a16:creationId xmlns:a16="http://schemas.microsoft.com/office/drawing/2014/main" id="{649930FB-30D9-67A1-E9BF-4A89B0616FCD}"/>
                </a:ext>
              </a:extLst>
            </p:cNvPr>
            <p:cNvSpPr>
              <a:spLocks noGrp="1"/>
            </p:cNvSpPr>
            <p:nvPr/>
          </p:nvSpPr>
          <p:spPr>
            <a:xfrm>
              <a:off x="15615258" y="3724630"/>
              <a:ext cx="3408" cy="57204"/>
            </a:xfrm>
            <a:custGeom>
              <a:avLst/>
              <a:gdLst/>
              <a:ahLst/>
              <a:cxnLst/>
              <a:rect l="0" t="0" r="0" b="0"/>
              <a:pathLst>
                <a:path w="3408" h="57204">
                  <a:moveTo>
                    <a:pt x="0" y="57204"/>
                  </a:moveTo>
                  <a:lnTo>
                    <a:pt x="3408" y="0"/>
                  </a:lnTo>
                </a:path>
              </a:pathLst>
            </a:custGeom>
            <a:noFill/>
            <a:ln w="8096">
              <a:solidFill>
                <a:srgbClr val="E6EAEC"/>
              </a:solidFill>
            </a:ln>
          </p:spPr>
        </p:sp>
        <p:sp>
          <p:nvSpPr>
            <p:cNvPr id="4645" name="Output_receptor__4644">
              <a:extLst>
                <a:ext uri="{FF2B5EF4-FFF2-40B4-BE49-F238E27FC236}">
                  <a16:creationId xmlns:a16="http://schemas.microsoft.com/office/drawing/2014/main" id="{DA4B6868-9919-73AA-2770-6EF0E6A60415}"/>
                </a:ext>
              </a:extLst>
            </p:cNvPr>
            <p:cNvSpPr>
              <a:spLocks noGrp="1"/>
            </p:cNvSpPr>
            <p:nvPr/>
          </p:nvSpPr>
          <p:spPr>
            <a:xfrm>
              <a:off x="16794007" y="4147276"/>
              <a:ext cx="46993" cy="52332"/>
            </a:xfrm>
            <a:custGeom>
              <a:avLst/>
              <a:gdLst/>
              <a:ahLst/>
              <a:cxnLst/>
              <a:rect l="0" t="0" r="0" b="0"/>
              <a:pathLst>
                <a:path w="46993" h="52332">
                  <a:moveTo>
                    <a:pt x="0" y="52332"/>
                  </a:moveTo>
                  <a:lnTo>
                    <a:pt x="46993" y="0"/>
                  </a:lnTo>
                </a:path>
              </a:pathLst>
            </a:custGeom>
            <a:noFill/>
            <a:ln w="20003">
              <a:solidFill>
                <a:srgbClr val="E6EAEC"/>
              </a:solidFill>
            </a:ln>
          </p:spPr>
        </p:sp>
        <p:sp>
          <p:nvSpPr>
            <p:cNvPr id="4646" name="Output_receptor__4645">
              <a:extLst>
                <a:ext uri="{FF2B5EF4-FFF2-40B4-BE49-F238E27FC236}">
                  <a16:creationId xmlns:a16="http://schemas.microsoft.com/office/drawing/2014/main" id="{567CD604-1C94-CD00-E378-3825FE427E40}"/>
                </a:ext>
              </a:extLst>
            </p:cNvPr>
            <p:cNvSpPr>
              <a:spLocks noGrp="1"/>
            </p:cNvSpPr>
            <p:nvPr/>
          </p:nvSpPr>
          <p:spPr>
            <a:xfrm>
              <a:off x="15560651" y="3781834"/>
              <a:ext cx="54607" cy="28155"/>
            </a:xfrm>
            <a:custGeom>
              <a:avLst/>
              <a:gdLst/>
              <a:ahLst/>
              <a:cxnLst/>
              <a:rect l="0" t="0" r="0" b="0"/>
              <a:pathLst>
                <a:path w="54607" h="28155">
                  <a:moveTo>
                    <a:pt x="0" y="28155"/>
                  </a:moveTo>
                  <a:lnTo>
                    <a:pt x="54607" y="0"/>
                  </a:lnTo>
                </a:path>
              </a:pathLst>
            </a:custGeom>
            <a:noFill/>
            <a:ln w="8096">
              <a:solidFill>
                <a:srgbClr val="E6EAEC"/>
              </a:solidFill>
            </a:ln>
          </p:spPr>
        </p:sp>
        <p:sp>
          <p:nvSpPr>
            <p:cNvPr id="4647" name="Output_receptor__4646">
              <a:extLst>
                <a:ext uri="{FF2B5EF4-FFF2-40B4-BE49-F238E27FC236}">
                  <a16:creationId xmlns:a16="http://schemas.microsoft.com/office/drawing/2014/main" id="{23A3E7A8-FD6A-E4C1-B62D-06D0DD437023}"/>
                </a:ext>
              </a:extLst>
            </p:cNvPr>
            <p:cNvSpPr>
              <a:spLocks noGrp="1"/>
            </p:cNvSpPr>
            <p:nvPr/>
          </p:nvSpPr>
          <p:spPr>
            <a:xfrm>
              <a:off x="16768031" y="4040381"/>
              <a:ext cx="60232" cy="37212"/>
            </a:xfrm>
            <a:custGeom>
              <a:avLst/>
              <a:gdLst/>
              <a:ahLst/>
              <a:cxnLst/>
              <a:rect l="0" t="0" r="0" b="0"/>
              <a:pathLst>
                <a:path w="60232" h="37212">
                  <a:moveTo>
                    <a:pt x="60232" y="0"/>
                  </a:moveTo>
                  <a:lnTo>
                    <a:pt x="0" y="37212"/>
                  </a:lnTo>
                </a:path>
              </a:pathLst>
            </a:custGeom>
            <a:noFill/>
            <a:ln w="20003">
              <a:solidFill>
                <a:srgbClr val="E6EAEC"/>
              </a:solidFill>
            </a:ln>
          </p:spPr>
        </p:sp>
        <p:sp>
          <p:nvSpPr>
            <p:cNvPr id="4648" name="Output_receptor__4647">
              <a:extLst>
                <a:ext uri="{FF2B5EF4-FFF2-40B4-BE49-F238E27FC236}">
                  <a16:creationId xmlns:a16="http://schemas.microsoft.com/office/drawing/2014/main" id="{45404327-D275-8F3E-B726-1F596146BB51}"/>
                </a:ext>
              </a:extLst>
            </p:cNvPr>
            <p:cNvSpPr>
              <a:spLocks noGrp="1"/>
            </p:cNvSpPr>
            <p:nvPr/>
          </p:nvSpPr>
          <p:spPr>
            <a:xfrm>
              <a:off x="16121808" y="3295475"/>
              <a:ext cx="21202" cy="68531"/>
            </a:xfrm>
            <a:custGeom>
              <a:avLst/>
              <a:gdLst/>
              <a:ahLst/>
              <a:cxnLst/>
              <a:rect l="0" t="0" r="0" b="0"/>
              <a:pathLst>
                <a:path w="21202" h="68531">
                  <a:moveTo>
                    <a:pt x="21202" y="0"/>
                  </a:moveTo>
                  <a:lnTo>
                    <a:pt x="0" y="68531"/>
                  </a:lnTo>
                </a:path>
              </a:pathLst>
            </a:custGeom>
            <a:noFill/>
            <a:ln w="8096">
              <a:solidFill>
                <a:srgbClr val="E6EAEC"/>
              </a:solidFill>
            </a:ln>
          </p:spPr>
        </p:sp>
        <p:sp>
          <p:nvSpPr>
            <p:cNvPr id="4649" name="Output_receptor__4648">
              <a:extLst>
                <a:ext uri="{FF2B5EF4-FFF2-40B4-BE49-F238E27FC236}">
                  <a16:creationId xmlns:a16="http://schemas.microsoft.com/office/drawing/2014/main" id="{6D7CCB60-7F43-FDCC-57F1-39B930B2578A}"/>
                </a:ext>
              </a:extLst>
            </p:cNvPr>
            <p:cNvSpPr>
              <a:spLocks noGrp="1"/>
            </p:cNvSpPr>
            <p:nvPr/>
          </p:nvSpPr>
          <p:spPr>
            <a:xfrm>
              <a:off x="15940517" y="4322485"/>
              <a:ext cx="20427" cy="24429"/>
            </a:xfrm>
            <a:custGeom>
              <a:avLst/>
              <a:gdLst/>
              <a:ahLst/>
              <a:cxnLst/>
              <a:rect l="0" t="0" r="0" b="0"/>
              <a:pathLst>
                <a:path w="20427" h="24429">
                  <a:moveTo>
                    <a:pt x="20427" y="0"/>
                  </a:moveTo>
                  <a:lnTo>
                    <a:pt x="0" y="24429"/>
                  </a:lnTo>
                </a:path>
              </a:pathLst>
            </a:custGeom>
            <a:noFill/>
            <a:ln w="20003">
              <a:solidFill>
                <a:srgbClr val="E6EAEC"/>
              </a:solidFill>
            </a:ln>
          </p:spPr>
        </p:sp>
        <p:sp>
          <p:nvSpPr>
            <p:cNvPr id="4650" name="Output_receptor__4649">
              <a:extLst>
                <a:ext uri="{FF2B5EF4-FFF2-40B4-BE49-F238E27FC236}">
                  <a16:creationId xmlns:a16="http://schemas.microsoft.com/office/drawing/2014/main" id="{6DD08AFD-D86D-F405-70AF-BE70498903B5}"/>
                </a:ext>
              </a:extLst>
            </p:cNvPr>
            <p:cNvSpPr>
              <a:spLocks noGrp="1"/>
            </p:cNvSpPr>
            <p:nvPr/>
          </p:nvSpPr>
          <p:spPr>
            <a:xfrm>
              <a:off x="16465655" y="3445905"/>
              <a:ext cx="12467" cy="53241"/>
            </a:xfrm>
            <a:custGeom>
              <a:avLst/>
              <a:gdLst/>
              <a:ahLst/>
              <a:cxnLst/>
              <a:rect l="0" t="0" r="0" b="0"/>
              <a:pathLst>
                <a:path w="12467" h="53241">
                  <a:moveTo>
                    <a:pt x="12467" y="53241"/>
                  </a:moveTo>
                  <a:lnTo>
                    <a:pt x="0" y="0"/>
                  </a:lnTo>
                </a:path>
              </a:pathLst>
            </a:custGeom>
            <a:noFill/>
            <a:ln w="8096">
              <a:solidFill>
                <a:srgbClr val="E6EAEC"/>
              </a:solidFill>
            </a:ln>
          </p:spPr>
        </p:sp>
        <p:sp>
          <p:nvSpPr>
            <p:cNvPr id="4651" name="Output_receptor__4650">
              <a:extLst>
                <a:ext uri="{FF2B5EF4-FFF2-40B4-BE49-F238E27FC236}">
                  <a16:creationId xmlns:a16="http://schemas.microsoft.com/office/drawing/2014/main" id="{7FDD33FE-2874-D825-4C62-63FAD10F5382}"/>
                </a:ext>
              </a:extLst>
            </p:cNvPr>
            <p:cNvSpPr>
              <a:spLocks noGrp="1"/>
            </p:cNvSpPr>
            <p:nvPr/>
          </p:nvSpPr>
          <p:spPr>
            <a:xfrm>
              <a:off x="16211259" y="3406823"/>
              <a:ext cx="44389" cy="34706"/>
            </a:xfrm>
            <a:custGeom>
              <a:avLst/>
              <a:gdLst/>
              <a:ahLst/>
              <a:cxnLst/>
              <a:rect l="0" t="0" r="0" b="0"/>
              <a:pathLst>
                <a:path w="44389" h="34706">
                  <a:moveTo>
                    <a:pt x="0" y="0"/>
                  </a:moveTo>
                  <a:lnTo>
                    <a:pt x="44389" y="34706"/>
                  </a:lnTo>
                </a:path>
              </a:pathLst>
            </a:custGeom>
            <a:noFill/>
            <a:ln w="8096">
              <a:solidFill>
                <a:srgbClr val="E6EAEC"/>
              </a:solidFill>
            </a:ln>
          </p:spPr>
        </p:sp>
        <p:sp>
          <p:nvSpPr>
            <p:cNvPr id="4652" name="Output_receptor__4651">
              <a:extLst>
                <a:ext uri="{FF2B5EF4-FFF2-40B4-BE49-F238E27FC236}">
                  <a16:creationId xmlns:a16="http://schemas.microsoft.com/office/drawing/2014/main" id="{29672788-9F83-D7EB-687F-8B3BB1FAF162}"/>
                </a:ext>
              </a:extLst>
            </p:cNvPr>
            <p:cNvSpPr>
              <a:spLocks noGrp="1"/>
            </p:cNvSpPr>
            <p:nvPr/>
          </p:nvSpPr>
          <p:spPr>
            <a:xfrm>
              <a:off x="15749586" y="4624647"/>
              <a:ext cx="71645" cy="1094"/>
            </a:xfrm>
            <a:custGeom>
              <a:avLst/>
              <a:gdLst/>
              <a:ahLst/>
              <a:cxnLst/>
              <a:rect l="0" t="0" r="0" b="0"/>
              <a:pathLst>
                <a:path w="71645" h="1094">
                  <a:moveTo>
                    <a:pt x="71645" y="1094"/>
                  </a:moveTo>
                  <a:lnTo>
                    <a:pt x="0" y="0"/>
                  </a:lnTo>
                </a:path>
              </a:pathLst>
            </a:custGeom>
            <a:noFill/>
            <a:ln w="20003">
              <a:solidFill>
                <a:srgbClr val="E6EAEC"/>
              </a:solidFill>
            </a:ln>
          </p:spPr>
        </p:sp>
        <p:sp>
          <p:nvSpPr>
            <p:cNvPr id="4653" name="Output_receptor__4652">
              <a:extLst>
                <a:ext uri="{FF2B5EF4-FFF2-40B4-BE49-F238E27FC236}">
                  <a16:creationId xmlns:a16="http://schemas.microsoft.com/office/drawing/2014/main" id="{30EC78A7-803A-11CC-FFBA-B5862151C4EE}"/>
                </a:ext>
              </a:extLst>
            </p:cNvPr>
            <p:cNvSpPr>
              <a:spLocks noGrp="1"/>
            </p:cNvSpPr>
            <p:nvPr/>
          </p:nvSpPr>
          <p:spPr>
            <a:xfrm>
              <a:off x="15880932" y="4254239"/>
              <a:ext cx="66261" cy="17316"/>
            </a:xfrm>
            <a:custGeom>
              <a:avLst/>
              <a:gdLst/>
              <a:ahLst/>
              <a:cxnLst/>
              <a:rect l="0" t="0" r="0" b="0"/>
              <a:pathLst>
                <a:path w="66261" h="17316">
                  <a:moveTo>
                    <a:pt x="0" y="17316"/>
                  </a:moveTo>
                  <a:lnTo>
                    <a:pt x="66261" y="0"/>
                  </a:lnTo>
                </a:path>
              </a:pathLst>
            </a:custGeom>
            <a:noFill/>
            <a:ln w="20003">
              <a:solidFill>
                <a:srgbClr val="E6EAEC"/>
              </a:solidFill>
            </a:ln>
          </p:spPr>
        </p:sp>
        <p:sp>
          <p:nvSpPr>
            <p:cNvPr id="4654" name="Output_receptor__4653">
              <a:extLst>
                <a:ext uri="{FF2B5EF4-FFF2-40B4-BE49-F238E27FC236}">
                  <a16:creationId xmlns:a16="http://schemas.microsoft.com/office/drawing/2014/main" id="{B86A0E08-AD77-97F5-A784-197453B6FC6E}"/>
                </a:ext>
              </a:extLst>
            </p:cNvPr>
            <p:cNvSpPr>
              <a:spLocks noGrp="1"/>
            </p:cNvSpPr>
            <p:nvPr/>
          </p:nvSpPr>
          <p:spPr>
            <a:xfrm>
              <a:off x="16211296" y="4338895"/>
              <a:ext cx="15910" cy="1355"/>
            </a:xfrm>
            <a:custGeom>
              <a:avLst/>
              <a:gdLst/>
              <a:ahLst/>
              <a:cxnLst/>
              <a:rect l="0" t="0" r="0" b="0"/>
              <a:pathLst>
                <a:path w="15910" h="1355">
                  <a:moveTo>
                    <a:pt x="15910" y="1355"/>
                  </a:moveTo>
                  <a:lnTo>
                    <a:pt x="0" y="0"/>
                  </a:lnTo>
                </a:path>
              </a:pathLst>
            </a:custGeom>
            <a:noFill/>
            <a:ln w="20003">
              <a:solidFill>
                <a:srgbClr val="E6EAED"/>
              </a:solidFill>
            </a:ln>
          </p:spPr>
        </p:sp>
        <p:sp>
          <p:nvSpPr>
            <p:cNvPr id="4655" name="Output_receptor__4654">
              <a:extLst>
                <a:ext uri="{FF2B5EF4-FFF2-40B4-BE49-F238E27FC236}">
                  <a16:creationId xmlns:a16="http://schemas.microsoft.com/office/drawing/2014/main" id="{9374DE27-8A99-48B8-1589-2E00330EFA95}"/>
                </a:ext>
              </a:extLst>
            </p:cNvPr>
            <p:cNvSpPr>
              <a:spLocks noGrp="1"/>
            </p:cNvSpPr>
            <p:nvPr/>
          </p:nvSpPr>
          <p:spPr>
            <a:xfrm>
              <a:off x="15816785" y="3846752"/>
              <a:ext cx="60887" cy="35198"/>
            </a:xfrm>
            <a:custGeom>
              <a:avLst/>
              <a:gdLst/>
              <a:ahLst/>
              <a:cxnLst/>
              <a:rect l="0" t="0" r="0" b="0"/>
              <a:pathLst>
                <a:path w="60887" h="35198">
                  <a:moveTo>
                    <a:pt x="60887" y="0"/>
                  </a:moveTo>
                  <a:lnTo>
                    <a:pt x="0" y="35198"/>
                  </a:lnTo>
                </a:path>
              </a:pathLst>
            </a:custGeom>
            <a:noFill/>
            <a:ln w="20003">
              <a:solidFill>
                <a:srgbClr val="E6EAED"/>
              </a:solidFill>
            </a:ln>
          </p:spPr>
        </p:sp>
        <p:sp>
          <p:nvSpPr>
            <p:cNvPr id="4656" name="Output_receptor__4655">
              <a:extLst>
                <a:ext uri="{FF2B5EF4-FFF2-40B4-BE49-F238E27FC236}">
                  <a16:creationId xmlns:a16="http://schemas.microsoft.com/office/drawing/2014/main" id="{CA69AE01-54A9-8297-15A5-2B03C6A78334}"/>
                </a:ext>
              </a:extLst>
            </p:cNvPr>
            <p:cNvSpPr>
              <a:spLocks noGrp="1"/>
            </p:cNvSpPr>
            <p:nvPr/>
          </p:nvSpPr>
          <p:spPr>
            <a:xfrm>
              <a:off x="15548066" y="4116920"/>
              <a:ext cx="63576" cy="10452"/>
            </a:xfrm>
            <a:custGeom>
              <a:avLst/>
              <a:gdLst/>
              <a:ahLst/>
              <a:cxnLst/>
              <a:rect l="0" t="0" r="0" b="0"/>
              <a:pathLst>
                <a:path w="63576" h="10452">
                  <a:moveTo>
                    <a:pt x="0" y="10452"/>
                  </a:moveTo>
                  <a:lnTo>
                    <a:pt x="63576" y="0"/>
                  </a:lnTo>
                </a:path>
              </a:pathLst>
            </a:custGeom>
            <a:noFill/>
            <a:ln w="20003">
              <a:solidFill>
                <a:srgbClr val="E6EAED"/>
              </a:solidFill>
            </a:ln>
          </p:spPr>
        </p:sp>
        <p:sp>
          <p:nvSpPr>
            <p:cNvPr id="4657" name="Output_receptor__4656">
              <a:extLst>
                <a:ext uri="{FF2B5EF4-FFF2-40B4-BE49-F238E27FC236}">
                  <a16:creationId xmlns:a16="http://schemas.microsoft.com/office/drawing/2014/main" id="{44D8267F-7648-C738-5FF4-66913230FAFE}"/>
                </a:ext>
              </a:extLst>
            </p:cNvPr>
            <p:cNvSpPr>
              <a:spLocks noGrp="1"/>
            </p:cNvSpPr>
            <p:nvPr/>
          </p:nvSpPr>
          <p:spPr>
            <a:xfrm>
              <a:off x="16585248" y="3926201"/>
              <a:ext cx="45059" cy="46045"/>
            </a:xfrm>
            <a:custGeom>
              <a:avLst/>
              <a:gdLst/>
              <a:ahLst/>
              <a:cxnLst/>
              <a:rect l="0" t="0" r="0" b="0"/>
              <a:pathLst>
                <a:path w="45059" h="46045">
                  <a:moveTo>
                    <a:pt x="0" y="0"/>
                  </a:moveTo>
                  <a:lnTo>
                    <a:pt x="45059" y="46045"/>
                  </a:lnTo>
                </a:path>
              </a:pathLst>
            </a:custGeom>
            <a:noFill/>
            <a:ln w="20003">
              <a:solidFill>
                <a:srgbClr val="E6EAED"/>
              </a:solidFill>
            </a:ln>
          </p:spPr>
        </p:sp>
        <p:sp>
          <p:nvSpPr>
            <p:cNvPr id="4658" name="Output_receptor__4657">
              <a:extLst>
                <a:ext uri="{FF2B5EF4-FFF2-40B4-BE49-F238E27FC236}">
                  <a16:creationId xmlns:a16="http://schemas.microsoft.com/office/drawing/2014/main" id="{01EC4A68-F31E-2388-193F-FB216B96C4CA}"/>
                </a:ext>
              </a:extLst>
            </p:cNvPr>
            <p:cNvSpPr>
              <a:spLocks noGrp="1"/>
            </p:cNvSpPr>
            <p:nvPr/>
          </p:nvSpPr>
          <p:spPr>
            <a:xfrm>
              <a:off x="15786386" y="3725959"/>
              <a:ext cx="30865" cy="44667"/>
            </a:xfrm>
            <a:custGeom>
              <a:avLst/>
              <a:gdLst/>
              <a:ahLst/>
              <a:cxnLst/>
              <a:rect l="0" t="0" r="0" b="0"/>
              <a:pathLst>
                <a:path w="30865" h="44667">
                  <a:moveTo>
                    <a:pt x="0" y="0"/>
                  </a:moveTo>
                  <a:lnTo>
                    <a:pt x="30865" y="44667"/>
                  </a:lnTo>
                </a:path>
              </a:pathLst>
            </a:custGeom>
            <a:noFill/>
            <a:ln w="20003">
              <a:solidFill>
                <a:srgbClr val="E6EAED"/>
              </a:solidFill>
            </a:ln>
          </p:spPr>
        </p:sp>
        <p:sp>
          <p:nvSpPr>
            <p:cNvPr id="4659" name="Output_receptor__4658">
              <a:extLst>
                <a:ext uri="{FF2B5EF4-FFF2-40B4-BE49-F238E27FC236}">
                  <a16:creationId xmlns:a16="http://schemas.microsoft.com/office/drawing/2014/main" id="{80217BE9-4613-BA08-555C-89EC8BCEF620}"/>
                </a:ext>
              </a:extLst>
            </p:cNvPr>
            <p:cNvSpPr>
              <a:spLocks noGrp="1"/>
            </p:cNvSpPr>
            <p:nvPr/>
          </p:nvSpPr>
          <p:spPr>
            <a:xfrm>
              <a:off x="16430556" y="3902736"/>
              <a:ext cx="9268" cy="48452"/>
            </a:xfrm>
            <a:custGeom>
              <a:avLst/>
              <a:gdLst/>
              <a:ahLst/>
              <a:cxnLst/>
              <a:rect l="0" t="0" r="0" b="0"/>
              <a:pathLst>
                <a:path w="9268" h="48452">
                  <a:moveTo>
                    <a:pt x="9268" y="0"/>
                  </a:moveTo>
                  <a:lnTo>
                    <a:pt x="0" y="48452"/>
                  </a:lnTo>
                </a:path>
              </a:pathLst>
            </a:custGeom>
            <a:noFill/>
            <a:ln w="20003">
              <a:solidFill>
                <a:srgbClr val="E6EAED"/>
              </a:solidFill>
            </a:ln>
          </p:spPr>
        </p:sp>
        <p:sp>
          <p:nvSpPr>
            <p:cNvPr id="4660" name="Output_receptor__4659">
              <a:extLst>
                <a:ext uri="{FF2B5EF4-FFF2-40B4-BE49-F238E27FC236}">
                  <a16:creationId xmlns:a16="http://schemas.microsoft.com/office/drawing/2014/main" id="{A780862A-CD8C-A705-44A3-24B3406CCA5B}"/>
                </a:ext>
              </a:extLst>
            </p:cNvPr>
            <p:cNvSpPr>
              <a:spLocks noGrp="1"/>
            </p:cNvSpPr>
            <p:nvPr/>
          </p:nvSpPr>
          <p:spPr>
            <a:xfrm>
              <a:off x="16841000" y="4091279"/>
              <a:ext cx="24163" cy="55997"/>
            </a:xfrm>
            <a:custGeom>
              <a:avLst/>
              <a:gdLst/>
              <a:ahLst/>
              <a:cxnLst/>
              <a:rect l="0" t="0" r="0" b="0"/>
              <a:pathLst>
                <a:path w="24163" h="55997">
                  <a:moveTo>
                    <a:pt x="0" y="55997"/>
                  </a:moveTo>
                  <a:lnTo>
                    <a:pt x="24163" y="0"/>
                  </a:lnTo>
                </a:path>
              </a:pathLst>
            </a:custGeom>
            <a:noFill/>
            <a:ln w="20003">
              <a:solidFill>
                <a:srgbClr val="E7EAED"/>
              </a:solidFill>
            </a:ln>
          </p:spPr>
        </p:sp>
        <p:sp>
          <p:nvSpPr>
            <p:cNvPr id="4661" name="Output_receptor__4660">
              <a:extLst>
                <a:ext uri="{FF2B5EF4-FFF2-40B4-BE49-F238E27FC236}">
                  <a16:creationId xmlns:a16="http://schemas.microsoft.com/office/drawing/2014/main" id="{4D28006F-6972-8041-201A-9031DC091B70}"/>
                </a:ext>
              </a:extLst>
            </p:cNvPr>
            <p:cNvSpPr>
              <a:spLocks noGrp="1"/>
            </p:cNvSpPr>
            <p:nvPr/>
          </p:nvSpPr>
          <p:spPr>
            <a:xfrm>
              <a:off x="16205115" y="3250770"/>
              <a:ext cx="30946" cy="33896"/>
            </a:xfrm>
            <a:custGeom>
              <a:avLst/>
              <a:gdLst/>
              <a:ahLst/>
              <a:cxnLst/>
              <a:rect l="0" t="0" r="0" b="0"/>
              <a:pathLst>
                <a:path w="30946" h="33896">
                  <a:moveTo>
                    <a:pt x="30946" y="0"/>
                  </a:moveTo>
                  <a:lnTo>
                    <a:pt x="0" y="33896"/>
                  </a:lnTo>
                </a:path>
              </a:pathLst>
            </a:custGeom>
            <a:noFill/>
            <a:ln w="8096">
              <a:solidFill>
                <a:srgbClr val="E7EAED"/>
              </a:solidFill>
            </a:ln>
          </p:spPr>
        </p:sp>
        <p:sp>
          <p:nvSpPr>
            <p:cNvPr id="4662" name="Output_receptor__4661">
              <a:extLst>
                <a:ext uri="{FF2B5EF4-FFF2-40B4-BE49-F238E27FC236}">
                  <a16:creationId xmlns:a16="http://schemas.microsoft.com/office/drawing/2014/main" id="{3875F014-2023-B9DF-01DF-40A039A02FC6}"/>
                </a:ext>
              </a:extLst>
            </p:cNvPr>
            <p:cNvSpPr>
              <a:spLocks noGrp="1"/>
            </p:cNvSpPr>
            <p:nvPr/>
          </p:nvSpPr>
          <p:spPr>
            <a:xfrm>
              <a:off x="15747989" y="4007447"/>
              <a:ext cx="40932" cy="52215"/>
            </a:xfrm>
            <a:custGeom>
              <a:avLst/>
              <a:gdLst/>
              <a:ahLst/>
              <a:cxnLst/>
              <a:rect l="0" t="0" r="0" b="0"/>
              <a:pathLst>
                <a:path w="40932" h="52215">
                  <a:moveTo>
                    <a:pt x="0" y="0"/>
                  </a:moveTo>
                  <a:lnTo>
                    <a:pt x="40932" y="52215"/>
                  </a:lnTo>
                </a:path>
              </a:pathLst>
            </a:custGeom>
            <a:noFill/>
            <a:ln w="20003">
              <a:solidFill>
                <a:srgbClr val="E7EAED"/>
              </a:solidFill>
            </a:ln>
          </p:spPr>
        </p:sp>
        <p:sp>
          <p:nvSpPr>
            <p:cNvPr id="4663" name="Output_receptor__4662">
              <a:extLst>
                <a:ext uri="{FF2B5EF4-FFF2-40B4-BE49-F238E27FC236}">
                  <a16:creationId xmlns:a16="http://schemas.microsoft.com/office/drawing/2014/main" id="{F37A514C-14A9-3572-53F4-E3679BFB24DB}"/>
                </a:ext>
              </a:extLst>
            </p:cNvPr>
            <p:cNvSpPr>
              <a:spLocks noGrp="1"/>
            </p:cNvSpPr>
            <p:nvPr/>
          </p:nvSpPr>
          <p:spPr>
            <a:xfrm>
              <a:off x="16828263" y="4040381"/>
              <a:ext cx="36900" cy="50899"/>
            </a:xfrm>
            <a:custGeom>
              <a:avLst/>
              <a:gdLst/>
              <a:ahLst/>
              <a:cxnLst/>
              <a:rect l="0" t="0" r="0" b="0"/>
              <a:pathLst>
                <a:path w="36900" h="50899">
                  <a:moveTo>
                    <a:pt x="36900" y="50899"/>
                  </a:moveTo>
                  <a:lnTo>
                    <a:pt x="0" y="0"/>
                  </a:lnTo>
                </a:path>
              </a:pathLst>
            </a:custGeom>
            <a:noFill/>
            <a:ln w="20003">
              <a:solidFill>
                <a:srgbClr val="E7EAED"/>
              </a:solidFill>
            </a:ln>
          </p:spPr>
        </p:sp>
        <p:sp>
          <p:nvSpPr>
            <p:cNvPr id="4664" name="Output_receptor__4663">
              <a:extLst>
                <a:ext uri="{FF2B5EF4-FFF2-40B4-BE49-F238E27FC236}">
                  <a16:creationId xmlns:a16="http://schemas.microsoft.com/office/drawing/2014/main" id="{C7D498CB-571A-B42F-822C-BEF0857F891D}"/>
                </a:ext>
              </a:extLst>
            </p:cNvPr>
            <p:cNvSpPr>
              <a:spLocks noGrp="1"/>
            </p:cNvSpPr>
            <p:nvPr/>
          </p:nvSpPr>
          <p:spPr>
            <a:xfrm>
              <a:off x="15739678" y="4059662"/>
              <a:ext cx="49242" cy="46230"/>
            </a:xfrm>
            <a:custGeom>
              <a:avLst/>
              <a:gdLst/>
              <a:ahLst/>
              <a:cxnLst/>
              <a:rect l="0" t="0" r="0" b="0"/>
              <a:pathLst>
                <a:path w="49242" h="46230">
                  <a:moveTo>
                    <a:pt x="49242" y="0"/>
                  </a:moveTo>
                  <a:lnTo>
                    <a:pt x="0" y="46230"/>
                  </a:lnTo>
                </a:path>
              </a:pathLst>
            </a:custGeom>
            <a:noFill/>
            <a:ln w="20003">
              <a:solidFill>
                <a:srgbClr val="E7EAED"/>
              </a:solidFill>
            </a:ln>
          </p:spPr>
        </p:sp>
        <p:sp>
          <p:nvSpPr>
            <p:cNvPr id="4665" name="Output_receptor__4664">
              <a:extLst>
                <a:ext uri="{FF2B5EF4-FFF2-40B4-BE49-F238E27FC236}">
                  <a16:creationId xmlns:a16="http://schemas.microsoft.com/office/drawing/2014/main" id="{C1B75687-E25D-5081-CC49-5EE058E12818}"/>
                </a:ext>
              </a:extLst>
            </p:cNvPr>
            <p:cNvSpPr>
              <a:spLocks noGrp="1"/>
            </p:cNvSpPr>
            <p:nvPr/>
          </p:nvSpPr>
          <p:spPr>
            <a:xfrm>
              <a:off x="15690241" y="4007447"/>
              <a:ext cx="57748" cy="30443"/>
            </a:xfrm>
            <a:custGeom>
              <a:avLst/>
              <a:gdLst/>
              <a:ahLst/>
              <a:cxnLst/>
              <a:rect l="0" t="0" r="0" b="0"/>
              <a:pathLst>
                <a:path w="57748" h="30443">
                  <a:moveTo>
                    <a:pt x="0" y="30443"/>
                  </a:moveTo>
                  <a:lnTo>
                    <a:pt x="57748" y="0"/>
                  </a:lnTo>
                </a:path>
              </a:pathLst>
            </a:custGeom>
            <a:noFill/>
            <a:ln w="20003">
              <a:solidFill>
                <a:srgbClr val="E7EAED"/>
              </a:solidFill>
            </a:ln>
          </p:spPr>
        </p:sp>
        <p:sp>
          <p:nvSpPr>
            <p:cNvPr id="4666" name="Output_receptor__4665">
              <a:extLst>
                <a:ext uri="{FF2B5EF4-FFF2-40B4-BE49-F238E27FC236}">
                  <a16:creationId xmlns:a16="http://schemas.microsoft.com/office/drawing/2014/main" id="{2CBE7860-E4B8-A564-CB08-E1B59855E20C}"/>
                </a:ext>
              </a:extLst>
            </p:cNvPr>
            <p:cNvSpPr>
              <a:spLocks noGrp="1"/>
            </p:cNvSpPr>
            <p:nvPr/>
          </p:nvSpPr>
          <p:spPr>
            <a:xfrm>
              <a:off x="16533749" y="3926201"/>
              <a:ext cx="51498" cy="22349"/>
            </a:xfrm>
            <a:custGeom>
              <a:avLst/>
              <a:gdLst/>
              <a:ahLst/>
              <a:cxnLst/>
              <a:rect l="0" t="0" r="0" b="0"/>
              <a:pathLst>
                <a:path w="51498" h="22349">
                  <a:moveTo>
                    <a:pt x="0" y="22349"/>
                  </a:moveTo>
                  <a:lnTo>
                    <a:pt x="51498" y="0"/>
                  </a:lnTo>
                </a:path>
              </a:pathLst>
            </a:custGeom>
            <a:noFill/>
            <a:ln w="20003">
              <a:solidFill>
                <a:srgbClr val="E7EAED"/>
              </a:solidFill>
            </a:ln>
          </p:spPr>
        </p:sp>
        <p:sp>
          <p:nvSpPr>
            <p:cNvPr id="4667" name="Output_receptor__4666">
              <a:extLst>
                <a:ext uri="{FF2B5EF4-FFF2-40B4-BE49-F238E27FC236}">
                  <a16:creationId xmlns:a16="http://schemas.microsoft.com/office/drawing/2014/main" id="{8C7478D4-CB38-A841-3975-CB08F14210CC}"/>
                </a:ext>
              </a:extLst>
            </p:cNvPr>
            <p:cNvSpPr>
              <a:spLocks noGrp="1"/>
            </p:cNvSpPr>
            <p:nvPr/>
          </p:nvSpPr>
          <p:spPr>
            <a:xfrm>
              <a:off x="15877672" y="3846752"/>
              <a:ext cx="42996" cy="48313"/>
            </a:xfrm>
            <a:custGeom>
              <a:avLst/>
              <a:gdLst/>
              <a:ahLst/>
              <a:cxnLst/>
              <a:rect l="0" t="0" r="0" b="0"/>
              <a:pathLst>
                <a:path w="42996" h="48313">
                  <a:moveTo>
                    <a:pt x="42996" y="48313"/>
                  </a:moveTo>
                  <a:lnTo>
                    <a:pt x="0" y="0"/>
                  </a:lnTo>
                </a:path>
              </a:pathLst>
            </a:custGeom>
            <a:noFill/>
            <a:ln w="20003">
              <a:solidFill>
                <a:srgbClr val="E7EAED"/>
              </a:solidFill>
            </a:ln>
          </p:spPr>
        </p:sp>
        <p:sp>
          <p:nvSpPr>
            <p:cNvPr id="4668" name="Output_receptor__4667">
              <a:extLst>
                <a:ext uri="{FF2B5EF4-FFF2-40B4-BE49-F238E27FC236}">
                  <a16:creationId xmlns:a16="http://schemas.microsoft.com/office/drawing/2014/main" id="{EBDC07AB-691B-9247-908E-8BE7DD790550}"/>
                </a:ext>
              </a:extLst>
            </p:cNvPr>
            <p:cNvSpPr>
              <a:spLocks noGrp="1"/>
            </p:cNvSpPr>
            <p:nvPr/>
          </p:nvSpPr>
          <p:spPr>
            <a:xfrm>
              <a:off x="15656794" y="4206310"/>
              <a:ext cx="27659" cy="66463"/>
            </a:xfrm>
            <a:custGeom>
              <a:avLst/>
              <a:gdLst/>
              <a:ahLst/>
              <a:cxnLst/>
              <a:rect l="0" t="0" r="0" b="0"/>
              <a:pathLst>
                <a:path w="27659" h="66463">
                  <a:moveTo>
                    <a:pt x="27659" y="0"/>
                  </a:moveTo>
                  <a:lnTo>
                    <a:pt x="0" y="66463"/>
                  </a:lnTo>
                </a:path>
              </a:pathLst>
            </a:custGeom>
            <a:noFill/>
            <a:ln w="20003">
              <a:solidFill>
                <a:srgbClr val="E7EAED"/>
              </a:solidFill>
            </a:ln>
          </p:spPr>
        </p:sp>
        <p:sp>
          <p:nvSpPr>
            <p:cNvPr id="4669" name="Output_receptor__4668">
              <a:extLst>
                <a:ext uri="{FF2B5EF4-FFF2-40B4-BE49-F238E27FC236}">
                  <a16:creationId xmlns:a16="http://schemas.microsoft.com/office/drawing/2014/main" id="{37F7C3A0-7A22-3BA0-314B-2B687B2D736D}"/>
                </a:ext>
              </a:extLst>
            </p:cNvPr>
            <p:cNvSpPr>
              <a:spLocks noGrp="1"/>
            </p:cNvSpPr>
            <p:nvPr/>
          </p:nvSpPr>
          <p:spPr>
            <a:xfrm>
              <a:off x="16404479" y="4143592"/>
              <a:ext cx="5459" cy="20392"/>
            </a:xfrm>
            <a:custGeom>
              <a:avLst/>
              <a:gdLst/>
              <a:ahLst/>
              <a:cxnLst/>
              <a:rect l="0" t="0" r="0" b="0"/>
              <a:pathLst>
                <a:path w="5459" h="20392">
                  <a:moveTo>
                    <a:pt x="5459" y="20392"/>
                  </a:moveTo>
                  <a:lnTo>
                    <a:pt x="0" y="0"/>
                  </a:lnTo>
                </a:path>
              </a:pathLst>
            </a:custGeom>
            <a:noFill/>
            <a:ln w="20003">
              <a:solidFill>
                <a:srgbClr val="E7EAED"/>
              </a:solidFill>
            </a:ln>
          </p:spPr>
        </p:sp>
        <p:sp>
          <p:nvSpPr>
            <p:cNvPr id="4670" name="Output_receptor__4669">
              <a:extLst>
                <a:ext uri="{FF2B5EF4-FFF2-40B4-BE49-F238E27FC236}">
                  <a16:creationId xmlns:a16="http://schemas.microsoft.com/office/drawing/2014/main" id="{E89BDAE2-6E5F-371C-CBEC-893D67C04BDA}"/>
                </a:ext>
              </a:extLst>
            </p:cNvPr>
            <p:cNvSpPr>
              <a:spLocks noGrp="1"/>
            </p:cNvSpPr>
            <p:nvPr/>
          </p:nvSpPr>
          <p:spPr>
            <a:xfrm>
              <a:off x="15880738" y="3895065"/>
              <a:ext cx="39931" cy="55162"/>
            </a:xfrm>
            <a:custGeom>
              <a:avLst/>
              <a:gdLst/>
              <a:ahLst/>
              <a:cxnLst/>
              <a:rect l="0" t="0" r="0" b="0"/>
              <a:pathLst>
                <a:path w="39931" h="55162">
                  <a:moveTo>
                    <a:pt x="0" y="55162"/>
                  </a:moveTo>
                  <a:lnTo>
                    <a:pt x="39931" y="0"/>
                  </a:lnTo>
                </a:path>
              </a:pathLst>
            </a:custGeom>
            <a:noFill/>
            <a:ln w="20003">
              <a:solidFill>
                <a:srgbClr val="E7EAED"/>
              </a:solidFill>
            </a:ln>
          </p:spPr>
        </p:sp>
        <p:sp>
          <p:nvSpPr>
            <p:cNvPr id="4671" name="Output_receptor__4670">
              <a:extLst>
                <a:ext uri="{FF2B5EF4-FFF2-40B4-BE49-F238E27FC236}">
                  <a16:creationId xmlns:a16="http://schemas.microsoft.com/office/drawing/2014/main" id="{61BE261C-AF1B-5119-CFC9-B1AC8A84A1E7}"/>
                </a:ext>
              </a:extLst>
            </p:cNvPr>
            <p:cNvSpPr>
              <a:spLocks noGrp="1"/>
            </p:cNvSpPr>
            <p:nvPr/>
          </p:nvSpPr>
          <p:spPr>
            <a:xfrm>
              <a:off x="16585079" y="3972246"/>
              <a:ext cx="45227" cy="55331"/>
            </a:xfrm>
            <a:custGeom>
              <a:avLst/>
              <a:gdLst/>
              <a:ahLst/>
              <a:cxnLst/>
              <a:rect l="0" t="0" r="0" b="0"/>
              <a:pathLst>
                <a:path w="45227" h="55331">
                  <a:moveTo>
                    <a:pt x="45227" y="0"/>
                  </a:moveTo>
                  <a:lnTo>
                    <a:pt x="0" y="55331"/>
                  </a:lnTo>
                </a:path>
              </a:pathLst>
            </a:custGeom>
            <a:noFill/>
            <a:ln w="20003">
              <a:solidFill>
                <a:srgbClr val="E7EAED"/>
              </a:solidFill>
            </a:ln>
          </p:spPr>
        </p:sp>
        <p:sp>
          <p:nvSpPr>
            <p:cNvPr id="4672" name="Output_receptor__4671">
              <a:extLst>
                <a:ext uri="{FF2B5EF4-FFF2-40B4-BE49-F238E27FC236}">
                  <a16:creationId xmlns:a16="http://schemas.microsoft.com/office/drawing/2014/main" id="{BA1E4E60-132F-7D2B-CBAC-49314355BE40}"/>
                </a:ext>
              </a:extLst>
            </p:cNvPr>
            <p:cNvSpPr>
              <a:spLocks noGrp="1"/>
            </p:cNvSpPr>
            <p:nvPr/>
          </p:nvSpPr>
          <p:spPr>
            <a:xfrm>
              <a:off x="16156400" y="4233684"/>
              <a:ext cx="69084" cy="20570"/>
            </a:xfrm>
            <a:custGeom>
              <a:avLst/>
              <a:gdLst/>
              <a:ahLst/>
              <a:cxnLst/>
              <a:rect l="0" t="0" r="0" b="0"/>
              <a:pathLst>
                <a:path w="69084" h="20570">
                  <a:moveTo>
                    <a:pt x="69084" y="0"/>
                  </a:moveTo>
                  <a:lnTo>
                    <a:pt x="0" y="20570"/>
                  </a:lnTo>
                </a:path>
              </a:pathLst>
            </a:custGeom>
            <a:noFill/>
            <a:ln w="20003">
              <a:solidFill>
                <a:srgbClr val="E7EAED"/>
              </a:solidFill>
            </a:ln>
          </p:spPr>
        </p:sp>
        <p:sp>
          <p:nvSpPr>
            <p:cNvPr id="4673" name="Output_receptor__4672">
              <a:extLst>
                <a:ext uri="{FF2B5EF4-FFF2-40B4-BE49-F238E27FC236}">
                  <a16:creationId xmlns:a16="http://schemas.microsoft.com/office/drawing/2014/main" id="{FD10F40D-DFE8-47BF-FA69-0254E1AD3EFF}"/>
                </a:ext>
              </a:extLst>
            </p:cNvPr>
            <p:cNvSpPr>
              <a:spLocks noGrp="1"/>
            </p:cNvSpPr>
            <p:nvPr/>
          </p:nvSpPr>
          <p:spPr>
            <a:xfrm>
              <a:off x="16546504" y="3379451"/>
              <a:ext cx="16316" cy="24840"/>
            </a:xfrm>
            <a:custGeom>
              <a:avLst/>
              <a:gdLst/>
              <a:ahLst/>
              <a:cxnLst/>
              <a:rect l="0" t="0" r="0" b="0"/>
              <a:pathLst>
                <a:path w="16316" h="24840">
                  <a:moveTo>
                    <a:pt x="16316" y="0"/>
                  </a:moveTo>
                  <a:lnTo>
                    <a:pt x="0" y="24840"/>
                  </a:lnTo>
                </a:path>
              </a:pathLst>
            </a:custGeom>
            <a:noFill/>
            <a:ln w="8096">
              <a:solidFill>
                <a:srgbClr val="E7EAED"/>
              </a:solidFill>
            </a:ln>
          </p:spPr>
        </p:sp>
        <p:sp>
          <p:nvSpPr>
            <p:cNvPr id="4674" name="Output_receptor__4673">
              <a:extLst>
                <a:ext uri="{FF2B5EF4-FFF2-40B4-BE49-F238E27FC236}">
                  <a16:creationId xmlns:a16="http://schemas.microsoft.com/office/drawing/2014/main" id="{5B1737E0-0306-27AA-A1F1-3B00BCC612FD}"/>
                </a:ext>
              </a:extLst>
            </p:cNvPr>
            <p:cNvSpPr>
              <a:spLocks noGrp="1"/>
            </p:cNvSpPr>
            <p:nvPr/>
          </p:nvSpPr>
          <p:spPr>
            <a:xfrm>
              <a:off x="16370767" y="3951189"/>
              <a:ext cx="59789" cy="23605"/>
            </a:xfrm>
            <a:custGeom>
              <a:avLst/>
              <a:gdLst/>
              <a:ahLst/>
              <a:cxnLst/>
              <a:rect l="0" t="0" r="0" b="0"/>
              <a:pathLst>
                <a:path w="59789" h="23605">
                  <a:moveTo>
                    <a:pt x="59789" y="0"/>
                  </a:moveTo>
                  <a:lnTo>
                    <a:pt x="0" y="23605"/>
                  </a:lnTo>
                </a:path>
              </a:pathLst>
            </a:custGeom>
            <a:noFill/>
            <a:ln w="20003">
              <a:solidFill>
                <a:srgbClr val="E7EAED"/>
              </a:solidFill>
            </a:ln>
          </p:spPr>
        </p:sp>
        <p:sp>
          <p:nvSpPr>
            <p:cNvPr id="4675" name="Output_receptor__4674">
              <a:extLst>
                <a:ext uri="{FF2B5EF4-FFF2-40B4-BE49-F238E27FC236}">
                  <a16:creationId xmlns:a16="http://schemas.microsoft.com/office/drawing/2014/main" id="{3143A98C-A748-A953-DE72-54CB1E519C12}"/>
                </a:ext>
              </a:extLst>
            </p:cNvPr>
            <p:cNvSpPr>
              <a:spLocks noGrp="1"/>
            </p:cNvSpPr>
            <p:nvPr/>
          </p:nvSpPr>
          <p:spPr>
            <a:xfrm>
              <a:off x="16370921" y="3872249"/>
              <a:ext cx="2054" cy="8413"/>
            </a:xfrm>
            <a:custGeom>
              <a:avLst/>
              <a:gdLst/>
              <a:ahLst/>
              <a:cxnLst/>
              <a:rect l="0" t="0" r="0" b="0"/>
              <a:pathLst>
                <a:path w="2054" h="8413">
                  <a:moveTo>
                    <a:pt x="2054" y="0"/>
                  </a:moveTo>
                  <a:lnTo>
                    <a:pt x="0" y="8413"/>
                  </a:lnTo>
                </a:path>
              </a:pathLst>
            </a:custGeom>
            <a:noFill/>
            <a:ln w="20003">
              <a:solidFill>
                <a:srgbClr val="E7EAED"/>
              </a:solidFill>
            </a:ln>
          </p:spPr>
        </p:sp>
        <p:sp>
          <p:nvSpPr>
            <p:cNvPr id="4676" name="Output_receptor__4675">
              <a:extLst>
                <a:ext uri="{FF2B5EF4-FFF2-40B4-BE49-F238E27FC236}">
                  <a16:creationId xmlns:a16="http://schemas.microsoft.com/office/drawing/2014/main" id="{7EFBD3EC-3843-A8EE-F5A6-21CE13785669}"/>
                </a:ext>
              </a:extLst>
            </p:cNvPr>
            <p:cNvSpPr>
              <a:spLocks noGrp="1"/>
            </p:cNvSpPr>
            <p:nvPr/>
          </p:nvSpPr>
          <p:spPr>
            <a:xfrm>
              <a:off x="16731728" y="4171614"/>
              <a:ext cx="62280" cy="27994"/>
            </a:xfrm>
            <a:custGeom>
              <a:avLst/>
              <a:gdLst/>
              <a:ahLst/>
              <a:cxnLst/>
              <a:rect l="0" t="0" r="0" b="0"/>
              <a:pathLst>
                <a:path w="62280" h="27994">
                  <a:moveTo>
                    <a:pt x="0" y="0"/>
                  </a:moveTo>
                  <a:lnTo>
                    <a:pt x="62280" y="27994"/>
                  </a:lnTo>
                </a:path>
              </a:pathLst>
            </a:custGeom>
            <a:noFill/>
            <a:ln w="8096">
              <a:solidFill>
                <a:srgbClr val="E7EAED"/>
              </a:solidFill>
            </a:ln>
          </p:spPr>
        </p:sp>
        <p:sp>
          <p:nvSpPr>
            <p:cNvPr id="4677" name="Output_receptor__4676">
              <a:extLst>
                <a:ext uri="{FF2B5EF4-FFF2-40B4-BE49-F238E27FC236}">
                  <a16:creationId xmlns:a16="http://schemas.microsoft.com/office/drawing/2014/main" id="{4591861D-2B64-FAC8-2592-D5431BBA3EC0}"/>
                </a:ext>
              </a:extLst>
            </p:cNvPr>
            <p:cNvSpPr>
              <a:spLocks noGrp="1"/>
            </p:cNvSpPr>
            <p:nvPr/>
          </p:nvSpPr>
          <p:spPr>
            <a:xfrm>
              <a:off x="16346238" y="3780978"/>
              <a:ext cx="59107" cy="11525"/>
            </a:xfrm>
            <a:custGeom>
              <a:avLst/>
              <a:gdLst/>
              <a:ahLst/>
              <a:cxnLst/>
              <a:rect l="0" t="0" r="0" b="0"/>
              <a:pathLst>
                <a:path w="59107" h="11525">
                  <a:moveTo>
                    <a:pt x="0" y="0"/>
                  </a:moveTo>
                  <a:lnTo>
                    <a:pt x="59107" y="11525"/>
                  </a:lnTo>
                </a:path>
              </a:pathLst>
            </a:custGeom>
            <a:noFill/>
            <a:ln w="20003">
              <a:solidFill>
                <a:srgbClr val="E7EAED"/>
              </a:solidFill>
            </a:ln>
          </p:spPr>
        </p:sp>
        <p:sp>
          <p:nvSpPr>
            <p:cNvPr id="4678" name="Output_receptor__4677">
              <a:extLst>
                <a:ext uri="{FF2B5EF4-FFF2-40B4-BE49-F238E27FC236}">
                  <a16:creationId xmlns:a16="http://schemas.microsoft.com/office/drawing/2014/main" id="{46CD9692-6180-5C00-60B3-BFC241F04154}"/>
                </a:ext>
              </a:extLst>
            </p:cNvPr>
            <p:cNvSpPr>
              <a:spLocks noGrp="1"/>
            </p:cNvSpPr>
            <p:nvPr/>
          </p:nvSpPr>
          <p:spPr>
            <a:xfrm>
              <a:off x="16143010" y="3284666"/>
              <a:ext cx="62105" cy="10809"/>
            </a:xfrm>
            <a:custGeom>
              <a:avLst/>
              <a:gdLst/>
              <a:ahLst/>
              <a:cxnLst/>
              <a:rect l="0" t="0" r="0" b="0"/>
              <a:pathLst>
                <a:path w="62105" h="10809">
                  <a:moveTo>
                    <a:pt x="62105" y="0"/>
                  </a:moveTo>
                  <a:lnTo>
                    <a:pt x="0" y="10809"/>
                  </a:lnTo>
                </a:path>
              </a:pathLst>
            </a:custGeom>
            <a:noFill/>
            <a:ln w="8096">
              <a:solidFill>
                <a:srgbClr val="E7EAED"/>
              </a:solidFill>
            </a:ln>
          </p:spPr>
        </p:sp>
        <p:sp>
          <p:nvSpPr>
            <p:cNvPr id="4679" name="Output_receptor__4678">
              <a:extLst>
                <a:ext uri="{FF2B5EF4-FFF2-40B4-BE49-F238E27FC236}">
                  <a16:creationId xmlns:a16="http://schemas.microsoft.com/office/drawing/2014/main" id="{98F42A1A-8B10-EE96-AB3A-363EBCA605B3}"/>
                </a:ext>
              </a:extLst>
            </p:cNvPr>
            <p:cNvSpPr>
              <a:spLocks noGrp="1"/>
            </p:cNvSpPr>
            <p:nvPr/>
          </p:nvSpPr>
          <p:spPr>
            <a:xfrm>
              <a:off x="15451878" y="4042864"/>
              <a:ext cx="68161" cy="23065"/>
            </a:xfrm>
            <a:custGeom>
              <a:avLst/>
              <a:gdLst/>
              <a:ahLst/>
              <a:cxnLst/>
              <a:rect l="0" t="0" r="0" b="0"/>
              <a:pathLst>
                <a:path w="68161" h="23065">
                  <a:moveTo>
                    <a:pt x="0" y="23065"/>
                  </a:moveTo>
                  <a:lnTo>
                    <a:pt x="68161" y="0"/>
                  </a:lnTo>
                </a:path>
              </a:pathLst>
            </a:custGeom>
            <a:noFill/>
            <a:ln w="20003">
              <a:solidFill>
                <a:srgbClr val="E7EAED"/>
              </a:solidFill>
            </a:ln>
          </p:spPr>
        </p:sp>
        <p:sp>
          <p:nvSpPr>
            <p:cNvPr id="4680" name="Output_receptor__4679">
              <a:extLst>
                <a:ext uri="{FF2B5EF4-FFF2-40B4-BE49-F238E27FC236}">
                  <a16:creationId xmlns:a16="http://schemas.microsoft.com/office/drawing/2014/main" id="{56755D80-AF7F-A0B3-75D3-0C1CF56B8BEE}"/>
                </a:ext>
              </a:extLst>
            </p:cNvPr>
            <p:cNvSpPr>
              <a:spLocks noGrp="1"/>
            </p:cNvSpPr>
            <p:nvPr/>
          </p:nvSpPr>
          <p:spPr>
            <a:xfrm>
              <a:off x="16112013" y="4525626"/>
              <a:ext cx="26084" cy="16449"/>
            </a:xfrm>
            <a:custGeom>
              <a:avLst/>
              <a:gdLst/>
              <a:ahLst/>
              <a:cxnLst/>
              <a:rect l="0" t="0" r="0" b="0"/>
              <a:pathLst>
                <a:path w="26084" h="16449">
                  <a:moveTo>
                    <a:pt x="26084" y="0"/>
                  </a:moveTo>
                  <a:lnTo>
                    <a:pt x="0" y="16449"/>
                  </a:lnTo>
                </a:path>
              </a:pathLst>
            </a:custGeom>
            <a:noFill/>
            <a:ln w="20003">
              <a:solidFill>
                <a:srgbClr val="E7EAED"/>
              </a:solidFill>
            </a:ln>
          </p:spPr>
        </p:sp>
        <p:sp>
          <p:nvSpPr>
            <p:cNvPr id="4681" name="Output_receptor__4680">
              <a:extLst>
                <a:ext uri="{FF2B5EF4-FFF2-40B4-BE49-F238E27FC236}">
                  <a16:creationId xmlns:a16="http://schemas.microsoft.com/office/drawing/2014/main" id="{FC83311E-2247-CA6A-ACB9-88F9CC0D49C9}"/>
                </a:ext>
              </a:extLst>
            </p:cNvPr>
            <p:cNvSpPr>
              <a:spLocks noGrp="1"/>
            </p:cNvSpPr>
            <p:nvPr/>
          </p:nvSpPr>
          <p:spPr>
            <a:xfrm>
              <a:off x="15515032" y="4127372"/>
              <a:ext cx="33034" cy="9055"/>
            </a:xfrm>
            <a:custGeom>
              <a:avLst/>
              <a:gdLst/>
              <a:ahLst/>
              <a:cxnLst/>
              <a:rect l="0" t="0" r="0" b="0"/>
              <a:pathLst>
                <a:path w="33034" h="9055">
                  <a:moveTo>
                    <a:pt x="0" y="9055"/>
                  </a:moveTo>
                  <a:lnTo>
                    <a:pt x="33034" y="0"/>
                  </a:lnTo>
                </a:path>
              </a:pathLst>
            </a:custGeom>
            <a:noFill/>
            <a:ln w="20003">
              <a:solidFill>
                <a:srgbClr val="E7EAED"/>
              </a:solidFill>
            </a:ln>
          </p:spPr>
        </p:sp>
        <p:sp>
          <p:nvSpPr>
            <p:cNvPr id="4682" name="Output_receptor__4681">
              <a:extLst>
                <a:ext uri="{FF2B5EF4-FFF2-40B4-BE49-F238E27FC236}">
                  <a16:creationId xmlns:a16="http://schemas.microsoft.com/office/drawing/2014/main" id="{33C23197-B991-EA45-651B-38B3228BD2E0}"/>
                </a:ext>
              </a:extLst>
            </p:cNvPr>
            <p:cNvSpPr>
              <a:spLocks noGrp="1"/>
            </p:cNvSpPr>
            <p:nvPr/>
          </p:nvSpPr>
          <p:spPr>
            <a:xfrm>
              <a:off x="16029833" y="4456212"/>
              <a:ext cx="42134" cy="57113"/>
            </a:xfrm>
            <a:custGeom>
              <a:avLst/>
              <a:gdLst/>
              <a:ahLst/>
              <a:cxnLst/>
              <a:rect l="0" t="0" r="0" b="0"/>
              <a:pathLst>
                <a:path w="42134" h="57113">
                  <a:moveTo>
                    <a:pt x="42134" y="0"/>
                  </a:moveTo>
                  <a:lnTo>
                    <a:pt x="0" y="57113"/>
                  </a:lnTo>
                </a:path>
              </a:pathLst>
            </a:custGeom>
            <a:noFill/>
            <a:ln w="20003">
              <a:solidFill>
                <a:srgbClr val="E7EAED"/>
              </a:solidFill>
            </a:ln>
          </p:spPr>
        </p:sp>
        <p:sp>
          <p:nvSpPr>
            <p:cNvPr id="4683" name="Output_receptor__4682">
              <a:extLst>
                <a:ext uri="{FF2B5EF4-FFF2-40B4-BE49-F238E27FC236}">
                  <a16:creationId xmlns:a16="http://schemas.microsoft.com/office/drawing/2014/main" id="{FEABA187-556A-1EE3-5942-F6CC887F3029}"/>
                </a:ext>
              </a:extLst>
            </p:cNvPr>
            <p:cNvSpPr>
              <a:spLocks noGrp="1"/>
            </p:cNvSpPr>
            <p:nvPr/>
          </p:nvSpPr>
          <p:spPr>
            <a:xfrm>
              <a:off x="15426118" y="3963334"/>
              <a:ext cx="16377" cy="40839"/>
            </a:xfrm>
            <a:custGeom>
              <a:avLst/>
              <a:gdLst/>
              <a:ahLst/>
              <a:cxnLst/>
              <a:rect l="0" t="0" r="0" b="0"/>
              <a:pathLst>
                <a:path w="16377" h="40839">
                  <a:moveTo>
                    <a:pt x="16377" y="0"/>
                  </a:moveTo>
                  <a:lnTo>
                    <a:pt x="0" y="40839"/>
                  </a:lnTo>
                </a:path>
              </a:pathLst>
            </a:custGeom>
            <a:noFill/>
            <a:ln w="8096">
              <a:solidFill>
                <a:srgbClr val="E7EAED"/>
              </a:solidFill>
            </a:ln>
          </p:spPr>
        </p:sp>
        <p:sp>
          <p:nvSpPr>
            <p:cNvPr id="4684" name="Output_receptor__4683">
              <a:extLst>
                <a:ext uri="{FF2B5EF4-FFF2-40B4-BE49-F238E27FC236}">
                  <a16:creationId xmlns:a16="http://schemas.microsoft.com/office/drawing/2014/main" id="{FE443F80-4F3C-2FEC-5091-CC04D0CE99DF}"/>
                </a:ext>
              </a:extLst>
            </p:cNvPr>
            <p:cNvSpPr>
              <a:spLocks noGrp="1"/>
            </p:cNvSpPr>
            <p:nvPr/>
          </p:nvSpPr>
          <p:spPr>
            <a:xfrm>
              <a:off x="15782698" y="4686045"/>
              <a:ext cx="39930" cy="33589"/>
            </a:xfrm>
            <a:custGeom>
              <a:avLst/>
              <a:gdLst/>
              <a:ahLst/>
              <a:cxnLst/>
              <a:rect l="0" t="0" r="0" b="0"/>
              <a:pathLst>
                <a:path w="39930" h="33589">
                  <a:moveTo>
                    <a:pt x="0" y="33589"/>
                  </a:moveTo>
                  <a:lnTo>
                    <a:pt x="39930" y="0"/>
                  </a:lnTo>
                </a:path>
              </a:pathLst>
            </a:custGeom>
            <a:noFill/>
            <a:ln w="20003">
              <a:solidFill>
                <a:srgbClr val="E7EAED"/>
              </a:solidFill>
            </a:ln>
          </p:spPr>
        </p:sp>
        <p:sp>
          <p:nvSpPr>
            <p:cNvPr id="4685" name="Output_receptor__4684">
              <a:extLst>
                <a:ext uri="{FF2B5EF4-FFF2-40B4-BE49-F238E27FC236}">
                  <a16:creationId xmlns:a16="http://schemas.microsoft.com/office/drawing/2014/main" id="{CD1AD30A-FBB8-3B74-8F1C-10449CBC4034}"/>
                </a:ext>
              </a:extLst>
            </p:cNvPr>
            <p:cNvSpPr>
              <a:spLocks noGrp="1"/>
            </p:cNvSpPr>
            <p:nvPr/>
          </p:nvSpPr>
          <p:spPr>
            <a:xfrm>
              <a:off x="16405345" y="3792503"/>
              <a:ext cx="29161" cy="42553"/>
            </a:xfrm>
            <a:custGeom>
              <a:avLst/>
              <a:gdLst/>
              <a:ahLst/>
              <a:cxnLst/>
              <a:rect l="0" t="0" r="0" b="0"/>
              <a:pathLst>
                <a:path w="29161" h="42553">
                  <a:moveTo>
                    <a:pt x="0" y="0"/>
                  </a:moveTo>
                  <a:lnTo>
                    <a:pt x="29161" y="42553"/>
                  </a:lnTo>
                </a:path>
              </a:pathLst>
            </a:custGeom>
            <a:noFill/>
            <a:ln w="20003">
              <a:solidFill>
                <a:srgbClr val="E7EAED"/>
              </a:solidFill>
            </a:ln>
          </p:spPr>
        </p:sp>
        <p:sp>
          <p:nvSpPr>
            <p:cNvPr id="4686" name="Output_receptor__4685">
              <a:extLst>
                <a:ext uri="{FF2B5EF4-FFF2-40B4-BE49-F238E27FC236}">
                  <a16:creationId xmlns:a16="http://schemas.microsoft.com/office/drawing/2014/main" id="{BB06281E-4126-76AE-323B-7E4626F332A0}"/>
                </a:ext>
              </a:extLst>
            </p:cNvPr>
            <p:cNvSpPr>
              <a:spLocks noGrp="1"/>
            </p:cNvSpPr>
            <p:nvPr/>
          </p:nvSpPr>
          <p:spPr>
            <a:xfrm>
              <a:off x="15869998" y="4271555"/>
              <a:ext cx="10934" cy="36560"/>
            </a:xfrm>
            <a:custGeom>
              <a:avLst/>
              <a:gdLst/>
              <a:ahLst/>
              <a:cxnLst/>
              <a:rect l="0" t="0" r="0" b="0"/>
              <a:pathLst>
                <a:path w="10934" h="36560">
                  <a:moveTo>
                    <a:pt x="0" y="36560"/>
                  </a:moveTo>
                  <a:lnTo>
                    <a:pt x="10934" y="0"/>
                  </a:lnTo>
                </a:path>
              </a:pathLst>
            </a:custGeom>
            <a:noFill/>
            <a:ln w="20003">
              <a:solidFill>
                <a:srgbClr val="E7EAED"/>
              </a:solidFill>
            </a:ln>
          </p:spPr>
        </p:sp>
        <p:sp>
          <p:nvSpPr>
            <p:cNvPr id="4687" name="Output_receptor__4686">
              <a:extLst>
                <a:ext uri="{FF2B5EF4-FFF2-40B4-BE49-F238E27FC236}">
                  <a16:creationId xmlns:a16="http://schemas.microsoft.com/office/drawing/2014/main" id="{37FBB198-2F22-FF59-0731-338C5820B2B0}"/>
                </a:ext>
              </a:extLst>
            </p:cNvPr>
            <p:cNvSpPr>
              <a:spLocks noGrp="1"/>
            </p:cNvSpPr>
            <p:nvPr/>
          </p:nvSpPr>
          <p:spPr>
            <a:xfrm>
              <a:off x="16556717" y="3677198"/>
              <a:ext cx="54014" cy="48039"/>
            </a:xfrm>
            <a:custGeom>
              <a:avLst/>
              <a:gdLst/>
              <a:ahLst/>
              <a:cxnLst/>
              <a:rect l="0" t="0" r="0" b="0"/>
              <a:pathLst>
                <a:path w="54014" h="48039">
                  <a:moveTo>
                    <a:pt x="54014" y="48039"/>
                  </a:moveTo>
                  <a:lnTo>
                    <a:pt x="0" y="0"/>
                  </a:lnTo>
                </a:path>
              </a:pathLst>
            </a:custGeom>
            <a:noFill/>
            <a:ln w="20003">
              <a:solidFill>
                <a:srgbClr val="E7EAED"/>
              </a:solidFill>
            </a:ln>
          </p:spPr>
        </p:sp>
        <p:sp>
          <p:nvSpPr>
            <p:cNvPr id="4688" name="Output_receptor__4687">
              <a:extLst>
                <a:ext uri="{FF2B5EF4-FFF2-40B4-BE49-F238E27FC236}">
                  <a16:creationId xmlns:a16="http://schemas.microsoft.com/office/drawing/2014/main" id="{DA4A4579-B16B-560A-3023-FD22CE82F951}"/>
                </a:ext>
              </a:extLst>
            </p:cNvPr>
            <p:cNvSpPr>
              <a:spLocks noGrp="1"/>
            </p:cNvSpPr>
            <p:nvPr/>
          </p:nvSpPr>
          <p:spPr>
            <a:xfrm>
              <a:off x="15939112" y="4682516"/>
              <a:ext cx="18920" cy="45706"/>
            </a:xfrm>
            <a:custGeom>
              <a:avLst/>
              <a:gdLst/>
              <a:ahLst/>
              <a:cxnLst/>
              <a:rect l="0" t="0" r="0" b="0"/>
              <a:pathLst>
                <a:path w="18920" h="45706">
                  <a:moveTo>
                    <a:pt x="18920" y="45706"/>
                  </a:moveTo>
                  <a:lnTo>
                    <a:pt x="0" y="0"/>
                  </a:lnTo>
                </a:path>
              </a:pathLst>
            </a:custGeom>
            <a:noFill/>
            <a:ln w="8096">
              <a:solidFill>
                <a:srgbClr val="E7EAED"/>
              </a:solidFill>
            </a:ln>
          </p:spPr>
        </p:sp>
        <p:sp>
          <p:nvSpPr>
            <p:cNvPr id="4689" name="Output_receptor__4688">
              <a:extLst>
                <a:ext uri="{FF2B5EF4-FFF2-40B4-BE49-F238E27FC236}">
                  <a16:creationId xmlns:a16="http://schemas.microsoft.com/office/drawing/2014/main" id="{308D3BDB-9B1F-5D46-3E07-13C0C6A20E37}"/>
                </a:ext>
              </a:extLst>
            </p:cNvPr>
            <p:cNvSpPr>
              <a:spLocks noGrp="1"/>
            </p:cNvSpPr>
            <p:nvPr/>
          </p:nvSpPr>
          <p:spPr>
            <a:xfrm>
              <a:off x="15947192" y="4254239"/>
              <a:ext cx="13751" cy="68246"/>
            </a:xfrm>
            <a:custGeom>
              <a:avLst/>
              <a:gdLst/>
              <a:ahLst/>
              <a:cxnLst/>
              <a:rect l="0" t="0" r="0" b="0"/>
              <a:pathLst>
                <a:path w="13751" h="68246">
                  <a:moveTo>
                    <a:pt x="0" y="0"/>
                  </a:moveTo>
                  <a:lnTo>
                    <a:pt x="13751" y="68246"/>
                  </a:lnTo>
                </a:path>
              </a:pathLst>
            </a:custGeom>
            <a:noFill/>
            <a:ln w="20003">
              <a:solidFill>
                <a:srgbClr val="E7EAED"/>
              </a:solidFill>
            </a:ln>
          </p:spPr>
        </p:sp>
        <p:sp>
          <p:nvSpPr>
            <p:cNvPr id="4690" name="Output_receptor__4689">
              <a:extLst>
                <a:ext uri="{FF2B5EF4-FFF2-40B4-BE49-F238E27FC236}">
                  <a16:creationId xmlns:a16="http://schemas.microsoft.com/office/drawing/2014/main" id="{52728929-7C19-9871-E2B5-F0E4FC3EE5D6}"/>
                </a:ext>
              </a:extLst>
            </p:cNvPr>
            <p:cNvSpPr>
              <a:spLocks noGrp="1"/>
            </p:cNvSpPr>
            <p:nvPr/>
          </p:nvSpPr>
          <p:spPr>
            <a:xfrm>
              <a:off x="16100304" y="3925991"/>
              <a:ext cx="71359" cy="7481"/>
            </a:xfrm>
            <a:custGeom>
              <a:avLst/>
              <a:gdLst/>
              <a:ahLst/>
              <a:cxnLst/>
              <a:rect l="0" t="0" r="0" b="0"/>
              <a:pathLst>
                <a:path w="71359" h="7481">
                  <a:moveTo>
                    <a:pt x="71359" y="7481"/>
                  </a:moveTo>
                  <a:lnTo>
                    <a:pt x="0" y="0"/>
                  </a:lnTo>
                </a:path>
              </a:pathLst>
            </a:custGeom>
            <a:noFill/>
            <a:ln w="20003">
              <a:solidFill>
                <a:srgbClr val="E7EAED"/>
              </a:solidFill>
            </a:ln>
          </p:spPr>
        </p:sp>
        <p:sp>
          <p:nvSpPr>
            <p:cNvPr id="4691" name="Output_receptor__4690">
              <a:extLst>
                <a:ext uri="{FF2B5EF4-FFF2-40B4-BE49-F238E27FC236}">
                  <a16:creationId xmlns:a16="http://schemas.microsoft.com/office/drawing/2014/main" id="{319E3022-EFAF-DEF8-4573-FCE09B3FBDBF}"/>
                </a:ext>
              </a:extLst>
            </p:cNvPr>
            <p:cNvSpPr>
              <a:spLocks noGrp="1"/>
            </p:cNvSpPr>
            <p:nvPr/>
          </p:nvSpPr>
          <p:spPr>
            <a:xfrm>
              <a:off x="15821231" y="4625741"/>
              <a:ext cx="1397" cy="60304"/>
            </a:xfrm>
            <a:custGeom>
              <a:avLst/>
              <a:gdLst/>
              <a:ahLst/>
              <a:cxnLst/>
              <a:rect l="0" t="0" r="0" b="0"/>
              <a:pathLst>
                <a:path w="1397" h="60304">
                  <a:moveTo>
                    <a:pt x="1397" y="60304"/>
                  </a:moveTo>
                  <a:lnTo>
                    <a:pt x="0" y="0"/>
                  </a:lnTo>
                </a:path>
              </a:pathLst>
            </a:custGeom>
            <a:noFill/>
            <a:ln w="20003">
              <a:solidFill>
                <a:srgbClr val="E7EAED"/>
              </a:solidFill>
            </a:ln>
          </p:spPr>
        </p:sp>
        <p:sp>
          <p:nvSpPr>
            <p:cNvPr id="4692" name="Output_receptor__4691">
              <a:extLst>
                <a:ext uri="{FF2B5EF4-FFF2-40B4-BE49-F238E27FC236}">
                  <a16:creationId xmlns:a16="http://schemas.microsoft.com/office/drawing/2014/main" id="{1284980A-AC12-1904-386B-D77527F2FA34}"/>
                </a:ext>
              </a:extLst>
            </p:cNvPr>
            <p:cNvSpPr>
              <a:spLocks noGrp="1"/>
            </p:cNvSpPr>
            <p:nvPr/>
          </p:nvSpPr>
          <p:spPr>
            <a:xfrm>
              <a:off x="15584434" y="4178589"/>
              <a:ext cx="16733" cy="38303"/>
            </a:xfrm>
            <a:custGeom>
              <a:avLst/>
              <a:gdLst/>
              <a:ahLst/>
              <a:cxnLst/>
              <a:rect l="0" t="0" r="0" b="0"/>
              <a:pathLst>
                <a:path w="16733" h="38303">
                  <a:moveTo>
                    <a:pt x="16733" y="0"/>
                  </a:moveTo>
                  <a:lnTo>
                    <a:pt x="0" y="38303"/>
                  </a:lnTo>
                </a:path>
              </a:pathLst>
            </a:custGeom>
            <a:noFill/>
            <a:ln w="20003">
              <a:solidFill>
                <a:srgbClr val="E7EAED"/>
              </a:solidFill>
            </a:ln>
          </p:spPr>
        </p:sp>
        <p:sp>
          <p:nvSpPr>
            <p:cNvPr id="4693" name="Output_receptor__4692">
              <a:extLst>
                <a:ext uri="{FF2B5EF4-FFF2-40B4-BE49-F238E27FC236}">
                  <a16:creationId xmlns:a16="http://schemas.microsoft.com/office/drawing/2014/main" id="{C4ADF910-9487-E8B2-A624-C96769D5EDEB}"/>
                </a:ext>
              </a:extLst>
            </p:cNvPr>
            <p:cNvSpPr>
              <a:spLocks noGrp="1"/>
            </p:cNvSpPr>
            <p:nvPr/>
          </p:nvSpPr>
          <p:spPr>
            <a:xfrm>
              <a:off x="16511447" y="3762728"/>
              <a:ext cx="57529" cy="15308"/>
            </a:xfrm>
            <a:custGeom>
              <a:avLst/>
              <a:gdLst/>
              <a:ahLst/>
              <a:cxnLst/>
              <a:rect l="0" t="0" r="0" b="0"/>
              <a:pathLst>
                <a:path w="57529" h="15308">
                  <a:moveTo>
                    <a:pt x="0" y="0"/>
                  </a:moveTo>
                  <a:lnTo>
                    <a:pt x="57529" y="15308"/>
                  </a:lnTo>
                </a:path>
              </a:pathLst>
            </a:custGeom>
            <a:noFill/>
            <a:ln w="20003">
              <a:solidFill>
                <a:srgbClr val="E7EAED"/>
              </a:solidFill>
            </a:ln>
          </p:spPr>
        </p:sp>
        <p:sp>
          <p:nvSpPr>
            <p:cNvPr id="4694" name="Output_receptor__4693">
              <a:extLst>
                <a:ext uri="{FF2B5EF4-FFF2-40B4-BE49-F238E27FC236}">
                  <a16:creationId xmlns:a16="http://schemas.microsoft.com/office/drawing/2014/main" id="{2078A6A1-660B-427F-A9C9-70A1F56F7074}"/>
                </a:ext>
              </a:extLst>
            </p:cNvPr>
            <p:cNvSpPr>
              <a:spLocks noGrp="1"/>
            </p:cNvSpPr>
            <p:nvPr/>
          </p:nvSpPr>
          <p:spPr>
            <a:xfrm>
              <a:off x="16673951" y="4171614"/>
              <a:ext cx="57777" cy="43355"/>
            </a:xfrm>
            <a:custGeom>
              <a:avLst/>
              <a:gdLst/>
              <a:ahLst/>
              <a:cxnLst/>
              <a:rect l="0" t="0" r="0" b="0"/>
              <a:pathLst>
                <a:path w="57777" h="43355">
                  <a:moveTo>
                    <a:pt x="0" y="43355"/>
                  </a:moveTo>
                  <a:lnTo>
                    <a:pt x="57777" y="0"/>
                  </a:lnTo>
                </a:path>
              </a:pathLst>
            </a:custGeom>
            <a:noFill/>
            <a:ln w="8096">
              <a:solidFill>
                <a:srgbClr val="E7EAED"/>
              </a:solidFill>
            </a:ln>
          </p:spPr>
        </p:sp>
        <p:sp>
          <p:nvSpPr>
            <p:cNvPr id="4695" name="Output_receptor__4694">
              <a:extLst>
                <a:ext uri="{FF2B5EF4-FFF2-40B4-BE49-F238E27FC236}">
                  <a16:creationId xmlns:a16="http://schemas.microsoft.com/office/drawing/2014/main" id="{C6C63FCC-0981-0028-C338-A5594BFB76A7}"/>
                </a:ext>
              </a:extLst>
            </p:cNvPr>
            <p:cNvSpPr>
              <a:spLocks noGrp="1"/>
            </p:cNvSpPr>
            <p:nvPr/>
          </p:nvSpPr>
          <p:spPr>
            <a:xfrm>
              <a:off x="15918099" y="4171157"/>
              <a:ext cx="44702" cy="17091"/>
            </a:xfrm>
            <a:custGeom>
              <a:avLst/>
              <a:gdLst/>
              <a:ahLst/>
              <a:cxnLst/>
              <a:rect l="0" t="0" r="0" b="0"/>
              <a:pathLst>
                <a:path w="44702" h="17091">
                  <a:moveTo>
                    <a:pt x="0" y="17091"/>
                  </a:moveTo>
                  <a:lnTo>
                    <a:pt x="44702" y="0"/>
                  </a:lnTo>
                </a:path>
              </a:pathLst>
            </a:custGeom>
            <a:noFill/>
            <a:ln w="20003">
              <a:solidFill>
                <a:srgbClr val="E7EAED"/>
              </a:solidFill>
            </a:ln>
          </p:spPr>
        </p:sp>
        <p:sp>
          <p:nvSpPr>
            <p:cNvPr id="4696" name="Output_receptor__4695">
              <a:extLst>
                <a:ext uri="{FF2B5EF4-FFF2-40B4-BE49-F238E27FC236}">
                  <a16:creationId xmlns:a16="http://schemas.microsoft.com/office/drawing/2014/main" id="{F44BE183-B9F5-58B5-852B-3FDA483E759B}"/>
                </a:ext>
              </a:extLst>
            </p:cNvPr>
            <p:cNvSpPr>
              <a:spLocks noGrp="1"/>
            </p:cNvSpPr>
            <p:nvPr/>
          </p:nvSpPr>
          <p:spPr>
            <a:xfrm>
              <a:off x="16121808" y="3364006"/>
              <a:ext cx="27676" cy="13448"/>
            </a:xfrm>
            <a:custGeom>
              <a:avLst/>
              <a:gdLst/>
              <a:ahLst/>
              <a:cxnLst/>
              <a:rect l="0" t="0" r="0" b="0"/>
              <a:pathLst>
                <a:path w="27676" h="13448">
                  <a:moveTo>
                    <a:pt x="0" y="0"/>
                  </a:moveTo>
                  <a:lnTo>
                    <a:pt x="27676" y="13448"/>
                  </a:lnTo>
                </a:path>
              </a:pathLst>
            </a:custGeom>
            <a:noFill/>
            <a:ln w="8096">
              <a:solidFill>
                <a:srgbClr val="E7EAED"/>
              </a:solidFill>
            </a:ln>
          </p:spPr>
        </p:sp>
        <p:sp>
          <p:nvSpPr>
            <p:cNvPr id="4697" name="Output_receptor__4696">
              <a:extLst>
                <a:ext uri="{FF2B5EF4-FFF2-40B4-BE49-F238E27FC236}">
                  <a16:creationId xmlns:a16="http://schemas.microsoft.com/office/drawing/2014/main" id="{F10A6AFA-D167-8F70-7710-152A79882C60}"/>
                </a:ext>
              </a:extLst>
            </p:cNvPr>
            <p:cNvSpPr>
              <a:spLocks noGrp="1"/>
            </p:cNvSpPr>
            <p:nvPr/>
          </p:nvSpPr>
          <p:spPr>
            <a:xfrm>
              <a:off x="16122737" y="3997035"/>
              <a:ext cx="46478" cy="25610"/>
            </a:xfrm>
            <a:custGeom>
              <a:avLst/>
              <a:gdLst/>
              <a:ahLst/>
              <a:cxnLst/>
              <a:rect l="0" t="0" r="0" b="0"/>
              <a:pathLst>
                <a:path w="46478" h="25610">
                  <a:moveTo>
                    <a:pt x="0" y="25610"/>
                  </a:moveTo>
                  <a:lnTo>
                    <a:pt x="46478" y="0"/>
                  </a:lnTo>
                </a:path>
              </a:pathLst>
            </a:custGeom>
            <a:noFill/>
            <a:ln w="20003">
              <a:solidFill>
                <a:srgbClr val="E7EAED"/>
              </a:solidFill>
            </a:ln>
          </p:spPr>
        </p:sp>
        <p:sp>
          <p:nvSpPr>
            <p:cNvPr id="4698" name="Output_receptor__4697">
              <a:extLst>
                <a:ext uri="{FF2B5EF4-FFF2-40B4-BE49-F238E27FC236}">
                  <a16:creationId xmlns:a16="http://schemas.microsoft.com/office/drawing/2014/main" id="{6045BAB2-F398-1EDB-100C-027AD0AB789C}"/>
                </a:ext>
              </a:extLst>
            </p:cNvPr>
            <p:cNvSpPr>
              <a:spLocks noGrp="1"/>
            </p:cNvSpPr>
            <p:nvPr/>
          </p:nvSpPr>
          <p:spPr>
            <a:xfrm>
              <a:off x="15738628" y="4624647"/>
              <a:ext cx="10958" cy="18438"/>
            </a:xfrm>
            <a:custGeom>
              <a:avLst/>
              <a:gdLst/>
              <a:ahLst/>
              <a:cxnLst/>
              <a:rect l="0" t="0" r="0" b="0"/>
              <a:pathLst>
                <a:path w="10958" h="18438">
                  <a:moveTo>
                    <a:pt x="10958" y="0"/>
                  </a:moveTo>
                  <a:lnTo>
                    <a:pt x="0" y="18438"/>
                  </a:lnTo>
                </a:path>
              </a:pathLst>
            </a:custGeom>
            <a:noFill/>
            <a:ln w="20003">
              <a:solidFill>
                <a:srgbClr val="E7EAED"/>
              </a:solidFill>
            </a:ln>
          </p:spPr>
        </p:sp>
        <p:sp>
          <p:nvSpPr>
            <p:cNvPr id="4699" name="Output_receptor__4698">
              <a:extLst>
                <a:ext uri="{FF2B5EF4-FFF2-40B4-BE49-F238E27FC236}">
                  <a16:creationId xmlns:a16="http://schemas.microsoft.com/office/drawing/2014/main" id="{EA1700E1-0552-7CC2-C13F-F360AD09D072}"/>
                </a:ext>
              </a:extLst>
            </p:cNvPr>
            <p:cNvSpPr>
              <a:spLocks noGrp="1"/>
            </p:cNvSpPr>
            <p:nvPr/>
          </p:nvSpPr>
          <p:spPr>
            <a:xfrm>
              <a:off x="15426118" y="4004173"/>
              <a:ext cx="25760" cy="61756"/>
            </a:xfrm>
            <a:custGeom>
              <a:avLst/>
              <a:gdLst/>
              <a:ahLst/>
              <a:cxnLst/>
              <a:rect l="0" t="0" r="0" b="0"/>
              <a:pathLst>
                <a:path w="25760" h="61756">
                  <a:moveTo>
                    <a:pt x="0" y="0"/>
                  </a:moveTo>
                  <a:lnTo>
                    <a:pt x="25760" y="61756"/>
                  </a:lnTo>
                </a:path>
              </a:pathLst>
            </a:custGeom>
            <a:noFill/>
            <a:ln w="20003">
              <a:solidFill>
                <a:srgbClr val="E7EAED"/>
              </a:solidFill>
            </a:ln>
          </p:spPr>
        </p:sp>
        <p:sp>
          <p:nvSpPr>
            <p:cNvPr id="4700" name="Output_receptor__4699">
              <a:extLst>
                <a:ext uri="{FF2B5EF4-FFF2-40B4-BE49-F238E27FC236}">
                  <a16:creationId xmlns:a16="http://schemas.microsoft.com/office/drawing/2014/main" id="{87A5BD08-2AA2-4FD2-3544-5D29D084FC44}"/>
                </a:ext>
              </a:extLst>
            </p:cNvPr>
            <p:cNvSpPr>
              <a:spLocks noGrp="1"/>
            </p:cNvSpPr>
            <p:nvPr/>
          </p:nvSpPr>
          <p:spPr>
            <a:xfrm>
              <a:off x="16568976" y="3725237"/>
              <a:ext cx="41756" cy="52799"/>
            </a:xfrm>
            <a:custGeom>
              <a:avLst/>
              <a:gdLst/>
              <a:ahLst/>
              <a:cxnLst/>
              <a:rect l="0" t="0" r="0" b="0"/>
              <a:pathLst>
                <a:path w="41756" h="52799">
                  <a:moveTo>
                    <a:pt x="0" y="52799"/>
                  </a:moveTo>
                  <a:lnTo>
                    <a:pt x="41756" y="0"/>
                  </a:lnTo>
                </a:path>
              </a:pathLst>
            </a:custGeom>
            <a:noFill/>
            <a:ln w="20003">
              <a:solidFill>
                <a:srgbClr val="E7EAED"/>
              </a:solidFill>
            </a:ln>
          </p:spPr>
        </p:sp>
        <p:sp>
          <p:nvSpPr>
            <p:cNvPr id="4701" name="Output_receptor__4700">
              <a:extLst>
                <a:ext uri="{FF2B5EF4-FFF2-40B4-BE49-F238E27FC236}">
                  <a16:creationId xmlns:a16="http://schemas.microsoft.com/office/drawing/2014/main" id="{93BED246-320E-EE48-C385-7B2312823E9E}"/>
                </a:ext>
              </a:extLst>
            </p:cNvPr>
            <p:cNvSpPr>
              <a:spLocks noGrp="1"/>
            </p:cNvSpPr>
            <p:nvPr/>
          </p:nvSpPr>
          <p:spPr>
            <a:xfrm>
              <a:off x="16061830" y="3196599"/>
              <a:ext cx="12138" cy="48928"/>
            </a:xfrm>
            <a:custGeom>
              <a:avLst/>
              <a:gdLst/>
              <a:ahLst/>
              <a:cxnLst/>
              <a:rect l="0" t="0" r="0" b="0"/>
              <a:pathLst>
                <a:path w="12138" h="48928">
                  <a:moveTo>
                    <a:pt x="0" y="48928"/>
                  </a:moveTo>
                  <a:lnTo>
                    <a:pt x="12138" y="0"/>
                  </a:lnTo>
                </a:path>
              </a:pathLst>
            </a:custGeom>
            <a:noFill/>
            <a:ln w="8096">
              <a:solidFill>
                <a:srgbClr val="E7EAED"/>
              </a:solidFill>
            </a:ln>
          </p:spPr>
        </p:sp>
        <p:sp>
          <p:nvSpPr>
            <p:cNvPr id="4702" name="Output_receptor__4701">
              <a:extLst>
                <a:ext uri="{FF2B5EF4-FFF2-40B4-BE49-F238E27FC236}">
                  <a16:creationId xmlns:a16="http://schemas.microsoft.com/office/drawing/2014/main" id="{9C69AB6B-38DF-DA43-0942-A2AC42E9C0C3}"/>
                </a:ext>
              </a:extLst>
            </p:cNvPr>
            <p:cNvSpPr>
              <a:spLocks noGrp="1"/>
            </p:cNvSpPr>
            <p:nvPr/>
          </p:nvSpPr>
          <p:spPr>
            <a:xfrm>
              <a:off x="16366383" y="3685429"/>
              <a:ext cx="60214" cy="35048"/>
            </a:xfrm>
            <a:custGeom>
              <a:avLst/>
              <a:gdLst/>
              <a:ahLst/>
              <a:cxnLst/>
              <a:rect l="0" t="0" r="0" b="0"/>
              <a:pathLst>
                <a:path w="60214" h="35048">
                  <a:moveTo>
                    <a:pt x="0" y="0"/>
                  </a:moveTo>
                  <a:lnTo>
                    <a:pt x="60214" y="35048"/>
                  </a:lnTo>
                </a:path>
              </a:pathLst>
            </a:custGeom>
            <a:noFill/>
            <a:ln w="20003">
              <a:solidFill>
                <a:srgbClr val="E7EAED"/>
              </a:solidFill>
            </a:ln>
          </p:spPr>
        </p:sp>
        <p:sp>
          <p:nvSpPr>
            <p:cNvPr id="4703" name="Output_receptor__4702">
              <a:extLst>
                <a:ext uri="{FF2B5EF4-FFF2-40B4-BE49-F238E27FC236}">
                  <a16:creationId xmlns:a16="http://schemas.microsoft.com/office/drawing/2014/main" id="{324FD4D4-7300-A7B4-D644-DBB399838278}"/>
                </a:ext>
              </a:extLst>
            </p:cNvPr>
            <p:cNvSpPr>
              <a:spLocks noGrp="1"/>
            </p:cNvSpPr>
            <p:nvPr/>
          </p:nvSpPr>
          <p:spPr>
            <a:xfrm>
              <a:off x="16768031" y="4077593"/>
              <a:ext cx="15426" cy="9595"/>
            </a:xfrm>
            <a:custGeom>
              <a:avLst/>
              <a:gdLst/>
              <a:ahLst/>
              <a:cxnLst/>
              <a:rect l="0" t="0" r="0" b="0"/>
              <a:pathLst>
                <a:path w="15426" h="9595">
                  <a:moveTo>
                    <a:pt x="0" y="0"/>
                  </a:moveTo>
                  <a:lnTo>
                    <a:pt x="15426" y="9595"/>
                  </a:lnTo>
                </a:path>
              </a:pathLst>
            </a:custGeom>
            <a:noFill/>
            <a:ln w="20003">
              <a:solidFill>
                <a:srgbClr val="E7EAED"/>
              </a:solidFill>
            </a:ln>
          </p:spPr>
        </p:sp>
        <p:sp>
          <p:nvSpPr>
            <p:cNvPr id="4704" name="Output_receptor__4703">
              <a:extLst>
                <a:ext uri="{FF2B5EF4-FFF2-40B4-BE49-F238E27FC236}">
                  <a16:creationId xmlns:a16="http://schemas.microsoft.com/office/drawing/2014/main" id="{680681A0-6BF9-1878-2215-FF526376DFE7}"/>
                </a:ext>
              </a:extLst>
            </p:cNvPr>
            <p:cNvSpPr>
              <a:spLocks noGrp="1"/>
            </p:cNvSpPr>
            <p:nvPr/>
          </p:nvSpPr>
          <p:spPr>
            <a:xfrm>
              <a:off x="16169215" y="3933471"/>
              <a:ext cx="2448" cy="63563"/>
            </a:xfrm>
            <a:custGeom>
              <a:avLst/>
              <a:gdLst/>
              <a:ahLst/>
              <a:cxnLst/>
              <a:rect l="0" t="0" r="0" b="0"/>
              <a:pathLst>
                <a:path w="2448" h="63563">
                  <a:moveTo>
                    <a:pt x="0" y="63563"/>
                  </a:moveTo>
                  <a:lnTo>
                    <a:pt x="2448" y="0"/>
                  </a:lnTo>
                </a:path>
              </a:pathLst>
            </a:custGeom>
            <a:noFill/>
            <a:ln w="20003">
              <a:solidFill>
                <a:srgbClr val="E7EAED"/>
              </a:solidFill>
            </a:ln>
          </p:spPr>
        </p:sp>
        <p:sp>
          <p:nvSpPr>
            <p:cNvPr id="4705" name="Output_receptor__4704">
              <a:extLst>
                <a:ext uri="{FF2B5EF4-FFF2-40B4-BE49-F238E27FC236}">
                  <a16:creationId xmlns:a16="http://schemas.microsoft.com/office/drawing/2014/main" id="{8283BB3F-61BB-05D8-C974-72F247928A15}"/>
                </a:ext>
              </a:extLst>
            </p:cNvPr>
            <p:cNvSpPr>
              <a:spLocks noGrp="1"/>
            </p:cNvSpPr>
            <p:nvPr/>
          </p:nvSpPr>
          <p:spPr>
            <a:xfrm>
              <a:off x="15601167" y="4116920"/>
              <a:ext cx="10475" cy="61669"/>
            </a:xfrm>
            <a:custGeom>
              <a:avLst/>
              <a:gdLst/>
              <a:ahLst/>
              <a:cxnLst/>
              <a:rect l="0" t="0" r="0" b="0"/>
              <a:pathLst>
                <a:path w="10475" h="61669">
                  <a:moveTo>
                    <a:pt x="10475" y="0"/>
                  </a:moveTo>
                  <a:lnTo>
                    <a:pt x="0" y="61669"/>
                  </a:lnTo>
                </a:path>
              </a:pathLst>
            </a:custGeom>
            <a:noFill/>
            <a:ln w="20003">
              <a:solidFill>
                <a:srgbClr val="E7EAED"/>
              </a:solidFill>
            </a:ln>
          </p:spPr>
        </p:sp>
        <p:sp>
          <p:nvSpPr>
            <p:cNvPr id="4706" name="Output_receptor__4705">
              <a:extLst>
                <a:ext uri="{FF2B5EF4-FFF2-40B4-BE49-F238E27FC236}">
                  <a16:creationId xmlns:a16="http://schemas.microsoft.com/office/drawing/2014/main" id="{6D6791B6-0E13-8A55-CFBD-8EDF9835315F}"/>
                </a:ext>
              </a:extLst>
            </p:cNvPr>
            <p:cNvSpPr>
              <a:spLocks noGrp="1"/>
            </p:cNvSpPr>
            <p:nvPr/>
          </p:nvSpPr>
          <p:spPr>
            <a:xfrm>
              <a:off x="15923839" y="4445751"/>
              <a:ext cx="35455" cy="41054"/>
            </a:xfrm>
            <a:custGeom>
              <a:avLst/>
              <a:gdLst/>
              <a:ahLst/>
              <a:cxnLst/>
              <a:rect l="0" t="0" r="0" b="0"/>
              <a:pathLst>
                <a:path w="35455" h="41054">
                  <a:moveTo>
                    <a:pt x="35455" y="0"/>
                  </a:moveTo>
                  <a:lnTo>
                    <a:pt x="0" y="41054"/>
                  </a:lnTo>
                </a:path>
              </a:pathLst>
            </a:custGeom>
            <a:noFill/>
            <a:ln w="20003">
              <a:solidFill>
                <a:srgbClr val="E7EAED"/>
              </a:solidFill>
            </a:ln>
          </p:spPr>
        </p:sp>
        <p:sp>
          <p:nvSpPr>
            <p:cNvPr id="4707" name="Output_receptor__4706">
              <a:extLst>
                <a:ext uri="{FF2B5EF4-FFF2-40B4-BE49-F238E27FC236}">
                  <a16:creationId xmlns:a16="http://schemas.microsoft.com/office/drawing/2014/main" id="{305CE9E0-59BD-4469-8030-DD219A5B2248}"/>
                </a:ext>
              </a:extLst>
            </p:cNvPr>
            <p:cNvSpPr>
              <a:spLocks noGrp="1"/>
            </p:cNvSpPr>
            <p:nvPr/>
          </p:nvSpPr>
          <p:spPr>
            <a:xfrm>
              <a:off x="16168198" y="3527211"/>
              <a:ext cx="70549" cy="15086"/>
            </a:xfrm>
            <a:custGeom>
              <a:avLst/>
              <a:gdLst/>
              <a:ahLst/>
              <a:cxnLst/>
              <a:rect l="0" t="0" r="0" b="0"/>
              <a:pathLst>
                <a:path w="70549" h="15086">
                  <a:moveTo>
                    <a:pt x="70549" y="15086"/>
                  </a:moveTo>
                  <a:lnTo>
                    <a:pt x="0" y="0"/>
                  </a:lnTo>
                </a:path>
              </a:pathLst>
            </a:custGeom>
            <a:noFill/>
            <a:ln w="20003">
              <a:solidFill>
                <a:srgbClr val="E7EAED"/>
              </a:solidFill>
            </a:ln>
          </p:spPr>
        </p:sp>
        <p:sp>
          <p:nvSpPr>
            <p:cNvPr id="4708" name="Output_receptor__4707">
              <a:extLst>
                <a:ext uri="{FF2B5EF4-FFF2-40B4-BE49-F238E27FC236}">
                  <a16:creationId xmlns:a16="http://schemas.microsoft.com/office/drawing/2014/main" id="{4E97F052-E245-76E4-738A-34367A811089}"/>
                </a:ext>
              </a:extLst>
            </p:cNvPr>
            <p:cNvSpPr>
              <a:spLocks noGrp="1"/>
            </p:cNvSpPr>
            <p:nvPr/>
          </p:nvSpPr>
          <p:spPr>
            <a:xfrm>
              <a:off x="16225484" y="4233684"/>
              <a:ext cx="15987" cy="46125"/>
            </a:xfrm>
            <a:custGeom>
              <a:avLst/>
              <a:gdLst/>
              <a:ahLst/>
              <a:cxnLst/>
              <a:rect l="0" t="0" r="0" b="0"/>
              <a:pathLst>
                <a:path w="15987" h="46125">
                  <a:moveTo>
                    <a:pt x="15987" y="46125"/>
                  </a:moveTo>
                  <a:lnTo>
                    <a:pt x="0" y="0"/>
                  </a:lnTo>
                </a:path>
              </a:pathLst>
            </a:custGeom>
            <a:noFill/>
            <a:ln w="20003">
              <a:solidFill>
                <a:srgbClr val="E7EAED"/>
              </a:solidFill>
            </a:ln>
          </p:spPr>
        </p:sp>
        <p:sp>
          <p:nvSpPr>
            <p:cNvPr id="4709" name="Output_receptor__4708">
              <a:extLst>
                <a:ext uri="{FF2B5EF4-FFF2-40B4-BE49-F238E27FC236}">
                  <a16:creationId xmlns:a16="http://schemas.microsoft.com/office/drawing/2014/main" id="{86AE8B48-516A-EB07-C895-8688F3C48728}"/>
                </a:ext>
              </a:extLst>
            </p:cNvPr>
            <p:cNvSpPr>
              <a:spLocks noGrp="1"/>
            </p:cNvSpPr>
            <p:nvPr/>
          </p:nvSpPr>
          <p:spPr>
            <a:xfrm>
              <a:off x="15959294" y="4420974"/>
              <a:ext cx="45831" cy="24777"/>
            </a:xfrm>
            <a:custGeom>
              <a:avLst/>
              <a:gdLst/>
              <a:ahLst/>
              <a:cxnLst/>
              <a:rect l="0" t="0" r="0" b="0"/>
              <a:pathLst>
                <a:path w="45831" h="24777">
                  <a:moveTo>
                    <a:pt x="45831" y="0"/>
                  </a:moveTo>
                  <a:lnTo>
                    <a:pt x="0" y="24777"/>
                  </a:lnTo>
                </a:path>
              </a:pathLst>
            </a:custGeom>
            <a:noFill/>
            <a:ln w="20003">
              <a:solidFill>
                <a:srgbClr val="E7EAED"/>
              </a:solidFill>
            </a:ln>
          </p:spPr>
        </p:sp>
        <p:sp>
          <p:nvSpPr>
            <p:cNvPr id="4710" name="Output_receptor__4709">
              <a:extLst>
                <a:ext uri="{FF2B5EF4-FFF2-40B4-BE49-F238E27FC236}">
                  <a16:creationId xmlns:a16="http://schemas.microsoft.com/office/drawing/2014/main" id="{B417FA49-35E3-21EB-C282-B4B7C0E3C07C}"/>
                </a:ext>
              </a:extLst>
            </p:cNvPr>
            <p:cNvSpPr>
              <a:spLocks noGrp="1"/>
            </p:cNvSpPr>
            <p:nvPr/>
          </p:nvSpPr>
          <p:spPr>
            <a:xfrm>
              <a:off x="16071967" y="4456212"/>
              <a:ext cx="37673" cy="16744"/>
            </a:xfrm>
            <a:custGeom>
              <a:avLst/>
              <a:gdLst/>
              <a:ahLst/>
              <a:cxnLst/>
              <a:rect l="0" t="0" r="0" b="0"/>
              <a:pathLst>
                <a:path w="37673" h="16744">
                  <a:moveTo>
                    <a:pt x="37673" y="16744"/>
                  </a:moveTo>
                  <a:lnTo>
                    <a:pt x="0" y="0"/>
                  </a:lnTo>
                </a:path>
              </a:pathLst>
            </a:custGeom>
            <a:noFill/>
            <a:ln w="20003">
              <a:solidFill>
                <a:srgbClr val="E7EAED"/>
              </a:solidFill>
            </a:ln>
          </p:spPr>
        </p:sp>
        <p:sp>
          <p:nvSpPr>
            <p:cNvPr id="4711" name="Output_receptor__4710">
              <a:extLst>
                <a:ext uri="{FF2B5EF4-FFF2-40B4-BE49-F238E27FC236}">
                  <a16:creationId xmlns:a16="http://schemas.microsoft.com/office/drawing/2014/main" id="{155A3277-6135-596F-4469-BEAC0D6A4376}"/>
                </a:ext>
              </a:extLst>
            </p:cNvPr>
            <p:cNvSpPr>
              <a:spLocks noGrp="1"/>
            </p:cNvSpPr>
            <p:nvPr/>
          </p:nvSpPr>
          <p:spPr>
            <a:xfrm>
              <a:off x="16201710" y="3635211"/>
              <a:ext cx="65413" cy="15109"/>
            </a:xfrm>
            <a:custGeom>
              <a:avLst/>
              <a:gdLst/>
              <a:ahLst/>
              <a:cxnLst/>
              <a:rect l="0" t="0" r="0" b="0"/>
              <a:pathLst>
                <a:path w="65413" h="15109">
                  <a:moveTo>
                    <a:pt x="65413" y="15109"/>
                  </a:moveTo>
                  <a:lnTo>
                    <a:pt x="0" y="0"/>
                  </a:lnTo>
                </a:path>
              </a:pathLst>
            </a:custGeom>
            <a:noFill/>
            <a:ln w="20003">
              <a:solidFill>
                <a:srgbClr val="E7EAED"/>
              </a:solidFill>
            </a:ln>
          </p:spPr>
        </p:sp>
        <p:sp>
          <p:nvSpPr>
            <p:cNvPr id="4712" name="Output_receptor__4711">
              <a:extLst>
                <a:ext uri="{FF2B5EF4-FFF2-40B4-BE49-F238E27FC236}">
                  <a16:creationId xmlns:a16="http://schemas.microsoft.com/office/drawing/2014/main" id="{C16ABD66-2BCC-3CAC-0321-964E00649DC9}"/>
                </a:ext>
              </a:extLst>
            </p:cNvPr>
            <p:cNvSpPr>
              <a:spLocks noGrp="1"/>
            </p:cNvSpPr>
            <p:nvPr/>
          </p:nvSpPr>
          <p:spPr>
            <a:xfrm>
              <a:off x="15520039" y="4042864"/>
              <a:ext cx="27375" cy="32786"/>
            </a:xfrm>
            <a:custGeom>
              <a:avLst/>
              <a:gdLst/>
              <a:ahLst/>
              <a:cxnLst/>
              <a:rect l="0" t="0" r="0" b="0"/>
              <a:pathLst>
                <a:path w="27375" h="32786">
                  <a:moveTo>
                    <a:pt x="0" y="0"/>
                  </a:moveTo>
                  <a:lnTo>
                    <a:pt x="27375" y="32786"/>
                  </a:lnTo>
                </a:path>
              </a:pathLst>
            </a:custGeom>
            <a:noFill/>
            <a:ln w="20003">
              <a:solidFill>
                <a:srgbClr val="E7EAED"/>
              </a:solidFill>
            </a:ln>
          </p:spPr>
        </p:sp>
        <p:sp>
          <p:nvSpPr>
            <p:cNvPr id="4713" name="Output_receptor__4712">
              <a:extLst>
                <a:ext uri="{FF2B5EF4-FFF2-40B4-BE49-F238E27FC236}">
                  <a16:creationId xmlns:a16="http://schemas.microsoft.com/office/drawing/2014/main" id="{4FBC9FCD-9AB3-C038-A516-3360C1CA6E69}"/>
                </a:ext>
              </a:extLst>
            </p:cNvPr>
            <p:cNvSpPr>
              <a:spLocks noGrp="1"/>
            </p:cNvSpPr>
            <p:nvPr/>
          </p:nvSpPr>
          <p:spPr>
            <a:xfrm>
              <a:off x="15548716" y="2645600"/>
              <a:ext cx="21669" cy="68781"/>
            </a:xfrm>
            <a:custGeom>
              <a:avLst/>
              <a:gdLst/>
              <a:ahLst/>
              <a:cxnLst/>
              <a:rect l="0" t="0" r="0" b="0"/>
              <a:pathLst>
                <a:path w="21669" h="68781">
                  <a:moveTo>
                    <a:pt x="0" y="0"/>
                  </a:moveTo>
                  <a:lnTo>
                    <a:pt x="21669" y="68781"/>
                  </a:lnTo>
                </a:path>
              </a:pathLst>
            </a:custGeom>
            <a:noFill/>
            <a:ln w="20003">
              <a:solidFill>
                <a:srgbClr val="E7EAED"/>
              </a:solidFill>
            </a:ln>
          </p:spPr>
        </p:sp>
        <p:sp>
          <p:nvSpPr>
            <p:cNvPr id="4714" name="Output_receptor__4713">
              <a:extLst>
                <a:ext uri="{FF2B5EF4-FFF2-40B4-BE49-F238E27FC236}">
                  <a16:creationId xmlns:a16="http://schemas.microsoft.com/office/drawing/2014/main" id="{1BC73FCC-496A-CCEE-35C7-9C42CE82CF6A}"/>
                </a:ext>
              </a:extLst>
            </p:cNvPr>
            <p:cNvSpPr>
              <a:spLocks noGrp="1"/>
            </p:cNvSpPr>
            <p:nvPr/>
          </p:nvSpPr>
          <p:spPr>
            <a:xfrm>
              <a:off x="16227452" y="3833620"/>
              <a:ext cx="70318" cy="11338"/>
            </a:xfrm>
            <a:custGeom>
              <a:avLst/>
              <a:gdLst/>
              <a:ahLst/>
              <a:cxnLst/>
              <a:rect l="0" t="0" r="0" b="0"/>
              <a:pathLst>
                <a:path w="70318" h="11338">
                  <a:moveTo>
                    <a:pt x="70318" y="11338"/>
                  </a:moveTo>
                  <a:lnTo>
                    <a:pt x="0" y="0"/>
                  </a:lnTo>
                </a:path>
              </a:pathLst>
            </a:custGeom>
            <a:noFill/>
            <a:ln w="20003">
              <a:solidFill>
                <a:srgbClr val="E7EAED"/>
              </a:solidFill>
            </a:ln>
          </p:spPr>
        </p:sp>
        <p:sp>
          <p:nvSpPr>
            <p:cNvPr id="4715" name="Output_receptor__4714">
              <a:extLst>
                <a:ext uri="{FF2B5EF4-FFF2-40B4-BE49-F238E27FC236}">
                  <a16:creationId xmlns:a16="http://schemas.microsoft.com/office/drawing/2014/main" id="{0D3F0C97-6210-9B62-F82C-A8324D91197D}"/>
                </a:ext>
              </a:extLst>
            </p:cNvPr>
            <p:cNvSpPr>
              <a:spLocks noGrp="1"/>
            </p:cNvSpPr>
            <p:nvPr/>
          </p:nvSpPr>
          <p:spPr>
            <a:xfrm>
              <a:off x="15816785" y="3880024"/>
              <a:ext cx="17297" cy="1926"/>
            </a:xfrm>
            <a:custGeom>
              <a:avLst/>
              <a:gdLst/>
              <a:ahLst/>
              <a:cxnLst/>
              <a:rect l="0" t="0" r="0" b="0"/>
              <a:pathLst>
                <a:path w="17297" h="1926">
                  <a:moveTo>
                    <a:pt x="0" y="1926"/>
                  </a:moveTo>
                  <a:lnTo>
                    <a:pt x="17297" y="0"/>
                  </a:lnTo>
                </a:path>
              </a:pathLst>
            </a:custGeom>
            <a:noFill/>
            <a:ln w="20003">
              <a:solidFill>
                <a:srgbClr val="E7EAED"/>
              </a:solidFill>
            </a:ln>
          </p:spPr>
        </p:sp>
        <p:sp>
          <p:nvSpPr>
            <p:cNvPr id="4716" name="Output_receptor__4715">
              <a:extLst>
                <a:ext uri="{FF2B5EF4-FFF2-40B4-BE49-F238E27FC236}">
                  <a16:creationId xmlns:a16="http://schemas.microsoft.com/office/drawing/2014/main" id="{AC1D1CBA-BE64-5115-C5B2-682A73DEC3BA}"/>
                </a:ext>
              </a:extLst>
            </p:cNvPr>
            <p:cNvSpPr>
              <a:spLocks noGrp="1"/>
            </p:cNvSpPr>
            <p:nvPr/>
          </p:nvSpPr>
          <p:spPr>
            <a:xfrm>
              <a:off x="15847570" y="4386436"/>
              <a:ext cx="49500" cy="46203"/>
            </a:xfrm>
            <a:custGeom>
              <a:avLst/>
              <a:gdLst/>
              <a:ahLst/>
              <a:cxnLst/>
              <a:rect l="0" t="0" r="0" b="0"/>
              <a:pathLst>
                <a:path w="49500" h="46203">
                  <a:moveTo>
                    <a:pt x="49500" y="0"/>
                  </a:moveTo>
                  <a:lnTo>
                    <a:pt x="0" y="46203"/>
                  </a:lnTo>
                </a:path>
              </a:pathLst>
            </a:custGeom>
            <a:noFill/>
            <a:ln w="20003">
              <a:solidFill>
                <a:srgbClr val="E7EAED"/>
              </a:solidFill>
            </a:ln>
          </p:spPr>
        </p:sp>
        <p:sp>
          <p:nvSpPr>
            <p:cNvPr id="4717" name="Output_receptor__4716">
              <a:extLst>
                <a:ext uri="{FF2B5EF4-FFF2-40B4-BE49-F238E27FC236}">
                  <a16:creationId xmlns:a16="http://schemas.microsoft.com/office/drawing/2014/main" id="{D0A4FD02-C7E1-E286-4EC9-4D337F4E7612}"/>
                </a:ext>
              </a:extLst>
            </p:cNvPr>
            <p:cNvSpPr>
              <a:spLocks noGrp="1"/>
            </p:cNvSpPr>
            <p:nvPr/>
          </p:nvSpPr>
          <p:spPr>
            <a:xfrm>
              <a:off x="16372975" y="3835056"/>
              <a:ext cx="61531" cy="37193"/>
            </a:xfrm>
            <a:custGeom>
              <a:avLst/>
              <a:gdLst/>
              <a:ahLst/>
              <a:cxnLst/>
              <a:rect l="0" t="0" r="0" b="0"/>
              <a:pathLst>
                <a:path w="61531" h="37193">
                  <a:moveTo>
                    <a:pt x="61531" y="0"/>
                  </a:moveTo>
                  <a:lnTo>
                    <a:pt x="0" y="37193"/>
                  </a:lnTo>
                </a:path>
              </a:pathLst>
            </a:custGeom>
            <a:noFill/>
            <a:ln w="20003">
              <a:solidFill>
                <a:srgbClr val="E7EAED"/>
              </a:solidFill>
            </a:ln>
          </p:spPr>
        </p:sp>
        <p:sp>
          <p:nvSpPr>
            <p:cNvPr id="4718" name="Output_receptor__4717">
              <a:extLst>
                <a:ext uri="{FF2B5EF4-FFF2-40B4-BE49-F238E27FC236}">
                  <a16:creationId xmlns:a16="http://schemas.microsoft.com/office/drawing/2014/main" id="{8EFE9C02-9620-E63E-1ABE-46296DF1C7B2}"/>
                </a:ext>
              </a:extLst>
            </p:cNvPr>
            <p:cNvSpPr>
              <a:spLocks noGrp="1"/>
            </p:cNvSpPr>
            <p:nvPr/>
          </p:nvSpPr>
          <p:spPr>
            <a:xfrm>
              <a:off x="16195586" y="3723709"/>
              <a:ext cx="56251" cy="17777"/>
            </a:xfrm>
            <a:custGeom>
              <a:avLst/>
              <a:gdLst/>
              <a:ahLst/>
              <a:cxnLst/>
              <a:rect l="0" t="0" r="0" b="0"/>
              <a:pathLst>
                <a:path w="56251" h="17777">
                  <a:moveTo>
                    <a:pt x="56251" y="17777"/>
                  </a:moveTo>
                  <a:lnTo>
                    <a:pt x="0" y="0"/>
                  </a:lnTo>
                </a:path>
              </a:pathLst>
            </a:custGeom>
            <a:noFill/>
            <a:ln w="20003">
              <a:solidFill>
                <a:srgbClr val="E7EAED"/>
              </a:solidFill>
            </a:ln>
          </p:spPr>
        </p:sp>
        <p:sp>
          <p:nvSpPr>
            <p:cNvPr id="4719" name="Output_receptor__4718">
              <a:extLst>
                <a:ext uri="{FF2B5EF4-FFF2-40B4-BE49-F238E27FC236}">
                  <a16:creationId xmlns:a16="http://schemas.microsoft.com/office/drawing/2014/main" id="{FFE87E68-2717-705E-B5FC-325DB1F51ECF}"/>
                </a:ext>
              </a:extLst>
            </p:cNvPr>
            <p:cNvSpPr>
              <a:spLocks noGrp="1"/>
            </p:cNvSpPr>
            <p:nvPr/>
          </p:nvSpPr>
          <p:spPr>
            <a:xfrm>
              <a:off x="16211259" y="3406823"/>
              <a:ext cx="16609" cy="45292"/>
            </a:xfrm>
            <a:custGeom>
              <a:avLst/>
              <a:gdLst/>
              <a:ahLst/>
              <a:cxnLst/>
              <a:rect l="0" t="0" r="0" b="0"/>
              <a:pathLst>
                <a:path w="16609" h="45292">
                  <a:moveTo>
                    <a:pt x="16609" y="45292"/>
                  </a:moveTo>
                  <a:lnTo>
                    <a:pt x="0" y="0"/>
                  </a:lnTo>
                </a:path>
              </a:pathLst>
            </a:custGeom>
            <a:noFill/>
            <a:ln w="8096">
              <a:solidFill>
                <a:srgbClr val="E7EAED"/>
              </a:solidFill>
            </a:ln>
          </p:spPr>
        </p:sp>
        <p:sp>
          <p:nvSpPr>
            <p:cNvPr id="4720" name="Output_receptor__4719">
              <a:extLst>
                <a:ext uri="{FF2B5EF4-FFF2-40B4-BE49-F238E27FC236}">
                  <a16:creationId xmlns:a16="http://schemas.microsoft.com/office/drawing/2014/main" id="{C82E13E4-F855-19B8-F636-C084A6F3AA8A}"/>
                </a:ext>
              </a:extLst>
            </p:cNvPr>
            <p:cNvSpPr>
              <a:spLocks noGrp="1"/>
            </p:cNvSpPr>
            <p:nvPr/>
          </p:nvSpPr>
          <p:spPr>
            <a:xfrm>
              <a:off x="16156400" y="4252716"/>
              <a:ext cx="2174" cy="1538"/>
            </a:xfrm>
            <a:custGeom>
              <a:avLst/>
              <a:gdLst/>
              <a:ahLst/>
              <a:cxnLst/>
              <a:rect l="0" t="0" r="0" b="0"/>
              <a:pathLst>
                <a:path w="2174" h="1538">
                  <a:moveTo>
                    <a:pt x="0" y="1538"/>
                  </a:moveTo>
                  <a:lnTo>
                    <a:pt x="2174" y="0"/>
                  </a:lnTo>
                </a:path>
              </a:pathLst>
            </a:custGeom>
            <a:noFill/>
            <a:ln w="20003">
              <a:solidFill>
                <a:srgbClr val="E7EAED"/>
              </a:solidFill>
            </a:ln>
          </p:spPr>
        </p:sp>
        <p:sp>
          <p:nvSpPr>
            <p:cNvPr id="4721" name="Output_receptor__4720">
              <a:extLst>
                <a:ext uri="{FF2B5EF4-FFF2-40B4-BE49-F238E27FC236}">
                  <a16:creationId xmlns:a16="http://schemas.microsoft.com/office/drawing/2014/main" id="{F1F3F4FC-4629-A874-1DC6-FB1CEDC9DF99}"/>
                </a:ext>
              </a:extLst>
            </p:cNvPr>
            <p:cNvSpPr>
              <a:spLocks noGrp="1"/>
            </p:cNvSpPr>
            <p:nvPr/>
          </p:nvSpPr>
          <p:spPr>
            <a:xfrm>
              <a:off x="16211296" y="4279809"/>
              <a:ext cx="30176" cy="59085"/>
            </a:xfrm>
            <a:custGeom>
              <a:avLst/>
              <a:gdLst/>
              <a:ahLst/>
              <a:cxnLst/>
              <a:rect l="0" t="0" r="0" b="0"/>
              <a:pathLst>
                <a:path w="30176" h="59085">
                  <a:moveTo>
                    <a:pt x="0" y="59085"/>
                  </a:moveTo>
                  <a:lnTo>
                    <a:pt x="30176" y="0"/>
                  </a:lnTo>
                </a:path>
              </a:pathLst>
            </a:custGeom>
            <a:noFill/>
            <a:ln w="20003">
              <a:solidFill>
                <a:srgbClr val="E7EAED"/>
              </a:solidFill>
            </a:ln>
          </p:spPr>
        </p:sp>
        <p:sp>
          <p:nvSpPr>
            <p:cNvPr id="4722" name="Output_receptor__4721">
              <a:extLst>
                <a:ext uri="{FF2B5EF4-FFF2-40B4-BE49-F238E27FC236}">
                  <a16:creationId xmlns:a16="http://schemas.microsoft.com/office/drawing/2014/main" id="{62A6E884-4694-B805-77A0-9C951D59FB4A}"/>
                </a:ext>
              </a:extLst>
            </p:cNvPr>
            <p:cNvSpPr>
              <a:spLocks noGrp="1"/>
            </p:cNvSpPr>
            <p:nvPr/>
          </p:nvSpPr>
          <p:spPr>
            <a:xfrm>
              <a:off x="16280115" y="3936967"/>
              <a:ext cx="65694" cy="8893"/>
            </a:xfrm>
            <a:custGeom>
              <a:avLst/>
              <a:gdLst/>
              <a:ahLst/>
              <a:cxnLst/>
              <a:rect l="0" t="0" r="0" b="0"/>
              <a:pathLst>
                <a:path w="65694" h="8893">
                  <a:moveTo>
                    <a:pt x="65694" y="8893"/>
                  </a:moveTo>
                  <a:lnTo>
                    <a:pt x="0" y="0"/>
                  </a:lnTo>
                </a:path>
              </a:pathLst>
            </a:custGeom>
            <a:noFill/>
            <a:ln w="20003">
              <a:solidFill>
                <a:srgbClr val="E7EAED"/>
              </a:solidFill>
            </a:ln>
          </p:spPr>
        </p:sp>
        <p:sp>
          <p:nvSpPr>
            <p:cNvPr id="4723" name="Output_receptor__4722">
              <a:extLst>
                <a:ext uri="{FF2B5EF4-FFF2-40B4-BE49-F238E27FC236}">
                  <a16:creationId xmlns:a16="http://schemas.microsoft.com/office/drawing/2014/main" id="{C56A7830-8D77-6585-25CA-3AC8ACC2A1AF}"/>
                </a:ext>
              </a:extLst>
            </p:cNvPr>
            <p:cNvSpPr>
              <a:spLocks noGrp="1"/>
            </p:cNvSpPr>
            <p:nvPr/>
          </p:nvSpPr>
          <p:spPr>
            <a:xfrm>
              <a:off x="16334686" y="4130453"/>
              <a:ext cx="69793" cy="13139"/>
            </a:xfrm>
            <a:custGeom>
              <a:avLst/>
              <a:gdLst/>
              <a:ahLst/>
              <a:cxnLst/>
              <a:rect l="0" t="0" r="0" b="0"/>
              <a:pathLst>
                <a:path w="69793" h="13139">
                  <a:moveTo>
                    <a:pt x="69793" y="13139"/>
                  </a:moveTo>
                  <a:lnTo>
                    <a:pt x="0" y="0"/>
                  </a:lnTo>
                </a:path>
              </a:pathLst>
            </a:custGeom>
            <a:noFill/>
            <a:ln w="20003">
              <a:solidFill>
                <a:srgbClr val="E7EAED"/>
              </a:solidFill>
            </a:ln>
          </p:spPr>
        </p:sp>
        <p:sp>
          <p:nvSpPr>
            <p:cNvPr id="4724" name="Output_receptor__4723">
              <a:extLst>
                <a:ext uri="{FF2B5EF4-FFF2-40B4-BE49-F238E27FC236}">
                  <a16:creationId xmlns:a16="http://schemas.microsoft.com/office/drawing/2014/main" id="{683F4298-E321-76E0-7F43-1F722A78F6F8}"/>
                </a:ext>
              </a:extLst>
            </p:cNvPr>
            <p:cNvSpPr>
              <a:spLocks noGrp="1"/>
            </p:cNvSpPr>
            <p:nvPr/>
          </p:nvSpPr>
          <p:spPr>
            <a:xfrm>
              <a:off x="15761767" y="3725959"/>
              <a:ext cx="24619" cy="45232"/>
            </a:xfrm>
            <a:custGeom>
              <a:avLst/>
              <a:gdLst/>
              <a:ahLst/>
              <a:cxnLst/>
              <a:rect l="0" t="0" r="0" b="0"/>
              <a:pathLst>
                <a:path w="24619" h="45232">
                  <a:moveTo>
                    <a:pt x="0" y="45232"/>
                  </a:moveTo>
                  <a:lnTo>
                    <a:pt x="24619" y="0"/>
                  </a:lnTo>
                </a:path>
              </a:pathLst>
            </a:custGeom>
            <a:noFill/>
            <a:ln w="8096">
              <a:solidFill>
                <a:srgbClr val="E7EAED"/>
              </a:solidFill>
            </a:ln>
          </p:spPr>
        </p:sp>
        <p:sp>
          <p:nvSpPr>
            <p:cNvPr id="4725" name="Output_receptor__4724">
              <a:extLst>
                <a:ext uri="{FF2B5EF4-FFF2-40B4-BE49-F238E27FC236}">
                  <a16:creationId xmlns:a16="http://schemas.microsoft.com/office/drawing/2014/main" id="{ED33B0AC-B938-388A-1E46-A5C91D1859B4}"/>
                </a:ext>
              </a:extLst>
            </p:cNvPr>
            <p:cNvSpPr>
              <a:spLocks noGrp="1"/>
            </p:cNvSpPr>
            <p:nvPr/>
          </p:nvSpPr>
          <p:spPr>
            <a:xfrm>
              <a:off x="15737585" y="4360434"/>
              <a:ext cx="50441" cy="51121"/>
            </a:xfrm>
            <a:custGeom>
              <a:avLst/>
              <a:gdLst/>
              <a:ahLst/>
              <a:cxnLst/>
              <a:rect l="0" t="0" r="0" b="0"/>
              <a:pathLst>
                <a:path w="50441" h="51121">
                  <a:moveTo>
                    <a:pt x="50441" y="0"/>
                  </a:moveTo>
                  <a:lnTo>
                    <a:pt x="0" y="51121"/>
                  </a:lnTo>
                </a:path>
              </a:pathLst>
            </a:custGeom>
            <a:noFill/>
            <a:ln w="20003">
              <a:solidFill>
                <a:srgbClr val="E7EAED"/>
              </a:solidFill>
            </a:ln>
          </p:spPr>
        </p:sp>
        <p:sp>
          <p:nvSpPr>
            <p:cNvPr id="4726" name="Output_receptor__4725">
              <a:extLst>
                <a:ext uri="{FF2B5EF4-FFF2-40B4-BE49-F238E27FC236}">
                  <a16:creationId xmlns:a16="http://schemas.microsoft.com/office/drawing/2014/main" id="{40944AF2-7896-C489-DFB7-761CCCB7FFF9}"/>
                </a:ext>
              </a:extLst>
            </p:cNvPr>
            <p:cNvSpPr>
              <a:spLocks noGrp="1"/>
            </p:cNvSpPr>
            <p:nvPr/>
          </p:nvSpPr>
          <p:spPr>
            <a:xfrm>
              <a:off x="15873284" y="4101385"/>
              <a:ext cx="70778" cy="14571"/>
            </a:xfrm>
            <a:custGeom>
              <a:avLst/>
              <a:gdLst/>
              <a:ahLst/>
              <a:cxnLst/>
              <a:rect l="0" t="0" r="0" b="0"/>
              <a:pathLst>
                <a:path w="70778" h="14571">
                  <a:moveTo>
                    <a:pt x="70778" y="0"/>
                  </a:moveTo>
                  <a:lnTo>
                    <a:pt x="0" y="14571"/>
                  </a:lnTo>
                </a:path>
              </a:pathLst>
            </a:custGeom>
            <a:noFill/>
            <a:ln w="20003">
              <a:solidFill>
                <a:srgbClr val="E7EAED"/>
              </a:solidFill>
            </a:ln>
          </p:spPr>
        </p:sp>
        <p:sp>
          <p:nvSpPr>
            <p:cNvPr id="4727" name="Output_receptor__4726">
              <a:extLst>
                <a:ext uri="{FF2B5EF4-FFF2-40B4-BE49-F238E27FC236}">
                  <a16:creationId xmlns:a16="http://schemas.microsoft.com/office/drawing/2014/main" id="{E508273A-2681-FA43-D96F-8AFC47CCDB65}"/>
                </a:ext>
              </a:extLst>
            </p:cNvPr>
            <p:cNvSpPr>
              <a:spLocks noGrp="1"/>
            </p:cNvSpPr>
            <p:nvPr/>
          </p:nvSpPr>
          <p:spPr>
            <a:xfrm>
              <a:off x="15690241" y="4033735"/>
              <a:ext cx="35552" cy="4155"/>
            </a:xfrm>
            <a:custGeom>
              <a:avLst/>
              <a:gdLst/>
              <a:ahLst/>
              <a:cxnLst/>
              <a:rect l="0" t="0" r="0" b="0"/>
              <a:pathLst>
                <a:path w="35552" h="4155">
                  <a:moveTo>
                    <a:pt x="35552" y="0"/>
                  </a:moveTo>
                  <a:lnTo>
                    <a:pt x="0" y="4155"/>
                  </a:lnTo>
                </a:path>
              </a:pathLst>
            </a:custGeom>
            <a:noFill/>
            <a:ln w="20003">
              <a:solidFill>
                <a:srgbClr val="E7EAED"/>
              </a:solidFill>
            </a:ln>
          </p:spPr>
        </p:sp>
        <p:sp>
          <p:nvSpPr>
            <p:cNvPr id="4728" name="Output_receptor__4727">
              <a:extLst>
                <a:ext uri="{FF2B5EF4-FFF2-40B4-BE49-F238E27FC236}">
                  <a16:creationId xmlns:a16="http://schemas.microsoft.com/office/drawing/2014/main" id="{C954AA03-12C1-47A4-0FD2-86E0535CF77F}"/>
                </a:ext>
              </a:extLst>
            </p:cNvPr>
            <p:cNvSpPr>
              <a:spLocks noGrp="1"/>
            </p:cNvSpPr>
            <p:nvPr/>
          </p:nvSpPr>
          <p:spPr>
            <a:xfrm>
              <a:off x="15944062" y="4101385"/>
              <a:ext cx="18739" cy="69772"/>
            </a:xfrm>
            <a:custGeom>
              <a:avLst/>
              <a:gdLst/>
              <a:ahLst/>
              <a:cxnLst/>
              <a:rect l="0" t="0" r="0" b="0"/>
              <a:pathLst>
                <a:path w="18739" h="69772">
                  <a:moveTo>
                    <a:pt x="18739" y="69772"/>
                  </a:moveTo>
                  <a:lnTo>
                    <a:pt x="0" y="0"/>
                  </a:lnTo>
                </a:path>
              </a:pathLst>
            </a:custGeom>
            <a:noFill/>
            <a:ln w="20003">
              <a:solidFill>
                <a:srgbClr val="E7EAED"/>
              </a:solidFill>
            </a:ln>
          </p:spPr>
        </p:sp>
        <p:sp>
          <p:nvSpPr>
            <p:cNvPr id="4729" name="Output_receptor__4728">
              <a:extLst>
                <a:ext uri="{FF2B5EF4-FFF2-40B4-BE49-F238E27FC236}">
                  <a16:creationId xmlns:a16="http://schemas.microsoft.com/office/drawing/2014/main" id="{DF534453-ABFA-5AB2-843B-EEBE4409AA78}"/>
                </a:ext>
              </a:extLst>
            </p:cNvPr>
            <p:cNvSpPr>
              <a:spLocks noGrp="1"/>
            </p:cNvSpPr>
            <p:nvPr/>
          </p:nvSpPr>
          <p:spPr>
            <a:xfrm>
              <a:off x="16539690" y="3677198"/>
              <a:ext cx="17027" cy="14981"/>
            </a:xfrm>
            <a:custGeom>
              <a:avLst/>
              <a:gdLst/>
              <a:ahLst/>
              <a:cxnLst/>
              <a:rect l="0" t="0" r="0" b="0"/>
              <a:pathLst>
                <a:path w="17027" h="14981">
                  <a:moveTo>
                    <a:pt x="17027" y="0"/>
                  </a:moveTo>
                  <a:lnTo>
                    <a:pt x="0" y="14981"/>
                  </a:lnTo>
                </a:path>
              </a:pathLst>
            </a:custGeom>
            <a:noFill/>
            <a:ln w="20003">
              <a:solidFill>
                <a:srgbClr val="E7EAED"/>
              </a:solidFill>
            </a:ln>
          </p:spPr>
        </p:sp>
        <p:sp>
          <p:nvSpPr>
            <p:cNvPr id="4730" name="Output_receptor__4729">
              <a:extLst>
                <a:ext uri="{FF2B5EF4-FFF2-40B4-BE49-F238E27FC236}">
                  <a16:creationId xmlns:a16="http://schemas.microsoft.com/office/drawing/2014/main" id="{5D8BC16C-2118-757B-8583-AC3EA2A29D51}"/>
                </a:ext>
              </a:extLst>
            </p:cNvPr>
            <p:cNvSpPr>
              <a:spLocks noGrp="1"/>
            </p:cNvSpPr>
            <p:nvPr/>
          </p:nvSpPr>
          <p:spPr>
            <a:xfrm>
              <a:off x="15958032" y="4695977"/>
              <a:ext cx="63163" cy="32245"/>
            </a:xfrm>
            <a:custGeom>
              <a:avLst/>
              <a:gdLst/>
              <a:ahLst/>
              <a:cxnLst/>
              <a:rect l="0" t="0" r="0" b="0"/>
              <a:pathLst>
                <a:path w="63163" h="32245">
                  <a:moveTo>
                    <a:pt x="63163" y="0"/>
                  </a:moveTo>
                  <a:lnTo>
                    <a:pt x="0" y="32245"/>
                  </a:lnTo>
                </a:path>
              </a:pathLst>
            </a:custGeom>
            <a:noFill/>
            <a:ln w="8096">
              <a:solidFill>
                <a:srgbClr val="E7EAED"/>
              </a:solidFill>
            </a:ln>
          </p:spPr>
        </p:sp>
        <p:sp>
          <p:nvSpPr>
            <p:cNvPr id="4731" name="Output_receptor__4730">
              <a:extLst>
                <a:ext uri="{FF2B5EF4-FFF2-40B4-BE49-F238E27FC236}">
                  <a16:creationId xmlns:a16="http://schemas.microsoft.com/office/drawing/2014/main" id="{BB39F5C9-4682-8FEF-F91D-E9A4536EF8AA}"/>
                </a:ext>
              </a:extLst>
            </p:cNvPr>
            <p:cNvSpPr>
              <a:spLocks noGrp="1"/>
            </p:cNvSpPr>
            <p:nvPr/>
          </p:nvSpPr>
          <p:spPr>
            <a:xfrm>
              <a:off x="15682656" y="4541509"/>
              <a:ext cx="65579" cy="21880"/>
            </a:xfrm>
            <a:custGeom>
              <a:avLst/>
              <a:gdLst/>
              <a:ahLst/>
              <a:cxnLst/>
              <a:rect l="0" t="0" r="0" b="0"/>
              <a:pathLst>
                <a:path w="65579" h="21880">
                  <a:moveTo>
                    <a:pt x="65579" y="0"/>
                  </a:moveTo>
                  <a:lnTo>
                    <a:pt x="0" y="21880"/>
                  </a:lnTo>
                </a:path>
              </a:pathLst>
            </a:custGeom>
            <a:noFill/>
            <a:ln w="20003">
              <a:solidFill>
                <a:srgbClr val="E7EAED"/>
              </a:solidFill>
            </a:ln>
          </p:spPr>
        </p:sp>
        <p:sp>
          <p:nvSpPr>
            <p:cNvPr id="4732" name="Output_receptor__4731">
              <a:extLst>
                <a:ext uri="{FF2B5EF4-FFF2-40B4-BE49-F238E27FC236}">
                  <a16:creationId xmlns:a16="http://schemas.microsoft.com/office/drawing/2014/main" id="{5FE3B0F6-259C-8C1E-86A8-58DDA3B62429}"/>
                </a:ext>
              </a:extLst>
            </p:cNvPr>
            <p:cNvSpPr>
              <a:spLocks noGrp="1"/>
            </p:cNvSpPr>
            <p:nvPr/>
          </p:nvSpPr>
          <p:spPr>
            <a:xfrm>
              <a:off x="16251837" y="3741487"/>
              <a:ext cx="40366" cy="15959"/>
            </a:xfrm>
            <a:custGeom>
              <a:avLst/>
              <a:gdLst/>
              <a:ahLst/>
              <a:cxnLst/>
              <a:rect l="0" t="0" r="0" b="0"/>
              <a:pathLst>
                <a:path w="40366" h="15959">
                  <a:moveTo>
                    <a:pt x="40366" y="15959"/>
                  </a:moveTo>
                  <a:lnTo>
                    <a:pt x="0" y="0"/>
                  </a:lnTo>
                </a:path>
              </a:pathLst>
            </a:custGeom>
            <a:noFill/>
            <a:ln w="20003">
              <a:solidFill>
                <a:srgbClr val="E7EAED"/>
              </a:solidFill>
            </a:ln>
          </p:spPr>
        </p:sp>
        <p:sp>
          <p:nvSpPr>
            <p:cNvPr id="4733" name="Output_receptor__4732">
              <a:extLst>
                <a:ext uri="{FF2B5EF4-FFF2-40B4-BE49-F238E27FC236}">
                  <a16:creationId xmlns:a16="http://schemas.microsoft.com/office/drawing/2014/main" id="{D1B8C80E-B51B-964A-F348-49650796AC3C}"/>
                </a:ext>
              </a:extLst>
            </p:cNvPr>
            <p:cNvSpPr>
              <a:spLocks noGrp="1"/>
            </p:cNvSpPr>
            <p:nvPr/>
          </p:nvSpPr>
          <p:spPr>
            <a:xfrm>
              <a:off x="16465655" y="3441811"/>
              <a:ext cx="24467" cy="4094"/>
            </a:xfrm>
            <a:custGeom>
              <a:avLst/>
              <a:gdLst/>
              <a:ahLst/>
              <a:cxnLst/>
              <a:rect l="0" t="0" r="0" b="0"/>
              <a:pathLst>
                <a:path w="24467" h="4094">
                  <a:moveTo>
                    <a:pt x="0" y="4094"/>
                  </a:moveTo>
                  <a:lnTo>
                    <a:pt x="24467" y="0"/>
                  </a:lnTo>
                </a:path>
              </a:pathLst>
            </a:custGeom>
            <a:noFill/>
            <a:ln w="8096">
              <a:solidFill>
                <a:srgbClr val="E7EAED"/>
              </a:solidFill>
            </a:ln>
          </p:spPr>
        </p:sp>
        <p:sp>
          <p:nvSpPr>
            <p:cNvPr id="4734" name="Output_receptor__4733">
              <a:extLst>
                <a:ext uri="{FF2B5EF4-FFF2-40B4-BE49-F238E27FC236}">
                  <a16:creationId xmlns:a16="http://schemas.microsoft.com/office/drawing/2014/main" id="{C9BFBB26-F152-BD4A-3053-A8E05B376E92}"/>
                </a:ext>
              </a:extLst>
            </p:cNvPr>
            <p:cNvSpPr>
              <a:spLocks noGrp="1"/>
            </p:cNvSpPr>
            <p:nvPr/>
          </p:nvSpPr>
          <p:spPr>
            <a:xfrm>
              <a:off x="16344102" y="3581450"/>
              <a:ext cx="65764" cy="25553"/>
            </a:xfrm>
            <a:custGeom>
              <a:avLst/>
              <a:gdLst/>
              <a:ahLst/>
              <a:cxnLst/>
              <a:rect l="0" t="0" r="0" b="0"/>
              <a:pathLst>
                <a:path w="65764" h="25553">
                  <a:moveTo>
                    <a:pt x="0" y="0"/>
                  </a:moveTo>
                  <a:lnTo>
                    <a:pt x="65764" y="25553"/>
                  </a:lnTo>
                </a:path>
              </a:pathLst>
            </a:custGeom>
            <a:noFill/>
            <a:ln w="20003">
              <a:solidFill>
                <a:srgbClr val="E7EAED"/>
              </a:solidFill>
            </a:ln>
          </p:spPr>
        </p:sp>
        <p:sp>
          <p:nvSpPr>
            <p:cNvPr id="4735" name="Output_receptor__4734">
              <a:extLst>
                <a:ext uri="{FF2B5EF4-FFF2-40B4-BE49-F238E27FC236}">
                  <a16:creationId xmlns:a16="http://schemas.microsoft.com/office/drawing/2014/main" id="{2AED2D84-5763-9E1F-016E-DBA30B775ACA}"/>
                </a:ext>
              </a:extLst>
            </p:cNvPr>
            <p:cNvSpPr>
              <a:spLocks noGrp="1"/>
            </p:cNvSpPr>
            <p:nvPr/>
          </p:nvSpPr>
          <p:spPr>
            <a:xfrm>
              <a:off x="16331570" y="4040574"/>
              <a:ext cx="53160" cy="5928"/>
            </a:xfrm>
            <a:custGeom>
              <a:avLst/>
              <a:gdLst/>
              <a:ahLst/>
              <a:cxnLst/>
              <a:rect l="0" t="0" r="0" b="0"/>
              <a:pathLst>
                <a:path w="53160" h="5928">
                  <a:moveTo>
                    <a:pt x="53160" y="5928"/>
                  </a:moveTo>
                  <a:lnTo>
                    <a:pt x="0" y="0"/>
                  </a:lnTo>
                </a:path>
              </a:pathLst>
            </a:custGeom>
            <a:noFill/>
            <a:ln w="20003">
              <a:solidFill>
                <a:srgbClr val="E7EAED"/>
              </a:solidFill>
            </a:ln>
          </p:spPr>
        </p:sp>
        <p:sp>
          <p:nvSpPr>
            <p:cNvPr id="4736" name="Output_receptor__4735">
              <a:extLst>
                <a:ext uri="{FF2B5EF4-FFF2-40B4-BE49-F238E27FC236}">
                  <a16:creationId xmlns:a16="http://schemas.microsoft.com/office/drawing/2014/main" id="{8769595B-6C8B-81CD-F832-F14A18C615AD}"/>
                </a:ext>
              </a:extLst>
            </p:cNvPr>
            <p:cNvSpPr>
              <a:spLocks noGrp="1"/>
            </p:cNvSpPr>
            <p:nvPr/>
          </p:nvSpPr>
          <p:spPr>
            <a:xfrm>
              <a:off x="16280188" y="4027572"/>
              <a:ext cx="51382" cy="13002"/>
            </a:xfrm>
            <a:custGeom>
              <a:avLst/>
              <a:gdLst/>
              <a:ahLst/>
              <a:cxnLst/>
              <a:rect l="0" t="0" r="0" b="0"/>
              <a:pathLst>
                <a:path w="51382" h="13002">
                  <a:moveTo>
                    <a:pt x="51382" y="13002"/>
                  </a:moveTo>
                  <a:lnTo>
                    <a:pt x="0" y="0"/>
                  </a:lnTo>
                </a:path>
              </a:pathLst>
            </a:custGeom>
            <a:noFill/>
            <a:ln w="20003">
              <a:solidFill>
                <a:srgbClr val="E7EAED"/>
              </a:solidFill>
            </a:ln>
          </p:spPr>
        </p:sp>
        <p:sp>
          <p:nvSpPr>
            <p:cNvPr id="4737" name="Output_receptor__4736">
              <a:extLst>
                <a:ext uri="{FF2B5EF4-FFF2-40B4-BE49-F238E27FC236}">
                  <a16:creationId xmlns:a16="http://schemas.microsoft.com/office/drawing/2014/main" id="{542F4D46-7E5A-9D88-59A9-49BE13A97D7F}"/>
                </a:ext>
              </a:extLst>
            </p:cNvPr>
            <p:cNvSpPr>
              <a:spLocks noGrp="1"/>
            </p:cNvSpPr>
            <p:nvPr/>
          </p:nvSpPr>
          <p:spPr>
            <a:xfrm>
              <a:off x="16081814" y="4166240"/>
              <a:ext cx="50470" cy="29564"/>
            </a:xfrm>
            <a:custGeom>
              <a:avLst/>
              <a:gdLst/>
              <a:ahLst/>
              <a:cxnLst/>
              <a:rect l="0" t="0" r="0" b="0"/>
              <a:pathLst>
                <a:path w="50470" h="29564">
                  <a:moveTo>
                    <a:pt x="50470" y="0"/>
                  </a:moveTo>
                  <a:lnTo>
                    <a:pt x="0" y="29564"/>
                  </a:lnTo>
                </a:path>
              </a:pathLst>
            </a:custGeom>
            <a:noFill/>
            <a:ln w="20003">
              <a:solidFill>
                <a:srgbClr val="E7EAED"/>
              </a:solidFill>
            </a:ln>
          </p:spPr>
        </p:sp>
        <p:sp>
          <p:nvSpPr>
            <p:cNvPr id="4738" name="Output_receptor__4737">
              <a:extLst>
                <a:ext uri="{FF2B5EF4-FFF2-40B4-BE49-F238E27FC236}">
                  <a16:creationId xmlns:a16="http://schemas.microsoft.com/office/drawing/2014/main" id="{E996CE55-F5C6-7919-A069-DEB72A116993}"/>
                </a:ext>
              </a:extLst>
            </p:cNvPr>
            <p:cNvSpPr>
              <a:spLocks noGrp="1"/>
            </p:cNvSpPr>
            <p:nvPr/>
          </p:nvSpPr>
          <p:spPr>
            <a:xfrm>
              <a:off x="16016548" y="4487572"/>
              <a:ext cx="13285" cy="25753"/>
            </a:xfrm>
            <a:custGeom>
              <a:avLst/>
              <a:gdLst/>
              <a:ahLst/>
              <a:cxnLst/>
              <a:rect l="0" t="0" r="0" b="0"/>
              <a:pathLst>
                <a:path w="13285" h="25753">
                  <a:moveTo>
                    <a:pt x="13285" y="25753"/>
                  </a:moveTo>
                  <a:lnTo>
                    <a:pt x="0" y="0"/>
                  </a:lnTo>
                </a:path>
              </a:pathLst>
            </a:custGeom>
            <a:noFill/>
            <a:ln w="20003">
              <a:solidFill>
                <a:srgbClr val="E7EAED"/>
              </a:solidFill>
            </a:ln>
          </p:spPr>
        </p:sp>
        <p:sp>
          <p:nvSpPr>
            <p:cNvPr id="4739" name="Output_receptor__4738">
              <a:extLst>
                <a:ext uri="{FF2B5EF4-FFF2-40B4-BE49-F238E27FC236}">
                  <a16:creationId xmlns:a16="http://schemas.microsoft.com/office/drawing/2014/main" id="{3514731B-BBA7-0B8F-A585-DA1E56C09CCF}"/>
                </a:ext>
              </a:extLst>
            </p:cNvPr>
            <p:cNvSpPr>
              <a:spLocks noGrp="1"/>
            </p:cNvSpPr>
            <p:nvPr/>
          </p:nvSpPr>
          <p:spPr>
            <a:xfrm>
              <a:off x="15792346" y="4207854"/>
              <a:ext cx="55514" cy="45201"/>
            </a:xfrm>
            <a:custGeom>
              <a:avLst/>
              <a:gdLst/>
              <a:ahLst/>
              <a:cxnLst/>
              <a:rect l="0" t="0" r="0" b="0"/>
              <a:pathLst>
                <a:path w="55514" h="45201">
                  <a:moveTo>
                    <a:pt x="0" y="45201"/>
                  </a:moveTo>
                  <a:lnTo>
                    <a:pt x="55514" y="0"/>
                  </a:lnTo>
                </a:path>
              </a:pathLst>
            </a:custGeom>
            <a:noFill/>
            <a:ln w="20003">
              <a:solidFill>
                <a:srgbClr val="E7EAED"/>
              </a:solidFill>
            </a:ln>
          </p:spPr>
        </p:sp>
        <p:sp>
          <p:nvSpPr>
            <p:cNvPr id="4740" name="Output_receptor__4739">
              <a:extLst>
                <a:ext uri="{FF2B5EF4-FFF2-40B4-BE49-F238E27FC236}">
                  <a16:creationId xmlns:a16="http://schemas.microsoft.com/office/drawing/2014/main" id="{2D60049B-DD05-D782-5836-97527BAC9259}"/>
                </a:ext>
              </a:extLst>
            </p:cNvPr>
            <p:cNvSpPr>
              <a:spLocks noGrp="1"/>
            </p:cNvSpPr>
            <p:nvPr/>
          </p:nvSpPr>
          <p:spPr>
            <a:xfrm>
              <a:off x="16533749" y="3938344"/>
              <a:ext cx="46342" cy="10206"/>
            </a:xfrm>
            <a:custGeom>
              <a:avLst/>
              <a:gdLst/>
              <a:ahLst/>
              <a:cxnLst/>
              <a:rect l="0" t="0" r="0" b="0"/>
              <a:pathLst>
                <a:path w="46342" h="10206">
                  <a:moveTo>
                    <a:pt x="46342" y="0"/>
                  </a:moveTo>
                  <a:lnTo>
                    <a:pt x="0" y="10206"/>
                  </a:lnTo>
                </a:path>
              </a:pathLst>
            </a:custGeom>
            <a:noFill/>
            <a:ln w="20003">
              <a:solidFill>
                <a:srgbClr val="E7EAED"/>
              </a:solidFill>
            </a:ln>
          </p:spPr>
        </p:sp>
        <p:sp>
          <p:nvSpPr>
            <p:cNvPr id="4741" name="Output_receptor__4740">
              <a:extLst>
                <a:ext uri="{FF2B5EF4-FFF2-40B4-BE49-F238E27FC236}">
                  <a16:creationId xmlns:a16="http://schemas.microsoft.com/office/drawing/2014/main" id="{5A680828-E00C-1C41-BD1E-EF202DCAF8FD}"/>
                </a:ext>
              </a:extLst>
            </p:cNvPr>
            <p:cNvSpPr>
              <a:spLocks noGrp="1"/>
            </p:cNvSpPr>
            <p:nvPr/>
          </p:nvSpPr>
          <p:spPr>
            <a:xfrm>
              <a:off x="16109640" y="4472956"/>
              <a:ext cx="2373" cy="69119"/>
            </a:xfrm>
            <a:custGeom>
              <a:avLst/>
              <a:gdLst/>
              <a:ahLst/>
              <a:cxnLst/>
              <a:rect l="0" t="0" r="0" b="0"/>
              <a:pathLst>
                <a:path w="2373" h="69119">
                  <a:moveTo>
                    <a:pt x="2373" y="69119"/>
                  </a:moveTo>
                  <a:lnTo>
                    <a:pt x="0" y="0"/>
                  </a:lnTo>
                </a:path>
              </a:pathLst>
            </a:custGeom>
            <a:noFill/>
            <a:ln w="20003">
              <a:solidFill>
                <a:srgbClr val="E7EAED"/>
              </a:solidFill>
            </a:ln>
          </p:spPr>
        </p:sp>
        <p:sp>
          <p:nvSpPr>
            <p:cNvPr id="4742" name="Output_receptor__4741">
              <a:extLst>
                <a:ext uri="{FF2B5EF4-FFF2-40B4-BE49-F238E27FC236}">
                  <a16:creationId xmlns:a16="http://schemas.microsoft.com/office/drawing/2014/main" id="{D1DDAB67-B1AC-9B6C-586E-E3FB868AC3BA}"/>
                </a:ext>
              </a:extLst>
            </p:cNvPr>
            <p:cNvSpPr>
              <a:spLocks noGrp="1"/>
            </p:cNvSpPr>
            <p:nvPr/>
          </p:nvSpPr>
          <p:spPr>
            <a:xfrm>
              <a:off x="16132284" y="4166240"/>
              <a:ext cx="51783" cy="18937"/>
            </a:xfrm>
            <a:custGeom>
              <a:avLst/>
              <a:gdLst/>
              <a:ahLst/>
              <a:cxnLst/>
              <a:rect l="0" t="0" r="0" b="0"/>
              <a:pathLst>
                <a:path w="51783" h="18937">
                  <a:moveTo>
                    <a:pt x="51783" y="18937"/>
                  </a:moveTo>
                  <a:lnTo>
                    <a:pt x="0" y="0"/>
                  </a:lnTo>
                </a:path>
              </a:pathLst>
            </a:custGeom>
            <a:noFill/>
            <a:ln w="20003">
              <a:solidFill>
                <a:srgbClr val="E7EAED"/>
              </a:solidFill>
            </a:ln>
          </p:spPr>
        </p:sp>
        <p:sp>
          <p:nvSpPr>
            <p:cNvPr id="4743" name="Output_receptor__4742">
              <a:extLst>
                <a:ext uri="{FF2B5EF4-FFF2-40B4-BE49-F238E27FC236}">
                  <a16:creationId xmlns:a16="http://schemas.microsoft.com/office/drawing/2014/main" id="{6F43B206-BD48-ACCD-5CB0-9C813B30528A}"/>
                </a:ext>
              </a:extLst>
            </p:cNvPr>
            <p:cNvSpPr>
              <a:spLocks noGrp="1"/>
            </p:cNvSpPr>
            <p:nvPr/>
          </p:nvSpPr>
          <p:spPr>
            <a:xfrm>
              <a:off x="16178494" y="3609653"/>
              <a:ext cx="23215" cy="25557"/>
            </a:xfrm>
            <a:custGeom>
              <a:avLst/>
              <a:gdLst/>
              <a:ahLst/>
              <a:cxnLst/>
              <a:rect l="0" t="0" r="0" b="0"/>
              <a:pathLst>
                <a:path w="23215" h="25557">
                  <a:moveTo>
                    <a:pt x="23215" y="25557"/>
                  </a:moveTo>
                  <a:lnTo>
                    <a:pt x="0" y="0"/>
                  </a:lnTo>
                </a:path>
              </a:pathLst>
            </a:custGeom>
            <a:noFill/>
            <a:ln w="20003">
              <a:solidFill>
                <a:srgbClr val="E7EAED"/>
              </a:solidFill>
            </a:ln>
          </p:spPr>
        </p:sp>
        <p:sp>
          <p:nvSpPr>
            <p:cNvPr id="4744" name="Output_receptor__4743">
              <a:extLst>
                <a:ext uri="{FF2B5EF4-FFF2-40B4-BE49-F238E27FC236}">
                  <a16:creationId xmlns:a16="http://schemas.microsoft.com/office/drawing/2014/main" id="{C33E6D3E-1A52-A2C6-DFA5-05995D961FD2}"/>
                </a:ext>
              </a:extLst>
            </p:cNvPr>
            <p:cNvSpPr>
              <a:spLocks noGrp="1"/>
            </p:cNvSpPr>
            <p:nvPr/>
          </p:nvSpPr>
          <p:spPr>
            <a:xfrm>
              <a:off x="15515032" y="4075650"/>
              <a:ext cx="32382" cy="60777"/>
            </a:xfrm>
            <a:custGeom>
              <a:avLst/>
              <a:gdLst/>
              <a:ahLst/>
              <a:cxnLst/>
              <a:rect l="0" t="0" r="0" b="0"/>
              <a:pathLst>
                <a:path w="32382" h="60777">
                  <a:moveTo>
                    <a:pt x="32382" y="0"/>
                  </a:moveTo>
                  <a:lnTo>
                    <a:pt x="0" y="60777"/>
                  </a:lnTo>
                </a:path>
              </a:pathLst>
            </a:custGeom>
            <a:noFill/>
            <a:ln w="20003">
              <a:solidFill>
                <a:srgbClr val="E7EAED"/>
              </a:solidFill>
            </a:ln>
          </p:spPr>
        </p:sp>
        <p:sp>
          <p:nvSpPr>
            <p:cNvPr id="4745" name="Output_receptor__4744">
              <a:extLst>
                <a:ext uri="{FF2B5EF4-FFF2-40B4-BE49-F238E27FC236}">
                  <a16:creationId xmlns:a16="http://schemas.microsoft.com/office/drawing/2014/main" id="{7BEFA4C2-5182-2718-50C2-6C23193D3030}"/>
                </a:ext>
              </a:extLst>
            </p:cNvPr>
            <p:cNvSpPr>
              <a:spLocks noGrp="1"/>
            </p:cNvSpPr>
            <p:nvPr/>
          </p:nvSpPr>
          <p:spPr>
            <a:xfrm>
              <a:off x="16347968" y="3678203"/>
              <a:ext cx="18416" cy="7226"/>
            </a:xfrm>
            <a:custGeom>
              <a:avLst/>
              <a:gdLst/>
              <a:ahLst/>
              <a:cxnLst/>
              <a:rect l="0" t="0" r="0" b="0"/>
              <a:pathLst>
                <a:path w="18416" h="7226">
                  <a:moveTo>
                    <a:pt x="0" y="0"/>
                  </a:moveTo>
                  <a:lnTo>
                    <a:pt x="18416" y="7226"/>
                  </a:lnTo>
                </a:path>
              </a:pathLst>
            </a:custGeom>
            <a:noFill/>
            <a:ln w="20003">
              <a:solidFill>
                <a:srgbClr val="E7EAED"/>
              </a:solidFill>
            </a:ln>
          </p:spPr>
        </p:sp>
        <p:sp>
          <p:nvSpPr>
            <p:cNvPr id="4746" name="Output_receptor__4745">
              <a:extLst>
                <a:ext uri="{FF2B5EF4-FFF2-40B4-BE49-F238E27FC236}">
                  <a16:creationId xmlns:a16="http://schemas.microsoft.com/office/drawing/2014/main" id="{08BE7498-9FB7-066F-BA73-BFAD2E9C7876}"/>
                </a:ext>
              </a:extLst>
            </p:cNvPr>
            <p:cNvSpPr>
              <a:spLocks noGrp="1"/>
            </p:cNvSpPr>
            <p:nvPr/>
          </p:nvSpPr>
          <p:spPr>
            <a:xfrm>
              <a:off x="16524529" y="3855237"/>
              <a:ext cx="69736" cy="16244"/>
            </a:xfrm>
            <a:custGeom>
              <a:avLst/>
              <a:gdLst/>
              <a:ahLst/>
              <a:cxnLst/>
              <a:rect l="0" t="0" r="0" b="0"/>
              <a:pathLst>
                <a:path w="69736" h="16244">
                  <a:moveTo>
                    <a:pt x="0" y="0"/>
                  </a:moveTo>
                  <a:lnTo>
                    <a:pt x="69736" y="16244"/>
                  </a:lnTo>
                </a:path>
              </a:pathLst>
            </a:custGeom>
            <a:noFill/>
            <a:ln w="20003">
              <a:solidFill>
                <a:srgbClr val="E7EAED"/>
              </a:solidFill>
            </a:ln>
          </p:spPr>
        </p:sp>
        <p:sp>
          <p:nvSpPr>
            <p:cNvPr id="4747" name="Output_receptor__4746">
              <a:extLst>
                <a:ext uri="{FF2B5EF4-FFF2-40B4-BE49-F238E27FC236}">
                  <a16:creationId xmlns:a16="http://schemas.microsoft.com/office/drawing/2014/main" id="{A07F3867-E5A8-F61C-DD2B-B1A614AD8FD2}"/>
                </a:ext>
              </a:extLst>
            </p:cNvPr>
            <p:cNvSpPr>
              <a:spLocks noGrp="1"/>
            </p:cNvSpPr>
            <p:nvPr/>
          </p:nvSpPr>
          <p:spPr>
            <a:xfrm>
              <a:off x="15669962" y="3954772"/>
              <a:ext cx="71137" cy="10684"/>
            </a:xfrm>
            <a:custGeom>
              <a:avLst/>
              <a:gdLst/>
              <a:ahLst/>
              <a:cxnLst/>
              <a:rect l="0" t="0" r="0" b="0"/>
              <a:pathLst>
                <a:path w="71137" h="10684">
                  <a:moveTo>
                    <a:pt x="0" y="0"/>
                  </a:moveTo>
                  <a:lnTo>
                    <a:pt x="71137" y="10684"/>
                  </a:lnTo>
                </a:path>
              </a:pathLst>
            </a:custGeom>
            <a:noFill/>
            <a:ln w="20003">
              <a:solidFill>
                <a:srgbClr val="E7EAED"/>
              </a:solidFill>
            </a:ln>
          </p:spPr>
        </p:sp>
        <p:sp>
          <p:nvSpPr>
            <p:cNvPr id="4748" name="Output_receptor__4747">
              <a:extLst>
                <a:ext uri="{FF2B5EF4-FFF2-40B4-BE49-F238E27FC236}">
                  <a16:creationId xmlns:a16="http://schemas.microsoft.com/office/drawing/2014/main" id="{25B57D88-D1D8-03A9-D839-D22CE7F98E32}"/>
                </a:ext>
              </a:extLst>
            </p:cNvPr>
            <p:cNvSpPr>
              <a:spLocks noGrp="1"/>
            </p:cNvSpPr>
            <p:nvPr/>
          </p:nvSpPr>
          <p:spPr>
            <a:xfrm>
              <a:off x="16100304" y="3925991"/>
              <a:ext cx="6074" cy="23970"/>
            </a:xfrm>
            <a:custGeom>
              <a:avLst/>
              <a:gdLst/>
              <a:ahLst/>
              <a:cxnLst/>
              <a:rect l="0" t="0" r="0" b="0"/>
              <a:pathLst>
                <a:path w="6074" h="23970">
                  <a:moveTo>
                    <a:pt x="0" y="0"/>
                  </a:moveTo>
                  <a:lnTo>
                    <a:pt x="6074" y="23970"/>
                  </a:lnTo>
                </a:path>
              </a:pathLst>
            </a:custGeom>
            <a:noFill/>
            <a:ln w="20003">
              <a:solidFill>
                <a:srgbClr val="E7EAED"/>
              </a:solidFill>
            </a:ln>
          </p:spPr>
        </p:sp>
        <p:sp>
          <p:nvSpPr>
            <p:cNvPr id="4749" name="Output_receptor__4748">
              <a:extLst>
                <a:ext uri="{FF2B5EF4-FFF2-40B4-BE49-F238E27FC236}">
                  <a16:creationId xmlns:a16="http://schemas.microsoft.com/office/drawing/2014/main" id="{EBF6DEEA-5A84-22F4-11FD-9851C8648675}"/>
                </a:ext>
              </a:extLst>
            </p:cNvPr>
            <p:cNvSpPr>
              <a:spLocks noGrp="1"/>
            </p:cNvSpPr>
            <p:nvPr/>
          </p:nvSpPr>
          <p:spPr>
            <a:xfrm>
              <a:off x="16346238" y="3761451"/>
              <a:ext cx="42107" cy="19527"/>
            </a:xfrm>
            <a:custGeom>
              <a:avLst/>
              <a:gdLst/>
              <a:ahLst/>
              <a:cxnLst/>
              <a:rect l="0" t="0" r="0" b="0"/>
              <a:pathLst>
                <a:path w="42107" h="19527">
                  <a:moveTo>
                    <a:pt x="42107" y="0"/>
                  </a:moveTo>
                  <a:lnTo>
                    <a:pt x="0" y="19527"/>
                  </a:lnTo>
                </a:path>
              </a:pathLst>
            </a:custGeom>
            <a:noFill/>
            <a:ln w="20003">
              <a:solidFill>
                <a:srgbClr val="E7EAED"/>
              </a:solidFill>
            </a:ln>
          </p:spPr>
        </p:sp>
        <p:sp>
          <p:nvSpPr>
            <p:cNvPr id="4750" name="Output_receptor__4749">
              <a:extLst>
                <a:ext uri="{FF2B5EF4-FFF2-40B4-BE49-F238E27FC236}">
                  <a16:creationId xmlns:a16="http://schemas.microsoft.com/office/drawing/2014/main" id="{DFFBB005-5823-5EEF-E596-022BACAE66DC}"/>
                </a:ext>
              </a:extLst>
            </p:cNvPr>
            <p:cNvSpPr>
              <a:spLocks noGrp="1"/>
            </p:cNvSpPr>
            <p:nvPr/>
          </p:nvSpPr>
          <p:spPr>
            <a:xfrm>
              <a:off x="15627131" y="4343142"/>
              <a:ext cx="48308" cy="36415"/>
            </a:xfrm>
            <a:custGeom>
              <a:avLst/>
              <a:gdLst/>
              <a:ahLst/>
              <a:cxnLst/>
              <a:rect l="0" t="0" r="0" b="0"/>
              <a:pathLst>
                <a:path w="48308" h="36415">
                  <a:moveTo>
                    <a:pt x="48308" y="0"/>
                  </a:moveTo>
                  <a:lnTo>
                    <a:pt x="0" y="36415"/>
                  </a:lnTo>
                </a:path>
              </a:pathLst>
            </a:custGeom>
            <a:noFill/>
            <a:ln w="20003">
              <a:solidFill>
                <a:srgbClr val="E7EAED"/>
              </a:solidFill>
            </a:ln>
          </p:spPr>
        </p:sp>
        <p:sp>
          <p:nvSpPr>
            <p:cNvPr id="4751" name="Output_receptor__4750">
              <a:extLst>
                <a:ext uri="{FF2B5EF4-FFF2-40B4-BE49-F238E27FC236}">
                  <a16:creationId xmlns:a16="http://schemas.microsoft.com/office/drawing/2014/main" id="{F997295C-E5F0-8FCC-C37F-AAA585D6D73A}"/>
                </a:ext>
              </a:extLst>
            </p:cNvPr>
            <p:cNvSpPr>
              <a:spLocks noGrp="1"/>
            </p:cNvSpPr>
            <p:nvPr/>
          </p:nvSpPr>
          <p:spPr>
            <a:xfrm>
              <a:off x="16663914" y="4205980"/>
              <a:ext cx="10037" cy="8990"/>
            </a:xfrm>
            <a:custGeom>
              <a:avLst/>
              <a:gdLst/>
              <a:ahLst/>
              <a:cxnLst/>
              <a:rect l="0" t="0" r="0" b="0"/>
              <a:pathLst>
                <a:path w="10037" h="8990">
                  <a:moveTo>
                    <a:pt x="0" y="0"/>
                  </a:moveTo>
                  <a:lnTo>
                    <a:pt x="10037" y="8990"/>
                  </a:lnTo>
                </a:path>
              </a:pathLst>
            </a:custGeom>
            <a:noFill/>
            <a:ln w="20003">
              <a:solidFill>
                <a:srgbClr val="E7EAED"/>
              </a:solidFill>
            </a:ln>
          </p:spPr>
        </p:sp>
        <p:sp>
          <p:nvSpPr>
            <p:cNvPr id="4752" name="Output_receptor__4751">
              <a:extLst>
                <a:ext uri="{FF2B5EF4-FFF2-40B4-BE49-F238E27FC236}">
                  <a16:creationId xmlns:a16="http://schemas.microsoft.com/office/drawing/2014/main" id="{3119CA9B-E7FF-0CFD-6FEB-65BEC4431B83}"/>
                </a:ext>
              </a:extLst>
            </p:cNvPr>
            <p:cNvSpPr>
              <a:spLocks noGrp="1"/>
            </p:cNvSpPr>
            <p:nvPr/>
          </p:nvSpPr>
          <p:spPr>
            <a:xfrm>
              <a:off x="15748235" y="4541509"/>
              <a:ext cx="34443" cy="48135"/>
            </a:xfrm>
            <a:custGeom>
              <a:avLst/>
              <a:gdLst/>
              <a:ahLst/>
              <a:cxnLst/>
              <a:rect l="0" t="0" r="0" b="0"/>
              <a:pathLst>
                <a:path w="34443" h="48135">
                  <a:moveTo>
                    <a:pt x="34443" y="48135"/>
                  </a:moveTo>
                  <a:lnTo>
                    <a:pt x="0" y="0"/>
                  </a:lnTo>
                </a:path>
              </a:pathLst>
            </a:custGeom>
            <a:noFill/>
            <a:ln w="20003">
              <a:solidFill>
                <a:srgbClr val="E7EAED"/>
              </a:solidFill>
            </a:ln>
          </p:spPr>
        </p:sp>
        <p:sp>
          <p:nvSpPr>
            <p:cNvPr id="4753" name="Output_receptor__4752">
              <a:extLst>
                <a:ext uri="{FF2B5EF4-FFF2-40B4-BE49-F238E27FC236}">
                  <a16:creationId xmlns:a16="http://schemas.microsoft.com/office/drawing/2014/main" id="{E0E64343-8730-BC30-98BD-035C733BB835}"/>
                </a:ext>
              </a:extLst>
            </p:cNvPr>
            <p:cNvSpPr>
              <a:spLocks noGrp="1"/>
            </p:cNvSpPr>
            <p:nvPr/>
          </p:nvSpPr>
          <p:spPr>
            <a:xfrm>
              <a:off x="16736172" y="3994981"/>
              <a:ext cx="60979" cy="22055"/>
            </a:xfrm>
            <a:custGeom>
              <a:avLst/>
              <a:gdLst/>
              <a:ahLst/>
              <a:cxnLst/>
              <a:rect l="0" t="0" r="0" b="0"/>
              <a:pathLst>
                <a:path w="60979" h="22055">
                  <a:moveTo>
                    <a:pt x="60979" y="22055"/>
                  </a:moveTo>
                  <a:lnTo>
                    <a:pt x="0" y="0"/>
                  </a:lnTo>
                </a:path>
              </a:pathLst>
            </a:custGeom>
            <a:noFill/>
            <a:ln w="20003">
              <a:solidFill>
                <a:srgbClr val="E7EAED"/>
              </a:solidFill>
            </a:ln>
          </p:spPr>
        </p:sp>
        <p:sp>
          <p:nvSpPr>
            <p:cNvPr id="4754" name="Output_receptor__4753">
              <a:extLst>
                <a:ext uri="{FF2B5EF4-FFF2-40B4-BE49-F238E27FC236}">
                  <a16:creationId xmlns:a16="http://schemas.microsoft.com/office/drawing/2014/main" id="{0F942C0E-5FF9-1835-E73A-BE85536D8042}"/>
                </a:ext>
              </a:extLst>
            </p:cNvPr>
            <p:cNvSpPr>
              <a:spLocks noGrp="1"/>
            </p:cNvSpPr>
            <p:nvPr/>
          </p:nvSpPr>
          <p:spPr>
            <a:xfrm>
              <a:off x="16061830" y="3245526"/>
              <a:ext cx="69687" cy="15353"/>
            </a:xfrm>
            <a:custGeom>
              <a:avLst/>
              <a:gdLst/>
              <a:ahLst/>
              <a:cxnLst/>
              <a:rect l="0" t="0" r="0" b="0"/>
              <a:pathLst>
                <a:path w="69687" h="15353">
                  <a:moveTo>
                    <a:pt x="69687" y="15353"/>
                  </a:moveTo>
                  <a:lnTo>
                    <a:pt x="0" y="0"/>
                  </a:lnTo>
                </a:path>
              </a:pathLst>
            </a:custGeom>
            <a:noFill/>
            <a:ln w="20003">
              <a:solidFill>
                <a:srgbClr val="E7EAED"/>
              </a:solidFill>
            </a:ln>
          </p:spPr>
        </p:sp>
        <p:sp>
          <p:nvSpPr>
            <p:cNvPr id="4755" name="Output_receptor__4754">
              <a:extLst>
                <a:ext uri="{FF2B5EF4-FFF2-40B4-BE49-F238E27FC236}">
                  <a16:creationId xmlns:a16="http://schemas.microsoft.com/office/drawing/2014/main" id="{E2087C5C-20CF-7938-3683-008405073E79}"/>
                </a:ext>
              </a:extLst>
            </p:cNvPr>
            <p:cNvSpPr>
              <a:spLocks noGrp="1"/>
            </p:cNvSpPr>
            <p:nvPr/>
          </p:nvSpPr>
          <p:spPr>
            <a:xfrm>
              <a:off x="16562820" y="3379451"/>
              <a:ext cx="50736" cy="30709"/>
            </a:xfrm>
            <a:custGeom>
              <a:avLst/>
              <a:gdLst/>
              <a:ahLst/>
              <a:cxnLst/>
              <a:rect l="0" t="0" r="0" b="0"/>
              <a:pathLst>
                <a:path w="50736" h="30709">
                  <a:moveTo>
                    <a:pt x="50736" y="30709"/>
                  </a:moveTo>
                  <a:lnTo>
                    <a:pt x="0" y="0"/>
                  </a:lnTo>
                </a:path>
              </a:pathLst>
            </a:custGeom>
            <a:noFill/>
            <a:ln w="8096">
              <a:solidFill>
                <a:srgbClr val="E7EAED"/>
              </a:solidFill>
            </a:ln>
          </p:spPr>
        </p:sp>
        <p:sp>
          <p:nvSpPr>
            <p:cNvPr id="4756" name="Output_receptor__4755">
              <a:extLst>
                <a:ext uri="{FF2B5EF4-FFF2-40B4-BE49-F238E27FC236}">
                  <a16:creationId xmlns:a16="http://schemas.microsoft.com/office/drawing/2014/main" id="{94E6B472-DD32-F065-A151-F39ED58CC124}"/>
                </a:ext>
              </a:extLst>
            </p:cNvPr>
            <p:cNvSpPr>
              <a:spLocks noGrp="1"/>
            </p:cNvSpPr>
            <p:nvPr/>
          </p:nvSpPr>
          <p:spPr>
            <a:xfrm>
              <a:off x="15823194" y="4432639"/>
              <a:ext cx="24376" cy="10297"/>
            </a:xfrm>
            <a:custGeom>
              <a:avLst/>
              <a:gdLst/>
              <a:ahLst/>
              <a:cxnLst/>
              <a:rect l="0" t="0" r="0" b="0"/>
              <a:pathLst>
                <a:path w="24376" h="10297">
                  <a:moveTo>
                    <a:pt x="24376" y="0"/>
                  </a:moveTo>
                  <a:lnTo>
                    <a:pt x="0" y="10297"/>
                  </a:lnTo>
                </a:path>
              </a:pathLst>
            </a:custGeom>
            <a:noFill/>
            <a:ln w="20003">
              <a:solidFill>
                <a:srgbClr val="E7EAED"/>
              </a:solidFill>
            </a:ln>
          </p:spPr>
        </p:sp>
        <p:sp>
          <p:nvSpPr>
            <p:cNvPr id="4757" name="Output_receptor__4756">
              <a:extLst>
                <a:ext uri="{FF2B5EF4-FFF2-40B4-BE49-F238E27FC236}">
                  <a16:creationId xmlns:a16="http://schemas.microsoft.com/office/drawing/2014/main" id="{47C113E9-5B86-077F-808C-61703C282382}"/>
                </a:ext>
              </a:extLst>
            </p:cNvPr>
            <p:cNvSpPr>
              <a:spLocks noGrp="1"/>
            </p:cNvSpPr>
            <p:nvPr/>
          </p:nvSpPr>
          <p:spPr>
            <a:xfrm>
              <a:off x="16388345" y="3720477"/>
              <a:ext cx="38252" cy="40974"/>
            </a:xfrm>
            <a:custGeom>
              <a:avLst/>
              <a:gdLst/>
              <a:ahLst/>
              <a:cxnLst/>
              <a:rect l="0" t="0" r="0" b="0"/>
              <a:pathLst>
                <a:path w="38252" h="40974">
                  <a:moveTo>
                    <a:pt x="38252" y="0"/>
                  </a:moveTo>
                  <a:lnTo>
                    <a:pt x="0" y="40974"/>
                  </a:lnTo>
                </a:path>
              </a:pathLst>
            </a:custGeom>
            <a:noFill/>
            <a:ln w="20003">
              <a:solidFill>
                <a:srgbClr val="E7EAED"/>
              </a:solidFill>
            </a:ln>
          </p:spPr>
        </p:sp>
        <p:sp>
          <p:nvSpPr>
            <p:cNvPr id="4758" name="Output_receptor__4757">
              <a:extLst>
                <a:ext uri="{FF2B5EF4-FFF2-40B4-BE49-F238E27FC236}">
                  <a16:creationId xmlns:a16="http://schemas.microsoft.com/office/drawing/2014/main" id="{D87714B8-2331-CCE0-7E01-1289DA267AC6}"/>
                </a:ext>
              </a:extLst>
            </p:cNvPr>
            <p:cNvSpPr>
              <a:spLocks noGrp="1"/>
            </p:cNvSpPr>
            <p:nvPr/>
          </p:nvSpPr>
          <p:spPr>
            <a:xfrm>
              <a:off x="16696643" y="3994981"/>
              <a:ext cx="39529" cy="49424"/>
            </a:xfrm>
            <a:custGeom>
              <a:avLst/>
              <a:gdLst/>
              <a:ahLst/>
              <a:cxnLst/>
              <a:rect l="0" t="0" r="0" b="0"/>
              <a:pathLst>
                <a:path w="39529" h="49424">
                  <a:moveTo>
                    <a:pt x="39529" y="0"/>
                  </a:moveTo>
                  <a:lnTo>
                    <a:pt x="0" y="49424"/>
                  </a:lnTo>
                </a:path>
              </a:pathLst>
            </a:custGeom>
            <a:noFill/>
            <a:ln w="20003">
              <a:solidFill>
                <a:srgbClr val="E7EAED"/>
              </a:solidFill>
            </a:ln>
          </p:spPr>
        </p:sp>
        <p:sp>
          <p:nvSpPr>
            <p:cNvPr id="4759" name="Output_receptor__4758">
              <a:extLst>
                <a:ext uri="{FF2B5EF4-FFF2-40B4-BE49-F238E27FC236}">
                  <a16:creationId xmlns:a16="http://schemas.microsoft.com/office/drawing/2014/main" id="{58AE82FA-7892-34BC-53AE-5537F87E7A48}"/>
                </a:ext>
              </a:extLst>
            </p:cNvPr>
            <p:cNvSpPr>
              <a:spLocks noGrp="1"/>
            </p:cNvSpPr>
            <p:nvPr/>
          </p:nvSpPr>
          <p:spPr>
            <a:xfrm>
              <a:off x="16009839" y="4626079"/>
              <a:ext cx="11356" cy="69899"/>
            </a:xfrm>
            <a:custGeom>
              <a:avLst/>
              <a:gdLst/>
              <a:ahLst/>
              <a:cxnLst/>
              <a:rect l="0" t="0" r="0" b="0"/>
              <a:pathLst>
                <a:path w="11356" h="69899">
                  <a:moveTo>
                    <a:pt x="0" y="0"/>
                  </a:moveTo>
                  <a:lnTo>
                    <a:pt x="11356" y="69899"/>
                  </a:lnTo>
                </a:path>
              </a:pathLst>
            </a:custGeom>
            <a:noFill/>
            <a:ln w="8096">
              <a:solidFill>
                <a:srgbClr val="E7EAED"/>
              </a:solidFill>
            </a:ln>
          </p:spPr>
        </p:sp>
        <p:sp>
          <p:nvSpPr>
            <p:cNvPr id="4760" name="Output_receptor__4759">
              <a:extLst>
                <a:ext uri="{FF2B5EF4-FFF2-40B4-BE49-F238E27FC236}">
                  <a16:creationId xmlns:a16="http://schemas.microsoft.com/office/drawing/2014/main" id="{B3F1645B-B645-190E-4079-E4F73F465527}"/>
                </a:ext>
              </a:extLst>
            </p:cNvPr>
            <p:cNvSpPr>
              <a:spLocks noGrp="1"/>
            </p:cNvSpPr>
            <p:nvPr/>
          </p:nvSpPr>
          <p:spPr>
            <a:xfrm>
              <a:off x="16254210" y="3914896"/>
              <a:ext cx="25905" cy="22071"/>
            </a:xfrm>
            <a:custGeom>
              <a:avLst/>
              <a:gdLst/>
              <a:ahLst/>
              <a:cxnLst/>
              <a:rect l="0" t="0" r="0" b="0"/>
              <a:pathLst>
                <a:path w="25905" h="22071">
                  <a:moveTo>
                    <a:pt x="25905" y="22071"/>
                  </a:moveTo>
                  <a:lnTo>
                    <a:pt x="0" y="0"/>
                  </a:lnTo>
                </a:path>
              </a:pathLst>
            </a:custGeom>
            <a:noFill/>
            <a:ln w="20003">
              <a:solidFill>
                <a:srgbClr val="E7EAED"/>
              </a:solidFill>
            </a:ln>
          </p:spPr>
        </p:sp>
        <p:sp>
          <p:nvSpPr>
            <p:cNvPr id="4761" name="Output_receptor__4760">
              <a:extLst>
                <a:ext uri="{FF2B5EF4-FFF2-40B4-BE49-F238E27FC236}">
                  <a16:creationId xmlns:a16="http://schemas.microsoft.com/office/drawing/2014/main" id="{AC71954A-D00E-40AD-3648-BF8133F7350D}"/>
                </a:ext>
              </a:extLst>
            </p:cNvPr>
            <p:cNvSpPr>
              <a:spLocks noGrp="1"/>
            </p:cNvSpPr>
            <p:nvPr/>
          </p:nvSpPr>
          <p:spPr>
            <a:xfrm>
              <a:off x="16236817" y="3542298"/>
              <a:ext cx="1930" cy="26815"/>
            </a:xfrm>
            <a:custGeom>
              <a:avLst/>
              <a:gdLst/>
              <a:ahLst/>
              <a:cxnLst/>
              <a:rect l="0" t="0" r="0" b="0"/>
              <a:pathLst>
                <a:path w="1930" h="26815">
                  <a:moveTo>
                    <a:pt x="0" y="26815"/>
                  </a:moveTo>
                  <a:lnTo>
                    <a:pt x="1930" y="0"/>
                  </a:lnTo>
                </a:path>
              </a:pathLst>
            </a:custGeom>
            <a:noFill/>
            <a:ln w="20003">
              <a:solidFill>
                <a:srgbClr val="E7EAED"/>
              </a:solidFill>
            </a:ln>
          </p:spPr>
        </p:sp>
        <p:sp>
          <p:nvSpPr>
            <p:cNvPr id="4762" name="Output_receptor__4761">
              <a:extLst>
                <a:ext uri="{FF2B5EF4-FFF2-40B4-BE49-F238E27FC236}">
                  <a16:creationId xmlns:a16="http://schemas.microsoft.com/office/drawing/2014/main" id="{775C57A9-D68E-B7FB-7CB2-BA4DEACDA9B7}"/>
                </a:ext>
              </a:extLst>
            </p:cNvPr>
            <p:cNvSpPr>
              <a:spLocks noGrp="1"/>
            </p:cNvSpPr>
            <p:nvPr/>
          </p:nvSpPr>
          <p:spPr>
            <a:xfrm>
              <a:off x="15869998" y="4251340"/>
              <a:ext cx="22337" cy="56775"/>
            </a:xfrm>
            <a:custGeom>
              <a:avLst/>
              <a:gdLst/>
              <a:ahLst/>
              <a:cxnLst/>
              <a:rect l="0" t="0" r="0" b="0"/>
              <a:pathLst>
                <a:path w="22337" h="56775">
                  <a:moveTo>
                    <a:pt x="22337" y="0"/>
                  </a:moveTo>
                  <a:lnTo>
                    <a:pt x="0" y="56775"/>
                  </a:lnTo>
                </a:path>
              </a:pathLst>
            </a:custGeom>
            <a:noFill/>
            <a:ln w="20003">
              <a:solidFill>
                <a:srgbClr val="E7EAED"/>
              </a:solidFill>
            </a:ln>
          </p:spPr>
        </p:sp>
        <p:sp>
          <p:nvSpPr>
            <p:cNvPr id="4763" name="Output_receptor__4762">
              <a:extLst>
                <a:ext uri="{FF2B5EF4-FFF2-40B4-BE49-F238E27FC236}">
                  <a16:creationId xmlns:a16="http://schemas.microsoft.com/office/drawing/2014/main" id="{CEED5DD4-7038-0440-19AC-6DA4F74FFE68}"/>
                </a:ext>
              </a:extLst>
            </p:cNvPr>
            <p:cNvSpPr>
              <a:spLocks noGrp="1"/>
            </p:cNvSpPr>
            <p:nvPr/>
          </p:nvSpPr>
          <p:spPr>
            <a:xfrm>
              <a:off x="15847860" y="4207854"/>
              <a:ext cx="44475" cy="43487"/>
            </a:xfrm>
            <a:custGeom>
              <a:avLst/>
              <a:gdLst/>
              <a:ahLst/>
              <a:cxnLst/>
              <a:rect l="0" t="0" r="0" b="0"/>
              <a:pathLst>
                <a:path w="44475" h="43487">
                  <a:moveTo>
                    <a:pt x="0" y="0"/>
                  </a:moveTo>
                  <a:lnTo>
                    <a:pt x="44475" y="43487"/>
                  </a:lnTo>
                </a:path>
              </a:pathLst>
            </a:custGeom>
            <a:noFill/>
            <a:ln w="20003">
              <a:solidFill>
                <a:srgbClr val="E7EAED"/>
              </a:solidFill>
            </a:ln>
          </p:spPr>
        </p:sp>
        <p:sp>
          <p:nvSpPr>
            <p:cNvPr id="4764" name="Output_receptor__4763">
              <a:extLst>
                <a:ext uri="{FF2B5EF4-FFF2-40B4-BE49-F238E27FC236}">
                  <a16:creationId xmlns:a16="http://schemas.microsoft.com/office/drawing/2014/main" id="{691C77CC-FF61-897E-B74F-FB8B33B2A0E8}"/>
                </a:ext>
              </a:extLst>
            </p:cNvPr>
            <p:cNvSpPr>
              <a:spLocks noGrp="1"/>
            </p:cNvSpPr>
            <p:nvPr/>
          </p:nvSpPr>
          <p:spPr>
            <a:xfrm>
              <a:off x="15675439" y="4321672"/>
              <a:ext cx="39734" cy="21470"/>
            </a:xfrm>
            <a:custGeom>
              <a:avLst/>
              <a:gdLst/>
              <a:ahLst/>
              <a:cxnLst/>
              <a:rect l="0" t="0" r="0" b="0"/>
              <a:pathLst>
                <a:path w="39734" h="21470">
                  <a:moveTo>
                    <a:pt x="39734" y="0"/>
                  </a:moveTo>
                  <a:lnTo>
                    <a:pt x="0" y="21470"/>
                  </a:lnTo>
                </a:path>
              </a:pathLst>
            </a:custGeom>
            <a:noFill/>
            <a:ln w="20003">
              <a:solidFill>
                <a:srgbClr val="E7EAED"/>
              </a:solidFill>
            </a:ln>
          </p:spPr>
        </p:sp>
        <p:sp>
          <p:nvSpPr>
            <p:cNvPr id="4765" name="Output_receptor__4764">
              <a:extLst>
                <a:ext uri="{FF2B5EF4-FFF2-40B4-BE49-F238E27FC236}">
                  <a16:creationId xmlns:a16="http://schemas.microsoft.com/office/drawing/2014/main" id="{D88FFC82-BE2D-379F-7C4E-8C0B55DCA90B}"/>
                </a:ext>
              </a:extLst>
            </p:cNvPr>
            <p:cNvSpPr>
              <a:spLocks noGrp="1"/>
            </p:cNvSpPr>
            <p:nvPr/>
          </p:nvSpPr>
          <p:spPr>
            <a:xfrm>
              <a:off x="16613021" y="4128573"/>
              <a:ext cx="58192" cy="5962"/>
            </a:xfrm>
            <a:custGeom>
              <a:avLst/>
              <a:gdLst/>
              <a:ahLst/>
              <a:cxnLst/>
              <a:rect l="0" t="0" r="0" b="0"/>
              <a:pathLst>
                <a:path w="58192" h="5962">
                  <a:moveTo>
                    <a:pt x="0" y="0"/>
                  </a:moveTo>
                  <a:lnTo>
                    <a:pt x="58192" y="5962"/>
                  </a:lnTo>
                </a:path>
              </a:pathLst>
            </a:custGeom>
            <a:noFill/>
            <a:ln w="20003">
              <a:solidFill>
                <a:srgbClr val="E7EAED"/>
              </a:solidFill>
            </a:ln>
          </p:spPr>
        </p:sp>
        <p:sp>
          <p:nvSpPr>
            <p:cNvPr id="4766" name="Output_receptor__4765">
              <a:extLst>
                <a:ext uri="{FF2B5EF4-FFF2-40B4-BE49-F238E27FC236}">
                  <a16:creationId xmlns:a16="http://schemas.microsoft.com/office/drawing/2014/main" id="{797313CA-7BF7-7420-512F-678E9C3A27A6}"/>
                </a:ext>
              </a:extLst>
            </p:cNvPr>
            <p:cNvSpPr>
              <a:spLocks noGrp="1"/>
            </p:cNvSpPr>
            <p:nvPr/>
          </p:nvSpPr>
          <p:spPr>
            <a:xfrm>
              <a:off x="16168198" y="3495104"/>
              <a:ext cx="9657" cy="32108"/>
            </a:xfrm>
            <a:custGeom>
              <a:avLst/>
              <a:gdLst/>
              <a:ahLst/>
              <a:cxnLst/>
              <a:rect l="0" t="0" r="0" b="0"/>
              <a:pathLst>
                <a:path w="9657" h="32108">
                  <a:moveTo>
                    <a:pt x="0" y="32108"/>
                  </a:moveTo>
                  <a:lnTo>
                    <a:pt x="9657" y="0"/>
                  </a:lnTo>
                </a:path>
              </a:pathLst>
            </a:custGeom>
            <a:noFill/>
            <a:ln w="20003">
              <a:solidFill>
                <a:srgbClr val="E7EAED"/>
              </a:solidFill>
            </a:ln>
          </p:spPr>
        </p:sp>
        <p:sp>
          <p:nvSpPr>
            <p:cNvPr id="4767" name="Output_receptor__4766">
              <a:extLst>
                <a:ext uri="{FF2B5EF4-FFF2-40B4-BE49-F238E27FC236}">
                  <a16:creationId xmlns:a16="http://schemas.microsoft.com/office/drawing/2014/main" id="{74C12B67-C1E9-A138-C7A8-306AE01B013B}"/>
                </a:ext>
              </a:extLst>
            </p:cNvPr>
            <p:cNvSpPr>
              <a:spLocks noGrp="1"/>
            </p:cNvSpPr>
            <p:nvPr/>
          </p:nvSpPr>
          <p:spPr>
            <a:xfrm>
              <a:off x="16297770" y="3844957"/>
              <a:ext cx="10088" cy="21866"/>
            </a:xfrm>
            <a:custGeom>
              <a:avLst/>
              <a:gdLst/>
              <a:ahLst/>
              <a:cxnLst/>
              <a:rect l="0" t="0" r="0" b="0"/>
              <a:pathLst>
                <a:path w="10088" h="21866">
                  <a:moveTo>
                    <a:pt x="10088" y="21866"/>
                  </a:moveTo>
                  <a:lnTo>
                    <a:pt x="0" y="0"/>
                  </a:lnTo>
                </a:path>
              </a:pathLst>
            </a:custGeom>
            <a:noFill/>
            <a:ln w="20003">
              <a:solidFill>
                <a:srgbClr val="E7EAED"/>
              </a:solidFill>
            </a:ln>
          </p:spPr>
        </p:sp>
        <p:sp>
          <p:nvSpPr>
            <p:cNvPr id="4768" name="Output_receptor__4767">
              <a:extLst>
                <a:ext uri="{FF2B5EF4-FFF2-40B4-BE49-F238E27FC236}">
                  <a16:creationId xmlns:a16="http://schemas.microsoft.com/office/drawing/2014/main" id="{3C5C6B20-1556-2E17-BFD2-3CEA1BADEBDC}"/>
                </a:ext>
              </a:extLst>
            </p:cNvPr>
            <p:cNvSpPr>
              <a:spLocks noGrp="1"/>
            </p:cNvSpPr>
            <p:nvPr/>
          </p:nvSpPr>
          <p:spPr>
            <a:xfrm>
              <a:off x="16573758" y="4128573"/>
              <a:ext cx="39263" cy="36960"/>
            </a:xfrm>
            <a:custGeom>
              <a:avLst/>
              <a:gdLst/>
              <a:ahLst/>
              <a:cxnLst/>
              <a:rect l="0" t="0" r="0" b="0"/>
              <a:pathLst>
                <a:path w="39263" h="36960">
                  <a:moveTo>
                    <a:pt x="0" y="36960"/>
                  </a:moveTo>
                  <a:lnTo>
                    <a:pt x="39263" y="0"/>
                  </a:lnTo>
                </a:path>
              </a:pathLst>
            </a:custGeom>
            <a:noFill/>
            <a:ln w="20003">
              <a:solidFill>
                <a:srgbClr val="E7EAED"/>
              </a:solidFill>
            </a:ln>
          </p:spPr>
        </p:sp>
        <p:sp>
          <p:nvSpPr>
            <p:cNvPr id="4769" name="Output_receptor__4768">
              <a:extLst>
                <a:ext uri="{FF2B5EF4-FFF2-40B4-BE49-F238E27FC236}">
                  <a16:creationId xmlns:a16="http://schemas.microsoft.com/office/drawing/2014/main" id="{DED1F4A5-FAFA-67A4-3DE5-FC477B8B2CE4}"/>
                </a:ext>
              </a:extLst>
            </p:cNvPr>
            <p:cNvSpPr>
              <a:spLocks noGrp="1"/>
            </p:cNvSpPr>
            <p:nvPr/>
          </p:nvSpPr>
          <p:spPr>
            <a:xfrm>
              <a:off x="16580091" y="3871481"/>
              <a:ext cx="14175" cy="66863"/>
            </a:xfrm>
            <a:custGeom>
              <a:avLst/>
              <a:gdLst/>
              <a:ahLst/>
              <a:cxnLst/>
              <a:rect l="0" t="0" r="0" b="0"/>
              <a:pathLst>
                <a:path w="14175" h="66863">
                  <a:moveTo>
                    <a:pt x="14175" y="0"/>
                  </a:moveTo>
                  <a:lnTo>
                    <a:pt x="0" y="66863"/>
                  </a:lnTo>
                </a:path>
              </a:pathLst>
            </a:custGeom>
            <a:noFill/>
            <a:ln w="20003">
              <a:solidFill>
                <a:srgbClr val="E7EAED"/>
              </a:solidFill>
            </a:ln>
          </p:spPr>
        </p:sp>
        <p:sp>
          <p:nvSpPr>
            <p:cNvPr id="4770" name="Output_receptor__4769">
              <a:extLst>
                <a:ext uri="{FF2B5EF4-FFF2-40B4-BE49-F238E27FC236}">
                  <a16:creationId xmlns:a16="http://schemas.microsoft.com/office/drawing/2014/main" id="{40BF67DB-5314-5FF1-E678-ED98B0D8328C}"/>
                </a:ext>
              </a:extLst>
            </p:cNvPr>
            <p:cNvSpPr>
              <a:spLocks noGrp="1"/>
            </p:cNvSpPr>
            <p:nvPr/>
          </p:nvSpPr>
          <p:spPr>
            <a:xfrm>
              <a:off x="15738628" y="4589644"/>
              <a:ext cx="44050" cy="53441"/>
            </a:xfrm>
            <a:custGeom>
              <a:avLst/>
              <a:gdLst/>
              <a:ahLst/>
              <a:cxnLst/>
              <a:rect l="0" t="0" r="0" b="0"/>
              <a:pathLst>
                <a:path w="44050" h="53441">
                  <a:moveTo>
                    <a:pt x="0" y="53441"/>
                  </a:moveTo>
                  <a:lnTo>
                    <a:pt x="44050" y="0"/>
                  </a:lnTo>
                </a:path>
              </a:pathLst>
            </a:custGeom>
            <a:noFill/>
            <a:ln w="20003">
              <a:solidFill>
                <a:srgbClr val="E7EAED"/>
              </a:solidFill>
            </a:ln>
          </p:spPr>
        </p:sp>
        <p:sp>
          <p:nvSpPr>
            <p:cNvPr id="4771" name="Output_receptor__4770">
              <a:extLst>
                <a:ext uri="{FF2B5EF4-FFF2-40B4-BE49-F238E27FC236}">
                  <a16:creationId xmlns:a16="http://schemas.microsoft.com/office/drawing/2014/main" id="{C3BF467F-1C2D-8F5E-3C69-BEA3223E4064}"/>
                </a:ext>
              </a:extLst>
            </p:cNvPr>
            <p:cNvSpPr>
              <a:spLocks noGrp="1"/>
            </p:cNvSpPr>
            <p:nvPr/>
          </p:nvSpPr>
          <p:spPr>
            <a:xfrm>
              <a:off x="15725793" y="3965457"/>
              <a:ext cx="15305" cy="68278"/>
            </a:xfrm>
            <a:custGeom>
              <a:avLst/>
              <a:gdLst/>
              <a:ahLst/>
              <a:cxnLst/>
              <a:rect l="0" t="0" r="0" b="0"/>
              <a:pathLst>
                <a:path w="15305" h="68278">
                  <a:moveTo>
                    <a:pt x="15305" y="0"/>
                  </a:moveTo>
                  <a:lnTo>
                    <a:pt x="0" y="68278"/>
                  </a:lnTo>
                </a:path>
              </a:pathLst>
            </a:custGeom>
            <a:noFill/>
            <a:ln w="20003">
              <a:solidFill>
                <a:srgbClr val="E7EAED"/>
              </a:solidFill>
            </a:ln>
          </p:spPr>
        </p:sp>
        <p:sp>
          <p:nvSpPr>
            <p:cNvPr id="4772" name="Output_receptor__4771">
              <a:extLst>
                <a:ext uri="{FF2B5EF4-FFF2-40B4-BE49-F238E27FC236}">
                  <a16:creationId xmlns:a16="http://schemas.microsoft.com/office/drawing/2014/main" id="{CBA4996D-6E1C-58BD-EAA7-C16E12615B32}"/>
                </a:ext>
              </a:extLst>
            </p:cNvPr>
            <p:cNvSpPr>
              <a:spLocks noGrp="1"/>
            </p:cNvSpPr>
            <p:nvPr/>
          </p:nvSpPr>
          <p:spPr>
            <a:xfrm>
              <a:off x="15563133" y="4275969"/>
              <a:ext cx="50464" cy="40606"/>
            </a:xfrm>
            <a:custGeom>
              <a:avLst/>
              <a:gdLst/>
              <a:ahLst/>
              <a:cxnLst/>
              <a:rect l="0" t="0" r="0" b="0"/>
              <a:pathLst>
                <a:path w="50464" h="40606">
                  <a:moveTo>
                    <a:pt x="50464" y="0"/>
                  </a:moveTo>
                  <a:lnTo>
                    <a:pt x="0" y="40606"/>
                  </a:lnTo>
                </a:path>
              </a:pathLst>
            </a:custGeom>
            <a:noFill/>
            <a:ln w="20003">
              <a:solidFill>
                <a:srgbClr val="E7EAED"/>
              </a:solidFill>
            </a:ln>
          </p:spPr>
        </p:sp>
        <p:sp>
          <p:nvSpPr>
            <p:cNvPr id="4773" name="Output_receptor__4772">
              <a:extLst>
                <a:ext uri="{FF2B5EF4-FFF2-40B4-BE49-F238E27FC236}">
                  <a16:creationId xmlns:a16="http://schemas.microsoft.com/office/drawing/2014/main" id="{BDB3E0A1-0394-6E5E-236C-99F012DDE684}"/>
                </a:ext>
              </a:extLst>
            </p:cNvPr>
            <p:cNvSpPr>
              <a:spLocks noGrp="1"/>
            </p:cNvSpPr>
            <p:nvPr/>
          </p:nvSpPr>
          <p:spPr>
            <a:xfrm>
              <a:off x="16783457" y="4017037"/>
              <a:ext cx="13694" cy="70151"/>
            </a:xfrm>
            <a:custGeom>
              <a:avLst/>
              <a:gdLst/>
              <a:ahLst/>
              <a:cxnLst/>
              <a:rect l="0" t="0" r="0" b="0"/>
              <a:pathLst>
                <a:path w="13694" h="70151">
                  <a:moveTo>
                    <a:pt x="0" y="70151"/>
                  </a:moveTo>
                  <a:lnTo>
                    <a:pt x="13694" y="0"/>
                  </a:lnTo>
                </a:path>
              </a:pathLst>
            </a:custGeom>
            <a:noFill/>
            <a:ln w="20003">
              <a:solidFill>
                <a:srgbClr val="E7EAED"/>
              </a:solidFill>
            </a:ln>
          </p:spPr>
        </p:sp>
        <p:sp>
          <p:nvSpPr>
            <p:cNvPr id="4774" name="Output_receptor__4773">
              <a:extLst>
                <a:ext uri="{FF2B5EF4-FFF2-40B4-BE49-F238E27FC236}">
                  <a16:creationId xmlns:a16="http://schemas.microsoft.com/office/drawing/2014/main" id="{7EBBC58C-1748-601A-1289-8F6DF10A34E9}"/>
                </a:ext>
              </a:extLst>
            </p:cNvPr>
            <p:cNvSpPr>
              <a:spLocks noGrp="1"/>
            </p:cNvSpPr>
            <p:nvPr/>
          </p:nvSpPr>
          <p:spPr>
            <a:xfrm>
              <a:off x="16005125" y="4420974"/>
              <a:ext cx="11423" cy="66598"/>
            </a:xfrm>
            <a:custGeom>
              <a:avLst/>
              <a:gdLst/>
              <a:ahLst/>
              <a:cxnLst/>
              <a:rect l="0" t="0" r="0" b="0"/>
              <a:pathLst>
                <a:path w="11423" h="66598">
                  <a:moveTo>
                    <a:pt x="11423" y="66598"/>
                  </a:moveTo>
                  <a:lnTo>
                    <a:pt x="0" y="0"/>
                  </a:lnTo>
                </a:path>
              </a:pathLst>
            </a:custGeom>
            <a:noFill/>
            <a:ln w="20003">
              <a:solidFill>
                <a:srgbClr val="E7EAED"/>
              </a:solidFill>
            </a:ln>
          </p:spPr>
        </p:sp>
        <p:sp>
          <p:nvSpPr>
            <p:cNvPr id="4775" name="Output_receptor__4774">
              <a:extLst>
                <a:ext uri="{FF2B5EF4-FFF2-40B4-BE49-F238E27FC236}">
                  <a16:creationId xmlns:a16="http://schemas.microsoft.com/office/drawing/2014/main" id="{23CA8BC9-807F-D5C5-6F38-5ACFD63DDDC7}"/>
                </a:ext>
              </a:extLst>
            </p:cNvPr>
            <p:cNvSpPr>
              <a:spLocks noGrp="1"/>
            </p:cNvSpPr>
            <p:nvPr/>
          </p:nvSpPr>
          <p:spPr>
            <a:xfrm>
              <a:off x="15570384" y="2714381"/>
              <a:ext cx="21379" cy="12179"/>
            </a:xfrm>
            <a:custGeom>
              <a:avLst/>
              <a:gdLst/>
              <a:ahLst/>
              <a:cxnLst/>
              <a:rect l="0" t="0" r="0" b="0"/>
              <a:pathLst>
                <a:path w="21379" h="12179">
                  <a:moveTo>
                    <a:pt x="0" y="0"/>
                  </a:moveTo>
                  <a:lnTo>
                    <a:pt x="21379" y="12179"/>
                  </a:lnTo>
                </a:path>
              </a:pathLst>
            </a:custGeom>
            <a:noFill/>
            <a:ln w="20003">
              <a:solidFill>
                <a:srgbClr val="E7EAED"/>
              </a:solidFill>
            </a:ln>
          </p:spPr>
        </p:sp>
        <p:sp>
          <p:nvSpPr>
            <p:cNvPr id="4776" name="Output_receptor__4775">
              <a:extLst>
                <a:ext uri="{FF2B5EF4-FFF2-40B4-BE49-F238E27FC236}">
                  <a16:creationId xmlns:a16="http://schemas.microsoft.com/office/drawing/2014/main" id="{E253C03E-F681-7B5E-BB7A-C8D10DE9D3F4}"/>
                </a:ext>
              </a:extLst>
            </p:cNvPr>
            <p:cNvSpPr>
              <a:spLocks noGrp="1"/>
            </p:cNvSpPr>
            <p:nvPr/>
          </p:nvSpPr>
          <p:spPr>
            <a:xfrm>
              <a:off x="15938088" y="4626079"/>
              <a:ext cx="71751" cy="12334"/>
            </a:xfrm>
            <a:custGeom>
              <a:avLst/>
              <a:gdLst/>
              <a:ahLst/>
              <a:cxnLst/>
              <a:rect l="0" t="0" r="0" b="0"/>
              <a:pathLst>
                <a:path w="71751" h="12334">
                  <a:moveTo>
                    <a:pt x="0" y="12334"/>
                  </a:moveTo>
                  <a:lnTo>
                    <a:pt x="71751" y="0"/>
                  </a:lnTo>
                </a:path>
              </a:pathLst>
            </a:custGeom>
            <a:noFill/>
            <a:ln w="8096">
              <a:solidFill>
                <a:srgbClr val="E7EAED"/>
              </a:solidFill>
            </a:ln>
          </p:spPr>
        </p:sp>
        <p:sp>
          <p:nvSpPr>
            <p:cNvPr id="4777" name="Output_receptor__4776">
              <a:extLst>
                <a:ext uri="{FF2B5EF4-FFF2-40B4-BE49-F238E27FC236}">
                  <a16:creationId xmlns:a16="http://schemas.microsoft.com/office/drawing/2014/main" id="{14F983E0-6104-044F-0536-DC84B58AE49E}"/>
                </a:ext>
              </a:extLst>
            </p:cNvPr>
            <p:cNvSpPr>
              <a:spLocks noGrp="1"/>
            </p:cNvSpPr>
            <p:nvPr/>
          </p:nvSpPr>
          <p:spPr>
            <a:xfrm>
              <a:off x="16409866" y="3607004"/>
              <a:ext cx="2326" cy="40764"/>
            </a:xfrm>
            <a:custGeom>
              <a:avLst/>
              <a:gdLst/>
              <a:ahLst/>
              <a:cxnLst/>
              <a:rect l="0" t="0" r="0" b="0"/>
              <a:pathLst>
                <a:path w="2326" h="40764">
                  <a:moveTo>
                    <a:pt x="0" y="0"/>
                  </a:moveTo>
                  <a:lnTo>
                    <a:pt x="2326" y="40764"/>
                  </a:lnTo>
                </a:path>
              </a:pathLst>
            </a:custGeom>
            <a:noFill/>
            <a:ln w="20003">
              <a:solidFill>
                <a:srgbClr val="E7EAED"/>
              </a:solidFill>
            </a:ln>
          </p:spPr>
        </p:sp>
        <p:sp>
          <p:nvSpPr>
            <p:cNvPr id="4778" name="Output_receptor__4777">
              <a:extLst>
                <a:ext uri="{FF2B5EF4-FFF2-40B4-BE49-F238E27FC236}">
                  <a16:creationId xmlns:a16="http://schemas.microsoft.com/office/drawing/2014/main" id="{EB86A0C1-561D-4503-1EFE-C51A913BEB77}"/>
                </a:ext>
              </a:extLst>
            </p:cNvPr>
            <p:cNvSpPr>
              <a:spLocks noGrp="1"/>
            </p:cNvSpPr>
            <p:nvPr/>
          </p:nvSpPr>
          <p:spPr>
            <a:xfrm>
              <a:off x="15761767" y="3771191"/>
              <a:ext cx="62799" cy="36622"/>
            </a:xfrm>
            <a:custGeom>
              <a:avLst/>
              <a:gdLst/>
              <a:ahLst/>
              <a:cxnLst/>
              <a:rect l="0" t="0" r="0" b="0"/>
              <a:pathLst>
                <a:path w="62799" h="36622">
                  <a:moveTo>
                    <a:pt x="62799" y="36622"/>
                  </a:moveTo>
                  <a:lnTo>
                    <a:pt x="0" y="0"/>
                  </a:lnTo>
                </a:path>
              </a:pathLst>
            </a:custGeom>
            <a:noFill/>
            <a:ln w="8096">
              <a:solidFill>
                <a:srgbClr val="E7EAED"/>
              </a:solidFill>
            </a:ln>
          </p:spPr>
        </p:sp>
        <p:sp>
          <p:nvSpPr>
            <p:cNvPr id="4779" name="Output_receptor__4778">
              <a:extLst>
                <a:ext uri="{FF2B5EF4-FFF2-40B4-BE49-F238E27FC236}">
                  <a16:creationId xmlns:a16="http://schemas.microsoft.com/office/drawing/2014/main" id="{129D9AC3-057C-E5FE-4107-3E3BEFE2371F}"/>
                </a:ext>
              </a:extLst>
            </p:cNvPr>
            <p:cNvSpPr>
              <a:spLocks noGrp="1"/>
            </p:cNvSpPr>
            <p:nvPr/>
          </p:nvSpPr>
          <p:spPr>
            <a:xfrm>
              <a:off x="15873284" y="4115956"/>
              <a:ext cx="11581" cy="48323"/>
            </a:xfrm>
            <a:custGeom>
              <a:avLst/>
              <a:gdLst/>
              <a:ahLst/>
              <a:cxnLst/>
              <a:rect l="0" t="0" r="0" b="0"/>
              <a:pathLst>
                <a:path w="11581" h="48323">
                  <a:moveTo>
                    <a:pt x="0" y="0"/>
                  </a:moveTo>
                  <a:lnTo>
                    <a:pt x="11581" y="48323"/>
                  </a:lnTo>
                </a:path>
              </a:pathLst>
            </a:custGeom>
            <a:noFill/>
            <a:ln w="20003">
              <a:solidFill>
                <a:srgbClr val="E7EAED"/>
              </a:solidFill>
            </a:ln>
          </p:spPr>
        </p:sp>
        <p:sp>
          <p:nvSpPr>
            <p:cNvPr id="4780" name="Output_receptor__4779">
              <a:extLst>
                <a:ext uri="{FF2B5EF4-FFF2-40B4-BE49-F238E27FC236}">
                  <a16:creationId xmlns:a16="http://schemas.microsoft.com/office/drawing/2014/main" id="{D4632650-02E0-1D47-D47D-7C7F0E3F07CD}"/>
                </a:ext>
              </a:extLst>
            </p:cNvPr>
            <p:cNvSpPr>
              <a:spLocks noGrp="1"/>
            </p:cNvSpPr>
            <p:nvPr/>
          </p:nvSpPr>
          <p:spPr>
            <a:xfrm>
              <a:off x="15824565" y="3807813"/>
              <a:ext cx="9517" cy="72211"/>
            </a:xfrm>
            <a:custGeom>
              <a:avLst/>
              <a:gdLst/>
              <a:ahLst/>
              <a:cxnLst/>
              <a:rect l="0" t="0" r="0" b="0"/>
              <a:pathLst>
                <a:path w="9517" h="72211">
                  <a:moveTo>
                    <a:pt x="9517" y="72211"/>
                  </a:moveTo>
                  <a:lnTo>
                    <a:pt x="0" y="0"/>
                  </a:lnTo>
                </a:path>
              </a:pathLst>
            </a:custGeom>
            <a:noFill/>
            <a:ln w="8096">
              <a:solidFill>
                <a:srgbClr val="E7EAED"/>
              </a:solidFill>
            </a:ln>
          </p:spPr>
        </p:sp>
        <p:sp>
          <p:nvSpPr>
            <p:cNvPr id="4781" name="Output_receptor__4780">
              <a:extLst>
                <a:ext uri="{FF2B5EF4-FFF2-40B4-BE49-F238E27FC236}">
                  <a16:creationId xmlns:a16="http://schemas.microsoft.com/office/drawing/2014/main" id="{2FC3DDA0-F1FF-AD08-C4E9-7DD29363E14E}"/>
                </a:ext>
              </a:extLst>
            </p:cNvPr>
            <p:cNvSpPr>
              <a:spLocks noGrp="1"/>
            </p:cNvSpPr>
            <p:nvPr/>
          </p:nvSpPr>
          <p:spPr>
            <a:xfrm>
              <a:off x="15788025" y="4360434"/>
              <a:ext cx="28402" cy="11839"/>
            </a:xfrm>
            <a:custGeom>
              <a:avLst/>
              <a:gdLst/>
              <a:ahLst/>
              <a:cxnLst/>
              <a:rect l="0" t="0" r="0" b="0"/>
              <a:pathLst>
                <a:path w="28402" h="11839">
                  <a:moveTo>
                    <a:pt x="28402" y="11839"/>
                  </a:moveTo>
                  <a:lnTo>
                    <a:pt x="0" y="0"/>
                  </a:lnTo>
                </a:path>
              </a:pathLst>
            </a:custGeom>
            <a:noFill/>
            <a:ln w="20003">
              <a:solidFill>
                <a:srgbClr val="E7EAED"/>
              </a:solidFill>
            </a:ln>
          </p:spPr>
        </p:sp>
        <p:sp>
          <p:nvSpPr>
            <p:cNvPr id="4782" name="Output_receptor__4781">
              <a:extLst>
                <a:ext uri="{FF2B5EF4-FFF2-40B4-BE49-F238E27FC236}">
                  <a16:creationId xmlns:a16="http://schemas.microsoft.com/office/drawing/2014/main" id="{C0634564-08A4-59A5-8660-A287C7D74EB5}"/>
                </a:ext>
              </a:extLst>
            </p:cNvPr>
            <p:cNvSpPr>
              <a:spLocks noGrp="1"/>
            </p:cNvSpPr>
            <p:nvPr/>
          </p:nvSpPr>
          <p:spPr>
            <a:xfrm>
              <a:off x="16227452" y="3798710"/>
              <a:ext cx="13091" cy="34909"/>
            </a:xfrm>
            <a:custGeom>
              <a:avLst/>
              <a:gdLst/>
              <a:ahLst/>
              <a:cxnLst/>
              <a:rect l="0" t="0" r="0" b="0"/>
              <a:pathLst>
                <a:path w="13091" h="34909">
                  <a:moveTo>
                    <a:pt x="0" y="34909"/>
                  </a:moveTo>
                  <a:lnTo>
                    <a:pt x="13091" y="0"/>
                  </a:lnTo>
                </a:path>
              </a:pathLst>
            </a:custGeom>
            <a:noFill/>
            <a:ln w="20003">
              <a:solidFill>
                <a:srgbClr val="E7EAED"/>
              </a:solidFill>
            </a:ln>
          </p:spPr>
        </p:sp>
        <p:sp>
          <p:nvSpPr>
            <p:cNvPr id="4783" name="Output_receptor__4782">
              <a:extLst>
                <a:ext uri="{FF2B5EF4-FFF2-40B4-BE49-F238E27FC236}">
                  <a16:creationId xmlns:a16="http://schemas.microsoft.com/office/drawing/2014/main" id="{32A29139-1B82-410C-10CF-1EDC842066CE}"/>
                </a:ext>
              </a:extLst>
            </p:cNvPr>
            <p:cNvSpPr>
              <a:spLocks noGrp="1"/>
            </p:cNvSpPr>
            <p:nvPr/>
          </p:nvSpPr>
          <p:spPr>
            <a:xfrm>
              <a:off x="16131517" y="3191392"/>
              <a:ext cx="5973" cy="69488"/>
            </a:xfrm>
            <a:custGeom>
              <a:avLst/>
              <a:gdLst/>
              <a:ahLst/>
              <a:cxnLst/>
              <a:rect l="0" t="0" r="0" b="0"/>
              <a:pathLst>
                <a:path w="5973" h="69488">
                  <a:moveTo>
                    <a:pt x="5973" y="0"/>
                  </a:moveTo>
                  <a:lnTo>
                    <a:pt x="0" y="69488"/>
                  </a:lnTo>
                </a:path>
              </a:pathLst>
            </a:custGeom>
            <a:noFill/>
            <a:ln w="20003">
              <a:solidFill>
                <a:srgbClr val="E7EAED"/>
              </a:solidFill>
            </a:ln>
          </p:spPr>
        </p:sp>
        <p:sp>
          <p:nvSpPr>
            <p:cNvPr id="4784" name="Output_receptor__4783">
              <a:extLst>
                <a:ext uri="{FF2B5EF4-FFF2-40B4-BE49-F238E27FC236}">
                  <a16:creationId xmlns:a16="http://schemas.microsoft.com/office/drawing/2014/main" id="{5D79181C-833A-009F-5DD1-4910977988DB}"/>
                </a:ext>
              </a:extLst>
            </p:cNvPr>
            <p:cNvSpPr>
              <a:spLocks noGrp="1"/>
            </p:cNvSpPr>
            <p:nvPr/>
          </p:nvSpPr>
          <p:spPr>
            <a:xfrm>
              <a:off x="16235256" y="3650320"/>
              <a:ext cx="31867" cy="31541"/>
            </a:xfrm>
            <a:custGeom>
              <a:avLst/>
              <a:gdLst/>
              <a:ahLst/>
              <a:cxnLst/>
              <a:rect l="0" t="0" r="0" b="0"/>
              <a:pathLst>
                <a:path w="31867" h="31541">
                  <a:moveTo>
                    <a:pt x="0" y="31541"/>
                  </a:moveTo>
                  <a:lnTo>
                    <a:pt x="31867" y="0"/>
                  </a:lnTo>
                </a:path>
              </a:pathLst>
            </a:custGeom>
            <a:noFill/>
            <a:ln w="20003">
              <a:solidFill>
                <a:srgbClr val="E7EAED"/>
              </a:solidFill>
            </a:ln>
          </p:spPr>
        </p:sp>
        <p:sp>
          <p:nvSpPr>
            <p:cNvPr id="4785" name="Output_receptor__4784">
              <a:extLst>
                <a:ext uri="{FF2B5EF4-FFF2-40B4-BE49-F238E27FC236}">
                  <a16:creationId xmlns:a16="http://schemas.microsoft.com/office/drawing/2014/main" id="{3598D48F-C62E-1F48-B87A-D8A62BAA8B0C}"/>
                </a:ext>
              </a:extLst>
            </p:cNvPr>
            <p:cNvSpPr>
              <a:spLocks noGrp="1"/>
            </p:cNvSpPr>
            <p:nvPr/>
          </p:nvSpPr>
          <p:spPr>
            <a:xfrm>
              <a:off x="16158574" y="4185177"/>
              <a:ext cx="25493" cy="67539"/>
            </a:xfrm>
            <a:custGeom>
              <a:avLst/>
              <a:gdLst/>
              <a:ahLst/>
              <a:cxnLst/>
              <a:rect l="0" t="0" r="0" b="0"/>
              <a:pathLst>
                <a:path w="25493" h="67539">
                  <a:moveTo>
                    <a:pt x="0" y="67539"/>
                  </a:moveTo>
                  <a:lnTo>
                    <a:pt x="25493" y="0"/>
                  </a:lnTo>
                </a:path>
              </a:pathLst>
            </a:custGeom>
            <a:noFill/>
            <a:ln w="20003">
              <a:solidFill>
                <a:srgbClr val="E7EAED"/>
              </a:solidFill>
            </a:ln>
          </p:spPr>
        </p:sp>
        <p:sp>
          <p:nvSpPr>
            <p:cNvPr id="4786" name="Output_receptor__4785">
              <a:extLst>
                <a:ext uri="{FF2B5EF4-FFF2-40B4-BE49-F238E27FC236}">
                  <a16:creationId xmlns:a16="http://schemas.microsoft.com/office/drawing/2014/main" id="{414A48E1-2402-1D1A-2789-483593E98351}"/>
                </a:ext>
              </a:extLst>
            </p:cNvPr>
            <p:cNvSpPr>
              <a:spLocks noGrp="1"/>
            </p:cNvSpPr>
            <p:nvPr/>
          </p:nvSpPr>
          <p:spPr>
            <a:xfrm>
              <a:off x="15897070" y="4386436"/>
              <a:ext cx="21102" cy="45735"/>
            </a:xfrm>
            <a:custGeom>
              <a:avLst/>
              <a:gdLst/>
              <a:ahLst/>
              <a:cxnLst/>
              <a:rect l="0" t="0" r="0" b="0"/>
              <a:pathLst>
                <a:path w="21102" h="45735">
                  <a:moveTo>
                    <a:pt x="21102" y="45735"/>
                  </a:moveTo>
                  <a:lnTo>
                    <a:pt x="0" y="0"/>
                  </a:lnTo>
                </a:path>
              </a:pathLst>
            </a:custGeom>
            <a:noFill/>
            <a:ln w="20003">
              <a:solidFill>
                <a:srgbClr val="E7EAED"/>
              </a:solidFill>
            </a:ln>
          </p:spPr>
        </p:sp>
        <p:sp>
          <p:nvSpPr>
            <p:cNvPr id="4787" name="Output_receptor__4786">
              <a:extLst>
                <a:ext uri="{FF2B5EF4-FFF2-40B4-BE49-F238E27FC236}">
                  <a16:creationId xmlns:a16="http://schemas.microsoft.com/office/drawing/2014/main" id="{AABC66F6-A27E-9905-7E9D-E678AC5C2E1B}"/>
                </a:ext>
              </a:extLst>
            </p:cNvPr>
            <p:cNvSpPr>
              <a:spLocks noGrp="1"/>
            </p:cNvSpPr>
            <p:nvPr/>
          </p:nvSpPr>
          <p:spPr>
            <a:xfrm>
              <a:off x="15455072" y="4237799"/>
              <a:ext cx="54189" cy="46402"/>
            </a:xfrm>
            <a:custGeom>
              <a:avLst/>
              <a:gdLst/>
              <a:ahLst/>
              <a:cxnLst/>
              <a:rect l="0" t="0" r="0" b="0"/>
              <a:pathLst>
                <a:path w="54189" h="46402">
                  <a:moveTo>
                    <a:pt x="54189" y="0"/>
                  </a:moveTo>
                  <a:lnTo>
                    <a:pt x="0" y="46402"/>
                  </a:lnTo>
                </a:path>
              </a:pathLst>
            </a:custGeom>
            <a:noFill/>
            <a:ln w="20003">
              <a:solidFill>
                <a:srgbClr val="E7EBED"/>
              </a:solidFill>
            </a:ln>
          </p:spPr>
        </p:sp>
        <p:sp>
          <p:nvSpPr>
            <p:cNvPr id="4788" name="Output_receptor__4787">
              <a:extLst>
                <a:ext uri="{FF2B5EF4-FFF2-40B4-BE49-F238E27FC236}">
                  <a16:creationId xmlns:a16="http://schemas.microsoft.com/office/drawing/2014/main" id="{29ED63B6-3D21-A5C3-C570-CD1D4819394C}"/>
                </a:ext>
              </a:extLst>
            </p:cNvPr>
            <p:cNvSpPr>
              <a:spLocks noGrp="1"/>
            </p:cNvSpPr>
            <p:nvPr/>
          </p:nvSpPr>
          <p:spPr>
            <a:xfrm>
              <a:off x="15918172" y="4432171"/>
              <a:ext cx="5667" cy="54634"/>
            </a:xfrm>
            <a:custGeom>
              <a:avLst/>
              <a:gdLst/>
              <a:ahLst/>
              <a:cxnLst/>
              <a:rect l="0" t="0" r="0" b="0"/>
              <a:pathLst>
                <a:path w="5667" h="54634">
                  <a:moveTo>
                    <a:pt x="5667" y="54634"/>
                  </a:moveTo>
                  <a:lnTo>
                    <a:pt x="0" y="0"/>
                  </a:lnTo>
                </a:path>
              </a:pathLst>
            </a:custGeom>
            <a:noFill/>
            <a:ln w="20003">
              <a:solidFill>
                <a:srgbClr val="E7EBED"/>
              </a:solidFill>
            </a:ln>
          </p:spPr>
        </p:sp>
        <p:sp>
          <p:nvSpPr>
            <p:cNvPr id="4789" name="Output_receptor__4788">
              <a:extLst>
                <a:ext uri="{FF2B5EF4-FFF2-40B4-BE49-F238E27FC236}">
                  <a16:creationId xmlns:a16="http://schemas.microsoft.com/office/drawing/2014/main" id="{B4036F2C-E3AD-A7FF-7DBC-A0FEEC4A3A03}"/>
                </a:ext>
              </a:extLst>
            </p:cNvPr>
            <p:cNvSpPr>
              <a:spLocks noGrp="1"/>
            </p:cNvSpPr>
            <p:nvPr/>
          </p:nvSpPr>
          <p:spPr>
            <a:xfrm>
              <a:off x="16047432" y="4099057"/>
              <a:ext cx="65282" cy="1656"/>
            </a:xfrm>
            <a:custGeom>
              <a:avLst/>
              <a:gdLst/>
              <a:ahLst/>
              <a:cxnLst/>
              <a:rect l="0" t="0" r="0" b="0"/>
              <a:pathLst>
                <a:path w="65282" h="1656">
                  <a:moveTo>
                    <a:pt x="65282" y="0"/>
                  </a:moveTo>
                  <a:lnTo>
                    <a:pt x="0" y="1656"/>
                  </a:lnTo>
                </a:path>
              </a:pathLst>
            </a:custGeom>
            <a:noFill/>
            <a:ln w="20003">
              <a:solidFill>
                <a:srgbClr val="E7EBED"/>
              </a:solidFill>
            </a:ln>
          </p:spPr>
        </p:sp>
        <p:sp>
          <p:nvSpPr>
            <p:cNvPr id="4790" name="Output_receptor__4789">
              <a:extLst>
                <a:ext uri="{FF2B5EF4-FFF2-40B4-BE49-F238E27FC236}">
                  <a16:creationId xmlns:a16="http://schemas.microsoft.com/office/drawing/2014/main" id="{63C9AFA4-573E-15CF-9C1C-AD3D67AE655A}"/>
                </a:ext>
              </a:extLst>
            </p:cNvPr>
            <p:cNvSpPr>
              <a:spLocks noGrp="1"/>
            </p:cNvSpPr>
            <p:nvPr/>
          </p:nvSpPr>
          <p:spPr>
            <a:xfrm>
              <a:off x="16102944" y="3377454"/>
              <a:ext cx="46539" cy="22739"/>
            </a:xfrm>
            <a:custGeom>
              <a:avLst/>
              <a:gdLst/>
              <a:ahLst/>
              <a:cxnLst/>
              <a:rect l="0" t="0" r="0" b="0"/>
              <a:pathLst>
                <a:path w="46539" h="22739">
                  <a:moveTo>
                    <a:pt x="46539" y="0"/>
                  </a:moveTo>
                  <a:lnTo>
                    <a:pt x="0" y="22739"/>
                  </a:lnTo>
                </a:path>
              </a:pathLst>
            </a:custGeom>
            <a:noFill/>
            <a:ln w="8096">
              <a:solidFill>
                <a:srgbClr val="E7EBED"/>
              </a:solidFill>
            </a:ln>
          </p:spPr>
        </p:sp>
        <p:sp>
          <p:nvSpPr>
            <p:cNvPr id="4791" name="Output_receptor__4790">
              <a:extLst>
                <a:ext uri="{FF2B5EF4-FFF2-40B4-BE49-F238E27FC236}">
                  <a16:creationId xmlns:a16="http://schemas.microsoft.com/office/drawing/2014/main" id="{03AE5431-F4C2-DC85-91E6-35534727D88A}"/>
                </a:ext>
              </a:extLst>
            </p:cNvPr>
            <p:cNvSpPr>
              <a:spLocks noGrp="1"/>
            </p:cNvSpPr>
            <p:nvPr/>
          </p:nvSpPr>
          <p:spPr>
            <a:xfrm>
              <a:off x="16396623" y="3479289"/>
              <a:ext cx="27690" cy="54015"/>
            </a:xfrm>
            <a:custGeom>
              <a:avLst/>
              <a:gdLst/>
              <a:ahLst/>
              <a:cxnLst/>
              <a:rect l="0" t="0" r="0" b="0"/>
              <a:pathLst>
                <a:path w="27690" h="54015">
                  <a:moveTo>
                    <a:pt x="0" y="0"/>
                  </a:moveTo>
                  <a:lnTo>
                    <a:pt x="27690" y="54015"/>
                  </a:lnTo>
                </a:path>
              </a:pathLst>
            </a:custGeom>
            <a:noFill/>
            <a:ln w="20003">
              <a:solidFill>
                <a:srgbClr val="E7EBED"/>
              </a:solidFill>
            </a:ln>
          </p:spPr>
        </p:sp>
        <p:sp>
          <p:nvSpPr>
            <p:cNvPr id="4792" name="Output_receptor__4791">
              <a:extLst>
                <a:ext uri="{FF2B5EF4-FFF2-40B4-BE49-F238E27FC236}">
                  <a16:creationId xmlns:a16="http://schemas.microsoft.com/office/drawing/2014/main" id="{491C42B9-B70B-D0C3-1E69-0A2251DC832B}"/>
                </a:ext>
              </a:extLst>
            </p:cNvPr>
            <p:cNvSpPr>
              <a:spLocks noGrp="1"/>
            </p:cNvSpPr>
            <p:nvPr/>
          </p:nvSpPr>
          <p:spPr>
            <a:xfrm>
              <a:off x="16334686" y="4092378"/>
              <a:ext cx="9649" cy="38075"/>
            </a:xfrm>
            <a:custGeom>
              <a:avLst/>
              <a:gdLst/>
              <a:ahLst/>
              <a:cxnLst/>
              <a:rect l="0" t="0" r="0" b="0"/>
              <a:pathLst>
                <a:path w="9649" h="38075">
                  <a:moveTo>
                    <a:pt x="0" y="38075"/>
                  </a:moveTo>
                  <a:lnTo>
                    <a:pt x="9649" y="0"/>
                  </a:lnTo>
                </a:path>
              </a:pathLst>
            </a:custGeom>
            <a:noFill/>
            <a:ln w="20003">
              <a:solidFill>
                <a:srgbClr val="E7EBED"/>
              </a:solidFill>
            </a:ln>
          </p:spPr>
        </p:sp>
        <p:sp>
          <p:nvSpPr>
            <p:cNvPr id="4793" name="Output_receptor__4792">
              <a:extLst>
                <a:ext uri="{FF2B5EF4-FFF2-40B4-BE49-F238E27FC236}">
                  <a16:creationId xmlns:a16="http://schemas.microsoft.com/office/drawing/2014/main" id="{A19E3A67-FA42-68C8-7AA5-890DB9F6A2DA}"/>
                </a:ext>
              </a:extLst>
            </p:cNvPr>
            <p:cNvSpPr>
              <a:spLocks noGrp="1"/>
            </p:cNvSpPr>
            <p:nvPr/>
          </p:nvSpPr>
          <p:spPr>
            <a:xfrm>
              <a:off x="15721551" y="4390024"/>
              <a:ext cx="16034" cy="21530"/>
            </a:xfrm>
            <a:custGeom>
              <a:avLst/>
              <a:gdLst/>
              <a:ahLst/>
              <a:cxnLst/>
              <a:rect l="0" t="0" r="0" b="0"/>
              <a:pathLst>
                <a:path w="16034" h="21530">
                  <a:moveTo>
                    <a:pt x="16034" y="21530"/>
                  </a:moveTo>
                  <a:lnTo>
                    <a:pt x="0" y="0"/>
                  </a:lnTo>
                </a:path>
              </a:pathLst>
            </a:custGeom>
            <a:noFill/>
            <a:ln w="20003">
              <a:solidFill>
                <a:srgbClr val="E7EBED"/>
              </a:solidFill>
            </a:ln>
          </p:spPr>
        </p:sp>
        <p:sp>
          <p:nvSpPr>
            <p:cNvPr id="4794" name="Output_receptor__4793">
              <a:extLst>
                <a:ext uri="{FF2B5EF4-FFF2-40B4-BE49-F238E27FC236}">
                  <a16:creationId xmlns:a16="http://schemas.microsoft.com/office/drawing/2014/main" id="{24CA22F4-A992-F3AD-5B8A-35DCA153A901}"/>
                </a:ext>
              </a:extLst>
            </p:cNvPr>
            <p:cNvSpPr>
              <a:spLocks noGrp="1"/>
            </p:cNvSpPr>
            <p:nvPr/>
          </p:nvSpPr>
          <p:spPr>
            <a:xfrm>
              <a:off x="16195586" y="3681861"/>
              <a:ext cx="39669" cy="41849"/>
            </a:xfrm>
            <a:custGeom>
              <a:avLst/>
              <a:gdLst/>
              <a:ahLst/>
              <a:cxnLst/>
              <a:rect l="0" t="0" r="0" b="0"/>
              <a:pathLst>
                <a:path w="39669" h="41849">
                  <a:moveTo>
                    <a:pt x="0" y="41849"/>
                  </a:moveTo>
                  <a:lnTo>
                    <a:pt x="39669" y="0"/>
                  </a:lnTo>
                </a:path>
              </a:pathLst>
            </a:custGeom>
            <a:noFill/>
            <a:ln w="20003">
              <a:solidFill>
                <a:srgbClr val="E7EBED"/>
              </a:solidFill>
            </a:ln>
          </p:spPr>
        </p:sp>
        <p:sp>
          <p:nvSpPr>
            <p:cNvPr id="4795" name="Output_receptor__4794">
              <a:extLst>
                <a:ext uri="{FF2B5EF4-FFF2-40B4-BE49-F238E27FC236}">
                  <a16:creationId xmlns:a16="http://schemas.microsoft.com/office/drawing/2014/main" id="{6FE32CB9-3DA3-7685-8769-527F2D8E20CF}"/>
                </a:ext>
              </a:extLst>
            </p:cNvPr>
            <p:cNvSpPr>
              <a:spLocks noGrp="1"/>
            </p:cNvSpPr>
            <p:nvPr/>
          </p:nvSpPr>
          <p:spPr>
            <a:xfrm>
              <a:off x="16177855" y="3452115"/>
              <a:ext cx="50013" cy="42989"/>
            </a:xfrm>
            <a:custGeom>
              <a:avLst/>
              <a:gdLst/>
              <a:ahLst/>
              <a:cxnLst/>
              <a:rect l="0" t="0" r="0" b="0"/>
              <a:pathLst>
                <a:path w="50013" h="42989">
                  <a:moveTo>
                    <a:pt x="0" y="42989"/>
                  </a:moveTo>
                  <a:lnTo>
                    <a:pt x="50013" y="0"/>
                  </a:lnTo>
                </a:path>
              </a:pathLst>
            </a:custGeom>
            <a:noFill/>
            <a:ln w="20003">
              <a:solidFill>
                <a:srgbClr val="E7EBED"/>
              </a:solidFill>
            </a:ln>
          </p:spPr>
        </p:sp>
        <p:sp>
          <p:nvSpPr>
            <p:cNvPr id="4796" name="Output_receptor__4795">
              <a:extLst>
                <a:ext uri="{FF2B5EF4-FFF2-40B4-BE49-F238E27FC236}">
                  <a16:creationId xmlns:a16="http://schemas.microsoft.com/office/drawing/2014/main" id="{B926F8EB-BF2C-EC8A-19AE-92CA9AFB6C96}"/>
                </a:ext>
              </a:extLst>
            </p:cNvPr>
            <p:cNvSpPr>
              <a:spLocks noGrp="1"/>
            </p:cNvSpPr>
            <p:nvPr/>
          </p:nvSpPr>
          <p:spPr>
            <a:xfrm>
              <a:off x="15649751" y="3954772"/>
              <a:ext cx="20211" cy="23365"/>
            </a:xfrm>
            <a:custGeom>
              <a:avLst/>
              <a:gdLst/>
              <a:ahLst/>
              <a:cxnLst/>
              <a:rect l="0" t="0" r="0" b="0"/>
              <a:pathLst>
                <a:path w="20211" h="23365">
                  <a:moveTo>
                    <a:pt x="0" y="23365"/>
                  </a:moveTo>
                  <a:lnTo>
                    <a:pt x="20211" y="0"/>
                  </a:lnTo>
                </a:path>
              </a:pathLst>
            </a:custGeom>
            <a:noFill/>
            <a:ln w="20003">
              <a:solidFill>
                <a:srgbClr val="E7EBED"/>
              </a:solidFill>
            </a:ln>
          </p:spPr>
        </p:sp>
        <p:sp>
          <p:nvSpPr>
            <p:cNvPr id="4797" name="Output_receptor__4796">
              <a:extLst>
                <a:ext uri="{FF2B5EF4-FFF2-40B4-BE49-F238E27FC236}">
                  <a16:creationId xmlns:a16="http://schemas.microsoft.com/office/drawing/2014/main" id="{650B30FC-C461-143C-4ED0-BC6F5384D116}"/>
                </a:ext>
              </a:extLst>
            </p:cNvPr>
            <p:cNvSpPr>
              <a:spLocks noGrp="1"/>
            </p:cNvSpPr>
            <p:nvPr/>
          </p:nvSpPr>
          <p:spPr>
            <a:xfrm>
              <a:off x="16608844" y="3618457"/>
              <a:ext cx="507" cy="65845"/>
            </a:xfrm>
            <a:custGeom>
              <a:avLst/>
              <a:gdLst/>
              <a:ahLst/>
              <a:cxnLst/>
              <a:rect l="0" t="0" r="0" b="0"/>
              <a:pathLst>
                <a:path w="507" h="65845">
                  <a:moveTo>
                    <a:pt x="507" y="65845"/>
                  </a:moveTo>
                  <a:lnTo>
                    <a:pt x="0" y="0"/>
                  </a:lnTo>
                </a:path>
              </a:pathLst>
            </a:custGeom>
            <a:noFill/>
            <a:ln w="20003">
              <a:solidFill>
                <a:srgbClr val="E7EBED"/>
              </a:solidFill>
            </a:ln>
          </p:spPr>
        </p:sp>
        <p:sp>
          <p:nvSpPr>
            <p:cNvPr id="4798" name="Output_receptor__4797">
              <a:extLst>
                <a:ext uri="{FF2B5EF4-FFF2-40B4-BE49-F238E27FC236}">
                  <a16:creationId xmlns:a16="http://schemas.microsoft.com/office/drawing/2014/main" id="{3362711D-7E63-F0B4-2E7A-E6FEE002B94F}"/>
                </a:ext>
              </a:extLst>
            </p:cNvPr>
            <p:cNvSpPr>
              <a:spLocks noGrp="1"/>
            </p:cNvSpPr>
            <p:nvPr/>
          </p:nvSpPr>
          <p:spPr>
            <a:xfrm>
              <a:off x="16396623" y="3428825"/>
              <a:ext cx="26863" cy="50463"/>
            </a:xfrm>
            <a:custGeom>
              <a:avLst/>
              <a:gdLst/>
              <a:ahLst/>
              <a:cxnLst/>
              <a:rect l="0" t="0" r="0" b="0"/>
              <a:pathLst>
                <a:path w="26863" h="50463">
                  <a:moveTo>
                    <a:pt x="26863" y="0"/>
                  </a:moveTo>
                  <a:lnTo>
                    <a:pt x="0" y="50463"/>
                  </a:lnTo>
                </a:path>
              </a:pathLst>
            </a:custGeom>
            <a:noFill/>
            <a:ln w="20003">
              <a:solidFill>
                <a:srgbClr val="E7EBED"/>
              </a:solidFill>
            </a:ln>
          </p:spPr>
        </p:sp>
        <p:sp>
          <p:nvSpPr>
            <p:cNvPr id="4799" name="Output_receptor__4798">
              <a:extLst>
                <a:ext uri="{FF2B5EF4-FFF2-40B4-BE49-F238E27FC236}">
                  <a16:creationId xmlns:a16="http://schemas.microsoft.com/office/drawing/2014/main" id="{2F29FA2F-F460-C7AA-86EB-18B710315D8C}"/>
                </a:ext>
              </a:extLst>
            </p:cNvPr>
            <p:cNvSpPr>
              <a:spLocks noGrp="1"/>
            </p:cNvSpPr>
            <p:nvPr/>
          </p:nvSpPr>
          <p:spPr>
            <a:xfrm>
              <a:off x="15529312" y="4316576"/>
              <a:ext cx="33821" cy="12229"/>
            </a:xfrm>
            <a:custGeom>
              <a:avLst/>
              <a:gdLst/>
              <a:ahLst/>
              <a:cxnLst/>
              <a:rect l="0" t="0" r="0" b="0"/>
              <a:pathLst>
                <a:path w="33821" h="12229">
                  <a:moveTo>
                    <a:pt x="33821" y="0"/>
                  </a:moveTo>
                  <a:lnTo>
                    <a:pt x="0" y="12229"/>
                  </a:lnTo>
                </a:path>
              </a:pathLst>
            </a:custGeom>
            <a:noFill/>
            <a:ln w="20003">
              <a:solidFill>
                <a:srgbClr val="E7EBED"/>
              </a:solidFill>
            </a:ln>
          </p:spPr>
        </p:sp>
        <p:sp>
          <p:nvSpPr>
            <p:cNvPr id="4800" name="Output_receptor__4799">
              <a:extLst>
                <a:ext uri="{FF2B5EF4-FFF2-40B4-BE49-F238E27FC236}">
                  <a16:creationId xmlns:a16="http://schemas.microsoft.com/office/drawing/2014/main" id="{F4978679-AEB7-22CD-5291-AF2033E48568}"/>
                </a:ext>
              </a:extLst>
            </p:cNvPr>
            <p:cNvSpPr>
              <a:spLocks noGrp="1"/>
            </p:cNvSpPr>
            <p:nvPr/>
          </p:nvSpPr>
          <p:spPr>
            <a:xfrm>
              <a:off x="16511421" y="3855237"/>
              <a:ext cx="13108" cy="22179"/>
            </a:xfrm>
            <a:custGeom>
              <a:avLst/>
              <a:gdLst/>
              <a:ahLst/>
              <a:cxnLst/>
              <a:rect l="0" t="0" r="0" b="0"/>
              <a:pathLst>
                <a:path w="13108" h="22179">
                  <a:moveTo>
                    <a:pt x="0" y="22179"/>
                  </a:moveTo>
                  <a:lnTo>
                    <a:pt x="13108" y="0"/>
                  </a:lnTo>
                </a:path>
              </a:pathLst>
            </a:custGeom>
            <a:noFill/>
            <a:ln w="20003">
              <a:solidFill>
                <a:srgbClr val="E7EBED"/>
              </a:solidFill>
            </a:ln>
          </p:spPr>
        </p:sp>
        <p:sp>
          <p:nvSpPr>
            <p:cNvPr id="4801" name="Output_receptor__4800">
              <a:extLst>
                <a:ext uri="{FF2B5EF4-FFF2-40B4-BE49-F238E27FC236}">
                  <a16:creationId xmlns:a16="http://schemas.microsoft.com/office/drawing/2014/main" id="{DC88B02B-0DB1-3F59-F8A8-47C0F4BA336D}"/>
                </a:ext>
              </a:extLst>
            </p:cNvPr>
            <p:cNvSpPr>
              <a:spLocks noGrp="1"/>
            </p:cNvSpPr>
            <p:nvPr/>
          </p:nvSpPr>
          <p:spPr>
            <a:xfrm>
              <a:off x="16546012" y="3602375"/>
              <a:ext cx="62832" cy="16082"/>
            </a:xfrm>
            <a:custGeom>
              <a:avLst/>
              <a:gdLst/>
              <a:ahLst/>
              <a:cxnLst/>
              <a:rect l="0" t="0" r="0" b="0"/>
              <a:pathLst>
                <a:path w="62832" h="16082">
                  <a:moveTo>
                    <a:pt x="62832" y="16082"/>
                  </a:moveTo>
                  <a:lnTo>
                    <a:pt x="0" y="0"/>
                  </a:lnTo>
                </a:path>
              </a:pathLst>
            </a:custGeom>
            <a:noFill/>
            <a:ln w="20003">
              <a:solidFill>
                <a:srgbClr val="E7EBED"/>
              </a:solidFill>
            </a:ln>
          </p:spPr>
        </p:sp>
        <p:sp>
          <p:nvSpPr>
            <p:cNvPr id="4802" name="Output_receptor__4801">
              <a:extLst>
                <a:ext uri="{FF2B5EF4-FFF2-40B4-BE49-F238E27FC236}">
                  <a16:creationId xmlns:a16="http://schemas.microsoft.com/office/drawing/2014/main" id="{C69BBB5F-939B-E996-7AC3-B7BF4857D9F8}"/>
                </a:ext>
              </a:extLst>
            </p:cNvPr>
            <p:cNvSpPr>
              <a:spLocks noGrp="1"/>
            </p:cNvSpPr>
            <p:nvPr/>
          </p:nvSpPr>
          <p:spPr>
            <a:xfrm>
              <a:off x="15639598" y="2851851"/>
              <a:ext cx="16321" cy="65053"/>
            </a:xfrm>
            <a:custGeom>
              <a:avLst/>
              <a:gdLst/>
              <a:ahLst/>
              <a:cxnLst/>
              <a:rect l="0" t="0" r="0" b="0"/>
              <a:pathLst>
                <a:path w="16321" h="65053">
                  <a:moveTo>
                    <a:pt x="16321" y="65053"/>
                  </a:moveTo>
                  <a:lnTo>
                    <a:pt x="0" y="0"/>
                  </a:lnTo>
                </a:path>
              </a:pathLst>
            </a:custGeom>
            <a:noFill/>
            <a:ln w="8096">
              <a:solidFill>
                <a:srgbClr val="E7EBED"/>
              </a:solidFill>
            </a:ln>
          </p:spPr>
        </p:sp>
        <p:sp>
          <p:nvSpPr>
            <p:cNvPr id="4803" name="Output_receptor__4802">
              <a:extLst>
                <a:ext uri="{FF2B5EF4-FFF2-40B4-BE49-F238E27FC236}">
                  <a16:creationId xmlns:a16="http://schemas.microsoft.com/office/drawing/2014/main" id="{0DB87DA0-29F2-2656-C6ED-658373E7E896}"/>
                </a:ext>
              </a:extLst>
            </p:cNvPr>
            <p:cNvSpPr>
              <a:spLocks noGrp="1"/>
            </p:cNvSpPr>
            <p:nvPr/>
          </p:nvSpPr>
          <p:spPr>
            <a:xfrm>
              <a:off x="16319987" y="3945861"/>
              <a:ext cx="25822" cy="36627"/>
            </a:xfrm>
            <a:custGeom>
              <a:avLst/>
              <a:gdLst/>
              <a:ahLst/>
              <a:cxnLst/>
              <a:rect l="0" t="0" r="0" b="0"/>
              <a:pathLst>
                <a:path w="25822" h="36627">
                  <a:moveTo>
                    <a:pt x="0" y="36627"/>
                  </a:moveTo>
                  <a:lnTo>
                    <a:pt x="25822" y="0"/>
                  </a:lnTo>
                </a:path>
              </a:pathLst>
            </a:custGeom>
            <a:noFill/>
            <a:ln w="20003">
              <a:solidFill>
                <a:srgbClr val="E7EBED"/>
              </a:solidFill>
            </a:ln>
          </p:spPr>
        </p:sp>
        <p:sp>
          <p:nvSpPr>
            <p:cNvPr id="4804" name="Output_receptor__4803">
              <a:extLst>
                <a:ext uri="{FF2B5EF4-FFF2-40B4-BE49-F238E27FC236}">
                  <a16:creationId xmlns:a16="http://schemas.microsoft.com/office/drawing/2014/main" id="{C9C6F253-E250-3B6B-CFDF-21D365562BC9}"/>
                </a:ext>
              </a:extLst>
            </p:cNvPr>
            <p:cNvSpPr>
              <a:spLocks noGrp="1"/>
            </p:cNvSpPr>
            <p:nvPr/>
          </p:nvSpPr>
          <p:spPr>
            <a:xfrm>
              <a:off x="16119186" y="3848642"/>
              <a:ext cx="39757" cy="53963"/>
            </a:xfrm>
            <a:custGeom>
              <a:avLst/>
              <a:gdLst/>
              <a:ahLst/>
              <a:cxnLst/>
              <a:rect l="0" t="0" r="0" b="0"/>
              <a:pathLst>
                <a:path w="39757" h="53963">
                  <a:moveTo>
                    <a:pt x="39757" y="53963"/>
                  </a:moveTo>
                  <a:lnTo>
                    <a:pt x="0" y="0"/>
                  </a:lnTo>
                </a:path>
              </a:pathLst>
            </a:custGeom>
            <a:noFill/>
            <a:ln w="20003">
              <a:solidFill>
                <a:srgbClr val="E7EBED"/>
              </a:solidFill>
            </a:ln>
          </p:spPr>
        </p:sp>
        <p:sp>
          <p:nvSpPr>
            <p:cNvPr id="4805" name="Output_receptor__4804">
              <a:extLst>
                <a:ext uri="{FF2B5EF4-FFF2-40B4-BE49-F238E27FC236}">
                  <a16:creationId xmlns:a16="http://schemas.microsoft.com/office/drawing/2014/main" id="{B364F0AC-723E-17B2-FB70-B20C80E5DB85}"/>
                </a:ext>
              </a:extLst>
            </p:cNvPr>
            <p:cNvSpPr>
              <a:spLocks noGrp="1"/>
            </p:cNvSpPr>
            <p:nvPr/>
          </p:nvSpPr>
          <p:spPr>
            <a:xfrm>
              <a:off x="16663914" y="4134535"/>
              <a:ext cx="7299" cy="71444"/>
            </a:xfrm>
            <a:custGeom>
              <a:avLst/>
              <a:gdLst/>
              <a:ahLst/>
              <a:cxnLst/>
              <a:rect l="0" t="0" r="0" b="0"/>
              <a:pathLst>
                <a:path w="7299" h="71444">
                  <a:moveTo>
                    <a:pt x="7299" y="0"/>
                  </a:moveTo>
                  <a:lnTo>
                    <a:pt x="0" y="71444"/>
                  </a:lnTo>
                </a:path>
              </a:pathLst>
            </a:custGeom>
            <a:noFill/>
            <a:ln w="20003">
              <a:solidFill>
                <a:srgbClr val="E7EBED"/>
              </a:solidFill>
            </a:ln>
          </p:spPr>
        </p:sp>
        <p:sp>
          <p:nvSpPr>
            <p:cNvPr id="4806" name="Output_receptor__4805">
              <a:extLst>
                <a:ext uri="{FF2B5EF4-FFF2-40B4-BE49-F238E27FC236}">
                  <a16:creationId xmlns:a16="http://schemas.microsoft.com/office/drawing/2014/main" id="{648670D8-22D9-327E-DFC2-2EAE0DC5AD3C}"/>
                </a:ext>
              </a:extLst>
            </p:cNvPr>
            <p:cNvSpPr>
              <a:spLocks noGrp="1"/>
            </p:cNvSpPr>
            <p:nvPr/>
          </p:nvSpPr>
          <p:spPr>
            <a:xfrm>
              <a:off x="16539690" y="3684302"/>
              <a:ext cx="69661" cy="7877"/>
            </a:xfrm>
            <a:custGeom>
              <a:avLst/>
              <a:gdLst/>
              <a:ahLst/>
              <a:cxnLst/>
              <a:rect l="0" t="0" r="0" b="0"/>
              <a:pathLst>
                <a:path w="69661" h="7877">
                  <a:moveTo>
                    <a:pt x="0" y="7877"/>
                  </a:moveTo>
                  <a:lnTo>
                    <a:pt x="69661" y="0"/>
                  </a:lnTo>
                </a:path>
              </a:pathLst>
            </a:custGeom>
            <a:noFill/>
            <a:ln w="20003">
              <a:solidFill>
                <a:srgbClr val="E7EBED"/>
              </a:solidFill>
            </a:ln>
          </p:spPr>
        </p:sp>
        <p:sp>
          <p:nvSpPr>
            <p:cNvPr id="4807" name="Output_receptor__4806">
              <a:extLst>
                <a:ext uri="{FF2B5EF4-FFF2-40B4-BE49-F238E27FC236}">
                  <a16:creationId xmlns:a16="http://schemas.microsoft.com/office/drawing/2014/main" id="{6989DA1C-FC6C-5274-F809-373F579FA41E}"/>
                </a:ext>
              </a:extLst>
            </p:cNvPr>
            <p:cNvSpPr>
              <a:spLocks noGrp="1"/>
            </p:cNvSpPr>
            <p:nvPr/>
          </p:nvSpPr>
          <p:spPr>
            <a:xfrm>
              <a:off x="16178494" y="3569112"/>
              <a:ext cx="58323" cy="40541"/>
            </a:xfrm>
            <a:custGeom>
              <a:avLst/>
              <a:gdLst/>
              <a:ahLst/>
              <a:cxnLst/>
              <a:rect l="0" t="0" r="0" b="0"/>
              <a:pathLst>
                <a:path w="58323" h="40541">
                  <a:moveTo>
                    <a:pt x="0" y="40541"/>
                  </a:moveTo>
                  <a:lnTo>
                    <a:pt x="58323" y="0"/>
                  </a:lnTo>
                </a:path>
              </a:pathLst>
            </a:custGeom>
            <a:noFill/>
            <a:ln w="20003">
              <a:solidFill>
                <a:srgbClr val="E7EBED"/>
              </a:solidFill>
            </a:ln>
          </p:spPr>
        </p:sp>
        <p:sp>
          <p:nvSpPr>
            <p:cNvPr id="4808" name="Output_receptor__4807">
              <a:extLst>
                <a:ext uri="{FF2B5EF4-FFF2-40B4-BE49-F238E27FC236}">
                  <a16:creationId xmlns:a16="http://schemas.microsoft.com/office/drawing/2014/main" id="{D1155A7A-D554-73DF-CBD5-54AF02BBD137}"/>
                </a:ext>
              </a:extLst>
            </p:cNvPr>
            <p:cNvSpPr>
              <a:spLocks noGrp="1"/>
            </p:cNvSpPr>
            <p:nvPr/>
          </p:nvSpPr>
          <p:spPr>
            <a:xfrm>
              <a:off x="15792346" y="4253055"/>
              <a:ext cx="12475" cy="5465"/>
            </a:xfrm>
            <a:custGeom>
              <a:avLst/>
              <a:gdLst/>
              <a:ahLst/>
              <a:cxnLst/>
              <a:rect l="0" t="0" r="0" b="0"/>
              <a:pathLst>
                <a:path w="12475" h="5465">
                  <a:moveTo>
                    <a:pt x="12475" y="5465"/>
                  </a:moveTo>
                  <a:lnTo>
                    <a:pt x="0" y="0"/>
                  </a:lnTo>
                </a:path>
              </a:pathLst>
            </a:custGeom>
            <a:noFill/>
            <a:ln w="20003">
              <a:solidFill>
                <a:srgbClr val="E7EBED"/>
              </a:solidFill>
            </a:ln>
          </p:spPr>
        </p:sp>
        <p:sp>
          <p:nvSpPr>
            <p:cNvPr id="4809" name="Output_receptor__4808">
              <a:extLst>
                <a:ext uri="{FF2B5EF4-FFF2-40B4-BE49-F238E27FC236}">
                  <a16:creationId xmlns:a16="http://schemas.microsoft.com/office/drawing/2014/main" id="{B78BA89B-B940-4E13-8F47-3B30B9986602}"/>
                </a:ext>
              </a:extLst>
            </p:cNvPr>
            <p:cNvSpPr>
              <a:spLocks noGrp="1"/>
            </p:cNvSpPr>
            <p:nvPr/>
          </p:nvSpPr>
          <p:spPr>
            <a:xfrm>
              <a:off x="16344102" y="3569284"/>
              <a:ext cx="20868" cy="12166"/>
            </a:xfrm>
            <a:custGeom>
              <a:avLst/>
              <a:gdLst/>
              <a:ahLst/>
              <a:cxnLst/>
              <a:rect l="0" t="0" r="0" b="0"/>
              <a:pathLst>
                <a:path w="20868" h="12166">
                  <a:moveTo>
                    <a:pt x="20868" y="0"/>
                  </a:moveTo>
                  <a:lnTo>
                    <a:pt x="0" y="12166"/>
                  </a:lnTo>
                </a:path>
              </a:pathLst>
            </a:custGeom>
            <a:noFill/>
            <a:ln w="20003">
              <a:solidFill>
                <a:srgbClr val="E7EBED"/>
              </a:solidFill>
            </a:ln>
          </p:spPr>
        </p:sp>
        <p:sp>
          <p:nvSpPr>
            <p:cNvPr id="4810" name="Output_receptor__4809">
              <a:extLst>
                <a:ext uri="{FF2B5EF4-FFF2-40B4-BE49-F238E27FC236}">
                  <a16:creationId xmlns:a16="http://schemas.microsoft.com/office/drawing/2014/main" id="{39091CFA-57F4-670A-4C8A-1905FD56A54D}"/>
                </a:ext>
              </a:extLst>
            </p:cNvPr>
            <p:cNvSpPr>
              <a:spLocks noGrp="1"/>
            </p:cNvSpPr>
            <p:nvPr/>
          </p:nvSpPr>
          <p:spPr>
            <a:xfrm>
              <a:off x="16240544" y="3757446"/>
              <a:ext cx="51659" cy="41264"/>
            </a:xfrm>
            <a:custGeom>
              <a:avLst/>
              <a:gdLst/>
              <a:ahLst/>
              <a:cxnLst/>
              <a:rect l="0" t="0" r="0" b="0"/>
              <a:pathLst>
                <a:path w="51659" h="41264">
                  <a:moveTo>
                    <a:pt x="0" y="41264"/>
                  </a:moveTo>
                  <a:lnTo>
                    <a:pt x="51659" y="0"/>
                  </a:lnTo>
                </a:path>
              </a:pathLst>
            </a:custGeom>
            <a:noFill/>
            <a:ln w="20003">
              <a:solidFill>
                <a:srgbClr val="E7EBED"/>
              </a:solidFill>
            </a:ln>
          </p:spPr>
        </p:sp>
        <p:sp>
          <p:nvSpPr>
            <p:cNvPr id="4811" name="Output_receptor__4810">
              <a:extLst>
                <a:ext uri="{FF2B5EF4-FFF2-40B4-BE49-F238E27FC236}">
                  <a16:creationId xmlns:a16="http://schemas.microsoft.com/office/drawing/2014/main" id="{16EDB01F-69C4-057D-3908-6A872F9C7108}"/>
                </a:ext>
              </a:extLst>
            </p:cNvPr>
            <p:cNvSpPr>
              <a:spLocks noGrp="1"/>
            </p:cNvSpPr>
            <p:nvPr/>
          </p:nvSpPr>
          <p:spPr>
            <a:xfrm>
              <a:off x="15682656" y="4561710"/>
              <a:ext cx="20647" cy="1679"/>
            </a:xfrm>
            <a:custGeom>
              <a:avLst/>
              <a:gdLst/>
              <a:ahLst/>
              <a:cxnLst/>
              <a:rect l="0" t="0" r="0" b="0"/>
              <a:pathLst>
                <a:path w="20647" h="1679">
                  <a:moveTo>
                    <a:pt x="0" y="1679"/>
                  </a:moveTo>
                  <a:lnTo>
                    <a:pt x="20647" y="0"/>
                  </a:lnTo>
                </a:path>
              </a:pathLst>
            </a:custGeom>
            <a:noFill/>
            <a:ln w="20003">
              <a:solidFill>
                <a:srgbClr val="E7EBED"/>
              </a:solidFill>
            </a:ln>
          </p:spPr>
        </p:sp>
        <p:sp>
          <p:nvSpPr>
            <p:cNvPr id="4812" name="Output_receptor__4811">
              <a:extLst>
                <a:ext uri="{FF2B5EF4-FFF2-40B4-BE49-F238E27FC236}">
                  <a16:creationId xmlns:a16="http://schemas.microsoft.com/office/drawing/2014/main" id="{BEF62C18-4061-E682-FD1F-B7C043BDD06C}"/>
                </a:ext>
              </a:extLst>
            </p:cNvPr>
            <p:cNvSpPr>
              <a:spLocks noGrp="1"/>
            </p:cNvSpPr>
            <p:nvPr/>
          </p:nvSpPr>
          <p:spPr>
            <a:xfrm>
              <a:off x="16344335" y="4046502"/>
              <a:ext cx="40395" cy="45875"/>
            </a:xfrm>
            <a:custGeom>
              <a:avLst/>
              <a:gdLst/>
              <a:ahLst/>
              <a:cxnLst/>
              <a:rect l="0" t="0" r="0" b="0"/>
              <a:pathLst>
                <a:path w="40395" h="45875">
                  <a:moveTo>
                    <a:pt x="0" y="45875"/>
                  </a:moveTo>
                  <a:lnTo>
                    <a:pt x="40395" y="0"/>
                  </a:lnTo>
                </a:path>
              </a:pathLst>
            </a:custGeom>
            <a:noFill/>
            <a:ln w="20003">
              <a:solidFill>
                <a:srgbClr val="E7EBED"/>
              </a:solidFill>
            </a:ln>
          </p:spPr>
        </p:sp>
        <p:sp>
          <p:nvSpPr>
            <p:cNvPr id="4813" name="Output_receptor__4812">
              <a:extLst>
                <a:ext uri="{FF2B5EF4-FFF2-40B4-BE49-F238E27FC236}">
                  <a16:creationId xmlns:a16="http://schemas.microsoft.com/office/drawing/2014/main" id="{2DC9E58B-142F-576D-7BE4-9A585A5AC31A}"/>
                </a:ext>
              </a:extLst>
            </p:cNvPr>
            <p:cNvSpPr>
              <a:spLocks noGrp="1"/>
            </p:cNvSpPr>
            <p:nvPr/>
          </p:nvSpPr>
          <p:spPr>
            <a:xfrm>
              <a:off x="16423486" y="3428825"/>
              <a:ext cx="66636" cy="12985"/>
            </a:xfrm>
            <a:custGeom>
              <a:avLst/>
              <a:gdLst/>
              <a:ahLst/>
              <a:cxnLst/>
              <a:rect l="0" t="0" r="0" b="0"/>
              <a:pathLst>
                <a:path w="66636" h="12985">
                  <a:moveTo>
                    <a:pt x="66636" y="12985"/>
                  </a:moveTo>
                  <a:lnTo>
                    <a:pt x="0" y="0"/>
                  </a:lnTo>
                </a:path>
              </a:pathLst>
            </a:custGeom>
            <a:noFill/>
            <a:ln w="8096">
              <a:solidFill>
                <a:srgbClr val="E7EBED"/>
              </a:solidFill>
            </a:ln>
          </p:spPr>
        </p:sp>
        <p:sp>
          <p:nvSpPr>
            <p:cNvPr id="4814" name="Output_receptor__4813">
              <a:extLst>
                <a:ext uri="{FF2B5EF4-FFF2-40B4-BE49-F238E27FC236}">
                  <a16:creationId xmlns:a16="http://schemas.microsoft.com/office/drawing/2014/main" id="{ED8F3E8D-2041-F13D-C898-108769A72F30}"/>
                </a:ext>
              </a:extLst>
            </p:cNvPr>
            <p:cNvSpPr>
              <a:spLocks noGrp="1"/>
            </p:cNvSpPr>
            <p:nvPr/>
          </p:nvSpPr>
          <p:spPr>
            <a:xfrm>
              <a:off x="16280188" y="3982488"/>
              <a:ext cx="39799" cy="45084"/>
            </a:xfrm>
            <a:custGeom>
              <a:avLst/>
              <a:gdLst/>
              <a:ahLst/>
              <a:cxnLst/>
              <a:rect l="0" t="0" r="0" b="0"/>
              <a:pathLst>
                <a:path w="39799" h="45084">
                  <a:moveTo>
                    <a:pt x="0" y="45084"/>
                  </a:moveTo>
                  <a:lnTo>
                    <a:pt x="39799" y="0"/>
                  </a:lnTo>
                </a:path>
              </a:pathLst>
            </a:custGeom>
            <a:noFill/>
            <a:ln w="20003">
              <a:solidFill>
                <a:srgbClr val="E7EBED"/>
              </a:solidFill>
            </a:ln>
          </p:spPr>
        </p:sp>
        <p:sp>
          <p:nvSpPr>
            <p:cNvPr id="4815" name="Output_receptor__4814">
              <a:extLst>
                <a:ext uri="{FF2B5EF4-FFF2-40B4-BE49-F238E27FC236}">
                  <a16:creationId xmlns:a16="http://schemas.microsoft.com/office/drawing/2014/main" id="{9A1724F9-67B1-21D3-88DA-037F5706AF28}"/>
                </a:ext>
              </a:extLst>
            </p:cNvPr>
            <p:cNvSpPr>
              <a:spLocks noGrp="1"/>
            </p:cNvSpPr>
            <p:nvPr/>
          </p:nvSpPr>
          <p:spPr>
            <a:xfrm>
              <a:off x="16347968" y="3647768"/>
              <a:ext cx="64224" cy="30435"/>
            </a:xfrm>
            <a:custGeom>
              <a:avLst/>
              <a:gdLst/>
              <a:ahLst/>
              <a:cxnLst/>
              <a:rect l="0" t="0" r="0" b="0"/>
              <a:pathLst>
                <a:path w="64224" h="30435">
                  <a:moveTo>
                    <a:pt x="64224" y="0"/>
                  </a:moveTo>
                  <a:lnTo>
                    <a:pt x="0" y="30435"/>
                  </a:lnTo>
                </a:path>
              </a:pathLst>
            </a:custGeom>
            <a:noFill/>
            <a:ln w="20003">
              <a:solidFill>
                <a:srgbClr val="E7EBED"/>
              </a:solidFill>
            </a:ln>
          </p:spPr>
        </p:sp>
        <p:sp>
          <p:nvSpPr>
            <p:cNvPr id="4816" name="Output_receptor__4815">
              <a:extLst>
                <a:ext uri="{FF2B5EF4-FFF2-40B4-BE49-F238E27FC236}">
                  <a16:creationId xmlns:a16="http://schemas.microsoft.com/office/drawing/2014/main" id="{3A91E52C-6FDC-670A-1F23-12B65D238852}"/>
                </a:ext>
              </a:extLst>
            </p:cNvPr>
            <p:cNvSpPr>
              <a:spLocks noGrp="1"/>
            </p:cNvSpPr>
            <p:nvPr/>
          </p:nvSpPr>
          <p:spPr>
            <a:xfrm>
              <a:off x="15349471" y="4205508"/>
              <a:ext cx="53440" cy="23171"/>
            </a:xfrm>
            <a:custGeom>
              <a:avLst/>
              <a:gdLst/>
              <a:ahLst/>
              <a:cxnLst/>
              <a:rect l="0" t="0" r="0" b="0"/>
              <a:pathLst>
                <a:path w="53440" h="23171">
                  <a:moveTo>
                    <a:pt x="53440" y="0"/>
                  </a:moveTo>
                  <a:lnTo>
                    <a:pt x="0" y="23171"/>
                  </a:lnTo>
                </a:path>
              </a:pathLst>
            </a:custGeom>
            <a:noFill/>
            <a:ln w="20003">
              <a:solidFill>
                <a:srgbClr val="E7EBED"/>
              </a:solidFill>
            </a:ln>
          </p:spPr>
        </p:sp>
        <p:sp>
          <p:nvSpPr>
            <p:cNvPr id="4817" name="Output_receptor__4816">
              <a:extLst>
                <a:ext uri="{FF2B5EF4-FFF2-40B4-BE49-F238E27FC236}">
                  <a16:creationId xmlns:a16="http://schemas.microsoft.com/office/drawing/2014/main" id="{B6EE413D-D0A5-3EF6-B353-B1822468A9D2}"/>
                </a:ext>
              </a:extLst>
            </p:cNvPr>
            <p:cNvSpPr>
              <a:spLocks noGrp="1"/>
            </p:cNvSpPr>
            <p:nvPr/>
          </p:nvSpPr>
          <p:spPr>
            <a:xfrm>
              <a:off x="16106379" y="3902605"/>
              <a:ext cx="52564" cy="47355"/>
            </a:xfrm>
            <a:custGeom>
              <a:avLst/>
              <a:gdLst/>
              <a:ahLst/>
              <a:cxnLst/>
              <a:rect l="0" t="0" r="0" b="0"/>
              <a:pathLst>
                <a:path w="52564" h="47355">
                  <a:moveTo>
                    <a:pt x="0" y="47355"/>
                  </a:moveTo>
                  <a:lnTo>
                    <a:pt x="52564" y="0"/>
                  </a:lnTo>
                </a:path>
              </a:pathLst>
            </a:custGeom>
            <a:noFill/>
            <a:ln w="20003">
              <a:solidFill>
                <a:srgbClr val="E7EBED"/>
              </a:solidFill>
            </a:ln>
          </p:spPr>
        </p:sp>
        <p:sp>
          <p:nvSpPr>
            <p:cNvPr id="4818" name="Output_receptor__4817">
              <a:extLst>
                <a:ext uri="{FF2B5EF4-FFF2-40B4-BE49-F238E27FC236}">
                  <a16:creationId xmlns:a16="http://schemas.microsoft.com/office/drawing/2014/main" id="{FB94EA8D-8632-60C0-D2E5-6C50A9EBF81B}"/>
                </a:ext>
              </a:extLst>
            </p:cNvPr>
            <p:cNvSpPr>
              <a:spLocks noGrp="1"/>
            </p:cNvSpPr>
            <p:nvPr/>
          </p:nvSpPr>
          <p:spPr>
            <a:xfrm>
              <a:off x="16017758" y="4100713"/>
              <a:ext cx="29674" cy="14645"/>
            </a:xfrm>
            <a:custGeom>
              <a:avLst/>
              <a:gdLst/>
              <a:ahLst/>
              <a:cxnLst/>
              <a:rect l="0" t="0" r="0" b="0"/>
              <a:pathLst>
                <a:path w="29674" h="14645">
                  <a:moveTo>
                    <a:pt x="29674" y="0"/>
                  </a:moveTo>
                  <a:lnTo>
                    <a:pt x="0" y="14645"/>
                  </a:lnTo>
                </a:path>
              </a:pathLst>
            </a:custGeom>
            <a:noFill/>
            <a:ln w="20003">
              <a:solidFill>
                <a:srgbClr val="E7EBED"/>
              </a:solidFill>
            </a:ln>
          </p:spPr>
        </p:sp>
        <p:sp>
          <p:nvSpPr>
            <p:cNvPr id="4819" name="Output_receptor__4818">
              <a:extLst>
                <a:ext uri="{FF2B5EF4-FFF2-40B4-BE49-F238E27FC236}">
                  <a16:creationId xmlns:a16="http://schemas.microsoft.com/office/drawing/2014/main" id="{42E9585B-FD75-46AF-7DB9-057274D282B5}"/>
                </a:ext>
              </a:extLst>
            </p:cNvPr>
            <p:cNvSpPr>
              <a:spLocks noGrp="1"/>
            </p:cNvSpPr>
            <p:nvPr/>
          </p:nvSpPr>
          <p:spPr>
            <a:xfrm>
              <a:off x="16514668" y="4065426"/>
              <a:ext cx="68527" cy="21219"/>
            </a:xfrm>
            <a:custGeom>
              <a:avLst/>
              <a:gdLst/>
              <a:ahLst/>
              <a:cxnLst/>
              <a:rect l="0" t="0" r="0" b="0"/>
              <a:pathLst>
                <a:path w="68527" h="21219">
                  <a:moveTo>
                    <a:pt x="0" y="21219"/>
                  </a:moveTo>
                  <a:lnTo>
                    <a:pt x="68527" y="0"/>
                  </a:lnTo>
                </a:path>
              </a:pathLst>
            </a:custGeom>
            <a:noFill/>
            <a:ln w="20003">
              <a:solidFill>
                <a:srgbClr val="E7EBED"/>
              </a:solidFill>
            </a:ln>
          </p:spPr>
        </p:sp>
        <p:sp>
          <p:nvSpPr>
            <p:cNvPr id="4820" name="Output_receptor__4819">
              <a:extLst>
                <a:ext uri="{FF2B5EF4-FFF2-40B4-BE49-F238E27FC236}">
                  <a16:creationId xmlns:a16="http://schemas.microsoft.com/office/drawing/2014/main" id="{564DF84E-83C2-ABE5-EB79-2D2DF021F5A7}"/>
                </a:ext>
              </a:extLst>
            </p:cNvPr>
            <p:cNvSpPr>
              <a:spLocks noGrp="1"/>
            </p:cNvSpPr>
            <p:nvPr/>
          </p:nvSpPr>
          <p:spPr>
            <a:xfrm>
              <a:off x="16063544" y="3848642"/>
              <a:ext cx="55642" cy="18454"/>
            </a:xfrm>
            <a:custGeom>
              <a:avLst/>
              <a:gdLst/>
              <a:ahLst/>
              <a:cxnLst/>
              <a:rect l="0" t="0" r="0" b="0"/>
              <a:pathLst>
                <a:path w="55642" h="18454">
                  <a:moveTo>
                    <a:pt x="55642" y="0"/>
                  </a:moveTo>
                  <a:lnTo>
                    <a:pt x="0" y="18454"/>
                  </a:lnTo>
                </a:path>
              </a:pathLst>
            </a:custGeom>
            <a:noFill/>
            <a:ln w="20003">
              <a:solidFill>
                <a:srgbClr val="E7EBED"/>
              </a:solidFill>
            </a:ln>
          </p:spPr>
        </p:sp>
        <p:sp>
          <p:nvSpPr>
            <p:cNvPr id="4821" name="Output_receptor__4820">
              <a:extLst>
                <a:ext uri="{FF2B5EF4-FFF2-40B4-BE49-F238E27FC236}">
                  <a16:creationId xmlns:a16="http://schemas.microsoft.com/office/drawing/2014/main" id="{D30125D4-C5A2-8BCD-73D6-6EB9679061DA}"/>
                </a:ext>
              </a:extLst>
            </p:cNvPr>
            <p:cNvSpPr>
              <a:spLocks noGrp="1"/>
            </p:cNvSpPr>
            <p:nvPr/>
          </p:nvSpPr>
          <p:spPr>
            <a:xfrm>
              <a:off x="16254210" y="3866823"/>
              <a:ext cx="53648" cy="48073"/>
            </a:xfrm>
            <a:custGeom>
              <a:avLst/>
              <a:gdLst/>
              <a:ahLst/>
              <a:cxnLst/>
              <a:rect l="0" t="0" r="0" b="0"/>
              <a:pathLst>
                <a:path w="53648" h="48073">
                  <a:moveTo>
                    <a:pt x="0" y="48073"/>
                  </a:moveTo>
                  <a:lnTo>
                    <a:pt x="53648" y="0"/>
                  </a:lnTo>
                </a:path>
              </a:pathLst>
            </a:custGeom>
            <a:noFill/>
            <a:ln w="20003">
              <a:solidFill>
                <a:srgbClr val="E7EBED"/>
              </a:solidFill>
            </a:ln>
          </p:spPr>
        </p:sp>
        <p:sp>
          <p:nvSpPr>
            <p:cNvPr id="4822" name="Output_receptor__4821">
              <a:extLst>
                <a:ext uri="{FF2B5EF4-FFF2-40B4-BE49-F238E27FC236}">
                  <a16:creationId xmlns:a16="http://schemas.microsoft.com/office/drawing/2014/main" id="{DDEF5D0D-C326-3B57-15AD-907BE271F4CD}"/>
                </a:ext>
              </a:extLst>
            </p:cNvPr>
            <p:cNvSpPr>
              <a:spLocks noGrp="1"/>
            </p:cNvSpPr>
            <p:nvPr/>
          </p:nvSpPr>
          <p:spPr>
            <a:xfrm>
              <a:off x="16581065" y="4337672"/>
              <a:ext cx="65689" cy="12430"/>
            </a:xfrm>
            <a:custGeom>
              <a:avLst/>
              <a:gdLst/>
              <a:ahLst/>
              <a:cxnLst/>
              <a:rect l="0" t="0" r="0" b="0"/>
              <a:pathLst>
                <a:path w="65689" h="12430">
                  <a:moveTo>
                    <a:pt x="0" y="12430"/>
                  </a:moveTo>
                  <a:lnTo>
                    <a:pt x="65689" y="0"/>
                  </a:lnTo>
                </a:path>
              </a:pathLst>
            </a:custGeom>
            <a:noFill/>
            <a:ln w="8096">
              <a:solidFill>
                <a:srgbClr val="E7EBED"/>
              </a:solidFill>
            </a:ln>
          </p:spPr>
        </p:sp>
        <p:sp>
          <p:nvSpPr>
            <p:cNvPr id="4823" name="Output_receptor__4822">
              <a:extLst>
                <a:ext uri="{FF2B5EF4-FFF2-40B4-BE49-F238E27FC236}">
                  <a16:creationId xmlns:a16="http://schemas.microsoft.com/office/drawing/2014/main" id="{7A2CAFBB-B5FA-2929-38DA-5443FA75A911}"/>
                </a:ext>
              </a:extLst>
            </p:cNvPr>
            <p:cNvSpPr>
              <a:spLocks noGrp="1"/>
            </p:cNvSpPr>
            <p:nvPr/>
          </p:nvSpPr>
          <p:spPr>
            <a:xfrm>
              <a:off x="16081814" y="4160506"/>
              <a:ext cx="19813" cy="35297"/>
            </a:xfrm>
            <a:custGeom>
              <a:avLst/>
              <a:gdLst/>
              <a:ahLst/>
              <a:cxnLst/>
              <a:rect l="0" t="0" r="0" b="0"/>
              <a:pathLst>
                <a:path w="19813" h="35297">
                  <a:moveTo>
                    <a:pt x="0" y="35297"/>
                  </a:moveTo>
                  <a:lnTo>
                    <a:pt x="19813" y="0"/>
                  </a:lnTo>
                </a:path>
              </a:pathLst>
            </a:custGeom>
            <a:noFill/>
            <a:ln w="20003">
              <a:solidFill>
                <a:srgbClr val="E7EBED"/>
              </a:solidFill>
            </a:ln>
          </p:spPr>
        </p:sp>
        <p:sp>
          <p:nvSpPr>
            <p:cNvPr id="4824" name="Output_receptor__4823">
              <a:extLst>
                <a:ext uri="{FF2B5EF4-FFF2-40B4-BE49-F238E27FC236}">
                  <a16:creationId xmlns:a16="http://schemas.microsoft.com/office/drawing/2014/main" id="{192866BF-D726-7E33-A666-8B9EB14D6C0B}"/>
                </a:ext>
              </a:extLst>
            </p:cNvPr>
            <p:cNvSpPr>
              <a:spLocks noGrp="1"/>
            </p:cNvSpPr>
            <p:nvPr/>
          </p:nvSpPr>
          <p:spPr>
            <a:xfrm>
              <a:off x="15816427" y="4372273"/>
              <a:ext cx="6767" cy="70663"/>
            </a:xfrm>
            <a:custGeom>
              <a:avLst/>
              <a:gdLst/>
              <a:ahLst/>
              <a:cxnLst/>
              <a:rect l="0" t="0" r="0" b="0"/>
              <a:pathLst>
                <a:path w="6767" h="70663">
                  <a:moveTo>
                    <a:pt x="6767" y="70663"/>
                  </a:moveTo>
                  <a:lnTo>
                    <a:pt x="0" y="0"/>
                  </a:lnTo>
                </a:path>
              </a:pathLst>
            </a:custGeom>
            <a:noFill/>
            <a:ln w="20003">
              <a:solidFill>
                <a:srgbClr val="E7EBED"/>
              </a:solidFill>
            </a:ln>
          </p:spPr>
        </p:sp>
        <p:sp>
          <p:nvSpPr>
            <p:cNvPr id="4825" name="Output_receptor__4824">
              <a:extLst>
                <a:ext uri="{FF2B5EF4-FFF2-40B4-BE49-F238E27FC236}">
                  <a16:creationId xmlns:a16="http://schemas.microsoft.com/office/drawing/2014/main" id="{2F6AD433-8625-64E5-3F76-840399D5259C}"/>
                </a:ext>
              </a:extLst>
            </p:cNvPr>
            <p:cNvSpPr>
              <a:spLocks noGrp="1"/>
            </p:cNvSpPr>
            <p:nvPr/>
          </p:nvSpPr>
          <p:spPr>
            <a:xfrm>
              <a:off x="15662160" y="3451045"/>
              <a:ext cx="64107" cy="27310"/>
            </a:xfrm>
            <a:custGeom>
              <a:avLst/>
              <a:gdLst/>
              <a:ahLst/>
              <a:cxnLst/>
              <a:rect l="0" t="0" r="0" b="0"/>
              <a:pathLst>
                <a:path w="64107" h="27310">
                  <a:moveTo>
                    <a:pt x="64107" y="27310"/>
                  </a:moveTo>
                  <a:lnTo>
                    <a:pt x="0" y="0"/>
                  </a:lnTo>
                </a:path>
              </a:pathLst>
            </a:custGeom>
            <a:noFill/>
            <a:ln w="8096">
              <a:solidFill>
                <a:srgbClr val="E7EBED"/>
              </a:solidFill>
            </a:ln>
          </p:spPr>
        </p:sp>
        <p:sp>
          <p:nvSpPr>
            <p:cNvPr id="4826" name="Output_receptor__4825">
              <a:extLst>
                <a:ext uri="{FF2B5EF4-FFF2-40B4-BE49-F238E27FC236}">
                  <a16:creationId xmlns:a16="http://schemas.microsoft.com/office/drawing/2014/main" id="{6780FF4A-29BF-B3F3-B074-D7468FF0E5FB}"/>
                </a:ext>
              </a:extLst>
            </p:cNvPr>
            <p:cNvSpPr>
              <a:spLocks noGrp="1"/>
            </p:cNvSpPr>
            <p:nvPr/>
          </p:nvSpPr>
          <p:spPr>
            <a:xfrm>
              <a:off x="15627131" y="4330889"/>
              <a:ext cx="581" cy="48669"/>
            </a:xfrm>
            <a:custGeom>
              <a:avLst/>
              <a:gdLst/>
              <a:ahLst/>
              <a:cxnLst/>
              <a:rect l="0" t="0" r="0" b="0"/>
              <a:pathLst>
                <a:path w="581" h="48669">
                  <a:moveTo>
                    <a:pt x="0" y="48669"/>
                  </a:moveTo>
                  <a:lnTo>
                    <a:pt x="581" y="0"/>
                  </a:lnTo>
                </a:path>
              </a:pathLst>
            </a:custGeom>
            <a:noFill/>
            <a:ln w="20003">
              <a:solidFill>
                <a:srgbClr val="E7EBED"/>
              </a:solidFill>
            </a:ln>
          </p:spPr>
        </p:sp>
        <p:sp>
          <p:nvSpPr>
            <p:cNvPr id="4827" name="Output_receptor__4826">
              <a:extLst>
                <a:ext uri="{FF2B5EF4-FFF2-40B4-BE49-F238E27FC236}">
                  <a16:creationId xmlns:a16="http://schemas.microsoft.com/office/drawing/2014/main" id="{53969E64-9F9E-6490-6D3F-F3DC82E27896}"/>
                </a:ext>
              </a:extLst>
            </p:cNvPr>
            <p:cNvSpPr>
              <a:spLocks noGrp="1"/>
            </p:cNvSpPr>
            <p:nvPr/>
          </p:nvSpPr>
          <p:spPr>
            <a:xfrm>
              <a:off x="15402911" y="4188379"/>
              <a:ext cx="42542" cy="17128"/>
            </a:xfrm>
            <a:custGeom>
              <a:avLst/>
              <a:gdLst/>
              <a:ahLst/>
              <a:cxnLst/>
              <a:rect l="0" t="0" r="0" b="0"/>
              <a:pathLst>
                <a:path w="42542" h="17128">
                  <a:moveTo>
                    <a:pt x="42542" y="0"/>
                  </a:moveTo>
                  <a:lnTo>
                    <a:pt x="0" y="17128"/>
                  </a:lnTo>
                </a:path>
              </a:pathLst>
            </a:custGeom>
            <a:noFill/>
            <a:ln w="20003">
              <a:solidFill>
                <a:srgbClr val="E7EBED"/>
              </a:solidFill>
            </a:ln>
          </p:spPr>
        </p:sp>
        <p:sp>
          <p:nvSpPr>
            <p:cNvPr id="4828" name="Output_receptor__4827">
              <a:extLst>
                <a:ext uri="{FF2B5EF4-FFF2-40B4-BE49-F238E27FC236}">
                  <a16:creationId xmlns:a16="http://schemas.microsoft.com/office/drawing/2014/main" id="{B41FB15E-C4F1-8F5B-BE74-3D6A3485BCDA}"/>
                </a:ext>
              </a:extLst>
            </p:cNvPr>
            <p:cNvSpPr>
              <a:spLocks noGrp="1"/>
            </p:cNvSpPr>
            <p:nvPr/>
          </p:nvSpPr>
          <p:spPr>
            <a:xfrm>
              <a:off x="15347320" y="4228679"/>
              <a:ext cx="2151" cy="67658"/>
            </a:xfrm>
            <a:custGeom>
              <a:avLst/>
              <a:gdLst/>
              <a:ahLst/>
              <a:cxnLst/>
              <a:rect l="0" t="0" r="0" b="0"/>
              <a:pathLst>
                <a:path w="2151" h="67658">
                  <a:moveTo>
                    <a:pt x="2151" y="0"/>
                  </a:moveTo>
                  <a:lnTo>
                    <a:pt x="0" y="67658"/>
                  </a:lnTo>
                </a:path>
              </a:pathLst>
            </a:custGeom>
            <a:noFill/>
            <a:ln w="8096">
              <a:solidFill>
                <a:srgbClr val="E7EBED"/>
              </a:solidFill>
            </a:ln>
          </p:spPr>
        </p:sp>
        <p:sp>
          <p:nvSpPr>
            <p:cNvPr id="4829" name="Output_receptor__4828">
              <a:extLst>
                <a:ext uri="{FF2B5EF4-FFF2-40B4-BE49-F238E27FC236}">
                  <a16:creationId xmlns:a16="http://schemas.microsoft.com/office/drawing/2014/main" id="{E4096042-E865-CF18-1A42-1FD8D944E639}"/>
                </a:ext>
              </a:extLst>
            </p:cNvPr>
            <p:cNvSpPr>
              <a:spLocks noGrp="1"/>
            </p:cNvSpPr>
            <p:nvPr/>
          </p:nvSpPr>
          <p:spPr>
            <a:xfrm>
              <a:off x="16646754" y="4276862"/>
              <a:ext cx="13737" cy="60810"/>
            </a:xfrm>
            <a:custGeom>
              <a:avLst/>
              <a:gdLst/>
              <a:ahLst/>
              <a:cxnLst/>
              <a:rect l="0" t="0" r="0" b="0"/>
              <a:pathLst>
                <a:path w="13737" h="60810">
                  <a:moveTo>
                    <a:pt x="0" y="60810"/>
                  </a:moveTo>
                  <a:lnTo>
                    <a:pt x="13737" y="0"/>
                  </a:lnTo>
                </a:path>
              </a:pathLst>
            </a:custGeom>
            <a:noFill/>
            <a:ln w="8096">
              <a:solidFill>
                <a:srgbClr val="E7EBED"/>
              </a:solidFill>
            </a:ln>
          </p:spPr>
        </p:sp>
        <p:sp>
          <p:nvSpPr>
            <p:cNvPr id="4830" name="Output_receptor__4829">
              <a:extLst>
                <a:ext uri="{FF2B5EF4-FFF2-40B4-BE49-F238E27FC236}">
                  <a16:creationId xmlns:a16="http://schemas.microsoft.com/office/drawing/2014/main" id="{DC2F0A08-6478-411E-6241-66368F9FD563}"/>
                </a:ext>
              </a:extLst>
            </p:cNvPr>
            <p:cNvSpPr>
              <a:spLocks noGrp="1"/>
            </p:cNvSpPr>
            <p:nvPr/>
          </p:nvSpPr>
          <p:spPr>
            <a:xfrm>
              <a:off x="15715173" y="4321672"/>
              <a:ext cx="6378" cy="68352"/>
            </a:xfrm>
            <a:custGeom>
              <a:avLst/>
              <a:gdLst/>
              <a:ahLst/>
              <a:cxnLst/>
              <a:rect l="0" t="0" r="0" b="0"/>
              <a:pathLst>
                <a:path w="6378" h="68352">
                  <a:moveTo>
                    <a:pt x="6378" y="68352"/>
                  </a:moveTo>
                  <a:lnTo>
                    <a:pt x="0" y="0"/>
                  </a:lnTo>
                </a:path>
              </a:pathLst>
            </a:custGeom>
            <a:noFill/>
            <a:ln w="20003">
              <a:solidFill>
                <a:srgbClr val="E7EBED"/>
              </a:solidFill>
            </a:ln>
          </p:spPr>
        </p:sp>
        <p:sp>
          <p:nvSpPr>
            <p:cNvPr id="4831" name="Output_receptor__4830">
              <a:extLst>
                <a:ext uri="{FF2B5EF4-FFF2-40B4-BE49-F238E27FC236}">
                  <a16:creationId xmlns:a16="http://schemas.microsoft.com/office/drawing/2014/main" id="{90843F91-FDDF-7852-2F79-70EBEF115388}"/>
                </a:ext>
              </a:extLst>
            </p:cNvPr>
            <p:cNvSpPr>
              <a:spLocks noGrp="1"/>
            </p:cNvSpPr>
            <p:nvPr/>
          </p:nvSpPr>
          <p:spPr>
            <a:xfrm>
              <a:off x="15663758" y="4475555"/>
              <a:ext cx="63715" cy="18667"/>
            </a:xfrm>
            <a:custGeom>
              <a:avLst/>
              <a:gdLst/>
              <a:ahLst/>
              <a:cxnLst/>
              <a:rect l="0" t="0" r="0" b="0"/>
              <a:pathLst>
                <a:path w="63715" h="18667">
                  <a:moveTo>
                    <a:pt x="63715" y="18667"/>
                  </a:moveTo>
                  <a:lnTo>
                    <a:pt x="0" y="0"/>
                  </a:lnTo>
                </a:path>
              </a:pathLst>
            </a:custGeom>
            <a:noFill/>
            <a:ln w="20003">
              <a:solidFill>
                <a:srgbClr val="E7EBED"/>
              </a:solidFill>
            </a:ln>
          </p:spPr>
        </p:sp>
        <p:sp>
          <p:nvSpPr>
            <p:cNvPr id="4832" name="Output_receptor__4831">
              <a:extLst>
                <a:ext uri="{FF2B5EF4-FFF2-40B4-BE49-F238E27FC236}">
                  <a16:creationId xmlns:a16="http://schemas.microsoft.com/office/drawing/2014/main" id="{77A92247-5CB1-3A62-91B5-77B384C19610}"/>
                </a:ext>
              </a:extLst>
            </p:cNvPr>
            <p:cNvSpPr>
              <a:spLocks noGrp="1"/>
            </p:cNvSpPr>
            <p:nvPr/>
          </p:nvSpPr>
          <p:spPr>
            <a:xfrm>
              <a:off x="15509262" y="4237799"/>
              <a:ext cx="28084" cy="22057"/>
            </a:xfrm>
            <a:custGeom>
              <a:avLst/>
              <a:gdLst/>
              <a:ahLst/>
              <a:cxnLst/>
              <a:rect l="0" t="0" r="0" b="0"/>
              <a:pathLst>
                <a:path w="28084" h="22057">
                  <a:moveTo>
                    <a:pt x="28084" y="22057"/>
                  </a:moveTo>
                  <a:lnTo>
                    <a:pt x="0" y="0"/>
                  </a:lnTo>
                </a:path>
              </a:pathLst>
            </a:custGeom>
            <a:noFill/>
            <a:ln w="20003">
              <a:solidFill>
                <a:srgbClr val="E7EBED"/>
              </a:solidFill>
            </a:ln>
          </p:spPr>
        </p:sp>
        <p:sp>
          <p:nvSpPr>
            <p:cNvPr id="4833" name="Output_receptor__4832">
              <a:extLst>
                <a:ext uri="{FF2B5EF4-FFF2-40B4-BE49-F238E27FC236}">
                  <a16:creationId xmlns:a16="http://schemas.microsoft.com/office/drawing/2014/main" id="{57DB499D-6460-9498-BDA7-155618506615}"/>
                </a:ext>
              </a:extLst>
            </p:cNvPr>
            <p:cNvSpPr>
              <a:spLocks noGrp="1"/>
            </p:cNvSpPr>
            <p:nvPr/>
          </p:nvSpPr>
          <p:spPr>
            <a:xfrm>
              <a:off x="15960729" y="4017402"/>
              <a:ext cx="67721" cy="22974"/>
            </a:xfrm>
            <a:custGeom>
              <a:avLst/>
              <a:gdLst/>
              <a:ahLst/>
              <a:cxnLst/>
              <a:rect l="0" t="0" r="0" b="0"/>
              <a:pathLst>
                <a:path w="67721" h="22974">
                  <a:moveTo>
                    <a:pt x="67721" y="0"/>
                  </a:moveTo>
                  <a:lnTo>
                    <a:pt x="0" y="22974"/>
                  </a:lnTo>
                </a:path>
              </a:pathLst>
            </a:custGeom>
            <a:noFill/>
            <a:ln w="20003">
              <a:solidFill>
                <a:srgbClr val="E7EBED"/>
              </a:solidFill>
            </a:ln>
          </p:spPr>
        </p:sp>
        <p:sp>
          <p:nvSpPr>
            <p:cNvPr id="4834" name="Output_receptor__4833">
              <a:extLst>
                <a:ext uri="{FF2B5EF4-FFF2-40B4-BE49-F238E27FC236}">
                  <a16:creationId xmlns:a16="http://schemas.microsoft.com/office/drawing/2014/main" id="{A7ECA140-671C-AAE0-DF64-30FB00BFDC68}"/>
                </a:ext>
              </a:extLst>
            </p:cNvPr>
            <p:cNvSpPr>
              <a:spLocks noGrp="1"/>
            </p:cNvSpPr>
            <p:nvPr/>
          </p:nvSpPr>
          <p:spPr>
            <a:xfrm>
              <a:off x="15938088" y="4638412"/>
              <a:ext cx="6092" cy="23733"/>
            </a:xfrm>
            <a:custGeom>
              <a:avLst/>
              <a:gdLst/>
              <a:ahLst/>
              <a:cxnLst/>
              <a:rect l="0" t="0" r="0" b="0"/>
              <a:pathLst>
                <a:path w="6092" h="23733">
                  <a:moveTo>
                    <a:pt x="6092" y="23733"/>
                  </a:moveTo>
                  <a:lnTo>
                    <a:pt x="0" y="0"/>
                  </a:lnTo>
                </a:path>
              </a:pathLst>
            </a:custGeom>
            <a:noFill/>
            <a:ln w="20003">
              <a:solidFill>
                <a:srgbClr val="E7EBED"/>
              </a:solidFill>
            </a:ln>
          </p:spPr>
        </p:sp>
        <p:sp>
          <p:nvSpPr>
            <p:cNvPr id="4835" name="Output_receptor__4834">
              <a:extLst>
                <a:ext uri="{FF2B5EF4-FFF2-40B4-BE49-F238E27FC236}">
                  <a16:creationId xmlns:a16="http://schemas.microsoft.com/office/drawing/2014/main" id="{5B9AF328-A379-EF21-7454-C9AADF7E0247}"/>
                </a:ext>
              </a:extLst>
            </p:cNvPr>
            <p:cNvSpPr>
              <a:spLocks noGrp="1"/>
            </p:cNvSpPr>
            <p:nvPr/>
          </p:nvSpPr>
          <p:spPr>
            <a:xfrm>
              <a:off x="15613597" y="4275969"/>
              <a:ext cx="14115" cy="54919"/>
            </a:xfrm>
            <a:custGeom>
              <a:avLst/>
              <a:gdLst/>
              <a:ahLst/>
              <a:cxnLst/>
              <a:rect l="0" t="0" r="0" b="0"/>
              <a:pathLst>
                <a:path w="14115" h="54919">
                  <a:moveTo>
                    <a:pt x="14115" y="54919"/>
                  </a:moveTo>
                  <a:lnTo>
                    <a:pt x="0" y="0"/>
                  </a:lnTo>
                </a:path>
              </a:pathLst>
            </a:custGeom>
            <a:noFill/>
            <a:ln w="20003">
              <a:solidFill>
                <a:srgbClr val="E7EBED"/>
              </a:solidFill>
            </a:ln>
          </p:spPr>
        </p:sp>
        <p:sp>
          <p:nvSpPr>
            <p:cNvPr id="4836" name="Output_receptor__4835">
              <a:extLst>
                <a:ext uri="{FF2B5EF4-FFF2-40B4-BE49-F238E27FC236}">
                  <a16:creationId xmlns:a16="http://schemas.microsoft.com/office/drawing/2014/main" id="{D9818D4A-70A6-E054-9911-C760F912A201}"/>
                </a:ext>
              </a:extLst>
            </p:cNvPr>
            <p:cNvSpPr>
              <a:spLocks noGrp="1"/>
            </p:cNvSpPr>
            <p:nvPr/>
          </p:nvSpPr>
          <p:spPr>
            <a:xfrm>
              <a:off x="16696643" y="4027284"/>
              <a:ext cx="29873" cy="17122"/>
            </a:xfrm>
            <a:custGeom>
              <a:avLst/>
              <a:gdLst/>
              <a:ahLst/>
              <a:cxnLst/>
              <a:rect l="0" t="0" r="0" b="0"/>
              <a:pathLst>
                <a:path w="29873" h="17122">
                  <a:moveTo>
                    <a:pt x="0" y="17122"/>
                  </a:moveTo>
                  <a:lnTo>
                    <a:pt x="29873" y="0"/>
                  </a:lnTo>
                </a:path>
              </a:pathLst>
            </a:custGeom>
            <a:noFill/>
            <a:ln w="20003">
              <a:solidFill>
                <a:srgbClr val="E7EBED"/>
              </a:solidFill>
            </a:ln>
          </p:spPr>
        </p:sp>
        <p:sp>
          <p:nvSpPr>
            <p:cNvPr id="4837" name="Output_receptor__4836">
              <a:extLst>
                <a:ext uri="{FF2B5EF4-FFF2-40B4-BE49-F238E27FC236}">
                  <a16:creationId xmlns:a16="http://schemas.microsoft.com/office/drawing/2014/main" id="{C66CEBF4-6E03-9F59-EABF-FB1EDCA24F56}"/>
                </a:ext>
              </a:extLst>
            </p:cNvPr>
            <p:cNvSpPr>
              <a:spLocks noGrp="1"/>
            </p:cNvSpPr>
            <p:nvPr/>
          </p:nvSpPr>
          <p:spPr>
            <a:xfrm>
              <a:off x="16613556" y="3410160"/>
              <a:ext cx="15473" cy="35755"/>
            </a:xfrm>
            <a:custGeom>
              <a:avLst/>
              <a:gdLst/>
              <a:ahLst/>
              <a:cxnLst/>
              <a:rect l="0" t="0" r="0" b="0"/>
              <a:pathLst>
                <a:path w="15473" h="35755">
                  <a:moveTo>
                    <a:pt x="15473" y="35755"/>
                  </a:moveTo>
                  <a:lnTo>
                    <a:pt x="0" y="0"/>
                  </a:lnTo>
                </a:path>
              </a:pathLst>
            </a:custGeom>
            <a:noFill/>
            <a:ln w="8096">
              <a:solidFill>
                <a:srgbClr val="E7EBED"/>
              </a:solidFill>
            </a:ln>
          </p:spPr>
        </p:sp>
        <p:sp>
          <p:nvSpPr>
            <p:cNvPr id="4838" name="Output_receptor__4837">
              <a:extLst>
                <a:ext uri="{FF2B5EF4-FFF2-40B4-BE49-F238E27FC236}">
                  <a16:creationId xmlns:a16="http://schemas.microsoft.com/office/drawing/2014/main" id="{445EDDBF-94E1-FF29-0B21-F7AD9FB738CC}"/>
                </a:ext>
              </a:extLst>
            </p:cNvPr>
            <p:cNvSpPr>
              <a:spLocks noGrp="1"/>
            </p:cNvSpPr>
            <p:nvPr/>
          </p:nvSpPr>
          <p:spPr>
            <a:xfrm>
              <a:off x="16101627" y="4099057"/>
              <a:ext cx="11086" cy="61449"/>
            </a:xfrm>
            <a:custGeom>
              <a:avLst/>
              <a:gdLst/>
              <a:ahLst/>
              <a:cxnLst/>
              <a:rect l="0" t="0" r="0" b="0"/>
              <a:pathLst>
                <a:path w="11086" h="61449">
                  <a:moveTo>
                    <a:pt x="0" y="61449"/>
                  </a:moveTo>
                  <a:lnTo>
                    <a:pt x="11086" y="0"/>
                  </a:lnTo>
                </a:path>
              </a:pathLst>
            </a:custGeom>
            <a:noFill/>
            <a:ln w="20003">
              <a:solidFill>
                <a:srgbClr val="E7EBED"/>
              </a:solidFill>
            </a:ln>
          </p:spPr>
        </p:sp>
        <p:sp>
          <p:nvSpPr>
            <p:cNvPr id="4839" name="Output_receptor__4838">
              <a:extLst>
                <a:ext uri="{FF2B5EF4-FFF2-40B4-BE49-F238E27FC236}">
                  <a16:creationId xmlns:a16="http://schemas.microsoft.com/office/drawing/2014/main" id="{95517620-19E2-7CD3-A4CE-0A71570961FB}"/>
                </a:ext>
              </a:extLst>
            </p:cNvPr>
            <p:cNvSpPr>
              <a:spLocks noGrp="1"/>
            </p:cNvSpPr>
            <p:nvPr/>
          </p:nvSpPr>
          <p:spPr>
            <a:xfrm>
              <a:off x="15478314" y="2734235"/>
              <a:ext cx="35465" cy="62751"/>
            </a:xfrm>
            <a:custGeom>
              <a:avLst/>
              <a:gdLst/>
              <a:ahLst/>
              <a:cxnLst/>
              <a:rect l="0" t="0" r="0" b="0"/>
              <a:pathLst>
                <a:path w="35465" h="62751">
                  <a:moveTo>
                    <a:pt x="0" y="0"/>
                  </a:moveTo>
                  <a:lnTo>
                    <a:pt x="35465" y="62751"/>
                  </a:lnTo>
                </a:path>
              </a:pathLst>
            </a:custGeom>
            <a:noFill/>
            <a:ln w="20003">
              <a:solidFill>
                <a:srgbClr val="E7EBED"/>
              </a:solidFill>
            </a:ln>
          </p:spPr>
        </p:sp>
        <p:sp>
          <p:nvSpPr>
            <p:cNvPr id="4840" name="Output_receptor__4839">
              <a:extLst>
                <a:ext uri="{FF2B5EF4-FFF2-40B4-BE49-F238E27FC236}">
                  <a16:creationId xmlns:a16="http://schemas.microsoft.com/office/drawing/2014/main" id="{47DD66B5-7215-4A5F-9786-3660D69E2460}"/>
                </a:ext>
              </a:extLst>
            </p:cNvPr>
            <p:cNvSpPr>
              <a:spLocks noGrp="1"/>
            </p:cNvSpPr>
            <p:nvPr/>
          </p:nvSpPr>
          <p:spPr>
            <a:xfrm>
              <a:off x="16364970" y="3533303"/>
              <a:ext cx="59342" cy="35981"/>
            </a:xfrm>
            <a:custGeom>
              <a:avLst/>
              <a:gdLst/>
              <a:ahLst/>
              <a:cxnLst/>
              <a:rect l="0" t="0" r="0" b="0"/>
              <a:pathLst>
                <a:path w="59342" h="35981">
                  <a:moveTo>
                    <a:pt x="59342" y="0"/>
                  </a:moveTo>
                  <a:lnTo>
                    <a:pt x="0" y="35981"/>
                  </a:lnTo>
                </a:path>
              </a:pathLst>
            </a:custGeom>
            <a:noFill/>
            <a:ln w="20003">
              <a:solidFill>
                <a:srgbClr val="E7EBED"/>
              </a:solidFill>
            </a:ln>
          </p:spPr>
        </p:sp>
        <p:sp>
          <p:nvSpPr>
            <p:cNvPr id="4841" name="Output_receptor__4840">
              <a:extLst>
                <a:ext uri="{FF2B5EF4-FFF2-40B4-BE49-F238E27FC236}">
                  <a16:creationId xmlns:a16="http://schemas.microsoft.com/office/drawing/2014/main" id="{A7608074-2797-05EA-8BFD-0373482F156E}"/>
                </a:ext>
              </a:extLst>
            </p:cNvPr>
            <p:cNvSpPr>
              <a:spLocks noGrp="1"/>
            </p:cNvSpPr>
            <p:nvPr/>
          </p:nvSpPr>
          <p:spPr>
            <a:xfrm>
              <a:off x="15747513" y="4179044"/>
              <a:ext cx="62457" cy="7612"/>
            </a:xfrm>
            <a:custGeom>
              <a:avLst/>
              <a:gdLst/>
              <a:ahLst/>
              <a:cxnLst/>
              <a:rect l="0" t="0" r="0" b="0"/>
              <a:pathLst>
                <a:path w="62457" h="7612">
                  <a:moveTo>
                    <a:pt x="0" y="0"/>
                  </a:moveTo>
                  <a:lnTo>
                    <a:pt x="62457" y="7612"/>
                  </a:lnTo>
                </a:path>
              </a:pathLst>
            </a:custGeom>
            <a:noFill/>
            <a:ln w="20003">
              <a:solidFill>
                <a:srgbClr val="E7EBED"/>
              </a:solidFill>
            </a:ln>
          </p:spPr>
        </p:sp>
        <p:sp>
          <p:nvSpPr>
            <p:cNvPr id="4842" name="Output_receptor__4841">
              <a:extLst>
                <a:ext uri="{FF2B5EF4-FFF2-40B4-BE49-F238E27FC236}">
                  <a16:creationId xmlns:a16="http://schemas.microsoft.com/office/drawing/2014/main" id="{FD279871-08F6-21F6-EA48-04CC93DF2B53}"/>
                </a:ext>
              </a:extLst>
            </p:cNvPr>
            <p:cNvSpPr>
              <a:spLocks noGrp="1"/>
            </p:cNvSpPr>
            <p:nvPr/>
          </p:nvSpPr>
          <p:spPr>
            <a:xfrm>
              <a:off x="16104973" y="3191392"/>
              <a:ext cx="32517" cy="19348"/>
            </a:xfrm>
            <a:custGeom>
              <a:avLst/>
              <a:gdLst/>
              <a:ahLst/>
              <a:cxnLst/>
              <a:rect l="0" t="0" r="0" b="0"/>
              <a:pathLst>
                <a:path w="32517" h="19348">
                  <a:moveTo>
                    <a:pt x="0" y="19348"/>
                  </a:moveTo>
                  <a:lnTo>
                    <a:pt x="32517" y="0"/>
                  </a:lnTo>
                </a:path>
              </a:pathLst>
            </a:custGeom>
            <a:noFill/>
            <a:ln w="20003">
              <a:solidFill>
                <a:srgbClr val="E7EBED"/>
              </a:solidFill>
            </a:ln>
          </p:spPr>
        </p:sp>
        <p:sp>
          <p:nvSpPr>
            <p:cNvPr id="4843" name="Output_receptor__4842">
              <a:extLst>
                <a:ext uri="{FF2B5EF4-FFF2-40B4-BE49-F238E27FC236}">
                  <a16:creationId xmlns:a16="http://schemas.microsoft.com/office/drawing/2014/main" id="{C36A0297-7663-9505-2974-AF0217A4C0B8}"/>
                </a:ext>
              </a:extLst>
            </p:cNvPr>
            <p:cNvSpPr>
              <a:spLocks noGrp="1"/>
            </p:cNvSpPr>
            <p:nvPr/>
          </p:nvSpPr>
          <p:spPr>
            <a:xfrm>
              <a:off x="16573758" y="4121816"/>
              <a:ext cx="25087" cy="43717"/>
            </a:xfrm>
            <a:custGeom>
              <a:avLst/>
              <a:gdLst/>
              <a:ahLst/>
              <a:cxnLst/>
              <a:rect l="0" t="0" r="0" b="0"/>
              <a:pathLst>
                <a:path w="25087" h="43717">
                  <a:moveTo>
                    <a:pt x="25087" y="0"/>
                  </a:moveTo>
                  <a:lnTo>
                    <a:pt x="0" y="43717"/>
                  </a:lnTo>
                </a:path>
              </a:pathLst>
            </a:custGeom>
            <a:noFill/>
            <a:ln w="20003">
              <a:solidFill>
                <a:srgbClr val="E7EBED"/>
              </a:solidFill>
            </a:ln>
          </p:spPr>
        </p:sp>
        <p:sp>
          <p:nvSpPr>
            <p:cNvPr id="4844" name="Output_receptor__4843">
              <a:extLst>
                <a:ext uri="{FF2B5EF4-FFF2-40B4-BE49-F238E27FC236}">
                  <a16:creationId xmlns:a16="http://schemas.microsoft.com/office/drawing/2014/main" id="{587186F1-19D2-CEC1-F748-FFB426E91742}"/>
                </a:ext>
              </a:extLst>
            </p:cNvPr>
            <p:cNvSpPr>
              <a:spLocks noGrp="1"/>
            </p:cNvSpPr>
            <p:nvPr/>
          </p:nvSpPr>
          <p:spPr>
            <a:xfrm>
              <a:off x="15629486" y="4475555"/>
              <a:ext cx="34273" cy="32004"/>
            </a:xfrm>
            <a:custGeom>
              <a:avLst/>
              <a:gdLst/>
              <a:ahLst/>
              <a:cxnLst/>
              <a:rect l="0" t="0" r="0" b="0"/>
              <a:pathLst>
                <a:path w="34273" h="32004">
                  <a:moveTo>
                    <a:pt x="34273" y="0"/>
                  </a:moveTo>
                  <a:lnTo>
                    <a:pt x="0" y="32004"/>
                  </a:lnTo>
                </a:path>
              </a:pathLst>
            </a:custGeom>
            <a:noFill/>
            <a:ln w="20003">
              <a:solidFill>
                <a:srgbClr val="E7EBED"/>
              </a:solidFill>
            </a:ln>
          </p:spPr>
        </p:sp>
        <p:sp>
          <p:nvSpPr>
            <p:cNvPr id="4845" name="Output_receptor__4844">
              <a:extLst>
                <a:ext uri="{FF2B5EF4-FFF2-40B4-BE49-F238E27FC236}">
                  <a16:creationId xmlns:a16="http://schemas.microsoft.com/office/drawing/2014/main" id="{0DC97D02-2839-78D6-49F1-34D67494DFAB}"/>
                </a:ext>
              </a:extLst>
            </p:cNvPr>
            <p:cNvSpPr>
              <a:spLocks noGrp="1"/>
            </p:cNvSpPr>
            <p:nvPr/>
          </p:nvSpPr>
          <p:spPr>
            <a:xfrm>
              <a:off x="15445238" y="4257356"/>
              <a:ext cx="9835" cy="26845"/>
            </a:xfrm>
            <a:custGeom>
              <a:avLst/>
              <a:gdLst/>
              <a:ahLst/>
              <a:cxnLst/>
              <a:rect l="0" t="0" r="0" b="0"/>
              <a:pathLst>
                <a:path w="9835" h="26845">
                  <a:moveTo>
                    <a:pt x="9835" y="26845"/>
                  </a:moveTo>
                  <a:lnTo>
                    <a:pt x="0" y="0"/>
                  </a:lnTo>
                </a:path>
              </a:pathLst>
            </a:custGeom>
            <a:noFill/>
            <a:ln w="20003">
              <a:solidFill>
                <a:srgbClr val="E7EBED"/>
              </a:solidFill>
            </a:ln>
          </p:spPr>
        </p:sp>
        <p:sp>
          <p:nvSpPr>
            <p:cNvPr id="4846" name="Output_receptor__4845">
              <a:extLst>
                <a:ext uri="{FF2B5EF4-FFF2-40B4-BE49-F238E27FC236}">
                  <a16:creationId xmlns:a16="http://schemas.microsoft.com/office/drawing/2014/main" id="{DF012FD3-9A44-EEE3-1746-3D3ADFC6BCBC}"/>
                </a:ext>
              </a:extLst>
            </p:cNvPr>
            <p:cNvSpPr>
              <a:spLocks noGrp="1"/>
            </p:cNvSpPr>
            <p:nvPr/>
          </p:nvSpPr>
          <p:spPr>
            <a:xfrm>
              <a:off x="15720146" y="4179044"/>
              <a:ext cx="27367" cy="52506"/>
            </a:xfrm>
            <a:custGeom>
              <a:avLst/>
              <a:gdLst/>
              <a:ahLst/>
              <a:cxnLst/>
              <a:rect l="0" t="0" r="0" b="0"/>
              <a:pathLst>
                <a:path w="27367" h="52506">
                  <a:moveTo>
                    <a:pt x="0" y="52506"/>
                  </a:moveTo>
                  <a:lnTo>
                    <a:pt x="27367" y="0"/>
                  </a:lnTo>
                </a:path>
              </a:pathLst>
            </a:custGeom>
            <a:noFill/>
            <a:ln w="20003">
              <a:solidFill>
                <a:srgbClr val="E7EBED"/>
              </a:solidFill>
            </a:ln>
          </p:spPr>
        </p:sp>
        <p:sp>
          <p:nvSpPr>
            <p:cNvPr id="4847" name="Output_receptor__4846">
              <a:extLst>
                <a:ext uri="{FF2B5EF4-FFF2-40B4-BE49-F238E27FC236}">
                  <a16:creationId xmlns:a16="http://schemas.microsoft.com/office/drawing/2014/main" id="{0D0F38FA-9550-8EA9-A915-4DBACDD6937F}"/>
                </a:ext>
              </a:extLst>
            </p:cNvPr>
            <p:cNvSpPr>
              <a:spLocks noGrp="1"/>
            </p:cNvSpPr>
            <p:nvPr/>
          </p:nvSpPr>
          <p:spPr>
            <a:xfrm>
              <a:off x="15619292" y="3451045"/>
              <a:ext cx="42869" cy="19142"/>
            </a:xfrm>
            <a:custGeom>
              <a:avLst/>
              <a:gdLst/>
              <a:ahLst/>
              <a:cxnLst/>
              <a:rect l="0" t="0" r="0" b="0"/>
              <a:pathLst>
                <a:path w="42869" h="19142">
                  <a:moveTo>
                    <a:pt x="42869" y="0"/>
                  </a:moveTo>
                  <a:lnTo>
                    <a:pt x="0" y="19142"/>
                  </a:lnTo>
                </a:path>
              </a:pathLst>
            </a:custGeom>
            <a:noFill/>
            <a:ln w="8096">
              <a:solidFill>
                <a:srgbClr val="E7EBED"/>
              </a:solidFill>
            </a:ln>
          </p:spPr>
        </p:sp>
        <p:sp>
          <p:nvSpPr>
            <p:cNvPr id="4848" name="Output_receptor__4847">
              <a:extLst>
                <a:ext uri="{FF2B5EF4-FFF2-40B4-BE49-F238E27FC236}">
                  <a16:creationId xmlns:a16="http://schemas.microsoft.com/office/drawing/2014/main" id="{7803BCA9-9B79-DBE6-C462-4BD185DF9782}"/>
                </a:ext>
              </a:extLst>
            </p:cNvPr>
            <p:cNvSpPr>
              <a:spLocks noGrp="1"/>
            </p:cNvSpPr>
            <p:nvPr/>
          </p:nvSpPr>
          <p:spPr>
            <a:xfrm>
              <a:off x="16643039" y="3957570"/>
              <a:ext cx="67948" cy="16491"/>
            </a:xfrm>
            <a:custGeom>
              <a:avLst/>
              <a:gdLst/>
              <a:ahLst/>
              <a:cxnLst/>
              <a:rect l="0" t="0" r="0" b="0"/>
              <a:pathLst>
                <a:path w="67948" h="16491">
                  <a:moveTo>
                    <a:pt x="67948" y="0"/>
                  </a:moveTo>
                  <a:lnTo>
                    <a:pt x="0" y="16491"/>
                  </a:lnTo>
                </a:path>
              </a:pathLst>
            </a:custGeom>
            <a:noFill/>
            <a:ln w="20003">
              <a:solidFill>
                <a:srgbClr val="E7EBED"/>
              </a:solidFill>
            </a:ln>
          </p:spPr>
        </p:sp>
        <p:sp>
          <p:nvSpPr>
            <p:cNvPr id="4849" name="Output_receptor__4848">
              <a:extLst>
                <a:ext uri="{FF2B5EF4-FFF2-40B4-BE49-F238E27FC236}">
                  <a16:creationId xmlns:a16="http://schemas.microsoft.com/office/drawing/2014/main" id="{4EE4586D-20B0-66C5-2A68-8791B97026EB}"/>
                </a:ext>
              </a:extLst>
            </p:cNvPr>
            <p:cNvSpPr>
              <a:spLocks noGrp="1"/>
            </p:cNvSpPr>
            <p:nvPr/>
          </p:nvSpPr>
          <p:spPr>
            <a:xfrm>
              <a:off x="15347320" y="4296336"/>
              <a:ext cx="37252" cy="20219"/>
            </a:xfrm>
            <a:custGeom>
              <a:avLst/>
              <a:gdLst/>
              <a:ahLst/>
              <a:cxnLst/>
              <a:rect l="0" t="0" r="0" b="0"/>
              <a:pathLst>
                <a:path w="37252" h="20219">
                  <a:moveTo>
                    <a:pt x="0" y="0"/>
                  </a:moveTo>
                  <a:lnTo>
                    <a:pt x="37252" y="20219"/>
                  </a:lnTo>
                </a:path>
              </a:pathLst>
            </a:custGeom>
            <a:noFill/>
            <a:ln w="8096">
              <a:solidFill>
                <a:srgbClr val="E7EBED"/>
              </a:solidFill>
            </a:ln>
          </p:spPr>
        </p:sp>
        <p:sp>
          <p:nvSpPr>
            <p:cNvPr id="4850" name="Output_receptor__4849">
              <a:extLst>
                <a:ext uri="{FF2B5EF4-FFF2-40B4-BE49-F238E27FC236}">
                  <a16:creationId xmlns:a16="http://schemas.microsoft.com/office/drawing/2014/main" id="{2D27BA75-3EEF-8CF1-37D5-877C79BA4B56}"/>
                </a:ext>
              </a:extLst>
            </p:cNvPr>
            <p:cNvSpPr>
              <a:spLocks noGrp="1"/>
            </p:cNvSpPr>
            <p:nvPr/>
          </p:nvSpPr>
          <p:spPr>
            <a:xfrm>
              <a:off x="16583195" y="4065426"/>
              <a:ext cx="15651" cy="56390"/>
            </a:xfrm>
            <a:custGeom>
              <a:avLst/>
              <a:gdLst/>
              <a:ahLst/>
              <a:cxnLst/>
              <a:rect l="0" t="0" r="0" b="0"/>
              <a:pathLst>
                <a:path w="15651" h="56390">
                  <a:moveTo>
                    <a:pt x="0" y="0"/>
                  </a:moveTo>
                  <a:lnTo>
                    <a:pt x="15651" y="56390"/>
                  </a:lnTo>
                </a:path>
              </a:pathLst>
            </a:custGeom>
            <a:noFill/>
            <a:ln w="20003">
              <a:solidFill>
                <a:srgbClr val="E7EBED"/>
              </a:solidFill>
            </a:ln>
          </p:spPr>
        </p:sp>
        <p:sp>
          <p:nvSpPr>
            <p:cNvPr id="4851" name="Output_receptor__4850">
              <a:extLst>
                <a:ext uri="{FF2B5EF4-FFF2-40B4-BE49-F238E27FC236}">
                  <a16:creationId xmlns:a16="http://schemas.microsoft.com/office/drawing/2014/main" id="{21257C3E-3170-A9E9-B472-26229C813C10}"/>
                </a:ext>
              </a:extLst>
            </p:cNvPr>
            <p:cNvSpPr>
              <a:spLocks noGrp="1"/>
            </p:cNvSpPr>
            <p:nvPr/>
          </p:nvSpPr>
          <p:spPr>
            <a:xfrm>
              <a:off x="15884865" y="4117055"/>
              <a:ext cx="34129" cy="47224"/>
            </a:xfrm>
            <a:custGeom>
              <a:avLst/>
              <a:gdLst/>
              <a:ahLst/>
              <a:cxnLst/>
              <a:rect l="0" t="0" r="0" b="0"/>
              <a:pathLst>
                <a:path w="34129" h="47224">
                  <a:moveTo>
                    <a:pt x="0" y="47224"/>
                  </a:moveTo>
                  <a:lnTo>
                    <a:pt x="34129" y="0"/>
                  </a:lnTo>
                </a:path>
              </a:pathLst>
            </a:custGeom>
            <a:noFill/>
            <a:ln w="20003">
              <a:solidFill>
                <a:srgbClr val="E7EBED"/>
              </a:solidFill>
            </a:ln>
          </p:spPr>
        </p:sp>
        <p:sp>
          <p:nvSpPr>
            <p:cNvPr id="4852" name="Output_receptor__4851">
              <a:extLst>
                <a:ext uri="{FF2B5EF4-FFF2-40B4-BE49-F238E27FC236}">
                  <a16:creationId xmlns:a16="http://schemas.microsoft.com/office/drawing/2014/main" id="{C54A7E7F-B7BC-1FC3-F766-8324D341FDAF}"/>
                </a:ext>
              </a:extLst>
            </p:cNvPr>
            <p:cNvSpPr>
              <a:spLocks noGrp="1"/>
            </p:cNvSpPr>
            <p:nvPr/>
          </p:nvSpPr>
          <p:spPr>
            <a:xfrm>
              <a:off x="15535035" y="2699643"/>
              <a:ext cx="56729" cy="26917"/>
            </a:xfrm>
            <a:custGeom>
              <a:avLst/>
              <a:gdLst/>
              <a:ahLst/>
              <a:cxnLst/>
              <a:rect l="0" t="0" r="0" b="0"/>
              <a:pathLst>
                <a:path w="56729" h="26917">
                  <a:moveTo>
                    <a:pt x="56729" y="26917"/>
                  </a:moveTo>
                  <a:lnTo>
                    <a:pt x="0" y="0"/>
                  </a:lnTo>
                </a:path>
              </a:pathLst>
            </a:custGeom>
            <a:noFill/>
            <a:ln w="20003">
              <a:solidFill>
                <a:srgbClr val="E7EBED"/>
              </a:solidFill>
            </a:ln>
          </p:spPr>
        </p:sp>
        <p:sp>
          <p:nvSpPr>
            <p:cNvPr id="4853" name="Output_receptor__4852">
              <a:extLst>
                <a:ext uri="{FF2B5EF4-FFF2-40B4-BE49-F238E27FC236}">
                  <a16:creationId xmlns:a16="http://schemas.microsoft.com/office/drawing/2014/main" id="{A1DC5945-DF70-A29E-BBFA-0D7FE2156ED6}"/>
                </a:ext>
              </a:extLst>
            </p:cNvPr>
            <p:cNvSpPr>
              <a:spLocks noGrp="1"/>
            </p:cNvSpPr>
            <p:nvPr/>
          </p:nvSpPr>
          <p:spPr>
            <a:xfrm>
              <a:off x="16483650" y="3781542"/>
              <a:ext cx="67419" cy="3201"/>
            </a:xfrm>
            <a:custGeom>
              <a:avLst/>
              <a:gdLst/>
              <a:ahLst/>
              <a:cxnLst/>
              <a:rect l="0" t="0" r="0" b="0"/>
              <a:pathLst>
                <a:path w="67419" h="3201">
                  <a:moveTo>
                    <a:pt x="0" y="3201"/>
                  </a:moveTo>
                  <a:lnTo>
                    <a:pt x="67419" y="0"/>
                  </a:lnTo>
                </a:path>
              </a:pathLst>
            </a:custGeom>
            <a:noFill/>
            <a:ln w="20003">
              <a:solidFill>
                <a:srgbClr val="E7EBED"/>
              </a:solidFill>
            </a:ln>
          </p:spPr>
        </p:sp>
        <p:sp>
          <p:nvSpPr>
            <p:cNvPr id="4854" name="Output_receptor__4853">
              <a:extLst>
                <a:ext uri="{FF2B5EF4-FFF2-40B4-BE49-F238E27FC236}">
                  <a16:creationId xmlns:a16="http://schemas.microsoft.com/office/drawing/2014/main" id="{768F914F-CAB3-02A2-C8FE-9B50A064066B}"/>
                </a:ext>
              </a:extLst>
            </p:cNvPr>
            <p:cNvSpPr>
              <a:spLocks noGrp="1"/>
            </p:cNvSpPr>
            <p:nvPr/>
          </p:nvSpPr>
          <p:spPr>
            <a:xfrm>
              <a:off x="15703303" y="4494222"/>
              <a:ext cx="24170" cy="67488"/>
            </a:xfrm>
            <a:custGeom>
              <a:avLst/>
              <a:gdLst/>
              <a:ahLst/>
              <a:cxnLst/>
              <a:rect l="0" t="0" r="0" b="0"/>
              <a:pathLst>
                <a:path w="24170" h="67488">
                  <a:moveTo>
                    <a:pt x="0" y="67488"/>
                  </a:moveTo>
                  <a:lnTo>
                    <a:pt x="24170" y="0"/>
                  </a:lnTo>
                </a:path>
              </a:pathLst>
            </a:custGeom>
            <a:noFill/>
            <a:ln w="20003">
              <a:solidFill>
                <a:srgbClr val="E7EBED"/>
              </a:solidFill>
            </a:ln>
          </p:spPr>
        </p:sp>
        <p:sp>
          <p:nvSpPr>
            <p:cNvPr id="4855" name="Output_receptor__4854">
              <a:extLst>
                <a:ext uri="{FF2B5EF4-FFF2-40B4-BE49-F238E27FC236}">
                  <a16:creationId xmlns:a16="http://schemas.microsoft.com/office/drawing/2014/main" id="{15AFB923-9E3F-BD6E-14E2-BAA57B824BF1}"/>
                </a:ext>
              </a:extLst>
            </p:cNvPr>
            <p:cNvSpPr>
              <a:spLocks noGrp="1"/>
            </p:cNvSpPr>
            <p:nvPr/>
          </p:nvSpPr>
          <p:spPr>
            <a:xfrm>
              <a:off x="15726267" y="3413096"/>
              <a:ext cx="19874" cy="65259"/>
            </a:xfrm>
            <a:custGeom>
              <a:avLst/>
              <a:gdLst/>
              <a:ahLst/>
              <a:cxnLst/>
              <a:rect l="0" t="0" r="0" b="0"/>
              <a:pathLst>
                <a:path w="19874" h="65259">
                  <a:moveTo>
                    <a:pt x="19874" y="0"/>
                  </a:moveTo>
                  <a:lnTo>
                    <a:pt x="0" y="65259"/>
                  </a:lnTo>
                </a:path>
              </a:pathLst>
            </a:custGeom>
            <a:noFill/>
            <a:ln w="20003">
              <a:solidFill>
                <a:srgbClr val="E7EBED"/>
              </a:solidFill>
            </a:ln>
          </p:spPr>
        </p:sp>
        <p:sp>
          <p:nvSpPr>
            <p:cNvPr id="4856" name="Output_receptor__4855">
              <a:extLst>
                <a:ext uri="{FF2B5EF4-FFF2-40B4-BE49-F238E27FC236}">
                  <a16:creationId xmlns:a16="http://schemas.microsoft.com/office/drawing/2014/main" id="{E885F6D3-AB71-078E-4A58-9D0DF27F892D}"/>
                </a:ext>
              </a:extLst>
            </p:cNvPr>
            <p:cNvSpPr>
              <a:spLocks noGrp="1"/>
            </p:cNvSpPr>
            <p:nvPr/>
          </p:nvSpPr>
          <p:spPr>
            <a:xfrm>
              <a:off x="15828509" y="2809540"/>
              <a:ext cx="17622" cy="67248"/>
            </a:xfrm>
            <a:custGeom>
              <a:avLst/>
              <a:gdLst/>
              <a:ahLst/>
              <a:cxnLst/>
              <a:rect l="0" t="0" r="0" b="0"/>
              <a:pathLst>
                <a:path w="17622" h="67248">
                  <a:moveTo>
                    <a:pt x="0" y="0"/>
                  </a:moveTo>
                  <a:lnTo>
                    <a:pt x="17622" y="67248"/>
                  </a:lnTo>
                </a:path>
              </a:pathLst>
            </a:custGeom>
            <a:noFill/>
            <a:ln w="20003">
              <a:solidFill>
                <a:srgbClr val="E7EBEE"/>
              </a:solidFill>
            </a:ln>
          </p:spPr>
        </p:sp>
        <p:sp>
          <p:nvSpPr>
            <p:cNvPr id="4857" name="Output_receptor__4856">
              <a:extLst>
                <a:ext uri="{FF2B5EF4-FFF2-40B4-BE49-F238E27FC236}">
                  <a16:creationId xmlns:a16="http://schemas.microsoft.com/office/drawing/2014/main" id="{E7719FD6-FAB3-C4E6-9A7A-1AC8AE1E05BF}"/>
                </a:ext>
              </a:extLst>
            </p:cNvPr>
            <p:cNvSpPr>
              <a:spLocks noGrp="1"/>
            </p:cNvSpPr>
            <p:nvPr/>
          </p:nvSpPr>
          <p:spPr>
            <a:xfrm>
              <a:off x="15529312" y="4259856"/>
              <a:ext cx="8033" cy="68948"/>
            </a:xfrm>
            <a:custGeom>
              <a:avLst/>
              <a:gdLst/>
              <a:ahLst/>
              <a:cxnLst/>
              <a:rect l="0" t="0" r="0" b="0"/>
              <a:pathLst>
                <a:path w="8033" h="68948">
                  <a:moveTo>
                    <a:pt x="0" y="68948"/>
                  </a:moveTo>
                  <a:lnTo>
                    <a:pt x="8033" y="0"/>
                  </a:lnTo>
                </a:path>
              </a:pathLst>
            </a:custGeom>
            <a:noFill/>
            <a:ln w="20003">
              <a:solidFill>
                <a:srgbClr val="E8EBEE"/>
              </a:solidFill>
            </a:ln>
          </p:spPr>
        </p:sp>
        <p:sp>
          <p:nvSpPr>
            <p:cNvPr id="4858" name="Output_receptor__4857">
              <a:extLst>
                <a:ext uri="{FF2B5EF4-FFF2-40B4-BE49-F238E27FC236}">
                  <a16:creationId xmlns:a16="http://schemas.microsoft.com/office/drawing/2014/main" id="{E2B6D66F-955A-BB8C-B21F-5CB900DB1821}"/>
                </a:ext>
              </a:extLst>
            </p:cNvPr>
            <p:cNvSpPr>
              <a:spLocks noGrp="1"/>
            </p:cNvSpPr>
            <p:nvPr/>
          </p:nvSpPr>
          <p:spPr>
            <a:xfrm>
              <a:off x="15478314" y="2699643"/>
              <a:ext cx="56721" cy="34592"/>
            </a:xfrm>
            <a:custGeom>
              <a:avLst/>
              <a:gdLst/>
              <a:ahLst/>
              <a:cxnLst/>
              <a:rect l="0" t="0" r="0" b="0"/>
              <a:pathLst>
                <a:path w="56721" h="34592">
                  <a:moveTo>
                    <a:pt x="56721" y="0"/>
                  </a:moveTo>
                  <a:lnTo>
                    <a:pt x="0" y="34592"/>
                  </a:lnTo>
                </a:path>
              </a:pathLst>
            </a:custGeom>
            <a:noFill/>
            <a:ln w="20003">
              <a:solidFill>
                <a:srgbClr val="E8EBEE"/>
              </a:solidFill>
            </a:ln>
          </p:spPr>
        </p:sp>
        <p:sp>
          <p:nvSpPr>
            <p:cNvPr id="4859" name="Output_receptor__4858">
              <a:extLst>
                <a:ext uri="{FF2B5EF4-FFF2-40B4-BE49-F238E27FC236}">
                  <a16:creationId xmlns:a16="http://schemas.microsoft.com/office/drawing/2014/main" id="{BF62568B-EEAD-9068-EDB4-56A6461A184C}"/>
                </a:ext>
              </a:extLst>
            </p:cNvPr>
            <p:cNvSpPr>
              <a:spLocks noGrp="1"/>
            </p:cNvSpPr>
            <p:nvPr/>
          </p:nvSpPr>
          <p:spPr>
            <a:xfrm>
              <a:off x="16660491" y="4254791"/>
              <a:ext cx="68033" cy="22071"/>
            </a:xfrm>
            <a:custGeom>
              <a:avLst/>
              <a:gdLst/>
              <a:ahLst/>
              <a:cxnLst/>
              <a:rect l="0" t="0" r="0" b="0"/>
              <a:pathLst>
                <a:path w="68033" h="22071">
                  <a:moveTo>
                    <a:pt x="0" y="22071"/>
                  </a:moveTo>
                  <a:lnTo>
                    <a:pt x="68033" y="0"/>
                  </a:lnTo>
                </a:path>
              </a:pathLst>
            </a:custGeom>
            <a:noFill/>
            <a:ln w="8096">
              <a:solidFill>
                <a:srgbClr val="E8EBEE"/>
              </a:solidFill>
            </a:ln>
          </p:spPr>
        </p:sp>
        <p:sp>
          <p:nvSpPr>
            <p:cNvPr id="4860" name="Output_receptor__4859">
              <a:extLst>
                <a:ext uri="{FF2B5EF4-FFF2-40B4-BE49-F238E27FC236}">
                  <a16:creationId xmlns:a16="http://schemas.microsoft.com/office/drawing/2014/main" id="{028F63FE-BDB6-7FD9-B8BF-C2A3AA633D5F}"/>
                </a:ext>
              </a:extLst>
            </p:cNvPr>
            <p:cNvSpPr>
              <a:spLocks noGrp="1"/>
            </p:cNvSpPr>
            <p:nvPr/>
          </p:nvSpPr>
          <p:spPr>
            <a:xfrm>
              <a:off x="16551069" y="3781542"/>
              <a:ext cx="17186" cy="60837"/>
            </a:xfrm>
            <a:custGeom>
              <a:avLst/>
              <a:gdLst/>
              <a:ahLst/>
              <a:cxnLst/>
              <a:rect l="0" t="0" r="0" b="0"/>
              <a:pathLst>
                <a:path w="17186" h="60837">
                  <a:moveTo>
                    <a:pt x="0" y="0"/>
                  </a:moveTo>
                  <a:lnTo>
                    <a:pt x="17186" y="60837"/>
                  </a:lnTo>
                </a:path>
              </a:pathLst>
            </a:custGeom>
            <a:noFill/>
            <a:ln w="20003">
              <a:solidFill>
                <a:srgbClr val="E8EBEE"/>
              </a:solidFill>
            </a:ln>
          </p:spPr>
        </p:sp>
        <p:sp>
          <p:nvSpPr>
            <p:cNvPr id="4861" name="Output_receptor__4860">
              <a:extLst>
                <a:ext uri="{FF2B5EF4-FFF2-40B4-BE49-F238E27FC236}">
                  <a16:creationId xmlns:a16="http://schemas.microsoft.com/office/drawing/2014/main" id="{771A3507-9895-85BF-DE24-77FF0034FBE1}"/>
                </a:ext>
              </a:extLst>
            </p:cNvPr>
            <p:cNvSpPr>
              <a:spLocks noGrp="1"/>
            </p:cNvSpPr>
            <p:nvPr/>
          </p:nvSpPr>
          <p:spPr>
            <a:xfrm>
              <a:off x="16509522" y="4086645"/>
              <a:ext cx="5146" cy="9239"/>
            </a:xfrm>
            <a:custGeom>
              <a:avLst/>
              <a:gdLst/>
              <a:ahLst/>
              <a:cxnLst/>
              <a:rect l="0" t="0" r="0" b="0"/>
              <a:pathLst>
                <a:path w="5146" h="9239">
                  <a:moveTo>
                    <a:pt x="0" y="9239"/>
                  </a:moveTo>
                  <a:lnTo>
                    <a:pt x="5146" y="0"/>
                  </a:lnTo>
                </a:path>
              </a:pathLst>
            </a:custGeom>
            <a:noFill/>
            <a:ln w="20003">
              <a:solidFill>
                <a:srgbClr val="E8EBEE"/>
              </a:solidFill>
            </a:ln>
          </p:spPr>
        </p:sp>
        <p:sp>
          <p:nvSpPr>
            <p:cNvPr id="4862" name="Output_receptor__4861">
              <a:extLst>
                <a:ext uri="{FF2B5EF4-FFF2-40B4-BE49-F238E27FC236}">
                  <a16:creationId xmlns:a16="http://schemas.microsoft.com/office/drawing/2014/main" id="{EE25E2AE-511B-FC69-1A30-41F0E36D37D9}"/>
                </a:ext>
              </a:extLst>
            </p:cNvPr>
            <p:cNvSpPr>
              <a:spLocks noGrp="1"/>
            </p:cNvSpPr>
            <p:nvPr/>
          </p:nvSpPr>
          <p:spPr>
            <a:xfrm>
              <a:off x="16028451" y="4017402"/>
              <a:ext cx="20561" cy="39918"/>
            </a:xfrm>
            <a:custGeom>
              <a:avLst/>
              <a:gdLst/>
              <a:ahLst/>
              <a:cxnLst/>
              <a:rect l="0" t="0" r="0" b="0"/>
              <a:pathLst>
                <a:path w="20561" h="39918">
                  <a:moveTo>
                    <a:pt x="20561" y="39918"/>
                  </a:moveTo>
                  <a:lnTo>
                    <a:pt x="0" y="0"/>
                  </a:lnTo>
                </a:path>
              </a:pathLst>
            </a:custGeom>
            <a:noFill/>
            <a:ln w="20003">
              <a:solidFill>
                <a:srgbClr val="E8EBEE"/>
              </a:solidFill>
            </a:ln>
          </p:spPr>
        </p:sp>
        <p:sp>
          <p:nvSpPr>
            <p:cNvPr id="4863" name="Output_receptor__4862">
              <a:extLst>
                <a:ext uri="{FF2B5EF4-FFF2-40B4-BE49-F238E27FC236}">
                  <a16:creationId xmlns:a16="http://schemas.microsoft.com/office/drawing/2014/main" id="{C757C21B-F164-0AAD-6A1B-544F62E0B36B}"/>
                </a:ext>
              </a:extLst>
            </p:cNvPr>
            <p:cNvSpPr>
              <a:spLocks noGrp="1"/>
            </p:cNvSpPr>
            <p:nvPr/>
          </p:nvSpPr>
          <p:spPr>
            <a:xfrm>
              <a:off x="15804821" y="4186657"/>
              <a:ext cx="5148" cy="71864"/>
            </a:xfrm>
            <a:custGeom>
              <a:avLst/>
              <a:gdLst/>
              <a:ahLst/>
              <a:cxnLst/>
              <a:rect l="0" t="0" r="0" b="0"/>
              <a:pathLst>
                <a:path w="5148" h="71864">
                  <a:moveTo>
                    <a:pt x="5148" y="0"/>
                  </a:moveTo>
                  <a:lnTo>
                    <a:pt x="0" y="71864"/>
                  </a:lnTo>
                </a:path>
              </a:pathLst>
            </a:custGeom>
            <a:noFill/>
            <a:ln w="20003">
              <a:solidFill>
                <a:srgbClr val="E8EBEE"/>
              </a:solidFill>
            </a:ln>
          </p:spPr>
        </p:sp>
        <p:sp>
          <p:nvSpPr>
            <p:cNvPr id="4864" name="Output_receptor__4863">
              <a:extLst>
                <a:ext uri="{FF2B5EF4-FFF2-40B4-BE49-F238E27FC236}">
                  <a16:creationId xmlns:a16="http://schemas.microsoft.com/office/drawing/2014/main" id="{90DB4062-E841-62EC-20F2-79BBCC19A2AE}"/>
                </a:ext>
              </a:extLst>
            </p:cNvPr>
            <p:cNvSpPr>
              <a:spLocks noGrp="1"/>
            </p:cNvSpPr>
            <p:nvPr/>
          </p:nvSpPr>
          <p:spPr>
            <a:xfrm>
              <a:off x="16548715" y="4296832"/>
              <a:ext cx="32350" cy="53270"/>
            </a:xfrm>
            <a:custGeom>
              <a:avLst/>
              <a:gdLst/>
              <a:ahLst/>
              <a:cxnLst/>
              <a:rect l="0" t="0" r="0" b="0"/>
              <a:pathLst>
                <a:path w="32350" h="53270">
                  <a:moveTo>
                    <a:pt x="0" y="0"/>
                  </a:moveTo>
                  <a:lnTo>
                    <a:pt x="32350" y="53270"/>
                  </a:lnTo>
                </a:path>
              </a:pathLst>
            </a:custGeom>
            <a:noFill/>
            <a:ln w="8096">
              <a:solidFill>
                <a:srgbClr val="E8EBEE"/>
              </a:solidFill>
            </a:ln>
          </p:spPr>
        </p:sp>
        <p:sp>
          <p:nvSpPr>
            <p:cNvPr id="4865" name="Output_receptor__4864">
              <a:extLst>
                <a:ext uri="{FF2B5EF4-FFF2-40B4-BE49-F238E27FC236}">
                  <a16:creationId xmlns:a16="http://schemas.microsoft.com/office/drawing/2014/main" id="{D3B91E54-E426-0A46-88C1-832FBC8E74D6}"/>
                </a:ext>
              </a:extLst>
            </p:cNvPr>
            <p:cNvSpPr>
              <a:spLocks noGrp="1"/>
            </p:cNvSpPr>
            <p:nvPr/>
          </p:nvSpPr>
          <p:spPr>
            <a:xfrm>
              <a:off x="16511421" y="3842378"/>
              <a:ext cx="56834" cy="35037"/>
            </a:xfrm>
            <a:custGeom>
              <a:avLst/>
              <a:gdLst/>
              <a:ahLst/>
              <a:cxnLst/>
              <a:rect l="0" t="0" r="0" b="0"/>
              <a:pathLst>
                <a:path w="56834" h="35037">
                  <a:moveTo>
                    <a:pt x="56834" y="0"/>
                  </a:moveTo>
                  <a:lnTo>
                    <a:pt x="0" y="35037"/>
                  </a:lnTo>
                </a:path>
              </a:pathLst>
            </a:custGeom>
            <a:noFill/>
            <a:ln w="20003">
              <a:solidFill>
                <a:srgbClr val="E8EBEE"/>
              </a:solidFill>
            </a:ln>
          </p:spPr>
        </p:sp>
        <p:sp>
          <p:nvSpPr>
            <p:cNvPr id="4866" name="Output_receptor__4865">
              <a:extLst>
                <a:ext uri="{FF2B5EF4-FFF2-40B4-BE49-F238E27FC236}">
                  <a16:creationId xmlns:a16="http://schemas.microsoft.com/office/drawing/2014/main" id="{D34A8A2A-3D2A-2FC6-62EB-794F0A129473}"/>
                </a:ext>
              </a:extLst>
            </p:cNvPr>
            <p:cNvSpPr>
              <a:spLocks noGrp="1"/>
            </p:cNvSpPr>
            <p:nvPr/>
          </p:nvSpPr>
          <p:spPr>
            <a:xfrm>
              <a:off x="16546012" y="3602375"/>
              <a:ext cx="27298" cy="18675"/>
            </a:xfrm>
            <a:custGeom>
              <a:avLst/>
              <a:gdLst/>
              <a:ahLst/>
              <a:cxnLst/>
              <a:rect l="0" t="0" r="0" b="0"/>
              <a:pathLst>
                <a:path w="27298" h="18675">
                  <a:moveTo>
                    <a:pt x="0" y="0"/>
                  </a:moveTo>
                  <a:lnTo>
                    <a:pt x="27298" y="18675"/>
                  </a:lnTo>
                </a:path>
              </a:pathLst>
            </a:custGeom>
            <a:noFill/>
            <a:ln w="20003">
              <a:solidFill>
                <a:srgbClr val="E8EBEE"/>
              </a:solidFill>
            </a:ln>
          </p:spPr>
        </p:sp>
        <p:sp>
          <p:nvSpPr>
            <p:cNvPr id="4867" name="Output_receptor__4866">
              <a:extLst>
                <a:ext uri="{FF2B5EF4-FFF2-40B4-BE49-F238E27FC236}">
                  <a16:creationId xmlns:a16="http://schemas.microsoft.com/office/drawing/2014/main" id="{DDA00E27-4341-9A74-D418-0EFE17BB98B6}"/>
                </a:ext>
              </a:extLst>
            </p:cNvPr>
            <p:cNvSpPr>
              <a:spLocks noGrp="1"/>
            </p:cNvSpPr>
            <p:nvPr/>
          </p:nvSpPr>
          <p:spPr>
            <a:xfrm>
              <a:off x="16102944" y="3353725"/>
              <a:ext cx="2923" cy="46468"/>
            </a:xfrm>
            <a:custGeom>
              <a:avLst/>
              <a:gdLst/>
              <a:ahLst/>
              <a:cxnLst/>
              <a:rect l="0" t="0" r="0" b="0"/>
              <a:pathLst>
                <a:path w="2923" h="46468">
                  <a:moveTo>
                    <a:pt x="0" y="46468"/>
                  </a:moveTo>
                  <a:lnTo>
                    <a:pt x="2923" y="0"/>
                  </a:lnTo>
                </a:path>
              </a:pathLst>
            </a:custGeom>
            <a:noFill/>
            <a:ln w="8096">
              <a:solidFill>
                <a:srgbClr val="E8EBEE"/>
              </a:solidFill>
            </a:ln>
          </p:spPr>
        </p:sp>
        <p:sp>
          <p:nvSpPr>
            <p:cNvPr id="4868" name="Output_receptor__4867">
              <a:extLst>
                <a:ext uri="{FF2B5EF4-FFF2-40B4-BE49-F238E27FC236}">
                  <a16:creationId xmlns:a16="http://schemas.microsoft.com/office/drawing/2014/main" id="{6BF8EB64-AE2B-8E94-D51A-4872B45CAA7B}"/>
                </a:ext>
              </a:extLst>
            </p:cNvPr>
            <p:cNvSpPr>
              <a:spLocks noGrp="1"/>
            </p:cNvSpPr>
            <p:nvPr/>
          </p:nvSpPr>
          <p:spPr>
            <a:xfrm>
              <a:off x="15636971" y="2915410"/>
              <a:ext cx="18948" cy="1494"/>
            </a:xfrm>
            <a:custGeom>
              <a:avLst/>
              <a:gdLst/>
              <a:ahLst/>
              <a:cxnLst/>
              <a:rect l="0" t="0" r="0" b="0"/>
              <a:pathLst>
                <a:path w="18948" h="1494">
                  <a:moveTo>
                    <a:pt x="0" y="0"/>
                  </a:moveTo>
                  <a:lnTo>
                    <a:pt x="18948" y="1494"/>
                  </a:lnTo>
                </a:path>
              </a:pathLst>
            </a:custGeom>
            <a:noFill/>
            <a:ln w="8096">
              <a:solidFill>
                <a:srgbClr val="E8EBEE"/>
              </a:solidFill>
            </a:ln>
          </p:spPr>
        </p:sp>
        <p:sp>
          <p:nvSpPr>
            <p:cNvPr id="4869" name="Output_receptor__4868">
              <a:extLst>
                <a:ext uri="{FF2B5EF4-FFF2-40B4-BE49-F238E27FC236}">
                  <a16:creationId xmlns:a16="http://schemas.microsoft.com/office/drawing/2014/main" id="{BE4ECB26-D883-5CA8-0528-180772D61054}"/>
                </a:ext>
              </a:extLst>
            </p:cNvPr>
            <p:cNvSpPr>
              <a:spLocks noGrp="1"/>
            </p:cNvSpPr>
            <p:nvPr/>
          </p:nvSpPr>
          <p:spPr>
            <a:xfrm>
              <a:off x="15870313" y="4066341"/>
              <a:ext cx="48681" cy="50714"/>
            </a:xfrm>
            <a:custGeom>
              <a:avLst/>
              <a:gdLst/>
              <a:ahLst/>
              <a:cxnLst/>
              <a:rect l="0" t="0" r="0" b="0"/>
              <a:pathLst>
                <a:path w="48681" h="50714">
                  <a:moveTo>
                    <a:pt x="48681" y="50714"/>
                  </a:moveTo>
                  <a:lnTo>
                    <a:pt x="0" y="0"/>
                  </a:lnTo>
                </a:path>
              </a:pathLst>
            </a:custGeom>
            <a:noFill/>
            <a:ln w="20003">
              <a:solidFill>
                <a:srgbClr val="E8EBEE"/>
              </a:solidFill>
            </a:ln>
          </p:spPr>
        </p:sp>
        <p:sp>
          <p:nvSpPr>
            <p:cNvPr id="4870" name="Output_receptor__4869">
              <a:extLst>
                <a:ext uri="{FF2B5EF4-FFF2-40B4-BE49-F238E27FC236}">
                  <a16:creationId xmlns:a16="http://schemas.microsoft.com/office/drawing/2014/main" id="{D6991A48-A8AD-C898-8B9B-A4ADC1D61CFF}"/>
                </a:ext>
              </a:extLst>
            </p:cNvPr>
            <p:cNvSpPr>
              <a:spLocks noGrp="1"/>
            </p:cNvSpPr>
            <p:nvPr/>
          </p:nvSpPr>
          <p:spPr>
            <a:xfrm>
              <a:off x="15815466" y="4066341"/>
              <a:ext cx="54847" cy="43131"/>
            </a:xfrm>
            <a:custGeom>
              <a:avLst/>
              <a:gdLst/>
              <a:ahLst/>
              <a:cxnLst/>
              <a:rect l="0" t="0" r="0" b="0"/>
              <a:pathLst>
                <a:path w="54847" h="43131">
                  <a:moveTo>
                    <a:pt x="54847" y="0"/>
                  </a:moveTo>
                  <a:lnTo>
                    <a:pt x="0" y="43131"/>
                  </a:lnTo>
                </a:path>
              </a:pathLst>
            </a:custGeom>
            <a:noFill/>
            <a:ln w="20003">
              <a:solidFill>
                <a:srgbClr val="E8EBEE"/>
              </a:solidFill>
            </a:ln>
          </p:spPr>
        </p:sp>
        <p:sp>
          <p:nvSpPr>
            <p:cNvPr id="4871" name="Output_receptor__4870">
              <a:extLst>
                <a:ext uri="{FF2B5EF4-FFF2-40B4-BE49-F238E27FC236}">
                  <a16:creationId xmlns:a16="http://schemas.microsoft.com/office/drawing/2014/main" id="{32645904-661E-F637-8A78-DA6C0AE92AE8}"/>
                </a:ext>
              </a:extLst>
            </p:cNvPr>
            <p:cNvSpPr>
              <a:spLocks noGrp="1"/>
            </p:cNvSpPr>
            <p:nvPr/>
          </p:nvSpPr>
          <p:spPr>
            <a:xfrm>
              <a:off x="15880665" y="3943085"/>
              <a:ext cx="56054" cy="15022"/>
            </a:xfrm>
            <a:custGeom>
              <a:avLst/>
              <a:gdLst/>
              <a:ahLst/>
              <a:cxnLst/>
              <a:rect l="0" t="0" r="0" b="0"/>
              <a:pathLst>
                <a:path w="56054" h="15022">
                  <a:moveTo>
                    <a:pt x="56054" y="0"/>
                  </a:moveTo>
                  <a:lnTo>
                    <a:pt x="0" y="15022"/>
                  </a:lnTo>
                </a:path>
              </a:pathLst>
            </a:custGeom>
            <a:noFill/>
            <a:ln w="20003">
              <a:solidFill>
                <a:srgbClr val="E8EBEE"/>
              </a:solidFill>
            </a:ln>
          </p:spPr>
        </p:sp>
        <p:sp>
          <p:nvSpPr>
            <p:cNvPr id="4872" name="Output_receptor__4871">
              <a:extLst>
                <a:ext uri="{FF2B5EF4-FFF2-40B4-BE49-F238E27FC236}">
                  <a16:creationId xmlns:a16="http://schemas.microsoft.com/office/drawing/2014/main" id="{C114AC09-BA24-8717-4E60-B11200C37A78}"/>
                </a:ext>
              </a:extLst>
            </p:cNvPr>
            <p:cNvSpPr>
              <a:spLocks noGrp="1"/>
            </p:cNvSpPr>
            <p:nvPr/>
          </p:nvSpPr>
          <p:spPr>
            <a:xfrm>
              <a:off x="16710987" y="3957570"/>
              <a:ext cx="15528" cy="69713"/>
            </a:xfrm>
            <a:custGeom>
              <a:avLst/>
              <a:gdLst/>
              <a:ahLst/>
              <a:cxnLst/>
              <a:rect l="0" t="0" r="0" b="0"/>
              <a:pathLst>
                <a:path w="15528" h="69713">
                  <a:moveTo>
                    <a:pt x="15528" y="69713"/>
                  </a:moveTo>
                  <a:lnTo>
                    <a:pt x="0" y="0"/>
                  </a:lnTo>
                </a:path>
              </a:pathLst>
            </a:custGeom>
            <a:noFill/>
            <a:ln w="20003">
              <a:solidFill>
                <a:srgbClr val="E8EBEE"/>
              </a:solidFill>
            </a:ln>
          </p:spPr>
        </p:sp>
        <p:sp>
          <p:nvSpPr>
            <p:cNvPr id="4873" name="Output_receptor__4872">
              <a:extLst>
                <a:ext uri="{FF2B5EF4-FFF2-40B4-BE49-F238E27FC236}">
                  <a16:creationId xmlns:a16="http://schemas.microsoft.com/office/drawing/2014/main" id="{FACDC665-258E-6EE4-5044-3414C3BD3AE6}"/>
                </a:ext>
              </a:extLst>
            </p:cNvPr>
            <p:cNvSpPr>
              <a:spLocks noGrp="1"/>
            </p:cNvSpPr>
            <p:nvPr/>
          </p:nvSpPr>
          <p:spPr>
            <a:xfrm>
              <a:off x="15846131" y="2876787"/>
              <a:ext cx="53795" cy="21782"/>
            </a:xfrm>
            <a:custGeom>
              <a:avLst/>
              <a:gdLst/>
              <a:ahLst/>
              <a:cxnLst/>
              <a:rect l="0" t="0" r="0" b="0"/>
              <a:pathLst>
                <a:path w="53795" h="21782">
                  <a:moveTo>
                    <a:pt x="0" y="0"/>
                  </a:moveTo>
                  <a:lnTo>
                    <a:pt x="53795" y="21782"/>
                  </a:lnTo>
                </a:path>
              </a:pathLst>
            </a:custGeom>
            <a:noFill/>
            <a:ln w="20003">
              <a:solidFill>
                <a:srgbClr val="E8EBEE"/>
              </a:solidFill>
            </a:ln>
          </p:spPr>
        </p:sp>
        <p:sp>
          <p:nvSpPr>
            <p:cNvPr id="4874" name="Output_receptor__4873">
              <a:extLst>
                <a:ext uri="{FF2B5EF4-FFF2-40B4-BE49-F238E27FC236}">
                  <a16:creationId xmlns:a16="http://schemas.microsoft.com/office/drawing/2014/main" id="{BC2D2BD1-389C-D088-0F9D-D920EFED3A7A}"/>
                </a:ext>
              </a:extLst>
            </p:cNvPr>
            <p:cNvSpPr>
              <a:spLocks noGrp="1"/>
            </p:cNvSpPr>
            <p:nvPr/>
          </p:nvSpPr>
          <p:spPr>
            <a:xfrm>
              <a:off x="15936719" y="3943085"/>
              <a:ext cx="52082" cy="13234"/>
            </a:xfrm>
            <a:custGeom>
              <a:avLst/>
              <a:gdLst/>
              <a:ahLst/>
              <a:cxnLst/>
              <a:rect l="0" t="0" r="0" b="0"/>
              <a:pathLst>
                <a:path w="52082" h="13234">
                  <a:moveTo>
                    <a:pt x="52082" y="13234"/>
                  </a:moveTo>
                  <a:lnTo>
                    <a:pt x="0" y="0"/>
                  </a:lnTo>
                </a:path>
              </a:pathLst>
            </a:custGeom>
            <a:noFill/>
            <a:ln w="20003">
              <a:solidFill>
                <a:srgbClr val="E8EBEE"/>
              </a:solidFill>
            </a:ln>
          </p:spPr>
        </p:sp>
        <p:sp>
          <p:nvSpPr>
            <p:cNvPr id="4875" name="Output_receptor__4874">
              <a:extLst>
                <a:ext uri="{FF2B5EF4-FFF2-40B4-BE49-F238E27FC236}">
                  <a16:creationId xmlns:a16="http://schemas.microsoft.com/office/drawing/2014/main" id="{E5C5560B-9385-1F54-F44B-6FE5AE42FCDC}"/>
                </a:ext>
              </a:extLst>
            </p:cNvPr>
            <p:cNvSpPr>
              <a:spLocks noGrp="1"/>
            </p:cNvSpPr>
            <p:nvPr/>
          </p:nvSpPr>
          <p:spPr>
            <a:xfrm>
              <a:off x="15763344" y="2778768"/>
              <a:ext cx="65165" cy="30771"/>
            </a:xfrm>
            <a:custGeom>
              <a:avLst/>
              <a:gdLst/>
              <a:ahLst/>
              <a:cxnLst/>
              <a:rect l="0" t="0" r="0" b="0"/>
              <a:pathLst>
                <a:path w="65165" h="30771">
                  <a:moveTo>
                    <a:pt x="0" y="0"/>
                  </a:moveTo>
                  <a:lnTo>
                    <a:pt x="65165" y="30771"/>
                  </a:lnTo>
                </a:path>
              </a:pathLst>
            </a:custGeom>
            <a:noFill/>
            <a:ln w="8096">
              <a:solidFill>
                <a:srgbClr val="E8EBEE"/>
              </a:solidFill>
            </a:ln>
          </p:spPr>
        </p:sp>
        <p:sp>
          <p:nvSpPr>
            <p:cNvPr id="4876" name="Output_receptor__4875">
              <a:extLst>
                <a:ext uri="{FF2B5EF4-FFF2-40B4-BE49-F238E27FC236}">
                  <a16:creationId xmlns:a16="http://schemas.microsoft.com/office/drawing/2014/main" id="{C311BEEF-0400-BD77-29ED-8DAAFA1A3068}"/>
                </a:ext>
              </a:extLst>
            </p:cNvPr>
            <p:cNvSpPr>
              <a:spLocks noGrp="1"/>
            </p:cNvSpPr>
            <p:nvPr/>
          </p:nvSpPr>
          <p:spPr>
            <a:xfrm>
              <a:off x="15649751" y="3948381"/>
              <a:ext cx="48612" cy="29756"/>
            </a:xfrm>
            <a:custGeom>
              <a:avLst/>
              <a:gdLst/>
              <a:ahLst/>
              <a:cxnLst/>
              <a:rect l="0" t="0" r="0" b="0"/>
              <a:pathLst>
                <a:path w="48612" h="29756">
                  <a:moveTo>
                    <a:pt x="48612" y="0"/>
                  </a:moveTo>
                  <a:lnTo>
                    <a:pt x="0" y="29756"/>
                  </a:lnTo>
                </a:path>
              </a:pathLst>
            </a:custGeom>
            <a:noFill/>
            <a:ln w="20003">
              <a:solidFill>
                <a:srgbClr val="E8EBEE"/>
              </a:solidFill>
            </a:ln>
          </p:spPr>
        </p:sp>
        <p:sp>
          <p:nvSpPr>
            <p:cNvPr id="4877" name="Output_receptor__4876">
              <a:extLst>
                <a:ext uri="{FF2B5EF4-FFF2-40B4-BE49-F238E27FC236}">
                  <a16:creationId xmlns:a16="http://schemas.microsoft.com/office/drawing/2014/main" id="{7A740B26-882F-FC61-6617-1922B922A9AC}"/>
                </a:ext>
              </a:extLst>
            </p:cNvPr>
            <p:cNvSpPr>
              <a:spLocks noGrp="1"/>
            </p:cNvSpPr>
            <p:nvPr/>
          </p:nvSpPr>
          <p:spPr>
            <a:xfrm>
              <a:off x="16629030" y="3445915"/>
              <a:ext cx="61982" cy="36899"/>
            </a:xfrm>
            <a:custGeom>
              <a:avLst/>
              <a:gdLst/>
              <a:ahLst/>
              <a:cxnLst/>
              <a:rect l="0" t="0" r="0" b="0"/>
              <a:pathLst>
                <a:path w="61982" h="36899">
                  <a:moveTo>
                    <a:pt x="61982" y="36899"/>
                  </a:moveTo>
                  <a:lnTo>
                    <a:pt x="0" y="0"/>
                  </a:lnTo>
                </a:path>
              </a:pathLst>
            </a:custGeom>
            <a:noFill/>
            <a:ln w="8096">
              <a:solidFill>
                <a:srgbClr val="E8EBEE"/>
              </a:solidFill>
            </a:ln>
          </p:spPr>
        </p:sp>
        <p:sp>
          <p:nvSpPr>
            <p:cNvPr id="4878" name="Output_receptor__4877">
              <a:extLst>
                <a:ext uri="{FF2B5EF4-FFF2-40B4-BE49-F238E27FC236}">
                  <a16:creationId xmlns:a16="http://schemas.microsoft.com/office/drawing/2014/main" id="{28CD2E2E-FA2E-D820-5F04-D0CE4A69CCAD}"/>
                </a:ext>
              </a:extLst>
            </p:cNvPr>
            <p:cNvSpPr>
              <a:spLocks noGrp="1"/>
            </p:cNvSpPr>
            <p:nvPr/>
          </p:nvSpPr>
          <p:spPr>
            <a:xfrm>
              <a:off x="15445238" y="4188379"/>
              <a:ext cx="215" cy="68977"/>
            </a:xfrm>
            <a:custGeom>
              <a:avLst/>
              <a:gdLst/>
              <a:ahLst/>
              <a:cxnLst/>
              <a:rect l="0" t="0" r="0" b="0"/>
              <a:pathLst>
                <a:path w="215" h="68977">
                  <a:moveTo>
                    <a:pt x="0" y="68977"/>
                  </a:moveTo>
                  <a:lnTo>
                    <a:pt x="215" y="0"/>
                  </a:lnTo>
                </a:path>
              </a:pathLst>
            </a:custGeom>
            <a:noFill/>
            <a:ln w="20003">
              <a:solidFill>
                <a:srgbClr val="E8EBEE"/>
              </a:solidFill>
            </a:ln>
          </p:spPr>
        </p:sp>
        <p:sp>
          <p:nvSpPr>
            <p:cNvPr id="4879" name="Output_receptor__4878">
              <a:extLst>
                <a:ext uri="{FF2B5EF4-FFF2-40B4-BE49-F238E27FC236}">
                  <a16:creationId xmlns:a16="http://schemas.microsoft.com/office/drawing/2014/main" id="{5A151BC4-6530-E360-463B-5D1D2583741C}"/>
                </a:ext>
              </a:extLst>
            </p:cNvPr>
            <p:cNvSpPr>
              <a:spLocks noGrp="1"/>
            </p:cNvSpPr>
            <p:nvPr/>
          </p:nvSpPr>
          <p:spPr>
            <a:xfrm>
              <a:off x="15858218" y="4575539"/>
              <a:ext cx="33759" cy="57230"/>
            </a:xfrm>
            <a:custGeom>
              <a:avLst/>
              <a:gdLst/>
              <a:ahLst/>
              <a:cxnLst/>
              <a:rect l="0" t="0" r="0" b="0"/>
              <a:pathLst>
                <a:path w="33759" h="57230">
                  <a:moveTo>
                    <a:pt x="0" y="57230"/>
                  </a:moveTo>
                  <a:lnTo>
                    <a:pt x="33759" y="0"/>
                  </a:lnTo>
                </a:path>
              </a:pathLst>
            </a:custGeom>
            <a:noFill/>
            <a:ln w="20003">
              <a:solidFill>
                <a:srgbClr val="E8EBEE"/>
              </a:solidFill>
            </a:ln>
          </p:spPr>
        </p:sp>
        <p:sp>
          <p:nvSpPr>
            <p:cNvPr id="4880" name="Output_receptor__4879">
              <a:extLst>
                <a:ext uri="{FF2B5EF4-FFF2-40B4-BE49-F238E27FC236}">
                  <a16:creationId xmlns:a16="http://schemas.microsoft.com/office/drawing/2014/main" id="{A4B3B657-2D26-C82E-4410-4FE94236C4C7}"/>
                </a:ext>
              </a:extLst>
            </p:cNvPr>
            <p:cNvSpPr>
              <a:spLocks noGrp="1"/>
            </p:cNvSpPr>
            <p:nvPr/>
          </p:nvSpPr>
          <p:spPr>
            <a:xfrm>
              <a:off x="16632743" y="3974061"/>
              <a:ext cx="10296" cy="41435"/>
            </a:xfrm>
            <a:custGeom>
              <a:avLst/>
              <a:gdLst/>
              <a:ahLst/>
              <a:cxnLst/>
              <a:rect l="0" t="0" r="0" b="0"/>
              <a:pathLst>
                <a:path w="10296" h="41435">
                  <a:moveTo>
                    <a:pt x="10296" y="0"/>
                  </a:moveTo>
                  <a:lnTo>
                    <a:pt x="0" y="41435"/>
                  </a:lnTo>
                </a:path>
              </a:pathLst>
            </a:custGeom>
            <a:noFill/>
            <a:ln w="20003">
              <a:solidFill>
                <a:srgbClr val="E8EBEE"/>
              </a:solidFill>
            </a:ln>
          </p:spPr>
        </p:sp>
        <p:sp>
          <p:nvSpPr>
            <p:cNvPr id="4881" name="Output_receptor__4880">
              <a:extLst>
                <a:ext uri="{FF2B5EF4-FFF2-40B4-BE49-F238E27FC236}">
                  <a16:creationId xmlns:a16="http://schemas.microsoft.com/office/drawing/2014/main" id="{FF326A48-E8AB-CAE5-CDB0-D8642E5D5698}"/>
                </a:ext>
              </a:extLst>
            </p:cNvPr>
            <p:cNvSpPr>
              <a:spLocks noGrp="1"/>
            </p:cNvSpPr>
            <p:nvPr/>
          </p:nvSpPr>
          <p:spPr>
            <a:xfrm>
              <a:off x="16017758" y="4057320"/>
              <a:ext cx="31254" cy="58037"/>
            </a:xfrm>
            <a:custGeom>
              <a:avLst/>
              <a:gdLst/>
              <a:ahLst/>
              <a:cxnLst/>
              <a:rect l="0" t="0" r="0" b="0"/>
              <a:pathLst>
                <a:path w="31254" h="58037">
                  <a:moveTo>
                    <a:pt x="0" y="58037"/>
                  </a:moveTo>
                  <a:lnTo>
                    <a:pt x="31254" y="0"/>
                  </a:lnTo>
                </a:path>
              </a:pathLst>
            </a:custGeom>
            <a:noFill/>
            <a:ln w="20003">
              <a:solidFill>
                <a:srgbClr val="E8EBEE"/>
              </a:solidFill>
            </a:ln>
          </p:spPr>
        </p:sp>
        <p:sp>
          <p:nvSpPr>
            <p:cNvPr id="4882" name="Output_receptor__4881">
              <a:extLst>
                <a:ext uri="{FF2B5EF4-FFF2-40B4-BE49-F238E27FC236}">
                  <a16:creationId xmlns:a16="http://schemas.microsoft.com/office/drawing/2014/main" id="{B6165EA1-187A-7540-E299-51B63F87FAEE}"/>
                </a:ext>
              </a:extLst>
            </p:cNvPr>
            <p:cNvSpPr>
              <a:spLocks noGrp="1"/>
            </p:cNvSpPr>
            <p:nvPr/>
          </p:nvSpPr>
          <p:spPr>
            <a:xfrm>
              <a:off x="16590241" y="3524275"/>
              <a:ext cx="41720" cy="57221"/>
            </a:xfrm>
            <a:custGeom>
              <a:avLst/>
              <a:gdLst/>
              <a:ahLst/>
              <a:cxnLst/>
              <a:rect l="0" t="0" r="0" b="0"/>
              <a:pathLst>
                <a:path w="41720" h="57221">
                  <a:moveTo>
                    <a:pt x="41720" y="57221"/>
                  </a:moveTo>
                  <a:lnTo>
                    <a:pt x="0" y="0"/>
                  </a:lnTo>
                </a:path>
              </a:pathLst>
            </a:custGeom>
            <a:noFill/>
            <a:ln w="20003">
              <a:solidFill>
                <a:srgbClr val="E8EBEE"/>
              </a:solidFill>
            </a:ln>
          </p:spPr>
        </p:sp>
        <p:sp>
          <p:nvSpPr>
            <p:cNvPr id="4883" name="Output_receptor__4882">
              <a:extLst>
                <a:ext uri="{FF2B5EF4-FFF2-40B4-BE49-F238E27FC236}">
                  <a16:creationId xmlns:a16="http://schemas.microsoft.com/office/drawing/2014/main" id="{4499AE19-BF28-741A-7BB5-00D3AF02E0F6}"/>
                </a:ext>
              </a:extLst>
            </p:cNvPr>
            <p:cNvSpPr>
              <a:spLocks noGrp="1"/>
            </p:cNvSpPr>
            <p:nvPr/>
          </p:nvSpPr>
          <p:spPr>
            <a:xfrm>
              <a:off x="15960066" y="4020006"/>
              <a:ext cx="663" cy="20370"/>
            </a:xfrm>
            <a:custGeom>
              <a:avLst/>
              <a:gdLst/>
              <a:ahLst/>
              <a:cxnLst/>
              <a:rect l="0" t="0" r="0" b="0"/>
              <a:pathLst>
                <a:path w="663" h="20370">
                  <a:moveTo>
                    <a:pt x="663" y="20370"/>
                  </a:moveTo>
                  <a:lnTo>
                    <a:pt x="0" y="0"/>
                  </a:lnTo>
                </a:path>
              </a:pathLst>
            </a:custGeom>
            <a:noFill/>
            <a:ln w="20003">
              <a:solidFill>
                <a:srgbClr val="E8EBEE"/>
              </a:solidFill>
            </a:ln>
          </p:spPr>
        </p:sp>
        <p:sp>
          <p:nvSpPr>
            <p:cNvPr id="4884" name="Output_receptor__4883">
              <a:extLst>
                <a:ext uri="{FF2B5EF4-FFF2-40B4-BE49-F238E27FC236}">
                  <a16:creationId xmlns:a16="http://schemas.microsoft.com/office/drawing/2014/main" id="{BA9B0E58-AEF6-D383-D8A4-4F7D80698368}"/>
                </a:ext>
              </a:extLst>
            </p:cNvPr>
            <p:cNvSpPr>
              <a:spLocks noGrp="1"/>
            </p:cNvSpPr>
            <p:nvPr/>
          </p:nvSpPr>
          <p:spPr>
            <a:xfrm>
              <a:off x="15698363" y="3884986"/>
              <a:ext cx="1456" cy="63395"/>
            </a:xfrm>
            <a:custGeom>
              <a:avLst/>
              <a:gdLst/>
              <a:ahLst/>
              <a:cxnLst/>
              <a:rect l="0" t="0" r="0" b="0"/>
              <a:pathLst>
                <a:path w="1456" h="63395">
                  <a:moveTo>
                    <a:pt x="1456" y="0"/>
                  </a:moveTo>
                  <a:lnTo>
                    <a:pt x="0" y="63395"/>
                  </a:lnTo>
                </a:path>
              </a:pathLst>
            </a:custGeom>
            <a:noFill/>
            <a:ln w="20003">
              <a:solidFill>
                <a:srgbClr val="E8EBEE"/>
              </a:solidFill>
            </a:ln>
          </p:spPr>
        </p:sp>
        <p:sp>
          <p:nvSpPr>
            <p:cNvPr id="4885" name="Output_receptor__4884">
              <a:extLst>
                <a:ext uri="{FF2B5EF4-FFF2-40B4-BE49-F238E27FC236}">
                  <a16:creationId xmlns:a16="http://schemas.microsoft.com/office/drawing/2014/main" id="{546034CB-F0C8-9230-28AF-A064837E011B}"/>
                </a:ext>
              </a:extLst>
            </p:cNvPr>
            <p:cNvSpPr>
              <a:spLocks noGrp="1"/>
            </p:cNvSpPr>
            <p:nvPr/>
          </p:nvSpPr>
          <p:spPr>
            <a:xfrm>
              <a:off x="15891977" y="4575539"/>
              <a:ext cx="60579" cy="18023"/>
            </a:xfrm>
            <a:custGeom>
              <a:avLst/>
              <a:gdLst/>
              <a:ahLst/>
              <a:cxnLst/>
              <a:rect l="0" t="0" r="0" b="0"/>
              <a:pathLst>
                <a:path w="60579" h="18023">
                  <a:moveTo>
                    <a:pt x="0" y="0"/>
                  </a:moveTo>
                  <a:lnTo>
                    <a:pt x="60579" y="18023"/>
                  </a:lnTo>
                </a:path>
              </a:pathLst>
            </a:custGeom>
            <a:noFill/>
            <a:ln w="20003">
              <a:solidFill>
                <a:srgbClr val="E8EBEE"/>
              </a:solidFill>
            </a:ln>
          </p:spPr>
        </p:sp>
        <p:sp>
          <p:nvSpPr>
            <p:cNvPr id="4886" name="Output_receptor__4885">
              <a:extLst>
                <a:ext uri="{FF2B5EF4-FFF2-40B4-BE49-F238E27FC236}">
                  <a16:creationId xmlns:a16="http://schemas.microsoft.com/office/drawing/2014/main" id="{23CC19F3-329A-8E88-3961-BDB07185E74F}"/>
                </a:ext>
              </a:extLst>
            </p:cNvPr>
            <p:cNvSpPr>
              <a:spLocks noGrp="1"/>
            </p:cNvSpPr>
            <p:nvPr/>
          </p:nvSpPr>
          <p:spPr>
            <a:xfrm>
              <a:off x="15587649" y="3593280"/>
              <a:ext cx="50726" cy="42024"/>
            </a:xfrm>
            <a:custGeom>
              <a:avLst/>
              <a:gdLst/>
              <a:ahLst/>
              <a:cxnLst/>
              <a:rect l="0" t="0" r="0" b="0"/>
              <a:pathLst>
                <a:path w="50726" h="42024">
                  <a:moveTo>
                    <a:pt x="50726" y="42024"/>
                  </a:moveTo>
                  <a:lnTo>
                    <a:pt x="0" y="0"/>
                  </a:lnTo>
                </a:path>
              </a:pathLst>
            </a:custGeom>
            <a:noFill/>
            <a:ln w="8096">
              <a:solidFill>
                <a:srgbClr val="E8EBEE"/>
              </a:solidFill>
            </a:ln>
          </p:spPr>
        </p:sp>
        <p:sp>
          <p:nvSpPr>
            <p:cNvPr id="4887" name="Output_receptor__4886">
              <a:extLst>
                <a:ext uri="{FF2B5EF4-FFF2-40B4-BE49-F238E27FC236}">
                  <a16:creationId xmlns:a16="http://schemas.microsoft.com/office/drawing/2014/main" id="{D3F0BA00-E3FB-2593-62E7-F253CAA0BDB7}"/>
                </a:ext>
              </a:extLst>
            </p:cNvPr>
            <p:cNvSpPr>
              <a:spLocks noGrp="1"/>
            </p:cNvSpPr>
            <p:nvPr/>
          </p:nvSpPr>
          <p:spPr>
            <a:xfrm>
              <a:off x="15513778" y="2788372"/>
              <a:ext cx="22070" cy="8614"/>
            </a:xfrm>
            <a:custGeom>
              <a:avLst/>
              <a:gdLst/>
              <a:ahLst/>
              <a:cxnLst/>
              <a:rect l="0" t="0" r="0" b="0"/>
              <a:pathLst>
                <a:path w="22070" h="8614">
                  <a:moveTo>
                    <a:pt x="0" y="8614"/>
                  </a:moveTo>
                  <a:lnTo>
                    <a:pt x="22070" y="0"/>
                  </a:lnTo>
                </a:path>
              </a:pathLst>
            </a:custGeom>
            <a:noFill/>
            <a:ln w="20003">
              <a:solidFill>
                <a:srgbClr val="E8EBEE"/>
              </a:solidFill>
            </a:ln>
          </p:spPr>
        </p:sp>
        <p:sp>
          <p:nvSpPr>
            <p:cNvPr id="4888" name="Output_receptor__4887">
              <a:extLst>
                <a:ext uri="{FF2B5EF4-FFF2-40B4-BE49-F238E27FC236}">
                  <a16:creationId xmlns:a16="http://schemas.microsoft.com/office/drawing/2014/main" id="{35B1B665-5309-C490-66EC-F589FF0801AA}"/>
                </a:ext>
              </a:extLst>
            </p:cNvPr>
            <p:cNvSpPr>
              <a:spLocks noGrp="1"/>
            </p:cNvSpPr>
            <p:nvPr/>
          </p:nvSpPr>
          <p:spPr>
            <a:xfrm>
              <a:off x="16063544" y="3867096"/>
              <a:ext cx="42242" cy="5580"/>
            </a:xfrm>
            <a:custGeom>
              <a:avLst/>
              <a:gdLst/>
              <a:ahLst/>
              <a:cxnLst/>
              <a:rect l="0" t="0" r="0" b="0"/>
              <a:pathLst>
                <a:path w="42242" h="5580">
                  <a:moveTo>
                    <a:pt x="0" y="0"/>
                  </a:moveTo>
                  <a:lnTo>
                    <a:pt x="42242" y="5580"/>
                  </a:lnTo>
                </a:path>
              </a:pathLst>
            </a:custGeom>
            <a:noFill/>
            <a:ln w="20003">
              <a:solidFill>
                <a:srgbClr val="E8EBEE"/>
              </a:solidFill>
            </a:ln>
          </p:spPr>
        </p:sp>
        <p:sp>
          <p:nvSpPr>
            <p:cNvPr id="4889" name="Output_receptor__4888">
              <a:extLst>
                <a:ext uri="{FF2B5EF4-FFF2-40B4-BE49-F238E27FC236}">
                  <a16:creationId xmlns:a16="http://schemas.microsoft.com/office/drawing/2014/main" id="{771A20D0-47BA-C1EC-E332-3B2466D822DA}"/>
                </a:ext>
              </a:extLst>
            </p:cNvPr>
            <p:cNvSpPr>
              <a:spLocks noGrp="1"/>
            </p:cNvSpPr>
            <p:nvPr/>
          </p:nvSpPr>
          <p:spPr>
            <a:xfrm>
              <a:off x="15552551" y="3535840"/>
              <a:ext cx="35098" cy="57440"/>
            </a:xfrm>
            <a:custGeom>
              <a:avLst/>
              <a:gdLst/>
              <a:ahLst/>
              <a:cxnLst/>
              <a:rect l="0" t="0" r="0" b="0"/>
              <a:pathLst>
                <a:path w="35098" h="57440">
                  <a:moveTo>
                    <a:pt x="35098" y="57440"/>
                  </a:moveTo>
                  <a:lnTo>
                    <a:pt x="0" y="0"/>
                  </a:lnTo>
                </a:path>
              </a:pathLst>
            </a:custGeom>
            <a:noFill/>
            <a:ln w="8096">
              <a:solidFill>
                <a:srgbClr val="E8EBEE"/>
              </a:solidFill>
            </a:ln>
          </p:spPr>
        </p:sp>
        <p:sp>
          <p:nvSpPr>
            <p:cNvPr id="4890" name="Output_receptor__4889">
              <a:extLst>
                <a:ext uri="{FF2B5EF4-FFF2-40B4-BE49-F238E27FC236}">
                  <a16:creationId xmlns:a16="http://schemas.microsoft.com/office/drawing/2014/main" id="{AFFA235D-CB29-1B06-2ABC-F3791DD95DAF}"/>
                </a:ext>
              </a:extLst>
            </p:cNvPr>
            <p:cNvSpPr>
              <a:spLocks noGrp="1"/>
            </p:cNvSpPr>
            <p:nvPr/>
          </p:nvSpPr>
          <p:spPr>
            <a:xfrm>
              <a:off x="16440558" y="4005403"/>
              <a:ext cx="51447" cy="19767"/>
            </a:xfrm>
            <a:custGeom>
              <a:avLst/>
              <a:gdLst/>
              <a:ahLst/>
              <a:cxnLst/>
              <a:rect l="0" t="0" r="0" b="0"/>
              <a:pathLst>
                <a:path w="51447" h="19767">
                  <a:moveTo>
                    <a:pt x="0" y="19767"/>
                  </a:moveTo>
                  <a:lnTo>
                    <a:pt x="51447" y="0"/>
                  </a:lnTo>
                </a:path>
              </a:pathLst>
            </a:custGeom>
            <a:noFill/>
            <a:ln w="20003">
              <a:solidFill>
                <a:srgbClr val="E8EBEE"/>
              </a:solidFill>
            </a:ln>
          </p:spPr>
        </p:sp>
        <p:sp>
          <p:nvSpPr>
            <p:cNvPr id="4891" name="Output_receptor__4890">
              <a:extLst>
                <a:ext uri="{FF2B5EF4-FFF2-40B4-BE49-F238E27FC236}">
                  <a16:creationId xmlns:a16="http://schemas.microsoft.com/office/drawing/2014/main" id="{9F2F2A76-B641-510C-3E2A-350D979DE9C6}"/>
                </a:ext>
              </a:extLst>
            </p:cNvPr>
            <p:cNvSpPr>
              <a:spLocks noGrp="1"/>
            </p:cNvSpPr>
            <p:nvPr/>
          </p:nvSpPr>
          <p:spPr>
            <a:xfrm>
              <a:off x="15655595" y="3853277"/>
              <a:ext cx="44224" cy="31708"/>
            </a:xfrm>
            <a:custGeom>
              <a:avLst/>
              <a:gdLst/>
              <a:ahLst/>
              <a:cxnLst/>
              <a:rect l="0" t="0" r="0" b="0"/>
              <a:pathLst>
                <a:path w="44224" h="31708">
                  <a:moveTo>
                    <a:pt x="0" y="0"/>
                  </a:moveTo>
                  <a:lnTo>
                    <a:pt x="44224" y="31708"/>
                  </a:lnTo>
                </a:path>
              </a:pathLst>
            </a:custGeom>
            <a:noFill/>
            <a:ln w="20003">
              <a:solidFill>
                <a:srgbClr val="E8EBEE"/>
              </a:solidFill>
            </a:ln>
          </p:spPr>
        </p:sp>
        <p:sp>
          <p:nvSpPr>
            <p:cNvPr id="4892" name="Output_receptor__4891">
              <a:extLst>
                <a:ext uri="{FF2B5EF4-FFF2-40B4-BE49-F238E27FC236}">
                  <a16:creationId xmlns:a16="http://schemas.microsoft.com/office/drawing/2014/main" id="{81EBCBBB-6883-382D-B1EE-0EE7929E3069}"/>
                </a:ext>
              </a:extLst>
            </p:cNvPr>
            <p:cNvSpPr>
              <a:spLocks noGrp="1"/>
            </p:cNvSpPr>
            <p:nvPr/>
          </p:nvSpPr>
          <p:spPr>
            <a:xfrm>
              <a:off x="16354881" y="4363814"/>
              <a:ext cx="22547" cy="5196"/>
            </a:xfrm>
            <a:custGeom>
              <a:avLst/>
              <a:gdLst/>
              <a:ahLst/>
              <a:cxnLst/>
              <a:rect l="0" t="0" r="0" b="0"/>
              <a:pathLst>
                <a:path w="22547" h="5196">
                  <a:moveTo>
                    <a:pt x="22547" y="0"/>
                  </a:moveTo>
                  <a:lnTo>
                    <a:pt x="0" y="5196"/>
                  </a:lnTo>
                </a:path>
              </a:pathLst>
            </a:custGeom>
            <a:noFill/>
            <a:ln w="8096">
              <a:solidFill>
                <a:srgbClr val="E8EBEE"/>
              </a:solidFill>
            </a:ln>
          </p:spPr>
        </p:sp>
        <p:sp>
          <p:nvSpPr>
            <p:cNvPr id="4893" name="Output_receptor__4892">
              <a:extLst>
                <a:ext uri="{FF2B5EF4-FFF2-40B4-BE49-F238E27FC236}">
                  <a16:creationId xmlns:a16="http://schemas.microsoft.com/office/drawing/2014/main" id="{7893F640-807B-D4CD-27EE-969810838C79}"/>
                </a:ext>
              </a:extLst>
            </p:cNvPr>
            <p:cNvSpPr>
              <a:spLocks noGrp="1"/>
            </p:cNvSpPr>
            <p:nvPr/>
          </p:nvSpPr>
          <p:spPr>
            <a:xfrm>
              <a:off x="16492005" y="4005403"/>
              <a:ext cx="45788" cy="24723"/>
            </a:xfrm>
            <a:custGeom>
              <a:avLst/>
              <a:gdLst/>
              <a:ahLst/>
              <a:cxnLst/>
              <a:rect l="0" t="0" r="0" b="0"/>
              <a:pathLst>
                <a:path w="45788" h="24723">
                  <a:moveTo>
                    <a:pt x="0" y="0"/>
                  </a:moveTo>
                  <a:lnTo>
                    <a:pt x="45788" y="24723"/>
                  </a:lnTo>
                </a:path>
              </a:pathLst>
            </a:custGeom>
            <a:noFill/>
            <a:ln w="20003">
              <a:solidFill>
                <a:srgbClr val="E8EBEE"/>
              </a:solidFill>
            </a:ln>
          </p:spPr>
        </p:sp>
        <p:sp>
          <p:nvSpPr>
            <p:cNvPr id="4894" name="Output_receptor__4893">
              <a:extLst>
                <a:ext uri="{FF2B5EF4-FFF2-40B4-BE49-F238E27FC236}">
                  <a16:creationId xmlns:a16="http://schemas.microsoft.com/office/drawing/2014/main" id="{77B9EE4D-1744-0E63-D810-9AFF7F3CE5C4}"/>
                </a:ext>
              </a:extLst>
            </p:cNvPr>
            <p:cNvSpPr>
              <a:spLocks noGrp="1"/>
            </p:cNvSpPr>
            <p:nvPr/>
          </p:nvSpPr>
          <p:spPr>
            <a:xfrm>
              <a:off x="15638375" y="3613854"/>
              <a:ext cx="56260" cy="21450"/>
            </a:xfrm>
            <a:custGeom>
              <a:avLst/>
              <a:gdLst/>
              <a:ahLst/>
              <a:cxnLst/>
              <a:rect l="0" t="0" r="0" b="0"/>
              <a:pathLst>
                <a:path w="56260" h="21450">
                  <a:moveTo>
                    <a:pt x="56260" y="0"/>
                  </a:moveTo>
                  <a:lnTo>
                    <a:pt x="0" y="21450"/>
                  </a:lnTo>
                </a:path>
              </a:pathLst>
            </a:custGeom>
            <a:noFill/>
            <a:ln w="20003">
              <a:solidFill>
                <a:srgbClr val="E8EBEE"/>
              </a:solidFill>
            </a:ln>
          </p:spPr>
        </p:sp>
        <p:sp>
          <p:nvSpPr>
            <p:cNvPr id="4895" name="Output_receptor__4894">
              <a:extLst>
                <a:ext uri="{FF2B5EF4-FFF2-40B4-BE49-F238E27FC236}">
                  <a16:creationId xmlns:a16="http://schemas.microsoft.com/office/drawing/2014/main" id="{58F1C5B7-DD6B-916C-1961-FB818305C731}"/>
                </a:ext>
              </a:extLst>
            </p:cNvPr>
            <p:cNvSpPr>
              <a:spLocks noGrp="1"/>
            </p:cNvSpPr>
            <p:nvPr/>
          </p:nvSpPr>
          <p:spPr>
            <a:xfrm>
              <a:off x="15944180" y="4593562"/>
              <a:ext cx="8376" cy="68583"/>
            </a:xfrm>
            <a:custGeom>
              <a:avLst/>
              <a:gdLst/>
              <a:ahLst/>
              <a:cxnLst/>
              <a:rect l="0" t="0" r="0" b="0"/>
              <a:pathLst>
                <a:path w="8376" h="68583">
                  <a:moveTo>
                    <a:pt x="8376" y="0"/>
                  </a:moveTo>
                  <a:lnTo>
                    <a:pt x="0" y="68583"/>
                  </a:lnTo>
                </a:path>
              </a:pathLst>
            </a:custGeom>
            <a:noFill/>
            <a:ln w="20003">
              <a:solidFill>
                <a:srgbClr val="E8EBEE"/>
              </a:solidFill>
            </a:ln>
          </p:spPr>
        </p:sp>
        <p:sp>
          <p:nvSpPr>
            <p:cNvPr id="4896" name="Output_receptor__4895">
              <a:extLst>
                <a:ext uri="{FF2B5EF4-FFF2-40B4-BE49-F238E27FC236}">
                  <a16:creationId xmlns:a16="http://schemas.microsoft.com/office/drawing/2014/main" id="{C32D8652-E27A-C746-BC0A-494E884646A8}"/>
                </a:ext>
              </a:extLst>
            </p:cNvPr>
            <p:cNvSpPr>
              <a:spLocks noGrp="1"/>
            </p:cNvSpPr>
            <p:nvPr/>
          </p:nvSpPr>
          <p:spPr>
            <a:xfrm>
              <a:off x="16728524" y="4206224"/>
              <a:ext cx="33154" cy="48567"/>
            </a:xfrm>
            <a:custGeom>
              <a:avLst/>
              <a:gdLst/>
              <a:ahLst/>
              <a:cxnLst/>
              <a:rect l="0" t="0" r="0" b="0"/>
              <a:pathLst>
                <a:path w="33154" h="48567">
                  <a:moveTo>
                    <a:pt x="0" y="48567"/>
                  </a:moveTo>
                  <a:lnTo>
                    <a:pt x="33154" y="0"/>
                  </a:lnTo>
                </a:path>
              </a:pathLst>
            </a:custGeom>
            <a:noFill/>
            <a:ln w="20003">
              <a:solidFill>
                <a:srgbClr val="E8EBEE"/>
              </a:solidFill>
            </a:ln>
          </p:spPr>
        </p:sp>
        <p:sp>
          <p:nvSpPr>
            <p:cNvPr id="4897" name="Output_receptor__4896">
              <a:extLst>
                <a:ext uri="{FF2B5EF4-FFF2-40B4-BE49-F238E27FC236}">
                  <a16:creationId xmlns:a16="http://schemas.microsoft.com/office/drawing/2014/main" id="{5E6D584C-F8BF-0DD9-73B5-CF7EE366E862}"/>
                </a:ext>
              </a:extLst>
            </p:cNvPr>
            <p:cNvSpPr>
              <a:spLocks noGrp="1"/>
            </p:cNvSpPr>
            <p:nvPr/>
          </p:nvSpPr>
          <p:spPr>
            <a:xfrm>
              <a:off x="16232549" y="3123531"/>
              <a:ext cx="54927" cy="28098"/>
            </a:xfrm>
            <a:custGeom>
              <a:avLst/>
              <a:gdLst/>
              <a:ahLst/>
              <a:cxnLst/>
              <a:rect l="0" t="0" r="0" b="0"/>
              <a:pathLst>
                <a:path w="54927" h="28098">
                  <a:moveTo>
                    <a:pt x="54927" y="0"/>
                  </a:moveTo>
                  <a:lnTo>
                    <a:pt x="0" y="28098"/>
                  </a:lnTo>
                </a:path>
              </a:pathLst>
            </a:custGeom>
            <a:noFill/>
            <a:ln w="8096">
              <a:solidFill>
                <a:srgbClr val="E8EBEE"/>
              </a:solidFill>
            </a:ln>
          </p:spPr>
        </p:sp>
        <p:sp>
          <p:nvSpPr>
            <p:cNvPr id="4898" name="Output_receptor__4897">
              <a:extLst>
                <a:ext uri="{FF2B5EF4-FFF2-40B4-BE49-F238E27FC236}">
                  <a16:creationId xmlns:a16="http://schemas.microsoft.com/office/drawing/2014/main" id="{BFDBE52C-0E02-4C38-D698-B4F7BDD6A3C4}"/>
                </a:ext>
              </a:extLst>
            </p:cNvPr>
            <p:cNvSpPr>
              <a:spLocks noGrp="1"/>
            </p:cNvSpPr>
            <p:nvPr/>
          </p:nvSpPr>
          <p:spPr>
            <a:xfrm>
              <a:off x="15686866" y="3410054"/>
              <a:ext cx="59275" cy="3041"/>
            </a:xfrm>
            <a:custGeom>
              <a:avLst/>
              <a:gdLst/>
              <a:ahLst/>
              <a:cxnLst/>
              <a:rect l="0" t="0" r="0" b="0"/>
              <a:pathLst>
                <a:path w="59275" h="3041">
                  <a:moveTo>
                    <a:pt x="0" y="0"/>
                  </a:moveTo>
                  <a:lnTo>
                    <a:pt x="59275" y="3041"/>
                  </a:lnTo>
                </a:path>
              </a:pathLst>
            </a:custGeom>
            <a:noFill/>
            <a:ln w="20003">
              <a:solidFill>
                <a:srgbClr val="E8EBEE"/>
              </a:solidFill>
            </a:ln>
          </p:spPr>
        </p:sp>
        <p:sp>
          <p:nvSpPr>
            <p:cNvPr id="4899" name="Output_receptor__4898">
              <a:extLst>
                <a:ext uri="{FF2B5EF4-FFF2-40B4-BE49-F238E27FC236}">
                  <a16:creationId xmlns:a16="http://schemas.microsoft.com/office/drawing/2014/main" id="{9C35D044-4E5E-7413-D640-429290496121}"/>
                </a:ext>
              </a:extLst>
            </p:cNvPr>
            <p:cNvSpPr>
              <a:spLocks noGrp="1"/>
            </p:cNvSpPr>
            <p:nvPr/>
          </p:nvSpPr>
          <p:spPr>
            <a:xfrm>
              <a:off x="16573311" y="3581496"/>
              <a:ext cx="58650" cy="39553"/>
            </a:xfrm>
            <a:custGeom>
              <a:avLst/>
              <a:gdLst/>
              <a:ahLst/>
              <a:cxnLst/>
              <a:rect l="0" t="0" r="0" b="0"/>
              <a:pathLst>
                <a:path w="58650" h="39553">
                  <a:moveTo>
                    <a:pt x="0" y="39553"/>
                  </a:moveTo>
                  <a:lnTo>
                    <a:pt x="58650" y="0"/>
                  </a:lnTo>
                </a:path>
              </a:pathLst>
            </a:custGeom>
            <a:noFill/>
            <a:ln w="20003">
              <a:solidFill>
                <a:srgbClr val="E8EBEE"/>
              </a:solidFill>
            </a:ln>
          </p:spPr>
        </p:sp>
        <p:sp>
          <p:nvSpPr>
            <p:cNvPr id="4900" name="Output_receptor__4899">
              <a:extLst>
                <a:ext uri="{FF2B5EF4-FFF2-40B4-BE49-F238E27FC236}">
                  <a16:creationId xmlns:a16="http://schemas.microsoft.com/office/drawing/2014/main" id="{D96425BF-6911-AB8F-3399-3FE4F354FA40}"/>
                </a:ext>
              </a:extLst>
            </p:cNvPr>
            <p:cNvSpPr>
              <a:spLocks noGrp="1"/>
            </p:cNvSpPr>
            <p:nvPr/>
          </p:nvSpPr>
          <p:spPr>
            <a:xfrm>
              <a:off x="16104973" y="3210740"/>
              <a:ext cx="64329" cy="25375"/>
            </a:xfrm>
            <a:custGeom>
              <a:avLst/>
              <a:gdLst/>
              <a:ahLst/>
              <a:cxnLst/>
              <a:rect l="0" t="0" r="0" b="0"/>
              <a:pathLst>
                <a:path w="64329" h="25375">
                  <a:moveTo>
                    <a:pt x="64329" y="25375"/>
                  </a:moveTo>
                  <a:lnTo>
                    <a:pt x="0" y="0"/>
                  </a:lnTo>
                </a:path>
              </a:pathLst>
            </a:custGeom>
            <a:noFill/>
            <a:ln w="20003">
              <a:solidFill>
                <a:srgbClr val="E8EBEE"/>
              </a:solidFill>
            </a:ln>
          </p:spPr>
        </p:sp>
        <p:sp>
          <p:nvSpPr>
            <p:cNvPr id="4901" name="Output_receptor__4900">
              <a:extLst>
                <a:ext uri="{FF2B5EF4-FFF2-40B4-BE49-F238E27FC236}">
                  <a16:creationId xmlns:a16="http://schemas.microsoft.com/office/drawing/2014/main" id="{0F093C4F-D1BC-4711-A350-28B574813169}"/>
                </a:ext>
              </a:extLst>
            </p:cNvPr>
            <p:cNvSpPr>
              <a:spLocks noGrp="1"/>
            </p:cNvSpPr>
            <p:nvPr/>
          </p:nvSpPr>
          <p:spPr>
            <a:xfrm>
              <a:off x="16081500" y="3770677"/>
              <a:ext cx="59354" cy="39762"/>
            </a:xfrm>
            <a:custGeom>
              <a:avLst/>
              <a:gdLst/>
              <a:ahLst/>
              <a:cxnLst/>
              <a:rect l="0" t="0" r="0" b="0"/>
              <a:pathLst>
                <a:path w="59354" h="39762">
                  <a:moveTo>
                    <a:pt x="59354" y="39762"/>
                  </a:moveTo>
                  <a:lnTo>
                    <a:pt x="0" y="0"/>
                  </a:lnTo>
                </a:path>
              </a:pathLst>
            </a:custGeom>
            <a:noFill/>
            <a:ln w="20003">
              <a:solidFill>
                <a:srgbClr val="E8EBEE"/>
              </a:solidFill>
            </a:ln>
          </p:spPr>
        </p:sp>
        <p:sp>
          <p:nvSpPr>
            <p:cNvPr id="4902" name="Output_receptor__4901">
              <a:extLst>
                <a:ext uri="{FF2B5EF4-FFF2-40B4-BE49-F238E27FC236}">
                  <a16:creationId xmlns:a16="http://schemas.microsoft.com/office/drawing/2014/main" id="{FDD38F94-EFA4-1307-FB46-42D80289DE51}"/>
                </a:ext>
              </a:extLst>
            </p:cNvPr>
            <p:cNvSpPr>
              <a:spLocks noGrp="1"/>
            </p:cNvSpPr>
            <p:nvPr/>
          </p:nvSpPr>
          <p:spPr>
            <a:xfrm>
              <a:off x="15648368" y="4132664"/>
              <a:ext cx="61121" cy="35785"/>
            </a:xfrm>
            <a:custGeom>
              <a:avLst/>
              <a:gdLst/>
              <a:ahLst/>
              <a:cxnLst/>
              <a:rect l="0" t="0" r="0" b="0"/>
              <a:pathLst>
                <a:path w="61121" h="35785">
                  <a:moveTo>
                    <a:pt x="0" y="35785"/>
                  </a:moveTo>
                  <a:lnTo>
                    <a:pt x="61121" y="0"/>
                  </a:lnTo>
                </a:path>
              </a:pathLst>
            </a:custGeom>
            <a:noFill/>
            <a:ln w="20003">
              <a:solidFill>
                <a:srgbClr val="E8EBEE"/>
              </a:solidFill>
            </a:ln>
          </p:spPr>
        </p:sp>
        <p:sp>
          <p:nvSpPr>
            <p:cNvPr id="4903" name="Output_receptor__4902">
              <a:extLst>
                <a:ext uri="{FF2B5EF4-FFF2-40B4-BE49-F238E27FC236}">
                  <a16:creationId xmlns:a16="http://schemas.microsoft.com/office/drawing/2014/main" id="{D186A483-FC47-1EDF-F7C6-D2302BA721B4}"/>
                </a:ext>
              </a:extLst>
            </p:cNvPr>
            <p:cNvSpPr>
              <a:spLocks noGrp="1"/>
            </p:cNvSpPr>
            <p:nvPr/>
          </p:nvSpPr>
          <p:spPr>
            <a:xfrm>
              <a:off x="15584433" y="4409724"/>
              <a:ext cx="70805" cy="14407"/>
            </a:xfrm>
            <a:custGeom>
              <a:avLst/>
              <a:gdLst/>
              <a:ahLst/>
              <a:cxnLst/>
              <a:rect l="0" t="0" r="0" b="0"/>
              <a:pathLst>
                <a:path w="70805" h="14407">
                  <a:moveTo>
                    <a:pt x="70805" y="0"/>
                  </a:moveTo>
                  <a:lnTo>
                    <a:pt x="0" y="14407"/>
                  </a:lnTo>
                </a:path>
              </a:pathLst>
            </a:custGeom>
            <a:noFill/>
            <a:ln w="20003">
              <a:solidFill>
                <a:srgbClr val="E8EBEE"/>
              </a:solidFill>
            </a:ln>
          </p:spPr>
        </p:sp>
        <p:sp>
          <p:nvSpPr>
            <p:cNvPr id="4904" name="Output_receptor__4903">
              <a:extLst>
                <a:ext uri="{FF2B5EF4-FFF2-40B4-BE49-F238E27FC236}">
                  <a16:creationId xmlns:a16="http://schemas.microsoft.com/office/drawing/2014/main" id="{E818A975-51BE-86F2-35CB-7F506ACE5674}"/>
                </a:ext>
              </a:extLst>
            </p:cNvPr>
            <p:cNvSpPr>
              <a:spLocks noGrp="1"/>
            </p:cNvSpPr>
            <p:nvPr/>
          </p:nvSpPr>
          <p:spPr>
            <a:xfrm>
              <a:off x="15577033" y="3419692"/>
              <a:ext cx="42258" cy="50494"/>
            </a:xfrm>
            <a:custGeom>
              <a:avLst/>
              <a:gdLst/>
              <a:ahLst/>
              <a:cxnLst/>
              <a:rect l="0" t="0" r="0" b="0"/>
              <a:pathLst>
                <a:path w="42258" h="50494">
                  <a:moveTo>
                    <a:pt x="42258" y="50494"/>
                  </a:moveTo>
                  <a:lnTo>
                    <a:pt x="0" y="0"/>
                  </a:lnTo>
                </a:path>
              </a:pathLst>
            </a:custGeom>
            <a:noFill/>
            <a:ln w="20003">
              <a:solidFill>
                <a:srgbClr val="E8EBEE"/>
              </a:solidFill>
            </a:ln>
          </p:spPr>
        </p:sp>
        <p:sp>
          <p:nvSpPr>
            <p:cNvPr id="4905" name="Output_receptor__4904">
              <a:extLst>
                <a:ext uri="{FF2B5EF4-FFF2-40B4-BE49-F238E27FC236}">
                  <a16:creationId xmlns:a16="http://schemas.microsoft.com/office/drawing/2014/main" id="{56E4BE48-8E1B-8835-B488-F0C774B4F6AC}"/>
                </a:ext>
              </a:extLst>
            </p:cNvPr>
            <p:cNvSpPr>
              <a:spLocks noGrp="1"/>
            </p:cNvSpPr>
            <p:nvPr/>
          </p:nvSpPr>
          <p:spPr>
            <a:xfrm>
              <a:off x="15834517" y="3642769"/>
              <a:ext cx="56994" cy="8195"/>
            </a:xfrm>
            <a:custGeom>
              <a:avLst/>
              <a:gdLst/>
              <a:ahLst/>
              <a:cxnLst/>
              <a:rect l="0" t="0" r="0" b="0"/>
              <a:pathLst>
                <a:path w="56994" h="8195">
                  <a:moveTo>
                    <a:pt x="56994" y="0"/>
                  </a:moveTo>
                  <a:lnTo>
                    <a:pt x="0" y="8195"/>
                  </a:lnTo>
                </a:path>
              </a:pathLst>
            </a:custGeom>
            <a:noFill/>
            <a:ln w="20003">
              <a:solidFill>
                <a:srgbClr val="E8EBEE"/>
              </a:solidFill>
            </a:ln>
          </p:spPr>
        </p:sp>
        <p:sp>
          <p:nvSpPr>
            <p:cNvPr id="4906" name="Output_receptor__4905">
              <a:extLst>
                <a:ext uri="{FF2B5EF4-FFF2-40B4-BE49-F238E27FC236}">
                  <a16:creationId xmlns:a16="http://schemas.microsoft.com/office/drawing/2014/main" id="{A4504871-0CCD-ECB4-7FEF-1EDBC95922FD}"/>
                </a:ext>
              </a:extLst>
            </p:cNvPr>
            <p:cNvSpPr>
              <a:spLocks noGrp="1"/>
            </p:cNvSpPr>
            <p:nvPr/>
          </p:nvSpPr>
          <p:spPr>
            <a:xfrm>
              <a:off x="16547545" y="3524275"/>
              <a:ext cx="42695" cy="9501"/>
            </a:xfrm>
            <a:custGeom>
              <a:avLst/>
              <a:gdLst/>
              <a:ahLst/>
              <a:cxnLst/>
              <a:rect l="0" t="0" r="0" b="0"/>
              <a:pathLst>
                <a:path w="42695" h="9501">
                  <a:moveTo>
                    <a:pt x="42695" y="0"/>
                  </a:moveTo>
                  <a:lnTo>
                    <a:pt x="0" y="9501"/>
                  </a:lnTo>
                </a:path>
              </a:pathLst>
            </a:custGeom>
            <a:noFill/>
            <a:ln w="20003">
              <a:solidFill>
                <a:srgbClr val="E8EBEE"/>
              </a:solidFill>
            </a:ln>
          </p:spPr>
        </p:sp>
        <p:sp>
          <p:nvSpPr>
            <p:cNvPr id="4907" name="Output_receptor__4906">
              <a:extLst>
                <a:ext uri="{FF2B5EF4-FFF2-40B4-BE49-F238E27FC236}">
                  <a16:creationId xmlns:a16="http://schemas.microsoft.com/office/drawing/2014/main" id="{EE849407-937C-A6C6-80B0-50939447C1B0}"/>
                </a:ext>
              </a:extLst>
            </p:cNvPr>
            <p:cNvSpPr>
              <a:spLocks noGrp="1"/>
            </p:cNvSpPr>
            <p:nvPr/>
          </p:nvSpPr>
          <p:spPr>
            <a:xfrm>
              <a:off x="15525018" y="3509268"/>
              <a:ext cx="27534" cy="26572"/>
            </a:xfrm>
            <a:custGeom>
              <a:avLst/>
              <a:gdLst/>
              <a:ahLst/>
              <a:cxnLst/>
              <a:rect l="0" t="0" r="0" b="0"/>
              <a:pathLst>
                <a:path w="27534" h="26572">
                  <a:moveTo>
                    <a:pt x="27534" y="26572"/>
                  </a:moveTo>
                  <a:lnTo>
                    <a:pt x="0" y="0"/>
                  </a:lnTo>
                </a:path>
              </a:pathLst>
            </a:custGeom>
            <a:noFill/>
            <a:ln w="20003">
              <a:solidFill>
                <a:srgbClr val="E8EBEE"/>
              </a:solidFill>
            </a:ln>
          </p:spPr>
        </p:sp>
        <p:sp>
          <p:nvSpPr>
            <p:cNvPr id="4908" name="Output_receptor__4907">
              <a:extLst>
                <a:ext uri="{FF2B5EF4-FFF2-40B4-BE49-F238E27FC236}">
                  <a16:creationId xmlns:a16="http://schemas.microsoft.com/office/drawing/2014/main" id="{0333DAF9-9EA0-F38A-10EE-9E68B423C576}"/>
                </a:ext>
              </a:extLst>
            </p:cNvPr>
            <p:cNvSpPr>
              <a:spLocks noGrp="1"/>
            </p:cNvSpPr>
            <p:nvPr/>
          </p:nvSpPr>
          <p:spPr>
            <a:xfrm>
              <a:off x="15720146" y="4193133"/>
              <a:ext cx="16673" cy="38417"/>
            </a:xfrm>
            <a:custGeom>
              <a:avLst/>
              <a:gdLst/>
              <a:ahLst/>
              <a:cxnLst/>
              <a:rect l="0" t="0" r="0" b="0"/>
              <a:pathLst>
                <a:path w="16673" h="38417">
                  <a:moveTo>
                    <a:pt x="16673" y="0"/>
                  </a:moveTo>
                  <a:lnTo>
                    <a:pt x="0" y="38417"/>
                  </a:lnTo>
                </a:path>
              </a:pathLst>
            </a:custGeom>
            <a:noFill/>
            <a:ln w="20003">
              <a:solidFill>
                <a:srgbClr val="E8EBEE"/>
              </a:solidFill>
            </a:ln>
          </p:spPr>
        </p:sp>
        <p:sp>
          <p:nvSpPr>
            <p:cNvPr id="4909" name="Output_receptor__4908">
              <a:extLst>
                <a:ext uri="{FF2B5EF4-FFF2-40B4-BE49-F238E27FC236}">
                  <a16:creationId xmlns:a16="http://schemas.microsoft.com/office/drawing/2014/main" id="{2F2F6755-9BE3-C836-1DDD-7854E393A5B7}"/>
                </a:ext>
              </a:extLst>
            </p:cNvPr>
            <p:cNvSpPr>
              <a:spLocks noGrp="1"/>
            </p:cNvSpPr>
            <p:nvPr/>
          </p:nvSpPr>
          <p:spPr>
            <a:xfrm>
              <a:off x="16483650" y="3784742"/>
              <a:ext cx="27864" cy="9216"/>
            </a:xfrm>
            <a:custGeom>
              <a:avLst/>
              <a:gdLst/>
              <a:ahLst/>
              <a:cxnLst/>
              <a:rect l="0" t="0" r="0" b="0"/>
              <a:pathLst>
                <a:path w="27864" h="9216">
                  <a:moveTo>
                    <a:pt x="27864" y="9216"/>
                  </a:moveTo>
                  <a:lnTo>
                    <a:pt x="0" y="0"/>
                  </a:lnTo>
                </a:path>
              </a:pathLst>
            </a:custGeom>
            <a:noFill/>
            <a:ln w="20003">
              <a:solidFill>
                <a:srgbClr val="E8EBEE"/>
              </a:solidFill>
            </a:ln>
          </p:spPr>
        </p:sp>
        <p:sp>
          <p:nvSpPr>
            <p:cNvPr id="4910" name="Output_receptor__4909">
              <a:extLst>
                <a:ext uri="{FF2B5EF4-FFF2-40B4-BE49-F238E27FC236}">
                  <a16:creationId xmlns:a16="http://schemas.microsoft.com/office/drawing/2014/main" id="{49E2C390-B06B-93BA-1EE7-91A348271FEF}"/>
                </a:ext>
              </a:extLst>
            </p:cNvPr>
            <p:cNvSpPr>
              <a:spLocks noGrp="1"/>
            </p:cNvSpPr>
            <p:nvPr/>
          </p:nvSpPr>
          <p:spPr>
            <a:xfrm>
              <a:off x="15629486" y="4472087"/>
              <a:ext cx="41142" cy="35473"/>
            </a:xfrm>
            <a:custGeom>
              <a:avLst/>
              <a:gdLst/>
              <a:ahLst/>
              <a:cxnLst/>
              <a:rect l="0" t="0" r="0" b="0"/>
              <a:pathLst>
                <a:path w="41142" h="35473">
                  <a:moveTo>
                    <a:pt x="0" y="35473"/>
                  </a:moveTo>
                  <a:lnTo>
                    <a:pt x="41142" y="0"/>
                  </a:lnTo>
                </a:path>
              </a:pathLst>
            </a:custGeom>
            <a:noFill/>
            <a:ln w="20003">
              <a:solidFill>
                <a:srgbClr val="E8EBEE"/>
              </a:solidFill>
            </a:ln>
          </p:spPr>
        </p:sp>
        <p:sp>
          <p:nvSpPr>
            <p:cNvPr id="4911" name="Output_receptor__4910">
              <a:extLst>
                <a:ext uri="{FF2B5EF4-FFF2-40B4-BE49-F238E27FC236}">
                  <a16:creationId xmlns:a16="http://schemas.microsoft.com/office/drawing/2014/main" id="{1384FC15-CDE6-F3D4-0EFC-0BC394012213}"/>
                </a:ext>
              </a:extLst>
            </p:cNvPr>
            <p:cNvSpPr>
              <a:spLocks noGrp="1"/>
            </p:cNvSpPr>
            <p:nvPr/>
          </p:nvSpPr>
          <p:spPr>
            <a:xfrm>
              <a:off x="15960066" y="3956319"/>
              <a:ext cx="28735" cy="63687"/>
            </a:xfrm>
            <a:custGeom>
              <a:avLst/>
              <a:gdLst/>
              <a:ahLst/>
              <a:cxnLst/>
              <a:rect l="0" t="0" r="0" b="0"/>
              <a:pathLst>
                <a:path w="28735" h="63687">
                  <a:moveTo>
                    <a:pt x="0" y="63687"/>
                  </a:moveTo>
                  <a:lnTo>
                    <a:pt x="28735" y="0"/>
                  </a:lnTo>
                </a:path>
              </a:pathLst>
            </a:custGeom>
            <a:noFill/>
            <a:ln w="20003">
              <a:solidFill>
                <a:srgbClr val="E8EBEE"/>
              </a:solidFill>
            </a:ln>
          </p:spPr>
        </p:sp>
        <p:sp>
          <p:nvSpPr>
            <p:cNvPr id="4912" name="Output_receptor__4911">
              <a:extLst>
                <a:ext uri="{FF2B5EF4-FFF2-40B4-BE49-F238E27FC236}">
                  <a16:creationId xmlns:a16="http://schemas.microsoft.com/office/drawing/2014/main" id="{17B61DAA-977C-FEA0-B7FE-64A9B472BD9F}"/>
                </a:ext>
              </a:extLst>
            </p:cNvPr>
            <p:cNvSpPr>
              <a:spLocks noGrp="1"/>
            </p:cNvSpPr>
            <p:nvPr/>
          </p:nvSpPr>
          <p:spPr>
            <a:xfrm>
              <a:off x="16357324" y="4258950"/>
              <a:ext cx="58099" cy="12412"/>
            </a:xfrm>
            <a:custGeom>
              <a:avLst/>
              <a:gdLst/>
              <a:ahLst/>
              <a:cxnLst/>
              <a:rect l="0" t="0" r="0" b="0"/>
              <a:pathLst>
                <a:path w="58099" h="12412">
                  <a:moveTo>
                    <a:pt x="58099" y="12412"/>
                  </a:moveTo>
                  <a:lnTo>
                    <a:pt x="0" y="0"/>
                  </a:lnTo>
                </a:path>
              </a:pathLst>
            </a:custGeom>
            <a:noFill/>
            <a:ln w="20003">
              <a:solidFill>
                <a:srgbClr val="E8EBEE"/>
              </a:solidFill>
            </a:ln>
          </p:spPr>
        </p:sp>
        <p:sp>
          <p:nvSpPr>
            <p:cNvPr id="4913" name="Output_receptor__4912">
              <a:extLst>
                <a:ext uri="{FF2B5EF4-FFF2-40B4-BE49-F238E27FC236}">
                  <a16:creationId xmlns:a16="http://schemas.microsoft.com/office/drawing/2014/main" id="{231875BB-FB2E-DB8B-1D4E-A810C1818AD8}"/>
                </a:ext>
              </a:extLst>
            </p:cNvPr>
            <p:cNvSpPr>
              <a:spLocks noGrp="1"/>
            </p:cNvSpPr>
            <p:nvPr/>
          </p:nvSpPr>
          <p:spPr>
            <a:xfrm>
              <a:off x="16509522" y="4030126"/>
              <a:ext cx="28270" cy="65758"/>
            </a:xfrm>
            <a:custGeom>
              <a:avLst/>
              <a:gdLst/>
              <a:ahLst/>
              <a:cxnLst/>
              <a:rect l="0" t="0" r="0" b="0"/>
              <a:pathLst>
                <a:path w="28270" h="65758">
                  <a:moveTo>
                    <a:pt x="28270" y="0"/>
                  </a:moveTo>
                  <a:lnTo>
                    <a:pt x="0" y="65758"/>
                  </a:lnTo>
                </a:path>
              </a:pathLst>
            </a:custGeom>
            <a:noFill/>
            <a:ln w="20003">
              <a:solidFill>
                <a:srgbClr val="E8EBEE"/>
              </a:solidFill>
            </a:ln>
          </p:spPr>
        </p:sp>
        <p:sp>
          <p:nvSpPr>
            <p:cNvPr id="4914" name="Output_receptor__4913">
              <a:extLst>
                <a:ext uri="{FF2B5EF4-FFF2-40B4-BE49-F238E27FC236}">
                  <a16:creationId xmlns:a16="http://schemas.microsoft.com/office/drawing/2014/main" id="{6F830B31-813A-8B8C-493B-F2B5CAAE4CD3}"/>
                </a:ext>
              </a:extLst>
            </p:cNvPr>
            <p:cNvSpPr>
              <a:spLocks noGrp="1"/>
            </p:cNvSpPr>
            <p:nvPr/>
          </p:nvSpPr>
          <p:spPr>
            <a:xfrm>
              <a:off x="16105786" y="3810439"/>
              <a:ext cx="35068" cy="62236"/>
            </a:xfrm>
            <a:custGeom>
              <a:avLst/>
              <a:gdLst/>
              <a:ahLst/>
              <a:cxnLst/>
              <a:rect l="0" t="0" r="0" b="0"/>
              <a:pathLst>
                <a:path w="35068" h="62236">
                  <a:moveTo>
                    <a:pt x="0" y="62236"/>
                  </a:moveTo>
                  <a:lnTo>
                    <a:pt x="35068" y="0"/>
                  </a:lnTo>
                </a:path>
              </a:pathLst>
            </a:custGeom>
            <a:noFill/>
            <a:ln w="20003">
              <a:solidFill>
                <a:srgbClr val="E8EBEE"/>
              </a:solidFill>
            </a:ln>
          </p:spPr>
        </p:sp>
        <p:sp>
          <p:nvSpPr>
            <p:cNvPr id="4915" name="Output_receptor__4914">
              <a:extLst>
                <a:ext uri="{FF2B5EF4-FFF2-40B4-BE49-F238E27FC236}">
                  <a16:creationId xmlns:a16="http://schemas.microsoft.com/office/drawing/2014/main" id="{32D4EC80-FC5E-DEA5-0319-E100C8791CFF}"/>
                </a:ext>
              </a:extLst>
            </p:cNvPr>
            <p:cNvSpPr>
              <a:spLocks noGrp="1"/>
            </p:cNvSpPr>
            <p:nvPr/>
          </p:nvSpPr>
          <p:spPr>
            <a:xfrm>
              <a:off x="15747232" y="2778768"/>
              <a:ext cx="16112" cy="35762"/>
            </a:xfrm>
            <a:custGeom>
              <a:avLst/>
              <a:gdLst/>
              <a:ahLst/>
              <a:cxnLst/>
              <a:rect l="0" t="0" r="0" b="0"/>
              <a:pathLst>
                <a:path w="16112" h="35762">
                  <a:moveTo>
                    <a:pt x="0" y="35762"/>
                  </a:moveTo>
                  <a:lnTo>
                    <a:pt x="16112" y="0"/>
                  </a:lnTo>
                </a:path>
              </a:pathLst>
            </a:custGeom>
            <a:noFill/>
            <a:ln w="8096">
              <a:solidFill>
                <a:srgbClr val="E8EBEE"/>
              </a:solidFill>
            </a:ln>
          </p:spPr>
        </p:sp>
        <p:sp>
          <p:nvSpPr>
            <p:cNvPr id="4916" name="Output_receptor__4915">
              <a:extLst>
                <a:ext uri="{FF2B5EF4-FFF2-40B4-BE49-F238E27FC236}">
                  <a16:creationId xmlns:a16="http://schemas.microsoft.com/office/drawing/2014/main" id="{8D92F088-7234-27D5-F98E-5CA3CEF03AB5}"/>
                </a:ext>
              </a:extLst>
            </p:cNvPr>
            <p:cNvSpPr>
              <a:spLocks noGrp="1"/>
            </p:cNvSpPr>
            <p:nvPr/>
          </p:nvSpPr>
          <p:spPr>
            <a:xfrm>
              <a:off x="16691012" y="3482814"/>
              <a:ext cx="8076" cy="23126"/>
            </a:xfrm>
            <a:custGeom>
              <a:avLst/>
              <a:gdLst/>
              <a:ahLst/>
              <a:cxnLst/>
              <a:rect l="0" t="0" r="0" b="0"/>
              <a:pathLst>
                <a:path w="8076" h="23126">
                  <a:moveTo>
                    <a:pt x="8076" y="23126"/>
                  </a:moveTo>
                  <a:lnTo>
                    <a:pt x="0" y="0"/>
                  </a:lnTo>
                </a:path>
              </a:pathLst>
            </a:custGeom>
            <a:noFill/>
            <a:ln w="8096">
              <a:solidFill>
                <a:srgbClr val="E8EBEE"/>
              </a:solidFill>
            </a:ln>
          </p:spPr>
        </p:sp>
        <p:sp>
          <p:nvSpPr>
            <p:cNvPr id="4917" name="Output_receptor__4916">
              <a:extLst>
                <a:ext uri="{FF2B5EF4-FFF2-40B4-BE49-F238E27FC236}">
                  <a16:creationId xmlns:a16="http://schemas.microsoft.com/office/drawing/2014/main" id="{CBC990B5-6CF6-5AA1-34D5-CC873C323E0D}"/>
                </a:ext>
              </a:extLst>
            </p:cNvPr>
            <p:cNvSpPr>
              <a:spLocks noGrp="1"/>
            </p:cNvSpPr>
            <p:nvPr/>
          </p:nvSpPr>
          <p:spPr>
            <a:xfrm>
              <a:off x="16172888" y="3111529"/>
              <a:ext cx="59661" cy="40100"/>
            </a:xfrm>
            <a:custGeom>
              <a:avLst/>
              <a:gdLst/>
              <a:ahLst/>
              <a:cxnLst/>
              <a:rect l="0" t="0" r="0" b="0"/>
              <a:pathLst>
                <a:path w="59661" h="40100">
                  <a:moveTo>
                    <a:pt x="59661" y="40100"/>
                  </a:moveTo>
                  <a:lnTo>
                    <a:pt x="0" y="0"/>
                  </a:lnTo>
                </a:path>
              </a:pathLst>
            </a:custGeom>
            <a:noFill/>
            <a:ln w="8096">
              <a:solidFill>
                <a:srgbClr val="E8EBEE"/>
              </a:solidFill>
            </a:ln>
          </p:spPr>
        </p:sp>
        <p:sp>
          <p:nvSpPr>
            <p:cNvPr id="4918" name="Output_receptor__4917">
              <a:extLst>
                <a:ext uri="{FF2B5EF4-FFF2-40B4-BE49-F238E27FC236}">
                  <a16:creationId xmlns:a16="http://schemas.microsoft.com/office/drawing/2014/main" id="{60AB16F3-6706-AA8D-7747-83ECC2C55E51}"/>
                </a:ext>
              </a:extLst>
            </p:cNvPr>
            <p:cNvSpPr>
              <a:spLocks noGrp="1"/>
            </p:cNvSpPr>
            <p:nvPr/>
          </p:nvSpPr>
          <p:spPr>
            <a:xfrm>
              <a:off x="15815466" y="4109472"/>
              <a:ext cx="30810" cy="18806"/>
            </a:xfrm>
            <a:custGeom>
              <a:avLst/>
              <a:gdLst/>
              <a:ahLst/>
              <a:cxnLst/>
              <a:rect l="0" t="0" r="0" b="0"/>
              <a:pathLst>
                <a:path w="30810" h="18806">
                  <a:moveTo>
                    <a:pt x="0" y="0"/>
                  </a:moveTo>
                  <a:lnTo>
                    <a:pt x="30810" y="18806"/>
                  </a:lnTo>
                </a:path>
              </a:pathLst>
            </a:custGeom>
            <a:noFill/>
            <a:ln w="20003">
              <a:solidFill>
                <a:srgbClr val="E8EBEE"/>
              </a:solidFill>
            </a:ln>
          </p:spPr>
        </p:sp>
        <p:sp>
          <p:nvSpPr>
            <p:cNvPr id="4919" name="Output_receptor__4918">
              <a:extLst>
                <a:ext uri="{FF2B5EF4-FFF2-40B4-BE49-F238E27FC236}">
                  <a16:creationId xmlns:a16="http://schemas.microsoft.com/office/drawing/2014/main" id="{845477BE-C645-D7B1-151A-144A5CCFB70E}"/>
                </a:ext>
              </a:extLst>
            </p:cNvPr>
            <p:cNvSpPr>
              <a:spLocks noGrp="1"/>
            </p:cNvSpPr>
            <p:nvPr/>
          </p:nvSpPr>
          <p:spPr>
            <a:xfrm>
              <a:off x="16397756" y="3930726"/>
              <a:ext cx="49693" cy="27693"/>
            </a:xfrm>
            <a:custGeom>
              <a:avLst/>
              <a:gdLst/>
              <a:ahLst/>
              <a:cxnLst/>
              <a:rect l="0" t="0" r="0" b="0"/>
              <a:pathLst>
                <a:path w="49693" h="27693">
                  <a:moveTo>
                    <a:pt x="0" y="0"/>
                  </a:moveTo>
                  <a:lnTo>
                    <a:pt x="49693" y="27693"/>
                  </a:lnTo>
                </a:path>
              </a:pathLst>
            </a:custGeom>
            <a:noFill/>
            <a:ln w="8096">
              <a:solidFill>
                <a:srgbClr val="E8EBEE"/>
              </a:solidFill>
            </a:ln>
          </p:spPr>
        </p:sp>
        <p:sp>
          <p:nvSpPr>
            <p:cNvPr id="4920" name="Output_receptor__4919">
              <a:extLst>
                <a:ext uri="{FF2B5EF4-FFF2-40B4-BE49-F238E27FC236}">
                  <a16:creationId xmlns:a16="http://schemas.microsoft.com/office/drawing/2014/main" id="{52CA1A4F-332A-ECE3-CD88-96D62452317C}"/>
                </a:ext>
              </a:extLst>
            </p:cNvPr>
            <p:cNvSpPr>
              <a:spLocks noGrp="1"/>
            </p:cNvSpPr>
            <p:nvPr/>
          </p:nvSpPr>
          <p:spPr>
            <a:xfrm>
              <a:off x="15655239" y="4409724"/>
              <a:ext cx="15390" cy="62362"/>
            </a:xfrm>
            <a:custGeom>
              <a:avLst/>
              <a:gdLst/>
              <a:ahLst/>
              <a:cxnLst/>
              <a:rect l="0" t="0" r="0" b="0"/>
              <a:pathLst>
                <a:path w="15390" h="62362">
                  <a:moveTo>
                    <a:pt x="15390" y="62362"/>
                  </a:moveTo>
                  <a:lnTo>
                    <a:pt x="0" y="0"/>
                  </a:lnTo>
                </a:path>
              </a:pathLst>
            </a:custGeom>
            <a:noFill/>
            <a:ln w="20003">
              <a:solidFill>
                <a:srgbClr val="E8EBEE"/>
              </a:solidFill>
            </a:ln>
          </p:spPr>
        </p:sp>
        <p:sp>
          <p:nvSpPr>
            <p:cNvPr id="4921" name="Output_receptor__4920">
              <a:extLst>
                <a:ext uri="{FF2B5EF4-FFF2-40B4-BE49-F238E27FC236}">
                  <a16:creationId xmlns:a16="http://schemas.microsoft.com/office/drawing/2014/main" id="{44EEEE53-F4B6-4210-319B-C4475F96D8A7}"/>
                </a:ext>
              </a:extLst>
            </p:cNvPr>
            <p:cNvSpPr>
              <a:spLocks noGrp="1"/>
            </p:cNvSpPr>
            <p:nvPr/>
          </p:nvSpPr>
          <p:spPr>
            <a:xfrm>
              <a:off x="16313498" y="4258950"/>
              <a:ext cx="43826" cy="5821"/>
            </a:xfrm>
            <a:custGeom>
              <a:avLst/>
              <a:gdLst/>
              <a:ahLst/>
              <a:cxnLst/>
              <a:rect l="0" t="0" r="0" b="0"/>
              <a:pathLst>
                <a:path w="43826" h="5821">
                  <a:moveTo>
                    <a:pt x="43826" y="0"/>
                  </a:moveTo>
                  <a:lnTo>
                    <a:pt x="0" y="5821"/>
                  </a:lnTo>
                </a:path>
              </a:pathLst>
            </a:custGeom>
            <a:noFill/>
            <a:ln w="20003">
              <a:solidFill>
                <a:srgbClr val="E8EBEE"/>
              </a:solidFill>
            </a:ln>
          </p:spPr>
        </p:sp>
        <p:sp>
          <p:nvSpPr>
            <p:cNvPr id="4922" name="Output_receptor__4921">
              <a:extLst>
                <a:ext uri="{FF2B5EF4-FFF2-40B4-BE49-F238E27FC236}">
                  <a16:creationId xmlns:a16="http://schemas.microsoft.com/office/drawing/2014/main" id="{7AE11915-639F-7B7F-8AA9-1893652171E5}"/>
                </a:ext>
              </a:extLst>
            </p:cNvPr>
            <p:cNvSpPr>
              <a:spLocks noGrp="1"/>
            </p:cNvSpPr>
            <p:nvPr/>
          </p:nvSpPr>
          <p:spPr>
            <a:xfrm>
              <a:off x="16350763" y="3930726"/>
              <a:ext cx="46993" cy="1117"/>
            </a:xfrm>
            <a:custGeom>
              <a:avLst/>
              <a:gdLst/>
              <a:ahLst/>
              <a:cxnLst/>
              <a:rect l="0" t="0" r="0" b="0"/>
              <a:pathLst>
                <a:path w="46993" h="1117">
                  <a:moveTo>
                    <a:pt x="0" y="1117"/>
                  </a:moveTo>
                  <a:lnTo>
                    <a:pt x="46993" y="0"/>
                  </a:lnTo>
                </a:path>
              </a:pathLst>
            </a:custGeom>
            <a:noFill/>
            <a:ln w="20003">
              <a:solidFill>
                <a:srgbClr val="E8EBEE"/>
              </a:solidFill>
            </a:ln>
          </p:spPr>
        </p:sp>
        <p:sp>
          <p:nvSpPr>
            <p:cNvPr id="4923" name="Output_receptor__4922">
              <a:extLst>
                <a:ext uri="{FF2B5EF4-FFF2-40B4-BE49-F238E27FC236}">
                  <a16:creationId xmlns:a16="http://schemas.microsoft.com/office/drawing/2014/main" id="{B3D13FC4-3C89-5DF7-6624-A9B5197DEEB4}"/>
                </a:ext>
              </a:extLst>
            </p:cNvPr>
            <p:cNvSpPr>
              <a:spLocks noGrp="1"/>
            </p:cNvSpPr>
            <p:nvPr/>
          </p:nvSpPr>
          <p:spPr>
            <a:xfrm>
              <a:off x="16555253" y="3913681"/>
              <a:ext cx="58172" cy="42456"/>
            </a:xfrm>
            <a:custGeom>
              <a:avLst/>
              <a:gdLst/>
              <a:ahLst/>
              <a:cxnLst/>
              <a:rect l="0" t="0" r="0" b="0"/>
              <a:pathLst>
                <a:path w="58172" h="42456">
                  <a:moveTo>
                    <a:pt x="58172" y="0"/>
                  </a:moveTo>
                  <a:lnTo>
                    <a:pt x="0" y="42456"/>
                  </a:lnTo>
                </a:path>
              </a:pathLst>
            </a:custGeom>
            <a:noFill/>
            <a:ln w="20003">
              <a:solidFill>
                <a:srgbClr val="E8EBEE"/>
              </a:solidFill>
            </a:ln>
          </p:spPr>
        </p:sp>
        <p:sp>
          <p:nvSpPr>
            <p:cNvPr id="4924" name="Output_receptor__4923">
              <a:extLst>
                <a:ext uri="{FF2B5EF4-FFF2-40B4-BE49-F238E27FC236}">
                  <a16:creationId xmlns:a16="http://schemas.microsoft.com/office/drawing/2014/main" id="{18D9FFAC-D66C-24CD-F690-939A22C1B5F9}"/>
                </a:ext>
              </a:extLst>
            </p:cNvPr>
            <p:cNvSpPr>
              <a:spLocks noGrp="1"/>
            </p:cNvSpPr>
            <p:nvPr/>
          </p:nvSpPr>
          <p:spPr>
            <a:xfrm>
              <a:off x="16276641" y="4171151"/>
              <a:ext cx="71466" cy="10311"/>
            </a:xfrm>
            <a:custGeom>
              <a:avLst/>
              <a:gdLst/>
              <a:ahLst/>
              <a:cxnLst/>
              <a:rect l="0" t="0" r="0" b="0"/>
              <a:pathLst>
                <a:path w="71466" h="10311">
                  <a:moveTo>
                    <a:pt x="71466" y="0"/>
                  </a:moveTo>
                  <a:lnTo>
                    <a:pt x="0" y="10311"/>
                  </a:lnTo>
                </a:path>
              </a:pathLst>
            </a:custGeom>
            <a:noFill/>
            <a:ln w="20003">
              <a:solidFill>
                <a:srgbClr val="E8EBEE"/>
              </a:solidFill>
            </a:ln>
          </p:spPr>
        </p:sp>
        <p:sp>
          <p:nvSpPr>
            <p:cNvPr id="4925" name="Output_receptor__4924">
              <a:extLst>
                <a:ext uri="{FF2B5EF4-FFF2-40B4-BE49-F238E27FC236}">
                  <a16:creationId xmlns:a16="http://schemas.microsoft.com/office/drawing/2014/main" id="{1B1C4F81-8110-59D9-FB48-E9826CB15C10}"/>
                </a:ext>
              </a:extLst>
            </p:cNvPr>
            <p:cNvSpPr>
              <a:spLocks noGrp="1"/>
            </p:cNvSpPr>
            <p:nvPr/>
          </p:nvSpPr>
          <p:spPr>
            <a:xfrm>
              <a:off x="16496183" y="3696508"/>
              <a:ext cx="56916" cy="38784"/>
            </a:xfrm>
            <a:custGeom>
              <a:avLst/>
              <a:gdLst/>
              <a:ahLst/>
              <a:cxnLst/>
              <a:rect l="0" t="0" r="0" b="0"/>
              <a:pathLst>
                <a:path w="56916" h="38784">
                  <a:moveTo>
                    <a:pt x="0" y="0"/>
                  </a:moveTo>
                  <a:lnTo>
                    <a:pt x="56916" y="38784"/>
                  </a:lnTo>
                </a:path>
              </a:pathLst>
            </a:custGeom>
            <a:noFill/>
            <a:ln w="20003">
              <a:solidFill>
                <a:srgbClr val="E8EBEE"/>
              </a:solidFill>
            </a:ln>
          </p:spPr>
        </p:sp>
        <p:sp>
          <p:nvSpPr>
            <p:cNvPr id="4926" name="Output_receptor__4925">
              <a:extLst>
                <a:ext uri="{FF2B5EF4-FFF2-40B4-BE49-F238E27FC236}">
                  <a16:creationId xmlns:a16="http://schemas.microsoft.com/office/drawing/2014/main" id="{51D09807-D7BF-B9F4-F50D-4D39C1EFA591}"/>
                </a:ext>
              </a:extLst>
            </p:cNvPr>
            <p:cNvSpPr>
              <a:spLocks noGrp="1"/>
            </p:cNvSpPr>
            <p:nvPr/>
          </p:nvSpPr>
          <p:spPr>
            <a:xfrm>
              <a:off x="16202642" y="3291551"/>
              <a:ext cx="48879" cy="45537"/>
            </a:xfrm>
            <a:custGeom>
              <a:avLst/>
              <a:gdLst/>
              <a:ahLst/>
              <a:cxnLst/>
              <a:rect l="0" t="0" r="0" b="0"/>
              <a:pathLst>
                <a:path w="48879" h="45537">
                  <a:moveTo>
                    <a:pt x="48879" y="0"/>
                  </a:moveTo>
                  <a:lnTo>
                    <a:pt x="0" y="45537"/>
                  </a:lnTo>
                </a:path>
              </a:pathLst>
            </a:custGeom>
            <a:noFill/>
            <a:ln w="20003">
              <a:solidFill>
                <a:srgbClr val="E8EBEE"/>
              </a:solidFill>
            </a:ln>
          </p:spPr>
        </p:sp>
        <p:sp>
          <p:nvSpPr>
            <p:cNvPr id="4927" name="Output_receptor__4926">
              <a:extLst>
                <a:ext uri="{FF2B5EF4-FFF2-40B4-BE49-F238E27FC236}">
                  <a16:creationId xmlns:a16="http://schemas.microsoft.com/office/drawing/2014/main" id="{38CC1D53-9C46-B197-83AC-CBEC7737E92F}"/>
                </a:ext>
              </a:extLst>
            </p:cNvPr>
            <p:cNvSpPr>
              <a:spLocks noGrp="1"/>
            </p:cNvSpPr>
            <p:nvPr/>
          </p:nvSpPr>
          <p:spPr>
            <a:xfrm>
              <a:off x="15709489" y="4132664"/>
              <a:ext cx="27330" cy="60469"/>
            </a:xfrm>
            <a:custGeom>
              <a:avLst/>
              <a:gdLst/>
              <a:ahLst/>
              <a:cxnLst/>
              <a:rect l="0" t="0" r="0" b="0"/>
              <a:pathLst>
                <a:path w="27330" h="60469">
                  <a:moveTo>
                    <a:pt x="0" y="0"/>
                  </a:moveTo>
                  <a:lnTo>
                    <a:pt x="27330" y="60469"/>
                  </a:lnTo>
                </a:path>
              </a:pathLst>
            </a:custGeom>
            <a:noFill/>
            <a:ln w="20003">
              <a:solidFill>
                <a:srgbClr val="E8EBEE"/>
              </a:solidFill>
            </a:ln>
          </p:spPr>
        </p:sp>
        <p:sp>
          <p:nvSpPr>
            <p:cNvPr id="4928" name="Output_receptor__4927">
              <a:extLst>
                <a:ext uri="{FF2B5EF4-FFF2-40B4-BE49-F238E27FC236}">
                  <a16:creationId xmlns:a16="http://schemas.microsoft.com/office/drawing/2014/main" id="{CBDE41AD-4655-3F5C-F95F-EDB694D59D7C}"/>
                </a:ext>
              </a:extLst>
            </p:cNvPr>
            <p:cNvSpPr>
              <a:spLocks noGrp="1"/>
            </p:cNvSpPr>
            <p:nvPr/>
          </p:nvSpPr>
          <p:spPr>
            <a:xfrm>
              <a:off x="15636971" y="2915410"/>
              <a:ext cx="53454" cy="37662"/>
            </a:xfrm>
            <a:custGeom>
              <a:avLst/>
              <a:gdLst/>
              <a:ahLst/>
              <a:cxnLst/>
              <a:rect l="0" t="0" r="0" b="0"/>
              <a:pathLst>
                <a:path w="53454" h="37662">
                  <a:moveTo>
                    <a:pt x="53454" y="37662"/>
                  </a:moveTo>
                  <a:lnTo>
                    <a:pt x="0" y="0"/>
                  </a:lnTo>
                </a:path>
              </a:pathLst>
            </a:custGeom>
            <a:noFill/>
            <a:ln w="8096">
              <a:solidFill>
                <a:srgbClr val="E8EBEE"/>
              </a:solidFill>
            </a:ln>
          </p:spPr>
        </p:sp>
        <p:sp>
          <p:nvSpPr>
            <p:cNvPr id="4929" name="Output_receptor__4928">
              <a:extLst>
                <a:ext uri="{FF2B5EF4-FFF2-40B4-BE49-F238E27FC236}">
                  <a16:creationId xmlns:a16="http://schemas.microsoft.com/office/drawing/2014/main" id="{E7B30A95-D458-2574-8A45-170423D19340}"/>
                </a:ext>
              </a:extLst>
            </p:cNvPr>
            <p:cNvSpPr>
              <a:spLocks noGrp="1"/>
            </p:cNvSpPr>
            <p:nvPr/>
          </p:nvSpPr>
          <p:spPr>
            <a:xfrm>
              <a:off x="15368763" y="4297792"/>
              <a:ext cx="15810" cy="18764"/>
            </a:xfrm>
            <a:custGeom>
              <a:avLst/>
              <a:gdLst/>
              <a:ahLst/>
              <a:cxnLst/>
              <a:rect l="0" t="0" r="0" b="0"/>
              <a:pathLst>
                <a:path w="15810" h="18764">
                  <a:moveTo>
                    <a:pt x="15810" y="18764"/>
                  </a:moveTo>
                  <a:lnTo>
                    <a:pt x="0" y="0"/>
                  </a:lnTo>
                </a:path>
              </a:pathLst>
            </a:custGeom>
            <a:noFill/>
            <a:ln w="8096">
              <a:solidFill>
                <a:srgbClr val="E8EBEE"/>
              </a:solidFill>
            </a:ln>
          </p:spPr>
        </p:sp>
        <p:sp>
          <p:nvSpPr>
            <p:cNvPr id="4930" name="Output_receptor__4929">
              <a:extLst>
                <a:ext uri="{FF2B5EF4-FFF2-40B4-BE49-F238E27FC236}">
                  <a16:creationId xmlns:a16="http://schemas.microsoft.com/office/drawing/2014/main" id="{FF30316E-84C3-E9CB-8CC6-9DE6AE60FFCC}"/>
                </a:ext>
              </a:extLst>
            </p:cNvPr>
            <p:cNvSpPr>
              <a:spLocks noGrp="1"/>
            </p:cNvSpPr>
            <p:nvPr/>
          </p:nvSpPr>
          <p:spPr>
            <a:xfrm>
              <a:off x="15807907" y="2924610"/>
              <a:ext cx="47195" cy="54328"/>
            </a:xfrm>
            <a:custGeom>
              <a:avLst/>
              <a:gdLst/>
              <a:ahLst/>
              <a:cxnLst/>
              <a:rect l="0" t="0" r="0" b="0"/>
              <a:pathLst>
                <a:path w="47195" h="54328">
                  <a:moveTo>
                    <a:pt x="0" y="0"/>
                  </a:moveTo>
                  <a:lnTo>
                    <a:pt x="47195" y="54328"/>
                  </a:lnTo>
                </a:path>
              </a:pathLst>
            </a:custGeom>
            <a:noFill/>
            <a:ln w="20003">
              <a:solidFill>
                <a:srgbClr val="E8EBEE"/>
              </a:solidFill>
            </a:ln>
          </p:spPr>
        </p:sp>
        <p:sp>
          <p:nvSpPr>
            <p:cNvPr id="4931" name="Output_receptor__4930">
              <a:extLst>
                <a:ext uri="{FF2B5EF4-FFF2-40B4-BE49-F238E27FC236}">
                  <a16:creationId xmlns:a16="http://schemas.microsoft.com/office/drawing/2014/main" id="{F7D2C39D-0225-8E26-1A19-5C2D55CDFC94}"/>
                </a:ext>
              </a:extLst>
            </p:cNvPr>
            <p:cNvSpPr>
              <a:spLocks noGrp="1"/>
            </p:cNvSpPr>
            <p:nvPr/>
          </p:nvSpPr>
          <p:spPr>
            <a:xfrm>
              <a:off x="16055588" y="3770677"/>
              <a:ext cx="25912" cy="16936"/>
            </a:xfrm>
            <a:custGeom>
              <a:avLst/>
              <a:gdLst/>
              <a:ahLst/>
              <a:cxnLst/>
              <a:rect l="0" t="0" r="0" b="0"/>
              <a:pathLst>
                <a:path w="25912" h="16936">
                  <a:moveTo>
                    <a:pt x="25912" y="0"/>
                  </a:moveTo>
                  <a:lnTo>
                    <a:pt x="0" y="16936"/>
                  </a:lnTo>
                </a:path>
              </a:pathLst>
            </a:custGeom>
            <a:noFill/>
            <a:ln w="20003">
              <a:solidFill>
                <a:srgbClr val="E8EBEE"/>
              </a:solidFill>
            </a:ln>
          </p:spPr>
        </p:sp>
        <p:sp>
          <p:nvSpPr>
            <p:cNvPr id="4932" name="Output_receptor__4931">
              <a:extLst>
                <a:ext uri="{FF2B5EF4-FFF2-40B4-BE49-F238E27FC236}">
                  <a16:creationId xmlns:a16="http://schemas.microsoft.com/office/drawing/2014/main" id="{4384B528-A7A6-4D44-2D3B-B7036C79C185}"/>
                </a:ext>
              </a:extLst>
            </p:cNvPr>
            <p:cNvSpPr>
              <a:spLocks noGrp="1"/>
            </p:cNvSpPr>
            <p:nvPr/>
          </p:nvSpPr>
          <p:spPr>
            <a:xfrm>
              <a:off x="16440558" y="3958419"/>
              <a:ext cx="6892" cy="66751"/>
            </a:xfrm>
            <a:custGeom>
              <a:avLst/>
              <a:gdLst/>
              <a:ahLst/>
              <a:cxnLst/>
              <a:rect l="0" t="0" r="0" b="0"/>
              <a:pathLst>
                <a:path w="6892" h="66751">
                  <a:moveTo>
                    <a:pt x="6892" y="0"/>
                  </a:moveTo>
                  <a:lnTo>
                    <a:pt x="0" y="66751"/>
                  </a:lnTo>
                </a:path>
              </a:pathLst>
            </a:custGeom>
            <a:noFill/>
            <a:ln w="20003">
              <a:solidFill>
                <a:srgbClr val="E8EBEE"/>
              </a:solidFill>
            </a:ln>
          </p:spPr>
        </p:sp>
        <p:sp>
          <p:nvSpPr>
            <p:cNvPr id="4933" name="Output_receptor__4932">
              <a:extLst>
                <a:ext uri="{FF2B5EF4-FFF2-40B4-BE49-F238E27FC236}">
                  <a16:creationId xmlns:a16="http://schemas.microsoft.com/office/drawing/2014/main" id="{3516BEA4-4EF9-47BA-865A-0431F803D39A}"/>
                </a:ext>
              </a:extLst>
            </p:cNvPr>
            <p:cNvSpPr>
              <a:spLocks noGrp="1"/>
            </p:cNvSpPr>
            <p:nvPr/>
          </p:nvSpPr>
          <p:spPr>
            <a:xfrm>
              <a:off x="16543927" y="4296832"/>
              <a:ext cx="4788" cy="18682"/>
            </a:xfrm>
            <a:custGeom>
              <a:avLst/>
              <a:gdLst/>
              <a:ahLst/>
              <a:cxnLst/>
              <a:rect l="0" t="0" r="0" b="0"/>
              <a:pathLst>
                <a:path w="4788" h="18682">
                  <a:moveTo>
                    <a:pt x="0" y="18682"/>
                  </a:moveTo>
                  <a:lnTo>
                    <a:pt x="4788" y="0"/>
                  </a:lnTo>
                </a:path>
              </a:pathLst>
            </a:custGeom>
            <a:noFill/>
            <a:ln w="8096">
              <a:solidFill>
                <a:srgbClr val="E8EBEE"/>
              </a:solidFill>
            </a:ln>
          </p:spPr>
        </p:sp>
        <p:sp>
          <p:nvSpPr>
            <p:cNvPr id="4934" name="Output_receptor__4933">
              <a:extLst>
                <a:ext uri="{FF2B5EF4-FFF2-40B4-BE49-F238E27FC236}">
                  <a16:creationId xmlns:a16="http://schemas.microsoft.com/office/drawing/2014/main" id="{1E327441-48B7-80BC-01E1-54B4A65CC3E4}"/>
                </a:ext>
              </a:extLst>
            </p:cNvPr>
            <p:cNvSpPr>
              <a:spLocks noGrp="1"/>
            </p:cNvSpPr>
            <p:nvPr/>
          </p:nvSpPr>
          <p:spPr>
            <a:xfrm>
              <a:off x="15880665" y="3922030"/>
              <a:ext cx="17644" cy="36077"/>
            </a:xfrm>
            <a:custGeom>
              <a:avLst/>
              <a:gdLst/>
              <a:ahLst/>
              <a:cxnLst/>
              <a:rect l="0" t="0" r="0" b="0"/>
              <a:pathLst>
                <a:path w="17644" h="36077">
                  <a:moveTo>
                    <a:pt x="0" y="36077"/>
                  </a:moveTo>
                  <a:lnTo>
                    <a:pt x="17644" y="0"/>
                  </a:lnTo>
                </a:path>
              </a:pathLst>
            </a:custGeom>
            <a:noFill/>
            <a:ln w="20003">
              <a:solidFill>
                <a:srgbClr val="E8EBEE"/>
              </a:solidFill>
            </a:ln>
          </p:spPr>
        </p:sp>
        <p:sp>
          <p:nvSpPr>
            <p:cNvPr id="4935" name="Output_receptor__4934">
              <a:extLst>
                <a:ext uri="{FF2B5EF4-FFF2-40B4-BE49-F238E27FC236}">
                  <a16:creationId xmlns:a16="http://schemas.microsoft.com/office/drawing/2014/main" id="{49B4FF01-0861-3794-908A-1807B1AE577D}"/>
                </a:ext>
              </a:extLst>
            </p:cNvPr>
            <p:cNvSpPr>
              <a:spLocks noGrp="1"/>
            </p:cNvSpPr>
            <p:nvPr/>
          </p:nvSpPr>
          <p:spPr>
            <a:xfrm>
              <a:off x="15860376" y="2885363"/>
              <a:ext cx="39549" cy="13207"/>
            </a:xfrm>
            <a:custGeom>
              <a:avLst/>
              <a:gdLst/>
              <a:ahLst/>
              <a:cxnLst/>
              <a:rect l="0" t="0" r="0" b="0"/>
              <a:pathLst>
                <a:path w="39549" h="13207">
                  <a:moveTo>
                    <a:pt x="39549" y="13207"/>
                  </a:moveTo>
                  <a:lnTo>
                    <a:pt x="0" y="0"/>
                  </a:lnTo>
                </a:path>
              </a:pathLst>
            </a:custGeom>
            <a:noFill/>
            <a:ln w="20003">
              <a:solidFill>
                <a:srgbClr val="E8EBEE"/>
              </a:solidFill>
            </a:ln>
          </p:spPr>
        </p:sp>
        <p:sp>
          <p:nvSpPr>
            <p:cNvPr id="4936" name="Output_receptor__4935">
              <a:extLst>
                <a:ext uri="{FF2B5EF4-FFF2-40B4-BE49-F238E27FC236}">
                  <a16:creationId xmlns:a16="http://schemas.microsoft.com/office/drawing/2014/main" id="{2CBE2D7C-4BEA-1668-422A-7A0E7F974091}"/>
                </a:ext>
              </a:extLst>
            </p:cNvPr>
            <p:cNvSpPr>
              <a:spLocks noGrp="1"/>
            </p:cNvSpPr>
            <p:nvPr/>
          </p:nvSpPr>
          <p:spPr>
            <a:xfrm>
              <a:off x="15647116" y="4168449"/>
              <a:ext cx="1252" cy="27411"/>
            </a:xfrm>
            <a:custGeom>
              <a:avLst/>
              <a:gdLst/>
              <a:ahLst/>
              <a:cxnLst/>
              <a:rect l="0" t="0" r="0" b="0"/>
              <a:pathLst>
                <a:path w="1252" h="27411">
                  <a:moveTo>
                    <a:pt x="0" y="27411"/>
                  </a:moveTo>
                  <a:lnTo>
                    <a:pt x="1252" y="0"/>
                  </a:lnTo>
                </a:path>
              </a:pathLst>
            </a:custGeom>
            <a:noFill/>
            <a:ln w="20003">
              <a:solidFill>
                <a:srgbClr val="E8EBEE"/>
              </a:solidFill>
            </a:ln>
          </p:spPr>
        </p:sp>
        <p:sp>
          <p:nvSpPr>
            <p:cNvPr id="4937" name="Output_receptor__4936">
              <a:extLst>
                <a:ext uri="{FF2B5EF4-FFF2-40B4-BE49-F238E27FC236}">
                  <a16:creationId xmlns:a16="http://schemas.microsoft.com/office/drawing/2014/main" id="{68F63AA2-BB5B-15B2-B67D-B0F2634E19D5}"/>
                </a:ext>
              </a:extLst>
            </p:cNvPr>
            <p:cNvSpPr>
              <a:spLocks noGrp="1"/>
            </p:cNvSpPr>
            <p:nvPr/>
          </p:nvSpPr>
          <p:spPr>
            <a:xfrm>
              <a:off x="16138606" y="2958896"/>
              <a:ext cx="3875" cy="12813"/>
            </a:xfrm>
            <a:custGeom>
              <a:avLst/>
              <a:gdLst/>
              <a:ahLst/>
              <a:cxnLst/>
              <a:rect l="0" t="0" r="0" b="0"/>
              <a:pathLst>
                <a:path w="3875" h="12813">
                  <a:moveTo>
                    <a:pt x="0" y="12813"/>
                  </a:moveTo>
                  <a:lnTo>
                    <a:pt x="3875" y="0"/>
                  </a:lnTo>
                </a:path>
              </a:pathLst>
            </a:custGeom>
            <a:noFill/>
            <a:ln w="8096">
              <a:solidFill>
                <a:srgbClr val="E8EBEE"/>
              </a:solidFill>
            </a:ln>
          </p:spPr>
        </p:sp>
        <p:sp>
          <p:nvSpPr>
            <p:cNvPr id="4938" name="Output_receptor__4937">
              <a:extLst>
                <a:ext uri="{FF2B5EF4-FFF2-40B4-BE49-F238E27FC236}">
                  <a16:creationId xmlns:a16="http://schemas.microsoft.com/office/drawing/2014/main" id="{1E093E42-81C0-D6F0-FDAC-216BE2AF5C35}"/>
                </a:ext>
              </a:extLst>
            </p:cNvPr>
            <p:cNvSpPr>
              <a:spLocks noGrp="1"/>
            </p:cNvSpPr>
            <p:nvPr/>
          </p:nvSpPr>
          <p:spPr>
            <a:xfrm>
              <a:off x="15858218" y="4613409"/>
              <a:ext cx="20639" cy="19360"/>
            </a:xfrm>
            <a:custGeom>
              <a:avLst/>
              <a:gdLst/>
              <a:ahLst/>
              <a:cxnLst/>
              <a:rect l="0" t="0" r="0" b="0"/>
              <a:pathLst>
                <a:path w="20639" h="19360">
                  <a:moveTo>
                    <a:pt x="20639" y="0"/>
                  </a:moveTo>
                  <a:lnTo>
                    <a:pt x="0" y="19360"/>
                  </a:lnTo>
                </a:path>
              </a:pathLst>
            </a:custGeom>
            <a:noFill/>
            <a:ln w="20003">
              <a:solidFill>
                <a:srgbClr val="E8EBEE"/>
              </a:solidFill>
            </a:ln>
          </p:spPr>
        </p:sp>
        <p:sp>
          <p:nvSpPr>
            <p:cNvPr id="4939" name="Output_receptor__4938">
              <a:extLst>
                <a:ext uri="{FF2B5EF4-FFF2-40B4-BE49-F238E27FC236}">
                  <a16:creationId xmlns:a16="http://schemas.microsoft.com/office/drawing/2014/main" id="{60FCA10D-F8AA-AE0C-1C87-8396EE291EB6}"/>
                </a:ext>
              </a:extLst>
            </p:cNvPr>
            <p:cNvSpPr>
              <a:spLocks noGrp="1"/>
            </p:cNvSpPr>
            <p:nvPr/>
          </p:nvSpPr>
          <p:spPr>
            <a:xfrm>
              <a:off x="16632743" y="3960901"/>
              <a:ext cx="25986" cy="54596"/>
            </a:xfrm>
            <a:custGeom>
              <a:avLst/>
              <a:gdLst/>
              <a:ahLst/>
              <a:cxnLst/>
              <a:rect l="0" t="0" r="0" b="0"/>
              <a:pathLst>
                <a:path w="25986" h="54596">
                  <a:moveTo>
                    <a:pt x="0" y="54596"/>
                  </a:moveTo>
                  <a:lnTo>
                    <a:pt x="25986" y="0"/>
                  </a:lnTo>
                </a:path>
              </a:pathLst>
            </a:custGeom>
            <a:noFill/>
            <a:ln w="20003">
              <a:solidFill>
                <a:srgbClr val="E8EBEE"/>
              </a:solidFill>
            </a:ln>
          </p:spPr>
        </p:sp>
        <p:sp>
          <p:nvSpPr>
            <p:cNvPr id="4940" name="Output_receptor__4939">
              <a:extLst>
                <a:ext uri="{FF2B5EF4-FFF2-40B4-BE49-F238E27FC236}">
                  <a16:creationId xmlns:a16="http://schemas.microsoft.com/office/drawing/2014/main" id="{E7872D9C-BA05-1102-90D0-139706D69F36}"/>
                </a:ext>
              </a:extLst>
            </p:cNvPr>
            <p:cNvSpPr>
              <a:spLocks noGrp="1"/>
            </p:cNvSpPr>
            <p:nvPr/>
          </p:nvSpPr>
          <p:spPr>
            <a:xfrm>
              <a:off x="15686866" y="3410054"/>
              <a:ext cx="17200" cy="64055"/>
            </a:xfrm>
            <a:custGeom>
              <a:avLst/>
              <a:gdLst/>
              <a:ahLst/>
              <a:cxnLst/>
              <a:rect l="0" t="0" r="0" b="0"/>
              <a:pathLst>
                <a:path w="17200" h="64055">
                  <a:moveTo>
                    <a:pt x="17200" y="64055"/>
                  </a:moveTo>
                  <a:lnTo>
                    <a:pt x="0" y="0"/>
                  </a:lnTo>
                </a:path>
              </a:pathLst>
            </a:custGeom>
            <a:noFill/>
            <a:ln w="20003">
              <a:solidFill>
                <a:srgbClr val="E8EBEE"/>
              </a:solidFill>
            </a:ln>
          </p:spPr>
        </p:sp>
        <p:sp>
          <p:nvSpPr>
            <p:cNvPr id="4941" name="Output_receptor__4940">
              <a:extLst>
                <a:ext uri="{FF2B5EF4-FFF2-40B4-BE49-F238E27FC236}">
                  <a16:creationId xmlns:a16="http://schemas.microsoft.com/office/drawing/2014/main" id="{17F7D420-FFC4-98EA-6577-36C5AFA996A1}"/>
                </a:ext>
              </a:extLst>
            </p:cNvPr>
            <p:cNvSpPr>
              <a:spLocks noGrp="1"/>
            </p:cNvSpPr>
            <p:nvPr/>
          </p:nvSpPr>
          <p:spPr>
            <a:xfrm>
              <a:off x="15752913" y="3838023"/>
              <a:ext cx="61192" cy="32181"/>
            </a:xfrm>
            <a:custGeom>
              <a:avLst/>
              <a:gdLst/>
              <a:ahLst/>
              <a:cxnLst/>
              <a:rect l="0" t="0" r="0" b="0"/>
              <a:pathLst>
                <a:path w="61192" h="32181">
                  <a:moveTo>
                    <a:pt x="61192" y="32181"/>
                  </a:moveTo>
                  <a:lnTo>
                    <a:pt x="0" y="0"/>
                  </a:lnTo>
                </a:path>
              </a:pathLst>
            </a:custGeom>
            <a:noFill/>
            <a:ln w="20003">
              <a:solidFill>
                <a:srgbClr val="E8EBEE"/>
              </a:solidFill>
            </a:ln>
          </p:spPr>
        </p:sp>
        <p:sp>
          <p:nvSpPr>
            <p:cNvPr id="4942" name="Output_receptor__4941">
              <a:extLst>
                <a:ext uri="{FF2B5EF4-FFF2-40B4-BE49-F238E27FC236}">
                  <a16:creationId xmlns:a16="http://schemas.microsoft.com/office/drawing/2014/main" id="{3CC843D5-817C-E6E2-64B7-57201BB08020}"/>
                </a:ext>
              </a:extLst>
            </p:cNvPr>
            <p:cNvSpPr>
              <a:spLocks noGrp="1"/>
            </p:cNvSpPr>
            <p:nvPr/>
          </p:nvSpPr>
          <p:spPr>
            <a:xfrm>
              <a:off x="15469777" y="2768826"/>
              <a:ext cx="66071" cy="19546"/>
            </a:xfrm>
            <a:custGeom>
              <a:avLst/>
              <a:gdLst/>
              <a:ahLst/>
              <a:cxnLst/>
              <a:rect l="0" t="0" r="0" b="0"/>
              <a:pathLst>
                <a:path w="66071" h="19546">
                  <a:moveTo>
                    <a:pt x="66071" y="19546"/>
                  </a:moveTo>
                  <a:lnTo>
                    <a:pt x="0" y="0"/>
                  </a:lnTo>
                </a:path>
              </a:pathLst>
            </a:custGeom>
            <a:noFill/>
            <a:ln w="20003">
              <a:solidFill>
                <a:srgbClr val="E8EBEE"/>
              </a:solidFill>
            </a:ln>
          </p:spPr>
        </p:sp>
        <p:sp>
          <p:nvSpPr>
            <p:cNvPr id="4943" name="Output_receptor__4942">
              <a:extLst>
                <a:ext uri="{FF2B5EF4-FFF2-40B4-BE49-F238E27FC236}">
                  <a16:creationId xmlns:a16="http://schemas.microsoft.com/office/drawing/2014/main" id="{CFF3A940-A2B7-57A2-68A3-DFC28F12FAD9}"/>
                </a:ext>
              </a:extLst>
            </p:cNvPr>
            <p:cNvSpPr>
              <a:spLocks noGrp="1"/>
            </p:cNvSpPr>
            <p:nvPr/>
          </p:nvSpPr>
          <p:spPr>
            <a:xfrm>
              <a:off x="16613425" y="3913681"/>
              <a:ext cx="45304" cy="47220"/>
            </a:xfrm>
            <a:custGeom>
              <a:avLst/>
              <a:gdLst/>
              <a:ahLst/>
              <a:cxnLst/>
              <a:rect l="0" t="0" r="0" b="0"/>
              <a:pathLst>
                <a:path w="45304" h="47220">
                  <a:moveTo>
                    <a:pt x="45304" y="47220"/>
                  </a:moveTo>
                  <a:lnTo>
                    <a:pt x="0" y="0"/>
                  </a:lnTo>
                </a:path>
              </a:pathLst>
            </a:custGeom>
            <a:noFill/>
            <a:ln w="20003">
              <a:solidFill>
                <a:srgbClr val="E8EBEE"/>
              </a:solidFill>
            </a:ln>
          </p:spPr>
        </p:sp>
        <p:sp>
          <p:nvSpPr>
            <p:cNvPr id="4944" name="Output_receptor__4943">
              <a:extLst>
                <a:ext uri="{FF2B5EF4-FFF2-40B4-BE49-F238E27FC236}">
                  <a16:creationId xmlns:a16="http://schemas.microsoft.com/office/drawing/2014/main" id="{7764E058-D05E-8F69-C135-2A0DAC71834C}"/>
                </a:ext>
              </a:extLst>
            </p:cNvPr>
            <p:cNvSpPr>
              <a:spLocks noGrp="1"/>
            </p:cNvSpPr>
            <p:nvPr/>
          </p:nvSpPr>
          <p:spPr>
            <a:xfrm>
              <a:off x="16090145" y="3348425"/>
              <a:ext cx="15722" cy="5300"/>
            </a:xfrm>
            <a:custGeom>
              <a:avLst/>
              <a:gdLst/>
              <a:ahLst/>
              <a:cxnLst/>
              <a:rect l="0" t="0" r="0" b="0"/>
              <a:pathLst>
                <a:path w="15722" h="5300">
                  <a:moveTo>
                    <a:pt x="15722" y="5300"/>
                  </a:moveTo>
                  <a:lnTo>
                    <a:pt x="0" y="0"/>
                  </a:lnTo>
                </a:path>
              </a:pathLst>
            </a:custGeom>
            <a:noFill/>
            <a:ln w="8096">
              <a:solidFill>
                <a:srgbClr val="E8EBEE"/>
              </a:solidFill>
            </a:ln>
          </p:spPr>
        </p:sp>
        <p:sp>
          <p:nvSpPr>
            <p:cNvPr id="4945" name="Output_receptor__4944">
              <a:extLst>
                <a:ext uri="{FF2B5EF4-FFF2-40B4-BE49-F238E27FC236}">
                  <a16:creationId xmlns:a16="http://schemas.microsoft.com/office/drawing/2014/main" id="{F753AB3F-2E65-571A-2C7D-F7D5C4EF8594}"/>
                </a:ext>
              </a:extLst>
            </p:cNvPr>
            <p:cNvSpPr>
              <a:spLocks noGrp="1"/>
            </p:cNvSpPr>
            <p:nvPr/>
          </p:nvSpPr>
          <p:spPr>
            <a:xfrm>
              <a:off x="15866210" y="3579047"/>
              <a:ext cx="25301" cy="63722"/>
            </a:xfrm>
            <a:custGeom>
              <a:avLst/>
              <a:gdLst/>
              <a:ahLst/>
              <a:cxnLst/>
              <a:rect l="0" t="0" r="0" b="0"/>
              <a:pathLst>
                <a:path w="25301" h="63722">
                  <a:moveTo>
                    <a:pt x="0" y="0"/>
                  </a:moveTo>
                  <a:lnTo>
                    <a:pt x="25301" y="63722"/>
                  </a:lnTo>
                </a:path>
              </a:pathLst>
            </a:custGeom>
            <a:noFill/>
            <a:ln w="20003">
              <a:solidFill>
                <a:srgbClr val="E8EBEE"/>
              </a:solidFill>
            </a:ln>
          </p:spPr>
        </p:sp>
        <p:sp>
          <p:nvSpPr>
            <p:cNvPr id="4946" name="Output_receptor__4945">
              <a:extLst>
                <a:ext uri="{FF2B5EF4-FFF2-40B4-BE49-F238E27FC236}">
                  <a16:creationId xmlns:a16="http://schemas.microsoft.com/office/drawing/2014/main" id="{50D0A1E1-9464-B2AD-0A68-E138FF9E4847}"/>
                </a:ext>
              </a:extLst>
            </p:cNvPr>
            <p:cNvSpPr>
              <a:spLocks noGrp="1"/>
            </p:cNvSpPr>
            <p:nvPr/>
          </p:nvSpPr>
          <p:spPr>
            <a:xfrm>
              <a:off x="16511514" y="3735293"/>
              <a:ext cx="41585" cy="58666"/>
            </a:xfrm>
            <a:custGeom>
              <a:avLst/>
              <a:gdLst/>
              <a:ahLst/>
              <a:cxnLst/>
              <a:rect l="0" t="0" r="0" b="0"/>
              <a:pathLst>
                <a:path w="41585" h="58666">
                  <a:moveTo>
                    <a:pt x="41585" y="0"/>
                  </a:moveTo>
                  <a:lnTo>
                    <a:pt x="0" y="58666"/>
                  </a:lnTo>
                </a:path>
              </a:pathLst>
            </a:custGeom>
            <a:noFill/>
            <a:ln w="20003">
              <a:solidFill>
                <a:srgbClr val="E8EBEE"/>
              </a:solidFill>
            </a:ln>
          </p:spPr>
        </p:sp>
        <p:sp>
          <p:nvSpPr>
            <p:cNvPr id="4947" name="Output_receptor__4946">
              <a:extLst>
                <a:ext uri="{FF2B5EF4-FFF2-40B4-BE49-F238E27FC236}">
                  <a16:creationId xmlns:a16="http://schemas.microsoft.com/office/drawing/2014/main" id="{DFE5F755-D418-028A-6063-6EA31727728F}"/>
                </a:ext>
              </a:extLst>
            </p:cNvPr>
            <p:cNvSpPr>
              <a:spLocks noGrp="1"/>
            </p:cNvSpPr>
            <p:nvPr/>
          </p:nvSpPr>
          <p:spPr>
            <a:xfrm>
              <a:off x="16166522" y="3236114"/>
              <a:ext cx="2781" cy="45087"/>
            </a:xfrm>
            <a:custGeom>
              <a:avLst/>
              <a:gdLst/>
              <a:ahLst/>
              <a:cxnLst/>
              <a:rect l="0" t="0" r="0" b="0"/>
              <a:pathLst>
                <a:path w="2781" h="45087">
                  <a:moveTo>
                    <a:pt x="0" y="45087"/>
                  </a:moveTo>
                  <a:lnTo>
                    <a:pt x="2781" y="0"/>
                  </a:lnTo>
                </a:path>
              </a:pathLst>
            </a:custGeom>
            <a:noFill/>
            <a:ln w="20003">
              <a:solidFill>
                <a:srgbClr val="E8ECEE"/>
              </a:solidFill>
            </a:ln>
          </p:spPr>
        </p:sp>
        <p:sp>
          <p:nvSpPr>
            <p:cNvPr id="4948" name="Output_receptor__4947">
              <a:extLst>
                <a:ext uri="{FF2B5EF4-FFF2-40B4-BE49-F238E27FC236}">
                  <a16:creationId xmlns:a16="http://schemas.microsoft.com/office/drawing/2014/main" id="{1D3B07EF-3E91-268C-B66D-C4F4041873FD}"/>
                </a:ext>
              </a:extLst>
            </p:cNvPr>
            <p:cNvSpPr>
              <a:spLocks noGrp="1"/>
            </p:cNvSpPr>
            <p:nvPr/>
          </p:nvSpPr>
          <p:spPr>
            <a:xfrm>
              <a:off x="15584433" y="4424131"/>
              <a:ext cx="4027" cy="19404"/>
            </a:xfrm>
            <a:custGeom>
              <a:avLst/>
              <a:gdLst/>
              <a:ahLst/>
              <a:cxnLst/>
              <a:rect l="0" t="0" r="0" b="0"/>
              <a:pathLst>
                <a:path w="4027" h="19404">
                  <a:moveTo>
                    <a:pt x="0" y="0"/>
                  </a:moveTo>
                  <a:lnTo>
                    <a:pt x="4027" y="19404"/>
                  </a:lnTo>
                </a:path>
              </a:pathLst>
            </a:custGeom>
            <a:noFill/>
            <a:ln w="20003">
              <a:solidFill>
                <a:srgbClr val="E8ECEE"/>
              </a:solidFill>
            </a:ln>
          </p:spPr>
        </p:sp>
        <p:sp>
          <p:nvSpPr>
            <p:cNvPr id="4949" name="Output_receptor__4948">
              <a:extLst>
                <a:ext uri="{FF2B5EF4-FFF2-40B4-BE49-F238E27FC236}">
                  <a16:creationId xmlns:a16="http://schemas.microsoft.com/office/drawing/2014/main" id="{1667E57D-4A14-CA18-5ECB-FCEC8C3E9FDD}"/>
                </a:ext>
              </a:extLst>
            </p:cNvPr>
            <p:cNvSpPr>
              <a:spLocks noGrp="1"/>
            </p:cNvSpPr>
            <p:nvPr/>
          </p:nvSpPr>
          <p:spPr>
            <a:xfrm>
              <a:off x="15795309" y="4543962"/>
              <a:ext cx="64964" cy="19222"/>
            </a:xfrm>
            <a:custGeom>
              <a:avLst/>
              <a:gdLst/>
              <a:ahLst/>
              <a:cxnLst/>
              <a:rect l="0" t="0" r="0" b="0"/>
              <a:pathLst>
                <a:path w="64964" h="19222">
                  <a:moveTo>
                    <a:pt x="0" y="19222"/>
                  </a:moveTo>
                  <a:lnTo>
                    <a:pt x="64964" y="0"/>
                  </a:lnTo>
                </a:path>
              </a:pathLst>
            </a:custGeom>
            <a:noFill/>
            <a:ln w="20003">
              <a:solidFill>
                <a:srgbClr val="E8ECEE"/>
              </a:solidFill>
            </a:ln>
          </p:spPr>
        </p:sp>
        <p:sp>
          <p:nvSpPr>
            <p:cNvPr id="4950" name="Output_receptor__4949">
              <a:extLst>
                <a:ext uri="{FF2B5EF4-FFF2-40B4-BE49-F238E27FC236}">
                  <a16:creationId xmlns:a16="http://schemas.microsoft.com/office/drawing/2014/main" id="{8C4A7774-5717-0EB9-A177-DB8327962BEE}"/>
                </a:ext>
              </a:extLst>
            </p:cNvPr>
            <p:cNvSpPr>
              <a:spLocks noGrp="1"/>
            </p:cNvSpPr>
            <p:nvPr/>
          </p:nvSpPr>
          <p:spPr>
            <a:xfrm>
              <a:off x="16456441" y="3696508"/>
              <a:ext cx="39742" cy="19659"/>
            </a:xfrm>
            <a:custGeom>
              <a:avLst/>
              <a:gdLst/>
              <a:ahLst/>
              <a:cxnLst/>
              <a:rect l="0" t="0" r="0" b="0"/>
              <a:pathLst>
                <a:path w="39742" h="19659">
                  <a:moveTo>
                    <a:pt x="0" y="19659"/>
                  </a:moveTo>
                  <a:lnTo>
                    <a:pt x="39742" y="0"/>
                  </a:lnTo>
                </a:path>
              </a:pathLst>
            </a:custGeom>
            <a:noFill/>
            <a:ln w="20003">
              <a:solidFill>
                <a:srgbClr val="E8ECEE"/>
              </a:solidFill>
            </a:ln>
          </p:spPr>
        </p:sp>
        <p:sp>
          <p:nvSpPr>
            <p:cNvPr id="4951" name="Output_receptor__4950">
              <a:extLst>
                <a:ext uri="{FF2B5EF4-FFF2-40B4-BE49-F238E27FC236}">
                  <a16:creationId xmlns:a16="http://schemas.microsoft.com/office/drawing/2014/main" id="{F1589087-58CD-704D-CBBD-DB81BAEDEC45}"/>
                </a:ext>
              </a:extLst>
            </p:cNvPr>
            <p:cNvSpPr>
              <a:spLocks noGrp="1"/>
            </p:cNvSpPr>
            <p:nvPr/>
          </p:nvSpPr>
          <p:spPr>
            <a:xfrm>
              <a:off x="16251521" y="3260487"/>
              <a:ext cx="19888" cy="31064"/>
            </a:xfrm>
            <a:custGeom>
              <a:avLst/>
              <a:gdLst/>
              <a:ahLst/>
              <a:cxnLst/>
              <a:rect l="0" t="0" r="0" b="0"/>
              <a:pathLst>
                <a:path w="19888" h="31064">
                  <a:moveTo>
                    <a:pt x="19888" y="0"/>
                  </a:moveTo>
                  <a:lnTo>
                    <a:pt x="0" y="31064"/>
                  </a:lnTo>
                </a:path>
              </a:pathLst>
            </a:custGeom>
            <a:noFill/>
            <a:ln w="20003">
              <a:solidFill>
                <a:srgbClr val="E8ECEE"/>
              </a:solidFill>
            </a:ln>
          </p:spPr>
        </p:sp>
        <p:sp>
          <p:nvSpPr>
            <p:cNvPr id="4952" name="Output_receptor__4951">
              <a:extLst>
                <a:ext uri="{FF2B5EF4-FFF2-40B4-BE49-F238E27FC236}">
                  <a16:creationId xmlns:a16="http://schemas.microsoft.com/office/drawing/2014/main" id="{F1866DA8-BC93-D8BD-4BA4-C3F584C548F3}"/>
                </a:ext>
              </a:extLst>
            </p:cNvPr>
            <p:cNvSpPr>
              <a:spLocks noGrp="1"/>
            </p:cNvSpPr>
            <p:nvPr/>
          </p:nvSpPr>
          <p:spPr>
            <a:xfrm>
              <a:off x="15814105" y="3853733"/>
              <a:ext cx="59281" cy="16471"/>
            </a:xfrm>
            <a:custGeom>
              <a:avLst/>
              <a:gdLst/>
              <a:ahLst/>
              <a:cxnLst/>
              <a:rect l="0" t="0" r="0" b="0"/>
              <a:pathLst>
                <a:path w="59281" h="16471">
                  <a:moveTo>
                    <a:pt x="59281" y="0"/>
                  </a:moveTo>
                  <a:lnTo>
                    <a:pt x="0" y="16471"/>
                  </a:lnTo>
                </a:path>
              </a:pathLst>
            </a:custGeom>
            <a:noFill/>
            <a:ln w="8096">
              <a:solidFill>
                <a:srgbClr val="E8ECEE"/>
              </a:solidFill>
            </a:ln>
          </p:spPr>
        </p:sp>
        <p:sp>
          <p:nvSpPr>
            <p:cNvPr id="4953" name="Output_receptor__4952">
              <a:extLst>
                <a:ext uri="{FF2B5EF4-FFF2-40B4-BE49-F238E27FC236}">
                  <a16:creationId xmlns:a16="http://schemas.microsoft.com/office/drawing/2014/main" id="{BBDA28FD-4D20-FC30-4873-D9BFA91228C7}"/>
                </a:ext>
              </a:extLst>
            </p:cNvPr>
            <p:cNvSpPr>
              <a:spLocks noGrp="1"/>
            </p:cNvSpPr>
            <p:nvPr/>
          </p:nvSpPr>
          <p:spPr>
            <a:xfrm>
              <a:off x="15655595" y="3853277"/>
              <a:ext cx="42023" cy="23476"/>
            </a:xfrm>
            <a:custGeom>
              <a:avLst/>
              <a:gdLst/>
              <a:ahLst/>
              <a:cxnLst/>
              <a:rect l="0" t="0" r="0" b="0"/>
              <a:pathLst>
                <a:path w="42023" h="23476">
                  <a:moveTo>
                    <a:pt x="42023" y="23476"/>
                  </a:moveTo>
                  <a:lnTo>
                    <a:pt x="0" y="0"/>
                  </a:lnTo>
                </a:path>
              </a:pathLst>
            </a:custGeom>
            <a:noFill/>
            <a:ln w="20003">
              <a:solidFill>
                <a:srgbClr val="E8ECEE"/>
              </a:solidFill>
            </a:ln>
          </p:spPr>
        </p:sp>
        <p:sp>
          <p:nvSpPr>
            <p:cNvPr id="4954" name="Output_receptor__4953">
              <a:extLst>
                <a:ext uri="{FF2B5EF4-FFF2-40B4-BE49-F238E27FC236}">
                  <a16:creationId xmlns:a16="http://schemas.microsoft.com/office/drawing/2014/main" id="{156974E3-7BF9-F413-0260-762D65C7FECF}"/>
                </a:ext>
              </a:extLst>
            </p:cNvPr>
            <p:cNvSpPr>
              <a:spLocks noGrp="1"/>
            </p:cNvSpPr>
            <p:nvPr/>
          </p:nvSpPr>
          <p:spPr>
            <a:xfrm>
              <a:off x="16721499" y="4206224"/>
              <a:ext cx="40179" cy="9325"/>
            </a:xfrm>
            <a:custGeom>
              <a:avLst/>
              <a:gdLst/>
              <a:ahLst/>
              <a:cxnLst/>
              <a:rect l="0" t="0" r="0" b="0"/>
              <a:pathLst>
                <a:path w="40179" h="9325">
                  <a:moveTo>
                    <a:pt x="40179" y="0"/>
                  </a:moveTo>
                  <a:lnTo>
                    <a:pt x="0" y="9325"/>
                  </a:lnTo>
                </a:path>
              </a:pathLst>
            </a:custGeom>
            <a:noFill/>
            <a:ln w="20003">
              <a:solidFill>
                <a:srgbClr val="E8ECEE"/>
              </a:solidFill>
            </a:ln>
          </p:spPr>
        </p:sp>
        <p:sp>
          <p:nvSpPr>
            <p:cNvPr id="4955" name="Output_receptor__4954">
              <a:extLst>
                <a:ext uri="{FF2B5EF4-FFF2-40B4-BE49-F238E27FC236}">
                  <a16:creationId xmlns:a16="http://schemas.microsoft.com/office/drawing/2014/main" id="{1D382F84-9761-F72C-E4C1-ECCFDE922AF1}"/>
                </a:ext>
              </a:extLst>
            </p:cNvPr>
            <p:cNvSpPr>
              <a:spLocks noGrp="1"/>
            </p:cNvSpPr>
            <p:nvPr/>
          </p:nvSpPr>
          <p:spPr>
            <a:xfrm>
              <a:off x="15657602" y="3613854"/>
              <a:ext cx="37033" cy="3923"/>
            </a:xfrm>
            <a:custGeom>
              <a:avLst/>
              <a:gdLst/>
              <a:ahLst/>
              <a:cxnLst/>
              <a:rect l="0" t="0" r="0" b="0"/>
              <a:pathLst>
                <a:path w="37033" h="3923">
                  <a:moveTo>
                    <a:pt x="0" y="3923"/>
                  </a:moveTo>
                  <a:lnTo>
                    <a:pt x="37033" y="0"/>
                  </a:lnTo>
                </a:path>
              </a:pathLst>
            </a:custGeom>
            <a:noFill/>
            <a:ln w="20003">
              <a:solidFill>
                <a:srgbClr val="E8ECEE"/>
              </a:solidFill>
            </a:ln>
          </p:spPr>
        </p:sp>
        <p:sp>
          <p:nvSpPr>
            <p:cNvPr id="4956" name="Output_receptor__4955">
              <a:extLst>
                <a:ext uri="{FF2B5EF4-FFF2-40B4-BE49-F238E27FC236}">
                  <a16:creationId xmlns:a16="http://schemas.microsoft.com/office/drawing/2014/main" id="{8671166F-43D6-FDFA-BF53-79DE62823704}"/>
                </a:ext>
              </a:extLst>
            </p:cNvPr>
            <p:cNvSpPr>
              <a:spLocks noGrp="1"/>
            </p:cNvSpPr>
            <p:nvPr/>
          </p:nvSpPr>
          <p:spPr>
            <a:xfrm>
              <a:off x="15807907" y="2885363"/>
              <a:ext cx="52469" cy="39247"/>
            </a:xfrm>
            <a:custGeom>
              <a:avLst/>
              <a:gdLst/>
              <a:ahLst/>
              <a:cxnLst/>
              <a:rect l="0" t="0" r="0" b="0"/>
              <a:pathLst>
                <a:path w="52469" h="39247">
                  <a:moveTo>
                    <a:pt x="52469" y="0"/>
                  </a:moveTo>
                  <a:lnTo>
                    <a:pt x="0" y="39247"/>
                  </a:lnTo>
                </a:path>
              </a:pathLst>
            </a:custGeom>
            <a:noFill/>
            <a:ln w="20003">
              <a:solidFill>
                <a:srgbClr val="E8ECEE"/>
              </a:solidFill>
            </a:ln>
          </p:spPr>
        </p:sp>
        <p:sp>
          <p:nvSpPr>
            <p:cNvPr id="4957" name="Output_receptor__4956">
              <a:extLst>
                <a:ext uri="{FF2B5EF4-FFF2-40B4-BE49-F238E27FC236}">
                  <a16:creationId xmlns:a16="http://schemas.microsoft.com/office/drawing/2014/main" id="{0FE5AF7A-02FB-3BD3-797C-2E3CEE88F2B2}"/>
                </a:ext>
              </a:extLst>
            </p:cNvPr>
            <p:cNvSpPr>
              <a:spLocks noGrp="1"/>
            </p:cNvSpPr>
            <p:nvPr/>
          </p:nvSpPr>
          <p:spPr>
            <a:xfrm>
              <a:off x="15441746" y="2768826"/>
              <a:ext cx="28031" cy="66576"/>
            </a:xfrm>
            <a:custGeom>
              <a:avLst/>
              <a:gdLst/>
              <a:ahLst/>
              <a:cxnLst/>
              <a:rect l="0" t="0" r="0" b="0"/>
              <a:pathLst>
                <a:path w="28031" h="66576">
                  <a:moveTo>
                    <a:pt x="28031" y="0"/>
                  </a:moveTo>
                  <a:lnTo>
                    <a:pt x="0" y="66576"/>
                  </a:lnTo>
                </a:path>
              </a:pathLst>
            </a:custGeom>
            <a:noFill/>
            <a:ln w="20003">
              <a:solidFill>
                <a:srgbClr val="E8ECEE"/>
              </a:solidFill>
            </a:ln>
          </p:spPr>
        </p:sp>
        <p:sp>
          <p:nvSpPr>
            <p:cNvPr id="4958" name="Output_receptor__4957">
              <a:extLst>
                <a:ext uri="{FF2B5EF4-FFF2-40B4-BE49-F238E27FC236}">
                  <a16:creationId xmlns:a16="http://schemas.microsoft.com/office/drawing/2014/main" id="{2DFC68D9-A19B-198F-26E4-74A01DA2073C}"/>
                </a:ext>
              </a:extLst>
            </p:cNvPr>
            <p:cNvSpPr>
              <a:spLocks noGrp="1"/>
            </p:cNvSpPr>
            <p:nvPr/>
          </p:nvSpPr>
          <p:spPr>
            <a:xfrm>
              <a:off x="16194873" y="3475510"/>
              <a:ext cx="58366" cy="36109"/>
            </a:xfrm>
            <a:custGeom>
              <a:avLst/>
              <a:gdLst/>
              <a:ahLst/>
              <a:cxnLst/>
              <a:rect l="0" t="0" r="0" b="0"/>
              <a:pathLst>
                <a:path w="58366" h="36109">
                  <a:moveTo>
                    <a:pt x="0" y="36109"/>
                  </a:moveTo>
                  <a:lnTo>
                    <a:pt x="58366" y="0"/>
                  </a:lnTo>
                </a:path>
              </a:pathLst>
            </a:custGeom>
            <a:noFill/>
            <a:ln w="8096">
              <a:solidFill>
                <a:srgbClr val="E8ECEE"/>
              </a:solidFill>
            </a:ln>
          </p:spPr>
        </p:sp>
        <p:sp>
          <p:nvSpPr>
            <p:cNvPr id="4959" name="Output_receptor__4958">
              <a:extLst>
                <a:ext uri="{FF2B5EF4-FFF2-40B4-BE49-F238E27FC236}">
                  <a16:creationId xmlns:a16="http://schemas.microsoft.com/office/drawing/2014/main" id="{1F522F8F-4980-2AFD-AC04-9603ABA090DE}"/>
                </a:ext>
              </a:extLst>
            </p:cNvPr>
            <p:cNvSpPr>
              <a:spLocks noGrp="1"/>
            </p:cNvSpPr>
            <p:nvPr/>
          </p:nvSpPr>
          <p:spPr>
            <a:xfrm>
              <a:off x="16151584" y="3111529"/>
              <a:ext cx="21304" cy="31924"/>
            </a:xfrm>
            <a:custGeom>
              <a:avLst/>
              <a:gdLst/>
              <a:ahLst/>
              <a:cxnLst/>
              <a:rect l="0" t="0" r="0" b="0"/>
              <a:pathLst>
                <a:path w="21304" h="31924">
                  <a:moveTo>
                    <a:pt x="21304" y="0"/>
                  </a:moveTo>
                  <a:lnTo>
                    <a:pt x="0" y="31924"/>
                  </a:lnTo>
                </a:path>
              </a:pathLst>
            </a:custGeom>
            <a:noFill/>
            <a:ln w="8096">
              <a:solidFill>
                <a:srgbClr val="E8ECEE"/>
              </a:solidFill>
            </a:ln>
          </p:spPr>
        </p:sp>
        <p:sp>
          <p:nvSpPr>
            <p:cNvPr id="4960" name="Output_receptor__4959">
              <a:extLst>
                <a:ext uri="{FF2B5EF4-FFF2-40B4-BE49-F238E27FC236}">
                  <a16:creationId xmlns:a16="http://schemas.microsoft.com/office/drawing/2014/main" id="{A174CFB4-D81C-E70B-9A72-2F8A17C61435}"/>
                </a:ext>
              </a:extLst>
            </p:cNvPr>
            <p:cNvSpPr>
              <a:spLocks noGrp="1"/>
            </p:cNvSpPr>
            <p:nvPr/>
          </p:nvSpPr>
          <p:spPr>
            <a:xfrm>
              <a:off x="16330981" y="3841063"/>
              <a:ext cx="71340" cy="4503"/>
            </a:xfrm>
            <a:custGeom>
              <a:avLst/>
              <a:gdLst/>
              <a:ahLst/>
              <a:cxnLst/>
              <a:rect l="0" t="0" r="0" b="0"/>
              <a:pathLst>
                <a:path w="71340" h="4503">
                  <a:moveTo>
                    <a:pt x="0" y="4503"/>
                  </a:moveTo>
                  <a:lnTo>
                    <a:pt x="71340" y="0"/>
                  </a:lnTo>
                </a:path>
              </a:pathLst>
            </a:custGeom>
            <a:noFill/>
            <a:ln w="20003">
              <a:solidFill>
                <a:srgbClr val="E8ECEE"/>
              </a:solidFill>
            </a:ln>
          </p:spPr>
        </p:sp>
        <p:sp>
          <p:nvSpPr>
            <p:cNvPr id="4961" name="Output_receptor__4960">
              <a:extLst>
                <a:ext uri="{FF2B5EF4-FFF2-40B4-BE49-F238E27FC236}">
                  <a16:creationId xmlns:a16="http://schemas.microsoft.com/office/drawing/2014/main" id="{7EB53C9C-CA22-1ADF-F044-1F331EE46E3A}"/>
                </a:ext>
              </a:extLst>
            </p:cNvPr>
            <p:cNvSpPr>
              <a:spLocks noGrp="1"/>
            </p:cNvSpPr>
            <p:nvPr/>
          </p:nvSpPr>
          <p:spPr>
            <a:xfrm>
              <a:off x="16208312" y="4084040"/>
              <a:ext cx="58781" cy="12497"/>
            </a:xfrm>
            <a:custGeom>
              <a:avLst/>
              <a:gdLst/>
              <a:ahLst/>
              <a:cxnLst/>
              <a:rect l="0" t="0" r="0" b="0"/>
              <a:pathLst>
                <a:path w="58781" h="12497">
                  <a:moveTo>
                    <a:pt x="58781" y="0"/>
                  </a:moveTo>
                  <a:lnTo>
                    <a:pt x="0" y="12497"/>
                  </a:lnTo>
                </a:path>
              </a:pathLst>
            </a:custGeom>
            <a:noFill/>
            <a:ln w="20003">
              <a:solidFill>
                <a:srgbClr val="E8ECEE"/>
              </a:solidFill>
            </a:ln>
          </p:spPr>
        </p:sp>
        <p:sp>
          <p:nvSpPr>
            <p:cNvPr id="4962" name="Output_receptor__4961">
              <a:extLst>
                <a:ext uri="{FF2B5EF4-FFF2-40B4-BE49-F238E27FC236}">
                  <a16:creationId xmlns:a16="http://schemas.microsoft.com/office/drawing/2014/main" id="{DFC73EDA-973E-15EF-FC7A-FEB488A7E3C1}"/>
                </a:ext>
              </a:extLst>
            </p:cNvPr>
            <p:cNvSpPr>
              <a:spLocks noGrp="1"/>
            </p:cNvSpPr>
            <p:nvPr/>
          </p:nvSpPr>
          <p:spPr>
            <a:xfrm>
              <a:off x="16354881" y="4328201"/>
              <a:ext cx="39342" cy="40810"/>
            </a:xfrm>
            <a:custGeom>
              <a:avLst/>
              <a:gdLst/>
              <a:ahLst/>
              <a:cxnLst/>
              <a:rect l="0" t="0" r="0" b="0"/>
              <a:pathLst>
                <a:path w="39342" h="40810">
                  <a:moveTo>
                    <a:pt x="0" y="40810"/>
                  </a:moveTo>
                  <a:lnTo>
                    <a:pt x="39342" y="0"/>
                  </a:lnTo>
                </a:path>
              </a:pathLst>
            </a:custGeom>
            <a:noFill/>
            <a:ln w="20003">
              <a:solidFill>
                <a:srgbClr val="E8ECEE"/>
              </a:solidFill>
            </a:ln>
          </p:spPr>
        </p:sp>
        <p:sp>
          <p:nvSpPr>
            <p:cNvPr id="4963" name="Output_receptor__4962">
              <a:extLst>
                <a:ext uri="{FF2B5EF4-FFF2-40B4-BE49-F238E27FC236}">
                  <a16:creationId xmlns:a16="http://schemas.microsoft.com/office/drawing/2014/main" id="{2C4F0EED-C10A-6AC9-24F0-F8943F777676}"/>
                </a:ext>
              </a:extLst>
            </p:cNvPr>
            <p:cNvSpPr>
              <a:spLocks noGrp="1"/>
            </p:cNvSpPr>
            <p:nvPr/>
          </p:nvSpPr>
          <p:spPr>
            <a:xfrm>
              <a:off x="16394222" y="4271362"/>
              <a:ext cx="21201" cy="56838"/>
            </a:xfrm>
            <a:custGeom>
              <a:avLst/>
              <a:gdLst/>
              <a:ahLst/>
              <a:cxnLst/>
              <a:rect l="0" t="0" r="0" b="0"/>
              <a:pathLst>
                <a:path w="21201" h="56838">
                  <a:moveTo>
                    <a:pt x="0" y="56838"/>
                  </a:moveTo>
                  <a:lnTo>
                    <a:pt x="21201" y="0"/>
                  </a:lnTo>
                </a:path>
              </a:pathLst>
            </a:custGeom>
            <a:noFill/>
            <a:ln w="20003">
              <a:solidFill>
                <a:srgbClr val="E8ECEE"/>
              </a:solidFill>
            </a:ln>
          </p:spPr>
        </p:sp>
        <p:sp>
          <p:nvSpPr>
            <p:cNvPr id="4964" name="Output_receptor__4963">
              <a:extLst>
                <a:ext uri="{FF2B5EF4-FFF2-40B4-BE49-F238E27FC236}">
                  <a16:creationId xmlns:a16="http://schemas.microsoft.com/office/drawing/2014/main" id="{A37365A3-19ED-E1E6-4B87-F91A5602A27E}"/>
                </a:ext>
              </a:extLst>
            </p:cNvPr>
            <p:cNvSpPr>
              <a:spLocks noGrp="1"/>
            </p:cNvSpPr>
            <p:nvPr/>
          </p:nvSpPr>
          <p:spPr>
            <a:xfrm>
              <a:off x="16348107" y="4171151"/>
              <a:ext cx="5205" cy="43557"/>
            </a:xfrm>
            <a:custGeom>
              <a:avLst/>
              <a:gdLst/>
              <a:ahLst/>
              <a:cxnLst/>
              <a:rect l="0" t="0" r="0" b="0"/>
              <a:pathLst>
                <a:path w="5205" h="43557">
                  <a:moveTo>
                    <a:pt x="5205" y="43557"/>
                  </a:moveTo>
                  <a:lnTo>
                    <a:pt x="0" y="0"/>
                  </a:lnTo>
                </a:path>
              </a:pathLst>
            </a:custGeom>
            <a:noFill/>
            <a:ln w="20003">
              <a:solidFill>
                <a:srgbClr val="E8ECEE"/>
              </a:solidFill>
            </a:ln>
          </p:spPr>
        </p:sp>
        <p:sp>
          <p:nvSpPr>
            <p:cNvPr id="4965" name="Output_receptor__4964">
              <a:extLst>
                <a:ext uri="{FF2B5EF4-FFF2-40B4-BE49-F238E27FC236}">
                  <a16:creationId xmlns:a16="http://schemas.microsoft.com/office/drawing/2014/main" id="{7BEB8556-27C8-F570-0583-E21FEDBFF4AE}"/>
                </a:ext>
              </a:extLst>
            </p:cNvPr>
            <p:cNvSpPr>
              <a:spLocks noGrp="1"/>
            </p:cNvSpPr>
            <p:nvPr/>
          </p:nvSpPr>
          <p:spPr>
            <a:xfrm>
              <a:off x="16166522" y="3281201"/>
              <a:ext cx="36121" cy="55887"/>
            </a:xfrm>
            <a:custGeom>
              <a:avLst/>
              <a:gdLst/>
              <a:ahLst/>
              <a:cxnLst/>
              <a:rect l="0" t="0" r="0" b="0"/>
              <a:pathLst>
                <a:path w="36121" h="55887">
                  <a:moveTo>
                    <a:pt x="36121" y="55887"/>
                  </a:moveTo>
                  <a:lnTo>
                    <a:pt x="0" y="0"/>
                  </a:lnTo>
                </a:path>
              </a:pathLst>
            </a:custGeom>
            <a:noFill/>
            <a:ln w="20003">
              <a:solidFill>
                <a:srgbClr val="E8ECEE"/>
              </a:solidFill>
            </a:ln>
          </p:spPr>
        </p:sp>
        <p:sp>
          <p:nvSpPr>
            <p:cNvPr id="4966" name="Output_receptor__4965">
              <a:extLst>
                <a:ext uri="{FF2B5EF4-FFF2-40B4-BE49-F238E27FC236}">
                  <a16:creationId xmlns:a16="http://schemas.microsoft.com/office/drawing/2014/main" id="{5FB6537F-29C0-EB49-B671-05F85D0FEF76}"/>
                </a:ext>
              </a:extLst>
            </p:cNvPr>
            <p:cNvSpPr>
              <a:spLocks noGrp="1"/>
            </p:cNvSpPr>
            <p:nvPr/>
          </p:nvSpPr>
          <p:spPr>
            <a:xfrm>
              <a:off x="15686617" y="2814530"/>
              <a:ext cx="60615" cy="33412"/>
            </a:xfrm>
            <a:custGeom>
              <a:avLst/>
              <a:gdLst/>
              <a:ahLst/>
              <a:cxnLst/>
              <a:rect l="0" t="0" r="0" b="0"/>
              <a:pathLst>
                <a:path w="60615" h="33412">
                  <a:moveTo>
                    <a:pt x="0" y="33412"/>
                  </a:moveTo>
                  <a:lnTo>
                    <a:pt x="60615" y="0"/>
                  </a:lnTo>
                </a:path>
              </a:pathLst>
            </a:custGeom>
            <a:noFill/>
            <a:ln w="8096">
              <a:solidFill>
                <a:srgbClr val="E8ECEE"/>
              </a:solidFill>
            </a:ln>
          </p:spPr>
        </p:sp>
        <p:sp>
          <p:nvSpPr>
            <p:cNvPr id="4967" name="Output_receptor__4966">
              <a:extLst>
                <a:ext uri="{FF2B5EF4-FFF2-40B4-BE49-F238E27FC236}">
                  <a16:creationId xmlns:a16="http://schemas.microsoft.com/office/drawing/2014/main" id="{69807B6A-3F9C-B746-1F10-171228A54F02}"/>
                </a:ext>
              </a:extLst>
            </p:cNvPr>
            <p:cNvSpPr>
              <a:spLocks noGrp="1"/>
            </p:cNvSpPr>
            <p:nvPr/>
          </p:nvSpPr>
          <p:spPr>
            <a:xfrm>
              <a:off x="15577033" y="3419397"/>
              <a:ext cx="10879" cy="295"/>
            </a:xfrm>
            <a:custGeom>
              <a:avLst/>
              <a:gdLst/>
              <a:ahLst/>
              <a:cxnLst/>
              <a:rect l="0" t="0" r="0" b="0"/>
              <a:pathLst>
                <a:path w="10879" h="295">
                  <a:moveTo>
                    <a:pt x="0" y="295"/>
                  </a:moveTo>
                  <a:lnTo>
                    <a:pt x="10879" y="0"/>
                  </a:lnTo>
                </a:path>
              </a:pathLst>
            </a:custGeom>
            <a:noFill/>
            <a:ln w="20003">
              <a:solidFill>
                <a:srgbClr val="E8ECEE"/>
              </a:solidFill>
            </a:ln>
          </p:spPr>
        </p:sp>
        <p:sp>
          <p:nvSpPr>
            <p:cNvPr id="4968" name="Output_receptor__4967">
              <a:extLst>
                <a:ext uri="{FF2B5EF4-FFF2-40B4-BE49-F238E27FC236}">
                  <a16:creationId xmlns:a16="http://schemas.microsoft.com/office/drawing/2014/main" id="{72262D35-30C3-7E84-7559-4AF70FFB994E}"/>
                </a:ext>
              </a:extLst>
            </p:cNvPr>
            <p:cNvSpPr>
              <a:spLocks noGrp="1"/>
            </p:cNvSpPr>
            <p:nvPr/>
          </p:nvSpPr>
          <p:spPr>
            <a:xfrm>
              <a:off x="16267093" y="4084040"/>
              <a:ext cx="44447" cy="21789"/>
            </a:xfrm>
            <a:custGeom>
              <a:avLst/>
              <a:gdLst/>
              <a:ahLst/>
              <a:cxnLst/>
              <a:rect l="0" t="0" r="0" b="0"/>
              <a:pathLst>
                <a:path w="44447" h="21789">
                  <a:moveTo>
                    <a:pt x="44447" y="21789"/>
                  </a:moveTo>
                  <a:lnTo>
                    <a:pt x="0" y="0"/>
                  </a:lnTo>
                </a:path>
              </a:pathLst>
            </a:custGeom>
            <a:noFill/>
            <a:ln w="20003">
              <a:solidFill>
                <a:srgbClr val="E8ECEE"/>
              </a:solidFill>
            </a:ln>
          </p:spPr>
        </p:sp>
        <p:sp>
          <p:nvSpPr>
            <p:cNvPr id="4969" name="Output_receptor__4968">
              <a:extLst>
                <a:ext uri="{FF2B5EF4-FFF2-40B4-BE49-F238E27FC236}">
                  <a16:creationId xmlns:a16="http://schemas.microsoft.com/office/drawing/2014/main" id="{1A8B9D34-2B5E-7E7B-3215-CB7A527A0E45}"/>
                </a:ext>
              </a:extLst>
            </p:cNvPr>
            <p:cNvSpPr>
              <a:spLocks noGrp="1"/>
            </p:cNvSpPr>
            <p:nvPr/>
          </p:nvSpPr>
          <p:spPr>
            <a:xfrm>
              <a:off x="15785799" y="4563184"/>
              <a:ext cx="9510" cy="44593"/>
            </a:xfrm>
            <a:custGeom>
              <a:avLst/>
              <a:gdLst/>
              <a:ahLst/>
              <a:cxnLst/>
              <a:rect l="0" t="0" r="0" b="0"/>
              <a:pathLst>
                <a:path w="9510" h="44593">
                  <a:moveTo>
                    <a:pt x="0" y="44593"/>
                  </a:moveTo>
                  <a:lnTo>
                    <a:pt x="9510" y="0"/>
                  </a:lnTo>
                </a:path>
              </a:pathLst>
            </a:custGeom>
            <a:noFill/>
            <a:ln w="20003">
              <a:solidFill>
                <a:srgbClr val="E8ECEE"/>
              </a:solidFill>
            </a:ln>
          </p:spPr>
        </p:sp>
        <p:sp>
          <p:nvSpPr>
            <p:cNvPr id="4970" name="Output_receptor__4969">
              <a:extLst>
                <a:ext uri="{FF2B5EF4-FFF2-40B4-BE49-F238E27FC236}">
                  <a16:creationId xmlns:a16="http://schemas.microsoft.com/office/drawing/2014/main" id="{84379FBE-9C93-43B7-9F6E-94BCDC8C8AA0}"/>
                </a:ext>
              </a:extLst>
            </p:cNvPr>
            <p:cNvSpPr>
              <a:spLocks noGrp="1"/>
            </p:cNvSpPr>
            <p:nvPr/>
          </p:nvSpPr>
          <p:spPr>
            <a:xfrm>
              <a:off x="15704066" y="3450092"/>
              <a:ext cx="66296" cy="24017"/>
            </a:xfrm>
            <a:custGeom>
              <a:avLst/>
              <a:gdLst/>
              <a:ahLst/>
              <a:cxnLst/>
              <a:rect l="0" t="0" r="0" b="0"/>
              <a:pathLst>
                <a:path w="66296" h="24017">
                  <a:moveTo>
                    <a:pt x="66296" y="0"/>
                  </a:moveTo>
                  <a:lnTo>
                    <a:pt x="0" y="24017"/>
                  </a:lnTo>
                </a:path>
              </a:pathLst>
            </a:custGeom>
            <a:noFill/>
            <a:ln w="20003">
              <a:solidFill>
                <a:srgbClr val="E8ECEE"/>
              </a:solidFill>
            </a:ln>
          </p:spPr>
        </p:sp>
        <p:sp>
          <p:nvSpPr>
            <p:cNvPr id="4971" name="Output_receptor__4970">
              <a:extLst>
                <a:ext uri="{FF2B5EF4-FFF2-40B4-BE49-F238E27FC236}">
                  <a16:creationId xmlns:a16="http://schemas.microsoft.com/office/drawing/2014/main" id="{DAF9E969-E3D1-4B00-1D9B-FBBDEFD34733}"/>
                </a:ext>
              </a:extLst>
            </p:cNvPr>
            <p:cNvSpPr>
              <a:spLocks noGrp="1"/>
            </p:cNvSpPr>
            <p:nvPr/>
          </p:nvSpPr>
          <p:spPr>
            <a:xfrm>
              <a:off x="15787671" y="4043758"/>
              <a:ext cx="66947" cy="15575"/>
            </a:xfrm>
            <a:custGeom>
              <a:avLst/>
              <a:gdLst/>
              <a:ahLst/>
              <a:cxnLst/>
              <a:rect l="0" t="0" r="0" b="0"/>
              <a:pathLst>
                <a:path w="66947" h="15575">
                  <a:moveTo>
                    <a:pt x="66947" y="15575"/>
                  </a:moveTo>
                  <a:lnTo>
                    <a:pt x="0" y="0"/>
                  </a:lnTo>
                </a:path>
              </a:pathLst>
            </a:custGeom>
            <a:noFill/>
            <a:ln w="20003">
              <a:solidFill>
                <a:srgbClr val="E8ECEE"/>
              </a:solidFill>
            </a:ln>
          </p:spPr>
        </p:sp>
        <p:sp>
          <p:nvSpPr>
            <p:cNvPr id="4972" name="Output_receptor__4971">
              <a:extLst>
                <a:ext uri="{FF2B5EF4-FFF2-40B4-BE49-F238E27FC236}">
                  <a16:creationId xmlns:a16="http://schemas.microsoft.com/office/drawing/2014/main" id="{A6512020-C7BE-7328-B90A-2D222AE7560A}"/>
                </a:ext>
              </a:extLst>
            </p:cNvPr>
            <p:cNvSpPr>
              <a:spLocks noGrp="1"/>
            </p:cNvSpPr>
            <p:nvPr/>
          </p:nvSpPr>
          <p:spPr>
            <a:xfrm>
              <a:off x="16633880" y="3480426"/>
              <a:ext cx="65208" cy="25514"/>
            </a:xfrm>
            <a:custGeom>
              <a:avLst/>
              <a:gdLst/>
              <a:ahLst/>
              <a:cxnLst/>
              <a:rect l="0" t="0" r="0" b="0"/>
              <a:pathLst>
                <a:path w="65208" h="25514">
                  <a:moveTo>
                    <a:pt x="0" y="0"/>
                  </a:moveTo>
                  <a:lnTo>
                    <a:pt x="65208" y="25514"/>
                  </a:lnTo>
                </a:path>
              </a:pathLst>
            </a:custGeom>
            <a:noFill/>
            <a:ln w="8096">
              <a:solidFill>
                <a:srgbClr val="E8ECEE"/>
              </a:solidFill>
            </a:ln>
          </p:spPr>
        </p:sp>
        <p:sp>
          <p:nvSpPr>
            <p:cNvPr id="4973" name="Output_receptor__4972">
              <a:extLst>
                <a:ext uri="{FF2B5EF4-FFF2-40B4-BE49-F238E27FC236}">
                  <a16:creationId xmlns:a16="http://schemas.microsoft.com/office/drawing/2014/main" id="{B98703C2-61EC-9D18-C906-5072C4655BEF}"/>
                </a:ext>
              </a:extLst>
            </p:cNvPr>
            <p:cNvSpPr>
              <a:spLocks noGrp="1"/>
            </p:cNvSpPr>
            <p:nvPr/>
          </p:nvSpPr>
          <p:spPr>
            <a:xfrm>
              <a:off x="15855102" y="2971258"/>
              <a:ext cx="19958" cy="7680"/>
            </a:xfrm>
            <a:custGeom>
              <a:avLst/>
              <a:gdLst/>
              <a:ahLst/>
              <a:cxnLst/>
              <a:rect l="0" t="0" r="0" b="0"/>
              <a:pathLst>
                <a:path w="19958" h="7680">
                  <a:moveTo>
                    <a:pt x="0" y="7680"/>
                  </a:moveTo>
                  <a:lnTo>
                    <a:pt x="19958" y="0"/>
                  </a:lnTo>
                </a:path>
              </a:pathLst>
            </a:custGeom>
            <a:noFill/>
            <a:ln w="20003">
              <a:solidFill>
                <a:srgbClr val="E8ECEE"/>
              </a:solidFill>
            </a:ln>
          </p:spPr>
        </p:sp>
        <p:sp>
          <p:nvSpPr>
            <p:cNvPr id="4974" name="Output_receptor__4973">
              <a:extLst>
                <a:ext uri="{FF2B5EF4-FFF2-40B4-BE49-F238E27FC236}">
                  <a16:creationId xmlns:a16="http://schemas.microsoft.com/office/drawing/2014/main" id="{D3C50DCD-65ED-E25F-0D62-B4FD00D1201E}"/>
                </a:ext>
              </a:extLst>
            </p:cNvPr>
            <p:cNvSpPr>
              <a:spLocks noGrp="1"/>
            </p:cNvSpPr>
            <p:nvPr/>
          </p:nvSpPr>
          <p:spPr>
            <a:xfrm>
              <a:off x="15697618" y="3838023"/>
              <a:ext cx="55295" cy="38731"/>
            </a:xfrm>
            <a:custGeom>
              <a:avLst/>
              <a:gdLst/>
              <a:ahLst/>
              <a:cxnLst/>
              <a:rect l="0" t="0" r="0" b="0"/>
              <a:pathLst>
                <a:path w="55295" h="38731">
                  <a:moveTo>
                    <a:pt x="55295" y="0"/>
                  </a:moveTo>
                  <a:lnTo>
                    <a:pt x="0" y="38731"/>
                  </a:lnTo>
                </a:path>
              </a:pathLst>
            </a:custGeom>
            <a:noFill/>
            <a:ln w="20003">
              <a:solidFill>
                <a:srgbClr val="E8ECEE"/>
              </a:solidFill>
            </a:ln>
          </p:spPr>
        </p:sp>
        <p:sp>
          <p:nvSpPr>
            <p:cNvPr id="4975" name="Output_receptor__4974">
              <a:extLst>
                <a:ext uri="{FF2B5EF4-FFF2-40B4-BE49-F238E27FC236}">
                  <a16:creationId xmlns:a16="http://schemas.microsoft.com/office/drawing/2014/main" id="{B12050D5-BED0-CA4F-8E67-A64798A0EE6C}"/>
                </a:ext>
              </a:extLst>
            </p:cNvPr>
            <p:cNvSpPr>
              <a:spLocks noGrp="1"/>
            </p:cNvSpPr>
            <p:nvPr/>
          </p:nvSpPr>
          <p:spPr>
            <a:xfrm>
              <a:off x="15846276" y="4059333"/>
              <a:ext cx="8343" cy="68945"/>
            </a:xfrm>
            <a:custGeom>
              <a:avLst/>
              <a:gdLst/>
              <a:ahLst/>
              <a:cxnLst/>
              <a:rect l="0" t="0" r="0" b="0"/>
              <a:pathLst>
                <a:path w="8343" h="68945">
                  <a:moveTo>
                    <a:pt x="0" y="68945"/>
                  </a:moveTo>
                  <a:lnTo>
                    <a:pt x="8343" y="0"/>
                  </a:lnTo>
                </a:path>
              </a:pathLst>
            </a:custGeom>
            <a:noFill/>
            <a:ln w="20003">
              <a:solidFill>
                <a:srgbClr val="E8ECEE"/>
              </a:solidFill>
            </a:ln>
          </p:spPr>
        </p:sp>
        <p:sp>
          <p:nvSpPr>
            <p:cNvPr id="4976" name="Output_receptor__4975">
              <a:extLst>
                <a:ext uri="{FF2B5EF4-FFF2-40B4-BE49-F238E27FC236}">
                  <a16:creationId xmlns:a16="http://schemas.microsoft.com/office/drawing/2014/main" id="{8FBEAF77-5C29-13F9-5123-4FC7EF654CFD}"/>
                </a:ext>
              </a:extLst>
            </p:cNvPr>
            <p:cNvSpPr>
              <a:spLocks noGrp="1"/>
            </p:cNvSpPr>
            <p:nvPr/>
          </p:nvSpPr>
          <p:spPr>
            <a:xfrm>
              <a:off x="15677589" y="2953072"/>
              <a:ext cx="12836" cy="62204"/>
            </a:xfrm>
            <a:custGeom>
              <a:avLst/>
              <a:gdLst/>
              <a:ahLst/>
              <a:cxnLst/>
              <a:rect l="0" t="0" r="0" b="0"/>
              <a:pathLst>
                <a:path w="12836" h="62204">
                  <a:moveTo>
                    <a:pt x="0" y="62204"/>
                  </a:moveTo>
                  <a:lnTo>
                    <a:pt x="12836" y="0"/>
                  </a:lnTo>
                </a:path>
              </a:pathLst>
            </a:custGeom>
            <a:noFill/>
            <a:ln w="20003">
              <a:solidFill>
                <a:srgbClr val="E8ECEE"/>
              </a:solidFill>
            </a:ln>
          </p:spPr>
        </p:sp>
        <p:sp>
          <p:nvSpPr>
            <p:cNvPr id="4977" name="Output_receptor__4976">
              <a:extLst>
                <a:ext uri="{FF2B5EF4-FFF2-40B4-BE49-F238E27FC236}">
                  <a16:creationId xmlns:a16="http://schemas.microsoft.com/office/drawing/2014/main" id="{0A2DACCF-5D6A-1618-B25A-513266D48B0F}"/>
                </a:ext>
              </a:extLst>
            </p:cNvPr>
            <p:cNvSpPr>
              <a:spLocks noGrp="1"/>
            </p:cNvSpPr>
            <p:nvPr/>
          </p:nvSpPr>
          <p:spPr>
            <a:xfrm>
              <a:off x="16271971" y="4165437"/>
              <a:ext cx="4670" cy="16024"/>
            </a:xfrm>
            <a:custGeom>
              <a:avLst/>
              <a:gdLst/>
              <a:ahLst/>
              <a:cxnLst/>
              <a:rect l="0" t="0" r="0" b="0"/>
              <a:pathLst>
                <a:path w="4670" h="16024">
                  <a:moveTo>
                    <a:pt x="4670" y="16024"/>
                  </a:moveTo>
                  <a:lnTo>
                    <a:pt x="0" y="0"/>
                  </a:lnTo>
                </a:path>
              </a:pathLst>
            </a:custGeom>
            <a:noFill/>
            <a:ln w="20003">
              <a:solidFill>
                <a:srgbClr val="E8ECEE"/>
              </a:solidFill>
            </a:ln>
          </p:spPr>
        </p:sp>
        <p:sp>
          <p:nvSpPr>
            <p:cNvPr id="4978" name="Output_receptor__4977">
              <a:extLst>
                <a:ext uri="{FF2B5EF4-FFF2-40B4-BE49-F238E27FC236}">
                  <a16:creationId xmlns:a16="http://schemas.microsoft.com/office/drawing/2014/main" id="{6FFFDF8A-7171-168F-701C-426DCF5BCAC8}"/>
                </a:ext>
              </a:extLst>
            </p:cNvPr>
            <p:cNvSpPr>
              <a:spLocks noGrp="1"/>
            </p:cNvSpPr>
            <p:nvPr/>
          </p:nvSpPr>
          <p:spPr>
            <a:xfrm>
              <a:off x="15860273" y="4543962"/>
              <a:ext cx="18584" cy="69447"/>
            </a:xfrm>
            <a:custGeom>
              <a:avLst/>
              <a:gdLst/>
              <a:ahLst/>
              <a:cxnLst/>
              <a:rect l="0" t="0" r="0" b="0"/>
              <a:pathLst>
                <a:path w="18584" h="69447">
                  <a:moveTo>
                    <a:pt x="0" y="0"/>
                  </a:moveTo>
                  <a:lnTo>
                    <a:pt x="18584" y="69447"/>
                  </a:lnTo>
                </a:path>
              </a:pathLst>
            </a:custGeom>
            <a:noFill/>
            <a:ln w="20003">
              <a:solidFill>
                <a:srgbClr val="E8ECEE"/>
              </a:solidFill>
            </a:ln>
          </p:spPr>
        </p:sp>
        <p:sp>
          <p:nvSpPr>
            <p:cNvPr id="4979" name="Output_receptor__4978">
              <a:extLst>
                <a:ext uri="{FF2B5EF4-FFF2-40B4-BE49-F238E27FC236}">
                  <a16:creationId xmlns:a16="http://schemas.microsoft.com/office/drawing/2014/main" id="{920677DC-C787-055E-2890-CDCCE5F8E3E8}"/>
                </a:ext>
              </a:extLst>
            </p:cNvPr>
            <p:cNvSpPr>
              <a:spLocks noGrp="1"/>
            </p:cNvSpPr>
            <p:nvPr/>
          </p:nvSpPr>
          <p:spPr>
            <a:xfrm>
              <a:off x="15441746" y="2835402"/>
              <a:ext cx="60589" cy="29965"/>
            </a:xfrm>
            <a:custGeom>
              <a:avLst/>
              <a:gdLst/>
              <a:ahLst/>
              <a:cxnLst/>
              <a:rect l="0" t="0" r="0" b="0"/>
              <a:pathLst>
                <a:path w="60589" h="29965">
                  <a:moveTo>
                    <a:pt x="0" y="0"/>
                  </a:moveTo>
                  <a:lnTo>
                    <a:pt x="60589" y="29965"/>
                  </a:lnTo>
                </a:path>
              </a:pathLst>
            </a:custGeom>
            <a:noFill/>
            <a:ln w="20003">
              <a:solidFill>
                <a:srgbClr val="E8ECEE"/>
              </a:solidFill>
            </a:ln>
          </p:spPr>
        </p:sp>
        <p:sp>
          <p:nvSpPr>
            <p:cNvPr id="4980" name="Output_receptor__4979">
              <a:extLst>
                <a:ext uri="{FF2B5EF4-FFF2-40B4-BE49-F238E27FC236}">
                  <a16:creationId xmlns:a16="http://schemas.microsoft.com/office/drawing/2014/main" id="{AFE09744-A509-7B3D-90E9-4442A7D74764}"/>
                </a:ext>
              </a:extLst>
            </p:cNvPr>
            <p:cNvSpPr>
              <a:spLocks noGrp="1"/>
            </p:cNvSpPr>
            <p:nvPr/>
          </p:nvSpPr>
          <p:spPr>
            <a:xfrm>
              <a:off x="16547545" y="3533776"/>
              <a:ext cx="54260" cy="8971"/>
            </a:xfrm>
            <a:custGeom>
              <a:avLst/>
              <a:gdLst/>
              <a:ahLst/>
              <a:cxnLst/>
              <a:rect l="0" t="0" r="0" b="0"/>
              <a:pathLst>
                <a:path w="54260" h="8971">
                  <a:moveTo>
                    <a:pt x="0" y="0"/>
                  </a:moveTo>
                  <a:lnTo>
                    <a:pt x="54260" y="8971"/>
                  </a:lnTo>
                </a:path>
              </a:pathLst>
            </a:custGeom>
            <a:noFill/>
            <a:ln w="20003">
              <a:solidFill>
                <a:srgbClr val="E8ECEE"/>
              </a:solidFill>
            </a:ln>
          </p:spPr>
        </p:sp>
        <p:sp>
          <p:nvSpPr>
            <p:cNvPr id="4981" name="Output_receptor__4980">
              <a:extLst>
                <a:ext uri="{FF2B5EF4-FFF2-40B4-BE49-F238E27FC236}">
                  <a16:creationId xmlns:a16="http://schemas.microsoft.com/office/drawing/2014/main" id="{46754B73-B8ED-F519-5CBA-4415F4E48830}"/>
                </a:ext>
              </a:extLst>
            </p:cNvPr>
            <p:cNvSpPr>
              <a:spLocks noGrp="1"/>
            </p:cNvSpPr>
            <p:nvPr/>
          </p:nvSpPr>
          <p:spPr>
            <a:xfrm>
              <a:off x="16280515" y="3573032"/>
              <a:ext cx="65715" cy="29673"/>
            </a:xfrm>
            <a:custGeom>
              <a:avLst/>
              <a:gdLst/>
              <a:ahLst/>
              <a:cxnLst/>
              <a:rect l="0" t="0" r="0" b="0"/>
              <a:pathLst>
                <a:path w="65715" h="29673">
                  <a:moveTo>
                    <a:pt x="65715" y="0"/>
                  </a:moveTo>
                  <a:lnTo>
                    <a:pt x="0" y="29673"/>
                  </a:lnTo>
                </a:path>
              </a:pathLst>
            </a:custGeom>
            <a:noFill/>
            <a:ln w="8096">
              <a:solidFill>
                <a:srgbClr val="E8ECEE"/>
              </a:solidFill>
            </a:ln>
          </p:spPr>
        </p:sp>
        <p:sp>
          <p:nvSpPr>
            <p:cNvPr id="4982" name="Output_receptor__4981">
              <a:extLst>
                <a:ext uri="{FF2B5EF4-FFF2-40B4-BE49-F238E27FC236}">
                  <a16:creationId xmlns:a16="http://schemas.microsoft.com/office/drawing/2014/main" id="{AB1A75A4-3AE4-11B9-C961-BA50C2EF49E9}"/>
                </a:ext>
              </a:extLst>
            </p:cNvPr>
            <p:cNvSpPr>
              <a:spLocks noGrp="1"/>
            </p:cNvSpPr>
            <p:nvPr/>
          </p:nvSpPr>
          <p:spPr>
            <a:xfrm>
              <a:off x="15873386" y="3853733"/>
              <a:ext cx="24924" cy="68297"/>
            </a:xfrm>
            <a:custGeom>
              <a:avLst/>
              <a:gdLst/>
              <a:ahLst/>
              <a:cxnLst/>
              <a:rect l="0" t="0" r="0" b="0"/>
              <a:pathLst>
                <a:path w="24924" h="68297">
                  <a:moveTo>
                    <a:pt x="24924" y="68297"/>
                  </a:moveTo>
                  <a:lnTo>
                    <a:pt x="0" y="0"/>
                  </a:lnTo>
                </a:path>
              </a:pathLst>
            </a:custGeom>
            <a:noFill/>
            <a:ln w="8096">
              <a:solidFill>
                <a:srgbClr val="E8ECEE"/>
              </a:solidFill>
            </a:ln>
          </p:spPr>
        </p:sp>
        <p:sp>
          <p:nvSpPr>
            <p:cNvPr id="4983" name="Output_receptor__4982">
              <a:extLst>
                <a:ext uri="{FF2B5EF4-FFF2-40B4-BE49-F238E27FC236}">
                  <a16:creationId xmlns:a16="http://schemas.microsoft.com/office/drawing/2014/main" id="{724A12B9-AC63-DF8A-C814-6AA68ECB56E3}"/>
                </a:ext>
              </a:extLst>
            </p:cNvPr>
            <p:cNvSpPr>
              <a:spLocks noGrp="1"/>
            </p:cNvSpPr>
            <p:nvPr/>
          </p:nvSpPr>
          <p:spPr>
            <a:xfrm>
              <a:off x="15643150" y="3688498"/>
              <a:ext cx="67933" cy="14773"/>
            </a:xfrm>
            <a:custGeom>
              <a:avLst/>
              <a:gdLst/>
              <a:ahLst/>
              <a:cxnLst/>
              <a:rect l="0" t="0" r="0" b="0"/>
              <a:pathLst>
                <a:path w="67933" h="14773">
                  <a:moveTo>
                    <a:pt x="67933" y="14773"/>
                  </a:moveTo>
                  <a:lnTo>
                    <a:pt x="0" y="0"/>
                  </a:lnTo>
                </a:path>
              </a:pathLst>
            </a:custGeom>
            <a:noFill/>
            <a:ln w="20003">
              <a:solidFill>
                <a:srgbClr val="E8ECEE"/>
              </a:solidFill>
            </a:ln>
          </p:spPr>
        </p:sp>
        <p:sp>
          <p:nvSpPr>
            <p:cNvPr id="4984" name="Output_receptor__4983">
              <a:extLst>
                <a:ext uri="{FF2B5EF4-FFF2-40B4-BE49-F238E27FC236}">
                  <a16:creationId xmlns:a16="http://schemas.microsoft.com/office/drawing/2014/main" id="{88706C32-02D0-EBAD-EABD-4567F60FAFBC}"/>
                </a:ext>
              </a:extLst>
            </p:cNvPr>
            <p:cNvSpPr>
              <a:spLocks noGrp="1"/>
            </p:cNvSpPr>
            <p:nvPr/>
          </p:nvSpPr>
          <p:spPr>
            <a:xfrm>
              <a:off x="16555253" y="3956137"/>
              <a:ext cx="12657" cy="20027"/>
            </a:xfrm>
            <a:custGeom>
              <a:avLst/>
              <a:gdLst/>
              <a:ahLst/>
              <a:cxnLst/>
              <a:rect l="0" t="0" r="0" b="0"/>
              <a:pathLst>
                <a:path w="12657" h="20027">
                  <a:moveTo>
                    <a:pt x="0" y="0"/>
                  </a:moveTo>
                  <a:lnTo>
                    <a:pt x="12657" y="20027"/>
                  </a:lnTo>
                </a:path>
              </a:pathLst>
            </a:custGeom>
            <a:noFill/>
            <a:ln w="20003">
              <a:solidFill>
                <a:srgbClr val="E8ECEE"/>
              </a:solidFill>
            </a:ln>
          </p:spPr>
        </p:sp>
        <p:sp>
          <p:nvSpPr>
            <p:cNvPr id="4985" name="Output_receptor__4984">
              <a:extLst>
                <a:ext uri="{FF2B5EF4-FFF2-40B4-BE49-F238E27FC236}">
                  <a16:creationId xmlns:a16="http://schemas.microsoft.com/office/drawing/2014/main" id="{F4216471-078B-174E-8F53-45682C9724D0}"/>
                </a:ext>
              </a:extLst>
            </p:cNvPr>
            <p:cNvSpPr>
              <a:spLocks noGrp="1"/>
            </p:cNvSpPr>
            <p:nvPr/>
          </p:nvSpPr>
          <p:spPr>
            <a:xfrm>
              <a:off x="15561903" y="4108096"/>
              <a:ext cx="39607" cy="55388"/>
            </a:xfrm>
            <a:custGeom>
              <a:avLst/>
              <a:gdLst/>
              <a:ahLst/>
              <a:cxnLst/>
              <a:rect l="0" t="0" r="0" b="0"/>
              <a:pathLst>
                <a:path w="39607" h="55388">
                  <a:moveTo>
                    <a:pt x="0" y="55388"/>
                  </a:moveTo>
                  <a:lnTo>
                    <a:pt x="39607" y="0"/>
                  </a:lnTo>
                </a:path>
              </a:pathLst>
            </a:custGeom>
            <a:noFill/>
            <a:ln w="20003">
              <a:solidFill>
                <a:srgbClr val="E8ECEE"/>
              </a:solidFill>
            </a:ln>
          </p:spPr>
        </p:sp>
        <p:sp>
          <p:nvSpPr>
            <p:cNvPr id="4986" name="Output_receptor__4985">
              <a:extLst>
                <a:ext uri="{FF2B5EF4-FFF2-40B4-BE49-F238E27FC236}">
                  <a16:creationId xmlns:a16="http://schemas.microsoft.com/office/drawing/2014/main" id="{FD1D4727-1E49-FB0D-26A2-8C30D7596D17}"/>
                </a:ext>
              </a:extLst>
            </p:cNvPr>
            <p:cNvSpPr>
              <a:spLocks noGrp="1"/>
            </p:cNvSpPr>
            <p:nvPr/>
          </p:nvSpPr>
          <p:spPr>
            <a:xfrm>
              <a:off x="15804771" y="3579047"/>
              <a:ext cx="61439" cy="29854"/>
            </a:xfrm>
            <a:custGeom>
              <a:avLst/>
              <a:gdLst/>
              <a:ahLst/>
              <a:cxnLst/>
              <a:rect l="0" t="0" r="0" b="0"/>
              <a:pathLst>
                <a:path w="61439" h="29854">
                  <a:moveTo>
                    <a:pt x="0" y="29854"/>
                  </a:moveTo>
                  <a:lnTo>
                    <a:pt x="61439" y="0"/>
                  </a:lnTo>
                </a:path>
              </a:pathLst>
            </a:custGeom>
            <a:noFill/>
            <a:ln w="20003">
              <a:solidFill>
                <a:srgbClr val="E8ECEE"/>
              </a:solidFill>
            </a:ln>
          </p:spPr>
        </p:sp>
        <p:sp>
          <p:nvSpPr>
            <p:cNvPr id="4987" name="Output_receptor__4986">
              <a:extLst>
                <a:ext uri="{FF2B5EF4-FFF2-40B4-BE49-F238E27FC236}">
                  <a16:creationId xmlns:a16="http://schemas.microsoft.com/office/drawing/2014/main" id="{BFF9AABF-453C-E7BD-1C66-65E038E61D28}"/>
                </a:ext>
              </a:extLst>
            </p:cNvPr>
            <p:cNvSpPr>
              <a:spLocks noGrp="1"/>
            </p:cNvSpPr>
            <p:nvPr/>
          </p:nvSpPr>
          <p:spPr>
            <a:xfrm>
              <a:off x="15391930" y="3534885"/>
              <a:ext cx="60566" cy="5559"/>
            </a:xfrm>
            <a:custGeom>
              <a:avLst/>
              <a:gdLst/>
              <a:ahLst/>
              <a:cxnLst/>
              <a:rect l="0" t="0" r="0" b="0"/>
              <a:pathLst>
                <a:path w="60566" h="5559">
                  <a:moveTo>
                    <a:pt x="0" y="0"/>
                  </a:moveTo>
                  <a:lnTo>
                    <a:pt x="60566" y="5559"/>
                  </a:lnTo>
                </a:path>
              </a:pathLst>
            </a:custGeom>
            <a:noFill/>
            <a:ln w="8096">
              <a:solidFill>
                <a:srgbClr val="E8ECEE"/>
              </a:solidFill>
            </a:ln>
          </p:spPr>
        </p:sp>
        <p:sp>
          <p:nvSpPr>
            <p:cNvPr id="4988" name="Output_receptor__4987">
              <a:extLst>
                <a:ext uri="{FF2B5EF4-FFF2-40B4-BE49-F238E27FC236}">
                  <a16:creationId xmlns:a16="http://schemas.microsoft.com/office/drawing/2014/main" id="{D8BB6F39-53F2-55E0-57A7-A1E320821866}"/>
                </a:ext>
              </a:extLst>
            </p:cNvPr>
            <p:cNvSpPr>
              <a:spLocks noGrp="1"/>
            </p:cNvSpPr>
            <p:nvPr/>
          </p:nvSpPr>
          <p:spPr>
            <a:xfrm>
              <a:off x="15762841" y="4043758"/>
              <a:ext cx="24830" cy="55623"/>
            </a:xfrm>
            <a:custGeom>
              <a:avLst/>
              <a:gdLst/>
              <a:ahLst/>
              <a:cxnLst/>
              <a:rect l="0" t="0" r="0" b="0"/>
              <a:pathLst>
                <a:path w="24830" h="55623">
                  <a:moveTo>
                    <a:pt x="24830" y="0"/>
                  </a:moveTo>
                  <a:lnTo>
                    <a:pt x="0" y="55623"/>
                  </a:lnTo>
                </a:path>
              </a:pathLst>
            </a:custGeom>
            <a:noFill/>
            <a:ln w="20003">
              <a:solidFill>
                <a:srgbClr val="E8ECEE"/>
              </a:solidFill>
            </a:ln>
          </p:spPr>
        </p:sp>
        <p:sp>
          <p:nvSpPr>
            <p:cNvPr id="4989" name="Output_receptor__4988">
              <a:extLst>
                <a:ext uri="{FF2B5EF4-FFF2-40B4-BE49-F238E27FC236}">
                  <a16:creationId xmlns:a16="http://schemas.microsoft.com/office/drawing/2014/main" id="{81034430-5335-0333-7FB5-611A57411ECA}"/>
                </a:ext>
              </a:extLst>
            </p:cNvPr>
            <p:cNvSpPr>
              <a:spLocks noGrp="1"/>
            </p:cNvSpPr>
            <p:nvPr/>
          </p:nvSpPr>
          <p:spPr>
            <a:xfrm>
              <a:off x="16346230" y="3508756"/>
              <a:ext cx="32540" cy="64277"/>
            </a:xfrm>
            <a:custGeom>
              <a:avLst/>
              <a:gdLst/>
              <a:ahLst/>
              <a:cxnLst/>
              <a:rect l="0" t="0" r="0" b="0"/>
              <a:pathLst>
                <a:path w="32540" h="64277">
                  <a:moveTo>
                    <a:pt x="32540" y="0"/>
                  </a:moveTo>
                  <a:lnTo>
                    <a:pt x="0" y="64277"/>
                  </a:lnTo>
                </a:path>
              </a:pathLst>
            </a:custGeom>
            <a:noFill/>
            <a:ln w="8096">
              <a:solidFill>
                <a:srgbClr val="E8ECEE"/>
              </a:solidFill>
            </a:ln>
          </p:spPr>
        </p:sp>
        <p:sp>
          <p:nvSpPr>
            <p:cNvPr id="4990" name="Output_receptor__4989">
              <a:extLst>
                <a:ext uri="{FF2B5EF4-FFF2-40B4-BE49-F238E27FC236}">
                  <a16:creationId xmlns:a16="http://schemas.microsoft.com/office/drawing/2014/main" id="{184D3912-8385-F848-472B-9C2B8ADF49A4}"/>
                </a:ext>
              </a:extLst>
            </p:cNvPr>
            <p:cNvSpPr>
              <a:spLocks noGrp="1"/>
            </p:cNvSpPr>
            <p:nvPr/>
          </p:nvSpPr>
          <p:spPr>
            <a:xfrm>
              <a:off x="16313498" y="4214708"/>
              <a:ext cx="39814" cy="50064"/>
            </a:xfrm>
            <a:custGeom>
              <a:avLst/>
              <a:gdLst/>
              <a:ahLst/>
              <a:cxnLst/>
              <a:rect l="0" t="0" r="0" b="0"/>
              <a:pathLst>
                <a:path w="39814" h="50064">
                  <a:moveTo>
                    <a:pt x="0" y="50064"/>
                  </a:moveTo>
                  <a:lnTo>
                    <a:pt x="39814" y="0"/>
                  </a:lnTo>
                </a:path>
              </a:pathLst>
            </a:custGeom>
            <a:noFill/>
            <a:ln w="20003">
              <a:solidFill>
                <a:srgbClr val="E8ECEE"/>
              </a:solidFill>
            </a:ln>
          </p:spPr>
        </p:sp>
        <p:sp>
          <p:nvSpPr>
            <p:cNvPr id="4991" name="Output_receptor__4990">
              <a:extLst>
                <a:ext uri="{FF2B5EF4-FFF2-40B4-BE49-F238E27FC236}">
                  <a16:creationId xmlns:a16="http://schemas.microsoft.com/office/drawing/2014/main" id="{65E01F46-D804-04E2-9528-0FF32F9F9C20}"/>
                </a:ext>
              </a:extLst>
            </p:cNvPr>
            <p:cNvSpPr>
              <a:spLocks noGrp="1"/>
            </p:cNvSpPr>
            <p:nvPr/>
          </p:nvSpPr>
          <p:spPr>
            <a:xfrm>
              <a:off x="16253240" y="3451888"/>
              <a:ext cx="18107" cy="23623"/>
            </a:xfrm>
            <a:custGeom>
              <a:avLst/>
              <a:gdLst/>
              <a:ahLst/>
              <a:cxnLst/>
              <a:rect l="0" t="0" r="0" b="0"/>
              <a:pathLst>
                <a:path w="18107" h="23623">
                  <a:moveTo>
                    <a:pt x="0" y="23623"/>
                  </a:moveTo>
                  <a:lnTo>
                    <a:pt x="18107" y="0"/>
                  </a:lnTo>
                </a:path>
              </a:pathLst>
            </a:custGeom>
            <a:noFill/>
            <a:ln w="8096">
              <a:solidFill>
                <a:srgbClr val="E8ECEE"/>
              </a:solidFill>
            </a:ln>
          </p:spPr>
        </p:sp>
        <p:sp>
          <p:nvSpPr>
            <p:cNvPr id="4992" name="Output_receptor__4991">
              <a:extLst>
                <a:ext uri="{FF2B5EF4-FFF2-40B4-BE49-F238E27FC236}">
                  <a16:creationId xmlns:a16="http://schemas.microsoft.com/office/drawing/2014/main" id="{CB78169B-7743-5DA8-C61D-E42516318AC4}"/>
                </a:ext>
              </a:extLst>
            </p:cNvPr>
            <p:cNvSpPr>
              <a:spLocks noGrp="1"/>
            </p:cNvSpPr>
            <p:nvPr/>
          </p:nvSpPr>
          <p:spPr>
            <a:xfrm>
              <a:off x="15354785" y="3534885"/>
              <a:ext cx="37145" cy="33835"/>
            </a:xfrm>
            <a:custGeom>
              <a:avLst/>
              <a:gdLst/>
              <a:ahLst/>
              <a:cxnLst/>
              <a:rect l="0" t="0" r="0" b="0"/>
              <a:pathLst>
                <a:path w="37145" h="33835">
                  <a:moveTo>
                    <a:pt x="0" y="33835"/>
                  </a:moveTo>
                  <a:lnTo>
                    <a:pt x="37145" y="0"/>
                  </a:lnTo>
                </a:path>
              </a:pathLst>
            </a:custGeom>
            <a:noFill/>
            <a:ln w="8096">
              <a:solidFill>
                <a:srgbClr val="E8ECEE"/>
              </a:solidFill>
            </a:ln>
          </p:spPr>
        </p:sp>
        <p:sp>
          <p:nvSpPr>
            <p:cNvPr id="4993" name="Output_receptor__4992">
              <a:extLst>
                <a:ext uri="{FF2B5EF4-FFF2-40B4-BE49-F238E27FC236}">
                  <a16:creationId xmlns:a16="http://schemas.microsoft.com/office/drawing/2014/main" id="{D06C1DDC-52F9-7E63-9C18-33437EC1EEC9}"/>
                </a:ext>
              </a:extLst>
            </p:cNvPr>
            <p:cNvSpPr>
              <a:spLocks noGrp="1"/>
            </p:cNvSpPr>
            <p:nvPr/>
          </p:nvSpPr>
          <p:spPr>
            <a:xfrm>
              <a:off x="15368763" y="4234658"/>
              <a:ext cx="29110" cy="63134"/>
            </a:xfrm>
            <a:custGeom>
              <a:avLst/>
              <a:gdLst/>
              <a:ahLst/>
              <a:cxnLst/>
              <a:rect l="0" t="0" r="0" b="0"/>
              <a:pathLst>
                <a:path w="29110" h="63134">
                  <a:moveTo>
                    <a:pt x="0" y="63134"/>
                  </a:moveTo>
                  <a:lnTo>
                    <a:pt x="29110" y="0"/>
                  </a:lnTo>
                </a:path>
              </a:pathLst>
            </a:custGeom>
            <a:noFill/>
            <a:ln w="8096">
              <a:solidFill>
                <a:srgbClr val="E8ECEE"/>
              </a:solidFill>
            </a:ln>
          </p:spPr>
        </p:sp>
        <p:sp>
          <p:nvSpPr>
            <p:cNvPr id="4994" name="Output_receptor__4993">
              <a:extLst>
                <a:ext uri="{FF2B5EF4-FFF2-40B4-BE49-F238E27FC236}">
                  <a16:creationId xmlns:a16="http://schemas.microsoft.com/office/drawing/2014/main" id="{27F26673-BB04-C08F-A373-974BC4F9BF16}"/>
                </a:ext>
              </a:extLst>
            </p:cNvPr>
            <p:cNvSpPr>
              <a:spLocks noGrp="1"/>
            </p:cNvSpPr>
            <p:nvPr/>
          </p:nvSpPr>
          <p:spPr>
            <a:xfrm>
              <a:off x="16510790" y="4217782"/>
              <a:ext cx="59533" cy="33302"/>
            </a:xfrm>
            <a:custGeom>
              <a:avLst/>
              <a:gdLst/>
              <a:ahLst/>
              <a:cxnLst/>
              <a:rect l="0" t="0" r="0" b="0"/>
              <a:pathLst>
                <a:path w="59533" h="33302">
                  <a:moveTo>
                    <a:pt x="0" y="0"/>
                  </a:moveTo>
                  <a:lnTo>
                    <a:pt x="59533" y="33302"/>
                  </a:lnTo>
                </a:path>
              </a:pathLst>
            </a:custGeom>
            <a:noFill/>
            <a:ln w="20003">
              <a:solidFill>
                <a:srgbClr val="E8ECEE"/>
              </a:solidFill>
            </a:ln>
          </p:spPr>
        </p:sp>
        <p:sp>
          <p:nvSpPr>
            <p:cNvPr id="4995" name="Output_receptor__4994">
              <a:extLst>
                <a:ext uri="{FF2B5EF4-FFF2-40B4-BE49-F238E27FC236}">
                  <a16:creationId xmlns:a16="http://schemas.microsoft.com/office/drawing/2014/main" id="{3A677BF1-8CC0-1BFE-6C4D-8E0C44BE1267}"/>
                </a:ext>
              </a:extLst>
            </p:cNvPr>
            <p:cNvSpPr>
              <a:spLocks noGrp="1"/>
            </p:cNvSpPr>
            <p:nvPr/>
          </p:nvSpPr>
          <p:spPr>
            <a:xfrm>
              <a:off x="15525018" y="3509268"/>
              <a:ext cx="35800" cy="3830"/>
            </a:xfrm>
            <a:custGeom>
              <a:avLst/>
              <a:gdLst/>
              <a:ahLst/>
              <a:cxnLst/>
              <a:rect l="0" t="0" r="0" b="0"/>
              <a:pathLst>
                <a:path w="35800" h="3830">
                  <a:moveTo>
                    <a:pt x="0" y="0"/>
                  </a:moveTo>
                  <a:lnTo>
                    <a:pt x="35800" y="3830"/>
                  </a:lnTo>
                </a:path>
              </a:pathLst>
            </a:custGeom>
            <a:noFill/>
            <a:ln w="20003">
              <a:solidFill>
                <a:srgbClr val="E8ECEE"/>
              </a:solidFill>
            </a:ln>
          </p:spPr>
        </p:sp>
        <p:sp>
          <p:nvSpPr>
            <p:cNvPr id="4996" name="Output_receptor__4995">
              <a:extLst>
                <a:ext uri="{FF2B5EF4-FFF2-40B4-BE49-F238E27FC236}">
                  <a16:creationId xmlns:a16="http://schemas.microsoft.com/office/drawing/2014/main" id="{3A5A8920-F5E2-F0F2-054C-7AAF8B274ED0}"/>
                </a:ext>
              </a:extLst>
            </p:cNvPr>
            <p:cNvSpPr>
              <a:spLocks noGrp="1"/>
            </p:cNvSpPr>
            <p:nvPr/>
          </p:nvSpPr>
          <p:spPr>
            <a:xfrm>
              <a:off x="15601511" y="4108096"/>
              <a:ext cx="52955" cy="21757"/>
            </a:xfrm>
            <a:custGeom>
              <a:avLst/>
              <a:gdLst/>
              <a:ahLst/>
              <a:cxnLst/>
              <a:rect l="0" t="0" r="0" b="0"/>
              <a:pathLst>
                <a:path w="52955" h="21757">
                  <a:moveTo>
                    <a:pt x="0" y="0"/>
                  </a:moveTo>
                  <a:lnTo>
                    <a:pt x="52955" y="21757"/>
                  </a:lnTo>
                </a:path>
              </a:pathLst>
            </a:custGeom>
            <a:noFill/>
            <a:ln w="20003">
              <a:solidFill>
                <a:srgbClr val="E8ECEE"/>
              </a:solidFill>
            </a:ln>
          </p:spPr>
        </p:sp>
        <p:sp>
          <p:nvSpPr>
            <p:cNvPr id="4997" name="Output_receptor__4996">
              <a:extLst>
                <a:ext uri="{FF2B5EF4-FFF2-40B4-BE49-F238E27FC236}">
                  <a16:creationId xmlns:a16="http://schemas.microsoft.com/office/drawing/2014/main" id="{F8B3B561-CEF4-52E2-EE8B-DD87B3760EB1}"/>
                </a:ext>
              </a:extLst>
            </p:cNvPr>
            <p:cNvSpPr>
              <a:spLocks noGrp="1"/>
            </p:cNvSpPr>
            <p:nvPr/>
          </p:nvSpPr>
          <p:spPr>
            <a:xfrm>
              <a:off x="16691011" y="4121420"/>
              <a:ext cx="72420" cy="2558"/>
            </a:xfrm>
            <a:custGeom>
              <a:avLst/>
              <a:gdLst/>
              <a:ahLst/>
              <a:cxnLst/>
              <a:rect l="0" t="0" r="0" b="0"/>
              <a:pathLst>
                <a:path w="72420" h="2558">
                  <a:moveTo>
                    <a:pt x="72420" y="0"/>
                  </a:moveTo>
                  <a:lnTo>
                    <a:pt x="0" y="2558"/>
                  </a:lnTo>
                </a:path>
              </a:pathLst>
            </a:custGeom>
            <a:noFill/>
            <a:ln w="20003">
              <a:solidFill>
                <a:srgbClr val="E8ECEE"/>
              </a:solidFill>
            </a:ln>
          </p:spPr>
        </p:sp>
        <p:sp>
          <p:nvSpPr>
            <p:cNvPr id="4998" name="Output_receptor__4997">
              <a:extLst>
                <a:ext uri="{FF2B5EF4-FFF2-40B4-BE49-F238E27FC236}">
                  <a16:creationId xmlns:a16="http://schemas.microsoft.com/office/drawing/2014/main" id="{EEDA600B-AAD5-2DB2-429F-75726443E31E}"/>
                </a:ext>
              </a:extLst>
            </p:cNvPr>
            <p:cNvSpPr>
              <a:spLocks noGrp="1"/>
            </p:cNvSpPr>
            <p:nvPr/>
          </p:nvSpPr>
          <p:spPr>
            <a:xfrm>
              <a:off x="15452496" y="3540444"/>
              <a:ext cx="41856" cy="54762"/>
            </a:xfrm>
            <a:custGeom>
              <a:avLst/>
              <a:gdLst/>
              <a:ahLst/>
              <a:cxnLst/>
              <a:rect l="0" t="0" r="0" b="0"/>
              <a:pathLst>
                <a:path w="41856" h="54762">
                  <a:moveTo>
                    <a:pt x="0" y="0"/>
                  </a:moveTo>
                  <a:lnTo>
                    <a:pt x="41856" y="54762"/>
                  </a:lnTo>
                </a:path>
              </a:pathLst>
            </a:custGeom>
            <a:noFill/>
            <a:ln w="8096">
              <a:solidFill>
                <a:srgbClr val="E8ECEE"/>
              </a:solidFill>
            </a:ln>
          </p:spPr>
        </p:sp>
        <p:sp>
          <p:nvSpPr>
            <p:cNvPr id="4999" name="Output_receptor__4998">
              <a:extLst>
                <a:ext uri="{FF2B5EF4-FFF2-40B4-BE49-F238E27FC236}">
                  <a16:creationId xmlns:a16="http://schemas.microsoft.com/office/drawing/2014/main" id="{4532C49C-99E9-3816-B28B-A414D5233116}"/>
                </a:ext>
              </a:extLst>
            </p:cNvPr>
            <p:cNvSpPr>
              <a:spLocks noGrp="1"/>
            </p:cNvSpPr>
            <p:nvPr/>
          </p:nvSpPr>
          <p:spPr>
            <a:xfrm>
              <a:off x="16187202" y="3998953"/>
              <a:ext cx="67796" cy="6176"/>
            </a:xfrm>
            <a:custGeom>
              <a:avLst/>
              <a:gdLst/>
              <a:ahLst/>
              <a:cxnLst/>
              <a:rect l="0" t="0" r="0" b="0"/>
              <a:pathLst>
                <a:path w="67796" h="6176">
                  <a:moveTo>
                    <a:pt x="67796" y="6176"/>
                  </a:moveTo>
                  <a:lnTo>
                    <a:pt x="0" y="0"/>
                  </a:lnTo>
                </a:path>
              </a:pathLst>
            </a:custGeom>
            <a:noFill/>
            <a:ln w="20003">
              <a:solidFill>
                <a:srgbClr val="E8ECEE"/>
              </a:solidFill>
            </a:ln>
          </p:spPr>
        </p:sp>
        <p:sp>
          <p:nvSpPr>
            <p:cNvPr id="5000" name="Output_receptor__4999">
              <a:extLst>
                <a:ext uri="{FF2B5EF4-FFF2-40B4-BE49-F238E27FC236}">
                  <a16:creationId xmlns:a16="http://schemas.microsoft.com/office/drawing/2014/main" id="{94CC4872-231B-9E25-D0F2-CE9ED57347E1}"/>
                </a:ext>
              </a:extLst>
            </p:cNvPr>
            <p:cNvSpPr>
              <a:spLocks noGrp="1"/>
            </p:cNvSpPr>
            <p:nvPr/>
          </p:nvSpPr>
          <p:spPr>
            <a:xfrm>
              <a:off x="16543927" y="4251084"/>
              <a:ext cx="26396" cy="64430"/>
            </a:xfrm>
            <a:custGeom>
              <a:avLst/>
              <a:gdLst/>
              <a:ahLst/>
              <a:cxnLst/>
              <a:rect l="0" t="0" r="0" b="0"/>
              <a:pathLst>
                <a:path w="26396" h="64430">
                  <a:moveTo>
                    <a:pt x="26396" y="0"/>
                  </a:moveTo>
                  <a:lnTo>
                    <a:pt x="0" y="64430"/>
                  </a:lnTo>
                </a:path>
              </a:pathLst>
            </a:custGeom>
            <a:noFill/>
            <a:ln w="8096">
              <a:solidFill>
                <a:srgbClr val="E8ECEE"/>
              </a:solidFill>
            </a:ln>
          </p:spPr>
        </p:sp>
        <p:sp>
          <p:nvSpPr>
            <p:cNvPr id="5001" name="Output_receptor__5000">
              <a:extLst>
                <a:ext uri="{FF2B5EF4-FFF2-40B4-BE49-F238E27FC236}">
                  <a16:creationId xmlns:a16="http://schemas.microsoft.com/office/drawing/2014/main" id="{59B40D37-B742-1074-B28A-7236789C40C4}"/>
                </a:ext>
              </a:extLst>
            </p:cNvPr>
            <p:cNvSpPr>
              <a:spLocks noGrp="1"/>
            </p:cNvSpPr>
            <p:nvPr/>
          </p:nvSpPr>
          <p:spPr>
            <a:xfrm>
              <a:off x="16350763" y="3897934"/>
              <a:ext cx="43604" cy="33909"/>
            </a:xfrm>
            <a:custGeom>
              <a:avLst/>
              <a:gdLst/>
              <a:ahLst/>
              <a:cxnLst/>
              <a:rect l="0" t="0" r="0" b="0"/>
              <a:pathLst>
                <a:path w="43604" h="33909">
                  <a:moveTo>
                    <a:pt x="43604" y="0"/>
                  </a:moveTo>
                  <a:lnTo>
                    <a:pt x="0" y="33909"/>
                  </a:lnTo>
                </a:path>
              </a:pathLst>
            </a:custGeom>
            <a:noFill/>
            <a:ln w="20003">
              <a:solidFill>
                <a:srgbClr val="E8ECEE"/>
              </a:solidFill>
            </a:ln>
          </p:spPr>
        </p:sp>
        <p:sp>
          <p:nvSpPr>
            <p:cNvPr id="5002" name="Output_receptor__5001">
              <a:extLst>
                <a:ext uri="{FF2B5EF4-FFF2-40B4-BE49-F238E27FC236}">
                  <a16:creationId xmlns:a16="http://schemas.microsoft.com/office/drawing/2014/main" id="{1CFDE91B-7FAA-1406-06C2-01947D5C2053}"/>
                </a:ext>
              </a:extLst>
            </p:cNvPr>
            <p:cNvSpPr>
              <a:spLocks noGrp="1"/>
            </p:cNvSpPr>
            <p:nvPr/>
          </p:nvSpPr>
          <p:spPr>
            <a:xfrm>
              <a:off x="15643150" y="3617777"/>
              <a:ext cx="14452" cy="70721"/>
            </a:xfrm>
            <a:custGeom>
              <a:avLst/>
              <a:gdLst/>
              <a:ahLst/>
              <a:cxnLst/>
              <a:rect l="0" t="0" r="0" b="0"/>
              <a:pathLst>
                <a:path w="14452" h="70721">
                  <a:moveTo>
                    <a:pt x="0" y="70721"/>
                  </a:moveTo>
                  <a:lnTo>
                    <a:pt x="14452" y="0"/>
                  </a:lnTo>
                </a:path>
              </a:pathLst>
            </a:custGeom>
            <a:noFill/>
            <a:ln w="20003">
              <a:solidFill>
                <a:srgbClr val="E8ECEE"/>
              </a:solidFill>
            </a:ln>
          </p:spPr>
        </p:sp>
        <p:sp>
          <p:nvSpPr>
            <p:cNvPr id="5003" name="Output_receptor__5002">
              <a:extLst>
                <a:ext uri="{FF2B5EF4-FFF2-40B4-BE49-F238E27FC236}">
                  <a16:creationId xmlns:a16="http://schemas.microsoft.com/office/drawing/2014/main" id="{ED90A025-F05C-671B-72C4-87C1B15FF81F}"/>
                </a:ext>
              </a:extLst>
            </p:cNvPr>
            <p:cNvSpPr>
              <a:spLocks noGrp="1"/>
            </p:cNvSpPr>
            <p:nvPr/>
          </p:nvSpPr>
          <p:spPr>
            <a:xfrm>
              <a:off x="16394367" y="3841063"/>
              <a:ext cx="7954" cy="56871"/>
            </a:xfrm>
            <a:custGeom>
              <a:avLst/>
              <a:gdLst/>
              <a:ahLst/>
              <a:cxnLst/>
              <a:rect l="0" t="0" r="0" b="0"/>
              <a:pathLst>
                <a:path w="7954" h="56871">
                  <a:moveTo>
                    <a:pt x="7954" y="0"/>
                  </a:moveTo>
                  <a:lnTo>
                    <a:pt x="0" y="56871"/>
                  </a:lnTo>
                </a:path>
              </a:pathLst>
            </a:custGeom>
            <a:noFill/>
            <a:ln w="20003">
              <a:solidFill>
                <a:srgbClr val="E8ECEE"/>
              </a:solidFill>
            </a:ln>
          </p:spPr>
        </p:sp>
        <p:sp>
          <p:nvSpPr>
            <p:cNvPr id="5004" name="Output_receptor__5003">
              <a:extLst>
                <a:ext uri="{FF2B5EF4-FFF2-40B4-BE49-F238E27FC236}">
                  <a16:creationId xmlns:a16="http://schemas.microsoft.com/office/drawing/2014/main" id="{C86AEF83-D932-A2BF-27CF-60B8A0AD629B}"/>
                </a:ext>
              </a:extLst>
            </p:cNvPr>
            <p:cNvSpPr>
              <a:spLocks noGrp="1"/>
            </p:cNvSpPr>
            <p:nvPr/>
          </p:nvSpPr>
          <p:spPr>
            <a:xfrm>
              <a:off x="16601805" y="3480426"/>
              <a:ext cx="32075" cy="62321"/>
            </a:xfrm>
            <a:custGeom>
              <a:avLst/>
              <a:gdLst/>
              <a:ahLst/>
              <a:cxnLst/>
              <a:rect l="0" t="0" r="0" b="0"/>
              <a:pathLst>
                <a:path w="32075" h="62321">
                  <a:moveTo>
                    <a:pt x="0" y="62321"/>
                  </a:moveTo>
                  <a:lnTo>
                    <a:pt x="32075" y="0"/>
                  </a:lnTo>
                </a:path>
              </a:pathLst>
            </a:custGeom>
            <a:noFill/>
            <a:ln w="20003">
              <a:solidFill>
                <a:srgbClr val="E8ECEE"/>
              </a:solidFill>
            </a:ln>
          </p:spPr>
        </p:sp>
        <p:sp>
          <p:nvSpPr>
            <p:cNvPr id="5005" name="Output_receptor__5004">
              <a:extLst>
                <a:ext uri="{FF2B5EF4-FFF2-40B4-BE49-F238E27FC236}">
                  <a16:creationId xmlns:a16="http://schemas.microsoft.com/office/drawing/2014/main" id="{25B99782-1FC4-A32A-F799-8C4F3E248F3C}"/>
                </a:ext>
              </a:extLst>
            </p:cNvPr>
            <p:cNvSpPr>
              <a:spLocks noGrp="1"/>
            </p:cNvSpPr>
            <p:nvPr/>
          </p:nvSpPr>
          <p:spPr>
            <a:xfrm>
              <a:off x="15579895" y="4340748"/>
              <a:ext cx="48387" cy="44372"/>
            </a:xfrm>
            <a:custGeom>
              <a:avLst/>
              <a:gdLst/>
              <a:ahLst/>
              <a:cxnLst/>
              <a:rect l="0" t="0" r="0" b="0"/>
              <a:pathLst>
                <a:path w="48387" h="44372">
                  <a:moveTo>
                    <a:pt x="48387" y="44372"/>
                  </a:moveTo>
                  <a:lnTo>
                    <a:pt x="0" y="0"/>
                  </a:lnTo>
                </a:path>
              </a:pathLst>
            </a:custGeom>
            <a:noFill/>
            <a:ln w="20003">
              <a:solidFill>
                <a:srgbClr val="E9ECEE"/>
              </a:solidFill>
            </a:ln>
          </p:spPr>
        </p:sp>
        <p:sp>
          <p:nvSpPr>
            <p:cNvPr id="5006" name="Output_receptor__5005">
              <a:extLst>
                <a:ext uri="{FF2B5EF4-FFF2-40B4-BE49-F238E27FC236}">
                  <a16:creationId xmlns:a16="http://schemas.microsoft.com/office/drawing/2014/main" id="{F71CD8AF-EC95-29AB-4537-2CC16FA317AE}"/>
                </a:ext>
              </a:extLst>
            </p:cNvPr>
            <p:cNvSpPr>
              <a:spLocks noGrp="1"/>
            </p:cNvSpPr>
            <p:nvPr/>
          </p:nvSpPr>
          <p:spPr>
            <a:xfrm>
              <a:off x="15523059" y="4340748"/>
              <a:ext cx="56836" cy="33618"/>
            </a:xfrm>
            <a:custGeom>
              <a:avLst/>
              <a:gdLst/>
              <a:ahLst/>
              <a:cxnLst/>
              <a:rect l="0" t="0" r="0" b="0"/>
              <a:pathLst>
                <a:path w="56836" h="33618">
                  <a:moveTo>
                    <a:pt x="56836" y="0"/>
                  </a:moveTo>
                  <a:lnTo>
                    <a:pt x="0" y="33618"/>
                  </a:lnTo>
                </a:path>
              </a:pathLst>
            </a:custGeom>
            <a:noFill/>
            <a:ln w="20003">
              <a:solidFill>
                <a:srgbClr val="E9ECEE"/>
              </a:solidFill>
            </a:ln>
          </p:spPr>
        </p:sp>
        <p:sp>
          <p:nvSpPr>
            <p:cNvPr id="5007" name="Output_receptor__5006">
              <a:extLst>
                <a:ext uri="{FF2B5EF4-FFF2-40B4-BE49-F238E27FC236}">
                  <a16:creationId xmlns:a16="http://schemas.microsoft.com/office/drawing/2014/main" id="{8D04ED91-A29A-5C6A-39C4-CE0A11156D5E}"/>
                </a:ext>
              </a:extLst>
            </p:cNvPr>
            <p:cNvSpPr>
              <a:spLocks noGrp="1"/>
            </p:cNvSpPr>
            <p:nvPr/>
          </p:nvSpPr>
          <p:spPr>
            <a:xfrm>
              <a:off x="15647116" y="4129853"/>
              <a:ext cx="7350" cy="66007"/>
            </a:xfrm>
            <a:custGeom>
              <a:avLst/>
              <a:gdLst/>
              <a:ahLst/>
              <a:cxnLst/>
              <a:rect l="0" t="0" r="0" b="0"/>
              <a:pathLst>
                <a:path w="7350" h="66007">
                  <a:moveTo>
                    <a:pt x="7350" y="0"/>
                  </a:moveTo>
                  <a:lnTo>
                    <a:pt x="0" y="66007"/>
                  </a:lnTo>
                </a:path>
              </a:pathLst>
            </a:custGeom>
            <a:noFill/>
            <a:ln w="20003">
              <a:solidFill>
                <a:srgbClr val="E9ECEE"/>
              </a:solidFill>
            </a:ln>
          </p:spPr>
        </p:sp>
        <p:sp>
          <p:nvSpPr>
            <p:cNvPr id="5008" name="Output_receptor__5007">
              <a:extLst>
                <a:ext uri="{FF2B5EF4-FFF2-40B4-BE49-F238E27FC236}">
                  <a16:creationId xmlns:a16="http://schemas.microsoft.com/office/drawing/2014/main" id="{EF62AA72-CE32-7E2B-F281-A376C8CE39BB}"/>
                </a:ext>
              </a:extLst>
            </p:cNvPr>
            <p:cNvSpPr>
              <a:spLocks noGrp="1"/>
            </p:cNvSpPr>
            <p:nvPr/>
          </p:nvSpPr>
          <p:spPr>
            <a:xfrm>
              <a:off x="16055588" y="3760976"/>
              <a:ext cx="55378" cy="26637"/>
            </a:xfrm>
            <a:custGeom>
              <a:avLst/>
              <a:gdLst/>
              <a:ahLst/>
              <a:cxnLst/>
              <a:rect l="0" t="0" r="0" b="0"/>
              <a:pathLst>
                <a:path w="55378" h="26637">
                  <a:moveTo>
                    <a:pt x="0" y="26637"/>
                  </a:moveTo>
                  <a:lnTo>
                    <a:pt x="55378" y="0"/>
                  </a:lnTo>
                </a:path>
              </a:pathLst>
            </a:custGeom>
            <a:noFill/>
            <a:ln w="8096">
              <a:solidFill>
                <a:srgbClr val="E9ECEE"/>
              </a:solidFill>
            </a:ln>
          </p:spPr>
        </p:sp>
        <p:sp>
          <p:nvSpPr>
            <p:cNvPr id="5009" name="Output_receptor__5008">
              <a:extLst>
                <a:ext uri="{FF2B5EF4-FFF2-40B4-BE49-F238E27FC236}">
                  <a16:creationId xmlns:a16="http://schemas.microsoft.com/office/drawing/2014/main" id="{DA2923CC-CB72-C167-E0BE-9432D5D0B143}"/>
                </a:ext>
              </a:extLst>
            </p:cNvPr>
            <p:cNvSpPr>
              <a:spLocks noGrp="1"/>
            </p:cNvSpPr>
            <p:nvPr/>
          </p:nvSpPr>
          <p:spPr>
            <a:xfrm>
              <a:off x="15743515" y="3389386"/>
              <a:ext cx="26847" cy="60706"/>
            </a:xfrm>
            <a:custGeom>
              <a:avLst/>
              <a:gdLst/>
              <a:ahLst/>
              <a:cxnLst/>
              <a:rect l="0" t="0" r="0" b="0"/>
              <a:pathLst>
                <a:path w="26847" h="60706">
                  <a:moveTo>
                    <a:pt x="0" y="0"/>
                  </a:moveTo>
                  <a:lnTo>
                    <a:pt x="26847" y="60706"/>
                  </a:lnTo>
                </a:path>
              </a:pathLst>
            </a:custGeom>
            <a:noFill/>
            <a:ln w="20003">
              <a:solidFill>
                <a:srgbClr val="E9ECEE"/>
              </a:solidFill>
            </a:ln>
          </p:spPr>
        </p:sp>
        <p:sp>
          <p:nvSpPr>
            <p:cNvPr id="5010" name="Output_receptor__5009">
              <a:extLst>
                <a:ext uri="{FF2B5EF4-FFF2-40B4-BE49-F238E27FC236}">
                  <a16:creationId xmlns:a16="http://schemas.microsoft.com/office/drawing/2014/main" id="{EEB06C29-85AB-F424-6275-E9EFDF132AD3}"/>
                </a:ext>
              </a:extLst>
            </p:cNvPr>
            <p:cNvSpPr>
              <a:spLocks noGrp="1"/>
            </p:cNvSpPr>
            <p:nvPr/>
          </p:nvSpPr>
          <p:spPr>
            <a:xfrm>
              <a:off x="15711082" y="3665579"/>
              <a:ext cx="21379" cy="37692"/>
            </a:xfrm>
            <a:custGeom>
              <a:avLst/>
              <a:gdLst/>
              <a:ahLst/>
              <a:cxnLst/>
              <a:rect l="0" t="0" r="0" b="0"/>
              <a:pathLst>
                <a:path w="21379" h="37692">
                  <a:moveTo>
                    <a:pt x="21379" y="0"/>
                  </a:moveTo>
                  <a:lnTo>
                    <a:pt x="0" y="37692"/>
                  </a:lnTo>
                </a:path>
              </a:pathLst>
            </a:custGeom>
            <a:noFill/>
            <a:ln w="20003">
              <a:solidFill>
                <a:srgbClr val="E9ECEE"/>
              </a:solidFill>
            </a:ln>
          </p:spPr>
        </p:sp>
        <p:sp>
          <p:nvSpPr>
            <p:cNvPr id="5011" name="Output_receptor__5010">
              <a:extLst>
                <a:ext uri="{FF2B5EF4-FFF2-40B4-BE49-F238E27FC236}">
                  <a16:creationId xmlns:a16="http://schemas.microsoft.com/office/drawing/2014/main" id="{C8D3DA51-3FFF-4659-6E28-047F84427B32}"/>
                </a:ext>
              </a:extLst>
            </p:cNvPr>
            <p:cNvSpPr>
              <a:spLocks noGrp="1"/>
            </p:cNvSpPr>
            <p:nvPr/>
          </p:nvSpPr>
          <p:spPr>
            <a:xfrm>
              <a:off x="16037451" y="3300286"/>
              <a:ext cx="52694" cy="48139"/>
            </a:xfrm>
            <a:custGeom>
              <a:avLst/>
              <a:gdLst/>
              <a:ahLst/>
              <a:cxnLst/>
              <a:rect l="0" t="0" r="0" b="0"/>
              <a:pathLst>
                <a:path w="52694" h="48139">
                  <a:moveTo>
                    <a:pt x="52694" y="48139"/>
                  </a:moveTo>
                  <a:lnTo>
                    <a:pt x="0" y="0"/>
                  </a:lnTo>
                </a:path>
              </a:pathLst>
            </a:custGeom>
            <a:noFill/>
            <a:ln w="20003">
              <a:solidFill>
                <a:srgbClr val="E9ECEE"/>
              </a:solidFill>
            </a:ln>
          </p:spPr>
        </p:sp>
        <p:sp>
          <p:nvSpPr>
            <p:cNvPr id="5012" name="Output_receptor__5011">
              <a:extLst>
                <a:ext uri="{FF2B5EF4-FFF2-40B4-BE49-F238E27FC236}">
                  <a16:creationId xmlns:a16="http://schemas.microsoft.com/office/drawing/2014/main" id="{E47B1A2D-4B10-7A6C-4A6A-62E277C0A6ED}"/>
                </a:ext>
              </a:extLst>
            </p:cNvPr>
            <p:cNvSpPr>
              <a:spLocks noGrp="1"/>
            </p:cNvSpPr>
            <p:nvPr/>
          </p:nvSpPr>
          <p:spPr>
            <a:xfrm>
              <a:off x="16323474" y="3842657"/>
              <a:ext cx="7507" cy="2909"/>
            </a:xfrm>
            <a:custGeom>
              <a:avLst/>
              <a:gdLst/>
              <a:ahLst/>
              <a:cxnLst/>
              <a:rect l="0" t="0" r="0" b="0"/>
              <a:pathLst>
                <a:path w="7507" h="2909">
                  <a:moveTo>
                    <a:pt x="0" y="0"/>
                  </a:moveTo>
                  <a:lnTo>
                    <a:pt x="7507" y="2909"/>
                  </a:lnTo>
                </a:path>
              </a:pathLst>
            </a:custGeom>
            <a:noFill/>
            <a:ln w="20003">
              <a:solidFill>
                <a:srgbClr val="E9ECEE"/>
              </a:solidFill>
            </a:ln>
          </p:spPr>
        </p:sp>
        <p:sp>
          <p:nvSpPr>
            <p:cNvPr id="5013" name="Output_receptor__5012">
              <a:extLst>
                <a:ext uri="{FF2B5EF4-FFF2-40B4-BE49-F238E27FC236}">
                  <a16:creationId xmlns:a16="http://schemas.microsoft.com/office/drawing/2014/main" id="{BF6CC745-6CBF-C114-C0AA-F5515601206F}"/>
                </a:ext>
              </a:extLst>
            </p:cNvPr>
            <p:cNvSpPr>
              <a:spLocks noGrp="1"/>
            </p:cNvSpPr>
            <p:nvPr/>
          </p:nvSpPr>
          <p:spPr>
            <a:xfrm>
              <a:off x="16178075" y="3454930"/>
              <a:ext cx="16798" cy="56689"/>
            </a:xfrm>
            <a:custGeom>
              <a:avLst/>
              <a:gdLst/>
              <a:ahLst/>
              <a:cxnLst/>
              <a:rect l="0" t="0" r="0" b="0"/>
              <a:pathLst>
                <a:path w="16798" h="56689">
                  <a:moveTo>
                    <a:pt x="0" y="0"/>
                  </a:moveTo>
                  <a:lnTo>
                    <a:pt x="16798" y="56689"/>
                  </a:lnTo>
                </a:path>
              </a:pathLst>
            </a:custGeom>
            <a:noFill/>
            <a:ln w="8096">
              <a:solidFill>
                <a:srgbClr val="E9ECEE"/>
              </a:solidFill>
            </a:ln>
          </p:spPr>
        </p:sp>
        <p:sp>
          <p:nvSpPr>
            <p:cNvPr id="5014" name="Output_receptor__5013">
              <a:extLst>
                <a:ext uri="{FF2B5EF4-FFF2-40B4-BE49-F238E27FC236}">
                  <a16:creationId xmlns:a16="http://schemas.microsoft.com/office/drawing/2014/main" id="{D4D5CFBC-183D-4096-04FF-61C49778FED1}"/>
                </a:ext>
              </a:extLst>
            </p:cNvPr>
            <p:cNvSpPr>
              <a:spLocks noGrp="1"/>
            </p:cNvSpPr>
            <p:nvPr/>
          </p:nvSpPr>
          <p:spPr>
            <a:xfrm>
              <a:off x="15588460" y="4385120"/>
              <a:ext cx="39822" cy="58415"/>
            </a:xfrm>
            <a:custGeom>
              <a:avLst/>
              <a:gdLst/>
              <a:ahLst/>
              <a:cxnLst/>
              <a:rect l="0" t="0" r="0" b="0"/>
              <a:pathLst>
                <a:path w="39822" h="58415">
                  <a:moveTo>
                    <a:pt x="0" y="58415"/>
                  </a:moveTo>
                  <a:lnTo>
                    <a:pt x="39822" y="0"/>
                  </a:lnTo>
                </a:path>
              </a:pathLst>
            </a:custGeom>
            <a:noFill/>
            <a:ln w="20003">
              <a:solidFill>
                <a:srgbClr val="E9ECEE"/>
              </a:solidFill>
            </a:ln>
          </p:spPr>
        </p:sp>
        <p:sp>
          <p:nvSpPr>
            <p:cNvPr id="5015" name="Output_receptor__5014">
              <a:extLst>
                <a:ext uri="{FF2B5EF4-FFF2-40B4-BE49-F238E27FC236}">
                  <a16:creationId xmlns:a16="http://schemas.microsoft.com/office/drawing/2014/main" id="{AA3E93E3-B70D-98F1-BE32-6995385BA2D3}"/>
                </a:ext>
              </a:extLst>
            </p:cNvPr>
            <p:cNvSpPr>
              <a:spLocks noGrp="1"/>
            </p:cNvSpPr>
            <p:nvPr/>
          </p:nvSpPr>
          <p:spPr>
            <a:xfrm>
              <a:off x="16473006" y="4217782"/>
              <a:ext cx="37784" cy="24809"/>
            </a:xfrm>
            <a:custGeom>
              <a:avLst/>
              <a:gdLst/>
              <a:ahLst/>
              <a:cxnLst/>
              <a:rect l="0" t="0" r="0" b="0"/>
              <a:pathLst>
                <a:path w="37784" h="24809">
                  <a:moveTo>
                    <a:pt x="0" y="24809"/>
                  </a:moveTo>
                  <a:lnTo>
                    <a:pt x="37784" y="0"/>
                  </a:lnTo>
                </a:path>
              </a:pathLst>
            </a:custGeom>
            <a:noFill/>
            <a:ln w="20003">
              <a:solidFill>
                <a:srgbClr val="E9ECEE"/>
              </a:solidFill>
            </a:ln>
          </p:spPr>
        </p:sp>
        <p:sp>
          <p:nvSpPr>
            <p:cNvPr id="5016" name="Output_receptor__5015">
              <a:extLst>
                <a:ext uri="{FF2B5EF4-FFF2-40B4-BE49-F238E27FC236}">
                  <a16:creationId xmlns:a16="http://schemas.microsoft.com/office/drawing/2014/main" id="{3409DEED-730B-8FCB-64F6-9B5C75125CA3}"/>
                </a:ext>
              </a:extLst>
            </p:cNvPr>
            <p:cNvSpPr>
              <a:spLocks noGrp="1"/>
            </p:cNvSpPr>
            <p:nvPr/>
          </p:nvSpPr>
          <p:spPr>
            <a:xfrm>
              <a:off x="15796365" y="3031417"/>
              <a:ext cx="55063" cy="32816"/>
            </a:xfrm>
            <a:custGeom>
              <a:avLst/>
              <a:gdLst/>
              <a:ahLst/>
              <a:cxnLst/>
              <a:rect l="0" t="0" r="0" b="0"/>
              <a:pathLst>
                <a:path w="55063" h="32816">
                  <a:moveTo>
                    <a:pt x="0" y="0"/>
                  </a:moveTo>
                  <a:lnTo>
                    <a:pt x="55063" y="32816"/>
                  </a:lnTo>
                </a:path>
              </a:pathLst>
            </a:custGeom>
            <a:noFill/>
            <a:ln w="20003">
              <a:solidFill>
                <a:srgbClr val="E9ECEE"/>
              </a:solidFill>
            </a:ln>
          </p:spPr>
        </p:sp>
        <p:sp>
          <p:nvSpPr>
            <p:cNvPr id="5017" name="Output_receptor__5016">
              <a:extLst>
                <a:ext uri="{FF2B5EF4-FFF2-40B4-BE49-F238E27FC236}">
                  <a16:creationId xmlns:a16="http://schemas.microsoft.com/office/drawing/2014/main" id="{212CAC91-C1C2-4D4E-2C15-8BA5AB064522}"/>
                </a:ext>
              </a:extLst>
            </p:cNvPr>
            <p:cNvSpPr>
              <a:spLocks noGrp="1"/>
            </p:cNvSpPr>
            <p:nvPr/>
          </p:nvSpPr>
          <p:spPr>
            <a:xfrm>
              <a:off x="16271971" y="4105829"/>
              <a:ext cx="39569" cy="59608"/>
            </a:xfrm>
            <a:custGeom>
              <a:avLst/>
              <a:gdLst/>
              <a:ahLst/>
              <a:cxnLst/>
              <a:rect l="0" t="0" r="0" b="0"/>
              <a:pathLst>
                <a:path w="39569" h="59608">
                  <a:moveTo>
                    <a:pt x="0" y="59608"/>
                  </a:moveTo>
                  <a:lnTo>
                    <a:pt x="39569" y="0"/>
                  </a:lnTo>
                </a:path>
              </a:pathLst>
            </a:custGeom>
            <a:noFill/>
            <a:ln w="20003">
              <a:solidFill>
                <a:srgbClr val="E9ECEE"/>
              </a:solidFill>
            </a:ln>
          </p:spPr>
        </p:sp>
        <p:sp>
          <p:nvSpPr>
            <p:cNvPr id="5018" name="Output_receptor__5017">
              <a:extLst>
                <a:ext uri="{FF2B5EF4-FFF2-40B4-BE49-F238E27FC236}">
                  <a16:creationId xmlns:a16="http://schemas.microsoft.com/office/drawing/2014/main" id="{24F6A0E2-97B9-7B42-EC96-939528234833}"/>
                </a:ext>
              </a:extLst>
            </p:cNvPr>
            <p:cNvSpPr>
              <a:spLocks noGrp="1"/>
            </p:cNvSpPr>
            <p:nvPr/>
          </p:nvSpPr>
          <p:spPr>
            <a:xfrm>
              <a:off x="16447330" y="3626389"/>
              <a:ext cx="71549" cy="9678"/>
            </a:xfrm>
            <a:custGeom>
              <a:avLst/>
              <a:gdLst/>
              <a:ahLst/>
              <a:cxnLst/>
              <a:rect l="0" t="0" r="0" b="0"/>
              <a:pathLst>
                <a:path w="71549" h="9678">
                  <a:moveTo>
                    <a:pt x="0" y="0"/>
                  </a:moveTo>
                  <a:lnTo>
                    <a:pt x="71549" y="9678"/>
                  </a:lnTo>
                </a:path>
              </a:pathLst>
            </a:custGeom>
            <a:noFill/>
            <a:ln w="20003">
              <a:solidFill>
                <a:srgbClr val="E9ECEE"/>
              </a:solidFill>
            </a:ln>
          </p:spPr>
        </p:sp>
        <p:sp>
          <p:nvSpPr>
            <p:cNvPr id="5019" name="Output_receptor__5018">
              <a:extLst>
                <a:ext uri="{FF2B5EF4-FFF2-40B4-BE49-F238E27FC236}">
                  <a16:creationId xmlns:a16="http://schemas.microsoft.com/office/drawing/2014/main" id="{3846C0BA-42B8-61FD-9F7D-54C5FE06F22B}"/>
                </a:ext>
              </a:extLst>
            </p:cNvPr>
            <p:cNvSpPr>
              <a:spLocks noGrp="1"/>
            </p:cNvSpPr>
            <p:nvPr/>
          </p:nvSpPr>
          <p:spPr>
            <a:xfrm>
              <a:off x="15686617" y="2847942"/>
              <a:ext cx="8590" cy="52343"/>
            </a:xfrm>
            <a:custGeom>
              <a:avLst/>
              <a:gdLst/>
              <a:ahLst/>
              <a:cxnLst/>
              <a:rect l="0" t="0" r="0" b="0"/>
              <a:pathLst>
                <a:path w="8590" h="52343">
                  <a:moveTo>
                    <a:pt x="8590" y="52343"/>
                  </a:moveTo>
                  <a:lnTo>
                    <a:pt x="0" y="0"/>
                  </a:lnTo>
                </a:path>
              </a:pathLst>
            </a:custGeom>
            <a:noFill/>
            <a:ln w="8096">
              <a:solidFill>
                <a:srgbClr val="E9ECEE"/>
              </a:solidFill>
            </a:ln>
          </p:spPr>
        </p:sp>
        <p:sp>
          <p:nvSpPr>
            <p:cNvPr id="5020" name="Output_receptor__5019">
              <a:extLst>
                <a:ext uri="{FF2B5EF4-FFF2-40B4-BE49-F238E27FC236}">
                  <a16:creationId xmlns:a16="http://schemas.microsoft.com/office/drawing/2014/main" id="{F83918B7-D35C-14E3-C9CC-D2CF32D3FF77}"/>
                </a:ext>
              </a:extLst>
            </p:cNvPr>
            <p:cNvSpPr>
              <a:spLocks noGrp="1"/>
            </p:cNvSpPr>
            <p:nvPr/>
          </p:nvSpPr>
          <p:spPr>
            <a:xfrm>
              <a:off x="16265501" y="3752130"/>
              <a:ext cx="59029" cy="21730"/>
            </a:xfrm>
            <a:custGeom>
              <a:avLst/>
              <a:gdLst/>
              <a:ahLst/>
              <a:cxnLst/>
              <a:rect l="0" t="0" r="0" b="0"/>
              <a:pathLst>
                <a:path w="59029" h="21730">
                  <a:moveTo>
                    <a:pt x="0" y="21730"/>
                  </a:moveTo>
                  <a:lnTo>
                    <a:pt x="59029" y="0"/>
                  </a:lnTo>
                </a:path>
              </a:pathLst>
            </a:custGeom>
            <a:noFill/>
            <a:ln w="20003">
              <a:solidFill>
                <a:srgbClr val="E9ECEE"/>
              </a:solidFill>
            </a:ln>
          </p:spPr>
        </p:sp>
        <p:sp>
          <p:nvSpPr>
            <p:cNvPr id="5021" name="Output_receptor__5020">
              <a:extLst>
                <a:ext uri="{FF2B5EF4-FFF2-40B4-BE49-F238E27FC236}">
                  <a16:creationId xmlns:a16="http://schemas.microsoft.com/office/drawing/2014/main" id="{E5F17CBC-9C09-287E-2B87-729DBF8DF804}"/>
                </a:ext>
              </a:extLst>
            </p:cNvPr>
            <p:cNvSpPr>
              <a:spLocks noGrp="1"/>
            </p:cNvSpPr>
            <p:nvPr/>
          </p:nvSpPr>
          <p:spPr>
            <a:xfrm>
              <a:off x="16142481" y="2955984"/>
              <a:ext cx="54818" cy="2912"/>
            </a:xfrm>
            <a:custGeom>
              <a:avLst/>
              <a:gdLst/>
              <a:ahLst/>
              <a:cxnLst/>
              <a:rect l="0" t="0" r="0" b="0"/>
              <a:pathLst>
                <a:path w="54818" h="2912">
                  <a:moveTo>
                    <a:pt x="0" y="2912"/>
                  </a:moveTo>
                  <a:lnTo>
                    <a:pt x="54818" y="0"/>
                  </a:lnTo>
                </a:path>
              </a:pathLst>
            </a:custGeom>
            <a:noFill/>
            <a:ln w="8096">
              <a:solidFill>
                <a:srgbClr val="E9ECEE"/>
              </a:solidFill>
            </a:ln>
          </p:spPr>
        </p:sp>
        <p:sp>
          <p:nvSpPr>
            <p:cNvPr id="5022" name="Output_receptor__5021">
              <a:extLst>
                <a:ext uri="{FF2B5EF4-FFF2-40B4-BE49-F238E27FC236}">
                  <a16:creationId xmlns:a16="http://schemas.microsoft.com/office/drawing/2014/main" id="{15DCC012-F7E3-7EAF-D152-9E0155E403F4}"/>
                </a:ext>
              </a:extLst>
            </p:cNvPr>
            <p:cNvSpPr>
              <a:spLocks noGrp="1"/>
            </p:cNvSpPr>
            <p:nvPr/>
          </p:nvSpPr>
          <p:spPr>
            <a:xfrm>
              <a:off x="16010926" y="3456624"/>
              <a:ext cx="62461" cy="29132"/>
            </a:xfrm>
            <a:custGeom>
              <a:avLst/>
              <a:gdLst/>
              <a:ahLst/>
              <a:cxnLst/>
              <a:rect l="0" t="0" r="0" b="0"/>
              <a:pathLst>
                <a:path w="62461" h="29132">
                  <a:moveTo>
                    <a:pt x="62461" y="0"/>
                  </a:moveTo>
                  <a:lnTo>
                    <a:pt x="0" y="29132"/>
                  </a:lnTo>
                </a:path>
              </a:pathLst>
            </a:custGeom>
            <a:noFill/>
            <a:ln w="20003">
              <a:solidFill>
                <a:srgbClr val="E9ECEE"/>
              </a:solidFill>
            </a:ln>
          </p:spPr>
        </p:sp>
        <p:sp>
          <p:nvSpPr>
            <p:cNvPr id="5023" name="Output_receptor__5022">
              <a:extLst>
                <a:ext uri="{FF2B5EF4-FFF2-40B4-BE49-F238E27FC236}">
                  <a16:creationId xmlns:a16="http://schemas.microsoft.com/office/drawing/2014/main" id="{68CCC9DB-7FE1-E52E-8538-2CC86B111674}"/>
                </a:ext>
              </a:extLst>
            </p:cNvPr>
            <p:cNvSpPr>
              <a:spLocks noGrp="1"/>
            </p:cNvSpPr>
            <p:nvPr/>
          </p:nvSpPr>
          <p:spPr>
            <a:xfrm>
              <a:off x="16249731" y="3596108"/>
              <a:ext cx="30784" cy="6598"/>
            </a:xfrm>
            <a:custGeom>
              <a:avLst/>
              <a:gdLst/>
              <a:ahLst/>
              <a:cxnLst/>
              <a:rect l="0" t="0" r="0" b="0"/>
              <a:pathLst>
                <a:path w="30784" h="6598">
                  <a:moveTo>
                    <a:pt x="30784" y="6598"/>
                  </a:moveTo>
                  <a:lnTo>
                    <a:pt x="0" y="0"/>
                  </a:lnTo>
                </a:path>
              </a:pathLst>
            </a:custGeom>
            <a:noFill/>
            <a:ln w="20003">
              <a:solidFill>
                <a:srgbClr val="E9ECEE"/>
              </a:solidFill>
            </a:ln>
          </p:spPr>
        </p:sp>
        <p:sp>
          <p:nvSpPr>
            <p:cNvPr id="5024" name="Output_receptor__5023">
              <a:extLst>
                <a:ext uri="{FF2B5EF4-FFF2-40B4-BE49-F238E27FC236}">
                  <a16:creationId xmlns:a16="http://schemas.microsoft.com/office/drawing/2014/main" id="{6092FDE5-7550-3133-BC56-15670A464B46}"/>
                </a:ext>
              </a:extLst>
            </p:cNvPr>
            <p:cNvSpPr>
              <a:spLocks noGrp="1"/>
            </p:cNvSpPr>
            <p:nvPr/>
          </p:nvSpPr>
          <p:spPr>
            <a:xfrm>
              <a:off x="15796365" y="2973396"/>
              <a:ext cx="9342" cy="58022"/>
            </a:xfrm>
            <a:custGeom>
              <a:avLst/>
              <a:gdLst/>
              <a:ahLst/>
              <a:cxnLst/>
              <a:rect l="0" t="0" r="0" b="0"/>
              <a:pathLst>
                <a:path w="9342" h="58022">
                  <a:moveTo>
                    <a:pt x="9342" y="0"/>
                  </a:moveTo>
                  <a:lnTo>
                    <a:pt x="0" y="58022"/>
                  </a:lnTo>
                </a:path>
              </a:pathLst>
            </a:custGeom>
            <a:noFill/>
            <a:ln w="20003">
              <a:solidFill>
                <a:srgbClr val="E9ECEE"/>
              </a:solidFill>
            </a:ln>
          </p:spPr>
        </p:sp>
        <p:sp>
          <p:nvSpPr>
            <p:cNvPr id="5025" name="Output_receptor__5024">
              <a:extLst>
                <a:ext uri="{FF2B5EF4-FFF2-40B4-BE49-F238E27FC236}">
                  <a16:creationId xmlns:a16="http://schemas.microsoft.com/office/drawing/2014/main" id="{090D115E-1272-127E-E687-78069B79EAE5}"/>
                </a:ext>
              </a:extLst>
            </p:cNvPr>
            <p:cNvSpPr>
              <a:spLocks noGrp="1"/>
            </p:cNvSpPr>
            <p:nvPr/>
          </p:nvSpPr>
          <p:spPr>
            <a:xfrm>
              <a:off x="15494352" y="3595206"/>
              <a:ext cx="41895" cy="3546"/>
            </a:xfrm>
            <a:custGeom>
              <a:avLst/>
              <a:gdLst/>
              <a:ahLst/>
              <a:cxnLst/>
              <a:rect l="0" t="0" r="0" b="0"/>
              <a:pathLst>
                <a:path w="41895" h="3546">
                  <a:moveTo>
                    <a:pt x="0" y="0"/>
                  </a:moveTo>
                  <a:lnTo>
                    <a:pt x="41895" y="3546"/>
                  </a:lnTo>
                </a:path>
              </a:pathLst>
            </a:custGeom>
            <a:noFill/>
            <a:ln w="20003">
              <a:solidFill>
                <a:srgbClr val="E9ECEE"/>
              </a:solidFill>
            </a:ln>
          </p:spPr>
        </p:sp>
        <p:sp>
          <p:nvSpPr>
            <p:cNvPr id="5026" name="Output_receptor__5025">
              <a:extLst>
                <a:ext uri="{FF2B5EF4-FFF2-40B4-BE49-F238E27FC236}">
                  <a16:creationId xmlns:a16="http://schemas.microsoft.com/office/drawing/2014/main" id="{202791E2-8D29-0C16-50DE-128FA909203D}"/>
                </a:ext>
              </a:extLst>
            </p:cNvPr>
            <p:cNvSpPr>
              <a:spLocks noGrp="1"/>
            </p:cNvSpPr>
            <p:nvPr/>
          </p:nvSpPr>
          <p:spPr>
            <a:xfrm>
              <a:off x="16763431" y="4121420"/>
              <a:ext cx="4447" cy="56590"/>
            </a:xfrm>
            <a:custGeom>
              <a:avLst/>
              <a:gdLst/>
              <a:ahLst/>
              <a:cxnLst/>
              <a:rect l="0" t="0" r="0" b="0"/>
              <a:pathLst>
                <a:path w="4447" h="56590">
                  <a:moveTo>
                    <a:pt x="4447" y="56590"/>
                  </a:moveTo>
                  <a:lnTo>
                    <a:pt x="0" y="0"/>
                  </a:lnTo>
                </a:path>
              </a:pathLst>
            </a:custGeom>
            <a:noFill/>
            <a:ln w="20003">
              <a:solidFill>
                <a:srgbClr val="E9ECEE"/>
              </a:solidFill>
            </a:ln>
          </p:spPr>
        </p:sp>
        <p:sp>
          <p:nvSpPr>
            <p:cNvPr id="5027" name="Output_receptor__5026">
              <a:extLst>
                <a:ext uri="{FF2B5EF4-FFF2-40B4-BE49-F238E27FC236}">
                  <a16:creationId xmlns:a16="http://schemas.microsoft.com/office/drawing/2014/main" id="{DA59AFEF-0EF8-3078-8EB9-1966E300E035}"/>
                </a:ext>
              </a:extLst>
            </p:cNvPr>
            <p:cNvSpPr>
              <a:spLocks noGrp="1"/>
            </p:cNvSpPr>
            <p:nvPr/>
          </p:nvSpPr>
          <p:spPr>
            <a:xfrm>
              <a:off x="16336624" y="3476513"/>
              <a:ext cx="42146" cy="32243"/>
            </a:xfrm>
            <a:custGeom>
              <a:avLst/>
              <a:gdLst/>
              <a:ahLst/>
              <a:cxnLst/>
              <a:rect l="0" t="0" r="0" b="0"/>
              <a:pathLst>
                <a:path w="42146" h="32243">
                  <a:moveTo>
                    <a:pt x="0" y="0"/>
                  </a:moveTo>
                  <a:lnTo>
                    <a:pt x="42146" y="32243"/>
                  </a:lnTo>
                </a:path>
              </a:pathLst>
            </a:custGeom>
            <a:noFill/>
            <a:ln w="8096">
              <a:solidFill>
                <a:srgbClr val="E9ECEE"/>
              </a:solidFill>
            </a:ln>
          </p:spPr>
        </p:sp>
        <p:sp>
          <p:nvSpPr>
            <p:cNvPr id="5028" name="Output_receptor__5027">
              <a:extLst>
                <a:ext uri="{FF2B5EF4-FFF2-40B4-BE49-F238E27FC236}">
                  <a16:creationId xmlns:a16="http://schemas.microsoft.com/office/drawing/2014/main" id="{D0344D26-5594-DAF0-4BDF-5717B451D894}"/>
                </a:ext>
              </a:extLst>
            </p:cNvPr>
            <p:cNvSpPr>
              <a:spLocks noGrp="1"/>
            </p:cNvSpPr>
            <p:nvPr/>
          </p:nvSpPr>
          <p:spPr>
            <a:xfrm>
              <a:off x="16456441" y="3701866"/>
              <a:ext cx="55391" cy="14302"/>
            </a:xfrm>
            <a:custGeom>
              <a:avLst/>
              <a:gdLst/>
              <a:ahLst/>
              <a:cxnLst/>
              <a:rect l="0" t="0" r="0" b="0"/>
              <a:pathLst>
                <a:path w="55391" h="14302">
                  <a:moveTo>
                    <a:pt x="55391" y="0"/>
                  </a:moveTo>
                  <a:lnTo>
                    <a:pt x="0" y="14302"/>
                  </a:lnTo>
                </a:path>
              </a:pathLst>
            </a:custGeom>
            <a:noFill/>
            <a:ln w="20003">
              <a:solidFill>
                <a:srgbClr val="E9ECEE"/>
              </a:solidFill>
            </a:ln>
          </p:spPr>
        </p:sp>
        <p:sp>
          <p:nvSpPr>
            <p:cNvPr id="5029" name="Output_receptor__5028">
              <a:extLst>
                <a:ext uri="{FF2B5EF4-FFF2-40B4-BE49-F238E27FC236}">
                  <a16:creationId xmlns:a16="http://schemas.microsoft.com/office/drawing/2014/main" id="{A83FEB40-EE88-2CAE-C5D7-7689204939F3}"/>
                </a:ext>
              </a:extLst>
            </p:cNvPr>
            <p:cNvSpPr>
              <a:spLocks noGrp="1"/>
            </p:cNvSpPr>
            <p:nvPr/>
          </p:nvSpPr>
          <p:spPr>
            <a:xfrm>
              <a:off x="15804771" y="3608901"/>
              <a:ext cx="38194" cy="47400"/>
            </a:xfrm>
            <a:custGeom>
              <a:avLst/>
              <a:gdLst/>
              <a:ahLst/>
              <a:cxnLst/>
              <a:rect l="0" t="0" r="0" b="0"/>
              <a:pathLst>
                <a:path w="38194" h="47400">
                  <a:moveTo>
                    <a:pt x="38194" y="47400"/>
                  </a:moveTo>
                  <a:lnTo>
                    <a:pt x="0" y="0"/>
                  </a:lnTo>
                </a:path>
              </a:pathLst>
            </a:custGeom>
            <a:noFill/>
            <a:ln w="20003">
              <a:solidFill>
                <a:srgbClr val="E9ECEE"/>
              </a:solidFill>
            </a:ln>
          </p:spPr>
        </p:sp>
        <p:sp>
          <p:nvSpPr>
            <p:cNvPr id="5030" name="Output_receptor__5029">
              <a:extLst>
                <a:ext uri="{FF2B5EF4-FFF2-40B4-BE49-F238E27FC236}">
                  <a16:creationId xmlns:a16="http://schemas.microsoft.com/office/drawing/2014/main" id="{11BB9A4E-68C1-675B-E9AD-C90F0233753F}"/>
                </a:ext>
              </a:extLst>
            </p:cNvPr>
            <p:cNvSpPr>
              <a:spLocks noGrp="1"/>
            </p:cNvSpPr>
            <p:nvPr/>
          </p:nvSpPr>
          <p:spPr>
            <a:xfrm>
              <a:off x="16162205" y="3998953"/>
              <a:ext cx="24997" cy="9282"/>
            </a:xfrm>
            <a:custGeom>
              <a:avLst/>
              <a:gdLst/>
              <a:ahLst/>
              <a:cxnLst/>
              <a:rect l="0" t="0" r="0" b="0"/>
              <a:pathLst>
                <a:path w="24997" h="9282">
                  <a:moveTo>
                    <a:pt x="24997" y="0"/>
                  </a:moveTo>
                  <a:lnTo>
                    <a:pt x="0" y="9282"/>
                  </a:lnTo>
                </a:path>
              </a:pathLst>
            </a:custGeom>
            <a:noFill/>
            <a:ln w="20003">
              <a:solidFill>
                <a:srgbClr val="E9ECEE"/>
              </a:solidFill>
            </a:ln>
          </p:spPr>
        </p:sp>
        <p:sp>
          <p:nvSpPr>
            <p:cNvPr id="5031" name="Output_receptor__5030">
              <a:extLst>
                <a:ext uri="{FF2B5EF4-FFF2-40B4-BE49-F238E27FC236}">
                  <a16:creationId xmlns:a16="http://schemas.microsoft.com/office/drawing/2014/main" id="{F278947F-43B5-A59B-1CDD-348AB63C3B35}"/>
                </a:ext>
              </a:extLst>
            </p:cNvPr>
            <p:cNvSpPr>
              <a:spLocks noGrp="1"/>
            </p:cNvSpPr>
            <p:nvPr/>
          </p:nvSpPr>
          <p:spPr>
            <a:xfrm>
              <a:off x="16721499" y="4178010"/>
              <a:ext cx="46379" cy="37539"/>
            </a:xfrm>
            <a:custGeom>
              <a:avLst/>
              <a:gdLst/>
              <a:ahLst/>
              <a:cxnLst/>
              <a:rect l="0" t="0" r="0" b="0"/>
              <a:pathLst>
                <a:path w="46379" h="37539">
                  <a:moveTo>
                    <a:pt x="0" y="37539"/>
                  </a:moveTo>
                  <a:lnTo>
                    <a:pt x="46379" y="0"/>
                  </a:lnTo>
                </a:path>
              </a:pathLst>
            </a:custGeom>
            <a:noFill/>
            <a:ln w="20003">
              <a:solidFill>
                <a:srgbClr val="E9ECEE"/>
              </a:solidFill>
            </a:ln>
          </p:spPr>
        </p:sp>
        <p:sp>
          <p:nvSpPr>
            <p:cNvPr id="5032" name="Output_receptor__5031">
              <a:extLst>
                <a:ext uri="{FF2B5EF4-FFF2-40B4-BE49-F238E27FC236}">
                  <a16:creationId xmlns:a16="http://schemas.microsoft.com/office/drawing/2014/main" id="{2A21B8EC-730F-61B4-B251-C631F533724E}"/>
                </a:ext>
              </a:extLst>
            </p:cNvPr>
            <p:cNvSpPr>
              <a:spLocks noGrp="1"/>
            </p:cNvSpPr>
            <p:nvPr/>
          </p:nvSpPr>
          <p:spPr>
            <a:xfrm>
              <a:off x="16324530" y="3752130"/>
              <a:ext cx="41869" cy="32778"/>
            </a:xfrm>
            <a:custGeom>
              <a:avLst/>
              <a:gdLst/>
              <a:ahLst/>
              <a:cxnLst/>
              <a:rect l="0" t="0" r="0" b="0"/>
              <a:pathLst>
                <a:path w="41869" h="32778">
                  <a:moveTo>
                    <a:pt x="0" y="0"/>
                  </a:moveTo>
                  <a:lnTo>
                    <a:pt x="41869" y="32778"/>
                  </a:lnTo>
                </a:path>
              </a:pathLst>
            </a:custGeom>
            <a:noFill/>
            <a:ln w="20003">
              <a:solidFill>
                <a:srgbClr val="E9ECEE"/>
              </a:solidFill>
            </a:ln>
          </p:spPr>
        </p:sp>
        <p:sp>
          <p:nvSpPr>
            <p:cNvPr id="5033" name="Output_receptor__5032">
              <a:extLst>
                <a:ext uri="{FF2B5EF4-FFF2-40B4-BE49-F238E27FC236}">
                  <a16:creationId xmlns:a16="http://schemas.microsoft.com/office/drawing/2014/main" id="{D94BB518-1FB5-2D30-A88A-859493FE81E4}"/>
                </a:ext>
              </a:extLst>
            </p:cNvPr>
            <p:cNvSpPr>
              <a:spLocks noGrp="1"/>
            </p:cNvSpPr>
            <p:nvPr/>
          </p:nvSpPr>
          <p:spPr>
            <a:xfrm>
              <a:off x="16478098" y="3886772"/>
              <a:ext cx="41275" cy="50607"/>
            </a:xfrm>
            <a:custGeom>
              <a:avLst/>
              <a:gdLst/>
              <a:ahLst/>
              <a:cxnLst/>
              <a:rect l="0" t="0" r="0" b="0"/>
              <a:pathLst>
                <a:path w="41275" h="50607">
                  <a:moveTo>
                    <a:pt x="41275" y="0"/>
                  </a:moveTo>
                  <a:lnTo>
                    <a:pt x="0" y="50607"/>
                  </a:lnTo>
                </a:path>
              </a:pathLst>
            </a:custGeom>
            <a:noFill/>
            <a:ln w="20003">
              <a:solidFill>
                <a:srgbClr val="E9ECEE"/>
              </a:solidFill>
            </a:ln>
          </p:spPr>
        </p:sp>
        <p:sp>
          <p:nvSpPr>
            <p:cNvPr id="5034" name="Output_receptor__5033">
              <a:extLst>
                <a:ext uri="{FF2B5EF4-FFF2-40B4-BE49-F238E27FC236}">
                  <a16:creationId xmlns:a16="http://schemas.microsoft.com/office/drawing/2014/main" id="{EDC9F712-FE79-27DF-F014-2C7AF3FBB06D}"/>
                </a:ext>
              </a:extLst>
            </p:cNvPr>
            <p:cNvSpPr>
              <a:spLocks noGrp="1"/>
            </p:cNvSpPr>
            <p:nvPr/>
          </p:nvSpPr>
          <p:spPr>
            <a:xfrm>
              <a:off x="16208312" y="4061281"/>
              <a:ext cx="27694" cy="35256"/>
            </a:xfrm>
            <a:custGeom>
              <a:avLst/>
              <a:gdLst/>
              <a:ahLst/>
              <a:cxnLst/>
              <a:rect l="0" t="0" r="0" b="0"/>
              <a:pathLst>
                <a:path w="27694" h="35256">
                  <a:moveTo>
                    <a:pt x="0" y="35256"/>
                  </a:moveTo>
                  <a:lnTo>
                    <a:pt x="27694" y="0"/>
                  </a:lnTo>
                </a:path>
              </a:pathLst>
            </a:custGeom>
            <a:noFill/>
            <a:ln w="20003">
              <a:solidFill>
                <a:srgbClr val="E9ECEE"/>
              </a:solidFill>
            </a:ln>
          </p:spPr>
        </p:sp>
        <p:sp>
          <p:nvSpPr>
            <p:cNvPr id="5035" name="Output_receptor__5034">
              <a:extLst>
                <a:ext uri="{FF2B5EF4-FFF2-40B4-BE49-F238E27FC236}">
                  <a16:creationId xmlns:a16="http://schemas.microsoft.com/office/drawing/2014/main" id="{5BD02840-CC2C-99AC-93AE-E83D855C4D98}"/>
                </a:ext>
              </a:extLst>
            </p:cNvPr>
            <p:cNvSpPr>
              <a:spLocks noGrp="1"/>
            </p:cNvSpPr>
            <p:nvPr/>
          </p:nvSpPr>
          <p:spPr>
            <a:xfrm>
              <a:off x="16096359" y="3041724"/>
              <a:ext cx="67225" cy="17594"/>
            </a:xfrm>
            <a:custGeom>
              <a:avLst/>
              <a:gdLst/>
              <a:ahLst/>
              <a:cxnLst/>
              <a:rect l="0" t="0" r="0" b="0"/>
              <a:pathLst>
                <a:path w="67225" h="17594">
                  <a:moveTo>
                    <a:pt x="67225" y="0"/>
                  </a:moveTo>
                  <a:lnTo>
                    <a:pt x="0" y="17594"/>
                  </a:lnTo>
                </a:path>
              </a:pathLst>
            </a:custGeom>
            <a:noFill/>
            <a:ln w="8096">
              <a:solidFill>
                <a:srgbClr val="E9ECEE"/>
              </a:solidFill>
            </a:ln>
          </p:spPr>
        </p:sp>
        <p:sp>
          <p:nvSpPr>
            <p:cNvPr id="5036" name="Output_receptor__5035">
              <a:extLst>
                <a:ext uri="{FF2B5EF4-FFF2-40B4-BE49-F238E27FC236}">
                  <a16:creationId xmlns:a16="http://schemas.microsoft.com/office/drawing/2014/main" id="{716CC5F5-B279-7D1C-1B82-D189FAD8675A}"/>
                </a:ext>
              </a:extLst>
            </p:cNvPr>
            <p:cNvSpPr>
              <a:spLocks noGrp="1"/>
            </p:cNvSpPr>
            <p:nvPr/>
          </p:nvSpPr>
          <p:spPr>
            <a:xfrm>
              <a:off x="16151584" y="3100417"/>
              <a:ext cx="42058" cy="43036"/>
            </a:xfrm>
            <a:custGeom>
              <a:avLst/>
              <a:gdLst/>
              <a:ahLst/>
              <a:cxnLst/>
              <a:rect l="0" t="0" r="0" b="0"/>
              <a:pathLst>
                <a:path w="42058" h="43036">
                  <a:moveTo>
                    <a:pt x="0" y="43036"/>
                  </a:moveTo>
                  <a:lnTo>
                    <a:pt x="42058" y="0"/>
                  </a:lnTo>
                </a:path>
              </a:pathLst>
            </a:custGeom>
            <a:noFill/>
            <a:ln w="8096">
              <a:solidFill>
                <a:srgbClr val="E9ECEE"/>
              </a:solidFill>
            </a:ln>
          </p:spPr>
        </p:sp>
        <p:sp>
          <p:nvSpPr>
            <p:cNvPr id="5037" name="Output_receptor__5036">
              <a:extLst>
                <a:ext uri="{FF2B5EF4-FFF2-40B4-BE49-F238E27FC236}">
                  <a16:creationId xmlns:a16="http://schemas.microsoft.com/office/drawing/2014/main" id="{F65FCDD2-72CD-5437-9E68-14703A404702}"/>
                </a:ext>
              </a:extLst>
            </p:cNvPr>
            <p:cNvSpPr>
              <a:spLocks noGrp="1"/>
            </p:cNvSpPr>
            <p:nvPr/>
          </p:nvSpPr>
          <p:spPr>
            <a:xfrm>
              <a:off x="16519373" y="3886772"/>
              <a:ext cx="59669" cy="21474"/>
            </a:xfrm>
            <a:custGeom>
              <a:avLst/>
              <a:gdLst/>
              <a:ahLst/>
              <a:cxnLst/>
              <a:rect l="0" t="0" r="0" b="0"/>
              <a:pathLst>
                <a:path w="59669" h="21474">
                  <a:moveTo>
                    <a:pt x="59669" y="21474"/>
                  </a:moveTo>
                  <a:lnTo>
                    <a:pt x="0" y="0"/>
                  </a:lnTo>
                </a:path>
              </a:pathLst>
            </a:custGeom>
            <a:noFill/>
            <a:ln w="20003">
              <a:solidFill>
                <a:srgbClr val="E9ECEE"/>
              </a:solidFill>
            </a:ln>
          </p:spPr>
        </p:sp>
        <p:sp>
          <p:nvSpPr>
            <p:cNvPr id="5038" name="Output_receptor__5037">
              <a:extLst>
                <a:ext uri="{FF2B5EF4-FFF2-40B4-BE49-F238E27FC236}">
                  <a16:creationId xmlns:a16="http://schemas.microsoft.com/office/drawing/2014/main" id="{8BD633AE-6992-0421-4D78-47ACB639F250}"/>
                </a:ext>
              </a:extLst>
            </p:cNvPr>
            <p:cNvSpPr>
              <a:spLocks noGrp="1"/>
            </p:cNvSpPr>
            <p:nvPr/>
          </p:nvSpPr>
          <p:spPr>
            <a:xfrm>
              <a:off x="15502335" y="2818371"/>
              <a:ext cx="3105" cy="46997"/>
            </a:xfrm>
            <a:custGeom>
              <a:avLst/>
              <a:gdLst/>
              <a:ahLst/>
              <a:cxnLst/>
              <a:rect l="0" t="0" r="0" b="0"/>
              <a:pathLst>
                <a:path w="3105" h="46997">
                  <a:moveTo>
                    <a:pt x="0" y="46997"/>
                  </a:moveTo>
                  <a:lnTo>
                    <a:pt x="3105" y="0"/>
                  </a:lnTo>
                </a:path>
              </a:pathLst>
            </a:custGeom>
            <a:noFill/>
            <a:ln w="20003">
              <a:solidFill>
                <a:srgbClr val="E9ECEE"/>
              </a:solidFill>
            </a:ln>
          </p:spPr>
        </p:sp>
        <p:sp>
          <p:nvSpPr>
            <p:cNvPr id="5039" name="Output_receptor__5038">
              <a:extLst>
                <a:ext uri="{FF2B5EF4-FFF2-40B4-BE49-F238E27FC236}">
                  <a16:creationId xmlns:a16="http://schemas.microsoft.com/office/drawing/2014/main" id="{4D4FA0D6-71FB-59D4-B10B-8F32F7AC7085}"/>
                </a:ext>
              </a:extLst>
            </p:cNvPr>
            <p:cNvSpPr>
              <a:spLocks noGrp="1"/>
            </p:cNvSpPr>
            <p:nvPr/>
          </p:nvSpPr>
          <p:spPr>
            <a:xfrm>
              <a:off x="16511832" y="3636067"/>
              <a:ext cx="7048" cy="65799"/>
            </a:xfrm>
            <a:custGeom>
              <a:avLst/>
              <a:gdLst/>
              <a:ahLst/>
              <a:cxnLst/>
              <a:rect l="0" t="0" r="0" b="0"/>
              <a:pathLst>
                <a:path w="7048" h="65799">
                  <a:moveTo>
                    <a:pt x="7048" y="0"/>
                  </a:moveTo>
                  <a:lnTo>
                    <a:pt x="0" y="65799"/>
                  </a:lnTo>
                </a:path>
              </a:pathLst>
            </a:custGeom>
            <a:noFill/>
            <a:ln w="20003">
              <a:solidFill>
                <a:srgbClr val="E9ECEE"/>
              </a:solidFill>
            </a:ln>
          </p:spPr>
        </p:sp>
        <p:sp>
          <p:nvSpPr>
            <p:cNvPr id="5040" name="Output_receptor__5039">
              <a:extLst>
                <a:ext uri="{FF2B5EF4-FFF2-40B4-BE49-F238E27FC236}">
                  <a16:creationId xmlns:a16="http://schemas.microsoft.com/office/drawing/2014/main" id="{A19CB4DD-79A0-3CA0-305A-FAAB9053F539}"/>
                </a:ext>
              </a:extLst>
            </p:cNvPr>
            <p:cNvSpPr>
              <a:spLocks noGrp="1"/>
            </p:cNvSpPr>
            <p:nvPr/>
          </p:nvSpPr>
          <p:spPr>
            <a:xfrm>
              <a:off x="15705944" y="4508851"/>
              <a:ext cx="53593" cy="48745"/>
            </a:xfrm>
            <a:custGeom>
              <a:avLst/>
              <a:gdLst/>
              <a:ahLst/>
              <a:cxnLst/>
              <a:rect l="0" t="0" r="0" b="0"/>
              <a:pathLst>
                <a:path w="53593" h="48745">
                  <a:moveTo>
                    <a:pt x="0" y="48745"/>
                  </a:moveTo>
                  <a:lnTo>
                    <a:pt x="53593" y="0"/>
                  </a:lnTo>
                </a:path>
              </a:pathLst>
            </a:custGeom>
            <a:noFill/>
            <a:ln w="20003">
              <a:solidFill>
                <a:srgbClr val="E9ECEE"/>
              </a:solidFill>
            </a:ln>
          </p:spPr>
        </p:sp>
        <p:sp>
          <p:nvSpPr>
            <p:cNvPr id="5041" name="Output_receptor__5040">
              <a:extLst>
                <a:ext uri="{FF2B5EF4-FFF2-40B4-BE49-F238E27FC236}">
                  <a16:creationId xmlns:a16="http://schemas.microsoft.com/office/drawing/2014/main" id="{D17C4365-5554-F577-E60B-BB4C06795B98}"/>
                </a:ext>
              </a:extLst>
            </p:cNvPr>
            <p:cNvSpPr>
              <a:spLocks noGrp="1"/>
            </p:cNvSpPr>
            <p:nvPr/>
          </p:nvSpPr>
          <p:spPr>
            <a:xfrm>
              <a:off x="15805708" y="2971258"/>
              <a:ext cx="69352" cy="2138"/>
            </a:xfrm>
            <a:custGeom>
              <a:avLst/>
              <a:gdLst/>
              <a:ahLst/>
              <a:cxnLst/>
              <a:rect l="0" t="0" r="0" b="0"/>
              <a:pathLst>
                <a:path w="69352" h="2138">
                  <a:moveTo>
                    <a:pt x="69352" y="0"/>
                  </a:moveTo>
                  <a:lnTo>
                    <a:pt x="0" y="2138"/>
                  </a:lnTo>
                </a:path>
              </a:pathLst>
            </a:custGeom>
            <a:noFill/>
            <a:ln w="20003">
              <a:solidFill>
                <a:srgbClr val="E9ECEE"/>
              </a:solidFill>
            </a:ln>
          </p:spPr>
        </p:sp>
        <p:sp>
          <p:nvSpPr>
            <p:cNvPr id="5042" name="Output_receptor__5041">
              <a:extLst>
                <a:ext uri="{FF2B5EF4-FFF2-40B4-BE49-F238E27FC236}">
                  <a16:creationId xmlns:a16="http://schemas.microsoft.com/office/drawing/2014/main" id="{6BC04209-2714-FA9F-B697-340CBD0103CA}"/>
                </a:ext>
              </a:extLst>
            </p:cNvPr>
            <p:cNvSpPr>
              <a:spLocks noGrp="1"/>
            </p:cNvSpPr>
            <p:nvPr/>
          </p:nvSpPr>
          <p:spPr>
            <a:xfrm>
              <a:off x="16163584" y="3041724"/>
              <a:ext cx="30058" cy="58693"/>
            </a:xfrm>
            <a:custGeom>
              <a:avLst/>
              <a:gdLst/>
              <a:ahLst/>
              <a:cxnLst/>
              <a:rect l="0" t="0" r="0" b="0"/>
              <a:pathLst>
                <a:path w="30058" h="58693">
                  <a:moveTo>
                    <a:pt x="30058" y="58693"/>
                  </a:moveTo>
                  <a:lnTo>
                    <a:pt x="0" y="0"/>
                  </a:lnTo>
                </a:path>
              </a:pathLst>
            </a:custGeom>
            <a:noFill/>
            <a:ln w="8096">
              <a:solidFill>
                <a:srgbClr val="E9ECEE"/>
              </a:solidFill>
            </a:ln>
          </p:spPr>
        </p:sp>
        <p:sp>
          <p:nvSpPr>
            <p:cNvPr id="5043" name="Output_receptor__5042">
              <a:extLst>
                <a:ext uri="{FF2B5EF4-FFF2-40B4-BE49-F238E27FC236}">
                  <a16:creationId xmlns:a16="http://schemas.microsoft.com/office/drawing/2014/main" id="{13DD6EB6-3E1D-30E1-5AC9-8526907FAF9B}"/>
                </a:ext>
              </a:extLst>
            </p:cNvPr>
            <p:cNvSpPr>
              <a:spLocks noGrp="1"/>
            </p:cNvSpPr>
            <p:nvPr/>
          </p:nvSpPr>
          <p:spPr>
            <a:xfrm>
              <a:off x="16271409" y="3260487"/>
              <a:ext cx="216" cy="42535"/>
            </a:xfrm>
            <a:custGeom>
              <a:avLst/>
              <a:gdLst/>
              <a:ahLst/>
              <a:cxnLst/>
              <a:rect l="0" t="0" r="0" b="0"/>
              <a:pathLst>
                <a:path w="216" h="42535">
                  <a:moveTo>
                    <a:pt x="216" y="42535"/>
                  </a:moveTo>
                  <a:lnTo>
                    <a:pt x="0" y="0"/>
                  </a:lnTo>
                </a:path>
              </a:pathLst>
            </a:custGeom>
            <a:noFill/>
            <a:ln w="20003">
              <a:solidFill>
                <a:srgbClr val="E9ECEE"/>
              </a:solidFill>
            </a:ln>
          </p:spPr>
        </p:sp>
        <p:sp>
          <p:nvSpPr>
            <p:cNvPr id="5044" name="Output_receptor__5043">
              <a:extLst>
                <a:ext uri="{FF2B5EF4-FFF2-40B4-BE49-F238E27FC236}">
                  <a16:creationId xmlns:a16="http://schemas.microsoft.com/office/drawing/2014/main" id="{12A3E97E-E4E1-003A-36CE-E52ADE383925}"/>
                </a:ext>
              </a:extLst>
            </p:cNvPr>
            <p:cNvSpPr>
              <a:spLocks noGrp="1"/>
            </p:cNvSpPr>
            <p:nvPr/>
          </p:nvSpPr>
          <p:spPr>
            <a:xfrm>
              <a:off x="15677589" y="3015276"/>
              <a:ext cx="44161" cy="235"/>
            </a:xfrm>
            <a:custGeom>
              <a:avLst/>
              <a:gdLst/>
              <a:ahLst/>
              <a:cxnLst/>
              <a:rect l="0" t="0" r="0" b="0"/>
              <a:pathLst>
                <a:path w="44161" h="235">
                  <a:moveTo>
                    <a:pt x="44161" y="235"/>
                  </a:moveTo>
                  <a:lnTo>
                    <a:pt x="0" y="0"/>
                  </a:lnTo>
                </a:path>
              </a:pathLst>
            </a:custGeom>
            <a:noFill/>
            <a:ln w="20003">
              <a:solidFill>
                <a:srgbClr val="E9ECEE"/>
              </a:solidFill>
            </a:ln>
          </p:spPr>
        </p:sp>
        <p:sp>
          <p:nvSpPr>
            <p:cNvPr id="5045" name="Output_receptor__5044">
              <a:extLst>
                <a:ext uri="{FF2B5EF4-FFF2-40B4-BE49-F238E27FC236}">
                  <a16:creationId xmlns:a16="http://schemas.microsoft.com/office/drawing/2014/main" id="{FD696165-A0F1-3760-837F-6C8BE4461BD9}"/>
                </a:ext>
              </a:extLst>
            </p:cNvPr>
            <p:cNvSpPr>
              <a:spLocks noGrp="1"/>
            </p:cNvSpPr>
            <p:nvPr/>
          </p:nvSpPr>
          <p:spPr>
            <a:xfrm>
              <a:off x="16236006" y="4005129"/>
              <a:ext cx="18993" cy="56152"/>
            </a:xfrm>
            <a:custGeom>
              <a:avLst/>
              <a:gdLst/>
              <a:ahLst/>
              <a:cxnLst/>
              <a:rect l="0" t="0" r="0" b="0"/>
              <a:pathLst>
                <a:path w="18993" h="56152">
                  <a:moveTo>
                    <a:pt x="0" y="56152"/>
                  </a:moveTo>
                  <a:lnTo>
                    <a:pt x="18993" y="0"/>
                  </a:lnTo>
                </a:path>
              </a:pathLst>
            </a:custGeom>
            <a:noFill/>
            <a:ln w="20003">
              <a:solidFill>
                <a:srgbClr val="E9ECEE"/>
              </a:solidFill>
            </a:ln>
          </p:spPr>
        </p:sp>
        <p:sp>
          <p:nvSpPr>
            <p:cNvPr id="5046" name="Output_receptor__5045">
              <a:extLst>
                <a:ext uri="{FF2B5EF4-FFF2-40B4-BE49-F238E27FC236}">
                  <a16:creationId xmlns:a16="http://schemas.microsoft.com/office/drawing/2014/main" id="{9F4A47B0-BF13-1F53-96D2-203A11C7BB06}"/>
                </a:ext>
              </a:extLst>
            </p:cNvPr>
            <p:cNvSpPr>
              <a:spLocks noGrp="1"/>
            </p:cNvSpPr>
            <p:nvPr/>
          </p:nvSpPr>
          <p:spPr>
            <a:xfrm>
              <a:off x="16567910" y="3908246"/>
              <a:ext cx="11132" cy="67918"/>
            </a:xfrm>
            <a:custGeom>
              <a:avLst/>
              <a:gdLst/>
              <a:ahLst/>
              <a:cxnLst/>
              <a:rect l="0" t="0" r="0" b="0"/>
              <a:pathLst>
                <a:path w="11132" h="67918">
                  <a:moveTo>
                    <a:pt x="0" y="67918"/>
                  </a:moveTo>
                  <a:lnTo>
                    <a:pt x="11132" y="0"/>
                  </a:lnTo>
                </a:path>
              </a:pathLst>
            </a:custGeom>
            <a:noFill/>
            <a:ln w="20003">
              <a:solidFill>
                <a:srgbClr val="E9ECEE"/>
              </a:solidFill>
            </a:ln>
          </p:spPr>
        </p:sp>
        <p:sp>
          <p:nvSpPr>
            <p:cNvPr id="5047" name="Output_receptor__5046">
              <a:extLst>
                <a:ext uri="{FF2B5EF4-FFF2-40B4-BE49-F238E27FC236}">
                  <a16:creationId xmlns:a16="http://schemas.microsoft.com/office/drawing/2014/main" id="{A17730FB-A17D-F25A-2380-62ABFB772776}"/>
                </a:ext>
              </a:extLst>
            </p:cNvPr>
            <p:cNvSpPr>
              <a:spLocks noGrp="1"/>
            </p:cNvSpPr>
            <p:nvPr/>
          </p:nvSpPr>
          <p:spPr>
            <a:xfrm>
              <a:off x="15785799" y="4555916"/>
              <a:ext cx="19088" cy="51861"/>
            </a:xfrm>
            <a:custGeom>
              <a:avLst/>
              <a:gdLst/>
              <a:ahLst/>
              <a:cxnLst/>
              <a:rect l="0" t="0" r="0" b="0"/>
              <a:pathLst>
                <a:path w="19088" h="51861">
                  <a:moveTo>
                    <a:pt x="19088" y="0"/>
                  </a:moveTo>
                  <a:lnTo>
                    <a:pt x="0" y="51861"/>
                  </a:lnTo>
                </a:path>
              </a:pathLst>
            </a:custGeom>
            <a:noFill/>
            <a:ln w="20003">
              <a:solidFill>
                <a:srgbClr val="E9ECEE"/>
              </a:solidFill>
            </a:ln>
          </p:spPr>
        </p:sp>
        <p:sp>
          <p:nvSpPr>
            <p:cNvPr id="5048" name="Output_receptor__5047">
              <a:extLst>
                <a:ext uri="{FF2B5EF4-FFF2-40B4-BE49-F238E27FC236}">
                  <a16:creationId xmlns:a16="http://schemas.microsoft.com/office/drawing/2014/main" id="{198BF22C-508C-B09F-81FD-F740CA7AE8C5}"/>
                </a:ext>
              </a:extLst>
            </p:cNvPr>
            <p:cNvSpPr>
              <a:spLocks noGrp="1"/>
            </p:cNvSpPr>
            <p:nvPr/>
          </p:nvSpPr>
          <p:spPr>
            <a:xfrm>
              <a:off x="16691011" y="4123978"/>
              <a:ext cx="1312" cy="2987"/>
            </a:xfrm>
            <a:custGeom>
              <a:avLst/>
              <a:gdLst/>
              <a:ahLst/>
              <a:cxnLst/>
              <a:rect l="0" t="0" r="0" b="0"/>
              <a:pathLst>
                <a:path w="1312" h="2987">
                  <a:moveTo>
                    <a:pt x="0" y="0"/>
                  </a:moveTo>
                  <a:lnTo>
                    <a:pt x="1312" y="2987"/>
                  </a:lnTo>
                </a:path>
              </a:pathLst>
            </a:custGeom>
            <a:noFill/>
            <a:ln w="20003">
              <a:solidFill>
                <a:srgbClr val="E9ECEE"/>
              </a:solidFill>
            </a:ln>
          </p:spPr>
        </p:sp>
        <p:sp>
          <p:nvSpPr>
            <p:cNvPr id="5049" name="Output_receptor__5048">
              <a:extLst>
                <a:ext uri="{FF2B5EF4-FFF2-40B4-BE49-F238E27FC236}">
                  <a16:creationId xmlns:a16="http://schemas.microsoft.com/office/drawing/2014/main" id="{82DE4D24-388C-577D-15AF-12D83EFF6822}"/>
                </a:ext>
              </a:extLst>
            </p:cNvPr>
            <p:cNvSpPr>
              <a:spLocks noGrp="1"/>
            </p:cNvSpPr>
            <p:nvPr/>
          </p:nvSpPr>
          <p:spPr>
            <a:xfrm>
              <a:off x="16116778" y="3911614"/>
              <a:ext cx="68972" cy="13406"/>
            </a:xfrm>
            <a:custGeom>
              <a:avLst/>
              <a:gdLst/>
              <a:ahLst/>
              <a:cxnLst/>
              <a:rect l="0" t="0" r="0" b="0"/>
              <a:pathLst>
                <a:path w="68972" h="13406">
                  <a:moveTo>
                    <a:pt x="68972" y="0"/>
                  </a:moveTo>
                  <a:lnTo>
                    <a:pt x="0" y="13406"/>
                  </a:lnTo>
                </a:path>
              </a:pathLst>
            </a:custGeom>
            <a:noFill/>
            <a:ln w="20003">
              <a:solidFill>
                <a:srgbClr val="E9ECEE"/>
              </a:solidFill>
            </a:ln>
          </p:spPr>
        </p:sp>
        <p:sp>
          <p:nvSpPr>
            <p:cNvPr id="5050" name="Output_receptor__5049">
              <a:extLst>
                <a:ext uri="{FF2B5EF4-FFF2-40B4-BE49-F238E27FC236}">
                  <a16:creationId xmlns:a16="http://schemas.microsoft.com/office/drawing/2014/main" id="{D0230A84-F756-E144-D9F7-29963B1617C8}"/>
                </a:ext>
              </a:extLst>
            </p:cNvPr>
            <p:cNvSpPr>
              <a:spLocks noGrp="1"/>
            </p:cNvSpPr>
            <p:nvPr/>
          </p:nvSpPr>
          <p:spPr>
            <a:xfrm>
              <a:off x="16271346" y="3451888"/>
              <a:ext cx="65278" cy="24625"/>
            </a:xfrm>
            <a:custGeom>
              <a:avLst/>
              <a:gdLst/>
              <a:ahLst/>
              <a:cxnLst/>
              <a:rect l="0" t="0" r="0" b="0"/>
              <a:pathLst>
                <a:path w="65278" h="24625">
                  <a:moveTo>
                    <a:pt x="0" y="0"/>
                  </a:moveTo>
                  <a:lnTo>
                    <a:pt x="65278" y="24625"/>
                  </a:lnTo>
                </a:path>
              </a:pathLst>
            </a:custGeom>
            <a:noFill/>
            <a:ln w="8096">
              <a:solidFill>
                <a:srgbClr val="E9ECEE"/>
              </a:solidFill>
            </a:ln>
          </p:spPr>
        </p:sp>
        <p:sp>
          <p:nvSpPr>
            <p:cNvPr id="5051" name="Output_receptor__5050">
              <a:extLst>
                <a:ext uri="{FF2B5EF4-FFF2-40B4-BE49-F238E27FC236}">
                  <a16:creationId xmlns:a16="http://schemas.microsoft.com/office/drawing/2014/main" id="{56E56872-EC0C-544B-3E27-9B9F14D9F1B9}"/>
                </a:ext>
              </a:extLst>
            </p:cNvPr>
            <p:cNvSpPr>
              <a:spLocks noGrp="1"/>
            </p:cNvSpPr>
            <p:nvPr/>
          </p:nvSpPr>
          <p:spPr>
            <a:xfrm>
              <a:off x="15979726" y="3485756"/>
              <a:ext cx="31200" cy="8212"/>
            </a:xfrm>
            <a:custGeom>
              <a:avLst/>
              <a:gdLst/>
              <a:ahLst/>
              <a:cxnLst/>
              <a:rect l="0" t="0" r="0" b="0"/>
              <a:pathLst>
                <a:path w="31200" h="8212">
                  <a:moveTo>
                    <a:pt x="31200" y="0"/>
                  </a:moveTo>
                  <a:lnTo>
                    <a:pt x="0" y="8212"/>
                  </a:lnTo>
                </a:path>
              </a:pathLst>
            </a:custGeom>
            <a:noFill/>
            <a:ln w="20003">
              <a:solidFill>
                <a:srgbClr val="E9ECEE"/>
              </a:solidFill>
            </a:ln>
          </p:spPr>
        </p:sp>
        <p:sp>
          <p:nvSpPr>
            <p:cNvPr id="5052" name="Output_receptor__5051">
              <a:extLst>
                <a:ext uri="{FF2B5EF4-FFF2-40B4-BE49-F238E27FC236}">
                  <a16:creationId xmlns:a16="http://schemas.microsoft.com/office/drawing/2014/main" id="{0E187A27-C759-9F60-C00A-AC636C48F2EB}"/>
                </a:ext>
              </a:extLst>
            </p:cNvPr>
            <p:cNvSpPr>
              <a:spLocks noGrp="1"/>
            </p:cNvSpPr>
            <p:nvPr/>
          </p:nvSpPr>
          <p:spPr>
            <a:xfrm>
              <a:off x="15561569" y="4150088"/>
              <a:ext cx="334" cy="13397"/>
            </a:xfrm>
            <a:custGeom>
              <a:avLst/>
              <a:gdLst/>
              <a:ahLst/>
              <a:cxnLst/>
              <a:rect l="0" t="0" r="0" b="0"/>
              <a:pathLst>
                <a:path w="334" h="13397">
                  <a:moveTo>
                    <a:pt x="0" y="0"/>
                  </a:moveTo>
                  <a:lnTo>
                    <a:pt x="334" y="13397"/>
                  </a:lnTo>
                </a:path>
              </a:pathLst>
            </a:custGeom>
            <a:noFill/>
            <a:ln w="20003">
              <a:solidFill>
                <a:srgbClr val="E9ECEE"/>
              </a:solidFill>
            </a:ln>
          </p:spPr>
        </p:sp>
        <p:sp>
          <p:nvSpPr>
            <p:cNvPr id="5053" name="Output_receptor__5052">
              <a:extLst>
                <a:ext uri="{FF2B5EF4-FFF2-40B4-BE49-F238E27FC236}">
                  <a16:creationId xmlns:a16="http://schemas.microsoft.com/office/drawing/2014/main" id="{005C8D6F-F62A-C234-CD27-6FB9746EEDAF}"/>
                </a:ext>
              </a:extLst>
            </p:cNvPr>
            <p:cNvSpPr>
              <a:spLocks noGrp="1"/>
            </p:cNvSpPr>
            <p:nvPr/>
          </p:nvSpPr>
          <p:spPr>
            <a:xfrm>
              <a:off x="15395914" y="4234658"/>
              <a:ext cx="1958" cy="23665"/>
            </a:xfrm>
            <a:custGeom>
              <a:avLst/>
              <a:gdLst/>
              <a:ahLst/>
              <a:cxnLst/>
              <a:rect l="0" t="0" r="0" b="0"/>
              <a:pathLst>
                <a:path w="1958" h="23665">
                  <a:moveTo>
                    <a:pt x="1958" y="0"/>
                  </a:moveTo>
                  <a:lnTo>
                    <a:pt x="0" y="23665"/>
                  </a:lnTo>
                </a:path>
              </a:pathLst>
            </a:custGeom>
            <a:noFill/>
            <a:ln w="8096">
              <a:solidFill>
                <a:srgbClr val="E9ECEE"/>
              </a:solidFill>
            </a:ln>
          </p:spPr>
        </p:sp>
        <p:sp>
          <p:nvSpPr>
            <p:cNvPr id="5054" name="Output_receptor__5053">
              <a:extLst>
                <a:ext uri="{FF2B5EF4-FFF2-40B4-BE49-F238E27FC236}">
                  <a16:creationId xmlns:a16="http://schemas.microsoft.com/office/drawing/2014/main" id="{DF22304B-7757-B677-B650-1B417A552F37}"/>
                </a:ext>
              </a:extLst>
            </p:cNvPr>
            <p:cNvSpPr>
              <a:spLocks noGrp="1"/>
            </p:cNvSpPr>
            <p:nvPr/>
          </p:nvSpPr>
          <p:spPr>
            <a:xfrm>
              <a:off x="15698325" y="3389386"/>
              <a:ext cx="45189" cy="38838"/>
            </a:xfrm>
            <a:custGeom>
              <a:avLst/>
              <a:gdLst/>
              <a:ahLst/>
              <a:cxnLst/>
              <a:rect l="0" t="0" r="0" b="0"/>
              <a:pathLst>
                <a:path w="45189" h="38838">
                  <a:moveTo>
                    <a:pt x="0" y="38838"/>
                  </a:moveTo>
                  <a:lnTo>
                    <a:pt x="45189" y="0"/>
                  </a:lnTo>
                </a:path>
              </a:pathLst>
            </a:custGeom>
            <a:noFill/>
            <a:ln w="20003">
              <a:solidFill>
                <a:srgbClr val="E9ECEE"/>
              </a:solidFill>
            </a:ln>
          </p:spPr>
        </p:sp>
        <p:sp>
          <p:nvSpPr>
            <p:cNvPr id="5055" name="Output_receptor__5054">
              <a:extLst>
                <a:ext uri="{FF2B5EF4-FFF2-40B4-BE49-F238E27FC236}">
                  <a16:creationId xmlns:a16="http://schemas.microsoft.com/office/drawing/2014/main" id="{2B2857EB-AE6E-8030-11C2-922C5DBF9963}"/>
                </a:ext>
              </a:extLst>
            </p:cNvPr>
            <p:cNvSpPr>
              <a:spLocks noGrp="1"/>
            </p:cNvSpPr>
            <p:nvPr/>
          </p:nvSpPr>
          <p:spPr>
            <a:xfrm>
              <a:off x="15762841" y="4072845"/>
              <a:ext cx="33490" cy="26535"/>
            </a:xfrm>
            <a:custGeom>
              <a:avLst/>
              <a:gdLst/>
              <a:ahLst/>
              <a:cxnLst/>
              <a:rect l="0" t="0" r="0" b="0"/>
              <a:pathLst>
                <a:path w="33490" h="26535">
                  <a:moveTo>
                    <a:pt x="0" y="26535"/>
                  </a:moveTo>
                  <a:lnTo>
                    <a:pt x="33490" y="0"/>
                  </a:lnTo>
                </a:path>
              </a:pathLst>
            </a:custGeom>
            <a:noFill/>
            <a:ln w="20003">
              <a:solidFill>
                <a:srgbClr val="E9ECEE"/>
              </a:solidFill>
            </a:ln>
          </p:spPr>
        </p:sp>
        <p:sp>
          <p:nvSpPr>
            <p:cNvPr id="5056" name="Output_receptor__5055">
              <a:extLst>
                <a:ext uri="{FF2B5EF4-FFF2-40B4-BE49-F238E27FC236}">
                  <a16:creationId xmlns:a16="http://schemas.microsoft.com/office/drawing/2014/main" id="{0BBE1048-9D02-3D88-7CBE-1D9A08599DA0}"/>
                </a:ext>
              </a:extLst>
            </p:cNvPr>
            <p:cNvSpPr>
              <a:spLocks noGrp="1"/>
            </p:cNvSpPr>
            <p:nvPr/>
          </p:nvSpPr>
          <p:spPr>
            <a:xfrm>
              <a:off x="16037451" y="3270608"/>
              <a:ext cx="30326" cy="29678"/>
            </a:xfrm>
            <a:custGeom>
              <a:avLst/>
              <a:gdLst/>
              <a:ahLst/>
              <a:cxnLst/>
              <a:rect l="0" t="0" r="0" b="0"/>
              <a:pathLst>
                <a:path w="30326" h="29678">
                  <a:moveTo>
                    <a:pt x="0" y="29678"/>
                  </a:moveTo>
                  <a:lnTo>
                    <a:pt x="30326" y="0"/>
                  </a:lnTo>
                </a:path>
              </a:pathLst>
            </a:custGeom>
            <a:noFill/>
            <a:ln w="20003">
              <a:solidFill>
                <a:srgbClr val="E9ECEE"/>
              </a:solidFill>
            </a:ln>
          </p:spPr>
        </p:sp>
        <p:sp>
          <p:nvSpPr>
            <p:cNvPr id="5057" name="Output_receptor__5056">
              <a:extLst>
                <a:ext uri="{FF2B5EF4-FFF2-40B4-BE49-F238E27FC236}">
                  <a16:creationId xmlns:a16="http://schemas.microsoft.com/office/drawing/2014/main" id="{58945BFD-0898-6B08-DB3B-14012491BF28}"/>
                </a:ext>
              </a:extLst>
            </p:cNvPr>
            <p:cNvSpPr>
              <a:spLocks noGrp="1"/>
            </p:cNvSpPr>
            <p:nvPr/>
          </p:nvSpPr>
          <p:spPr>
            <a:xfrm>
              <a:off x="16102602" y="3698041"/>
              <a:ext cx="8364" cy="62934"/>
            </a:xfrm>
            <a:custGeom>
              <a:avLst/>
              <a:gdLst/>
              <a:ahLst/>
              <a:cxnLst/>
              <a:rect l="0" t="0" r="0" b="0"/>
              <a:pathLst>
                <a:path w="8364" h="62934">
                  <a:moveTo>
                    <a:pt x="8364" y="62934"/>
                  </a:moveTo>
                  <a:lnTo>
                    <a:pt x="0" y="0"/>
                  </a:lnTo>
                </a:path>
              </a:pathLst>
            </a:custGeom>
            <a:noFill/>
            <a:ln w="20003">
              <a:solidFill>
                <a:srgbClr val="E9ECEE"/>
              </a:solidFill>
            </a:ln>
          </p:spPr>
        </p:sp>
        <p:sp>
          <p:nvSpPr>
            <p:cNvPr id="5058" name="Output_receptor__5057">
              <a:extLst>
                <a:ext uri="{FF2B5EF4-FFF2-40B4-BE49-F238E27FC236}">
                  <a16:creationId xmlns:a16="http://schemas.microsoft.com/office/drawing/2014/main" id="{41ABC7B3-C7AE-BA69-9C72-A52D9D0C3EC4}"/>
                </a:ext>
              </a:extLst>
            </p:cNvPr>
            <p:cNvSpPr>
              <a:spLocks noGrp="1"/>
            </p:cNvSpPr>
            <p:nvPr/>
          </p:nvSpPr>
          <p:spPr>
            <a:xfrm>
              <a:off x="15759537" y="4508851"/>
              <a:ext cx="45350" cy="47065"/>
            </a:xfrm>
            <a:custGeom>
              <a:avLst/>
              <a:gdLst/>
              <a:ahLst/>
              <a:cxnLst/>
              <a:rect l="0" t="0" r="0" b="0"/>
              <a:pathLst>
                <a:path w="45350" h="47065">
                  <a:moveTo>
                    <a:pt x="0" y="0"/>
                  </a:moveTo>
                  <a:lnTo>
                    <a:pt x="45350" y="47065"/>
                  </a:lnTo>
                </a:path>
              </a:pathLst>
            </a:custGeom>
            <a:noFill/>
            <a:ln w="20003">
              <a:solidFill>
                <a:srgbClr val="E9ECEE"/>
              </a:solidFill>
            </a:ln>
          </p:spPr>
        </p:sp>
        <p:sp>
          <p:nvSpPr>
            <p:cNvPr id="5059" name="Output_receptor__5058">
              <a:extLst>
                <a:ext uri="{FF2B5EF4-FFF2-40B4-BE49-F238E27FC236}">
                  <a16:creationId xmlns:a16="http://schemas.microsoft.com/office/drawing/2014/main" id="{3C1BB3A4-FEB9-EE48-5A1C-FAE66E827913}"/>
                </a:ext>
              </a:extLst>
            </p:cNvPr>
            <p:cNvSpPr>
              <a:spLocks noGrp="1"/>
            </p:cNvSpPr>
            <p:nvPr/>
          </p:nvSpPr>
          <p:spPr>
            <a:xfrm>
              <a:off x="16428355" y="4140769"/>
              <a:ext cx="68530" cy="19791"/>
            </a:xfrm>
            <a:custGeom>
              <a:avLst/>
              <a:gdLst/>
              <a:ahLst/>
              <a:cxnLst/>
              <a:rect l="0" t="0" r="0" b="0"/>
              <a:pathLst>
                <a:path w="68530" h="19791">
                  <a:moveTo>
                    <a:pt x="0" y="19791"/>
                  </a:moveTo>
                  <a:lnTo>
                    <a:pt x="68530" y="0"/>
                  </a:lnTo>
                </a:path>
              </a:pathLst>
            </a:custGeom>
            <a:noFill/>
            <a:ln w="20003">
              <a:solidFill>
                <a:srgbClr val="E9ECEE"/>
              </a:solidFill>
            </a:ln>
          </p:spPr>
        </p:sp>
        <p:sp>
          <p:nvSpPr>
            <p:cNvPr id="5060" name="Output_receptor__5059">
              <a:extLst>
                <a:ext uri="{FF2B5EF4-FFF2-40B4-BE49-F238E27FC236}">
                  <a16:creationId xmlns:a16="http://schemas.microsoft.com/office/drawing/2014/main" id="{BB044420-2CE0-6BD3-6C07-7C813B850386}"/>
                </a:ext>
              </a:extLst>
            </p:cNvPr>
            <p:cNvSpPr>
              <a:spLocks noGrp="1"/>
            </p:cNvSpPr>
            <p:nvPr/>
          </p:nvSpPr>
          <p:spPr>
            <a:xfrm>
              <a:off x="15544877" y="3391568"/>
              <a:ext cx="43035" cy="27829"/>
            </a:xfrm>
            <a:custGeom>
              <a:avLst/>
              <a:gdLst/>
              <a:ahLst/>
              <a:cxnLst/>
              <a:rect l="0" t="0" r="0" b="0"/>
              <a:pathLst>
                <a:path w="43035" h="27829">
                  <a:moveTo>
                    <a:pt x="43035" y="27829"/>
                  </a:moveTo>
                  <a:lnTo>
                    <a:pt x="0" y="0"/>
                  </a:lnTo>
                </a:path>
              </a:pathLst>
            </a:custGeom>
            <a:noFill/>
            <a:ln w="20003">
              <a:solidFill>
                <a:srgbClr val="E9ECEE"/>
              </a:solidFill>
            </a:ln>
          </p:spPr>
        </p:sp>
        <p:sp>
          <p:nvSpPr>
            <p:cNvPr id="5061" name="Output_receptor__5060">
              <a:extLst>
                <a:ext uri="{FF2B5EF4-FFF2-40B4-BE49-F238E27FC236}">
                  <a16:creationId xmlns:a16="http://schemas.microsoft.com/office/drawing/2014/main" id="{9B7ABE69-0FA5-4FD7-CD4A-1FB9F3F4956C}"/>
                </a:ext>
              </a:extLst>
            </p:cNvPr>
            <p:cNvSpPr>
              <a:spLocks noGrp="1"/>
            </p:cNvSpPr>
            <p:nvPr/>
          </p:nvSpPr>
          <p:spPr>
            <a:xfrm>
              <a:off x="16013535" y="2416129"/>
              <a:ext cx="70327" cy="4276"/>
            </a:xfrm>
            <a:custGeom>
              <a:avLst/>
              <a:gdLst/>
              <a:ahLst/>
              <a:cxnLst/>
              <a:rect l="0" t="0" r="0" b="0"/>
              <a:pathLst>
                <a:path w="70327" h="4276">
                  <a:moveTo>
                    <a:pt x="70327" y="4276"/>
                  </a:moveTo>
                  <a:lnTo>
                    <a:pt x="0" y="0"/>
                  </a:lnTo>
                </a:path>
              </a:pathLst>
            </a:custGeom>
            <a:noFill/>
            <a:ln w="20003">
              <a:solidFill>
                <a:srgbClr val="E9ECEE"/>
              </a:solidFill>
            </a:ln>
          </p:spPr>
        </p:sp>
        <p:sp>
          <p:nvSpPr>
            <p:cNvPr id="5062" name="Output_receptor__5061">
              <a:extLst>
                <a:ext uri="{FF2B5EF4-FFF2-40B4-BE49-F238E27FC236}">
                  <a16:creationId xmlns:a16="http://schemas.microsoft.com/office/drawing/2014/main" id="{07B7D698-7E92-EBA7-11B4-8182378F4540}"/>
                </a:ext>
              </a:extLst>
            </p:cNvPr>
            <p:cNvSpPr>
              <a:spLocks noGrp="1"/>
            </p:cNvSpPr>
            <p:nvPr/>
          </p:nvSpPr>
          <p:spPr>
            <a:xfrm>
              <a:off x="15418354" y="2620643"/>
              <a:ext cx="43472" cy="57167"/>
            </a:xfrm>
            <a:custGeom>
              <a:avLst/>
              <a:gdLst/>
              <a:ahLst/>
              <a:cxnLst/>
              <a:rect l="0" t="0" r="0" b="0"/>
              <a:pathLst>
                <a:path w="43472" h="57167">
                  <a:moveTo>
                    <a:pt x="0" y="0"/>
                  </a:moveTo>
                  <a:lnTo>
                    <a:pt x="43472" y="57167"/>
                  </a:lnTo>
                </a:path>
              </a:pathLst>
            </a:custGeom>
            <a:noFill/>
            <a:ln w="8096">
              <a:solidFill>
                <a:srgbClr val="E9ECEE"/>
              </a:solidFill>
            </a:ln>
          </p:spPr>
        </p:sp>
        <p:sp>
          <p:nvSpPr>
            <p:cNvPr id="5063" name="Output_receptor__5062">
              <a:extLst>
                <a:ext uri="{FF2B5EF4-FFF2-40B4-BE49-F238E27FC236}">
                  <a16:creationId xmlns:a16="http://schemas.microsoft.com/office/drawing/2014/main" id="{83E13420-35D5-1F72-3994-92B972A2F5CD}"/>
                </a:ext>
              </a:extLst>
            </p:cNvPr>
            <p:cNvSpPr>
              <a:spLocks noGrp="1"/>
            </p:cNvSpPr>
            <p:nvPr/>
          </p:nvSpPr>
          <p:spPr>
            <a:xfrm>
              <a:off x="15354785" y="3519900"/>
              <a:ext cx="30313" cy="48820"/>
            </a:xfrm>
            <a:custGeom>
              <a:avLst/>
              <a:gdLst/>
              <a:ahLst/>
              <a:cxnLst/>
              <a:rect l="0" t="0" r="0" b="0"/>
              <a:pathLst>
                <a:path w="30313" h="48820">
                  <a:moveTo>
                    <a:pt x="30313" y="0"/>
                  </a:moveTo>
                  <a:lnTo>
                    <a:pt x="0" y="48820"/>
                  </a:lnTo>
                </a:path>
              </a:pathLst>
            </a:custGeom>
            <a:noFill/>
            <a:ln w="8096">
              <a:solidFill>
                <a:srgbClr val="E9ECEE"/>
              </a:solidFill>
            </a:ln>
          </p:spPr>
        </p:sp>
        <p:sp>
          <p:nvSpPr>
            <p:cNvPr id="5064" name="Output_receptor__5063">
              <a:extLst>
                <a:ext uri="{FF2B5EF4-FFF2-40B4-BE49-F238E27FC236}">
                  <a16:creationId xmlns:a16="http://schemas.microsoft.com/office/drawing/2014/main" id="{671D6AAD-11D4-F485-90AF-47C0C00BA081}"/>
                </a:ext>
              </a:extLst>
            </p:cNvPr>
            <p:cNvSpPr>
              <a:spLocks noGrp="1"/>
            </p:cNvSpPr>
            <p:nvPr/>
          </p:nvSpPr>
          <p:spPr>
            <a:xfrm>
              <a:off x="16323474" y="3784908"/>
              <a:ext cx="42925" cy="57749"/>
            </a:xfrm>
            <a:custGeom>
              <a:avLst/>
              <a:gdLst/>
              <a:ahLst/>
              <a:cxnLst/>
              <a:rect l="0" t="0" r="0" b="0"/>
              <a:pathLst>
                <a:path w="42925" h="57749">
                  <a:moveTo>
                    <a:pt x="42925" y="0"/>
                  </a:moveTo>
                  <a:lnTo>
                    <a:pt x="0" y="57749"/>
                  </a:lnTo>
                </a:path>
              </a:pathLst>
            </a:custGeom>
            <a:noFill/>
            <a:ln w="20003">
              <a:solidFill>
                <a:srgbClr val="E9ECEE"/>
              </a:solidFill>
            </a:ln>
          </p:spPr>
        </p:sp>
        <p:sp>
          <p:nvSpPr>
            <p:cNvPr id="5065" name="Output_receptor__5064">
              <a:extLst>
                <a:ext uri="{FF2B5EF4-FFF2-40B4-BE49-F238E27FC236}">
                  <a16:creationId xmlns:a16="http://schemas.microsoft.com/office/drawing/2014/main" id="{369CB3CD-7B0B-1A23-E073-0995D7A52860}"/>
                </a:ext>
              </a:extLst>
            </p:cNvPr>
            <p:cNvSpPr>
              <a:spLocks noGrp="1"/>
            </p:cNvSpPr>
            <p:nvPr/>
          </p:nvSpPr>
          <p:spPr>
            <a:xfrm>
              <a:off x="16641004" y="4030998"/>
              <a:ext cx="62020" cy="13920"/>
            </a:xfrm>
            <a:custGeom>
              <a:avLst/>
              <a:gdLst/>
              <a:ahLst/>
              <a:cxnLst/>
              <a:rect l="0" t="0" r="0" b="0"/>
              <a:pathLst>
                <a:path w="62020" h="13920">
                  <a:moveTo>
                    <a:pt x="62020" y="0"/>
                  </a:moveTo>
                  <a:lnTo>
                    <a:pt x="0" y="13920"/>
                  </a:lnTo>
                </a:path>
              </a:pathLst>
            </a:custGeom>
            <a:noFill/>
            <a:ln w="20003">
              <a:solidFill>
                <a:srgbClr val="E9ECEE"/>
              </a:solidFill>
            </a:ln>
          </p:spPr>
        </p:sp>
        <p:sp>
          <p:nvSpPr>
            <p:cNvPr id="5066" name="Output_receptor__5065">
              <a:extLst>
                <a:ext uri="{FF2B5EF4-FFF2-40B4-BE49-F238E27FC236}">
                  <a16:creationId xmlns:a16="http://schemas.microsoft.com/office/drawing/2014/main" id="{2DC70AFD-043D-FFB1-EA64-AC23CDC47819}"/>
                </a:ext>
              </a:extLst>
            </p:cNvPr>
            <p:cNvSpPr>
              <a:spLocks noGrp="1"/>
            </p:cNvSpPr>
            <p:nvPr/>
          </p:nvSpPr>
          <p:spPr>
            <a:xfrm>
              <a:off x="16228462" y="3686897"/>
              <a:ext cx="67935" cy="7384"/>
            </a:xfrm>
            <a:custGeom>
              <a:avLst/>
              <a:gdLst/>
              <a:ahLst/>
              <a:cxnLst/>
              <a:rect l="0" t="0" r="0" b="0"/>
              <a:pathLst>
                <a:path w="67935" h="7384">
                  <a:moveTo>
                    <a:pt x="0" y="7384"/>
                  </a:moveTo>
                  <a:lnTo>
                    <a:pt x="67935" y="0"/>
                  </a:lnTo>
                </a:path>
              </a:pathLst>
            </a:custGeom>
            <a:noFill/>
            <a:ln w="20003">
              <a:solidFill>
                <a:srgbClr val="E9ECEE"/>
              </a:solidFill>
            </a:ln>
          </p:spPr>
        </p:sp>
        <p:sp>
          <p:nvSpPr>
            <p:cNvPr id="5067" name="Output_receptor__5066">
              <a:extLst>
                <a:ext uri="{FF2B5EF4-FFF2-40B4-BE49-F238E27FC236}">
                  <a16:creationId xmlns:a16="http://schemas.microsoft.com/office/drawing/2014/main" id="{E9193E9B-6DA4-36AB-33C5-1A0A7FF27093}"/>
                </a:ext>
              </a:extLst>
            </p:cNvPr>
            <p:cNvSpPr>
              <a:spLocks noGrp="1"/>
            </p:cNvSpPr>
            <p:nvPr/>
          </p:nvSpPr>
          <p:spPr>
            <a:xfrm>
              <a:off x="16073387" y="3456624"/>
              <a:ext cx="16677" cy="54913"/>
            </a:xfrm>
            <a:custGeom>
              <a:avLst/>
              <a:gdLst/>
              <a:ahLst/>
              <a:cxnLst/>
              <a:rect l="0" t="0" r="0" b="0"/>
              <a:pathLst>
                <a:path w="16677" h="54913">
                  <a:moveTo>
                    <a:pt x="16677" y="54913"/>
                  </a:moveTo>
                  <a:lnTo>
                    <a:pt x="0" y="0"/>
                  </a:lnTo>
                </a:path>
              </a:pathLst>
            </a:custGeom>
            <a:noFill/>
            <a:ln w="20003">
              <a:solidFill>
                <a:srgbClr val="E9ECEE"/>
              </a:solidFill>
            </a:ln>
          </p:spPr>
        </p:sp>
        <p:sp>
          <p:nvSpPr>
            <p:cNvPr id="5068" name="Output_receptor__5067">
              <a:extLst>
                <a:ext uri="{FF2B5EF4-FFF2-40B4-BE49-F238E27FC236}">
                  <a16:creationId xmlns:a16="http://schemas.microsoft.com/office/drawing/2014/main" id="{3613E4A7-C6EC-FC9B-170C-4137AA02DA07}"/>
                </a:ext>
              </a:extLst>
            </p:cNvPr>
            <p:cNvSpPr>
              <a:spLocks noGrp="1"/>
            </p:cNvSpPr>
            <p:nvPr/>
          </p:nvSpPr>
          <p:spPr>
            <a:xfrm>
              <a:off x="15469564" y="4110621"/>
              <a:ext cx="32581" cy="54947"/>
            </a:xfrm>
            <a:custGeom>
              <a:avLst/>
              <a:gdLst/>
              <a:ahLst/>
              <a:cxnLst/>
              <a:rect l="0" t="0" r="0" b="0"/>
              <a:pathLst>
                <a:path w="32581" h="54947">
                  <a:moveTo>
                    <a:pt x="0" y="54947"/>
                  </a:moveTo>
                  <a:lnTo>
                    <a:pt x="32581" y="0"/>
                  </a:lnTo>
                </a:path>
              </a:pathLst>
            </a:custGeom>
            <a:noFill/>
            <a:ln w="8096">
              <a:solidFill>
                <a:srgbClr val="E9ECEE"/>
              </a:solidFill>
            </a:ln>
          </p:spPr>
        </p:sp>
        <p:sp>
          <p:nvSpPr>
            <p:cNvPr id="5069" name="Output_receptor__5068">
              <a:extLst>
                <a:ext uri="{FF2B5EF4-FFF2-40B4-BE49-F238E27FC236}">
                  <a16:creationId xmlns:a16="http://schemas.microsoft.com/office/drawing/2014/main" id="{BAA9CDCE-0444-30AC-47FB-48BBDEDD4C5E}"/>
                </a:ext>
              </a:extLst>
            </p:cNvPr>
            <p:cNvSpPr>
              <a:spLocks noGrp="1"/>
            </p:cNvSpPr>
            <p:nvPr/>
          </p:nvSpPr>
          <p:spPr>
            <a:xfrm>
              <a:off x="15649978" y="2900285"/>
              <a:ext cx="45230" cy="52282"/>
            </a:xfrm>
            <a:custGeom>
              <a:avLst/>
              <a:gdLst/>
              <a:ahLst/>
              <a:cxnLst/>
              <a:rect l="0" t="0" r="0" b="0"/>
              <a:pathLst>
                <a:path w="45230" h="52282">
                  <a:moveTo>
                    <a:pt x="0" y="52282"/>
                  </a:moveTo>
                  <a:lnTo>
                    <a:pt x="45230" y="0"/>
                  </a:lnTo>
                </a:path>
              </a:pathLst>
            </a:custGeom>
            <a:noFill/>
            <a:ln w="20003">
              <a:solidFill>
                <a:srgbClr val="E9ECEE"/>
              </a:solidFill>
            </a:ln>
          </p:spPr>
        </p:sp>
        <p:sp>
          <p:nvSpPr>
            <p:cNvPr id="5070" name="Output_receptor__5069">
              <a:extLst>
                <a:ext uri="{FF2B5EF4-FFF2-40B4-BE49-F238E27FC236}">
                  <a16:creationId xmlns:a16="http://schemas.microsoft.com/office/drawing/2014/main" id="{E58932E6-A0B9-572F-31F6-77374ED4D2F4}"/>
                </a:ext>
              </a:extLst>
            </p:cNvPr>
            <p:cNvSpPr>
              <a:spLocks noGrp="1"/>
            </p:cNvSpPr>
            <p:nvPr/>
          </p:nvSpPr>
          <p:spPr>
            <a:xfrm>
              <a:off x="15913516" y="3382102"/>
              <a:ext cx="71607" cy="3407"/>
            </a:xfrm>
            <a:custGeom>
              <a:avLst/>
              <a:gdLst/>
              <a:ahLst/>
              <a:cxnLst/>
              <a:rect l="0" t="0" r="0" b="0"/>
              <a:pathLst>
                <a:path w="71607" h="3407">
                  <a:moveTo>
                    <a:pt x="71607" y="3407"/>
                  </a:moveTo>
                  <a:lnTo>
                    <a:pt x="0" y="0"/>
                  </a:lnTo>
                </a:path>
              </a:pathLst>
            </a:custGeom>
            <a:noFill/>
            <a:ln w="8096">
              <a:solidFill>
                <a:srgbClr val="E9ECEE"/>
              </a:solidFill>
            </a:ln>
          </p:spPr>
        </p:sp>
        <p:sp>
          <p:nvSpPr>
            <p:cNvPr id="5071" name="Output_receptor__5070">
              <a:extLst>
                <a:ext uri="{FF2B5EF4-FFF2-40B4-BE49-F238E27FC236}">
                  <a16:creationId xmlns:a16="http://schemas.microsoft.com/office/drawing/2014/main" id="{2FC53CBB-DD8E-8D8F-1AFE-3D32AE6A3CB3}"/>
                </a:ext>
              </a:extLst>
            </p:cNvPr>
            <p:cNvSpPr>
              <a:spLocks noGrp="1"/>
            </p:cNvSpPr>
            <p:nvPr/>
          </p:nvSpPr>
          <p:spPr>
            <a:xfrm>
              <a:off x="15703458" y="4006211"/>
              <a:ext cx="67641" cy="22652"/>
            </a:xfrm>
            <a:custGeom>
              <a:avLst/>
              <a:gdLst/>
              <a:ahLst/>
              <a:cxnLst/>
              <a:rect l="0" t="0" r="0" b="0"/>
              <a:pathLst>
                <a:path w="67641" h="22652">
                  <a:moveTo>
                    <a:pt x="67641" y="0"/>
                  </a:moveTo>
                  <a:lnTo>
                    <a:pt x="0" y="22652"/>
                  </a:lnTo>
                </a:path>
              </a:pathLst>
            </a:custGeom>
            <a:noFill/>
            <a:ln w="20003">
              <a:solidFill>
                <a:srgbClr val="E9ECEE"/>
              </a:solidFill>
            </a:ln>
          </p:spPr>
        </p:sp>
        <p:sp>
          <p:nvSpPr>
            <p:cNvPr id="5072" name="Output_receptor__5071">
              <a:extLst>
                <a:ext uri="{FF2B5EF4-FFF2-40B4-BE49-F238E27FC236}">
                  <a16:creationId xmlns:a16="http://schemas.microsoft.com/office/drawing/2014/main" id="{24EA4853-AFF2-E28A-2691-C0B6DDA90E2D}"/>
                </a:ext>
              </a:extLst>
            </p:cNvPr>
            <p:cNvSpPr>
              <a:spLocks noGrp="1"/>
            </p:cNvSpPr>
            <p:nvPr/>
          </p:nvSpPr>
          <p:spPr>
            <a:xfrm>
              <a:off x="15469564" y="4165567"/>
              <a:ext cx="16092" cy="59488"/>
            </a:xfrm>
            <a:custGeom>
              <a:avLst/>
              <a:gdLst/>
              <a:ahLst/>
              <a:cxnLst/>
              <a:rect l="0" t="0" r="0" b="0"/>
              <a:pathLst>
                <a:path w="16092" h="59488">
                  <a:moveTo>
                    <a:pt x="16092" y="59488"/>
                  </a:moveTo>
                  <a:lnTo>
                    <a:pt x="0" y="0"/>
                  </a:lnTo>
                </a:path>
              </a:pathLst>
            </a:custGeom>
            <a:noFill/>
            <a:ln w="8096">
              <a:solidFill>
                <a:srgbClr val="E9ECEF"/>
              </a:solidFill>
            </a:ln>
          </p:spPr>
        </p:sp>
        <p:sp>
          <p:nvSpPr>
            <p:cNvPr id="5073" name="Output_receptor__5072">
              <a:extLst>
                <a:ext uri="{FF2B5EF4-FFF2-40B4-BE49-F238E27FC236}">
                  <a16:creationId xmlns:a16="http://schemas.microsoft.com/office/drawing/2014/main" id="{C5D4259C-D17A-E66B-3B27-20057EF3AF82}"/>
                </a:ext>
              </a:extLst>
            </p:cNvPr>
            <p:cNvSpPr>
              <a:spLocks noGrp="1"/>
            </p:cNvSpPr>
            <p:nvPr/>
          </p:nvSpPr>
          <p:spPr>
            <a:xfrm>
              <a:off x="15523059" y="4342630"/>
              <a:ext cx="654" cy="31736"/>
            </a:xfrm>
            <a:custGeom>
              <a:avLst/>
              <a:gdLst/>
              <a:ahLst/>
              <a:cxnLst/>
              <a:rect l="0" t="0" r="0" b="0"/>
              <a:pathLst>
                <a:path w="654" h="31736">
                  <a:moveTo>
                    <a:pt x="0" y="31736"/>
                  </a:moveTo>
                  <a:lnTo>
                    <a:pt x="654" y="0"/>
                  </a:lnTo>
                </a:path>
              </a:pathLst>
            </a:custGeom>
            <a:noFill/>
            <a:ln w="8096">
              <a:solidFill>
                <a:srgbClr val="E9ECEF"/>
              </a:solidFill>
            </a:ln>
          </p:spPr>
        </p:sp>
        <p:sp>
          <p:nvSpPr>
            <p:cNvPr id="5074" name="Output_receptor__5073">
              <a:extLst>
                <a:ext uri="{FF2B5EF4-FFF2-40B4-BE49-F238E27FC236}">
                  <a16:creationId xmlns:a16="http://schemas.microsoft.com/office/drawing/2014/main" id="{C74B316B-4AAE-C640-CE05-7F6F762F83BD}"/>
                </a:ext>
              </a:extLst>
            </p:cNvPr>
            <p:cNvSpPr>
              <a:spLocks noGrp="1"/>
            </p:cNvSpPr>
            <p:nvPr/>
          </p:nvSpPr>
          <p:spPr>
            <a:xfrm>
              <a:off x="15627061" y="2580326"/>
              <a:ext cx="11502" cy="65005"/>
            </a:xfrm>
            <a:custGeom>
              <a:avLst/>
              <a:gdLst/>
              <a:ahLst/>
              <a:cxnLst/>
              <a:rect l="0" t="0" r="0" b="0"/>
              <a:pathLst>
                <a:path w="11502" h="65005">
                  <a:moveTo>
                    <a:pt x="11502" y="0"/>
                  </a:moveTo>
                  <a:lnTo>
                    <a:pt x="0" y="65005"/>
                  </a:lnTo>
                </a:path>
              </a:pathLst>
            </a:custGeom>
            <a:noFill/>
            <a:ln w="8096">
              <a:solidFill>
                <a:srgbClr val="E9ECEF"/>
              </a:solidFill>
            </a:ln>
          </p:spPr>
        </p:sp>
        <p:sp>
          <p:nvSpPr>
            <p:cNvPr id="5075" name="Output_receptor__5074">
              <a:extLst>
                <a:ext uri="{FF2B5EF4-FFF2-40B4-BE49-F238E27FC236}">
                  <a16:creationId xmlns:a16="http://schemas.microsoft.com/office/drawing/2014/main" id="{1C6E4B95-CD83-9BAA-7CC7-590451CF7469}"/>
                </a:ext>
              </a:extLst>
            </p:cNvPr>
            <p:cNvSpPr>
              <a:spLocks noGrp="1"/>
            </p:cNvSpPr>
            <p:nvPr/>
          </p:nvSpPr>
          <p:spPr>
            <a:xfrm>
              <a:off x="15364154" y="3457540"/>
              <a:ext cx="20943" cy="62360"/>
            </a:xfrm>
            <a:custGeom>
              <a:avLst/>
              <a:gdLst/>
              <a:ahLst/>
              <a:cxnLst/>
              <a:rect l="0" t="0" r="0" b="0"/>
              <a:pathLst>
                <a:path w="20943" h="62360">
                  <a:moveTo>
                    <a:pt x="0" y="0"/>
                  </a:moveTo>
                  <a:lnTo>
                    <a:pt x="20943" y="62360"/>
                  </a:lnTo>
                </a:path>
              </a:pathLst>
            </a:custGeom>
            <a:noFill/>
            <a:ln w="20003">
              <a:solidFill>
                <a:srgbClr val="E9ECEF"/>
              </a:solidFill>
            </a:ln>
          </p:spPr>
        </p:sp>
        <p:sp>
          <p:nvSpPr>
            <p:cNvPr id="5076" name="Output_receptor__5075">
              <a:extLst>
                <a:ext uri="{FF2B5EF4-FFF2-40B4-BE49-F238E27FC236}">
                  <a16:creationId xmlns:a16="http://schemas.microsoft.com/office/drawing/2014/main" id="{422F350D-C26D-1E80-C020-627321E2BA3C}"/>
                </a:ext>
              </a:extLst>
            </p:cNvPr>
            <p:cNvSpPr>
              <a:spLocks noGrp="1"/>
            </p:cNvSpPr>
            <p:nvPr/>
          </p:nvSpPr>
          <p:spPr>
            <a:xfrm>
              <a:off x="15299505" y="3444414"/>
              <a:ext cx="64650" cy="13125"/>
            </a:xfrm>
            <a:custGeom>
              <a:avLst/>
              <a:gdLst/>
              <a:ahLst/>
              <a:cxnLst/>
              <a:rect l="0" t="0" r="0" b="0"/>
              <a:pathLst>
                <a:path w="64650" h="13125">
                  <a:moveTo>
                    <a:pt x="0" y="0"/>
                  </a:moveTo>
                  <a:lnTo>
                    <a:pt x="64650" y="13125"/>
                  </a:lnTo>
                </a:path>
              </a:pathLst>
            </a:custGeom>
            <a:noFill/>
            <a:ln w="20003">
              <a:solidFill>
                <a:srgbClr val="E9ECEF"/>
              </a:solidFill>
            </a:ln>
          </p:spPr>
        </p:sp>
        <p:sp>
          <p:nvSpPr>
            <p:cNvPr id="5077" name="Output_receptor__5076">
              <a:extLst>
                <a:ext uri="{FF2B5EF4-FFF2-40B4-BE49-F238E27FC236}">
                  <a16:creationId xmlns:a16="http://schemas.microsoft.com/office/drawing/2014/main" id="{4409D1AC-959A-F8FD-99FC-135257E72ED1}"/>
                </a:ext>
              </a:extLst>
            </p:cNvPr>
            <p:cNvSpPr>
              <a:spLocks noGrp="1"/>
            </p:cNvSpPr>
            <p:nvPr/>
          </p:nvSpPr>
          <p:spPr>
            <a:xfrm>
              <a:off x="16446862" y="3626389"/>
              <a:ext cx="468" cy="14376"/>
            </a:xfrm>
            <a:custGeom>
              <a:avLst/>
              <a:gdLst/>
              <a:ahLst/>
              <a:cxnLst/>
              <a:rect l="0" t="0" r="0" b="0"/>
              <a:pathLst>
                <a:path w="468" h="14376">
                  <a:moveTo>
                    <a:pt x="0" y="14376"/>
                  </a:moveTo>
                  <a:lnTo>
                    <a:pt x="468" y="0"/>
                  </a:lnTo>
                </a:path>
              </a:pathLst>
            </a:custGeom>
            <a:noFill/>
            <a:ln w="20003">
              <a:solidFill>
                <a:srgbClr val="E9ECEF"/>
              </a:solidFill>
            </a:ln>
          </p:spPr>
        </p:sp>
        <p:sp>
          <p:nvSpPr>
            <p:cNvPr id="5078" name="Output_receptor__5077">
              <a:extLst>
                <a:ext uri="{FF2B5EF4-FFF2-40B4-BE49-F238E27FC236}">
                  <a16:creationId xmlns:a16="http://schemas.microsoft.com/office/drawing/2014/main" id="{1B633AA3-3C48-7891-EA27-0DC8F0A0810D}"/>
                </a:ext>
              </a:extLst>
            </p:cNvPr>
            <p:cNvSpPr>
              <a:spLocks noGrp="1"/>
            </p:cNvSpPr>
            <p:nvPr/>
          </p:nvSpPr>
          <p:spPr>
            <a:xfrm>
              <a:off x="16102602" y="3641972"/>
              <a:ext cx="42839" cy="56069"/>
            </a:xfrm>
            <a:custGeom>
              <a:avLst/>
              <a:gdLst/>
              <a:ahLst/>
              <a:cxnLst/>
              <a:rect l="0" t="0" r="0" b="0"/>
              <a:pathLst>
                <a:path w="42839" h="56069">
                  <a:moveTo>
                    <a:pt x="0" y="56069"/>
                  </a:moveTo>
                  <a:lnTo>
                    <a:pt x="42839" y="0"/>
                  </a:lnTo>
                </a:path>
              </a:pathLst>
            </a:custGeom>
            <a:noFill/>
            <a:ln w="20003">
              <a:solidFill>
                <a:srgbClr val="E9ECEF"/>
              </a:solidFill>
            </a:ln>
          </p:spPr>
        </p:sp>
        <p:sp>
          <p:nvSpPr>
            <p:cNvPr id="5079" name="Output_receptor__5078">
              <a:extLst>
                <a:ext uri="{FF2B5EF4-FFF2-40B4-BE49-F238E27FC236}">
                  <a16:creationId xmlns:a16="http://schemas.microsoft.com/office/drawing/2014/main" id="{F19DE59F-0E62-A74B-4CE1-31F2DC0EB3CA}"/>
                </a:ext>
              </a:extLst>
            </p:cNvPr>
            <p:cNvSpPr>
              <a:spLocks noGrp="1"/>
            </p:cNvSpPr>
            <p:nvPr/>
          </p:nvSpPr>
          <p:spPr>
            <a:xfrm>
              <a:off x="15842965" y="3600961"/>
              <a:ext cx="38453" cy="55340"/>
            </a:xfrm>
            <a:custGeom>
              <a:avLst/>
              <a:gdLst/>
              <a:ahLst/>
              <a:cxnLst/>
              <a:rect l="0" t="0" r="0" b="0"/>
              <a:pathLst>
                <a:path w="38453" h="55340">
                  <a:moveTo>
                    <a:pt x="38453" y="0"/>
                  </a:moveTo>
                  <a:lnTo>
                    <a:pt x="0" y="55340"/>
                  </a:lnTo>
                </a:path>
              </a:pathLst>
            </a:custGeom>
            <a:noFill/>
            <a:ln w="20003">
              <a:solidFill>
                <a:srgbClr val="E9ECEF"/>
              </a:solidFill>
            </a:ln>
          </p:spPr>
        </p:sp>
        <p:sp>
          <p:nvSpPr>
            <p:cNvPr id="5080" name="Output_receptor__5079">
              <a:extLst>
                <a:ext uri="{FF2B5EF4-FFF2-40B4-BE49-F238E27FC236}">
                  <a16:creationId xmlns:a16="http://schemas.microsoft.com/office/drawing/2014/main" id="{41D1F345-1DFA-69BD-60AD-744E1213971E}"/>
                </a:ext>
              </a:extLst>
            </p:cNvPr>
            <p:cNvSpPr>
              <a:spLocks noGrp="1"/>
            </p:cNvSpPr>
            <p:nvPr/>
          </p:nvSpPr>
          <p:spPr>
            <a:xfrm>
              <a:off x="16703023" y="4030998"/>
              <a:ext cx="37581" cy="42354"/>
            </a:xfrm>
            <a:custGeom>
              <a:avLst/>
              <a:gdLst/>
              <a:ahLst/>
              <a:cxnLst/>
              <a:rect l="0" t="0" r="0" b="0"/>
              <a:pathLst>
                <a:path w="37581" h="42354">
                  <a:moveTo>
                    <a:pt x="37581" y="42354"/>
                  </a:moveTo>
                  <a:lnTo>
                    <a:pt x="0" y="0"/>
                  </a:lnTo>
                </a:path>
              </a:pathLst>
            </a:custGeom>
            <a:noFill/>
            <a:ln w="20003">
              <a:solidFill>
                <a:srgbClr val="E9ECEF"/>
              </a:solidFill>
            </a:ln>
          </p:spPr>
        </p:sp>
        <p:sp>
          <p:nvSpPr>
            <p:cNvPr id="5081" name="Output_receptor__5080">
              <a:extLst>
                <a:ext uri="{FF2B5EF4-FFF2-40B4-BE49-F238E27FC236}">
                  <a16:creationId xmlns:a16="http://schemas.microsoft.com/office/drawing/2014/main" id="{C2E5D365-EF72-604B-C82C-3F026CC0ADA7}"/>
                </a:ext>
              </a:extLst>
            </p:cNvPr>
            <p:cNvSpPr>
              <a:spLocks noGrp="1"/>
            </p:cNvSpPr>
            <p:nvPr/>
          </p:nvSpPr>
          <p:spPr>
            <a:xfrm>
              <a:off x="16185749" y="3911614"/>
              <a:ext cx="19602" cy="44714"/>
            </a:xfrm>
            <a:custGeom>
              <a:avLst/>
              <a:gdLst/>
              <a:ahLst/>
              <a:cxnLst/>
              <a:rect l="0" t="0" r="0" b="0"/>
              <a:pathLst>
                <a:path w="19602" h="44714">
                  <a:moveTo>
                    <a:pt x="19602" y="44714"/>
                  </a:moveTo>
                  <a:lnTo>
                    <a:pt x="0" y="0"/>
                  </a:lnTo>
                </a:path>
              </a:pathLst>
            </a:custGeom>
            <a:noFill/>
            <a:ln w="20003">
              <a:solidFill>
                <a:srgbClr val="E9ECEF"/>
              </a:solidFill>
            </a:ln>
          </p:spPr>
        </p:sp>
        <p:sp>
          <p:nvSpPr>
            <p:cNvPr id="5082" name="Output_receptor__5081">
              <a:extLst>
                <a:ext uri="{FF2B5EF4-FFF2-40B4-BE49-F238E27FC236}">
                  <a16:creationId xmlns:a16="http://schemas.microsoft.com/office/drawing/2014/main" id="{D3966D2C-7EF3-1256-3A34-4BAC2950D63F}"/>
                </a:ext>
              </a:extLst>
            </p:cNvPr>
            <p:cNvSpPr>
              <a:spLocks noGrp="1"/>
            </p:cNvSpPr>
            <p:nvPr/>
          </p:nvSpPr>
          <p:spPr>
            <a:xfrm>
              <a:off x="16136068" y="2782693"/>
              <a:ext cx="17379" cy="66106"/>
            </a:xfrm>
            <a:custGeom>
              <a:avLst/>
              <a:gdLst/>
              <a:ahLst/>
              <a:cxnLst/>
              <a:rect l="0" t="0" r="0" b="0"/>
              <a:pathLst>
                <a:path w="17379" h="66106">
                  <a:moveTo>
                    <a:pt x="0" y="0"/>
                  </a:moveTo>
                  <a:lnTo>
                    <a:pt x="17379" y="66106"/>
                  </a:lnTo>
                </a:path>
              </a:pathLst>
            </a:custGeom>
            <a:noFill/>
            <a:ln w="8096">
              <a:solidFill>
                <a:srgbClr val="E9ECEF"/>
              </a:solidFill>
            </a:ln>
          </p:spPr>
        </p:sp>
        <p:sp>
          <p:nvSpPr>
            <p:cNvPr id="5083" name="Output_receptor__5082">
              <a:extLst>
                <a:ext uri="{FF2B5EF4-FFF2-40B4-BE49-F238E27FC236}">
                  <a16:creationId xmlns:a16="http://schemas.microsoft.com/office/drawing/2014/main" id="{B5170D7F-C65A-5D6C-7E45-C28C2553B71F}"/>
                </a:ext>
              </a:extLst>
            </p:cNvPr>
            <p:cNvSpPr>
              <a:spLocks noGrp="1"/>
            </p:cNvSpPr>
            <p:nvPr/>
          </p:nvSpPr>
          <p:spPr>
            <a:xfrm>
              <a:off x="15978946" y="3204448"/>
              <a:ext cx="69043" cy="15902"/>
            </a:xfrm>
            <a:custGeom>
              <a:avLst/>
              <a:gdLst/>
              <a:ahLst/>
              <a:cxnLst/>
              <a:rect l="0" t="0" r="0" b="0"/>
              <a:pathLst>
                <a:path w="69043" h="15902">
                  <a:moveTo>
                    <a:pt x="69043" y="0"/>
                  </a:moveTo>
                  <a:lnTo>
                    <a:pt x="0" y="15902"/>
                  </a:lnTo>
                </a:path>
              </a:pathLst>
            </a:custGeom>
            <a:noFill/>
            <a:ln w="20003">
              <a:solidFill>
                <a:srgbClr val="E9ECEF"/>
              </a:solidFill>
            </a:ln>
          </p:spPr>
        </p:sp>
        <p:sp>
          <p:nvSpPr>
            <p:cNvPr id="5084" name="Output_receptor__5083">
              <a:extLst>
                <a:ext uri="{FF2B5EF4-FFF2-40B4-BE49-F238E27FC236}">
                  <a16:creationId xmlns:a16="http://schemas.microsoft.com/office/drawing/2014/main" id="{9237B4AC-B0AA-D40D-7B94-D31B300F8A7B}"/>
                </a:ext>
              </a:extLst>
            </p:cNvPr>
            <p:cNvSpPr>
              <a:spLocks noGrp="1"/>
            </p:cNvSpPr>
            <p:nvPr/>
          </p:nvSpPr>
          <p:spPr>
            <a:xfrm>
              <a:off x="15686795" y="3665579"/>
              <a:ext cx="45667" cy="37295"/>
            </a:xfrm>
            <a:custGeom>
              <a:avLst/>
              <a:gdLst/>
              <a:ahLst/>
              <a:cxnLst/>
              <a:rect l="0" t="0" r="0" b="0"/>
              <a:pathLst>
                <a:path w="45667" h="37295">
                  <a:moveTo>
                    <a:pt x="0" y="37295"/>
                  </a:moveTo>
                  <a:lnTo>
                    <a:pt x="45667" y="0"/>
                  </a:lnTo>
                </a:path>
              </a:pathLst>
            </a:custGeom>
            <a:noFill/>
            <a:ln w="20003">
              <a:solidFill>
                <a:srgbClr val="E9ECEF"/>
              </a:solidFill>
            </a:ln>
          </p:spPr>
        </p:sp>
        <p:sp>
          <p:nvSpPr>
            <p:cNvPr id="5085" name="Output_receptor__5084">
              <a:extLst>
                <a:ext uri="{FF2B5EF4-FFF2-40B4-BE49-F238E27FC236}">
                  <a16:creationId xmlns:a16="http://schemas.microsoft.com/office/drawing/2014/main" id="{1A2D30EE-6BB5-D9A5-017C-7CA691BD3351}"/>
                </a:ext>
              </a:extLst>
            </p:cNvPr>
            <p:cNvSpPr>
              <a:spLocks noGrp="1"/>
            </p:cNvSpPr>
            <p:nvPr/>
          </p:nvSpPr>
          <p:spPr>
            <a:xfrm>
              <a:off x="16080613" y="2744816"/>
              <a:ext cx="55455" cy="37877"/>
            </a:xfrm>
            <a:custGeom>
              <a:avLst/>
              <a:gdLst/>
              <a:ahLst/>
              <a:cxnLst/>
              <a:rect l="0" t="0" r="0" b="0"/>
              <a:pathLst>
                <a:path w="55455" h="37877">
                  <a:moveTo>
                    <a:pt x="0" y="0"/>
                  </a:moveTo>
                  <a:lnTo>
                    <a:pt x="55455" y="37877"/>
                  </a:lnTo>
                </a:path>
              </a:pathLst>
            </a:custGeom>
            <a:noFill/>
            <a:ln w="8096">
              <a:solidFill>
                <a:srgbClr val="E9ECEF"/>
              </a:solidFill>
            </a:ln>
          </p:spPr>
        </p:sp>
        <p:sp>
          <p:nvSpPr>
            <p:cNvPr id="5086" name="Output_receptor__5085">
              <a:extLst>
                <a:ext uri="{FF2B5EF4-FFF2-40B4-BE49-F238E27FC236}">
                  <a16:creationId xmlns:a16="http://schemas.microsoft.com/office/drawing/2014/main" id="{1DE957FE-359C-983A-4EBF-8A984EACB847}"/>
                </a:ext>
              </a:extLst>
            </p:cNvPr>
            <p:cNvSpPr>
              <a:spLocks noGrp="1"/>
            </p:cNvSpPr>
            <p:nvPr/>
          </p:nvSpPr>
          <p:spPr>
            <a:xfrm>
              <a:off x="15565946" y="2645331"/>
              <a:ext cx="61115" cy="8787"/>
            </a:xfrm>
            <a:custGeom>
              <a:avLst/>
              <a:gdLst/>
              <a:ahLst/>
              <a:cxnLst/>
              <a:rect l="0" t="0" r="0" b="0"/>
              <a:pathLst>
                <a:path w="61115" h="8787">
                  <a:moveTo>
                    <a:pt x="61115" y="0"/>
                  </a:moveTo>
                  <a:lnTo>
                    <a:pt x="0" y="8787"/>
                  </a:lnTo>
                </a:path>
              </a:pathLst>
            </a:custGeom>
            <a:noFill/>
            <a:ln w="8096">
              <a:solidFill>
                <a:srgbClr val="E9ECEF"/>
              </a:solidFill>
            </a:ln>
          </p:spPr>
        </p:sp>
        <p:sp>
          <p:nvSpPr>
            <p:cNvPr id="5087" name="Output_receptor__5086">
              <a:extLst>
                <a:ext uri="{FF2B5EF4-FFF2-40B4-BE49-F238E27FC236}">
                  <a16:creationId xmlns:a16="http://schemas.microsoft.com/office/drawing/2014/main" id="{B5D6CC11-63C4-0D3D-025B-7CF4342BE98E}"/>
                </a:ext>
              </a:extLst>
            </p:cNvPr>
            <p:cNvSpPr>
              <a:spLocks noGrp="1"/>
            </p:cNvSpPr>
            <p:nvPr/>
          </p:nvSpPr>
          <p:spPr>
            <a:xfrm>
              <a:off x="15440490" y="3663954"/>
              <a:ext cx="58567" cy="12523"/>
            </a:xfrm>
            <a:custGeom>
              <a:avLst/>
              <a:gdLst/>
              <a:ahLst/>
              <a:cxnLst/>
              <a:rect l="0" t="0" r="0" b="0"/>
              <a:pathLst>
                <a:path w="58567" h="12523">
                  <a:moveTo>
                    <a:pt x="0" y="0"/>
                  </a:moveTo>
                  <a:lnTo>
                    <a:pt x="58567" y="12523"/>
                  </a:lnTo>
                </a:path>
              </a:pathLst>
            </a:custGeom>
            <a:noFill/>
            <a:ln w="8096">
              <a:solidFill>
                <a:srgbClr val="E9ECEF"/>
              </a:solidFill>
            </a:ln>
          </p:spPr>
        </p:sp>
        <p:sp>
          <p:nvSpPr>
            <p:cNvPr id="5088" name="Output_receptor__5087">
              <a:extLst>
                <a:ext uri="{FF2B5EF4-FFF2-40B4-BE49-F238E27FC236}">
                  <a16:creationId xmlns:a16="http://schemas.microsoft.com/office/drawing/2014/main" id="{F0169912-74B3-1D7C-7A07-8118F80CFF88}"/>
                </a:ext>
              </a:extLst>
            </p:cNvPr>
            <p:cNvSpPr>
              <a:spLocks noGrp="1"/>
            </p:cNvSpPr>
            <p:nvPr/>
          </p:nvSpPr>
          <p:spPr>
            <a:xfrm>
              <a:off x="15711639" y="3743572"/>
              <a:ext cx="67825" cy="21864"/>
            </a:xfrm>
            <a:custGeom>
              <a:avLst/>
              <a:gdLst/>
              <a:ahLst/>
              <a:cxnLst/>
              <a:rect l="0" t="0" r="0" b="0"/>
              <a:pathLst>
                <a:path w="67825" h="21864">
                  <a:moveTo>
                    <a:pt x="67825" y="0"/>
                  </a:moveTo>
                  <a:lnTo>
                    <a:pt x="0" y="21864"/>
                  </a:lnTo>
                </a:path>
              </a:pathLst>
            </a:custGeom>
            <a:noFill/>
            <a:ln w="20003">
              <a:solidFill>
                <a:srgbClr val="E9ECEF"/>
              </a:solidFill>
            </a:ln>
          </p:spPr>
        </p:sp>
        <p:sp>
          <p:nvSpPr>
            <p:cNvPr id="5089" name="Output_receptor__5088">
              <a:extLst>
                <a:ext uri="{FF2B5EF4-FFF2-40B4-BE49-F238E27FC236}">
                  <a16:creationId xmlns:a16="http://schemas.microsoft.com/office/drawing/2014/main" id="{CD46F7A9-480F-3DE3-1718-25D409733898}"/>
                </a:ext>
              </a:extLst>
            </p:cNvPr>
            <p:cNvSpPr>
              <a:spLocks noGrp="1"/>
            </p:cNvSpPr>
            <p:nvPr/>
          </p:nvSpPr>
          <p:spPr>
            <a:xfrm>
              <a:off x="15416843" y="3611967"/>
              <a:ext cx="23646" cy="51988"/>
            </a:xfrm>
            <a:custGeom>
              <a:avLst/>
              <a:gdLst/>
              <a:ahLst/>
              <a:cxnLst/>
              <a:rect l="0" t="0" r="0" b="0"/>
              <a:pathLst>
                <a:path w="23646" h="51988">
                  <a:moveTo>
                    <a:pt x="0" y="0"/>
                  </a:moveTo>
                  <a:lnTo>
                    <a:pt x="23646" y="51988"/>
                  </a:lnTo>
                </a:path>
              </a:pathLst>
            </a:custGeom>
            <a:noFill/>
            <a:ln w="8096">
              <a:solidFill>
                <a:srgbClr val="E9ECEF"/>
              </a:solidFill>
            </a:ln>
          </p:spPr>
        </p:sp>
        <p:sp>
          <p:nvSpPr>
            <p:cNvPr id="5090" name="Output_receptor__5089">
              <a:extLst>
                <a:ext uri="{FF2B5EF4-FFF2-40B4-BE49-F238E27FC236}">
                  <a16:creationId xmlns:a16="http://schemas.microsoft.com/office/drawing/2014/main" id="{3A34FF9E-66D8-76DE-05AD-EDACDFF5EE25}"/>
                </a:ext>
              </a:extLst>
            </p:cNvPr>
            <p:cNvSpPr>
              <a:spLocks noGrp="1"/>
            </p:cNvSpPr>
            <p:nvPr/>
          </p:nvSpPr>
          <p:spPr>
            <a:xfrm>
              <a:off x="15536012" y="3483351"/>
              <a:ext cx="24806" cy="29747"/>
            </a:xfrm>
            <a:custGeom>
              <a:avLst/>
              <a:gdLst/>
              <a:ahLst/>
              <a:cxnLst/>
              <a:rect l="0" t="0" r="0" b="0"/>
              <a:pathLst>
                <a:path w="24806" h="29747">
                  <a:moveTo>
                    <a:pt x="24806" y="29747"/>
                  </a:moveTo>
                  <a:lnTo>
                    <a:pt x="0" y="0"/>
                  </a:lnTo>
                </a:path>
              </a:pathLst>
            </a:custGeom>
            <a:noFill/>
            <a:ln w="20003">
              <a:solidFill>
                <a:srgbClr val="E9ECEF"/>
              </a:solidFill>
            </a:ln>
          </p:spPr>
        </p:sp>
        <p:sp>
          <p:nvSpPr>
            <p:cNvPr id="5091" name="Output_receptor__5090">
              <a:extLst>
                <a:ext uri="{FF2B5EF4-FFF2-40B4-BE49-F238E27FC236}">
                  <a16:creationId xmlns:a16="http://schemas.microsoft.com/office/drawing/2014/main" id="{5CD0A98D-1921-F10B-1FB6-29F818FB9CB7}"/>
                </a:ext>
              </a:extLst>
            </p:cNvPr>
            <p:cNvSpPr>
              <a:spLocks noGrp="1"/>
            </p:cNvSpPr>
            <p:nvPr/>
          </p:nvSpPr>
          <p:spPr>
            <a:xfrm>
              <a:off x="16047989" y="3204448"/>
              <a:ext cx="19789" cy="66160"/>
            </a:xfrm>
            <a:custGeom>
              <a:avLst/>
              <a:gdLst/>
              <a:ahLst/>
              <a:cxnLst/>
              <a:rect l="0" t="0" r="0" b="0"/>
              <a:pathLst>
                <a:path w="19789" h="66160">
                  <a:moveTo>
                    <a:pt x="19789" y="66160"/>
                  </a:moveTo>
                  <a:lnTo>
                    <a:pt x="0" y="0"/>
                  </a:lnTo>
                </a:path>
              </a:pathLst>
            </a:custGeom>
            <a:noFill/>
            <a:ln w="20003">
              <a:solidFill>
                <a:srgbClr val="E9ECEF"/>
              </a:solidFill>
            </a:ln>
          </p:spPr>
        </p:sp>
        <p:sp>
          <p:nvSpPr>
            <p:cNvPr id="5092" name="Output_receptor__5091">
              <a:extLst>
                <a:ext uri="{FF2B5EF4-FFF2-40B4-BE49-F238E27FC236}">
                  <a16:creationId xmlns:a16="http://schemas.microsoft.com/office/drawing/2014/main" id="{8077F729-C7E4-C796-6562-B8353206942A}"/>
                </a:ext>
              </a:extLst>
            </p:cNvPr>
            <p:cNvSpPr>
              <a:spLocks noGrp="1"/>
            </p:cNvSpPr>
            <p:nvPr/>
          </p:nvSpPr>
          <p:spPr>
            <a:xfrm>
              <a:off x="15434845" y="2818371"/>
              <a:ext cx="70595" cy="10777"/>
            </a:xfrm>
            <a:custGeom>
              <a:avLst/>
              <a:gdLst/>
              <a:ahLst/>
              <a:cxnLst/>
              <a:rect l="0" t="0" r="0" b="0"/>
              <a:pathLst>
                <a:path w="70595" h="10777">
                  <a:moveTo>
                    <a:pt x="70595" y="0"/>
                  </a:moveTo>
                  <a:lnTo>
                    <a:pt x="0" y="10777"/>
                  </a:lnTo>
                </a:path>
              </a:pathLst>
            </a:custGeom>
            <a:noFill/>
            <a:ln w="20003">
              <a:solidFill>
                <a:srgbClr val="E9ECEF"/>
              </a:solidFill>
            </a:ln>
          </p:spPr>
        </p:sp>
        <p:sp>
          <p:nvSpPr>
            <p:cNvPr id="5093" name="Output_receptor__5092">
              <a:extLst>
                <a:ext uri="{FF2B5EF4-FFF2-40B4-BE49-F238E27FC236}">
                  <a16:creationId xmlns:a16="http://schemas.microsoft.com/office/drawing/2014/main" id="{137C3773-E64F-2406-C829-D28AD243416A}"/>
                </a:ext>
              </a:extLst>
            </p:cNvPr>
            <p:cNvSpPr>
              <a:spLocks noGrp="1"/>
            </p:cNvSpPr>
            <p:nvPr/>
          </p:nvSpPr>
          <p:spPr>
            <a:xfrm>
              <a:off x="16058834" y="3023312"/>
              <a:ext cx="37526" cy="36007"/>
            </a:xfrm>
            <a:custGeom>
              <a:avLst/>
              <a:gdLst/>
              <a:ahLst/>
              <a:cxnLst/>
              <a:rect l="0" t="0" r="0" b="0"/>
              <a:pathLst>
                <a:path w="37526" h="36007">
                  <a:moveTo>
                    <a:pt x="37526" y="36007"/>
                  </a:moveTo>
                  <a:lnTo>
                    <a:pt x="0" y="0"/>
                  </a:lnTo>
                </a:path>
              </a:pathLst>
            </a:custGeom>
            <a:noFill/>
            <a:ln w="8096">
              <a:solidFill>
                <a:srgbClr val="E9ECEF"/>
              </a:solidFill>
            </a:ln>
          </p:spPr>
        </p:sp>
        <p:sp>
          <p:nvSpPr>
            <p:cNvPr id="5094" name="Output_receptor__5093">
              <a:extLst>
                <a:ext uri="{FF2B5EF4-FFF2-40B4-BE49-F238E27FC236}">
                  <a16:creationId xmlns:a16="http://schemas.microsoft.com/office/drawing/2014/main" id="{E92E659D-D429-27FD-7738-990598832A65}"/>
                </a:ext>
              </a:extLst>
            </p:cNvPr>
            <p:cNvSpPr>
              <a:spLocks noGrp="1"/>
            </p:cNvSpPr>
            <p:nvPr/>
          </p:nvSpPr>
          <p:spPr>
            <a:xfrm>
              <a:off x="15638562" y="2579692"/>
              <a:ext cx="71443" cy="634"/>
            </a:xfrm>
            <a:custGeom>
              <a:avLst/>
              <a:gdLst/>
              <a:ahLst/>
              <a:cxnLst/>
              <a:rect l="0" t="0" r="0" b="0"/>
              <a:pathLst>
                <a:path w="71443" h="634">
                  <a:moveTo>
                    <a:pt x="71443" y="0"/>
                  </a:moveTo>
                  <a:lnTo>
                    <a:pt x="0" y="634"/>
                  </a:lnTo>
                </a:path>
              </a:pathLst>
            </a:custGeom>
            <a:noFill/>
            <a:ln w="8096">
              <a:solidFill>
                <a:srgbClr val="E9ECEF"/>
              </a:solidFill>
            </a:ln>
          </p:spPr>
        </p:sp>
        <p:sp>
          <p:nvSpPr>
            <p:cNvPr id="5095" name="Output_receptor__5094">
              <a:extLst>
                <a:ext uri="{FF2B5EF4-FFF2-40B4-BE49-F238E27FC236}">
                  <a16:creationId xmlns:a16="http://schemas.microsoft.com/office/drawing/2014/main" id="{E73ABD5F-645E-57F5-70A5-94E039ACD064}"/>
                </a:ext>
              </a:extLst>
            </p:cNvPr>
            <p:cNvSpPr>
              <a:spLocks noGrp="1"/>
            </p:cNvSpPr>
            <p:nvPr/>
          </p:nvSpPr>
          <p:spPr>
            <a:xfrm>
              <a:off x="15418354" y="2580531"/>
              <a:ext cx="41589" cy="40111"/>
            </a:xfrm>
            <a:custGeom>
              <a:avLst/>
              <a:gdLst/>
              <a:ahLst/>
              <a:cxnLst/>
              <a:rect l="0" t="0" r="0" b="0"/>
              <a:pathLst>
                <a:path w="41589" h="40111">
                  <a:moveTo>
                    <a:pt x="41589" y="0"/>
                  </a:moveTo>
                  <a:lnTo>
                    <a:pt x="0" y="40111"/>
                  </a:lnTo>
                </a:path>
              </a:pathLst>
            </a:custGeom>
            <a:noFill/>
            <a:ln w="8096">
              <a:solidFill>
                <a:srgbClr val="E9ECEF"/>
              </a:solidFill>
            </a:ln>
          </p:spPr>
        </p:sp>
        <p:sp>
          <p:nvSpPr>
            <p:cNvPr id="5096" name="Output_receptor__5095">
              <a:extLst>
                <a:ext uri="{FF2B5EF4-FFF2-40B4-BE49-F238E27FC236}">
                  <a16:creationId xmlns:a16="http://schemas.microsoft.com/office/drawing/2014/main" id="{8DDFB452-B23D-2278-8475-D81E09F95CEF}"/>
                </a:ext>
              </a:extLst>
            </p:cNvPr>
            <p:cNvSpPr>
              <a:spLocks noGrp="1"/>
            </p:cNvSpPr>
            <p:nvPr/>
          </p:nvSpPr>
          <p:spPr>
            <a:xfrm>
              <a:off x="15824781" y="3047522"/>
              <a:ext cx="26647" cy="16712"/>
            </a:xfrm>
            <a:custGeom>
              <a:avLst/>
              <a:gdLst/>
              <a:ahLst/>
              <a:cxnLst/>
              <a:rect l="0" t="0" r="0" b="0"/>
              <a:pathLst>
                <a:path w="26647" h="16712">
                  <a:moveTo>
                    <a:pt x="26647" y="16712"/>
                  </a:moveTo>
                  <a:lnTo>
                    <a:pt x="0" y="0"/>
                  </a:lnTo>
                </a:path>
              </a:pathLst>
            </a:custGeom>
            <a:noFill/>
            <a:ln w="20003">
              <a:solidFill>
                <a:srgbClr val="E9ECEF"/>
              </a:solidFill>
            </a:ln>
          </p:spPr>
        </p:sp>
        <p:sp>
          <p:nvSpPr>
            <p:cNvPr id="5097" name="Output_receptor__5096">
              <a:extLst>
                <a:ext uri="{FF2B5EF4-FFF2-40B4-BE49-F238E27FC236}">
                  <a16:creationId xmlns:a16="http://schemas.microsoft.com/office/drawing/2014/main" id="{356BA64F-6613-8DEA-320A-B7892E35A015}"/>
                </a:ext>
              </a:extLst>
            </p:cNvPr>
            <p:cNvSpPr>
              <a:spLocks noGrp="1"/>
            </p:cNvSpPr>
            <p:nvPr/>
          </p:nvSpPr>
          <p:spPr>
            <a:xfrm>
              <a:off x="16197299" y="2955984"/>
              <a:ext cx="30245" cy="45227"/>
            </a:xfrm>
            <a:custGeom>
              <a:avLst/>
              <a:gdLst/>
              <a:ahLst/>
              <a:cxnLst/>
              <a:rect l="0" t="0" r="0" b="0"/>
              <a:pathLst>
                <a:path w="30245" h="45227">
                  <a:moveTo>
                    <a:pt x="0" y="0"/>
                  </a:moveTo>
                  <a:lnTo>
                    <a:pt x="30245" y="45227"/>
                  </a:lnTo>
                </a:path>
              </a:pathLst>
            </a:custGeom>
            <a:noFill/>
            <a:ln w="8096">
              <a:solidFill>
                <a:srgbClr val="E9ECEF"/>
              </a:solidFill>
            </a:ln>
          </p:spPr>
        </p:sp>
        <p:sp>
          <p:nvSpPr>
            <p:cNvPr id="5098" name="Output_receptor__5097">
              <a:extLst>
                <a:ext uri="{FF2B5EF4-FFF2-40B4-BE49-F238E27FC236}">
                  <a16:creationId xmlns:a16="http://schemas.microsoft.com/office/drawing/2014/main" id="{BF98021D-E574-045C-EDFB-EF7A031F9D3A}"/>
                </a:ext>
              </a:extLst>
            </p:cNvPr>
            <p:cNvSpPr>
              <a:spLocks noGrp="1"/>
            </p:cNvSpPr>
            <p:nvPr/>
          </p:nvSpPr>
          <p:spPr>
            <a:xfrm>
              <a:off x="16164562" y="3454930"/>
              <a:ext cx="13513" cy="11053"/>
            </a:xfrm>
            <a:custGeom>
              <a:avLst/>
              <a:gdLst/>
              <a:ahLst/>
              <a:cxnLst/>
              <a:rect l="0" t="0" r="0" b="0"/>
              <a:pathLst>
                <a:path w="13513" h="11053">
                  <a:moveTo>
                    <a:pt x="0" y="11053"/>
                  </a:moveTo>
                  <a:lnTo>
                    <a:pt x="13513" y="0"/>
                  </a:lnTo>
                </a:path>
              </a:pathLst>
            </a:custGeom>
            <a:noFill/>
            <a:ln w="8096">
              <a:solidFill>
                <a:srgbClr val="E9ECEF"/>
              </a:solidFill>
            </a:ln>
          </p:spPr>
        </p:sp>
        <p:sp>
          <p:nvSpPr>
            <p:cNvPr id="5099" name="Output_receptor__5098">
              <a:extLst>
                <a:ext uri="{FF2B5EF4-FFF2-40B4-BE49-F238E27FC236}">
                  <a16:creationId xmlns:a16="http://schemas.microsoft.com/office/drawing/2014/main" id="{8F94584C-3866-8EFF-4F43-52C49BD4814A}"/>
                </a:ext>
              </a:extLst>
            </p:cNvPr>
            <p:cNvSpPr>
              <a:spLocks noGrp="1"/>
            </p:cNvSpPr>
            <p:nvPr/>
          </p:nvSpPr>
          <p:spPr>
            <a:xfrm>
              <a:off x="15520979" y="2603209"/>
              <a:ext cx="44967" cy="50910"/>
            </a:xfrm>
            <a:custGeom>
              <a:avLst/>
              <a:gdLst/>
              <a:ahLst/>
              <a:cxnLst/>
              <a:rect l="0" t="0" r="0" b="0"/>
              <a:pathLst>
                <a:path w="44967" h="50910">
                  <a:moveTo>
                    <a:pt x="44967" y="50910"/>
                  </a:moveTo>
                  <a:lnTo>
                    <a:pt x="0" y="0"/>
                  </a:lnTo>
                </a:path>
              </a:pathLst>
            </a:custGeom>
            <a:noFill/>
            <a:ln w="8096">
              <a:solidFill>
                <a:srgbClr val="E9ECEF"/>
              </a:solidFill>
            </a:ln>
          </p:spPr>
        </p:sp>
        <p:sp>
          <p:nvSpPr>
            <p:cNvPr id="5100" name="Output_receptor__5099">
              <a:extLst>
                <a:ext uri="{FF2B5EF4-FFF2-40B4-BE49-F238E27FC236}">
                  <a16:creationId xmlns:a16="http://schemas.microsoft.com/office/drawing/2014/main" id="{357AD0C7-EA36-E4E9-BD93-BB0F15639499}"/>
                </a:ext>
              </a:extLst>
            </p:cNvPr>
            <p:cNvSpPr>
              <a:spLocks noGrp="1"/>
            </p:cNvSpPr>
            <p:nvPr/>
          </p:nvSpPr>
          <p:spPr>
            <a:xfrm>
              <a:off x="15771098" y="4006211"/>
              <a:ext cx="25233" cy="66634"/>
            </a:xfrm>
            <a:custGeom>
              <a:avLst/>
              <a:gdLst/>
              <a:ahLst/>
              <a:cxnLst/>
              <a:rect l="0" t="0" r="0" b="0"/>
              <a:pathLst>
                <a:path w="25233" h="66634">
                  <a:moveTo>
                    <a:pt x="25233" y="66634"/>
                  </a:moveTo>
                  <a:lnTo>
                    <a:pt x="0" y="0"/>
                  </a:lnTo>
                </a:path>
              </a:pathLst>
            </a:custGeom>
            <a:noFill/>
            <a:ln w="20003">
              <a:solidFill>
                <a:srgbClr val="E9ECEF"/>
              </a:solidFill>
            </a:ln>
          </p:spPr>
        </p:sp>
        <p:sp>
          <p:nvSpPr>
            <p:cNvPr id="5101" name="Output_receptor__5100">
              <a:extLst>
                <a:ext uri="{FF2B5EF4-FFF2-40B4-BE49-F238E27FC236}">
                  <a16:creationId xmlns:a16="http://schemas.microsoft.com/office/drawing/2014/main" id="{44D1DDD4-5403-1328-AAD0-514154AA5591}"/>
                </a:ext>
              </a:extLst>
            </p:cNvPr>
            <p:cNvSpPr>
              <a:spLocks noGrp="1"/>
            </p:cNvSpPr>
            <p:nvPr/>
          </p:nvSpPr>
          <p:spPr>
            <a:xfrm>
              <a:off x="15686795" y="3702874"/>
              <a:ext cx="24844" cy="62562"/>
            </a:xfrm>
            <a:custGeom>
              <a:avLst/>
              <a:gdLst/>
              <a:ahLst/>
              <a:cxnLst/>
              <a:rect l="0" t="0" r="0" b="0"/>
              <a:pathLst>
                <a:path w="24844" h="62562">
                  <a:moveTo>
                    <a:pt x="24844" y="62562"/>
                  </a:moveTo>
                  <a:lnTo>
                    <a:pt x="0" y="0"/>
                  </a:lnTo>
                </a:path>
              </a:pathLst>
            </a:custGeom>
            <a:noFill/>
            <a:ln w="20003">
              <a:solidFill>
                <a:srgbClr val="E9ECEF"/>
              </a:solidFill>
            </a:ln>
          </p:spPr>
        </p:sp>
        <p:sp>
          <p:nvSpPr>
            <p:cNvPr id="5102" name="Output_receptor__5101">
              <a:extLst>
                <a:ext uri="{FF2B5EF4-FFF2-40B4-BE49-F238E27FC236}">
                  <a16:creationId xmlns:a16="http://schemas.microsoft.com/office/drawing/2014/main" id="{B00F38DD-F4BE-6AE7-4E6A-B4E9474ADED3}"/>
                </a:ext>
              </a:extLst>
            </p:cNvPr>
            <p:cNvSpPr>
              <a:spLocks noGrp="1"/>
            </p:cNvSpPr>
            <p:nvPr/>
          </p:nvSpPr>
          <p:spPr>
            <a:xfrm>
              <a:off x="15705944" y="4557596"/>
              <a:ext cx="15334" cy="13971"/>
            </a:xfrm>
            <a:custGeom>
              <a:avLst/>
              <a:gdLst/>
              <a:ahLst/>
              <a:cxnLst/>
              <a:rect l="0" t="0" r="0" b="0"/>
              <a:pathLst>
                <a:path w="15334" h="13971">
                  <a:moveTo>
                    <a:pt x="15334" y="13971"/>
                  </a:moveTo>
                  <a:lnTo>
                    <a:pt x="0" y="0"/>
                  </a:lnTo>
                </a:path>
              </a:pathLst>
            </a:custGeom>
            <a:noFill/>
            <a:ln w="20003">
              <a:solidFill>
                <a:srgbClr val="E9ECEF"/>
              </a:solidFill>
            </a:ln>
          </p:spPr>
        </p:sp>
        <p:sp>
          <p:nvSpPr>
            <p:cNvPr id="5103" name="Output_receptor__5102">
              <a:extLst>
                <a:ext uri="{FF2B5EF4-FFF2-40B4-BE49-F238E27FC236}">
                  <a16:creationId xmlns:a16="http://schemas.microsoft.com/office/drawing/2014/main" id="{F9D24DB8-C096-7509-FAE6-AAA6A7C6910B}"/>
                </a:ext>
              </a:extLst>
            </p:cNvPr>
            <p:cNvSpPr>
              <a:spLocks noGrp="1"/>
            </p:cNvSpPr>
            <p:nvPr/>
          </p:nvSpPr>
          <p:spPr>
            <a:xfrm>
              <a:off x="15691945" y="2778191"/>
              <a:ext cx="62403" cy="31853"/>
            </a:xfrm>
            <a:custGeom>
              <a:avLst/>
              <a:gdLst/>
              <a:ahLst/>
              <a:cxnLst/>
              <a:rect l="0" t="0" r="0" b="0"/>
              <a:pathLst>
                <a:path w="62403" h="31853">
                  <a:moveTo>
                    <a:pt x="0" y="31853"/>
                  </a:moveTo>
                  <a:lnTo>
                    <a:pt x="62403" y="0"/>
                  </a:lnTo>
                </a:path>
              </a:pathLst>
            </a:custGeom>
            <a:noFill/>
            <a:ln w="8096">
              <a:solidFill>
                <a:srgbClr val="E9ECEF"/>
              </a:solidFill>
            </a:ln>
          </p:spPr>
        </p:sp>
        <p:sp>
          <p:nvSpPr>
            <p:cNvPr id="5104" name="Output_receptor__5103">
              <a:extLst>
                <a:ext uri="{FF2B5EF4-FFF2-40B4-BE49-F238E27FC236}">
                  <a16:creationId xmlns:a16="http://schemas.microsoft.com/office/drawing/2014/main" id="{F1DA861D-C9A4-8B53-8536-F00BD2F57076}"/>
                </a:ext>
              </a:extLst>
            </p:cNvPr>
            <p:cNvSpPr>
              <a:spLocks noGrp="1"/>
            </p:cNvSpPr>
            <p:nvPr/>
          </p:nvSpPr>
          <p:spPr>
            <a:xfrm>
              <a:off x="16265501" y="3750828"/>
              <a:ext cx="31046" cy="23032"/>
            </a:xfrm>
            <a:custGeom>
              <a:avLst/>
              <a:gdLst/>
              <a:ahLst/>
              <a:cxnLst/>
              <a:rect l="0" t="0" r="0" b="0"/>
              <a:pathLst>
                <a:path w="31046" h="23032">
                  <a:moveTo>
                    <a:pt x="31046" y="0"/>
                  </a:moveTo>
                  <a:lnTo>
                    <a:pt x="0" y="23032"/>
                  </a:lnTo>
                </a:path>
              </a:pathLst>
            </a:custGeom>
            <a:noFill/>
            <a:ln w="20003">
              <a:solidFill>
                <a:srgbClr val="E9ECEF"/>
              </a:solidFill>
            </a:ln>
          </p:spPr>
        </p:sp>
        <p:sp>
          <p:nvSpPr>
            <p:cNvPr id="5105" name="Output_receptor__5104">
              <a:extLst>
                <a:ext uri="{FF2B5EF4-FFF2-40B4-BE49-F238E27FC236}">
                  <a16:creationId xmlns:a16="http://schemas.microsoft.com/office/drawing/2014/main" id="{30203CC1-F9A7-0204-3307-F613D60E6505}"/>
                </a:ext>
              </a:extLst>
            </p:cNvPr>
            <p:cNvSpPr>
              <a:spLocks noGrp="1"/>
            </p:cNvSpPr>
            <p:nvPr/>
          </p:nvSpPr>
          <p:spPr>
            <a:xfrm>
              <a:off x="16083862" y="2420405"/>
              <a:ext cx="27137" cy="28447"/>
            </a:xfrm>
            <a:custGeom>
              <a:avLst/>
              <a:gdLst/>
              <a:ahLst/>
              <a:cxnLst/>
              <a:rect l="0" t="0" r="0" b="0"/>
              <a:pathLst>
                <a:path w="27137" h="28447">
                  <a:moveTo>
                    <a:pt x="27137" y="28447"/>
                  </a:moveTo>
                  <a:lnTo>
                    <a:pt x="0" y="0"/>
                  </a:lnTo>
                </a:path>
              </a:pathLst>
            </a:custGeom>
            <a:noFill/>
            <a:ln w="20003">
              <a:solidFill>
                <a:srgbClr val="E9ECEF"/>
              </a:solidFill>
            </a:ln>
          </p:spPr>
        </p:sp>
        <p:sp>
          <p:nvSpPr>
            <p:cNvPr id="5106" name="Output_receptor__5105">
              <a:extLst>
                <a:ext uri="{FF2B5EF4-FFF2-40B4-BE49-F238E27FC236}">
                  <a16:creationId xmlns:a16="http://schemas.microsoft.com/office/drawing/2014/main" id="{080D02ED-1C5F-E037-C806-7F0DC6A41A2D}"/>
                </a:ext>
              </a:extLst>
            </p:cNvPr>
            <p:cNvSpPr>
              <a:spLocks noGrp="1"/>
            </p:cNvSpPr>
            <p:nvPr/>
          </p:nvSpPr>
          <p:spPr>
            <a:xfrm>
              <a:off x="16473006" y="4199750"/>
              <a:ext cx="33035" cy="42842"/>
            </a:xfrm>
            <a:custGeom>
              <a:avLst/>
              <a:gdLst/>
              <a:ahLst/>
              <a:cxnLst/>
              <a:rect l="0" t="0" r="0" b="0"/>
              <a:pathLst>
                <a:path w="33035" h="42842">
                  <a:moveTo>
                    <a:pt x="33035" y="0"/>
                  </a:moveTo>
                  <a:lnTo>
                    <a:pt x="0" y="42842"/>
                  </a:lnTo>
                </a:path>
              </a:pathLst>
            </a:custGeom>
            <a:noFill/>
            <a:ln w="20003">
              <a:solidFill>
                <a:srgbClr val="E9ECEF"/>
              </a:solidFill>
            </a:ln>
          </p:spPr>
        </p:sp>
        <p:sp>
          <p:nvSpPr>
            <p:cNvPr id="5107" name="Output_receptor__5106">
              <a:extLst>
                <a:ext uri="{FF2B5EF4-FFF2-40B4-BE49-F238E27FC236}">
                  <a16:creationId xmlns:a16="http://schemas.microsoft.com/office/drawing/2014/main" id="{71C6AA2A-BBFA-9F09-09AE-4FBD1244FF36}"/>
                </a:ext>
              </a:extLst>
            </p:cNvPr>
            <p:cNvSpPr>
              <a:spLocks noGrp="1"/>
            </p:cNvSpPr>
            <p:nvPr/>
          </p:nvSpPr>
          <p:spPr>
            <a:xfrm>
              <a:off x="15754348" y="2778191"/>
              <a:ext cx="45252" cy="52169"/>
            </a:xfrm>
            <a:custGeom>
              <a:avLst/>
              <a:gdLst/>
              <a:ahLst/>
              <a:cxnLst/>
              <a:rect l="0" t="0" r="0" b="0"/>
              <a:pathLst>
                <a:path w="45252" h="52169">
                  <a:moveTo>
                    <a:pt x="0" y="0"/>
                  </a:moveTo>
                  <a:lnTo>
                    <a:pt x="45252" y="52169"/>
                  </a:lnTo>
                </a:path>
              </a:pathLst>
            </a:custGeom>
            <a:noFill/>
            <a:ln w="8096">
              <a:solidFill>
                <a:srgbClr val="E9ECEF"/>
              </a:solidFill>
            </a:ln>
          </p:spPr>
        </p:sp>
        <p:sp>
          <p:nvSpPr>
            <p:cNvPr id="5108" name="Output_receptor__5107">
              <a:extLst>
                <a:ext uri="{FF2B5EF4-FFF2-40B4-BE49-F238E27FC236}">
                  <a16:creationId xmlns:a16="http://schemas.microsoft.com/office/drawing/2014/main" id="{925BCC0D-D035-3258-E679-96D7F09D3B48}"/>
                </a:ext>
              </a:extLst>
            </p:cNvPr>
            <p:cNvSpPr>
              <a:spLocks noGrp="1"/>
            </p:cNvSpPr>
            <p:nvPr/>
          </p:nvSpPr>
          <p:spPr>
            <a:xfrm>
              <a:off x="15485656" y="4225056"/>
              <a:ext cx="51869" cy="49640"/>
            </a:xfrm>
            <a:custGeom>
              <a:avLst/>
              <a:gdLst/>
              <a:ahLst/>
              <a:cxnLst/>
              <a:rect l="0" t="0" r="0" b="0"/>
              <a:pathLst>
                <a:path w="51869" h="49640">
                  <a:moveTo>
                    <a:pt x="51869" y="49640"/>
                  </a:moveTo>
                  <a:lnTo>
                    <a:pt x="0" y="0"/>
                  </a:lnTo>
                </a:path>
              </a:pathLst>
            </a:custGeom>
            <a:noFill/>
            <a:ln w="8096">
              <a:solidFill>
                <a:srgbClr val="E9ECEF"/>
              </a:solidFill>
            </a:ln>
          </p:spPr>
        </p:sp>
        <p:sp>
          <p:nvSpPr>
            <p:cNvPr id="5109" name="Output_receptor__5108">
              <a:extLst>
                <a:ext uri="{FF2B5EF4-FFF2-40B4-BE49-F238E27FC236}">
                  <a16:creationId xmlns:a16="http://schemas.microsoft.com/office/drawing/2014/main" id="{4F5A40CC-A7F3-BB1D-6119-09D346C8A34D}"/>
                </a:ext>
              </a:extLst>
            </p:cNvPr>
            <p:cNvSpPr>
              <a:spLocks noGrp="1"/>
            </p:cNvSpPr>
            <p:nvPr/>
          </p:nvSpPr>
          <p:spPr>
            <a:xfrm>
              <a:off x="16249731" y="3571478"/>
              <a:ext cx="58349" cy="24630"/>
            </a:xfrm>
            <a:custGeom>
              <a:avLst/>
              <a:gdLst/>
              <a:ahLst/>
              <a:cxnLst/>
              <a:rect l="0" t="0" r="0" b="0"/>
              <a:pathLst>
                <a:path w="58349" h="24630">
                  <a:moveTo>
                    <a:pt x="0" y="24630"/>
                  </a:moveTo>
                  <a:lnTo>
                    <a:pt x="58349" y="0"/>
                  </a:lnTo>
                </a:path>
              </a:pathLst>
            </a:custGeom>
            <a:noFill/>
            <a:ln w="20003">
              <a:solidFill>
                <a:srgbClr val="E9ECEF"/>
              </a:solidFill>
            </a:ln>
          </p:spPr>
        </p:sp>
        <p:sp>
          <p:nvSpPr>
            <p:cNvPr id="5110" name="Output_receptor__5109">
              <a:extLst>
                <a:ext uri="{FF2B5EF4-FFF2-40B4-BE49-F238E27FC236}">
                  <a16:creationId xmlns:a16="http://schemas.microsoft.com/office/drawing/2014/main" id="{5E00BE14-4262-0397-AEAF-9108BBD1D198}"/>
                </a:ext>
              </a:extLst>
            </p:cNvPr>
            <p:cNvSpPr>
              <a:spLocks noGrp="1"/>
            </p:cNvSpPr>
            <p:nvPr/>
          </p:nvSpPr>
          <p:spPr>
            <a:xfrm>
              <a:off x="16019194" y="2322269"/>
              <a:ext cx="54830" cy="20587"/>
            </a:xfrm>
            <a:custGeom>
              <a:avLst/>
              <a:gdLst/>
              <a:ahLst/>
              <a:cxnLst/>
              <a:rect l="0" t="0" r="0" b="0"/>
              <a:pathLst>
                <a:path w="54830" h="20587">
                  <a:moveTo>
                    <a:pt x="54830" y="20587"/>
                  </a:moveTo>
                  <a:lnTo>
                    <a:pt x="0" y="0"/>
                  </a:lnTo>
                </a:path>
              </a:pathLst>
            </a:custGeom>
            <a:noFill/>
            <a:ln w="20003">
              <a:solidFill>
                <a:srgbClr val="E9ECEF"/>
              </a:solidFill>
            </a:ln>
          </p:spPr>
        </p:sp>
        <p:sp>
          <p:nvSpPr>
            <p:cNvPr id="5111" name="Output_receptor__5110">
              <a:extLst>
                <a:ext uri="{FF2B5EF4-FFF2-40B4-BE49-F238E27FC236}">
                  <a16:creationId xmlns:a16="http://schemas.microsoft.com/office/drawing/2014/main" id="{01BD4B9D-E382-F7EE-FFDB-147F0247353A}"/>
                </a:ext>
              </a:extLst>
            </p:cNvPr>
            <p:cNvSpPr>
              <a:spLocks noGrp="1"/>
            </p:cNvSpPr>
            <p:nvPr/>
          </p:nvSpPr>
          <p:spPr>
            <a:xfrm>
              <a:off x="15459943" y="2580531"/>
              <a:ext cx="61036" cy="22678"/>
            </a:xfrm>
            <a:custGeom>
              <a:avLst/>
              <a:gdLst/>
              <a:ahLst/>
              <a:cxnLst/>
              <a:rect l="0" t="0" r="0" b="0"/>
              <a:pathLst>
                <a:path w="61036" h="22678">
                  <a:moveTo>
                    <a:pt x="61036" y="22678"/>
                  </a:moveTo>
                  <a:lnTo>
                    <a:pt x="0" y="0"/>
                  </a:lnTo>
                </a:path>
              </a:pathLst>
            </a:custGeom>
            <a:noFill/>
            <a:ln w="8096">
              <a:solidFill>
                <a:srgbClr val="E9ECEF"/>
              </a:solidFill>
            </a:ln>
          </p:spPr>
        </p:sp>
        <p:sp>
          <p:nvSpPr>
            <p:cNvPr id="5112" name="Output_receptor__5111">
              <a:extLst>
                <a:ext uri="{FF2B5EF4-FFF2-40B4-BE49-F238E27FC236}">
                  <a16:creationId xmlns:a16="http://schemas.microsoft.com/office/drawing/2014/main" id="{CF1EC3ED-9236-151D-C7ED-E6B9B96DF7EB}"/>
                </a:ext>
              </a:extLst>
            </p:cNvPr>
            <p:cNvSpPr>
              <a:spLocks noGrp="1"/>
            </p:cNvSpPr>
            <p:nvPr/>
          </p:nvSpPr>
          <p:spPr>
            <a:xfrm>
              <a:off x="16162205" y="3956327"/>
              <a:ext cx="43146" cy="51908"/>
            </a:xfrm>
            <a:custGeom>
              <a:avLst/>
              <a:gdLst/>
              <a:ahLst/>
              <a:cxnLst/>
              <a:rect l="0" t="0" r="0" b="0"/>
              <a:pathLst>
                <a:path w="43146" h="51908">
                  <a:moveTo>
                    <a:pt x="0" y="51908"/>
                  </a:moveTo>
                  <a:lnTo>
                    <a:pt x="43146" y="0"/>
                  </a:lnTo>
                </a:path>
              </a:pathLst>
            </a:custGeom>
            <a:noFill/>
            <a:ln w="20003">
              <a:solidFill>
                <a:srgbClr val="E9ECEF"/>
              </a:solidFill>
            </a:ln>
          </p:spPr>
        </p:sp>
        <p:sp>
          <p:nvSpPr>
            <p:cNvPr id="5113" name="Output_receptor__5112">
              <a:extLst>
                <a:ext uri="{FF2B5EF4-FFF2-40B4-BE49-F238E27FC236}">
                  <a16:creationId xmlns:a16="http://schemas.microsoft.com/office/drawing/2014/main" id="{9F768C80-AA05-D82E-23DE-B15774B7C439}"/>
                </a:ext>
              </a:extLst>
            </p:cNvPr>
            <p:cNvSpPr>
              <a:spLocks noGrp="1"/>
            </p:cNvSpPr>
            <p:nvPr/>
          </p:nvSpPr>
          <p:spPr>
            <a:xfrm>
              <a:off x="15434845" y="2829147"/>
              <a:ext cx="9771" cy="71214"/>
            </a:xfrm>
            <a:custGeom>
              <a:avLst/>
              <a:gdLst/>
              <a:ahLst/>
              <a:cxnLst/>
              <a:rect l="0" t="0" r="0" b="0"/>
              <a:pathLst>
                <a:path w="9771" h="71214">
                  <a:moveTo>
                    <a:pt x="0" y="0"/>
                  </a:moveTo>
                  <a:lnTo>
                    <a:pt x="9771" y="71214"/>
                  </a:lnTo>
                </a:path>
              </a:pathLst>
            </a:custGeom>
            <a:noFill/>
            <a:ln w="20003">
              <a:solidFill>
                <a:srgbClr val="E9ECEF"/>
              </a:solidFill>
            </a:ln>
          </p:spPr>
        </p:sp>
        <p:sp>
          <p:nvSpPr>
            <p:cNvPr id="5114" name="Output_receptor__5113">
              <a:extLst>
                <a:ext uri="{FF2B5EF4-FFF2-40B4-BE49-F238E27FC236}">
                  <a16:creationId xmlns:a16="http://schemas.microsoft.com/office/drawing/2014/main" id="{FB9D4D67-CE4E-37F1-EAA0-37811ABF3AE9}"/>
                </a:ext>
              </a:extLst>
            </p:cNvPr>
            <p:cNvSpPr>
              <a:spLocks noGrp="1"/>
            </p:cNvSpPr>
            <p:nvPr/>
          </p:nvSpPr>
          <p:spPr>
            <a:xfrm>
              <a:off x="16496885" y="4140769"/>
              <a:ext cx="9156" cy="58981"/>
            </a:xfrm>
            <a:custGeom>
              <a:avLst/>
              <a:gdLst/>
              <a:ahLst/>
              <a:cxnLst/>
              <a:rect l="0" t="0" r="0" b="0"/>
              <a:pathLst>
                <a:path w="9156" h="58981">
                  <a:moveTo>
                    <a:pt x="0" y="0"/>
                  </a:moveTo>
                  <a:lnTo>
                    <a:pt x="9156" y="58981"/>
                  </a:lnTo>
                </a:path>
              </a:pathLst>
            </a:custGeom>
            <a:noFill/>
            <a:ln w="20003">
              <a:solidFill>
                <a:srgbClr val="E9ECEF"/>
              </a:solidFill>
            </a:ln>
          </p:spPr>
        </p:sp>
        <p:sp>
          <p:nvSpPr>
            <p:cNvPr id="5115" name="Output_receptor__5114">
              <a:extLst>
                <a:ext uri="{FF2B5EF4-FFF2-40B4-BE49-F238E27FC236}">
                  <a16:creationId xmlns:a16="http://schemas.microsoft.com/office/drawing/2014/main" id="{ECF02810-2D58-2FB6-80A3-17101FFDA512}"/>
                </a:ext>
              </a:extLst>
            </p:cNvPr>
            <p:cNvSpPr>
              <a:spLocks noGrp="1"/>
            </p:cNvSpPr>
            <p:nvPr/>
          </p:nvSpPr>
          <p:spPr>
            <a:xfrm>
              <a:off x="15543906" y="3237281"/>
              <a:ext cx="15547" cy="68095"/>
            </a:xfrm>
            <a:custGeom>
              <a:avLst/>
              <a:gdLst/>
              <a:ahLst/>
              <a:cxnLst/>
              <a:rect l="0" t="0" r="0" b="0"/>
              <a:pathLst>
                <a:path w="15547" h="68095">
                  <a:moveTo>
                    <a:pt x="0" y="0"/>
                  </a:moveTo>
                  <a:lnTo>
                    <a:pt x="15547" y="68095"/>
                  </a:lnTo>
                </a:path>
              </a:pathLst>
            </a:custGeom>
            <a:noFill/>
            <a:ln w="8096">
              <a:solidFill>
                <a:srgbClr val="E9ECEF"/>
              </a:solidFill>
            </a:ln>
          </p:spPr>
        </p:sp>
        <p:sp>
          <p:nvSpPr>
            <p:cNvPr id="5116" name="Output_receptor__5115">
              <a:extLst>
                <a:ext uri="{FF2B5EF4-FFF2-40B4-BE49-F238E27FC236}">
                  <a16:creationId xmlns:a16="http://schemas.microsoft.com/office/drawing/2014/main" id="{9AFA2A8F-494F-5162-3F27-C02E50DF265B}"/>
                </a:ext>
              </a:extLst>
            </p:cNvPr>
            <p:cNvSpPr>
              <a:spLocks noGrp="1"/>
            </p:cNvSpPr>
            <p:nvPr/>
          </p:nvSpPr>
          <p:spPr>
            <a:xfrm>
              <a:off x="15721749" y="3015511"/>
              <a:ext cx="37580" cy="57883"/>
            </a:xfrm>
            <a:custGeom>
              <a:avLst/>
              <a:gdLst/>
              <a:ahLst/>
              <a:cxnLst/>
              <a:rect l="0" t="0" r="0" b="0"/>
              <a:pathLst>
                <a:path w="37580" h="57883">
                  <a:moveTo>
                    <a:pt x="37580" y="57883"/>
                  </a:moveTo>
                  <a:lnTo>
                    <a:pt x="0" y="0"/>
                  </a:lnTo>
                </a:path>
              </a:pathLst>
            </a:custGeom>
            <a:noFill/>
            <a:ln w="8096">
              <a:solidFill>
                <a:srgbClr val="E9ECEF"/>
              </a:solidFill>
            </a:ln>
          </p:spPr>
        </p:sp>
        <p:sp>
          <p:nvSpPr>
            <p:cNvPr id="5117" name="Output_receptor__5116">
              <a:extLst>
                <a:ext uri="{FF2B5EF4-FFF2-40B4-BE49-F238E27FC236}">
                  <a16:creationId xmlns:a16="http://schemas.microsoft.com/office/drawing/2014/main" id="{C28AB0FA-8C99-F5D0-5958-85877D8241C8}"/>
                </a:ext>
              </a:extLst>
            </p:cNvPr>
            <p:cNvSpPr>
              <a:spLocks noGrp="1"/>
            </p:cNvSpPr>
            <p:nvPr/>
          </p:nvSpPr>
          <p:spPr>
            <a:xfrm>
              <a:off x="16201337" y="3694281"/>
              <a:ext cx="27126" cy="13841"/>
            </a:xfrm>
            <a:custGeom>
              <a:avLst/>
              <a:gdLst/>
              <a:ahLst/>
              <a:cxnLst/>
              <a:rect l="0" t="0" r="0" b="0"/>
              <a:pathLst>
                <a:path w="27126" h="13841">
                  <a:moveTo>
                    <a:pt x="0" y="13841"/>
                  </a:moveTo>
                  <a:lnTo>
                    <a:pt x="27126" y="0"/>
                  </a:lnTo>
                </a:path>
              </a:pathLst>
            </a:custGeom>
            <a:noFill/>
            <a:ln w="20003">
              <a:solidFill>
                <a:srgbClr val="E9ECEF"/>
              </a:solidFill>
            </a:ln>
          </p:spPr>
        </p:sp>
        <p:sp>
          <p:nvSpPr>
            <p:cNvPr id="5118" name="Output_receptor__5117">
              <a:extLst>
                <a:ext uri="{FF2B5EF4-FFF2-40B4-BE49-F238E27FC236}">
                  <a16:creationId xmlns:a16="http://schemas.microsoft.com/office/drawing/2014/main" id="{5DD1FC85-7F82-2502-C076-B87C829CDCD7}"/>
                </a:ext>
              </a:extLst>
            </p:cNvPr>
            <p:cNvSpPr>
              <a:spLocks noGrp="1"/>
            </p:cNvSpPr>
            <p:nvPr/>
          </p:nvSpPr>
          <p:spPr>
            <a:xfrm>
              <a:off x="15502145" y="4110621"/>
              <a:ext cx="59425" cy="39468"/>
            </a:xfrm>
            <a:custGeom>
              <a:avLst/>
              <a:gdLst/>
              <a:ahLst/>
              <a:cxnLst/>
              <a:rect l="0" t="0" r="0" b="0"/>
              <a:pathLst>
                <a:path w="59425" h="39468">
                  <a:moveTo>
                    <a:pt x="0" y="0"/>
                  </a:moveTo>
                  <a:lnTo>
                    <a:pt x="59425" y="39468"/>
                  </a:lnTo>
                </a:path>
              </a:pathLst>
            </a:custGeom>
            <a:noFill/>
            <a:ln w="20003">
              <a:solidFill>
                <a:srgbClr val="E9ECEF"/>
              </a:solidFill>
            </a:ln>
          </p:spPr>
        </p:sp>
        <p:sp>
          <p:nvSpPr>
            <p:cNvPr id="5119" name="Output_receptor__5118">
              <a:extLst>
                <a:ext uri="{FF2B5EF4-FFF2-40B4-BE49-F238E27FC236}">
                  <a16:creationId xmlns:a16="http://schemas.microsoft.com/office/drawing/2014/main" id="{FF6B22C8-F73B-37A7-1D78-7F4B06AE1DC5}"/>
                </a:ext>
              </a:extLst>
            </p:cNvPr>
            <p:cNvSpPr>
              <a:spLocks noGrp="1"/>
            </p:cNvSpPr>
            <p:nvPr/>
          </p:nvSpPr>
          <p:spPr>
            <a:xfrm>
              <a:off x="15985123" y="3385510"/>
              <a:ext cx="15266" cy="44811"/>
            </a:xfrm>
            <a:custGeom>
              <a:avLst/>
              <a:gdLst/>
              <a:ahLst/>
              <a:cxnLst/>
              <a:rect l="0" t="0" r="0" b="0"/>
              <a:pathLst>
                <a:path w="15266" h="44811">
                  <a:moveTo>
                    <a:pt x="15266" y="44811"/>
                  </a:moveTo>
                  <a:lnTo>
                    <a:pt x="0" y="0"/>
                  </a:lnTo>
                </a:path>
              </a:pathLst>
            </a:custGeom>
            <a:noFill/>
            <a:ln w="20003">
              <a:solidFill>
                <a:srgbClr val="E9ECEF"/>
              </a:solidFill>
            </a:ln>
          </p:spPr>
        </p:sp>
        <p:sp>
          <p:nvSpPr>
            <p:cNvPr id="5120" name="Output_receptor__5119">
              <a:extLst>
                <a:ext uri="{FF2B5EF4-FFF2-40B4-BE49-F238E27FC236}">
                  <a16:creationId xmlns:a16="http://schemas.microsoft.com/office/drawing/2014/main" id="{D18B5AFA-ADA7-C8D1-253E-95E19BD3876C}"/>
                </a:ext>
              </a:extLst>
            </p:cNvPr>
            <p:cNvSpPr>
              <a:spLocks noGrp="1"/>
            </p:cNvSpPr>
            <p:nvPr/>
          </p:nvSpPr>
          <p:spPr>
            <a:xfrm>
              <a:off x="15698325" y="3428225"/>
              <a:ext cx="54240" cy="43312"/>
            </a:xfrm>
            <a:custGeom>
              <a:avLst/>
              <a:gdLst/>
              <a:ahLst/>
              <a:cxnLst/>
              <a:rect l="0" t="0" r="0" b="0"/>
              <a:pathLst>
                <a:path w="54240" h="43312">
                  <a:moveTo>
                    <a:pt x="54240" y="43312"/>
                  </a:moveTo>
                  <a:lnTo>
                    <a:pt x="0" y="0"/>
                  </a:lnTo>
                </a:path>
              </a:pathLst>
            </a:custGeom>
            <a:noFill/>
            <a:ln w="20003">
              <a:solidFill>
                <a:srgbClr val="E9ECEF"/>
              </a:solidFill>
            </a:ln>
          </p:spPr>
        </p:sp>
        <p:sp>
          <p:nvSpPr>
            <p:cNvPr id="5121" name="Output_receptor__5120">
              <a:extLst>
                <a:ext uri="{FF2B5EF4-FFF2-40B4-BE49-F238E27FC236}">
                  <a16:creationId xmlns:a16="http://schemas.microsoft.com/office/drawing/2014/main" id="{7FDC4CDF-D636-A99A-2C22-26C467A8279A}"/>
                </a:ext>
              </a:extLst>
            </p:cNvPr>
            <p:cNvSpPr>
              <a:spLocks noGrp="1"/>
            </p:cNvSpPr>
            <p:nvPr/>
          </p:nvSpPr>
          <p:spPr>
            <a:xfrm>
              <a:off x="16414222" y="4160560"/>
              <a:ext cx="14133" cy="8412"/>
            </a:xfrm>
            <a:custGeom>
              <a:avLst/>
              <a:gdLst/>
              <a:ahLst/>
              <a:cxnLst/>
              <a:rect l="0" t="0" r="0" b="0"/>
              <a:pathLst>
                <a:path w="14133" h="8412">
                  <a:moveTo>
                    <a:pt x="0" y="8412"/>
                  </a:moveTo>
                  <a:lnTo>
                    <a:pt x="14133" y="0"/>
                  </a:lnTo>
                </a:path>
              </a:pathLst>
            </a:custGeom>
            <a:noFill/>
            <a:ln w="20003">
              <a:solidFill>
                <a:srgbClr val="E9ECEF"/>
              </a:solidFill>
            </a:ln>
          </p:spPr>
        </p:sp>
        <p:sp>
          <p:nvSpPr>
            <p:cNvPr id="5122" name="Output_receptor__5121">
              <a:extLst>
                <a:ext uri="{FF2B5EF4-FFF2-40B4-BE49-F238E27FC236}">
                  <a16:creationId xmlns:a16="http://schemas.microsoft.com/office/drawing/2014/main" id="{263942A5-30F1-818C-FF09-A9E3799EA884}"/>
                </a:ext>
              </a:extLst>
            </p:cNvPr>
            <p:cNvSpPr>
              <a:spLocks noGrp="1"/>
            </p:cNvSpPr>
            <p:nvPr/>
          </p:nvSpPr>
          <p:spPr>
            <a:xfrm>
              <a:off x="16478098" y="3930819"/>
              <a:ext cx="25590" cy="6560"/>
            </a:xfrm>
            <a:custGeom>
              <a:avLst/>
              <a:gdLst/>
              <a:ahLst/>
              <a:cxnLst/>
              <a:rect l="0" t="0" r="0" b="0"/>
              <a:pathLst>
                <a:path w="25590" h="6560">
                  <a:moveTo>
                    <a:pt x="0" y="6560"/>
                  </a:moveTo>
                  <a:lnTo>
                    <a:pt x="25590" y="0"/>
                  </a:lnTo>
                </a:path>
              </a:pathLst>
            </a:custGeom>
            <a:noFill/>
            <a:ln w="20003">
              <a:solidFill>
                <a:srgbClr val="E9ECEF"/>
              </a:solidFill>
            </a:ln>
          </p:spPr>
        </p:sp>
        <p:sp>
          <p:nvSpPr>
            <p:cNvPr id="5123" name="Output_receptor__5122">
              <a:extLst>
                <a:ext uri="{FF2B5EF4-FFF2-40B4-BE49-F238E27FC236}">
                  <a16:creationId xmlns:a16="http://schemas.microsoft.com/office/drawing/2014/main" id="{6F878205-C4A3-EB6E-0D16-40E03EA58D30}"/>
                </a:ext>
              </a:extLst>
            </p:cNvPr>
            <p:cNvSpPr>
              <a:spLocks noGrp="1"/>
            </p:cNvSpPr>
            <p:nvPr/>
          </p:nvSpPr>
          <p:spPr>
            <a:xfrm>
              <a:off x="15970308" y="2321679"/>
              <a:ext cx="48885" cy="590"/>
            </a:xfrm>
            <a:custGeom>
              <a:avLst/>
              <a:gdLst/>
              <a:ahLst/>
              <a:cxnLst/>
              <a:rect l="0" t="0" r="0" b="0"/>
              <a:pathLst>
                <a:path w="48885" h="590">
                  <a:moveTo>
                    <a:pt x="48885" y="590"/>
                  </a:moveTo>
                  <a:lnTo>
                    <a:pt x="0" y="0"/>
                  </a:lnTo>
                </a:path>
              </a:pathLst>
            </a:custGeom>
            <a:noFill/>
            <a:ln w="20003">
              <a:solidFill>
                <a:srgbClr val="E9ECEF"/>
              </a:solidFill>
            </a:ln>
          </p:spPr>
        </p:sp>
        <p:sp>
          <p:nvSpPr>
            <p:cNvPr id="5124" name="Output_receptor__5123">
              <a:extLst>
                <a:ext uri="{FF2B5EF4-FFF2-40B4-BE49-F238E27FC236}">
                  <a16:creationId xmlns:a16="http://schemas.microsoft.com/office/drawing/2014/main" id="{E4D9DF3A-8FE9-0CCA-AD4B-EF1E6820161D}"/>
                </a:ext>
              </a:extLst>
            </p:cNvPr>
            <p:cNvSpPr>
              <a:spLocks noGrp="1"/>
            </p:cNvSpPr>
            <p:nvPr/>
          </p:nvSpPr>
          <p:spPr>
            <a:xfrm>
              <a:off x="16692323" y="4073352"/>
              <a:ext cx="48281" cy="53612"/>
            </a:xfrm>
            <a:custGeom>
              <a:avLst/>
              <a:gdLst/>
              <a:ahLst/>
              <a:cxnLst/>
              <a:rect l="0" t="0" r="0" b="0"/>
              <a:pathLst>
                <a:path w="48281" h="53612">
                  <a:moveTo>
                    <a:pt x="0" y="53612"/>
                  </a:moveTo>
                  <a:lnTo>
                    <a:pt x="48281" y="0"/>
                  </a:lnTo>
                </a:path>
              </a:pathLst>
            </a:custGeom>
            <a:noFill/>
            <a:ln w="20003">
              <a:solidFill>
                <a:srgbClr val="E9ECEF"/>
              </a:solidFill>
            </a:ln>
          </p:spPr>
        </p:sp>
        <p:sp>
          <p:nvSpPr>
            <p:cNvPr id="5125" name="Output_receptor__5124">
              <a:extLst>
                <a:ext uri="{FF2B5EF4-FFF2-40B4-BE49-F238E27FC236}">
                  <a16:creationId xmlns:a16="http://schemas.microsoft.com/office/drawing/2014/main" id="{186B49C0-B782-D7B9-2219-3BFD69DC50F9}"/>
                </a:ext>
              </a:extLst>
            </p:cNvPr>
            <p:cNvSpPr>
              <a:spLocks noGrp="1"/>
            </p:cNvSpPr>
            <p:nvPr/>
          </p:nvSpPr>
          <p:spPr>
            <a:xfrm>
              <a:off x="15523713" y="4274696"/>
              <a:ext cx="13811" cy="67934"/>
            </a:xfrm>
            <a:custGeom>
              <a:avLst/>
              <a:gdLst/>
              <a:ahLst/>
              <a:cxnLst/>
              <a:rect l="0" t="0" r="0" b="0"/>
              <a:pathLst>
                <a:path w="13811" h="67934">
                  <a:moveTo>
                    <a:pt x="0" y="67934"/>
                  </a:moveTo>
                  <a:lnTo>
                    <a:pt x="13811" y="0"/>
                  </a:lnTo>
                </a:path>
              </a:pathLst>
            </a:custGeom>
            <a:noFill/>
            <a:ln w="8096">
              <a:solidFill>
                <a:srgbClr val="E9ECEF"/>
              </a:solidFill>
            </a:ln>
          </p:spPr>
        </p:sp>
        <p:sp>
          <p:nvSpPr>
            <p:cNvPr id="5126" name="Output_receptor__5125">
              <a:extLst>
                <a:ext uri="{FF2B5EF4-FFF2-40B4-BE49-F238E27FC236}">
                  <a16:creationId xmlns:a16="http://schemas.microsoft.com/office/drawing/2014/main" id="{8A19F2A1-2787-5484-ECBC-E0102126E6F2}"/>
                </a:ext>
              </a:extLst>
            </p:cNvPr>
            <p:cNvSpPr>
              <a:spLocks noGrp="1"/>
            </p:cNvSpPr>
            <p:nvPr/>
          </p:nvSpPr>
          <p:spPr>
            <a:xfrm>
              <a:off x="15823170" y="3560892"/>
              <a:ext cx="58248" cy="40069"/>
            </a:xfrm>
            <a:custGeom>
              <a:avLst/>
              <a:gdLst/>
              <a:ahLst/>
              <a:cxnLst/>
              <a:rect l="0" t="0" r="0" b="0"/>
              <a:pathLst>
                <a:path w="58248" h="40069">
                  <a:moveTo>
                    <a:pt x="0" y="0"/>
                  </a:moveTo>
                  <a:lnTo>
                    <a:pt x="58248" y="40069"/>
                  </a:lnTo>
                </a:path>
              </a:pathLst>
            </a:custGeom>
            <a:noFill/>
            <a:ln w="20003">
              <a:solidFill>
                <a:srgbClr val="E9ECEF"/>
              </a:solidFill>
            </a:ln>
          </p:spPr>
        </p:sp>
        <p:sp>
          <p:nvSpPr>
            <p:cNvPr id="5127" name="Output_receptor__5126">
              <a:extLst>
                <a:ext uri="{FF2B5EF4-FFF2-40B4-BE49-F238E27FC236}">
                  <a16:creationId xmlns:a16="http://schemas.microsoft.com/office/drawing/2014/main" id="{A2B2DC9D-49F0-E66C-6AF5-199731C10667}"/>
                </a:ext>
              </a:extLst>
            </p:cNvPr>
            <p:cNvSpPr>
              <a:spLocks noGrp="1"/>
            </p:cNvSpPr>
            <p:nvPr/>
          </p:nvSpPr>
          <p:spPr>
            <a:xfrm>
              <a:off x="15703458" y="4028863"/>
              <a:ext cx="95" cy="40698"/>
            </a:xfrm>
            <a:custGeom>
              <a:avLst/>
              <a:gdLst/>
              <a:ahLst/>
              <a:cxnLst/>
              <a:rect l="0" t="0" r="0" b="0"/>
              <a:pathLst>
                <a:path w="95" h="40698">
                  <a:moveTo>
                    <a:pt x="0" y="0"/>
                  </a:moveTo>
                  <a:lnTo>
                    <a:pt x="58" y="40698"/>
                  </a:lnTo>
                </a:path>
              </a:pathLst>
            </a:custGeom>
            <a:noFill/>
            <a:ln w="20003">
              <a:solidFill>
                <a:srgbClr val="E9ECEF"/>
              </a:solidFill>
            </a:ln>
          </p:spPr>
        </p:sp>
        <p:sp>
          <p:nvSpPr>
            <p:cNvPr id="5128" name="Output_receptor__5127">
              <a:extLst>
                <a:ext uri="{FF2B5EF4-FFF2-40B4-BE49-F238E27FC236}">
                  <a16:creationId xmlns:a16="http://schemas.microsoft.com/office/drawing/2014/main" id="{93B1B18F-9C59-D61A-65B6-5C5527B0092A}"/>
                </a:ext>
              </a:extLst>
            </p:cNvPr>
            <p:cNvSpPr>
              <a:spLocks noGrp="1"/>
            </p:cNvSpPr>
            <p:nvPr/>
          </p:nvSpPr>
          <p:spPr>
            <a:xfrm>
              <a:off x="16394358" y="3095371"/>
              <a:ext cx="19535" cy="9634"/>
            </a:xfrm>
            <a:custGeom>
              <a:avLst/>
              <a:gdLst/>
              <a:ahLst/>
              <a:cxnLst/>
              <a:rect l="0" t="0" r="0" b="0"/>
              <a:pathLst>
                <a:path w="19535" h="9634">
                  <a:moveTo>
                    <a:pt x="19535" y="9634"/>
                  </a:moveTo>
                  <a:lnTo>
                    <a:pt x="0" y="0"/>
                  </a:lnTo>
                </a:path>
              </a:pathLst>
            </a:custGeom>
            <a:noFill/>
            <a:ln w="8096">
              <a:solidFill>
                <a:srgbClr val="E9ECEF"/>
              </a:solidFill>
            </a:ln>
          </p:spPr>
        </p:sp>
        <p:sp>
          <p:nvSpPr>
            <p:cNvPr id="5129" name="Output_receptor__5128">
              <a:extLst>
                <a:ext uri="{FF2B5EF4-FFF2-40B4-BE49-F238E27FC236}">
                  <a16:creationId xmlns:a16="http://schemas.microsoft.com/office/drawing/2014/main" id="{B07D9945-F934-9FE5-8BE6-A5E0A13DDA85}"/>
                </a:ext>
              </a:extLst>
            </p:cNvPr>
            <p:cNvSpPr>
              <a:spLocks noGrp="1"/>
            </p:cNvSpPr>
            <p:nvPr/>
          </p:nvSpPr>
          <p:spPr>
            <a:xfrm>
              <a:off x="16080613" y="2687332"/>
              <a:ext cx="41364" cy="57484"/>
            </a:xfrm>
            <a:custGeom>
              <a:avLst/>
              <a:gdLst/>
              <a:ahLst/>
              <a:cxnLst/>
              <a:rect l="0" t="0" r="0" b="0"/>
              <a:pathLst>
                <a:path w="41364" h="57484">
                  <a:moveTo>
                    <a:pt x="41364" y="0"/>
                  </a:moveTo>
                  <a:lnTo>
                    <a:pt x="0" y="57484"/>
                  </a:lnTo>
                </a:path>
              </a:pathLst>
            </a:custGeom>
            <a:noFill/>
            <a:ln w="8096">
              <a:solidFill>
                <a:srgbClr val="E9ECEF"/>
              </a:solidFill>
            </a:ln>
          </p:spPr>
        </p:sp>
        <p:sp>
          <p:nvSpPr>
            <p:cNvPr id="5130" name="Output_receptor__5129">
              <a:extLst>
                <a:ext uri="{FF2B5EF4-FFF2-40B4-BE49-F238E27FC236}">
                  <a16:creationId xmlns:a16="http://schemas.microsoft.com/office/drawing/2014/main" id="{1571AE43-4B98-C6FB-21BF-D85835E24072}"/>
                </a:ext>
              </a:extLst>
            </p:cNvPr>
            <p:cNvSpPr>
              <a:spLocks noGrp="1"/>
            </p:cNvSpPr>
            <p:nvPr/>
          </p:nvSpPr>
          <p:spPr>
            <a:xfrm>
              <a:off x="16296397" y="3686897"/>
              <a:ext cx="150" cy="63931"/>
            </a:xfrm>
            <a:custGeom>
              <a:avLst/>
              <a:gdLst/>
              <a:ahLst/>
              <a:cxnLst/>
              <a:rect l="0" t="0" r="0" b="0"/>
              <a:pathLst>
                <a:path w="150" h="63931">
                  <a:moveTo>
                    <a:pt x="0" y="0"/>
                  </a:moveTo>
                  <a:lnTo>
                    <a:pt x="150" y="63931"/>
                  </a:lnTo>
                </a:path>
              </a:pathLst>
            </a:custGeom>
            <a:noFill/>
            <a:ln w="20003">
              <a:solidFill>
                <a:srgbClr val="E9ECEF"/>
              </a:solidFill>
            </a:ln>
          </p:spPr>
        </p:sp>
        <p:sp>
          <p:nvSpPr>
            <p:cNvPr id="5131" name="Output_receptor__5130">
              <a:extLst>
                <a:ext uri="{FF2B5EF4-FFF2-40B4-BE49-F238E27FC236}">
                  <a16:creationId xmlns:a16="http://schemas.microsoft.com/office/drawing/2014/main" id="{B77C1E48-BED8-79DF-3DC6-1083AFDF9A7B}"/>
                </a:ext>
              </a:extLst>
            </p:cNvPr>
            <p:cNvSpPr>
              <a:spLocks noGrp="1"/>
            </p:cNvSpPr>
            <p:nvPr/>
          </p:nvSpPr>
          <p:spPr>
            <a:xfrm>
              <a:off x="16153447" y="2822705"/>
              <a:ext cx="61514" cy="26095"/>
            </a:xfrm>
            <a:custGeom>
              <a:avLst/>
              <a:gdLst/>
              <a:ahLst/>
              <a:cxnLst/>
              <a:rect l="0" t="0" r="0" b="0"/>
              <a:pathLst>
                <a:path w="61514" h="26095">
                  <a:moveTo>
                    <a:pt x="0" y="26095"/>
                  </a:moveTo>
                  <a:lnTo>
                    <a:pt x="61514" y="0"/>
                  </a:lnTo>
                </a:path>
              </a:pathLst>
            </a:custGeom>
            <a:noFill/>
            <a:ln w="8096">
              <a:solidFill>
                <a:srgbClr val="E9ECEF"/>
              </a:solidFill>
            </a:ln>
          </p:spPr>
        </p:sp>
        <p:sp>
          <p:nvSpPr>
            <p:cNvPr id="5132" name="Output_receptor__5131">
              <a:extLst>
                <a:ext uri="{FF2B5EF4-FFF2-40B4-BE49-F238E27FC236}">
                  <a16:creationId xmlns:a16="http://schemas.microsoft.com/office/drawing/2014/main" id="{E04B6DFC-A5F1-5EAF-8BBC-31944D878EF2}"/>
                </a:ext>
              </a:extLst>
            </p:cNvPr>
            <p:cNvSpPr>
              <a:spLocks noGrp="1"/>
            </p:cNvSpPr>
            <p:nvPr/>
          </p:nvSpPr>
          <p:spPr>
            <a:xfrm>
              <a:off x="15522352" y="3568449"/>
              <a:ext cx="13895" cy="30303"/>
            </a:xfrm>
            <a:custGeom>
              <a:avLst/>
              <a:gdLst/>
              <a:ahLst/>
              <a:cxnLst/>
              <a:rect l="0" t="0" r="0" b="0"/>
              <a:pathLst>
                <a:path w="13895" h="30303">
                  <a:moveTo>
                    <a:pt x="13895" y="30303"/>
                  </a:moveTo>
                  <a:lnTo>
                    <a:pt x="0" y="0"/>
                  </a:lnTo>
                </a:path>
              </a:pathLst>
            </a:custGeom>
            <a:noFill/>
            <a:ln w="20003">
              <a:solidFill>
                <a:srgbClr val="E9ECEF"/>
              </a:solidFill>
            </a:ln>
          </p:spPr>
        </p:sp>
        <p:sp>
          <p:nvSpPr>
            <p:cNvPr id="5133" name="Output_receptor__5132">
              <a:extLst>
                <a:ext uri="{FF2B5EF4-FFF2-40B4-BE49-F238E27FC236}">
                  <a16:creationId xmlns:a16="http://schemas.microsoft.com/office/drawing/2014/main" id="{B57A52E9-6437-6007-68D7-5DC6214CE5EA}"/>
                </a:ext>
              </a:extLst>
            </p:cNvPr>
            <p:cNvSpPr>
              <a:spLocks noGrp="1"/>
            </p:cNvSpPr>
            <p:nvPr/>
          </p:nvSpPr>
          <p:spPr>
            <a:xfrm>
              <a:off x="16116778" y="3915743"/>
              <a:ext cx="12963" cy="9277"/>
            </a:xfrm>
            <a:custGeom>
              <a:avLst/>
              <a:gdLst/>
              <a:ahLst/>
              <a:cxnLst/>
              <a:rect l="0" t="0" r="0" b="0"/>
              <a:pathLst>
                <a:path w="12963" h="9277">
                  <a:moveTo>
                    <a:pt x="0" y="9277"/>
                  </a:moveTo>
                  <a:lnTo>
                    <a:pt x="12963" y="0"/>
                  </a:lnTo>
                </a:path>
              </a:pathLst>
            </a:custGeom>
            <a:noFill/>
            <a:ln w="20003">
              <a:solidFill>
                <a:srgbClr val="E9ECEF"/>
              </a:solidFill>
            </a:ln>
          </p:spPr>
        </p:sp>
        <p:sp>
          <p:nvSpPr>
            <p:cNvPr id="5134" name="Output_receptor__5133">
              <a:extLst>
                <a:ext uri="{FF2B5EF4-FFF2-40B4-BE49-F238E27FC236}">
                  <a16:creationId xmlns:a16="http://schemas.microsoft.com/office/drawing/2014/main" id="{5663796D-86A2-E7F2-F51A-D2A15DE505CF}"/>
                </a:ext>
              </a:extLst>
            </p:cNvPr>
            <p:cNvSpPr>
              <a:spLocks noGrp="1"/>
            </p:cNvSpPr>
            <p:nvPr/>
          </p:nvSpPr>
          <p:spPr>
            <a:xfrm>
              <a:off x="16145441" y="3641972"/>
              <a:ext cx="21727" cy="3471"/>
            </a:xfrm>
            <a:custGeom>
              <a:avLst/>
              <a:gdLst/>
              <a:ahLst/>
              <a:cxnLst/>
              <a:rect l="0" t="0" r="0" b="0"/>
              <a:pathLst>
                <a:path w="21727" h="3471">
                  <a:moveTo>
                    <a:pt x="0" y="0"/>
                  </a:moveTo>
                  <a:lnTo>
                    <a:pt x="21727" y="3471"/>
                  </a:lnTo>
                </a:path>
              </a:pathLst>
            </a:custGeom>
            <a:noFill/>
            <a:ln w="20003">
              <a:solidFill>
                <a:srgbClr val="E9ECEF"/>
              </a:solidFill>
            </a:ln>
          </p:spPr>
        </p:sp>
        <p:sp>
          <p:nvSpPr>
            <p:cNvPr id="5135" name="Output_receptor__5134">
              <a:extLst>
                <a:ext uri="{FF2B5EF4-FFF2-40B4-BE49-F238E27FC236}">
                  <a16:creationId xmlns:a16="http://schemas.microsoft.com/office/drawing/2014/main" id="{04CD5C82-F30C-2001-EE7B-22E9EB944DB8}"/>
                </a:ext>
              </a:extLst>
            </p:cNvPr>
            <p:cNvSpPr>
              <a:spLocks noGrp="1"/>
            </p:cNvSpPr>
            <p:nvPr/>
          </p:nvSpPr>
          <p:spPr>
            <a:xfrm>
              <a:off x="16275996" y="2650559"/>
              <a:ext cx="59619" cy="2571"/>
            </a:xfrm>
            <a:custGeom>
              <a:avLst/>
              <a:gdLst/>
              <a:ahLst/>
              <a:cxnLst/>
              <a:rect l="0" t="0" r="0" b="0"/>
              <a:pathLst>
                <a:path w="59619" h="2571">
                  <a:moveTo>
                    <a:pt x="59619" y="2571"/>
                  </a:moveTo>
                  <a:lnTo>
                    <a:pt x="0" y="0"/>
                  </a:lnTo>
                </a:path>
              </a:pathLst>
            </a:custGeom>
            <a:noFill/>
            <a:ln w="20003">
              <a:solidFill>
                <a:srgbClr val="E9ECEF"/>
              </a:solidFill>
            </a:ln>
          </p:spPr>
        </p:sp>
        <p:sp>
          <p:nvSpPr>
            <p:cNvPr id="5136" name="Output_receptor__5135">
              <a:extLst>
                <a:ext uri="{FF2B5EF4-FFF2-40B4-BE49-F238E27FC236}">
                  <a16:creationId xmlns:a16="http://schemas.microsoft.com/office/drawing/2014/main" id="{2C916108-8B8E-5105-4748-0016202E5DA8}"/>
                </a:ext>
              </a:extLst>
            </p:cNvPr>
            <p:cNvSpPr>
              <a:spLocks noGrp="1"/>
            </p:cNvSpPr>
            <p:nvPr/>
          </p:nvSpPr>
          <p:spPr>
            <a:xfrm>
              <a:off x="15395914" y="4258323"/>
              <a:ext cx="53604" cy="44498"/>
            </a:xfrm>
            <a:custGeom>
              <a:avLst/>
              <a:gdLst/>
              <a:ahLst/>
              <a:cxnLst/>
              <a:rect l="0" t="0" r="0" b="0"/>
              <a:pathLst>
                <a:path w="53604" h="44498">
                  <a:moveTo>
                    <a:pt x="0" y="0"/>
                  </a:moveTo>
                  <a:lnTo>
                    <a:pt x="53604" y="44498"/>
                  </a:lnTo>
                </a:path>
              </a:pathLst>
            </a:custGeom>
            <a:noFill/>
            <a:ln w="8096">
              <a:solidFill>
                <a:srgbClr val="E9ECEF"/>
              </a:solidFill>
            </a:ln>
          </p:spPr>
        </p:sp>
        <p:sp>
          <p:nvSpPr>
            <p:cNvPr id="5137" name="Output_receptor__5136">
              <a:extLst>
                <a:ext uri="{FF2B5EF4-FFF2-40B4-BE49-F238E27FC236}">
                  <a16:creationId xmlns:a16="http://schemas.microsoft.com/office/drawing/2014/main" id="{B451544E-39C0-EB7D-B785-0DC9CFB388F5}"/>
                </a:ext>
              </a:extLst>
            </p:cNvPr>
            <p:cNvSpPr>
              <a:spLocks noGrp="1"/>
            </p:cNvSpPr>
            <p:nvPr/>
          </p:nvSpPr>
          <p:spPr>
            <a:xfrm>
              <a:off x="15446930" y="2677810"/>
              <a:ext cx="14897" cy="5282"/>
            </a:xfrm>
            <a:custGeom>
              <a:avLst/>
              <a:gdLst/>
              <a:ahLst/>
              <a:cxnLst/>
              <a:rect l="0" t="0" r="0" b="0"/>
              <a:pathLst>
                <a:path w="14897" h="5282">
                  <a:moveTo>
                    <a:pt x="14897" y="0"/>
                  </a:moveTo>
                  <a:lnTo>
                    <a:pt x="0" y="5282"/>
                  </a:lnTo>
                </a:path>
              </a:pathLst>
            </a:custGeom>
            <a:noFill/>
            <a:ln w="8096">
              <a:solidFill>
                <a:srgbClr val="E9ECEF"/>
              </a:solidFill>
            </a:ln>
          </p:spPr>
        </p:sp>
        <p:sp>
          <p:nvSpPr>
            <p:cNvPr id="5138" name="Output_receptor__5137">
              <a:extLst>
                <a:ext uri="{FF2B5EF4-FFF2-40B4-BE49-F238E27FC236}">
                  <a16:creationId xmlns:a16="http://schemas.microsoft.com/office/drawing/2014/main" id="{161710DF-48E1-FD22-73E9-4F9D8B0E82E2}"/>
                </a:ext>
              </a:extLst>
            </p:cNvPr>
            <p:cNvSpPr>
              <a:spLocks noGrp="1"/>
            </p:cNvSpPr>
            <p:nvPr/>
          </p:nvSpPr>
          <p:spPr>
            <a:xfrm>
              <a:off x="15979726" y="3430321"/>
              <a:ext cx="20663" cy="63647"/>
            </a:xfrm>
            <a:custGeom>
              <a:avLst/>
              <a:gdLst/>
              <a:ahLst/>
              <a:cxnLst/>
              <a:rect l="0" t="0" r="0" b="0"/>
              <a:pathLst>
                <a:path w="20663" h="63647">
                  <a:moveTo>
                    <a:pt x="0" y="63647"/>
                  </a:moveTo>
                  <a:lnTo>
                    <a:pt x="20663" y="0"/>
                  </a:lnTo>
                </a:path>
              </a:pathLst>
            </a:custGeom>
            <a:noFill/>
            <a:ln w="20003">
              <a:solidFill>
                <a:srgbClr val="E9ECEF"/>
              </a:solidFill>
            </a:ln>
          </p:spPr>
        </p:sp>
        <p:sp>
          <p:nvSpPr>
            <p:cNvPr id="5139" name="Output_receptor__5138">
              <a:extLst>
                <a:ext uri="{FF2B5EF4-FFF2-40B4-BE49-F238E27FC236}">
                  <a16:creationId xmlns:a16="http://schemas.microsoft.com/office/drawing/2014/main" id="{9C3C5D8C-157B-8CBD-906A-B397C76B5E76}"/>
                </a:ext>
              </a:extLst>
            </p:cNvPr>
            <p:cNvSpPr>
              <a:spLocks noGrp="1"/>
            </p:cNvSpPr>
            <p:nvPr/>
          </p:nvSpPr>
          <p:spPr>
            <a:xfrm>
              <a:off x="16013535" y="2393872"/>
              <a:ext cx="18733" cy="22258"/>
            </a:xfrm>
            <a:custGeom>
              <a:avLst/>
              <a:gdLst/>
              <a:ahLst/>
              <a:cxnLst/>
              <a:rect l="0" t="0" r="0" b="0"/>
              <a:pathLst>
                <a:path w="18733" h="22258">
                  <a:moveTo>
                    <a:pt x="0" y="22258"/>
                  </a:moveTo>
                  <a:lnTo>
                    <a:pt x="18733" y="0"/>
                  </a:lnTo>
                </a:path>
              </a:pathLst>
            </a:custGeom>
            <a:noFill/>
            <a:ln w="20003">
              <a:solidFill>
                <a:srgbClr val="E9ECEF"/>
              </a:solidFill>
            </a:ln>
          </p:spPr>
        </p:sp>
        <p:sp>
          <p:nvSpPr>
            <p:cNvPr id="5140" name="Output_receptor__5139">
              <a:extLst>
                <a:ext uri="{FF2B5EF4-FFF2-40B4-BE49-F238E27FC236}">
                  <a16:creationId xmlns:a16="http://schemas.microsoft.com/office/drawing/2014/main" id="{C43EF7AE-F0F4-1766-18B3-359B55C13F8C}"/>
                </a:ext>
              </a:extLst>
            </p:cNvPr>
            <p:cNvSpPr>
              <a:spLocks noGrp="1"/>
            </p:cNvSpPr>
            <p:nvPr/>
          </p:nvSpPr>
          <p:spPr>
            <a:xfrm>
              <a:off x="15436905" y="4302820"/>
              <a:ext cx="12613" cy="69464"/>
            </a:xfrm>
            <a:custGeom>
              <a:avLst/>
              <a:gdLst/>
              <a:ahLst/>
              <a:cxnLst/>
              <a:rect l="0" t="0" r="0" b="0"/>
              <a:pathLst>
                <a:path w="12613" h="69464">
                  <a:moveTo>
                    <a:pt x="12613" y="0"/>
                  </a:moveTo>
                  <a:lnTo>
                    <a:pt x="0" y="69464"/>
                  </a:lnTo>
                </a:path>
              </a:pathLst>
            </a:custGeom>
            <a:noFill/>
            <a:ln w="8096">
              <a:solidFill>
                <a:srgbClr val="E9ECEF"/>
              </a:solidFill>
            </a:ln>
          </p:spPr>
        </p:sp>
        <p:sp>
          <p:nvSpPr>
            <p:cNvPr id="5141" name="Output_receptor__5140">
              <a:extLst>
                <a:ext uri="{FF2B5EF4-FFF2-40B4-BE49-F238E27FC236}">
                  <a16:creationId xmlns:a16="http://schemas.microsoft.com/office/drawing/2014/main" id="{46E91590-66D4-A685-E540-63933622C357}"/>
                </a:ext>
              </a:extLst>
            </p:cNvPr>
            <p:cNvSpPr>
              <a:spLocks noGrp="1"/>
            </p:cNvSpPr>
            <p:nvPr/>
          </p:nvSpPr>
          <p:spPr>
            <a:xfrm>
              <a:off x="15710006" y="2561115"/>
              <a:ext cx="35740" cy="18577"/>
            </a:xfrm>
            <a:custGeom>
              <a:avLst/>
              <a:gdLst/>
              <a:ahLst/>
              <a:cxnLst/>
              <a:rect l="0" t="0" r="0" b="0"/>
              <a:pathLst>
                <a:path w="35740" h="18577">
                  <a:moveTo>
                    <a:pt x="35740" y="0"/>
                  </a:moveTo>
                  <a:lnTo>
                    <a:pt x="0" y="18577"/>
                  </a:lnTo>
                </a:path>
              </a:pathLst>
            </a:custGeom>
            <a:noFill/>
            <a:ln w="8096">
              <a:solidFill>
                <a:srgbClr val="E9ECEF"/>
              </a:solidFill>
            </a:ln>
          </p:spPr>
        </p:sp>
        <p:sp>
          <p:nvSpPr>
            <p:cNvPr id="5142" name="Output_receptor__5141">
              <a:extLst>
                <a:ext uri="{FF2B5EF4-FFF2-40B4-BE49-F238E27FC236}">
                  <a16:creationId xmlns:a16="http://schemas.microsoft.com/office/drawing/2014/main" id="{75836375-97E1-86D0-C6C3-750F4F3F9DD5}"/>
                </a:ext>
              </a:extLst>
            </p:cNvPr>
            <p:cNvSpPr>
              <a:spLocks noGrp="1"/>
            </p:cNvSpPr>
            <p:nvPr/>
          </p:nvSpPr>
          <p:spPr>
            <a:xfrm>
              <a:off x="16271624" y="3298275"/>
              <a:ext cx="45073" cy="4747"/>
            </a:xfrm>
            <a:custGeom>
              <a:avLst/>
              <a:gdLst/>
              <a:ahLst/>
              <a:cxnLst/>
              <a:rect l="0" t="0" r="0" b="0"/>
              <a:pathLst>
                <a:path w="45073" h="4747">
                  <a:moveTo>
                    <a:pt x="45073" y="0"/>
                  </a:moveTo>
                  <a:lnTo>
                    <a:pt x="0" y="4747"/>
                  </a:lnTo>
                </a:path>
              </a:pathLst>
            </a:custGeom>
            <a:noFill/>
            <a:ln w="8096">
              <a:solidFill>
                <a:srgbClr val="E9ECEF"/>
              </a:solidFill>
            </a:ln>
          </p:spPr>
        </p:sp>
        <p:sp>
          <p:nvSpPr>
            <p:cNvPr id="5143" name="Output_receptor__5142">
              <a:extLst>
                <a:ext uri="{FF2B5EF4-FFF2-40B4-BE49-F238E27FC236}">
                  <a16:creationId xmlns:a16="http://schemas.microsoft.com/office/drawing/2014/main" id="{1AE6F405-E813-3EAE-97F5-05E008E8F952}"/>
                </a:ext>
              </a:extLst>
            </p:cNvPr>
            <p:cNvSpPr>
              <a:spLocks noGrp="1"/>
            </p:cNvSpPr>
            <p:nvPr/>
          </p:nvSpPr>
          <p:spPr>
            <a:xfrm>
              <a:off x="15759329" y="3047522"/>
              <a:ext cx="65452" cy="25872"/>
            </a:xfrm>
            <a:custGeom>
              <a:avLst/>
              <a:gdLst/>
              <a:ahLst/>
              <a:cxnLst/>
              <a:rect l="0" t="0" r="0" b="0"/>
              <a:pathLst>
                <a:path w="65452" h="25872">
                  <a:moveTo>
                    <a:pt x="65452" y="0"/>
                  </a:moveTo>
                  <a:lnTo>
                    <a:pt x="0" y="25872"/>
                  </a:lnTo>
                </a:path>
              </a:pathLst>
            </a:custGeom>
            <a:noFill/>
            <a:ln w="20003">
              <a:solidFill>
                <a:srgbClr val="E9ECEF"/>
              </a:solidFill>
            </a:ln>
          </p:spPr>
        </p:sp>
        <p:sp>
          <p:nvSpPr>
            <p:cNvPr id="5144" name="Output_receptor__5143">
              <a:extLst>
                <a:ext uri="{FF2B5EF4-FFF2-40B4-BE49-F238E27FC236}">
                  <a16:creationId xmlns:a16="http://schemas.microsoft.com/office/drawing/2014/main" id="{0A0381D8-B666-E581-012B-8064C1C52A09}"/>
                </a:ext>
              </a:extLst>
            </p:cNvPr>
            <p:cNvSpPr>
              <a:spLocks noGrp="1"/>
            </p:cNvSpPr>
            <p:nvPr/>
          </p:nvSpPr>
          <p:spPr>
            <a:xfrm>
              <a:off x="16345300" y="4074798"/>
              <a:ext cx="58142" cy="33145"/>
            </a:xfrm>
            <a:custGeom>
              <a:avLst/>
              <a:gdLst/>
              <a:ahLst/>
              <a:cxnLst/>
              <a:rect l="0" t="0" r="0" b="0"/>
              <a:pathLst>
                <a:path w="58142" h="33145">
                  <a:moveTo>
                    <a:pt x="0" y="33145"/>
                  </a:moveTo>
                  <a:lnTo>
                    <a:pt x="58142" y="0"/>
                  </a:lnTo>
                </a:path>
              </a:pathLst>
            </a:custGeom>
            <a:noFill/>
            <a:ln w="20003">
              <a:solidFill>
                <a:srgbClr val="E9ECEF"/>
              </a:solidFill>
            </a:ln>
          </p:spPr>
        </p:sp>
        <p:sp>
          <p:nvSpPr>
            <p:cNvPr id="5145" name="Output_receptor__5144">
              <a:extLst>
                <a:ext uri="{FF2B5EF4-FFF2-40B4-BE49-F238E27FC236}">
                  <a16:creationId xmlns:a16="http://schemas.microsoft.com/office/drawing/2014/main" id="{90FA65A2-F2A2-10FB-2455-C8C8CEF6F2A8}"/>
                </a:ext>
              </a:extLst>
            </p:cNvPr>
            <p:cNvSpPr>
              <a:spLocks noGrp="1"/>
            </p:cNvSpPr>
            <p:nvPr/>
          </p:nvSpPr>
          <p:spPr>
            <a:xfrm>
              <a:off x="15799600" y="2810359"/>
              <a:ext cx="65087" cy="20002"/>
            </a:xfrm>
            <a:custGeom>
              <a:avLst/>
              <a:gdLst/>
              <a:ahLst/>
              <a:cxnLst/>
              <a:rect l="0" t="0" r="0" b="0"/>
              <a:pathLst>
                <a:path w="65087" h="20002">
                  <a:moveTo>
                    <a:pt x="0" y="20002"/>
                  </a:moveTo>
                  <a:lnTo>
                    <a:pt x="65087" y="0"/>
                  </a:lnTo>
                </a:path>
              </a:pathLst>
            </a:custGeom>
            <a:noFill/>
            <a:ln w="20003">
              <a:solidFill>
                <a:srgbClr val="E9ECEF"/>
              </a:solidFill>
            </a:ln>
          </p:spPr>
        </p:sp>
        <p:sp>
          <p:nvSpPr>
            <p:cNvPr id="5146" name="Output_receptor__5145">
              <a:extLst>
                <a:ext uri="{FF2B5EF4-FFF2-40B4-BE49-F238E27FC236}">
                  <a16:creationId xmlns:a16="http://schemas.microsoft.com/office/drawing/2014/main" id="{E403B494-1A94-3F6C-48C4-3DE8A4BD7C9D}"/>
                </a:ext>
              </a:extLst>
            </p:cNvPr>
            <p:cNvSpPr>
              <a:spLocks noGrp="1"/>
            </p:cNvSpPr>
            <p:nvPr/>
          </p:nvSpPr>
          <p:spPr>
            <a:xfrm>
              <a:off x="15543906" y="3211892"/>
              <a:ext cx="32505" cy="25389"/>
            </a:xfrm>
            <a:custGeom>
              <a:avLst/>
              <a:gdLst/>
              <a:ahLst/>
              <a:cxnLst/>
              <a:rect l="0" t="0" r="0" b="0"/>
              <a:pathLst>
                <a:path w="32505" h="25389">
                  <a:moveTo>
                    <a:pt x="32505" y="0"/>
                  </a:moveTo>
                  <a:lnTo>
                    <a:pt x="0" y="25389"/>
                  </a:lnTo>
                </a:path>
              </a:pathLst>
            </a:custGeom>
            <a:noFill/>
            <a:ln w="8096">
              <a:solidFill>
                <a:srgbClr val="E9ECEF"/>
              </a:solidFill>
            </a:ln>
          </p:spPr>
        </p:sp>
        <p:sp>
          <p:nvSpPr>
            <p:cNvPr id="5147" name="Output_receptor__5146">
              <a:extLst>
                <a:ext uri="{FF2B5EF4-FFF2-40B4-BE49-F238E27FC236}">
                  <a16:creationId xmlns:a16="http://schemas.microsoft.com/office/drawing/2014/main" id="{561F4230-4382-BD36-6522-9B567E951EC2}"/>
                </a:ext>
              </a:extLst>
            </p:cNvPr>
            <p:cNvSpPr>
              <a:spLocks noGrp="1"/>
            </p:cNvSpPr>
            <p:nvPr/>
          </p:nvSpPr>
          <p:spPr>
            <a:xfrm>
              <a:off x="16289321" y="3383451"/>
              <a:ext cx="69137" cy="17760"/>
            </a:xfrm>
            <a:custGeom>
              <a:avLst/>
              <a:gdLst/>
              <a:ahLst/>
              <a:cxnLst/>
              <a:rect l="0" t="0" r="0" b="0"/>
              <a:pathLst>
                <a:path w="69137" h="17760">
                  <a:moveTo>
                    <a:pt x="0" y="0"/>
                  </a:moveTo>
                  <a:lnTo>
                    <a:pt x="69137" y="17760"/>
                  </a:lnTo>
                </a:path>
              </a:pathLst>
            </a:custGeom>
            <a:noFill/>
            <a:ln w="20003">
              <a:solidFill>
                <a:srgbClr val="E9ECEF"/>
              </a:solidFill>
            </a:ln>
          </p:spPr>
        </p:sp>
        <p:sp>
          <p:nvSpPr>
            <p:cNvPr id="5148" name="Output_receptor__5147">
              <a:extLst>
                <a:ext uri="{FF2B5EF4-FFF2-40B4-BE49-F238E27FC236}">
                  <a16:creationId xmlns:a16="http://schemas.microsoft.com/office/drawing/2014/main" id="{6CC8212E-91FA-EDDE-BF49-CD6345D5CC61}"/>
                </a:ext>
              </a:extLst>
            </p:cNvPr>
            <p:cNvSpPr>
              <a:spLocks noGrp="1"/>
            </p:cNvSpPr>
            <p:nvPr/>
          </p:nvSpPr>
          <p:spPr>
            <a:xfrm>
              <a:off x="15649978" y="2952568"/>
              <a:ext cx="2843" cy="40249"/>
            </a:xfrm>
            <a:custGeom>
              <a:avLst/>
              <a:gdLst/>
              <a:ahLst/>
              <a:cxnLst/>
              <a:rect l="0" t="0" r="0" b="0"/>
              <a:pathLst>
                <a:path w="2843" h="40249">
                  <a:moveTo>
                    <a:pt x="2843" y="40249"/>
                  </a:moveTo>
                  <a:lnTo>
                    <a:pt x="0" y="0"/>
                  </a:lnTo>
                </a:path>
              </a:pathLst>
            </a:custGeom>
            <a:noFill/>
            <a:ln w="20003">
              <a:solidFill>
                <a:srgbClr val="E9ECEF"/>
              </a:solidFill>
            </a:ln>
          </p:spPr>
        </p:sp>
        <p:sp>
          <p:nvSpPr>
            <p:cNvPr id="5149" name="Output_receptor__5148">
              <a:extLst>
                <a:ext uri="{FF2B5EF4-FFF2-40B4-BE49-F238E27FC236}">
                  <a16:creationId xmlns:a16="http://schemas.microsoft.com/office/drawing/2014/main" id="{2852D1B8-4F85-7D6C-B010-3E260EA2AFE0}"/>
                </a:ext>
              </a:extLst>
            </p:cNvPr>
            <p:cNvSpPr>
              <a:spLocks noGrp="1"/>
            </p:cNvSpPr>
            <p:nvPr/>
          </p:nvSpPr>
          <p:spPr>
            <a:xfrm>
              <a:off x="16232097" y="2650559"/>
              <a:ext cx="43898" cy="13671"/>
            </a:xfrm>
            <a:custGeom>
              <a:avLst/>
              <a:gdLst/>
              <a:ahLst/>
              <a:cxnLst/>
              <a:rect l="0" t="0" r="0" b="0"/>
              <a:pathLst>
                <a:path w="43898" h="13671">
                  <a:moveTo>
                    <a:pt x="43898" y="0"/>
                  </a:moveTo>
                  <a:lnTo>
                    <a:pt x="0" y="13671"/>
                  </a:lnTo>
                </a:path>
              </a:pathLst>
            </a:custGeom>
            <a:noFill/>
            <a:ln w="20003">
              <a:solidFill>
                <a:srgbClr val="E9ECEF"/>
              </a:solidFill>
            </a:ln>
          </p:spPr>
        </p:sp>
        <p:sp>
          <p:nvSpPr>
            <p:cNvPr id="5150" name="Output_receptor__5149">
              <a:extLst>
                <a:ext uri="{FF2B5EF4-FFF2-40B4-BE49-F238E27FC236}">
                  <a16:creationId xmlns:a16="http://schemas.microsoft.com/office/drawing/2014/main" id="{BA282817-CB0E-978D-E785-847F3F95EB7F}"/>
                </a:ext>
              </a:extLst>
            </p:cNvPr>
            <p:cNvSpPr>
              <a:spLocks noGrp="1"/>
            </p:cNvSpPr>
            <p:nvPr/>
          </p:nvSpPr>
          <p:spPr>
            <a:xfrm>
              <a:off x="16190142" y="2567748"/>
              <a:ext cx="69097" cy="13068"/>
            </a:xfrm>
            <a:custGeom>
              <a:avLst/>
              <a:gdLst/>
              <a:ahLst/>
              <a:cxnLst/>
              <a:rect l="0" t="0" r="0" b="0"/>
              <a:pathLst>
                <a:path w="69097" h="13068">
                  <a:moveTo>
                    <a:pt x="69097" y="0"/>
                  </a:moveTo>
                  <a:lnTo>
                    <a:pt x="0" y="13068"/>
                  </a:lnTo>
                </a:path>
              </a:pathLst>
            </a:custGeom>
            <a:noFill/>
            <a:ln w="20003">
              <a:solidFill>
                <a:srgbClr val="E9ECEF"/>
              </a:solidFill>
            </a:ln>
          </p:spPr>
        </p:sp>
        <p:sp>
          <p:nvSpPr>
            <p:cNvPr id="5151" name="Output_receptor__5150">
              <a:extLst>
                <a:ext uri="{FF2B5EF4-FFF2-40B4-BE49-F238E27FC236}">
                  <a16:creationId xmlns:a16="http://schemas.microsoft.com/office/drawing/2014/main" id="{651BF58E-543A-BD96-41D2-4E5D97CDAF19}"/>
                </a:ext>
              </a:extLst>
            </p:cNvPr>
            <p:cNvSpPr>
              <a:spLocks noGrp="1"/>
            </p:cNvSpPr>
            <p:nvPr/>
          </p:nvSpPr>
          <p:spPr>
            <a:xfrm>
              <a:off x="15752565" y="3414992"/>
              <a:ext cx="41195" cy="56544"/>
            </a:xfrm>
            <a:custGeom>
              <a:avLst/>
              <a:gdLst/>
              <a:ahLst/>
              <a:cxnLst/>
              <a:rect l="0" t="0" r="0" b="0"/>
              <a:pathLst>
                <a:path w="41195" h="56544">
                  <a:moveTo>
                    <a:pt x="41195" y="0"/>
                  </a:moveTo>
                  <a:lnTo>
                    <a:pt x="0" y="56544"/>
                  </a:lnTo>
                </a:path>
              </a:pathLst>
            </a:custGeom>
            <a:noFill/>
            <a:ln w="20003">
              <a:solidFill>
                <a:srgbClr val="E9ECEF"/>
              </a:solidFill>
            </a:ln>
          </p:spPr>
        </p:sp>
        <p:sp>
          <p:nvSpPr>
            <p:cNvPr id="5152" name="Output_receptor__5151">
              <a:extLst>
                <a:ext uri="{FF2B5EF4-FFF2-40B4-BE49-F238E27FC236}">
                  <a16:creationId xmlns:a16="http://schemas.microsoft.com/office/drawing/2014/main" id="{24411AE5-9E94-DD54-7789-78BFC4B1D667}"/>
                </a:ext>
              </a:extLst>
            </p:cNvPr>
            <p:cNvSpPr>
              <a:spLocks noGrp="1"/>
            </p:cNvSpPr>
            <p:nvPr/>
          </p:nvSpPr>
          <p:spPr>
            <a:xfrm>
              <a:off x="16440993" y="3852203"/>
              <a:ext cx="65184" cy="6529"/>
            </a:xfrm>
            <a:custGeom>
              <a:avLst/>
              <a:gdLst/>
              <a:ahLst/>
              <a:cxnLst/>
              <a:rect l="0" t="0" r="0" b="0"/>
              <a:pathLst>
                <a:path w="65184" h="6529">
                  <a:moveTo>
                    <a:pt x="65184" y="6529"/>
                  </a:moveTo>
                  <a:lnTo>
                    <a:pt x="0" y="0"/>
                  </a:lnTo>
                </a:path>
              </a:pathLst>
            </a:custGeom>
            <a:noFill/>
            <a:ln w="20003">
              <a:solidFill>
                <a:srgbClr val="E9ECEF"/>
              </a:solidFill>
            </a:ln>
          </p:spPr>
        </p:sp>
        <p:sp>
          <p:nvSpPr>
            <p:cNvPr id="5153" name="Output_receptor__5152">
              <a:extLst>
                <a:ext uri="{FF2B5EF4-FFF2-40B4-BE49-F238E27FC236}">
                  <a16:creationId xmlns:a16="http://schemas.microsoft.com/office/drawing/2014/main" id="{025EED2B-492B-5347-FBB6-78F4FF6B553B}"/>
                </a:ext>
              </a:extLst>
            </p:cNvPr>
            <p:cNvSpPr>
              <a:spLocks noGrp="1"/>
            </p:cNvSpPr>
            <p:nvPr/>
          </p:nvSpPr>
          <p:spPr>
            <a:xfrm>
              <a:off x="16646401" y="3943426"/>
              <a:ext cx="56869" cy="27930"/>
            </a:xfrm>
            <a:custGeom>
              <a:avLst/>
              <a:gdLst/>
              <a:ahLst/>
              <a:cxnLst/>
              <a:rect l="0" t="0" r="0" b="0"/>
              <a:pathLst>
                <a:path w="56869" h="27930">
                  <a:moveTo>
                    <a:pt x="56869" y="27930"/>
                  </a:moveTo>
                  <a:lnTo>
                    <a:pt x="0" y="0"/>
                  </a:lnTo>
                </a:path>
              </a:pathLst>
            </a:custGeom>
            <a:noFill/>
            <a:ln w="20003">
              <a:solidFill>
                <a:srgbClr val="E9ECEF"/>
              </a:solidFill>
            </a:ln>
          </p:spPr>
        </p:sp>
        <p:sp>
          <p:nvSpPr>
            <p:cNvPr id="5154" name="Output_receptor__5153">
              <a:extLst>
                <a:ext uri="{FF2B5EF4-FFF2-40B4-BE49-F238E27FC236}">
                  <a16:creationId xmlns:a16="http://schemas.microsoft.com/office/drawing/2014/main" id="{987C7769-B2ED-186D-C0AE-20AE4FC039B6}"/>
                </a:ext>
              </a:extLst>
            </p:cNvPr>
            <p:cNvSpPr>
              <a:spLocks noGrp="1"/>
            </p:cNvSpPr>
            <p:nvPr/>
          </p:nvSpPr>
          <p:spPr>
            <a:xfrm>
              <a:off x="15375986" y="2681620"/>
              <a:ext cx="4131" cy="67028"/>
            </a:xfrm>
            <a:custGeom>
              <a:avLst/>
              <a:gdLst/>
              <a:ahLst/>
              <a:cxnLst/>
              <a:rect l="0" t="0" r="0" b="0"/>
              <a:pathLst>
                <a:path w="4131" h="67028">
                  <a:moveTo>
                    <a:pt x="0" y="0"/>
                  </a:moveTo>
                  <a:lnTo>
                    <a:pt x="4131" y="67028"/>
                  </a:lnTo>
                </a:path>
              </a:pathLst>
            </a:custGeom>
            <a:noFill/>
            <a:ln w="8096">
              <a:solidFill>
                <a:srgbClr val="E9ECEF"/>
              </a:solidFill>
            </a:ln>
          </p:spPr>
        </p:sp>
        <p:sp>
          <p:nvSpPr>
            <p:cNvPr id="5155" name="Output_receptor__5154">
              <a:extLst>
                <a:ext uri="{FF2B5EF4-FFF2-40B4-BE49-F238E27FC236}">
                  <a16:creationId xmlns:a16="http://schemas.microsoft.com/office/drawing/2014/main" id="{07439523-FF80-1164-8AED-11B274F30638}"/>
                </a:ext>
              </a:extLst>
            </p:cNvPr>
            <p:cNvSpPr>
              <a:spLocks noGrp="1"/>
            </p:cNvSpPr>
            <p:nvPr/>
          </p:nvSpPr>
          <p:spPr>
            <a:xfrm>
              <a:off x="15913516" y="3377733"/>
              <a:ext cx="16078" cy="4369"/>
            </a:xfrm>
            <a:custGeom>
              <a:avLst/>
              <a:gdLst/>
              <a:ahLst/>
              <a:cxnLst/>
              <a:rect l="0" t="0" r="0" b="0"/>
              <a:pathLst>
                <a:path w="16078" h="4369">
                  <a:moveTo>
                    <a:pt x="0" y="4369"/>
                  </a:moveTo>
                  <a:lnTo>
                    <a:pt x="16078" y="0"/>
                  </a:lnTo>
                </a:path>
              </a:pathLst>
            </a:custGeom>
            <a:noFill/>
            <a:ln w="20003">
              <a:solidFill>
                <a:srgbClr val="E9ECEF"/>
              </a:solidFill>
            </a:ln>
          </p:spPr>
        </p:sp>
        <p:sp>
          <p:nvSpPr>
            <p:cNvPr id="5156" name="Output_receptor__5155">
              <a:extLst>
                <a:ext uri="{FF2B5EF4-FFF2-40B4-BE49-F238E27FC236}">
                  <a16:creationId xmlns:a16="http://schemas.microsoft.com/office/drawing/2014/main" id="{A2332CF2-0E0C-A9AB-2430-1FDCE83871DA}"/>
                </a:ext>
              </a:extLst>
            </p:cNvPr>
            <p:cNvSpPr>
              <a:spLocks noGrp="1"/>
            </p:cNvSpPr>
            <p:nvPr/>
          </p:nvSpPr>
          <p:spPr>
            <a:xfrm>
              <a:off x="16094750" y="3824136"/>
              <a:ext cx="66274" cy="27443"/>
            </a:xfrm>
            <a:custGeom>
              <a:avLst/>
              <a:gdLst/>
              <a:ahLst/>
              <a:cxnLst/>
              <a:rect l="0" t="0" r="0" b="0"/>
              <a:pathLst>
                <a:path w="66274" h="27443">
                  <a:moveTo>
                    <a:pt x="66274" y="27443"/>
                  </a:moveTo>
                  <a:lnTo>
                    <a:pt x="0" y="0"/>
                  </a:lnTo>
                </a:path>
              </a:pathLst>
            </a:custGeom>
            <a:noFill/>
            <a:ln w="8096">
              <a:solidFill>
                <a:srgbClr val="E9ECEF"/>
              </a:solidFill>
            </a:ln>
          </p:spPr>
        </p:sp>
        <p:sp>
          <p:nvSpPr>
            <p:cNvPr id="5157" name="Output_receptor__5156">
              <a:extLst>
                <a:ext uri="{FF2B5EF4-FFF2-40B4-BE49-F238E27FC236}">
                  <a16:creationId xmlns:a16="http://schemas.microsoft.com/office/drawing/2014/main" id="{9E923725-3B17-3D50-43A7-77409E482672}"/>
                </a:ext>
              </a:extLst>
            </p:cNvPr>
            <p:cNvSpPr>
              <a:spLocks noGrp="1"/>
            </p:cNvSpPr>
            <p:nvPr/>
          </p:nvSpPr>
          <p:spPr>
            <a:xfrm>
              <a:off x="15444616" y="2900095"/>
              <a:ext cx="50963" cy="266"/>
            </a:xfrm>
            <a:custGeom>
              <a:avLst/>
              <a:gdLst/>
              <a:ahLst/>
              <a:cxnLst/>
              <a:rect l="0" t="0" r="0" b="0"/>
              <a:pathLst>
                <a:path w="50963" h="266">
                  <a:moveTo>
                    <a:pt x="0" y="266"/>
                  </a:moveTo>
                  <a:lnTo>
                    <a:pt x="50963" y="0"/>
                  </a:lnTo>
                </a:path>
              </a:pathLst>
            </a:custGeom>
            <a:noFill/>
            <a:ln w="20003">
              <a:solidFill>
                <a:srgbClr val="E9ECEF"/>
              </a:solidFill>
            </a:ln>
          </p:spPr>
        </p:sp>
        <p:sp>
          <p:nvSpPr>
            <p:cNvPr id="5158" name="Output_receptor__5157">
              <a:extLst>
                <a:ext uri="{FF2B5EF4-FFF2-40B4-BE49-F238E27FC236}">
                  <a16:creationId xmlns:a16="http://schemas.microsoft.com/office/drawing/2014/main" id="{E7F30FA3-71F8-D25F-E671-7E4F8D2F37DC}"/>
                </a:ext>
              </a:extLst>
            </p:cNvPr>
            <p:cNvSpPr>
              <a:spLocks noGrp="1"/>
            </p:cNvSpPr>
            <p:nvPr/>
          </p:nvSpPr>
          <p:spPr>
            <a:xfrm>
              <a:off x="15764935" y="3724183"/>
              <a:ext cx="14529" cy="19389"/>
            </a:xfrm>
            <a:custGeom>
              <a:avLst/>
              <a:gdLst/>
              <a:ahLst/>
              <a:cxnLst/>
              <a:rect l="0" t="0" r="0" b="0"/>
              <a:pathLst>
                <a:path w="14529" h="19389">
                  <a:moveTo>
                    <a:pt x="0" y="0"/>
                  </a:moveTo>
                  <a:lnTo>
                    <a:pt x="14529" y="19389"/>
                  </a:lnTo>
                </a:path>
              </a:pathLst>
            </a:custGeom>
            <a:noFill/>
            <a:ln w="20003">
              <a:solidFill>
                <a:srgbClr val="E9ECEF"/>
              </a:solidFill>
            </a:ln>
          </p:spPr>
        </p:sp>
        <p:sp>
          <p:nvSpPr>
            <p:cNvPr id="5159" name="Output_receptor__5158">
              <a:extLst>
                <a:ext uri="{FF2B5EF4-FFF2-40B4-BE49-F238E27FC236}">
                  <a16:creationId xmlns:a16="http://schemas.microsoft.com/office/drawing/2014/main" id="{13B11507-0F11-EDB8-C408-7624DC26D4AA}"/>
                </a:ext>
              </a:extLst>
            </p:cNvPr>
            <p:cNvSpPr>
              <a:spLocks noGrp="1"/>
            </p:cNvSpPr>
            <p:nvPr/>
          </p:nvSpPr>
          <p:spPr>
            <a:xfrm>
              <a:off x="15790154" y="3560892"/>
              <a:ext cx="33016" cy="56552"/>
            </a:xfrm>
            <a:custGeom>
              <a:avLst/>
              <a:gdLst/>
              <a:ahLst/>
              <a:cxnLst/>
              <a:rect l="0" t="0" r="0" b="0"/>
              <a:pathLst>
                <a:path w="33016" h="56552">
                  <a:moveTo>
                    <a:pt x="0" y="56552"/>
                  </a:moveTo>
                  <a:lnTo>
                    <a:pt x="33016" y="0"/>
                  </a:lnTo>
                </a:path>
              </a:pathLst>
            </a:custGeom>
            <a:noFill/>
            <a:ln w="20003">
              <a:solidFill>
                <a:srgbClr val="E9ECEF"/>
              </a:solidFill>
            </a:ln>
          </p:spPr>
        </p:sp>
        <p:sp>
          <p:nvSpPr>
            <p:cNvPr id="5160" name="Output_receptor__5159">
              <a:extLst>
                <a:ext uri="{FF2B5EF4-FFF2-40B4-BE49-F238E27FC236}">
                  <a16:creationId xmlns:a16="http://schemas.microsoft.com/office/drawing/2014/main" id="{65F10AFB-B80F-9DEC-BC2D-0F23ACA9E178}"/>
                </a:ext>
              </a:extLst>
            </p:cNvPr>
            <p:cNvSpPr>
              <a:spLocks noGrp="1"/>
            </p:cNvSpPr>
            <p:nvPr/>
          </p:nvSpPr>
          <p:spPr>
            <a:xfrm>
              <a:off x="15354390" y="3611967"/>
              <a:ext cx="62453" cy="4944"/>
            </a:xfrm>
            <a:custGeom>
              <a:avLst/>
              <a:gdLst/>
              <a:ahLst/>
              <a:cxnLst/>
              <a:rect l="0" t="0" r="0" b="0"/>
              <a:pathLst>
                <a:path w="62453" h="4944">
                  <a:moveTo>
                    <a:pt x="0" y="4944"/>
                  </a:moveTo>
                  <a:lnTo>
                    <a:pt x="62453" y="0"/>
                  </a:lnTo>
                </a:path>
              </a:pathLst>
            </a:custGeom>
            <a:noFill/>
            <a:ln w="8096">
              <a:solidFill>
                <a:srgbClr val="E9ECEF"/>
              </a:solidFill>
            </a:ln>
          </p:spPr>
        </p:sp>
        <p:sp>
          <p:nvSpPr>
            <p:cNvPr id="5161" name="Output_receptor__5160">
              <a:extLst>
                <a:ext uri="{FF2B5EF4-FFF2-40B4-BE49-F238E27FC236}">
                  <a16:creationId xmlns:a16="http://schemas.microsoft.com/office/drawing/2014/main" id="{B40787EE-BFEC-6B89-4803-D1E478488AEE}"/>
                </a:ext>
              </a:extLst>
            </p:cNvPr>
            <p:cNvSpPr>
              <a:spLocks noGrp="1"/>
            </p:cNvSpPr>
            <p:nvPr/>
          </p:nvSpPr>
          <p:spPr>
            <a:xfrm>
              <a:off x="16641004" y="4031049"/>
              <a:ext cx="27308" cy="13870"/>
            </a:xfrm>
            <a:custGeom>
              <a:avLst/>
              <a:gdLst/>
              <a:ahLst/>
              <a:cxnLst/>
              <a:rect l="0" t="0" r="0" b="0"/>
              <a:pathLst>
                <a:path w="27308" h="13870">
                  <a:moveTo>
                    <a:pt x="0" y="13870"/>
                  </a:moveTo>
                  <a:lnTo>
                    <a:pt x="27308" y="0"/>
                  </a:lnTo>
                </a:path>
              </a:pathLst>
            </a:custGeom>
            <a:noFill/>
            <a:ln w="20003">
              <a:solidFill>
                <a:srgbClr val="E9ECEF"/>
              </a:solidFill>
            </a:ln>
          </p:spPr>
        </p:sp>
        <p:sp>
          <p:nvSpPr>
            <p:cNvPr id="5162" name="Output_receptor__5161">
              <a:extLst>
                <a:ext uri="{FF2B5EF4-FFF2-40B4-BE49-F238E27FC236}">
                  <a16:creationId xmlns:a16="http://schemas.microsoft.com/office/drawing/2014/main" id="{3299A905-18E0-9D4E-4105-E4E8FB389751}"/>
                </a:ext>
              </a:extLst>
            </p:cNvPr>
            <p:cNvSpPr>
              <a:spLocks noGrp="1"/>
            </p:cNvSpPr>
            <p:nvPr/>
          </p:nvSpPr>
          <p:spPr>
            <a:xfrm>
              <a:off x="15687112" y="2810045"/>
              <a:ext cx="4833" cy="49276"/>
            </a:xfrm>
            <a:custGeom>
              <a:avLst/>
              <a:gdLst/>
              <a:ahLst/>
              <a:cxnLst/>
              <a:rect l="0" t="0" r="0" b="0"/>
              <a:pathLst>
                <a:path w="4833" h="49276">
                  <a:moveTo>
                    <a:pt x="0" y="49276"/>
                  </a:moveTo>
                  <a:lnTo>
                    <a:pt x="4833" y="0"/>
                  </a:lnTo>
                </a:path>
              </a:pathLst>
            </a:custGeom>
            <a:noFill/>
            <a:ln w="20003">
              <a:solidFill>
                <a:srgbClr val="E9ECEF"/>
              </a:solidFill>
            </a:ln>
          </p:spPr>
        </p:sp>
        <p:sp>
          <p:nvSpPr>
            <p:cNvPr id="5163" name="Output_receptor__5162">
              <a:extLst>
                <a:ext uri="{FF2B5EF4-FFF2-40B4-BE49-F238E27FC236}">
                  <a16:creationId xmlns:a16="http://schemas.microsoft.com/office/drawing/2014/main" id="{9875A22B-460D-B72E-BD41-DE7AEBB6A788}"/>
                </a:ext>
              </a:extLst>
            </p:cNvPr>
            <p:cNvSpPr>
              <a:spLocks noGrp="1"/>
            </p:cNvSpPr>
            <p:nvPr/>
          </p:nvSpPr>
          <p:spPr>
            <a:xfrm>
              <a:off x="16403442" y="4074798"/>
              <a:ext cx="42426" cy="31179"/>
            </a:xfrm>
            <a:custGeom>
              <a:avLst/>
              <a:gdLst/>
              <a:ahLst/>
              <a:cxnLst/>
              <a:rect l="0" t="0" r="0" b="0"/>
              <a:pathLst>
                <a:path w="42426" h="31179">
                  <a:moveTo>
                    <a:pt x="0" y="0"/>
                  </a:moveTo>
                  <a:lnTo>
                    <a:pt x="42426" y="31179"/>
                  </a:lnTo>
                </a:path>
              </a:pathLst>
            </a:custGeom>
            <a:noFill/>
            <a:ln w="20003">
              <a:solidFill>
                <a:srgbClr val="E9ECEF"/>
              </a:solidFill>
            </a:ln>
          </p:spPr>
        </p:sp>
        <p:sp>
          <p:nvSpPr>
            <p:cNvPr id="5164" name="Output_receptor__5163">
              <a:extLst>
                <a:ext uri="{FF2B5EF4-FFF2-40B4-BE49-F238E27FC236}">
                  <a16:creationId xmlns:a16="http://schemas.microsoft.com/office/drawing/2014/main" id="{F1CEEB12-2084-8127-83AD-8F177744C91D}"/>
                </a:ext>
              </a:extLst>
            </p:cNvPr>
            <p:cNvSpPr>
              <a:spLocks noGrp="1"/>
            </p:cNvSpPr>
            <p:nvPr/>
          </p:nvSpPr>
          <p:spPr>
            <a:xfrm>
              <a:off x="15978946" y="3220350"/>
              <a:ext cx="14977" cy="299"/>
            </a:xfrm>
            <a:custGeom>
              <a:avLst/>
              <a:gdLst/>
              <a:ahLst/>
              <a:cxnLst/>
              <a:rect l="0" t="0" r="0" b="0"/>
              <a:pathLst>
                <a:path w="14977" h="299">
                  <a:moveTo>
                    <a:pt x="0" y="0"/>
                  </a:moveTo>
                  <a:lnTo>
                    <a:pt x="14977" y="299"/>
                  </a:lnTo>
                </a:path>
              </a:pathLst>
            </a:custGeom>
            <a:noFill/>
            <a:ln w="20003">
              <a:solidFill>
                <a:srgbClr val="E9ECEF"/>
              </a:solidFill>
            </a:ln>
          </p:spPr>
        </p:sp>
        <p:sp>
          <p:nvSpPr>
            <p:cNvPr id="5165" name="Output_receptor__5164">
              <a:extLst>
                <a:ext uri="{FF2B5EF4-FFF2-40B4-BE49-F238E27FC236}">
                  <a16:creationId xmlns:a16="http://schemas.microsoft.com/office/drawing/2014/main" id="{0FED420A-B7C9-5B2E-B15F-F8B87DCA423A}"/>
                </a:ext>
              </a:extLst>
            </p:cNvPr>
            <p:cNvSpPr>
              <a:spLocks noGrp="1"/>
            </p:cNvSpPr>
            <p:nvPr/>
          </p:nvSpPr>
          <p:spPr>
            <a:xfrm>
              <a:off x="16335614" y="2598019"/>
              <a:ext cx="46467" cy="55111"/>
            </a:xfrm>
            <a:custGeom>
              <a:avLst/>
              <a:gdLst/>
              <a:ahLst/>
              <a:cxnLst/>
              <a:rect l="0" t="0" r="0" b="0"/>
              <a:pathLst>
                <a:path w="46467" h="55111">
                  <a:moveTo>
                    <a:pt x="46467" y="0"/>
                  </a:moveTo>
                  <a:lnTo>
                    <a:pt x="0" y="55111"/>
                  </a:lnTo>
                </a:path>
              </a:pathLst>
            </a:custGeom>
            <a:noFill/>
            <a:ln w="20003">
              <a:solidFill>
                <a:srgbClr val="E9ECEF"/>
              </a:solidFill>
            </a:ln>
          </p:spPr>
        </p:sp>
        <p:sp>
          <p:nvSpPr>
            <p:cNvPr id="5166" name="Output_receptor__5165">
              <a:extLst>
                <a:ext uri="{FF2B5EF4-FFF2-40B4-BE49-F238E27FC236}">
                  <a16:creationId xmlns:a16="http://schemas.microsoft.com/office/drawing/2014/main" id="{9F378742-DDA6-6557-CFDE-D4E0783C9381}"/>
                </a:ext>
              </a:extLst>
            </p:cNvPr>
            <p:cNvSpPr>
              <a:spLocks noGrp="1"/>
            </p:cNvSpPr>
            <p:nvPr/>
          </p:nvSpPr>
          <p:spPr>
            <a:xfrm>
              <a:off x="15628715" y="4489114"/>
              <a:ext cx="31409" cy="57640"/>
            </a:xfrm>
            <a:custGeom>
              <a:avLst/>
              <a:gdLst/>
              <a:ahLst/>
              <a:cxnLst/>
              <a:rect l="0" t="0" r="0" b="0"/>
              <a:pathLst>
                <a:path w="31409" h="57640">
                  <a:moveTo>
                    <a:pt x="0" y="57640"/>
                  </a:moveTo>
                  <a:lnTo>
                    <a:pt x="31409" y="0"/>
                  </a:lnTo>
                </a:path>
              </a:pathLst>
            </a:custGeom>
            <a:noFill/>
            <a:ln w="20003">
              <a:solidFill>
                <a:srgbClr val="E9ECEF"/>
              </a:solidFill>
            </a:ln>
          </p:spPr>
        </p:sp>
        <p:sp>
          <p:nvSpPr>
            <p:cNvPr id="5167" name="Output_receptor__5166">
              <a:extLst>
                <a:ext uri="{FF2B5EF4-FFF2-40B4-BE49-F238E27FC236}">
                  <a16:creationId xmlns:a16="http://schemas.microsoft.com/office/drawing/2014/main" id="{87B17DFE-E53A-3F6A-F679-0303A20C1375}"/>
                </a:ext>
              </a:extLst>
            </p:cNvPr>
            <p:cNvSpPr>
              <a:spLocks noGrp="1"/>
            </p:cNvSpPr>
            <p:nvPr/>
          </p:nvSpPr>
          <p:spPr>
            <a:xfrm>
              <a:off x="15660124" y="4489114"/>
              <a:ext cx="63953" cy="12123"/>
            </a:xfrm>
            <a:custGeom>
              <a:avLst/>
              <a:gdLst/>
              <a:ahLst/>
              <a:cxnLst/>
              <a:rect l="0" t="0" r="0" b="0"/>
              <a:pathLst>
                <a:path w="63953" h="12123">
                  <a:moveTo>
                    <a:pt x="0" y="0"/>
                  </a:moveTo>
                  <a:lnTo>
                    <a:pt x="63953" y="12123"/>
                  </a:lnTo>
                </a:path>
              </a:pathLst>
            </a:custGeom>
            <a:noFill/>
            <a:ln w="20003">
              <a:solidFill>
                <a:srgbClr val="E9ECEF"/>
              </a:solidFill>
            </a:ln>
          </p:spPr>
        </p:sp>
        <p:sp>
          <p:nvSpPr>
            <p:cNvPr id="5168" name="Output_receptor__5167">
              <a:extLst>
                <a:ext uri="{FF2B5EF4-FFF2-40B4-BE49-F238E27FC236}">
                  <a16:creationId xmlns:a16="http://schemas.microsoft.com/office/drawing/2014/main" id="{24E0AD96-20A5-EF15-2184-1278E4576004}"/>
                </a:ext>
              </a:extLst>
            </p:cNvPr>
            <p:cNvSpPr>
              <a:spLocks noGrp="1"/>
            </p:cNvSpPr>
            <p:nvPr/>
          </p:nvSpPr>
          <p:spPr>
            <a:xfrm>
              <a:off x="15299505" y="3444414"/>
              <a:ext cx="32693" cy="1291"/>
            </a:xfrm>
            <a:custGeom>
              <a:avLst/>
              <a:gdLst/>
              <a:ahLst/>
              <a:cxnLst/>
              <a:rect l="0" t="0" r="0" b="0"/>
              <a:pathLst>
                <a:path w="32693" h="1291">
                  <a:moveTo>
                    <a:pt x="32693" y="1291"/>
                  </a:moveTo>
                  <a:lnTo>
                    <a:pt x="0" y="0"/>
                  </a:lnTo>
                </a:path>
              </a:pathLst>
            </a:custGeom>
            <a:noFill/>
            <a:ln w="20003">
              <a:solidFill>
                <a:srgbClr val="E9ECEF"/>
              </a:solidFill>
            </a:ln>
          </p:spPr>
        </p:sp>
        <p:sp>
          <p:nvSpPr>
            <p:cNvPr id="5169" name="Output_receptor__5168">
              <a:extLst>
                <a:ext uri="{FF2B5EF4-FFF2-40B4-BE49-F238E27FC236}">
                  <a16:creationId xmlns:a16="http://schemas.microsoft.com/office/drawing/2014/main" id="{B3D991FD-564B-D08F-BD88-6F82721FC724}"/>
                </a:ext>
              </a:extLst>
            </p:cNvPr>
            <p:cNvSpPr>
              <a:spLocks noGrp="1"/>
            </p:cNvSpPr>
            <p:nvPr/>
          </p:nvSpPr>
          <p:spPr>
            <a:xfrm>
              <a:off x="16110999" y="2419129"/>
              <a:ext cx="65009" cy="29723"/>
            </a:xfrm>
            <a:custGeom>
              <a:avLst/>
              <a:gdLst/>
              <a:ahLst/>
              <a:cxnLst/>
              <a:rect l="0" t="0" r="0" b="0"/>
              <a:pathLst>
                <a:path w="65009" h="29723">
                  <a:moveTo>
                    <a:pt x="65009" y="0"/>
                  </a:moveTo>
                  <a:lnTo>
                    <a:pt x="0" y="29723"/>
                  </a:lnTo>
                </a:path>
              </a:pathLst>
            </a:custGeom>
            <a:noFill/>
            <a:ln w="20003">
              <a:solidFill>
                <a:srgbClr val="E9ECEF"/>
              </a:solidFill>
            </a:ln>
          </p:spPr>
        </p:sp>
        <p:sp>
          <p:nvSpPr>
            <p:cNvPr id="5170" name="Output_receptor__5169">
              <a:extLst>
                <a:ext uri="{FF2B5EF4-FFF2-40B4-BE49-F238E27FC236}">
                  <a16:creationId xmlns:a16="http://schemas.microsoft.com/office/drawing/2014/main" id="{27BAB3AD-65C0-054E-5146-0860F800BD0F}"/>
                </a:ext>
              </a:extLst>
            </p:cNvPr>
            <p:cNvSpPr>
              <a:spLocks noGrp="1"/>
            </p:cNvSpPr>
            <p:nvPr/>
          </p:nvSpPr>
          <p:spPr>
            <a:xfrm>
              <a:off x="16413591" y="3852203"/>
              <a:ext cx="27402" cy="44451"/>
            </a:xfrm>
            <a:custGeom>
              <a:avLst/>
              <a:gdLst/>
              <a:ahLst/>
              <a:cxnLst/>
              <a:rect l="0" t="0" r="0" b="0"/>
              <a:pathLst>
                <a:path w="27402" h="44451">
                  <a:moveTo>
                    <a:pt x="27402" y="0"/>
                  </a:moveTo>
                  <a:lnTo>
                    <a:pt x="0" y="44451"/>
                  </a:lnTo>
                </a:path>
              </a:pathLst>
            </a:custGeom>
            <a:noFill/>
            <a:ln w="20003">
              <a:solidFill>
                <a:srgbClr val="E9ECEF"/>
              </a:solidFill>
            </a:ln>
          </p:spPr>
        </p:sp>
        <p:sp>
          <p:nvSpPr>
            <p:cNvPr id="5171" name="Output_receptor__5170">
              <a:extLst>
                <a:ext uri="{FF2B5EF4-FFF2-40B4-BE49-F238E27FC236}">
                  <a16:creationId xmlns:a16="http://schemas.microsoft.com/office/drawing/2014/main" id="{54194DA7-7CE1-E5FE-68CE-6681B2419061}"/>
                </a:ext>
              </a:extLst>
            </p:cNvPr>
            <p:cNvSpPr>
              <a:spLocks noGrp="1"/>
            </p:cNvSpPr>
            <p:nvPr/>
          </p:nvSpPr>
          <p:spPr>
            <a:xfrm>
              <a:off x="16446862" y="3597700"/>
              <a:ext cx="52321" cy="43065"/>
            </a:xfrm>
            <a:custGeom>
              <a:avLst/>
              <a:gdLst/>
              <a:ahLst/>
              <a:cxnLst/>
              <a:rect l="0" t="0" r="0" b="0"/>
              <a:pathLst>
                <a:path w="52321" h="43065">
                  <a:moveTo>
                    <a:pt x="52321" y="0"/>
                  </a:moveTo>
                  <a:lnTo>
                    <a:pt x="0" y="43065"/>
                  </a:lnTo>
                </a:path>
              </a:pathLst>
            </a:custGeom>
            <a:noFill/>
            <a:ln w="20003">
              <a:solidFill>
                <a:srgbClr val="E9ECEF"/>
              </a:solidFill>
            </a:ln>
          </p:spPr>
        </p:sp>
        <p:sp>
          <p:nvSpPr>
            <p:cNvPr id="5172" name="Output_receptor__5171">
              <a:extLst>
                <a:ext uri="{FF2B5EF4-FFF2-40B4-BE49-F238E27FC236}">
                  <a16:creationId xmlns:a16="http://schemas.microsoft.com/office/drawing/2014/main" id="{159791E7-BE6B-5536-0D22-F1FD863E709B}"/>
                </a:ext>
              </a:extLst>
            </p:cNvPr>
            <p:cNvSpPr>
              <a:spLocks noGrp="1"/>
            </p:cNvSpPr>
            <p:nvPr/>
          </p:nvSpPr>
          <p:spPr>
            <a:xfrm>
              <a:off x="16601109" y="3943426"/>
              <a:ext cx="45293" cy="15507"/>
            </a:xfrm>
            <a:custGeom>
              <a:avLst/>
              <a:gdLst/>
              <a:ahLst/>
              <a:cxnLst/>
              <a:rect l="0" t="0" r="0" b="0"/>
              <a:pathLst>
                <a:path w="45293" h="15507">
                  <a:moveTo>
                    <a:pt x="45293" y="0"/>
                  </a:moveTo>
                  <a:lnTo>
                    <a:pt x="0" y="15507"/>
                  </a:lnTo>
                </a:path>
              </a:pathLst>
            </a:custGeom>
            <a:noFill/>
            <a:ln w="20003">
              <a:solidFill>
                <a:srgbClr val="E9ECEF"/>
              </a:solidFill>
            </a:ln>
          </p:spPr>
        </p:sp>
        <p:sp>
          <p:nvSpPr>
            <p:cNvPr id="5173" name="Output_receptor__5172">
              <a:extLst>
                <a:ext uri="{FF2B5EF4-FFF2-40B4-BE49-F238E27FC236}">
                  <a16:creationId xmlns:a16="http://schemas.microsoft.com/office/drawing/2014/main" id="{D842DEE4-1B69-B2C3-FF60-1A9E324A6103}"/>
                </a:ext>
              </a:extLst>
            </p:cNvPr>
            <p:cNvSpPr>
              <a:spLocks noGrp="1"/>
            </p:cNvSpPr>
            <p:nvPr/>
          </p:nvSpPr>
          <p:spPr>
            <a:xfrm>
              <a:off x="16032268" y="2342855"/>
              <a:ext cx="41756" cy="51017"/>
            </a:xfrm>
            <a:custGeom>
              <a:avLst/>
              <a:gdLst/>
              <a:ahLst/>
              <a:cxnLst/>
              <a:rect l="0" t="0" r="0" b="0"/>
              <a:pathLst>
                <a:path w="41756" h="51017">
                  <a:moveTo>
                    <a:pt x="0" y="51017"/>
                  </a:moveTo>
                  <a:lnTo>
                    <a:pt x="41756" y="0"/>
                  </a:lnTo>
                </a:path>
              </a:pathLst>
            </a:custGeom>
            <a:noFill/>
            <a:ln w="20003">
              <a:solidFill>
                <a:srgbClr val="E9ECEF"/>
              </a:solidFill>
            </a:ln>
          </p:spPr>
        </p:sp>
        <p:sp>
          <p:nvSpPr>
            <p:cNvPr id="5174" name="Output_receptor__5173">
              <a:extLst>
                <a:ext uri="{FF2B5EF4-FFF2-40B4-BE49-F238E27FC236}">
                  <a16:creationId xmlns:a16="http://schemas.microsoft.com/office/drawing/2014/main" id="{EFB595C8-8AF2-A763-AA1A-4A59B51380D0}"/>
                </a:ext>
              </a:extLst>
            </p:cNvPr>
            <p:cNvSpPr>
              <a:spLocks noGrp="1"/>
            </p:cNvSpPr>
            <p:nvPr/>
          </p:nvSpPr>
          <p:spPr>
            <a:xfrm>
              <a:off x="16358458" y="3341865"/>
              <a:ext cx="22627" cy="59346"/>
            </a:xfrm>
            <a:custGeom>
              <a:avLst/>
              <a:gdLst/>
              <a:ahLst/>
              <a:cxnLst/>
              <a:rect l="0" t="0" r="0" b="0"/>
              <a:pathLst>
                <a:path w="22627" h="59346">
                  <a:moveTo>
                    <a:pt x="0" y="59346"/>
                  </a:moveTo>
                  <a:lnTo>
                    <a:pt x="22627" y="0"/>
                  </a:lnTo>
                </a:path>
              </a:pathLst>
            </a:custGeom>
            <a:noFill/>
            <a:ln w="20003">
              <a:solidFill>
                <a:srgbClr val="E9ECEF"/>
              </a:solidFill>
            </a:ln>
          </p:spPr>
        </p:sp>
        <p:sp>
          <p:nvSpPr>
            <p:cNvPr id="5175" name="Output_receptor__5174">
              <a:extLst>
                <a:ext uri="{FF2B5EF4-FFF2-40B4-BE49-F238E27FC236}">
                  <a16:creationId xmlns:a16="http://schemas.microsoft.com/office/drawing/2014/main" id="{573D3DA3-32FE-4BC3-9613-92A26D41E40B}"/>
                </a:ext>
              </a:extLst>
            </p:cNvPr>
            <p:cNvSpPr>
              <a:spLocks noGrp="1"/>
            </p:cNvSpPr>
            <p:nvPr/>
          </p:nvSpPr>
          <p:spPr>
            <a:xfrm>
              <a:off x="15544877" y="3389811"/>
              <a:ext cx="3013" cy="1757"/>
            </a:xfrm>
            <a:custGeom>
              <a:avLst/>
              <a:gdLst/>
              <a:ahLst/>
              <a:cxnLst/>
              <a:rect l="0" t="0" r="0" b="0"/>
              <a:pathLst>
                <a:path w="3013" h="1757">
                  <a:moveTo>
                    <a:pt x="0" y="1757"/>
                  </a:moveTo>
                  <a:lnTo>
                    <a:pt x="3013" y="0"/>
                  </a:lnTo>
                </a:path>
              </a:pathLst>
            </a:custGeom>
            <a:noFill/>
            <a:ln w="20003">
              <a:solidFill>
                <a:srgbClr val="E9ECEF"/>
              </a:solidFill>
            </a:ln>
          </p:spPr>
        </p:sp>
        <p:sp>
          <p:nvSpPr>
            <p:cNvPr id="5176" name="Output_receptor__5175">
              <a:extLst>
                <a:ext uri="{FF2B5EF4-FFF2-40B4-BE49-F238E27FC236}">
                  <a16:creationId xmlns:a16="http://schemas.microsoft.com/office/drawing/2014/main" id="{DB1ED9A5-9236-322C-33CC-020AB4383D86}"/>
                </a:ext>
              </a:extLst>
            </p:cNvPr>
            <p:cNvSpPr>
              <a:spLocks noGrp="1"/>
            </p:cNvSpPr>
            <p:nvPr/>
          </p:nvSpPr>
          <p:spPr>
            <a:xfrm>
              <a:off x="16075878" y="3511537"/>
              <a:ext cx="14186" cy="3933"/>
            </a:xfrm>
            <a:custGeom>
              <a:avLst/>
              <a:gdLst/>
              <a:ahLst/>
              <a:cxnLst/>
              <a:rect l="0" t="0" r="0" b="0"/>
              <a:pathLst>
                <a:path w="14186" h="3933">
                  <a:moveTo>
                    <a:pt x="0" y="3933"/>
                  </a:moveTo>
                  <a:lnTo>
                    <a:pt x="14186" y="0"/>
                  </a:lnTo>
                </a:path>
              </a:pathLst>
            </a:custGeom>
            <a:noFill/>
            <a:ln w="20003">
              <a:solidFill>
                <a:srgbClr val="E9ECEF"/>
              </a:solidFill>
            </a:ln>
          </p:spPr>
        </p:sp>
        <p:sp>
          <p:nvSpPr>
            <p:cNvPr id="5177" name="Output_receptor__5176">
              <a:extLst>
                <a:ext uri="{FF2B5EF4-FFF2-40B4-BE49-F238E27FC236}">
                  <a16:creationId xmlns:a16="http://schemas.microsoft.com/office/drawing/2014/main" id="{352965C7-7926-B273-F886-BF420DA23292}"/>
                </a:ext>
              </a:extLst>
            </p:cNvPr>
            <p:cNvSpPr>
              <a:spLocks noGrp="1"/>
            </p:cNvSpPr>
            <p:nvPr/>
          </p:nvSpPr>
          <p:spPr>
            <a:xfrm>
              <a:off x="16503688" y="3858733"/>
              <a:ext cx="2488" cy="72086"/>
            </a:xfrm>
            <a:custGeom>
              <a:avLst/>
              <a:gdLst/>
              <a:ahLst/>
              <a:cxnLst/>
              <a:rect l="0" t="0" r="0" b="0"/>
              <a:pathLst>
                <a:path w="2488" h="72086">
                  <a:moveTo>
                    <a:pt x="0" y="72086"/>
                  </a:moveTo>
                  <a:lnTo>
                    <a:pt x="2488" y="0"/>
                  </a:lnTo>
                </a:path>
              </a:pathLst>
            </a:custGeom>
            <a:noFill/>
            <a:ln w="20003">
              <a:solidFill>
                <a:srgbClr val="E9ECEF"/>
              </a:solidFill>
            </a:ln>
          </p:spPr>
        </p:sp>
        <p:sp>
          <p:nvSpPr>
            <p:cNvPr id="5178" name="Output_receptor__5177">
              <a:extLst>
                <a:ext uri="{FF2B5EF4-FFF2-40B4-BE49-F238E27FC236}">
                  <a16:creationId xmlns:a16="http://schemas.microsoft.com/office/drawing/2014/main" id="{CAFE03AB-C11B-181E-107B-6470E423AC1E}"/>
                </a:ext>
              </a:extLst>
            </p:cNvPr>
            <p:cNvSpPr>
              <a:spLocks noGrp="1"/>
            </p:cNvSpPr>
            <p:nvPr/>
          </p:nvSpPr>
          <p:spPr>
            <a:xfrm>
              <a:off x="16276468" y="3525187"/>
              <a:ext cx="31612" cy="46291"/>
            </a:xfrm>
            <a:custGeom>
              <a:avLst/>
              <a:gdLst/>
              <a:ahLst/>
              <a:cxnLst/>
              <a:rect l="0" t="0" r="0" b="0"/>
              <a:pathLst>
                <a:path w="31612" h="46291">
                  <a:moveTo>
                    <a:pt x="31612" y="46291"/>
                  </a:moveTo>
                  <a:lnTo>
                    <a:pt x="0" y="0"/>
                  </a:lnTo>
                </a:path>
              </a:pathLst>
            </a:custGeom>
            <a:noFill/>
            <a:ln w="20003">
              <a:solidFill>
                <a:srgbClr val="E9ECEF"/>
              </a:solidFill>
            </a:ln>
          </p:spPr>
        </p:sp>
        <p:sp>
          <p:nvSpPr>
            <p:cNvPr id="5179" name="Output_receptor__5178">
              <a:extLst>
                <a:ext uri="{FF2B5EF4-FFF2-40B4-BE49-F238E27FC236}">
                  <a16:creationId xmlns:a16="http://schemas.microsoft.com/office/drawing/2014/main" id="{01833B72-0648-BE35-FFD6-25452596D6B4}"/>
                </a:ext>
              </a:extLst>
            </p:cNvPr>
            <p:cNvSpPr>
              <a:spLocks noGrp="1"/>
            </p:cNvSpPr>
            <p:nvPr/>
          </p:nvSpPr>
          <p:spPr>
            <a:xfrm>
              <a:off x="15721278" y="4501238"/>
              <a:ext cx="2799" cy="70330"/>
            </a:xfrm>
            <a:custGeom>
              <a:avLst/>
              <a:gdLst/>
              <a:ahLst/>
              <a:cxnLst/>
              <a:rect l="0" t="0" r="0" b="0"/>
              <a:pathLst>
                <a:path w="2799" h="70330">
                  <a:moveTo>
                    <a:pt x="2799" y="0"/>
                  </a:moveTo>
                  <a:lnTo>
                    <a:pt x="0" y="70330"/>
                  </a:lnTo>
                </a:path>
              </a:pathLst>
            </a:custGeom>
            <a:noFill/>
            <a:ln w="20003">
              <a:solidFill>
                <a:srgbClr val="E9ECEF"/>
              </a:solidFill>
            </a:ln>
          </p:spPr>
        </p:sp>
        <p:sp>
          <p:nvSpPr>
            <p:cNvPr id="5180" name="Output_receptor__5179">
              <a:extLst>
                <a:ext uri="{FF2B5EF4-FFF2-40B4-BE49-F238E27FC236}">
                  <a16:creationId xmlns:a16="http://schemas.microsoft.com/office/drawing/2014/main" id="{08551F35-80F1-9ED8-E181-F345A25EE376}"/>
                </a:ext>
              </a:extLst>
            </p:cNvPr>
            <p:cNvSpPr>
              <a:spLocks noGrp="1"/>
            </p:cNvSpPr>
            <p:nvPr/>
          </p:nvSpPr>
          <p:spPr>
            <a:xfrm>
              <a:off x="15576411" y="3211892"/>
              <a:ext cx="65622" cy="18091"/>
            </a:xfrm>
            <a:custGeom>
              <a:avLst/>
              <a:gdLst/>
              <a:ahLst/>
              <a:cxnLst/>
              <a:rect l="0" t="0" r="0" b="0"/>
              <a:pathLst>
                <a:path w="65622" h="18091">
                  <a:moveTo>
                    <a:pt x="65622" y="18091"/>
                  </a:moveTo>
                  <a:lnTo>
                    <a:pt x="0" y="0"/>
                  </a:lnTo>
                </a:path>
              </a:pathLst>
            </a:custGeom>
            <a:noFill/>
            <a:ln w="8096">
              <a:solidFill>
                <a:srgbClr val="E9ECEF"/>
              </a:solidFill>
            </a:ln>
          </p:spPr>
        </p:sp>
        <p:sp>
          <p:nvSpPr>
            <p:cNvPr id="5181" name="Output_receptor__5180">
              <a:extLst>
                <a:ext uri="{FF2B5EF4-FFF2-40B4-BE49-F238E27FC236}">
                  <a16:creationId xmlns:a16="http://schemas.microsoft.com/office/drawing/2014/main" id="{36A8B08A-865A-35E5-CC53-3F02D2864B77}"/>
                </a:ext>
              </a:extLst>
            </p:cNvPr>
            <p:cNvSpPr>
              <a:spLocks noGrp="1"/>
            </p:cNvSpPr>
            <p:nvPr/>
          </p:nvSpPr>
          <p:spPr>
            <a:xfrm>
              <a:off x="16129741" y="3851579"/>
              <a:ext cx="31283" cy="64164"/>
            </a:xfrm>
            <a:custGeom>
              <a:avLst/>
              <a:gdLst/>
              <a:ahLst/>
              <a:cxnLst/>
              <a:rect l="0" t="0" r="0" b="0"/>
              <a:pathLst>
                <a:path w="31283" h="64164">
                  <a:moveTo>
                    <a:pt x="0" y="64164"/>
                  </a:moveTo>
                  <a:lnTo>
                    <a:pt x="31283" y="0"/>
                  </a:lnTo>
                </a:path>
              </a:pathLst>
            </a:custGeom>
            <a:noFill/>
            <a:ln w="20003">
              <a:solidFill>
                <a:srgbClr val="E9ECEF"/>
              </a:solidFill>
            </a:ln>
          </p:spPr>
        </p:sp>
        <p:sp>
          <p:nvSpPr>
            <p:cNvPr id="5182" name="Output_receptor__5181">
              <a:extLst>
                <a:ext uri="{FF2B5EF4-FFF2-40B4-BE49-F238E27FC236}">
                  <a16:creationId xmlns:a16="http://schemas.microsoft.com/office/drawing/2014/main" id="{7DDFD13F-DF2C-4A11-C59A-E56BF60DF125}"/>
                </a:ext>
              </a:extLst>
            </p:cNvPr>
            <p:cNvSpPr>
              <a:spLocks noGrp="1"/>
            </p:cNvSpPr>
            <p:nvPr/>
          </p:nvSpPr>
          <p:spPr>
            <a:xfrm>
              <a:off x="16167168" y="3645443"/>
              <a:ext cx="34169" cy="62679"/>
            </a:xfrm>
            <a:custGeom>
              <a:avLst/>
              <a:gdLst/>
              <a:ahLst/>
              <a:cxnLst/>
              <a:rect l="0" t="0" r="0" b="0"/>
              <a:pathLst>
                <a:path w="34169" h="62679">
                  <a:moveTo>
                    <a:pt x="0" y="0"/>
                  </a:moveTo>
                  <a:lnTo>
                    <a:pt x="34169" y="62679"/>
                  </a:lnTo>
                </a:path>
              </a:pathLst>
            </a:custGeom>
            <a:noFill/>
            <a:ln w="20003">
              <a:solidFill>
                <a:srgbClr val="E9ECEF"/>
              </a:solidFill>
            </a:ln>
          </p:spPr>
        </p:sp>
        <p:sp>
          <p:nvSpPr>
            <p:cNvPr id="5183" name="Output_receptor__5182">
              <a:extLst>
                <a:ext uri="{FF2B5EF4-FFF2-40B4-BE49-F238E27FC236}">
                  <a16:creationId xmlns:a16="http://schemas.microsoft.com/office/drawing/2014/main" id="{3AB4B7B2-E901-74CD-EA79-B2FD2B70A638}"/>
                </a:ext>
              </a:extLst>
            </p:cNvPr>
            <p:cNvSpPr>
              <a:spLocks noGrp="1"/>
            </p:cNvSpPr>
            <p:nvPr/>
          </p:nvSpPr>
          <p:spPr>
            <a:xfrm>
              <a:off x="15380117" y="2748649"/>
              <a:ext cx="36166" cy="23342"/>
            </a:xfrm>
            <a:custGeom>
              <a:avLst/>
              <a:gdLst/>
              <a:ahLst/>
              <a:cxnLst/>
              <a:rect l="0" t="0" r="0" b="0"/>
              <a:pathLst>
                <a:path w="36166" h="23342">
                  <a:moveTo>
                    <a:pt x="0" y="0"/>
                  </a:moveTo>
                  <a:lnTo>
                    <a:pt x="36166" y="23342"/>
                  </a:lnTo>
                </a:path>
              </a:pathLst>
            </a:custGeom>
            <a:noFill/>
            <a:ln w="8096">
              <a:solidFill>
                <a:srgbClr val="E9ECEF"/>
              </a:solidFill>
            </a:ln>
          </p:spPr>
        </p:sp>
        <p:sp>
          <p:nvSpPr>
            <p:cNvPr id="5184" name="Output_receptor__5183">
              <a:extLst>
                <a:ext uri="{FF2B5EF4-FFF2-40B4-BE49-F238E27FC236}">
                  <a16:creationId xmlns:a16="http://schemas.microsoft.com/office/drawing/2014/main" id="{DE9BEEB3-9314-B2EE-EB64-B8CFF5B17269}"/>
                </a:ext>
              </a:extLst>
            </p:cNvPr>
            <p:cNvSpPr>
              <a:spLocks noGrp="1"/>
            </p:cNvSpPr>
            <p:nvPr/>
          </p:nvSpPr>
          <p:spPr>
            <a:xfrm>
              <a:off x="15436905" y="4372284"/>
              <a:ext cx="19125" cy="32951"/>
            </a:xfrm>
            <a:custGeom>
              <a:avLst/>
              <a:gdLst/>
              <a:ahLst/>
              <a:cxnLst/>
              <a:rect l="0" t="0" r="0" b="0"/>
              <a:pathLst>
                <a:path w="19125" h="32951">
                  <a:moveTo>
                    <a:pt x="0" y="0"/>
                  </a:moveTo>
                  <a:lnTo>
                    <a:pt x="19125" y="32951"/>
                  </a:lnTo>
                </a:path>
              </a:pathLst>
            </a:custGeom>
            <a:noFill/>
            <a:ln w="8096">
              <a:solidFill>
                <a:srgbClr val="E9ECEF"/>
              </a:solidFill>
            </a:ln>
          </p:spPr>
        </p:sp>
        <p:sp>
          <p:nvSpPr>
            <p:cNvPr id="5185" name="Output_receptor__5184">
              <a:extLst>
                <a:ext uri="{FF2B5EF4-FFF2-40B4-BE49-F238E27FC236}">
                  <a16:creationId xmlns:a16="http://schemas.microsoft.com/office/drawing/2014/main" id="{A6A33E1F-0C45-43C9-77CF-4D551526EB06}"/>
                </a:ext>
              </a:extLst>
            </p:cNvPr>
            <p:cNvSpPr>
              <a:spLocks noGrp="1"/>
            </p:cNvSpPr>
            <p:nvPr/>
          </p:nvSpPr>
          <p:spPr>
            <a:xfrm>
              <a:off x="16051171" y="3023312"/>
              <a:ext cx="7662" cy="52423"/>
            </a:xfrm>
            <a:custGeom>
              <a:avLst/>
              <a:gdLst/>
              <a:ahLst/>
              <a:cxnLst/>
              <a:rect l="0" t="0" r="0" b="0"/>
              <a:pathLst>
                <a:path w="7662" h="52423">
                  <a:moveTo>
                    <a:pt x="7662" y="0"/>
                  </a:moveTo>
                  <a:lnTo>
                    <a:pt x="0" y="52423"/>
                  </a:lnTo>
                </a:path>
              </a:pathLst>
            </a:custGeom>
            <a:noFill/>
            <a:ln w="8096">
              <a:solidFill>
                <a:srgbClr val="E9ECEF"/>
              </a:solidFill>
            </a:ln>
          </p:spPr>
        </p:sp>
        <p:sp>
          <p:nvSpPr>
            <p:cNvPr id="5186" name="Output_receptor__5185">
              <a:extLst>
                <a:ext uri="{FF2B5EF4-FFF2-40B4-BE49-F238E27FC236}">
                  <a16:creationId xmlns:a16="http://schemas.microsoft.com/office/drawing/2014/main" id="{A6F1B2C8-40D6-465B-42C2-E5BFFCF329CE}"/>
                </a:ext>
              </a:extLst>
            </p:cNvPr>
            <p:cNvSpPr>
              <a:spLocks noGrp="1"/>
            </p:cNvSpPr>
            <p:nvPr/>
          </p:nvSpPr>
          <p:spPr>
            <a:xfrm>
              <a:off x="15768036" y="2634986"/>
              <a:ext cx="31744" cy="63529"/>
            </a:xfrm>
            <a:custGeom>
              <a:avLst/>
              <a:gdLst/>
              <a:ahLst/>
              <a:cxnLst/>
              <a:rect l="0" t="0" r="0" b="0"/>
              <a:pathLst>
                <a:path w="31744" h="63529">
                  <a:moveTo>
                    <a:pt x="0" y="63529"/>
                  </a:moveTo>
                  <a:lnTo>
                    <a:pt x="31744" y="0"/>
                  </a:lnTo>
                </a:path>
              </a:pathLst>
            </a:custGeom>
            <a:noFill/>
            <a:ln w="8096">
              <a:solidFill>
                <a:srgbClr val="E9ECEF"/>
              </a:solidFill>
            </a:ln>
          </p:spPr>
        </p:sp>
        <p:sp>
          <p:nvSpPr>
            <p:cNvPr id="5187" name="Output_receptor__5186">
              <a:extLst>
                <a:ext uri="{FF2B5EF4-FFF2-40B4-BE49-F238E27FC236}">
                  <a16:creationId xmlns:a16="http://schemas.microsoft.com/office/drawing/2014/main" id="{99BC0504-ABAB-99F3-ED67-93837C045566}"/>
                </a:ext>
              </a:extLst>
            </p:cNvPr>
            <p:cNvSpPr>
              <a:spLocks noGrp="1"/>
            </p:cNvSpPr>
            <p:nvPr/>
          </p:nvSpPr>
          <p:spPr>
            <a:xfrm>
              <a:off x="15499057" y="3658329"/>
              <a:ext cx="19178" cy="18149"/>
            </a:xfrm>
            <a:custGeom>
              <a:avLst/>
              <a:gdLst/>
              <a:ahLst/>
              <a:cxnLst/>
              <a:rect l="0" t="0" r="0" b="0"/>
              <a:pathLst>
                <a:path w="19178" h="18149">
                  <a:moveTo>
                    <a:pt x="0" y="18149"/>
                  </a:moveTo>
                  <a:lnTo>
                    <a:pt x="19178" y="0"/>
                  </a:lnTo>
                </a:path>
              </a:pathLst>
            </a:custGeom>
            <a:noFill/>
            <a:ln w="20003">
              <a:solidFill>
                <a:srgbClr val="E9ECEF"/>
              </a:solidFill>
            </a:ln>
          </p:spPr>
        </p:sp>
        <p:sp>
          <p:nvSpPr>
            <p:cNvPr id="5188" name="Output_receptor__5187">
              <a:extLst>
                <a:ext uri="{FF2B5EF4-FFF2-40B4-BE49-F238E27FC236}">
                  <a16:creationId xmlns:a16="http://schemas.microsoft.com/office/drawing/2014/main" id="{E7BC3EF1-88CF-EB2D-4E78-C18487C06CC1}"/>
                </a:ext>
              </a:extLst>
            </p:cNvPr>
            <p:cNvSpPr>
              <a:spLocks noGrp="1"/>
            </p:cNvSpPr>
            <p:nvPr/>
          </p:nvSpPr>
          <p:spPr>
            <a:xfrm>
              <a:off x="15636367" y="4221345"/>
              <a:ext cx="42724" cy="55847"/>
            </a:xfrm>
            <a:custGeom>
              <a:avLst/>
              <a:gdLst/>
              <a:ahLst/>
              <a:cxnLst/>
              <a:rect l="0" t="0" r="0" b="0"/>
              <a:pathLst>
                <a:path w="42724" h="55847">
                  <a:moveTo>
                    <a:pt x="0" y="0"/>
                  </a:moveTo>
                  <a:lnTo>
                    <a:pt x="42724" y="55847"/>
                  </a:lnTo>
                </a:path>
              </a:pathLst>
            </a:custGeom>
            <a:noFill/>
            <a:ln w="20003">
              <a:solidFill>
                <a:srgbClr val="E9ECEF"/>
              </a:solidFill>
            </a:ln>
          </p:spPr>
        </p:sp>
        <p:sp>
          <p:nvSpPr>
            <p:cNvPr id="5189" name="Output_receptor__5188">
              <a:extLst>
                <a:ext uri="{FF2B5EF4-FFF2-40B4-BE49-F238E27FC236}">
                  <a16:creationId xmlns:a16="http://schemas.microsoft.com/office/drawing/2014/main" id="{2A279C97-E880-ED74-22EE-8A75B60EAB09}"/>
                </a:ext>
              </a:extLst>
            </p:cNvPr>
            <p:cNvSpPr>
              <a:spLocks noGrp="1"/>
            </p:cNvSpPr>
            <p:nvPr/>
          </p:nvSpPr>
          <p:spPr>
            <a:xfrm>
              <a:off x="15536483" y="3299238"/>
              <a:ext cx="22969" cy="6138"/>
            </a:xfrm>
            <a:custGeom>
              <a:avLst/>
              <a:gdLst/>
              <a:ahLst/>
              <a:cxnLst/>
              <a:rect l="0" t="0" r="0" b="0"/>
              <a:pathLst>
                <a:path w="22969" h="6138">
                  <a:moveTo>
                    <a:pt x="22969" y="6138"/>
                  </a:moveTo>
                  <a:lnTo>
                    <a:pt x="0" y="0"/>
                  </a:lnTo>
                </a:path>
              </a:pathLst>
            </a:custGeom>
            <a:noFill/>
            <a:ln w="20003">
              <a:solidFill>
                <a:srgbClr val="E9EDEF"/>
              </a:solidFill>
            </a:ln>
          </p:spPr>
        </p:sp>
        <p:sp>
          <p:nvSpPr>
            <p:cNvPr id="5190" name="Output_receptor__5189">
              <a:extLst>
                <a:ext uri="{FF2B5EF4-FFF2-40B4-BE49-F238E27FC236}">
                  <a16:creationId xmlns:a16="http://schemas.microsoft.com/office/drawing/2014/main" id="{064879E5-708C-C2BD-4EFC-E54EDF397BE7}"/>
                </a:ext>
              </a:extLst>
            </p:cNvPr>
            <p:cNvSpPr>
              <a:spLocks noGrp="1"/>
            </p:cNvSpPr>
            <p:nvPr/>
          </p:nvSpPr>
          <p:spPr>
            <a:xfrm>
              <a:off x="15375986" y="2681620"/>
              <a:ext cx="70944" cy="1472"/>
            </a:xfrm>
            <a:custGeom>
              <a:avLst/>
              <a:gdLst/>
              <a:ahLst/>
              <a:cxnLst/>
              <a:rect l="0" t="0" r="0" b="0"/>
              <a:pathLst>
                <a:path w="70944" h="1472">
                  <a:moveTo>
                    <a:pt x="70944" y="1472"/>
                  </a:moveTo>
                  <a:lnTo>
                    <a:pt x="0" y="0"/>
                  </a:lnTo>
                </a:path>
              </a:pathLst>
            </a:custGeom>
            <a:noFill/>
            <a:ln w="8096">
              <a:solidFill>
                <a:srgbClr val="E9EDEF"/>
              </a:solidFill>
            </a:ln>
          </p:spPr>
        </p:sp>
        <p:sp>
          <p:nvSpPr>
            <p:cNvPr id="5191" name="Output_receptor__5190">
              <a:extLst>
                <a:ext uri="{FF2B5EF4-FFF2-40B4-BE49-F238E27FC236}">
                  <a16:creationId xmlns:a16="http://schemas.microsoft.com/office/drawing/2014/main" id="{A8F5AC83-0F0E-34A7-0225-8F50A6E388C9}"/>
                </a:ext>
              </a:extLst>
            </p:cNvPr>
            <p:cNvSpPr>
              <a:spLocks noGrp="1"/>
            </p:cNvSpPr>
            <p:nvPr/>
          </p:nvSpPr>
          <p:spPr>
            <a:xfrm>
              <a:off x="15347357" y="3335793"/>
              <a:ext cx="35243" cy="62799"/>
            </a:xfrm>
            <a:custGeom>
              <a:avLst/>
              <a:gdLst/>
              <a:ahLst/>
              <a:cxnLst/>
              <a:rect l="0" t="0" r="0" b="0"/>
              <a:pathLst>
                <a:path w="35243" h="62799">
                  <a:moveTo>
                    <a:pt x="0" y="0"/>
                  </a:moveTo>
                  <a:lnTo>
                    <a:pt x="35243" y="62799"/>
                  </a:lnTo>
                </a:path>
              </a:pathLst>
            </a:custGeom>
            <a:noFill/>
            <a:ln w="20003">
              <a:solidFill>
                <a:srgbClr val="E9EDEF"/>
              </a:solidFill>
            </a:ln>
          </p:spPr>
        </p:sp>
        <p:sp>
          <p:nvSpPr>
            <p:cNvPr id="5192" name="Output_receptor__5191">
              <a:extLst>
                <a:ext uri="{FF2B5EF4-FFF2-40B4-BE49-F238E27FC236}">
                  <a16:creationId xmlns:a16="http://schemas.microsoft.com/office/drawing/2014/main" id="{A89EF897-7060-15FB-D0F3-4B85123DF86A}"/>
                </a:ext>
              </a:extLst>
            </p:cNvPr>
            <p:cNvSpPr>
              <a:spLocks noGrp="1"/>
            </p:cNvSpPr>
            <p:nvPr/>
          </p:nvSpPr>
          <p:spPr>
            <a:xfrm>
              <a:off x="16414222" y="4105977"/>
              <a:ext cx="31646" cy="62995"/>
            </a:xfrm>
            <a:custGeom>
              <a:avLst/>
              <a:gdLst/>
              <a:ahLst/>
              <a:cxnLst/>
              <a:rect l="0" t="0" r="0" b="0"/>
              <a:pathLst>
                <a:path w="31646" h="62995">
                  <a:moveTo>
                    <a:pt x="31646" y="0"/>
                  </a:moveTo>
                  <a:lnTo>
                    <a:pt x="0" y="62995"/>
                  </a:lnTo>
                </a:path>
              </a:pathLst>
            </a:custGeom>
            <a:noFill/>
            <a:ln w="20003">
              <a:solidFill>
                <a:srgbClr val="E9EDEF"/>
              </a:solidFill>
            </a:ln>
          </p:spPr>
        </p:sp>
        <p:sp>
          <p:nvSpPr>
            <p:cNvPr id="5193" name="Output_receptor__5192">
              <a:extLst>
                <a:ext uri="{FF2B5EF4-FFF2-40B4-BE49-F238E27FC236}">
                  <a16:creationId xmlns:a16="http://schemas.microsoft.com/office/drawing/2014/main" id="{C7E11A24-2184-B40B-001D-F07145D94460}"/>
                </a:ext>
              </a:extLst>
            </p:cNvPr>
            <p:cNvSpPr>
              <a:spLocks noGrp="1"/>
            </p:cNvSpPr>
            <p:nvPr/>
          </p:nvSpPr>
          <p:spPr>
            <a:xfrm>
              <a:off x="15621475" y="3964105"/>
              <a:ext cx="60392" cy="38955"/>
            </a:xfrm>
            <a:custGeom>
              <a:avLst/>
              <a:gdLst/>
              <a:ahLst/>
              <a:cxnLst/>
              <a:rect l="0" t="0" r="0" b="0"/>
              <a:pathLst>
                <a:path w="60392" h="38955">
                  <a:moveTo>
                    <a:pt x="60392" y="0"/>
                  </a:moveTo>
                  <a:lnTo>
                    <a:pt x="0" y="38955"/>
                  </a:lnTo>
                </a:path>
              </a:pathLst>
            </a:custGeom>
            <a:noFill/>
            <a:ln w="20003">
              <a:solidFill>
                <a:srgbClr val="E9EDEF"/>
              </a:solidFill>
            </a:ln>
          </p:spPr>
        </p:sp>
        <p:sp>
          <p:nvSpPr>
            <p:cNvPr id="5194" name="Output_receptor__5193">
              <a:extLst>
                <a:ext uri="{FF2B5EF4-FFF2-40B4-BE49-F238E27FC236}">
                  <a16:creationId xmlns:a16="http://schemas.microsoft.com/office/drawing/2014/main" id="{D57488AA-E6D7-CDEE-36A7-4E1FD93AE783}"/>
                </a:ext>
              </a:extLst>
            </p:cNvPr>
            <p:cNvSpPr>
              <a:spLocks noGrp="1"/>
            </p:cNvSpPr>
            <p:nvPr/>
          </p:nvSpPr>
          <p:spPr>
            <a:xfrm>
              <a:off x="16175391" y="2781910"/>
              <a:ext cx="39570" cy="40795"/>
            </a:xfrm>
            <a:custGeom>
              <a:avLst/>
              <a:gdLst/>
              <a:ahLst/>
              <a:cxnLst/>
              <a:rect l="0" t="0" r="0" b="0"/>
              <a:pathLst>
                <a:path w="39570" h="40795">
                  <a:moveTo>
                    <a:pt x="39570" y="40795"/>
                  </a:moveTo>
                  <a:lnTo>
                    <a:pt x="0" y="0"/>
                  </a:lnTo>
                </a:path>
              </a:pathLst>
            </a:custGeom>
            <a:noFill/>
            <a:ln w="8096">
              <a:solidFill>
                <a:srgbClr val="E9EDEF"/>
              </a:solidFill>
            </a:ln>
          </p:spPr>
        </p:sp>
        <p:sp>
          <p:nvSpPr>
            <p:cNvPr id="5195" name="Output_receptor__5194">
              <a:extLst>
                <a:ext uri="{FF2B5EF4-FFF2-40B4-BE49-F238E27FC236}">
                  <a16:creationId xmlns:a16="http://schemas.microsoft.com/office/drawing/2014/main" id="{352C0FDC-C527-BBE1-A438-18736DE7F2A1}"/>
                </a:ext>
              </a:extLst>
            </p:cNvPr>
            <p:cNvSpPr>
              <a:spLocks noGrp="1"/>
            </p:cNvSpPr>
            <p:nvPr/>
          </p:nvSpPr>
          <p:spPr>
            <a:xfrm>
              <a:off x="15642032" y="3229984"/>
              <a:ext cx="38170" cy="45432"/>
            </a:xfrm>
            <a:custGeom>
              <a:avLst/>
              <a:gdLst/>
              <a:ahLst/>
              <a:cxnLst/>
              <a:rect l="0" t="0" r="0" b="0"/>
              <a:pathLst>
                <a:path w="38170" h="45432">
                  <a:moveTo>
                    <a:pt x="38170" y="45432"/>
                  </a:moveTo>
                  <a:lnTo>
                    <a:pt x="0" y="0"/>
                  </a:lnTo>
                </a:path>
              </a:pathLst>
            </a:custGeom>
            <a:noFill/>
            <a:ln w="8096">
              <a:solidFill>
                <a:srgbClr val="E9EDEF"/>
              </a:solidFill>
            </a:ln>
          </p:spPr>
        </p:sp>
        <p:sp>
          <p:nvSpPr>
            <p:cNvPr id="5196" name="Output_receptor__5195">
              <a:extLst>
                <a:ext uri="{FF2B5EF4-FFF2-40B4-BE49-F238E27FC236}">
                  <a16:creationId xmlns:a16="http://schemas.microsoft.com/office/drawing/2014/main" id="{7CA66782-99A5-38F4-6953-CB0A5C6864AA}"/>
                </a:ext>
              </a:extLst>
            </p:cNvPr>
            <p:cNvSpPr>
              <a:spLocks noGrp="1"/>
            </p:cNvSpPr>
            <p:nvPr/>
          </p:nvSpPr>
          <p:spPr>
            <a:xfrm>
              <a:off x="15745746" y="2561115"/>
              <a:ext cx="54035" cy="73870"/>
            </a:xfrm>
            <a:custGeom>
              <a:avLst/>
              <a:gdLst/>
              <a:ahLst/>
              <a:cxnLst/>
              <a:rect l="0" t="0" r="0" b="0"/>
              <a:pathLst>
                <a:path w="54035" h="73870">
                  <a:moveTo>
                    <a:pt x="54035" y="73870"/>
                  </a:moveTo>
                  <a:lnTo>
                    <a:pt x="0" y="0"/>
                  </a:lnTo>
                </a:path>
              </a:pathLst>
            </a:custGeom>
            <a:noFill/>
            <a:ln w="8096">
              <a:solidFill>
                <a:srgbClr val="E9EDEF"/>
              </a:solidFill>
            </a:ln>
          </p:spPr>
        </p:sp>
        <p:sp>
          <p:nvSpPr>
            <p:cNvPr id="5197" name="Output_receptor__5196">
              <a:extLst>
                <a:ext uri="{FF2B5EF4-FFF2-40B4-BE49-F238E27FC236}">
                  <a16:creationId xmlns:a16="http://schemas.microsoft.com/office/drawing/2014/main" id="{27E4ABCB-5FDD-3CCD-4B1F-A3D4E00E394F}"/>
                </a:ext>
              </a:extLst>
            </p:cNvPr>
            <p:cNvSpPr>
              <a:spLocks noGrp="1"/>
            </p:cNvSpPr>
            <p:nvPr/>
          </p:nvSpPr>
          <p:spPr>
            <a:xfrm>
              <a:off x="16120023" y="2659712"/>
              <a:ext cx="1953" cy="27620"/>
            </a:xfrm>
            <a:custGeom>
              <a:avLst/>
              <a:gdLst/>
              <a:ahLst/>
              <a:cxnLst/>
              <a:rect l="0" t="0" r="0" b="0"/>
              <a:pathLst>
                <a:path w="1953" h="27620">
                  <a:moveTo>
                    <a:pt x="0" y="0"/>
                  </a:moveTo>
                  <a:lnTo>
                    <a:pt x="1953" y="27620"/>
                  </a:lnTo>
                </a:path>
              </a:pathLst>
            </a:custGeom>
            <a:noFill/>
            <a:ln w="8096">
              <a:solidFill>
                <a:srgbClr val="E9EDEF"/>
              </a:solidFill>
            </a:ln>
          </p:spPr>
        </p:sp>
        <p:sp>
          <p:nvSpPr>
            <p:cNvPr id="5198" name="Output_receptor__5197">
              <a:extLst>
                <a:ext uri="{FF2B5EF4-FFF2-40B4-BE49-F238E27FC236}">
                  <a16:creationId xmlns:a16="http://schemas.microsoft.com/office/drawing/2014/main" id="{9577244E-B28E-19A0-CFA0-1E49AA45B7F1}"/>
                </a:ext>
              </a:extLst>
            </p:cNvPr>
            <p:cNvSpPr>
              <a:spLocks noGrp="1"/>
            </p:cNvSpPr>
            <p:nvPr/>
          </p:nvSpPr>
          <p:spPr>
            <a:xfrm>
              <a:off x="16116905" y="3427406"/>
              <a:ext cx="47657" cy="38577"/>
            </a:xfrm>
            <a:custGeom>
              <a:avLst/>
              <a:gdLst/>
              <a:ahLst/>
              <a:cxnLst/>
              <a:rect l="0" t="0" r="0" b="0"/>
              <a:pathLst>
                <a:path w="47657" h="38577">
                  <a:moveTo>
                    <a:pt x="0" y="0"/>
                  </a:moveTo>
                  <a:lnTo>
                    <a:pt x="47657" y="38577"/>
                  </a:lnTo>
                </a:path>
              </a:pathLst>
            </a:custGeom>
            <a:noFill/>
            <a:ln w="8096">
              <a:solidFill>
                <a:srgbClr val="E9EDEF"/>
              </a:solidFill>
            </a:ln>
          </p:spPr>
        </p:sp>
        <p:sp>
          <p:nvSpPr>
            <p:cNvPr id="5199" name="Output_receptor__5198">
              <a:extLst>
                <a:ext uri="{FF2B5EF4-FFF2-40B4-BE49-F238E27FC236}">
                  <a16:creationId xmlns:a16="http://schemas.microsoft.com/office/drawing/2014/main" id="{1A1733A6-7448-B0FD-84E3-19BE7D1813FE}"/>
                </a:ext>
              </a:extLst>
            </p:cNvPr>
            <p:cNvSpPr>
              <a:spLocks noGrp="1"/>
            </p:cNvSpPr>
            <p:nvPr/>
          </p:nvSpPr>
          <p:spPr>
            <a:xfrm>
              <a:off x="16167787" y="2580816"/>
              <a:ext cx="22355" cy="936"/>
            </a:xfrm>
            <a:custGeom>
              <a:avLst/>
              <a:gdLst/>
              <a:ahLst/>
              <a:cxnLst/>
              <a:rect l="0" t="0" r="0" b="0"/>
              <a:pathLst>
                <a:path w="22355" h="936">
                  <a:moveTo>
                    <a:pt x="22355" y="0"/>
                  </a:moveTo>
                  <a:lnTo>
                    <a:pt x="0" y="936"/>
                  </a:lnTo>
                </a:path>
              </a:pathLst>
            </a:custGeom>
            <a:noFill/>
            <a:ln w="20003">
              <a:solidFill>
                <a:srgbClr val="E9EDEF"/>
              </a:solidFill>
            </a:ln>
          </p:spPr>
        </p:sp>
        <p:sp>
          <p:nvSpPr>
            <p:cNvPr id="5200" name="Output_receptor__5199">
              <a:extLst>
                <a:ext uri="{FF2B5EF4-FFF2-40B4-BE49-F238E27FC236}">
                  <a16:creationId xmlns:a16="http://schemas.microsoft.com/office/drawing/2014/main" id="{A76C3F2B-45C0-5451-4F17-6AAECEEB078A}"/>
                </a:ext>
              </a:extLst>
            </p:cNvPr>
            <p:cNvSpPr>
              <a:spLocks noGrp="1"/>
            </p:cNvSpPr>
            <p:nvPr/>
          </p:nvSpPr>
          <p:spPr>
            <a:xfrm>
              <a:off x="15622598" y="2859321"/>
              <a:ext cx="64514" cy="29265"/>
            </a:xfrm>
            <a:custGeom>
              <a:avLst/>
              <a:gdLst/>
              <a:ahLst/>
              <a:cxnLst/>
              <a:rect l="0" t="0" r="0" b="0"/>
              <a:pathLst>
                <a:path w="64514" h="29265">
                  <a:moveTo>
                    <a:pt x="0" y="29265"/>
                  </a:moveTo>
                  <a:lnTo>
                    <a:pt x="64514" y="0"/>
                  </a:lnTo>
                </a:path>
              </a:pathLst>
            </a:custGeom>
            <a:noFill/>
            <a:ln w="20003">
              <a:solidFill>
                <a:srgbClr val="E9EDEF"/>
              </a:solidFill>
            </a:ln>
          </p:spPr>
        </p:sp>
        <p:sp>
          <p:nvSpPr>
            <p:cNvPr id="5201" name="Output_receptor__5200">
              <a:extLst>
                <a:ext uri="{FF2B5EF4-FFF2-40B4-BE49-F238E27FC236}">
                  <a16:creationId xmlns:a16="http://schemas.microsoft.com/office/drawing/2014/main" id="{EEBAF3A9-FB82-5A0C-D1FC-CAD095CC1D93}"/>
                </a:ext>
              </a:extLst>
            </p:cNvPr>
            <p:cNvSpPr>
              <a:spLocks noGrp="1"/>
            </p:cNvSpPr>
            <p:nvPr/>
          </p:nvSpPr>
          <p:spPr>
            <a:xfrm>
              <a:off x="15739077" y="3383495"/>
              <a:ext cx="54683" cy="31497"/>
            </a:xfrm>
            <a:custGeom>
              <a:avLst/>
              <a:gdLst/>
              <a:ahLst/>
              <a:cxnLst/>
              <a:rect l="0" t="0" r="0" b="0"/>
              <a:pathLst>
                <a:path w="54683" h="31497">
                  <a:moveTo>
                    <a:pt x="0" y="0"/>
                  </a:moveTo>
                  <a:lnTo>
                    <a:pt x="54683" y="31497"/>
                  </a:lnTo>
                </a:path>
              </a:pathLst>
            </a:custGeom>
            <a:noFill/>
            <a:ln w="20003">
              <a:solidFill>
                <a:srgbClr val="E9EDEF"/>
              </a:solidFill>
            </a:ln>
          </p:spPr>
        </p:sp>
        <p:sp>
          <p:nvSpPr>
            <p:cNvPr id="5202" name="Output_receptor__5201">
              <a:extLst>
                <a:ext uri="{FF2B5EF4-FFF2-40B4-BE49-F238E27FC236}">
                  <a16:creationId xmlns:a16="http://schemas.microsoft.com/office/drawing/2014/main" id="{A67408A0-794A-54E6-0973-09EC647D17CC}"/>
                </a:ext>
              </a:extLst>
            </p:cNvPr>
            <p:cNvSpPr>
              <a:spLocks noGrp="1"/>
            </p:cNvSpPr>
            <p:nvPr/>
          </p:nvSpPr>
          <p:spPr>
            <a:xfrm>
              <a:off x="16668311" y="3971355"/>
              <a:ext cx="34959" cy="59693"/>
            </a:xfrm>
            <a:custGeom>
              <a:avLst/>
              <a:gdLst/>
              <a:ahLst/>
              <a:cxnLst/>
              <a:rect l="0" t="0" r="0" b="0"/>
              <a:pathLst>
                <a:path w="34959" h="59693">
                  <a:moveTo>
                    <a:pt x="0" y="59693"/>
                  </a:moveTo>
                  <a:lnTo>
                    <a:pt x="34959" y="0"/>
                  </a:lnTo>
                </a:path>
              </a:pathLst>
            </a:custGeom>
            <a:noFill/>
            <a:ln w="20003">
              <a:solidFill>
                <a:srgbClr val="E9EDEF"/>
              </a:solidFill>
            </a:ln>
          </p:spPr>
        </p:sp>
        <p:sp>
          <p:nvSpPr>
            <p:cNvPr id="5203" name="Output_receptor__5202">
              <a:extLst>
                <a:ext uri="{FF2B5EF4-FFF2-40B4-BE49-F238E27FC236}">
                  <a16:creationId xmlns:a16="http://schemas.microsoft.com/office/drawing/2014/main" id="{C901EE9F-DF75-A59E-4105-7400813B978F}"/>
                </a:ext>
              </a:extLst>
            </p:cNvPr>
            <p:cNvSpPr>
              <a:spLocks noGrp="1"/>
            </p:cNvSpPr>
            <p:nvPr/>
          </p:nvSpPr>
          <p:spPr>
            <a:xfrm>
              <a:off x="15536012" y="3481177"/>
              <a:ext cx="37929" cy="2174"/>
            </a:xfrm>
            <a:custGeom>
              <a:avLst/>
              <a:gdLst/>
              <a:ahLst/>
              <a:cxnLst/>
              <a:rect l="0" t="0" r="0" b="0"/>
              <a:pathLst>
                <a:path w="37929" h="2174">
                  <a:moveTo>
                    <a:pt x="0" y="2174"/>
                  </a:moveTo>
                  <a:lnTo>
                    <a:pt x="37929" y="0"/>
                  </a:lnTo>
                </a:path>
              </a:pathLst>
            </a:custGeom>
            <a:noFill/>
            <a:ln w="20003">
              <a:solidFill>
                <a:srgbClr val="E9EDEF"/>
              </a:solidFill>
            </a:ln>
          </p:spPr>
        </p:sp>
        <p:sp>
          <p:nvSpPr>
            <p:cNvPr id="5204" name="Output_receptor__5203">
              <a:extLst>
                <a:ext uri="{FF2B5EF4-FFF2-40B4-BE49-F238E27FC236}">
                  <a16:creationId xmlns:a16="http://schemas.microsoft.com/office/drawing/2014/main" id="{E565791F-EA8E-9642-B39C-4691B029B6BF}"/>
                </a:ext>
              </a:extLst>
            </p:cNvPr>
            <p:cNvSpPr>
              <a:spLocks noGrp="1"/>
            </p:cNvSpPr>
            <p:nvPr/>
          </p:nvSpPr>
          <p:spPr>
            <a:xfrm>
              <a:off x="16206580" y="2994136"/>
              <a:ext cx="20965" cy="7075"/>
            </a:xfrm>
            <a:custGeom>
              <a:avLst/>
              <a:gdLst/>
              <a:ahLst/>
              <a:cxnLst/>
              <a:rect l="0" t="0" r="0" b="0"/>
              <a:pathLst>
                <a:path w="20965" h="7075">
                  <a:moveTo>
                    <a:pt x="20965" y="7075"/>
                  </a:moveTo>
                  <a:lnTo>
                    <a:pt x="0" y="0"/>
                  </a:lnTo>
                </a:path>
              </a:pathLst>
            </a:custGeom>
            <a:noFill/>
            <a:ln w="8096">
              <a:solidFill>
                <a:srgbClr val="E9EDEF"/>
              </a:solidFill>
            </a:ln>
          </p:spPr>
        </p:sp>
        <p:sp>
          <p:nvSpPr>
            <p:cNvPr id="5205" name="Output_receptor__5204">
              <a:extLst>
                <a:ext uri="{FF2B5EF4-FFF2-40B4-BE49-F238E27FC236}">
                  <a16:creationId xmlns:a16="http://schemas.microsoft.com/office/drawing/2014/main" id="{6053AB53-F001-FA55-58C2-1D5C244A9169}"/>
                </a:ext>
              </a:extLst>
            </p:cNvPr>
            <p:cNvSpPr>
              <a:spLocks noGrp="1"/>
            </p:cNvSpPr>
            <p:nvPr/>
          </p:nvSpPr>
          <p:spPr>
            <a:xfrm>
              <a:off x="15912772" y="3268169"/>
              <a:ext cx="54665" cy="48265"/>
            </a:xfrm>
            <a:custGeom>
              <a:avLst/>
              <a:gdLst/>
              <a:ahLst/>
              <a:cxnLst/>
              <a:rect l="0" t="0" r="0" b="0"/>
              <a:pathLst>
                <a:path w="54665" h="48265">
                  <a:moveTo>
                    <a:pt x="54665" y="48265"/>
                  </a:moveTo>
                  <a:lnTo>
                    <a:pt x="0" y="0"/>
                  </a:lnTo>
                </a:path>
              </a:pathLst>
            </a:custGeom>
            <a:noFill/>
            <a:ln w="20003">
              <a:solidFill>
                <a:srgbClr val="E9EDEF"/>
              </a:solidFill>
            </a:ln>
          </p:spPr>
        </p:sp>
        <p:sp>
          <p:nvSpPr>
            <p:cNvPr id="5206" name="Output_receptor__5205">
              <a:extLst>
                <a:ext uri="{FF2B5EF4-FFF2-40B4-BE49-F238E27FC236}">
                  <a16:creationId xmlns:a16="http://schemas.microsoft.com/office/drawing/2014/main" id="{326E4758-0D06-5427-E390-8E2A7ABDD905}"/>
                </a:ext>
              </a:extLst>
            </p:cNvPr>
            <p:cNvSpPr>
              <a:spLocks noGrp="1"/>
            </p:cNvSpPr>
            <p:nvPr/>
          </p:nvSpPr>
          <p:spPr>
            <a:xfrm>
              <a:off x="15332197" y="3398593"/>
              <a:ext cx="50402" cy="47113"/>
            </a:xfrm>
            <a:custGeom>
              <a:avLst/>
              <a:gdLst/>
              <a:ahLst/>
              <a:cxnLst/>
              <a:rect l="0" t="0" r="0" b="0"/>
              <a:pathLst>
                <a:path w="50402" h="47113">
                  <a:moveTo>
                    <a:pt x="50402" y="0"/>
                  </a:moveTo>
                  <a:lnTo>
                    <a:pt x="0" y="47113"/>
                  </a:lnTo>
                </a:path>
              </a:pathLst>
            </a:custGeom>
            <a:noFill/>
            <a:ln w="20003">
              <a:solidFill>
                <a:srgbClr val="E9EDEF"/>
              </a:solidFill>
            </a:ln>
          </p:spPr>
        </p:sp>
        <p:sp>
          <p:nvSpPr>
            <p:cNvPr id="5207" name="Output_receptor__5206">
              <a:extLst>
                <a:ext uri="{FF2B5EF4-FFF2-40B4-BE49-F238E27FC236}">
                  <a16:creationId xmlns:a16="http://schemas.microsoft.com/office/drawing/2014/main" id="{ADE58D90-C19D-E7D9-8603-F878DA943E03}"/>
                </a:ext>
              </a:extLst>
            </p:cNvPr>
            <p:cNvSpPr>
              <a:spLocks noGrp="1"/>
            </p:cNvSpPr>
            <p:nvPr/>
          </p:nvSpPr>
          <p:spPr>
            <a:xfrm>
              <a:off x="16245869" y="3380964"/>
              <a:ext cx="43452" cy="2488"/>
            </a:xfrm>
            <a:custGeom>
              <a:avLst/>
              <a:gdLst/>
              <a:ahLst/>
              <a:cxnLst/>
              <a:rect l="0" t="0" r="0" b="0"/>
              <a:pathLst>
                <a:path w="43452" h="2488">
                  <a:moveTo>
                    <a:pt x="0" y="0"/>
                  </a:moveTo>
                  <a:lnTo>
                    <a:pt x="43452" y="2488"/>
                  </a:lnTo>
                </a:path>
              </a:pathLst>
            </a:custGeom>
            <a:noFill/>
            <a:ln w="20003">
              <a:solidFill>
                <a:srgbClr val="E9EDEF"/>
              </a:solidFill>
            </a:ln>
          </p:spPr>
        </p:sp>
        <p:sp>
          <p:nvSpPr>
            <p:cNvPr id="5208" name="Output_receptor__5207">
              <a:extLst>
                <a:ext uri="{FF2B5EF4-FFF2-40B4-BE49-F238E27FC236}">
                  <a16:creationId xmlns:a16="http://schemas.microsoft.com/office/drawing/2014/main" id="{CD3909F6-3B3E-5875-4707-43C8B68F5528}"/>
                </a:ext>
              </a:extLst>
            </p:cNvPr>
            <p:cNvSpPr>
              <a:spLocks noGrp="1"/>
            </p:cNvSpPr>
            <p:nvPr/>
          </p:nvSpPr>
          <p:spPr>
            <a:xfrm>
              <a:off x="15703516" y="4011781"/>
              <a:ext cx="23699" cy="57779"/>
            </a:xfrm>
            <a:custGeom>
              <a:avLst/>
              <a:gdLst/>
              <a:ahLst/>
              <a:cxnLst/>
              <a:rect l="0" t="0" r="0" b="0"/>
              <a:pathLst>
                <a:path w="23699" h="57779">
                  <a:moveTo>
                    <a:pt x="0" y="57779"/>
                  </a:moveTo>
                  <a:lnTo>
                    <a:pt x="23699" y="0"/>
                  </a:lnTo>
                </a:path>
              </a:pathLst>
            </a:custGeom>
            <a:noFill/>
            <a:ln w="20003">
              <a:solidFill>
                <a:srgbClr val="E9EDEF"/>
              </a:solidFill>
            </a:ln>
          </p:spPr>
        </p:sp>
        <p:sp>
          <p:nvSpPr>
            <p:cNvPr id="5209" name="Output_receptor__5208">
              <a:extLst>
                <a:ext uri="{FF2B5EF4-FFF2-40B4-BE49-F238E27FC236}">
                  <a16:creationId xmlns:a16="http://schemas.microsoft.com/office/drawing/2014/main" id="{DA24BA11-4150-A7A1-A8D4-A51502E6B186}"/>
                </a:ext>
              </a:extLst>
            </p:cNvPr>
            <p:cNvSpPr>
              <a:spLocks noGrp="1"/>
            </p:cNvSpPr>
            <p:nvPr/>
          </p:nvSpPr>
          <p:spPr>
            <a:xfrm>
              <a:off x="15970308" y="2289051"/>
              <a:ext cx="45004" cy="32628"/>
            </a:xfrm>
            <a:custGeom>
              <a:avLst/>
              <a:gdLst/>
              <a:ahLst/>
              <a:cxnLst/>
              <a:rect l="0" t="0" r="0" b="0"/>
              <a:pathLst>
                <a:path w="45004" h="32628">
                  <a:moveTo>
                    <a:pt x="0" y="32628"/>
                  </a:moveTo>
                  <a:lnTo>
                    <a:pt x="45004" y="0"/>
                  </a:lnTo>
                </a:path>
              </a:pathLst>
            </a:custGeom>
            <a:noFill/>
            <a:ln w="20003">
              <a:solidFill>
                <a:srgbClr val="E9EDEF"/>
              </a:solidFill>
            </a:ln>
          </p:spPr>
        </p:sp>
        <p:sp>
          <p:nvSpPr>
            <p:cNvPr id="5210" name="Output_receptor__5209">
              <a:extLst>
                <a:ext uri="{FF2B5EF4-FFF2-40B4-BE49-F238E27FC236}">
                  <a16:creationId xmlns:a16="http://schemas.microsoft.com/office/drawing/2014/main" id="{6A62D619-15BF-6315-76FA-80B8A12843B3}"/>
                </a:ext>
              </a:extLst>
            </p:cNvPr>
            <p:cNvSpPr>
              <a:spLocks noGrp="1"/>
            </p:cNvSpPr>
            <p:nvPr/>
          </p:nvSpPr>
          <p:spPr>
            <a:xfrm>
              <a:off x="16304011" y="4018014"/>
              <a:ext cx="63479" cy="7169"/>
            </a:xfrm>
            <a:custGeom>
              <a:avLst/>
              <a:gdLst/>
              <a:ahLst/>
              <a:cxnLst/>
              <a:rect l="0" t="0" r="0" b="0"/>
              <a:pathLst>
                <a:path w="63479" h="7169">
                  <a:moveTo>
                    <a:pt x="0" y="7169"/>
                  </a:moveTo>
                  <a:lnTo>
                    <a:pt x="63479" y="0"/>
                  </a:lnTo>
                </a:path>
              </a:pathLst>
            </a:custGeom>
            <a:noFill/>
            <a:ln w="20003">
              <a:solidFill>
                <a:srgbClr val="E9EDEF"/>
              </a:solidFill>
            </a:ln>
          </p:spPr>
        </p:sp>
        <p:sp>
          <p:nvSpPr>
            <p:cNvPr id="5211" name="Output_receptor__5210">
              <a:extLst>
                <a:ext uri="{FF2B5EF4-FFF2-40B4-BE49-F238E27FC236}">
                  <a16:creationId xmlns:a16="http://schemas.microsoft.com/office/drawing/2014/main" id="{2E7B5EDA-D4AA-E3D0-4118-BE6887AC832C}"/>
                </a:ext>
              </a:extLst>
            </p:cNvPr>
            <p:cNvSpPr>
              <a:spLocks noGrp="1"/>
            </p:cNvSpPr>
            <p:nvPr/>
          </p:nvSpPr>
          <p:spPr>
            <a:xfrm>
              <a:off x="16084592" y="3806575"/>
              <a:ext cx="10158" cy="17561"/>
            </a:xfrm>
            <a:custGeom>
              <a:avLst/>
              <a:gdLst/>
              <a:ahLst/>
              <a:cxnLst/>
              <a:rect l="0" t="0" r="0" b="0"/>
              <a:pathLst>
                <a:path w="10158" h="17561">
                  <a:moveTo>
                    <a:pt x="10158" y="17561"/>
                  </a:moveTo>
                  <a:lnTo>
                    <a:pt x="0" y="0"/>
                  </a:lnTo>
                </a:path>
              </a:pathLst>
            </a:custGeom>
            <a:noFill/>
            <a:ln w="8096">
              <a:solidFill>
                <a:srgbClr val="E9EDEF"/>
              </a:solidFill>
            </a:ln>
          </p:spPr>
        </p:sp>
        <p:sp>
          <p:nvSpPr>
            <p:cNvPr id="5212" name="Output_receptor__5211">
              <a:extLst>
                <a:ext uri="{FF2B5EF4-FFF2-40B4-BE49-F238E27FC236}">
                  <a16:creationId xmlns:a16="http://schemas.microsoft.com/office/drawing/2014/main" id="{15EC2476-B6DB-9AF7-6992-DE6AE4EFFA38}"/>
                </a:ext>
              </a:extLst>
            </p:cNvPr>
            <p:cNvSpPr>
              <a:spLocks noGrp="1"/>
            </p:cNvSpPr>
            <p:nvPr/>
          </p:nvSpPr>
          <p:spPr>
            <a:xfrm>
              <a:off x="15929595" y="3316434"/>
              <a:ext cx="37842" cy="61299"/>
            </a:xfrm>
            <a:custGeom>
              <a:avLst/>
              <a:gdLst/>
              <a:ahLst/>
              <a:cxnLst/>
              <a:rect l="0" t="0" r="0" b="0"/>
              <a:pathLst>
                <a:path w="37842" h="61299">
                  <a:moveTo>
                    <a:pt x="0" y="61299"/>
                  </a:moveTo>
                  <a:lnTo>
                    <a:pt x="37842" y="0"/>
                  </a:lnTo>
                </a:path>
              </a:pathLst>
            </a:custGeom>
            <a:noFill/>
            <a:ln w="20003">
              <a:solidFill>
                <a:srgbClr val="E9EDEF"/>
              </a:solidFill>
            </a:ln>
          </p:spPr>
        </p:sp>
        <p:sp>
          <p:nvSpPr>
            <p:cNvPr id="5213" name="Output_receptor__5212">
              <a:extLst>
                <a:ext uri="{FF2B5EF4-FFF2-40B4-BE49-F238E27FC236}">
                  <a16:creationId xmlns:a16="http://schemas.microsoft.com/office/drawing/2014/main" id="{B095DC88-8C82-BD58-8328-E833E7D8C8D5}"/>
                </a:ext>
              </a:extLst>
            </p:cNvPr>
            <p:cNvSpPr>
              <a:spLocks noGrp="1"/>
            </p:cNvSpPr>
            <p:nvPr/>
          </p:nvSpPr>
          <p:spPr>
            <a:xfrm>
              <a:off x="15643967" y="4277192"/>
              <a:ext cx="35124" cy="43308"/>
            </a:xfrm>
            <a:custGeom>
              <a:avLst/>
              <a:gdLst/>
              <a:ahLst/>
              <a:cxnLst/>
              <a:rect l="0" t="0" r="0" b="0"/>
              <a:pathLst>
                <a:path w="35124" h="43308">
                  <a:moveTo>
                    <a:pt x="35124" y="0"/>
                  </a:moveTo>
                  <a:lnTo>
                    <a:pt x="0" y="43308"/>
                  </a:lnTo>
                </a:path>
              </a:pathLst>
            </a:custGeom>
            <a:noFill/>
            <a:ln w="20003">
              <a:solidFill>
                <a:srgbClr val="E9EDEF"/>
              </a:solidFill>
            </a:ln>
          </p:spPr>
        </p:sp>
        <p:sp>
          <p:nvSpPr>
            <p:cNvPr id="5214" name="Output_receptor__5213">
              <a:extLst>
                <a:ext uri="{FF2B5EF4-FFF2-40B4-BE49-F238E27FC236}">
                  <a16:creationId xmlns:a16="http://schemas.microsoft.com/office/drawing/2014/main" id="{C07F0EDC-87DA-2B28-958B-86F09B0E09C6}"/>
                </a:ext>
              </a:extLst>
            </p:cNvPr>
            <p:cNvSpPr>
              <a:spLocks noGrp="1"/>
            </p:cNvSpPr>
            <p:nvPr/>
          </p:nvSpPr>
          <p:spPr>
            <a:xfrm>
              <a:off x="15681867" y="3964105"/>
              <a:ext cx="45348" cy="47676"/>
            </a:xfrm>
            <a:custGeom>
              <a:avLst/>
              <a:gdLst/>
              <a:ahLst/>
              <a:cxnLst/>
              <a:rect l="0" t="0" r="0" b="0"/>
              <a:pathLst>
                <a:path w="45348" h="47676">
                  <a:moveTo>
                    <a:pt x="45348" y="47676"/>
                  </a:moveTo>
                  <a:lnTo>
                    <a:pt x="0" y="0"/>
                  </a:lnTo>
                </a:path>
              </a:pathLst>
            </a:custGeom>
            <a:noFill/>
            <a:ln w="20003">
              <a:solidFill>
                <a:srgbClr val="E9EDEF"/>
              </a:solidFill>
            </a:ln>
          </p:spPr>
        </p:sp>
        <p:sp>
          <p:nvSpPr>
            <p:cNvPr id="5215" name="Output_receptor__5214">
              <a:extLst>
                <a:ext uri="{FF2B5EF4-FFF2-40B4-BE49-F238E27FC236}">
                  <a16:creationId xmlns:a16="http://schemas.microsoft.com/office/drawing/2014/main" id="{90753C8A-6776-D6A9-C258-357A32CF474F}"/>
                </a:ext>
              </a:extLst>
            </p:cNvPr>
            <p:cNvSpPr>
              <a:spLocks noGrp="1"/>
            </p:cNvSpPr>
            <p:nvPr/>
          </p:nvSpPr>
          <p:spPr>
            <a:xfrm>
              <a:off x="15864687" y="2810359"/>
              <a:ext cx="35346" cy="27537"/>
            </a:xfrm>
            <a:custGeom>
              <a:avLst/>
              <a:gdLst/>
              <a:ahLst/>
              <a:cxnLst/>
              <a:rect l="0" t="0" r="0" b="0"/>
              <a:pathLst>
                <a:path w="35346" h="27537">
                  <a:moveTo>
                    <a:pt x="0" y="0"/>
                  </a:moveTo>
                  <a:lnTo>
                    <a:pt x="35346" y="27537"/>
                  </a:lnTo>
                </a:path>
              </a:pathLst>
            </a:custGeom>
            <a:noFill/>
            <a:ln w="20003">
              <a:solidFill>
                <a:srgbClr val="E9EDEF"/>
              </a:solidFill>
            </a:ln>
          </p:spPr>
        </p:sp>
        <p:sp>
          <p:nvSpPr>
            <p:cNvPr id="5216" name="Output_receptor__5215">
              <a:extLst>
                <a:ext uri="{FF2B5EF4-FFF2-40B4-BE49-F238E27FC236}">
                  <a16:creationId xmlns:a16="http://schemas.microsoft.com/office/drawing/2014/main" id="{E36C2E7B-A044-19D2-891D-76A49001490C}"/>
                </a:ext>
              </a:extLst>
            </p:cNvPr>
            <p:cNvSpPr>
              <a:spLocks noGrp="1"/>
            </p:cNvSpPr>
            <p:nvPr/>
          </p:nvSpPr>
          <p:spPr>
            <a:xfrm>
              <a:off x="16258551" y="2567748"/>
              <a:ext cx="688" cy="42031"/>
            </a:xfrm>
            <a:custGeom>
              <a:avLst/>
              <a:gdLst/>
              <a:ahLst/>
              <a:cxnLst/>
              <a:rect l="0" t="0" r="0" b="0"/>
              <a:pathLst>
                <a:path w="688" h="42031">
                  <a:moveTo>
                    <a:pt x="0" y="42031"/>
                  </a:moveTo>
                  <a:lnTo>
                    <a:pt x="688" y="0"/>
                  </a:lnTo>
                </a:path>
              </a:pathLst>
            </a:custGeom>
            <a:noFill/>
            <a:ln w="20003">
              <a:solidFill>
                <a:srgbClr val="E9EDEF"/>
              </a:solidFill>
            </a:ln>
          </p:spPr>
        </p:sp>
        <p:sp>
          <p:nvSpPr>
            <p:cNvPr id="5217" name="Output_receptor__5216">
              <a:extLst>
                <a:ext uri="{FF2B5EF4-FFF2-40B4-BE49-F238E27FC236}">
                  <a16:creationId xmlns:a16="http://schemas.microsoft.com/office/drawing/2014/main" id="{46F7ED74-85CC-44F3-A086-65B6A2851346}"/>
                </a:ext>
              </a:extLst>
            </p:cNvPr>
            <p:cNvSpPr>
              <a:spLocks noGrp="1"/>
            </p:cNvSpPr>
            <p:nvPr/>
          </p:nvSpPr>
          <p:spPr>
            <a:xfrm>
              <a:off x="16010384" y="2225897"/>
              <a:ext cx="4929" cy="63153"/>
            </a:xfrm>
            <a:custGeom>
              <a:avLst/>
              <a:gdLst/>
              <a:ahLst/>
              <a:cxnLst/>
              <a:rect l="0" t="0" r="0" b="0"/>
              <a:pathLst>
                <a:path w="4929" h="63153">
                  <a:moveTo>
                    <a:pt x="4929" y="63153"/>
                  </a:moveTo>
                  <a:lnTo>
                    <a:pt x="0" y="0"/>
                  </a:lnTo>
                </a:path>
              </a:pathLst>
            </a:custGeom>
            <a:noFill/>
            <a:ln w="20003">
              <a:solidFill>
                <a:srgbClr val="E9EDEF"/>
              </a:solidFill>
            </a:ln>
          </p:spPr>
        </p:sp>
        <p:sp>
          <p:nvSpPr>
            <p:cNvPr id="5218" name="Output_receptor__5217">
              <a:extLst>
                <a:ext uri="{FF2B5EF4-FFF2-40B4-BE49-F238E27FC236}">
                  <a16:creationId xmlns:a16="http://schemas.microsoft.com/office/drawing/2014/main" id="{DD3CCC26-0FBA-C81A-F395-898D667BC7FF}"/>
                </a:ext>
              </a:extLst>
            </p:cNvPr>
            <p:cNvSpPr>
              <a:spLocks noGrp="1"/>
            </p:cNvSpPr>
            <p:nvPr/>
          </p:nvSpPr>
          <p:spPr>
            <a:xfrm>
              <a:off x="16451374" y="3552337"/>
              <a:ext cx="47809" cy="45363"/>
            </a:xfrm>
            <a:custGeom>
              <a:avLst/>
              <a:gdLst/>
              <a:ahLst/>
              <a:cxnLst/>
              <a:rect l="0" t="0" r="0" b="0"/>
              <a:pathLst>
                <a:path w="47809" h="45363">
                  <a:moveTo>
                    <a:pt x="0" y="0"/>
                  </a:moveTo>
                  <a:lnTo>
                    <a:pt x="47809" y="45363"/>
                  </a:lnTo>
                </a:path>
              </a:pathLst>
            </a:custGeom>
            <a:noFill/>
            <a:ln w="20003">
              <a:solidFill>
                <a:srgbClr val="E9EDEF"/>
              </a:solidFill>
            </a:ln>
          </p:spPr>
        </p:sp>
        <p:sp>
          <p:nvSpPr>
            <p:cNvPr id="5219" name="Output_receptor__5218">
              <a:extLst>
                <a:ext uri="{FF2B5EF4-FFF2-40B4-BE49-F238E27FC236}">
                  <a16:creationId xmlns:a16="http://schemas.microsoft.com/office/drawing/2014/main" id="{4B6D7F4D-C2C5-F536-9C43-9302096CE0D8}"/>
                </a:ext>
              </a:extLst>
            </p:cNvPr>
            <p:cNvSpPr>
              <a:spLocks noGrp="1"/>
            </p:cNvSpPr>
            <p:nvPr/>
          </p:nvSpPr>
          <p:spPr>
            <a:xfrm>
              <a:off x="16373717" y="2574824"/>
              <a:ext cx="8365" cy="23195"/>
            </a:xfrm>
            <a:custGeom>
              <a:avLst/>
              <a:gdLst/>
              <a:ahLst/>
              <a:cxnLst/>
              <a:rect l="0" t="0" r="0" b="0"/>
              <a:pathLst>
                <a:path w="8365" h="23195">
                  <a:moveTo>
                    <a:pt x="0" y="0"/>
                  </a:moveTo>
                  <a:lnTo>
                    <a:pt x="8365" y="23195"/>
                  </a:lnTo>
                </a:path>
              </a:pathLst>
            </a:custGeom>
            <a:noFill/>
            <a:ln w="8096">
              <a:solidFill>
                <a:srgbClr val="E9EDEF"/>
              </a:solidFill>
            </a:ln>
          </p:spPr>
        </p:sp>
        <p:sp>
          <p:nvSpPr>
            <p:cNvPr id="5220" name="Output_receptor__5219">
              <a:extLst>
                <a:ext uri="{FF2B5EF4-FFF2-40B4-BE49-F238E27FC236}">
                  <a16:creationId xmlns:a16="http://schemas.microsoft.com/office/drawing/2014/main" id="{2048E196-4C3E-B8D6-0B56-06765C413358}"/>
                </a:ext>
              </a:extLst>
            </p:cNvPr>
            <p:cNvSpPr>
              <a:spLocks noGrp="1"/>
            </p:cNvSpPr>
            <p:nvPr/>
          </p:nvSpPr>
          <p:spPr>
            <a:xfrm>
              <a:off x="15608700" y="2992817"/>
              <a:ext cx="44121" cy="52867"/>
            </a:xfrm>
            <a:custGeom>
              <a:avLst/>
              <a:gdLst/>
              <a:ahLst/>
              <a:cxnLst/>
              <a:rect l="0" t="0" r="0" b="0"/>
              <a:pathLst>
                <a:path w="44121" h="52867">
                  <a:moveTo>
                    <a:pt x="0" y="52867"/>
                  </a:moveTo>
                  <a:lnTo>
                    <a:pt x="44121" y="0"/>
                  </a:lnTo>
                </a:path>
              </a:pathLst>
            </a:custGeom>
            <a:noFill/>
            <a:ln w="20003">
              <a:solidFill>
                <a:srgbClr val="E9EDEF"/>
              </a:solidFill>
            </a:ln>
          </p:spPr>
        </p:sp>
        <p:sp>
          <p:nvSpPr>
            <p:cNvPr id="5221" name="Output_receptor__5220">
              <a:extLst>
                <a:ext uri="{FF2B5EF4-FFF2-40B4-BE49-F238E27FC236}">
                  <a16:creationId xmlns:a16="http://schemas.microsoft.com/office/drawing/2014/main" id="{23522A33-8893-42F8-DE1C-7D7B0F02B9AB}"/>
                </a:ext>
              </a:extLst>
            </p:cNvPr>
            <p:cNvSpPr>
              <a:spLocks noGrp="1"/>
            </p:cNvSpPr>
            <p:nvPr/>
          </p:nvSpPr>
          <p:spPr>
            <a:xfrm>
              <a:off x="16161045" y="2367871"/>
              <a:ext cx="14964" cy="51258"/>
            </a:xfrm>
            <a:custGeom>
              <a:avLst/>
              <a:gdLst/>
              <a:ahLst/>
              <a:cxnLst/>
              <a:rect l="0" t="0" r="0" b="0"/>
              <a:pathLst>
                <a:path w="14964" h="51258">
                  <a:moveTo>
                    <a:pt x="0" y="0"/>
                  </a:moveTo>
                  <a:lnTo>
                    <a:pt x="14964" y="51258"/>
                  </a:lnTo>
                </a:path>
              </a:pathLst>
            </a:custGeom>
            <a:noFill/>
            <a:ln w="8096">
              <a:solidFill>
                <a:srgbClr val="E9EDEF"/>
              </a:solidFill>
            </a:ln>
          </p:spPr>
        </p:sp>
        <p:sp>
          <p:nvSpPr>
            <p:cNvPr id="5222" name="Output_receptor__5221">
              <a:extLst>
                <a:ext uri="{FF2B5EF4-FFF2-40B4-BE49-F238E27FC236}">
                  <a16:creationId xmlns:a16="http://schemas.microsoft.com/office/drawing/2014/main" id="{2FED69BC-C6D4-43E2-81B1-391F797C2E93}"/>
                </a:ext>
              </a:extLst>
            </p:cNvPr>
            <p:cNvSpPr>
              <a:spLocks noGrp="1"/>
            </p:cNvSpPr>
            <p:nvPr/>
          </p:nvSpPr>
          <p:spPr>
            <a:xfrm>
              <a:off x="15758061" y="2698514"/>
              <a:ext cx="9975" cy="46173"/>
            </a:xfrm>
            <a:custGeom>
              <a:avLst/>
              <a:gdLst/>
              <a:ahLst/>
              <a:cxnLst/>
              <a:rect l="0" t="0" r="0" b="0"/>
              <a:pathLst>
                <a:path w="9975" h="46173">
                  <a:moveTo>
                    <a:pt x="0" y="46173"/>
                  </a:moveTo>
                  <a:lnTo>
                    <a:pt x="9975" y="0"/>
                  </a:lnTo>
                </a:path>
              </a:pathLst>
            </a:custGeom>
            <a:noFill/>
            <a:ln w="8096">
              <a:solidFill>
                <a:srgbClr val="EAEDEF"/>
              </a:solidFill>
            </a:ln>
          </p:spPr>
        </p:sp>
        <p:sp>
          <p:nvSpPr>
            <p:cNvPr id="5223" name="Output_receptor__5222">
              <a:extLst>
                <a:ext uri="{FF2B5EF4-FFF2-40B4-BE49-F238E27FC236}">
                  <a16:creationId xmlns:a16="http://schemas.microsoft.com/office/drawing/2014/main" id="{905B3289-27E1-62B8-4BD1-9113826AE5CB}"/>
                </a:ext>
              </a:extLst>
            </p:cNvPr>
            <p:cNvSpPr>
              <a:spLocks noGrp="1"/>
            </p:cNvSpPr>
            <p:nvPr/>
          </p:nvSpPr>
          <p:spPr>
            <a:xfrm>
              <a:off x="16051171" y="3075735"/>
              <a:ext cx="67636" cy="25575"/>
            </a:xfrm>
            <a:custGeom>
              <a:avLst/>
              <a:gdLst/>
              <a:ahLst/>
              <a:cxnLst/>
              <a:rect l="0" t="0" r="0" b="0"/>
              <a:pathLst>
                <a:path w="67636" h="25575">
                  <a:moveTo>
                    <a:pt x="0" y="0"/>
                  </a:moveTo>
                  <a:lnTo>
                    <a:pt x="67636" y="25575"/>
                  </a:lnTo>
                </a:path>
              </a:pathLst>
            </a:custGeom>
            <a:noFill/>
            <a:ln w="20003">
              <a:solidFill>
                <a:srgbClr val="EAEDEF"/>
              </a:solidFill>
            </a:ln>
          </p:spPr>
        </p:sp>
        <p:sp>
          <p:nvSpPr>
            <p:cNvPr id="5224" name="Output_receptor__5223">
              <a:extLst>
                <a:ext uri="{FF2B5EF4-FFF2-40B4-BE49-F238E27FC236}">
                  <a16:creationId xmlns:a16="http://schemas.microsoft.com/office/drawing/2014/main" id="{0116736D-5CAD-4A6F-6C05-A05C7528F2BD}"/>
                </a:ext>
              </a:extLst>
            </p:cNvPr>
            <p:cNvSpPr>
              <a:spLocks noGrp="1"/>
            </p:cNvSpPr>
            <p:nvPr/>
          </p:nvSpPr>
          <p:spPr>
            <a:xfrm>
              <a:off x="15790154" y="3617444"/>
              <a:ext cx="59562" cy="12508"/>
            </a:xfrm>
            <a:custGeom>
              <a:avLst/>
              <a:gdLst/>
              <a:ahLst/>
              <a:cxnLst/>
              <a:rect l="0" t="0" r="0" b="0"/>
              <a:pathLst>
                <a:path w="59562" h="12508">
                  <a:moveTo>
                    <a:pt x="59562" y="12508"/>
                  </a:moveTo>
                  <a:lnTo>
                    <a:pt x="0" y="0"/>
                  </a:lnTo>
                </a:path>
              </a:pathLst>
            </a:custGeom>
            <a:noFill/>
            <a:ln w="20003">
              <a:solidFill>
                <a:srgbClr val="EAEDEF"/>
              </a:solidFill>
            </a:ln>
          </p:spPr>
        </p:sp>
        <p:sp>
          <p:nvSpPr>
            <p:cNvPr id="5225" name="Output_receptor__5224">
              <a:extLst>
                <a:ext uri="{FF2B5EF4-FFF2-40B4-BE49-F238E27FC236}">
                  <a16:creationId xmlns:a16="http://schemas.microsoft.com/office/drawing/2014/main" id="{BB99FB45-840F-9DC2-C9CB-35B5659BC4C6}"/>
                </a:ext>
              </a:extLst>
            </p:cNvPr>
            <p:cNvSpPr>
              <a:spLocks noGrp="1"/>
            </p:cNvSpPr>
            <p:nvPr/>
          </p:nvSpPr>
          <p:spPr>
            <a:xfrm>
              <a:off x="15522352" y="3568449"/>
              <a:ext cx="58408" cy="5618"/>
            </a:xfrm>
            <a:custGeom>
              <a:avLst/>
              <a:gdLst/>
              <a:ahLst/>
              <a:cxnLst/>
              <a:rect l="0" t="0" r="0" b="0"/>
              <a:pathLst>
                <a:path w="58408" h="5618">
                  <a:moveTo>
                    <a:pt x="0" y="0"/>
                  </a:moveTo>
                  <a:lnTo>
                    <a:pt x="58408" y="5618"/>
                  </a:lnTo>
                </a:path>
              </a:pathLst>
            </a:custGeom>
            <a:noFill/>
            <a:ln w="20003">
              <a:solidFill>
                <a:srgbClr val="EAEDEF"/>
              </a:solidFill>
            </a:ln>
          </p:spPr>
        </p:sp>
        <p:sp>
          <p:nvSpPr>
            <p:cNvPr id="5226" name="Output_receptor__5225">
              <a:extLst>
                <a:ext uri="{FF2B5EF4-FFF2-40B4-BE49-F238E27FC236}">
                  <a16:creationId xmlns:a16="http://schemas.microsoft.com/office/drawing/2014/main" id="{0DC0C902-5BDE-8071-25A2-51E19AA79790}"/>
                </a:ext>
              </a:extLst>
            </p:cNvPr>
            <p:cNvSpPr>
              <a:spLocks noGrp="1"/>
            </p:cNvSpPr>
            <p:nvPr/>
          </p:nvSpPr>
          <p:spPr>
            <a:xfrm>
              <a:off x="16345300" y="4084213"/>
              <a:ext cx="16265" cy="23731"/>
            </a:xfrm>
            <a:custGeom>
              <a:avLst/>
              <a:gdLst/>
              <a:ahLst/>
              <a:cxnLst/>
              <a:rect l="0" t="0" r="0" b="0"/>
              <a:pathLst>
                <a:path w="16265" h="23731">
                  <a:moveTo>
                    <a:pt x="16265" y="0"/>
                  </a:moveTo>
                  <a:lnTo>
                    <a:pt x="0" y="23731"/>
                  </a:lnTo>
                </a:path>
              </a:pathLst>
            </a:custGeom>
            <a:noFill/>
            <a:ln w="20003">
              <a:solidFill>
                <a:srgbClr val="EAEDEF"/>
              </a:solidFill>
            </a:ln>
          </p:spPr>
        </p:sp>
        <p:sp>
          <p:nvSpPr>
            <p:cNvPr id="5227" name="Output_receptor__5226">
              <a:extLst>
                <a:ext uri="{FF2B5EF4-FFF2-40B4-BE49-F238E27FC236}">
                  <a16:creationId xmlns:a16="http://schemas.microsoft.com/office/drawing/2014/main" id="{9DEB0787-019E-4020-C0AB-839003C2D6E7}"/>
                </a:ext>
              </a:extLst>
            </p:cNvPr>
            <p:cNvSpPr>
              <a:spLocks noGrp="1"/>
            </p:cNvSpPr>
            <p:nvPr/>
          </p:nvSpPr>
          <p:spPr>
            <a:xfrm>
              <a:off x="16593840" y="3858034"/>
              <a:ext cx="67414" cy="14311"/>
            </a:xfrm>
            <a:custGeom>
              <a:avLst/>
              <a:gdLst/>
              <a:ahLst/>
              <a:cxnLst/>
              <a:rect l="0" t="0" r="0" b="0"/>
              <a:pathLst>
                <a:path w="67414" h="14311">
                  <a:moveTo>
                    <a:pt x="67414" y="14311"/>
                  </a:moveTo>
                  <a:lnTo>
                    <a:pt x="0" y="0"/>
                  </a:lnTo>
                </a:path>
              </a:pathLst>
            </a:custGeom>
            <a:noFill/>
            <a:ln w="20003">
              <a:solidFill>
                <a:srgbClr val="EAEDEF"/>
              </a:solidFill>
            </a:ln>
          </p:spPr>
        </p:sp>
        <p:sp>
          <p:nvSpPr>
            <p:cNvPr id="5228" name="Output_receptor__5227">
              <a:extLst>
                <a:ext uri="{FF2B5EF4-FFF2-40B4-BE49-F238E27FC236}">
                  <a16:creationId xmlns:a16="http://schemas.microsoft.com/office/drawing/2014/main" id="{A55983D0-C5BF-4432-4572-FA844DA05DB5}"/>
                </a:ext>
              </a:extLst>
            </p:cNvPr>
            <p:cNvSpPr>
              <a:spLocks noGrp="1"/>
            </p:cNvSpPr>
            <p:nvPr/>
          </p:nvSpPr>
          <p:spPr>
            <a:xfrm>
              <a:off x="16409298" y="3105005"/>
              <a:ext cx="4595" cy="50848"/>
            </a:xfrm>
            <a:custGeom>
              <a:avLst/>
              <a:gdLst/>
              <a:ahLst/>
              <a:cxnLst/>
              <a:rect l="0" t="0" r="0" b="0"/>
              <a:pathLst>
                <a:path w="4595" h="50848">
                  <a:moveTo>
                    <a:pt x="0" y="50848"/>
                  </a:moveTo>
                  <a:lnTo>
                    <a:pt x="4595" y="0"/>
                  </a:lnTo>
                </a:path>
              </a:pathLst>
            </a:custGeom>
            <a:noFill/>
            <a:ln w="8096">
              <a:solidFill>
                <a:srgbClr val="EAEDEF"/>
              </a:solidFill>
            </a:ln>
          </p:spPr>
        </p:sp>
        <p:sp>
          <p:nvSpPr>
            <p:cNvPr id="5229" name="Output_receptor__5228">
              <a:extLst>
                <a:ext uri="{FF2B5EF4-FFF2-40B4-BE49-F238E27FC236}">
                  <a16:creationId xmlns:a16="http://schemas.microsoft.com/office/drawing/2014/main" id="{7F8AC98B-1A96-CD22-CEEE-BCA22D0E7BDC}"/>
                </a:ext>
              </a:extLst>
            </p:cNvPr>
            <p:cNvSpPr>
              <a:spLocks noGrp="1"/>
            </p:cNvSpPr>
            <p:nvPr/>
          </p:nvSpPr>
          <p:spPr>
            <a:xfrm>
              <a:off x="16272386" y="4025183"/>
              <a:ext cx="31625" cy="17273"/>
            </a:xfrm>
            <a:custGeom>
              <a:avLst/>
              <a:gdLst/>
              <a:ahLst/>
              <a:cxnLst/>
              <a:rect l="0" t="0" r="0" b="0"/>
              <a:pathLst>
                <a:path w="31625" h="17273">
                  <a:moveTo>
                    <a:pt x="0" y="17273"/>
                  </a:moveTo>
                  <a:lnTo>
                    <a:pt x="31625" y="0"/>
                  </a:lnTo>
                </a:path>
              </a:pathLst>
            </a:custGeom>
            <a:noFill/>
            <a:ln w="20003">
              <a:solidFill>
                <a:srgbClr val="EAEDEF"/>
              </a:solidFill>
            </a:ln>
          </p:spPr>
        </p:sp>
        <p:sp>
          <p:nvSpPr>
            <p:cNvPr id="5230" name="Output_receptor__5229">
              <a:extLst>
                <a:ext uri="{FF2B5EF4-FFF2-40B4-BE49-F238E27FC236}">
                  <a16:creationId xmlns:a16="http://schemas.microsoft.com/office/drawing/2014/main" id="{F4197E81-AA70-6B11-E8B4-CBCE24A98427}"/>
                </a:ext>
              </a:extLst>
            </p:cNvPr>
            <p:cNvSpPr>
              <a:spLocks noGrp="1"/>
            </p:cNvSpPr>
            <p:nvPr/>
          </p:nvSpPr>
          <p:spPr>
            <a:xfrm>
              <a:off x="16232097" y="2609779"/>
              <a:ext cx="26454" cy="54450"/>
            </a:xfrm>
            <a:custGeom>
              <a:avLst/>
              <a:gdLst/>
              <a:ahLst/>
              <a:cxnLst/>
              <a:rect l="0" t="0" r="0" b="0"/>
              <a:pathLst>
                <a:path w="26454" h="54450">
                  <a:moveTo>
                    <a:pt x="0" y="54450"/>
                  </a:moveTo>
                  <a:lnTo>
                    <a:pt x="26454" y="0"/>
                  </a:lnTo>
                </a:path>
              </a:pathLst>
            </a:custGeom>
            <a:noFill/>
            <a:ln w="20003">
              <a:solidFill>
                <a:srgbClr val="EAEDEF"/>
              </a:solidFill>
            </a:ln>
          </p:spPr>
        </p:sp>
        <p:sp>
          <p:nvSpPr>
            <p:cNvPr id="5231" name="Output_receptor__5230">
              <a:extLst>
                <a:ext uri="{FF2B5EF4-FFF2-40B4-BE49-F238E27FC236}">
                  <a16:creationId xmlns:a16="http://schemas.microsoft.com/office/drawing/2014/main" id="{C6B19C52-FA25-F73F-8BA5-0AA26991634D}"/>
                </a:ext>
              </a:extLst>
            </p:cNvPr>
            <p:cNvSpPr>
              <a:spLocks noGrp="1"/>
            </p:cNvSpPr>
            <p:nvPr/>
          </p:nvSpPr>
          <p:spPr>
            <a:xfrm>
              <a:off x="15435608" y="3754872"/>
              <a:ext cx="26155" cy="60536"/>
            </a:xfrm>
            <a:custGeom>
              <a:avLst/>
              <a:gdLst/>
              <a:ahLst/>
              <a:cxnLst/>
              <a:rect l="0" t="0" r="0" b="0"/>
              <a:pathLst>
                <a:path w="26155" h="60536">
                  <a:moveTo>
                    <a:pt x="0" y="60536"/>
                  </a:moveTo>
                  <a:lnTo>
                    <a:pt x="26155" y="0"/>
                  </a:lnTo>
                </a:path>
              </a:pathLst>
            </a:custGeom>
            <a:noFill/>
            <a:ln w="8096">
              <a:solidFill>
                <a:srgbClr val="EAEDEF"/>
              </a:solidFill>
            </a:ln>
          </p:spPr>
        </p:sp>
        <p:sp>
          <p:nvSpPr>
            <p:cNvPr id="5232" name="Output_receptor__5231">
              <a:extLst>
                <a:ext uri="{FF2B5EF4-FFF2-40B4-BE49-F238E27FC236}">
                  <a16:creationId xmlns:a16="http://schemas.microsoft.com/office/drawing/2014/main" id="{47D777A7-DB48-59B5-4B21-37B59F79C60F}"/>
                </a:ext>
              </a:extLst>
            </p:cNvPr>
            <p:cNvSpPr>
              <a:spLocks noGrp="1"/>
            </p:cNvSpPr>
            <p:nvPr/>
          </p:nvSpPr>
          <p:spPr>
            <a:xfrm>
              <a:off x="15602234" y="2888586"/>
              <a:ext cx="20364" cy="43482"/>
            </a:xfrm>
            <a:custGeom>
              <a:avLst/>
              <a:gdLst/>
              <a:ahLst/>
              <a:cxnLst/>
              <a:rect l="0" t="0" r="0" b="0"/>
              <a:pathLst>
                <a:path w="20364" h="43482">
                  <a:moveTo>
                    <a:pt x="0" y="43482"/>
                  </a:moveTo>
                  <a:lnTo>
                    <a:pt x="20364" y="0"/>
                  </a:lnTo>
                </a:path>
              </a:pathLst>
            </a:custGeom>
            <a:noFill/>
            <a:ln w="20003">
              <a:solidFill>
                <a:srgbClr val="EAEDEF"/>
              </a:solidFill>
            </a:ln>
          </p:spPr>
        </p:sp>
        <p:sp>
          <p:nvSpPr>
            <p:cNvPr id="5233" name="Output_receptor__5232">
              <a:extLst>
                <a:ext uri="{FF2B5EF4-FFF2-40B4-BE49-F238E27FC236}">
                  <a16:creationId xmlns:a16="http://schemas.microsoft.com/office/drawing/2014/main" id="{5791CAA5-5CF7-E929-77CE-69275751DC0C}"/>
                </a:ext>
              </a:extLst>
            </p:cNvPr>
            <p:cNvSpPr>
              <a:spLocks noGrp="1"/>
            </p:cNvSpPr>
            <p:nvPr/>
          </p:nvSpPr>
          <p:spPr>
            <a:xfrm>
              <a:off x="15740237" y="3724183"/>
              <a:ext cx="24699" cy="65979"/>
            </a:xfrm>
            <a:custGeom>
              <a:avLst/>
              <a:gdLst/>
              <a:ahLst/>
              <a:cxnLst/>
              <a:rect l="0" t="0" r="0" b="0"/>
              <a:pathLst>
                <a:path w="24699" h="65979">
                  <a:moveTo>
                    <a:pt x="0" y="65979"/>
                  </a:moveTo>
                  <a:lnTo>
                    <a:pt x="24699" y="0"/>
                  </a:lnTo>
                </a:path>
              </a:pathLst>
            </a:custGeom>
            <a:noFill/>
            <a:ln w="20003">
              <a:solidFill>
                <a:srgbClr val="EAEDEF"/>
              </a:solidFill>
            </a:ln>
          </p:spPr>
        </p:sp>
        <p:sp>
          <p:nvSpPr>
            <p:cNvPr id="5234" name="Output_receptor__5233">
              <a:extLst>
                <a:ext uri="{FF2B5EF4-FFF2-40B4-BE49-F238E27FC236}">
                  <a16:creationId xmlns:a16="http://schemas.microsoft.com/office/drawing/2014/main" id="{C65618B4-00E6-5A2B-571A-16C41BBBE44C}"/>
                </a:ext>
              </a:extLst>
            </p:cNvPr>
            <p:cNvSpPr>
              <a:spLocks noGrp="1"/>
            </p:cNvSpPr>
            <p:nvPr/>
          </p:nvSpPr>
          <p:spPr>
            <a:xfrm>
              <a:off x="16268926" y="3295314"/>
              <a:ext cx="47772" cy="2961"/>
            </a:xfrm>
            <a:custGeom>
              <a:avLst/>
              <a:gdLst/>
              <a:ahLst/>
              <a:cxnLst/>
              <a:rect l="0" t="0" r="0" b="0"/>
              <a:pathLst>
                <a:path w="47772" h="2961">
                  <a:moveTo>
                    <a:pt x="0" y="0"/>
                  </a:moveTo>
                  <a:lnTo>
                    <a:pt x="47772" y="2961"/>
                  </a:lnTo>
                </a:path>
              </a:pathLst>
            </a:custGeom>
            <a:noFill/>
            <a:ln w="8096">
              <a:solidFill>
                <a:srgbClr val="EAEDEF"/>
              </a:solidFill>
            </a:ln>
          </p:spPr>
        </p:sp>
        <p:sp>
          <p:nvSpPr>
            <p:cNvPr id="5235" name="Output_receptor__5234">
              <a:extLst>
                <a:ext uri="{FF2B5EF4-FFF2-40B4-BE49-F238E27FC236}">
                  <a16:creationId xmlns:a16="http://schemas.microsoft.com/office/drawing/2014/main" id="{F1A5ED57-DC9B-7649-EE04-6F73E8690C02}"/>
                </a:ext>
              </a:extLst>
            </p:cNvPr>
            <p:cNvSpPr>
              <a:spLocks noGrp="1"/>
            </p:cNvSpPr>
            <p:nvPr/>
          </p:nvSpPr>
          <p:spPr>
            <a:xfrm>
              <a:off x="16232109" y="3525187"/>
              <a:ext cx="44358" cy="51130"/>
            </a:xfrm>
            <a:custGeom>
              <a:avLst/>
              <a:gdLst/>
              <a:ahLst/>
              <a:cxnLst/>
              <a:rect l="0" t="0" r="0" b="0"/>
              <a:pathLst>
                <a:path w="44358" h="51130">
                  <a:moveTo>
                    <a:pt x="44358" y="0"/>
                  </a:moveTo>
                  <a:lnTo>
                    <a:pt x="0" y="51130"/>
                  </a:lnTo>
                </a:path>
              </a:pathLst>
            </a:custGeom>
            <a:noFill/>
            <a:ln w="20003">
              <a:solidFill>
                <a:srgbClr val="EAEDEF"/>
              </a:solidFill>
            </a:ln>
          </p:spPr>
        </p:sp>
        <p:sp>
          <p:nvSpPr>
            <p:cNvPr id="5236" name="Output_receptor__5235">
              <a:extLst>
                <a:ext uri="{FF2B5EF4-FFF2-40B4-BE49-F238E27FC236}">
                  <a16:creationId xmlns:a16="http://schemas.microsoft.com/office/drawing/2014/main" id="{AF861276-B6E9-34A3-5A7F-DECFA9731782}"/>
                </a:ext>
              </a:extLst>
            </p:cNvPr>
            <p:cNvSpPr>
              <a:spLocks noGrp="1"/>
            </p:cNvSpPr>
            <p:nvPr/>
          </p:nvSpPr>
          <p:spPr>
            <a:xfrm>
              <a:off x="16124881" y="2781910"/>
              <a:ext cx="50510" cy="50904"/>
            </a:xfrm>
            <a:custGeom>
              <a:avLst/>
              <a:gdLst/>
              <a:ahLst/>
              <a:cxnLst/>
              <a:rect l="0" t="0" r="0" b="0"/>
              <a:pathLst>
                <a:path w="50510" h="50904">
                  <a:moveTo>
                    <a:pt x="50510" y="0"/>
                  </a:moveTo>
                  <a:lnTo>
                    <a:pt x="0" y="50904"/>
                  </a:lnTo>
                </a:path>
              </a:pathLst>
            </a:custGeom>
            <a:noFill/>
            <a:ln w="8096">
              <a:solidFill>
                <a:srgbClr val="EAEDEF"/>
              </a:solidFill>
            </a:ln>
          </p:spPr>
        </p:sp>
        <p:sp>
          <p:nvSpPr>
            <p:cNvPr id="5237" name="Output_receptor__5236">
              <a:extLst>
                <a:ext uri="{FF2B5EF4-FFF2-40B4-BE49-F238E27FC236}">
                  <a16:creationId xmlns:a16="http://schemas.microsoft.com/office/drawing/2014/main" id="{E39B4F12-7D86-6568-0925-660D045C467F}"/>
                </a:ext>
              </a:extLst>
            </p:cNvPr>
            <p:cNvSpPr>
              <a:spLocks noGrp="1"/>
            </p:cNvSpPr>
            <p:nvPr/>
          </p:nvSpPr>
          <p:spPr>
            <a:xfrm>
              <a:off x="15354390" y="3616910"/>
              <a:ext cx="36257" cy="19684"/>
            </a:xfrm>
            <a:custGeom>
              <a:avLst/>
              <a:gdLst/>
              <a:ahLst/>
              <a:cxnLst/>
              <a:rect l="0" t="0" r="0" b="0"/>
              <a:pathLst>
                <a:path w="36257" h="19684">
                  <a:moveTo>
                    <a:pt x="36257" y="19684"/>
                  </a:moveTo>
                  <a:lnTo>
                    <a:pt x="0" y="0"/>
                  </a:lnTo>
                </a:path>
              </a:pathLst>
            </a:custGeom>
            <a:noFill/>
            <a:ln w="8096">
              <a:solidFill>
                <a:srgbClr val="EAEDEF"/>
              </a:solidFill>
            </a:ln>
          </p:spPr>
        </p:sp>
        <p:sp>
          <p:nvSpPr>
            <p:cNvPr id="5238" name="Output_receptor__5237">
              <a:extLst>
                <a:ext uri="{FF2B5EF4-FFF2-40B4-BE49-F238E27FC236}">
                  <a16:creationId xmlns:a16="http://schemas.microsoft.com/office/drawing/2014/main" id="{1E5F59AD-3D85-C04C-90A7-635A07646398}"/>
                </a:ext>
              </a:extLst>
            </p:cNvPr>
            <p:cNvSpPr>
              <a:spLocks noGrp="1"/>
            </p:cNvSpPr>
            <p:nvPr/>
          </p:nvSpPr>
          <p:spPr>
            <a:xfrm>
              <a:off x="15588138" y="2623545"/>
              <a:ext cx="68813" cy="6035"/>
            </a:xfrm>
            <a:custGeom>
              <a:avLst/>
              <a:gdLst/>
              <a:ahLst/>
              <a:cxnLst/>
              <a:rect l="0" t="0" r="0" b="0"/>
              <a:pathLst>
                <a:path w="68813" h="6035">
                  <a:moveTo>
                    <a:pt x="68813" y="6035"/>
                  </a:moveTo>
                  <a:lnTo>
                    <a:pt x="0" y="0"/>
                  </a:lnTo>
                </a:path>
              </a:pathLst>
            </a:custGeom>
            <a:noFill/>
            <a:ln w="8096">
              <a:solidFill>
                <a:srgbClr val="EAEDEF"/>
              </a:solidFill>
            </a:ln>
          </p:spPr>
        </p:sp>
        <p:sp>
          <p:nvSpPr>
            <p:cNvPr id="5239" name="Output_receptor__5238">
              <a:extLst>
                <a:ext uri="{FF2B5EF4-FFF2-40B4-BE49-F238E27FC236}">
                  <a16:creationId xmlns:a16="http://schemas.microsoft.com/office/drawing/2014/main" id="{48CBC1DF-7FB5-50BA-FBA4-F96793D8C66E}"/>
                </a:ext>
              </a:extLst>
            </p:cNvPr>
            <p:cNvSpPr>
              <a:spLocks noGrp="1"/>
            </p:cNvSpPr>
            <p:nvPr/>
          </p:nvSpPr>
          <p:spPr>
            <a:xfrm>
              <a:off x="15797166" y="2848304"/>
              <a:ext cx="34817" cy="62664"/>
            </a:xfrm>
            <a:custGeom>
              <a:avLst/>
              <a:gdLst/>
              <a:ahLst/>
              <a:cxnLst/>
              <a:rect l="0" t="0" r="0" b="0"/>
              <a:pathLst>
                <a:path w="34817" h="62664">
                  <a:moveTo>
                    <a:pt x="0" y="0"/>
                  </a:moveTo>
                  <a:lnTo>
                    <a:pt x="34817" y="62664"/>
                  </a:lnTo>
                </a:path>
              </a:pathLst>
            </a:custGeom>
            <a:noFill/>
            <a:ln w="20003">
              <a:solidFill>
                <a:srgbClr val="EAEDEF"/>
              </a:solidFill>
            </a:ln>
          </p:spPr>
        </p:sp>
        <p:sp>
          <p:nvSpPr>
            <p:cNvPr id="5240" name="Output_receptor__5239">
              <a:extLst>
                <a:ext uri="{FF2B5EF4-FFF2-40B4-BE49-F238E27FC236}">
                  <a16:creationId xmlns:a16="http://schemas.microsoft.com/office/drawing/2014/main" id="{A067BE6B-6A9B-5D16-E628-8EF8C30E7E52}"/>
                </a:ext>
              </a:extLst>
            </p:cNvPr>
            <p:cNvSpPr>
              <a:spLocks noGrp="1"/>
            </p:cNvSpPr>
            <p:nvPr/>
          </p:nvSpPr>
          <p:spPr>
            <a:xfrm>
              <a:off x="15465445" y="3299238"/>
              <a:ext cx="71039" cy="13360"/>
            </a:xfrm>
            <a:custGeom>
              <a:avLst/>
              <a:gdLst/>
              <a:ahLst/>
              <a:cxnLst/>
              <a:rect l="0" t="0" r="0" b="0"/>
              <a:pathLst>
                <a:path w="71039" h="13360">
                  <a:moveTo>
                    <a:pt x="71039" y="0"/>
                  </a:moveTo>
                  <a:lnTo>
                    <a:pt x="0" y="13360"/>
                  </a:lnTo>
                </a:path>
              </a:pathLst>
            </a:custGeom>
            <a:noFill/>
            <a:ln w="20003">
              <a:solidFill>
                <a:srgbClr val="EAEDEF"/>
              </a:solidFill>
            </a:ln>
          </p:spPr>
        </p:sp>
        <p:sp>
          <p:nvSpPr>
            <p:cNvPr id="5241" name="Output_receptor__5240">
              <a:extLst>
                <a:ext uri="{FF2B5EF4-FFF2-40B4-BE49-F238E27FC236}">
                  <a16:creationId xmlns:a16="http://schemas.microsoft.com/office/drawing/2014/main" id="{12895B24-DEDE-2A4F-3B52-2DBAE89CF81E}"/>
                </a:ext>
              </a:extLst>
            </p:cNvPr>
            <p:cNvSpPr>
              <a:spLocks noGrp="1"/>
            </p:cNvSpPr>
            <p:nvPr/>
          </p:nvSpPr>
          <p:spPr>
            <a:xfrm>
              <a:off x="15628715" y="4531089"/>
              <a:ext cx="26110" cy="15665"/>
            </a:xfrm>
            <a:custGeom>
              <a:avLst/>
              <a:gdLst/>
              <a:ahLst/>
              <a:cxnLst/>
              <a:rect l="0" t="0" r="0" b="0"/>
              <a:pathLst>
                <a:path w="26110" h="15665">
                  <a:moveTo>
                    <a:pt x="26110" y="0"/>
                  </a:moveTo>
                  <a:lnTo>
                    <a:pt x="0" y="15665"/>
                  </a:lnTo>
                </a:path>
              </a:pathLst>
            </a:custGeom>
            <a:noFill/>
            <a:ln w="20003">
              <a:solidFill>
                <a:srgbClr val="EAEDEF"/>
              </a:solidFill>
            </a:ln>
          </p:spPr>
        </p:sp>
        <p:sp>
          <p:nvSpPr>
            <p:cNvPr id="5242" name="Output_receptor__5241">
              <a:extLst>
                <a:ext uri="{FF2B5EF4-FFF2-40B4-BE49-F238E27FC236}">
                  <a16:creationId xmlns:a16="http://schemas.microsoft.com/office/drawing/2014/main" id="{E8E67309-DB03-DB89-9D30-AFFB7469639A}"/>
                </a:ext>
              </a:extLst>
            </p:cNvPr>
            <p:cNvSpPr>
              <a:spLocks noGrp="1"/>
            </p:cNvSpPr>
            <p:nvPr/>
          </p:nvSpPr>
          <p:spPr>
            <a:xfrm>
              <a:off x="16212629" y="3943287"/>
              <a:ext cx="66385" cy="27137"/>
            </a:xfrm>
            <a:custGeom>
              <a:avLst/>
              <a:gdLst/>
              <a:ahLst/>
              <a:cxnLst/>
              <a:rect l="0" t="0" r="0" b="0"/>
              <a:pathLst>
                <a:path w="66385" h="27137">
                  <a:moveTo>
                    <a:pt x="0" y="27137"/>
                  </a:moveTo>
                  <a:lnTo>
                    <a:pt x="66385" y="0"/>
                  </a:lnTo>
                </a:path>
              </a:pathLst>
            </a:custGeom>
            <a:noFill/>
            <a:ln w="20003">
              <a:solidFill>
                <a:srgbClr val="EAEDEF"/>
              </a:solidFill>
            </a:ln>
          </p:spPr>
        </p:sp>
        <p:sp>
          <p:nvSpPr>
            <p:cNvPr id="5243" name="Output_receptor__5242">
              <a:extLst>
                <a:ext uri="{FF2B5EF4-FFF2-40B4-BE49-F238E27FC236}">
                  <a16:creationId xmlns:a16="http://schemas.microsoft.com/office/drawing/2014/main" id="{CF71C3C2-4855-9264-4C29-93E137FCDF99}"/>
                </a:ext>
              </a:extLst>
            </p:cNvPr>
            <p:cNvSpPr>
              <a:spLocks noGrp="1"/>
            </p:cNvSpPr>
            <p:nvPr/>
          </p:nvSpPr>
          <p:spPr>
            <a:xfrm>
              <a:off x="16085350" y="2596098"/>
              <a:ext cx="34674" cy="63614"/>
            </a:xfrm>
            <a:custGeom>
              <a:avLst/>
              <a:gdLst/>
              <a:ahLst/>
              <a:cxnLst/>
              <a:rect l="0" t="0" r="0" b="0"/>
              <a:pathLst>
                <a:path w="34674" h="63614">
                  <a:moveTo>
                    <a:pt x="0" y="0"/>
                  </a:moveTo>
                  <a:lnTo>
                    <a:pt x="34674" y="63614"/>
                  </a:lnTo>
                </a:path>
              </a:pathLst>
            </a:custGeom>
            <a:noFill/>
            <a:ln w="8096">
              <a:solidFill>
                <a:srgbClr val="EAEDEF"/>
              </a:solidFill>
            </a:ln>
          </p:spPr>
        </p:sp>
        <p:sp>
          <p:nvSpPr>
            <p:cNvPr id="5244" name="Output_receptor__5243">
              <a:extLst>
                <a:ext uri="{FF2B5EF4-FFF2-40B4-BE49-F238E27FC236}">
                  <a16:creationId xmlns:a16="http://schemas.microsoft.com/office/drawing/2014/main" id="{25A095ED-A01B-15E2-C269-814F4A3A707F}"/>
                </a:ext>
              </a:extLst>
            </p:cNvPr>
            <p:cNvSpPr>
              <a:spLocks noGrp="1"/>
            </p:cNvSpPr>
            <p:nvPr/>
          </p:nvSpPr>
          <p:spPr>
            <a:xfrm>
              <a:off x="16177351" y="3357022"/>
              <a:ext cx="68518" cy="23941"/>
            </a:xfrm>
            <a:custGeom>
              <a:avLst/>
              <a:gdLst/>
              <a:ahLst/>
              <a:cxnLst/>
              <a:rect l="0" t="0" r="0" b="0"/>
              <a:pathLst>
                <a:path w="68518" h="23941">
                  <a:moveTo>
                    <a:pt x="0" y="0"/>
                  </a:moveTo>
                  <a:lnTo>
                    <a:pt x="68518" y="23941"/>
                  </a:lnTo>
                </a:path>
              </a:pathLst>
            </a:custGeom>
            <a:noFill/>
            <a:ln w="20003">
              <a:solidFill>
                <a:srgbClr val="EAEDEF"/>
              </a:solidFill>
            </a:ln>
          </p:spPr>
        </p:sp>
        <p:sp>
          <p:nvSpPr>
            <p:cNvPr id="5245" name="Output_receptor__5244">
              <a:extLst>
                <a:ext uri="{FF2B5EF4-FFF2-40B4-BE49-F238E27FC236}">
                  <a16:creationId xmlns:a16="http://schemas.microsoft.com/office/drawing/2014/main" id="{AEE77DCB-0742-3452-F5EF-9C07DBE90A66}"/>
                </a:ext>
              </a:extLst>
            </p:cNvPr>
            <p:cNvSpPr>
              <a:spLocks noGrp="1"/>
            </p:cNvSpPr>
            <p:nvPr/>
          </p:nvSpPr>
          <p:spPr>
            <a:xfrm>
              <a:off x="16354786" y="3795575"/>
              <a:ext cx="68644" cy="17560"/>
            </a:xfrm>
            <a:custGeom>
              <a:avLst/>
              <a:gdLst/>
              <a:ahLst/>
              <a:cxnLst/>
              <a:rect l="0" t="0" r="0" b="0"/>
              <a:pathLst>
                <a:path w="68644" h="17560">
                  <a:moveTo>
                    <a:pt x="68644" y="0"/>
                  </a:moveTo>
                  <a:lnTo>
                    <a:pt x="0" y="17560"/>
                  </a:lnTo>
                </a:path>
              </a:pathLst>
            </a:custGeom>
            <a:noFill/>
            <a:ln w="20003">
              <a:solidFill>
                <a:srgbClr val="EAEDEF"/>
              </a:solidFill>
            </a:ln>
          </p:spPr>
        </p:sp>
        <p:sp>
          <p:nvSpPr>
            <p:cNvPr id="5246" name="Output_receptor__5245">
              <a:extLst>
                <a:ext uri="{FF2B5EF4-FFF2-40B4-BE49-F238E27FC236}">
                  <a16:creationId xmlns:a16="http://schemas.microsoft.com/office/drawing/2014/main" id="{729B54FA-59C5-AD56-2E7B-6A34362B00FA}"/>
                </a:ext>
              </a:extLst>
            </p:cNvPr>
            <p:cNvSpPr>
              <a:spLocks noGrp="1"/>
            </p:cNvSpPr>
            <p:nvPr/>
          </p:nvSpPr>
          <p:spPr>
            <a:xfrm>
              <a:off x="15456030" y="4405235"/>
              <a:ext cx="2853" cy="69016"/>
            </a:xfrm>
            <a:custGeom>
              <a:avLst/>
              <a:gdLst/>
              <a:ahLst/>
              <a:cxnLst/>
              <a:rect l="0" t="0" r="0" b="0"/>
              <a:pathLst>
                <a:path w="2853" h="69016">
                  <a:moveTo>
                    <a:pt x="0" y="0"/>
                  </a:moveTo>
                  <a:lnTo>
                    <a:pt x="2853" y="69016"/>
                  </a:lnTo>
                </a:path>
              </a:pathLst>
            </a:custGeom>
            <a:noFill/>
            <a:ln w="8096">
              <a:solidFill>
                <a:srgbClr val="EAEDEF"/>
              </a:solidFill>
            </a:ln>
          </p:spPr>
        </p:sp>
        <p:sp>
          <p:nvSpPr>
            <p:cNvPr id="5247" name="Output_receptor__5246">
              <a:extLst>
                <a:ext uri="{FF2B5EF4-FFF2-40B4-BE49-F238E27FC236}">
                  <a16:creationId xmlns:a16="http://schemas.microsoft.com/office/drawing/2014/main" id="{4D611C92-BB2C-B98A-6C8E-4AE28EF1A4BE}"/>
                </a:ext>
              </a:extLst>
            </p:cNvPr>
            <p:cNvSpPr>
              <a:spLocks noGrp="1"/>
            </p:cNvSpPr>
            <p:nvPr/>
          </p:nvSpPr>
          <p:spPr>
            <a:xfrm>
              <a:off x="15577412" y="4292922"/>
              <a:ext cx="66555" cy="27579"/>
            </a:xfrm>
            <a:custGeom>
              <a:avLst/>
              <a:gdLst/>
              <a:ahLst/>
              <a:cxnLst/>
              <a:rect l="0" t="0" r="0" b="0"/>
              <a:pathLst>
                <a:path w="66555" h="27579">
                  <a:moveTo>
                    <a:pt x="66555" y="27579"/>
                  </a:moveTo>
                  <a:lnTo>
                    <a:pt x="0" y="0"/>
                  </a:lnTo>
                </a:path>
              </a:pathLst>
            </a:custGeom>
            <a:noFill/>
            <a:ln w="20003">
              <a:solidFill>
                <a:srgbClr val="EAEDEF"/>
              </a:solidFill>
            </a:ln>
          </p:spPr>
        </p:sp>
        <p:sp>
          <p:nvSpPr>
            <p:cNvPr id="5248" name="Output_receptor__5247">
              <a:extLst>
                <a:ext uri="{FF2B5EF4-FFF2-40B4-BE49-F238E27FC236}">
                  <a16:creationId xmlns:a16="http://schemas.microsoft.com/office/drawing/2014/main" id="{A09974B9-7112-CCF3-67EC-58E889CF296A}"/>
                </a:ext>
              </a:extLst>
            </p:cNvPr>
            <p:cNvSpPr>
              <a:spLocks noGrp="1"/>
            </p:cNvSpPr>
            <p:nvPr/>
          </p:nvSpPr>
          <p:spPr>
            <a:xfrm>
              <a:off x="15319864" y="3335793"/>
              <a:ext cx="27493" cy="13829"/>
            </a:xfrm>
            <a:custGeom>
              <a:avLst/>
              <a:gdLst/>
              <a:ahLst/>
              <a:cxnLst/>
              <a:rect l="0" t="0" r="0" b="0"/>
              <a:pathLst>
                <a:path w="27493" h="13829">
                  <a:moveTo>
                    <a:pt x="0" y="13829"/>
                  </a:moveTo>
                  <a:lnTo>
                    <a:pt x="27493" y="0"/>
                  </a:lnTo>
                </a:path>
              </a:pathLst>
            </a:custGeom>
            <a:noFill/>
            <a:ln w="8096">
              <a:solidFill>
                <a:srgbClr val="EAEDEF"/>
              </a:solidFill>
            </a:ln>
          </p:spPr>
        </p:sp>
        <p:sp>
          <p:nvSpPr>
            <p:cNvPr id="5249" name="Output_receptor__5248">
              <a:extLst>
                <a:ext uri="{FF2B5EF4-FFF2-40B4-BE49-F238E27FC236}">
                  <a16:creationId xmlns:a16="http://schemas.microsoft.com/office/drawing/2014/main" id="{40747583-EE9D-86F0-6661-49D910F2D633}"/>
                </a:ext>
              </a:extLst>
            </p:cNvPr>
            <p:cNvSpPr>
              <a:spLocks noGrp="1"/>
            </p:cNvSpPr>
            <p:nvPr/>
          </p:nvSpPr>
          <p:spPr>
            <a:xfrm>
              <a:off x="16358663" y="3341865"/>
              <a:ext cx="22422" cy="28687"/>
            </a:xfrm>
            <a:custGeom>
              <a:avLst/>
              <a:gdLst/>
              <a:ahLst/>
              <a:cxnLst/>
              <a:rect l="0" t="0" r="0" b="0"/>
              <a:pathLst>
                <a:path w="22422" h="28687">
                  <a:moveTo>
                    <a:pt x="22422" y="0"/>
                  </a:moveTo>
                  <a:lnTo>
                    <a:pt x="0" y="28687"/>
                  </a:lnTo>
                </a:path>
              </a:pathLst>
            </a:custGeom>
            <a:noFill/>
            <a:ln w="20003">
              <a:solidFill>
                <a:srgbClr val="EAEDEF"/>
              </a:solidFill>
            </a:ln>
          </p:spPr>
        </p:sp>
        <p:sp>
          <p:nvSpPr>
            <p:cNvPr id="5250" name="Output_receptor__5249">
              <a:extLst>
                <a:ext uri="{FF2B5EF4-FFF2-40B4-BE49-F238E27FC236}">
                  <a16:creationId xmlns:a16="http://schemas.microsoft.com/office/drawing/2014/main" id="{93F02E2C-9882-37FC-0DDC-DD4A1180AAF5}"/>
                </a:ext>
              </a:extLst>
            </p:cNvPr>
            <p:cNvSpPr>
              <a:spLocks noGrp="1"/>
            </p:cNvSpPr>
            <p:nvPr/>
          </p:nvSpPr>
          <p:spPr>
            <a:xfrm>
              <a:off x="15461763" y="3736699"/>
              <a:ext cx="39019" cy="18174"/>
            </a:xfrm>
            <a:custGeom>
              <a:avLst/>
              <a:gdLst/>
              <a:ahLst/>
              <a:cxnLst/>
              <a:rect l="0" t="0" r="0" b="0"/>
              <a:pathLst>
                <a:path w="39019" h="18174">
                  <a:moveTo>
                    <a:pt x="0" y="18174"/>
                  </a:moveTo>
                  <a:lnTo>
                    <a:pt x="39019" y="0"/>
                  </a:lnTo>
                </a:path>
              </a:pathLst>
            </a:custGeom>
            <a:noFill/>
            <a:ln w="20003">
              <a:solidFill>
                <a:srgbClr val="EAEDEF"/>
              </a:solidFill>
            </a:ln>
          </p:spPr>
        </p:sp>
        <p:sp>
          <p:nvSpPr>
            <p:cNvPr id="5251" name="Output_receptor__5250">
              <a:extLst>
                <a:ext uri="{FF2B5EF4-FFF2-40B4-BE49-F238E27FC236}">
                  <a16:creationId xmlns:a16="http://schemas.microsoft.com/office/drawing/2014/main" id="{64FEE8E1-714B-41CF-105C-5D8B396D16B1}"/>
                </a:ext>
              </a:extLst>
            </p:cNvPr>
            <p:cNvSpPr>
              <a:spLocks noGrp="1"/>
            </p:cNvSpPr>
            <p:nvPr/>
          </p:nvSpPr>
          <p:spPr>
            <a:xfrm>
              <a:off x="16361565" y="4018014"/>
              <a:ext cx="5925" cy="66198"/>
            </a:xfrm>
            <a:custGeom>
              <a:avLst/>
              <a:gdLst/>
              <a:ahLst/>
              <a:cxnLst/>
              <a:rect l="0" t="0" r="0" b="0"/>
              <a:pathLst>
                <a:path w="5925" h="66198">
                  <a:moveTo>
                    <a:pt x="5925" y="0"/>
                  </a:moveTo>
                  <a:lnTo>
                    <a:pt x="0" y="66198"/>
                  </a:lnTo>
                </a:path>
              </a:pathLst>
            </a:custGeom>
            <a:noFill/>
            <a:ln w="20003">
              <a:solidFill>
                <a:srgbClr val="EAEDEF"/>
              </a:solidFill>
            </a:ln>
          </p:spPr>
        </p:sp>
        <p:sp>
          <p:nvSpPr>
            <p:cNvPr id="5252" name="Output_receptor__5251">
              <a:extLst>
                <a:ext uri="{FF2B5EF4-FFF2-40B4-BE49-F238E27FC236}">
                  <a16:creationId xmlns:a16="http://schemas.microsoft.com/office/drawing/2014/main" id="{558AC128-8EB3-F412-13FA-D2DF44956223}"/>
                </a:ext>
              </a:extLst>
            </p:cNvPr>
            <p:cNvSpPr>
              <a:spLocks noGrp="1"/>
            </p:cNvSpPr>
            <p:nvPr/>
          </p:nvSpPr>
          <p:spPr>
            <a:xfrm>
              <a:off x="16118807" y="3082716"/>
              <a:ext cx="49194" cy="18593"/>
            </a:xfrm>
            <a:custGeom>
              <a:avLst/>
              <a:gdLst/>
              <a:ahLst/>
              <a:cxnLst/>
              <a:rect l="0" t="0" r="0" b="0"/>
              <a:pathLst>
                <a:path w="49194" h="18593">
                  <a:moveTo>
                    <a:pt x="0" y="18593"/>
                  </a:moveTo>
                  <a:lnTo>
                    <a:pt x="49194" y="0"/>
                  </a:lnTo>
                </a:path>
              </a:pathLst>
            </a:custGeom>
            <a:noFill/>
            <a:ln w="20003">
              <a:solidFill>
                <a:srgbClr val="EAEDEF"/>
              </a:solidFill>
            </a:ln>
          </p:spPr>
        </p:sp>
        <p:sp>
          <p:nvSpPr>
            <p:cNvPr id="5253" name="Output_receptor__5252">
              <a:extLst>
                <a:ext uri="{FF2B5EF4-FFF2-40B4-BE49-F238E27FC236}">
                  <a16:creationId xmlns:a16="http://schemas.microsoft.com/office/drawing/2014/main" id="{5B83C822-2C0E-C577-F82A-444C6E44FFDE}"/>
                </a:ext>
              </a:extLst>
            </p:cNvPr>
            <p:cNvSpPr>
              <a:spLocks noGrp="1"/>
            </p:cNvSpPr>
            <p:nvPr/>
          </p:nvSpPr>
          <p:spPr>
            <a:xfrm>
              <a:off x="15680203" y="3249765"/>
              <a:ext cx="58059" cy="25650"/>
            </a:xfrm>
            <a:custGeom>
              <a:avLst/>
              <a:gdLst/>
              <a:ahLst/>
              <a:cxnLst/>
              <a:rect l="0" t="0" r="0" b="0"/>
              <a:pathLst>
                <a:path w="58059" h="25650">
                  <a:moveTo>
                    <a:pt x="58059" y="0"/>
                  </a:moveTo>
                  <a:lnTo>
                    <a:pt x="0" y="25650"/>
                  </a:lnTo>
                </a:path>
              </a:pathLst>
            </a:custGeom>
            <a:noFill/>
            <a:ln w="8096">
              <a:solidFill>
                <a:srgbClr val="EAEDEF"/>
              </a:solidFill>
            </a:ln>
          </p:spPr>
        </p:sp>
        <p:sp>
          <p:nvSpPr>
            <p:cNvPr id="5254" name="Output_receptor__5253">
              <a:extLst>
                <a:ext uri="{FF2B5EF4-FFF2-40B4-BE49-F238E27FC236}">
                  <a16:creationId xmlns:a16="http://schemas.microsoft.com/office/drawing/2014/main" id="{BB6D5302-9E5A-9479-7434-820EFDC25C07}"/>
                </a:ext>
              </a:extLst>
            </p:cNvPr>
            <p:cNvSpPr>
              <a:spLocks noGrp="1"/>
            </p:cNvSpPr>
            <p:nvPr/>
          </p:nvSpPr>
          <p:spPr>
            <a:xfrm>
              <a:off x="16413591" y="3860517"/>
              <a:ext cx="30052" cy="36137"/>
            </a:xfrm>
            <a:custGeom>
              <a:avLst/>
              <a:gdLst/>
              <a:ahLst/>
              <a:cxnLst/>
              <a:rect l="0" t="0" r="0" b="0"/>
              <a:pathLst>
                <a:path w="30052" h="36137">
                  <a:moveTo>
                    <a:pt x="0" y="36137"/>
                  </a:moveTo>
                  <a:lnTo>
                    <a:pt x="30052" y="0"/>
                  </a:lnTo>
                </a:path>
              </a:pathLst>
            </a:custGeom>
            <a:noFill/>
            <a:ln w="20003">
              <a:solidFill>
                <a:srgbClr val="EAEDEF"/>
              </a:solidFill>
            </a:ln>
          </p:spPr>
        </p:sp>
        <p:sp>
          <p:nvSpPr>
            <p:cNvPr id="5255" name="Output_receptor__5254">
              <a:extLst>
                <a:ext uri="{FF2B5EF4-FFF2-40B4-BE49-F238E27FC236}">
                  <a16:creationId xmlns:a16="http://schemas.microsoft.com/office/drawing/2014/main" id="{C6E472F8-EADE-3EDC-AAC9-812D5A6F2B39}"/>
                </a:ext>
              </a:extLst>
            </p:cNvPr>
            <p:cNvSpPr>
              <a:spLocks noGrp="1"/>
            </p:cNvSpPr>
            <p:nvPr/>
          </p:nvSpPr>
          <p:spPr>
            <a:xfrm>
              <a:off x="15727670" y="3383495"/>
              <a:ext cx="11407" cy="61662"/>
            </a:xfrm>
            <a:custGeom>
              <a:avLst/>
              <a:gdLst/>
              <a:ahLst/>
              <a:cxnLst/>
              <a:rect l="0" t="0" r="0" b="0"/>
              <a:pathLst>
                <a:path w="11407" h="61662">
                  <a:moveTo>
                    <a:pt x="0" y="61662"/>
                  </a:moveTo>
                  <a:lnTo>
                    <a:pt x="11407" y="0"/>
                  </a:lnTo>
                </a:path>
              </a:pathLst>
            </a:custGeom>
            <a:noFill/>
            <a:ln w="20003">
              <a:solidFill>
                <a:srgbClr val="EAEDEF"/>
              </a:solidFill>
            </a:ln>
          </p:spPr>
        </p:sp>
        <p:sp>
          <p:nvSpPr>
            <p:cNvPr id="5256" name="Output_receptor__5255">
              <a:extLst>
                <a:ext uri="{FF2B5EF4-FFF2-40B4-BE49-F238E27FC236}">
                  <a16:creationId xmlns:a16="http://schemas.microsoft.com/office/drawing/2014/main" id="{B9243E55-D093-BC72-C306-7C71277A5F72}"/>
                </a:ext>
              </a:extLst>
            </p:cNvPr>
            <p:cNvSpPr>
              <a:spLocks noGrp="1"/>
            </p:cNvSpPr>
            <p:nvPr/>
          </p:nvSpPr>
          <p:spPr>
            <a:xfrm>
              <a:off x="15636367" y="4221345"/>
              <a:ext cx="14292" cy="7777"/>
            </a:xfrm>
            <a:custGeom>
              <a:avLst/>
              <a:gdLst/>
              <a:ahLst/>
              <a:cxnLst/>
              <a:rect l="0" t="0" r="0" b="0"/>
              <a:pathLst>
                <a:path w="14292" h="7777">
                  <a:moveTo>
                    <a:pt x="14292" y="7777"/>
                  </a:moveTo>
                  <a:lnTo>
                    <a:pt x="0" y="0"/>
                  </a:lnTo>
                </a:path>
              </a:pathLst>
            </a:custGeom>
            <a:noFill/>
            <a:ln w="20003">
              <a:solidFill>
                <a:srgbClr val="EAEDEF"/>
              </a:solidFill>
            </a:ln>
          </p:spPr>
        </p:sp>
        <p:sp>
          <p:nvSpPr>
            <p:cNvPr id="5257" name="Output_receptor__5256">
              <a:extLst>
                <a:ext uri="{FF2B5EF4-FFF2-40B4-BE49-F238E27FC236}">
                  <a16:creationId xmlns:a16="http://schemas.microsoft.com/office/drawing/2014/main" id="{F562E848-E504-478C-51CC-611F62C5715B}"/>
                </a:ext>
              </a:extLst>
            </p:cNvPr>
            <p:cNvSpPr>
              <a:spLocks noGrp="1"/>
            </p:cNvSpPr>
            <p:nvPr/>
          </p:nvSpPr>
          <p:spPr>
            <a:xfrm>
              <a:off x="15621475" y="4003060"/>
              <a:ext cx="16110" cy="17313"/>
            </a:xfrm>
            <a:custGeom>
              <a:avLst/>
              <a:gdLst/>
              <a:ahLst/>
              <a:cxnLst/>
              <a:rect l="0" t="0" r="0" b="0"/>
              <a:pathLst>
                <a:path w="16110" h="17313">
                  <a:moveTo>
                    <a:pt x="0" y="0"/>
                  </a:moveTo>
                  <a:lnTo>
                    <a:pt x="16110" y="17313"/>
                  </a:lnTo>
                </a:path>
              </a:pathLst>
            </a:custGeom>
            <a:noFill/>
            <a:ln w="8096">
              <a:solidFill>
                <a:srgbClr val="EAEDEF"/>
              </a:solidFill>
            </a:ln>
          </p:spPr>
        </p:sp>
        <p:sp>
          <p:nvSpPr>
            <p:cNvPr id="5258" name="Output_receptor__5257">
              <a:extLst>
                <a:ext uri="{FF2B5EF4-FFF2-40B4-BE49-F238E27FC236}">
                  <a16:creationId xmlns:a16="http://schemas.microsoft.com/office/drawing/2014/main" id="{566D5093-027B-3536-8D4B-70FC87F7CEBF}"/>
                </a:ext>
              </a:extLst>
            </p:cNvPr>
            <p:cNvSpPr>
              <a:spLocks noGrp="1"/>
            </p:cNvSpPr>
            <p:nvPr/>
          </p:nvSpPr>
          <p:spPr>
            <a:xfrm>
              <a:off x="15973198" y="3165989"/>
              <a:ext cx="20725" cy="54659"/>
            </a:xfrm>
            <a:custGeom>
              <a:avLst/>
              <a:gdLst/>
              <a:ahLst/>
              <a:cxnLst/>
              <a:rect l="0" t="0" r="0" b="0"/>
              <a:pathLst>
                <a:path w="20725" h="54659">
                  <a:moveTo>
                    <a:pt x="20725" y="54659"/>
                  </a:moveTo>
                  <a:lnTo>
                    <a:pt x="0" y="0"/>
                  </a:lnTo>
                </a:path>
              </a:pathLst>
            </a:custGeom>
            <a:noFill/>
            <a:ln w="8096">
              <a:solidFill>
                <a:srgbClr val="EAEDEF"/>
              </a:solidFill>
            </a:ln>
          </p:spPr>
        </p:sp>
        <p:sp>
          <p:nvSpPr>
            <p:cNvPr id="5259" name="Output_receptor__5258">
              <a:extLst>
                <a:ext uri="{FF2B5EF4-FFF2-40B4-BE49-F238E27FC236}">
                  <a16:creationId xmlns:a16="http://schemas.microsoft.com/office/drawing/2014/main" id="{4BFC76A1-CA7F-98FB-D8DB-DE155B4832B9}"/>
                </a:ext>
              </a:extLst>
            </p:cNvPr>
            <p:cNvSpPr>
              <a:spLocks noGrp="1"/>
            </p:cNvSpPr>
            <p:nvPr/>
          </p:nvSpPr>
          <p:spPr>
            <a:xfrm>
              <a:off x="16601109" y="3931827"/>
              <a:ext cx="40495" cy="27105"/>
            </a:xfrm>
            <a:custGeom>
              <a:avLst/>
              <a:gdLst/>
              <a:ahLst/>
              <a:cxnLst/>
              <a:rect l="0" t="0" r="0" b="0"/>
              <a:pathLst>
                <a:path w="40495" h="27105">
                  <a:moveTo>
                    <a:pt x="0" y="27105"/>
                  </a:moveTo>
                  <a:lnTo>
                    <a:pt x="40495" y="0"/>
                  </a:lnTo>
                </a:path>
              </a:pathLst>
            </a:custGeom>
            <a:noFill/>
            <a:ln w="20003">
              <a:solidFill>
                <a:srgbClr val="EAEDEF"/>
              </a:solidFill>
            </a:ln>
          </p:spPr>
        </p:sp>
        <p:sp>
          <p:nvSpPr>
            <p:cNvPr id="5260" name="Output_receptor__5259">
              <a:extLst>
                <a:ext uri="{FF2B5EF4-FFF2-40B4-BE49-F238E27FC236}">
                  <a16:creationId xmlns:a16="http://schemas.microsoft.com/office/drawing/2014/main" id="{C93F7249-75E2-8346-2978-0C6748FCF0E8}"/>
                </a:ext>
              </a:extLst>
            </p:cNvPr>
            <p:cNvSpPr>
              <a:spLocks noGrp="1"/>
            </p:cNvSpPr>
            <p:nvPr/>
          </p:nvSpPr>
          <p:spPr>
            <a:xfrm>
              <a:off x="15672206" y="3790162"/>
              <a:ext cx="68031" cy="9872"/>
            </a:xfrm>
            <a:custGeom>
              <a:avLst/>
              <a:gdLst/>
              <a:ahLst/>
              <a:cxnLst/>
              <a:rect l="0" t="0" r="0" b="0"/>
              <a:pathLst>
                <a:path w="68031" h="9872">
                  <a:moveTo>
                    <a:pt x="0" y="9872"/>
                  </a:moveTo>
                  <a:lnTo>
                    <a:pt x="68031" y="0"/>
                  </a:lnTo>
                </a:path>
              </a:pathLst>
            </a:custGeom>
            <a:noFill/>
            <a:ln w="20003">
              <a:solidFill>
                <a:srgbClr val="EAEDEF"/>
              </a:solidFill>
            </a:ln>
          </p:spPr>
        </p:sp>
        <p:sp>
          <p:nvSpPr>
            <p:cNvPr id="5261" name="Output_receptor__5260">
              <a:extLst>
                <a:ext uri="{FF2B5EF4-FFF2-40B4-BE49-F238E27FC236}">
                  <a16:creationId xmlns:a16="http://schemas.microsoft.com/office/drawing/2014/main" id="{3797CE6E-5A89-B769-8E1F-1B919FAEED8E}"/>
                </a:ext>
              </a:extLst>
            </p:cNvPr>
            <p:cNvSpPr>
              <a:spLocks noGrp="1"/>
            </p:cNvSpPr>
            <p:nvPr/>
          </p:nvSpPr>
          <p:spPr>
            <a:xfrm>
              <a:off x="16344975" y="3155853"/>
              <a:ext cx="64323" cy="30901"/>
            </a:xfrm>
            <a:custGeom>
              <a:avLst/>
              <a:gdLst/>
              <a:ahLst/>
              <a:cxnLst/>
              <a:rect l="0" t="0" r="0" b="0"/>
              <a:pathLst>
                <a:path w="64323" h="30901">
                  <a:moveTo>
                    <a:pt x="0" y="30901"/>
                  </a:moveTo>
                  <a:lnTo>
                    <a:pt x="64323" y="0"/>
                  </a:lnTo>
                </a:path>
              </a:pathLst>
            </a:custGeom>
            <a:noFill/>
            <a:ln w="8096">
              <a:solidFill>
                <a:srgbClr val="EAEDEF"/>
              </a:solidFill>
            </a:ln>
          </p:spPr>
        </p:sp>
        <p:sp>
          <p:nvSpPr>
            <p:cNvPr id="5262" name="Output_receptor__5261">
              <a:extLst>
                <a:ext uri="{FF2B5EF4-FFF2-40B4-BE49-F238E27FC236}">
                  <a16:creationId xmlns:a16="http://schemas.microsoft.com/office/drawing/2014/main" id="{069BF4FE-0CD5-F4EF-FFF1-181933FEC9CF}"/>
                </a:ext>
              </a:extLst>
            </p:cNvPr>
            <p:cNvSpPr>
              <a:spLocks noGrp="1"/>
            </p:cNvSpPr>
            <p:nvPr/>
          </p:nvSpPr>
          <p:spPr>
            <a:xfrm>
              <a:off x="16565993" y="3858034"/>
              <a:ext cx="27847" cy="12417"/>
            </a:xfrm>
            <a:custGeom>
              <a:avLst/>
              <a:gdLst/>
              <a:ahLst/>
              <a:cxnLst/>
              <a:rect l="0" t="0" r="0" b="0"/>
              <a:pathLst>
                <a:path w="27847" h="12417">
                  <a:moveTo>
                    <a:pt x="27847" y="0"/>
                  </a:moveTo>
                  <a:lnTo>
                    <a:pt x="0" y="12417"/>
                  </a:lnTo>
                </a:path>
              </a:pathLst>
            </a:custGeom>
            <a:noFill/>
            <a:ln w="20003">
              <a:solidFill>
                <a:srgbClr val="EAEDEF"/>
              </a:solidFill>
            </a:ln>
          </p:spPr>
        </p:sp>
        <p:sp>
          <p:nvSpPr>
            <p:cNvPr id="5263" name="Output_receptor__5262">
              <a:extLst>
                <a:ext uri="{FF2B5EF4-FFF2-40B4-BE49-F238E27FC236}">
                  <a16:creationId xmlns:a16="http://schemas.microsoft.com/office/drawing/2014/main" id="{4E28B9EB-2889-2FE1-1DB1-EA6F59855FDD}"/>
                </a:ext>
              </a:extLst>
            </p:cNvPr>
            <p:cNvSpPr>
              <a:spLocks noGrp="1"/>
            </p:cNvSpPr>
            <p:nvPr/>
          </p:nvSpPr>
          <p:spPr>
            <a:xfrm>
              <a:off x="15518235" y="3658329"/>
              <a:ext cx="67777" cy="4739"/>
            </a:xfrm>
            <a:custGeom>
              <a:avLst/>
              <a:gdLst/>
              <a:ahLst/>
              <a:cxnLst/>
              <a:rect l="0" t="0" r="0" b="0"/>
              <a:pathLst>
                <a:path w="67777" h="4739">
                  <a:moveTo>
                    <a:pt x="0" y="0"/>
                  </a:moveTo>
                  <a:lnTo>
                    <a:pt x="67777" y="4739"/>
                  </a:lnTo>
                </a:path>
              </a:pathLst>
            </a:custGeom>
            <a:noFill/>
            <a:ln w="20003">
              <a:solidFill>
                <a:srgbClr val="EAEDEF"/>
              </a:solidFill>
            </a:ln>
          </p:spPr>
        </p:sp>
        <p:sp>
          <p:nvSpPr>
            <p:cNvPr id="5264" name="Output_receptor__5263">
              <a:extLst>
                <a:ext uri="{FF2B5EF4-FFF2-40B4-BE49-F238E27FC236}">
                  <a16:creationId xmlns:a16="http://schemas.microsoft.com/office/drawing/2014/main" id="{A587E494-941D-D1C7-7C82-6A6446306C20}"/>
                </a:ext>
              </a:extLst>
            </p:cNvPr>
            <p:cNvSpPr>
              <a:spLocks noGrp="1"/>
            </p:cNvSpPr>
            <p:nvPr/>
          </p:nvSpPr>
          <p:spPr>
            <a:xfrm>
              <a:off x="15898857" y="3268169"/>
              <a:ext cx="13915" cy="26386"/>
            </a:xfrm>
            <a:custGeom>
              <a:avLst/>
              <a:gdLst/>
              <a:ahLst/>
              <a:cxnLst/>
              <a:rect l="0" t="0" r="0" b="0"/>
              <a:pathLst>
                <a:path w="13915" h="26386">
                  <a:moveTo>
                    <a:pt x="13915" y="0"/>
                  </a:moveTo>
                  <a:lnTo>
                    <a:pt x="0" y="26386"/>
                  </a:lnTo>
                </a:path>
              </a:pathLst>
            </a:custGeom>
            <a:noFill/>
            <a:ln w="20003">
              <a:solidFill>
                <a:srgbClr val="EAEDEF"/>
              </a:solidFill>
            </a:ln>
          </p:spPr>
        </p:sp>
        <p:sp>
          <p:nvSpPr>
            <p:cNvPr id="5265" name="Output_receptor__5264">
              <a:extLst>
                <a:ext uri="{FF2B5EF4-FFF2-40B4-BE49-F238E27FC236}">
                  <a16:creationId xmlns:a16="http://schemas.microsoft.com/office/drawing/2014/main" id="{604CD333-3E7E-A3EC-8C3D-D143C50C93AD}"/>
                </a:ext>
              </a:extLst>
            </p:cNvPr>
            <p:cNvSpPr>
              <a:spLocks noGrp="1"/>
            </p:cNvSpPr>
            <p:nvPr/>
          </p:nvSpPr>
          <p:spPr>
            <a:xfrm>
              <a:off x="15493704" y="2900095"/>
              <a:ext cx="1876" cy="1368"/>
            </a:xfrm>
            <a:custGeom>
              <a:avLst/>
              <a:gdLst/>
              <a:ahLst/>
              <a:cxnLst/>
              <a:rect l="0" t="0" r="0" b="0"/>
              <a:pathLst>
                <a:path w="1876" h="1368">
                  <a:moveTo>
                    <a:pt x="1876" y="0"/>
                  </a:moveTo>
                  <a:lnTo>
                    <a:pt x="0" y="1368"/>
                  </a:lnTo>
                </a:path>
              </a:pathLst>
            </a:custGeom>
            <a:noFill/>
            <a:ln w="8096">
              <a:solidFill>
                <a:srgbClr val="EAEDEF"/>
              </a:solidFill>
            </a:ln>
          </p:spPr>
        </p:sp>
        <p:sp>
          <p:nvSpPr>
            <p:cNvPr id="5266" name="Output_receptor__5265">
              <a:extLst>
                <a:ext uri="{FF2B5EF4-FFF2-40B4-BE49-F238E27FC236}">
                  <a16:creationId xmlns:a16="http://schemas.microsoft.com/office/drawing/2014/main" id="{BAC31A5B-15B4-461C-6CDD-F3D993532FAA}"/>
                </a:ext>
              </a:extLst>
            </p:cNvPr>
            <p:cNvSpPr>
              <a:spLocks noGrp="1"/>
            </p:cNvSpPr>
            <p:nvPr/>
          </p:nvSpPr>
          <p:spPr>
            <a:xfrm>
              <a:off x="15373312" y="2771991"/>
              <a:ext cx="42971" cy="42128"/>
            </a:xfrm>
            <a:custGeom>
              <a:avLst/>
              <a:gdLst/>
              <a:ahLst/>
              <a:cxnLst/>
              <a:rect l="0" t="0" r="0" b="0"/>
              <a:pathLst>
                <a:path w="42971" h="42128">
                  <a:moveTo>
                    <a:pt x="42971" y="0"/>
                  </a:moveTo>
                  <a:lnTo>
                    <a:pt x="0" y="42128"/>
                  </a:lnTo>
                </a:path>
              </a:pathLst>
            </a:custGeom>
            <a:noFill/>
            <a:ln w="8096">
              <a:solidFill>
                <a:srgbClr val="EAEDEF"/>
              </a:solidFill>
            </a:ln>
          </p:spPr>
        </p:sp>
        <p:sp>
          <p:nvSpPr>
            <p:cNvPr id="5267" name="Output_receptor__5266">
              <a:extLst>
                <a:ext uri="{FF2B5EF4-FFF2-40B4-BE49-F238E27FC236}">
                  <a16:creationId xmlns:a16="http://schemas.microsoft.com/office/drawing/2014/main" id="{4E1E1071-8533-11F9-F1D5-C7D40D368CB5}"/>
                </a:ext>
              </a:extLst>
            </p:cNvPr>
            <p:cNvSpPr>
              <a:spLocks noGrp="1"/>
            </p:cNvSpPr>
            <p:nvPr/>
          </p:nvSpPr>
          <p:spPr>
            <a:xfrm>
              <a:off x="15686195" y="2744687"/>
              <a:ext cx="71866" cy="5627"/>
            </a:xfrm>
            <a:custGeom>
              <a:avLst/>
              <a:gdLst/>
              <a:ahLst/>
              <a:cxnLst/>
              <a:rect l="0" t="0" r="0" b="0"/>
              <a:pathLst>
                <a:path w="71866" h="5627">
                  <a:moveTo>
                    <a:pt x="0" y="5627"/>
                  </a:moveTo>
                  <a:lnTo>
                    <a:pt x="71866" y="0"/>
                  </a:lnTo>
                </a:path>
              </a:pathLst>
            </a:custGeom>
            <a:noFill/>
            <a:ln w="8096">
              <a:solidFill>
                <a:srgbClr val="EAEDEF"/>
              </a:solidFill>
            </a:ln>
          </p:spPr>
        </p:sp>
        <p:sp>
          <p:nvSpPr>
            <p:cNvPr id="5268" name="Output_receptor__5267">
              <a:extLst>
                <a:ext uri="{FF2B5EF4-FFF2-40B4-BE49-F238E27FC236}">
                  <a16:creationId xmlns:a16="http://schemas.microsoft.com/office/drawing/2014/main" id="{69265099-1ECF-A77A-5506-2037312B9FB0}"/>
                </a:ext>
              </a:extLst>
            </p:cNvPr>
            <p:cNvSpPr>
              <a:spLocks noGrp="1"/>
            </p:cNvSpPr>
            <p:nvPr/>
          </p:nvSpPr>
          <p:spPr>
            <a:xfrm>
              <a:off x="15719831" y="4183411"/>
              <a:ext cx="11637" cy="61766"/>
            </a:xfrm>
            <a:custGeom>
              <a:avLst/>
              <a:gdLst/>
              <a:ahLst/>
              <a:cxnLst/>
              <a:rect l="0" t="0" r="0" b="0"/>
              <a:pathLst>
                <a:path w="11637" h="61766">
                  <a:moveTo>
                    <a:pt x="11637" y="0"/>
                  </a:moveTo>
                  <a:lnTo>
                    <a:pt x="0" y="61766"/>
                  </a:lnTo>
                </a:path>
              </a:pathLst>
            </a:custGeom>
            <a:noFill/>
            <a:ln w="20003">
              <a:solidFill>
                <a:srgbClr val="EAEDEF"/>
              </a:solidFill>
            </a:ln>
          </p:spPr>
        </p:sp>
        <p:sp>
          <p:nvSpPr>
            <p:cNvPr id="5269" name="Output_receptor__5268">
              <a:extLst>
                <a:ext uri="{FF2B5EF4-FFF2-40B4-BE49-F238E27FC236}">
                  <a16:creationId xmlns:a16="http://schemas.microsoft.com/office/drawing/2014/main" id="{868EA664-0BAE-D915-B4C3-36DB515FFC83}"/>
                </a:ext>
              </a:extLst>
            </p:cNvPr>
            <p:cNvSpPr>
              <a:spLocks noGrp="1"/>
            </p:cNvSpPr>
            <p:nvPr/>
          </p:nvSpPr>
          <p:spPr>
            <a:xfrm>
              <a:off x="16421766" y="3552337"/>
              <a:ext cx="29609" cy="57530"/>
            </a:xfrm>
            <a:custGeom>
              <a:avLst/>
              <a:gdLst/>
              <a:ahLst/>
              <a:cxnLst/>
              <a:rect l="0" t="0" r="0" b="0"/>
              <a:pathLst>
                <a:path w="29609" h="57530">
                  <a:moveTo>
                    <a:pt x="0" y="57530"/>
                  </a:moveTo>
                  <a:lnTo>
                    <a:pt x="29609" y="0"/>
                  </a:lnTo>
                </a:path>
              </a:pathLst>
            </a:custGeom>
            <a:noFill/>
            <a:ln w="20003">
              <a:solidFill>
                <a:srgbClr val="EAEDEF"/>
              </a:solidFill>
            </a:ln>
          </p:spPr>
        </p:sp>
        <p:sp>
          <p:nvSpPr>
            <p:cNvPr id="5270" name="Output_receptor__5269">
              <a:extLst>
                <a:ext uri="{FF2B5EF4-FFF2-40B4-BE49-F238E27FC236}">
                  <a16:creationId xmlns:a16="http://schemas.microsoft.com/office/drawing/2014/main" id="{94820F0F-1CC7-925E-ECE9-B3641E0834D8}"/>
                </a:ext>
              </a:extLst>
            </p:cNvPr>
            <p:cNvSpPr>
              <a:spLocks noGrp="1"/>
            </p:cNvSpPr>
            <p:nvPr/>
          </p:nvSpPr>
          <p:spPr>
            <a:xfrm>
              <a:off x="15656951" y="2580541"/>
              <a:ext cx="16350" cy="49040"/>
            </a:xfrm>
            <a:custGeom>
              <a:avLst/>
              <a:gdLst/>
              <a:ahLst/>
              <a:cxnLst/>
              <a:rect l="0" t="0" r="0" b="0"/>
              <a:pathLst>
                <a:path w="16350" h="49040">
                  <a:moveTo>
                    <a:pt x="16350" y="0"/>
                  </a:moveTo>
                  <a:lnTo>
                    <a:pt x="0" y="49040"/>
                  </a:lnTo>
                </a:path>
              </a:pathLst>
            </a:custGeom>
            <a:noFill/>
            <a:ln w="8096">
              <a:solidFill>
                <a:srgbClr val="EAEDEF"/>
              </a:solidFill>
            </a:ln>
          </p:spPr>
        </p:sp>
        <p:sp>
          <p:nvSpPr>
            <p:cNvPr id="5271" name="Output_receptor__5270">
              <a:extLst>
                <a:ext uri="{FF2B5EF4-FFF2-40B4-BE49-F238E27FC236}">
                  <a16:creationId xmlns:a16="http://schemas.microsoft.com/office/drawing/2014/main" id="{37D335C0-20B4-61DA-5359-16F18D8096FC}"/>
                </a:ext>
              </a:extLst>
            </p:cNvPr>
            <p:cNvSpPr>
              <a:spLocks noGrp="1"/>
            </p:cNvSpPr>
            <p:nvPr/>
          </p:nvSpPr>
          <p:spPr>
            <a:xfrm>
              <a:off x="15490052" y="3389811"/>
              <a:ext cx="57838" cy="13112"/>
            </a:xfrm>
            <a:custGeom>
              <a:avLst/>
              <a:gdLst/>
              <a:ahLst/>
              <a:cxnLst/>
              <a:rect l="0" t="0" r="0" b="0"/>
              <a:pathLst>
                <a:path w="57838" h="13112">
                  <a:moveTo>
                    <a:pt x="57838" y="0"/>
                  </a:moveTo>
                  <a:lnTo>
                    <a:pt x="0" y="13112"/>
                  </a:lnTo>
                </a:path>
              </a:pathLst>
            </a:custGeom>
            <a:noFill/>
            <a:ln w="20003">
              <a:solidFill>
                <a:srgbClr val="EAEDEF"/>
              </a:solidFill>
            </a:ln>
          </p:spPr>
        </p:sp>
        <p:sp>
          <p:nvSpPr>
            <p:cNvPr id="5272" name="Output_receptor__5271">
              <a:extLst>
                <a:ext uri="{FF2B5EF4-FFF2-40B4-BE49-F238E27FC236}">
                  <a16:creationId xmlns:a16="http://schemas.microsoft.com/office/drawing/2014/main" id="{6E880C5D-5749-34AC-086F-7C4E2C534634}"/>
                </a:ext>
              </a:extLst>
            </p:cNvPr>
            <p:cNvSpPr>
              <a:spLocks noGrp="1"/>
            </p:cNvSpPr>
            <p:nvPr/>
          </p:nvSpPr>
          <p:spPr>
            <a:xfrm>
              <a:off x="15548266" y="2932068"/>
              <a:ext cx="53967" cy="47134"/>
            </a:xfrm>
            <a:custGeom>
              <a:avLst/>
              <a:gdLst/>
              <a:ahLst/>
              <a:cxnLst/>
              <a:rect l="0" t="0" r="0" b="0"/>
              <a:pathLst>
                <a:path w="53967" h="47134">
                  <a:moveTo>
                    <a:pt x="0" y="47134"/>
                  </a:moveTo>
                  <a:lnTo>
                    <a:pt x="53967" y="0"/>
                  </a:lnTo>
                </a:path>
              </a:pathLst>
            </a:custGeom>
            <a:noFill/>
            <a:ln w="20003">
              <a:solidFill>
                <a:srgbClr val="EAEDEF"/>
              </a:solidFill>
            </a:ln>
          </p:spPr>
        </p:sp>
        <p:sp>
          <p:nvSpPr>
            <p:cNvPr id="5273" name="Output_receptor__5272">
              <a:extLst>
                <a:ext uri="{FF2B5EF4-FFF2-40B4-BE49-F238E27FC236}">
                  <a16:creationId xmlns:a16="http://schemas.microsoft.com/office/drawing/2014/main" id="{8CA37627-320A-E325-CFE0-5D45839D113E}"/>
                </a:ext>
              </a:extLst>
            </p:cNvPr>
            <p:cNvSpPr>
              <a:spLocks noGrp="1"/>
            </p:cNvSpPr>
            <p:nvPr/>
          </p:nvSpPr>
          <p:spPr>
            <a:xfrm>
              <a:off x="15549041" y="2563673"/>
              <a:ext cx="39097" cy="59873"/>
            </a:xfrm>
            <a:custGeom>
              <a:avLst/>
              <a:gdLst/>
              <a:ahLst/>
              <a:cxnLst/>
              <a:rect l="0" t="0" r="0" b="0"/>
              <a:pathLst>
                <a:path w="39097" h="59873">
                  <a:moveTo>
                    <a:pt x="39097" y="59873"/>
                  </a:moveTo>
                  <a:lnTo>
                    <a:pt x="0" y="0"/>
                  </a:lnTo>
                </a:path>
              </a:pathLst>
            </a:custGeom>
            <a:noFill/>
            <a:ln w="8096">
              <a:solidFill>
                <a:srgbClr val="EAEDEF"/>
              </a:solidFill>
            </a:ln>
          </p:spPr>
        </p:sp>
        <p:sp>
          <p:nvSpPr>
            <p:cNvPr id="5274" name="Output_receptor__5273">
              <a:extLst>
                <a:ext uri="{FF2B5EF4-FFF2-40B4-BE49-F238E27FC236}">
                  <a16:creationId xmlns:a16="http://schemas.microsoft.com/office/drawing/2014/main" id="{2419830D-7E2D-0828-2062-12B3DDC65A58}"/>
                </a:ext>
              </a:extLst>
            </p:cNvPr>
            <p:cNvSpPr>
              <a:spLocks noGrp="1"/>
            </p:cNvSpPr>
            <p:nvPr/>
          </p:nvSpPr>
          <p:spPr>
            <a:xfrm>
              <a:off x="16395513" y="3393417"/>
              <a:ext cx="59190" cy="37778"/>
            </a:xfrm>
            <a:custGeom>
              <a:avLst/>
              <a:gdLst/>
              <a:ahLst/>
              <a:cxnLst/>
              <a:rect l="0" t="0" r="0" b="0"/>
              <a:pathLst>
                <a:path w="59190" h="37778">
                  <a:moveTo>
                    <a:pt x="0" y="37778"/>
                  </a:moveTo>
                  <a:lnTo>
                    <a:pt x="59190" y="0"/>
                  </a:lnTo>
                </a:path>
              </a:pathLst>
            </a:custGeom>
            <a:noFill/>
            <a:ln w="20003">
              <a:solidFill>
                <a:srgbClr val="EAEDEF"/>
              </a:solidFill>
            </a:ln>
          </p:spPr>
        </p:sp>
        <p:sp>
          <p:nvSpPr>
            <p:cNvPr id="5275" name="Output_receptor__5274">
              <a:extLst>
                <a:ext uri="{FF2B5EF4-FFF2-40B4-BE49-F238E27FC236}">
                  <a16:creationId xmlns:a16="http://schemas.microsoft.com/office/drawing/2014/main" id="{522421F0-0FC4-382D-E56C-335E556FA1DE}"/>
                </a:ext>
              </a:extLst>
            </p:cNvPr>
            <p:cNvSpPr>
              <a:spLocks noGrp="1"/>
            </p:cNvSpPr>
            <p:nvPr/>
          </p:nvSpPr>
          <p:spPr>
            <a:xfrm>
              <a:off x="16201322" y="3273763"/>
              <a:ext cx="67603" cy="21551"/>
            </a:xfrm>
            <a:custGeom>
              <a:avLst/>
              <a:gdLst/>
              <a:ahLst/>
              <a:cxnLst/>
              <a:rect l="0" t="0" r="0" b="0"/>
              <a:pathLst>
                <a:path w="67603" h="21551">
                  <a:moveTo>
                    <a:pt x="0" y="0"/>
                  </a:moveTo>
                  <a:lnTo>
                    <a:pt x="67603" y="21551"/>
                  </a:lnTo>
                </a:path>
              </a:pathLst>
            </a:custGeom>
            <a:noFill/>
            <a:ln w="20003">
              <a:solidFill>
                <a:srgbClr val="EAEDEF"/>
              </a:solidFill>
            </a:ln>
          </p:spPr>
        </p:sp>
        <p:sp>
          <p:nvSpPr>
            <p:cNvPr id="5276" name="Output_receptor__5275">
              <a:extLst>
                <a:ext uri="{FF2B5EF4-FFF2-40B4-BE49-F238E27FC236}">
                  <a16:creationId xmlns:a16="http://schemas.microsoft.com/office/drawing/2014/main" id="{E5BA90C4-B50D-9BEB-6AB8-86C2D735FDA8}"/>
                </a:ext>
              </a:extLst>
            </p:cNvPr>
            <p:cNvSpPr>
              <a:spLocks noGrp="1"/>
            </p:cNvSpPr>
            <p:nvPr/>
          </p:nvSpPr>
          <p:spPr>
            <a:xfrm>
              <a:off x="16167787" y="2519941"/>
              <a:ext cx="29183" cy="61811"/>
            </a:xfrm>
            <a:custGeom>
              <a:avLst/>
              <a:gdLst/>
              <a:ahLst/>
              <a:cxnLst/>
              <a:rect l="0" t="0" r="0" b="0"/>
              <a:pathLst>
                <a:path w="29183" h="61811">
                  <a:moveTo>
                    <a:pt x="0" y="61811"/>
                  </a:moveTo>
                  <a:lnTo>
                    <a:pt x="29183" y="0"/>
                  </a:lnTo>
                </a:path>
              </a:pathLst>
            </a:custGeom>
            <a:noFill/>
            <a:ln w="20003">
              <a:solidFill>
                <a:srgbClr val="EAEDEF"/>
              </a:solidFill>
            </a:ln>
          </p:spPr>
        </p:sp>
        <p:sp>
          <p:nvSpPr>
            <p:cNvPr id="5277" name="Output_receptor__5276">
              <a:extLst>
                <a:ext uri="{FF2B5EF4-FFF2-40B4-BE49-F238E27FC236}">
                  <a16:creationId xmlns:a16="http://schemas.microsoft.com/office/drawing/2014/main" id="{8A7A9C10-6FFA-972C-0E79-DE8AF35EE973}"/>
                </a:ext>
              </a:extLst>
            </p:cNvPr>
            <p:cNvSpPr>
              <a:spLocks noGrp="1"/>
            </p:cNvSpPr>
            <p:nvPr/>
          </p:nvSpPr>
          <p:spPr>
            <a:xfrm>
              <a:off x="15848357" y="3561440"/>
              <a:ext cx="1359" cy="68512"/>
            </a:xfrm>
            <a:custGeom>
              <a:avLst/>
              <a:gdLst/>
              <a:ahLst/>
              <a:cxnLst/>
              <a:rect l="0" t="0" r="0" b="0"/>
              <a:pathLst>
                <a:path w="1359" h="68512">
                  <a:moveTo>
                    <a:pt x="0" y="0"/>
                  </a:moveTo>
                  <a:lnTo>
                    <a:pt x="1359" y="68512"/>
                  </a:lnTo>
                </a:path>
              </a:pathLst>
            </a:custGeom>
            <a:noFill/>
            <a:ln w="20003">
              <a:solidFill>
                <a:srgbClr val="EAEDEF"/>
              </a:solidFill>
            </a:ln>
          </p:spPr>
        </p:sp>
        <p:sp>
          <p:nvSpPr>
            <p:cNvPr id="5278" name="Output_receptor__5277">
              <a:extLst>
                <a:ext uri="{FF2B5EF4-FFF2-40B4-BE49-F238E27FC236}">
                  <a16:creationId xmlns:a16="http://schemas.microsoft.com/office/drawing/2014/main" id="{126D829C-C475-6CDF-3542-4E42E7693CED}"/>
                </a:ext>
              </a:extLst>
            </p:cNvPr>
            <p:cNvSpPr>
              <a:spLocks noGrp="1"/>
            </p:cNvSpPr>
            <p:nvPr/>
          </p:nvSpPr>
          <p:spPr>
            <a:xfrm>
              <a:off x="16641603" y="3872345"/>
              <a:ext cx="19651" cy="59482"/>
            </a:xfrm>
            <a:custGeom>
              <a:avLst/>
              <a:gdLst/>
              <a:ahLst/>
              <a:cxnLst/>
              <a:rect l="0" t="0" r="0" b="0"/>
              <a:pathLst>
                <a:path w="19651" h="59482">
                  <a:moveTo>
                    <a:pt x="0" y="59482"/>
                  </a:moveTo>
                  <a:lnTo>
                    <a:pt x="19651" y="0"/>
                  </a:lnTo>
                </a:path>
              </a:pathLst>
            </a:custGeom>
            <a:noFill/>
            <a:ln w="20003">
              <a:solidFill>
                <a:srgbClr val="EAEDEF"/>
              </a:solidFill>
            </a:ln>
          </p:spPr>
        </p:sp>
        <p:sp>
          <p:nvSpPr>
            <p:cNvPr id="5279" name="Output_receptor__5278">
              <a:extLst>
                <a:ext uri="{FF2B5EF4-FFF2-40B4-BE49-F238E27FC236}">
                  <a16:creationId xmlns:a16="http://schemas.microsoft.com/office/drawing/2014/main" id="{3DC40275-6ED9-7817-0F07-CF55657F16AE}"/>
                </a:ext>
              </a:extLst>
            </p:cNvPr>
            <p:cNvSpPr>
              <a:spLocks noGrp="1"/>
            </p:cNvSpPr>
            <p:nvPr/>
          </p:nvSpPr>
          <p:spPr>
            <a:xfrm>
              <a:off x="15697060" y="4141998"/>
              <a:ext cx="34409" cy="41413"/>
            </a:xfrm>
            <a:custGeom>
              <a:avLst/>
              <a:gdLst/>
              <a:ahLst/>
              <a:cxnLst/>
              <a:rect l="0" t="0" r="0" b="0"/>
              <a:pathLst>
                <a:path w="34409" h="41413">
                  <a:moveTo>
                    <a:pt x="0" y="0"/>
                  </a:moveTo>
                  <a:lnTo>
                    <a:pt x="34409" y="41413"/>
                  </a:lnTo>
                </a:path>
              </a:pathLst>
            </a:custGeom>
            <a:noFill/>
            <a:ln w="20003">
              <a:solidFill>
                <a:srgbClr val="EAEDEF"/>
              </a:solidFill>
            </a:ln>
          </p:spPr>
        </p:sp>
        <p:sp>
          <p:nvSpPr>
            <p:cNvPr id="5280" name="Output_receptor__5279">
              <a:extLst>
                <a:ext uri="{FF2B5EF4-FFF2-40B4-BE49-F238E27FC236}">
                  <a16:creationId xmlns:a16="http://schemas.microsoft.com/office/drawing/2014/main" id="{38F464DB-29D3-3636-B343-F6DC9D540BDB}"/>
                </a:ext>
              </a:extLst>
            </p:cNvPr>
            <p:cNvSpPr>
              <a:spLocks noGrp="1"/>
            </p:cNvSpPr>
            <p:nvPr/>
          </p:nvSpPr>
          <p:spPr>
            <a:xfrm>
              <a:off x="16161045" y="2324278"/>
              <a:ext cx="53482" cy="43593"/>
            </a:xfrm>
            <a:custGeom>
              <a:avLst/>
              <a:gdLst/>
              <a:ahLst/>
              <a:cxnLst/>
              <a:rect l="0" t="0" r="0" b="0"/>
              <a:pathLst>
                <a:path w="53482" h="43593">
                  <a:moveTo>
                    <a:pt x="53482" y="0"/>
                  </a:moveTo>
                  <a:lnTo>
                    <a:pt x="0" y="43593"/>
                  </a:lnTo>
                </a:path>
              </a:pathLst>
            </a:custGeom>
            <a:noFill/>
            <a:ln w="20003">
              <a:solidFill>
                <a:srgbClr val="EAEDEF"/>
              </a:solidFill>
            </a:ln>
          </p:spPr>
        </p:sp>
        <p:sp>
          <p:nvSpPr>
            <p:cNvPr id="5281" name="Output_receptor__5280">
              <a:extLst>
                <a:ext uri="{FF2B5EF4-FFF2-40B4-BE49-F238E27FC236}">
                  <a16:creationId xmlns:a16="http://schemas.microsoft.com/office/drawing/2014/main" id="{999B888D-EB98-21D9-6A51-C58EDA87362F}"/>
                </a:ext>
              </a:extLst>
            </p:cNvPr>
            <p:cNvSpPr>
              <a:spLocks noGrp="1"/>
            </p:cNvSpPr>
            <p:nvPr/>
          </p:nvSpPr>
          <p:spPr>
            <a:xfrm>
              <a:off x="15570452" y="4461036"/>
              <a:ext cx="67519" cy="16614"/>
            </a:xfrm>
            <a:custGeom>
              <a:avLst/>
              <a:gdLst/>
              <a:ahLst/>
              <a:cxnLst/>
              <a:rect l="0" t="0" r="0" b="0"/>
              <a:pathLst>
                <a:path w="67519" h="16614">
                  <a:moveTo>
                    <a:pt x="0" y="16614"/>
                  </a:moveTo>
                  <a:lnTo>
                    <a:pt x="67519" y="0"/>
                  </a:lnTo>
                </a:path>
              </a:pathLst>
            </a:custGeom>
            <a:noFill/>
            <a:ln w="20003">
              <a:solidFill>
                <a:srgbClr val="EAEDEF"/>
              </a:solidFill>
            </a:ln>
          </p:spPr>
        </p:sp>
        <p:sp>
          <p:nvSpPr>
            <p:cNvPr id="5282" name="Output_receptor__5281">
              <a:extLst>
                <a:ext uri="{FF2B5EF4-FFF2-40B4-BE49-F238E27FC236}">
                  <a16:creationId xmlns:a16="http://schemas.microsoft.com/office/drawing/2014/main" id="{26B92C9C-ADDD-07B0-A72B-51AE344F4F65}"/>
                </a:ext>
              </a:extLst>
            </p:cNvPr>
            <p:cNvSpPr>
              <a:spLocks noGrp="1"/>
            </p:cNvSpPr>
            <p:nvPr/>
          </p:nvSpPr>
          <p:spPr>
            <a:xfrm>
              <a:off x="16232109" y="3576317"/>
              <a:ext cx="54864" cy="40412"/>
            </a:xfrm>
            <a:custGeom>
              <a:avLst/>
              <a:gdLst/>
              <a:ahLst/>
              <a:cxnLst/>
              <a:rect l="0" t="0" r="0" b="0"/>
              <a:pathLst>
                <a:path w="54864" h="40412">
                  <a:moveTo>
                    <a:pt x="0" y="0"/>
                  </a:moveTo>
                  <a:lnTo>
                    <a:pt x="54864" y="40412"/>
                  </a:lnTo>
                </a:path>
              </a:pathLst>
            </a:custGeom>
            <a:noFill/>
            <a:ln w="20003">
              <a:solidFill>
                <a:srgbClr val="EAEDEF"/>
              </a:solidFill>
            </a:ln>
          </p:spPr>
        </p:sp>
        <p:sp>
          <p:nvSpPr>
            <p:cNvPr id="5283" name="Output_receptor__5282">
              <a:extLst>
                <a:ext uri="{FF2B5EF4-FFF2-40B4-BE49-F238E27FC236}">
                  <a16:creationId xmlns:a16="http://schemas.microsoft.com/office/drawing/2014/main" id="{AD43739B-CC87-C46C-9EB4-F123E5675E87}"/>
                </a:ext>
              </a:extLst>
            </p:cNvPr>
            <p:cNvSpPr>
              <a:spLocks noGrp="1"/>
            </p:cNvSpPr>
            <p:nvPr/>
          </p:nvSpPr>
          <p:spPr>
            <a:xfrm>
              <a:off x="16423430" y="3795575"/>
              <a:ext cx="20212" cy="64942"/>
            </a:xfrm>
            <a:custGeom>
              <a:avLst/>
              <a:gdLst/>
              <a:ahLst/>
              <a:cxnLst/>
              <a:rect l="0" t="0" r="0" b="0"/>
              <a:pathLst>
                <a:path w="20212" h="64942">
                  <a:moveTo>
                    <a:pt x="20212" y="64942"/>
                  </a:moveTo>
                  <a:lnTo>
                    <a:pt x="0" y="0"/>
                  </a:lnTo>
                </a:path>
              </a:pathLst>
            </a:custGeom>
            <a:noFill/>
            <a:ln w="20003">
              <a:solidFill>
                <a:srgbClr val="EAEDEF"/>
              </a:solidFill>
            </a:ln>
          </p:spPr>
        </p:sp>
        <p:sp>
          <p:nvSpPr>
            <p:cNvPr id="5284" name="Output_receptor__5283">
              <a:extLst>
                <a:ext uri="{FF2B5EF4-FFF2-40B4-BE49-F238E27FC236}">
                  <a16:creationId xmlns:a16="http://schemas.microsoft.com/office/drawing/2014/main" id="{041715E0-2077-4AE3-48BA-CBCA2B21068E}"/>
                </a:ext>
              </a:extLst>
            </p:cNvPr>
            <p:cNvSpPr>
              <a:spLocks noGrp="1"/>
            </p:cNvSpPr>
            <p:nvPr/>
          </p:nvSpPr>
          <p:spPr>
            <a:xfrm>
              <a:off x="16075878" y="3515470"/>
              <a:ext cx="41179" cy="21744"/>
            </a:xfrm>
            <a:custGeom>
              <a:avLst/>
              <a:gdLst/>
              <a:ahLst/>
              <a:cxnLst/>
              <a:rect l="0" t="0" r="0" b="0"/>
              <a:pathLst>
                <a:path w="41179" h="21744">
                  <a:moveTo>
                    <a:pt x="41179" y="21744"/>
                  </a:moveTo>
                  <a:lnTo>
                    <a:pt x="0" y="0"/>
                  </a:lnTo>
                </a:path>
              </a:pathLst>
            </a:custGeom>
            <a:noFill/>
            <a:ln w="20003">
              <a:solidFill>
                <a:srgbClr val="EAEDEF"/>
              </a:solidFill>
            </a:ln>
          </p:spPr>
        </p:sp>
        <p:sp>
          <p:nvSpPr>
            <p:cNvPr id="5285" name="Output_receptor__5284">
              <a:extLst>
                <a:ext uri="{FF2B5EF4-FFF2-40B4-BE49-F238E27FC236}">
                  <a16:creationId xmlns:a16="http://schemas.microsoft.com/office/drawing/2014/main" id="{FB94288D-27AD-D758-CCDA-BC8549ED4E9C}"/>
                </a:ext>
              </a:extLst>
            </p:cNvPr>
            <p:cNvSpPr>
              <a:spLocks noGrp="1"/>
            </p:cNvSpPr>
            <p:nvPr/>
          </p:nvSpPr>
          <p:spPr>
            <a:xfrm>
              <a:off x="16116905" y="3427406"/>
              <a:ext cx="3975" cy="13039"/>
            </a:xfrm>
            <a:custGeom>
              <a:avLst/>
              <a:gdLst/>
              <a:ahLst/>
              <a:cxnLst/>
              <a:rect l="0" t="0" r="0" b="0"/>
              <a:pathLst>
                <a:path w="3975" h="13039">
                  <a:moveTo>
                    <a:pt x="3975" y="13039"/>
                  </a:moveTo>
                  <a:lnTo>
                    <a:pt x="0" y="0"/>
                  </a:lnTo>
                </a:path>
              </a:pathLst>
            </a:custGeom>
            <a:noFill/>
            <a:ln w="20003">
              <a:solidFill>
                <a:srgbClr val="EAEDEF"/>
              </a:solidFill>
            </a:ln>
          </p:spPr>
        </p:sp>
        <p:sp>
          <p:nvSpPr>
            <p:cNvPr id="5286" name="Output_receptor__5285">
              <a:extLst>
                <a:ext uri="{FF2B5EF4-FFF2-40B4-BE49-F238E27FC236}">
                  <a16:creationId xmlns:a16="http://schemas.microsoft.com/office/drawing/2014/main" id="{F9BEDED3-BFFB-FEC6-D6E6-26F88F6848F1}"/>
                </a:ext>
              </a:extLst>
            </p:cNvPr>
            <p:cNvSpPr>
              <a:spLocks noGrp="1"/>
            </p:cNvSpPr>
            <p:nvPr/>
          </p:nvSpPr>
          <p:spPr>
            <a:xfrm>
              <a:off x="16279014" y="3943287"/>
              <a:ext cx="23532" cy="41339"/>
            </a:xfrm>
            <a:custGeom>
              <a:avLst/>
              <a:gdLst/>
              <a:ahLst/>
              <a:cxnLst/>
              <a:rect l="0" t="0" r="0" b="0"/>
              <a:pathLst>
                <a:path w="23532" h="41339">
                  <a:moveTo>
                    <a:pt x="0" y="0"/>
                  </a:moveTo>
                  <a:lnTo>
                    <a:pt x="23532" y="41339"/>
                  </a:lnTo>
                </a:path>
              </a:pathLst>
            </a:custGeom>
            <a:noFill/>
            <a:ln w="20003">
              <a:solidFill>
                <a:srgbClr val="EAEDEF"/>
              </a:solidFill>
            </a:ln>
          </p:spPr>
        </p:sp>
        <p:sp>
          <p:nvSpPr>
            <p:cNvPr id="5287" name="Output_receptor__5286">
              <a:extLst>
                <a:ext uri="{FF2B5EF4-FFF2-40B4-BE49-F238E27FC236}">
                  <a16:creationId xmlns:a16="http://schemas.microsoft.com/office/drawing/2014/main" id="{531E6E82-E5F1-8D51-96CC-7B01173E852B}"/>
                </a:ext>
              </a:extLst>
            </p:cNvPr>
            <p:cNvSpPr>
              <a:spLocks noGrp="1"/>
            </p:cNvSpPr>
            <p:nvPr/>
          </p:nvSpPr>
          <p:spPr>
            <a:xfrm>
              <a:off x="16287607" y="3186755"/>
              <a:ext cx="57368" cy="12713"/>
            </a:xfrm>
            <a:custGeom>
              <a:avLst/>
              <a:gdLst/>
              <a:ahLst/>
              <a:cxnLst/>
              <a:rect l="0" t="0" r="0" b="0"/>
              <a:pathLst>
                <a:path w="57368" h="12713">
                  <a:moveTo>
                    <a:pt x="0" y="12713"/>
                  </a:moveTo>
                  <a:lnTo>
                    <a:pt x="57368" y="0"/>
                  </a:lnTo>
                </a:path>
              </a:pathLst>
            </a:custGeom>
            <a:noFill/>
            <a:ln w="8096">
              <a:solidFill>
                <a:srgbClr val="EAEDEF"/>
              </a:solidFill>
            </a:ln>
          </p:spPr>
        </p:sp>
        <p:sp>
          <p:nvSpPr>
            <p:cNvPr id="5288" name="Output_receptor__5287">
              <a:extLst>
                <a:ext uri="{FF2B5EF4-FFF2-40B4-BE49-F238E27FC236}">
                  <a16:creationId xmlns:a16="http://schemas.microsoft.com/office/drawing/2014/main" id="{D62402E3-3C48-4D99-BABC-1BD2742DCB4E}"/>
                </a:ext>
              </a:extLst>
            </p:cNvPr>
            <p:cNvSpPr>
              <a:spLocks noGrp="1"/>
            </p:cNvSpPr>
            <p:nvPr/>
          </p:nvSpPr>
          <p:spPr>
            <a:xfrm>
              <a:off x="16035463" y="2596098"/>
              <a:ext cx="49887" cy="14340"/>
            </a:xfrm>
            <a:custGeom>
              <a:avLst/>
              <a:gdLst/>
              <a:ahLst/>
              <a:cxnLst/>
              <a:rect l="0" t="0" r="0" b="0"/>
              <a:pathLst>
                <a:path w="49887" h="14340">
                  <a:moveTo>
                    <a:pt x="0" y="14340"/>
                  </a:moveTo>
                  <a:lnTo>
                    <a:pt x="49887" y="0"/>
                  </a:lnTo>
                </a:path>
              </a:pathLst>
            </a:custGeom>
            <a:noFill/>
            <a:ln w="8096">
              <a:solidFill>
                <a:srgbClr val="EAEDEF"/>
              </a:solidFill>
            </a:ln>
          </p:spPr>
        </p:sp>
        <p:sp>
          <p:nvSpPr>
            <p:cNvPr id="5289" name="Output_receptor__5288">
              <a:extLst>
                <a:ext uri="{FF2B5EF4-FFF2-40B4-BE49-F238E27FC236}">
                  <a16:creationId xmlns:a16="http://schemas.microsoft.com/office/drawing/2014/main" id="{A69476F6-ECD3-26A8-6AD2-713ABDE3CB55}"/>
                </a:ext>
              </a:extLst>
            </p:cNvPr>
            <p:cNvSpPr>
              <a:spLocks noGrp="1"/>
            </p:cNvSpPr>
            <p:nvPr/>
          </p:nvSpPr>
          <p:spPr>
            <a:xfrm>
              <a:off x="15658026" y="2750314"/>
              <a:ext cx="28169" cy="56323"/>
            </a:xfrm>
            <a:custGeom>
              <a:avLst/>
              <a:gdLst/>
              <a:ahLst/>
              <a:cxnLst/>
              <a:rect l="0" t="0" r="0" b="0"/>
              <a:pathLst>
                <a:path w="28169" h="56323">
                  <a:moveTo>
                    <a:pt x="0" y="56323"/>
                  </a:moveTo>
                  <a:lnTo>
                    <a:pt x="28169" y="0"/>
                  </a:lnTo>
                </a:path>
              </a:pathLst>
            </a:custGeom>
            <a:noFill/>
            <a:ln w="20003">
              <a:solidFill>
                <a:srgbClr val="EAEDEF"/>
              </a:solidFill>
            </a:ln>
          </p:spPr>
        </p:sp>
        <p:sp>
          <p:nvSpPr>
            <p:cNvPr id="5290" name="Output_receptor__5289">
              <a:extLst>
                <a:ext uri="{FF2B5EF4-FFF2-40B4-BE49-F238E27FC236}">
                  <a16:creationId xmlns:a16="http://schemas.microsoft.com/office/drawing/2014/main" id="{D9E1C6E7-97B7-AB9E-A100-346D61E06CB9}"/>
                </a:ext>
              </a:extLst>
            </p:cNvPr>
            <p:cNvSpPr>
              <a:spLocks noGrp="1"/>
            </p:cNvSpPr>
            <p:nvPr/>
          </p:nvSpPr>
          <p:spPr>
            <a:xfrm>
              <a:off x="15797166" y="2822788"/>
              <a:ext cx="46624" cy="25516"/>
            </a:xfrm>
            <a:custGeom>
              <a:avLst/>
              <a:gdLst/>
              <a:ahLst/>
              <a:cxnLst/>
              <a:rect l="0" t="0" r="0" b="0"/>
              <a:pathLst>
                <a:path w="46624" h="25516">
                  <a:moveTo>
                    <a:pt x="46624" y="0"/>
                  </a:moveTo>
                  <a:lnTo>
                    <a:pt x="0" y="25516"/>
                  </a:lnTo>
                </a:path>
              </a:pathLst>
            </a:custGeom>
            <a:noFill/>
            <a:ln w="20003">
              <a:solidFill>
                <a:srgbClr val="EAEDEF"/>
              </a:solidFill>
            </a:ln>
          </p:spPr>
        </p:sp>
        <p:sp>
          <p:nvSpPr>
            <p:cNvPr id="5291" name="Output_receptor__5290">
              <a:extLst>
                <a:ext uri="{FF2B5EF4-FFF2-40B4-BE49-F238E27FC236}">
                  <a16:creationId xmlns:a16="http://schemas.microsoft.com/office/drawing/2014/main" id="{AEF517AC-0699-88E1-E18B-861CC946600F}"/>
                </a:ext>
              </a:extLst>
            </p:cNvPr>
            <p:cNvSpPr>
              <a:spLocks noGrp="1"/>
            </p:cNvSpPr>
            <p:nvPr/>
          </p:nvSpPr>
          <p:spPr>
            <a:xfrm>
              <a:off x="16348638" y="3813135"/>
              <a:ext cx="6148" cy="35991"/>
            </a:xfrm>
            <a:custGeom>
              <a:avLst/>
              <a:gdLst/>
              <a:ahLst/>
              <a:cxnLst/>
              <a:rect l="0" t="0" r="0" b="0"/>
              <a:pathLst>
                <a:path w="6148" h="35991">
                  <a:moveTo>
                    <a:pt x="6148" y="0"/>
                  </a:moveTo>
                  <a:lnTo>
                    <a:pt x="0" y="35991"/>
                  </a:lnTo>
                </a:path>
              </a:pathLst>
            </a:custGeom>
            <a:noFill/>
            <a:ln w="20003">
              <a:solidFill>
                <a:srgbClr val="EAEDEF"/>
              </a:solidFill>
            </a:ln>
          </p:spPr>
        </p:sp>
        <p:sp>
          <p:nvSpPr>
            <p:cNvPr id="5292" name="Output_receptor__5291">
              <a:extLst>
                <a:ext uri="{FF2B5EF4-FFF2-40B4-BE49-F238E27FC236}">
                  <a16:creationId xmlns:a16="http://schemas.microsoft.com/office/drawing/2014/main" id="{E7860687-B95B-3F68-7E0C-C9343ACD3D08}"/>
                </a:ext>
              </a:extLst>
            </p:cNvPr>
            <p:cNvSpPr>
              <a:spLocks noGrp="1"/>
            </p:cNvSpPr>
            <p:nvPr/>
          </p:nvSpPr>
          <p:spPr>
            <a:xfrm>
              <a:off x="15419819" y="3312598"/>
              <a:ext cx="45626" cy="10312"/>
            </a:xfrm>
            <a:custGeom>
              <a:avLst/>
              <a:gdLst/>
              <a:ahLst/>
              <a:cxnLst/>
              <a:rect l="0" t="0" r="0" b="0"/>
              <a:pathLst>
                <a:path w="45626" h="10312">
                  <a:moveTo>
                    <a:pt x="45626" y="0"/>
                  </a:moveTo>
                  <a:lnTo>
                    <a:pt x="0" y="10312"/>
                  </a:lnTo>
                </a:path>
              </a:pathLst>
            </a:custGeom>
            <a:noFill/>
            <a:ln w="20003">
              <a:solidFill>
                <a:srgbClr val="EAEDEF"/>
              </a:solidFill>
            </a:ln>
          </p:spPr>
        </p:sp>
        <p:sp>
          <p:nvSpPr>
            <p:cNvPr id="5293" name="Output_receptor__5292">
              <a:extLst>
                <a:ext uri="{FF2B5EF4-FFF2-40B4-BE49-F238E27FC236}">
                  <a16:creationId xmlns:a16="http://schemas.microsoft.com/office/drawing/2014/main" id="{3D72F3AC-840F-63C2-0A0C-2F22F483B227}"/>
                </a:ext>
              </a:extLst>
            </p:cNvPr>
            <p:cNvSpPr>
              <a:spLocks noGrp="1"/>
            </p:cNvSpPr>
            <p:nvPr/>
          </p:nvSpPr>
          <p:spPr>
            <a:xfrm>
              <a:off x="16358663" y="3370552"/>
              <a:ext cx="36850" cy="60643"/>
            </a:xfrm>
            <a:custGeom>
              <a:avLst/>
              <a:gdLst/>
              <a:ahLst/>
              <a:cxnLst/>
              <a:rect l="0" t="0" r="0" b="0"/>
              <a:pathLst>
                <a:path w="36850" h="60643">
                  <a:moveTo>
                    <a:pt x="0" y="0"/>
                  </a:moveTo>
                  <a:lnTo>
                    <a:pt x="36850" y="60643"/>
                  </a:lnTo>
                </a:path>
              </a:pathLst>
            </a:custGeom>
            <a:noFill/>
            <a:ln w="20003">
              <a:solidFill>
                <a:srgbClr val="EAEDEF"/>
              </a:solidFill>
            </a:ln>
          </p:spPr>
        </p:sp>
        <p:sp>
          <p:nvSpPr>
            <p:cNvPr id="5294" name="Output_receptor__5293">
              <a:extLst>
                <a:ext uri="{FF2B5EF4-FFF2-40B4-BE49-F238E27FC236}">
                  <a16:creationId xmlns:a16="http://schemas.microsoft.com/office/drawing/2014/main" id="{D8A9C53A-6C75-55AB-F78C-F95CD3C9B1A2}"/>
                </a:ext>
              </a:extLst>
            </p:cNvPr>
            <p:cNvSpPr>
              <a:spLocks noGrp="1"/>
            </p:cNvSpPr>
            <p:nvPr/>
          </p:nvSpPr>
          <p:spPr>
            <a:xfrm>
              <a:off x="15843790" y="2822788"/>
              <a:ext cx="56243" cy="15109"/>
            </a:xfrm>
            <a:custGeom>
              <a:avLst/>
              <a:gdLst/>
              <a:ahLst/>
              <a:cxnLst/>
              <a:rect l="0" t="0" r="0" b="0"/>
              <a:pathLst>
                <a:path w="56243" h="15109">
                  <a:moveTo>
                    <a:pt x="56243" y="15109"/>
                  </a:moveTo>
                  <a:lnTo>
                    <a:pt x="0" y="0"/>
                  </a:lnTo>
                </a:path>
              </a:pathLst>
            </a:custGeom>
            <a:noFill/>
            <a:ln w="20003">
              <a:solidFill>
                <a:srgbClr val="EAEDEF"/>
              </a:solidFill>
            </a:ln>
          </p:spPr>
        </p:sp>
        <p:sp>
          <p:nvSpPr>
            <p:cNvPr id="5295" name="Output_receptor__5294">
              <a:extLst>
                <a:ext uri="{FF2B5EF4-FFF2-40B4-BE49-F238E27FC236}">
                  <a16:creationId xmlns:a16="http://schemas.microsoft.com/office/drawing/2014/main" id="{F12E7235-4694-149D-6093-BC14A1C84046}"/>
                </a:ext>
              </a:extLst>
            </p:cNvPr>
            <p:cNvSpPr>
              <a:spLocks noGrp="1"/>
            </p:cNvSpPr>
            <p:nvPr/>
          </p:nvSpPr>
          <p:spPr>
            <a:xfrm>
              <a:off x="15608700" y="3045684"/>
              <a:ext cx="9832" cy="1139"/>
            </a:xfrm>
            <a:custGeom>
              <a:avLst/>
              <a:gdLst/>
              <a:ahLst/>
              <a:cxnLst/>
              <a:rect l="0" t="0" r="0" b="0"/>
              <a:pathLst>
                <a:path w="9832" h="1139">
                  <a:moveTo>
                    <a:pt x="9832" y="1139"/>
                  </a:moveTo>
                  <a:lnTo>
                    <a:pt x="0" y="0"/>
                  </a:lnTo>
                </a:path>
              </a:pathLst>
            </a:custGeom>
            <a:noFill/>
            <a:ln w="20003">
              <a:solidFill>
                <a:srgbClr val="EAEDEF"/>
              </a:solidFill>
            </a:ln>
          </p:spPr>
        </p:sp>
        <p:sp>
          <p:nvSpPr>
            <p:cNvPr id="5296" name="Output_receptor__5295">
              <a:extLst>
                <a:ext uri="{FF2B5EF4-FFF2-40B4-BE49-F238E27FC236}">
                  <a16:creationId xmlns:a16="http://schemas.microsoft.com/office/drawing/2014/main" id="{4DD1C995-3A08-6B6D-B716-E84B7D8E5D92}"/>
                </a:ext>
              </a:extLst>
            </p:cNvPr>
            <p:cNvSpPr>
              <a:spLocks noGrp="1"/>
            </p:cNvSpPr>
            <p:nvPr/>
          </p:nvSpPr>
          <p:spPr>
            <a:xfrm>
              <a:off x="16168001" y="3082716"/>
              <a:ext cx="70715" cy="12777"/>
            </a:xfrm>
            <a:custGeom>
              <a:avLst/>
              <a:gdLst/>
              <a:ahLst/>
              <a:cxnLst/>
              <a:rect l="0" t="0" r="0" b="0"/>
              <a:pathLst>
                <a:path w="70715" h="12777">
                  <a:moveTo>
                    <a:pt x="0" y="0"/>
                  </a:moveTo>
                  <a:lnTo>
                    <a:pt x="70715" y="12777"/>
                  </a:lnTo>
                </a:path>
              </a:pathLst>
            </a:custGeom>
            <a:noFill/>
            <a:ln w="20003">
              <a:solidFill>
                <a:srgbClr val="EAEDEF"/>
              </a:solidFill>
            </a:ln>
          </p:spPr>
        </p:sp>
        <p:sp>
          <p:nvSpPr>
            <p:cNvPr id="5297" name="Output_receptor__5296">
              <a:extLst>
                <a:ext uri="{FF2B5EF4-FFF2-40B4-BE49-F238E27FC236}">
                  <a16:creationId xmlns:a16="http://schemas.microsoft.com/office/drawing/2014/main" id="{27D5CD23-D73F-D044-9536-29B6868ED4CC}"/>
                </a:ext>
              </a:extLst>
            </p:cNvPr>
            <p:cNvSpPr>
              <a:spLocks noGrp="1"/>
            </p:cNvSpPr>
            <p:nvPr/>
          </p:nvSpPr>
          <p:spPr>
            <a:xfrm>
              <a:off x="16224700" y="3187292"/>
              <a:ext cx="62907" cy="12176"/>
            </a:xfrm>
            <a:custGeom>
              <a:avLst/>
              <a:gdLst/>
              <a:ahLst/>
              <a:cxnLst/>
              <a:rect l="0" t="0" r="0" b="0"/>
              <a:pathLst>
                <a:path w="62907" h="12176">
                  <a:moveTo>
                    <a:pt x="0" y="0"/>
                  </a:moveTo>
                  <a:lnTo>
                    <a:pt x="62907" y="12176"/>
                  </a:lnTo>
                </a:path>
              </a:pathLst>
            </a:custGeom>
            <a:noFill/>
            <a:ln w="20003">
              <a:solidFill>
                <a:srgbClr val="EAEDEF"/>
              </a:solidFill>
            </a:ln>
          </p:spPr>
        </p:sp>
        <p:sp>
          <p:nvSpPr>
            <p:cNvPr id="5298" name="Output_receptor__5297">
              <a:extLst>
                <a:ext uri="{FF2B5EF4-FFF2-40B4-BE49-F238E27FC236}">
                  <a16:creationId xmlns:a16="http://schemas.microsoft.com/office/drawing/2014/main" id="{E5221730-7211-D30B-C563-FADAB673686C}"/>
                </a:ext>
              </a:extLst>
            </p:cNvPr>
            <p:cNvSpPr>
              <a:spLocks noGrp="1"/>
            </p:cNvSpPr>
            <p:nvPr/>
          </p:nvSpPr>
          <p:spPr>
            <a:xfrm>
              <a:off x="16535825" y="3775622"/>
              <a:ext cx="72046" cy="4742"/>
            </a:xfrm>
            <a:custGeom>
              <a:avLst/>
              <a:gdLst/>
              <a:ahLst/>
              <a:cxnLst/>
              <a:rect l="0" t="0" r="0" b="0"/>
              <a:pathLst>
                <a:path w="72046" h="4742">
                  <a:moveTo>
                    <a:pt x="72046" y="0"/>
                  </a:moveTo>
                  <a:lnTo>
                    <a:pt x="0" y="4742"/>
                  </a:lnTo>
                </a:path>
              </a:pathLst>
            </a:custGeom>
            <a:noFill/>
            <a:ln w="20003">
              <a:solidFill>
                <a:srgbClr val="EAEDEF"/>
              </a:solidFill>
            </a:ln>
          </p:spPr>
        </p:sp>
        <p:sp>
          <p:nvSpPr>
            <p:cNvPr id="5299" name="Output_receptor__5298">
              <a:extLst>
                <a:ext uri="{FF2B5EF4-FFF2-40B4-BE49-F238E27FC236}">
                  <a16:creationId xmlns:a16="http://schemas.microsoft.com/office/drawing/2014/main" id="{850037CD-58AD-325B-DCB9-72DAD929B391}"/>
                </a:ext>
              </a:extLst>
            </p:cNvPr>
            <p:cNvSpPr>
              <a:spLocks noGrp="1"/>
            </p:cNvSpPr>
            <p:nvPr/>
          </p:nvSpPr>
          <p:spPr>
            <a:xfrm>
              <a:off x="15637972" y="4461036"/>
              <a:ext cx="16854" cy="70052"/>
            </a:xfrm>
            <a:custGeom>
              <a:avLst/>
              <a:gdLst/>
              <a:ahLst/>
              <a:cxnLst/>
              <a:rect l="0" t="0" r="0" b="0"/>
              <a:pathLst>
                <a:path w="16854" h="70052">
                  <a:moveTo>
                    <a:pt x="0" y="0"/>
                  </a:moveTo>
                  <a:lnTo>
                    <a:pt x="16854" y="70052"/>
                  </a:lnTo>
                </a:path>
              </a:pathLst>
            </a:custGeom>
            <a:noFill/>
            <a:ln w="20003">
              <a:solidFill>
                <a:srgbClr val="EAEDEF"/>
              </a:solidFill>
            </a:ln>
          </p:spPr>
        </p:sp>
        <p:sp>
          <p:nvSpPr>
            <p:cNvPr id="5300" name="Output_receptor__5299">
              <a:extLst>
                <a:ext uri="{FF2B5EF4-FFF2-40B4-BE49-F238E27FC236}">
                  <a16:creationId xmlns:a16="http://schemas.microsoft.com/office/drawing/2014/main" id="{FAAF0D55-E615-BE91-909B-810228A75241}"/>
                </a:ext>
              </a:extLst>
            </p:cNvPr>
            <p:cNvSpPr>
              <a:spLocks noGrp="1"/>
            </p:cNvSpPr>
            <p:nvPr/>
          </p:nvSpPr>
          <p:spPr>
            <a:xfrm>
              <a:off x="15390647" y="3569076"/>
              <a:ext cx="25475" cy="67519"/>
            </a:xfrm>
            <a:custGeom>
              <a:avLst/>
              <a:gdLst/>
              <a:ahLst/>
              <a:cxnLst/>
              <a:rect l="0" t="0" r="0" b="0"/>
              <a:pathLst>
                <a:path w="25475" h="67519">
                  <a:moveTo>
                    <a:pt x="25475" y="0"/>
                  </a:moveTo>
                  <a:lnTo>
                    <a:pt x="0" y="67519"/>
                  </a:lnTo>
                </a:path>
              </a:pathLst>
            </a:custGeom>
            <a:noFill/>
            <a:ln w="8096">
              <a:solidFill>
                <a:srgbClr val="EAEDEF"/>
              </a:solidFill>
            </a:ln>
          </p:spPr>
        </p:sp>
        <p:sp>
          <p:nvSpPr>
            <p:cNvPr id="5301" name="Output_receptor__5300">
              <a:extLst>
                <a:ext uri="{FF2B5EF4-FFF2-40B4-BE49-F238E27FC236}">
                  <a16:creationId xmlns:a16="http://schemas.microsoft.com/office/drawing/2014/main" id="{D30CAFDF-DE2D-F69C-C424-A36AA0E45206}"/>
                </a:ext>
              </a:extLst>
            </p:cNvPr>
            <p:cNvSpPr>
              <a:spLocks noGrp="1"/>
            </p:cNvSpPr>
            <p:nvPr/>
          </p:nvSpPr>
          <p:spPr>
            <a:xfrm>
              <a:off x="15727670" y="3445158"/>
              <a:ext cx="70658" cy="5768"/>
            </a:xfrm>
            <a:custGeom>
              <a:avLst/>
              <a:gdLst/>
              <a:ahLst/>
              <a:cxnLst/>
              <a:rect l="0" t="0" r="0" b="0"/>
              <a:pathLst>
                <a:path w="70658" h="5768">
                  <a:moveTo>
                    <a:pt x="70658" y="5768"/>
                  </a:moveTo>
                  <a:lnTo>
                    <a:pt x="0" y="0"/>
                  </a:lnTo>
                </a:path>
              </a:pathLst>
            </a:custGeom>
            <a:noFill/>
            <a:ln w="20003">
              <a:solidFill>
                <a:srgbClr val="EAEDEF"/>
              </a:solidFill>
            </a:ln>
          </p:spPr>
        </p:sp>
        <p:sp>
          <p:nvSpPr>
            <p:cNvPr id="5302" name="Output_receptor__5301">
              <a:extLst>
                <a:ext uri="{FF2B5EF4-FFF2-40B4-BE49-F238E27FC236}">
                  <a16:creationId xmlns:a16="http://schemas.microsoft.com/office/drawing/2014/main" id="{DB6F58A5-FC98-B9D8-81F0-FAFD534147CB}"/>
                </a:ext>
              </a:extLst>
            </p:cNvPr>
            <p:cNvSpPr>
              <a:spLocks noGrp="1"/>
            </p:cNvSpPr>
            <p:nvPr/>
          </p:nvSpPr>
          <p:spPr>
            <a:xfrm>
              <a:off x="15831982" y="2910968"/>
              <a:ext cx="5949" cy="6700"/>
            </a:xfrm>
            <a:custGeom>
              <a:avLst/>
              <a:gdLst/>
              <a:ahLst/>
              <a:cxnLst/>
              <a:rect l="0" t="0" r="0" b="0"/>
              <a:pathLst>
                <a:path w="5949" h="6700">
                  <a:moveTo>
                    <a:pt x="0" y="0"/>
                  </a:moveTo>
                  <a:lnTo>
                    <a:pt x="5949" y="6700"/>
                  </a:lnTo>
                </a:path>
              </a:pathLst>
            </a:custGeom>
            <a:noFill/>
            <a:ln w="20003">
              <a:solidFill>
                <a:srgbClr val="EAEDEF"/>
              </a:solidFill>
            </a:ln>
          </p:spPr>
        </p:sp>
        <p:sp>
          <p:nvSpPr>
            <p:cNvPr id="5303" name="Output_receptor__5302">
              <a:extLst>
                <a:ext uri="{FF2B5EF4-FFF2-40B4-BE49-F238E27FC236}">
                  <a16:creationId xmlns:a16="http://schemas.microsoft.com/office/drawing/2014/main" id="{7DB81249-2260-14DC-51F6-979834FC88D3}"/>
                </a:ext>
              </a:extLst>
            </p:cNvPr>
            <p:cNvSpPr>
              <a:spLocks noGrp="1"/>
            </p:cNvSpPr>
            <p:nvPr/>
          </p:nvSpPr>
          <p:spPr>
            <a:xfrm>
              <a:off x="16373717" y="2574824"/>
              <a:ext cx="6641" cy="65036"/>
            </a:xfrm>
            <a:custGeom>
              <a:avLst/>
              <a:gdLst/>
              <a:ahLst/>
              <a:cxnLst/>
              <a:rect l="0" t="0" r="0" b="0"/>
              <a:pathLst>
                <a:path w="6641" h="65036">
                  <a:moveTo>
                    <a:pt x="6641" y="65036"/>
                  </a:moveTo>
                  <a:lnTo>
                    <a:pt x="0" y="0"/>
                  </a:lnTo>
                </a:path>
              </a:pathLst>
            </a:custGeom>
            <a:noFill/>
            <a:ln w="8096">
              <a:solidFill>
                <a:srgbClr val="EAEDEF"/>
              </a:solidFill>
            </a:ln>
          </p:spPr>
        </p:sp>
        <p:sp>
          <p:nvSpPr>
            <p:cNvPr id="5304" name="Output_receptor__5303">
              <a:extLst>
                <a:ext uri="{FF2B5EF4-FFF2-40B4-BE49-F238E27FC236}">
                  <a16:creationId xmlns:a16="http://schemas.microsoft.com/office/drawing/2014/main" id="{AAF7E478-A411-8D91-B82B-292471FC55C9}"/>
                </a:ext>
              </a:extLst>
            </p:cNvPr>
            <p:cNvSpPr>
              <a:spLocks noGrp="1"/>
            </p:cNvSpPr>
            <p:nvPr/>
          </p:nvSpPr>
          <p:spPr>
            <a:xfrm>
              <a:off x="16124881" y="2832814"/>
              <a:ext cx="21728" cy="19383"/>
            </a:xfrm>
            <a:custGeom>
              <a:avLst/>
              <a:gdLst/>
              <a:ahLst/>
              <a:cxnLst/>
              <a:rect l="0" t="0" r="0" b="0"/>
              <a:pathLst>
                <a:path w="21728" h="19383">
                  <a:moveTo>
                    <a:pt x="0" y="0"/>
                  </a:moveTo>
                  <a:lnTo>
                    <a:pt x="21728" y="19383"/>
                  </a:lnTo>
                </a:path>
              </a:pathLst>
            </a:custGeom>
            <a:noFill/>
            <a:ln w="8096">
              <a:solidFill>
                <a:srgbClr val="EAEDEF"/>
              </a:solidFill>
            </a:ln>
          </p:spPr>
        </p:sp>
        <p:sp>
          <p:nvSpPr>
            <p:cNvPr id="5305" name="Output_receptor__5304">
              <a:extLst>
                <a:ext uri="{FF2B5EF4-FFF2-40B4-BE49-F238E27FC236}">
                  <a16:creationId xmlns:a16="http://schemas.microsoft.com/office/drawing/2014/main" id="{FF14E94C-83BE-6A58-F72C-2404245AA286}"/>
                </a:ext>
              </a:extLst>
            </p:cNvPr>
            <p:cNvSpPr>
              <a:spLocks noGrp="1"/>
            </p:cNvSpPr>
            <p:nvPr/>
          </p:nvSpPr>
          <p:spPr>
            <a:xfrm>
              <a:off x="16206580" y="2994136"/>
              <a:ext cx="48492" cy="17965"/>
            </a:xfrm>
            <a:custGeom>
              <a:avLst/>
              <a:gdLst/>
              <a:ahLst/>
              <a:cxnLst/>
              <a:rect l="0" t="0" r="0" b="0"/>
              <a:pathLst>
                <a:path w="48492" h="17965">
                  <a:moveTo>
                    <a:pt x="0" y="0"/>
                  </a:moveTo>
                  <a:lnTo>
                    <a:pt x="48492" y="17965"/>
                  </a:lnTo>
                </a:path>
              </a:pathLst>
            </a:custGeom>
            <a:noFill/>
            <a:ln w="8096">
              <a:solidFill>
                <a:srgbClr val="EAEDEF"/>
              </a:solidFill>
            </a:ln>
          </p:spPr>
        </p:sp>
        <p:sp>
          <p:nvSpPr>
            <p:cNvPr id="5306" name="Output_receptor__5305">
              <a:extLst>
                <a:ext uri="{FF2B5EF4-FFF2-40B4-BE49-F238E27FC236}">
                  <a16:creationId xmlns:a16="http://schemas.microsoft.com/office/drawing/2014/main" id="{46802005-7812-ABF0-6706-56697654BE78}"/>
                </a:ext>
              </a:extLst>
            </p:cNvPr>
            <p:cNvSpPr>
              <a:spLocks noGrp="1"/>
            </p:cNvSpPr>
            <p:nvPr/>
          </p:nvSpPr>
          <p:spPr>
            <a:xfrm>
              <a:off x="16146458" y="2470099"/>
              <a:ext cx="50512" cy="49842"/>
            </a:xfrm>
            <a:custGeom>
              <a:avLst/>
              <a:gdLst/>
              <a:ahLst/>
              <a:cxnLst/>
              <a:rect l="0" t="0" r="0" b="0"/>
              <a:pathLst>
                <a:path w="50512" h="49842">
                  <a:moveTo>
                    <a:pt x="50512" y="49842"/>
                  </a:moveTo>
                  <a:lnTo>
                    <a:pt x="0" y="0"/>
                  </a:lnTo>
                </a:path>
              </a:pathLst>
            </a:custGeom>
            <a:noFill/>
            <a:ln w="20003">
              <a:solidFill>
                <a:srgbClr val="EAEDEF"/>
              </a:solidFill>
            </a:ln>
          </p:spPr>
        </p:sp>
        <p:sp>
          <p:nvSpPr>
            <p:cNvPr id="5307" name="Output_receptor__5306">
              <a:extLst>
                <a:ext uri="{FF2B5EF4-FFF2-40B4-BE49-F238E27FC236}">
                  <a16:creationId xmlns:a16="http://schemas.microsoft.com/office/drawing/2014/main" id="{F3413806-7311-015B-8969-752AC191C6D1}"/>
                </a:ext>
              </a:extLst>
            </p:cNvPr>
            <p:cNvSpPr>
              <a:spLocks noGrp="1"/>
            </p:cNvSpPr>
            <p:nvPr/>
          </p:nvSpPr>
          <p:spPr>
            <a:xfrm>
              <a:off x="15500782" y="3736699"/>
              <a:ext cx="69011" cy="20167"/>
            </a:xfrm>
            <a:custGeom>
              <a:avLst/>
              <a:gdLst/>
              <a:ahLst/>
              <a:cxnLst/>
              <a:rect l="0" t="0" r="0" b="0"/>
              <a:pathLst>
                <a:path w="69011" h="20167">
                  <a:moveTo>
                    <a:pt x="0" y="0"/>
                  </a:moveTo>
                  <a:lnTo>
                    <a:pt x="69011" y="20167"/>
                  </a:lnTo>
                </a:path>
              </a:pathLst>
            </a:custGeom>
            <a:noFill/>
            <a:ln w="20003">
              <a:solidFill>
                <a:srgbClr val="EAEDEF"/>
              </a:solidFill>
            </a:ln>
          </p:spPr>
        </p:sp>
        <p:sp>
          <p:nvSpPr>
            <p:cNvPr id="5308" name="Output_receptor__5307">
              <a:extLst>
                <a:ext uri="{FF2B5EF4-FFF2-40B4-BE49-F238E27FC236}">
                  <a16:creationId xmlns:a16="http://schemas.microsoft.com/office/drawing/2014/main" id="{A8561A03-0FAB-74AC-F893-A87E374DAC45}"/>
                </a:ext>
              </a:extLst>
            </p:cNvPr>
            <p:cNvSpPr>
              <a:spLocks noGrp="1"/>
            </p:cNvSpPr>
            <p:nvPr/>
          </p:nvSpPr>
          <p:spPr>
            <a:xfrm>
              <a:off x="15559295" y="4477650"/>
              <a:ext cx="11157" cy="48273"/>
            </a:xfrm>
            <a:custGeom>
              <a:avLst/>
              <a:gdLst/>
              <a:ahLst/>
              <a:cxnLst/>
              <a:rect l="0" t="0" r="0" b="0"/>
              <a:pathLst>
                <a:path w="11157" h="48273">
                  <a:moveTo>
                    <a:pt x="0" y="48273"/>
                  </a:moveTo>
                  <a:lnTo>
                    <a:pt x="11157" y="0"/>
                  </a:lnTo>
                </a:path>
              </a:pathLst>
            </a:custGeom>
            <a:noFill/>
            <a:ln w="20003">
              <a:solidFill>
                <a:srgbClr val="EAEDEF"/>
              </a:solidFill>
            </a:ln>
          </p:spPr>
        </p:sp>
        <p:sp>
          <p:nvSpPr>
            <p:cNvPr id="5309" name="Output_receptor__5308">
              <a:extLst>
                <a:ext uri="{FF2B5EF4-FFF2-40B4-BE49-F238E27FC236}">
                  <a16:creationId xmlns:a16="http://schemas.microsoft.com/office/drawing/2014/main" id="{D51B6128-679B-92BC-AF7C-AF2508471E85}"/>
                </a:ext>
              </a:extLst>
            </p:cNvPr>
            <p:cNvSpPr>
              <a:spLocks noGrp="1"/>
            </p:cNvSpPr>
            <p:nvPr/>
          </p:nvSpPr>
          <p:spPr>
            <a:xfrm>
              <a:off x="16167722" y="3173534"/>
              <a:ext cx="56979" cy="13758"/>
            </a:xfrm>
            <a:custGeom>
              <a:avLst/>
              <a:gdLst/>
              <a:ahLst/>
              <a:cxnLst/>
              <a:rect l="0" t="0" r="0" b="0"/>
              <a:pathLst>
                <a:path w="56979" h="13758">
                  <a:moveTo>
                    <a:pt x="0" y="0"/>
                  </a:moveTo>
                  <a:lnTo>
                    <a:pt x="56979" y="13758"/>
                  </a:lnTo>
                </a:path>
              </a:pathLst>
            </a:custGeom>
            <a:noFill/>
            <a:ln w="20003">
              <a:solidFill>
                <a:srgbClr val="EAEDEF"/>
              </a:solidFill>
            </a:ln>
          </p:spPr>
        </p:sp>
        <p:sp>
          <p:nvSpPr>
            <p:cNvPr id="5310" name="Output_receptor__5309">
              <a:extLst>
                <a:ext uri="{FF2B5EF4-FFF2-40B4-BE49-F238E27FC236}">
                  <a16:creationId xmlns:a16="http://schemas.microsoft.com/office/drawing/2014/main" id="{9AEF3D9B-ED42-C44A-1247-F44025CD9A4D}"/>
                </a:ext>
              </a:extLst>
            </p:cNvPr>
            <p:cNvSpPr>
              <a:spLocks noGrp="1"/>
            </p:cNvSpPr>
            <p:nvPr/>
          </p:nvSpPr>
          <p:spPr>
            <a:xfrm>
              <a:off x="15777177" y="3561440"/>
              <a:ext cx="71180" cy="3026"/>
            </a:xfrm>
            <a:custGeom>
              <a:avLst/>
              <a:gdLst/>
              <a:ahLst/>
              <a:cxnLst/>
              <a:rect l="0" t="0" r="0" b="0"/>
              <a:pathLst>
                <a:path w="71180" h="3026">
                  <a:moveTo>
                    <a:pt x="0" y="3026"/>
                  </a:moveTo>
                  <a:lnTo>
                    <a:pt x="71180" y="0"/>
                  </a:lnTo>
                </a:path>
              </a:pathLst>
            </a:custGeom>
            <a:noFill/>
            <a:ln w="20003">
              <a:solidFill>
                <a:srgbClr val="EAEDEF"/>
              </a:solidFill>
            </a:ln>
          </p:spPr>
        </p:sp>
        <p:sp>
          <p:nvSpPr>
            <p:cNvPr id="5311" name="Output_receptor__5310">
              <a:extLst>
                <a:ext uri="{FF2B5EF4-FFF2-40B4-BE49-F238E27FC236}">
                  <a16:creationId xmlns:a16="http://schemas.microsoft.com/office/drawing/2014/main" id="{95A3ED92-1D93-12B3-829D-B5C06B41038C}"/>
                </a:ext>
              </a:extLst>
            </p:cNvPr>
            <p:cNvSpPr>
              <a:spLocks noGrp="1"/>
            </p:cNvSpPr>
            <p:nvPr/>
          </p:nvSpPr>
          <p:spPr>
            <a:xfrm>
              <a:off x="15648321" y="4090398"/>
              <a:ext cx="48739" cy="51600"/>
            </a:xfrm>
            <a:custGeom>
              <a:avLst/>
              <a:gdLst/>
              <a:ahLst/>
              <a:cxnLst/>
              <a:rect l="0" t="0" r="0" b="0"/>
              <a:pathLst>
                <a:path w="48739" h="51600">
                  <a:moveTo>
                    <a:pt x="0" y="0"/>
                  </a:moveTo>
                  <a:lnTo>
                    <a:pt x="48739" y="51600"/>
                  </a:lnTo>
                </a:path>
              </a:pathLst>
            </a:custGeom>
            <a:noFill/>
            <a:ln w="20003">
              <a:solidFill>
                <a:srgbClr val="EAEDEF"/>
              </a:solidFill>
            </a:ln>
          </p:spPr>
        </p:sp>
        <p:sp>
          <p:nvSpPr>
            <p:cNvPr id="5312" name="Output_receptor__5311">
              <a:extLst>
                <a:ext uri="{FF2B5EF4-FFF2-40B4-BE49-F238E27FC236}">
                  <a16:creationId xmlns:a16="http://schemas.microsoft.com/office/drawing/2014/main" id="{59BD1D43-6318-D10B-E4D7-7605922E598D}"/>
                </a:ext>
              </a:extLst>
            </p:cNvPr>
            <p:cNvSpPr>
              <a:spLocks noGrp="1"/>
            </p:cNvSpPr>
            <p:nvPr/>
          </p:nvSpPr>
          <p:spPr>
            <a:xfrm>
              <a:off x="16149388" y="3356297"/>
              <a:ext cx="27963" cy="725"/>
            </a:xfrm>
            <a:custGeom>
              <a:avLst/>
              <a:gdLst/>
              <a:ahLst/>
              <a:cxnLst/>
              <a:rect l="0" t="0" r="0" b="0"/>
              <a:pathLst>
                <a:path w="27963" h="725">
                  <a:moveTo>
                    <a:pt x="0" y="0"/>
                  </a:moveTo>
                  <a:lnTo>
                    <a:pt x="27963" y="725"/>
                  </a:lnTo>
                </a:path>
              </a:pathLst>
            </a:custGeom>
            <a:noFill/>
            <a:ln w="20003">
              <a:solidFill>
                <a:srgbClr val="EAEDEF"/>
              </a:solidFill>
            </a:ln>
          </p:spPr>
        </p:sp>
        <p:sp>
          <p:nvSpPr>
            <p:cNvPr id="5313" name="Output_receptor__5312">
              <a:extLst>
                <a:ext uri="{FF2B5EF4-FFF2-40B4-BE49-F238E27FC236}">
                  <a16:creationId xmlns:a16="http://schemas.microsoft.com/office/drawing/2014/main" id="{57994C3A-891A-64C0-D062-0F6FF6396486}"/>
                </a:ext>
              </a:extLst>
            </p:cNvPr>
            <p:cNvSpPr>
              <a:spLocks noGrp="1"/>
            </p:cNvSpPr>
            <p:nvPr/>
          </p:nvSpPr>
          <p:spPr>
            <a:xfrm>
              <a:off x="15540730" y="3481177"/>
              <a:ext cx="33211" cy="3028"/>
            </a:xfrm>
            <a:custGeom>
              <a:avLst/>
              <a:gdLst/>
              <a:ahLst/>
              <a:cxnLst/>
              <a:rect l="0" t="0" r="0" b="0"/>
              <a:pathLst>
                <a:path w="33211" h="3028">
                  <a:moveTo>
                    <a:pt x="33211" y="0"/>
                  </a:moveTo>
                  <a:lnTo>
                    <a:pt x="0" y="3028"/>
                  </a:lnTo>
                </a:path>
              </a:pathLst>
            </a:custGeom>
            <a:noFill/>
            <a:ln w="20003">
              <a:solidFill>
                <a:srgbClr val="EAEDF0"/>
              </a:solidFill>
            </a:ln>
          </p:spPr>
        </p:sp>
        <p:sp>
          <p:nvSpPr>
            <p:cNvPr id="5314" name="Output_receptor__5313">
              <a:extLst>
                <a:ext uri="{FF2B5EF4-FFF2-40B4-BE49-F238E27FC236}">
                  <a16:creationId xmlns:a16="http://schemas.microsoft.com/office/drawing/2014/main" id="{947CD0C0-3BB6-8717-8545-C225C86BA51C}"/>
                </a:ext>
              </a:extLst>
            </p:cNvPr>
            <p:cNvSpPr>
              <a:spLocks noGrp="1"/>
            </p:cNvSpPr>
            <p:nvPr/>
          </p:nvSpPr>
          <p:spPr>
            <a:xfrm>
              <a:off x="15589273" y="2806637"/>
              <a:ext cx="68753" cy="14201"/>
            </a:xfrm>
            <a:custGeom>
              <a:avLst/>
              <a:gdLst/>
              <a:ahLst/>
              <a:cxnLst/>
              <a:rect l="0" t="0" r="0" b="0"/>
              <a:pathLst>
                <a:path w="68753" h="14201">
                  <a:moveTo>
                    <a:pt x="0" y="14201"/>
                  </a:moveTo>
                  <a:lnTo>
                    <a:pt x="68753" y="0"/>
                  </a:lnTo>
                </a:path>
              </a:pathLst>
            </a:custGeom>
            <a:noFill/>
            <a:ln w="20003">
              <a:solidFill>
                <a:srgbClr val="EAEDF0"/>
              </a:solidFill>
            </a:ln>
          </p:spPr>
        </p:sp>
        <p:sp>
          <p:nvSpPr>
            <p:cNvPr id="5315" name="Output_receptor__5314">
              <a:extLst>
                <a:ext uri="{FF2B5EF4-FFF2-40B4-BE49-F238E27FC236}">
                  <a16:creationId xmlns:a16="http://schemas.microsoft.com/office/drawing/2014/main" id="{C36114D0-56D8-4BFE-BB65-DDF6985747DB}"/>
                </a:ext>
              </a:extLst>
            </p:cNvPr>
            <p:cNvSpPr>
              <a:spLocks noGrp="1"/>
            </p:cNvSpPr>
            <p:nvPr/>
          </p:nvSpPr>
          <p:spPr>
            <a:xfrm>
              <a:off x="15637585" y="4020373"/>
              <a:ext cx="10736" cy="70025"/>
            </a:xfrm>
            <a:custGeom>
              <a:avLst/>
              <a:gdLst/>
              <a:ahLst/>
              <a:cxnLst/>
              <a:rect l="0" t="0" r="0" b="0"/>
              <a:pathLst>
                <a:path w="10736" h="70025">
                  <a:moveTo>
                    <a:pt x="0" y="0"/>
                  </a:moveTo>
                  <a:lnTo>
                    <a:pt x="10736" y="70025"/>
                  </a:lnTo>
                </a:path>
              </a:pathLst>
            </a:custGeom>
            <a:noFill/>
            <a:ln w="8096">
              <a:solidFill>
                <a:srgbClr val="EAEDF0"/>
              </a:solidFill>
            </a:ln>
          </p:spPr>
        </p:sp>
        <p:sp>
          <p:nvSpPr>
            <p:cNvPr id="5316" name="Output_receptor__5315">
              <a:extLst>
                <a:ext uri="{FF2B5EF4-FFF2-40B4-BE49-F238E27FC236}">
                  <a16:creationId xmlns:a16="http://schemas.microsoft.com/office/drawing/2014/main" id="{46D90CB6-AF89-5E7D-C37B-49811BE2EC5B}"/>
                </a:ext>
              </a:extLst>
            </p:cNvPr>
            <p:cNvSpPr>
              <a:spLocks noGrp="1"/>
            </p:cNvSpPr>
            <p:nvPr/>
          </p:nvSpPr>
          <p:spPr>
            <a:xfrm>
              <a:off x="16084592" y="3779120"/>
              <a:ext cx="46545" cy="27456"/>
            </a:xfrm>
            <a:custGeom>
              <a:avLst/>
              <a:gdLst/>
              <a:ahLst/>
              <a:cxnLst/>
              <a:rect l="0" t="0" r="0" b="0"/>
              <a:pathLst>
                <a:path w="46545" h="27456">
                  <a:moveTo>
                    <a:pt x="0" y="27456"/>
                  </a:moveTo>
                  <a:lnTo>
                    <a:pt x="46545" y="0"/>
                  </a:lnTo>
                </a:path>
              </a:pathLst>
            </a:custGeom>
            <a:noFill/>
            <a:ln w="8096">
              <a:solidFill>
                <a:srgbClr val="EAEDF0"/>
              </a:solidFill>
            </a:ln>
          </p:spPr>
        </p:sp>
        <p:sp>
          <p:nvSpPr>
            <p:cNvPr id="5317" name="Output_receptor__5316">
              <a:extLst>
                <a:ext uri="{FF2B5EF4-FFF2-40B4-BE49-F238E27FC236}">
                  <a16:creationId xmlns:a16="http://schemas.microsoft.com/office/drawing/2014/main" id="{405FB632-1136-72FA-1292-C9ECBF78E951}"/>
                </a:ext>
              </a:extLst>
            </p:cNvPr>
            <p:cNvSpPr>
              <a:spLocks noGrp="1"/>
            </p:cNvSpPr>
            <p:nvPr/>
          </p:nvSpPr>
          <p:spPr>
            <a:xfrm>
              <a:off x="15561934" y="4292922"/>
              <a:ext cx="15478" cy="31859"/>
            </a:xfrm>
            <a:custGeom>
              <a:avLst/>
              <a:gdLst/>
              <a:ahLst/>
              <a:cxnLst/>
              <a:rect l="0" t="0" r="0" b="0"/>
              <a:pathLst>
                <a:path w="15478" h="31859">
                  <a:moveTo>
                    <a:pt x="15478" y="0"/>
                  </a:moveTo>
                  <a:lnTo>
                    <a:pt x="0" y="31859"/>
                  </a:lnTo>
                </a:path>
              </a:pathLst>
            </a:custGeom>
            <a:noFill/>
            <a:ln w="8096">
              <a:solidFill>
                <a:srgbClr val="EAEDF0"/>
              </a:solidFill>
            </a:ln>
          </p:spPr>
        </p:sp>
        <p:sp>
          <p:nvSpPr>
            <p:cNvPr id="5318" name="Output_receptor__5317">
              <a:extLst>
                <a:ext uri="{FF2B5EF4-FFF2-40B4-BE49-F238E27FC236}">
                  <a16:creationId xmlns:a16="http://schemas.microsoft.com/office/drawing/2014/main" id="{7E04E4BB-F75D-A16C-11C6-6359EA1F38A0}"/>
                </a:ext>
              </a:extLst>
            </p:cNvPr>
            <p:cNvSpPr>
              <a:spLocks noGrp="1"/>
            </p:cNvSpPr>
            <p:nvPr/>
          </p:nvSpPr>
          <p:spPr>
            <a:xfrm>
              <a:off x="15650658" y="4229123"/>
              <a:ext cx="69173" cy="16055"/>
            </a:xfrm>
            <a:custGeom>
              <a:avLst/>
              <a:gdLst/>
              <a:ahLst/>
              <a:cxnLst/>
              <a:rect l="0" t="0" r="0" b="0"/>
              <a:pathLst>
                <a:path w="69173" h="16055">
                  <a:moveTo>
                    <a:pt x="69173" y="16055"/>
                  </a:moveTo>
                  <a:lnTo>
                    <a:pt x="0" y="0"/>
                  </a:lnTo>
                </a:path>
              </a:pathLst>
            </a:custGeom>
            <a:noFill/>
            <a:ln w="20003">
              <a:solidFill>
                <a:srgbClr val="EAEDF0"/>
              </a:solidFill>
            </a:ln>
          </p:spPr>
        </p:sp>
        <p:sp>
          <p:nvSpPr>
            <p:cNvPr id="5319" name="Output_receptor__5318">
              <a:extLst>
                <a:ext uri="{FF2B5EF4-FFF2-40B4-BE49-F238E27FC236}">
                  <a16:creationId xmlns:a16="http://schemas.microsoft.com/office/drawing/2014/main" id="{90C437D2-240A-BFB7-05F7-53A45694A1D4}"/>
                </a:ext>
              </a:extLst>
            </p:cNvPr>
            <p:cNvSpPr>
              <a:spLocks noGrp="1"/>
            </p:cNvSpPr>
            <p:nvPr/>
          </p:nvSpPr>
          <p:spPr>
            <a:xfrm>
              <a:off x="16041444" y="3153685"/>
              <a:ext cx="62290" cy="24414"/>
            </a:xfrm>
            <a:custGeom>
              <a:avLst/>
              <a:gdLst/>
              <a:ahLst/>
              <a:cxnLst/>
              <a:rect l="0" t="0" r="0" b="0"/>
              <a:pathLst>
                <a:path w="62290" h="24414">
                  <a:moveTo>
                    <a:pt x="0" y="0"/>
                  </a:moveTo>
                  <a:lnTo>
                    <a:pt x="62290" y="24414"/>
                  </a:lnTo>
                </a:path>
              </a:pathLst>
            </a:custGeom>
            <a:noFill/>
            <a:ln w="20003">
              <a:solidFill>
                <a:srgbClr val="EAEDF0"/>
              </a:solidFill>
            </a:ln>
          </p:spPr>
        </p:sp>
        <p:sp>
          <p:nvSpPr>
            <p:cNvPr id="5320" name="Output_receptor__5319">
              <a:extLst>
                <a:ext uri="{FF2B5EF4-FFF2-40B4-BE49-F238E27FC236}">
                  <a16:creationId xmlns:a16="http://schemas.microsoft.com/office/drawing/2014/main" id="{74082412-C1CF-52A1-1666-0B1613DBA10D}"/>
                </a:ext>
              </a:extLst>
            </p:cNvPr>
            <p:cNvSpPr>
              <a:spLocks noGrp="1"/>
            </p:cNvSpPr>
            <p:nvPr/>
          </p:nvSpPr>
          <p:spPr>
            <a:xfrm>
              <a:off x="16450060" y="3353403"/>
              <a:ext cx="4643" cy="40014"/>
            </a:xfrm>
            <a:custGeom>
              <a:avLst/>
              <a:gdLst/>
              <a:ahLst/>
              <a:cxnLst/>
              <a:rect l="0" t="0" r="0" b="0"/>
              <a:pathLst>
                <a:path w="4643" h="40014">
                  <a:moveTo>
                    <a:pt x="4643" y="40014"/>
                  </a:moveTo>
                  <a:lnTo>
                    <a:pt x="0" y="0"/>
                  </a:lnTo>
                </a:path>
              </a:pathLst>
            </a:custGeom>
            <a:noFill/>
            <a:ln w="20003">
              <a:solidFill>
                <a:srgbClr val="EAEDF0"/>
              </a:solidFill>
            </a:ln>
          </p:spPr>
        </p:sp>
        <p:sp>
          <p:nvSpPr>
            <p:cNvPr id="5321" name="Output_receptor__5320">
              <a:extLst>
                <a:ext uri="{FF2B5EF4-FFF2-40B4-BE49-F238E27FC236}">
                  <a16:creationId xmlns:a16="http://schemas.microsoft.com/office/drawing/2014/main" id="{491156AB-4E78-91EA-1F4F-047673798167}"/>
                </a:ext>
              </a:extLst>
            </p:cNvPr>
            <p:cNvSpPr>
              <a:spLocks noGrp="1"/>
            </p:cNvSpPr>
            <p:nvPr/>
          </p:nvSpPr>
          <p:spPr>
            <a:xfrm>
              <a:off x="16159119" y="3262683"/>
              <a:ext cx="42203" cy="11080"/>
            </a:xfrm>
            <a:custGeom>
              <a:avLst/>
              <a:gdLst/>
              <a:ahLst/>
              <a:cxnLst/>
              <a:rect l="0" t="0" r="0" b="0"/>
              <a:pathLst>
                <a:path w="42203" h="11080">
                  <a:moveTo>
                    <a:pt x="0" y="0"/>
                  </a:moveTo>
                  <a:lnTo>
                    <a:pt x="42203" y="11080"/>
                  </a:lnTo>
                </a:path>
              </a:pathLst>
            </a:custGeom>
            <a:noFill/>
            <a:ln w="20003">
              <a:solidFill>
                <a:srgbClr val="EAEDF0"/>
              </a:solidFill>
            </a:ln>
          </p:spPr>
        </p:sp>
        <p:sp>
          <p:nvSpPr>
            <p:cNvPr id="5322" name="Output_receptor__5321">
              <a:extLst>
                <a:ext uri="{FF2B5EF4-FFF2-40B4-BE49-F238E27FC236}">
                  <a16:creationId xmlns:a16="http://schemas.microsoft.com/office/drawing/2014/main" id="{88553D0C-9F29-5FEF-C45F-0D76B13127C8}"/>
                </a:ext>
              </a:extLst>
            </p:cNvPr>
            <p:cNvSpPr>
              <a:spLocks noGrp="1"/>
            </p:cNvSpPr>
            <p:nvPr/>
          </p:nvSpPr>
          <p:spPr>
            <a:xfrm>
              <a:off x="16272386" y="3984626"/>
              <a:ext cx="30160" cy="57831"/>
            </a:xfrm>
            <a:custGeom>
              <a:avLst/>
              <a:gdLst/>
              <a:ahLst/>
              <a:cxnLst/>
              <a:rect l="0" t="0" r="0" b="0"/>
              <a:pathLst>
                <a:path w="30160" h="57831">
                  <a:moveTo>
                    <a:pt x="30160" y="0"/>
                  </a:moveTo>
                  <a:lnTo>
                    <a:pt x="0" y="57831"/>
                  </a:lnTo>
                </a:path>
              </a:pathLst>
            </a:custGeom>
            <a:noFill/>
            <a:ln w="20003">
              <a:solidFill>
                <a:srgbClr val="EAEDF0"/>
              </a:solidFill>
            </a:ln>
          </p:spPr>
        </p:sp>
        <p:sp>
          <p:nvSpPr>
            <p:cNvPr id="5323" name="Output_receptor__5322">
              <a:extLst>
                <a:ext uri="{FF2B5EF4-FFF2-40B4-BE49-F238E27FC236}">
                  <a16:creationId xmlns:a16="http://schemas.microsoft.com/office/drawing/2014/main" id="{4AD379A1-40F1-9667-15E6-D09DF7518E15}"/>
                </a:ext>
              </a:extLst>
            </p:cNvPr>
            <p:cNvSpPr>
              <a:spLocks noGrp="1"/>
            </p:cNvSpPr>
            <p:nvPr/>
          </p:nvSpPr>
          <p:spPr>
            <a:xfrm>
              <a:off x="15351404" y="3538815"/>
              <a:ext cx="64717" cy="30261"/>
            </a:xfrm>
            <a:custGeom>
              <a:avLst/>
              <a:gdLst/>
              <a:ahLst/>
              <a:cxnLst/>
              <a:rect l="0" t="0" r="0" b="0"/>
              <a:pathLst>
                <a:path w="64717" h="30261">
                  <a:moveTo>
                    <a:pt x="0" y="0"/>
                  </a:moveTo>
                  <a:lnTo>
                    <a:pt x="64717" y="30261"/>
                  </a:lnTo>
                </a:path>
              </a:pathLst>
            </a:custGeom>
            <a:noFill/>
            <a:ln w="8096">
              <a:solidFill>
                <a:srgbClr val="EAEDF0"/>
              </a:solidFill>
            </a:ln>
          </p:spPr>
        </p:sp>
        <p:sp>
          <p:nvSpPr>
            <p:cNvPr id="5324" name="Output_receptor__5323">
              <a:extLst>
                <a:ext uri="{FF2B5EF4-FFF2-40B4-BE49-F238E27FC236}">
                  <a16:creationId xmlns:a16="http://schemas.microsoft.com/office/drawing/2014/main" id="{CF7ED30E-1B45-FB13-3461-E01F30D51BD6}"/>
                </a:ext>
              </a:extLst>
            </p:cNvPr>
            <p:cNvSpPr>
              <a:spLocks noGrp="1"/>
            </p:cNvSpPr>
            <p:nvPr/>
          </p:nvSpPr>
          <p:spPr>
            <a:xfrm>
              <a:off x="15420305" y="3790973"/>
              <a:ext cx="15303" cy="24436"/>
            </a:xfrm>
            <a:custGeom>
              <a:avLst/>
              <a:gdLst/>
              <a:ahLst/>
              <a:cxnLst/>
              <a:rect l="0" t="0" r="0" b="0"/>
              <a:pathLst>
                <a:path w="15303" h="24436">
                  <a:moveTo>
                    <a:pt x="0" y="0"/>
                  </a:moveTo>
                  <a:lnTo>
                    <a:pt x="15303" y="24436"/>
                  </a:lnTo>
                </a:path>
              </a:pathLst>
            </a:custGeom>
            <a:noFill/>
            <a:ln w="8096">
              <a:solidFill>
                <a:srgbClr val="EAEDF0"/>
              </a:solidFill>
            </a:ln>
          </p:spPr>
        </p:sp>
        <p:sp>
          <p:nvSpPr>
            <p:cNvPr id="5325" name="Output_receptor__5324">
              <a:extLst>
                <a:ext uri="{FF2B5EF4-FFF2-40B4-BE49-F238E27FC236}">
                  <a16:creationId xmlns:a16="http://schemas.microsoft.com/office/drawing/2014/main" id="{54A8C33D-38A7-5710-C2C3-BD8BC4EE0FFA}"/>
                </a:ext>
              </a:extLst>
            </p:cNvPr>
            <p:cNvSpPr>
              <a:spLocks noGrp="1"/>
            </p:cNvSpPr>
            <p:nvPr/>
          </p:nvSpPr>
          <p:spPr>
            <a:xfrm>
              <a:off x="16103734" y="3173534"/>
              <a:ext cx="63988" cy="4565"/>
            </a:xfrm>
            <a:custGeom>
              <a:avLst/>
              <a:gdLst/>
              <a:ahLst/>
              <a:cxnLst/>
              <a:rect l="0" t="0" r="0" b="0"/>
              <a:pathLst>
                <a:path w="63988" h="4565">
                  <a:moveTo>
                    <a:pt x="0" y="4565"/>
                  </a:moveTo>
                  <a:lnTo>
                    <a:pt x="63988" y="0"/>
                  </a:lnTo>
                </a:path>
              </a:pathLst>
            </a:custGeom>
            <a:noFill/>
            <a:ln w="20003">
              <a:solidFill>
                <a:srgbClr val="EAEDF0"/>
              </a:solidFill>
            </a:ln>
          </p:spPr>
        </p:sp>
        <p:sp>
          <p:nvSpPr>
            <p:cNvPr id="5326" name="Output_receptor__5325">
              <a:extLst>
                <a:ext uri="{FF2B5EF4-FFF2-40B4-BE49-F238E27FC236}">
                  <a16:creationId xmlns:a16="http://schemas.microsoft.com/office/drawing/2014/main" id="{53676FE7-40E0-D6CB-0418-3EA3F3F221F3}"/>
                </a:ext>
              </a:extLst>
            </p:cNvPr>
            <p:cNvSpPr>
              <a:spLocks noGrp="1"/>
            </p:cNvSpPr>
            <p:nvPr/>
          </p:nvSpPr>
          <p:spPr>
            <a:xfrm>
              <a:off x="15973198" y="3153685"/>
              <a:ext cx="68246" cy="12305"/>
            </a:xfrm>
            <a:custGeom>
              <a:avLst/>
              <a:gdLst/>
              <a:ahLst/>
              <a:cxnLst/>
              <a:rect l="0" t="0" r="0" b="0"/>
              <a:pathLst>
                <a:path w="68246" h="12305">
                  <a:moveTo>
                    <a:pt x="0" y="12305"/>
                  </a:moveTo>
                  <a:lnTo>
                    <a:pt x="68246" y="0"/>
                  </a:lnTo>
                </a:path>
              </a:pathLst>
            </a:custGeom>
            <a:noFill/>
            <a:ln w="20003">
              <a:solidFill>
                <a:srgbClr val="EAEDF0"/>
              </a:solidFill>
            </a:ln>
          </p:spPr>
        </p:sp>
        <p:sp>
          <p:nvSpPr>
            <p:cNvPr id="5327" name="Output_receptor__5326">
              <a:extLst>
                <a:ext uri="{FF2B5EF4-FFF2-40B4-BE49-F238E27FC236}">
                  <a16:creationId xmlns:a16="http://schemas.microsoft.com/office/drawing/2014/main" id="{A152EE0B-DDA9-DBCD-150C-B15013E0C480}"/>
                </a:ext>
              </a:extLst>
            </p:cNvPr>
            <p:cNvSpPr>
              <a:spLocks noGrp="1"/>
            </p:cNvSpPr>
            <p:nvPr/>
          </p:nvSpPr>
          <p:spPr>
            <a:xfrm>
              <a:off x="15523210" y="2979202"/>
              <a:ext cx="25056" cy="29284"/>
            </a:xfrm>
            <a:custGeom>
              <a:avLst/>
              <a:gdLst/>
              <a:ahLst/>
              <a:cxnLst/>
              <a:rect l="0" t="0" r="0" b="0"/>
              <a:pathLst>
                <a:path w="25056" h="29284">
                  <a:moveTo>
                    <a:pt x="0" y="29284"/>
                  </a:moveTo>
                  <a:lnTo>
                    <a:pt x="25056" y="0"/>
                  </a:lnTo>
                </a:path>
              </a:pathLst>
            </a:custGeom>
            <a:noFill/>
            <a:ln w="20003">
              <a:solidFill>
                <a:srgbClr val="EAEDF0"/>
              </a:solidFill>
            </a:ln>
          </p:spPr>
        </p:sp>
        <p:sp>
          <p:nvSpPr>
            <p:cNvPr id="5328" name="Output_receptor__5327">
              <a:extLst>
                <a:ext uri="{FF2B5EF4-FFF2-40B4-BE49-F238E27FC236}">
                  <a16:creationId xmlns:a16="http://schemas.microsoft.com/office/drawing/2014/main" id="{0028CC15-5FE4-242D-58EC-B5A352E4ADFA}"/>
                </a:ext>
              </a:extLst>
            </p:cNvPr>
            <p:cNvSpPr>
              <a:spLocks noGrp="1"/>
            </p:cNvSpPr>
            <p:nvPr/>
          </p:nvSpPr>
          <p:spPr>
            <a:xfrm>
              <a:off x="15458883" y="4474251"/>
              <a:ext cx="30693" cy="35492"/>
            </a:xfrm>
            <a:custGeom>
              <a:avLst/>
              <a:gdLst/>
              <a:ahLst/>
              <a:cxnLst/>
              <a:rect l="0" t="0" r="0" b="0"/>
              <a:pathLst>
                <a:path w="30693" h="35492">
                  <a:moveTo>
                    <a:pt x="0" y="0"/>
                  </a:moveTo>
                  <a:lnTo>
                    <a:pt x="30693" y="35492"/>
                  </a:lnTo>
                </a:path>
              </a:pathLst>
            </a:custGeom>
            <a:noFill/>
            <a:ln w="8096">
              <a:solidFill>
                <a:srgbClr val="EAEDF0"/>
              </a:solidFill>
            </a:ln>
          </p:spPr>
        </p:sp>
        <p:sp>
          <p:nvSpPr>
            <p:cNvPr id="5329" name="Output_receptor__5328">
              <a:extLst>
                <a:ext uri="{FF2B5EF4-FFF2-40B4-BE49-F238E27FC236}">
                  <a16:creationId xmlns:a16="http://schemas.microsoft.com/office/drawing/2014/main" id="{CF2E04D3-B58D-D59A-7648-6C7C9EF8B62D}"/>
                </a:ext>
              </a:extLst>
            </p:cNvPr>
            <p:cNvSpPr>
              <a:spLocks noGrp="1"/>
            </p:cNvSpPr>
            <p:nvPr/>
          </p:nvSpPr>
          <p:spPr>
            <a:xfrm>
              <a:off x="16212629" y="3957490"/>
              <a:ext cx="154" cy="12934"/>
            </a:xfrm>
            <a:custGeom>
              <a:avLst/>
              <a:gdLst/>
              <a:ahLst/>
              <a:cxnLst/>
              <a:rect l="0" t="0" r="0" b="0"/>
              <a:pathLst>
                <a:path w="154" h="12934">
                  <a:moveTo>
                    <a:pt x="154" y="0"/>
                  </a:moveTo>
                  <a:lnTo>
                    <a:pt x="0" y="12934"/>
                  </a:lnTo>
                </a:path>
              </a:pathLst>
            </a:custGeom>
            <a:noFill/>
            <a:ln w="20003">
              <a:solidFill>
                <a:srgbClr val="EAEDF0"/>
              </a:solidFill>
            </a:ln>
          </p:spPr>
        </p:sp>
        <p:sp>
          <p:nvSpPr>
            <p:cNvPr id="5330" name="Output_receptor__5329">
              <a:extLst>
                <a:ext uri="{FF2B5EF4-FFF2-40B4-BE49-F238E27FC236}">
                  <a16:creationId xmlns:a16="http://schemas.microsoft.com/office/drawing/2014/main" id="{9315D549-5F43-4CCC-AB3E-2900DAFA86A8}"/>
                </a:ext>
              </a:extLst>
            </p:cNvPr>
            <p:cNvSpPr>
              <a:spLocks noGrp="1"/>
            </p:cNvSpPr>
            <p:nvPr/>
          </p:nvSpPr>
          <p:spPr>
            <a:xfrm>
              <a:off x="15755723" y="2955876"/>
              <a:ext cx="42713" cy="47030"/>
            </a:xfrm>
            <a:custGeom>
              <a:avLst/>
              <a:gdLst/>
              <a:ahLst/>
              <a:cxnLst/>
              <a:rect l="0" t="0" r="0" b="0"/>
              <a:pathLst>
                <a:path w="42713" h="47030">
                  <a:moveTo>
                    <a:pt x="0" y="0"/>
                  </a:moveTo>
                  <a:lnTo>
                    <a:pt x="42713" y="47030"/>
                  </a:lnTo>
                </a:path>
              </a:pathLst>
            </a:custGeom>
            <a:noFill/>
            <a:ln w="20003">
              <a:solidFill>
                <a:srgbClr val="EAEDF0"/>
              </a:solidFill>
            </a:ln>
          </p:spPr>
        </p:sp>
        <p:sp>
          <p:nvSpPr>
            <p:cNvPr id="5331" name="Output_receptor__5330">
              <a:extLst>
                <a:ext uri="{FF2B5EF4-FFF2-40B4-BE49-F238E27FC236}">
                  <a16:creationId xmlns:a16="http://schemas.microsoft.com/office/drawing/2014/main" id="{59B47D8A-584E-D23D-F5E1-DFBDB727172F}"/>
                </a:ext>
              </a:extLst>
            </p:cNvPr>
            <p:cNvSpPr>
              <a:spLocks noGrp="1"/>
            </p:cNvSpPr>
            <p:nvPr/>
          </p:nvSpPr>
          <p:spPr>
            <a:xfrm>
              <a:off x="15566577" y="3569714"/>
              <a:ext cx="14182" cy="4353"/>
            </a:xfrm>
            <a:custGeom>
              <a:avLst/>
              <a:gdLst/>
              <a:ahLst/>
              <a:cxnLst/>
              <a:rect l="0" t="0" r="0" b="0"/>
              <a:pathLst>
                <a:path w="14182" h="4353">
                  <a:moveTo>
                    <a:pt x="14182" y="4353"/>
                  </a:moveTo>
                  <a:lnTo>
                    <a:pt x="0" y="0"/>
                  </a:lnTo>
                </a:path>
              </a:pathLst>
            </a:custGeom>
            <a:noFill/>
            <a:ln w="20003">
              <a:solidFill>
                <a:srgbClr val="EAEDF0"/>
              </a:solidFill>
            </a:ln>
          </p:spPr>
        </p:sp>
        <p:sp>
          <p:nvSpPr>
            <p:cNvPr id="5332" name="Output_receptor__5331">
              <a:extLst>
                <a:ext uri="{FF2B5EF4-FFF2-40B4-BE49-F238E27FC236}">
                  <a16:creationId xmlns:a16="http://schemas.microsoft.com/office/drawing/2014/main" id="{A0234A14-B1CF-BA64-AACB-8F05D2C82505}"/>
                </a:ext>
              </a:extLst>
            </p:cNvPr>
            <p:cNvSpPr>
              <a:spLocks noGrp="1"/>
            </p:cNvSpPr>
            <p:nvPr/>
          </p:nvSpPr>
          <p:spPr>
            <a:xfrm>
              <a:off x="16286974" y="3557004"/>
              <a:ext cx="34772" cy="59724"/>
            </a:xfrm>
            <a:custGeom>
              <a:avLst/>
              <a:gdLst/>
              <a:ahLst/>
              <a:cxnLst/>
              <a:rect l="0" t="0" r="0" b="0"/>
              <a:pathLst>
                <a:path w="34772" h="59724">
                  <a:moveTo>
                    <a:pt x="0" y="59724"/>
                  </a:moveTo>
                  <a:lnTo>
                    <a:pt x="34772" y="0"/>
                  </a:lnTo>
                </a:path>
              </a:pathLst>
            </a:custGeom>
            <a:noFill/>
            <a:ln w="20003">
              <a:solidFill>
                <a:srgbClr val="EAEDF0"/>
              </a:solidFill>
            </a:ln>
          </p:spPr>
        </p:sp>
        <p:sp>
          <p:nvSpPr>
            <p:cNvPr id="5333" name="Output_receptor__5332">
              <a:extLst>
                <a:ext uri="{FF2B5EF4-FFF2-40B4-BE49-F238E27FC236}">
                  <a16:creationId xmlns:a16="http://schemas.microsoft.com/office/drawing/2014/main" id="{75974C4E-4F06-7B14-5074-81F887A758A1}"/>
                </a:ext>
              </a:extLst>
            </p:cNvPr>
            <p:cNvSpPr>
              <a:spLocks noGrp="1"/>
            </p:cNvSpPr>
            <p:nvPr/>
          </p:nvSpPr>
          <p:spPr>
            <a:xfrm>
              <a:off x="15673301" y="2522984"/>
              <a:ext cx="40866" cy="57557"/>
            </a:xfrm>
            <a:custGeom>
              <a:avLst/>
              <a:gdLst/>
              <a:ahLst/>
              <a:cxnLst/>
              <a:rect l="0" t="0" r="0" b="0"/>
              <a:pathLst>
                <a:path w="40866" h="57557">
                  <a:moveTo>
                    <a:pt x="40866" y="0"/>
                  </a:moveTo>
                  <a:lnTo>
                    <a:pt x="0" y="57557"/>
                  </a:lnTo>
                </a:path>
              </a:pathLst>
            </a:custGeom>
            <a:noFill/>
            <a:ln w="8096">
              <a:solidFill>
                <a:srgbClr val="EAEDF0"/>
              </a:solidFill>
            </a:ln>
          </p:spPr>
        </p:sp>
        <p:sp>
          <p:nvSpPr>
            <p:cNvPr id="5334" name="Output_receptor__5333">
              <a:extLst>
                <a:ext uri="{FF2B5EF4-FFF2-40B4-BE49-F238E27FC236}">
                  <a16:creationId xmlns:a16="http://schemas.microsoft.com/office/drawing/2014/main" id="{6ED82913-42BF-C80A-BB1E-62C7DE83B1E4}"/>
                </a:ext>
              </a:extLst>
            </p:cNvPr>
            <p:cNvSpPr>
              <a:spLocks noGrp="1"/>
            </p:cNvSpPr>
            <p:nvPr/>
          </p:nvSpPr>
          <p:spPr>
            <a:xfrm>
              <a:off x="16421766" y="3609867"/>
              <a:ext cx="61442" cy="16361"/>
            </a:xfrm>
            <a:custGeom>
              <a:avLst/>
              <a:gdLst/>
              <a:ahLst/>
              <a:cxnLst/>
              <a:rect l="0" t="0" r="0" b="0"/>
              <a:pathLst>
                <a:path w="61442" h="16361">
                  <a:moveTo>
                    <a:pt x="61442" y="16361"/>
                  </a:moveTo>
                  <a:lnTo>
                    <a:pt x="0" y="0"/>
                  </a:lnTo>
                </a:path>
              </a:pathLst>
            </a:custGeom>
            <a:noFill/>
            <a:ln w="20003">
              <a:solidFill>
                <a:srgbClr val="EAEDF0"/>
              </a:solidFill>
            </a:ln>
          </p:spPr>
        </p:sp>
        <p:sp>
          <p:nvSpPr>
            <p:cNvPr id="5335" name="Output_receptor__5334">
              <a:extLst>
                <a:ext uri="{FF2B5EF4-FFF2-40B4-BE49-F238E27FC236}">
                  <a16:creationId xmlns:a16="http://schemas.microsoft.com/office/drawing/2014/main" id="{5A06CC5E-7858-3FBA-0B2C-BF42BE7BD12E}"/>
                </a:ext>
              </a:extLst>
            </p:cNvPr>
            <p:cNvSpPr>
              <a:spLocks noGrp="1"/>
            </p:cNvSpPr>
            <p:nvPr/>
          </p:nvSpPr>
          <p:spPr>
            <a:xfrm>
              <a:off x="16146458" y="2418994"/>
              <a:ext cx="48717" cy="51106"/>
            </a:xfrm>
            <a:custGeom>
              <a:avLst/>
              <a:gdLst/>
              <a:ahLst/>
              <a:cxnLst/>
              <a:rect l="0" t="0" r="0" b="0"/>
              <a:pathLst>
                <a:path w="48717" h="51106">
                  <a:moveTo>
                    <a:pt x="0" y="51106"/>
                  </a:moveTo>
                  <a:lnTo>
                    <a:pt x="48717" y="0"/>
                  </a:lnTo>
                </a:path>
              </a:pathLst>
            </a:custGeom>
            <a:noFill/>
            <a:ln w="20003">
              <a:solidFill>
                <a:srgbClr val="EAEDF0"/>
              </a:solidFill>
            </a:ln>
          </p:spPr>
        </p:sp>
        <p:sp>
          <p:nvSpPr>
            <p:cNvPr id="5336" name="Output_receptor__5335">
              <a:extLst>
                <a:ext uri="{FF2B5EF4-FFF2-40B4-BE49-F238E27FC236}">
                  <a16:creationId xmlns:a16="http://schemas.microsoft.com/office/drawing/2014/main" id="{081ADB27-0559-399F-66DC-EC80FFE6E323}"/>
                </a:ext>
              </a:extLst>
            </p:cNvPr>
            <p:cNvSpPr>
              <a:spLocks noGrp="1"/>
            </p:cNvSpPr>
            <p:nvPr/>
          </p:nvSpPr>
          <p:spPr>
            <a:xfrm>
              <a:off x="15557012" y="2820838"/>
              <a:ext cx="32261" cy="51426"/>
            </a:xfrm>
            <a:custGeom>
              <a:avLst/>
              <a:gdLst/>
              <a:ahLst/>
              <a:cxnLst/>
              <a:rect l="0" t="0" r="0" b="0"/>
              <a:pathLst>
                <a:path w="32261" h="51426">
                  <a:moveTo>
                    <a:pt x="0" y="51426"/>
                  </a:moveTo>
                  <a:lnTo>
                    <a:pt x="32261" y="0"/>
                  </a:lnTo>
                </a:path>
              </a:pathLst>
            </a:custGeom>
            <a:noFill/>
            <a:ln w="20003">
              <a:solidFill>
                <a:srgbClr val="EAEDF0"/>
              </a:solidFill>
            </a:ln>
          </p:spPr>
        </p:sp>
        <p:sp>
          <p:nvSpPr>
            <p:cNvPr id="5337" name="Output_receptor__5336">
              <a:extLst>
                <a:ext uri="{FF2B5EF4-FFF2-40B4-BE49-F238E27FC236}">
                  <a16:creationId xmlns:a16="http://schemas.microsoft.com/office/drawing/2014/main" id="{92B2C65B-3EE9-28A6-A82F-FC9613735858}"/>
                </a:ext>
              </a:extLst>
            </p:cNvPr>
            <p:cNvSpPr>
              <a:spLocks noGrp="1"/>
            </p:cNvSpPr>
            <p:nvPr/>
          </p:nvSpPr>
          <p:spPr>
            <a:xfrm>
              <a:off x="15319864" y="3349623"/>
              <a:ext cx="60342" cy="33075"/>
            </a:xfrm>
            <a:custGeom>
              <a:avLst/>
              <a:gdLst/>
              <a:ahLst/>
              <a:cxnLst/>
              <a:rect l="0" t="0" r="0" b="0"/>
              <a:pathLst>
                <a:path w="60342" h="33075">
                  <a:moveTo>
                    <a:pt x="60342" y="33075"/>
                  </a:moveTo>
                  <a:lnTo>
                    <a:pt x="0" y="0"/>
                  </a:lnTo>
                </a:path>
              </a:pathLst>
            </a:custGeom>
            <a:noFill/>
            <a:ln w="8096">
              <a:solidFill>
                <a:srgbClr val="EAEDF0"/>
              </a:solidFill>
            </a:ln>
          </p:spPr>
        </p:sp>
        <p:sp>
          <p:nvSpPr>
            <p:cNvPr id="5338" name="Output_receptor__5337">
              <a:extLst>
                <a:ext uri="{FF2B5EF4-FFF2-40B4-BE49-F238E27FC236}">
                  <a16:creationId xmlns:a16="http://schemas.microsoft.com/office/drawing/2014/main" id="{89199834-BFFC-854A-082C-22B134A1FA6B}"/>
                </a:ext>
              </a:extLst>
            </p:cNvPr>
            <p:cNvSpPr>
              <a:spLocks noGrp="1"/>
            </p:cNvSpPr>
            <p:nvPr/>
          </p:nvSpPr>
          <p:spPr>
            <a:xfrm>
              <a:off x="15755723" y="2905213"/>
              <a:ext cx="11317" cy="50663"/>
            </a:xfrm>
            <a:custGeom>
              <a:avLst/>
              <a:gdLst/>
              <a:ahLst/>
              <a:cxnLst/>
              <a:rect l="0" t="0" r="0" b="0"/>
              <a:pathLst>
                <a:path w="11317" h="50663">
                  <a:moveTo>
                    <a:pt x="11317" y="0"/>
                  </a:moveTo>
                  <a:lnTo>
                    <a:pt x="0" y="50663"/>
                  </a:lnTo>
                </a:path>
              </a:pathLst>
            </a:custGeom>
            <a:noFill/>
            <a:ln w="20003">
              <a:solidFill>
                <a:srgbClr val="EAEDF0"/>
              </a:solidFill>
            </a:ln>
          </p:spPr>
        </p:sp>
        <p:sp>
          <p:nvSpPr>
            <p:cNvPr id="5339" name="Output_receptor__5338">
              <a:extLst>
                <a:ext uri="{FF2B5EF4-FFF2-40B4-BE49-F238E27FC236}">
                  <a16:creationId xmlns:a16="http://schemas.microsoft.com/office/drawing/2014/main" id="{F8550FB4-E09B-8DBE-85F0-787BA907FF92}"/>
                </a:ext>
              </a:extLst>
            </p:cNvPr>
            <p:cNvSpPr>
              <a:spLocks noGrp="1"/>
            </p:cNvSpPr>
            <p:nvPr/>
          </p:nvSpPr>
          <p:spPr>
            <a:xfrm>
              <a:off x="15738262" y="3249765"/>
              <a:ext cx="16207" cy="47055"/>
            </a:xfrm>
            <a:custGeom>
              <a:avLst/>
              <a:gdLst/>
              <a:ahLst/>
              <a:cxnLst/>
              <a:rect l="0" t="0" r="0" b="0"/>
              <a:pathLst>
                <a:path w="16207" h="47055">
                  <a:moveTo>
                    <a:pt x="16207" y="47055"/>
                  </a:moveTo>
                  <a:lnTo>
                    <a:pt x="0" y="0"/>
                  </a:lnTo>
                </a:path>
              </a:pathLst>
            </a:custGeom>
            <a:noFill/>
            <a:ln w="20003">
              <a:solidFill>
                <a:srgbClr val="EAEDF0"/>
              </a:solidFill>
            </a:ln>
          </p:spPr>
        </p:sp>
        <p:sp>
          <p:nvSpPr>
            <p:cNvPr id="5340" name="Output_receptor__5339">
              <a:extLst>
                <a:ext uri="{FF2B5EF4-FFF2-40B4-BE49-F238E27FC236}">
                  <a16:creationId xmlns:a16="http://schemas.microsoft.com/office/drawing/2014/main" id="{2DEDEBE6-70DC-B348-58E9-790B7FE0DFA7}"/>
                </a:ext>
              </a:extLst>
            </p:cNvPr>
            <p:cNvSpPr>
              <a:spLocks noGrp="1"/>
            </p:cNvSpPr>
            <p:nvPr/>
          </p:nvSpPr>
          <p:spPr>
            <a:xfrm>
              <a:off x="15525439" y="2563673"/>
              <a:ext cx="23602" cy="22685"/>
            </a:xfrm>
            <a:custGeom>
              <a:avLst/>
              <a:gdLst/>
              <a:ahLst/>
              <a:cxnLst/>
              <a:rect l="0" t="0" r="0" b="0"/>
              <a:pathLst>
                <a:path w="23602" h="22685">
                  <a:moveTo>
                    <a:pt x="23602" y="0"/>
                  </a:moveTo>
                  <a:lnTo>
                    <a:pt x="0" y="22685"/>
                  </a:lnTo>
                </a:path>
              </a:pathLst>
            </a:custGeom>
            <a:noFill/>
            <a:ln w="8096">
              <a:solidFill>
                <a:srgbClr val="EAEDF0"/>
              </a:solidFill>
            </a:ln>
          </p:spPr>
        </p:sp>
        <p:sp>
          <p:nvSpPr>
            <p:cNvPr id="5341" name="Output_receptor__5340">
              <a:extLst>
                <a:ext uri="{FF2B5EF4-FFF2-40B4-BE49-F238E27FC236}">
                  <a16:creationId xmlns:a16="http://schemas.microsoft.com/office/drawing/2014/main" id="{BDD67714-980F-E093-48DA-A137407CE8AF}"/>
                </a:ext>
              </a:extLst>
            </p:cNvPr>
            <p:cNvSpPr>
              <a:spLocks noGrp="1"/>
            </p:cNvSpPr>
            <p:nvPr/>
          </p:nvSpPr>
          <p:spPr>
            <a:xfrm>
              <a:off x="15655707" y="3800034"/>
              <a:ext cx="16499" cy="27358"/>
            </a:xfrm>
            <a:custGeom>
              <a:avLst/>
              <a:gdLst/>
              <a:ahLst/>
              <a:cxnLst/>
              <a:rect l="0" t="0" r="0" b="0"/>
              <a:pathLst>
                <a:path w="16499" h="27358">
                  <a:moveTo>
                    <a:pt x="0" y="27358"/>
                  </a:moveTo>
                  <a:lnTo>
                    <a:pt x="16499" y="0"/>
                  </a:lnTo>
                </a:path>
              </a:pathLst>
            </a:custGeom>
            <a:noFill/>
            <a:ln w="8096">
              <a:solidFill>
                <a:srgbClr val="EAEDF0"/>
              </a:solidFill>
            </a:ln>
          </p:spPr>
        </p:sp>
        <p:sp>
          <p:nvSpPr>
            <p:cNvPr id="5342" name="Output_receptor__5341">
              <a:extLst>
                <a:ext uri="{FF2B5EF4-FFF2-40B4-BE49-F238E27FC236}">
                  <a16:creationId xmlns:a16="http://schemas.microsoft.com/office/drawing/2014/main" id="{39A65540-360F-5C77-0C60-3BE67B643AC9}"/>
                </a:ext>
              </a:extLst>
            </p:cNvPr>
            <p:cNvSpPr>
              <a:spLocks noGrp="1"/>
            </p:cNvSpPr>
            <p:nvPr/>
          </p:nvSpPr>
          <p:spPr>
            <a:xfrm>
              <a:off x="16607871" y="3775622"/>
              <a:ext cx="6958" cy="53822"/>
            </a:xfrm>
            <a:custGeom>
              <a:avLst/>
              <a:gdLst/>
              <a:ahLst/>
              <a:cxnLst/>
              <a:rect l="0" t="0" r="0" b="0"/>
              <a:pathLst>
                <a:path w="6958" h="53822">
                  <a:moveTo>
                    <a:pt x="6958" y="53822"/>
                  </a:moveTo>
                  <a:lnTo>
                    <a:pt x="0" y="0"/>
                  </a:lnTo>
                </a:path>
              </a:pathLst>
            </a:custGeom>
            <a:noFill/>
            <a:ln w="20003">
              <a:solidFill>
                <a:srgbClr val="EAEDF0"/>
              </a:solidFill>
            </a:ln>
          </p:spPr>
        </p:sp>
        <p:sp>
          <p:nvSpPr>
            <p:cNvPr id="5343" name="Output_receptor__5342">
              <a:extLst>
                <a:ext uri="{FF2B5EF4-FFF2-40B4-BE49-F238E27FC236}">
                  <a16:creationId xmlns:a16="http://schemas.microsoft.com/office/drawing/2014/main" id="{85B959CE-C37E-5EC9-A8D8-1B24B0811DB9}"/>
                </a:ext>
              </a:extLst>
            </p:cNvPr>
            <p:cNvSpPr>
              <a:spLocks noGrp="1"/>
            </p:cNvSpPr>
            <p:nvPr/>
          </p:nvSpPr>
          <p:spPr>
            <a:xfrm>
              <a:off x="15795949" y="3384400"/>
              <a:ext cx="2380" cy="66526"/>
            </a:xfrm>
            <a:custGeom>
              <a:avLst/>
              <a:gdLst/>
              <a:ahLst/>
              <a:cxnLst/>
              <a:rect l="0" t="0" r="0" b="0"/>
              <a:pathLst>
                <a:path w="2380" h="66526">
                  <a:moveTo>
                    <a:pt x="0" y="0"/>
                  </a:moveTo>
                  <a:lnTo>
                    <a:pt x="2380" y="66526"/>
                  </a:lnTo>
                </a:path>
              </a:pathLst>
            </a:custGeom>
            <a:noFill/>
            <a:ln w="20003">
              <a:solidFill>
                <a:srgbClr val="EAEDF0"/>
              </a:solidFill>
            </a:ln>
          </p:spPr>
        </p:sp>
        <p:sp>
          <p:nvSpPr>
            <p:cNvPr id="5344" name="Output_receptor__5343">
              <a:extLst>
                <a:ext uri="{FF2B5EF4-FFF2-40B4-BE49-F238E27FC236}">
                  <a16:creationId xmlns:a16="http://schemas.microsoft.com/office/drawing/2014/main" id="{72618C0F-1CE8-903C-5A5C-E9789CAC7FD9}"/>
                </a:ext>
              </a:extLst>
            </p:cNvPr>
            <p:cNvSpPr>
              <a:spLocks noGrp="1"/>
            </p:cNvSpPr>
            <p:nvPr/>
          </p:nvSpPr>
          <p:spPr>
            <a:xfrm>
              <a:off x="16177519" y="3864549"/>
              <a:ext cx="57080" cy="24075"/>
            </a:xfrm>
            <a:custGeom>
              <a:avLst/>
              <a:gdLst/>
              <a:ahLst/>
              <a:cxnLst/>
              <a:rect l="0" t="0" r="0" b="0"/>
              <a:pathLst>
                <a:path w="57080" h="24075">
                  <a:moveTo>
                    <a:pt x="0" y="0"/>
                  </a:moveTo>
                  <a:lnTo>
                    <a:pt x="57080" y="24075"/>
                  </a:lnTo>
                </a:path>
              </a:pathLst>
            </a:custGeom>
            <a:noFill/>
            <a:ln w="20003">
              <a:solidFill>
                <a:srgbClr val="EAEDF0"/>
              </a:solidFill>
            </a:ln>
          </p:spPr>
        </p:sp>
        <p:sp>
          <p:nvSpPr>
            <p:cNvPr id="5345" name="Output_receptor__5344">
              <a:extLst>
                <a:ext uri="{FF2B5EF4-FFF2-40B4-BE49-F238E27FC236}">
                  <a16:creationId xmlns:a16="http://schemas.microsoft.com/office/drawing/2014/main" id="{66E67E88-917E-93D8-6BB7-4C21EF2CBF0E}"/>
                </a:ext>
              </a:extLst>
            </p:cNvPr>
            <p:cNvSpPr>
              <a:spLocks noGrp="1"/>
            </p:cNvSpPr>
            <p:nvPr/>
          </p:nvSpPr>
          <p:spPr>
            <a:xfrm>
              <a:off x="16120271" y="3864549"/>
              <a:ext cx="57248" cy="22476"/>
            </a:xfrm>
            <a:custGeom>
              <a:avLst/>
              <a:gdLst/>
              <a:ahLst/>
              <a:cxnLst/>
              <a:rect l="0" t="0" r="0" b="0"/>
              <a:pathLst>
                <a:path w="57248" h="22476">
                  <a:moveTo>
                    <a:pt x="0" y="22476"/>
                  </a:moveTo>
                  <a:lnTo>
                    <a:pt x="57248" y="0"/>
                  </a:lnTo>
                </a:path>
              </a:pathLst>
            </a:custGeom>
            <a:noFill/>
            <a:ln w="20003">
              <a:solidFill>
                <a:srgbClr val="EAEDF0"/>
              </a:solidFill>
            </a:ln>
          </p:spPr>
        </p:sp>
        <p:sp>
          <p:nvSpPr>
            <p:cNvPr id="5346" name="Output_receptor__5345">
              <a:extLst>
                <a:ext uri="{FF2B5EF4-FFF2-40B4-BE49-F238E27FC236}">
                  <a16:creationId xmlns:a16="http://schemas.microsoft.com/office/drawing/2014/main" id="{2C3E6B60-F3DF-E044-A74D-71F603B535A7}"/>
                </a:ext>
              </a:extLst>
            </p:cNvPr>
            <p:cNvSpPr>
              <a:spLocks noGrp="1"/>
            </p:cNvSpPr>
            <p:nvPr/>
          </p:nvSpPr>
          <p:spPr>
            <a:xfrm>
              <a:off x="15898857" y="3287135"/>
              <a:ext cx="68651" cy="7421"/>
            </a:xfrm>
            <a:custGeom>
              <a:avLst/>
              <a:gdLst/>
              <a:ahLst/>
              <a:cxnLst/>
              <a:rect l="0" t="0" r="0" b="0"/>
              <a:pathLst>
                <a:path w="68651" h="7421">
                  <a:moveTo>
                    <a:pt x="0" y="7421"/>
                  </a:moveTo>
                  <a:lnTo>
                    <a:pt x="68651" y="0"/>
                  </a:lnTo>
                </a:path>
              </a:pathLst>
            </a:custGeom>
            <a:noFill/>
            <a:ln w="20003">
              <a:solidFill>
                <a:srgbClr val="EAEDF0"/>
              </a:solidFill>
            </a:ln>
          </p:spPr>
        </p:sp>
        <p:sp>
          <p:nvSpPr>
            <p:cNvPr id="5347" name="Output_receptor__5346">
              <a:extLst>
                <a:ext uri="{FF2B5EF4-FFF2-40B4-BE49-F238E27FC236}">
                  <a16:creationId xmlns:a16="http://schemas.microsoft.com/office/drawing/2014/main" id="{D04B5D39-7FD2-735E-6AF1-BCA695C2718F}"/>
                </a:ext>
              </a:extLst>
            </p:cNvPr>
            <p:cNvSpPr>
              <a:spLocks noGrp="1"/>
            </p:cNvSpPr>
            <p:nvPr/>
          </p:nvSpPr>
          <p:spPr>
            <a:xfrm>
              <a:off x="16238716" y="3095493"/>
              <a:ext cx="45651" cy="21381"/>
            </a:xfrm>
            <a:custGeom>
              <a:avLst/>
              <a:gdLst/>
              <a:ahLst/>
              <a:cxnLst/>
              <a:rect l="0" t="0" r="0" b="0"/>
              <a:pathLst>
                <a:path w="45651" h="21381">
                  <a:moveTo>
                    <a:pt x="0" y="0"/>
                  </a:moveTo>
                  <a:lnTo>
                    <a:pt x="45651" y="21381"/>
                  </a:lnTo>
                </a:path>
              </a:pathLst>
            </a:custGeom>
            <a:noFill/>
            <a:ln w="20003">
              <a:solidFill>
                <a:srgbClr val="EAEDF0"/>
              </a:solidFill>
            </a:ln>
          </p:spPr>
        </p:sp>
        <p:sp>
          <p:nvSpPr>
            <p:cNvPr id="5348" name="Output_receptor__5347">
              <a:extLst>
                <a:ext uri="{FF2B5EF4-FFF2-40B4-BE49-F238E27FC236}">
                  <a16:creationId xmlns:a16="http://schemas.microsoft.com/office/drawing/2014/main" id="{CFEB4FB6-4343-465C-7238-C99FE215DE3C}"/>
                </a:ext>
              </a:extLst>
            </p:cNvPr>
            <p:cNvSpPr>
              <a:spLocks noGrp="1"/>
            </p:cNvSpPr>
            <p:nvPr/>
          </p:nvSpPr>
          <p:spPr>
            <a:xfrm>
              <a:off x="15493704" y="2872264"/>
              <a:ext cx="63309" cy="29199"/>
            </a:xfrm>
            <a:custGeom>
              <a:avLst/>
              <a:gdLst/>
              <a:ahLst/>
              <a:cxnLst/>
              <a:rect l="0" t="0" r="0" b="0"/>
              <a:pathLst>
                <a:path w="63309" h="29199">
                  <a:moveTo>
                    <a:pt x="0" y="29199"/>
                  </a:moveTo>
                  <a:lnTo>
                    <a:pt x="63309" y="0"/>
                  </a:lnTo>
                </a:path>
              </a:pathLst>
            </a:custGeom>
            <a:noFill/>
            <a:ln w="20003">
              <a:solidFill>
                <a:srgbClr val="EAEDF0"/>
              </a:solidFill>
            </a:ln>
          </p:spPr>
        </p:sp>
        <p:sp>
          <p:nvSpPr>
            <p:cNvPr id="5349" name="Output_receptor__5348">
              <a:extLst>
                <a:ext uri="{FF2B5EF4-FFF2-40B4-BE49-F238E27FC236}">
                  <a16:creationId xmlns:a16="http://schemas.microsoft.com/office/drawing/2014/main" id="{A3D85813-C172-023A-FAF1-FC30885AFB18}"/>
                </a:ext>
              </a:extLst>
            </p:cNvPr>
            <p:cNvSpPr>
              <a:spLocks noGrp="1"/>
            </p:cNvSpPr>
            <p:nvPr/>
          </p:nvSpPr>
          <p:spPr>
            <a:xfrm>
              <a:off x="15586011" y="3653958"/>
              <a:ext cx="3778" cy="9110"/>
            </a:xfrm>
            <a:custGeom>
              <a:avLst/>
              <a:gdLst/>
              <a:ahLst/>
              <a:cxnLst/>
              <a:rect l="0" t="0" r="0" b="0"/>
              <a:pathLst>
                <a:path w="3778" h="9110">
                  <a:moveTo>
                    <a:pt x="0" y="9110"/>
                  </a:moveTo>
                  <a:lnTo>
                    <a:pt x="3778" y="0"/>
                  </a:lnTo>
                </a:path>
              </a:pathLst>
            </a:custGeom>
            <a:noFill/>
            <a:ln w="20003">
              <a:solidFill>
                <a:srgbClr val="EAEDF0"/>
              </a:solidFill>
            </a:ln>
          </p:spPr>
        </p:sp>
        <p:sp>
          <p:nvSpPr>
            <p:cNvPr id="5350" name="Output_receptor__5349">
              <a:extLst>
                <a:ext uri="{FF2B5EF4-FFF2-40B4-BE49-F238E27FC236}">
                  <a16:creationId xmlns:a16="http://schemas.microsoft.com/office/drawing/2014/main" id="{C0CFC59A-2B0C-BC7B-FE85-878E7CBB41A5}"/>
                </a:ext>
              </a:extLst>
            </p:cNvPr>
            <p:cNvSpPr>
              <a:spLocks noGrp="1"/>
            </p:cNvSpPr>
            <p:nvPr/>
          </p:nvSpPr>
          <p:spPr>
            <a:xfrm>
              <a:off x="15380205" y="3322910"/>
              <a:ext cx="39614" cy="59787"/>
            </a:xfrm>
            <a:custGeom>
              <a:avLst/>
              <a:gdLst/>
              <a:ahLst/>
              <a:cxnLst/>
              <a:rect l="0" t="0" r="0" b="0"/>
              <a:pathLst>
                <a:path w="39614" h="59787">
                  <a:moveTo>
                    <a:pt x="39614" y="0"/>
                  </a:moveTo>
                  <a:lnTo>
                    <a:pt x="0" y="59787"/>
                  </a:lnTo>
                </a:path>
              </a:pathLst>
            </a:custGeom>
            <a:noFill/>
            <a:ln w="8096">
              <a:solidFill>
                <a:srgbClr val="EAEDF0"/>
              </a:solidFill>
            </a:ln>
          </p:spPr>
        </p:sp>
        <p:sp>
          <p:nvSpPr>
            <p:cNvPr id="5351" name="Output_receptor__5350">
              <a:extLst>
                <a:ext uri="{FF2B5EF4-FFF2-40B4-BE49-F238E27FC236}">
                  <a16:creationId xmlns:a16="http://schemas.microsoft.com/office/drawing/2014/main" id="{B9CF1B54-71EA-83C9-2C18-A95CD9379B34}"/>
                </a:ext>
              </a:extLst>
            </p:cNvPr>
            <p:cNvSpPr>
              <a:spLocks noGrp="1"/>
            </p:cNvSpPr>
            <p:nvPr/>
          </p:nvSpPr>
          <p:spPr>
            <a:xfrm>
              <a:off x="16483207" y="3626229"/>
              <a:ext cx="47047" cy="53780"/>
            </a:xfrm>
            <a:custGeom>
              <a:avLst/>
              <a:gdLst/>
              <a:ahLst/>
              <a:cxnLst/>
              <a:rect l="0" t="0" r="0" b="0"/>
              <a:pathLst>
                <a:path w="47047" h="53780">
                  <a:moveTo>
                    <a:pt x="47047" y="53780"/>
                  </a:moveTo>
                  <a:lnTo>
                    <a:pt x="0" y="0"/>
                  </a:lnTo>
                </a:path>
              </a:pathLst>
            </a:custGeom>
            <a:noFill/>
            <a:ln w="20003">
              <a:solidFill>
                <a:srgbClr val="EAEDF0"/>
              </a:solidFill>
            </a:ln>
          </p:spPr>
        </p:sp>
        <p:sp>
          <p:nvSpPr>
            <p:cNvPr id="5352" name="Output_receptor__5351">
              <a:extLst>
                <a:ext uri="{FF2B5EF4-FFF2-40B4-BE49-F238E27FC236}">
                  <a16:creationId xmlns:a16="http://schemas.microsoft.com/office/drawing/2014/main" id="{A1584922-3940-FF23-D7C8-7DE1E176C4A1}"/>
                </a:ext>
              </a:extLst>
            </p:cNvPr>
            <p:cNvSpPr>
              <a:spLocks noGrp="1"/>
            </p:cNvSpPr>
            <p:nvPr/>
          </p:nvSpPr>
          <p:spPr>
            <a:xfrm>
              <a:off x="16195176" y="2409681"/>
              <a:ext cx="70618" cy="9312"/>
            </a:xfrm>
            <a:custGeom>
              <a:avLst/>
              <a:gdLst/>
              <a:ahLst/>
              <a:cxnLst/>
              <a:rect l="0" t="0" r="0" b="0"/>
              <a:pathLst>
                <a:path w="70618" h="9312">
                  <a:moveTo>
                    <a:pt x="0" y="9312"/>
                  </a:moveTo>
                  <a:lnTo>
                    <a:pt x="70618" y="0"/>
                  </a:lnTo>
                </a:path>
              </a:pathLst>
            </a:custGeom>
            <a:noFill/>
            <a:ln w="20003">
              <a:solidFill>
                <a:srgbClr val="EAEDF0"/>
              </a:solidFill>
            </a:ln>
          </p:spPr>
        </p:sp>
        <p:sp>
          <p:nvSpPr>
            <p:cNvPr id="5353" name="Output_receptor__5352">
              <a:extLst>
                <a:ext uri="{FF2B5EF4-FFF2-40B4-BE49-F238E27FC236}">
                  <a16:creationId xmlns:a16="http://schemas.microsoft.com/office/drawing/2014/main" id="{02B519DA-BE37-A045-8BED-5B709396B31C}"/>
                </a:ext>
              </a:extLst>
            </p:cNvPr>
            <p:cNvSpPr>
              <a:spLocks noGrp="1"/>
            </p:cNvSpPr>
            <p:nvPr/>
          </p:nvSpPr>
          <p:spPr>
            <a:xfrm>
              <a:off x="16088433" y="3262683"/>
              <a:ext cx="70686" cy="376"/>
            </a:xfrm>
            <a:custGeom>
              <a:avLst/>
              <a:gdLst/>
              <a:ahLst/>
              <a:cxnLst/>
              <a:rect l="0" t="0" r="0" b="0"/>
              <a:pathLst>
                <a:path w="70686" h="376">
                  <a:moveTo>
                    <a:pt x="0" y="376"/>
                  </a:moveTo>
                  <a:lnTo>
                    <a:pt x="70686" y="0"/>
                  </a:lnTo>
                </a:path>
              </a:pathLst>
            </a:custGeom>
            <a:noFill/>
            <a:ln w="20003">
              <a:solidFill>
                <a:srgbClr val="EAEDF0"/>
              </a:solidFill>
            </a:ln>
          </p:spPr>
        </p:sp>
        <p:sp>
          <p:nvSpPr>
            <p:cNvPr id="5354" name="Output_receptor__5353">
              <a:extLst>
                <a:ext uri="{FF2B5EF4-FFF2-40B4-BE49-F238E27FC236}">
                  <a16:creationId xmlns:a16="http://schemas.microsoft.com/office/drawing/2014/main" id="{9BF84CB0-EE88-3319-1866-33FC6CEC5080}"/>
                </a:ext>
              </a:extLst>
            </p:cNvPr>
            <p:cNvSpPr>
              <a:spLocks noGrp="1"/>
            </p:cNvSpPr>
            <p:nvPr/>
          </p:nvSpPr>
          <p:spPr>
            <a:xfrm>
              <a:off x="15714167" y="2522984"/>
              <a:ext cx="68657" cy="15737"/>
            </a:xfrm>
            <a:custGeom>
              <a:avLst/>
              <a:gdLst/>
              <a:ahLst/>
              <a:cxnLst/>
              <a:rect l="0" t="0" r="0" b="0"/>
              <a:pathLst>
                <a:path w="68657" h="15737">
                  <a:moveTo>
                    <a:pt x="68657" y="15737"/>
                  </a:moveTo>
                  <a:lnTo>
                    <a:pt x="0" y="0"/>
                  </a:lnTo>
                </a:path>
              </a:pathLst>
            </a:custGeom>
            <a:noFill/>
            <a:ln w="8096">
              <a:solidFill>
                <a:srgbClr val="EAEDF0"/>
              </a:solidFill>
            </a:ln>
          </p:spPr>
        </p:sp>
        <p:sp>
          <p:nvSpPr>
            <p:cNvPr id="5355" name="Output_receptor__5354">
              <a:extLst>
                <a:ext uri="{FF2B5EF4-FFF2-40B4-BE49-F238E27FC236}">
                  <a16:creationId xmlns:a16="http://schemas.microsoft.com/office/drawing/2014/main" id="{840C297C-B0AD-76D8-1B16-DB2D2BA13B0D}"/>
                </a:ext>
              </a:extLst>
            </p:cNvPr>
            <p:cNvSpPr>
              <a:spLocks noGrp="1"/>
            </p:cNvSpPr>
            <p:nvPr/>
          </p:nvSpPr>
          <p:spPr>
            <a:xfrm>
              <a:off x="16565993" y="3829444"/>
              <a:ext cx="48836" cy="41007"/>
            </a:xfrm>
            <a:custGeom>
              <a:avLst/>
              <a:gdLst/>
              <a:ahLst/>
              <a:cxnLst/>
              <a:rect l="0" t="0" r="0" b="0"/>
              <a:pathLst>
                <a:path w="48836" h="41007">
                  <a:moveTo>
                    <a:pt x="0" y="41007"/>
                  </a:moveTo>
                  <a:lnTo>
                    <a:pt x="48836" y="0"/>
                  </a:lnTo>
                </a:path>
              </a:pathLst>
            </a:custGeom>
            <a:noFill/>
            <a:ln w="20003">
              <a:solidFill>
                <a:srgbClr val="EAEDF0"/>
              </a:solidFill>
            </a:ln>
          </p:spPr>
        </p:sp>
        <p:sp>
          <p:nvSpPr>
            <p:cNvPr id="5356" name="Output_receptor__5355">
              <a:extLst>
                <a:ext uri="{FF2B5EF4-FFF2-40B4-BE49-F238E27FC236}">
                  <a16:creationId xmlns:a16="http://schemas.microsoft.com/office/drawing/2014/main" id="{68A592FB-6594-05E1-FE21-49B9B94350BA}"/>
                </a:ext>
              </a:extLst>
            </p:cNvPr>
            <p:cNvSpPr>
              <a:spLocks noGrp="1"/>
            </p:cNvSpPr>
            <p:nvPr/>
          </p:nvSpPr>
          <p:spPr>
            <a:xfrm>
              <a:off x="15777177" y="3564466"/>
              <a:ext cx="10338" cy="60299"/>
            </a:xfrm>
            <a:custGeom>
              <a:avLst/>
              <a:gdLst/>
              <a:ahLst/>
              <a:cxnLst/>
              <a:rect l="0" t="0" r="0" b="0"/>
              <a:pathLst>
                <a:path w="10338" h="60299">
                  <a:moveTo>
                    <a:pt x="10338" y="60299"/>
                  </a:moveTo>
                  <a:lnTo>
                    <a:pt x="0" y="0"/>
                  </a:lnTo>
                </a:path>
              </a:pathLst>
            </a:custGeom>
            <a:noFill/>
            <a:ln w="20003">
              <a:solidFill>
                <a:srgbClr val="EAEDF0"/>
              </a:solidFill>
            </a:ln>
          </p:spPr>
        </p:sp>
        <p:sp>
          <p:nvSpPr>
            <p:cNvPr id="5357" name="Output_receptor__5356">
              <a:extLst>
                <a:ext uri="{FF2B5EF4-FFF2-40B4-BE49-F238E27FC236}">
                  <a16:creationId xmlns:a16="http://schemas.microsoft.com/office/drawing/2014/main" id="{7EDC9FC2-44F5-27C8-D7DC-06EFE2E406EF}"/>
                </a:ext>
              </a:extLst>
            </p:cNvPr>
            <p:cNvSpPr>
              <a:spLocks noGrp="1"/>
            </p:cNvSpPr>
            <p:nvPr/>
          </p:nvSpPr>
          <p:spPr>
            <a:xfrm>
              <a:off x="16268890" y="3748415"/>
              <a:ext cx="57984" cy="40279"/>
            </a:xfrm>
            <a:custGeom>
              <a:avLst/>
              <a:gdLst/>
              <a:ahLst/>
              <a:cxnLst/>
              <a:rect l="0" t="0" r="0" b="0"/>
              <a:pathLst>
                <a:path w="57984" h="40279">
                  <a:moveTo>
                    <a:pt x="57984" y="0"/>
                  </a:moveTo>
                  <a:lnTo>
                    <a:pt x="0" y="40279"/>
                  </a:lnTo>
                </a:path>
              </a:pathLst>
            </a:custGeom>
            <a:noFill/>
            <a:ln w="20003">
              <a:solidFill>
                <a:srgbClr val="EAEDF0"/>
              </a:solidFill>
            </a:ln>
          </p:spPr>
        </p:sp>
        <p:sp>
          <p:nvSpPr>
            <p:cNvPr id="5358" name="Output_receptor__5357">
              <a:extLst>
                <a:ext uri="{FF2B5EF4-FFF2-40B4-BE49-F238E27FC236}">
                  <a16:creationId xmlns:a16="http://schemas.microsoft.com/office/drawing/2014/main" id="{DB07127F-675C-CBD5-6A9D-9A07E5F70B94}"/>
                </a:ext>
              </a:extLst>
            </p:cNvPr>
            <p:cNvSpPr>
              <a:spLocks noGrp="1"/>
            </p:cNvSpPr>
            <p:nvPr/>
          </p:nvSpPr>
          <p:spPr>
            <a:xfrm>
              <a:off x="15569792" y="3747620"/>
              <a:ext cx="40237" cy="9245"/>
            </a:xfrm>
            <a:custGeom>
              <a:avLst/>
              <a:gdLst/>
              <a:ahLst/>
              <a:cxnLst/>
              <a:rect l="0" t="0" r="0" b="0"/>
              <a:pathLst>
                <a:path w="40237" h="9245">
                  <a:moveTo>
                    <a:pt x="0" y="9245"/>
                  </a:moveTo>
                  <a:lnTo>
                    <a:pt x="40237" y="0"/>
                  </a:lnTo>
                </a:path>
              </a:pathLst>
            </a:custGeom>
            <a:noFill/>
            <a:ln w="20003">
              <a:solidFill>
                <a:srgbClr val="EAEDF0"/>
              </a:solidFill>
            </a:ln>
          </p:spPr>
        </p:sp>
        <p:sp>
          <p:nvSpPr>
            <p:cNvPr id="5359" name="Output_receptor__5358">
              <a:extLst>
                <a:ext uri="{FF2B5EF4-FFF2-40B4-BE49-F238E27FC236}">
                  <a16:creationId xmlns:a16="http://schemas.microsoft.com/office/drawing/2014/main" id="{EA754337-03DE-791F-F87C-FD8CD9A3CE88}"/>
                </a:ext>
              </a:extLst>
            </p:cNvPr>
            <p:cNvSpPr>
              <a:spLocks noGrp="1"/>
            </p:cNvSpPr>
            <p:nvPr/>
          </p:nvSpPr>
          <p:spPr>
            <a:xfrm>
              <a:off x="16214527" y="2324278"/>
              <a:ext cx="5634" cy="3383"/>
            </a:xfrm>
            <a:custGeom>
              <a:avLst/>
              <a:gdLst/>
              <a:ahLst/>
              <a:cxnLst/>
              <a:rect l="0" t="0" r="0" b="0"/>
              <a:pathLst>
                <a:path w="5634" h="3383">
                  <a:moveTo>
                    <a:pt x="5634" y="3383"/>
                  </a:moveTo>
                  <a:lnTo>
                    <a:pt x="0" y="0"/>
                  </a:lnTo>
                </a:path>
              </a:pathLst>
            </a:custGeom>
            <a:noFill/>
            <a:ln w="20003">
              <a:solidFill>
                <a:srgbClr val="EAEDF0"/>
              </a:solidFill>
            </a:ln>
          </p:spPr>
        </p:sp>
        <p:sp>
          <p:nvSpPr>
            <p:cNvPr id="5360" name="Output_receptor__5359">
              <a:extLst>
                <a:ext uri="{FF2B5EF4-FFF2-40B4-BE49-F238E27FC236}">
                  <a16:creationId xmlns:a16="http://schemas.microsoft.com/office/drawing/2014/main" id="{5BECD1F3-E336-D8FE-C0EB-578BA53BE2D9}"/>
                </a:ext>
              </a:extLst>
            </p:cNvPr>
            <p:cNvSpPr>
              <a:spLocks noGrp="1"/>
            </p:cNvSpPr>
            <p:nvPr/>
          </p:nvSpPr>
          <p:spPr>
            <a:xfrm>
              <a:off x="15489576" y="4509743"/>
              <a:ext cx="69719" cy="16181"/>
            </a:xfrm>
            <a:custGeom>
              <a:avLst/>
              <a:gdLst/>
              <a:ahLst/>
              <a:cxnLst/>
              <a:rect l="0" t="0" r="0" b="0"/>
              <a:pathLst>
                <a:path w="69719" h="16181">
                  <a:moveTo>
                    <a:pt x="0" y="0"/>
                  </a:moveTo>
                  <a:lnTo>
                    <a:pt x="69719" y="16181"/>
                  </a:lnTo>
                </a:path>
              </a:pathLst>
            </a:custGeom>
            <a:noFill/>
            <a:ln w="20003">
              <a:solidFill>
                <a:srgbClr val="EAEDF0"/>
              </a:solidFill>
            </a:ln>
          </p:spPr>
        </p:sp>
        <p:sp>
          <p:nvSpPr>
            <p:cNvPr id="5361" name="Output_receptor__5360">
              <a:extLst>
                <a:ext uri="{FF2B5EF4-FFF2-40B4-BE49-F238E27FC236}">
                  <a16:creationId xmlns:a16="http://schemas.microsoft.com/office/drawing/2014/main" id="{CEBBF55E-6808-FA37-43C7-787CECDA7821}"/>
                </a:ext>
              </a:extLst>
            </p:cNvPr>
            <p:cNvSpPr>
              <a:spLocks noGrp="1"/>
            </p:cNvSpPr>
            <p:nvPr/>
          </p:nvSpPr>
          <p:spPr>
            <a:xfrm>
              <a:off x="15360718" y="2799871"/>
              <a:ext cx="12594" cy="14249"/>
            </a:xfrm>
            <a:custGeom>
              <a:avLst/>
              <a:gdLst/>
              <a:ahLst/>
              <a:cxnLst/>
              <a:rect l="0" t="0" r="0" b="0"/>
              <a:pathLst>
                <a:path w="12594" h="14249">
                  <a:moveTo>
                    <a:pt x="12594" y="14249"/>
                  </a:moveTo>
                  <a:lnTo>
                    <a:pt x="0" y="0"/>
                  </a:lnTo>
                </a:path>
              </a:pathLst>
            </a:custGeom>
            <a:noFill/>
            <a:ln w="8096">
              <a:solidFill>
                <a:srgbClr val="EAEDF0"/>
              </a:solidFill>
            </a:ln>
          </p:spPr>
        </p:sp>
        <p:sp>
          <p:nvSpPr>
            <p:cNvPr id="5362" name="Output_receptor__5361">
              <a:extLst>
                <a:ext uri="{FF2B5EF4-FFF2-40B4-BE49-F238E27FC236}">
                  <a16:creationId xmlns:a16="http://schemas.microsoft.com/office/drawing/2014/main" id="{002F9F97-18A9-576D-DF52-35AFF277658A}"/>
                </a:ext>
              </a:extLst>
            </p:cNvPr>
            <p:cNvSpPr>
              <a:spLocks noGrp="1"/>
            </p:cNvSpPr>
            <p:nvPr/>
          </p:nvSpPr>
          <p:spPr>
            <a:xfrm>
              <a:off x="15490052" y="3368810"/>
              <a:ext cx="6640" cy="34113"/>
            </a:xfrm>
            <a:custGeom>
              <a:avLst/>
              <a:gdLst/>
              <a:ahLst/>
              <a:cxnLst/>
              <a:rect l="0" t="0" r="0" b="0"/>
              <a:pathLst>
                <a:path w="6640" h="34113">
                  <a:moveTo>
                    <a:pt x="0" y="34113"/>
                  </a:moveTo>
                  <a:lnTo>
                    <a:pt x="6640" y="0"/>
                  </a:lnTo>
                </a:path>
              </a:pathLst>
            </a:custGeom>
            <a:noFill/>
            <a:ln w="20003">
              <a:solidFill>
                <a:srgbClr val="EAEDF0"/>
              </a:solidFill>
            </a:ln>
          </p:spPr>
        </p:sp>
        <p:sp>
          <p:nvSpPr>
            <p:cNvPr id="5363" name="Output_receptor__5362">
              <a:extLst>
                <a:ext uri="{FF2B5EF4-FFF2-40B4-BE49-F238E27FC236}">
                  <a16:creationId xmlns:a16="http://schemas.microsoft.com/office/drawing/2014/main" id="{FFD75808-4503-E4C0-D60A-0C5A96118528}"/>
                </a:ext>
              </a:extLst>
            </p:cNvPr>
            <p:cNvSpPr>
              <a:spLocks noGrp="1"/>
            </p:cNvSpPr>
            <p:nvPr/>
          </p:nvSpPr>
          <p:spPr>
            <a:xfrm>
              <a:off x="15351404" y="3495968"/>
              <a:ext cx="22312" cy="42847"/>
            </a:xfrm>
            <a:custGeom>
              <a:avLst/>
              <a:gdLst/>
              <a:ahLst/>
              <a:cxnLst/>
              <a:rect l="0" t="0" r="0" b="0"/>
              <a:pathLst>
                <a:path w="22312" h="42847">
                  <a:moveTo>
                    <a:pt x="22312" y="0"/>
                  </a:moveTo>
                  <a:lnTo>
                    <a:pt x="0" y="42847"/>
                  </a:lnTo>
                </a:path>
              </a:pathLst>
            </a:custGeom>
            <a:noFill/>
            <a:ln w="8096">
              <a:solidFill>
                <a:srgbClr val="EAEDF0"/>
              </a:solidFill>
            </a:ln>
          </p:spPr>
        </p:sp>
        <p:sp>
          <p:nvSpPr>
            <p:cNvPr id="5364" name="Output_receptor__5363">
              <a:extLst>
                <a:ext uri="{FF2B5EF4-FFF2-40B4-BE49-F238E27FC236}">
                  <a16:creationId xmlns:a16="http://schemas.microsoft.com/office/drawing/2014/main" id="{F4375CBB-544D-6A23-ADA6-FF202FAE047C}"/>
                </a:ext>
              </a:extLst>
            </p:cNvPr>
            <p:cNvSpPr>
              <a:spLocks noGrp="1"/>
            </p:cNvSpPr>
            <p:nvPr/>
          </p:nvSpPr>
          <p:spPr>
            <a:xfrm>
              <a:off x="16535825" y="3776762"/>
              <a:ext cx="3841" cy="3603"/>
            </a:xfrm>
            <a:custGeom>
              <a:avLst/>
              <a:gdLst/>
              <a:ahLst/>
              <a:cxnLst/>
              <a:rect l="0" t="0" r="0" b="0"/>
              <a:pathLst>
                <a:path w="3841" h="3603">
                  <a:moveTo>
                    <a:pt x="0" y="3603"/>
                  </a:moveTo>
                  <a:lnTo>
                    <a:pt x="3841" y="0"/>
                  </a:lnTo>
                </a:path>
              </a:pathLst>
            </a:custGeom>
            <a:noFill/>
            <a:ln w="20003">
              <a:solidFill>
                <a:srgbClr val="EAEDF0"/>
              </a:solidFill>
            </a:ln>
          </p:spPr>
        </p:sp>
        <p:sp>
          <p:nvSpPr>
            <p:cNvPr id="5365" name="Output_receptor__5364">
              <a:extLst>
                <a:ext uri="{FF2B5EF4-FFF2-40B4-BE49-F238E27FC236}">
                  <a16:creationId xmlns:a16="http://schemas.microsoft.com/office/drawing/2014/main" id="{48B44760-6ECC-8DCE-410E-AF41E4179EB1}"/>
                </a:ext>
              </a:extLst>
            </p:cNvPr>
            <p:cNvSpPr>
              <a:spLocks noGrp="1"/>
            </p:cNvSpPr>
            <p:nvPr/>
          </p:nvSpPr>
          <p:spPr>
            <a:xfrm>
              <a:off x="15074745" y="2931032"/>
              <a:ext cx="17037" cy="60625"/>
            </a:xfrm>
            <a:custGeom>
              <a:avLst/>
              <a:gdLst/>
              <a:ahLst/>
              <a:cxnLst/>
              <a:rect l="0" t="0" r="0" b="0"/>
              <a:pathLst>
                <a:path w="17037" h="60625">
                  <a:moveTo>
                    <a:pt x="0" y="0"/>
                  </a:moveTo>
                  <a:lnTo>
                    <a:pt x="17037" y="60625"/>
                  </a:lnTo>
                </a:path>
              </a:pathLst>
            </a:custGeom>
            <a:noFill/>
            <a:ln w="20003">
              <a:solidFill>
                <a:srgbClr val="EAEDF0"/>
              </a:solidFill>
            </a:ln>
          </p:spPr>
        </p:sp>
        <p:sp>
          <p:nvSpPr>
            <p:cNvPr id="5366" name="Output_receptor__5365">
              <a:extLst>
                <a:ext uri="{FF2B5EF4-FFF2-40B4-BE49-F238E27FC236}">
                  <a16:creationId xmlns:a16="http://schemas.microsoft.com/office/drawing/2014/main" id="{4D3A34B9-2E73-5C09-A2C6-A318F297B406}"/>
                </a:ext>
              </a:extLst>
            </p:cNvPr>
            <p:cNvSpPr>
              <a:spLocks noGrp="1"/>
            </p:cNvSpPr>
            <p:nvPr/>
          </p:nvSpPr>
          <p:spPr>
            <a:xfrm>
              <a:off x="15767040" y="2905213"/>
              <a:ext cx="70891" cy="12455"/>
            </a:xfrm>
            <a:custGeom>
              <a:avLst/>
              <a:gdLst/>
              <a:ahLst/>
              <a:cxnLst/>
              <a:rect l="0" t="0" r="0" b="0"/>
              <a:pathLst>
                <a:path w="70891" h="12455">
                  <a:moveTo>
                    <a:pt x="70891" y="12455"/>
                  </a:moveTo>
                  <a:lnTo>
                    <a:pt x="0" y="0"/>
                  </a:lnTo>
                </a:path>
              </a:pathLst>
            </a:custGeom>
            <a:noFill/>
            <a:ln w="20003">
              <a:solidFill>
                <a:srgbClr val="EAEDF0"/>
              </a:solidFill>
            </a:ln>
          </p:spPr>
        </p:sp>
        <p:sp>
          <p:nvSpPr>
            <p:cNvPr id="5367" name="Output_receptor__5366">
              <a:extLst>
                <a:ext uri="{FF2B5EF4-FFF2-40B4-BE49-F238E27FC236}">
                  <a16:creationId xmlns:a16="http://schemas.microsoft.com/office/drawing/2014/main" id="{663357A1-C478-2D86-0965-406ED072C4F2}"/>
                </a:ext>
              </a:extLst>
            </p:cNvPr>
            <p:cNvSpPr>
              <a:spLocks noGrp="1"/>
            </p:cNvSpPr>
            <p:nvPr/>
          </p:nvSpPr>
          <p:spPr>
            <a:xfrm>
              <a:off x="15523210" y="3008486"/>
              <a:ext cx="5158" cy="71430"/>
            </a:xfrm>
            <a:custGeom>
              <a:avLst/>
              <a:gdLst/>
              <a:ahLst/>
              <a:cxnLst/>
              <a:rect l="0" t="0" r="0" b="0"/>
              <a:pathLst>
                <a:path w="5158" h="71430">
                  <a:moveTo>
                    <a:pt x="5158" y="71430"/>
                  </a:moveTo>
                  <a:lnTo>
                    <a:pt x="0" y="0"/>
                  </a:lnTo>
                </a:path>
              </a:pathLst>
            </a:custGeom>
            <a:noFill/>
            <a:ln w="8096">
              <a:solidFill>
                <a:srgbClr val="EAEDF0"/>
              </a:solidFill>
            </a:ln>
          </p:spPr>
        </p:sp>
        <p:sp>
          <p:nvSpPr>
            <p:cNvPr id="5368" name="Output_receptor__5367">
              <a:extLst>
                <a:ext uri="{FF2B5EF4-FFF2-40B4-BE49-F238E27FC236}">
                  <a16:creationId xmlns:a16="http://schemas.microsoft.com/office/drawing/2014/main" id="{C05D141B-116E-2FBF-DAF0-9ACEEBF3CAB8}"/>
                </a:ext>
              </a:extLst>
            </p:cNvPr>
            <p:cNvSpPr>
              <a:spLocks noGrp="1"/>
            </p:cNvSpPr>
            <p:nvPr/>
          </p:nvSpPr>
          <p:spPr>
            <a:xfrm>
              <a:off x="16078109" y="3351415"/>
              <a:ext cx="71279" cy="4882"/>
            </a:xfrm>
            <a:custGeom>
              <a:avLst/>
              <a:gdLst/>
              <a:ahLst/>
              <a:cxnLst/>
              <a:rect l="0" t="0" r="0" b="0"/>
              <a:pathLst>
                <a:path w="71279" h="4882">
                  <a:moveTo>
                    <a:pt x="0" y="0"/>
                  </a:moveTo>
                  <a:lnTo>
                    <a:pt x="71279" y="4882"/>
                  </a:lnTo>
                </a:path>
              </a:pathLst>
            </a:custGeom>
            <a:noFill/>
            <a:ln w="20003">
              <a:solidFill>
                <a:srgbClr val="EAEDF0"/>
              </a:solidFill>
            </a:ln>
          </p:spPr>
        </p:sp>
        <p:sp>
          <p:nvSpPr>
            <p:cNvPr id="5369" name="Output_receptor__5368">
              <a:extLst>
                <a:ext uri="{FF2B5EF4-FFF2-40B4-BE49-F238E27FC236}">
                  <a16:creationId xmlns:a16="http://schemas.microsoft.com/office/drawing/2014/main" id="{1D74AE8A-C85E-0F62-B603-74764E4E1266}"/>
                </a:ext>
              </a:extLst>
            </p:cNvPr>
            <p:cNvSpPr>
              <a:spLocks noGrp="1"/>
            </p:cNvSpPr>
            <p:nvPr/>
          </p:nvSpPr>
          <p:spPr>
            <a:xfrm>
              <a:off x="16326874" y="3748415"/>
              <a:ext cx="43743" cy="41432"/>
            </a:xfrm>
            <a:custGeom>
              <a:avLst/>
              <a:gdLst/>
              <a:ahLst/>
              <a:cxnLst/>
              <a:rect l="0" t="0" r="0" b="0"/>
              <a:pathLst>
                <a:path w="43743" h="41432">
                  <a:moveTo>
                    <a:pt x="43743" y="41432"/>
                  </a:moveTo>
                  <a:lnTo>
                    <a:pt x="0" y="0"/>
                  </a:lnTo>
                </a:path>
              </a:pathLst>
            </a:custGeom>
            <a:noFill/>
            <a:ln w="20003">
              <a:solidFill>
                <a:srgbClr val="EAEDF0"/>
              </a:solidFill>
            </a:ln>
          </p:spPr>
        </p:sp>
        <p:sp>
          <p:nvSpPr>
            <p:cNvPr id="5370" name="Output_receptor__5369">
              <a:extLst>
                <a:ext uri="{FF2B5EF4-FFF2-40B4-BE49-F238E27FC236}">
                  <a16:creationId xmlns:a16="http://schemas.microsoft.com/office/drawing/2014/main" id="{0286FD05-01D1-700F-2C0C-C8EFF703D120}"/>
                </a:ext>
              </a:extLst>
            </p:cNvPr>
            <p:cNvSpPr>
              <a:spLocks noGrp="1"/>
            </p:cNvSpPr>
            <p:nvPr/>
          </p:nvSpPr>
          <p:spPr>
            <a:xfrm>
              <a:off x="16212783" y="3888624"/>
              <a:ext cx="21816" cy="68866"/>
            </a:xfrm>
            <a:custGeom>
              <a:avLst/>
              <a:gdLst/>
              <a:ahLst/>
              <a:cxnLst/>
              <a:rect l="0" t="0" r="0" b="0"/>
              <a:pathLst>
                <a:path w="21816" h="68866">
                  <a:moveTo>
                    <a:pt x="21816" y="0"/>
                  </a:moveTo>
                  <a:lnTo>
                    <a:pt x="0" y="68866"/>
                  </a:lnTo>
                </a:path>
              </a:pathLst>
            </a:custGeom>
            <a:noFill/>
            <a:ln w="20003">
              <a:solidFill>
                <a:srgbClr val="EAEDF0"/>
              </a:solidFill>
            </a:ln>
          </p:spPr>
        </p:sp>
        <p:sp>
          <p:nvSpPr>
            <p:cNvPr id="5371" name="Output_receptor__5370">
              <a:extLst>
                <a:ext uri="{FF2B5EF4-FFF2-40B4-BE49-F238E27FC236}">
                  <a16:creationId xmlns:a16="http://schemas.microsoft.com/office/drawing/2014/main" id="{8F35087B-B19B-9A30-D5DB-B96D00584A17}"/>
                </a:ext>
              </a:extLst>
            </p:cNvPr>
            <p:cNvSpPr>
              <a:spLocks noGrp="1"/>
            </p:cNvSpPr>
            <p:nvPr/>
          </p:nvSpPr>
          <p:spPr>
            <a:xfrm>
              <a:off x="16267371" y="3535147"/>
              <a:ext cx="54374" cy="21857"/>
            </a:xfrm>
            <a:custGeom>
              <a:avLst/>
              <a:gdLst/>
              <a:ahLst/>
              <a:cxnLst/>
              <a:rect l="0" t="0" r="0" b="0"/>
              <a:pathLst>
                <a:path w="54374" h="21857">
                  <a:moveTo>
                    <a:pt x="54374" y="21857"/>
                  </a:moveTo>
                  <a:lnTo>
                    <a:pt x="0" y="0"/>
                  </a:lnTo>
                </a:path>
              </a:pathLst>
            </a:custGeom>
            <a:noFill/>
            <a:ln w="20003">
              <a:solidFill>
                <a:srgbClr val="EAEDF0"/>
              </a:solidFill>
            </a:ln>
          </p:spPr>
        </p:sp>
        <p:sp>
          <p:nvSpPr>
            <p:cNvPr id="5372" name="Output_receptor__5371">
              <a:extLst>
                <a:ext uri="{FF2B5EF4-FFF2-40B4-BE49-F238E27FC236}">
                  <a16:creationId xmlns:a16="http://schemas.microsoft.com/office/drawing/2014/main" id="{27681A56-1DF5-AD1C-D1AA-F16A536EC833}"/>
                </a:ext>
              </a:extLst>
            </p:cNvPr>
            <p:cNvSpPr>
              <a:spLocks noGrp="1"/>
            </p:cNvSpPr>
            <p:nvPr/>
          </p:nvSpPr>
          <p:spPr>
            <a:xfrm>
              <a:off x="15986960" y="2722208"/>
              <a:ext cx="5969" cy="69227"/>
            </a:xfrm>
            <a:custGeom>
              <a:avLst/>
              <a:gdLst/>
              <a:ahLst/>
              <a:cxnLst/>
              <a:rect l="0" t="0" r="0" b="0"/>
              <a:pathLst>
                <a:path w="5969" h="69227">
                  <a:moveTo>
                    <a:pt x="5969" y="0"/>
                  </a:moveTo>
                  <a:lnTo>
                    <a:pt x="0" y="69227"/>
                  </a:lnTo>
                </a:path>
              </a:pathLst>
            </a:custGeom>
            <a:noFill/>
            <a:ln w="20003">
              <a:solidFill>
                <a:srgbClr val="EAEDF0"/>
              </a:solidFill>
            </a:ln>
          </p:spPr>
        </p:sp>
        <p:sp>
          <p:nvSpPr>
            <p:cNvPr id="5373" name="Output_receptor__5372">
              <a:extLst>
                <a:ext uri="{FF2B5EF4-FFF2-40B4-BE49-F238E27FC236}">
                  <a16:creationId xmlns:a16="http://schemas.microsoft.com/office/drawing/2014/main" id="{95E4293C-BBAC-98A9-D683-E8D6B1E5A695}"/>
                </a:ext>
              </a:extLst>
            </p:cNvPr>
            <p:cNvSpPr>
              <a:spLocks noGrp="1"/>
            </p:cNvSpPr>
            <p:nvPr/>
          </p:nvSpPr>
          <p:spPr>
            <a:xfrm>
              <a:off x="16051827" y="3224970"/>
              <a:ext cx="36605" cy="38089"/>
            </a:xfrm>
            <a:custGeom>
              <a:avLst/>
              <a:gdLst/>
              <a:ahLst/>
              <a:cxnLst/>
              <a:rect l="0" t="0" r="0" b="0"/>
              <a:pathLst>
                <a:path w="36605" h="38089">
                  <a:moveTo>
                    <a:pt x="0" y="0"/>
                  </a:moveTo>
                  <a:lnTo>
                    <a:pt x="36605" y="38089"/>
                  </a:lnTo>
                </a:path>
              </a:pathLst>
            </a:custGeom>
            <a:noFill/>
            <a:ln w="20003">
              <a:solidFill>
                <a:srgbClr val="EAEDF0"/>
              </a:solidFill>
            </a:ln>
          </p:spPr>
        </p:sp>
        <p:sp>
          <p:nvSpPr>
            <p:cNvPr id="5374" name="Output_receptor__5373">
              <a:extLst>
                <a:ext uri="{FF2B5EF4-FFF2-40B4-BE49-F238E27FC236}">
                  <a16:creationId xmlns:a16="http://schemas.microsoft.com/office/drawing/2014/main" id="{180EA20E-4E94-9858-2ED4-406DE8A76710}"/>
                </a:ext>
              </a:extLst>
            </p:cNvPr>
            <p:cNvSpPr>
              <a:spLocks noGrp="1"/>
            </p:cNvSpPr>
            <p:nvPr/>
          </p:nvSpPr>
          <p:spPr>
            <a:xfrm>
              <a:off x="16348638" y="3789847"/>
              <a:ext cx="21979" cy="59279"/>
            </a:xfrm>
            <a:custGeom>
              <a:avLst/>
              <a:gdLst/>
              <a:ahLst/>
              <a:cxnLst/>
              <a:rect l="0" t="0" r="0" b="0"/>
              <a:pathLst>
                <a:path w="21979" h="59279">
                  <a:moveTo>
                    <a:pt x="0" y="59279"/>
                  </a:moveTo>
                  <a:lnTo>
                    <a:pt x="21979" y="0"/>
                  </a:lnTo>
                </a:path>
              </a:pathLst>
            </a:custGeom>
            <a:noFill/>
            <a:ln w="20003">
              <a:solidFill>
                <a:srgbClr val="EAEDF0"/>
              </a:solidFill>
            </a:ln>
          </p:spPr>
        </p:sp>
        <p:sp>
          <p:nvSpPr>
            <p:cNvPr id="5375" name="Output_receptor__5374">
              <a:extLst>
                <a:ext uri="{FF2B5EF4-FFF2-40B4-BE49-F238E27FC236}">
                  <a16:creationId xmlns:a16="http://schemas.microsoft.com/office/drawing/2014/main" id="{6F3F4104-0BE8-693B-4586-F763103DE12E}"/>
                </a:ext>
              </a:extLst>
            </p:cNvPr>
            <p:cNvSpPr>
              <a:spLocks noGrp="1"/>
            </p:cNvSpPr>
            <p:nvPr/>
          </p:nvSpPr>
          <p:spPr>
            <a:xfrm>
              <a:off x="15465343" y="3079916"/>
              <a:ext cx="63025" cy="35400"/>
            </a:xfrm>
            <a:custGeom>
              <a:avLst/>
              <a:gdLst/>
              <a:ahLst/>
              <a:cxnLst/>
              <a:rect l="0" t="0" r="0" b="0"/>
              <a:pathLst>
                <a:path w="63025" h="35400">
                  <a:moveTo>
                    <a:pt x="0" y="35400"/>
                  </a:moveTo>
                  <a:lnTo>
                    <a:pt x="63025" y="0"/>
                  </a:lnTo>
                </a:path>
              </a:pathLst>
            </a:custGeom>
            <a:noFill/>
            <a:ln w="8096">
              <a:solidFill>
                <a:srgbClr val="EAEDF0"/>
              </a:solidFill>
            </a:ln>
          </p:spPr>
        </p:sp>
        <p:sp>
          <p:nvSpPr>
            <p:cNvPr id="5376" name="Output_receptor__5375">
              <a:extLst>
                <a:ext uri="{FF2B5EF4-FFF2-40B4-BE49-F238E27FC236}">
                  <a16:creationId xmlns:a16="http://schemas.microsoft.com/office/drawing/2014/main" id="{CF76A9C8-5439-2D1A-27C5-3DC3A5ADBB53}"/>
                </a:ext>
              </a:extLst>
            </p:cNvPr>
            <p:cNvSpPr>
              <a:spLocks noGrp="1"/>
            </p:cNvSpPr>
            <p:nvPr/>
          </p:nvSpPr>
          <p:spPr>
            <a:xfrm>
              <a:off x="16035463" y="2610438"/>
              <a:ext cx="49058" cy="15353"/>
            </a:xfrm>
            <a:custGeom>
              <a:avLst/>
              <a:gdLst/>
              <a:ahLst/>
              <a:cxnLst/>
              <a:rect l="0" t="0" r="0" b="0"/>
              <a:pathLst>
                <a:path w="49058" h="15353">
                  <a:moveTo>
                    <a:pt x="49058" y="15353"/>
                  </a:moveTo>
                  <a:lnTo>
                    <a:pt x="0" y="0"/>
                  </a:lnTo>
                </a:path>
              </a:pathLst>
            </a:custGeom>
            <a:noFill/>
            <a:ln w="8096">
              <a:solidFill>
                <a:srgbClr val="EAEDF0"/>
              </a:solidFill>
            </a:ln>
          </p:spPr>
        </p:sp>
        <p:sp>
          <p:nvSpPr>
            <p:cNvPr id="5377" name="Output_receptor__5376">
              <a:extLst>
                <a:ext uri="{FF2B5EF4-FFF2-40B4-BE49-F238E27FC236}">
                  <a16:creationId xmlns:a16="http://schemas.microsoft.com/office/drawing/2014/main" id="{47835BFC-9AB1-F104-33E8-4A7A1F5A330D}"/>
                </a:ext>
              </a:extLst>
            </p:cNvPr>
            <p:cNvSpPr>
              <a:spLocks noGrp="1"/>
            </p:cNvSpPr>
            <p:nvPr/>
          </p:nvSpPr>
          <p:spPr>
            <a:xfrm>
              <a:off x="16284368" y="3111667"/>
              <a:ext cx="71624" cy="5206"/>
            </a:xfrm>
            <a:custGeom>
              <a:avLst/>
              <a:gdLst/>
              <a:ahLst/>
              <a:cxnLst/>
              <a:rect l="0" t="0" r="0" b="0"/>
              <a:pathLst>
                <a:path w="71624" h="5206">
                  <a:moveTo>
                    <a:pt x="0" y="5206"/>
                  </a:moveTo>
                  <a:lnTo>
                    <a:pt x="71624" y="0"/>
                  </a:lnTo>
                </a:path>
              </a:pathLst>
            </a:custGeom>
            <a:noFill/>
            <a:ln w="8096">
              <a:solidFill>
                <a:srgbClr val="EAEDF0"/>
              </a:solidFill>
            </a:ln>
          </p:spPr>
        </p:sp>
        <p:sp>
          <p:nvSpPr>
            <p:cNvPr id="5378" name="Output_receptor__5377">
              <a:extLst>
                <a:ext uri="{FF2B5EF4-FFF2-40B4-BE49-F238E27FC236}">
                  <a16:creationId xmlns:a16="http://schemas.microsoft.com/office/drawing/2014/main" id="{A37566E4-969A-01BC-38D7-87F2D2E0A60F}"/>
                </a:ext>
              </a:extLst>
            </p:cNvPr>
            <p:cNvSpPr>
              <a:spLocks noGrp="1"/>
            </p:cNvSpPr>
            <p:nvPr/>
          </p:nvSpPr>
          <p:spPr>
            <a:xfrm>
              <a:off x="16530255" y="3680008"/>
              <a:ext cx="41754" cy="31910"/>
            </a:xfrm>
            <a:custGeom>
              <a:avLst/>
              <a:gdLst/>
              <a:ahLst/>
              <a:cxnLst/>
              <a:rect l="0" t="0" r="0" b="0"/>
              <a:pathLst>
                <a:path w="41754" h="31910">
                  <a:moveTo>
                    <a:pt x="41754" y="31910"/>
                  </a:moveTo>
                  <a:lnTo>
                    <a:pt x="0" y="0"/>
                  </a:lnTo>
                </a:path>
              </a:pathLst>
            </a:custGeom>
            <a:noFill/>
            <a:ln w="8096">
              <a:solidFill>
                <a:srgbClr val="EAEDF0"/>
              </a:solidFill>
            </a:ln>
          </p:spPr>
        </p:sp>
        <p:sp>
          <p:nvSpPr>
            <p:cNvPr id="5379" name="Output_receptor__5378">
              <a:extLst>
                <a:ext uri="{FF2B5EF4-FFF2-40B4-BE49-F238E27FC236}">
                  <a16:creationId xmlns:a16="http://schemas.microsoft.com/office/drawing/2014/main" id="{842D1FB0-3C6C-ED44-96DE-5784495D3BF0}"/>
                </a:ext>
              </a:extLst>
            </p:cNvPr>
            <p:cNvSpPr>
              <a:spLocks noGrp="1"/>
            </p:cNvSpPr>
            <p:nvPr/>
          </p:nvSpPr>
          <p:spPr>
            <a:xfrm>
              <a:off x="16146609" y="2784537"/>
              <a:ext cx="2937" cy="67660"/>
            </a:xfrm>
            <a:custGeom>
              <a:avLst/>
              <a:gdLst/>
              <a:ahLst/>
              <a:cxnLst/>
              <a:rect l="0" t="0" r="0" b="0"/>
              <a:pathLst>
                <a:path w="2937" h="67660">
                  <a:moveTo>
                    <a:pt x="0" y="67660"/>
                  </a:moveTo>
                  <a:lnTo>
                    <a:pt x="2937" y="0"/>
                  </a:lnTo>
                </a:path>
              </a:pathLst>
            </a:custGeom>
            <a:noFill/>
            <a:ln w="8096">
              <a:solidFill>
                <a:srgbClr val="EAEDF0"/>
              </a:solidFill>
            </a:ln>
          </p:spPr>
        </p:sp>
        <p:sp>
          <p:nvSpPr>
            <p:cNvPr id="5380" name="Output_receptor__5379">
              <a:extLst>
                <a:ext uri="{FF2B5EF4-FFF2-40B4-BE49-F238E27FC236}">
                  <a16:creationId xmlns:a16="http://schemas.microsoft.com/office/drawing/2014/main" id="{CC49CB98-2FCC-3375-F60E-20827095FDAA}"/>
                </a:ext>
              </a:extLst>
            </p:cNvPr>
            <p:cNvSpPr>
              <a:spLocks noGrp="1"/>
            </p:cNvSpPr>
            <p:nvPr/>
          </p:nvSpPr>
          <p:spPr>
            <a:xfrm>
              <a:off x="16085732" y="2761940"/>
              <a:ext cx="63814" cy="22597"/>
            </a:xfrm>
            <a:custGeom>
              <a:avLst/>
              <a:gdLst/>
              <a:ahLst/>
              <a:cxnLst/>
              <a:rect l="0" t="0" r="0" b="0"/>
              <a:pathLst>
                <a:path w="63814" h="22597">
                  <a:moveTo>
                    <a:pt x="63814" y="22597"/>
                  </a:moveTo>
                  <a:lnTo>
                    <a:pt x="0" y="0"/>
                  </a:lnTo>
                </a:path>
              </a:pathLst>
            </a:custGeom>
            <a:noFill/>
            <a:ln w="20003">
              <a:solidFill>
                <a:srgbClr val="EAEDF0"/>
              </a:solidFill>
            </a:ln>
          </p:spPr>
        </p:sp>
        <p:sp>
          <p:nvSpPr>
            <p:cNvPr id="5381" name="Output_receptor__5380">
              <a:extLst>
                <a:ext uri="{FF2B5EF4-FFF2-40B4-BE49-F238E27FC236}">
                  <a16:creationId xmlns:a16="http://schemas.microsoft.com/office/drawing/2014/main" id="{07481711-A42B-D5BE-A27C-F87CEDECE170}"/>
                </a:ext>
              </a:extLst>
            </p:cNvPr>
            <p:cNvSpPr>
              <a:spLocks noGrp="1"/>
            </p:cNvSpPr>
            <p:nvPr/>
          </p:nvSpPr>
          <p:spPr>
            <a:xfrm>
              <a:off x="15586872" y="3827392"/>
              <a:ext cx="68835" cy="20451"/>
            </a:xfrm>
            <a:custGeom>
              <a:avLst/>
              <a:gdLst/>
              <a:ahLst/>
              <a:cxnLst/>
              <a:rect l="0" t="0" r="0" b="0"/>
              <a:pathLst>
                <a:path w="68835" h="20451">
                  <a:moveTo>
                    <a:pt x="0" y="20451"/>
                  </a:moveTo>
                  <a:lnTo>
                    <a:pt x="68835" y="0"/>
                  </a:lnTo>
                </a:path>
              </a:pathLst>
            </a:custGeom>
            <a:noFill/>
            <a:ln w="8096">
              <a:solidFill>
                <a:srgbClr val="EAEDF0"/>
              </a:solidFill>
            </a:ln>
          </p:spPr>
        </p:sp>
        <p:sp>
          <p:nvSpPr>
            <p:cNvPr id="5382" name="Output_receptor__5381">
              <a:extLst>
                <a:ext uri="{FF2B5EF4-FFF2-40B4-BE49-F238E27FC236}">
                  <a16:creationId xmlns:a16="http://schemas.microsoft.com/office/drawing/2014/main" id="{F01D8860-B1AF-226A-FCEE-F482D3D419C8}"/>
                </a:ext>
              </a:extLst>
            </p:cNvPr>
            <p:cNvSpPr>
              <a:spLocks noGrp="1"/>
            </p:cNvSpPr>
            <p:nvPr/>
          </p:nvSpPr>
          <p:spPr>
            <a:xfrm>
              <a:off x="15918752" y="2421493"/>
              <a:ext cx="68993" cy="9515"/>
            </a:xfrm>
            <a:custGeom>
              <a:avLst/>
              <a:gdLst/>
              <a:ahLst/>
              <a:cxnLst/>
              <a:rect l="0" t="0" r="0" b="0"/>
              <a:pathLst>
                <a:path w="68993" h="9515">
                  <a:moveTo>
                    <a:pt x="68993" y="9515"/>
                  </a:moveTo>
                  <a:lnTo>
                    <a:pt x="0" y="0"/>
                  </a:lnTo>
                </a:path>
              </a:pathLst>
            </a:custGeom>
            <a:noFill/>
            <a:ln w="8096">
              <a:solidFill>
                <a:srgbClr val="EAEDF0"/>
              </a:solidFill>
            </a:ln>
          </p:spPr>
        </p:sp>
        <p:sp>
          <p:nvSpPr>
            <p:cNvPr id="5383" name="Output_receptor__5382">
              <a:extLst>
                <a:ext uri="{FF2B5EF4-FFF2-40B4-BE49-F238E27FC236}">
                  <a16:creationId xmlns:a16="http://schemas.microsoft.com/office/drawing/2014/main" id="{A9F83148-41ED-C337-318A-D6536147FF0B}"/>
                </a:ext>
              </a:extLst>
            </p:cNvPr>
            <p:cNvSpPr>
              <a:spLocks noGrp="1"/>
            </p:cNvSpPr>
            <p:nvPr/>
          </p:nvSpPr>
          <p:spPr>
            <a:xfrm>
              <a:off x="15741769" y="2633438"/>
              <a:ext cx="2317" cy="65049"/>
            </a:xfrm>
            <a:custGeom>
              <a:avLst/>
              <a:gdLst/>
              <a:ahLst/>
              <a:cxnLst/>
              <a:rect l="0" t="0" r="0" b="0"/>
              <a:pathLst>
                <a:path w="2317" h="65049">
                  <a:moveTo>
                    <a:pt x="0" y="65049"/>
                  </a:moveTo>
                  <a:lnTo>
                    <a:pt x="2317" y="0"/>
                  </a:lnTo>
                </a:path>
              </a:pathLst>
            </a:custGeom>
            <a:noFill/>
            <a:ln w="8096">
              <a:solidFill>
                <a:srgbClr val="EAEDF0"/>
              </a:solidFill>
            </a:ln>
          </p:spPr>
        </p:sp>
        <p:sp>
          <p:nvSpPr>
            <p:cNvPr id="5384" name="Output_receptor__5383">
              <a:extLst>
                <a:ext uri="{FF2B5EF4-FFF2-40B4-BE49-F238E27FC236}">
                  <a16:creationId xmlns:a16="http://schemas.microsoft.com/office/drawing/2014/main" id="{4905A859-7EAF-87A1-79F7-D3ABE39E2912}"/>
                </a:ext>
              </a:extLst>
            </p:cNvPr>
            <p:cNvSpPr>
              <a:spLocks noGrp="1"/>
            </p:cNvSpPr>
            <p:nvPr/>
          </p:nvSpPr>
          <p:spPr>
            <a:xfrm>
              <a:off x="15701082" y="2994677"/>
              <a:ext cx="18696" cy="60698"/>
            </a:xfrm>
            <a:custGeom>
              <a:avLst/>
              <a:gdLst/>
              <a:ahLst/>
              <a:cxnLst/>
              <a:rect l="0" t="0" r="0" b="0"/>
              <a:pathLst>
                <a:path w="18696" h="60698">
                  <a:moveTo>
                    <a:pt x="0" y="0"/>
                  </a:moveTo>
                  <a:lnTo>
                    <a:pt x="18696" y="60698"/>
                  </a:lnTo>
                </a:path>
              </a:pathLst>
            </a:custGeom>
            <a:noFill/>
            <a:ln w="20003">
              <a:solidFill>
                <a:srgbClr val="EAEDF0"/>
              </a:solidFill>
            </a:ln>
          </p:spPr>
        </p:sp>
        <p:sp>
          <p:nvSpPr>
            <p:cNvPr id="5385" name="Output_receptor__5384">
              <a:extLst>
                <a:ext uri="{FF2B5EF4-FFF2-40B4-BE49-F238E27FC236}">
                  <a16:creationId xmlns:a16="http://schemas.microsoft.com/office/drawing/2014/main" id="{589E934C-1496-D86C-DF3F-97D4F5A95393}"/>
                </a:ext>
              </a:extLst>
            </p:cNvPr>
            <p:cNvSpPr>
              <a:spLocks noGrp="1"/>
            </p:cNvSpPr>
            <p:nvPr/>
          </p:nvSpPr>
          <p:spPr>
            <a:xfrm>
              <a:off x="16380357" y="2617594"/>
              <a:ext cx="695" cy="22267"/>
            </a:xfrm>
            <a:custGeom>
              <a:avLst/>
              <a:gdLst/>
              <a:ahLst/>
              <a:cxnLst/>
              <a:rect l="0" t="0" r="0" b="0"/>
              <a:pathLst>
                <a:path w="695" h="22267">
                  <a:moveTo>
                    <a:pt x="695" y="0"/>
                  </a:moveTo>
                  <a:lnTo>
                    <a:pt x="0" y="22267"/>
                  </a:lnTo>
                </a:path>
              </a:pathLst>
            </a:custGeom>
            <a:noFill/>
            <a:ln w="8096">
              <a:solidFill>
                <a:srgbClr val="EAEDF0"/>
              </a:solidFill>
            </a:ln>
          </p:spPr>
        </p:sp>
        <p:sp>
          <p:nvSpPr>
            <p:cNvPr id="5386" name="Output_receptor__5385">
              <a:extLst>
                <a:ext uri="{FF2B5EF4-FFF2-40B4-BE49-F238E27FC236}">
                  <a16:creationId xmlns:a16="http://schemas.microsoft.com/office/drawing/2014/main" id="{6C1A1F79-834A-2F78-19C2-21380AD902BD}"/>
                </a:ext>
              </a:extLst>
            </p:cNvPr>
            <p:cNvSpPr>
              <a:spLocks noGrp="1"/>
            </p:cNvSpPr>
            <p:nvPr/>
          </p:nvSpPr>
          <p:spPr>
            <a:xfrm>
              <a:off x="16083958" y="3532312"/>
              <a:ext cx="33099" cy="4903"/>
            </a:xfrm>
            <a:custGeom>
              <a:avLst/>
              <a:gdLst/>
              <a:ahLst/>
              <a:cxnLst/>
              <a:rect l="0" t="0" r="0" b="0"/>
              <a:pathLst>
                <a:path w="33099" h="4903">
                  <a:moveTo>
                    <a:pt x="0" y="0"/>
                  </a:moveTo>
                  <a:lnTo>
                    <a:pt x="33099" y="4903"/>
                  </a:lnTo>
                </a:path>
              </a:pathLst>
            </a:custGeom>
            <a:noFill/>
            <a:ln w="20003">
              <a:solidFill>
                <a:srgbClr val="EAEDF0"/>
              </a:solidFill>
            </a:ln>
          </p:spPr>
        </p:sp>
        <p:sp>
          <p:nvSpPr>
            <p:cNvPr id="5387" name="Output_receptor__5386">
              <a:extLst>
                <a:ext uri="{FF2B5EF4-FFF2-40B4-BE49-F238E27FC236}">
                  <a16:creationId xmlns:a16="http://schemas.microsoft.com/office/drawing/2014/main" id="{90CC3F1E-92B5-3899-B64B-5225F1ADE9BA}"/>
                </a:ext>
              </a:extLst>
            </p:cNvPr>
            <p:cNvSpPr>
              <a:spLocks noGrp="1"/>
            </p:cNvSpPr>
            <p:nvPr/>
          </p:nvSpPr>
          <p:spPr>
            <a:xfrm>
              <a:off x="16265794" y="2352052"/>
              <a:ext cx="22149" cy="57629"/>
            </a:xfrm>
            <a:custGeom>
              <a:avLst/>
              <a:gdLst/>
              <a:ahLst/>
              <a:cxnLst/>
              <a:rect l="0" t="0" r="0" b="0"/>
              <a:pathLst>
                <a:path w="22149" h="57629">
                  <a:moveTo>
                    <a:pt x="0" y="57629"/>
                  </a:moveTo>
                  <a:lnTo>
                    <a:pt x="22149" y="0"/>
                  </a:lnTo>
                </a:path>
              </a:pathLst>
            </a:custGeom>
            <a:noFill/>
            <a:ln w="8096">
              <a:solidFill>
                <a:srgbClr val="EAEDF0"/>
              </a:solidFill>
            </a:ln>
          </p:spPr>
        </p:sp>
        <p:sp>
          <p:nvSpPr>
            <p:cNvPr id="5388" name="Output_receptor__5387">
              <a:extLst>
                <a:ext uri="{FF2B5EF4-FFF2-40B4-BE49-F238E27FC236}">
                  <a16:creationId xmlns:a16="http://schemas.microsoft.com/office/drawing/2014/main" id="{E5115A30-DA12-C802-2BCD-A6CA8A34EB56}"/>
                </a:ext>
              </a:extLst>
            </p:cNvPr>
            <p:cNvSpPr>
              <a:spLocks noGrp="1"/>
            </p:cNvSpPr>
            <p:nvPr/>
          </p:nvSpPr>
          <p:spPr>
            <a:xfrm>
              <a:off x="16067150" y="3435363"/>
              <a:ext cx="53731" cy="5082"/>
            </a:xfrm>
            <a:custGeom>
              <a:avLst/>
              <a:gdLst/>
              <a:ahLst/>
              <a:cxnLst/>
              <a:rect l="0" t="0" r="0" b="0"/>
              <a:pathLst>
                <a:path w="53731" h="5082">
                  <a:moveTo>
                    <a:pt x="0" y="0"/>
                  </a:moveTo>
                  <a:lnTo>
                    <a:pt x="53731" y="5082"/>
                  </a:lnTo>
                </a:path>
              </a:pathLst>
            </a:custGeom>
            <a:noFill/>
            <a:ln w="20003">
              <a:solidFill>
                <a:srgbClr val="EAEDF0"/>
              </a:solidFill>
            </a:ln>
          </p:spPr>
        </p:sp>
        <p:sp>
          <p:nvSpPr>
            <p:cNvPr id="5389" name="Output_receptor__5388">
              <a:extLst>
                <a:ext uri="{FF2B5EF4-FFF2-40B4-BE49-F238E27FC236}">
                  <a16:creationId xmlns:a16="http://schemas.microsoft.com/office/drawing/2014/main" id="{7AEC33CA-63D3-4411-D863-8E7FCFDBF138}"/>
                </a:ext>
              </a:extLst>
            </p:cNvPr>
            <p:cNvSpPr>
              <a:spLocks noGrp="1"/>
            </p:cNvSpPr>
            <p:nvPr/>
          </p:nvSpPr>
          <p:spPr>
            <a:xfrm>
              <a:off x="15054292" y="2901680"/>
              <a:ext cx="20453" cy="29352"/>
            </a:xfrm>
            <a:custGeom>
              <a:avLst/>
              <a:gdLst/>
              <a:ahLst/>
              <a:cxnLst/>
              <a:rect l="0" t="0" r="0" b="0"/>
              <a:pathLst>
                <a:path w="20453" h="29352">
                  <a:moveTo>
                    <a:pt x="0" y="0"/>
                  </a:moveTo>
                  <a:lnTo>
                    <a:pt x="20453" y="29352"/>
                  </a:lnTo>
                </a:path>
              </a:pathLst>
            </a:custGeom>
            <a:noFill/>
            <a:ln w="20003">
              <a:solidFill>
                <a:srgbClr val="EAEDF0"/>
              </a:solidFill>
            </a:ln>
          </p:spPr>
        </p:sp>
        <p:sp>
          <p:nvSpPr>
            <p:cNvPr id="5390" name="Output_receptor__5389">
              <a:extLst>
                <a:ext uri="{FF2B5EF4-FFF2-40B4-BE49-F238E27FC236}">
                  <a16:creationId xmlns:a16="http://schemas.microsoft.com/office/drawing/2014/main" id="{3B053B89-ED84-0F63-68AB-479539D23462}"/>
                </a:ext>
              </a:extLst>
            </p:cNvPr>
            <p:cNvSpPr>
              <a:spLocks noGrp="1"/>
            </p:cNvSpPr>
            <p:nvPr/>
          </p:nvSpPr>
          <p:spPr>
            <a:xfrm>
              <a:off x="15618532" y="3046823"/>
              <a:ext cx="30404" cy="53141"/>
            </a:xfrm>
            <a:custGeom>
              <a:avLst/>
              <a:gdLst/>
              <a:ahLst/>
              <a:cxnLst/>
              <a:rect l="0" t="0" r="0" b="0"/>
              <a:pathLst>
                <a:path w="30404" h="53141">
                  <a:moveTo>
                    <a:pt x="30404" y="53141"/>
                  </a:moveTo>
                  <a:lnTo>
                    <a:pt x="0" y="0"/>
                  </a:lnTo>
                </a:path>
              </a:pathLst>
            </a:custGeom>
            <a:noFill/>
            <a:ln w="8096">
              <a:solidFill>
                <a:srgbClr val="EAEDF0"/>
              </a:solidFill>
            </a:ln>
          </p:spPr>
        </p:sp>
        <p:sp>
          <p:nvSpPr>
            <p:cNvPr id="5391" name="Output_receptor__5390">
              <a:extLst>
                <a:ext uri="{FF2B5EF4-FFF2-40B4-BE49-F238E27FC236}">
                  <a16:creationId xmlns:a16="http://schemas.microsoft.com/office/drawing/2014/main" id="{0D469E72-75E4-890A-0C7D-DA4CA8154250}"/>
                </a:ext>
              </a:extLst>
            </p:cNvPr>
            <p:cNvSpPr>
              <a:spLocks noGrp="1"/>
            </p:cNvSpPr>
            <p:nvPr/>
          </p:nvSpPr>
          <p:spPr>
            <a:xfrm>
              <a:off x="16430724" y="3353403"/>
              <a:ext cx="19335" cy="59089"/>
            </a:xfrm>
            <a:custGeom>
              <a:avLst/>
              <a:gdLst/>
              <a:ahLst/>
              <a:cxnLst/>
              <a:rect l="0" t="0" r="0" b="0"/>
              <a:pathLst>
                <a:path w="19335" h="59089">
                  <a:moveTo>
                    <a:pt x="19335" y="0"/>
                  </a:moveTo>
                  <a:lnTo>
                    <a:pt x="0" y="59089"/>
                  </a:lnTo>
                </a:path>
              </a:pathLst>
            </a:custGeom>
            <a:noFill/>
            <a:ln w="20003">
              <a:solidFill>
                <a:srgbClr val="EAEEF0"/>
              </a:solidFill>
            </a:ln>
          </p:spPr>
        </p:sp>
        <p:sp>
          <p:nvSpPr>
            <p:cNvPr id="5392" name="Output_receptor__5391">
              <a:extLst>
                <a:ext uri="{FF2B5EF4-FFF2-40B4-BE49-F238E27FC236}">
                  <a16:creationId xmlns:a16="http://schemas.microsoft.com/office/drawing/2014/main" id="{568D5C62-2A2F-C0B7-BEA4-62BF3DB82DD3}"/>
                </a:ext>
              </a:extLst>
            </p:cNvPr>
            <p:cNvSpPr>
              <a:spLocks noGrp="1"/>
            </p:cNvSpPr>
            <p:nvPr/>
          </p:nvSpPr>
          <p:spPr>
            <a:xfrm>
              <a:off x="15967507" y="3229457"/>
              <a:ext cx="12263" cy="57678"/>
            </a:xfrm>
            <a:custGeom>
              <a:avLst/>
              <a:gdLst/>
              <a:ahLst/>
              <a:cxnLst/>
              <a:rect l="0" t="0" r="0" b="0"/>
              <a:pathLst>
                <a:path w="12263" h="57678">
                  <a:moveTo>
                    <a:pt x="0" y="57678"/>
                  </a:moveTo>
                  <a:lnTo>
                    <a:pt x="12263" y="0"/>
                  </a:lnTo>
                </a:path>
              </a:pathLst>
            </a:custGeom>
            <a:noFill/>
            <a:ln w="8096">
              <a:solidFill>
                <a:srgbClr val="EAEEF0"/>
              </a:solidFill>
            </a:ln>
          </p:spPr>
        </p:sp>
        <p:sp>
          <p:nvSpPr>
            <p:cNvPr id="5393" name="Output_receptor__5392">
              <a:extLst>
                <a:ext uri="{FF2B5EF4-FFF2-40B4-BE49-F238E27FC236}">
                  <a16:creationId xmlns:a16="http://schemas.microsoft.com/office/drawing/2014/main" id="{B613A85B-6C26-770A-498B-1555C112BCE1}"/>
                </a:ext>
              </a:extLst>
            </p:cNvPr>
            <p:cNvSpPr>
              <a:spLocks noGrp="1"/>
            </p:cNvSpPr>
            <p:nvPr/>
          </p:nvSpPr>
          <p:spPr>
            <a:xfrm>
              <a:off x="16112989" y="3779120"/>
              <a:ext cx="18148" cy="47365"/>
            </a:xfrm>
            <a:custGeom>
              <a:avLst/>
              <a:gdLst/>
              <a:ahLst/>
              <a:cxnLst/>
              <a:rect l="0" t="0" r="0" b="0"/>
              <a:pathLst>
                <a:path w="18148" h="47365">
                  <a:moveTo>
                    <a:pt x="18148" y="0"/>
                  </a:moveTo>
                  <a:lnTo>
                    <a:pt x="0" y="47365"/>
                  </a:lnTo>
                </a:path>
              </a:pathLst>
            </a:custGeom>
            <a:noFill/>
            <a:ln w="8096">
              <a:solidFill>
                <a:srgbClr val="EAEEF0"/>
              </a:solidFill>
            </a:ln>
          </p:spPr>
        </p:sp>
        <p:sp>
          <p:nvSpPr>
            <p:cNvPr id="5394" name="Output_receptor__5393">
              <a:extLst>
                <a:ext uri="{FF2B5EF4-FFF2-40B4-BE49-F238E27FC236}">
                  <a16:creationId xmlns:a16="http://schemas.microsoft.com/office/drawing/2014/main" id="{0CA2C7F0-56C4-2BE5-9F23-B6602F69BE01}"/>
                </a:ext>
              </a:extLst>
            </p:cNvPr>
            <p:cNvSpPr>
              <a:spLocks noGrp="1"/>
            </p:cNvSpPr>
            <p:nvPr/>
          </p:nvSpPr>
          <p:spPr>
            <a:xfrm>
              <a:off x="15736257" y="3384400"/>
              <a:ext cx="59692" cy="12459"/>
            </a:xfrm>
            <a:custGeom>
              <a:avLst/>
              <a:gdLst/>
              <a:ahLst/>
              <a:cxnLst/>
              <a:rect l="0" t="0" r="0" b="0"/>
              <a:pathLst>
                <a:path w="59692" h="12459">
                  <a:moveTo>
                    <a:pt x="0" y="12459"/>
                  </a:moveTo>
                  <a:lnTo>
                    <a:pt x="59692" y="0"/>
                  </a:lnTo>
                </a:path>
              </a:pathLst>
            </a:custGeom>
            <a:noFill/>
            <a:ln w="20003">
              <a:solidFill>
                <a:srgbClr val="EAEEF0"/>
              </a:solidFill>
            </a:ln>
          </p:spPr>
        </p:sp>
        <p:sp>
          <p:nvSpPr>
            <p:cNvPr id="5395" name="Output_receptor__5394">
              <a:extLst>
                <a:ext uri="{FF2B5EF4-FFF2-40B4-BE49-F238E27FC236}">
                  <a16:creationId xmlns:a16="http://schemas.microsoft.com/office/drawing/2014/main" id="{4A659CC9-0FCB-B3ED-2900-77E4769E07AB}"/>
                </a:ext>
              </a:extLst>
            </p:cNvPr>
            <p:cNvSpPr>
              <a:spLocks noGrp="1"/>
            </p:cNvSpPr>
            <p:nvPr/>
          </p:nvSpPr>
          <p:spPr>
            <a:xfrm>
              <a:off x="16355992" y="3111667"/>
              <a:ext cx="50145" cy="43579"/>
            </a:xfrm>
            <a:custGeom>
              <a:avLst/>
              <a:gdLst/>
              <a:ahLst/>
              <a:cxnLst/>
              <a:rect l="0" t="0" r="0" b="0"/>
              <a:pathLst>
                <a:path w="50145" h="43579">
                  <a:moveTo>
                    <a:pt x="0" y="0"/>
                  </a:moveTo>
                  <a:lnTo>
                    <a:pt x="50145" y="43579"/>
                  </a:lnTo>
                </a:path>
              </a:pathLst>
            </a:custGeom>
            <a:noFill/>
            <a:ln w="8096">
              <a:solidFill>
                <a:srgbClr val="EAEEF0"/>
              </a:solidFill>
            </a:ln>
          </p:spPr>
        </p:sp>
        <p:sp>
          <p:nvSpPr>
            <p:cNvPr id="5396" name="Output_receptor__5395">
              <a:extLst>
                <a:ext uri="{FF2B5EF4-FFF2-40B4-BE49-F238E27FC236}">
                  <a16:creationId xmlns:a16="http://schemas.microsoft.com/office/drawing/2014/main" id="{815DF80D-2D07-D32F-7C8B-651864CF5F0C}"/>
                </a:ext>
              </a:extLst>
            </p:cNvPr>
            <p:cNvSpPr>
              <a:spLocks noGrp="1"/>
            </p:cNvSpPr>
            <p:nvPr/>
          </p:nvSpPr>
          <p:spPr>
            <a:xfrm>
              <a:off x="16227496" y="3012102"/>
              <a:ext cx="27576" cy="22624"/>
            </a:xfrm>
            <a:custGeom>
              <a:avLst/>
              <a:gdLst/>
              <a:ahLst/>
              <a:cxnLst/>
              <a:rect l="0" t="0" r="0" b="0"/>
              <a:pathLst>
                <a:path w="27576" h="22624">
                  <a:moveTo>
                    <a:pt x="27576" y="0"/>
                  </a:moveTo>
                  <a:lnTo>
                    <a:pt x="0" y="22624"/>
                  </a:lnTo>
                </a:path>
              </a:pathLst>
            </a:custGeom>
            <a:noFill/>
            <a:ln w="8096">
              <a:solidFill>
                <a:srgbClr val="EAEEF0"/>
              </a:solidFill>
            </a:ln>
          </p:spPr>
        </p:sp>
        <p:sp>
          <p:nvSpPr>
            <p:cNvPr id="5397" name="Output_receptor__5396">
              <a:extLst>
                <a:ext uri="{FF2B5EF4-FFF2-40B4-BE49-F238E27FC236}">
                  <a16:creationId xmlns:a16="http://schemas.microsoft.com/office/drawing/2014/main" id="{811E39ED-3115-9C6E-F58F-64B3D7437145}"/>
                </a:ext>
              </a:extLst>
            </p:cNvPr>
            <p:cNvSpPr>
              <a:spLocks noGrp="1"/>
            </p:cNvSpPr>
            <p:nvPr/>
          </p:nvSpPr>
          <p:spPr>
            <a:xfrm>
              <a:off x="15768719" y="2991341"/>
              <a:ext cx="29717" cy="11565"/>
            </a:xfrm>
            <a:custGeom>
              <a:avLst/>
              <a:gdLst/>
              <a:ahLst/>
              <a:cxnLst/>
              <a:rect l="0" t="0" r="0" b="0"/>
              <a:pathLst>
                <a:path w="29717" h="11565">
                  <a:moveTo>
                    <a:pt x="29717" y="11565"/>
                  </a:moveTo>
                  <a:lnTo>
                    <a:pt x="0" y="0"/>
                  </a:lnTo>
                </a:path>
              </a:pathLst>
            </a:custGeom>
            <a:noFill/>
            <a:ln w="20003">
              <a:solidFill>
                <a:srgbClr val="EAEEF0"/>
              </a:solidFill>
            </a:ln>
          </p:spPr>
        </p:sp>
        <p:sp>
          <p:nvSpPr>
            <p:cNvPr id="5398" name="Output_receptor__5397">
              <a:extLst>
                <a:ext uri="{FF2B5EF4-FFF2-40B4-BE49-F238E27FC236}">
                  <a16:creationId xmlns:a16="http://schemas.microsoft.com/office/drawing/2014/main" id="{914E389C-1730-8590-24ED-D351AFD4120C}"/>
                </a:ext>
              </a:extLst>
            </p:cNvPr>
            <p:cNvSpPr>
              <a:spLocks noGrp="1"/>
            </p:cNvSpPr>
            <p:nvPr/>
          </p:nvSpPr>
          <p:spPr>
            <a:xfrm>
              <a:off x="15713286" y="2596860"/>
              <a:ext cx="30800" cy="36578"/>
            </a:xfrm>
            <a:custGeom>
              <a:avLst/>
              <a:gdLst/>
              <a:ahLst/>
              <a:cxnLst/>
              <a:rect l="0" t="0" r="0" b="0"/>
              <a:pathLst>
                <a:path w="30800" h="36578">
                  <a:moveTo>
                    <a:pt x="30800" y="36578"/>
                  </a:moveTo>
                  <a:lnTo>
                    <a:pt x="0" y="0"/>
                  </a:lnTo>
                </a:path>
              </a:pathLst>
            </a:custGeom>
            <a:noFill/>
            <a:ln w="8096">
              <a:solidFill>
                <a:srgbClr val="EAEEF0"/>
              </a:solidFill>
            </a:ln>
          </p:spPr>
        </p:sp>
        <p:sp>
          <p:nvSpPr>
            <p:cNvPr id="5399" name="Output_receptor__5398">
              <a:extLst>
                <a:ext uri="{FF2B5EF4-FFF2-40B4-BE49-F238E27FC236}">
                  <a16:creationId xmlns:a16="http://schemas.microsoft.com/office/drawing/2014/main" id="{120C8EF3-A629-B08A-CDE4-9C45353F62E4}"/>
                </a:ext>
              </a:extLst>
            </p:cNvPr>
            <p:cNvSpPr>
              <a:spLocks noGrp="1"/>
            </p:cNvSpPr>
            <p:nvPr/>
          </p:nvSpPr>
          <p:spPr>
            <a:xfrm>
              <a:off x="15610029" y="3718918"/>
              <a:ext cx="65827" cy="28702"/>
            </a:xfrm>
            <a:custGeom>
              <a:avLst/>
              <a:gdLst/>
              <a:ahLst/>
              <a:cxnLst/>
              <a:rect l="0" t="0" r="0" b="0"/>
              <a:pathLst>
                <a:path w="65827" h="28702">
                  <a:moveTo>
                    <a:pt x="0" y="28702"/>
                  </a:moveTo>
                  <a:lnTo>
                    <a:pt x="65827" y="0"/>
                  </a:lnTo>
                </a:path>
              </a:pathLst>
            </a:custGeom>
            <a:noFill/>
            <a:ln w="20003">
              <a:solidFill>
                <a:srgbClr val="EAEEF0"/>
              </a:solidFill>
            </a:ln>
          </p:spPr>
        </p:sp>
        <p:sp>
          <p:nvSpPr>
            <p:cNvPr id="5400" name="Output_receptor__5399">
              <a:extLst>
                <a:ext uri="{FF2B5EF4-FFF2-40B4-BE49-F238E27FC236}">
                  <a16:creationId xmlns:a16="http://schemas.microsoft.com/office/drawing/2014/main" id="{4321A8FA-9FD5-9C63-E32B-225E6669719F}"/>
                </a:ext>
              </a:extLst>
            </p:cNvPr>
            <p:cNvSpPr>
              <a:spLocks noGrp="1"/>
            </p:cNvSpPr>
            <p:nvPr/>
          </p:nvSpPr>
          <p:spPr>
            <a:xfrm>
              <a:off x="16043643" y="2927230"/>
              <a:ext cx="59024" cy="32929"/>
            </a:xfrm>
            <a:custGeom>
              <a:avLst/>
              <a:gdLst/>
              <a:ahLst/>
              <a:cxnLst/>
              <a:rect l="0" t="0" r="0" b="0"/>
              <a:pathLst>
                <a:path w="59024" h="32929">
                  <a:moveTo>
                    <a:pt x="0" y="32929"/>
                  </a:moveTo>
                  <a:lnTo>
                    <a:pt x="59024" y="0"/>
                  </a:lnTo>
                </a:path>
              </a:pathLst>
            </a:custGeom>
            <a:noFill/>
            <a:ln w="8096">
              <a:solidFill>
                <a:srgbClr val="EAEEF0"/>
              </a:solidFill>
            </a:ln>
          </p:spPr>
        </p:sp>
        <p:sp>
          <p:nvSpPr>
            <p:cNvPr id="5401" name="Output_receptor__5400">
              <a:extLst>
                <a:ext uri="{FF2B5EF4-FFF2-40B4-BE49-F238E27FC236}">
                  <a16:creationId xmlns:a16="http://schemas.microsoft.com/office/drawing/2014/main" id="{FDBC5162-3BCC-1486-96C4-93C4E5DE00D8}"/>
                </a:ext>
              </a:extLst>
            </p:cNvPr>
            <p:cNvSpPr>
              <a:spLocks noGrp="1"/>
            </p:cNvSpPr>
            <p:nvPr/>
          </p:nvSpPr>
          <p:spPr>
            <a:xfrm>
              <a:off x="16112989" y="3826485"/>
              <a:ext cx="7282" cy="60540"/>
            </a:xfrm>
            <a:custGeom>
              <a:avLst/>
              <a:gdLst/>
              <a:ahLst/>
              <a:cxnLst/>
              <a:rect l="0" t="0" r="0" b="0"/>
              <a:pathLst>
                <a:path w="7282" h="60540">
                  <a:moveTo>
                    <a:pt x="0" y="0"/>
                  </a:moveTo>
                  <a:lnTo>
                    <a:pt x="7282" y="60540"/>
                  </a:lnTo>
                </a:path>
              </a:pathLst>
            </a:custGeom>
            <a:noFill/>
            <a:ln w="20003">
              <a:solidFill>
                <a:srgbClr val="EAEEF0"/>
              </a:solidFill>
            </a:ln>
          </p:spPr>
        </p:sp>
        <p:sp>
          <p:nvSpPr>
            <p:cNvPr id="5402" name="Output_receptor__5401">
              <a:extLst>
                <a:ext uri="{FF2B5EF4-FFF2-40B4-BE49-F238E27FC236}">
                  <a16:creationId xmlns:a16="http://schemas.microsoft.com/office/drawing/2014/main" id="{02FF00BB-83BF-6DA1-E28B-7177D5F0F8F9}"/>
                </a:ext>
              </a:extLst>
            </p:cNvPr>
            <p:cNvSpPr>
              <a:spLocks noGrp="1"/>
            </p:cNvSpPr>
            <p:nvPr/>
          </p:nvSpPr>
          <p:spPr>
            <a:xfrm>
              <a:off x="15667440" y="3233441"/>
              <a:ext cx="12052" cy="71016"/>
            </a:xfrm>
            <a:custGeom>
              <a:avLst/>
              <a:gdLst/>
              <a:ahLst/>
              <a:cxnLst/>
              <a:rect l="0" t="0" r="0" b="0"/>
              <a:pathLst>
                <a:path w="12052" h="71016">
                  <a:moveTo>
                    <a:pt x="0" y="71016"/>
                  </a:moveTo>
                  <a:lnTo>
                    <a:pt x="12052" y="0"/>
                  </a:lnTo>
                </a:path>
              </a:pathLst>
            </a:custGeom>
            <a:noFill/>
            <a:ln w="20003">
              <a:solidFill>
                <a:srgbClr val="EAEEF0"/>
              </a:solidFill>
            </a:ln>
          </p:spPr>
        </p:sp>
        <p:sp>
          <p:nvSpPr>
            <p:cNvPr id="5403" name="Output_receptor__5402">
              <a:extLst>
                <a:ext uri="{FF2B5EF4-FFF2-40B4-BE49-F238E27FC236}">
                  <a16:creationId xmlns:a16="http://schemas.microsoft.com/office/drawing/2014/main" id="{075CEF9A-67BA-8FBE-3C0E-B69499F34BBE}"/>
                </a:ext>
              </a:extLst>
            </p:cNvPr>
            <p:cNvSpPr>
              <a:spLocks noGrp="1"/>
            </p:cNvSpPr>
            <p:nvPr/>
          </p:nvSpPr>
          <p:spPr>
            <a:xfrm>
              <a:off x="15669941" y="2698487"/>
              <a:ext cx="71828" cy="2293"/>
            </a:xfrm>
            <a:custGeom>
              <a:avLst/>
              <a:gdLst/>
              <a:ahLst/>
              <a:cxnLst/>
              <a:rect l="0" t="0" r="0" b="0"/>
              <a:pathLst>
                <a:path w="71828" h="2293">
                  <a:moveTo>
                    <a:pt x="0" y="2293"/>
                  </a:moveTo>
                  <a:lnTo>
                    <a:pt x="71828" y="0"/>
                  </a:lnTo>
                </a:path>
              </a:pathLst>
            </a:custGeom>
            <a:noFill/>
            <a:ln w="8096">
              <a:solidFill>
                <a:srgbClr val="EAEEF0"/>
              </a:solidFill>
            </a:ln>
          </p:spPr>
        </p:sp>
        <p:sp>
          <p:nvSpPr>
            <p:cNvPr id="5404" name="Output_receptor__5403">
              <a:extLst>
                <a:ext uri="{FF2B5EF4-FFF2-40B4-BE49-F238E27FC236}">
                  <a16:creationId xmlns:a16="http://schemas.microsoft.com/office/drawing/2014/main" id="{FF08BFFA-6FD0-9DD0-8A5A-97092B5A5C22}"/>
                </a:ext>
              </a:extLst>
            </p:cNvPr>
            <p:cNvSpPr>
              <a:spLocks noGrp="1"/>
            </p:cNvSpPr>
            <p:nvPr/>
          </p:nvSpPr>
          <p:spPr>
            <a:xfrm>
              <a:off x="15540730" y="3465322"/>
              <a:ext cx="45015" cy="18883"/>
            </a:xfrm>
            <a:custGeom>
              <a:avLst/>
              <a:gdLst/>
              <a:ahLst/>
              <a:cxnLst/>
              <a:rect l="0" t="0" r="0" b="0"/>
              <a:pathLst>
                <a:path w="45015" h="18883">
                  <a:moveTo>
                    <a:pt x="0" y="18883"/>
                  </a:moveTo>
                  <a:lnTo>
                    <a:pt x="45015" y="0"/>
                  </a:lnTo>
                </a:path>
              </a:pathLst>
            </a:custGeom>
            <a:noFill/>
            <a:ln w="20003">
              <a:solidFill>
                <a:srgbClr val="EAEEF0"/>
              </a:solidFill>
            </a:ln>
          </p:spPr>
        </p:sp>
        <p:sp>
          <p:nvSpPr>
            <p:cNvPr id="5405" name="Output_receptor__5404">
              <a:extLst>
                <a:ext uri="{FF2B5EF4-FFF2-40B4-BE49-F238E27FC236}">
                  <a16:creationId xmlns:a16="http://schemas.microsoft.com/office/drawing/2014/main" id="{F8397B21-5458-E79A-46A5-94845D03898F}"/>
                </a:ext>
              </a:extLst>
            </p:cNvPr>
            <p:cNvSpPr>
              <a:spLocks noGrp="1"/>
            </p:cNvSpPr>
            <p:nvPr/>
          </p:nvSpPr>
          <p:spPr>
            <a:xfrm>
              <a:off x="15116177" y="2833644"/>
              <a:ext cx="38332" cy="61501"/>
            </a:xfrm>
            <a:custGeom>
              <a:avLst/>
              <a:gdLst/>
              <a:ahLst/>
              <a:cxnLst/>
              <a:rect l="0" t="0" r="0" b="0"/>
              <a:pathLst>
                <a:path w="38332" h="61501">
                  <a:moveTo>
                    <a:pt x="0" y="0"/>
                  </a:moveTo>
                  <a:lnTo>
                    <a:pt x="38332" y="61501"/>
                  </a:lnTo>
                </a:path>
              </a:pathLst>
            </a:custGeom>
            <a:noFill/>
            <a:ln w="20003">
              <a:solidFill>
                <a:srgbClr val="EAEEF0"/>
              </a:solidFill>
            </a:ln>
          </p:spPr>
        </p:sp>
        <p:sp>
          <p:nvSpPr>
            <p:cNvPr id="5406" name="Output_receptor__5405">
              <a:extLst>
                <a:ext uri="{FF2B5EF4-FFF2-40B4-BE49-F238E27FC236}">
                  <a16:creationId xmlns:a16="http://schemas.microsoft.com/office/drawing/2014/main" id="{D067F18F-8C3C-AF12-A5E9-427DE9A7F5AB}"/>
                </a:ext>
              </a:extLst>
            </p:cNvPr>
            <p:cNvSpPr>
              <a:spLocks noGrp="1"/>
            </p:cNvSpPr>
            <p:nvPr/>
          </p:nvSpPr>
          <p:spPr>
            <a:xfrm>
              <a:off x="15719778" y="3055375"/>
              <a:ext cx="25786" cy="26246"/>
            </a:xfrm>
            <a:custGeom>
              <a:avLst/>
              <a:gdLst/>
              <a:ahLst/>
              <a:cxnLst/>
              <a:rect l="0" t="0" r="0" b="0"/>
              <a:pathLst>
                <a:path w="25786" h="26246">
                  <a:moveTo>
                    <a:pt x="0" y="0"/>
                  </a:moveTo>
                  <a:lnTo>
                    <a:pt x="25786" y="26246"/>
                  </a:lnTo>
                </a:path>
              </a:pathLst>
            </a:custGeom>
            <a:noFill/>
            <a:ln w="20003">
              <a:solidFill>
                <a:srgbClr val="EAEEF0"/>
              </a:solidFill>
            </a:ln>
          </p:spPr>
        </p:sp>
        <p:sp>
          <p:nvSpPr>
            <p:cNvPr id="5407" name="Output_receptor__5406">
              <a:extLst>
                <a:ext uri="{FF2B5EF4-FFF2-40B4-BE49-F238E27FC236}">
                  <a16:creationId xmlns:a16="http://schemas.microsoft.com/office/drawing/2014/main" id="{4E3C5997-02B9-B4D4-8F8E-1270A666A79B}"/>
                </a:ext>
              </a:extLst>
            </p:cNvPr>
            <p:cNvSpPr>
              <a:spLocks noGrp="1"/>
            </p:cNvSpPr>
            <p:nvPr/>
          </p:nvSpPr>
          <p:spPr>
            <a:xfrm>
              <a:off x="16050648" y="2740344"/>
              <a:ext cx="35083" cy="21596"/>
            </a:xfrm>
            <a:custGeom>
              <a:avLst/>
              <a:gdLst/>
              <a:ahLst/>
              <a:cxnLst/>
              <a:rect l="0" t="0" r="0" b="0"/>
              <a:pathLst>
                <a:path w="35083" h="21596">
                  <a:moveTo>
                    <a:pt x="35083" y="21596"/>
                  </a:moveTo>
                  <a:lnTo>
                    <a:pt x="0" y="0"/>
                  </a:lnTo>
                </a:path>
              </a:pathLst>
            </a:custGeom>
            <a:noFill/>
            <a:ln w="20003">
              <a:solidFill>
                <a:srgbClr val="EAEEF0"/>
              </a:solidFill>
            </a:ln>
          </p:spPr>
        </p:sp>
        <p:sp>
          <p:nvSpPr>
            <p:cNvPr id="5408" name="Output_receptor__5407">
              <a:extLst>
                <a:ext uri="{FF2B5EF4-FFF2-40B4-BE49-F238E27FC236}">
                  <a16:creationId xmlns:a16="http://schemas.microsoft.com/office/drawing/2014/main" id="{BF468BFC-2855-6407-FC1B-444867D770E8}"/>
                </a:ext>
              </a:extLst>
            </p:cNvPr>
            <p:cNvSpPr>
              <a:spLocks noGrp="1"/>
            </p:cNvSpPr>
            <p:nvPr/>
          </p:nvSpPr>
          <p:spPr>
            <a:xfrm>
              <a:off x="15566577" y="3548418"/>
              <a:ext cx="58606" cy="21296"/>
            </a:xfrm>
            <a:custGeom>
              <a:avLst/>
              <a:gdLst/>
              <a:ahLst/>
              <a:cxnLst/>
              <a:rect l="0" t="0" r="0" b="0"/>
              <a:pathLst>
                <a:path w="58606" h="21296">
                  <a:moveTo>
                    <a:pt x="0" y="21296"/>
                  </a:moveTo>
                  <a:lnTo>
                    <a:pt x="58606" y="0"/>
                  </a:lnTo>
                </a:path>
              </a:pathLst>
            </a:custGeom>
            <a:noFill/>
            <a:ln w="20003">
              <a:solidFill>
                <a:srgbClr val="EAEEF0"/>
              </a:solidFill>
            </a:ln>
          </p:spPr>
        </p:sp>
        <p:sp>
          <p:nvSpPr>
            <p:cNvPr id="5409" name="Output_receptor__5408">
              <a:extLst>
                <a:ext uri="{FF2B5EF4-FFF2-40B4-BE49-F238E27FC236}">
                  <a16:creationId xmlns:a16="http://schemas.microsoft.com/office/drawing/2014/main" id="{C2FAA2C7-6205-E5C8-A458-BAECA528557C}"/>
                </a:ext>
              </a:extLst>
            </p:cNvPr>
            <p:cNvSpPr>
              <a:spLocks noGrp="1"/>
            </p:cNvSpPr>
            <p:nvPr/>
          </p:nvSpPr>
          <p:spPr>
            <a:xfrm>
              <a:off x="15787515" y="3592154"/>
              <a:ext cx="54718" cy="32611"/>
            </a:xfrm>
            <a:custGeom>
              <a:avLst/>
              <a:gdLst/>
              <a:ahLst/>
              <a:cxnLst/>
              <a:rect l="0" t="0" r="0" b="0"/>
              <a:pathLst>
                <a:path w="54718" h="32611">
                  <a:moveTo>
                    <a:pt x="54718" y="0"/>
                  </a:moveTo>
                  <a:lnTo>
                    <a:pt x="0" y="32611"/>
                  </a:lnTo>
                </a:path>
              </a:pathLst>
            </a:custGeom>
            <a:noFill/>
            <a:ln w="20003">
              <a:solidFill>
                <a:srgbClr val="EAEEF0"/>
              </a:solidFill>
            </a:ln>
          </p:spPr>
        </p:sp>
        <p:sp>
          <p:nvSpPr>
            <p:cNvPr id="5410" name="Output_receptor__5409">
              <a:extLst>
                <a:ext uri="{FF2B5EF4-FFF2-40B4-BE49-F238E27FC236}">
                  <a16:creationId xmlns:a16="http://schemas.microsoft.com/office/drawing/2014/main" id="{0AC8D0DC-7188-9F97-AA56-FFECE1568F12}"/>
                </a:ext>
              </a:extLst>
            </p:cNvPr>
            <p:cNvSpPr>
              <a:spLocks noGrp="1"/>
            </p:cNvSpPr>
            <p:nvPr/>
          </p:nvSpPr>
          <p:spPr>
            <a:xfrm>
              <a:off x="15525439" y="2586357"/>
              <a:ext cx="64640" cy="7484"/>
            </a:xfrm>
            <a:custGeom>
              <a:avLst/>
              <a:gdLst/>
              <a:ahLst/>
              <a:cxnLst/>
              <a:rect l="0" t="0" r="0" b="0"/>
              <a:pathLst>
                <a:path w="64640" h="7484">
                  <a:moveTo>
                    <a:pt x="0" y="0"/>
                  </a:moveTo>
                  <a:lnTo>
                    <a:pt x="64640" y="7484"/>
                  </a:lnTo>
                </a:path>
              </a:pathLst>
            </a:custGeom>
            <a:noFill/>
            <a:ln w="8096">
              <a:solidFill>
                <a:srgbClr val="EAEEF0"/>
              </a:solidFill>
            </a:ln>
          </p:spPr>
        </p:sp>
        <p:sp>
          <p:nvSpPr>
            <p:cNvPr id="5411" name="Output_receptor__5410">
              <a:extLst>
                <a:ext uri="{FF2B5EF4-FFF2-40B4-BE49-F238E27FC236}">
                  <a16:creationId xmlns:a16="http://schemas.microsoft.com/office/drawing/2014/main" id="{B26E86AA-CAE5-ADF4-DD45-E42FC9E4C11E}"/>
                </a:ext>
              </a:extLst>
            </p:cNvPr>
            <p:cNvSpPr>
              <a:spLocks noGrp="1"/>
            </p:cNvSpPr>
            <p:nvPr/>
          </p:nvSpPr>
          <p:spPr>
            <a:xfrm>
              <a:off x="15986960" y="2791435"/>
              <a:ext cx="2581" cy="24326"/>
            </a:xfrm>
            <a:custGeom>
              <a:avLst/>
              <a:gdLst/>
              <a:ahLst/>
              <a:cxnLst/>
              <a:rect l="0" t="0" r="0" b="0"/>
              <a:pathLst>
                <a:path w="2581" h="24326">
                  <a:moveTo>
                    <a:pt x="0" y="0"/>
                  </a:moveTo>
                  <a:lnTo>
                    <a:pt x="2581" y="24326"/>
                  </a:lnTo>
                </a:path>
              </a:pathLst>
            </a:custGeom>
            <a:noFill/>
            <a:ln w="20003">
              <a:solidFill>
                <a:srgbClr val="EAEEF0"/>
              </a:solidFill>
            </a:ln>
          </p:spPr>
        </p:sp>
        <p:sp>
          <p:nvSpPr>
            <p:cNvPr id="5412" name="Output_receptor__5411">
              <a:extLst>
                <a:ext uri="{FF2B5EF4-FFF2-40B4-BE49-F238E27FC236}">
                  <a16:creationId xmlns:a16="http://schemas.microsoft.com/office/drawing/2014/main" id="{D93DE641-6AA2-3466-F93B-BC4BAA3D7CCB}"/>
                </a:ext>
              </a:extLst>
            </p:cNvPr>
            <p:cNvSpPr>
              <a:spLocks noGrp="1"/>
            </p:cNvSpPr>
            <p:nvPr/>
          </p:nvSpPr>
          <p:spPr>
            <a:xfrm>
              <a:off x="15023899" y="2991658"/>
              <a:ext cx="67883" cy="6320"/>
            </a:xfrm>
            <a:custGeom>
              <a:avLst/>
              <a:gdLst/>
              <a:ahLst/>
              <a:cxnLst/>
              <a:rect l="0" t="0" r="0" b="0"/>
              <a:pathLst>
                <a:path w="67883" h="6320">
                  <a:moveTo>
                    <a:pt x="67883" y="0"/>
                  </a:moveTo>
                  <a:lnTo>
                    <a:pt x="0" y="6320"/>
                  </a:lnTo>
                </a:path>
              </a:pathLst>
            </a:custGeom>
            <a:noFill/>
            <a:ln w="20003">
              <a:solidFill>
                <a:srgbClr val="EAEEF0"/>
              </a:solidFill>
            </a:ln>
          </p:spPr>
        </p:sp>
        <p:sp>
          <p:nvSpPr>
            <p:cNvPr id="5413" name="Output_receptor__5412">
              <a:extLst>
                <a:ext uri="{FF2B5EF4-FFF2-40B4-BE49-F238E27FC236}">
                  <a16:creationId xmlns:a16="http://schemas.microsoft.com/office/drawing/2014/main" id="{5D1C990A-9876-2416-C157-6283AEF57C19}"/>
                </a:ext>
              </a:extLst>
            </p:cNvPr>
            <p:cNvSpPr>
              <a:spLocks noGrp="1"/>
            </p:cNvSpPr>
            <p:nvPr/>
          </p:nvSpPr>
          <p:spPr>
            <a:xfrm>
              <a:off x="15775580" y="2538722"/>
              <a:ext cx="7245" cy="25080"/>
            </a:xfrm>
            <a:custGeom>
              <a:avLst/>
              <a:gdLst/>
              <a:ahLst/>
              <a:cxnLst/>
              <a:rect l="0" t="0" r="0" b="0"/>
              <a:pathLst>
                <a:path w="7245" h="25080">
                  <a:moveTo>
                    <a:pt x="0" y="25080"/>
                  </a:moveTo>
                  <a:lnTo>
                    <a:pt x="7245" y="0"/>
                  </a:lnTo>
                </a:path>
              </a:pathLst>
            </a:custGeom>
            <a:noFill/>
            <a:ln w="8096">
              <a:solidFill>
                <a:srgbClr val="EAEEF0"/>
              </a:solidFill>
            </a:ln>
          </p:spPr>
        </p:sp>
        <p:sp>
          <p:nvSpPr>
            <p:cNvPr id="5414" name="Output_receptor__5413">
              <a:extLst>
                <a:ext uri="{FF2B5EF4-FFF2-40B4-BE49-F238E27FC236}">
                  <a16:creationId xmlns:a16="http://schemas.microsoft.com/office/drawing/2014/main" id="{68ACF2F7-61DB-963B-6732-62AF9268ACEC}"/>
                </a:ext>
              </a:extLst>
            </p:cNvPr>
            <p:cNvSpPr>
              <a:spLocks noGrp="1"/>
            </p:cNvSpPr>
            <p:nvPr/>
          </p:nvSpPr>
          <p:spPr>
            <a:xfrm>
              <a:off x="15741409" y="3245963"/>
              <a:ext cx="13060" cy="50857"/>
            </a:xfrm>
            <a:custGeom>
              <a:avLst/>
              <a:gdLst/>
              <a:ahLst/>
              <a:cxnLst/>
              <a:rect l="0" t="0" r="0" b="0"/>
              <a:pathLst>
                <a:path w="13060" h="50857">
                  <a:moveTo>
                    <a:pt x="0" y="0"/>
                  </a:moveTo>
                  <a:lnTo>
                    <a:pt x="13060" y="50857"/>
                  </a:lnTo>
                </a:path>
              </a:pathLst>
            </a:custGeom>
            <a:noFill/>
            <a:ln w="20003">
              <a:solidFill>
                <a:srgbClr val="EAEEF0"/>
              </a:solidFill>
            </a:ln>
          </p:spPr>
        </p:sp>
        <p:sp>
          <p:nvSpPr>
            <p:cNvPr id="5415" name="Output_receptor__5414">
              <a:extLst>
                <a:ext uri="{FF2B5EF4-FFF2-40B4-BE49-F238E27FC236}">
                  <a16:creationId xmlns:a16="http://schemas.microsoft.com/office/drawing/2014/main" id="{2E1DC288-462A-1649-4E35-438FB44ECED9}"/>
                </a:ext>
              </a:extLst>
            </p:cNvPr>
            <p:cNvSpPr>
              <a:spLocks noGrp="1"/>
            </p:cNvSpPr>
            <p:nvPr/>
          </p:nvSpPr>
          <p:spPr>
            <a:xfrm>
              <a:off x="16406137" y="3155246"/>
              <a:ext cx="20925" cy="68704"/>
            </a:xfrm>
            <a:custGeom>
              <a:avLst/>
              <a:gdLst/>
              <a:ahLst/>
              <a:cxnLst/>
              <a:rect l="0" t="0" r="0" b="0"/>
              <a:pathLst>
                <a:path w="20925" h="68704">
                  <a:moveTo>
                    <a:pt x="0" y="0"/>
                  </a:moveTo>
                  <a:lnTo>
                    <a:pt x="20925" y="68704"/>
                  </a:lnTo>
                </a:path>
              </a:pathLst>
            </a:custGeom>
            <a:noFill/>
            <a:ln w="20003">
              <a:solidFill>
                <a:srgbClr val="EAEEF0"/>
              </a:solidFill>
            </a:ln>
          </p:spPr>
        </p:sp>
        <p:sp>
          <p:nvSpPr>
            <p:cNvPr id="5416" name="Output_receptor__5415">
              <a:extLst>
                <a:ext uri="{FF2B5EF4-FFF2-40B4-BE49-F238E27FC236}">
                  <a16:creationId xmlns:a16="http://schemas.microsoft.com/office/drawing/2014/main" id="{3960AA3E-26E4-BB18-9A85-6FE623B32E7E}"/>
                </a:ext>
              </a:extLst>
            </p:cNvPr>
            <p:cNvSpPr>
              <a:spLocks noGrp="1"/>
            </p:cNvSpPr>
            <p:nvPr/>
          </p:nvSpPr>
          <p:spPr>
            <a:xfrm>
              <a:off x="16220160" y="2327661"/>
              <a:ext cx="67782" cy="24391"/>
            </a:xfrm>
            <a:custGeom>
              <a:avLst/>
              <a:gdLst/>
              <a:ahLst/>
              <a:cxnLst/>
              <a:rect l="0" t="0" r="0" b="0"/>
              <a:pathLst>
                <a:path w="67782" h="24391">
                  <a:moveTo>
                    <a:pt x="67782" y="24391"/>
                  </a:moveTo>
                  <a:lnTo>
                    <a:pt x="0" y="0"/>
                  </a:lnTo>
                </a:path>
              </a:pathLst>
            </a:custGeom>
            <a:noFill/>
            <a:ln w="8096">
              <a:solidFill>
                <a:srgbClr val="EAEEF0"/>
              </a:solidFill>
            </a:ln>
          </p:spPr>
        </p:sp>
        <p:sp>
          <p:nvSpPr>
            <p:cNvPr id="5417" name="Output_receptor__5416">
              <a:extLst>
                <a:ext uri="{FF2B5EF4-FFF2-40B4-BE49-F238E27FC236}">
                  <a16:creationId xmlns:a16="http://schemas.microsoft.com/office/drawing/2014/main" id="{952F04EA-426D-3CF8-F78A-0B22E39D1074}"/>
                </a:ext>
              </a:extLst>
            </p:cNvPr>
            <p:cNvSpPr>
              <a:spLocks noGrp="1"/>
            </p:cNvSpPr>
            <p:nvPr/>
          </p:nvSpPr>
          <p:spPr>
            <a:xfrm>
              <a:off x="16084521" y="2558449"/>
              <a:ext cx="24493" cy="67343"/>
            </a:xfrm>
            <a:custGeom>
              <a:avLst/>
              <a:gdLst/>
              <a:ahLst/>
              <a:cxnLst/>
              <a:rect l="0" t="0" r="0" b="0"/>
              <a:pathLst>
                <a:path w="24493" h="67343">
                  <a:moveTo>
                    <a:pt x="24493" y="0"/>
                  </a:moveTo>
                  <a:lnTo>
                    <a:pt x="0" y="67343"/>
                  </a:lnTo>
                </a:path>
              </a:pathLst>
            </a:custGeom>
            <a:noFill/>
            <a:ln w="8096">
              <a:solidFill>
                <a:srgbClr val="EAEEF0"/>
              </a:solidFill>
            </a:ln>
          </p:spPr>
        </p:sp>
        <p:sp>
          <p:nvSpPr>
            <p:cNvPr id="5418" name="Output_receptor__5417">
              <a:extLst>
                <a:ext uri="{FF2B5EF4-FFF2-40B4-BE49-F238E27FC236}">
                  <a16:creationId xmlns:a16="http://schemas.microsoft.com/office/drawing/2014/main" id="{68D928D2-5A18-AA83-B37B-30A90C638B6F}"/>
                </a:ext>
              </a:extLst>
            </p:cNvPr>
            <p:cNvSpPr>
              <a:spLocks noGrp="1"/>
            </p:cNvSpPr>
            <p:nvPr/>
          </p:nvSpPr>
          <p:spPr>
            <a:xfrm>
              <a:off x="16268890" y="3788695"/>
              <a:ext cx="20604" cy="1994"/>
            </a:xfrm>
            <a:custGeom>
              <a:avLst/>
              <a:gdLst/>
              <a:ahLst/>
              <a:cxnLst/>
              <a:rect l="0" t="0" r="0" b="0"/>
              <a:pathLst>
                <a:path w="20604" h="1994">
                  <a:moveTo>
                    <a:pt x="0" y="0"/>
                  </a:moveTo>
                  <a:lnTo>
                    <a:pt x="20604" y="1994"/>
                  </a:lnTo>
                </a:path>
              </a:pathLst>
            </a:custGeom>
            <a:noFill/>
            <a:ln w="20003">
              <a:solidFill>
                <a:srgbClr val="EAEEF0"/>
              </a:solidFill>
            </a:ln>
          </p:spPr>
        </p:sp>
        <p:sp>
          <p:nvSpPr>
            <p:cNvPr id="5419" name="Output_receptor__5418">
              <a:extLst>
                <a:ext uri="{FF2B5EF4-FFF2-40B4-BE49-F238E27FC236}">
                  <a16:creationId xmlns:a16="http://schemas.microsoft.com/office/drawing/2014/main" id="{59B6C591-6DA8-4D6E-DF0F-629353673F80}"/>
                </a:ext>
              </a:extLst>
            </p:cNvPr>
            <p:cNvSpPr>
              <a:spLocks noGrp="1"/>
            </p:cNvSpPr>
            <p:nvPr/>
          </p:nvSpPr>
          <p:spPr>
            <a:xfrm>
              <a:off x="16375183" y="3223951"/>
              <a:ext cx="51879" cy="49650"/>
            </a:xfrm>
            <a:custGeom>
              <a:avLst/>
              <a:gdLst/>
              <a:ahLst/>
              <a:cxnLst/>
              <a:rect l="0" t="0" r="0" b="0"/>
              <a:pathLst>
                <a:path w="51879" h="49650">
                  <a:moveTo>
                    <a:pt x="51879" y="0"/>
                  </a:moveTo>
                  <a:lnTo>
                    <a:pt x="0" y="49650"/>
                  </a:lnTo>
                </a:path>
              </a:pathLst>
            </a:custGeom>
            <a:noFill/>
            <a:ln w="20003">
              <a:solidFill>
                <a:srgbClr val="EAEEF0"/>
              </a:solidFill>
            </a:ln>
          </p:spPr>
        </p:sp>
        <p:sp>
          <p:nvSpPr>
            <p:cNvPr id="5420" name="Output_receptor__5419">
              <a:extLst>
                <a:ext uri="{FF2B5EF4-FFF2-40B4-BE49-F238E27FC236}">
                  <a16:creationId xmlns:a16="http://schemas.microsoft.com/office/drawing/2014/main" id="{6CAC8589-D2AA-51C9-57AB-6EC92DDC2EAF}"/>
                </a:ext>
              </a:extLst>
            </p:cNvPr>
            <p:cNvSpPr>
              <a:spLocks noGrp="1"/>
            </p:cNvSpPr>
            <p:nvPr/>
          </p:nvSpPr>
          <p:spPr>
            <a:xfrm>
              <a:off x="15979770" y="3224970"/>
              <a:ext cx="72057" cy="4487"/>
            </a:xfrm>
            <a:custGeom>
              <a:avLst/>
              <a:gdLst/>
              <a:ahLst/>
              <a:cxnLst/>
              <a:rect l="0" t="0" r="0" b="0"/>
              <a:pathLst>
                <a:path w="72057" h="4487">
                  <a:moveTo>
                    <a:pt x="0" y="4487"/>
                  </a:moveTo>
                  <a:lnTo>
                    <a:pt x="72057" y="0"/>
                  </a:lnTo>
                </a:path>
              </a:pathLst>
            </a:custGeom>
            <a:noFill/>
            <a:ln w="20003">
              <a:solidFill>
                <a:srgbClr val="EAEEF0"/>
              </a:solidFill>
            </a:ln>
          </p:spPr>
        </p:sp>
        <p:sp>
          <p:nvSpPr>
            <p:cNvPr id="5421" name="Output_receptor__5420">
              <a:extLst>
                <a:ext uri="{FF2B5EF4-FFF2-40B4-BE49-F238E27FC236}">
                  <a16:creationId xmlns:a16="http://schemas.microsoft.com/office/drawing/2014/main" id="{E3596E93-B7F9-609A-16DA-E13BF358038D}"/>
                </a:ext>
              </a:extLst>
            </p:cNvPr>
            <p:cNvSpPr>
              <a:spLocks noGrp="1"/>
            </p:cNvSpPr>
            <p:nvPr/>
          </p:nvSpPr>
          <p:spPr>
            <a:xfrm>
              <a:off x="16539666" y="3711918"/>
              <a:ext cx="32344" cy="64843"/>
            </a:xfrm>
            <a:custGeom>
              <a:avLst/>
              <a:gdLst/>
              <a:ahLst/>
              <a:cxnLst/>
              <a:rect l="0" t="0" r="0" b="0"/>
              <a:pathLst>
                <a:path w="32344" h="64843">
                  <a:moveTo>
                    <a:pt x="0" y="64843"/>
                  </a:moveTo>
                  <a:lnTo>
                    <a:pt x="32344" y="0"/>
                  </a:lnTo>
                </a:path>
              </a:pathLst>
            </a:custGeom>
            <a:noFill/>
            <a:ln w="20003">
              <a:solidFill>
                <a:srgbClr val="EAEEF0"/>
              </a:solidFill>
            </a:ln>
          </p:spPr>
        </p:sp>
        <p:sp>
          <p:nvSpPr>
            <p:cNvPr id="5422" name="Output_receptor__5421">
              <a:extLst>
                <a:ext uri="{FF2B5EF4-FFF2-40B4-BE49-F238E27FC236}">
                  <a16:creationId xmlns:a16="http://schemas.microsoft.com/office/drawing/2014/main" id="{1F43D96E-62F7-EC39-EAFB-2FD8DE60FE88}"/>
                </a:ext>
              </a:extLst>
            </p:cNvPr>
            <p:cNvSpPr>
              <a:spLocks noGrp="1"/>
            </p:cNvSpPr>
            <p:nvPr/>
          </p:nvSpPr>
          <p:spPr>
            <a:xfrm>
              <a:off x="15897600" y="2419252"/>
              <a:ext cx="21151" cy="2240"/>
            </a:xfrm>
            <a:custGeom>
              <a:avLst/>
              <a:gdLst/>
              <a:ahLst/>
              <a:cxnLst/>
              <a:rect l="0" t="0" r="0" b="0"/>
              <a:pathLst>
                <a:path w="21151" h="2240">
                  <a:moveTo>
                    <a:pt x="21151" y="2240"/>
                  </a:moveTo>
                  <a:lnTo>
                    <a:pt x="0" y="0"/>
                  </a:lnTo>
                </a:path>
              </a:pathLst>
            </a:custGeom>
            <a:noFill/>
            <a:ln w="8096">
              <a:solidFill>
                <a:srgbClr val="EAEEF0"/>
              </a:solidFill>
            </a:ln>
          </p:spPr>
        </p:sp>
        <p:sp>
          <p:nvSpPr>
            <p:cNvPr id="5423" name="Output_receptor__5422">
              <a:extLst>
                <a:ext uri="{FF2B5EF4-FFF2-40B4-BE49-F238E27FC236}">
                  <a16:creationId xmlns:a16="http://schemas.microsoft.com/office/drawing/2014/main" id="{D800A3C4-F3D4-9EA7-ECE1-A84F0815A898}"/>
                </a:ext>
              </a:extLst>
            </p:cNvPr>
            <p:cNvSpPr>
              <a:spLocks noGrp="1"/>
            </p:cNvSpPr>
            <p:nvPr/>
          </p:nvSpPr>
          <p:spPr>
            <a:xfrm>
              <a:off x="15420305" y="3790973"/>
              <a:ext cx="22484" cy="15875"/>
            </a:xfrm>
            <a:custGeom>
              <a:avLst/>
              <a:gdLst/>
              <a:ahLst/>
              <a:cxnLst/>
              <a:rect l="0" t="0" r="0" b="0"/>
              <a:pathLst>
                <a:path w="22484" h="15875">
                  <a:moveTo>
                    <a:pt x="22484" y="15875"/>
                  </a:moveTo>
                  <a:lnTo>
                    <a:pt x="0" y="0"/>
                  </a:lnTo>
                </a:path>
              </a:pathLst>
            </a:custGeom>
            <a:noFill/>
            <a:ln w="8096">
              <a:solidFill>
                <a:srgbClr val="EAEEF0"/>
              </a:solidFill>
            </a:ln>
          </p:spPr>
        </p:sp>
        <p:sp>
          <p:nvSpPr>
            <p:cNvPr id="5424" name="Output_receptor__5423">
              <a:extLst>
                <a:ext uri="{FF2B5EF4-FFF2-40B4-BE49-F238E27FC236}">
                  <a16:creationId xmlns:a16="http://schemas.microsoft.com/office/drawing/2014/main" id="{054DA8A0-F692-F9CC-4B6B-375D370F65DA}"/>
                </a:ext>
              </a:extLst>
            </p:cNvPr>
            <p:cNvSpPr>
              <a:spLocks noGrp="1"/>
            </p:cNvSpPr>
            <p:nvPr/>
          </p:nvSpPr>
          <p:spPr>
            <a:xfrm>
              <a:off x="15636361" y="2700780"/>
              <a:ext cx="33579" cy="56740"/>
            </a:xfrm>
            <a:custGeom>
              <a:avLst/>
              <a:gdLst/>
              <a:ahLst/>
              <a:cxnLst/>
              <a:rect l="0" t="0" r="0" b="0"/>
              <a:pathLst>
                <a:path w="33579" h="56740">
                  <a:moveTo>
                    <a:pt x="0" y="56740"/>
                  </a:moveTo>
                  <a:lnTo>
                    <a:pt x="33579" y="0"/>
                  </a:lnTo>
                </a:path>
              </a:pathLst>
            </a:custGeom>
            <a:noFill/>
            <a:ln w="20003">
              <a:solidFill>
                <a:srgbClr val="EAEEF0"/>
              </a:solidFill>
            </a:ln>
          </p:spPr>
        </p:sp>
        <p:sp>
          <p:nvSpPr>
            <p:cNvPr id="5425" name="Output_receptor__5424">
              <a:extLst>
                <a:ext uri="{FF2B5EF4-FFF2-40B4-BE49-F238E27FC236}">
                  <a16:creationId xmlns:a16="http://schemas.microsoft.com/office/drawing/2014/main" id="{B246037D-4AF0-ED7E-714C-15362730CB14}"/>
                </a:ext>
              </a:extLst>
            </p:cNvPr>
            <p:cNvSpPr>
              <a:spLocks noGrp="1"/>
            </p:cNvSpPr>
            <p:nvPr/>
          </p:nvSpPr>
          <p:spPr>
            <a:xfrm>
              <a:off x="15992929" y="2722208"/>
              <a:ext cx="57720" cy="18136"/>
            </a:xfrm>
            <a:custGeom>
              <a:avLst/>
              <a:gdLst/>
              <a:ahLst/>
              <a:cxnLst/>
              <a:rect l="0" t="0" r="0" b="0"/>
              <a:pathLst>
                <a:path w="57720" h="18136">
                  <a:moveTo>
                    <a:pt x="57720" y="18136"/>
                  </a:moveTo>
                  <a:lnTo>
                    <a:pt x="0" y="0"/>
                  </a:lnTo>
                </a:path>
              </a:pathLst>
            </a:custGeom>
            <a:noFill/>
            <a:ln w="20003">
              <a:solidFill>
                <a:srgbClr val="EAEEF0"/>
              </a:solidFill>
            </a:ln>
          </p:spPr>
        </p:sp>
        <p:sp>
          <p:nvSpPr>
            <p:cNvPr id="5426" name="Output_receptor__5425">
              <a:extLst>
                <a:ext uri="{FF2B5EF4-FFF2-40B4-BE49-F238E27FC236}">
                  <a16:creationId xmlns:a16="http://schemas.microsoft.com/office/drawing/2014/main" id="{1C512F9B-5E9A-06DF-3166-5C0F16D83CC0}"/>
                </a:ext>
              </a:extLst>
            </p:cNvPr>
            <p:cNvSpPr>
              <a:spLocks noGrp="1"/>
            </p:cNvSpPr>
            <p:nvPr/>
          </p:nvSpPr>
          <p:spPr>
            <a:xfrm>
              <a:off x="16255214" y="3535147"/>
              <a:ext cx="12157" cy="67580"/>
            </a:xfrm>
            <a:custGeom>
              <a:avLst/>
              <a:gdLst/>
              <a:ahLst/>
              <a:cxnLst/>
              <a:rect l="0" t="0" r="0" b="0"/>
              <a:pathLst>
                <a:path w="12157" h="67580">
                  <a:moveTo>
                    <a:pt x="12157" y="0"/>
                  </a:moveTo>
                  <a:lnTo>
                    <a:pt x="0" y="67580"/>
                  </a:lnTo>
                </a:path>
              </a:pathLst>
            </a:custGeom>
            <a:noFill/>
            <a:ln w="20003">
              <a:solidFill>
                <a:srgbClr val="EAEEF0"/>
              </a:solidFill>
            </a:ln>
          </p:spPr>
        </p:sp>
        <p:sp>
          <p:nvSpPr>
            <p:cNvPr id="5427" name="Output_receptor__5426">
              <a:extLst>
                <a:ext uri="{FF2B5EF4-FFF2-40B4-BE49-F238E27FC236}">
                  <a16:creationId xmlns:a16="http://schemas.microsoft.com/office/drawing/2014/main" id="{D5F3AFBF-C5BF-17E8-69A9-C690F32C4008}"/>
                </a:ext>
              </a:extLst>
            </p:cNvPr>
            <p:cNvSpPr>
              <a:spLocks noGrp="1"/>
            </p:cNvSpPr>
            <p:nvPr/>
          </p:nvSpPr>
          <p:spPr>
            <a:xfrm>
              <a:off x="15568841" y="2757520"/>
              <a:ext cx="67520" cy="2751"/>
            </a:xfrm>
            <a:custGeom>
              <a:avLst/>
              <a:gdLst/>
              <a:ahLst/>
              <a:cxnLst/>
              <a:rect l="0" t="0" r="0" b="0"/>
              <a:pathLst>
                <a:path w="67520" h="2751">
                  <a:moveTo>
                    <a:pt x="0" y="2751"/>
                  </a:moveTo>
                  <a:lnTo>
                    <a:pt x="67520" y="0"/>
                  </a:lnTo>
                </a:path>
              </a:pathLst>
            </a:custGeom>
            <a:noFill/>
            <a:ln w="20003">
              <a:solidFill>
                <a:srgbClr val="EAEEF0"/>
              </a:solidFill>
            </a:ln>
          </p:spPr>
        </p:sp>
        <p:sp>
          <p:nvSpPr>
            <p:cNvPr id="5428" name="Output_receptor__5427">
              <a:extLst>
                <a:ext uri="{FF2B5EF4-FFF2-40B4-BE49-F238E27FC236}">
                  <a16:creationId xmlns:a16="http://schemas.microsoft.com/office/drawing/2014/main" id="{AA778DAC-5341-FC8C-11BA-3D15B4683EB0}"/>
                </a:ext>
              </a:extLst>
            </p:cNvPr>
            <p:cNvSpPr>
              <a:spLocks noGrp="1"/>
            </p:cNvSpPr>
            <p:nvPr/>
          </p:nvSpPr>
          <p:spPr>
            <a:xfrm>
              <a:off x="16052566" y="3318434"/>
              <a:ext cx="25543" cy="32982"/>
            </a:xfrm>
            <a:custGeom>
              <a:avLst/>
              <a:gdLst/>
              <a:ahLst/>
              <a:cxnLst/>
              <a:rect l="0" t="0" r="0" b="0"/>
              <a:pathLst>
                <a:path w="25543" h="32982">
                  <a:moveTo>
                    <a:pt x="0" y="0"/>
                  </a:moveTo>
                  <a:lnTo>
                    <a:pt x="25543" y="32982"/>
                  </a:lnTo>
                </a:path>
              </a:pathLst>
            </a:custGeom>
            <a:noFill/>
            <a:ln w="20003">
              <a:solidFill>
                <a:srgbClr val="EAEEF0"/>
              </a:solidFill>
            </a:ln>
          </p:spPr>
        </p:sp>
        <p:sp>
          <p:nvSpPr>
            <p:cNvPr id="5429" name="Output_receptor__5428">
              <a:extLst>
                <a:ext uri="{FF2B5EF4-FFF2-40B4-BE49-F238E27FC236}">
                  <a16:creationId xmlns:a16="http://schemas.microsoft.com/office/drawing/2014/main" id="{D528D7B4-31AF-8023-BA48-33F1FD1334A2}"/>
                </a:ext>
              </a:extLst>
            </p:cNvPr>
            <p:cNvSpPr>
              <a:spLocks noGrp="1"/>
            </p:cNvSpPr>
            <p:nvPr/>
          </p:nvSpPr>
          <p:spPr>
            <a:xfrm>
              <a:off x="15553162" y="3846075"/>
              <a:ext cx="33710" cy="1767"/>
            </a:xfrm>
            <a:custGeom>
              <a:avLst/>
              <a:gdLst/>
              <a:ahLst/>
              <a:cxnLst/>
              <a:rect l="0" t="0" r="0" b="0"/>
              <a:pathLst>
                <a:path w="33710" h="1767">
                  <a:moveTo>
                    <a:pt x="0" y="0"/>
                  </a:moveTo>
                  <a:lnTo>
                    <a:pt x="33710" y="1767"/>
                  </a:lnTo>
                </a:path>
              </a:pathLst>
            </a:custGeom>
            <a:noFill/>
            <a:ln w="8096">
              <a:solidFill>
                <a:srgbClr val="EAEEF0"/>
              </a:solidFill>
            </a:ln>
          </p:spPr>
        </p:sp>
        <p:sp>
          <p:nvSpPr>
            <p:cNvPr id="5430" name="Output_receptor__5429">
              <a:extLst>
                <a:ext uri="{FF2B5EF4-FFF2-40B4-BE49-F238E27FC236}">
                  <a16:creationId xmlns:a16="http://schemas.microsoft.com/office/drawing/2014/main" id="{6911B985-6A0F-9B05-C53E-725376CB7C9D}"/>
                </a:ext>
              </a:extLst>
            </p:cNvPr>
            <p:cNvSpPr>
              <a:spLocks noGrp="1"/>
            </p:cNvSpPr>
            <p:nvPr/>
          </p:nvSpPr>
          <p:spPr>
            <a:xfrm>
              <a:off x="15589789" y="3636536"/>
              <a:ext cx="63833" cy="17422"/>
            </a:xfrm>
            <a:custGeom>
              <a:avLst/>
              <a:gdLst/>
              <a:ahLst/>
              <a:cxnLst/>
              <a:rect l="0" t="0" r="0" b="0"/>
              <a:pathLst>
                <a:path w="63833" h="17422">
                  <a:moveTo>
                    <a:pt x="0" y="17422"/>
                  </a:moveTo>
                  <a:lnTo>
                    <a:pt x="63833" y="0"/>
                  </a:lnTo>
                </a:path>
              </a:pathLst>
            </a:custGeom>
            <a:noFill/>
            <a:ln w="20003">
              <a:solidFill>
                <a:srgbClr val="EAEEF0"/>
              </a:solidFill>
            </a:ln>
          </p:spPr>
        </p:sp>
        <p:sp>
          <p:nvSpPr>
            <p:cNvPr id="5431" name="Output_receptor__5430">
              <a:extLst>
                <a:ext uri="{FF2B5EF4-FFF2-40B4-BE49-F238E27FC236}">
                  <a16:creationId xmlns:a16="http://schemas.microsoft.com/office/drawing/2014/main" id="{A0C4D539-DE7D-73AF-81F1-C52E1FB8732A}"/>
                </a:ext>
              </a:extLst>
            </p:cNvPr>
            <p:cNvSpPr>
              <a:spLocks noGrp="1"/>
            </p:cNvSpPr>
            <p:nvPr/>
          </p:nvSpPr>
          <p:spPr>
            <a:xfrm>
              <a:off x="15679492" y="3233441"/>
              <a:ext cx="61916" cy="12522"/>
            </a:xfrm>
            <a:custGeom>
              <a:avLst/>
              <a:gdLst/>
              <a:ahLst/>
              <a:cxnLst/>
              <a:rect l="0" t="0" r="0" b="0"/>
              <a:pathLst>
                <a:path w="61916" h="12522">
                  <a:moveTo>
                    <a:pt x="0" y="0"/>
                  </a:moveTo>
                  <a:lnTo>
                    <a:pt x="61916" y="12522"/>
                  </a:lnTo>
                </a:path>
              </a:pathLst>
            </a:custGeom>
            <a:noFill/>
            <a:ln w="20003">
              <a:solidFill>
                <a:srgbClr val="EAEEF0"/>
              </a:solidFill>
            </a:ln>
          </p:spPr>
        </p:sp>
        <p:sp>
          <p:nvSpPr>
            <p:cNvPr id="5432" name="Output_receptor__5431">
              <a:extLst>
                <a:ext uri="{FF2B5EF4-FFF2-40B4-BE49-F238E27FC236}">
                  <a16:creationId xmlns:a16="http://schemas.microsoft.com/office/drawing/2014/main" id="{9B6BC697-A62A-0BF9-5E21-59CD57452E34}"/>
                </a:ext>
              </a:extLst>
            </p:cNvPr>
            <p:cNvSpPr>
              <a:spLocks noGrp="1"/>
            </p:cNvSpPr>
            <p:nvPr/>
          </p:nvSpPr>
          <p:spPr>
            <a:xfrm>
              <a:off x="15971846" y="2431008"/>
              <a:ext cx="15899" cy="60857"/>
            </a:xfrm>
            <a:custGeom>
              <a:avLst/>
              <a:gdLst/>
              <a:ahLst/>
              <a:cxnLst/>
              <a:rect l="0" t="0" r="0" b="0"/>
              <a:pathLst>
                <a:path w="15899" h="60857">
                  <a:moveTo>
                    <a:pt x="0" y="60857"/>
                  </a:moveTo>
                  <a:lnTo>
                    <a:pt x="15899" y="0"/>
                  </a:lnTo>
                </a:path>
              </a:pathLst>
            </a:custGeom>
            <a:noFill/>
            <a:ln w="8096">
              <a:solidFill>
                <a:srgbClr val="EAEEF0"/>
              </a:solidFill>
            </a:ln>
          </p:spPr>
        </p:sp>
        <p:sp>
          <p:nvSpPr>
            <p:cNvPr id="5433" name="Output_receptor__5432">
              <a:extLst>
                <a:ext uri="{FF2B5EF4-FFF2-40B4-BE49-F238E27FC236}">
                  <a16:creationId xmlns:a16="http://schemas.microsoft.com/office/drawing/2014/main" id="{E97F545F-DFD5-6CC3-5C7C-36C62EEB575A}"/>
                </a:ext>
              </a:extLst>
            </p:cNvPr>
            <p:cNvSpPr>
              <a:spLocks noGrp="1"/>
            </p:cNvSpPr>
            <p:nvPr/>
          </p:nvSpPr>
          <p:spPr>
            <a:xfrm>
              <a:off x="16060167" y="3600774"/>
              <a:ext cx="69294" cy="19349"/>
            </a:xfrm>
            <a:custGeom>
              <a:avLst/>
              <a:gdLst/>
              <a:ahLst/>
              <a:cxnLst/>
              <a:rect l="0" t="0" r="0" b="0"/>
              <a:pathLst>
                <a:path w="69294" h="19349">
                  <a:moveTo>
                    <a:pt x="69294" y="19349"/>
                  </a:moveTo>
                  <a:lnTo>
                    <a:pt x="0" y="0"/>
                  </a:lnTo>
                </a:path>
              </a:pathLst>
            </a:custGeom>
            <a:noFill/>
            <a:ln w="20003">
              <a:solidFill>
                <a:srgbClr val="EAEEF0"/>
              </a:solidFill>
            </a:ln>
          </p:spPr>
        </p:sp>
        <p:sp>
          <p:nvSpPr>
            <p:cNvPr id="5434" name="Output_receptor__5433">
              <a:extLst>
                <a:ext uri="{FF2B5EF4-FFF2-40B4-BE49-F238E27FC236}">
                  <a16:creationId xmlns:a16="http://schemas.microsoft.com/office/drawing/2014/main" id="{FE5D11FD-FD97-DEAD-3D8E-520619BBD731}"/>
                </a:ext>
              </a:extLst>
            </p:cNvPr>
            <p:cNvSpPr>
              <a:spLocks noGrp="1"/>
            </p:cNvSpPr>
            <p:nvPr/>
          </p:nvSpPr>
          <p:spPr>
            <a:xfrm>
              <a:off x="16109014" y="2542599"/>
              <a:ext cx="68658" cy="15851"/>
            </a:xfrm>
            <a:custGeom>
              <a:avLst/>
              <a:gdLst/>
              <a:ahLst/>
              <a:cxnLst/>
              <a:rect l="0" t="0" r="0" b="0"/>
              <a:pathLst>
                <a:path w="68658" h="15851">
                  <a:moveTo>
                    <a:pt x="68658" y="0"/>
                  </a:moveTo>
                  <a:lnTo>
                    <a:pt x="0" y="15851"/>
                  </a:lnTo>
                </a:path>
              </a:pathLst>
            </a:custGeom>
            <a:noFill/>
            <a:ln w="20003">
              <a:solidFill>
                <a:srgbClr val="EAEEF0"/>
              </a:solidFill>
            </a:ln>
          </p:spPr>
        </p:sp>
        <p:sp>
          <p:nvSpPr>
            <p:cNvPr id="5435" name="Output_receptor__5434">
              <a:extLst>
                <a:ext uri="{FF2B5EF4-FFF2-40B4-BE49-F238E27FC236}">
                  <a16:creationId xmlns:a16="http://schemas.microsoft.com/office/drawing/2014/main" id="{95048997-E30F-6050-B662-E52C76E8FFEA}"/>
                </a:ext>
              </a:extLst>
            </p:cNvPr>
            <p:cNvSpPr>
              <a:spLocks noGrp="1"/>
            </p:cNvSpPr>
            <p:nvPr/>
          </p:nvSpPr>
          <p:spPr>
            <a:xfrm>
              <a:off x="15440047" y="3115316"/>
              <a:ext cx="25296" cy="25610"/>
            </a:xfrm>
            <a:custGeom>
              <a:avLst/>
              <a:gdLst/>
              <a:ahLst/>
              <a:cxnLst/>
              <a:rect l="0" t="0" r="0" b="0"/>
              <a:pathLst>
                <a:path w="25296" h="25610">
                  <a:moveTo>
                    <a:pt x="0" y="25610"/>
                  </a:moveTo>
                  <a:lnTo>
                    <a:pt x="25296" y="0"/>
                  </a:lnTo>
                </a:path>
              </a:pathLst>
            </a:custGeom>
            <a:noFill/>
            <a:ln w="8096">
              <a:solidFill>
                <a:srgbClr val="EAEEF0"/>
              </a:solidFill>
            </a:ln>
          </p:spPr>
        </p:sp>
        <p:sp>
          <p:nvSpPr>
            <p:cNvPr id="5436" name="Output_receptor__5435">
              <a:extLst>
                <a:ext uri="{FF2B5EF4-FFF2-40B4-BE49-F238E27FC236}">
                  <a16:creationId xmlns:a16="http://schemas.microsoft.com/office/drawing/2014/main" id="{121E155A-B704-96F9-56EC-FEDF9B1BC11E}"/>
                </a:ext>
              </a:extLst>
            </p:cNvPr>
            <p:cNvSpPr>
              <a:spLocks noGrp="1"/>
            </p:cNvSpPr>
            <p:nvPr/>
          </p:nvSpPr>
          <p:spPr>
            <a:xfrm>
              <a:off x="15701082" y="2991341"/>
              <a:ext cx="67638" cy="3336"/>
            </a:xfrm>
            <a:custGeom>
              <a:avLst/>
              <a:gdLst/>
              <a:ahLst/>
              <a:cxnLst/>
              <a:rect l="0" t="0" r="0" b="0"/>
              <a:pathLst>
                <a:path w="67638" h="3336">
                  <a:moveTo>
                    <a:pt x="67638" y="0"/>
                  </a:moveTo>
                  <a:lnTo>
                    <a:pt x="0" y="3336"/>
                  </a:lnTo>
                </a:path>
              </a:pathLst>
            </a:custGeom>
            <a:noFill/>
            <a:ln w="20003">
              <a:solidFill>
                <a:srgbClr val="EAEEF0"/>
              </a:solidFill>
            </a:ln>
          </p:spPr>
        </p:sp>
        <p:sp>
          <p:nvSpPr>
            <p:cNvPr id="5437" name="Output_receptor__5436">
              <a:extLst>
                <a:ext uri="{FF2B5EF4-FFF2-40B4-BE49-F238E27FC236}">
                  <a16:creationId xmlns:a16="http://schemas.microsoft.com/office/drawing/2014/main" id="{0F73B2A5-55F9-18AB-8F6D-6A4682CA7890}"/>
                </a:ext>
              </a:extLst>
            </p:cNvPr>
            <p:cNvSpPr>
              <a:spLocks noGrp="1"/>
            </p:cNvSpPr>
            <p:nvPr/>
          </p:nvSpPr>
          <p:spPr>
            <a:xfrm>
              <a:off x="15525345" y="2760271"/>
              <a:ext cx="43496" cy="47861"/>
            </a:xfrm>
            <a:custGeom>
              <a:avLst/>
              <a:gdLst/>
              <a:ahLst/>
              <a:cxnLst/>
              <a:rect l="0" t="0" r="0" b="0"/>
              <a:pathLst>
                <a:path w="43496" h="47861">
                  <a:moveTo>
                    <a:pt x="0" y="47861"/>
                  </a:moveTo>
                  <a:lnTo>
                    <a:pt x="43496" y="0"/>
                  </a:lnTo>
                </a:path>
              </a:pathLst>
            </a:custGeom>
            <a:noFill/>
            <a:ln w="20003">
              <a:solidFill>
                <a:srgbClr val="EAEEF0"/>
              </a:solidFill>
            </a:ln>
          </p:spPr>
        </p:sp>
        <p:sp>
          <p:nvSpPr>
            <p:cNvPr id="5438" name="Output_receptor__5437">
              <a:extLst>
                <a:ext uri="{FF2B5EF4-FFF2-40B4-BE49-F238E27FC236}">
                  <a16:creationId xmlns:a16="http://schemas.microsoft.com/office/drawing/2014/main" id="{3D708EC8-273F-2F7B-253B-A76B5AB9A562}"/>
                </a:ext>
              </a:extLst>
            </p:cNvPr>
            <p:cNvSpPr>
              <a:spLocks noGrp="1"/>
            </p:cNvSpPr>
            <p:nvPr/>
          </p:nvSpPr>
          <p:spPr>
            <a:xfrm>
              <a:off x="15462347" y="2808132"/>
              <a:ext cx="62998" cy="16462"/>
            </a:xfrm>
            <a:custGeom>
              <a:avLst/>
              <a:gdLst/>
              <a:ahLst/>
              <a:cxnLst/>
              <a:rect l="0" t="0" r="0" b="0"/>
              <a:pathLst>
                <a:path w="62998" h="16462">
                  <a:moveTo>
                    <a:pt x="0" y="16462"/>
                  </a:moveTo>
                  <a:lnTo>
                    <a:pt x="62998" y="0"/>
                  </a:lnTo>
                </a:path>
              </a:pathLst>
            </a:custGeom>
            <a:noFill/>
            <a:ln w="20003">
              <a:solidFill>
                <a:srgbClr val="EAEEF0"/>
              </a:solidFill>
            </a:ln>
          </p:spPr>
        </p:sp>
        <p:sp>
          <p:nvSpPr>
            <p:cNvPr id="5439" name="Output_receptor__5438">
              <a:extLst>
                <a:ext uri="{FF2B5EF4-FFF2-40B4-BE49-F238E27FC236}">
                  <a16:creationId xmlns:a16="http://schemas.microsoft.com/office/drawing/2014/main" id="{FBC7E4D3-DCCA-19F7-3055-8C7457DAC63A}"/>
                </a:ext>
              </a:extLst>
            </p:cNvPr>
            <p:cNvSpPr>
              <a:spLocks noGrp="1"/>
            </p:cNvSpPr>
            <p:nvPr/>
          </p:nvSpPr>
          <p:spPr>
            <a:xfrm>
              <a:off x="16102667" y="2898206"/>
              <a:ext cx="14912" cy="29024"/>
            </a:xfrm>
            <a:custGeom>
              <a:avLst/>
              <a:gdLst/>
              <a:ahLst/>
              <a:cxnLst/>
              <a:rect l="0" t="0" r="0" b="0"/>
              <a:pathLst>
                <a:path w="14912" h="29024">
                  <a:moveTo>
                    <a:pt x="0" y="29024"/>
                  </a:moveTo>
                  <a:lnTo>
                    <a:pt x="14912" y="0"/>
                  </a:lnTo>
                </a:path>
              </a:pathLst>
            </a:custGeom>
            <a:noFill/>
            <a:ln w="8096">
              <a:solidFill>
                <a:srgbClr val="EAEEF0"/>
              </a:solidFill>
            </a:ln>
          </p:spPr>
        </p:sp>
        <p:sp>
          <p:nvSpPr>
            <p:cNvPr id="5440" name="Output_receptor__5439">
              <a:extLst>
                <a:ext uri="{FF2B5EF4-FFF2-40B4-BE49-F238E27FC236}">
                  <a16:creationId xmlns:a16="http://schemas.microsoft.com/office/drawing/2014/main" id="{B74E7145-61BE-7E9D-2840-F35EA8B5E52A}"/>
                </a:ext>
              </a:extLst>
            </p:cNvPr>
            <p:cNvSpPr>
              <a:spLocks noGrp="1"/>
            </p:cNvSpPr>
            <p:nvPr/>
          </p:nvSpPr>
          <p:spPr>
            <a:xfrm>
              <a:off x="16060167" y="3532312"/>
              <a:ext cx="23791" cy="68462"/>
            </a:xfrm>
            <a:custGeom>
              <a:avLst/>
              <a:gdLst/>
              <a:ahLst/>
              <a:cxnLst/>
              <a:rect l="0" t="0" r="0" b="0"/>
              <a:pathLst>
                <a:path w="23791" h="68462">
                  <a:moveTo>
                    <a:pt x="0" y="68462"/>
                  </a:moveTo>
                  <a:lnTo>
                    <a:pt x="23791" y="0"/>
                  </a:lnTo>
                </a:path>
              </a:pathLst>
            </a:custGeom>
            <a:noFill/>
            <a:ln w="8096">
              <a:solidFill>
                <a:srgbClr val="EAEEF0"/>
              </a:solidFill>
            </a:ln>
          </p:spPr>
        </p:sp>
        <p:sp>
          <p:nvSpPr>
            <p:cNvPr id="5441" name="Output_receptor__5440">
              <a:extLst>
                <a:ext uri="{FF2B5EF4-FFF2-40B4-BE49-F238E27FC236}">
                  <a16:creationId xmlns:a16="http://schemas.microsoft.com/office/drawing/2014/main" id="{263CB6A2-4231-1C67-3DF8-9301E3753F4A}"/>
                </a:ext>
              </a:extLst>
            </p:cNvPr>
            <p:cNvSpPr>
              <a:spLocks noGrp="1"/>
            </p:cNvSpPr>
            <p:nvPr/>
          </p:nvSpPr>
          <p:spPr>
            <a:xfrm>
              <a:off x="15900927" y="2780038"/>
              <a:ext cx="3221" cy="70324"/>
            </a:xfrm>
            <a:custGeom>
              <a:avLst/>
              <a:gdLst/>
              <a:ahLst/>
              <a:cxnLst/>
              <a:rect l="0" t="0" r="0" b="0"/>
              <a:pathLst>
                <a:path w="3221" h="70324">
                  <a:moveTo>
                    <a:pt x="0" y="0"/>
                  </a:moveTo>
                  <a:lnTo>
                    <a:pt x="3221" y="70324"/>
                  </a:lnTo>
                </a:path>
              </a:pathLst>
            </a:custGeom>
            <a:noFill/>
            <a:ln w="20003">
              <a:solidFill>
                <a:srgbClr val="EBEEF0"/>
              </a:solidFill>
            </a:ln>
          </p:spPr>
        </p:sp>
        <p:sp>
          <p:nvSpPr>
            <p:cNvPr id="5442" name="Output_receptor__5441">
              <a:extLst>
                <a:ext uri="{FF2B5EF4-FFF2-40B4-BE49-F238E27FC236}">
                  <a16:creationId xmlns:a16="http://schemas.microsoft.com/office/drawing/2014/main" id="{F81A65E5-2A5E-604F-6873-3A3F2AE93259}"/>
                </a:ext>
              </a:extLst>
            </p:cNvPr>
            <p:cNvSpPr>
              <a:spLocks noGrp="1"/>
            </p:cNvSpPr>
            <p:nvPr/>
          </p:nvSpPr>
          <p:spPr>
            <a:xfrm>
              <a:off x="15407622" y="2824594"/>
              <a:ext cx="54725" cy="10200"/>
            </a:xfrm>
            <a:custGeom>
              <a:avLst/>
              <a:gdLst/>
              <a:ahLst/>
              <a:cxnLst/>
              <a:rect l="0" t="0" r="0" b="0"/>
              <a:pathLst>
                <a:path w="54725" h="10200">
                  <a:moveTo>
                    <a:pt x="0" y="10200"/>
                  </a:moveTo>
                  <a:lnTo>
                    <a:pt x="54725" y="0"/>
                  </a:lnTo>
                </a:path>
              </a:pathLst>
            </a:custGeom>
            <a:noFill/>
            <a:ln w="8096">
              <a:solidFill>
                <a:srgbClr val="EBEEF0"/>
              </a:solidFill>
            </a:ln>
          </p:spPr>
        </p:sp>
        <p:sp>
          <p:nvSpPr>
            <p:cNvPr id="5443" name="Output_receptor__5442">
              <a:extLst>
                <a:ext uri="{FF2B5EF4-FFF2-40B4-BE49-F238E27FC236}">
                  <a16:creationId xmlns:a16="http://schemas.microsoft.com/office/drawing/2014/main" id="{D0767D2E-203C-54EA-3EAA-9AE7E9BD368A}"/>
                </a:ext>
              </a:extLst>
            </p:cNvPr>
            <p:cNvSpPr>
              <a:spLocks noGrp="1"/>
            </p:cNvSpPr>
            <p:nvPr/>
          </p:nvSpPr>
          <p:spPr>
            <a:xfrm>
              <a:off x="16372423" y="3384025"/>
              <a:ext cx="58301" cy="28466"/>
            </a:xfrm>
            <a:custGeom>
              <a:avLst/>
              <a:gdLst/>
              <a:ahLst/>
              <a:cxnLst/>
              <a:rect l="0" t="0" r="0" b="0"/>
              <a:pathLst>
                <a:path w="58301" h="28466">
                  <a:moveTo>
                    <a:pt x="58301" y="28466"/>
                  </a:moveTo>
                  <a:lnTo>
                    <a:pt x="0" y="0"/>
                  </a:lnTo>
                </a:path>
              </a:pathLst>
            </a:custGeom>
            <a:noFill/>
            <a:ln w="20003">
              <a:solidFill>
                <a:srgbClr val="EBEEF0"/>
              </a:solidFill>
            </a:ln>
          </p:spPr>
        </p:sp>
        <p:sp>
          <p:nvSpPr>
            <p:cNvPr id="5444" name="Output_receptor__5443">
              <a:extLst>
                <a:ext uri="{FF2B5EF4-FFF2-40B4-BE49-F238E27FC236}">
                  <a16:creationId xmlns:a16="http://schemas.microsoft.com/office/drawing/2014/main" id="{AB774643-EE01-41F4-F4FC-F37C3B2DEA19}"/>
                </a:ext>
              </a:extLst>
            </p:cNvPr>
            <p:cNvSpPr>
              <a:spLocks noGrp="1"/>
            </p:cNvSpPr>
            <p:nvPr/>
          </p:nvSpPr>
          <p:spPr>
            <a:xfrm>
              <a:off x="15675856" y="3718918"/>
              <a:ext cx="35682" cy="6926"/>
            </a:xfrm>
            <a:custGeom>
              <a:avLst/>
              <a:gdLst/>
              <a:ahLst/>
              <a:cxnLst/>
              <a:rect l="0" t="0" r="0" b="0"/>
              <a:pathLst>
                <a:path w="35682" h="6926">
                  <a:moveTo>
                    <a:pt x="0" y="0"/>
                  </a:moveTo>
                  <a:lnTo>
                    <a:pt x="35682" y="6926"/>
                  </a:lnTo>
                </a:path>
              </a:pathLst>
            </a:custGeom>
            <a:noFill/>
            <a:ln w="20003">
              <a:solidFill>
                <a:srgbClr val="EBEEF0"/>
              </a:solidFill>
            </a:ln>
          </p:spPr>
        </p:sp>
        <p:sp>
          <p:nvSpPr>
            <p:cNvPr id="5445" name="Output_receptor__5444">
              <a:extLst>
                <a:ext uri="{FF2B5EF4-FFF2-40B4-BE49-F238E27FC236}">
                  <a16:creationId xmlns:a16="http://schemas.microsoft.com/office/drawing/2014/main" id="{8F2F8BF0-3803-9B0D-0316-3BCB0404B9AF}"/>
                </a:ext>
              </a:extLst>
            </p:cNvPr>
            <p:cNvSpPr>
              <a:spLocks noGrp="1"/>
            </p:cNvSpPr>
            <p:nvPr/>
          </p:nvSpPr>
          <p:spPr>
            <a:xfrm>
              <a:off x="15360718" y="2799871"/>
              <a:ext cx="46904" cy="34924"/>
            </a:xfrm>
            <a:custGeom>
              <a:avLst/>
              <a:gdLst/>
              <a:ahLst/>
              <a:cxnLst/>
              <a:rect l="0" t="0" r="0" b="0"/>
              <a:pathLst>
                <a:path w="46904" h="34924">
                  <a:moveTo>
                    <a:pt x="0" y="0"/>
                  </a:moveTo>
                  <a:lnTo>
                    <a:pt x="46904" y="34924"/>
                  </a:lnTo>
                </a:path>
              </a:pathLst>
            </a:custGeom>
            <a:noFill/>
            <a:ln w="8096">
              <a:solidFill>
                <a:srgbClr val="EBEEF0"/>
              </a:solidFill>
            </a:ln>
          </p:spPr>
        </p:sp>
        <p:sp>
          <p:nvSpPr>
            <p:cNvPr id="5446" name="Output_receptor__5445">
              <a:extLst>
                <a:ext uri="{FF2B5EF4-FFF2-40B4-BE49-F238E27FC236}">
                  <a16:creationId xmlns:a16="http://schemas.microsoft.com/office/drawing/2014/main" id="{3696ACFE-FE6B-AE2F-2E22-20301E591927}"/>
                </a:ext>
              </a:extLst>
            </p:cNvPr>
            <p:cNvSpPr>
              <a:spLocks noGrp="1"/>
            </p:cNvSpPr>
            <p:nvPr/>
          </p:nvSpPr>
          <p:spPr>
            <a:xfrm>
              <a:off x="15115338" y="2895145"/>
              <a:ext cx="39171" cy="27958"/>
            </a:xfrm>
            <a:custGeom>
              <a:avLst/>
              <a:gdLst/>
              <a:ahLst/>
              <a:cxnLst/>
              <a:rect l="0" t="0" r="0" b="0"/>
              <a:pathLst>
                <a:path w="39171" h="27958">
                  <a:moveTo>
                    <a:pt x="39171" y="0"/>
                  </a:moveTo>
                  <a:lnTo>
                    <a:pt x="0" y="27958"/>
                  </a:lnTo>
                </a:path>
              </a:pathLst>
            </a:custGeom>
            <a:noFill/>
            <a:ln w="20003">
              <a:solidFill>
                <a:srgbClr val="EBEEF0"/>
              </a:solidFill>
            </a:ln>
          </p:spPr>
        </p:sp>
        <p:sp>
          <p:nvSpPr>
            <p:cNvPr id="5447" name="Output_receptor__5446">
              <a:extLst>
                <a:ext uri="{FF2B5EF4-FFF2-40B4-BE49-F238E27FC236}">
                  <a16:creationId xmlns:a16="http://schemas.microsoft.com/office/drawing/2014/main" id="{81739C81-8AF5-AD5B-F543-937BB44732CA}"/>
                </a:ext>
              </a:extLst>
            </p:cNvPr>
            <p:cNvSpPr>
              <a:spLocks noGrp="1"/>
            </p:cNvSpPr>
            <p:nvPr/>
          </p:nvSpPr>
          <p:spPr>
            <a:xfrm>
              <a:off x="15013138" y="3158318"/>
              <a:ext cx="8920" cy="51462"/>
            </a:xfrm>
            <a:custGeom>
              <a:avLst/>
              <a:gdLst/>
              <a:ahLst/>
              <a:cxnLst/>
              <a:rect l="0" t="0" r="0" b="0"/>
              <a:pathLst>
                <a:path w="8920" h="51462">
                  <a:moveTo>
                    <a:pt x="8920" y="0"/>
                  </a:moveTo>
                  <a:lnTo>
                    <a:pt x="0" y="51462"/>
                  </a:lnTo>
                </a:path>
              </a:pathLst>
            </a:custGeom>
            <a:noFill/>
            <a:ln w="20003">
              <a:solidFill>
                <a:srgbClr val="EBEEF0"/>
              </a:solidFill>
            </a:ln>
          </p:spPr>
        </p:sp>
        <p:sp>
          <p:nvSpPr>
            <p:cNvPr id="5448" name="Output_receptor__5447">
              <a:extLst>
                <a:ext uri="{FF2B5EF4-FFF2-40B4-BE49-F238E27FC236}">
                  <a16:creationId xmlns:a16="http://schemas.microsoft.com/office/drawing/2014/main" id="{BD1DA60C-F8E6-1B33-B793-1901EE0BF8E6}"/>
                </a:ext>
              </a:extLst>
            </p:cNvPr>
            <p:cNvSpPr>
              <a:spLocks noGrp="1"/>
            </p:cNvSpPr>
            <p:nvPr/>
          </p:nvSpPr>
          <p:spPr>
            <a:xfrm>
              <a:off x="15099084" y="3076903"/>
              <a:ext cx="10578" cy="70479"/>
            </a:xfrm>
            <a:custGeom>
              <a:avLst/>
              <a:gdLst/>
              <a:ahLst/>
              <a:cxnLst/>
              <a:rect l="0" t="0" r="0" b="0"/>
              <a:pathLst>
                <a:path w="10578" h="70479">
                  <a:moveTo>
                    <a:pt x="0" y="0"/>
                  </a:moveTo>
                  <a:lnTo>
                    <a:pt x="10578" y="70479"/>
                  </a:lnTo>
                </a:path>
              </a:pathLst>
            </a:custGeom>
            <a:noFill/>
            <a:ln w="20003">
              <a:solidFill>
                <a:srgbClr val="EBEEF0"/>
              </a:solidFill>
            </a:ln>
          </p:spPr>
        </p:sp>
        <p:sp>
          <p:nvSpPr>
            <p:cNvPr id="5449" name="Output_receptor__5448">
              <a:extLst>
                <a:ext uri="{FF2B5EF4-FFF2-40B4-BE49-F238E27FC236}">
                  <a16:creationId xmlns:a16="http://schemas.microsoft.com/office/drawing/2014/main" id="{5D39E421-CD8B-F9F8-4B85-61B7DBFCD46D}"/>
                </a:ext>
              </a:extLst>
            </p:cNvPr>
            <p:cNvSpPr>
              <a:spLocks noGrp="1"/>
            </p:cNvSpPr>
            <p:nvPr/>
          </p:nvSpPr>
          <p:spPr>
            <a:xfrm>
              <a:off x="15801693" y="3534492"/>
              <a:ext cx="40540" cy="57662"/>
            </a:xfrm>
            <a:custGeom>
              <a:avLst/>
              <a:gdLst/>
              <a:ahLst/>
              <a:cxnLst/>
              <a:rect l="0" t="0" r="0" b="0"/>
              <a:pathLst>
                <a:path w="40540" h="57662">
                  <a:moveTo>
                    <a:pt x="0" y="0"/>
                  </a:moveTo>
                  <a:lnTo>
                    <a:pt x="40540" y="57662"/>
                  </a:lnTo>
                </a:path>
              </a:pathLst>
            </a:custGeom>
            <a:noFill/>
            <a:ln w="20003">
              <a:solidFill>
                <a:srgbClr val="EBEEF0"/>
              </a:solidFill>
            </a:ln>
          </p:spPr>
        </p:sp>
        <p:sp>
          <p:nvSpPr>
            <p:cNvPr id="5450" name="Output_receptor__5449">
              <a:extLst>
                <a:ext uri="{FF2B5EF4-FFF2-40B4-BE49-F238E27FC236}">
                  <a16:creationId xmlns:a16="http://schemas.microsoft.com/office/drawing/2014/main" id="{189671E2-0E06-507F-CCDA-605C0CE0FF6F}"/>
                </a:ext>
              </a:extLst>
            </p:cNvPr>
            <p:cNvSpPr>
              <a:spLocks noGrp="1"/>
            </p:cNvSpPr>
            <p:nvPr/>
          </p:nvSpPr>
          <p:spPr>
            <a:xfrm>
              <a:off x="15736257" y="3396859"/>
              <a:ext cx="24358" cy="59324"/>
            </a:xfrm>
            <a:custGeom>
              <a:avLst/>
              <a:gdLst/>
              <a:ahLst/>
              <a:cxnLst/>
              <a:rect l="0" t="0" r="0" b="0"/>
              <a:pathLst>
                <a:path w="24358" h="59324">
                  <a:moveTo>
                    <a:pt x="24358" y="59324"/>
                  </a:moveTo>
                  <a:lnTo>
                    <a:pt x="0" y="0"/>
                  </a:lnTo>
                </a:path>
              </a:pathLst>
            </a:custGeom>
            <a:noFill/>
            <a:ln w="20003">
              <a:solidFill>
                <a:srgbClr val="EBEEF0"/>
              </a:solidFill>
            </a:ln>
          </p:spPr>
        </p:sp>
        <p:sp>
          <p:nvSpPr>
            <p:cNvPr id="5451" name="Output_receptor__5450">
              <a:extLst>
                <a:ext uri="{FF2B5EF4-FFF2-40B4-BE49-F238E27FC236}">
                  <a16:creationId xmlns:a16="http://schemas.microsoft.com/office/drawing/2014/main" id="{1DD21861-EF8F-B674-0A00-0C2D6A81E1CA}"/>
                </a:ext>
              </a:extLst>
            </p:cNvPr>
            <p:cNvSpPr>
              <a:spLocks noGrp="1"/>
            </p:cNvSpPr>
            <p:nvPr/>
          </p:nvSpPr>
          <p:spPr>
            <a:xfrm>
              <a:off x="15016299" y="3109652"/>
              <a:ext cx="5760" cy="48666"/>
            </a:xfrm>
            <a:custGeom>
              <a:avLst/>
              <a:gdLst/>
              <a:ahLst/>
              <a:cxnLst/>
              <a:rect l="0" t="0" r="0" b="0"/>
              <a:pathLst>
                <a:path w="5760" h="48666">
                  <a:moveTo>
                    <a:pt x="0" y="0"/>
                  </a:moveTo>
                  <a:lnTo>
                    <a:pt x="5760" y="48666"/>
                  </a:lnTo>
                </a:path>
              </a:pathLst>
            </a:custGeom>
            <a:noFill/>
            <a:ln w="20003">
              <a:solidFill>
                <a:srgbClr val="EBEEF0"/>
              </a:solidFill>
            </a:ln>
          </p:spPr>
        </p:sp>
        <p:sp>
          <p:nvSpPr>
            <p:cNvPr id="5452" name="Output_receptor__5451">
              <a:extLst>
                <a:ext uri="{FF2B5EF4-FFF2-40B4-BE49-F238E27FC236}">
                  <a16:creationId xmlns:a16="http://schemas.microsoft.com/office/drawing/2014/main" id="{53B61CDE-687E-788E-3C46-70038F54B5DA}"/>
                </a:ext>
              </a:extLst>
            </p:cNvPr>
            <p:cNvSpPr>
              <a:spLocks noGrp="1"/>
            </p:cNvSpPr>
            <p:nvPr/>
          </p:nvSpPr>
          <p:spPr>
            <a:xfrm>
              <a:off x="16025592" y="2960159"/>
              <a:ext cx="18052" cy="58288"/>
            </a:xfrm>
            <a:custGeom>
              <a:avLst/>
              <a:gdLst/>
              <a:ahLst/>
              <a:cxnLst/>
              <a:rect l="0" t="0" r="0" b="0"/>
              <a:pathLst>
                <a:path w="18052" h="58288">
                  <a:moveTo>
                    <a:pt x="0" y="58288"/>
                  </a:moveTo>
                  <a:lnTo>
                    <a:pt x="18052" y="0"/>
                  </a:lnTo>
                </a:path>
              </a:pathLst>
            </a:custGeom>
            <a:noFill/>
            <a:ln w="8096">
              <a:solidFill>
                <a:srgbClr val="EBEEF0"/>
              </a:solidFill>
            </a:ln>
          </p:spPr>
        </p:sp>
        <p:sp>
          <p:nvSpPr>
            <p:cNvPr id="5453" name="Output_receptor__5452">
              <a:extLst>
                <a:ext uri="{FF2B5EF4-FFF2-40B4-BE49-F238E27FC236}">
                  <a16:creationId xmlns:a16="http://schemas.microsoft.com/office/drawing/2014/main" id="{659284D6-6795-FED9-2925-75BDB903892D}"/>
                </a:ext>
              </a:extLst>
            </p:cNvPr>
            <p:cNvSpPr>
              <a:spLocks noGrp="1"/>
            </p:cNvSpPr>
            <p:nvPr/>
          </p:nvSpPr>
          <p:spPr>
            <a:xfrm>
              <a:off x="15327399" y="3495968"/>
              <a:ext cx="46318" cy="786"/>
            </a:xfrm>
            <a:custGeom>
              <a:avLst/>
              <a:gdLst/>
              <a:ahLst/>
              <a:cxnLst/>
              <a:rect l="0" t="0" r="0" b="0"/>
              <a:pathLst>
                <a:path w="46318" h="786">
                  <a:moveTo>
                    <a:pt x="0" y="786"/>
                  </a:moveTo>
                  <a:lnTo>
                    <a:pt x="46318" y="0"/>
                  </a:lnTo>
                </a:path>
              </a:pathLst>
            </a:custGeom>
            <a:noFill/>
            <a:ln w="8096">
              <a:solidFill>
                <a:srgbClr val="EBEEF0"/>
              </a:solidFill>
            </a:ln>
          </p:spPr>
        </p:sp>
        <p:sp>
          <p:nvSpPr>
            <p:cNvPr id="5454" name="Output_receptor__5453">
              <a:extLst>
                <a:ext uri="{FF2B5EF4-FFF2-40B4-BE49-F238E27FC236}">
                  <a16:creationId xmlns:a16="http://schemas.microsoft.com/office/drawing/2014/main" id="{A834B517-F12F-F3B1-869D-6D5B328101F5}"/>
                </a:ext>
              </a:extLst>
            </p:cNvPr>
            <p:cNvSpPr>
              <a:spLocks noGrp="1"/>
            </p:cNvSpPr>
            <p:nvPr/>
          </p:nvSpPr>
          <p:spPr>
            <a:xfrm>
              <a:off x="15454263" y="3368810"/>
              <a:ext cx="42428" cy="24314"/>
            </a:xfrm>
            <a:custGeom>
              <a:avLst/>
              <a:gdLst/>
              <a:ahLst/>
              <a:cxnLst/>
              <a:rect l="0" t="0" r="0" b="0"/>
              <a:pathLst>
                <a:path w="42428" h="24314">
                  <a:moveTo>
                    <a:pt x="42428" y="0"/>
                  </a:moveTo>
                  <a:lnTo>
                    <a:pt x="0" y="24314"/>
                  </a:lnTo>
                </a:path>
              </a:pathLst>
            </a:custGeom>
            <a:noFill/>
            <a:ln w="8096">
              <a:solidFill>
                <a:srgbClr val="EBEEF0"/>
              </a:solidFill>
            </a:ln>
          </p:spPr>
        </p:sp>
        <p:sp>
          <p:nvSpPr>
            <p:cNvPr id="5455" name="Output_receptor__5454">
              <a:extLst>
                <a:ext uri="{FF2B5EF4-FFF2-40B4-BE49-F238E27FC236}">
                  <a16:creationId xmlns:a16="http://schemas.microsoft.com/office/drawing/2014/main" id="{FC34D4D4-BDCD-0FC9-06D0-7116B7DACCA9}"/>
                </a:ext>
              </a:extLst>
            </p:cNvPr>
            <p:cNvSpPr>
              <a:spLocks noGrp="1"/>
            </p:cNvSpPr>
            <p:nvPr/>
          </p:nvSpPr>
          <p:spPr>
            <a:xfrm>
              <a:off x="16323682" y="2666965"/>
              <a:ext cx="15300" cy="50272"/>
            </a:xfrm>
            <a:custGeom>
              <a:avLst/>
              <a:gdLst/>
              <a:ahLst/>
              <a:cxnLst/>
              <a:rect l="0" t="0" r="0" b="0"/>
              <a:pathLst>
                <a:path w="15300" h="50272">
                  <a:moveTo>
                    <a:pt x="0" y="50272"/>
                  </a:moveTo>
                  <a:lnTo>
                    <a:pt x="15300" y="0"/>
                  </a:lnTo>
                </a:path>
              </a:pathLst>
            </a:custGeom>
            <a:noFill/>
            <a:ln w="8096">
              <a:solidFill>
                <a:srgbClr val="EBEEF0"/>
              </a:solidFill>
            </a:ln>
          </p:spPr>
        </p:sp>
        <p:sp>
          <p:nvSpPr>
            <p:cNvPr id="5456" name="Output_receptor__5455">
              <a:extLst>
                <a:ext uri="{FF2B5EF4-FFF2-40B4-BE49-F238E27FC236}">
                  <a16:creationId xmlns:a16="http://schemas.microsoft.com/office/drawing/2014/main" id="{B4A290C5-CE1F-AFD6-3143-9059D1E501EA}"/>
                </a:ext>
              </a:extLst>
            </p:cNvPr>
            <p:cNvSpPr>
              <a:spLocks noGrp="1"/>
            </p:cNvSpPr>
            <p:nvPr/>
          </p:nvSpPr>
          <p:spPr>
            <a:xfrm>
              <a:off x="16319676" y="2717238"/>
              <a:ext cx="4007" cy="51437"/>
            </a:xfrm>
            <a:custGeom>
              <a:avLst/>
              <a:gdLst/>
              <a:ahLst/>
              <a:cxnLst/>
              <a:rect l="0" t="0" r="0" b="0"/>
              <a:pathLst>
                <a:path w="4007" h="51437">
                  <a:moveTo>
                    <a:pt x="0" y="51437"/>
                  </a:moveTo>
                  <a:lnTo>
                    <a:pt x="4007" y="0"/>
                  </a:lnTo>
                </a:path>
              </a:pathLst>
            </a:custGeom>
            <a:noFill/>
            <a:ln w="8096">
              <a:solidFill>
                <a:srgbClr val="EBEEF0"/>
              </a:solidFill>
            </a:ln>
          </p:spPr>
        </p:sp>
        <p:sp>
          <p:nvSpPr>
            <p:cNvPr id="5457" name="Output_receptor__5456">
              <a:extLst>
                <a:ext uri="{FF2B5EF4-FFF2-40B4-BE49-F238E27FC236}">
                  <a16:creationId xmlns:a16="http://schemas.microsoft.com/office/drawing/2014/main" id="{31A668FE-15AE-48B4-3F93-D2CD2677D0D9}"/>
                </a:ext>
              </a:extLst>
            </p:cNvPr>
            <p:cNvSpPr>
              <a:spLocks noGrp="1"/>
            </p:cNvSpPr>
            <p:nvPr/>
          </p:nvSpPr>
          <p:spPr>
            <a:xfrm>
              <a:off x="15713286" y="2563802"/>
              <a:ext cx="62294" cy="33058"/>
            </a:xfrm>
            <a:custGeom>
              <a:avLst/>
              <a:gdLst/>
              <a:ahLst/>
              <a:cxnLst/>
              <a:rect l="0" t="0" r="0" b="0"/>
              <a:pathLst>
                <a:path w="62294" h="33058">
                  <a:moveTo>
                    <a:pt x="0" y="33058"/>
                  </a:moveTo>
                  <a:lnTo>
                    <a:pt x="62294" y="0"/>
                  </a:lnTo>
                </a:path>
              </a:pathLst>
            </a:custGeom>
            <a:noFill/>
            <a:ln w="8096">
              <a:solidFill>
                <a:srgbClr val="EBEEF0"/>
              </a:solidFill>
            </a:ln>
          </p:spPr>
        </p:sp>
        <p:sp>
          <p:nvSpPr>
            <p:cNvPr id="5458" name="Output_receptor__5457">
              <a:extLst>
                <a:ext uri="{FF2B5EF4-FFF2-40B4-BE49-F238E27FC236}">
                  <a16:creationId xmlns:a16="http://schemas.microsoft.com/office/drawing/2014/main" id="{B7DEE00E-0693-31F5-3D85-51AE53EB2ACC}"/>
                </a:ext>
              </a:extLst>
            </p:cNvPr>
            <p:cNvSpPr>
              <a:spLocks noGrp="1"/>
            </p:cNvSpPr>
            <p:nvPr/>
          </p:nvSpPr>
          <p:spPr>
            <a:xfrm>
              <a:off x="16255214" y="3602728"/>
              <a:ext cx="69485" cy="4078"/>
            </a:xfrm>
            <a:custGeom>
              <a:avLst/>
              <a:gdLst/>
              <a:ahLst/>
              <a:cxnLst/>
              <a:rect l="0" t="0" r="0" b="0"/>
              <a:pathLst>
                <a:path w="69485" h="4078">
                  <a:moveTo>
                    <a:pt x="0" y="0"/>
                  </a:moveTo>
                  <a:lnTo>
                    <a:pt x="69485" y="4078"/>
                  </a:lnTo>
                </a:path>
              </a:pathLst>
            </a:custGeom>
            <a:noFill/>
            <a:ln w="20003">
              <a:solidFill>
                <a:srgbClr val="EBEEF0"/>
              </a:solidFill>
            </a:ln>
          </p:spPr>
        </p:sp>
        <p:sp>
          <p:nvSpPr>
            <p:cNvPr id="5459" name="Output_receptor__5458">
              <a:extLst>
                <a:ext uri="{FF2B5EF4-FFF2-40B4-BE49-F238E27FC236}">
                  <a16:creationId xmlns:a16="http://schemas.microsoft.com/office/drawing/2014/main" id="{890A7475-0D88-518D-E37B-534CAB3B77E5}"/>
                </a:ext>
              </a:extLst>
            </p:cNvPr>
            <p:cNvSpPr>
              <a:spLocks noGrp="1"/>
            </p:cNvSpPr>
            <p:nvPr/>
          </p:nvSpPr>
          <p:spPr>
            <a:xfrm>
              <a:off x="16177671" y="2475361"/>
              <a:ext cx="9004" cy="67237"/>
            </a:xfrm>
            <a:custGeom>
              <a:avLst/>
              <a:gdLst/>
              <a:ahLst/>
              <a:cxnLst/>
              <a:rect l="0" t="0" r="0" b="0"/>
              <a:pathLst>
                <a:path w="9004" h="67237">
                  <a:moveTo>
                    <a:pt x="9004" y="0"/>
                  </a:moveTo>
                  <a:lnTo>
                    <a:pt x="0" y="67237"/>
                  </a:lnTo>
                </a:path>
              </a:pathLst>
            </a:custGeom>
            <a:noFill/>
            <a:ln w="20003">
              <a:solidFill>
                <a:srgbClr val="EBEEF0"/>
              </a:solidFill>
            </a:ln>
          </p:spPr>
        </p:sp>
        <p:sp>
          <p:nvSpPr>
            <p:cNvPr id="5460" name="Output_receptor__5459">
              <a:extLst>
                <a:ext uri="{FF2B5EF4-FFF2-40B4-BE49-F238E27FC236}">
                  <a16:creationId xmlns:a16="http://schemas.microsoft.com/office/drawing/2014/main" id="{BF4F34EB-64F1-160A-4826-760FA81A06DF}"/>
                </a:ext>
              </a:extLst>
            </p:cNvPr>
            <p:cNvSpPr>
              <a:spLocks noGrp="1"/>
            </p:cNvSpPr>
            <p:nvPr/>
          </p:nvSpPr>
          <p:spPr>
            <a:xfrm>
              <a:off x="15426170" y="3888170"/>
              <a:ext cx="69064" cy="3567"/>
            </a:xfrm>
            <a:custGeom>
              <a:avLst/>
              <a:gdLst/>
              <a:ahLst/>
              <a:cxnLst/>
              <a:rect l="0" t="0" r="0" b="0"/>
              <a:pathLst>
                <a:path w="69064" h="3567">
                  <a:moveTo>
                    <a:pt x="0" y="3567"/>
                  </a:moveTo>
                  <a:lnTo>
                    <a:pt x="69064" y="0"/>
                  </a:lnTo>
                </a:path>
              </a:pathLst>
            </a:custGeom>
            <a:noFill/>
            <a:ln w="8096">
              <a:solidFill>
                <a:srgbClr val="EBEEF0"/>
              </a:solidFill>
            </a:ln>
          </p:spPr>
        </p:sp>
        <p:sp>
          <p:nvSpPr>
            <p:cNvPr id="5461" name="Output_receptor__5460">
              <a:extLst>
                <a:ext uri="{FF2B5EF4-FFF2-40B4-BE49-F238E27FC236}">
                  <a16:creationId xmlns:a16="http://schemas.microsoft.com/office/drawing/2014/main" id="{6E012194-2093-F75D-A5AA-69201B5FD6AC}"/>
                </a:ext>
              </a:extLst>
            </p:cNvPr>
            <p:cNvSpPr>
              <a:spLocks noGrp="1"/>
            </p:cNvSpPr>
            <p:nvPr/>
          </p:nvSpPr>
          <p:spPr>
            <a:xfrm>
              <a:off x="15648936" y="3065641"/>
              <a:ext cx="33812" cy="34323"/>
            </a:xfrm>
            <a:custGeom>
              <a:avLst/>
              <a:gdLst/>
              <a:ahLst/>
              <a:cxnLst/>
              <a:rect l="0" t="0" r="0" b="0"/>
              <a:pathLst>
                <a:path w="33812" h="34323">
                  <a:moveTo>
                    <a:pt x="33812" y="0"/>
                  </a:moveTo>
                  <a:lnTo>
                    <a:pt x="0" y="34323"/>
                  </a:lnTo>
                </a:path>
              </a:pathLst>
            </a:custGeom>
            <a:noFill/>
            <a:ln w="8096">
              <a:solidFill>
                <a:srgbClr val="EBEEF0"/>
              </a:solidFill>
            </a:ln>
          </p:spPr>
        </p:sp>
        <p:sp>
          <p:nvSpPr>
            <p:cNvPr id="5462" name="Output_receptor__5461">
              <a:extLst>
                <a:ext uri="{FF2B5EF4-FFF2-40B4-BE49-F238E27FC236}">
                  <a16:creationId xmlns:a16="http://schemas.microsoft.com/office/drawing/2014/main" id="{7C13954E-2F5E-811F-BE7D-5DF9CF53D401}"/>
                </a:ext>
              </a:extLst>
            </p:cNvPr>
            <p:cNvSpPr>
              <a:spLocks noGrp="1"/>
            </p:cNvSpPr>
            <p:nvPr/>
          </p:nvSpPr>
          <p:spPr>
            <a:xfrm>
              <a:off x="15667440" y="3304457"/>
              <a:ext cx="12143" cy="317"/>
            </a:xfrm>
            <a:custGeom>
              <a:avLst/>
              <a:gdLst/>
              <a:ahLst/>
              <a:cxnLst/>
              <a:rect l="0" t="0" r="0" b="0"/>
              <a:pathLst>
                <a:path w="12143" h="317">
                  <a:moveTo>
                    <a:pt x="12143" y="317"/>
                  </a:moveTo>
                  <a:lnTo>
                    <a:pt x="0" y="0"/>
                  </a:lnTo>
                </a:path>
              </a:pathLst>
            </a:custGeom>
            <a:noFill/>
            <a:ln w="20003">
              <a:solidFill>
                <a:srgbClr val="EBEEF0"/>
              </a:solidFill>
            </a:ln>
          </p:spPr>
        </p:sp>
        <p:sp>
          <p:nvSpPr>
            <p:cNvPr id="5463" name="Output_receptor__5462">
              <a:extLst>
                <a:ext uri="{FF2B5EF4-FFF2-40B4-BE49-F238E27FC236}">
                  <a16:creationId xmlns:a16="http://schemas.microsoft.com/office/drawing/2014/main" id="{A063E64D-1519-B9C4-FDC5-C5649032606E}"/>
                </a:ext>
              </a:extLst>
            </p:cNvPr>
            <p:cNvSpPr>
              <a:spLocks noGrp="1"/>
            </p:cNvSpPr>
            <p:nvPr/>
          </p:nvSpPr>
          <p:spPr>
            <a:xfrm>
              <a:off x="16216818" y="3716092"/>
              <a:ext cx="69933" cy="2278"/>
            </a:xfrm>
            <a:custGeom>
              <a:avLst/>
              <a:gdLst/>
              <a:ahLst/>
              <a:cxnLst/>
              <a:rect l="0" t="0" r="0" b="0"/>
              <a:pathLst>
                <a:path w="69933" h="2278">
                  <a:moveTo>
                    <a:pt x="69933" y="2278"/>
                  </a:moveTo>
                  <a:lnTo>
                    <a:pt x="0" y="0"/>
                  </a:lnTo>
                </a:path>
              </a:pathLst>
            </a:custGeom>
            <a:noFill/>
            <a:ln w="20003">
              <a:solidFill>
                <a:srgbClr val="EBEEF0"/>
              </a:solidFill>
            </a:ln>
          </p:spPr>
        </p:sp>
        <p:sp>
          <p:nvSpPr>
            <p:cNvPr id="5464" name="Output_receptor__5463">
              <a:extLst>
                <a:ext uri="{FF2B5EF4-FFF2-40B4-BE49-F238E27FC236}">
                  <a16:creationId xmlns:a16="http://schemas.microsoft.com/office/drawing/2014/main" id="{5663688C-0CE2-99AE-C0FE-3D29469855A3}"/>
                </a:ext>
              </a:extLst>
            </p:cNvPr>
            <p:cNvSpPr>
              <a:spLocks noGrp="1"/>
            </p:cNvSpPr>
            <p:nvPr/>
          </p:nvSpPr>
          <p:spPr>
            <a:xfrm>
              <a:off x="15116177" y="2830173"/>
              <a:ext cx="11124" cy="3471"/>
            </a:xfrm>
            <a:custGeom>
              <a:avLst/>
              <a:gdLst/>
              <a:ahLst/>
              <a:cxnLst/>
              <a:rect l="0" t="0" r="0" b="0"/>
              <a:pathLst>
                <a:path w="11124" h="3471">
                  <a:moveTo>
                    <a:pt x="11124" y="0"/>
                  </a:moveTo>
                  <a:lnTo>
                    <a:pt x="0" y="3471"/>
                  </a:lnTo>
                </a:path>
              </a:pathLst>
            </a:custGeom>
            <a:noFill/>
            <a:ln w="20003">
              <a:solidFill>
                <a:srgbClr val="EBEEF0"/>
              </a:solidFill>
            </a:ln>
          </p:spPr>
        </p:sp>
        <p:sp>
          <p:nvSpPr>
            <p:cNvPr id="5465" name="Output_receptor__5464">
              <a:extLst>
                <a:ext uri="{FF2B5EF4-FFF2-40B4-BE49-F238E27FC236}">
                  <a16:creationId xmlns:a16="http://schemas.microsoft.com/office/drawing/2014/main" id="{6E915B44-7681-E17F-F7DE-0C7DEAC19317}"/>
                </a:ext>
              </a:extLst>
            </p:cNvPr>
            <p:cNvSpPr>
              <a:spLocks noGrp="1"/>
            </p:cNvSpPr>
            <p:nvPr/>
          </p:nvSpPr>
          <p:spPr>
            <a:xfrm>
              <a:off x="15054292" y="2901680"/>
              <a:ext cx="61046" cy="21423"/>
            </a:xfrm>
            <a:custGeom>
              <a:avLst/>
              <a:gdLst/>
              <a:ahLst/>
              <a:cxnLst/>
              <a:rect l="0" t="0" r="0" b="0"/>
              <a:pathLst>
                <a:path w="61046" h="21423">
                  <a:moveTo>
                    <a:pt x="61046" y="21423"/>
                  </a:moveTo>
                  <a:lnTo>
                    <a:pt x="0" y="0"/>
                  </a:lnTo>
                </a:path>
              </a:pathLst>
            </a:custGeom>
            <a:noFill/>
            <a:ln w="20003">
              <a:solidFill>
                <a:srgbClr val="EBEEF0"/>
              </a:solidFill>
            </a:ln>
          </p:spPr>
        </p:sp>
        <p:sp>
          <p:nvSpPr>
            <p:cNvPr id="5466" name="Output_receptor__5465">
              <a:extLst>
                <a:ext uri="{FF2B5EF4-FFF2-40B4-BE49-F238E27FC236}">
                  <a16:creationId xmlns:a16="http://schemas.microsoft.com/office/drawing/2014/main" id="{88E99538-462B-6D49-2E88-87327D8F36EA}"/>
                </a:ext>
              </a:extLst>
            </p:cNvPr>
            <p:cNvSpPr>
              <a:spLocks noGrp="1"/>
            </p:cNvSpPr>
            <p:nvPr/>
          </p:nvSpPr>
          <p:spPr>
            <a:xfrm>
              <a:off x="15537055" y="3110200"/>
              <a:ext cx="46815" cy="48093"/>
            </a:xfrm>
            <a:custGeom>
              <a:avLst/>
              <a:gdLst/>
              <a:ahLst/>
              <a:cxnLst/>
              <a:rect l="0" t="0" r="0" b="0"/>
              <a:pathLst>
                <a:path w="46815" h="48093">
                  <a:moveTo>
                    <a:pt x="46815" y="0"/>
                  </a:moveTo>
                  <a:lnTo>
                    <a:pt x="0" y="48093"/>
                  </a:lnTo>
                </a:path>
              </a:pathLst>
            </a:custGeom>
            <a:noFill/>
            <a:ln w="8096">
              <a:solidFill>
                <a:srgbClr val="EBEEF0"/>
              </a:solidFill>
            </a:ln>
          </p:spPr>
        </p:sp>
        <p:sp>
          <p:nvSpPr>
            <p:cNvPr id="5467" name="Output_receptor__5466">
              <a:extLst>
                <a:ext uri="{FF2B5EF4-FFF2-40B4-BE49-F238E27FC236}">
                  <a16:creationId xmlns:a16="http://schemas.microsoft.com/office/drawing/2014/main" id="{6CD4C9DF-1A4D-EEB7-BDF2-7E33BB523C42}"/>
                </a:ext>
              </a:extLst>
            </p:cNvPr>
            <p:cNvSpPr>
              <a:spLocks noGrp="1"/>
            </p:cNvSpPr>
            <p:nvPr/>
          </p:nvSpPr>
          <p:spPr>
            <a:xfrm>
              <a:off x="15900927" y="2766746"/>
              <a:ext cx="43108" cy="13292"/>
            </a:xfrm>
            <a:custGeom>
              <a:avLst/>
              <a:gdLst/>
              <a:ahLst/>
              <a:cxnLst/>
              <a:rect l="0" t="0" r="0" b="0"/>
              <a:pathLst>
                <a:path w="43108" h="13292">
                  <a:moveTo>
                    <a:pt x="43108" y="0"/>
                  </a:moveTo>
                  <a:lnTo>
                    <a:pt x="0" y="13292"/>
                  </a:lnTo>
                </a:path>
              </a:pathLst>
            </a:custGeom>
            <a:noFill/>
            <a:ln w="20003">
              <a:solidFill>
                <a:srgbClr val="EBEEF0"/>
              </a:solidFill>
            </a:ln>
          </p:spPr>
        </p:sp>
        <p:sp>
          <p:nvSpPr>
            <p:cNvPr id="5468" name="Output_receptor__5467">
              <a:extLst>
                <a:ext uri="{FF2B5EF4-FFF2-40B4-BE49-F238E27FC236}">
                  <a16:creationId xmlns:a16="http://schemas.microsoft.com/office/drawing/2014/main" id="{30CA590C-CBD0-8BEB-ABE1-EA9B09E6FCC5}"/>
                </a:ext>
              </a:extLst>
            </p:cNvPr>
            <p:cNvSpPr>
              <a:spLocks noGrp="1"/>
            </p:cNvSpPr>
            <p:nvPr/>
          </p:nvSpPr>
          <p:spPr>
            <a:xfrm>
              <a:off x="15348912" y="2682792"/>
              <a:ext cx="21891" cy="61655"/>
            </a:xfrm>
            <a:custGeom>
              <a:avLst/>
              <a:gdLst/>
              <a:ahLst/>
              <a:cxnLst/>
              <a:rect l="0" t="0" r="0" b="0"/>
              <a:pathLst>
                <a:path w="21891" h="61655">
                  <a:moveTo>
                    <a:pt x="0" y="0"/>
                  </a:moveTo>
                  <a:lnTo>
                    <a:pt x="21891" y="61655"/>
                  </a:lnTo>
                </a:path>
              </a:pathLst>
            </a:custGeom>
            <a:noFill/>
            <a:ln w="8096">
              <a:solidFill>
                <a:srgbClr val="EBEEF0"/>
              </a:solidFill>
            </a:ln>
          </p:spPr>
        </p:sp>
        <p:sp>
          <p:nvSpPr>
            <p:cNvPr id="5469" name="Output_receptor__5468">
              <a:extLst>
                <a:ext uri="{FF2B5EF4-FFF2-40B4-BE49-F238E27FC236}">
                  <a16:creationId xmlns:a16="http://schemas.microsoft.com/office/drawing/2014/main" id="{D492CB65-596B-FB05-45FC-9B941C3D57C2}"/>
                </a:ext>
              </a:extLst>
            </p:cNvPr>
            <p:cNvSpPr>
              <a:spLocks noGrp="1"/>
            </p:cNvSpPr>
            <p:nvPr/>
          </p:nvSpPr>
          <p:spPr>
            <a:xfrm>
              <a:off x="15348912" y="2648076"/>
              <a:ext cx="55221" cy="34716"/>
            </a:xfrm>
            <a:custGeom>
              <a:avLst/>
              <a:gdLst/>
              <a:ahLst/>
              <a:cxnLst/>
              <a:rect l="0" t="0" r="0" b="0"/>
              <a:pathLst>
                <a:path w="55221" h="34716">
                  <a:moveTo>
                    <a:pt x="55221" y="0"/>
                  </a:moveTo>
                  <a:lnTo>
                    <a:pt x="0" y="34716"/>
                  </a:lnTo>
                </a:path>
              </a:pathLst>
            </a:custGeom>
            <a:noFill/>
            <a:ln w="8096">
              <a:solidFill>
                <a:srgbClr val="EBEEF0"/>
              </a:solidFill>
            </a:ln>
          </p:spPr>
        </p:sp>
        <p:sp>
          <p:nvSpPr>
            <p:cNvPr id="5470" name="Output_receptor__5469">
              <a:extLst>
                <a:ext uri="{FF2B5EF4-FFF2-40B4-BE49-F238E27FC236}">
                  <a16:creationId xmlns:a16="http://schemas.microsoft.com/office/drawing/2014/main" id="{D2A06BBB-D872-ECB3-8DBC-8C7136BD4C16}"/>
                </a:ext>
              </a:extLst>
            </p:cNvPr>
            <p:cNvSpPr>
              <a:spLocks noGrp="1"/>
            </p:cNvSpPr>
            <p:nvPr/>
          </p:nvSpPr>
          <p:spPr>
            <a:xfrm>
              <a:off x="15370803" y="2737802"/>
              <a:ext cx="67069" cy="6646"/>
            </a:xfrm>
            <a:custGeom>
              <a:avLst/>
              <a:gdLst/>
              <a:ahLst/>
              <a:cxnLst/>
              <a:rect l="0" t="0" r="0" b="0"/>
              <a:pathLst>
                <a:path w="67069" h="6646">
                  <a:moveTo>
                    <a:pt x="0" y="6646"/>
                  </a:moveTo>
                  <a:lnTo>
                    <a:pt x="67069" y="0"/>
                  </a:lnTo>
                </a:path>
              </a:pathLst>
            </a:custGeom>
            <a:noFill/>
            <a:ln w="20003">
              <a:solidFill>
                <a:srgbClr val="EBEEF0"/>
              </a:solidFill>
            </a:ln>
          </p:spPr>
        </p:sp>
        <p:sp>
          <p:nvSpPr>
            <p:cNvPr id="5471" name="Output_receptor__5470">
              <a:extLst>
                <a:ext uri="{FF2B5EF4-FFF2-40B4-BE49-F238E27FC236}">
                  <a16:creationId xmlns:a16="http://schemas.microsoft.com/office/drawing/2014/main" id="{E524AF55-32D2-CEB1-DCCB-026E8453239D}"/>
                </a:ext>
              </a:extLst>
            </p:cNvPr>
            <p:cNvSpPr>
              <a:spLocks noGrp="1"/>
            </p:cNvSpPr>
            <p:nvPr/>
          </p:nvSpPr>
          <p:spPr>
            <a:xfrm>
              <a:off x="16381052" y="2617024"/>
              <a:ext cx="59503" cy="570"/>
            </a:xfrm>
            <a:custGeom>
              <a:avLst/>
              <a:gdLst/>
              <a:ahLst/>
              <a:cxnLst/>
              <a:rect l="0" t="0" r="0" b="0"/>
              <a:pathLst>
                <a:path w="59503" h="570">
                  <a:moveTo>
                    <a:pt x="59503" y="0"/>
                  </a:moveTo>
                  <a:lnTo>
                    <a:pt x="0" y="570"/>
                  </a:lnTo>
                </a:path>
              </a:pathLst>
            </a:custGeom>
            <a:noFill/>
            <a:ln w="8096">
              <a:solidFill>
                <a:srgbClr val="EBEEF0"/>
              </a:solidFill>
            </a:ln>
          </p:spPr>
        </p:sp>
        <p:sp>
          <p:nvSpPr>
            <p:cNvPr id="5472" name="Output_receptor__5471">
              <a:extLst>
                <a:ext uri="{FF2B5EF4-FFF2-40B4-BE49-F238E27FC236}">
                  <a16:creationId xmlns:a16="http://schemas.microsoft.com/office/drawing/2014/main" id="{7577AB75-0A2A-DCB0-DA54-F217E210EA0A}"/>
                </a:ext>
              </a:extLst>
            </p:cNvPr>
            <p:cNvSpPr>
              <a:spLocks noGrp="1"/>
            </p:cNvSpPr>
            <p:nvPr/>
          </p:nvSpPr>
          <p:spPr>
            <a:xfrm>
              <a:off x="15407831" y="3140925"/>
              <a:ext cx="32216" cy="63984"/>
            </a:xfrm>
            <a:custGeom>
              <a:avLst/>
              <a:gdLst/>
              <a:ahLst/>
              <a:cxnLst/>
              <a:rect l="0" t="0" r="0" b="0"/>
              <a:pathLst>
                <a:path w="32216" h="63984">
                  <a:moveTo>
                    <a:pt x="0" y="63984"/>
                  </a:moveTo>
                  <a:lnTo>
                    <a:pt x="32216" y="0"/>
                  </a:lnTo>
                </a:path>
              </a:pathLst>
            </a:custGeom>
            <a:noFill/>
            <a:ln w="20003">
              <a:solidFill>
                <a:srgbClr val="EBEEF0"/>
              </a:solidFill>
            </a:ln>
          </p:spPr>
        </p:sp>
        <p:sp>
          <p:nvSpPr>
            <p:cNvPr id="5473" name="Output_receptor__5472">
              <a:extLst>
                <a:ext uri="{FF2B5EF4-FFF2-40B4-BE49-F238E27FC236}">
                  <a16:creationId xmlns:a16="http://schemas.microsoft.com/office/drawing/2014/main" id="{C1602806-90BE-6A2B-B740-8C2B24E47B85}"/>
                </a:ext>
              </a:extLst>
            </p:cNvPr>
            <p:cNvSpPr>
              <a:spLocks noGrp="1"/>
            </p:cNvSpPr>
            <p:nvPr/>
          </p:nvSpPr>
          <p:spPr>
            <a:xfrm>
              <a:off x="16375183" y="3273601"/>
              <a:ext cx="19046" cy="33056"/>
            </a:xfrm>
            <a:custGeom>
              <a:avLst/>
              <a:gdLst/>
              <a:ahLst/>
              <a:cxnLst/>
              <a:rect l="0" t="0" r="0" b="0"/>
              <a:pathLst>
                <a:path w="19046" h="33056">
                  <a:moveTo>
                    <a:pt x="0" y="0"/>
                  </a:moveTo>
                  <a:lnTo>
                    <a:pt x="19046" y="33056"/>
                  </a:lnTo>
                </a:path>
              </a:pathLst>
            </a:custGeom>
            <a:noFill/>
            <a:ln w="20003">
              <a:solidFill>
                <a:srgbClr val="EBEEF0"/>
              </a:solidFill>
            </a:ln>
          </p:spPr>
        </p:sp>
        <p:sp>
          <p:nvSpPr>
            <p:cNvPr id="5474" name="Output_receptor__5473">
              <a:extLst>
                <a:ext uri="{FF2B5EF4-FFF2-40B4-BE49-F238E27FC236}">
                  <a16:creationId xmlns:a16="http://schemas.microsoft.com/office/drawing/2014/main" id="{AFEA99D0-CE17-D509-5F38-395DA5E6F462}"/>
                </a:ext>
              </a:extLst>
            </p:cNvPr>
            <p:cNvSpPr>
              <a:spLocks noGrp="1"/>
            </p:cNvSpPr>
            <p:nvPr/>
          </p:nvSpPr>
          <p:spPr>
            <a:xfrm>
              <a:off x="15364124" y="3888471"/>
              <a:ext cx="62046" cy="3266"/>
            </a:xfrm>
            <a:custGeom>
              <a:avLst/>
              <a:gdLst/>
              <a:ahLst/>
              <a:cxnLst/>
              <a:rect l="0" t="0" r="0" b="0"/>
              <a:pathLst>
                <a:path w="62046" h="3266">
                  <a:moveTo>
                    <a:pt x="0" y="0"/>
                  </a:moveTo>
                  <a:lnTo>
                    <a:pt x="62046" y="3266"/>
                  </a:lnTo>
                </a:path>
              </a:pathLst>
            </a:custGeom>
            <a:noFill/>
            <a:ln w="8096">
              <a:solidFill>
                <a:srgbClr val="EBEEF0"/>
              </a:solidFill>
            </a:ln>
          </p:spPr>
        </p:sp>
        <p:sp>
          <p:nvSpPr>
            <p:cNvPr id="5475" name="Output_receptor__5474">
              <a:extLst>
                <a:ext uri="{FF2B5EF4-FFF2-40B4-BE49-F238E27FC236}">
                  <a16:creationId xmlns:a16="http://schemas.microsoft.com/office/drawing/2014/main" id="{4B316DB0-4CE0-E3C1-6523-982B04FC6941}"/>
                </a:ext>
              </a:extLst>
            </p:cNvPr>
            <p:cNvSpPr>
              <a:spLocks noGrp="1"/>
            </p:cNvSpPr>
            <p:nvPr/>
          </p:nvSpPr>
          <p:spPr>
            <a:xfrm>
              <a:off x="16328540" y="3384025"/>
              <a:ext cx="43883" cy="57389"/>
            </a:xfrm>
            <a:custGeom>
              <a:avLst/>
              <a:gdLst/>
              <a:ahLst/>
              <a:cxnLst/>
              <a:rect l="0" t="0" r="0" b="0"/>
              <a:pathLst>
                <a:path w="43883" h="57389">
                  <a:moveTo>
                    <a:pt x="43883" y="0"/>
                  </a:moveTo>
                  <a:lnTo>
                    <a:pt x="0" y="57389"/>
                  </a:lnTo>
                </a:path>
              </a:pathLst>
            </a:custGeom>
            <a:noFill/>
            <a:ln w="20003">
              <a:solidFill>
                <a:srgbClr val="EBEEF0"/>
              </a:solidFill>
            </a:ln>
          </p:spPr>
        </p:sp>
        <p:sp>
          <p:nvSpPr>
            <p:cNvPr id="5476" name="Output_receptor__5475">
              <a:extLst>
                <a:ext uri="{FF2B5EF4-FFF2-40B4-BE49-F238E27FC236}">
                  <a16:creationId xmlns:a16="http://schemas.microsoft.com/office/drawing/2014/main" id="{862C5B08-84AC-C4AD-AF3F-BA2FCCDEA312}"/>
                </a:ext>
              </a:extLst>
            </p:cNvPr>
            <p:cNvSpPr>
              <a:spLocks noGrp="1"/>
            </p:cNvSpPr>
            <p:nvPr/>
          </p:nvSpPr>
          <p:spPr>
            <a:xfrm>
              <a:off x="15175730" y="3004127"/>
              <a:ext cx="18544" cy="61863"/>
            </a:xfrm>
            <a:custGeom>
              <a:avLst/>
              <a:gdLst/>
              <a:ahLst/>
              <a:cxnLst/>
              <a:rect l="0" t="0" r="0" b="0"/>
              <a:pathLst>
                <a:path w="18544" h="61863">
                  <a:moveTo>
                    <a:pt x="0" y="0"/>
                  </a:moveTo>
                  <a:lnTo>
                    <a:pt x="18544" y="61863"/>
                  </a:lnTo>
                </a:path>
              </a:pathLst>
            </a:custGeom>
            <a:noFill/>
            <a:ln w="20003">
              <a:solidFill>
                <a:srgbClr val="EBEEF0"/>
              </a:solidFill>
            </a:ln>
          </p:spPr>
        </p:sp>
        <p:sp>
          <p:nvSpPr>
            <p:cNvPr id="5477" name="Output_receptor__5476">
              <a:extLst>
                <a:ext uri="{FF2B5EF4-FFF2-40B4-BE49-F238E27FC236}">
                  <a16:creationId xmlns:a16="http://schemas.microsoft.com/office/drawing/2014/main" id="{81902A39-2C74-CA99-70EC-61BDB77582A5}"/>
                </a:ext>
              </a:extLst>
            </p:cNvPr>
            <p:cNvSpPr>
              <a:spLocks noGrp="1"/>
            </p:cNvSpPr>
            <p:nvPr/>
          </p:nvSpPr>
          <p:spPr>
            <a:xfrm>
              <a:off x="16286751" y="3718370"/>
              <a:ext cx="2743" cy="72320"/>
            </a:xfrm>
            <a:custGeom>
              <a:avLst/>
              <a:gdLst/>
              <a:ahLst/>
              <a:cxnLst/>
              <a:rect l="0" t="0" r="0" b="0"/>
              <a:pathLst>
                <a:path w="2743" h="72320">
                  <a:moveTo>
                    <a:pt x="2743" y="72320"/>
                  </a:moveTo>
                  <a:lnTo>
                    <a:pt x="0" y="0"/>
                  </a:lnTo>
                </a:path>
              </a:pathLst>
            </a:custGeom>
            <a:noFill/>
            <a:ln w="20003">
              <a:solidFill>
                <a:srgbClr val="EBEEF0"/>
              </a:solidFill>
            </a:ln>
          </p:spPr>
        </p:sp>
        <p:sp>
          <p:nvSpPr>
            <p:cNvPr id="5478" name="Output_receptor__5477">
              <a:extLst>
                <a:ext uri="{FF2B5EF4-FFF2-40B4-BE49-F238E27FC236}">
                  <a16:creationId xmlns:a16="http://schemas.microsoft.com/office/drawing/2014/main" id="{D96EF7B9-FCFC-CAEE-7E2B-2D8FD21624D7}"/>
                </a:ext>
              </a:extLst>
            </p:cNvPr>
            <p:cNvSpPr>
              <a:spLocks noGrp="1"/>
            </p:cNvSpPr>
            <p:nvPr/>
          </p:nvSpPr>
          <p:spPr>
            <a:xfrm>
              <a:off x="15495234" y="3846075"/>
              <a:ext cx="57928" cy="42095"/>
            </a:xfrm>
            <a:custGeom>
              <a:avLst/>
              <a:gdLst/>
              <a:ahLst/>
              <a:cxnLst/>
              <a:rect l="0" t="0" r="0" b="0"/>
              <a:pathLst>
                <a:path w="57928" h="42095">
                  <a:moveTo>
                    <a:pt x="0" y="42095"/>
                  </a:moveTo>
                  <a:lnTo>
                    <a:pt x="57928" y="0"/>
                  </a:lnTo>
                </a:path>
              </a:pathLst>
            </a:custGeom>
            <a:noFill/>
            <a:ln w="8096">
              <a:solidFill>
                <a:srgbClr val="EBEEF0"/>
              </a:solidFill>
            </a:ln>
          </p:spPr>
        </p:sp>
        <p:sp>
          <p:nvSpPr>
            <p:cNvPr id="5479" name="Output_receptor__5478">
              <a:extLst>
                <a:ext uri="{FF2B5EF4-FFF2-40B4-BE49-F238E27FC236}">
                  <a16:creationId xmlns:a16="http://schemas.microsoft.com/office/drawing/2014/main" id="{6F02D9BA-C1B0-2F19-00AF-D8FBD5D06C51}"/>
                </a:ext>
              </a:extLst>
            </p:cNvPr>
            <p:cNvSpPr>
              <a:spLocks noGrp="1"/>
            </p:cNvSpPr>
            <p:nvPr/>
          </p:nvSpPr>
          <p:spPr>
            <a:xfrm>
              <a:off x="16060639" y="3404567"/>
              <a:ext cx="6511" cy="30797"/>
            </a:xfrm>
            <a:custGeom>
              <a:avLst/>
              <a:gdLst/>
              <a:ahLst/>
              <a:cxnLst/>
              <a:rect l="0" t="0" r="0" b="0"/>
              <a:pathLst>
                <a:path w="6511" h="30797">
                  <a:moveTo>
                    <a:pt x="0" y="0"/>
                  </a:moveTo>
                  <a:lnTo>
                    <a:pt x="6511" y="30797"/>
                  </a:lnTo>
                </a:path>
              </a:pathLst>
            </a:custGeom>
            <a:noFill/>
            <a:ln w="20003">
              <a:solidFill>
                <a:srgbClr val="EBEEF0"/>
              </a:solidFill>
            </a:ln>
          </p:spPr>
        </p:sp>
        <p:sp>
          <p:nvSpPr>
            <p:cNvPr id="5480" name="Output_receptor__5479">
              <a:extLst>
                <a:ext uri="{FF2B5EF4-FFF2-40B4-BE49-F238E27FC236}">
                  <a16:creationId xmlns:a16="http://schemas.microsoft.com/office/drawing/2014/main" id="{970A7A82-3FF0-DFFC-AA99-4B10858799F5}"/>
                </a:ext>
              </a:extLst>
            </p:cNvPr>
            <p:cNvSpPr>
              <a:spLocks noGrp="1"/>
            </p:cNvSpPr>
            <p:nvPr/>
          </p:nvSpPr>
          <p:spPr>
            <a:xfrm>
              <a:off x="16129461" y="3599144"/>
              <a:ext cx="15375" cy="20979"/>
            </a:xfrm>
            <a:custGeom>
              <a:avLst/>
              <a:gdLst/>
              <a:ahLst/>
              <a:cxnLst/>
              <a:rect l="0" t="0" r="0" b="0"/>
              <a:pathLst>
                <a:path w="15375" h="20979">
                  <a:moveTo>
                    <a:pt x="15375" y="0"/>
                  </a:moveTo>
                  <a:lnTo>
                    <a:pt x="0" y="20979"/>
                  </a:lnTo>
                </a:path>
              </a:pathLst>
            </a:custGeom>
            <a:noFill/>
            <a:ln w="20003">
              <a:solidFill>
                <a:srgbClr val="EBEEF0"/>
              </a:solidFill>
            </a:ln>
          </p:spPr>
        </p:sp>
        <p:sp>
          <p:nvSpPr>
            <p:cNvPr id="5481" name="Output_receptor__5480">
              <a:extLst>
                <a:ext uri="{FF2B5EF4-FFF2-40B4-BE49-F238E27FC236}">
                  <a16:creationId xmlns:a16="http://schemas.microsoft.com/office/drawing/2014/main" id="{1010D764-3D33-8688-230D-7FE81F410ABF}"/>
                </a:ext>
              </a:extLst>
            </p:cNvPr>
            <p:cNvSpPr>
              <a:spLocks noGrp="1"/>
            </p:cNvSpPr>
            <p:nvPr/>
          </p:nvSpPr>
          <p:spPr>
            <a:xfrm>
              <a:off x="15442789" y="3748398"/>
              <a:ext cx="42883" cy="58450"/>
            </a:xfrm>
            <a:custGeom>
              <a:avLst/>
              <a:gdLst/>
              <a:ahLst/>
              <a:cxnLst/>
              <a:rect l="0" t="0" r="0" b="0"/>
              <a:pathLst>
                <a:path w="42883" h="58450">
                  <a:moveTo>
                    <a:pt x="42883" y="0"/>
                  </a:moveTo>
                  <a:lnTo>
                    <a:pt x="0" y="58450"/>
                  </a:lnTo>
                </a:path>
              </a:pathLst>
            </a:custGeom>
            <a:noFill/>
            <a:ln w="8096">
              <a:solidFill>
                <a:srgbClr val="EBEEF0"/>
              </a:solidFill>
            </a:ln>
          </p:spPr>
        </p:sp>
        <p:sp>
          <p:nvSpPr>
            <p:cNvPr id="5482" name="Output_receptor__5481">
              <a:extLst>
                <a:ext uri="{FF2B5EF4-FFF2-40B4-BE49-F238E27FC236}">
                  <a16:creationId xmlns:a16="http://schemas.microsoft.com/office/drawing/2014/main" id="{A5E58F3D-DA6C-03C9-F305-C6C4488BA50E}"/>
                </a:ext>
              </a:extLst>
            </p:cNvPr>
            <p:cNvSpPr>
              <a:spLocks noGrp="1"/>
            </p:cNvSpPr>
            <p:nvPr/>
          </p:nvSpPr>
          <p:spPr>
            <a:xfrm>
              <a:off x="15429519" y="3703530"/>
              <a:ext cx="56153" cy="44868"/>
            </a:xfrm>
            <a:custGeom>
              <a:avLst/>
              <a:gdLst/>
              <a:ahLst/>
              <a:cxnLst/>
              <a:rect l="0" t="0" r="0" b="0"/>
              <a:pathLst>
                <a:path w="56153" h="44868">
                  <a:moveTo>
                    <a:pt x="0" y="0"/>
                  </a:moveTo>
                  <a:lnTo>
                    <a:pt x="56153" y="44868"/>
                  </a:lnTo>
                </a:path>
              </a:pathLst>
            </a:custGeom>
            <a:noFill/>
            <a:ln w="8096">
              <a:solidFill>
                <a:srgbClr val="EBEEF0"/>
              </a:solidFill>
            </a:ln>
          </p:spPr>
        </p:sp>
        <p:sp>
          <p:nvSpPr>
            <p:cNvPr id="5483" name="Output_receptor__5482">
              <a:extLst>
                <a:ext uri="{FF2B5EF4-FFF2-40B4-BE49-F238E27FC236}">
                  <a16:creationId xmlns:a16="http://schemas.microsoft.com/office/drawing/2014/main" id="{4F02878B-1D4D-304B-2CFF-F1F7DCCDE761}"/>
                </a:ext>
              </a:extLst>
            </p:cNvPr>
            <p:cNvSpPr>
              <a:spLocks noGrp="1"/>
            </p:cNvSpPr>
            <p:nvPr/>
          </p:nvSpPr>
          <p:spPr>
            <a:xfrm>
              <a:off x="15743721" y="3534492"/>
              <a:ext cx="57972" cy="37350"/>
            </a:xfrm>
            <a:custGeom>
              <a:avLst/>
              <a:gdLst/>
              <a:ahLst/>
              <a:cxnLst/>
              <a:rect l="0" t="0" r="0" b="0"/>
              <a:pathLst>
                <a:path w="57972" h="37350">
                  <a:moveTo>
                    <a:pt x="0" y="37350"/>
                  </a:moveTo>
                  <a:lnTo>
                    <a:pt x="57972" y="0"/>
                  </a:lnTo>
                </a:path>
              </a:pathLst>
            </a:custGeom>
            <a:noFill/>
            <a:ln w="20003">
              <a:solidFill>
                <a:srgbClr val="EBEEF0"/>
              </a:solidFill>
            </a:ln>
          </p:spPr>
        </p:sp>
        <p:sp>
          <p:nvSpPr>
            <p:cNvPr id="5484" name="Output_receptor__5483">
              <a:extLst>
                <a:ext uri="{FF2B5EF4-FFF2-40B4-BE49-F238E27FC236}">
                  <a16:creationId xmlns:a16="http://schemas.microsoft.com/office/drawing/2014/main" id="{D4CF2D4B-4F73-F19D-2C22-77150775A620}"/>
                </a:ext>
              </a:extLst>
            </p:cNvPr>
            <p:cNvSpPr>
              <a:spLocks noGrp="1"/>
            </p:cNvSpPr>
            <p:nvPr/>
          </p:nvSpPr>
          <p:spPr>
            <a:xfrm>
              <a:off x="15682747" y="3065641"/>
              <a:ext cx="62816" cy="15979"/>
            </a:xfrm>
            <a:custGeom>
              <a:avLst/>
              <a:gdLst/>
              <a:ahLst/>
              <a:cxnLst/>
              <a:rect l="0" t="0" r="0" b="0"/>
              <a:pathLst>
                <a:path w="62816" h="15979">
                  <a:moveTo>
                    <a:pt x="62816" y="15979"/>
                  </a:moveTo>
                  <a:lnTo>
                    <a:pt x="0" y="0"/>
                  </a:lnTo>
                </a:path>
              </a:pathLst>
            </a:custGeom>
            <a:noFill/>
            <a:ln w="20003">
              <a:solidFill>
                <a:srgbClr val="EBEEF0"/>
              </a:solidFill>
            </a:ln>
          </p:spPr>
        </p:sp>
        <p:sp>
          <p:nvSpPr>
            <p:cNvPr id="5485" name="Output_receptor__5484">
              <a:extLst>
                <a:ext uri="{FF2B5EF4-FFF2-40B4-BE49-F238E27FC236}">
                  <a16:creationId xmlns:a16="http://schemas.microsoft.com/office/drawing/2014/main" id="{BE32E92B-59FF-D7DE-931A-12FD307056F1}"/>
                </a:ext>
              </a:extLst>
            </p:cNvPr>
            <p:cNvSpPr>
              <a:spLocks noGrp="1"/>
            </p:cNvSpPr>
            <p:nvPr/>
          </p:nvSpPr>
          <p:spPr>
            <a:xfrm>
              <a:off x="16186676" y="2436826"/>
              <a:ext cx="60877" cy="38535"/>
            </a:xfrm>
            <a:custGeom>
              <a:avLst/>
              <a:gdLst/>
              <a:ahLst/>
              <a:cxnLst/>
              <a:rect l="0" t="0" r="0" b="0"/>
              <a:pathLst>
                <a:path w="60877" h="38535">
                  <a:moveTo>
                    <a:pt x="60877" y="0"/>
                  </a:moveTo>
                  <a:lnTo>
                    <a:pt x="0" y="38535"/>
                  </a:lnTo>
                </a:path>
              </a:pathLst>
            </a:custGeom>
            <a:noFill/>
            <a:ln w="20003">
              <a:solidFill>
                <a:srgbClr val="EBEEF0"/>
              </a:solidFill>
            </a:ln>
          </p:spPr>
        </p:sp>
        <p:sp>
          <p:nvSpPr>
            <p:cNvPr id="5486" name="Output_receptor__5485">
              <a:extLst>
                <a:ext uri="{FF2B5EF4-FFF2-40B4-BE49-F238E27FC236}">
                  <a16:creationId xmlns:a16="http://schemas.microsoft.com/office/drawing/2014/main" id="{D9EC042B-71F1-C7F0-112E-9D8FADE9F803}"/>
                </a:ext>
              </a:extLst>
            </p:cNvPr>
            <p:cNvSpPr>
              <a:spLocks noGrp="1"/>
            </p:cNvSpPr>
            <p:nvPr/>
          </p:nvSpPr>
          <p:spPr>
            <a:xfrm>
              <a:off x="15807324" y="2791263"/>
              <a:ext cx="25247" cy="49948"/>
            </a:xfrm>
            <a:custGeom>
              <a:avLst/>
              <a:gdLst/>
              <a:ahLst/>
              <a:cxnLst/>
              <a:rect l="0" t="0" r="0" b="0"/>
              <a:pathLst>
                <a:path w="25247" h="49948">
                  <a:moveTo>
                    <a:pt x="25247" y="0"/>
                  </a:moveTo>
                  <a:lnTo>
                    <a:pt x="0" y="49948"/>
                  </a:lnTo>
                </a:path>
              </a:pathLst>
            </a:custGeom>
            <a:noFill/>
            <a:ln w="20003">
              <a:solidFill>
                <a:srgbClr val="EBEEF0"/>
              </a:solidFill>
            </a:ln>
          </p:spPr>
        </p:sp>
        <p:sp>
          <p:nvSpPr>
            <p:cNvPr id="5487" name="Output_receptor__5486">
              <a:extLst>
                <a:ext uri="{FF2B5EF4-FFF2-40B4-BE49-F238E27FC236}">
                  <a16:creationId xmlns:a16="http://schemas.microsoft.com/office/drawing/2014/main" id="{1B85BCAA-4D14-1606-061B-B9F8C9F793B7}"/>
                </a:ext>
              </a:extLst>
            </p:cNvPr>
            <p:cNvSpPr>
              <a:spLocks noGrp="1"/>
            </p:cNvSpPr>
            <p:nvPr/>
          </p:nvSpPr>
          <p:spPr>
            <a:xfrm>
              <a:off x="15971846" y="2491865"/>
              <a:ext cx="63606" cy="10796"/>
            </a:xfrm>
            <a:custGeom>
              <a:avLst/>
              <a:gdLst/>
              <a:ahLst/>
              <a:cxnLst/>
              <a:rect l="0" t="0" r="0" b="0"/>
              <a:pathLst>
                <a:path w="63606" h="10796">
                  <a:moveTo>
                    <a:pt x="63606" y="10796"/>
                  </a:moveTo>
                  <a:lnTo>
                    <a:pt x="0" y="0"/>
                  </a:lnTo>
                </a:path>
              </a:pathLst>
            </a:custGeom>
            <a:noFill/>
            <a:ln w="8096">
              <a:solidFill>
                <a:srgbClr val="EBEEF0"/>
              </a:solidFill>
            </a:ln>
          </p:spPr>
        </p:sp>
        <p:sp>
          <p:nvSpPr>
            <p:cNvPr id="5488" name="Output_receptor__5487">
              <a:extLst>
                <a:ext uri="{FF2B5EF4-FFF2-40B4-BE49-F238E27FC236}">
                  <a16:creationId xmlns:a16="http://schemas.microsoft.com/office/drawing/2014/main" id="{6BD6110D-8C34-9FCA-B579-55FCA329A526}"/>
                </a:ext>
              </a:extLst>
            </p:cNvPr>
            <p:cNvSpPr>
              <a:spLocks noGrp="1"/>
            </p:cNvSpPr>
            <p:nvPr/>
          </p:nvSpPr>
          <p:spPr>
            <a:xfrm>
              <a:off x="16226428" y="2730939"/>
              <a:ext cx="2641" cy="70325"/>
            </a:xfrm>
            <a:custGeom>
              <a:avLst/>
              <a:gdLst/>
              <a:ahLst/>
              <a:cxnLst/>
              <a:rect l="0" t="0" r="0" b="0"/>
              <a:pathLst>
                <a:path w="2641" h="70325">
                  <a:moveTo>
                    <a:pt x="0" y="70325"/>
                  </a:moveTo>
                  <a:lnTo>
                    <a:pt x="2641" y="0"/>
                  </a:lnTo>
                </a:path>
              </a:pathLst>
            </a:custGeom>
            <a:noFill/>
            <a:ln w="20003">
              <a:solidFill>
                <a:srgbClr val="EBEEF0"/>
              </a:solidFill>
            </a:ln>
          </p:spPr>
        </p:sp>
        <p:sp>
          <p:nvSpPr>
            <p:cNvPr id="5489" name="Output_receptor__5488">
              <a:extLst>
                <a:ext uri="{FF2B5EF4-FFF2-40B4-BE49-F238E27FC236}">
                  <a16:creationId xmlns:a16="http://schemas.microsoft.com/office/drawing/2014/main" id="{A4F129F4-B55D-CB81-0ED8-CBC269036A3E}"/>
                </a:ext>
              </a:extLst>
            </p:cNvPr>
            <p:cNvSpPr>
              <a:spLocks noGrp="1"/>
            </p:cNvSpPr>
            <p:nvPr/>
          </p:nvSpPr>
          <p:spPr>
            <a:xfrm>
              <a:off x="15807324" y="2841211"/>
              <a:ext cx="95" cy="52407"/>
            </a:xfrm>
            <a:custGeom>
              <a:avLst/>
              <a:gdLst/>
              <a:ahLst/>
              <a:cxnLst/>
              <a:rect l="0" t="0" r="0" b="0"/>
              <a:pathLst>
                <a:path w="95" h="52407">
                  <a:moveTo>
                    <a:pt x="0" y="0"/>
                  </a:moveTo>
                  <a:lnTo>
                    <a:pt x="32" y="52407"/>
                  </a:lnTo>
                </a:path>
              </a:pathLst>
            </a:custGeom>
            <a:noFill/>
            <a:ln w="20003">
              <a:solidFill>
                <a:srgbClr val="EBEEF0"/>
              </a:solidFill>
            </a:ln>
          </p:spPr>
        </p:sp>
        <p:sp>
          <p:nvSpPr>
            <p:cNvPr id="5490" name="Output_receptor__5489">
              <a:extLst>
                <a:ext uri="{FF2B5EF4-FFF2-40B4-BE49-F238E27FC236}">
                  <a16:creationId xmlns:a16="http://schemas.microsoft.com/office/drawing/2014/main" id="{4883F9BB-0FBC-07AA-C933-3E3A0F43E26B}"/>
                </a:ext>
              </a:extLst>
            </p:cNvPr>
            <p:cNvSpPr>
              <a:spLocks noGrp="1"/>
            </p:cNvSpPr>
            <p:nvPr/>
          </p:nvSpPr>
          <p:spPr>
            <a:xfrm>
              <a:off x="15023899" y="2970051"/>
              <a:ext cx="1683" cy="27926"/>
            </a:xfrm>
            <a:custGeom>
              <a:avLst/>
              <a:gdLst/>
              <a:ahLst/>
              <a:cxnLst/>
              <a:rect l="0" t="0" r="0" b="0"/>
              <a:pathLst>
                <a:path w="1683" h="27926">
                  <a:moveTo>
                    <a:pt x="0" y="27926"/>
                  </a:moveTo>
                  <a:lnTo>
                    <a:pt x="1683" y="0"/>
                  </a:lnTo>
                </a:path>
              </a:pathLst>
            </a:custGeom>
            <a:noFill/>
            <a:ln w="8096">
              <a:solidFill>
                <a:srgbClr val="EBEEF0"/>
              </a:solidFill>
            </a:ln>
          </p:spPr>
        </p:sp>
        <p:sp>
          <p:nvSpPr>
            <p:cNvPr id="5491" name="Output_receptor__5490">
              <a:extLst>
                <a:ext uri="{FF2B5EF4-FFF2-40B4-BE49-F238E27FC236}">
                  <a16:creationId xmlns:a16="http://schemas.microsoft.com/office/drawing/2014/main" id="{168DB961-1ADD-FFEE-2929-07D0FEB9A199}"/>
                </a:ext>
              </a:extLst>
            </p:cNvPr>
            <p:cNvSpPr>
              <a:spLocks noGrp="1"/>
            </p:cNvSpPr>
            <p:nvPr/>
          </p:nvSpPr>
          <p:spPr>
            <a:xfrm>
              <a:off x="15507889" y="3158293"/>
              <a:ext cx="29166" cy="40429"/>
            </a:xfrm>
            <a:custGeom>
              <a:avLst/>
              <a:gdLst/>
              <a:ahLst/>
              <a:cxnLst/>
              <a:rect l="0" t="0" r="0" b="0"/>
              <a:pathLst>
                <a:path w="29166" h="40429">
                  <a:moveTo>
                    <a:pt x="29166" y="0"/>
                  </a:moveTo>
                  <a:lnTo>
                    <a:pt x="0" y="40429"/>
                  </a:lnTo>
                </a:path>
              </a:pathLst>
            </a:custGeom>
            <a:noFill/>
            <a:ln w="20003">
              <a:solidFill>
                <a:srgbClr val="EBEEF0"/>
              </a:solidFill>
            </a:ln>
          </p:spPr>
        </p:sp>
        <p:sp>
          <p:nvSpPr>
            <p:cNvPr id="5492" name="Output_receptor__5491">
              <a:extLst>
                <a:ext uri="{FF2B5EF4-FFF2-40B4-BE49-F238E27FC236}">
                  <a16:creationId xmlns:a16="http://schemas.microsoft.com/office/drawing/2014/main" id="{23E53EE6-3A19-069B-2EF6-A9E1588B19F1}"/>
                </a:ext>
              </a:extLst>
            </p:cNvPr>
            <p:cNvSpPr>
              <a:spLocks noGrp="1"/>
            </p:cNvSpPr>
            <p:nvPr/>
          </p:nvSpPr>
          <p:spPr>
            <a:xfrm>
              <a:off x="15590080" y="2558233"/>
              <a:ext cx="10556" cy="35607"/>
            </a:xfrm>
            <a:custGeom>
              <a:avLst/>
              <a:gdLst/>
              <a:ahLst/>
              <a:cxnLst/>
              <a:rect l="0" t="0" r="0" b="0"/>
              <a:pathLst>
                <a:path w="10556" h="35607">
                  <a:moveTo>
                    <a:pt x="0" y="35607"/>
                  </a:moveTo>
                  <a:lnTo>
                    <a:pt x="10556" y="0"/>
                  </a:lnTo>
                </a:path>
              </a:pathLst>
            </a:custGeom>
            <a:noFill/>
            <a:ln w="8096">
              <a:solidFill>
                <a:srgbClr val="EBEEF0"/>
              </a:solidFill>
            </a:ln>
          </p:spPr>
        </p:sp>
        <p:sp>
          <p:nvSpPr>
            <p:cNvPr id="5493" name="Output_receptor__5492">
              <a:extLst>
                <a:ext uri="{FF2B5EF4-FFF2-40B4-BE49-F238E27FC236}">
                  <a16:creationId xmlns:a16="http://schemas.microsoft.com/office/drawing/2014/main" id="{84EA54AF-F8E9-07D3-DC3C-17272157747E}"/>
                </a:ext>
              </a:extLst>
            </p:cNvPr>
            <p:cNvSpPr>
              <a:spLocks noGrp="1"/>
            </p:cNvSpPr>
            <p:nvPr/>
          </p:nvSpPr>
          <p:spPr>
            <a:xfrm>
              <a:off x="15437872" y="2734462"/>
              <a:ext cx="53808" cy="3340"/>
            </a:xfrm>
            <a:custGeom>
              <a:avLst/>
              <a:gdLst/>
              <a:ahLst/>
              <a:cxnLst/>
              <a:rect l="0" t="0" r="0" b="0"/>
              <a:pathLst>
                <a:path w="53808" h="3340">
                  <a:moveTo>
                    <a:pt x="0" y="3340"/>
                  </a:moveTo>
                  <a:lnTo>
                    <a:pt x="53808" y="0"/>
                  </a:lnTo>
                </a:path>
              </a:pathLst>
            </a:custGeom>
            <a:noFill/>
            <a:ln w="20003">
              <a:solidFill>
                <a:srgbClr val="EBEEF0"/>
              </a:solidFill>
            </a:ln>
          </p:spPr>
        </p:sp>
        <p:sp>
          <p:nvSpPr>
            <p:cNvPr id="5494" name="Output_receptor__5493">
              <a:extLst>
                <a:ext uri="{FF2B5EF4-FFF2-40B4-BE49-F238E27FC236}">
                  <a16:creationId xmlns:a16="http://schemas.microsoft.com/office/drawing/2014/main" id="{7E3E3394-C203-E4F5-2C16-A98D9018AF79}"/>
                </a:ext>
              </a:extLst>
            </p:cNvPr>
            <p:cNvSpPr>
              <a:spLocks noGrp="1"/>
            </p:cNvSpPr>
            <p:nvPr/>
          </p:nvSpPr>
          <p:spPr>
            <a:xfrm>
              <a:off x="16062065" y="2277473"/>
              <a:ext cx="12282" cy="71141"/>
            </a:xfrm>
            <a:custGeom>
              <a:avLst/>
              <a:gdLst/>
              <a:ahLst/>
              <a:cxnLst/>
              <a:rect l="0" t="0" r="0" b="0"/>
              <a:pathLst>
                <a:path w="12282" h="71141">
                  <a:moveTo>
                    <a:pt x="0" y="71141"/>
                  </a:moveTo>
                  <a:lnTo>
                    <a:pt x="12282" y="0"/>
                  </a:lnTo>
                </a:path>
              </a:pathLst>
            </a:custGeom>
            <a:noFill/>
            <a:ln w="20003">
              <a:solidFill>
                <a:srgbClr val="EBEEF0"/>
              </a:solidFill>
            </a:ln>
          </p:spPr>
        </p:sp>
        <p:sp>
          <p:nvSpPr>
            <p:cNvPr id="5495" name="Output_receptor__5494">
              <a:extLst>
                <a:ext uri="{FF2B5EF4-FFF2-40B4-BE49-F238E27FC236}">
                  <a16:creationId xmlns:a16="http://schemas.microsoft.com/office/drawing/2014/main" id="{B8BE0720-8DD6-B7E3-6744-F14FDB5E4F85}"/>
                </a:ext>
              </a:extLst>
            </p:cNvPr>
            <p:cNvSpPr>
              <a:spLocks noGrp="1"/>
            </p:cNvSpPr>
            <p:nvPr/>
          </p:nvSpPr>
          <p:spPr>
            <a:xfrm>
              <a:off x="15983519" y="3318434"/>
              <a:ext cx="69047" cy="3260"/>
            </a:xfrm>
            <a:custGeom>
              <a:avLst/>
              <a:gdLst/>
              <a:ahLst/>
              <a:cxnLst/>
              <a:rect l="0" t="0" r="0" b="0"/>
              <a:pathLst>
                <a:path w="69047" h="3260">
                  <a:moveTo>
                    <a:pt x="0" y="3260"/>
                  </a:moveTo>
                  <a:lnTo>
                    <a:pt x="69047" y="0"/>
                  </a:lnTo>
                </a:path>
              </a:pathLst>
            </a:custGeom>
            <a:noFill/>
            <a:ln w="20003">
              <a:solidFill>
                <a:srgbClr val="EBEEF0"/>
              </a:solidFill>
            </a:ln>
          </p:spPr>
        </p:sp>
        <p:sp>
          <p:nvSpPr>
            <p:cNvPr id="5496" name="Output_receptor__5495">
              <a:extLst>
                <a:ext uri="{FF2B5EF4-FFF2-40B4-BE49-F238E27FC236}">
                  <a16:creationId xmlns:a16="http://schemas.microsoft.com/office/drawing/2014/main" id="{B0F378F4-5DA5-2B8A-43CE-846008954EA4}"/>
                </a:ext>
              </a:extLst>
            </p:cNvPr>
            <p:cNvSpPr>
              <a:spLocks noGrp="1"/>
            </p:cNvSpPr>
            <p:nvPr/>
          </p:nvSpPr>
          <p:spPr>
            <a:xfrm>
              <a:off x="15944035" y="2766746"/>
              <a:ext cx="45505" cy="49015"/>
            </a:xfrm>
            <a:custGeom>
              <a:avLst/>
              <a:gdLst/>
              <a:ahLst/>
              <a:cxnLst/>
              <a:rect l="0" t="0" r="0" b="0"/>
              <a:pathLst>
                <a:path w="45505" h="49015">
                  <a:moveTo>
                    <a:pt x="45505" y="49015"/>
                  </a:moveTo>
                  <a:lnTo>
                    <a:pt x="0" y="0"/>
                  </a:lnTo>
                </a:path>
              </a:pathLst>
            </a:custGeom>
            <a:noFill/>
            <a:ln w="20003">
              <a:solidFill>
                <a:srgbClr val="EBEEF0"/>
              </a:solidFill>
            </a:ln>
          </p:spPr>
        </p:sp>
        <p:sp>
          <p:nvSpPr>
            <p:cNvPr id="5497" name="Output_receptor__5496">
              <a:extLst>
                <a:ext uri="{FF2B5EF4-FFF2-40B4-BE49-F238E27FC236}">
                  <a16:creationId xmlns:a16="http://schemas.microsoft.com/office/drawing/2014/main" id="{894E1D2C-3C1B-FD2B-C234-79FD8F24D907}"/>
                </a:ext>
              </a:extLst>
            </p:cNvPr>
            <p:cNvSpPr>
              <a:spLocks noGrp="1"/>
            </p:cNvSpPr>
            <p:nvPr/>
          </p:nvSpPr>
          <p:spPr>
            <a:xfrm>
              <a:off x="15575014" y="3037746"/>
              <a:ext cx="8856" cy="72454"/>
            </a:xfrm>
            <a:custGeom>
              <a:avLst/>
              <a:gdLst/>
              <a:ahLst/>
              <a:cxnLst/>
              <a:rect l="0" t="0" r="0" b="0"/>
              <a:pathLst>
                <a:path w="8856" h="72454">
                  <a:moveTo>
                    <a:pt x="0" y="0"/>
                  </a:moveTo>
                  <a:lnTo>
                    <a:pt x="8856" y="72454"/>
                  </a:lnTo>
                </a:path>
              </a:pathLst>
            </a:custGeom>
            <a:noFill/>
            <a:ln w="8096">
              <a:solidFill>
                <a:srgbClr val="EBEEF0"/>
              </a:solidFill>
            </a:ln>
          </p:spPr>
        </p:sp>
        <p:sp>
          <p:nvSpPr>
            <p:cNvPr id="5498" name="Output_receptor__5497">
              <a:extLst>
                <a:ext uri="{FF2B5EF4-FFF2-40B4-BE49-F238E27FC236}">
                  <a16:creationId xmlns:a16="http://schemas.microsoft.com/office/drawing/2014/main" id="{ABCB8672-70A6-BFD2-1193-14F4FD3E6017}"/>
                </a:ext>
              </a:extLst>
            </p:cNvPr>
            <p:cNvSpPr>
              <a:spLocks noGrp="1"/>
            </p:cNvSpPr>
            <p:nvPr/>
          </p:nvSpPr>
          <p:spPr>
            <a:xfrm>
              <a:off x="15099084" y="3060502"/>
              <a:ext cx="17037" cy="16401"/>
            </a:xfrm>
            <a:custGeom>
              <a:avLst/>
              <a:gdLst/>
              <a:ahLst/>
              <a:cxnLst/>
              <a:rect l="0" t="0" r="0" b="0"/>
              <a:pathLst>
                <a:path w="17037" h="16401">
                  <a:moveTo>
                    <a:pt x="17037" y="0"/>
                  </a:moveTo>
                  <a:lnTo>
                    <a:pt x="0" y="16401"/>
                  </a:lnTo>
                </a:path>
              </a:pathLst>
            </a:custGeom>
            <a:noFill/>
            <a:ln w="20003">
              <a:solidFill>
                <a:srgbClr val="EBEEF0"/>
              </a:solidFill>
            </a:ln>
          </p:spPr>
        </p:sp>
        <p:sp>
          <p:nvSpPr>
            <p:cNvPr id="5499" name="Output_receptor__5498">
              <a:extLst>
                <a:ext uri="{FF2B5EF4-FFF2-40B4-BE49-F238E27FC236}">
                  <a16:creationId xmlns:a16="http://schemas.microsoft.com/office/drawing/2014/main" id="{2E3B4D7C-CC65-6D81-5CA8-3AA0831E1CEB}"/>
                </a:ext>
              </a:extLst>
            </p:cNvPr>
            <p:cNvSpPr>
              <a:spLocks noGrp="1"/>
            </p:cNvSpPr>
            <p:nvPr/>
          </p:nvSpPr>
          <p:spPr>
            <a:xfrm>
              <a:off x="16195508" y="3716092"/>
              <a:ext cx="21311" cy="40445"/>
            </a:xfrm>
            <a:custGeom>
              <a:avLst/>
              <a:gdLst/>
              <a:ahLst/>
              <a:cxnLst/>
              <a:rect l="0" t="0" r="0" b="0"/>
              <a:pathLst>
                <a:path w="21311" h="40445">
                  <a:moveTo>
                    <a:pt x="21311" y="0"/>
                  </a:moveTo>
                  <a:lnTo>
                    <a:pt x="0" y="40445"/>
                  </a:lnTo>
                </a:path>
              </a:pathLst>
            </a:custGeom>
            <a:noFill/>
            <a:ln w="8096">
              <a:solidFill>
                <a:srgbClr val="EBEEF0"/>
              </a:solidFill>
            </a:ln>
          </p:spPr>
        </p:sp>
        <p:sp>
          <p:nvSpPr>
            <p:cNvPr id="5500" name="Output_receptor__5499">
              <a:extLst>
                <a:ext uri="{FF2B5EF4-FFF2-40B4-BE49-F238E27FC236}">
                  <a16:creationId xmlns:a16="http://schemas.microsoft.com/office/drawing/2014/main" id="{E3242DE8-8BD8-BA51-28C6-C2EB7BFFDEE2}"/>
                </a:ext>
              </a:extLst>
            </p:cNvPr>
            <p:cNvSpPr>
              <a:spLocks noGrp="1"/>
            </p:cNvSpPr>
            <p:nvPr/>
          </p:nvSpPr>
          <p:spPr>
            <a:xfrm>
              <a:off x="15623582" y="3548418"/>
              <a:ext cx="1601" cy="9016"/>
            </a:xfrm>
            <a:custGeom>
              <a:avLst/>
              <a:gdLst/>
              <a:ahLst/>
              <a:cxnLst/>
              <a:rect l="0" t="0" r="0" b="0"/>
              <a:pathLst>
                <a:path w="1601" h="9016">
                  <a:moveTo>
                    <a:pt x="1601" y="0"/>
                  </a:moveTo>
                  <a:lnTo>
                    <a:pt x="0" y="9016"/>
                  </a:lnTo>
                </a:path>
              </a:pathLst>
            </a:custGeom>
            <a:noFill/>
            <a:ln w="8096">
              <a:solidFill>
                <a:srgbClr val="EBEEF0"/>
              </a:solidFill>
            </a:ln>
          </p:spPr>
        </p:sp>
        <p:sp>
          <p:nvSpPr>
            <p:cNvPr id="5501" name="Output_receptor__5500">
              <a:extLst>
                <a:ext uri="{FF2B5EF4-FFF2-40B4-BE49-F238E27FC236}">
                  <a16:creationId xmlns:a16="http://schemas.microsoft.com/office/drawing/2014/main" id="{BA02BD07-E9A8-85C2-F187-B010BACFD567}"/>
                </a:ext>
              </a:extLst>
            </p:cNvPr>
            <p:cNvSpPr>
              <a:spLocks noGrp="1"/>
            </p:cNvSpPr>
            <p:nvPr/>
          </p:nvSpPr>
          <p:spPr>
            <a:xfrm>
              <a:off x="15954015" y="2332827"/>
              <a:ext cx="20042" cy="54829"/>
            </a:xfrm>
            <a:custGeom>
              <a:avLst/>
              <a:gdLst/>
              <a:ahLst/>
              <a:cxnLst/>
              <a:rect l="0" t="0" r="0" b="0"/>
              <a:pathLst>
                <a:path w="20042" h="54829">
                  <a:moveTo>
                    <a:pt x="0" y="54829"/>
                  </a:moveTo>
                  <a:lnTo>
                    <a:pt x="20042" y="0"/>
                  </a:lnTo>
                </a:path>
              </a:pathLst>
            </a:custGeom>
            <a:noFill/>
            <a:ln w="20003">
              <a:solidFill>
                <a:srgbClr val="EBEEF0"/>
              </a:solidFill>
            </a:ln>
          </p:spPr>
        </p:sp>
        <p:sp>
          <p:nvSpPr>
            <p:cNvPr id="5502" name="Output_receptor__5501">
              <a:extLst>
                <a:ext uri="{FF2B5EF4-FFF2-40B4-BE49-F238E27FC236}">
                  <a16:creationId xmlns:a16="http://schemas.microsoft.com/office/drawing/2014/main" id="{C2094675-33AE-CC66-1ACA-06A59479917E}"/>
                </a:ext>
              </a:extLst>
            </p:cNvPr>
            <p:cNvSpPr>
              <a:spLocks noGrp="1"/>
            </p:cNvSpPr>
            <p:nvPr/>
          </p:nvSpPr>
          <p:spPr>
            <a:xfrm>
              <a:off x="15173716" y="3065990"/>
              <a:ext cx="20557" cy="38292"/>
            </a:xfrm>
            <a:custGeom>
              <a:avLst/>
              <a:gdLst/>
              <a:ahLst/>
              <a:cxnLst/>
              <a:rect l="0" t="0" r="0" b="0"/>
              <a:pathLst>
                <a:path w="20557" h="38292">
                  <a:moveTo>
                    <a:pt x="20557" y="0"/>
                  </a:moveTo>
                  <a:lnTo>
                    <a:pt x="0" y="38292"/>
                  </a:lnTo>
                </a:path>
              </a:pathLst>
            </a:custGeom>
            <a:noFill/>
            <a:ln w="20003">
              <a:solidFill>
                <a:srgbClr val="EBEEF0"/>
              </a:solidFill>
            </a:ln>
          </p:spPr>
        </p:sp>
        <p:sp>
          <p:nvSpPr>
            <p:cNvPr id="5503" name="Output_receptor__5502">
              <a:extLst>
                <a:ext uri="{FF2B5EF4-FFF2-40B4-BE49-F238E27FC236}">
                  <a16:creationId xmlns:a16="http://schemas.microsoft.com/office/drawing/2014/main" id="{8B454A51-46D4-1C8B-62CF-DB6F010BE89E}"/>
                </a:ext>
              </a:extLst>
            </p:cNvPr>
            <p:cNvSpPr>
              <a:spLocks noGrp="1"/>
            </p:cNvSpPr>
            <p:nvPr/>
          </p:nvSpPr>
          <p:spPr>
            <a:xfrm>
              <a:off x="16314596" y="3544665"/>
              <a:ext cx="10104" cy="62141"/>
            </a:xfrm>
            <a:custGeom>
              <a:avLst/>
              <a:gdLst/>
              <a:ahLst/>
              <a:cxnLst/>
              <a:rect l="0" t="0" r="0" b="0"/>
              <a:pathLst>
                <a:path w="10104" h="62141">
                  <a:moveTo>
                    <a:pt x="10104" y="62141"/>
                  </a:moveTo>
                  <a:lnTo>
                    <a:pt x="0" y="0"/>
                  </a:lnTo>
                </a:path>
              </a:pathLst>
            </a:custGeom>
            <a:noFill/>
            <a:ln w="20003">
              <a:solidFill>
                <a:srgbClr val="EBEEF0"/>
              </a:solidFill>
            </a:ln>
          </p:spPr>
        </p:sp>
        <p:sp>
          <p:nvSpPr>
            <p:cNvPr id="5504" name="Output_receptor__5503">
              <a:extLst>
                <a:ext uri="{FF2B5EF4-FFF2-40B4-BE49-F238E27FC236}">
                  <a16:creationId xmlns:a16="http://schemas.microsoft.com/office/drawing/2014/main" id="{F8A9668B-C3E1-6C5D-3D71-208BA54246C6}"/>
                </a:ext>
              </a:extLst>
            </p:cNvPr>
            <p:cNvSpPr>
              <a:spLocks noGrp="1"/>
            </p:cNvSpPr>
            <p:nvPr/>
          </p:nvSpPr>
          <p:spPr>
            <a:xfrm>
              <a:off x="14950382" y="3179168"/>
              <a:ext cx="62756" cy="30613"/>
            </a:xfrm>
            <a:custGeom>
              <a:avLst/>
              <a:gdLst/>
              <a:ahLst/>
              <a:cxnLst/>
              <a:rect l="0" t="0" r="0" b="0"/>
              <a:pathLst>
                <a:path w="62756" h="30613">
                  <a:moveTo>
                    <a:pt x="62756" y="30613"/>
                  </a:moveTo>
                  <a:lnTo>
                    <a:pt x="0" y="0"/>
                  </a:lnTo>
                </a:path>
              </a:pathLst>
            </a:custGeom>
            <a:noFill/>
            <a:ln w="20003">
              <a:solidFill>
                <a:srgbClr val="EBEEF0"/>
              </a:solidFill>
            </a:ln>
          </p:spPr>
        </p:sp>
        <p:sp>
          <p:nvSpPr>
            <p:cNvPr id="5505" name="Output_receptor__5504">
              <a:extLst>
                <a:ext uri="{FF2B5EF4-FFF2-40B4-BE49-F238E27FC236}">
                  <a16:creationId xmlns:a16="http://schemas.microsoft.com/office/drawing/2014/main" id="{EB936C70-B901-06F1-16EC-B8B8E97F8337}"/>
                </a:ext>
              </a:extLst>
            </p:cNvPr>
            <p:cNvSpPr>
              <a:spLocks noGrp="1"/>
            </p:cNvSpPr>
            <p:nvPr/>
          </p:nvSpPr>
          <p:spPr>
            <a:xfrm>
              <a:off x="15356526" y="3204909"/>
              <a:ext cx="51305" cy="20302"/>
            </a:xfrm>
            <a:custGeom>
              <a:avLst/>
              <a:gdLst/>
              <a:ahLst/>
              <a:cxnLst/>
              <a:rect l="0" t="0" r="0" b="0"/>
              <a:pathLst>
                <a:path w="51305" h="20302">
                  <a:moveTo>
                    <a:pt x="0" y="20302"/>
                  </a:moveTo>
                  <a:lnTo>
                    <a:pt x="51305" y="0"/>
                  </a:lnTo>
                </a:path>
              </a:pathLst>
            </a:custGeom>
            <a:noFill/>
            <a:ln w="20003">
              <a:solidFill>
                <a:srgbClr val="EBEEF0"/>
              </a:solidFill>
            </a:ln>
          </p:spPr>
        </p:sp>
        <p:sp>
          <p:nvSpPr>
            <p:cNvPr id="5506" name="Output_receptor__5505">
              <a:extLst>
                <a:ext uri="{FF2B5EF4-FFF2-40B4-BE49-F238E27FC236}">
                  <a16:creationId xmlns:a16="http://schemas.microsoft.com/office/drawing/2014/main" id="{485DA756-6A76-46C5-BDF9-817DFDBEE5E6}"/>
                </a:ext>
              </a:extLst>
            </p:cNvPr>
            <p:cNvSpPr>
              <a:spLocks noGrp="1"/>
            </p:cNvSpPr>
            <p:nvPr/>
          </p:nvSpPr>
          <p:spPr>
            <a:xfrm>
              <a:off x="16227496" y="3034725"/>
              <a:ext cx="21912" cy="7087"/>
            </a:xfrm>
            <a:custGeom>
              <a:avLst/>
              <a:gdLst/>
              <a:ahLst/>
              <a:cxnLst/>
              <a:rect l="0" t="0" r="0" b="0"/>
              <a:pathLst>
                <a:path w="21912" h="7087">
                  <a:moveTo>
                    <a:pt x="0" y="0"/>
                  </a:moveTo>
                  <a:lnTo>
                    <a:pt x="21912" y="7087"/>
                  </a:lnTo>
                </a:path>
              </a:pathLst>
            </a:custGeom>
            <a:noFill/>
            <a:ln w="20003">
              <a:solidFill>
                <a:srgbClr val="EBEEF0"/>
              </a:solidFill>
            </a:ln>
          </p:spPr>
        </p:sp>
        <p:sp>
          <p:nvSpPr>
            <p:cNvPr id="5507" name="Output_receptor__5506">
              <a:extLst>
                <a:ext uri="{FF2B5EF4-FFF2-40B4-BE49-F238E27FC236}">
                  <a16:creationId xmlns:a16="http://schemas.microsoft.com/office/drawing/2014/main" id="{350AF979-E885-E35F-CC64-64DAAC273693}"/>
                </a:ext>
              </a:extLst>
            </p:cNvPr>
            <p:cNvSpPr>
              <a:spLocks noGrp="1"/>
            </p:cNvSpPr>
            <p:nvPr/>
          </p:nvSpPr>
          <p:spPr>
            <a:xfrm>
              <a:off x="15897600" y="2387656"/>
              <a:ext cx="56414" cy="31597"/>
            </a:xfrm>
            <a:custGeom>
              <a:avLst/>
              <a:gdLst/>
              <a:ahLst/>
              <a:cxnLst/>
              <a:rect l="0" t="0" r="0" b="0"/>
              <a:pathLst>
                <a:path w="56414" h="31597">
                  <a:moveTo>
                    <a:pt x="0" y="31597"/>
                  </a:moveTo>
                  <a:lnTo>
                    <a:pt x="56414" y="0"/>
                  </a:lnTo>
                </a:path>
              </a:pathLst>
            </a:custGeom>
            <a:noFill/>
            <a:ln w="20003">
              <a:solidFill>
                <a:srgbClr val="EBEEF0"/>
              </a:solidFill>
            </a:ln>
          </p:spPr>
        </p:sp>
        <p:sp>
          <p:nvSpPr>
            <p:cNvPr id="5508" name="Output_receptor__5507">
              <a:extLst>
                <a:ext uri="{FF2B5EF4-FFF2-40B4-BE49-F238E27FC236}">
                  <a16:creationId xmlns:a16="http://schemas.microsoft.com/office/drawing/2014/main" id="{F8DD5BC4-27FB-0451-F635-7BF5DC8B7F8C}"/>
                </a:ext>
              </a:extLst>
            </p:cNvPr>
            <p:cNvSpPr>
              <a:spLocks noGrp="1"/>
            </p:cNvSpPr>
            <p:nvPr/>
          </p:nvSpPr>
          <p:spPr>
            <a:xfrm>
              <a:off x="15884620" y="2835375"/>
              <a:ext cx="19529" cy="14988"/>
            </a:xfrm>
            <a:custGeom>
              <a:avLst/>
              <a:gdLst/>
              <a:ahLst/>
              <a:cxnLst/>
              <a:rect l="0" t="0" r="0" b="0"/>
              <a:pathLst>
                <a:path w="19529" h="14988">
                  <a:moveTo>
                    <a:pt x="19529" y="14988"/>
                  </a:moveTo>
                  <a:lnTo>
                    <a:pt x="0" y="0"/>
                  </a:lnTo>
                </a:path>
              </a:pathLst>
            </a:custGeom>
            <a:noFill/>
            <a:ln w="20003">
              <a:solidFill>
                <a:srgbClr val="EBEEF0"/>
              </a:solidFill>
            </a:ln>
          </p:spPr>
        </p:sp>
        <p:sp>
          <p:nvSpPr>
            <p:cNvPr id="5509" name="Output_receptor__5508">
              <a:extLst>
                <a:ext uri="{FF2B5EF4-FFF2-40B4-BE49-F238E27FC236}">
                  <a16:creationId xmlns:a16="http://schemas.microsoft.com/office/drawing/2014/main" id="{714F1084-63C9-A834-DFAC-571A3F69E030}"/>
                </a:ext>
              </a:extLst>
            </p:cNvPr>
            <p:cNvSpPr>
              <a:spLocks noGrp="1"/>
            </p:cNvSpPr>
            <p:nvPr/>
          </p:nvSpPr>
          <p:spPr>
            <a:xfrm>
              <a:off x="15584999" y="3272480"/>
              <a:ext cx="6885" cy="65516"/>
            </a:xfrm>
            <a:custGeom>
              <a:avLst/>
              <a:gdLst/>
              <a:ahLst/>
              <a:cxnLst/>
              <a:rect l="0" t="0" r="0" b="0"/>
              <a:pathLst>
                <a:path w="6885" h="65516">
                  <a:moveTo>
                    <a:pt x="6885" y="65516"/>
                  </a:moveTo>
                  <a:lnTo>
                    <a:pt x="0" y="0"/>
                  </a:lnTo>
                </a:path>
              </a:pathLst>
            </a:custGeom>
            <a:noFill/>
            <a:ln w="20003">
              <a:solidFill>
                <a:srgbClr val="EBEEF0"/>
              </a:solidFill>
            </a:ln>
          </p:spPr>
        </p:sp>
        <p:sp>
          <p:nvSpPr>
            <p:cNvPr id="5510" name="Output_receptor__5509">
              <a:extLst>
                <a:ext uri="{FF2B5EF4-FFF2-40B4-BE49-F238E27FC236}">
                  <a16:creationId xmlns:a16="http://schemas.microsoft.com/office/drawing/2014/main" id="{3E42E2A8-59CD-6A83-3A00-06CD3940A326}"/>
                </a:ext>
              </a:extLst>
            </p:cNvPr>
            <p:cNvSpPr>
              <a:spLocks noGrp="1"/>
            </p:cNvSpPr>
            <p:nvPr/>
          </p:nvSpPr>
          <p:spPr>
            <a:xfrm>
              <a:off x="15574781" y="3465322"/>
              <a:ext cx="10964" cy="8285"/>
            </a:xfrm>
            <a:custGeom>
              <a:avLst/>
              <a:gdLst/>
              <a:ahLst/>
              <a:cxnLst/>
              <a:rect l="0" t="0" r="0" b="0"/>
              <a:pathLst>
                <a:path w="10964" h="8285">
                  <a:moveTo>
                    <a:pt x="10964" y="0"/>
                  </a:moveTo>
                  <a:lnTo>
                    <a:pt x="0" y="8285"/>
                  </a:lnTo>
                </a:path>
              </a:pathLst>
            </a:custGeom>
            <a:noFill/>
            <a:ln w="20003">
              <a:solidFill>
                <a:srgbClr val="EBEEF0"/>
              </a:solidFill>
            </a:ln>
          </p:spPr>
        </p:sp>
        <p:sp>
          <p:nvSpPr>
            <p:cNvPr id="5511" name="Output_receptor__5510">
              <a:extLst>
                <a:ext uri="{FF2B5EF4-FFF2-40B4-BE49-F238E27FC236}">
                  <a16:creationId xmlns:a16="http://schemas.microsoft.com/office/drawing/2014/main" id="{FE179FC7-1797-9DA4-5C30-6931540B9E37}"/>
                </a:ext>
              </a:extLst>
            </p:cNvPr>
            <p:cNvSpPr>
              <a:spLocks noGrp="1"/>
            </p:cNvSpPr>
            <p:nvPr/>
          </p:nvSpPr>
          <p:spPr>
            <a:xfrm>
              <a:off x="15067692" y="3144444"/>
              <a:ext cx="41971" cy="2938"/>
            </a:xfrm>
            <a:custGeom>
              <a:avLst/>
              <a:gdLst/>
              <a:ahLst/>
              <a:cxnLst/>
              <a:rect l="0" t="0" r="0" b="0"/>
              <a:pathLst>
                <a:path w="41971" h="2938">
                  <a:moveTo>
                    <a:pt x="41971" y="2938"/>
                  </a:moveTo>
                  <a:lnTo>
                    <a:pt x="0" y="0"/>
                  </a:lnTo>
                </a:path>
              </a:pathLst>
            </a:custGeom>
            <a:noFill/>
            <a:ln w="20003">
              <a:solidFill>
                <a:srgbClr val="EBEEF0"/>
              </a:solidFill>
            </a:ln>
          </p:spPr>
        </p:sp>
        <p:sp>
          <p:nvSpPr>
            <p:cNvPr id="5512" name="Output_receptor__5511">
              <a:extLst>
                <a:ext uri="{FF2B5EF4-FFF2-40B4-BE49-F238E27FC236}">
                  <a16:creationId xmlns:a16="http://schemas.microsoft.com/office/drawing/2014/main" id="{A7561912-D4D5-042B-6D47-C114D0D0272E}"/>
                </a:ext>
              </a:extLst>
            </p:cNvPr>
            <p:cNvSpPr>
              <a:spLocks noGrp="1"/>
            </p:cNvSpPr>
            <p:nvPr/>
          </p:nvSpPr>
          <p:spPr>
            <a:xfrm>
              <a:off x="15653622" y="3636536"/>
              <a:ext cx="6921" cy="10695"/>
            </a:xfrm>
            <a:custGeom>
              <a:avLst/>
              <a:gdLst/>
              <a:ahLst/>
              <a:cxnLst/>
              <a:rect l="0" t="0" r="0" b="0"/>
              <a:pathLst>
                <a:path w="6921" h="10695">
                  <a:moveTo>
                    <a:pt x="0" y="0"/>
                  </a:moveTo>
                  <a:lnTo>
                    <a:pt x="6921" y="10695"/>
                  </a:lnTo>
                </a:path>
              </a:pathLst>
            </a:custGeom>
            <a:noFill/>
            <a:ln w="20003">
              <a:solidFill>
                <a:srgbClr val="EBEEF0"/>
              </a:solidFill>
            </a:ln>
          </p:spPr>
        </p:sp>
        <p:sp>
          <p:nvSpPr>
            <p:cNvPr id="5513" name="Output_receptor__5512">
              <a:extLst>
                <a:ext uri="{FF2B5EF4-FFF2-40B4-BE49-F238E27FC236}">
                  <a16:creationId xmlns:a16="http://schemas.microsoft.com/office/drawing/2014/main" id="{A4BF9288-E0FC-D578-B027-93C512C93A5C}"/>
                </a:ext>
              </a:extLst>
            </p:cNvPr>
            <p:cNvSpPr>
              <a:spLocks noGrp="1"/>
            </p:cNvSpPr>
            <p:nvPr/>
          </p:nvSpPr>
          <p:spPr>
            <a:xfrm>
              <a:off x="15974057" y="2292016"/>
              <a:ext cx="13790" cy="40811"/>
            </a:xfrm>
            <a:custGeom>
              <a:avLst/>
              <a:gdLst/>
              <a:ahLst/>
              <a:cxnLst/>
              <a:rect l="0" t="0" r="0" b="0"/>
              <a:pathLst>
                <a:path w="13790" h="40811">
                  <a:moveTo>
                    <a:pt x="0" y="40811"/>
                  </a:moveTo>
                  <a:lnTo>
                    <a:pt x="13790" y="0"/>
                  </a:lnTo>
                </a:path>
              </a:pathLst>
            </a:custGeom>
            <a:noFill/>
            <a:ln w="20003">
              <a:solidFill>
                <a:srgbClr val="EBEEF0"/>
              </a:solidFill>
            </a:ln>
          </p:spPr>
        </p:sp>
        <p:sp>
          <p:nvSpPr>
            <p:cNvPr id="5514" name="Output_receptor__5513">
              <a:extLst>
                <a:ext uri="{FF2B5EF4-FFF2-40B4-BE49-F238E27FC236}">
                  <a16:creationId xmlns:a16="http://schemas.microsoft.com/office/drawing/2014/main" id="{F2642BFD-E870-6753-188F-7FE95EAE7A55}"/>
                </a:ext>
              </a:extLst>
            </p:cNvPr>
            <p:cNvSpPr>
              <a:spLocks noGrp="1"/>
            </p:cNvSpPr>
            <p:nvPr/>
          </p:nvSpPr>
          <p:spPr>
            <a:xfrm>
              <a:off x="15491680" y="2693072"/>
              <a:ext cx="53904" cy="41390"/>
            </a:xfrm>
            <a:custGeom>
              <a:avLst/>
              <a:gdLst/>
              <a:ahLst/>
              <a:cxnLst/>
              <a:rect l="0" t="0" r="0" b="0"/>
              <a:pathLst>
                <a:path w="53904" h="41390">
                  <a:moveTo>
                    <a:pt x="0" y="41390"/>
                  </a:moveTo>
                  <a:lnTo>
                    <a:pt x="53904" y="0"/>
                  </a:lnTo>
                </a:path>
              </a:pathLst>
            </a:custGeom>
            <a:noFill/>
            <a:ln w="20003">
              <a:solidFill>
                <a:srgbClr val="EBEEF0"/>
              </a:solidFill>
            </a:ln>
          </p:spPr>
        </p:sp>
        <p:sp>
          <p:nvSpPr>
            <p:cNvPr id="5515" name="Output_receptor__5514">
              <a:extLst>
                <a:ext uri="{FF2B5EF4-FFF2-40B4-BE49-F238E27FC236}">
                  <a16:creationId xmlns:a16="http://schemas.microsoft.com/office/drawing/2014/main" id="{442F592E-A643-F5F1-4741-34FB6919F751}"/>
                </a:ext>
              </a:extLst>
            </p:cNvPr>
            <p:cNvSpPr>
              <a:spLocks noGrp="1"/>
            </p:cNvSpPr>
            <p:nvPr/>
          </p:nvSpPr>
          <p:spPr>
            <a:xfrm>
              <a:off x="15584999" y="3244818"/>
              <a:ext cx="55717" cy="27661"/>
            </a:xfrm>
            <a:custGeom>
              <a:avLst/>
              <a:gdLst/>
              <a:ahLst/>
              <a:cxnLst/>
              <a:rect l="0" t="0" r="0" b="0"/>
              <a:pathLst>
                <a:path w="55717" h="27661">
                  <a:moveTo>
                    <a:pt x="0" y="27661"/>
                  </a:moveTo>
                  <a:lnTo>
                    <a:pt x="55717" y="0"/>
                  </a:lnTo>
                </a:path>
              </a:pathLst>
            </a:custGeom>
            <a:noFill/>
            <a:ln w="20003">
              <a:solidFill>
                <a:srgbClr val="EBEEF0"/>
              </a:solidFill>
            </a:ln>
          </p:spPr>
        </p:sp>
        <p:sp>
          <p:nvSpPr>
            <p:cNvPr id="5516" name="Output_receptor__5515">
              <a:extLst>
                <a:ext uri="{FF2B5EF4-FFF2-40B4-BE49-F238E27FC236}">
                  <a16:creationId xmlns:a16="http://schemas.microsoft.com/office/drawing/2014/main" id="{592C4616-B5BD-6637-2751-27F246FC7053}"/>
                </a:ext>
              </a:extLst>
            </p:cNvPr>
            <p:cNvSpPr>
              <a:spLocks noGrp="1"/>
            </p:cNvSpPr>
            <p:nvPr/>
          </p:nvSpPr>
          <p:spPr>
            <a:xfrm>
              <a:off x="15707489" y="2828750"/>
              <a:ext cx="21320" cy="67827"/>
            </a:xfrm>
            <a:custGeom>
              <a:avLst/>
              <a:gdLst/>
              <a:ahLst/>
              <a:cxnLst/>
              <a:rect l="0" t="0" r="0" b="0"/>
              <a:pathLst>
                <a:path w="21320" h="67827">
                  <a:moveTo>
                    <a:pt x="21320" y="0"/>
                  </a:moveTo>
                  <a:lnTo>
                    <a:pt x="0" y="67827"/>
                  </a:lnTo>
                </a:path>
              </a:pathLst>
            </a:custGeom>
            <a:noFill/>
            <a:ln w="20003">
              <a:solidFill>
                <a:srgbClr val="EBEEF0"/>
              </a:solidFill>
            </a:ln>
          </p:spPr>
        </p:sp>
        <p:sp>
          <p:nvSpPr>
            <p:cNvPr id="5517" name="Output_receptor__5516">
              <a:extLst>
                <a:ext uri="{FF2B5EF4-FFF2-40B4-BE49-F238E27FC236}">
                  <a16:creationId xmlns:a16="http://schemas.microsoft.com/office/drawing/2014/main" id="{D7D4C4F8-76FA-824B-138B-141F5338D8B8}"/>
                </a:ext>
              </a:extLst>
            </p:cNvPr>
            <p:cNvSpPr>
              <a:spLocks noGrp="1"/>
            </p:cNvSpPr>
            <p:nvPr/>
          </p:nvSpPr>
          <p:spPr>
            <a:xfrm>
              <a:off x="16229069" y="2717596"/>
              <a:ext cx="52793" cy="13343"/>
            </a:xfrm>
            <a:custGeom>
              <a:avLst/>
              <a:gdLst/>
              <a:ahLst/>
              <a:cxnLst/>
              <a:rect l="0" t="0" r="0" b="0"/>
              <a:pathLst>
                <a:path w="52793" h="13343">
                  <a:moveTo>
                    <a:pt x="0" y="13343"/>
                  </a:moveTo>
                  <a:lnTo>
                    <a:pt x="52793" y="0"/>
                  </a:lnTo>
                </a:path>
              </a:pathLst>
            </a:custGeom>
            <a:noFill/>
            <a:ln w="20003">
              <a:solidFill>
                <a:srgbClr val="EBEEF0"/>
              </a:solidFill>
            </a:ln>
          </p:spPr>
        </p:sp>
        <p:sp>
          <p:nvSpPr>
            <p:cNvPr id="5518" name="Output_receptor__5517">
              <a:extLst>
                <a:ext uri="{FF2B5EF4-FFF2-40B4-BE49-F238E27FC236}">
                  <a16:creationId xmlns:a16="http://schemas.microsoft.com/office/drawing/2014/main" id="{3B199DB1-7830-214E-6EC1-E26CCBA8EAD8}"/>
                </a:ext>
              </a:extLst>
            </p:cNvPr>
            <p:cNvSpPr>
              <a:spLocks noGrp="1"/>
            </p:cNvSpPr>
            <p:nvPr/>
          </p:nvSpPr>
          <p:spPr>
            <a:xfrm>
              <a:off x="15127301" y="2827857"/>
              <a:ext cx="70757" cy="2315"/>
            </a:xfrm>
            <a:custGeom>
              <a:avLst/>
              <a:gdLst/>
              <a:ahLst/>
              <a:cxnLst/>
              <a:rect l="0" t="0" r="0" b="0"/>
              <a:pathLst>
                <a:path w="70757" h="2315">
                  <a:moveTo>
                    <a:pt x="70757" y="0"/>
                  </a:moveTo>
                  <a:lnTo>
                    <a:pt x="0" y="2315"/>
                  </a:lnTo>
                </a:path>
              </a:pathLst>
            </a:custGeom>
            <a:noFill/>
            <a:ln w="20003">
              <a:solidFill>
                <a:srgbClr val="EBEEF0"/>
              </a:solidFill>
            </a:ln>
          </p:spPr>
        </p:sp>
        <p:sp>
          <p:nvSpPr>
            <p:cNvPr id="5519" name="Output_receptor__5518">
              <a:extLst>
                <a:ext uri="{FF2B5EF4-FFF2-40B4-BE49-F238E27FC236}">
                  <a16:creationId xmlns:a16="http://schemas.microsoft.com/office/drawing/2014/main" id="{BAE17733-C063-5DEE-E8AC-F83467DBD680}"/>
                </a:ext>
              </a:extLst>
            </p:cNvPr>
            <p:cNvSpPr>
              <a:spLocks noGrp="1"/>
            </p:cNvSpPr>
            <p:nvPr/>
          </p:nvSpPr>
          <p:spPr>
            <a:xfrm>
              <a:off x="16167459" y="2242089"/>
              <a:ext cx="8253" cy="57417"/>
            </a:xfrm>
            <a:custGeom>
              <a:avLst/>
              <a:gdLst/>
              <a:ahLst/>
              <a:cxnLst/>
              <a:rect l="0" t="0" r="0" b="0"/>
              <a:pathLst>
                <a:path w="8253" h="57417">
                  <a:moveTo>
                    <a:pt x="0" y="57417"/>
                  </a:moveTo>
                  <a:lnTo>
                    <a:pt x="8253" y="0"/>
                  </a:lnTo>
                </a:path>
              </a:pathLst>
            </a:custGeom>
            <a:noFill/>
            <a:ln w="20003">
              <a:solidFill>
                <a:srgbClr val="EBEEF0"/>
              </a:solidFill>
            </a:ln>
          </p:spPr>
        </p:sp>
        <p:sp>
          <p:nvSpPr>
            <p:cNvPr id="5520" name="Output_receptor__5519">
              <a:extLst>
                <a:ext uri="{FF2B5EF4-FFF2-40B4-BE49-F238E27FC236}">
                  <a16:creationId xmlns:a16="http://schemas.microsoft.com/office/drawing/2014/main" id="{04607B7A-4F60-81CD-3E23-1D7A9AD820D2}"/>
                </a:ext>
              </a:extLst>
            </p:cNvPr>
            <p:cNvSpPr>
              <a:spLocks noGrp="1"/>
            </p:cNvSpPr>
            <p:nvPr/>
          </p:nvSpPr>
          <p:spPr>
            <a:xfrm>
              <a:off x="15198057" y="2827857"/>
              <a:ext cx="46242" cy="54117"/>
            </a:xfrm>
            <a:custGeom>
              <a:avLst/>
              <a:gdLst/>
              <a:ahLst/>
              <a:cxnLst/>
              <a:rect l="0" t="0" r="0" b="0"/>
              <a:pathLst>
                <a:path w="46242" h="54117">
                  <a:moveTo>
                    <a:pt x="46242" y="54117"/>
                  </a:moveTo>
                  <a:lnTo>
                    <a:pt x="0" y="0"/>
                  </a:lnTo>
                </a:path>
              </a:pathLst>
            </a:custGeom>
            <a:noFill/>
            <a:ln w="20003">
              <a:solidFill>
                <a:srgbClr val="EBEEF0"/>
              </a:solidFill>
            </a:ln>
          </p:spPr>
        </p:sp>
        <p:sp>
          <p:nvSpPr>
            <p:cNvPr id="5521" name="Output_receptor__5520">
              <a:extLst>
                <a:ext uri="{FF2B5EF4-FFF2-40B4-BE49-F238E27FC236}">
                  <a16:creationId xmlns:a16="http://schemas.microsoft.com/office/drawing/2014/main" id="{58FA8A13-58C8-B950-30C1-ED3169D1E9A6}"/>
                </a:ext>
              </a:extLst>
            </p:cNvPr>
            <p:cNvSpPr>
              <a:spLocks noGrp="1"/>
            </p:cNvSpPr>
            <p:nvPr/>
          </p:nvSpPr>
          <p:spPr>
            <a:xfrm>
              <a:off x="16240817" y="2378140"/>
              <a:ext cx="6736" cy="58686"/>
            </a:xfrm>
            <a:custGeom>
              <a:avLst/>
              <a:gdLst/>
              <a:ahLst/>
              <a:cxnLst/>
              <a:rect l="0" t="0" r="0" b="0"/>
              <a:pathLst>
                <a:path w="6736" h="58686">
                  <a:moveTo>
                    <a:pt x="0" y="0"/>
                  </a:moveTo>
                  <a:lnTo>
                    <a:pt x="6736" y="58686"/>
                  </a:lnTo>
                </a:path>
              </a:pathLst>
            </a:custGeom>
            <a:noFill/>
            <a:ln w="20003">
              <a:solidFill>
                <a:srgbClr val="EBEEF0"/>
              </a:solidFill>
            </a:ln>
          </p:spPr>
        </p:sp>
        <p:sp>
          <p:nvSpPr>
            <p:cNvPr id="5522" name="Output_receptor__5521">
              <a:extLst>
                <a:ext uri="{FF2B5EF4-FFF2-40B4-BE49-F238E27FC236}">
                  <a16:creationId xmlns:a16="http://schemas.microsoft.com/office/drawing/2014/main" id="{7BC3FDDB-0248-A40D-CD90-2FFD72C5678E}"/>
                </a:ext>
              </a:extLst>
            </p:cNvPr>
            <p:cNvSpPr>
              <a:spLocks noGrp="1"/>
            </p:cNvSpPr>
            <p:nvPr/>
          </p:nvSpPr>
          <p:spPr>
            <a:xfrm>
              <a:off x="15968321" y="3008945"/>
              <a:ext cx="57271" cy="9503"/>
            </a:xfrm>
            <a:custGeom>
              <a:avLst/>
              <a:gdLst/>
              <a:ahLst/>
              <a:cxnLst/>
              <a:rect l="0" t="0" r="0" b="0"/>
              <a:pathLst>
                <a:path w="57271" h="9503">
                  <a:moveTo>
                    <a:pt x="0" y="0"/>
                  </a:moveTo>
                  <a:lnTo>
                    <a:pt x="57271" y="9503"/>
                  </a:lnTo>
                </a:path>
              </a:pathLst>
            </a:custGeom>
            <a:noFill/>
            <a:ln w="20003">
              <a:solidFill>
                <a:srgbClr val="EBEEF0"/>
              </a:solidFill>
            </a:ln>
          </p:spPr>
        </p:sp>
        <p:sp>
          <p:nvSpPr>
            <p:cNvPr id="5523" name="Output_receptor__5522">
              <a:extLst>
                <a:ext uri="{FF2B5EF4-FFF2-40B4-BE49-F238E27FC236}">
                  <a16:creationId xmlns:a16="http://schemas.microsoft.com/office/drawing/2014/main" id="{6A5FD7AF-2404-A6B4-0840-C26708F078A3}"/>
                </a:ext>
              </a:extLst>
            </p:cNvPr>
            <p:cNvSpPr>
              <a:spLocks noGrp="1"/>
            </p:cNvSpPr>
            <p:nvPr/>
          </p:nvSpPr>
          <p:spPr>
            <a:xfrm>
              <a:off x="16114138" y="2898206"/>
              <a:ext cx="3442" cy="58807"/>
            </a:xfrm>
            <a:custGeom>
              <a:avLst/>
              <a:gdLst/>
              <a:ahLst/>
              <a:cxnLst/>
              <a:rect l="0" t="0" r="0" b="0"/>
              <a:pathLst>
                <a:path w="3442" h="58807">
                  <a:moveTo>
                    <a:pt x="3442" y="0"/>
                  </a:moveTo>
                  <a:lnTo>
                    <a:pt x="0" y="58807"/>
                  </a:lnTo>
                </a:path>
              </a:pathLst>
            </a:custGeom>
            <a:noFill/>
            <a:ln w="8096">
              <a:solidFill>
                <a:srgbClr val="EBEEF0"/>
              </a:solidFill>
            </a:ln>
          </p:spPr>
        </p:sp>
        <p:sp>
          <p:nvSpPr>
            <p:cNvPr id="5524" name="Output_receptor__5523">
              <a:extLst>
                <a:ext uri="{FF2B5EF4-FFF2-40B4-BE49-F238E27FC236}">
                  <a16:creationId xmlns:a16="http://schemas.microsoft.com/office/drawing/2014/main" id="{89D809C5-B5B9-4FFC-9488-AEC9F818969D}"/>
                </a:ext>
              </a:extLst>
            </p:cNvPr>
            <p:cNvSpPr>
              <a:spLocks noGrp="1"/>
            </p:cNvSpPr>
            <p:nvPr/>
          </p:nvSpPr>
          <p:spPr>
            <a:xfrm>
              <a:off x="16034903" y="2502660"/>
              <a:ext cx="550" cy="71403"/>
            </a:xfrm>
            <a:custGeom>
              <a:avLst/>
              <a:gdLst/>
              <a:ahLst/>
              <a:cxnLst/>
              <a:rect l="0" t="0" r="0" b="0"/>
              <a:pathLst>
                <a:path w="550" h="71403">
                  <a:moveTo>
                    <a:pt x="0" y="71403"/>
                  </a:moveTo>
                  <a:lnTo>
                    <a:pt x="550" y="0"/>
                  </a:lnTo>
                </a:path>
              </a:pathLst>
            </a:custGeom>
            <a:noFill/>
            <a:ln w="8096">
              <a:solidFill>
                <a:srgbClr val="EBEEF0"/>
              </a:solidFill>
            </a:ln>
          </p:spPr>
        </p:sp>
        <p:sp>
          <p:nvSpPr>
            <p:cNvPr id="5525" name="Output_receptor__5524">
              <a:extLst>
                <a:ext uri="{FF2B5EF4-FFF2-40B4-BE49-F238E27FC236}">
                  <a16:creationId xmlns:a16="http://schemas.microsoft.com/office/drawing/2014/main" id="{D2E324BC-6FB9-968B-BC71-82146A53799A}"/>
                </a:ext>
              </a:extLst>
            </p:cNvPr>
            <p:cNvSpPr>
              <a:spLocks noGrp="1"/>
            </p:cNvSpPr>
            <p:nvPr/>
          </p:nvSpPr>
          <p:spPr>
            <a:xfrm>
              <a:off x="15711538" y="3683759"/>
              <a:ext cx="51089" cy="42085"/>
            </a:xfrm>
            <a:custGeom>
              <a:avLst/>
              <a:gdLst/>
              <a:ahLst/>
              <a:cxnLst/>
              <a:rect l="0" t="0" r="0" b="0"/>
              <a:pathLst>
                <a:path w="51089" h="42085">
                  <a:moveTo>
                    <a:pt x="0" y="42085"/>
                  </a:moveTo>
                  <a:lnTo>
                    <a:pt x="51089" y="0"/>
                  </a:lnTo>
                </a:path>
              </a:pathLst>
            </a:custGeom>
            <a:noFill/>
            <a:ln w="8096">
              <a:solidFill>
                <a:srgbClr val="EBEEF0"/>
              </a:solidFill>
            </a:ln>
          </p:spPr>
        </p:sp>
        <p:sp>
          <p:nvSpPr>
            <p:cNvPr id="5526" name="Output_receptor__5525">
              <a:extLst>
                <a:ext uri="{FF2B5EF4-FFF2-40B4-BE49-F238E27FC236}">
                  <a16:creationId xmlns:a16="http://schemas.microsoft.com/office/drawing/2014/main" id="{FEC52104-2EA7-53ED-017A-E54B7611032C}"/>
                </a:ext>
              </a:extLst>
            </p:cNvPr>
            <p:cNvSpPr>
              <a:spLocks noGrp="1"/>
            </p:cNvSpPr>
            <p:nvPr/>
          </p:nvSpPr>
          <p:spPr>
            <a:xfrm>
              <a:off x="15398772" y="3703530"/>
              <a:ext cx="30747" cy="35436"/>
            </a:xfrm>
            <a:custGeom>
              <a:avLst/>
              <a:gdLst/>
              <a:ahLst/>
              <a:cxnLst/>
              <a:rect l="0" t="0" r="0" b="0"/>
              <a:pathLst>
                <a:path w="30747" h="35436">
                  <a:moveTo>
                    <a:pt x="0" y="35436"/>
                  </a:moveTo>
                  <a:lnTo>
                    <a:pt x="30747" y="0"/>
                  </a:lnTo>
                </a:path>
              </a:pathLst>
            </a:custGeom>
            <a:noFill/>
            <a:ln w="8096">
              <a:solidFill>
                <a:srgbClr val="EBEEF0"/>
              </a:solidFill>
            </a:ln>
          </p:spPr>
        </p:sp>
        <p:sp>
          <p:nvSpPr>
            <p:cNvPr id="5527" name="Output_receptor__5526">
              <a:extLst>
                <a:ext uri="{FF2B5EF4-FFF2-40B4-BE49-F238E27FC236}">
                  <a16:creationId xmlns:a16="http://schemas.microsoft.com/office/drawing/2014/main" id="{247D30B1-E4FC-C351-3443-DEDFE105207B}"/>
                </a:ext>
              </a:extLst>
            </p:cNvPr>
            <p:cNvSpPr>
              <a:spLocks noGrp="1"/>
            </p:cNvSpPr>
            <p:nvPr/>
          </p:nvSpPr>
          <p:spPr>
            <a:xfrm>
              <a:off x="15462984" y="3198721"/>
              <a:ext cx="44905" cy="55793"/>
            </a:xfrm>
            <a:custGeom>
              <a:avLst/>
              <a:gdLst/>
              <a:ahLst/>
              <a:cxnLst/>
              <a:rect l="0" t="0" r="0" b="0"/>
              <a:pathLst>
                <a:path w="44905" h="55793">
                  <a:moveTo>
                    <a:pt x="44905" y="0"/>
                  </a:moveTo>
                  <a:lnTo>
                    <a:pt x="0" y="55793"/>
                  </a:lnTo>
                </a:path>
              </a:pathLst>
            </a:custGeom>
            <a:noFill/>
            <a:ln w="20003">
              <a:solidFill>
                <a:srgbClr val="EBEEF0"/>
              </a:solidFill>
            </a:ln>
          </p:spPr>
        </p:sp>
        <p:sp>
          <p:nvSpPr>
            <p:cNvPr id="5528" name="Output_receptor__5527">
              <a:extLst>
                <a:ext uri="{FF2B5EF4-FFF2-40B4-BE49-F238E27FC236}">
                  <a16:creationId xmlns:a16="http://schemas.microsoft.com/office/drawing/2014/main" id="{2C03EE3B-9D44-15CA-32D7-329A9E068D99}"/>
                </a:ext>
              </a:extLst>
            </p:cNvPr>
            <p:cNvSpPr>
              <a:spLocks noGrp="1"/>
            </p:cNvSpPr>
            <p:nvPr/>
          </p:nvSpPr>
          <p:spPr>
            <a:xfrm>
              <a:off x="16281861" y="2717596"/>
              <a:ext cx="37815" cy="51079"/>
            </a:xfrm>
            <a:custGeom>
              <a:avLst/>
              <a:gdLst/>
              <a:ahLst/>
              <a:cxnLst/>
              <a:rect l="0" t="0" r="0" b="0"/>
              <a:pathLst>
                <a:path w="37815" h="51079">
                  <a:moveTo>
                    <a:pt x="0" y="0"/>
                  </a:moveTo>
                  <a:lnTo>
                    <a:pt x="37815" y="51079"/>
                  </a:lnTo>
                </a:path>
              </a:pathLst>
            </a:custGeom>
            <a:noFill/>
            <a:ln w="20003">
              <a:solidFill>
                <a:srgbClr val="EBEEF0"/>
              </a:solidFill>
            </a:ln>
          </p:spPr>
        </p:sp>
        <p:sp>
          <p:nvSpPr>
            <p:cNvPr id="5529" name="Output_receptor__5528">
              <a:extLst>
                <a:ext uri="{FF2B5EF4-FFF2-40B4-BE49-F238E27FC236}">
                  <a16:creationId xmlns:a16="http://schemas.microsoft.com/office/drawing/2014/main" id="{2BFCB2A4-FCBD-0169-DDA1-1DF6BFB86B18}"/>
                </a:ext>
              </a:extLst>
            </p:cNvPr>
            <p:cNvSpPr>
              <a:spLocks noGrp="1"/>
            </p:cNvSpPr>
            <p:nvPr/>
          </p:nvSpPr>
          <p:spPr>
            <a:xfrm>
              <a:off x="15545584" y="2693072"/>
              <a:ext cx="57681" cy="5393"/>
            </a:xfrm>
            <a:custGeom>
              <a:avLst/>
              <a:gdLst/>
              <a:ahLst/>
              <a:cxnLst/>
              <a:rect l="0" t="0" r="0" b="0"/>
              <a:pathLst>
                <a:path w="57681" h="5393">
                  <a:moveTo>
                    <a:pt x="0" y="0"/>
                  </a:moveTo>
                  <a:lnTo>
                    <a:pt x="57681" y="5393"/>
                  </a:lnTo>
                </a:path>
              </a:pathLst>
            </a:custGeom>
            <a:noFill/>
            <a:ln w="20003">
              <a:solidFill>
                <a:srgbClr val="EBEEF0"/>
              </a:solidFill>
            </a:ln>
          </p:spPr>
        </p:sp>
        <p:sp>
          <p:nvSpPr>
            <p:cNvPr id="5530" name="Output_receptor__5529">
              <a:extLst>
                <a:ext uri="{FF2B5EF4-FFF2-40B4-BE49-F238E27FC236}">
                  <a16:creationId xmlns:a16="http://schemas.microsoft.com/office/drawing/2014/main" id="{171FEA04-DF69-0EA5-A933-634AE6CD5444}"/>
                </a:ext>
              </a:extLst>
            </p:cNvPr>
            <p:cNvSpPr>
              <a:spLocks noGrp="1"/>
            </p:cNvSpPr>
            <p:nvPr/>
          </p:nvSpPr>
          <p:spPr>
            <a:xfrm>
              <a:off x="15016299" y="3109652"/>
              <a:ext cx="51393" cy="34792"/>
            </a:xfrm>
            <a:custGeom>
              <a:avLst/>
              <a:gdLst/>
              <a:ahLst/>
              <a:cxnLst/>
              <a:rect l="0" t="0" r="0" b="0"/>
              <a:pathLst>
                <a:path w="51393" h="34792">
                  <a:moveTo>
                    <a:pt x="51393" y="34792"/>
                  </a:moveTo>
                  <a:lnTo>
                    <a:pt x="0" y="0"/>
                  </a:lnTo>
                </a:path>
              </a:pathLst>
            </a:custGeom>
            <a:noFill/>
            <a:ln w="20003">
              <a:solidFill>
                <a:srgbClr val="EBEEF0"/>
              </a:solidFill>
            </a:ln>
          </p:spPr>
        </p:sp>
        <p:sp>
          <p:nvSpPr>
            <p:cNvPr id="5531" name="Output_receptor__5530">
              <a:extLst>
                <a:ext uri="{FF2B5EF4-FFF2-40B4-BE49-F238E27FC236}">
                  <a16:creationId xmlns:a16="http://schemas.microsoft.com/office/drawing/2014/main" id="{E20C799B-3E90-06F3-8F39-9A732089E41D}"/>
                </a:ext>
              </a:extLst>
            </p:cNvPr>
            <p:cNvSpPr>
              <a:spLocks noGrp="1"/>
            </p:cNvSpPr>
            <p:nvPr/>
          </p:nvSpPr>
          <p:spPr>
            <a:xfrm>
              <a:off x="16143162" y="2299506"/>
              <a:ext cx="24298" cy="37459"/>
            </a:xfrm>
            <a:custGeom>
              <a:avLst/>
              <a:gdLst/>
              <a:ahLst/>
              <a:cxnLst/>
              <a:rect l="0" t="0" r="0" b="0"/>
              <a:pathLst>
                <a:path w="24298" h="37459">
                  <a:moveTo>
                    <a:pt x="0" y="37459"/>
                  </a:moveTo>
                  <a:lnTo>
                    <a:pt x="24298" y="0"/>
                  </a:lnTo>
                </a:path>
              </a:pathLst>
            </a:custGeom>
            <a:noFill/>
            <a:ln w="20003">
              <a:solidFill>
                <a:srgbClr val="EBEEF0"/>
              </a:solidFill>
            </a:ln>
          </p:spPr>
        </p:sp>
        <p:sp>
          <p:nvSpPr>
            <p:cNvPr id="5532" name="Output_receptor__5531">
              <a:extLst>
                <a:ext uri="{FF2B5EF4-FFF2-40B4-BE49-F238E27FC236}">
                  <a16:creationId xmlns:a16="http://schemas.microsoft.com/office/drawing/2014/main" id="{34A22B4F-71FC-84A4-E7F4-4CA830F7C10C}"/>
                </a:ext>
              </a:extLst>
            </p:cNvPr>
            <p:cNvSpPr>
              <a:spLocks noGrp="1"/>
            </p:cNvSpPr>
            <p:nvPr/>
          </p:nvSpPr>
          <p:spPr>
            <a:xfrm>
              <a:off x="15306027" y="3440709"/>
              <a:ext cx="21372" cy="56046"/>
            </a:xfrm>
            <a:custGeom>
              <a:avLst/>
              <a:gdLst/>
              <a:ahLst/>
              <a:cxnLst/>
              <a:rect l="0" t="0" r="0" b="0"/>
              <a:pathLst>
                <a:path w="21372" h="56046">
                  <a:moveTo>
                    <a:pt x="0" y="0"/>
                  </a:moveTo>
                  <a:lnTo>
                    <a:pt x="21372" y="56046"/>
                  </a:lnTo>
                </a:path>
              </a:pathLst>
            </a:custGeom>
            <a:noFill/>
            <a:ln w="8096">
              <a:solidFill>
                <a:srgbClr val="EBEEF0"/>
              </a:solidFill>
            </a:ln>
          </p:spPr>
        </p:sp>
        <p:sp>
          <p:nvSpPr>
            <p:cNvPr id="5533" name="Output_receptor__5532">
              <a:extLst>
                <a:ext uri="{FF2B5EF4-FFF2-40B4-BE49-F238E27FC236}">
                  <a16:creationId xmlns:a16="http://schemas.microsoft.com/office/drawing/2014/main" id="{4C36F165-0CB7-61D7-7BE8-D0176992EABE}"/>
                </a:ext>
              </a:extLst>
            </p:cNvPr>
            <p:cNvSpPr>
              <a:spLocks noGrp="1"/>
            </p:cNvSpPr>
            <p:nvPr/>
          </p:nvSpPr>
          <p:spPr>
            <a:xfrm>
              <a:off x="15760615" y="3429056"/>
              <a:ext cx="16207" cy="27127"/>
            </a:xfrm>
            <a:custGeom>
              <a:avLst/>
              <a:gdLst/>
              <a:ahLst/>
              <a:cxnLst/>
              <a:rect l="0" t="0" r="0" b="0"/>
              <a:pathLst>
                <a:path w="16207" h="27127">
                  <a:moveTo>
                    <a:pt x="16207" y="0"/>
                  </a:moveTo>
                  <a:lnTo>
                    <a:pt x="0" y="27127"/>
                  </a:lnTo>
                </a:path>
              </a:pathLst>
            </a:custGeom>
            <a:noFill/>
            <a:ln w="20003">
              <a:solidFill>
                <a:srgbClr val="EBEEF0"/>
              </a:solidFill>
            </a:ln>
          </p:spPr>
        </p:sp>
        <p:sp>
          <p:nvSpPr>
            <p:cNvPr id="5534" name="Output_receptor__5533">
              <a:extLst>
                <a:ext uri="{FF2B5EF4-FFF2-40B4-BE49-F238E27FC236}">
                  <a16:creationId xmlns:a16="http://schemas.microsoft.com/office/drawing/2014/main" id="{FB192937-4843-CE53-D9BE-912CCDB7A9CB}"/>
                </a:ext>
              </a:extLst>
            </p:cNvPr>
            <p:cNvSpPr>
              <a:spLocks noGrp="1"/>
            </p:cNvSpPr>
            <p:nvPr/>
          </p:nvSpPr>
          <p:spPr>
            <a:xfrm>
              <a:off x="15640716" y="3244818"/>
              <a:ext cx="38867" cy="59956"/>
            </a:xfrm>
            <a:custGeom>
              <a:avLst/>
              <a:gdLst/>
              <a:ahLst/>
              <a:cxnLst/>
              <a:rect l="0" t="0" r="0" b="0"/>
              <a:pathLst>
                <a:path w="38867" h="59956">
                  <a:moveTo>
                    <a:pt x="0" y="0"/>
                  </a:moveTo>
                  <a:lnTo>
                    <a:pt x="38867" y="59956"/>
                  </a:lnTo>
                </a:path>
              </a:pathLst>
            </a:custGeom>
            <a:noFill/>
            <a:ln w="20003">
              <a:solidFill>
                <a:srgbClr val="EBEEF0"/>
              </a:solidFill>
            </a:ln>
          </p:spPr>
        </p:sp>
        <p:sp>
          <p:nvSpPr>
            <p:cNvPr id="5535" name="Output_receptor__5534">
              <a:extLst>
                <a:ext uri="{FF2B5EF4-FFF2-40B4-BE49-F238E27FC236}">
                  <a16:creationId xmlns:a16="http://schemas.microsoft.com/office/drawing/2014/main" id="{282391CF-1FAF-93FB-4ECF-80CF51BD78B5}"/>
                </a:ext>
              </a:extLst>
            </p:cNvPr>
            <p:cNvSpPr>
              <a:spLocks noGrp="1"/>
            </p:cNvSpPr>
            <p:nvPr/>
          </p:nvSpPr>
          <p:spPr>
            <a:xfrm>
              <a:off x="15429731" y="3343459"/>
              <a:ext cx="24532" cy="49664"/>
            </a:xfrm>
            <a:custGeom>
              <a:avLst/>
              <a:gdLst/>
              <a:ahLst/>
              <a:cxnLst/>
              <a:rect l="0" t="0" r="0" b="0"/>
              <a:pathLst>
                <a:path w="24532" h="49664">
                  <a:moveTo>
                    <a:pt x="24532" y="49664"/>
                  </a:moveTo>
                  <a:lnTo>
                    <a:pt x="0" y="0"/>
                  </a:lnTo>
                </a:path>
              </a:pathLst>
            </a:custGeom>
            <a:noFill/>
            <a:ln w="8096">
              <a:solidFill>
                <a:srgbClr val="EBEEF0"/>
              </a:solidFill>
            </a:ln>
          </p:spPr>
        </p:sp>
        <p:sp>
          <p:nvSpPr>
            <p:cNvPr id="5536" name="Output_receptor__5535">
              <a:extLst>
                <a:ext uri="{FF2B5EF4-FFF2-40B4-BE49-F238E27FC236}">
                  <a16:creationId xmlns:a16="http://schemas.microsoft.com/office/drawing/2014/main" id="{8D9C42BB-B393-C61A-1104-EA34C2581138}"/>
                </a:ext>
              </a:extLst>
            </p:cNvPr>
            <p:cNvSpPr>
              <a:spLocks noGrp="1"/>
            </p:cNvSpPr>
            <p:nvPr/>
          </p:nvSpPr>
          <p:spPr>
            <a:xfrm>
              <a:off x="16328540" y="3441414"/>
              <a:ext cx="12352" cy="14075"/>
            </a:xfrm>
            <a:custGeom>
              <a:avLst/>
              <a:gdLst/>
              <a:ahLst/>
              <a:cxnLst/>
              <a:rect l="0" t="0" r="0" b="0"/>
              <a:pathLst>
                <a:path w="12352" h="14075">
                  <a:moveTo>
                    <a:pt x="0" y="0"/>
                  </a:moveTo>
                  <a:lnTo>
                    <a:pt x="12352" y="14075"/>
                  </a:lnTo>
                </a:path>
              </a:pathLst>
            </a:custGeom>
            <a:noFill/>
            <a:ln w="20003">
              <a:solidFill>
                <a:srgbClr val="EBEEF0"/>
              </a:solidFill>
            </a:ln>
          </p:spPr>
        </p:sp>
        <p:sp>
          <p:nvSpPr>
            <p:cNvPr id="5537" name="Output_receptor__5536">
              <a:extLst>
                <a:ext uri="{FF2B5EF4-FFF2-40B4-BE49-F238E27FC236}">
                  <a16:creationId xmlns:a16="http://schemas.microsoft.com/office/drawing/2014/main" id="{6BEC470D-315F-6335-4F8F-87BE715FF85B}"/>
                </a:ext>
              </a:extLst>
            </p:cNvPr>
            <p:cNvSpPr>
              <a:spLocks noGrp="1"/>
            </p:cNvSpPr>
            <p:nvPr/>
          </p:nvSpPr>
          <p:spPr>
            <a:xfrm>
              <a:off x="16338982" y="2666965"/>
              <a:ext cx="44639" cy="30029"/>
            </a:xfrm>
            <a:custGeom>
              <a:avLst/>
              <a:gdLst/>
              <a:ahLst/>
              <a:cxnLst/>
              <a:rect l="0" t="0" r="0" b="0"/>
              <a:pathLst>
                <a:path w="44639" h="30029">
                  <a:moveTo>
                    <a:pt x="0" y="0"/>
                  </a:moveTo>
                  <a:lnTo>
                    <a:pt x="44639" y="30029"/>
                  </a:lnTo>
                </a:path>
              </a:pathLst>
            </a:custGeom>
            <a:noFill/>
            <a:ln w="20003">
              <a:solidFill>
                <a:srgbClr val="EBEEF0"/>
              </a:solidFill>
            </a:ln>
          </p:spPr>
        </p:sp>
        <p:sp>
          <p:nvSpPr>
            <p:cNvPr id="5538" name="Output_receptor__5537">
              <a:extLst>
                <a:ext uri="{FF2B5EF4-FFF2-40B4-BE49-F238E27FC236}">
                  <a16:creationId xmlns:a16="http://schemas.microsoft.com/office/drawing/2014/main" id="{AA8FFFDC-5F0F-5451-4405-CDB075DD6D02}"/>
                </a:ext>
              </a:extLst>
            </p:cNvPr>
            <p:cNvSpPr>
              <a:spLocks noGrp="1"/>
            </p:cNvSpPr>
            <p:nvPr/>
          </p:nvSpPr>
          <p:spPr>
            <a:xfrm>
              <a:off x="16144835" y="3552554"/>
              <a:ext cx="54896" cy="46591"/>
            </a:xfrm>
            <a:custGeom>
              <a:avLst/>
              <a:gdLst/>
              <a:ahLst/>
              <a:cxnLst/>
              <a:rect l="0" t="0" r="0" b="0"/>
              <a:pathLst>
                <a:path w="54896" h="46591">
                  <a:moveTo>
                    <a:pt x="54896" y="0"/>
                  </a:moveTo>
                  <a:lnTo>
                    <a:pt x="0" y="46591"/>
                  </a:lnTo>
                </a:path>
              </a:pathLst>
            </a:custGeom>
            <a:noFill/>
            <a:ln w="20003">
              <a:solidFill>
                <a:srgbClr val="EBEEF0"/>
              </a:solidFill>
            </a:ln>
          </p:spPr>
        </p:sp>
        <p:sp>
          <p:nvSpPr>
            <p:cNvPr id="5539" name="Output_receptor__5538">
              <a:extLst>
                <a:ext uri="{FF2B5EF4-FFF2-40B4-BE49-F238E27FC236}">
                  <a16:creationId xmlns:a16="http://schemas.microsoft.com/office/drawing/2014/main" id="{AE3F62DD-8592-6D25-7115-A49DBE0EE973}"/>
                </a:ext>
              </a:extLst>
            </p:cNvPr>
            <p:cNvSpPr>
              <a:spLocks noGrp="1"/>
            </p:cNvSpPr>
            <p:nvPr/>
          </p:nvSpPr>
          <p:spPr>
            <a:xfrm>
              <a:off x="15518711" y="3037746"/>
              <a:ext cx="56303" cy="1067"/>
            </a:xfrm>
            <a:custGeom>
              <a:avLst/>
              <a:gdLst/>
              <a:ahLst/>
              <a:cxnLst/>
              <a:rect l="0" t="0" r="0" b="0"/>
              <a:pathLst>
                <a:path w="56303" h="1067">
                  <a:moveTo>
                    <a:pt x="0" y="1067"/>
                  </a:moveTo>
                  <a:lnTo>
                    <a:pt x="56303" y="0"/>
                  </a:lnTo>
                </a:path>
              </a:pathLst>
            </a:custGeom>
            <a:noFill/>
            <a:ln w="8096">
              <a:solidFill>
                <a:srgbClr val="EBEEF0"/>
              </a:solidFill>
            </a:ln>
          </p:spPr>
        </p:sp>
        <p:sp>
          <p:nvSpPr>
            <p:cNvPr id="5540" name="Output_receptor__5539">
              <a:extLst>
                <a:ext uri="{FF2B5EF4-FFF2-40B4-BE49-F238E27FC236}">
                  <a16:creationId xmlns:a16="http://schemas.microsoft.com/office/drawing/2014/main" id="{C7594540-5B29-DCD0-0506-551CB300ED6B}"/>
                </a:ext>
              </a:extLst>
            </p:cNvPr>
            <p:cNvSpPr>
              <a:spLocks noGrp="1"/>
            </p:cNvSpPr>
            <p:nvPr/>
          </p:nvSpPr>
          <p:spPr>
            <a:xfrm>
              <a:off x="16240817" y="2309276"/>
              <a:ext cx="6603" cy="68864"/>
            </a:xfrm>
            <a:custGeom>
              <a:avLst/>
              <a:gdLst/>
              <a:ahLst/>
              <a:cxnLst/>
              <a:rect l="0" t="0" r="0" b="0"/>
              <a:pathLst>
                <a:path w="6603" h="68864">
                  <a:moveTo>
                    <a:pt x="6603" y="0"/>
                  </a:moveTo>
                  <a:lnTo>
                    <a:pt x="0" y="68864"/>
                  </a:lnTo>
                </a:path>
              </a:pathLst>
            </a:custGeom>
            <a:noFill/>
            <a:ln w="8096">
              <a:solidFill>
                <a:srgbClr val="EBEEF0"/>
              </a:solidFill>
            </a:ln>
          </p:spPr>
        </p:sp>
        <p:sp>
          <p:nvSpPr>
            <p:cNvPr id="5541" name="Output_receptor__5540">
              <a:extLst>
                <a:ext uri="{FF2B5EF4-FFF2-40B4-BE49-F238E27FC236}">
                  <a16:creationId xmlns:a16="http://schemas.microsoft.com/office/drawing/2014/main" id="{229DDBCF-6BB5-DB00-6AE8-8278A01B76B7}"/>
                </a:ext>
              </a:extLst>
            </p:cNvPr>
            <p:cNvSpPr>
              <a:spLocks noGrp="1"/>
            </p:cNvSpPr>
            <p:nvPr/>
          </p:nvSpPr>
          <p:spPr>
            <a:xfrm>
              <a:off x="15743721" y="3571842"/>
              <a:ext cx="33565" cy="44449"/>
            </a:xfrm>
            <a:custGeom>
              <a:avLst/>
              <a:gdLst/>
              <a:ahLst/>
              <a:cxnLst/>
              <a:rect l="0" t="0" r="0" b="0"/>
              <a:pathLst>
                <a:path w="33565" h="44449">
                  <a:moveTo>
                    <a:pt x="33565" y="44449"/>
                  </a:moveTo>
                  <a:lnTo>
                    <a:pt x="0" y="0"/>
                  </a:lnTo>
                </a:path>
              </a:pathLst>
            </a:custGeom>
            <a:noFill/>
            <a:ln w="20003">
              <a:solidFill>
                <a:srgbClr val="EBEEF0"/>
              </a:solidFill>
            </a:ln>
          </p:spPr>
        </p:sp>
        <p:sp>
          <p:nvSpPr>
            <p:cNvPr id="5542" name="Output_receptor__5541">
              <a:extLst>
                <a:ext uri="{FF2B5EF4-FFF2-40B4-BE49-F238E27FC236}">
                  <a16:creationId xmlns:a16="http://schemas.microsoft.com/office/drawing/2014/main" id="{415DA3F9-CB14-5082-4BEB-68DB35783410}"/>
                </a:ext>
              </a:extLst>
            </p:cNvPr>
            <p:cNvSpPr>
              <a:spLocks noGrp="1"/>
            </p:cNvSpPr>
            <p:nvPr/>
          </p:nvSpPr>
          <p:spPr>
            <a:xfrm>
              <a:off x="15832571" y="2791263"/>
              <a:ext cx="52049" cy="44111"/>
            </a:xfrm>
            <a:custGeom>
              <a:avLst/>
              <a:gdLst/>
              <a:ahLst/>
              <a:cxnLst/>
              <a:rect l="0" t="0" r="0" b="0"/>
              <a:pathLst>
                <a:path w="52049" h="44111">
                  <a:moveTo>
                    <a:pt x="52049" y="44111"/>
                  </a:moveTo>
                  <a:lnTo>
                    <a:pt x="0" y="0"/>
                  </a:lnTo>
                </a:path>
              </a:pathLst>
            </a:custGeom>
            <a:noFill/>
            <a:ln w="20003">
              <a:solidFill>
                <a:srgbClr val="EBEEF0"/>
              </a:solidFill>
            </a:ln>
          </p:spPr>
        </p:sp>
        <p:sp>
          <p:nvSpPr>
            <p:cNvPr id="5543" name="Output_receptor__5542">
              <a:extLst>
                <a:ext uri="{FF2B5EF4-FFF2-40B4-BE49-F238E27FC236}">
                  <a16:creationId xmlns:a16="http://schemas.microsoft.com/office/drawing/2014/main" id="{4E4FF8B1-512B-4460-1D77-E454D5198E2E}"/>
                </a:ext>
              </a:extLst>
            </p:cNvPr>
            <p:cNvSpPr>
              <a:spLocks noGrp="1"/>
            </p:cNvSpPr>
            <p:nvPr/>
          </p:nvSpPr>
          <p:spPr>
            <a:xfrm>
              <a:off x="16030068" y="2345512"/>
              <a:ext cx="31997" cy="3102"/>
            </a:xfrm>
            <a:custGeom>
              <a:avLst/>
              <a:gdLst/>
              <a:ahLst/>
              <a:cxnLst/>
              <a:rect l="0" t="0" r="0" b="0"/>
              <a:pathLst>
                <a:path w="31997" h="3102">
                  <a:moveTo>
                    <a:pt x="0" y="0"/>
                  </a:moveTo>
                  <a:lnTo>
                    <a:pt x="31997" y="3102"/>
                  </a:lnTo>
                </a:path>
              </a:pathLst>
            </a:custGeom>
            <a:noFill/>
            <a:ln w="20003">
              <a:solidFill>
                <a:srgbClr val="EBEEF0"/>
              </a:solidFill>
            </a:ln>
          </p:spPr>
        </p:sp>
        <p:sp>
          <p:nvSpPr>
            <p:cNvPr id="5544" name="Output_receptor__5543">
              <a:extLst>
                <a:ext uri="{FF2B5EF4-FFF2-40B4-BE49-F238E27FC236}">
                  <a16:creationId xmlns:a16="http://schemas.microsoft.com/office/drawing/2014/main" id="{C57541B2-6791-ABB0-F3C1-245B097C1C88}"/>
                </a:ext>
              </a:extLst>
            </p:cNvPr>
            <p:cNvSpPr>
              <a:spLocks noGrp="1"/>
            </p:cNvSpPr>
            <p:nvPr/>
          </p:nvSpPr>
          <p:spPr>
            <a:xfrm>
              <a:off x="15404133" y="2648076"/>
              <a:ext cx="36866" cy="29831"/>
            </a:xfrm>
            <a:custGeom>
              <a:avLst/>
              <a:gdLst/>
              <a:ahLst/>
              <a:cxnLst/>
              <a:rect l="0" t="0" r="0" b="0"/>
              <a:pathLst>
                <a:path w="36866" h="29831">
                  <a:moveTo>
                    <a:pt x="36866" y="29831"/>
                  </a:moveTo>
                  <a:lnTo>
                    <a:pt x="0" y="0"/>
                  </a:lnTo>
                </a:path>
              </a:pathLst>
            </a:custGeom>
            <a:noFill/>
            <a:ln w="20003">
              <a:solidFill>
                <a:srgbClr val="EBEEF0"/>
              </a:solidFill>
            </a:ln>
          </p:spPr>
        </p:sp>
        <p:sp>
          <p:nvSpPr>
            <p:cNvPr id="5545" name="Output_receptor__5544">
              <a:extLst>
                <a:ext uri="{FF2B5EF4-FFF2-40B4-BE49-F238E27FC236}">
                  <a16:creationId xmlns:a16="http://schemas.microsoft.com/office/drawing/2014/main" id="{1E2385D6-97ED-AE8F-A4A0-7387BF30E0F1}"/>
                </a:ext>
              </a:extLst>
            </p:cNvPr>
            <p:cNvSpPr>
              <a:spLocks noGrp="1"/>
            </p:cNvSpPr>
            <p:nvPr/>
          </p:nvSpPr>
          <p:spPr>
            <a:xfrm>
              <a:off x="15244299" y="2856661"/>
              <a:ext cx="63874" cy="25314"/>
            </a:xfrm>
            <a:custGeom>
              <a:avLst/>
              <a:gdLst/>
              <a:ahLst/>
              <a:cxnLst/>
              <a:rect l="0" t="0" r="0" b="0"/>
              <a:pathLst>
                <a:path w="63874" h="25314">
                  <a:moveTo>
                    <a:pt x="63874" y="0"/>
                  </a:moveTo>
                  <a:lnTo>
                    <a:pt x="0" y="25314"/>
                  </a:lnTo>
                </a:path>
              </a:pathLst>
            </a:custGeom>
            <a:noFill/>
            <a:ln w="8096">
              <a:solidFill>
                <a:srgbClr val="EBEEF0"/>
              </a:solidFill>
            </a:ln>
          </p:spPr>
        </p:sp>
        <p:sp>
          <p:nvSpPr>
            <p:cNvPr id="5546" name="Output_receptor__5545">
              <a:extLst>
                <a:ext uri="{FF2B5EF4-FFF2-40B4-BE49-F238E27FC236}">
                  <a16:creationId xmlns:a16="http://schemas.microsoft.com/office/drawing/2014/main" id="{36539DA4-6F9A-165E-2DC1-C84DCF164053}"/>
                </a:ext>
              </a:extLst>
            </p:cNvPr>
            <p:cNvSpPr>
              <a:spLocks noGrp="1"/>
            </p:cNvSpPr>
            <p:nvPr/>
          </p:nvSpPr>
          <p:spPr>
            <a:xfrm>
              <a:off x="15399632" y="3564516"/>
              <a:ext cx="36354" cy="45042"/>
            </a:xfrm>
            <a:custGeom>
              <a:avLst/>
              <a:gdLst/>
              <a:ahLst/>
              <a:cxnLst/>
              <a:rect l="0" t="0" r="0" b="0"/>
              <a:pathLst>
                <a:path w="36354" h="45042">
                  <a:moveTo>
                    <a:pt x="36354" y="0"/>
                  </a:moveTo>
                  <a:lnTo>
                    <a:pt x="0" y="45042"/>
                  </a:lnTo>
                </a:path>
              </a:pathLst>
            </a:custGeom>
            <a:noFill/>
            <a:ln w="20003">
              <a:solidFill>
                <a:srgbClr val="EBEEF0"/>
              </a:solidFill>
            </a:ln>
          </p:spPr>
        </p:sp>
        <p:sp>
          <p:nvSpPr>
            <p:cNvPr id="5547" name="Output_receptor__5546">
              <a:extLst>
                <a:ext uri="{FF2B5EF4-FFF2-40B4-BE49-F238E27FC236}">
                  <a16:creationId xmlns:a16="http://schemas.microsoft.com/office/drawing/2014/main" id="{B5BBF443-286B-9287-95A0-6657AE4531E5}"/>
                </a:ext>
              </a:extLst>
            </p:cNvPr>
            <p:cNvSpPr>
              <a:spLocks noGrp="1"/>
            </p:cNvSpPr>
            <p:nvPr/>
          </p:nvSpPr>
          <p:spPr>
            <a:xfrm>
              <a:off x="15603265" y="2659256"/>
              <a:ext cx="56806" cy="39209"/>
            </a:xfrm>
            <a:custGeom>
              <a:avLst/>
              <a:gdLst/>
              <a:ahLst/>
              <a:cxnLst/>
              <a:rect l="0" t="0" r="0" b="0"/>
              <a:pathLst>
                <a:path w="56806" h="39209">
                  <a:moveTo>
                    <a:pt x="0" y="39209"/>
                  </a:moveTo>
                  <a:lnTo>
                    <a:pt x="56806" y="0"/>
                  </a:lnTo>
                </a:path>
              </a:pathLst>
            </a:custGeom>
            <a:noFill/>
            <a:ln w="8096">
              <a:solidFill>
                <a:srgbClr val="EBEEF0"/>
              </a:solidFill>
            </a:ln>
          </p:spPr>
        </p:sp>
        <p:sp>
          <p:nvSpPr>
            <p:cNvPr id="5548" name="Output_receptor__5547">
              <a:extLst>
                <a:ext uri="{FF2B5EF4-FFF2-40B4-BE49-F238E27FC236}">
                  <a16:creationId xmlns:a16="http://schemas.microsoft.com/office/drawing/2014/main" id="{AD3B45CA-6F30-24ED-9FE0-2EB9E4E385DC}"/>
                </a:ext>
              </a:extLst>
            </p:cNvPr>
            <p:cNvSpPr>
              <a:spLocks noGrp="1"/>
            </p:cNvSpPr>
            <p:nvPr/>
          </p:nvSpPr>
          <p:spPr>
            <a:xfrm>
              <a:off x="15116122" y="3060502"/>
              <a:ext cx="57595" cy="43780"/>
            </a:xfrm>
            <a:custGeom>
              <a:avLst/>
              <a:gdLst/>
              <a:ahLst/>
              <a:cxnLst/>
              <a:rect l="0" t="0" r="0" b="0"/>
              <a:pathLst>
                <a:path w="57595" h="43780">
                  <a:moveTo>
                    <a:pt x="57595" y="43780"/>
                  </a:moveTo>
                  <a:lnTo>
                    <a:pt x="0" y="0"/>
                  </a:lnTo>
                </a:path>
              </a:pathLst>
            </a:custGeom>
            <a:noFill/>
            <a:ln w="20003">
              <a:solidFill>
                <a:srgbClr val="EBEEF0"/>
              </a:solidFill>
            </a:ln>
          </p:spPr>
        </p:sp>
        <p:sp>
          <p:nvSpPr>
            <p:cNvPr id="5549" name="Output_receptor__5548">
              <a:extLst>
                <a:ext uri="{FF2B5EF4-FFF2-40B4-BE49-F238E27FC236}">
                  <a16:creationId xmlns:a16="http://schemas.microsoft.com/office/drawing/2014/main" id="{6928D298-ECAA-784A-93D6-54A3364B7CFB}"/>
                </a:ext>
              </a:extLst>
            </p:cNvPr>
            <p:cNvSpPr>
              <a:spLocks noGrp="1"/>
            </p:cNvSpPr>
            <p:nvPr/>
          </p:nvSpPr>
          <p:spPr>
            <a:xfrm>
              <a:off x="16074346" y="2277473"/>
              <a:ext cx="24366" cy="5728"/>
            </a:xfrm>
            <a:custGeom>
              <a:avLst/>
              <a:gdLst/>
              <a:ahLst/>
              <a:cxnLst/>
              <a:rect l="0" t="0" r="0" b="0"/>
              <a:pathLst>
                <a:path w="24366" h="5728">
                  <a:moveTo>
                    <a:pt x="0" y="0"/>
                  </a:moveTo>
                  <a:lnTo>
                    <a:pt x="24366" y="5728"/>
                  </a:lnTo>
                </a:path>
              </a:pathLst>
            </a:custGeom>
            <a:noFill/>
            <a:ln w="20003">
              <a:solidFill>
                <a:srgbClr val="EBEEF0"/>
              </a:solidFill>
            </a:ln>
          </p:spPr>
        </p:sp>
        <p:sp>
          <p:nvSpPr>
            <p:cNvPr id="5550" name="Output_receptor__5549">
              <a:extLst>
                <a:ext uri="{FF2B5EF4-FFF2-40B4-BE49-F238E27FC236}">
                  <a16:creationId xmlns:a16="http://schemas.microsoft.com/office/drawing/2014/main" id="{D95E7C8F-4497-315F-387F-08F7EDC4B57E}"/>
                </a:ext>
              </a:extLst>
            </p:cNvPr>
            <p:cNvSpPr>
              <a:spLocks noGrp="1"/>
            </p:cNvSpPr>
            <p:nvPr/>
          </p:nvSpPr>
          <p:spPr>
            <a:xfrm>
              <a:off x="15175730" y="3004127"/>
              <a:ext cx="44254" cy="11089"/>
            </a:xfrm>
            <a:custGeom>
              <a:avLst/>
              <a:gdLst/>
              <a:ahLst/>
              <a:cxnLst/>
              <a:rect l="0" t="0" r="0" b="0"/>
              <a:pathLst>
                <a:path w="44254" h="11089">
                  <a:moveTo>
                    <a:pt x="44254" y="11089"/>
                  </a:moveTo>
                  <a:lnTo>
                    <a:pt x="0" y="0"/>
                  </a:lnTo>
                </a:path>
              </a:pathLst>
            </a:custGeom>
            <a:noFill/>
            <a:ln w="20003">
              <a:solidFill>
                <a:srgbClr val="EBEEF0"/>
              </a:solidFill>
            </a:ln>
          </p:spPr>
        </p:sp>
        <p:sp>
          <p:nvSpPr>
            <p:cNvPr id="5551" name="Output_receptor__5550">
              <a:extLst>
                <a:ext uri="{FF2B5EF4-FFF2-40B4-BE49-F238E27FC236}">
                  <a16:creationId xmlns:a16="http://schemas.microsoft.com/office/drawing/2014/main" id="{93CF8CB7-A9E5-3D21-773B-57DC6D96E7F5}"/>
                </a:ext>
              </a:extLst>
            </p:cNvPr>
            <p:cNvSpPr>
              <a:spLocks noGrp="1"/>
            </p:cNvSpPr>
            <p:nvPr/>
          </p:nvSpPr>
          <p:spPr>
            <a:xfrm>
              <a:off x="15435985" y="3512129"/>
              <a:ext cx="3219" cy="52387"/>
            </a:xfrm>
            <a:custGeom>
              <a:avLst/>
              <a:gdLst/>
              <a:ahLst/>
              <a:cxnLst/>
              <a:rect l="0" t="0" r="0" b="0"/>
              <a:pathLst>
                <a:path w="3219" h="52387">
                  <a:moveTo>
                    <a:pt x="3219" y="0"/>
                  </a:moveTo>
                  <a:lnTo>
                    <a:pt x="0" y="52387"/>
                  </a:lnTo>
                </a:path>
              </a:pathLst>
            </a:custGeom>
            <a:noFill/>
            <a:ln w="8096">
              <a:solidFill>
                <a:srgbClr val="EBEEF0"/>
              </a:solidFill>
            </a:ln>
          </p:spPr>
        </p:sp>
        <p:sp>
          <p:nvSpPr>
            <p:cNvPr id="5552" name="Output_receptor__5551">
              <a:extLst>
                <a:ext uri="{FF2B5EF4-FFF2-40B4-BE49-F238E27FC236}">
                  <a16:creationId xmlns:a16="http://schemas.microsoft.com/office/drawing/2014/main" id="{1CC13165-5DA8-A59F-014D-A5D88949DF32}"/>
                </a:ext>
              </a:extLst>
            </p:cNvPr>
            <p:cNvSpPr>
              <a:spLocks noGrp="1"/>
            </p:cNvSpPr>
            <p:nvPr/>
          </p:nvSpPr>
          <p:spPr>
            <a:xfrm>
              <a:off x="16034903" y="2574063"/>
              <a:ext cx="63803" cy="17883"/>
            </a:xfrm>
            <a:custGeom>
              <a:avLst/>
              <a:gdLst/>
              <a:ahLst/>
              <a:cxnLst/>
              <a:rect l="0" t="0" r="0" b="0"/>
              <a:pathLst>
                <a:path w="63803" h="17883">
                  <a:moveTo>
                    <a:pt x="63803" y="17883"/>
                  </a:moveTo>
                  <a:lnTo>
                    <a:pt x="0" y="0"/>
                  </a:lnTo>
                </a:path>
              </a:pathLst>
            </a:custGeom>
            <a:noFill/>
            <a:ln w="8096">
              <a:solidFill>
                <a:srgbClr val="EBEEF0"/>
              </a:solidFill>
            </a:ln>
          </p:spPr>
        </p:sp>
        <p:sp>
          <p:nvSpPr>
            <p:cNvPr id="5553" name="Output_receptor__5552">
              <a:extLst>
                <a:ext uri="{FF2B5EF4-FFF2-40B4-BE49-F238E27FC236}">
                  <a16:creationId xmlns:a16="http://schemas.microsoft.com/office/drawing/2014/main" id="{ADA3947B-6437-5662-2F90-A73975FCD224}"/>
                </a:ext>
              </a:extLst>
            </p:cNvPr>
            <p:cNvSpPr>
              <a:spLocks noGrp="1"/>
            </p:cNvSpPr>
            <p:nvPr/>
          </p:nvSpPr>
          <p:spPr>
            <a:xfrm>
              <a:off x="16394229" y="3244689"/>
              <a:ext cx="19643" cy="61969"/>
            </a:xfrm>
            <a:custGeom>
              <a:avLst/>
              <a:gdLst/>
              <a:ahLst/>
              <a:cxnLst/>
              <a:rect l="0" t="0" r="0" b="0"/>
              <a:pathLst>
                <a:path w="19643" h="61969">
                  <a:moveTo>
                    <a:pt x="0" y="61969"/>
                  </a:moveTo>
                  <a:lnTo>
                    <a:pt x="19643" y="0"/>
                  </a:lnTo>
                </a:path>
              </a:pathLst>
            </a:custGeom>
            <a:noFill/>
            <a:ln w="20003">
              <a:solidFill>
                <a:srgbClr val="EBEEF0"/>
              </a:solidFill>
            </a:ln>
          </p:spPr>
        </p:sp>
        <p:sp>
          <p:nvSpPr>
            <p:cNvPr id="5554" name="Output_receptor__5553">
              <a:extLst>
                <a:ext uri="{FF2B5EF4-FFF2-40B4-BE49-F238E27FC236}">
                  <a16:creationId xmlns:a16="http://schemas.microsoft.com/office/drawing/2014/main" id="{DF01D468-9B23-91BD-C9CA-90947BC32FDD}"/>
                </a:ext>
              </a:extLst>
            </p:cNvPr>
            <p:cNvSpPr>
              <a:spLocks noGrp="1"/>
            </p:cNvSpPr>
            <p:nvPr/>
          </p:nvSpPr>
          <p:spPr>
            <a:xfrm>
              <a:off x="15953589" y="3286234"/>
              <a:ext cx="29930" cy="35460"/>
            </a:xfrm>
            <a:custGeom>
              <a:avLst/>
              <a:gdLst/>
              <a:ahLst/>
              <a:cxnLst/>
              <a:rect l="0" t="0" r="0" b="0"/>
              <a:pathLst>
                <a:path w="29930" h="35460">
                  <a:moveTo>
                    <a:pt x="0" y="0"/>
                  </a:moveTo>
                  <a:lnTo>
                    <a:pt x="29930" y="35460"/>
                  </a:lnTo>
                </a:path>
              </a:pathLst>
            </a:custGeom>
            <a:noFill/>
            <a:ln w="20003">
              <a:solidFill>
                <a:srgbClr val="EBEEF0"/>
              </a:solidFill>
            </a:ln>
          </p:spPr>
        </p:sp>
        <p:sp>
          <p:nvSpPr>
            <p:cNvPr id="5555" name="Output_receptor__5554">
              <a:extLst>
                <a:ext uri="{FF2B5EF4-FFF2-40B4-BE49-F238E27FC236}">
                  <a16:creationId xmlns:a16="http://schemas.microsoft.com/office/drawing/2014/main" id="{CC9405FC-E9BE-606E-C3CE-253BEB695219}"/>
                </a:ext>
              </a:extLst>
            </p:cNvPr>
            <p:cNvSpPr>
              <a:spLocks noGrp="1"/>
            </p:cNvSpPr>
            <p:nvPr/>
          </p:nvSpPr>
          <p:spPr>
            <a:xfrm>
              <a:off x="16225507" y="2785311"/>
              <a:ext cx="921" cy="15953"/>
            </a:xfrm>
            <a:custGeom>
              <a:avLst/>
              <a:gdLst/>
              <a:ahLst/>
              <a:cxnLst/>
              <a:rect l="0" t="0" r="0" b="0"/>
              <a:pathLst>
                <a:path w="921" h="15953">
                  <a:moveTo>
                    <a:pt x="0" y="0"/>
                  </a:moveTo>
                  <a:lnTo>
                    <a:pt x="921" y="15953"/>
                  </a:lnTo>
                </a:path>
              </a:pathLst>
            </a:custGeom>
            <a:noFill/>
            <a:ln w="20003">
              <a:solidFill>
                <a:srgbClr val="EBEEF0"/>
              </a:solidFill>
            </a:ln>
          </p:spPr>
        </p:sp>
        <p:sp>
          <p:nvSpPr>
            <p:cNvPr id="5556" name="Output_receptor__5555">
              <a:extLst>
                <a:ext uri="{FF2B5EF4-FFF2-40B4-BE49-F238E27FC236}">
                  <a16:creationId xmlns:a16="http://schemas.microsoft.com/office/drawing/2014/main" id="{5E140F1A-DD32-138D-C83F-9985E8852132}"/>
                </a:ext>
              </a:extLst>
            </p:cNvPr>
            <p:cNvSpPr>
              <a:spLocks noGrp="1"/>
            </p:cNvSpPr>
            <p:nvPr/>
          </p:nvSpPr>
          <p:spPr>
            <a:xfrm>
              <a:off x="15335949" y="3609559"/>
              <a:ext cx="63683" cy="21790"/>
            </a:xfrm>
            <a:custGeom>
              <a:avLst/>
              <a:gdLst/>
              <a:ahLst/>
              <a:cxnLst/>
              <a:rect l="0" t="0" r="0" b="0"/>
              <a:pathLst>
                <a:path w="63683" h="21790">
                  <a:moveTo>
                    <a:pt x="63683" y="0"/>
                  </a:moveTo>
                  <a:lnTo>
                    <a:pt x="0" y="21790"/>
                  </a:lnTo>
                </a:path>
              </a:pathLst>
            </a:custGeom>
            <a:noFill/>
            <a:ln w="20003">
              <a:solidFill>
                <a:srgbClr val="EBEEF0"/>
              </a:solidFill>
            </a:ln>
          </p:spPr>
        </p:sp>
        <p:sp>
          <p:nvSpPr>
            <p:cNvPr id="5557" name="Output_receptor__5556">
              <a:extLst>
                <a:ext uri="{FF2B5EF4-FFF2-40B4-BE49-F238E27FC236}">
                  <a16:creationId xmlns:a16="http://schemas.microsoft.com/office/drawing/2014/main" id="{B28CC2C2-3609-837F-3B62-986C592C4929}"/>
                </a:ext>
              </a:extLst>
            </p:cNvPr>
            <p:cNvSpPr>
              <a:spLocks noGrp="1"/>
            </p:cNvSpPr>
            <p:nvPr/>
          </p:nvSpPr>
          <p:spPr>
            <a:xfrm>
              <a:off x="15600635" y="2558233"/>
              <a:ext cx="68161" cy="12959"/>
            </a:xfrm>
            <a:custGeom>
              <a:avLst/>
              <a:gdLst/>
              <a:ahLst/>
              <a:cxnLst/>
              <a:rect l="0" t="0" r="0" b="0"/>
              <a:pathLst>
                <a:path w="68161" h="12959">
                  <a:moveTo>
                    <a:pt x="0" y="0"/>
                  </a:moveTo>
                  <a:lnTo>
                    <a:pt x="68161" y="12959"/>
                  </a:lnTo>
                </a:path>
              </a:pathLst>
            </a:custGeom>
            <a:noFill/>
            <a:ln w="8096">
              <a:solidFill>
                <a:srgbClr val="EBEEF0"/>
              </a:solidFill>
            </a:ln>
          </p:spPr>
        </p:sp>
        <p:sp>
          <p:nvSpPr>
            <p:cNvPr id="5558" name="Output_receptor__5557">
              <a:extLst>
                <a:ext uri="{FF2B5EF4-FFF2-40B4-BE49-F238E27FC236}">
                  <a16:creationId xmlns:a16="http://schemas.microsoft.com/office/drawing/2014/main" id="{2981C3C0-68BC-B697-CBFB-A8CC14064EB7}"/>
                </a:ext>
              </a:extLst>
            </p:cNvPr>
            <p:cNvSpPr>
              <a:spLocks noGrp="1"/>
            </p:cNvSpPr>
            <p:nvPr/>
          </p:nvSpPr>
          <p:spPr>
            <a:xfrm>
              <a:off x="15762627" y="3616291"/>
              <a:ext cx="14659" cy="67468"/>
            </a:xfrm>
            <a:custGeom>
              <a:avLst/>
              <a:gdLst/>
              <a:ahLst/>
              <a:cxnLst/>
              <a:rect l="0" t="0" r="0" b="0"/>
              <a:pathLst>
                <a:path w="14659" h="67468">
                  <a:moveTo>
                    <a:pt x="0" y="67468"/>
                  </a:moveTo>
                  <a:lnTo>
                    <a:pt x="14659" y="0"/>
                  </a:lnTo>
                </a:path>
              </a:pathLst>
            </a:custGeom>
            <a:noFill/>
            <a:ln w="20003">
              <a:solidFill>
                <a:srgbClr val="EBEEF0"/>
              </a:solidFill>
            </a:ln>
          </p:spPr>
        </p:sp>
        <p:sp>
          <p:nvSpPr>
            <p:cNvPr id="5559" name="Output_receptor__5558">
              <a:extLst>
                <a:ext uri="{FF2B5EF4-FFF2-40B4-BE49-F238E27FC236}">
                  <a16:creationId xmlns:a16="http://schemas.microsoft.com/office/drawing/2014/main" id="{CAB90886-FEF2-2CC6-3D6A-2C46D42CE7CD}"/>
                </a:ext>
              </a:extLst>
            </p:cNvPr>
            <p:cNvSpPr>
              <a:spLocks noGrp="1"/>
            </p:cNvSpPr>
            <p:nvPr/>
          </p:nvSpPr>
          <p:spPr>
            <a:xfrm>
              <a:off x="15552479" y="3547158"/>
              <a:ext cx="71104" cy="10276"/>
            </a:xfrm>
            <a:custGeom>
              <a:avLst/>
              <a:gdLst/>
              <a:ahLst/>
              <a:cxnLst/>
              <a:rect l="0" t="0" r="0" b="0"/>
              <a:pathLst>
                <a:path w="71104" h="10276">
                  <a:moveTo>
                    <a:pt x="71104" y="10276"/>
                  </a:moveTo>
                  <a:lnTo>
                    <a:pt x="0" y="0"/>
                  </a:lnTo>
                </a:path>
              </a:pathLst>
            </a:custGeom>
            <a:noFill/>
            <a:ln w="8096">
              <a:solidFill>
                <a:srgbClr val="EBEEF0"/>
              </a:solidFill>
            </a:ln>
          </p:spPr>
        </p:sp>
        <p:sp>
          <p:nvSpPr>
            <p:cNvPr id="5560" name="Output_receptor__5559">
              <a:extLst>
                <a:ext uri="{FF2B5EF4-FFF2-40B4-BE49-F238E27FC236}">
                  <a16:creationId xmlns:a16="http://schemas.microsoft.com/office/drawing/2014/main" id="{08E2CA0D-0CD9-3F92-8A0F-C6FD606E37E3}"/>
                </a:ext>
              </a:extLst>
            </p:cNvPr>
            <p:cNvSpPr>
              <a:spLocks noGrp="1"/>
            </p:cNvSpPr>
            <p:nvPr/>
          </p:nvSpPr>
          <p:spPr>
            <a:xfrm>
              <a:off x="16259524" y="3544665"/>
              <a:ext cx="55072" cy="31785"/>
            </a:xfrm>
            <a:custGeom>
              <a:avLst/>
              <a:gdLst/>
              <a:ahLst/>
              <a:cxnLst/>
              <a:rect l="0" t="0" r="0" b="0"/>
              <a:pathLst>
                <a:path w="55072" h="31785">
                  <a:moveTo>
                    <a:pt x="55072" y="0"/>
                  </a:moveTo>
                  <a:lnTo>
                    <a:pt x="0" y="31785"/>
                  </a:lnTo>
                </a:path>
              </a:pathLst>
            </a:custGeom>
            <a:noFill/>
            <a:ln w="20003">
              <a:solidFill>
                <a:srgbClr val="EBEEF0"/>
              </a:solidFill>
            </a:ln>
          </p:spPr>
        </p:sp>
        <p:sp>
          <p:nvSpPr>
            <p:cNvPr id="5561" name="Output_receptor__5560">
              <a:extLst>
                <a:ext uri="{FF2B5EF4-FFF2-40B4-BE49-F238E27FC236}">
                  <a16:creationId xmlns:a16="http://schemas.microsoft.com/office/drawing/2014/main" id="{974570C7-D61F-6D4C-521C-3F1039276577}"/>
                </a:ext>
              </a:extLst>
            </p:cNvPr>
            <p:cNvSpPr>
              <a:spLocks noGrp="1"/>
            </p:cNvSpPr>
            <p:nvPr/>
          </p:nvSpPr>
          <p:spPr>
            <a:xfrm>
              <a:off x="15704544" y="2896577"/>
              <a:ext cx="2945" cy="11367"/>
            </a:xfrm>
            <a:custGeom>
              <a:avLst/>
              <a:gdLst/>
              <a:ahLst/>
              <a:cxnLst/>
              <a:rect l="0" t="0" r="0" b="0"/>
              <a:pathLst>
                <a:path w="2945" h="11367">
                  <a:moveTo>
                    <a:pt x="2945" y="0"/>
                  </a:moveTo>
                  <a:lnTo>
                    <a:pt x="0" y="11367"/>
                  </a:lnTo>
                </a:path>
              </a:pathLst>
            </a:custGeom>
            <a:noFill/>
            <a:ln w="20003">
              <a:solidFill>
                <a:srgbClr val="EBEEF0"/>
              </a:solidFill>
            </a:ln>
          </p:spPr>
        </p:sp>
        <p:sp>
          <p:nvSpPr>
            <p:cNvPr id="5562" name="Output_receptor__5561">
              <a:extLst>
                <a:ext uri="{FF2B5EF4-FFF2-40B4-BE49-F238E27FC236}">
                  <a16:creationId xmlns:a16="http://schemas.microsoft.com/office/drawing/2014/main" id="{31DD30B5-F058-66BB-5969-2A7D628C9574}"/>
                </a:ext>
              </a:extLst>
            </p:cNvPr>
            <p:cNvSpPr>
              <a:spLocks noGrp="1"/>
            </p:cNvSpPr>
            <p:nvPr/>
          </p:nvSpPr>
          <p:spPr>
            <a:xfrm>
              <a:off x="16199731" y="3552554"/>
              <a:ext cx="59793" cy="23896"/>
            </a:xfrm>
            <a:custGeom>
              <a:avLst/>
              <a:gdLst/>
              <a:ahLst/>
              <a:cxnLst/>
              <a:rect l="0" t="0" r="0" b="0"/>
              <a:pathLst>
                <a:path w="59793" h="23896">
                  <a:moveTo>
                    <a:pt x="59793" y="23896"/>
                  </a:moveTo>
                  <a:lnTo>
                    <a:pt x="0" y="0"/>
                  </a:lnTo>
                </a:path>
              </a:pathLst>
            </a:custGeom>
            <a:noFill/>
            <a:ln w="8096">
              <a:solidFill>
                <a:srgbClr val="EBEEF0"/>
              </a:solidFill>
            </a:ln>
          </p:spPr>
        </p:sp>
        <p:sp>
          <p:nvSpPr>
            <p:cNvPr id="5563" name="Output_receptor__5562">
              <a:extLst>
                <a:ext uri="{FF2B5EF4-FFF2-40B4-BE49-F238E27FC236}">
                  <a16:creationId xmlns:a16="http://schemas.microsoft.com/office/drawing/2014/main" id="{A6162BEC-F6AA-6AA5-082C-11E1C019DC8A}"/>
                </a:ext>
              </a:extLst>
            </p:cNvPr>
            <p:cNvSpPr>
              <a:spLocks noGrp="1"/>
            </p:cNvSpPr>
            <p:nvPr/>
          </p:nvSpPr>
          <p:spPr>
            <a:xfrm>
              <a:off x="15999406" y="3395164"/>
              <a:ext cx="61233" cy="9403"/>
            </a:xfrm>
            <a:custGeom>
              <a:avLst/>
              <a:gdLst/>
              <a:ahLst/>
              <a:cxnLst/>
              <a:rect l="0" t="0" r="0" b="0"/>
              <a:pathLst>
                <a:path w="61233" h="9403">
                  <a:moveTo>
                    <a:pt x="0" y="0"/>
                  </a:moveTo>
                  <a:lnTo>
                    <a:pt x="61233" y="9403"/>
                  </a:lnTo>
                </a:path>
              </a:pathLst>
            </a:custGeom>
            <a:noFill/>
            <a:ln w="20003">
              <a:solidFill>
                <a:srgbClr val="EBEEF0"/>
              </a:solidFill>
            </a:ln>
          </p:spPr>
        </p:sp>
        <p:sp>
          <p:nvSpPr>
            <p:cNvPr id="5564" name="Output_receptor__5563">
              <a:extLst>
                <a:ext uri="{FF2B5EF4-FFF2-40B4-BE49-F238E27FC236}">
                  <a16:creationId xmlns:a16="http://schemas.microsoft.com/office/drawing/2014/main" id="{2732A77E-07AE-CFD0-D0A3-82616216017D}"/>
                </a:ext>
              </a:extLst>
            </p:cNvPr>
            <p:cNvSpPr>
              <a:spLocks noGrp="1"/>
            </p:cNvSpPr>
            <p:nvPr/>
          </p:nvSpPr>
          <p:spPr>
            <a:xfrm>
              <a:off x="16350522" y="3213500"/>
              <a:ext cx="63351" cy="31189"/>
            </a:xfrm>
            <a:custGeom>
              <a:avLst/>
              <a:gdLst/>
              <a:ahLst/>
              <a:cxnLst/>
              <a:rect l="0" t="0" r="0" b="0"/>
              <a:pathLst>
                <a:path w="63351" h="31189">
                  <a:moveTo>
                    <a:pt x="63351" y="31189"/>
                  </a:moveTo>
                  <a:lnTo>
                    <a:pt x="0" y="0"/>
                  </a:lnTo>
                </a:path>
              </a:pathLst>
            </a:custGeom>
            <a:noFill/>
            <a:ln w="20003">
              <a:solidFill>
                <a:srgbClr val="EBEEF0"/>
              </a:solidFill>
            </a:ln>
          </p:spPr>
        </p:sp>
        <p:sp>
          <p:nvSpPr>
            <p:cNvPr id="5565" name="Output_receptor__5564">
              <a:extLst>
                <a:ext uri="{FF2B5EF4-FFF2-40B4-BE49-F238E27FC236}">
                  <a16:creationId xmlns:a16="http://schemas.microsoft.com/office/drawing/2014/main" id="{C4FA5811-D8CC-AA8B-1060-DAFBFDA8CBE7}"/>
                </a:ext>
              </a:extLst>
            </p:cNvPr>
            <p:cNvSpPr>
              <a:spLocks noGrp="1"/>
            </p:cNvSpPr>
            <p:nvPr/>
          </p:nvSpPr>
          <p:spPr>
            <a:xfrm>
              <a:off x="14950382" y="3135817"/>
              <a:ext cx="14648" cy="43350"/>
            </a:xfrm>
            <a:custGeom>
              <a:avLst/>
              <a:gdLst/>
              <a:ahLst/>
              <a:cxnLst/>
              <a:rect l="0" t="0" r="0" b="0"/>
              <a:pathLst>
                <a:path w="14648" h="43350">
                  <a:moveTo>
                    <a:pt x="0" y="43350"/>
                  </a:moveTo>
                  <a:lnTo>
                    <a:pt x="14648" y="0"/>
                  </a:lnTo>
                </a:path>
              </a:pathLst>
            </a:custGeom>
            <a:noFill/>
            <a:ln w="8096">
              <a:solidFill>
                <a:srgbClr val="EBEEF0"/>
              </a:solidFill>
            </a:ln>
          </p:spPr>
        </p:sp>
        <p:sp>
          <p:nvSpPr>
            <p:cNvPr id="5566" name="Output_receptor__5565">
              <a:extLst>
                <a:ext uri="{FF2B5EF4-FFF2-40B4-BE49-F238E27FC236}">
                  <a16:creationId xmlns:a16="http://schemas.microsoft.com/office/drawing/2014/main" id="{15E1BFD2-4A75-8EAB-4491-84A53F9FD6BB}"/>
                </a:ext>
              </a:extLst>
            </p:cNvPr>
            <p:cNvSpPr>
              <a:spLocks noGrp="1"/>
            </p:cNvSpPr>
            <p:nvPr/>
          </p:nvSpPr>
          <p:spPr>
            <a:xfrm>
              <a:off x="15728809" y="2828750"/>
              <a:ext cx="45148" cy="23018"/>
            </a:xfrm>
            <a:custGeom>
              <a:avLst/>
              <a:gdLst/>
              <a:ahLst/>
              <a:cxnLst/>
              <a:rect l="0" t="0" r="0" b="0"/>
              <a:pathLst>
                <a:path w="45148" h="23018">
                  <a:moveTo>
                    <a:pt x="45148" y="23018"/>
                  </a:moveTo>
                  <a:lnTo>
                    <a:pt x="0" y="0"/>
                  </a:lnTo>
                </a:path>
              </a:pathLst>
            </a:custGeom>
            <a:noFill/>
            <a:ln w="20003">
              <a:solidFill>
                <a:srgbClr val="EBEEF0"/>
              </a:solidFill>
            </a:ln>
          </p:spPr>
        </p:sp>
        <p:sp>
          <p:nvSpPr>
            <p:cNvPr id="5567" name="Output_receptor__5566">
              <a:extLst>
                <a:ext uri="{FF2B5EF4-FFF2-40B4-BE49-F238E27FC236}">
                  <a16:creationId xmlns:a16="http://schemas.microsoft.com/office/drawing/2014/main" id="{3A45EE29-8188-FCC5-E0A0-26AC22EF1E32}"/>
                </a:ext>
              </a:extLst>
            </p:cNvPr>
            <p:cNvSpPr>
              <a:spLocks noGrp="1"/>
            </p:cNvSpPr>
            <p:nvPr/>
          </p:nvSpPr>
          <p:spPr>
            <a:xfrm>
              <a:off x="16383621" y="2696994"/>
              <a:ext cx="62671" cy="33857"/>
            </a:xfrm>
            <a:custGeom>
              <a:avLst/>
              <a:gdLst/>
              <a:ahLst/>
              <a:cxnLst/>
              <a:rect l="0" t="0" r="0" b="0"/>
              <a:pathLst>
                <a:path w="62671" h="33857">
                  <a:moveTo>
                    <a:pt x="0" y="0"/>
                  </a:moveTo>
                  <a:lnTo>
                    <a:pt x="62671" y="33857"/>
                  </a:lnTo>
                </a:path>
              </a:pathLst>
            </a:custGeom>
            <a:noFill/>
            <a:ln w="20003">
              <a:solidFill>
                <a:srgbClr val="EBEEF0"/>
              </a:solidFill>
            </a:ln>
          </p:spPr>
        </p:sp>
        <p:sp>
          <p:nvSpPr>
            <p:cNvPr id="5568" name="Output_receptor__5567">
              <a:extLst>
                <a:ext uri="{FF2B5EF4-FFF2-40B4-BE49-F238E27FC236}">
                  <a16:creationId xmlns:a16="http://schemas.microsoft.com/office/drawing/2014/main" id="{300CA83F-C681-4C7C-75CC-B771BE9FB06B}"/>
                </a:ext>
              </a:extLst>
            </p:cNvPr>
            <p:cNvSpPr>
              <a:spLocks noGrp="1"/>
            </p:cNvSpPr>
            <p:nvPr/>
          </p:nvSpPr>
          <p:spPr>
            <a:xfrm>
              <a:off x="16429719" y="2603065"/>
              <a:ext cx="10836" cy="13959"/>
            </a:xfrm>
            <a:custGeom>
              <a:avLst/>
              <a:gdLst/>
              <a:ahLst/>
              <a:cxnLst/>
              <a:rect l="0" t="0" r="0" b="0"/>
              <a:pathLst>
                <a:path w="10836" h="13959">
                  <a:moveTo>
                    <a:pt x="0" y="0"/>
                  </a:moveTo>
                  <a:lnTo>
                    <a:pt x="10836" y="13959"/>
                  </a:lnTo>
                </a:path>
              </a:pathLst>
            </a:custGeom>
            <a:noFill/>
            <a:ln w="8096">
              <a:solidFill>
                <a:srgbClr val="EBEEF0"/>
              </a:solidFill>
            </a:ln>
          </p:spPr>
        </p:sp>
        <p:sp>
          <p:nvSpPr>
            <p:cNvPr id="5569" name="Output_receptor__5568">
              <a:extLst>
                <a:ext uri="{FF2B5EF4-FFF2-40B4-BE49-F238E27FC236}">
                  <a16:creationId xmlns:a16="http://schemas.microsoft.com/office/drawing/2014/main" id="{F0A0112D-B97C-AA6F-1411-194B168E2674}"/>
                </a:ext>
              </a:extLst>
            </p:cNvPr>
            <p:cNvSpPr>
              <a:spLocks noGrp="1"/>
            </p:cNvSpPr>
            <p:nvPr/>
          </p:nvSpPr>
          <p:spPr>
            <a:xfrm>
              <a:off x="14985138" y="2917556"/>
              <a:ext cx="40444" cy="52495"/>
            </a:xfrm>
            <a:custGeom>
              <a:avLst/>
              <a:gdLst/>
              <a:ahLst/>
              <a:cxnLst/>
              <a:rect l="0" t="0" r="0" b="0"/>
              <a:pathLst>
                <a:path w="40444" h="52495">
                  <a:moveTo>
                    <a:pt x="40444" y="52495"/>
                  </a:moveTo>
                  <a:lnTo>
                    <a:pt x="0" y="0"/>
                  </a:lnTo>
                </a:path>
              </a:pathLst>
            </a:custGeom>
            <a:noFill/>
            <a:ln w="20003">
              <a:solidFill>
                <a:srgbClr val="EBEEF0"/>
              </a:solidFill>
            </a:ln>
          </p:spPr>
        </p:sp>
        <p:sp>
          <p:nvSpPr>
            <p:cNvPr id="5570" name="Output_receptor__5569">
              <a:extLst>
                <a:ext uri="{FF2B5EF4-FFF2-40B4-BE49-F238E27FC236}">
                  <a16:creationId xmlns:a16="http://schemas.microsoft.com/office/drawing/2014/main" id="{29AD891D-3D5E-3413-9912-FD254886E41E}"/>
                </a:ext>
              </a:extLst>
            </p:cNvPr>
            <p:cNvSpPr>
              <a:spLocks noGrp="1"/>
            </p:cNvSpPr>
            <p:nvPr/>
          </p:nvSpPr>
          <p:spPr>
            <a:xfrm>
              <a:off x="15473750" y="2983181"/>
              <a:ext cx="44961" cy="55632"/>
            </a:xfrm>
            <a:custGeom>
              <a:avLst/>
              <a:gdLst/>
              <a:ahLst/>
              <a:cxnLst/>
              <a:rect l="0" t="0" r="0" b="0"/>
              <a:pathLst>
                <a:path w="44961" h="55632">
                  <a:moveTo>
                    <a:pt x="0" y="0"/>
                  </a:moveTo>
                  <a:lnTo>
                    <a:pt x="44961" y="55632"/>
                  </a:lnTo>
                </a:path>
              </a:pathLst>
            </a:custGeom>
            <a:noFill/>
            <a:ln w="8096">
              <a:solidFill>
                <a:srgbClr val="EBEEF1"/>
              </a:solidFill>
            </a:ln>
          </p:spPr>
        </p:sp>
        <p:sp>
          <p:nvSpPr>
            <p:cNvPr id="5571" name="Output_receptor__5570">
              <a:extLst>
                <a:ext uri="{FF2B5EF4-FFF2-40B4-BE49-F238E27FC236}">
                  <a16:creationId xmlns:a16="http://schemas.microsoft.com/office/drawing/2014/main" id="{BBFFA220-B56E-25BF-A8E4-B1E81B014494}"/>
                </a:ext>
              </a:extLst>
            </p:cNvPr>
            <p:cNvSpPr>
              <a:spLocks noGrp="1"/>
            </p:cNvSpPr>
            <p:nvPr/>
          </p:nvSpPr>
          <p:spPr>
            <a:xfrm>
              <a:off x="15773957" y="2851769"/>
              <a:ext cx="33399" cy="41850"/>
            </a:xfrm>
            <a:custGeom>
              <a:avLst/>
              <a:gdLst/>
              <a:ahLst/>
              <a:cxnLst/>
              <a:rect l="0" t="0" r="0" b="0"/>
              <a:pathLst>
                <a:path w="33399" h="41850">
                  <a:moveTo>
                    <a:pt x="33399" y="41850"/>
                  </a:moveTo>
                  <a:lnTo>
                    <a:pt x="0" y="0"/>
                  </a:lnTo>
                </a:path>
              </a:pathLst>
            </a:custGeom>
            <a:noFill/>
            <a:ln w="20003">
              <a:solidFill>
                <a:srgbClr val="EBEEF1"/>
              </a:solidFill>
            </a:ln>
          </p:spPr>
        </p:sp>
        <p:sp>
          <p:nvSpPr>
            <p:cNvPr id="5572" name="Output_receptor__5571">
              <a:extLst>
                <a:ext uri="{FF2B5EF4-FFF2-40B4-BE49-F238E27FC236}">
                  <a16:creationId xmlns:a16="http://schemas.microsoft.com/office/drawing/2014/main" id="{A6BEA5C1-7C04-4348-804D-C60559D23DF1}"/>
                </a:ext>
              </a:extLst>
            </p:cNvPr>
            <p:cNvSpPr>
              <a:spLocks noGrp="1"/>
            </p:cNvSpPr>
            <p:nvPr/>
          </p:nvSpPr>
          <p:spPr>
            <a:xfrm>
              <a:off x="16315599" y="3213500"/>
              <a:ext cx="34923" cy="59771"/>
            </a:xfrm>
            <a:custGeom>
              <a:avLst/>
              <a:gdLst/>
              <a:ahLst/>
              <a:cxnLst/>
              <a:rect l="0" t="0" r="0" b="0"/>
              <a:pathLst>
                <a:path w="34923" h="59771">
                  <a:moveTo>
                    <a:pt x="34923" y="0"/>
                  </a:moveTo>
                  <a:lnTo>
                    <a:pt x="0" y="59771"/>
                  </a:lnTo>
                </a:path>
              </a:pathLst>
            </a:custGeom>
            <a:noFill/>
            <a:ln w="20003">
              <a:solidFill>
                <a:srgbClr val="EBEEF1"/>
              </a:solidFill>
            </a:ln>
          </p:spPr>
        </p:sp>
        <p:sp>
          <p:nvSpPr>
            <p:cNvPr id="5573" name="Output_receptor__5572">
              <a:extLst>
                <a:ext uri="{FF2B5EF4-FFF2-40B4-BE49-F238E27FC236}">
                  <a16:creationId xmlns:a16="http://schemas.microsoft.com/office/drawing/2014/main" id="{56E918A4-BE46-14E1-39C5-E00CBE758BB0}"/>
                </a:ext>
              </a:extLst>
            </p:cNvPr>
            <p:cNvSpPr>
              <a:spLocks noGrp="1"/>
            </p:cNvSpPr>
            <p:nvPr/>
          </p:nvSpPr>
          <p:spPr>
            <a:xfrm>
              <a:off x="16134986" y="2735686"/>
              <a:ext cx="39141" cy="50405"/>
            </a:xfrm>
            <a:custGeom>
              <a:avLst/>
              <a:gdLst/>
              <a:ahLst/>
              <a:cxnLst/>
              <a:rect l="0" t="0" r="0" b="0"/>
              <a:pathLst>
                <a:path w="39141" h="50405">
                  <a:moveTo>
                    <a:pt x="0" y="50405"/>
                  </a:moveTo>
                  <a:lnTo>
                    <a:pt x="39141" y="0"/>
                  </a:lnTo>
                </a:path>
              </a:pathLst>
            </a:custGeom>
            <a:noFill/>
            <a:ln w="20003">
              <a:solidFill>
                <a:srgbClr val="EBEEF1"/>
              </a:solidFill>
            </a:ln>
          </p:spPr>
        </p:sp>
        <p:sp>
          <p:nvSpPr>
            <p:cNvPr id="5574" name="Output_receptor__5573">
              <a:extLst>
                <a:ext uri="{FF2B5EF4-FFF2-40B4-BE49-F238E27FC236}">
                  <a16:creationId xmlns:a16="http://schemas.microsoft.com/office/drawing/2014/main" id="{E68F6E2F-A76F-3DA5-84D7-5E7037A356C8}"/>
                </a:ext>
              </a:extLst>
            </p:cNvPr>
            <p:cNvSpPr>
              <a:spLocks noGrp="1"/>
            </p:cNvSpPr>
            <p:nvPr/>
          </p:nvSpPr>
          <p:spPr>
            <a:xfrm>
              <a:off x="16215579" y="2285003"/>
              <a:ext cx="31841" cy="24272"/>
            </a:xfrm>
            <a:custGeom>
              <a:avLst/>
              <a:gdLst/>
              <a:ahLst/>
              <a:cxnLst/>
              <a:rect l="0" t="0" r="0" b="0"/>
              <a:pathLst>
                <a:path w="31841" h="24272">
                  <a:moveTo>
                    <a:pt x="0" y="0"/>
                  </a:moveTo>
                  <a:lnTo>
                    <a:pt x="31841" y="24272"/>
                  </a:lnTo>
                </a:path>
              </a:pathLst>
            </a:custGeom>
            <a:noFill/>
            <a:ln w="20003">
              <a:solidFill>
                <a:srgbClr val="EBEEF1"/>
              </a:solidFill>
            </a:ln>
          </p:spPr>
        </p:sp>
        <p:sp>
          <p:nvSpPr>
            <p:cNvPr id="5575" name="Output_receptor__5574">
              <a:extLst>
                <a:ext uri="{FF2B5EF4-FFF2-40B4-BE49-F238E27FC236}">
                  <a16:creationId xmlns:a16="http://schemas.microsoft.com/office/drawing/2014/main" id="{6C0A7655-CACA-7555-2114-76550E38814B}"/>
                </a:ext>
              </a:extLst>
            </p:cNvPr>
            <p:cNvSpPr>
              <a:spLocks noGrp="1"/>
            </p:cNvSpPr>
            <p:nvPr/>
          </p:nvSpPr>
          <p:spPr>
            <a:xfrm>
              <a:off x="15660071" y="2659256"/>
              <a:ext cx="49991" cy="13625"/>
            </a:xfrm>
            <a:custGeom>
              <a:avLst/>
              <a:gdLst/>
              <a:ahLst/>
              <a:cxnLst/>
              <a:rect l="0" t="0" r="0" b="0"/>
              <a:pathLst>
                <a:path w="49991" h="13625">
                  <a:moveTo>
                    <a:pt x="0" y="0"/>
                  </a:moveTo>
                  <a:lnTo>
                    <a:pt x="49991" y="13625"/>
                  </a:lnTo>
                </a:path>
              </a:pathLst>
            </a:custGeom>
            <a:noFill/>
            <a:ln w="8096">
              <a:solidFill>
                <a:srgbClr val="EBEEF1"/>
              </a:solidFill>
            </a:ln>
          </p:spPr>
        </p:sp>
        <p:sp>
          <p:nvSpPr>
            <p:cNvPr id="5576" name="Output_receptor__5575">
              <a:extLst>
                <a:ext uri="{FF2B5EF4-FFF2-40B4-BE49-F238E27FC236}">
                  <a16:creationId xmlns:a16="http://schemas.microsoft.com/office/drawing/2014/main" id="{AEBE1803-C300-6841-20AA-D7A70CBC0F54}"/>
                </a:ext>
              </a:extLst>
            </p:cNvPr>
            <p:cNvSpPr>
              <a:spLocks noGrp="1"/>
            </p:cNvSpPr>
            <p:nvPr/>
          </p:nvSpPr>
          <p:spPr>
            <a:xfrm>
              <a:off x="15610569" y="2867006"/>
              <a:ext cx="13382" cy="64095"/>
            </a:xfrm>
            <a:custGeom>
              <a:avLst/>
              <a:gdLst/>
              <a:ahLst/>
              <a:cxnLst/>
              <a:rect l="0" t="0" r="0" b="0"/>
              <a:pathLst>
                <a:path w="13382" h="64095">
                  <a:moveTo>
                    <a:pt x="13382" y="0"/>
                  </a:moveTo>
                  <a:lnTo>
                    <a:pt x="0" y="64095"/>
                  </a:lnTo>
                </a:path>
              </a:pathLst>
            </a:custGeom>
            <a:noFill/>
            <a:ln w="20003">
              <a:solidFill>
                <a:srgbClr val="EBEEF1"/>
              </a:solidFill>
            </a:ln>
          </p:spPr>
        </p:sp>
        <p:sp>
          <p:nvSpPr>
            <p:cNvPr id="5577" name="Output_receptor__5576">
              <a:extLst>
                <a:ext uri="{FF2B5EF4-FFF2-40B4-BE49-F238E27FC236}">
                  <a16:creationId xmlns:a16="http://schemas.microsoft.com/office/drawing/2014/main" id="{883C9410-D83B-6332-DC70-E7566EDDF6B5}"/>
                </a:ext>
              </a:extLst>
            </p:cNvPr>
            <p:cNvSpPr>
              <a:spLocks noGrp="1"/>
            </p:cNvSpPr>
            <p:nvPr/>
          </p:nvSpPr>
          <p:spPr>
            <a:xfrm>
              <a:off x="16098706" y="2575220"/>
              <a:ext cx="69516" cy="16726"/>
            </a:xfrm>
            <a:custGeom>
              <a:avLst/>
              <a:gdLst/>
              <a:ahLst/>
              <a:cxnLst/>
              <a:rect l="0" t="0" r="0" b="0"/>
              <a:pathLst>
                <a:path w="69516" h="16726">
                  <a:moveTo>
                    <a:pt x="69516" y="0"/>
                  </a:moveTo>
                  <a:lnTo>
                    <a:pt x="0" y="16726"/>
                  </a:lnTo>
                </a:path>
              </a:pathLst>
            </a:custGeom>
            <a:noFill/>
            <a:ln w="20003">
              <a:solidFill>
                <a:srgbClr val="EBEEF1"/>
              </a:solidFill>
            </a:ln>
          </p:spPr>
        </p:sp>
        <p:sp>
          <p:nvSpPr>
            <p:cNvPr id="5578" name="Output_receptor__5577">
              <a:extLst>
                <a:ext uri="{FF2B5EF4-FFF2-40B4-BE49-F238E27FC236}">
                  <a16:creationId xmlns:a16="http://schemas.microsoft.com/office/drawing/2014/main" id="{DC30103C-FACE-C0C6-BE5F-20468C1BC529}"/>
                </a:ext>
              </a:extLst>
            </p:cNvPr>
            <p:cNvSpPr>
              <a:spLocks noGrp="1"/>
            </p:cNvSpPr>
            <p:nvPr/>
          </p:nvSpPr>
          <p:spPr>
            <a:xfrm>
              <a:off x="15437561" y="3253228"/>
              <a:ext cx="25423" cy="1287"/>
            </a:xfrm>
            <a:custGeom>
              <a:avLst/>
              <a:gdLst/>
              <a:ahLst/>
              <a:cxnLst/>
              <a:rect l="0" t="0" r="0" b="0"/>
              <a:pathLst>
                <a:path w="25423" h="1287">
                  <a:moveTo>
                    <a:pt x="25423" y="1287"/>
                  </a:moveTo>
                  <a:lnTo>
                    <a:pt x="0" y="0"/>
                  </a:lnTo>
                </a:path>
              </a:pathLst>
            </a:custGeom>
            <a:noFill/>
            <a:ln w="20003">
              <a:solidFill>
                <a:srgbClr val="EBEEF1"/>
              </a:solidFill>
            </a:ln>
          </p:spPr>
        </p:sp>
        <p:sp>
          <p:nvSpPr>
            <p:cNvPr id="5579" name="Output_receptor__5578">
              <a:extLst>
                <a:ext uri="{FF2B5EF4-FFF2-40B4-BE49-F238E27FC236}">
                  <a16:creationId xmlns:a16="http://schemas.microsoft.com/office/drawing/2014/main" id="{93E4FF72-612A-8AC2-369B-7937710FDF46}"/>
                </a:ext>
              </a:extLst>
            </p:cNvPr>
            <p:cNvSpPr>
              <a:spLocks noGrp="1"/>
            </p:cNvSpPr>
            <p:nvPr/>
          </p:nvSpPr>
          <p:spPr>
            <a:xfrm>
              <a:off x="16076061" y="2957013"/>
              <a:ext cx="38076" cy="55300"/>
            </a:xfrm>
            <a:custGeom>
              <a:avLst/>
              <a:gdLst/>
              <a:ahLst/>
              <a:cxnLst/>
              <a:rect l="0" t="0" r="0" b="0"/>
              <a:pathLst>
                <a:path w="38076" h="55300">
                  <a:moveTo>
                    <a:pt x="38076" y="0"/>
                  </a:moveTo>
                  <a:lnTo>
                    <a:pt x="0" y="55300"/>
                  </a:lnTo>
                </a:path>
              </a:pathLst>
            </a:custGeom>
            <a:noFill/>
            <a:ln w="20003">
              <a:solidFill>
                <a:srgbClr val="EBEEF1"/>
              </a:solidFill>
            </a:ln>
          </p:spPr>
        </p:sp>
        <p:sp>
          <p:nvSpPr>
            <p:cNvPr id="5580" name="Output_receptor__5579">
              <a:extLst>
                <a:ext uri="{FF2B5EF4-FFF2-40B4-BE49-F238E27FC236}">
                  <a16:creationId xmlns:a16="http://schemas.microsoft.com/office/drawing/2014/main" id="{6548E2B5-0907-F0C8-DB64-4EF152CB02FA}"/>
                </a:ext>
              </a:extLst>
            </p:cNvPr>
            <p:cNvSpPr>
              <a:spLocks noGrp="1"/>
            </p:cNvSpPr>
            <p:nvPr/>
          </p:nvSpPr>
          <p:spPr>
            <a:xfrm>
              <a:off x="15987846" y="2292016"/>
              <a:ext cx="42221" cy="53496"/>
            </a:xfrm>
            <a:custGeom>
              <a:avLst/>
              <a:gdLst/>
              <a:ahLst/>
              <a:cxnLst/>
              <a:rect l="0" t="0" r="0" b="0"/>
              <a:pathLst>
                <a:path w="42221" h="53496">
                  <a:moveTo>
                    <a:pt x="0" y="0"/>
                  </a:moveTo>
                  <a:lnTo>
                    <a:pt x="42221" y="53496"/>
                  </a:lnTo>
                </a:path>
              </a:pathLst>
            </a:custGeom>
            <a:noFill/>
            <a:ln w="20003">
              <a:solidFill>
                <a:srgbClr val="EBEEF1"/>
              </a:solidFill>
            </a:ln>
          </p:spPr>
        </p:sp>
        <p:sp>
          <p:nvSpPr>
            <p:cNvPr id="5581" name="Output_receptor__5580">
              <a:extLst>
                <a:ext uri="{FF2B5EF4-FFF2-40B4-BE49-F238E27FC236}">
                  <a16:creationId xmlns:a16="http://schemas.microsoft.com/office/drawing/2014/main" id="{09091C28-B653-D232-81BC-DC6967258DF8}"/>
                </a:ext>
              </a:extLst>
            </p:cNvPr>
            <p:cNvSpPr>
              <a:spLocks noGrp="1"/>
            </p:cNvSpPr>
            <p:nvPr/>
          </p:nvSpPr>
          <p:spPr>
            <a:xfrm>
              <a:off x="16245025" y="3391620"/>
              <a:ext cx="21860" cy="60334"/>
            </a:xfrm>
            <a:custGeom>
              <a:avLst/>
              <a:gdLst/>
              <a:ahLst/>
              <a:cxnLst/>
              <a:rect l="0" t="0" r="0" b="0"/>
              <a:pathLst>
                <a:path w="21860" h="60334">
                  <a:moveTo>
                    <a:pt x="21860" y="0"/>
                  </a:moveTo>
                  <a:lnTo>
                    <a:pt x="0" y="60334"/>
                  </a:lnTo>
                </a:path>
              </a:pathLst>
            </a:custGeom>
            <a:noFill/>
            <a:ln w="20003">
              <a:solidFill>
                <a:srgbClr val="EBEEF1"/>
              </a:solidFill>
            </a:ln>
          </p:spPr>
        </p:sp>
        <p:sp>
          <p:nvSpPr>
            <p:cNvPr id="5582" name="Output_receptor__5581">
              <a:extLst>
                <a:ext uri="{FF2B5EF4-FFF2-40B4-BE49-F238E27FC236}">
                  <a16:creationId xmlns:a16="http://schemas.microsoft.com/office/drawing/2014/main" id="{92898749-ACDD-9CBB-8693-D0975892C382}"/>
                </a:ext>
              </a:extLst>
            </p:cNvPr>
            <p:cNvSpPr>
              <a:spLocks noGrp="1"/>
            </p:cNvSpPr>
            <p:nvPr/>
          </p:nvSpPr>
          <p:spPr>
            <a:xfrm>
              <a:off x="16175713" y="2242089"/>
              <a:ext cx="39866" cy="42915"/>
            </a:xfrm>
            <a:custGeom>
              <a:avLst/>
              <a:gdLst/>
              <a:ahLst/>
              <a:cxnLst/>
              <a:rect l="0" t="0" r="0" b="0"/>
              <a:pathLst>
                <a:path w="39866" h="42915">
                  <a:moveTo>
                    <a:pt x="0" y="0"/>
                  </a:moveTo>
                  <a:lnTo>
                    <a:pt x="39866" y="42915"/>
                  </a:lnTo>
                </a:path>
              </a:pathLst>
            </a:custGeom>
            <a:noFill/>
            <a:ln w="20003">
              <a:solidFill>
                <a:srgbClr val="EBEEF1"/>
              </a:solidFill>
            </a:ln>
          </p:spPr>
        </p:sp>
        <p:sp>
          <p:nvSpPr>
            <p:cNvPr id="5583" name="Output_receptor__5582">
              <a:extLst>
                <a:ext uri="{FF2B5EF4-FFF2-40B4-BE49-F238E27FC236}">
                  <a16:creationId xmlns:a16="http://schemas.microsoft.com/office/drawing/2014/main" id="{DC3B774A-39D7-74A9-6619-F67547E1A7EB}"/>
                </a:ext>
              </a:extLst>
            </p:cNvPr>
            <p:cNvSpPr>
              <a:spLocks noGrp="1"/>
            </p:cNvSpPr>
            <p:nvPr/>
          </p:nvSpPr>
          <p:spPr>
            <a:xfrm>
              <a:off x="15584768" y="3311090"/>
              <a:ext cx="7116" cy="26905"/>
            </a:xfrm>
            <a:custGeom>
              <a:avLst/>
              <a:gdLst/>
              <a:ahLst/>
              <a:cxnLst/>
              <a:rect l="0" t="0" r="0" b="0"/>
              <a:pathLst>
                <a:path w="7116" h="26905">
                  <a:moveTo>
                    <a:pt x="0" y="0"/>
                  </a:moveTo>
                  <a:lnTo>
                    <a:pt x="7116" y="26905"/>
                  </a:lnTo>
                </a:path>
              </a:pathLst>
            </a:custGeom>
            <a:noFill/>
            <a:ln w="20003">
              <a:solidFill>
                <a:srgbClr val="EBEEF1"/>
              </a:solidFill>
            </a:ln>
          </p:spPr>
        </p:sp>
        <p:sp>
          <p:nvSpPr>
            <p:cNvPr id="5584" name="Output_receptor__5583">
              <a:extLst>
                <a:ext uri="{FF2B5EF4-FFF2-40B4-BE49-F238E27FC236}">
                  <a16:creationId xmlns:a16="http://schemas.microsoft.com/office/drawing/2014/main" id="{E9B454EE-B93E-2F78-4F3B-7D2670BE60C9}"/>
                </a:ext>
              </a:extLst>
            </p:cNvPr>
            <p:cNvSpPr>
              <a:spLocks noGrp="1"/>
            </p:cNvSpPr>
            <p:nvPr/>
          </p:nvSpPr>
          <p:spPr>
            <a:xfrm>
              <a:off x="15946194" y="3008945"/>
              <a:ext cx="22127" cy="56123"/>
            </a:xfrm>
            <a:custGeom>
              <a:avLst/>
              <a:gdLst/>
              <a:ahLst/>
              <a:cxnLst/>
              <a:rect l="0" t="0" r="0" b="0"/>
              <a:pathLst>
                <a:path w="22127" h="56123">
                  <a:moveTo>
                    <a:pt x="0" y="56123"/>
                  </a:moveTo>
                  <a:lnTo>
                    <a:pt x="22127" y="0"/>
                  </a:lnTo>
                </a:path>
              </a:pathLst>
            </a:custGeom>
            <a:noFill/>
            <a:ln w="20003">
              <a:solidFill>
                <a:srgbClr val="EBEEF1"/>
              </a:solidFill>
            </a:ln>
          </p:spPr>
        </p:sp>
        <p:sp>
          <p:nvSpPr>
            <p:cNvPr id="5585" name="Output_receptor__5584">
              <a:extLst>
                <a:ext uri="{FF2B5EF4-FFF2-40B4-BE49-F238E27FC236}">
                  <a16:creationId xmlns:a16="http://schemas.microsoft.com/office/drawing/2014/main" id="{EA923FCD-7445-B639-CF31-486293EAEF57}"/>
                </a:ext>
              </a:extLst>
            </p:cNvPr>
            <p:cNvSpPr>
              <a:spLocks noGrp="1"/>
            </p:cNvSpPr>
            <p:nvPr/>
          </p:nvSpPr>
          <p:spPr>
            <a:xfrm>
              <a:off x="16134986" y="2786091"/>
              <a:ext cx="12013" cy="45287"/>
            </a:xfrm>
            <a:custGeom>
              <a:avLst/>
              <a:gdLst/>
              <a:ahLst/>
              <a:cxnLst/>
              <a:rect l="0" t="0" r="0" b="0"/>
              <a:pathLst>
                <a:path w="12013" h="45287">
                  <a:moveTo>
                    <a:pt x="12013" y="45287"/>
                  </a:moveTo>
                  <a:lnTo>
                    <a:pt x="0" y="0"/>
                  </a:lnTo>
                </a:path>
              </a:pathLst>
            </a:custGeom>
            <a:noFill/>
            <a:ln w="20003">
              <a:solidFill>
                <a:srgbClr val="EBEEF1"/>
              </a:solidFill>
            </a:ln>
          </p:spPr>
        </p:sp>
        <p:sp>
          <p:nvSpPr>
            <p:cNvPr id="5586" name="Output_receptor__5585">
              <a:extLst>
                <a:ext uri="{FF2B5EF4-FFF2-40B4-BE49-F238E27FC236}">
                  <a16:creationId xmlns:a16="http://schemas.microsoft.com/office/drawing/2014/main" id="{F7C25944-90C6-4C39-B3D0-46EE109E5571}"/>
                </a:ext>
              </a:extLst>
            </p:cNvPr>
            <p:cNvSpPr>
              <a:spLocks noGrp="1"/>
            </p:cNvSpPr>
            <p:nvPr/>
          </p:nvSpPr>
          <p:spPr>
            <a:xfrm>
              <a:off x="16249409" y="3041812"/>
              <a:ext cx="9513" cy="63028"/>
            </a:xfrm>
            <a:custGeom>
              <a:avLst/>
              <a:gdLst/>
              <a:ahLst/>
              <a:cxnLst/>
              <a:rect l="0" t="0" r="0" b="0"/>
              <a:pathLst>
                <a:path w="9513" h="63028">
                  <a:moveTo>
                    <a:pt x="0" y="0"/>
                  </a:moveTo>
                  <a:lnTo>
                    <a:pt x="9513" y="63028"/>
                  </a:lnTo>
                </a:path>
              </a:pathLst>
            </a:custGeom>
            <a:noFill/>
            <a:ln w="20003">
              <a:solidFill>
                <a:srgbClr val="EBEEF1"/>
              </a:solidFill>
            </a:ln>
          </p:spPr>
        </p:sp>
        <p:sp>
          <p:nvSpPr>
            <p:cNvPr id="5587" name="Output_receptor__5586">
              <a:extLst>
                <a:ext uri="{FF2B5EF4-FFF2-40B4-BE49-F238E27FC236}">
                  <a16:creationId xmlns:a16="http://schemas.microsoft.com/office/drawing/2014/main" id="{5428625B-9417-A247-FE53-3DA21F2E76D4}"/>
                </a:ext>
              </a:extLst>
            </p:cNvPr>
            <p:cNvSpPr>
              <a:spLocks noGrp="1"/>
            </p:cNvSpPr>
            <p:nvPr/>
          </p:nvSpPr>
          <p:spPr>
            <a:xfrm>
              <a:off x="16098712" y="2283201"/>
              <a:ext cx="44449" cy="53764"/>
            </a:xfrm>
            <a:custGeom>
              <a:avLst/>
              <a:gdLst/>
              <a:ahLst/>
              <a:cxnLst/>
              <a:rect l="0" t="0" r="0" b="0"/>
              <a:pathLst>
                <a:path w="44449" h="53764">
                  <a:moveTo>
                    <a:pt x="0" y="0"/>
                  </a:moveTo>
                  <a:lnTo>
                    <a:pt x="44449" y="53764"/>
                  </a:lnTo>
                </a:path>
              </a:pathLst>
            </a:custGeom>
            <a:noFill/>
            <a:ln w="20003">
              <a:solidFill>
                <a:srgbClr val="EBEEF1"/>
              </a:solidFill>
            </a:ln>
          </p:spPr>
        </p:sp>
        <p:sp>
          <p:nvSpPr>
            <p:cNvPr id="5588" name="Output_receptor__5587">
              <a:extLst>
                <a:ext uri="{FF2B5EF4-FFF2-40B4-BE49-F238E27FC236}">
                  <a16:creationId xmlns:a16="http://schemas.microsoft.com/office/drawing/2014/main" id="{ED111F7B-97F9-052E-EBD1-64050A8B98FC}"/>
                </a:ext>
              </a:extLst>
            </p:cNvPr>
            <p:cNvSpPr>
              <a:spLocks noGrp="1"/>
            </p:cNvSpPr>
            <p:nvPr/>
          </p:nvSpPr>
          <p:spPr>
            <a:xfrm>
              <a:off x="15311473" y="3631348"/>
              <a:ext cx="24475" cy="9833"/>
            </a:xfrm>
            <a:custGeom>
              <a:avLst/>
              <a:gdLst/>
              <a:ahLst/>
              <a:cxnLst/>
              <a:rect l="0" t="0" r="0" b="0"/>
              <a:pathLst>
                <a:path w="24475" h="9833">
                  <a:moveTo>
                    <a:pt x="24475" y="0"/>
                  </a:moveTo>
                  <a:lnTo>
                    <a:pt x="0" y="9833"/>
                  </a:lnTo>
                </a:path>
              </a:pathLst>
            </a:custGeom>
            <a:noFill/>
            <a:ln w="20003">
              <a:solidFill>
                <a:srgbClr val="EBEEF1"/>
              </a:solidFill>
            </a:ln>
          </p:spPr>
        </p:sp>
        <p:sp>
          <p:nvSpPr>
            <p:cNvPr id="5589" name="Output_receptor__5588">
              <a:extLst>
                <a:ext uri="{FF2B5EF4-FFF2-40B4-BE49-F238E27FC236}">
                  <a16:creationId xmlns:a16="http://schemas.microsoft.com/office/drawing/2014/main" id="{9310D6CF-0481-699B-B1CC-DACBAFF39D02}"/>
                </a:ext>
              </a:extLst>
            </p:cNvPr>
            <p:cNvSpPr>
              <a:spLocks noGrp="1"/>
            </p:cNvSpPr>
            <p:nvPr/>
          </p:nvSpPr>
          <p:spPr>
            <a:xfrm>
              <a:off x="16266885" y="3389136"/>
              <a:ext cx="56064" cy="2484"/>
            </a:xfrm>
            <a:custGeom>
              <a:avLst/>
              <a:gdLst/>
              <a:ahLst/>
              <a:cxnLst/>
              <a:rect l="0" t="0" r="0" b="0"/>
              <a:pathLst>
                <a:path w="56064" h="2484">
                  <a:moveTo>
                    <a:pt x="56064" y="0"/>
                  </a:moveTo>
                  <a:lnTo>
                    <a:pt x="0" y="2484"/>
                  </a:lnTo>
                </a:path>
              </a:pathLst>
            </a:custGeom>
            <a:noFill/>
            <a:ln w="20003">
              <a:solidFill>
                <a:srgbClr val="EBEEF1"/>
              </a:solidFill>
            </a:ln>
          </p:spPr>
        </p:sp>
        <p:sp>
          <p:nvSpPr>
            <p:cNvPr id="5590" name="Output_receptor__5589">
              <a:extLst>
                <a:ext uri="{FF2B5EF4-FFF2-40B4-BE49-F238E27FC236}">
                  <a16:creationId xmlns:a16="http://schemas.microsoft.com/office/drawing/2014/main" id="{0D86F9DB-E65F-8BD5-0DC0-049A0E6865D9}"/>
                </a:ext>
              </a:extLst>
            </p:cNvPr>
            <p:cNvSpPr>
              <a:spLocks noGrp="1"/>
            </p:cNvSpPr>
            <p:nvPr/>
          </p:nvSpPr>
          <p:spPr>
            <a:xfrm>
              <a:off x="15623951" y="2849055"/>
              <a:ext cx="40048" cy="17952"/>
            </a:xfrm>
            <a:custGeom>
              <a:avLst/>
              <a:gdLst/>
              <a:ahLst/>
              <a:cxnLst/>
              <a:rect l="0" t="0" r="0" b="0"/>
              <a:pathLst>
                <a:path w="40048" h="17952">
                  <a:moveTo>
                    <a:pt x="40048" y="0"/>
                  </a:moveTo>
                  <a:lnTo>
                    <a:pt x="0" y="17952"/>
                  </a:lnTo>
                </a:path>
              </a:pathLst>
            </a:custGeom>
            <a:noFill/>
            <a:ln w="20003">
              <a:solidFill>
                <a:srgbClr val="EBEEF1"/>
              </a:solidFill>
            </a:ln>
          </p:spPr>
        </p:sp>
        <p:sp>
          <p:nvSpPr>
            <p:cNvPr id="5591" name="Output_receptor__5590">
              <a:extLst>
                <a:ext uri="{FF2B5EF4-FFF2-40B4-BE49-F238E27FC236}">
                  <a16:creationId xmlns:a16="http://schemas.microsoft.com/office/drawing/2014/main" id="{AD5779AD-2236-3A04-699A-537815156A6A}"/>
                </a:ext>
              </a:extLst>
            </p:cNvPr>
            <p:cNvSpPr>
              <a:spLocks noGrp="1"/>
            </p:cNvSpPr>
            <p:nvPr/>
          </p:nvSpPr>
          <p:spPr>
            <a:xfrm>
              <a:off x="15457683" y="2925118"/>
              <a:ext cx="16066" cy="58063"/>
            </a:xfrm>
            <a:custGeom>
              <a:avLst/>
              <a:gdLst/>
              <a:ahLst/>
              <a:cxnLst/>
              <a:rect l="0" t="0" r="0" b="0"/>
              <a:pathLst>
                <a:path w="16066" h="58063">
                  <a:moveTo>
                    <a:pt x="0" y="0"/>
                  </a:moveTo>
                  <a:lnTo>
                    <a:pt x="16066" y="58063"/>
                  </a:lnTo>
                </a:path>
              </a:pathLst>
            </a:custGeom>
            <a:noFill/>
            <a:ln w="8096">
              <a:solidFill>
                <a:srgbClr val="EBEEF1"/>
              </a:solidFill>
            </a:ln>
          </p:spPr>
        </p:sp>
        <p:sp>
          <p:nvSpPr>
            <p:cNvPr id="5592" name="Output_receptor__5591">
              <a:extLst>
                <a:ext uri="{FF2B5EF4-FFF2-40B4-BE49-F238E27FC236}">
                  <a16:creationId xmlns:a16="http://schemas.microsoft.com/office/drawing/2014/main" id="{D26B41EB-93A5-33E2-F331-2B17DC01AF49}"/>
                </a:ext>
              </a:extLst>
            </p:cNvPr>
            <p:cNvSpPr>
              <a:spLocks noGrp="1"/>
            </p:cNvSpPr>
            <p:nvPr/>
          </p:nvSpPr>
          <p:spPr>
            <a:xfrm>
              <a:off x="16168222" y="2511605"/>
              <a:ext cx="19295" cy="63615"/>
            </a:xfrm>
            <a:custGeom>
              <a:avLst/>
              <a:gdLst/>
              <a:ahLst/>
              <a:cxnLst/>
              <a:rect l="0" t="0" r="0" b="0"/>
              <a:pathLst>
                <a:path w="19295" h="63615">
                  <a:moveTo>
                    <a:pt x="19295" y="0"/>
                  </a:moveTo>
                  <a:lnTo>
                    <a:pt x="0" y="63615"/>
                  </a:lnTo>
                </a:path>
              </a:pathLst>
            </a:custGeom>
            <a:noFill/>
            <a:ln w="20003">
              <a:solidFill>
                <a:srgbClr val="EBEEF1"/>
              </a:solidFill>
            </a:ln>
          </p:spPr>
        </p:sp>
        <p:sp>
          <p:nvSpPr>
            <p:cNvPr id="5593" name="Output_receptor__5592">
              <a:extLst>
                <a:ext uri="{FF2B5EF4-FFF2-40B4-BE49-F238E27FC236}">
                  <a16:creationId xmlns:a16="http://schemas.microsoft.com/office/drawing/2014/main" id="{F2BC56C1-5E30-C6CC-6AA8-C63509AD8DFE}"/>
                </a:ext>
              </a:extLst>
            </p:cNvPr>
            <p:cNvSpPr>
              <a:spLocks noGrp="1"/>
            </p:cNvSpPr>
            <p:nvPr/>
          </p:nvSpPr>
          <p:spPr>
            <a:xfrm>
              <a:off x="15440999" y="2639863"/>
              <a:ext cx="60279" cy="38045"/>
            </a:xfrm>
            <a:custGeom>
              <a:avLst/>
              <a:gdLst/>
              <a:ahLst/>
              <a:cxnLst/>
              <a:rect l="0" t="0" r="0" b="0"/>
              <a:pathLst>
                <a:path w="60279" h="38045">
                  <a:moveTo>
                    <a:pt x="60279" y="0"/>
                  </a:moveTo>
                  <a:lnTo>
                    <a:pt x="0" y="38045"/>
                  </a:lnTo>
                </a:path>
              </a:pathLst>
            </a:custGeom>
            <a:noFill/>
            <a:ln w="20003">
              <a:solidFill>
                <a:srgbClr val="EBEEF1"/>
              </a:solidFill>
            </a:ln>
          </p:spPr>
        </p:sp>
        <p:sp>
          <p:nvSpPr>
            <p:cNvPr id="5594" name="Output_receptor__5593">
              <a:extLst>
                <a:ext uri="{FF2B5EF4-FFF2-40B4-BE49-F238E27FC236}">
                  <a16:creationId xmlns:a16="http://schemas.microsoft.com/office/drawing/2014/main" id="{7A799E79-85AD-FE58-F43A-239BED81FA49}"/>
                </a:ext>
              </a:extLst>
            </p:cNvPr>
            <p:cNvSpPr>
              <a:spLocks noGrp="1"/>
            </p:cNvSpPr>
            <p:nvPr/>
          </p:nvSpPr>
          <p:spPr>
            <a:xfrm>
              <a:off x="16177359" y="3737346"/>
              <a:ext cx="18149" cy="19190"/>
            </a:xfrm>
            <a:custGeom>
              <a:avLst/>
              <a:gdLst/>
              <a:ahLst/>
              <a:cxnLst/>
              <a:rect l="0" t="0" r="0" b="0"/>
              <a:pathLst>
                <a:path w="18149" h="19190">
                  <a:moveTo>
                    <a:pt x="18149" y="19190"/>
                  </a:moveTo>
                  <a:lnTo>
                    <a:pt x="0" y="0"/>
                  </a:lnTo>
                </a:path>
              </a:pathLst>
            </a:custGeom>
            <a:noFill/>
            <a:ln w="8096">
              <a:solidFill>
                <a:srgbClr val="EBEEF1"/>
              </a:solidFill>
            </a:ln>
          </p:spPr>
        </p:sp>
        <p:sp>
          <p:nvSpPr>
            <p:cNvPr id="5595" name="Output_receptor__5594">
              <a:extLst>
                <a:ext uri="{FF2B5EF4-FFF2-40B4-BE49-F238E27FC236}">
                  <a16:creationId xmlns:a16="http://schemas.microsoft.com/office/drawing/2014/main" id="{D6E1CA6A-F001-72FF-D29D-170A2CC3F4C2}"/>
                </a:ext>
              </a:extLst>
            </p:cNvPr>
            <p:cNvSpPr>
              <a:spLocks noGrp="1"/>
            </p:cNvSpPr>
            <p:nvPr/>
          </p:nvSpPr>
          <p:spPr>
            <a:xfrm>
              <a:off x="15510992" y="3547158"/>
              <a:ext cx="41487" cy="44366"/>
            </a:xfrm>
            <a:custGeom>
              <a:avLst/>
              <a:gdLst/>
              <a:ahLst/>
              <a:cxnLst/>
              <a:rect l="0" t="0" r="0" b="0"/>
              <a:pathLst>
                <a:path w="41487" h="44366">
                  <a:moveTo>
                    <a:pt x="41487" y="0"/>
                  </a:moveTo>
                  <a:lnTo>
                    <a:pt x="0" y="44366"/>
                  </a:lnTo>
                </a:path>
              </a:pathLst>
            </a:custGeom>
            <a:noFill/>
            <a:ln w="8096">
              <a:solidFill>
                <a:srgbClr val="EBEEF1"/>
              </a:solidFill>
            </a:ln>
          </p:spPr>
        </p:sp>
        <p:sp>
          <p:nvSpPr>
            <p:cNvPr id="5596" name="Output_receptor__5595">
              <a:extLst>
                <a:ext uri="{FF2B5EF4-FFF2-40B4-BE49-F238E27FC236}">
                  <a16:creationId xmlns:a16="http://schemas.microsoft.com/office/drawing/2014/main" id="{3F2886C2-B15B-029E-F44E-205A5826A370}"/>
                </a:ext>
              </a:extLst>
            </p:cNvPr>
            <p:cNvSpPr>
              <a:spLocks noGrp="1"/>
            </p:cNvSpPr>
            <p:nvPr/>
          </p:nvSpPr>
          <p:spPr>
            <a:xfrm>
              <a:off x="15341505" y="3225211"/>
              <a:ext cx="15021" cy="5371"/>
            </a:xfrm>
            <a:custGeom>
              <a:avLst/>
              <a:gdLst/>
              <a:ahLst/>
              <a:cxnLst/>
              <a:rect l="0" t="0" r="0" b="0"/>
              <a:pathLst>
                <a:path w="15021" h="5371">
                  <a:moveTo>
                    <a:pt x="0" y="5371"/>
                  </a:moveTo>
                  <a:lnTo>
                    <a:pt x="15021" y="0"/>
                  </a:lnTo>
                </a:path>
              </a:pathLst>
            </a:custGeom>
            <a:noFill/>
            <a:ln w="20003">
              <a:solidFill>
                <a:srgbClr val="EBEEF1"/>
              </a:solidFill>
            </a:ln>
          </p:spPr>
        </p:sp>
        <p:sp>
          <p:nvSpPr>
            <p:cNvPr id="5597" name="Output_receptor__5596">
              <a:extLst>
                <a:ext uri="{FF2B5EF4-FFF2-40B4-BE49-F238E27FC236}">
                  <a16:creationId xmlns:a16="http://schemas.microsoft.com/office/drawing/2014/main" id="{0C590F8B-35E4-5732-AA76-4A2454744C21}"/>
                </a:ext>
              </a:extLst>
            </p:cNvPr>
            <p:cNvSpPr>
              <a:spLocks noGrp="1"/>
            </p:cNvSpPr>
            <p:nvPr/>
          </p:nvSpPr>
          <p:spPr>
            <a:xfrm>
              <a:off x="15654188" y="3477776"/>
              <a:ext cx="30915" cy="43091"/>
            </a:xfrm>
            <a:custGeom>
              <a:avLst/>
              <a:gdLst/>
              <a:ahLst/>
              <a:cxnLst/>
              <a:rect l="0" t="0" r="0" b="0"/>
              <a:pathLst>
                <a:path w="30915" h="43091">
                  <a:moveTo>
                    <a:pt x="0" y="43091"/>
                  </a:moveTo>
                  <a:lnTo>
                    <a:pt x="30915" y="0"/>
                  </a:lnTo>
                </a:path>
              </a:pathLst>
            </a:custGeom>
            <a:noFill/>
            <a:ln w="20003">
              <a:solidFill>
                <a:srgbClr val="EBEEF1"/>
              </a:solidFill>
            </a:ln>
          </p:spPr>
        </p:sp>
        <p:sp>
          <p:nvSpPr>
            <p:cNvPr id="5598" name="Output_receptor__5597">
              <a:extLst>
                <a:ext uri="{FF2B5EF4-FFF2-40B4-BE49-F238E27FC236}">
                  <a16:creationId xmlns:a16="http://schemas.microsoft.com/office/drawing/2014/main" id="{95CE9DD2-89F2-BD96-5150-44AA79217BA6}"/>
                </a:ext>
              </a:extLst>
            </p:cNvPr>
            <p:cNvSpPr>
              <a:spLocks noGrp="1"/>
            </p:cNvSpPr>
            <p:nvPr/>
          </p:nvSpPr>
          <p:spPr>
            <a:xfrm>
              <a:off x="16161843" y="3068669"/>
              <a:ext cx="9661" cy="63622"/>
            </a:xfrm>
            <a:custGeom>
              <a:avLst/>
              <a:gdLst/>
              <a:ahLst/>
              <a:cxnLst/>
              <a:rect l="0" t="0" r="0" b="0"/>
              <a:pathLst>
                <a:path w="9661" h="63622">
                  <a:moveTo>
                    <a:pt x="0" y="0"/>
                  </a:moveTo>
                  <a:lnTo>
                    <a:pt x="9661" y="63622"/>
                  </a:lnTo>
                </a:path>
              </a:pathLst>
            </a:custGeom>
            <a:noFill/>
            <a:ln w="20003">
              <a:solidFill>
                <a:srgbClr val="EBEEF1"/>
              </a:solidFill>
            </a:ln>
          </p:spPr>
        </p:sp>
        <p:sp>
          <p:nvSpPr>
            <p:cNvPr id="5599" name="Output_receptor__5598">
              <a:extLst>
                <a:ext uri="{FF2B5EF4-FFF2-40B4-BE49-F238E27FC236}">
                  <a16:creationId xmlns:a16="http://schemas.microsoft.com/office/drawing/2014/main" id="{534501DC-FC31-BE68-0795-1B3EEB808D95}"/>
                </a:ext>
              </a:extLst>
            </p:cNvPr>
            <p:cNvSpPr>
              <a:spLocks noGrp="1"/>
            </p:cNvSpPr>
            <p:nvPr/>
          </p:nvSpPr>
          <p:spPr>
            <a:xfrm>
              <a:off x="15953589" y="3228276"/>
              <a:ext cx="42076" cy="57958"/>
            </a:xfrm>
            <a:custGeom>
              <a:avLst/>
              <a:gdLst/>
              <a:ahLst/>
              <a:cxnLst/>
              <a:rect l="0" t="0" r="0" b="0"/>
              <a:pathLst>
                <a:path w="42076" h="57958">
                  <a:moveTo>
                    <a:pt x="42076" y="0"/>
                  </a:moveTo>
                  <a:lnTo>
                    <a:pt x="0" y="57958"/>
                  </a:lnTo>
                </a:path>
              </a:pathLst>
            </a:custGeom>
            <a:noFill/>
            <a:ln w="8096">
              <a:solidFill>
                <a:srgbClr val="EBEEF1"/>
              </a:solidFill>
            </a:ln>
          </p:spPr>
        </p:sp>
        <p:sp>
          <p:nvSpPr>
            <p:cNvPr id="5600" name="Output_receptor__5599">
              <a:extLst>
                <a:ext uri="{FF2B5EF4-FFF2-40B4-BE49-F238E27FC236}">
                  <a16:creationId xmlns:a16="http://schemas.microsoft.com/office/drawing/2014/main" id="{537ED413-5CAA-8028-28A6-D7E236D8CD6E}"/>
                </a:ext>
              </a:extLst>
            </p:cNvPr>
            <p:cNvSpPr>
              <a:spLocks noGrp="1"/>
            </p:cNvSpPr>
            <p:nvPr/>
          </p:nvSpPr>
          <p:spPr>
            <a:xfrm>
              <a:off x="16446292" y="2730851"/>
              <a:ext cx="25835" cy="34056"/>
            </a:xfrm>
            <a:custGeom>
              <a:avLst/>
              <a:gdLst/>
              <a:ahLst/>
              <a:cxnLst/>
              <a:rect l="0" t="0" r="0" b="0"/>
              <a:pathLst>
                <a:path w="25835" h="34056">
                  <a:moveTo>
                    <a:pt x="0" y="0"/>
                  </a:moveTo>
                  <a:lnTo>
                    <a:pt x="25835" y="34056"/>
                  </a:lnTo>
                </a:path>
              </a:pathLst>
            </a:custGeom>
            <a:noFill/>
            <a:ln w="8096">
              <a:solidFill>
                <a:srgbClr val="EBEEF1"/>
              </a:solidFill>
            </a:ln>
          </p:spPr>
        </p:sp>
        <p:sp>
          <p:nvSpPr>
            <p:cNvPr id="5601" name="Output_receptor__5600">
              <a:extLst>
                <a:ext uri="{FF2B5EF4-FFF2-40B4-BE49-F238E27FC236}">
                  <a16:creationId xmlns:a16="http://schemas.microsoft.com/office/drawing/2014/main" id="{CEC6E9FF-71E8-A8D4-3C20-F5F4B9E9B025}"/>
                </a:ext>
              </a:extLst>
            </p:cNvPr>
            <p:cNvSpPr>
              <a:spLocks noGrp="1"/>
            </p:cNvSpPr>
            <p:nvPr/>
          </p:nvSpPr>
          <p:spPr>
            <a:xfrm>
              <a:off x="15683884" y="3426529"/>
              <a:ext cx="1219" cy="51246"/>
            </a:xfrm>
            <a:custGeom>
              <a:avLst/>
              <a:gdLst/>
              <a:ahLst/>
              <a:cxnLst/>
              <a:rect l="0" t="0" r="0" b="0"/>
              <a:pathLst>
                <a:path w="1219" h="51246">
                  <a:moveTo>
                    <a:pt x="1219" y="51246"/>
                  </a:moveTo>
                  <a:lnTo>
                    <a:pt x="0" y="0"/>
                  </a:lnTo>
                </a:path>
              </a:pathLst>
            </a:custGeom>
            <a:noFill/>
            <a:ln w="20003">
              <a:solidFill>
                <a:srgbClr val="EBEEF1"/>
              </a:solidFill>
            </a:ln>
          </p:spPr>
        </p:sp>
        <p:sp>
          <p:nvSpPr>
            <p:cNvPr id="5602" name="Output_receptor__5601">
              <a:extLst>
                <a:ext uri="{FF2B5EF4-FFF2-40B4-BE49-F238E27FC236}">
                  <a16:creationId xmlns:a16="http://schemas.microsoft.com/office/drawing/2014/main" id="{8E6D22AD-33BE-7197-97FE-EB4E7DE11E53}"/>
                </a:ext>
              </a:extLst>
            </p:cNvPr>
            <p:cNvSpPr>
              <a:spLocks noGrp="1"/>
            </p:cNvSpPr>
            <p:nvPr/>
          </p:nvSpPr>
          <p:spPr>
            <a:xfrm>
              <a:off x="16079661" y="3148316"/>
              <a:ext cx="17688" cy="69418"/>
            </a:xfrm>
            <a:custGeom>
              <a:avLst/>
              <a:gdLst/>
              <a:ahLst/>
              <a:cxnLst/>
              <a:rect l="0" t="0" r="0" b="0"/>
              <a:pathLst>
                <a:path w="17688" h="69418">
                  <a:moveTo>
                    <a:pt x="0" y="0"/>
                  </a:moveTo>
                  <a:lnTo>
                    <a:pt x="17688" y="69418"/>
                  </a:lnTo>
                </a:path>
              </a:pathLst>
            </a:custGeom>
            <a:noFill/>
            <a:ln w="20003">
              <a:solidFill>
                <a:srgbClr val="EBEEF1"/>
              </a:solidFill>
            </a:ln>
          </p:spPr>
        </p:sp>
        <p:sp>
          <p:nvSpPr>
            <p:cNvPr id="5603" name="Output_receptor__5602">
              <a:extLst>
                <a:ext uri="{FF2B5EF4-FFF2-40B4-BE49-F238E27FC236}">
                  <a16:creationId xmlns:a16="http://schemas.microsoft.com/office/drawing/2014/main" id="{118E9522-BE72-C6EE-451B-2BC5AF7319DC}"/>
                </a:ext>
              </a:extLst>
            </p:cNvPr>
            <p:cNvSpPr>
              <a:spLocks noGrp="1"/>
            </p:cNvSpPr>
            <p:nvPr/>
          </p:nvSpPr>
          <p:spPr>
            <a:xfrm>
              <a:off x="15660543" y="3647231"/>
              <a:ext cx="47004" cy="29904"/>
            </a:xfrm>
            <a:custGeom>
              <a:avLst/>
              <a:gdLst/>
              <a:ahLst/>
              <a:cxnLst/>
              <a:rect l="0" t="0" r="0" b="0"/>
              <a:pathLst>
                <a:path w="47004" h="29904">
                  <a:moveTo>
                    <a:pt x="0" y="0"/>
                  </a:moveTo>
                  <a:lnTo>
                    <a:pt x="47004" y="29904"/>
                  </a:lnTo>
                </a:path>
              </a:pathLst>
            </a:custGeom>
            <a:noFill/>
            <a:ln w="8096">
              <a:solidFill>
                <a:srgbClr val="EBEEF1"/>
              </a:solidFill>
            </a:ln>
          </p:spPr>
        </p:sp>
        <p:sp>
          <p:nvSpPr>
            <p:cNvPr id="5604" name="Output_receptor__5603">
              <a:extLst>
                <a:ext uri="{FF2B5EF4-FFF2-40B4-BE49-F238E27FC236}">
                  <a16:creationId xmlns:a16="http://schemas.microsoft.com/office/drawing/2014/main" id="{F80C24FC-A62E-F5FF-2255-CC9ECB7AB767}"/>
                </a:ext>
              </a:extLst>
            </p:cNvPr>
            <p:cNvSpPr>
              <a:spLocks noGrp="1"/>
            </p:cNvSpPr>
            <p:nvPr/>
          </p:nvSpPr>
          <p:spPr>
            <a:xfrm>
              <a:off x="16187517" y="2499588"/>
              <a:ext cx="69267" cy="12017"/>
            </a:xfrm>
            <a:custGeom>
              <a:avLst/>
              <a:gdLst/>
              <a:ahLst/>
              <a:cxnLst/>
              <a:rect l="0" t="0" r="0" b="0"/>
              <a:pathLst>
                <a:path w="69267" h="12017">
                  <a:moveTo>
                    <a:pt x="69267" y="0"/>
                  </a:moveTo>
                  <a:lnTo>
                    <a:pt x="0" y="12017"/>
                  </a:lnTo>
                </a:path>
              </a:pathLst>
            </a:custGeom>
            <a:noFill/>
            <a:ln w="20003">
              <a:solidFill>
                <a:srgbClr val="EBEEF1"/>
              </a:solidFill>
            </a:ln>
          </p:spPr>
        </p:sp>
        <p:sp>
          <p:nvSpPr>
            <p:cNvPr id="5605" name="Output_receptor__5604">
              <a:extLst>
                <a:ext uri="{FF2B5EF4-FFF2-40B4-BE49-F238E27FC236}">
                  <a16:creationId xmlns:a16="http://schemas.microsoft.com/office/drawing/2014/main" id="{62B8A79D-6355-1680-6A0B-86273F11A9AB}"/>
                </a:ext>
              </a:extLst>
            </p:cNvPr>
            <p:cNvSpPr>
              <a:spLocks noGrp="1"/>
            </p:cNvSpPr>
            <p:nvPr/>
          </p:nvSpPr>
          <p:spPr>
            <a:xfrm>
              <a:off x="16174127" y="2735686"/>
              <a:ext cx="51380" cy="49625"/>
            </a:xfrm>
            <a:custGeom>
              <a:avLst/>
              <a:gdLst/>
              <a:ahLst/>
              <a:cxnLst/>
              <a:rect l="0" t="0" r="0" b="0"/>
              <a:pathLst>
                <a:path w="51380" h="49625">
                  <a:moveTo>
                    <a:pt x="0" y="0"/>
                  </a:moveTo>
                  <a:lnTo>
                    <a:pt x="51380" y="49625"/>
                  </a:lnTo>
                </a:path>
              </a:pathLst>
            </a:custGeom>
            <a:noFill/>
            <a:ln w="20003">
              <a:solidFill>
                <a:srgbClr val="EBEEF1"/>
              </a:solidFill>
            </a:ln>
          </p:spPr>
        </p:sp>
        <p:sp>
          <p:nvSpPr>
            <p:cNvPr id="5606" name="Output_receptor__5605">
              <a:extLst>
                <a:ext uri="{FF2B5EF4-FFF2-40B4-BE49-F238E27FC236}">
                  <a16:creationId xmlns:a16="http://schemas.microsoft.com/office/drawing/2014/main" id="{1F5ADF3C-8904-0798-173D-5CB9AAA7C921}"/>
                </a:ext>
              </a:extLst>
            </p:cNvPr>
            <p:cNvSpPr>
              <a:spLocks noGrp="1"/>
            </p:cNvSpPr>
            <p:nvPr/>
          </p:nvSpPr>
          <p:spPr>
            <a:xfrm>
              <a:off x="15457683" y="2893067"/>
              <a:ext cx="59872" cy="32051"/>
            </a:xfrm>
            <a:custGeom>
              <a:avLst/>
              <a:gdLst/>
              <a:ahLst/>
              <a:cxnLst/>
              <a:rect l="0" t="0" r="0" b="0"/>
              <a:pathLst>
                <a:path w="59872" h="32051">
                  <a:moveTo>
                    <a:pt x="59872" y="0"/>
                  </a:moveTo>
                  <a:lnTo>
                    <a:pt x="0" y="32051"/>
                  </a:lnTo>
                </a:path>
              </a:pathLst>
            </a:custGeom>
            <a:noFill/>
            <a:ln w="8096">
              <a:solidFill>
                <a:srgbClr val="EBEEF1"/>
              </a:solidFill>
            </a:ln>
          </p:spPr>
        </p:sp>
        <p:sp>
          <p:nvSpPr>
            <p:cNvPr id="5607" name="Output_receptor__5606">
              <a:extLst>
                <a:ext uri="{FF2B5EF4-FFF2-40B4-BE49-F238E27FC236}">
                  <a16:creationId xmlns:a16="http://schemas.microsoft.com/office/drawing/2014/main" id="{356E0D69-52BD-C609-9E57-D724B77720E9}"/>
                </a:ext>
              </a:extLst>
            </p:cNvPr>
            <p:cNvSpPr>
              <a:spLocks noGrp="1"/>
            </p:cNvSpPr>
            <p:nvPr/>
          </p:nvSpPr>
          <p:spPr>
            <a:xfrm>
              <a:off x="15398772" y="3701699"/>
              <a:ext cx="37094" cy="37267"/>
            </a:xfrm>
            <a:custGeom>
              <a:avLst/>
              <a:gdLst/>
              <a:ahLst/>
              <a:cxnLst/>
              <a:rect l="0" t="0" r="0" b="0"/>
              <a:pathLst>
                <a:path w="37094" h="37267">
                  <a:moveTo>
                    <a:pt x="37094" y="0"/>
                  </a:moveTo>
                  <a:lnTo>
                    <a:pt x="0" y="37267"/>
                  </a:lnTo>
                </a:path>
              </a:pathLst>
            </a:custGeom>
            <a:noFill/>
            <a:ln w="8096">
              <a:solidFill>
                <a:srgbClr val="EBEEF1"/>
              </a:solidFill>
            </a:ln>
          </p:spPr>
        </p:sp>
        <p:sp>
          <p:nvSpPr>
            <p:cNvPr id="5608" name="Output_receptor__5607">
              <a:extLst>
                <a:ext uri="{FF2B5EF4-FFF2-40B4-BE49-F238E27FC236}">
                  <a16:creationId xmlns:a16="http://schemas.microsoft.com/office/drawing/2014/main" id="{AE5E5402-D4FD-5E24-8679-075C25A63B96}"/>
                </a:ext>
              </a:extLst>
            </p:cNvPr>
            <p:cNvSpPr>
              <a:spLocks noGrp="1"/>
            </p:cNvSpPr>
            <p:nvPr/>
          </p:nvSpPr>
          <p:spPr>
            <a:xfrm>
              <a:off x="15308173" y="2856661"/>
              <a:ext cx="3178" cy="45024"/>
            </a:xfrm>
            <a:custGeom>
              <a:avLst/>
              <a:gdLst/>
              <a:ahLst/>
              <a:cxnLst/>
              <a:rect l="0" t="0" r="0" b="0"/>
              <a:pathLst>
                <a:path w="3178" h="45024">
                  <a:moveTo>
                    <a:pt x="3178" y="45024"/>
                  </a:moveTo>
                  <a:lnTo>
                    <a:pt x="0" y="0"/>
                  </a:lnTo>
                </a:path>
              </a:pathLst>
            </a:custGeom>
            <a:noFill/>
            <a:ln w="8096">
              <a:solidFill>
                <a:srgbClr val="EBEEF1"/>
              </a:solidFill>
            </a:ln>
          </p:spPr>
        </p:sp>
        <p:sp>
          <p:nvSpPr>
            <p:cNvPr id="5609" name="Output_receptor__5608">
              <a:extLst>
                <a:ext uri="{FF2B5EF4-FFF2-40B4-BE49-F238E27FC236}">
                  <a16:creationId xmlns:a16="http://schemas.microsoft.com/office/drawing/2014/main" id="{A95B5ECF-7BD6-A9C2-D0C8-D6E9E81CCDE6}"/>
                </a:ext>
              </a:extLst>
            </p:cNvPr>
            <p:cNvSpPr>
              <a:spLocks noGrp="1"/>
            </p:cNvSpPr>
            <p:nvPr/>
          </p:nvSpPr>
          <p:spPr>
            <a:xfrm>
              <a:off x="16322949" y="3389136"/>
              <a:ext cx="17943" cy="66353"/>
            </a:xfrm>
            <a:custGeom>
              <a:avLst/>
              <a:gdLst/>
              <a:ahLst/>
              <a:cxnLst/>
              <a:rect l="0" t="0" r="0" b="0"/>
              <a:pathLst>
                <a:path w="17943" h="66353">
                  <a:moveTo>
                    <a:pt x="17943" y="66353"/>
                  </a:moveTo>
                  <a:lnTo>
                    <a:pt x="0" y="0"/>
                  </a:lnTo>
                </a:path>
              </a:pathLst>
            </a:custGeom>
            <a:noFill/>
            <a:ln w="20003">
              <a:solidFill>
                <a:srgbClr val="EBEEF1"/>
              </a:solidFill>
            </a:ln>
          </p:spPr>
        </p:sp>
        <p:sp>
          <p:nvSpPr>
            <p:cNvPr id="5610" name="Output_receptor__5609">
              <a:extLst>
                <a:ext uri="{FF2B5EF4-FFF2-40B4-BE49-F238E27FC236}">
                  <a16:creationId xmlns:a16="http://schemas.microsoft.com/office/drawing/2014/main" id="{71615F4C-4083-1AC9-C440-A376E7CEEB2C}"/>
                </a:ext>
              </a:extLst>
            </p:cNvPr>
            <p:cNvSpPr>
              <a:spLocks noGrp="1"/>
            </p:cNvSpPr>
            <p:nvPr/>
          </p:nvSpPr>
          <p:spPr>
            <a:xfrm>
              <a:off x="15766144" y="3429056"/>
              <a:ext cx="10677" cy="64338"/>
            </a:xfrm>
            <a:custGeom>
              <a:avLst/>
              <a:gdLst/>
              <a:ahLst/>
              <a:cxnLst/>
              <a:rect l="0" t="0" r="0" b="0"/>
              <a:pathLst>
                <a:path w="10677" h="64338">
                  <a:moveTo>
                    <a:pt x="0" y="64338"/>
                  </a:moveTo>
                  <a:lnTo>
                    <a:pt x="10677" y="0"/>
                  </a:lnTo>
                </a:path>
              </a:pathLst>
            </a:custGeom>
            <a:noFill/>
            <a:ln w="20003">
              <a:solidFill>
                <a:srgbClr val="ECEEF1"/>
              </a:solidFill>
            </a:ln>
          </p:spPr>
        </p:sp>
        <p:sp>
          <p:nvSpPr>
            <p:cNvPr id="5611" name="Output_receptor__5610">
              <a:extLst>
                <a:ext uri="{FF2B5EF4-FFF2-40B4-BE49-F238E27FC236}">
                  <a16:creationId xmlns:a16="http://schemas.microsoft.com/office/drawing/2014/main" id="{3335F226-B6B8-1CCC-D8DD-3189E25A7B04}"/>
                </a:ext>
              </a:extLst>
            </p:cNvPr>
            <p:cNvSpPr>
              <a:spLocks noGrp="1"/>
            </p:cNvSpPr>
            <p:nvPr/>
          </p:nvSpPr>
          <p:spPr>
            <a:xfrm>
              <a:off x="14985138" y="2864275"/>
              <a:ext cx="39157" cy="53281"/>
            </a:xfrm>
            <a:custGeom>
              <a:avLst/>
              <a:gdLst/>
              <a:ahLst/>
              <a:cxnLst/>
              <a:rect l="0" t="0" r="0" b="0"/>
              <a:pathLst>
                <a:path w="39157" h="53281">
                  <a:moveTo>
                    <a:pt x="0" y="53281"/>
                  </a:moveTo>
                  <a:lnTo>
                    <a:pt x="39157" y="0"/>
                  </a:lnTo>
                </a:path>
              </a:pathLst>
            </a:custGeom>
            <a:noFill/>
            <a:ln w="20003">
              <a:solidFill>
                <a:srgbClr val="ECEEF1"/>
              </a:solidFill>
            </a:ln>
          </p:spPr>
        </p:sp>
        <p:sp>
          <p:nvSpPr>
            <p:cNvPr id="5612" name="Output_receptor__5611">
              <a:extLst>
                <a:ext uri="{FF2B5EF4-FFF2-40B4-BE49-F238E27FC236}">
                  <a16:creationId xmlns:a16="http://schemas.microsoft.com/office/drawing/2014/main" id="{05D7DB7F-FD34-D70C-FE42-9B146999D938}"/>
                </a:ext>
              </a:extLst>
            </p:cNvPr>
            <p:cNvSpPr>
              <a:spLocks noGrp="1"/>
            </p:cNvSpPr>
            <p:nvPr/>
          </p:nvSpPr>
          <p:spPr>
            <a:xfrm>
              <a:off x="15241305" y="3569730"/>
              <a:ext cx="58452" cy="17269"/>
            </a:xfrm>
            <a:custGeom>
              <a:avLst/>
              <a:gdLst/>
              <a:ahLst/>
              <a:cxnLst/>
              <a:rect l="0" t="0" r="0" b="0"/>
              <a:pathLst>
                <a:path w="58452" h="17269">
                  <a:moveTo>
                    <a:pt x="58452" y="0"/>
                  </a:moveTo>
                  <a:lnTo>
                    <a:pt x="0" y="17269"/>
                  </a:lnTo>
                </a:path>
              </a:pathLst>
            </a:custGeom>
            <a:noFill/>
            <a:ln w="20003">
              <a:solidFill>
                <a:srgbClr val="ECEEF1"/>
              </a:solidFill>
            </a:ln>
          </p:spPr>
        </p:sp>
        <p:sp>
          <p:nvSpPr>
            <p:cNvPr id="5613" name="Output_receptor__5612">
              <a:extLst>
                <a:ext uri="{FF2B5EF4-FFF2-40B4-BE49-F238E27FC236}">
                  <a16:creationId xmlns:a16="http://schemas.microsoft.com/office/drawing/2014/main" id="{F1B58C07-BACF-B57F-482F-04334166B231}"/>
                </a:ext>
              </a:extLst>
            </p:cNvPr>
            <p:cNvSpPr>
              <a:spLocks noGrp="1"/>
            </p:cNvSpPr>
            <p:nvPr/>
          </p:nvSpPr>
          <p:spPr>
            <a:xfrm>
              <a:off x="15574781" y="3471025"/>
              <a:ext cx="30333" cy="2582"/>
            </a:xfrm>
            <a:custGeom>
              <a:avLst/>
              <a:gdLst/>
              <a:ahLst/>
              <a:cxnLst/>
              <a:rect l="0" t="0" r="0" b="0"/>
              <a:pathLst>
                <a:path w="30333" h="2582">
                  <a:moveTo>
                    <a:pt x="0" y="2582"/>
                  </a:moveTo>
                  <a:lnTo>
                    <a:pt x="30333" y="0"/>
                  </a:lnTo>
                </a:path>
              </a:pathLst>
            </a:custGeom>
            <a:noFill/>
            <a:ln w="20003">
              <a:solidFill>
                <a:srgbClr val="ECEEF1"/>
              </a:solidFill>
            </a:ln>
          </p:spPr>
        </p:sp>
        <p:sp>
          <p:nvSpPr>
            <p:cNvPr id="5614" name="Output_receptor__5613">
              <a:extLst>
                <a:ext uri="{FF2B5EF4-FFF2-40B4-BE49-F238E27FC236}">
                  <a16:creationId xmlns:a16="http://schemas.microsoft.com/office/drawing/2014/main" id="{932FCC7B-588C-69F8-8C3B-30DCED0918F9}"/>
                </a:ext>
              </a:extLst>
            </p:cNvPr>
            <p:cNvSpPr>
              <a:spLocks noGrp="1"/>
            </p:cNvSpPr>
            <p:nvPr/>
          </p:nvSpPr>
          <p:spPr>
            <a:xfrm>
              <a:off x="14930425" y="3219068"/>
              <a:ext cx="14800" cy="62394"/>
            </a:xfrm>
            <a:custGeom>
              <a:avLst/>
              <a:gdLst/>
              <a:ahLst/>
              <a:cxnLst/>
              <a:rect l="0" t="0" r="0" b="0"/>
              <a:pathLst>
                <a:path w="14800" h="62394">
                  <a:moveTo>
                    <a:pt x="14800" y="62394"/>
                  </a:moveTo>
                  <a:lnTo>
                    <a:pt x="0" y="0"/>
                  </a:lnTo>
                </a:path>
              </a:pathLst>
            </a:custGeom>
            <a:noFill/>
            <a:ln w="8096">
              <a:solidFill>
                <a:srgbClr val="ECEEF1"/>
              </a:solidFill>
            </a:ln>
          </p:spPr>
        </p:sp>
        <p:sp>
          <p:nvSpPr>
            <p:cNvPr id="5615" name="Output_receptor__5614">
              <a:extLst>
                <a:ext uri="{FF2B5EF4-FFF2-40B4-BE49-F238E27FC236}">
                  <a16:creationId xmlns:a16="http://schemas.microsoft.com/office/drawing/2014/main" id="{3EB36407-5708-429E-59F2-B5E44B6E797A}"/>
                </a:ext>
              </a:extLst>
            </p:cNvPr>
            <p:cNvSpPr>
              <a:spLocks noGrp="1"/>
            </p:cNvSpPr>
            <p:nvPr/>
          </p:nvSpPr>
          <p:spPr>
            <a:xfrm>
              <a:off x="15306027" y="3440709"/>
              <a:ext cx="6713" cy="14737"/>
            </a:xfrm>
            <a:custGeom>
              <a:avLst/>
              <a:gdLst/>
              <a:ahLst/>
              <a:cxnLst/>
              <a:rect l="0" t="0" r="0" b="0"/>
              <a:pathLst>
                <a:path w="6713" h="14737">
                  <a:moveTo>
                    <a:pt x="6713" y="14737"/>
                  </a:moveTo>
                  <a:lnTo>
                    <a:pt x="0" y="0"/>
                  </a:lnTo>
                </a:path>
              </a:pathLst>
            </a:custGeom>
            <a:noFill/>
            <a:ln w="8096">
              <a:solidFill>
                <a:srgbClr val="ECEEF1"/>
              </a:solidFill>
            </a:ln>
          </p:spPr>
        </p:sp>
        <p:sp>
          <p:nvSpPr>
            <p:cNvPr id="5616" name="Output_receptor__5615">
              <a:extLst>
                <a:ext uri="{FF2B5EF4-FFF2-40B4-BE49-F238E27FC236}">
                  <a16:creationId xmlns:a16="http://schemas.microsoft.com/office/drawing/2014/main" id="{153FC7E3-A0F3-96E7-B11D-09F98511D3C2}"/>
                </a:ext>
              </a:extLst>
            </p:cNvPr>
            <p:cNvSpPr>
              <a:spLocks noGrp="1"/>
            </p:cNvSpPr>
            <p:nvPr/>
          </p:nvSpPr>
          <p:spPr>
            <a:xfrm>
              <a:off x="14956597" y="3065726"/>
              <a:ext cx="8433" cy="70092"/>
            </a:xfrm>
            <a:custGeom>
              <a:avLst/>
              <a:gdLst/>
              <a:ahLst/>
              <a:cxnLst/>
              <a:rect l="0" t="0" r="0" b="0"/>
              <a:pathLst>
                <a:path w="8433" h="70092">
                  <a:moveTo>
                    <a:pt x="8433" y="70092"/>
                  </a:moveTo>
                  <a:lnTo>
                    <a:pt x="0" y="0"/>
                  </a:lnTo>
                </a:path>
              </a:pathLst>
            </a:custGeom>
            <a:noFill/>
            <a:ln w="20003">
              <a:solidFill>
                <a:srgbClr val="ECEEF1"/>
              </a:solidFill>
            </a:ln>
          </p:spPr>
        </p:sp>
        <p:sp>
          <p:nvSpPr>
            <p:cNvPr id="5617" name="Output_receptor__5616">
              <a:extLst>
                <a:ext uri="{FF2B5EF4-FFF2-40B4-BE49-F238E27FC236}">
                  <a16:creationId xmlns:a16="http://schemas.microsoft.com/office/drawing/2014/main" id="{27370674-0138-80DF-B27A-FEFCF5D8037E}"/>
                </a:ext>
              </a:extLst>
            </p:cNvPr>
            <p:cNvSpPr>
              <a:spLocks noGrp="1"/>
            </p:cNvSpPr>
            <p:nvPr/>
          </p:nvSpPr>
          <p:spPr>
            <a:xfrm>
              <a:off x="15429731" y="3343459"/>
              <a:ext cx="14885" cy="36072"/>
            </a:xfrm>
            <a:custGeom>
              <a:avLst/>
              <a:gdLst/>
              <a:ahLst/>
              <a:cxnLst/>
              <a:rect l="0" t="0" r="0" b="0"/>
              <a:pathLst>
                <a:path w="14885" h="36072">
                  <a:moveTo>
                    <a:pt x="0" y="0"/>
                  </a:moveTo>
                  <a:lnTo>
                    <a:pt x="14885" y="36072"/>
                  </a:lnTo>
                </a:path>
              </a:pathLst>
            </a:custGeom>
            <a:noFill/>
            <a:ln w="8096">
              <a:solidFill>
                <a:srgbClr val="ECEEF1"/>
              </a:solidFill>
            </a:ln>
          </p:spPr>
        </p:sp>
        <p:sp>
          <p:nvSpPr>
            <p:cNvPr id="5618" name="Output_receptor__5617">
              <a:extLst>
                <a:ext uri="{FF2B5EF4-FFF2-40B4-BE49-F238E27FC236}">
                  <a16:creationId xmlns:a16="http://schemas.microsoft.com/office/drawing/2014/main" id="{16C37E7C-B831-B8CE-D52A-F68B7163AF06}"/>
                </a:ext>
              </a:extLst>
            </p:cNvPr>
            <p:cNvSpPr>
              <a:spLocks noGrp="1"/>
            </p:cNvSpPr>
            <p:nvPr/>
          </p:nvSpPr>
          <p:spPr>
            <a:xfrm>
              <a:off x="15517555" y="2848661"/>
              <a:ext cx="36229" cy="44406"/>
            </a:xfrm>
            <a:custGeom>
              <a:avLst/>
              <a:gdLst/>
              <a:ahLst/>
              <a:cxnLst/>
              <a:rect l="0" t="0" r="0" b="0"/>
              <a:pathLst>
                <a:path w="36229" h="44406">
                  <a:moveTo>
                    <a:pt x="36229" y="0"/>
                  </a:moveTo>
                  <a:lnTo>
                    <a:pt x="0" y="44406"/>
                  </a:lnTo>
                </a:path>
              </a:pathLst>
            </a:custGeom>
            <a:noFill/>
            <a:ln w="20003">
              <a:solidFill>
                <a:srgbClr val="ECEEF1"/>
              </a:solidFill>
            </a:ln>
          </p:spPr>
        </p:sp>
        <p:sp>
          <p:nvSpPr>
            <p:cNvPr id="5619" name="Output_receptor__5618">
              <a:extLst>
                <a:ext uri="{FF2B5EF4-FFF2-40B4-BE49-F238E27FC236}">
                  <a16:creationId xmlns:a16="http://schemas.microsoft.com/office/drawing/2014/main" id="{41035E00-C647-3253-481D-024264006B43}"/>
                </a:ext>
              </a:extLst>
            </p:cNvPr>
            <p:cNvSpPr>
              <a:spLocks noGrp="1"/>
            </p:cNvSpPr>
            <p:nvPr/>
          </p:nvSpPr>
          <p:spPr>
            <a:xfrm>
              <a:off x="15365933" y="2971923"/>
              <a:ext cx="27234" cy="66568"/>
            </a:xfrm>
            <a:custGeom>
              <a:avLst/>
              <a:gdLst/>
              <a:ahLst/>
              <a:cxnLst/>
              <a:rect l="0" t="0" r="0" b="0"/>
              <a:pathLst>
                <a:path w="27234" h="66568">
                  <a:moveTo>
                    <a:pt x="0" y="0"/>
                  </a:moveTo>
                  <a:lnTo>
                    <a:pt x="27234" y="66568"/>
                  </a:lnTo>
                </a:path>
              </a:pathLst>
            </a:custGeom>
            <a:noFill/>
            <a:ln w="20003">
              <a:solidFill>
                <a:srgbClr val="ECEEF1"/>
              </a:solidFill>
            </a:ln>
          </p:spPr>
        </p:sp>
        <p:sp>
          <p:nvSpPr>
            <p:cNvPr id="5620" name="Output_receptor__5619">
              <a:extLst>
                <a:ext uri="{FF2B5EF4-FFF2-40B4-BE49-F238E27FC236}">
                  <a16:creationId xmlns:a16="http://schemas.microsoft.com/office/drawing/2014/main" id="{48E42CA9-9D53-0C0A-1A72-6DB19A172839}"/>
                </a:ext>
              </a:extLst>
            </p:cNvPr>
            <p:cNvSpPr>
              <a:spLocks noGrp="1"/>
            </p:cNvSpPr>
            <p:nvPr/>
          </p:nvSpPr>
          <p:spPr>
            <a:xfrm>
              <a:off x="15215807" y="3587000"/>
              <a:ext cx="25499" cy="43788"/>
            </a:xfrm>
            <a:custGeom>
              <a:avLst/>
              <a:gdLst/>
              <a:ahLst/>
              <a:cxnLst/>
              <a:rect l="0" t="0" r="0" b="0"/>
              <a:pathLst>
                <a:path w="25499" h="43788">
                  <a:moveTo>
                    <a:pt x="25499" y="0"/>
                  </a:moveTo>
                  <a:lnTo>
                    <a:pt x="0" y="43788"/>
                  </a:lnTo>
                </a:path>
              </a:pathLst>
            </a:custGeom>
            <a:noFill/>
            <a:ln w="8096">
              <a:solidFill>
                <a:srgbClr val="ECEEF1"/>
              </a:solidFill>
            </a:ln>
          </p:spPr>
        </p:sp>
        <p:sp>
          <p:nvSpPr>
            <p:cNvPr id="5621" name="Output_receptor__5620">
              <a:extLst>
                <a:ext uri="{FF2B5EF4-FFF2-40B4-BE49-F238E27FC236}">
                  <a16:creationId xmlns:a16="http://schemas.microsoft.com/office/drawing/2014/main" id="{22254B12-025B-8CEF-8C2E-8BCF2EBB2C02}"/>
                </a:ext>
              </a:extLst>
            </p:cNvPr>
            <p:cNvSpPr>
              <a:spLocks noGrp="1"/>
            </p:cNvSpPr>
            <p:nvPr/>
          </p:nvSpPr>
          <p:spPr>
            <a:xfrm>
              <a:off x="16256784" y="2456834"/>
              <a:ext cx="41175" cy="42754"/>
            </a:xfrm>
            <a:custGeom>
              <a:avLst/>
              <a:gdLst/>
              <a:ahLst/>
              <a:cxnLst/>
              <a:rect l="0" t="0" r="0" b="0"/>
              <a:pathLst>
                <a:path w="41175" h="42754">
                  <a:moveTo>
                    <a:pt x="41175" y="0"/>
                  </a:moveTo>
                  <a:lnTo>
                    <a:pt x="0" y="42754"/>
                  </a:lnTo>
                </a:path>
              </a:pathLst>
            </a:custGeom>
            <a:noFill/>
            <a:ln w="20003">
              <a:solidFill>
                <a:srgbClr val="ECEEF1"/>
              </a:solidFill>
            </a:ln>
          </p:spPr>
        </p:sp>
        <p:sp>
          <p:nvSpPr>
            <p:cNvPr id="5622" name="Output_receptor__5621">
              <a:extLst>
                <a:ext uri="{FF2B5EF4-FFF2-40B4-BE49-F238E27FC236}">
                  <a16:creationId xmlns:a16="http://schemas.microsoft.com/office/drawing/2014/main" id="{010DF012-4153-34F7-2F18-FC1C68C7181E}"/>
                </a:ext>
              </a:extLst>
            </p:cNvPr>
            <p:cNvSpPr>
              <a:spLocks noGrp="1"/>
            </p:cNvSpPr>
            <p:nvPr/>
          </p:nvSpPr>
          <p:spPr>
            <a:xfrm>
              <a:off x="15740716" y="3084384"/>
              <a:ext cx="31319" cy="63639"/>
            </a:xfrm>
            <a:custGeom>
              <a:avLst/>
              <a:gdLst/>
              <a:ahLst/>
              <a:cxnLst/>
              <a:rect l="0" t="0" r="0" b="0"/>
              <a:pathLst>
                <a:path w="31319" h="63639">
                  <a:moveTo>
                    <a:pt x="0" y="63639"/>
                  </a:moveTo>
                  <a:lnTo>
                    <a:pt x="31319" y="0"/>
                  </a:lnTo>
                </a:path>
              </a:pathLst>
            </a:custGeom>
            <a:noFill/>
            <a:ln w="20003">
              <a:solidFill>
                <a:srgbClr val="ECEFF1"/>
              </a:solidFill>
            </a:ln>
          </p:spPr>
        </p:sp>
        <p:sp>
          <p:nvSpPr>
            <p:cNvPr id="5623" name="Output_receptor__5622">
              <a:extLst>
                <a:ext uri="{FF2B5EF4-FFF2-40B4-BE49-F238E27FC236}">
                  <a16:creationId xmlns:a16="http://schemas.microsoft.com/office/drawing/2014/main" id="{60AE6DE0-0356-B961-05F6-7704BB891E22}"/>
                </a:ext>
              </a:extLst>
            </p:cNvPr>
            <p:cNvSpPr>
              <a:spLocks noGrp="1"/>
            </p:cNvSpPr>
            <p:nvPr/>
          </p:nvSpPr>
          <p:spPr>
            <a:xfrm>
              <a:off x="16167953" y="3132291"/>
              <a:ext cx="3551" cy="31637"/>
            </a:xfrm>
            <a:custGeom>
              <a:avLst/>
              <a:gdLst/>
              <a:ahLst/>
              <a:cxnLst/>
              <a:rect l="0" t="0" r="0" b="0"/>
              <a:pathLst>
                <a:path w="3551" h="31637">
                  <a:moveTo>
                    <a:pt x="3551" y="0"/>
                  </a:moveTo>
                  <a:lnTo>
                    <a:pt x="0" y="31637"/>
                  </a:lnTo>
                </a:path>
              </a:pathLst>
            </a:custGeom>
            <a:noFill/>
            <a:ln w="20003">
              <a:solidFill>
                <a:srgbClr val="ECEFF1"/>
              </a:solidFill>
            </a:ln>
          </p:spPr>
        </p:sp>
        <p:sp>
          <p:nvSpPr>
            <p:cNvPr id="5624" name="Output_receptor__5623">
              <a:extLst>
                <a:ext uri="{FF2B5EF4-FFF2-40B4-BE49-F238E27FC236}">
                  <a16:creationId xmlns:a16="http://schemas.microsoft.com/office/drawing/2014/main" id="{E418920D-11AD-E805-5A66-47787D2EA321}"/>
                </a:ext>
              </a:extLst>
            </p:cNvPr>
            <p:cNvSpPr>
              <a:spLocks noGrp="1"/>
            </p:cNvSpPr>
            <p:nvPr/>
          </p:nvSpPr>
          <p:spPr>
            <a:xfrm>
              <a:off x="15710061" y="2628758"/>
              <a:ext cx="52121" cy="44123"/>
            </a:xfrm>
            <a:custGeom>
              <a:avLst/>
              <a:gdLst/>
              <a:ahLst/>
              <a:cxnLst/>
              <a:rect l="0" t="0" r="0" b="0"/>
              <a:pathLst>
                <a:path w="52121" h="44123">
                  <a:moveTo>
                    <a:pt x="0" y="44123"/>
                  </a:moveTo>
                  <a:lnTo>
                    <a:pt x="52121" y="0"/>
                  </a:lnTo>
                </a:path>
              </a:pathLst>
            </a:custGeom>
            <a:noFill/>
            <a:ln w="8096">
              <a:solidFill>
                <a:srgbClr val="ECEFF1"/>
              </a:solidFill>
            </a:ln>
          </p:spPr>
        </p:sp>
        <p:sp>
          <p:nvSpPr>
            <p:cNvPr id="5625" name="Output_receptor__5624">
              <a:extLst>
                <a:ext uri="{FF2B5EF4-FFF2-40B4-BE49-F238E27FC236}">
                  <a16:creationId xmlns:a16="http://schemas.microsoft.com/office/drawing/2014/main" id="{AC74F31F-D5D3-4C7F-D8AF-972F8C9DA3BC}"/>
                </a:ext>
              </a:extLst>
            </p:cNvPr>
            <p:cNvSpPr>
              <a:spLocks noGrp="1"/>
            </p:cNvSpPr>
            <p:nvPr/>
          </p:nvSpPr>
          <p:spPr>
            <a:xfrm>
              <a:off x="15668796" y="2571192"/>
              <a:ext cx="4202" cy="32108"/>
            </a:xfrm>
            <a:custGeom>
              <a:avLst/>
              <a:gdLst/>
              <a:ahLst/>
              <a:cxnLst/>
              <a:rect l="0" t="0" r="0" b="0"/>
              <a:pathLst>
                <a:path w="4202" h="32108">
                  <a:moveTo>
                    <a:pt x="0" y="0"/>
                  </a:moveTo>
                  <a:lnTo>
                    <a:pt x="4202" y="32108"/>
                  </a:lnTo>
                </a:path>
              </a:pathLst>
            </a:custGeom>
            <a:noFill/>
            <a:ln w="8096">
              <a:solidFill>
                <a:srgbClr val="ECEFF1"/>
              </a:solidFill>
            </a:ln>
          </p:spPr>
        </p:sp>
        <p:sp>
          <p:nvSpPr>
            <p:cNvPr id="5626" name="Output_receptor__5625">
              <a:extLst>
                <a:ext uri="{FF2B5EF4-FFF2-40B4-BE49-F238E27FC236}">
                  <a16:creationId xmlns:a16="http://schemas.microsoft.com/office/drawing/2014/main" id="{FF0CBD70-14E2-44BE-1A22-0E8E97CD721F}"/>
                </a:ext>
              </a:extLst>
            </p:cNvPr>
            <p:cNvSpPr>
              <a:spLocks noGrp="1"/>
            </p:cNvSpPr>
            <p:nvPr/>
          </p:nvSpPr>
          <p:spPr>
            <a:xfrm>
              <a:off x="15876517" y="3056359"/>
              <a:ext cx="69677" cy="8708"/>
            </a:xfrm>
            <a:custGeom>
              <a:avLst/>
              <a:gdLst/>
              <a:ahLst/>
              <a:cxnLst/>
              <a:rect l="0" t="0" r="0" b="0"/>
              <a:pathLst>
                <a:path w="69677" h="8708">
                  <a:moveTo>
                    <a:pt x="0" y="0"/>
                  </a:moveTo>
                  <a:lnTo>
                    <a:pt x="69677" y="8708"/>
                  </a:lnTo>
                </a:path>
              </a:pathLst>
            </a:custGeom>
            <a:noFill/>
            <a:ln w="8096">
              <a:solidFill>
                <a:srgbClr val="ECEFF1"/>
              </a:solidFill>
            </a:ln>
          </p:spPr>
        </p:sp>
        <p:sp>
          <p:nvSpPr>
            <p:cNvPr id="5627" name="Output_receptor__5626">
              <a:extLst>
                <a:ext uri="{FF2B5EF4-FFF2-40B4-BE49-F238E27FC236}">
                  <a16:creationId xmlns:a16="http://schemas.microsoft.com/office/drawing/2014/main" id="{C5D3651A-B6B4-0B2A-6A44-EA295BF3374F}"/>
                </a:ext>
              </a:extLst>
            </p:cNvPr>
            <p:cNvSpPr>
              <a:spLocks noGrp="1"/>
            </p:cNvSpPr>
            <p:nvPr/>
          </p:nvSpPr>
          <p:spPr>
            <a:xfrm>
              <a:off x="15663999" y="2849055"/>
              <a:ext cx="40545" cy="58890"/>
            </a:xfrm>
            <a:custGeom>
              <a:avLst/>
              <a:gdLst/>
              <a:ahLst/>
              <a:cxnLst/>
              <a:rect l="0" t="0" r="0" b="0"/>
              <a:pathLst>
                <a:path w="40545" h="58890">
                  <a:moveTo>
                    <a:pt x="40545" y="58890"/>
                  </a:moveTo>
                  <a:lnTo>
                    <a:pt x="0" y="0"/>
                  </a:lnTo>
                </a:path>
              </a:pathLst>
            </a:custGeom>
            <a:noFill/>
            <a:ln w="20003">
              <a:solidFill>
                <a:srgbClr val="ECEFF1"/>
              </a:solidFill>
            </a:ln>
          </p:spPr>
        </p:sp>
        <p:sp>
          <p:nvSpPr>
            <p:cNvPr id="5628" name="Output_receptor__5627">
              <a:extLst>
                <a:ext uri="{FF2B5EF4-FFF2-40B4-BE49-F238E27FC236}">
                  <a16:creationId xmlns:a16="http://schemas.microsoft.com/office/drawing/2014/main" id="{A9ACEFA7-0100-6917-850A-5401526D30D9}"/>
                </a:ext>
              </a:extLst>
            </p:cNvPr>
            <p:cNvSpPr>
              <a:spLocks noGrp="1"/>
            </p:cNvSpPr>
            <p:nvPr/>
          </p:nvSpPr>
          <p:spPr>
            <a:xfrm>
              <a:off x="15534213" y="3260682"/>
              <a:ext cx="50555" cy="50408"/>
            </a:xfrm>
            <a:custGeom>
              <a:avLst/>
              <a:gdLst/>
              <a:ahLst/>
              <a:cxnLst/>
              <a:rect l="0" t="0" r="0" b="0"/>
              <a:pathLst>
                <a:path w="50555" h="50408">
                  <a:moveTo>
                    <a:pt x="0" y="0"/>
                  </a:moveTo>
                  <a:lnTo>
                    <a:pt x="50555" y="50408"/>
                  </a:lnTo>
                </a:path>
              </a:pathLst>
            </a:custGeom>
            <a:noFill/>
            <a:ln w="20003">
              <a:solidFill>
                <a:srgbClr val="ECEFF1"/>
              </a:solidFill>
            </a:ln>
          </p:spPr>
        </p:sp>
        <p:sp>
          <p:nvSpPr>
            <p:cNvPr id="5629" name="Output_receptor__5628">
              <a:extLst>
                <a:ext uri="{FF2B5EF4-FFF2-40B4-BE49-F238E27FC236}">
                  <a16:creationId xmlns:a16="http://schemas.microsoft.com/office/drawing/2014/main" id="{705EAED2-E9FB-E437-7F61-0C61EC3C91E4}"/>
                </a:ext>
              </a:extLst>
            </p:cNvPr>
            <p:cNvSpPr>
              <a:spLocks noGrp="1"/>
            </p:cNvSpPr>
            <p:nvPr/>
          </p:nvSpPr>
          <p:spPr>
            <a:xfrm>
              <a:off x="16297959" y="2409559"/>
              <a:ext cx="42571" cy="47275"/>
            </a:xfrm>
            <a:custGeom>
              <a:avLst/>
              <a:gdLst/>
              <a:ahLst/>
              <a:cxnLst/>
              <a:rect l="0" t="0" r="0" b="0"/>
              <a:pathLst>
                <a:path w="42571" h="47275">
                  <a:moveTo>
                    <a:pt x="42571" y="0"/>
                  </a:moveTo>
                  <a:lnTo>
                    <a:pt x="0" y="47275"/>
                  </a:lnTo>
                </a:path>
              </a:pathLst>
            </a:custGeom>
            <a:noFill/>
            <a:ln w="8096">
              <a:solidFill>
                <a:srgbClr val="ECEFF1"/>
              </a:solidFill>
            </a:ln>
          </p:spPr>
        </p:sp>
        <p:sp>
          <p:nvSpPr>
            <p:cNvPr id="5630" name="Output_receptor__5629">
              <a:extLst>
                <a:ext uri="{FF2B5EF4-FFF2-40B4-BE49-F238E27FC236}">
                  <a16:creationId xmlns:a16="http://schemas.microsoft.com/office/drawing/2014/main" id="{B8640AF0-1280-2C2A-2B54-0F0F2CC335B5}"/>
                </a:ext>
              </a:extLst>
            </p:cNvPr>
            <p:cNvSpPr>
              <a:spLocks noGrp="1"/>
            </p:cNvSpPr>
            <p:nvPr/>
          </p:nvSpPr>
          <p:spPr>
            <a:xfrm>
              <a:off x="15439205" y="3512129"/>
              <a:ext cx="11949" cy="49514"/>
            </a:xfrm>
            <a:custGeom>
              <a:avLst/>
              <a:gdLst/>
              <a:ahLst/>
              <a:cxnLst/>
              <a:rect l="0" t="0" r="0" b="0"/>
              <a:pathLst>
                <a:path w="11949" h="49514">
                  <a:moveTo>
                    <a:pt x="11949" y="49514"/>
                  </a:moveTo>
                  <a:lnTo>
                    <a:pt x="0" y="0"/>
                  </a:lnTo>
                </a:path>
              </a:pathLst>
            </a:custGeom>
            <a:noFill/>
            <a:ln w="8096">
              <a:solidFill>
                <a:srgbClr val="ECEFF1"/>
              </a:solidFill>
            </a:ln>
          </p:spPr>
        </p:sp>
        <p:sp>
          <p:nvSpPr>
            <p:cNvPr id="5631" name="Output_receptor__5630">
              <a:extLst>
                <a:ext uri="{FF2B5EF4-FFF2-40B4-BE49-F238E27FC236}">
                  <a16:creationId xmlns:a16="http://schemas.microsoft.com/office/drawing/2014/main" id="{42297C3B-154B-BC6D-A809-E10406FD3027}"/>
                </a:ext>
              </a:extLst>
            </p:cNvPr>
            <p:cNvSpPr>
              <a:spLocks noGrp="1"/>
            </p:cNvSpPr>
            <p:nvPr/>
          </p:nvSpPr>
          <p:spPr>
            <a:xfrm>
              <a:off x="15501278" y="2639863"/>
              <a:ext cx="54465" cy="30692"/>
            </a:xfrm>
            <a:custGeom>
              <a:avLst/>
              <a:gdLst/>
              <a:ahLst/>
              <a:cxnLst/>
              <a:rect l="0" t="0" r="0" b="0"/>
              <a:pathLst>
                <a:path w="54465" h="30692">
                  <a:moveTo>
                    <a:pt x="54465" y="30692"/>
                  </a:moveTo>
                  <a:lnTo>
                    <a:pt x="0" y="0"/>
                  </a:lnTo>
                </a:path>
              </a:pathLst>
            </a:custGeom>
            <a:noFill/>
            <a:ln w="20003">
              <a:solidFill>
                <a:srgbClr val="ECEFF1"/>
              </a:solidFill>
            </a:ln>
          </p:spPr>
        </p:sp>
        <p:sp>
          <p:nvSpPr>
            <p:cNvPr id="5632" name="Output_receptor__5631">
              <a:extLst>
                <a:ext uri="{FF2B5EF4-FFF2-40B4-BE49-F238E27FC236}">
                  <a16:creationId xmlns:a16="http://schemas.microsoft.com/office/drawing/2014/main" id="{954EC90F-0C1A-692D-9650-B5095658415D}"/>
                </a:ext>
              </a:extLst>
            </p:cNvPr>
            <p:cNvSpPr>
              <a:spLocks noGrp="1"/>
            </p:cNvSpPr>
            <p:nvPr/>
          </p:nvSpPr>
          <p:spPr>
            <a:xfrm>
              <a:off x="16024040" y="3006190"/>
              <a:ext cx="52022" cy="6123"/>
            </a:xfrm>
            <a:custGeom>
              <a:avLst/>
              <a:gdLst/>
              <a:ahLst/>
              <a:cxnLst/>
              <a:rect l="0" t="0" r="0" b="0"/>
              <a:pathLst>
                <a:path w="52022" h="6123">
                  <a:moveTo>
                    <a:pt x="52022" y="6123"/>
                  </a:moveTo>
                  <a:lnTo>
                    <a:pt x="0" y="0"/>
                  </a:lnTo>
                </a:path>
              </a:pathLst>
            </a:custGeom>
            <a:noFill/>
            <a:ln w="20003">
              <a:solidFill>
                <a:srgbClr val="ECEFF1"/>
              </a:solidFill>
            </a:ln>
          </p:spPr>
        </p:sp>
        <p:sp>
          <p:nvSpPr>
            <p:cNvPr id="5633" name="Output_receptor__5632">
              <a:extLst>
                <a:ext uri="{FF2B5EF4-FFF2-40B4-BE49-F238E27FC236}">
                  <a16:creationId xmlns:a16="http://schemas.microsoft.com/office/drawing/2014/main" id="{04132669-7ED4-28DF-00DF-D37E27534F6F}"/>
                </a:ext>
              </a:extLst>
            </p:cNvPr>
            <p:cNvSpPr>
              <a:spLocks noGrp="1"/>
            </p:cNvSpPr>
            <p:nvPr/>
          </p:nvSpPr>
          <p:spPr>
            <a:xfrm>
              <a:off x="15999406" y="3347349"/>
              <a:ext cx="11957" cy="47815"/>
            </a:xfrm>
            <a:custGeom>
              <a:avLst/>
              <a:gdLst/>
              <a:ahLst/>
              <a:cxnLst/>
              <a:rect l="0" t="0" r="0" b="0"/>
              <a:pathLst>
                <a:path w="11957" h="47815">
                  <a:moveTo>
                    <a:pt x="11957" y="0"/>
                  </a:moveTo>
                  <a:lnTo>
                    <a:pt x="0" y="47815"/>
                  </a:lnTo>
                </a:path>
              </a:pathLst>
            </a:custGeom>
            <a:noFill/>
            <a:ln w="20003">
              <a:solidFill>
                <a:srgbClr val="ECEFF1"/>
              </a:solidFill>
            </a:ln>
          </p:spPr>
        </p:sp>
        <p:sp>
          <p:nvSpPr>
            <p:cNvPr id="5634" name="Output_receptor__5633">
              <a:extLst>
                <a:ext uri="{FF2B5EF4-FFF2-40B4-BE49-F238E27FC236}">
                  <a16:creationId xmlns:a16="http://schemas.microsoft.com/office/drawing/2014/main" id="{6BE40DD5-B929-62CE-6ACF-1EFDF63483CC}"/>
                </a:ext>
              </a:extLst>
            </p:cNvPr>
            <p:cNvSpPr>
              <a:spLocks noGrp="1"/>
            </p:cNvSpPr>
            <p:nvPr/>
          </p:nvSpPr>
          <p:spPr>
            <a:xfrm>
              <a:off x="16315599" y="3273271"/>
              <a:ext cx="32548" cy="1984"/>
            </a:xfrm>
            <a:custGeom>
              <a:avLst/>
              <a:gdLst/>
              <a:ahLst/>
              <a:cxnLst/>
              <a:rect l="0" t="0" r="0" b="0"/>
              <a:pathLst>
                <a:path w="32548" h="1984">
                  <a:moveTo>
                    <a:pt x="0" y="0"/>
                  </a:moveTo>
                  <a:lnTo>
                    <a:pt x="32548" y="1984"/>
                  </a:lnTo>
                </a:path>
              </a:pathLst>
            </a:custGeom>
            <a:noFill/>
            <a:ln w="20003">
              <a:solidFill>
                <a:srgbClr val="ECEFF1"/>
              </a:solidFill>
            </a:ln>
          </p:spPr>
        </p:sp>
        <p:sp>
          <p:nvSpPr>
            <p:cNvPr id="5635" name="Output_receptor__5634">
              <a:extLst>
                <a:ext uri="{FF2B5EF4-FFF2-40B4-BE49-F238E27FC236}">
                  <a16:creationId xmlns:a16="http://schemas.microsoft.com/office/drawing/2014/main" id="{DB15F569-6E0F-D320-181F-8031D7D3A4C4}"/>
                </a:ext>
              </a:extLst>
            </p:cNvPr>
            <p:cNvSpPr>
              <a:spLocks noGrp="1"/>
            </p:cNvSpPr>
            <p:nvPr/>
          </p:nvSpPr>
          <p:spPr>
            <a:xfrm>
              <a:off x="16049865" y="2769121"/>
              <a:ext cx="14480" cy="70806"/>
            </a:xfrm>
            <a:custGeom>
              <a:avLst/>
              <a:gdLst/>
              <a:ahLst/>
              <a:cxnLst/>
              <a:rect l="0" t="0" r="0" b="0"/>
              <a:pathLst>
                <a:path w="14480" h="70806">
                  <a:moveTo>
                    <a:pt x="0" y="70806"/>
                  </a:moveTo>
                  <a:lnTo>
                    <a:pt x="14480" y="0"/>
                  </a:lnTo>
                </a:path>
              </a:pathLst>
            </a:custGeom>
            <a:noFill/>
            <a:ln w="20003">
              <a:solidFill>
                <a:srgbClr val="ECEFF1"/>
              </a:solidFill>
            </a:ln>
          </p:spPr>
        </p:sp>
        <p:sp>
          <p:nvSpPr>
            <p:cNvPr id="5636" name="Output_receptor__5635">
              <a:extLst>
                <a:ext uri="{FF2B5EF4-FFF2-40B4-BE49-F238E27FC236}">
                  <a16:creationId xmlns:a16="http://schemas.microsoft.com/office/drawing/2014/main" id="{0F6AE291-B8C3-E4E1-A3ED-E81110E4E36E}"/>
                </a:ext>
              </a:extLst>
            </p:cNvPr>
            <p:cNvSpPr>
              <a:spLocks noGrp="1"/>
            </p:cNvSpPr>
            <p:nvPr/>
          </p:nvSpPr>
          <p:spPr>
            <a:xfrm>
              <a:off x="14945225" y="3281462"/>
              <a:ext cx="32236" cy="26387"/>
            </a:xfrm>
            <a:custGeom>
              <a:avLst/>
              <a:gdLst/>
              <a:ahLst/>
              <a:cxnLst/>
              <a:rect l="0" t="0" r="0" b="0"/>
              <a:pathLst>
                <a:path w="32236" h="26387">
                  <a:moveTo>
                    <a:pt x="32236" y="26387"/>
                  </a:moveTo>
                  <a:lnTo>
                    <a:pt x="0" y="0"/>
                  </a:lnTo>
                </a:path>
              </a:pathLst>
            </a:custGeom>
            <a:noFill/>
            <a:ln w="8096">
              <a:solidFill>
                <a:srgbClr val="ECEFF1"/>
              </a:solidFill>
            </a:ln>
          </p:spPr>
        </p:sp>
        <p:sp>
          <p:nvSpPr>
            <p:cNvPr id="5637" name="Output_receptor__5636">
              <a:extLst>
                <a:ext uri="{FF2B5EF4-FFF2-40B4-BE49-F238E27FC236}">
                  <a16:creationId xmlns:a16="http://schemas.microsoft.com/office/drawing/2014/main" id="{676BDDC3-D174-A0B7-30EB-FB64F039E42F}"/>
                </a:ext>
              </a:extLst>
            </p:cNvPr>
            <p:cNvSpPr>
              <a:spLocks noGrp="1"/>
            </p:cNvSpPr>
            <p:nvPr/>
          </p:nvSpPr>
          <p:spPr>
            <a:xfrm>
              <a:off x="16328063" y="2357156"/>
              <a:ext cx="12467" cy="52403"/>
            </a:xfrm>
            <a:custGeom>
              <a:avLst/>
              <a:gdLst/>
              <a:ahLst/>
              <a:cxnLst/>
              <a:rect l="0" t="0" r="0" b="0"/>
              <a:pathLst>
                <a:path w="12467" h="52403">
                  <a:moveTo>
                    <a:pt x="0" y="0"/>
                  </a:moveTo>
                  <a:lnTo>
                    <a:pt x="12467" y="52403"/>
                  </a:lnTo>
                </a:path>
              </a:pathLst>
            </a:custGeom>
            <a:noFill/>
            <a:ln w="8096">
              <a:solidFill>
                <a:srgbClr val="ECEFF1"/>
              </a:solidFill>
            </a:ln>
          </p:spPr>
        </p:sp>
        <p:sp>
          <p:nvSpPr>
            <p:cNvPr id="5638" name="Output_receptor__5637">
              <a:extLst>
                <a:ext uri="{FF2B5EF4-FFF2-40B4-BE49-F238E27FC236}">
                  <a16:creationId xmlns:a16="http://schemas.microsoft.com/office/drawing/2014/main" id="{C71C31B8-AF70-1138-C924-E7B277525B76}"/>
                </a:ext>
              </a:extLst>
            </p:cNvPr>
            <p:cNvSpPr>
              <a:spLocks noGrp="1"/>
            </p:cNvSpPr>
            <p:nvPr/>
          </p:nvSpPr>
          <p:spPr>
            <a:xfrm>
              <a:off x="15772034" y="3084384"/>
              <a:ext cx="62563" cy="35119"/>
            </a:xfrm>
            <a:custGeom>
              <a:avLst/>
              <a:gdLst/>
              <a:ahLst/>
              <a:cxnLst/>
              <a:rect l="0" t="0" r="0" b="0"/>
              <a:pathLst>
                <a:path w="62563" h="35119">
                  <a:moveTo>
                    <a:pt x="0" y="0"/>
                  </a:moveTo>
                  <a:lnTo>
                    <a:pt x="62563" y="35119"/>
                  </a:lnTo>
                </a:path>
              </a:pathLst>
            </a:custGeom>
            <a:noFill/>
            <a:ln w="20003">
              <a:solidFill>
                <a:srgbClr val="ECEFF1"/>
              </a:solidFill>
            </a:ln>
          </p:spPr>
        </p:sp>
        <p:sp>
          <p:nvSpPr>
            <p:cNvPr id="5639" name="Output_receptor__5638">
              <a:extLst>
                <a:ext uri="{FF2B5EF4-FFF2-40B4-BE49-F238E27FC236}">
                  <a16:creationId xmlns:a16="http://schemas.microsoft.com/office/drawing/2014/main" id="{9B77F21C-34C5-B70D-F918-58E2467E9445}"/>
                </a:ext>
              </a:extLst>
            </p:cNvPr>
            <p:cNvSpPr>
              <a:spLocks noGrp="1"/>
            </p:cNvSpPr>
            <p:nvPr/>
          </p:nvSpPr>
          <p:spPr>
            <a:xfrm>
              <a:off x="16429719" y="2603065"/>
              <a:ext cx="39549" cy="52612"/>
            </a:xfrm>
            <a:custGeom>
              <a:avLst/>
              <a:gdLst/>
              <a:ahLst/>
              <a:cxnLst/>
              <a:rect l="0" t="0" r="0" b="0"/>
              <a:pathLst>
                <a:path w="39549" h="52612">
                  <a:moveTo>
                    <a:pt x="39549" y="52612"/>
                  </a:moveTo>
                  <a:lnTo>
                    <a:pt x="0" y="0"/>
                  </a:lnTo>
                </a:path>
              </a:pathLst>
            </a:custGeom>
            <a:noFill/>
            <a:ln w="20003">
              <a:solidFill>
                <a:srgbClr val="ECEFF1"/>
              </a:solidFill>
            </a:ln>
          </p:spPr>
        </p:sp>
        <p:sp>
          <p:nvSpPr>
            <p:cNvPr id="5640" name="Output_receptor__5639">
              <a:extLst>
                <a:ext uri="{FF2B5EF4-FFF2-40B4-BE49-F238E27FC236}">
                  <a16:creationId xmlns:a16="http://schemas.microsoft.com/office/drawing/2014/main" id="{DFF7981F-9523-8B18-3BBC-6A88F5A5A5A8}"/>
                </a:ext>
              </a:extLst>
            </p:cNvPr>
            <p:cNvSpPr>
              <a:spLocks noGrp="1"/>
            </p:cNvSpPr>
            <p:nvPr/>
          </p:nvSpPr>
          <p:spPr>
            <a:xfrm>
              <a:off x="15299757" y="3569730"/>
              <a:ext cx="11717" cy="71451"/>
            </a:xfrm>
            <a:custGeom>
              <a:avLst/>
              <a:gdLst/>
              <a:ahLst/>
              <a:cxnLst/>
              <a:rect l="0" t="0" r="0" b="0"/>
              <a:pathLst>
                <a:path w="11717" h="71451">
                  <a:moveTo>
                    <a:pt x="11717" y="71451"/>
                  </a:moveTo>
                  <a:lnTo>
                    <a:pt x="0" y="0"/>
                  </a:lnTo>
                </a:path>
              </a:pathLst>
            </a:custGeom>
            <a:noFill/>
            <a:ln w="20003">
              <a:solidFill>
                <a:srgbClr val="ECEFF1"/>
              </a:solidFill>
            </a:ln>
          </p:spPr>
        </p:sp>
        <p:sp>
          <p:nvSpPr>
            <p:cNvPr id="5641" name="Output_receptor__5640">
              <a:extLst>
                <a:ext uri="{FF2B5EF4-FFF2-40B4-BE49-F238E27FC236}">
                  <a16:creationId xmlns:a16="http://schemas.microsoft.com/office/drawing/2014/main" id="{6E3A0E9B-9FC5-241F-8DA2-13B6A42E906C}"/>
                </a:ext>
              </a:extLst>
            </p:cNvPr>
            <p:cNvSpPr>
              <a:spLocks noGrp="1"/>
            </p:cNvSpPr>
            <p:nvPr/>
          </p:nvSpPr>
          <p:spPr>
            <a:xfrm>
              <a:off x="15188327" y="3015215"/>
              <a:ext cx="31657" cy="20534"/>
            </a:xfrm>
            <a:custGeom>
              <a:avLst/>
              <a:gdLst/>
              <a:ahLst/>
              <a:cxnLst/>
              <a:rect l="0" t="0" r="0" b="0"/>
              <a:pathLst>
                <a:path w="31657" h="20534">
                  <a:moveTo>
                    <a:pt x="0" y="20534"/>
                  </a:moveTo>
                  <a:lnTo>
                    <a:pt x="31657" y="0"/>
                  </a:lnTo>
                </a:path>
              </a:pathLst>
            </a:custGeom>
            <a:noFill/>
            <a:ln w="20003">
              <a:solidFill>
                <a:srgbClr val="ECEFF1"/>
              </a:solidFill>
            </a:ln>
          </p:spPr>
        </p:sp>
        <p:sp>
          <p:nvSpPr>
            <p:cNvPr id="5642" name="Output_receptor__5641">
              <a:extLst>
                <a:ext uri="{FF2B5EF4-FFF2-40B4-BE49-F238E27FC236}">
                  <a16:creationId xmlns:a16="http://schemas.microsoft.com/office/drawing/2014/main" id="{17815E2C-6A9A-8BC6-B1C8-81C9F1184DA6}"/>
                </a:ext>
              </a:extLst>
            </p:cNvPr>
            <p:cNvSpPr>
              <a:spLocks noGrp="1"/>
            </p:cNvSpPr>
            <p:nvPr/>
          </p:nvSpPr>
          <p:spPr>
            <a:xfrm>
              <a:off x="15598385" y="2899865"/>
              <a:ext cx="12184" cy="31236"/>
            </a:xfrm>
            <a:custGeom>
              <a:avLst/>
              <a:gdLst/>
              <a:ahLst/>
              <a:cxnLst/>
              <a:rect l="0" t="0" r="0" b="0"/>
              <a:pathLst>
                <a:path w="12184" h="31236">
                  <a:moveTo>
                    <a:pt x="12184" y="31236"/>
                  </a:moveTo>
                  <a:lnTo>
                    <a:pt x="0" y="0"/>
                  </a:lnTo>
                </a:path>
              </a:pathLst>
            </a:custGeom>
            <a:noFill/>
            <a:ln w="20003">
              <a:solidFill>
                <a:srgbClr val="ECEFF1"/>
              </a:solidFill>
            </a:ln>
          </p:spPr>
        </p:sp>
        <p:sp>
          <p:nvSpPr>
            <p:cNvPr id="5643" name="Output_receptor__5642">
              <a:extLst>
                <a:ext uri="{FF2B5EF4-FFF2-40B4-BE49-F238E27FC236}">
                  <a16:creationId xmlns:a16="http://schemas.microsoft.com/office/drawing/2014/main" id="{95AA5B23-60AE-5B79-36B9-52DEF963579E}"/>
                </a:ext>
              </a:extLst>
            </p:cNvPr>
            <p:cNvSpPr>
              <a:spLocks noGrp="1"/>
            </p:cNvSpPr>
            <p:nvPr/>
          </p:nvSpPr>
          <p:spPr>
            <a:xfrm>
              <a:off x="14956597" y="3026556"/>
              <a:ext cx="57498" cy="39170"/>
            </a:xfrm>
            <a:custGeom>
              <a:avLst/>
              <a:gdLst/>
              <a:ahLst/>
              <a:cxnLst/>
              <a:rect l="0" t="0" r="0" b="0"/>
              <a:pathLst>
                <a:path w="57498" h="39170">
                  <a:moveTo>
                    <a:pt x="0" y="39170"/>
                  </a:moveTo>
                  <a:lnTo>
                    <a:pt x="57498" y="0"/>
                  </a:lnTo>
                </a:path>
              </a:pathLst>
            </a:custGeom>
            <a:noFill/>
            <a:ln w="20003">
              <a:solidFill>
                <a:srgbClr val="ECEFF1"/>
              </a:solidFill>
            </a:ln>
          </p:spPr>
        </p:sp>
        <p:sp>
          <p:nvSpPr>
            <p:cNvPr id="5644" name="Output_receptor__5643">
              <a:extLst>
                <a:ext uri="{FF2B5EF4-FFF2-40B4-BE49-F238E27FC236}">
                  <a16:creationId xmlns:a16="http://schemas.microsoft.com/office/drawing/2014/main" id="{2CA8AE61-EC94-4D7B-DB64-CA5826DFB52E}"/>
                </a:ext>
              </a:extLst>
            </p:cNvPr>
            <p:cNvSpPr>
              <a:spLocks noGrp="1"/>
            </p:cNvSpPr>
            <p:nvPr/>
          </p:nvSpPr>
          <p:spPr>
            <a:xfrm>
              <a:off x="15381934" y="3253228"/>
              <a:ext cx="55627" cy="36860"/>
            </a:xfrm>
            <a:custGeom>
              <a:avLst/>
              <a:gdLst/>
              <a:ahLst/>
              <a:cxnLst/>
              <a:rect l="0" t="0" r="0" b="0"/>
              <a:pathLst>
                <a:path w="55627" h="36860">
                  <a:moveTo>
                    <a:pt x="55627" y="0"/>
                  </a:moveTo>
                  <a:lnTo>
                    <a:pt x="0" y="36860"/>
                  </a:lnTo>
                </a:path>
              </a:pathLst>
            </a:custGeom>
            <a:noFill/>
            <a:ln w="8096">
              <a:solidFill>
                <a:srgbClr val="ECEFF1"/>
              </a:solidFill>
            </a:ln>
          </p:spPr>
        </p:sp>
        <p:sp>
          <p:nvSpPr>
            <p:cNvPr id="5645" name="Output_receptor__5644">
              <a:extLst>
                <a:ext uri="{FF2B5EF4-FFF2-40B4-BE49-F238E27FC236}">
                  <a16:creationId xmlns:a16="http://schemas.microsoft.com/office/drawing/2014/main" id="{666E97E0-4436-5254-3E33-5BEC25D2BD24}"/>
                </a:ext>
              </a:extLst>
            </p:cNvPr>
            <p:cNvSpPr>
              <a:spLocks noGrp="1"/>
            </p:cNvSpPr>
            <p:nvPr/>
          </p:nvSpPr>
          <p:spPr>
            <a:xfrm>
              <a:off x="16079661" y="3131073"/>
              <a:ext cx="25162" cy="17243"/>
            </a:xfrm>
            <a:custGeom>
              <a:avLst/>
              <a:gdLst/>
              <a:ahLst/>
              <a:cxnLst/>
              <a:rect l="0" t="0" r="0" b="0"/>
              <a:pathLst>
                <a:path w="25162" h="17243">
                  <a:moveTo>
                    <a:pt x="25162" y="0"/>
                  </a:moveTo>
                  <a:lnTo>
                    <a:pt x="0" y="17243"/>
                  </a:lnTo>
                </a:path>
              </a:pathLst>
            </a:custGeom>
            <a:noFill/>
            <a:ln w="20003">
              <a:solidFill>
                <a:srgbClr val="ECEFF1"/>
              </a:solidFill>
            </a:ln>
          </p:spPr>
        </p:sp>
        <p:sp>
          <p:nvSpPr>
            <p:cNvPr id="5646" name="Output_receptor__5645">
              <a:extLst>
                <a:ext uri="{FF2B5EF4-FFF2-40B4-BE49-F238E27FC236}">
                  <a16:creationId xmlns:a16="http://schemas.microsoft.com/office/drawing/2014/main" id="{40DC1774-B347-B9DD-DDF6-0C28DC9BE4AD}"/>
                </a:ext>
              </a:extLst>
            </p:cNvPr>
            <p:cNvSpPr>
              <a:spLocks noGrp="1"/>
            </p:cNvSpPr>
            <p:nvPr/>
          </p:nvSpPr>
          <p:spPr>
            <a:xfrm>
              <a:off x="15444616" y="3379531"/>
              <a:ext cx="58880" cy="33101"/>
            </a:xfrm>
            <a:custGeom>
              <a:avLst/>
              <a:gdLst/>
              <a:ahLst/>
              <a:cxnLst/>
              <a:rect l="0" t="0" r="0" b="0"/>
              <a:pathLst>
                <a:path w="58880" h="33101">
                  <a:moveTo>
                    <a:pt x="0" y="0"/>
                  </a:moveTo>
                  <a:lnTo>
                    <a:pt x="58880" y="33101"/>
                  </a:lnTo>
                </a:path>
              </a:pathLst>
            </a:custGeom>
            <a:noFill/>
            <a:ln w="8096">
              <a:solidFill>
                <a:srgbClr val="ECEFF1"/>
              </a:solidFill>
            </a:ln>
          </p:spPr>
        </p:sp>
        <p:sp>
          <p:nvSpPr>
            <p:cNvPr id="5647" name="Output_receptor__5646">
              <a:extLst>
                <a:ext uri="{FF2B5EF4-FFF2-40B4-BE49-F238E27FC236}">
                  <a16:creationId xmlns:a16="http://schemas.microsoft.com/office/drawing/2014/main" id="{3D64F19D-9880-34D8-541E-21F800AC9312}"/>
                </a:ext>
              </a:extLst>
            </p:cNvPr>
            <p:cNvSpPr>
              <a:spLocks noGrp="1"/>
            </p:cNvSpPr>
            <p:nvPr/>
          </p:nvSpPr>
          <p:spPr>
            <a:xfrm>
              <a:off x="15451154" y="3561643"/>
              <a:ext cx="59838" cy="29881"/>
            </a:xfrm>
            <a:custGeom>
              <a:avLst/>
              <a:gdLst/>
              <a:ahLst/>
              <a:cxnLst/>
              <a:rect l="0" t="0" r="0" b="0"/>
              <a:pathLst>
                <a:path w="59838" h="29881">
                  <a:moveTo>
                    <a:pt x="59838" y="29881"/>
                  </a:moveTo>
                  <a:lnTo>
                    <a:pt x="0" y="0"/>
                  </a:lnTo>
                </a:path>
              </a:pathLst>
            </a:custGeom>
            <a:noFill/>
            <a:ln w="8096">
              <a:solidFill>
                <a:srgbClr val="ECEFF1"/>
              </a:solidFill>
            </a:ln>
          </p:spPr>
        </p:sp>
        <p:sp>
          <p:nvSpPr>
            <p:cNvPr id="5648" name="Output_receptor__5647">
              <a:extLst>
                <a:ext uri="{FF2B5EF4-FFF2-40B4-BE49-F238E27FC236}">
                  <a16:creationId xmlns:a16="http://schemas.microsoft.com/office/drawing/2014/main" id="{B57F3467-D6CB-4E50-EFA3-77F1978F87BE}"/>
                </a:ext>
              </a:extLst>
            </p:cNvPr>
            <p:cNvSpPr>
              <a:spLocks noGrp="1"/>
            </p:cNvSpPr>
            <p:nvPr/>
          </p:nvSpPr>
          <p:spPr>
            <a:xfrm>
              <a:off x="16163060" y="3362295"/>
              <a:ext cx="51763" cy="44333"/>
            </a:xfrm>
            <a:custGeom>
              <a:avLst/>
              <a:gdLst/>
              <a:ahLst/>
              <a:cxnLst/>
              <a:rect l="0" t="0" r="0" b="0"/>
              <a:pathLst>
                <a:path w="51763" h="44333">
                  <a:moveTo>
                    <a:pt x="51763" y="0"/>
                  </a:moveTo>
                  <a:lnTo>
                    <a:pt x="0" y="44333"/>
                  </a:lnTo>
                </a:path>
              </a:pathLst>
            </a:custGeom>
            <a:noFill/>
            <a:ln w="20003">
              <a:solidFill>
                <a:srgbClr val="ECEFF1"/>
              </a:solidFill>
            </a:ln>
          </p:spPr>
        </p:sp>
        <p:sp>
          <p:nvSpPr>
            <p:cNvPr id="5649" name="Output_receptor__5648">
              <a:extLst>
                <a:ext uri="{FF2B5EF4-FFF2-40B4-BE49-F238E27FC236}">
                  <a16:creationId xmlns:a16="http://schemas.microsoft.com/office/drawing/2014/main" id="{75C868B0-29CF-E954-93E0-CC4DCB8640CB}"/>
                </a:ext>
              </a:extLst>
            </p:cNvPr>
            <p:cNvSpPr>
              <a:spLocks noGrp="1"/>
            </p:cNvSpPr>
            <p:nvPr/>
          </p:nvSpPr>
          <p:spPr>
            <a:xfrm>
              <a:off x="15605115" y="3471025"/>
              <a:ext cx="49073" cy="49841"/>
            </a:xfrm>
            <a:custGeom>
              <a:avLst/>
              <a:gdLst/>
              <a:ahLst/>
              <a:cxnLst/>
              <a:rect l="0" t="0" r="0" b="0"/>
              <a:pathLst>
                <a:path w="49073" h="49841">
                  <a:moveTo>
                    <a:pt x="0" y="0"/>
                  </a:moveTo>
                  <a:lnTo>
                    <a:pt x="49073" y="49841"/>
                  </a:lnTo>
                </a:path>
              </a:pathLst>
            </a:custGeom>
            <a:noFill/>
            <a:ln w="20003">
              <a:solidFill>
                <a:srgbClr val="ECEFF1"/>
              </a:solidFill>
            </a:ln>
          </p:spPr>
        </p:sp>
        <p:sp>
          <p:nvSpPr>
            <p:cNvPr id="5650" name="Output_receptor__5649">
              <a:extLst>
                <a:ext uri="{FF2B5EF4-FFF2-40B4-BE49-F238E27FC236}">
                  <a16:creationId xmlns:a16="http://schemas.microsoft.com/office/drawing/2014/main" id="{08857AF1-C0BF-BE7C-877F-5AD0CD73E025}"/>
                </a:ext>
              </a:extLst>
            </p:cNvPr>
            <p:cNvSpPr>
              <a:spLocks noGrp="1"/>
            </p:cNvSpPr>
            <p:nvPr/>
          </p:nvSpPr>
          <p:spPr>
            <a:xfrm>
              <a:off x="15995665" y="3195756"/>
              <a:ext cx="12012" cy="32520"/>
            </a:xfrm>
            <a:custGeom>
              <a:avLst/>
              <a:gdLst/>
              <a:ahLst/>
              <a:cxnLst/>
              <a:rect l="0" t="0" r="0" b="0"/>
              <a:pathLst>
                <a:path w="12012" h="32520">
                  <a:moveTo>
                    <a:pt x="12012" y="0"/>
                  </a:moveTo>
                  <a:lnTo>
                    <a:pt x="0" y="32520"/>
                  </a:lnTo>
                </a:path>
              </a:pathLst>
            </a:custGeom>
            <a:noFill/>
            <a:ln w="8096">
              <a:solidFill>
                <a:srgbClr val="ECEFF1"/>
              </a:solidFill>
            </a:ln>
          </p:spPr>
        </p:sp>
        <p:sp>
          <p:nvSpPr>
            <p:cNvPr id="5651" name="Output_receptor__5650">
              <a:extLst>
                <a:ext uri="{FF2B5EF4-FFF2-40B4-BE49-F238E27FC236}">
                  <a16:creationId xmlns:a16="http://schemas.microsoft.com/office/drawing/2014/main" id="{FA0D276D-A0FC-85BA-F203-544B69B17527}"/>
                </a:ext>
              </a:extLst>
            </p:cNvPr>
            <p:cNvSpPr>
              <a:spLocks noGrp="1"/>
            </p:cNvSpPr>
            <p:nvPr/>
          </p:nvSpPr>
          <p:spPr>
            <a:xfrm>
              <a:off x="15805826" y="2724254"/>
              <a:ext cx="68790" cy="23038"/>
            </a:xfrm>
            <a:custGeom>
              <a:avLst/>
              <a:gdLst/>
              <a:ahLst/>
              <a:cxnLst/>
              <a:rect l="0" t="0" r="0" b="0"/>
              <a:pathLst>
                <a:path w="68790" h="23038">
                  <a:moveTo>
                    <a:pt x="0" y="0"/>
                  </a:moveTo>
                  <a:lnTo>
                    <a:pt x="68790" y="23038"/>
                  </a:lnTo>
                </a:path>
              </a:pathLst>
            </a:custGeom>
            <a:noFill/>
            <a:ln w="20003">
              <a:solidFill>
                <a:srgbClr val="ECEFF1"/>
              </a:solidFill>
            </a:ln>
          </p:spPr>
        </p:sp>
        <p:sp>
          <p:nvSpPr>
            <p:cNvPr id="5652" name="Output_receptor__5651">
              <a:extLst>
                <a:ext uri="{FF2B5EF4-FFF2-40B4-BE49-F238E27FC236}">
                  <a16:creationId xmlns:a16="http://schemas.microsoft.com/office/drawing/2014/main" id="{32E6C9F2-66C9-199B-9B66-9501212B51E3}"/>
                </a:ext>
              </a:extLst>
            </p:cNvPr>
            <p:cNvSpPr>
              <a:spLocks noGrp="1"/>
            </p:cNvSpPr>
            <p:nvPr/>
          </p:nvSpPr>
          <p:spPr>
            <a:xfrm>
              <a:off x="16245025" y="3418888"/>
              <a:ext cx="8647" cy="33066"/>
            </a:xfrm>
            <a:custGeom>
              <a:avLst/>
              <a:gdLst/>
              <a:ahLst/>
              <a:cxnLst/>
              <a:rect l="0" t="0" r="0" b="0"/>
              <a:pathLst>
                <a:path w="8647" h="33066">
                  <a:moveTo>
                    <a:pt x="0" y="33066"/>
                  </a:moveTo>
                  <a:lnTo>
                    <a:pt x="8647" y="0"/>
                  </a:lnTo>
                </a:path>
              </a:pathLst>
            </a:custGeom>
            <a:noFill/>
            <a:ln w="20003">
              <a:solidFill>
                <a:srgbClr val="ECEFF1"/>
              </a:solidFill>
            </a:ln>
          </p:spPr>
        </p:sp>
        <p:sp>
          <p:nvSpPr>
            <p:cNvPr id="5653" name="Output_receptor__5652">
              <a:extLst>
                <a:ext uri="{FF2B5EF4-FFF2-40B4-BE49-F238E27FC236}">
                  <a16:creationId xmlns:a16="http://schemas.microsoft.com/office/drawing/2014/main" id="{E3B3FADF-8FF9-A207-2332-FF848CCAB81F}"/>
                </a:ext>
              </a:extLst>
            </p:cNvPr>
            <p:cNvSpPr>
              <a:spLocks noGrp="1"/>
            </p:cNvSpPr>
            <p:nvPr/>
          </p:nvSpPr>
          <p:spPr>
            <a:xfrm>
              <a:off x="15762182" y="2628758"/>
              <a:ext cx="64321" cy="28490"/>
            </a:xfrm>
            <a:custGeom>
              <a:avLst/>
              <a:gdLst/>
              <a:ahLst/>
              <a:cxnLst/>
              <a:rect l="0" t="0" r="0" b="0"/>
              <a:pathLst>
                <a:path w="64321" h="28490">
                  <a:moveTo>
                    <a:pt x="0" y="0"/>
                  </a:moveTo>
                  <a:lnTo>
                    <a:pt x="64321" y="28490"/>
                  </a:lnTo>
                </a:path>
              </a:pathLst>
            </a:custGeom>
            <a:noFill/>
            <a:ln w="20003">
              <a:solidFill>
                <a:srgbClr val="ECEFF1"/>
              </a:solidFill>
            </a:ln>
          </p:spPr>
        </p:sp>
        <p:sp>
          <p:nvSpPr>
            <p:cNvPr id="5654" name="Output_receptor__5653">
              <a:extLst>
                <a:ext uri="{FF2B5EF4-FFF2-40B4-BE49-F238E27FC236}">
                  <a16:creationId xmlns:a16="http://schemas.microsoft.com/office/drawing/2014/main" id="{EC285622-F745-D90D-7371-5B161FA9F844}"/>
                </a:ext>
              </a:extLst>
            </p:cNvPr>
            <p:cNvSpPr>
              <a:spLocks noGrp="1"/>
            </p:cNvSpPr>
            <p:nvPr/>
          </p:nvSpPr>
          <p:spPr>
            <a:xfrm>
              <a:off x="16213719" y="3087832"/>
              <a:ext cx="45203" cy="17008"/>
            </a:xfrm>
            <a:custGeom>
              <a:avLst/>
              <a:gdLst/>
              <a:ahLst/>
              <a:cxnLst/>
              <a:rect l="0" t="0" r="0" b="0"/>
              <a:pathLst>
                <a:path w="45203" h="17008">
                  <a:moveTo>
                    <a:pt x="45203" y="17008"/>
                  </a:moveTo>
                  <a:lnTo>
                    <a:pt x="0" y="0"/>
                  </a:lnTo>
                </a:path>
              </a:pathLst>
            </a:custGeom>
            <a:noFill/>
            <a:ln w="20003">
              <a:solidFill>
                <a:srgbClr val="ECEFF1"/>
              </a:solidFill>
            </a:ln>
          </p:spPr>
        </p:sp>
        <p:sp>
          <p:nvSpPr>
            <p:cNvPr id="5655" name="Output_receptor__5654">
              <a:extLst>
                <a:ext uri="{FF2B5EF4-FFF2-40B4-BE49-F238E27FC236}">
                  <a16:creationId xmlns:a16="http://schemas.microsoft.com/office/drawing/2014/main" id="{D859C943-5F58-FDE5-46DE-A9065780DAA6}"/>
                </a:ext>
              </a:extLst>
            </p:cNvPr>
            <p:cNvSpPr>
              <a:spLocks noGrp="1"/>
            </p:cNvSpPr>
            <p:nvPr/>
          </p:nvSpPr>
          <p:spPr>
            <a:xfrm>
              <a:off x="15805826" y="2657249"/>
              <a:ext cx="20678" cy="67005"/>
            </a:xfrm>
            <a:custGeom>
              <a:avLst/>
              <a:gdLst/>
              <a:ahLst/>
              <a:cxnLst/>
              <a:rect l="0" t="0" r="0" b="0"/>
              <a:pathLst>
                <a:path w="20678" h="67005">
                  <a:moveTo>
                    <a:pt x="20678" y="0"/>
                  </a:moveTo>
                  <a:lnTo>
                    <a:pt x="0" y="67005"/>
                  </a:lnTo>
                </a:path>
              </a:pathLst>
            </a:custGeom>
            <a:noFill/>
            <a:ln w="20003">
              <a:solidFill>
                <a:srgbClr val="ECEFF1"/>
              </a:solidFill>
            </a:ln>
          </p:spPr>
        </p:sp>
        <p:sp>
          <p:nvSpPr>
            <p:cNvPr id="5656" name="Output_receptor__5655">
              <a:extLst>
                <a:ext uri="{FF2B5EF4-FFF2-40B4-BE49-F238E27FC236}">
                  <a16:creationId xmlns:a16="http://schemas.microsoft.com/office/drawing/2014/main" id="{70FB895F-7826-0676-49C3-1D0EC0D59D8E}"/>
                </a:ext>
              </a:extLst>
            </p:cNvPr>
            <p:cNvSpPr>
              <a:spLocks noGrp="1"/>
            </p:cNvSpPr>
            <p:nvPr/>
          </p:nvSpPr>
          <p:spPr>
            <a:xfrm>
              <a:off x="15341505" y="3230582"/>
              <a:ext cx="40429" cy="59506"/>
            </a:xfrm>
            <a:custGeom>
              <a:avLst/>
              <a:gdLst/>
              <a:ahLst/>
              <a:cxnLst/>
              <a:rect l="0" t="0" r="0" b="0"/>
              <a:pathLst>
                <a:path w="40429" h="59506">
                  <a:moveTo>
                    <a:pt x="40429" y="59506"/>
                  </a:moveTo>
                  <a:lnTo>
                    <a:pt x="0" y="0"/>
                  </a:lnTo>
                </a:path>
              </a:pathLst>
            </a:custGeom>
            <a:noFill/>
            <a:ln w="8096">
              <a:solidFill>
                <a:srgbClr val="ECEFF1"/>
              </a:solidFill>
            </a:ln>
          </p:spPr>
        </p:sp>
        <p:sp>
          <p:nvSpPr>
            <p:cNvPr id="5657" name="Output_receptor__5656">
              <a:extLst>
                <a:ext uri="{FF2B5EF4-FFF2-40B4-BE49-F238E27FC236}">
                  <a16:creationId xmlns:a16="http://schemas.microsoft.com/office/drawing/2014/main" id="{542F7712-BE28-66F6-9D1C-A9F247231B76}"/>
                </a:ext>
              </a:extLst>
            </p:cNvPr>
            <p:cNvSpPr>
              <a:spLocks noGrp="1"/>
            </p:cNvSpPr>
            <p:nvPr/>
          </p:nvSpPr>
          <p:spPr>
            <a:xfrm>
              <a:off x="15309690" y="3075299"/>
              <a:ext cx="27142" cy="54127"/>
            </a:xfrm>
            <a:custGeom>
              <a:avLst/>
              <a:gdLst/>
              <a:ahLst/>
              <a:cxnLst/>
              <a:rect l="0" t="0" r="0" b="0"/>
              <a:pathLst>
                <a:path w="27142" h="54127">
                  <a:moveTo>
                    <a:pt x="0" y="0"/>
                  </a:moveTo>
                  <a:lnTo>
                    <a:pt x="27142" y="54127"/>
                  </a:lnTo>
                </a:path>
              </a:pathLst>
            </a:custGeom>
            <a:noFill/>
            <a:ln w="20003">
              <a:solidFill>
                <a:srgbClr val="ECEFF1"/>
              </a:solidFill>
            </a:ln>
          </p:spPr>
        </p:sp>
        <p:sp>
          <p:nvSpPr>
            <p:cNvPr id="5658" name="Output_receptor__5657">
              <a:extLst>
                <a:ext uri="{FF2B5EF4-FFF2-40B4-BE49-F238E27FC236}">
                  <a16:creationId xmlns:a16="http://schemas.microsoft.com/office/drawing/2014/main" id="{49664913-E4CA-0A49-CD6E-3FEC039156B6}"/>
                </a:ext>
              </a:extLst>
            </p:cNvPr>
            <p:cNvSpPr>
              <a:spLocks noGrp="1"/>
            </p:cNvSpPr>
            <p:nvPr/>
          </p:nvSpPr>
          <p:spPr>
            <a:xfrm>
              <a:off x="15224891" y="2817032"/>
              <a:ext cx="34356" cy="63199"/>
            </a:xfrm>
            <a:custGeom>
              <a:avLst/>
              <a:gdLst/>
              <a:ahLst/>
              <a:cxnLst/>
              <a:rect l="0" t="0" r="0" b="0"/>
              <a:pathLst>
                <a:path w="34356" h="63199">
                  <a:moveTo>
                    <a:pt x="0" y="63199"/>
                  </a:moveTo>
                  <a:lnTo>
                    <a:pt x="34356" y="0"/>
                  </a:lnTo>
                </a:path>
              </a:pathLst>
            </a:custGeom>
            <a:noFill/>
            <a:ln w="20003">
              <a:solidFill>
                <a:srgbClr val="ECEFF1"/>
              </a:solidFill>
            </a:ln>
          </p:spPr>
        </p:sp>
        <p:sp>
          <p:nvSpPr>
            <p:cNvPr id="5659" name="Output_receptor__5658">
              <a:extLst>
                <a:ext uri="{FF2B5EF4-FFF2-40B4-BE49-F238E27FC236}">
                  <a16:creationId xmlns:a16="http://schemas.microsoft.com/office/drawing/2014/main" id="{58E20D19-0EA8-57F8-09CF-92F66D1B610A}"/>
                </a:ext>
              </a:extLst>
            </p:cNvPr>
            <p:cNvSpPr>
              <a:spLocks noGrp="1"/>
            </p:cNvSpPr>
            <p:nvPr/>
          </p:nvSpPr>
          <p:spPr>
            <a:xfrm>
              <a:off x="15676432" y="3677135"/>
              <a:ext cx="31115" cy="57163"/>
            </a:xfrm>
            <a:custGeom>
              <a:avLst/>
              <a:gdLst/>
              <a:ahLst/>
              <a:cxnLst/>
              <a:rect l="0" t="0" r="0" b="0"/>
              <a:pathLst>
                <a:path w="31115" h="57163">
                  <a:moveTo>
                    <a:pt x="31115" y="0"/>
                  </a:moveTo>
                  <a:lnTo>
                    <a:pt x="0" y="57163"/>
                  </a:lnTo>
                </a:path>
              </a:pathLst>
            </a:custGeom>
            <a:noFill/>
            <a:ln w="8096">
              <a:solidFill>
                <a:srgbClr val="ECEFF1"/>
              </a:solidFill>
            </a:ln>
          </p:spPr>
        </p:sp>
        <p:sp>
          <p:nvSpPr>
            <p:cNvPr id="5660" name="Output_receptor__5659">
              <a:extLst>
                <a:ext uri="{FF2B5EF4-FFF2-40B4-BE49-F238E27FC236}">
                  <a16:creationId xmlns:a16="http://schemas.microsoft.com/office/drawing/2014/main" id="{3FCC74B3-E77E-F07B-721C-46A8EA026D96}"/>
                </a:ext>
              </a:extLst>
            </p:cNvPr>
            <p:cNvSpPr>
              <a:spLocks noGrp="1"/>
            </p:cNvSpPr>
            <p:nvPr/>
          </p:nvSpPr>
          <p:spPr>
            <a:xfrm>
              <a:off x="15740716" y="3148023"/>
              <a:ext cx="29678" cy="27252"/>
            </a:xfrm>
            <a:custGeom>
              <a:avLst/>
              <a:gdLst/>
              <a:ahLst/>
              <a:cxnLst/>
              <a:rect l="0" t="0" r="0" b="0"/>
              <a:pathLst>
                <a:path w="29678" h="27252">
                  <a:moveTo>
                    <a:pt x="29678" y="27252"/>
                  </a:moveTo>
                  <a:lnTo>
                    <a:pt x="0" y="0"/>
                  </a:lnTo>
                </a:path>
              </a:pathLst>
            </a:custGeom>
            <a:noFill/>
            <a:ln w="20003">
              <a:solidFill>
                <a:srgbClr val="ECEFF1"/>
              </a:solidFill>
            </a:ln>
          </p:spPr>
        </p:sp>
        <p:sp>
          <p:nvSpPr>
            <p:cNvPr id="5661" name="Output_receptor__5660">
              <a:extLst>
                <a:ext uri="{FF2B5EF4-FFF2-40B4-BE49-F238E27FC236}">
                  <a16:creationId xmlns:a16="http://schemas.microsoft.com/office/drawing/2014/main" id="{A17781A1-DCDD-D45A-6468-78A64D5A0EF7}"/>
                </a:ext>
              </a:extLst>
            </p:cNvPr>
            <p:cNvSpPr>
              <a:spLocks noGrp="1"/>
            </p:cNvSpPr>
            <p:nvPr/>
          </p:nvSpPr>
          <p:spPr>
            <a:xfrm>
              <a:off x="16161843" y="3068669"/>
              <a:ext cx="51876" cy="19163"/>
            </a:xfrm>
            <a:custGeom>
              <a:avLst/>
              <a:gdLst/>
              <a:ahLst/>
              <a:cxnLst/>
              <a:rect l="0" t="0" r="0" b="0"/>
              <a:pathLst>
                <a:path w="51876" h="19163">
                  <a:moveTo>
                    <a:pt x="51876" y="19163"/>
                  </a:moveTo>
                  <a:lnTo>
                    <a:pt x="0" y="0"/>
                  </a:lnTo>
                </a:path>
              </a:pathLst>
            </a:custGeom>
            <a:noFill/>
            <a:ln w="20003">
              <a:solidFill>
                <a:srgbClr val="ECEFF1"/>
              </a:solidFill>
            </a:ln>
          </p:spPr>
        </p:sp>
        <p:sp>
          <p:nvSpPr>
            <p:cNvPr id="5662" name="Output_receptor__5661">
              <a:extLst>
                <a:ext uri="{FF2B5EF4-FFF2-40B4-BE49-F238E27FC236}">
                  <a16:creationId xmlns:a16="http://schemas.microsoft.com/office/drawing/2014/main" id="{8855F812-315E-DCF7-DAA1-C448EB9F3BD6}"/>
                </a:ext>
              </a:extLst>
            </p:cNvPr>
            <p:cNvSpPr>
              <a:spLocks noGrp="1"/>
            </p:cNvSpPr>
            <p:nvPr/>
          </p:nvSpPr>
          <p:spPr>
            <a:xfrm>
              <a:off x="16075412" y="3217734"/>
              <a:ext cx="21936" cy="95"/>
            </a:xfrm>
            <a:custGeom>
              <a:avLst/>
              <a:gdLst/>
              <a:ahLst/>
              <a:cxnLst/>
              <a:rect l="0" t="0" r="0" b="0"/>
              <a:pathLst>
                <a:path w="21936" h="95">
                  <a:moveTo>
                    <a:pt x="21936" y="0"/>
                  </a:moveTo>
                  <a:lnTo>
                    <a:pt x="0" y="56"/>
                  </a:lnTo>
                </a:path>
              </a:pathLst>
            </a:custGeom>
            <a:noFill/>
            <a:ln w="20003">
              <a:solidFill>
                <a:srgbClr val="ECEFF1"/>
              </a:solidFill>
            </a:ln>
          </p:spPr>
        </p:sp>
        <p:sp>
          <p:nvSpPr>
            <p:cNvPr id="5663" name="Output_receptor__5662">
              <a:extLst>
                <a:ext uri="{FF2B5EF4-FFF2-40B4-BE49-F238E27FC236}">
                  <a16:creationId xmlns:a16="http://schemas.microsoft.com/office/drawing/2014/main" id="{7AA37C1F-B2AA-47D0-D08D-3C9B4EBD2F34}"/>
                </a:ext>
              </a:extLst>
            </p:cNvPr>
            <p:cNvSpPr>
              <a:spLocks noGrp="1"/>
            </p:cNvSpPr>
            <p:nvPr/>
          </p:nvSpPr>
          <p:spPr>
            <a:xfrm>
              <a:off x="16122454" y="2780558"/>
              <a:ext cx="24545" cy="50820"/>
            </a:xfrm>
            <a:custGeom>
              <a:avLst/>
              <a:gdLst/>
              <a:ahLst/>
              <a:cxnLst/>
              <a:rect l="0" t="0" r="0" b="0"/>
              <a:pathLst>
                <a:path w="24545" h="50820">
                  <a:moveTo>
                    <a:pt x="0" y="0"/>
                  </a:moveTo>
                  <a:lnTo>
                    <a:pt x="24545" y="50820"/>
                  </a:lnTo>
                </a:path>
              </a:pathLst>
            </a:custGeom>
            <a:noFill/>
            <a:ln w="20003">
              <a:solidFill>
                <a:srgbClr val="ECEFF1"/>
              </a:solidFill>
            </a:ln>
          </p:spPr>
        </p:sp>
        <p:sp>
          <p:nvSpPr>
            <p:cNvPr id="5664" name="Output_receptor__5663">
              <a:extLst>
                <a:ext uri="{FF2B5EF4-FFF2-40B4-BE49-F238E27FC236}">
                  <a16:creationId xmlns:a16="http://schemas.microsoft.com/office/drawing/2014/main" id="{A0C2DE05-5270-FB1D-0F6E-373CFCFA9595}"/>
                </a:ext>
              </a:extLst>
            </p:cNvPr>
            <p:cNvSpPr>
              <a:spLocks noGrp="1"/>
            </p:cNvSpPr>
            <p:nvPr/>
          </p:nvSpPr>
          <p:spPr>
            <a:xfrm>
              <a:off x="16064346" y="2769121"/>
              <a:ext cx="58108" cy="11438"/>
            </a:xfrm>
            <a:custGeom>
              <a:avLst/>
              <a:gdLst/>
              <a:ahLst/>
              <a:cxnLst/>
              <a:rect l="0" t="0" r="0" b="0"/>
              <a:pathLst>
                <a:path w="58108" h="11438">
                  <a:moveTo>
                    <a:pt x="0" y="0"/>
                  </a:moveTo>
                  <a:lnTo>
                    <a:pt x="58108" y="11438"/>
                  </a:lnTo>
                </a:path>
              </a:pathLst>
            </a:custGeom>
            <a:noFill/>
            <a:ln w="20003">
              <a:solidFill>
                <a:srgbClr val="ECEFF1"/>
              </a:solidFill>
            </a:ln>
          </p:spPr>
        </p:sp>
        <p:sp>
          <p:nvSpPr>
            <p:cNvPr id="5665" name="Output_receptor__5664">
              <a:extLst>
                <a:ext uri="{FF2B5EF4-FFF2-40B4-BE49-F238E27FC236}">
                  <a16:creationId xmlns:a16="http://schemas.microsoft.com/office/drawing/2014/main" id="{808B0CAA-21FD-8833-63C2-88760A2C63D5}"/>
                </a:ext>
              </a:extLst>
            </p:cNvPr>
            <p:cNvSpPr>
              <a:spLocks noGrp="1"/>
            </p:cNvSpPr>
            <p:nvPr/>
          </p:nvSpPr>
          <p:spPr>
            <a:xfrm>
              <a:off x="15503496" y="3408190"/>
              <a:ext cx="53356" cy="4442"/>
            </a:xfrm>
            <a:custGeom>
              <a:avLst/>
              <a:gdLst/>
              <a:ahLst/>
              <a:cxnLst/>
              <a:rect l="0" t="0" r="0" b="0"/>
              <a:pathLst>
                <a:path w="53356" h="4442">
                  <a:moveTo>
                    <a:pt x="0" y="4442"/>
                  </a:moveTo>
                  <a:lnTo>
                    <a:pt x="53356" y="0"/>
                  </a:lnTo>
                </a:path>
              </a:pathLst>
            </a:custGeom>
            <a:noFill/>
            <a:ln w="8096">
              <a:solidFill>
                <a:srgbClr val="ECEFF1"/>
              </a:solidFill>
            </a:ln>
          </p:spPr>
        </p:sp>
        <p:sp>
          <p:nvSpPr>
            <p:cNvPr id="5666" name="Output_receptor__5665">
              <a:extLst>
                <a:ext uri="{FF2B5EF4-FFF2-40B4-BE49-F238E27FC236}">
                  <a16:creationId xmlns:a16="http://schemas.microsoft.com/office/drawing/2014/main" id="{6F2813B1-FE7F-B531-8306-0CD9E7DDE9DC}"/>
                </a:ext>
              </a:extLst>
            </p:cNvPr>
            <p:cNvSpPr>
              <a:spLocks noGrp="1"/>
            </p:cNvSpPr>
            <p:nvPr/>
          </p:nvSpPr>
          <p:spPr>
            <a:xfrm>
              <a:off x="15497879" y="3260682"/>
              <a:ext cx="36334" cy="9997"/>
            </a:xfrm>
            <a:custGeom>
              <a:avLst/>
              <a:gdLst/>
              <a:ahLst/>
              <a:cxnLst/>
              <a:rect l="0" t="0" r="0" b="0"/>
              <a:pathLst>
                <a:path w="36334" h="9997">
                  <a:moveTo>
                    <a:pt x="0" y="9997"/>
                  </a:moveTo>
                  <a:lnTo>
                    <a:pt x="36334" y="0"/>
                  </a:lnTo>
                </a:path>
              </a:pathLst>
            </a:custGeom>
            <a:noFill/>
            <a:ln w="20003">
              <a:solidFill>
                <a:srgbClr val="ECEFF1"/>
              </a:solidFill>
            </a:ln>
          </p:spPr>
        </p:sp>
        <p:sp>
          <p:nvSpPr>
            <p:cNvPr id="5667" name="Output_receptor__5666">
              <a:extLst>
                <a:ext uri="{FF2B5EF4-FFF2-40B4-BE49-F238E27FC236}">
                  <a16:creationId xmlns:a16="http://schemas.microsoft.com/office/drawing/2014/main" id="{27D5459C-7846-4EF1-9540-210B6A325A73}"/>
                </a:ext>
              </a:extLst>
            </p:cNvPr>
            <p:cNvSpPr>
              <a:spLocks noGrp="1"/>
            </p:cNvSpPr>
            <p:nvPr/>
          </p:nvSpPr>
          <p:spPr>
            <a:xfrm>
              <a:off x="15989928" y="2496616"/>
              <a:ext cx="30519" cy="62379"/>
            </a:xfrm>
            <a:custGeom>
              <a:avLst/>
              <a:gdLst/>
              <a:ahLst/>
              <a:cxnLst/>
              <a:rect l="0" t="0" r="0" b="0"/>
              <a:pathLst>
                <a:path w="30519" h="62379">
                  <a:moveTo>
                    <a:pt x="0" y="62379"/>
                  </a:moveTo>
                  <a:lnTo>
                    <a:pt x="30519" y="0"/>
                  </a:lnTo>
                </a:path>
              </a:pathLst>
            </a:custGeom>
            <a:noFill/>
            <a:ln w="8096">
              <a:solidFill>
                <a:srgbClr val="ECEFF1"/>
              </a:solidFill>
            </a:ln>
          </p:spPr>
        </p:sp>
        <p:sp>
          <p:nvSpPr>
            <p:cNvPr id="5668" name="Output_receptor__5667">
              <a:extLst>
                <a:ext uri="{FF2B5EF4-FFF2-40B4-BE49-F238E27FC236}">
                  <a16:creationId xmlns:a16="http://schemas.microsoft.com/office/drawing/2014/main" id="{8E14A272-4088-0879-1495-7F491581F9AC}"/>
                </a:ext>
              </a:extLst>
            </p:cNvPr>
            <p:cNvSpPr>
              <a:spLocks noGrp="1"/>
            </p:cNvSpPr>
            <p:nvPr/>
          </p:nvSpPr>
          <p:spPr>
            <a:xfrm>
              <a:off x="15309690" y="3029078"/>
              <a:ext cx="2475" cy="46221"/>
            </a:xfrm>
            <a:custGeom>
              <a:avLst/>
              <a:gdLst/>
              <a:ahLst/>
              <a:cxnLst/>
              <a:rect l="0" t="0" r="0" b="0"/>
              <a:pathLst>
                <a:path w="2475" h="46221">
                  <a:moveTo>
                    <a:pt x="2475" y="0"/>
                  </a:moveTo>
                  <a:lnTo>
                    <a:pt x="0" y="46221"/>
                  </a:lnTo>
                </a:path>
              </a:pathLst>
            </a:custGeom>
            <a:noFill/>
            <a:ln w="20003">
              <a:solidFill>
                <a:srgbClr val="ECEFF1"/>
              </a:solidFill>
            </a:ln>
          </p:spPr>
        </p:sp>
        <p:sp>
          <p:nvSpPr>
            <p:cNvPr id="5669" name="Output_receptor__5668">
              <a:extLst>
                <a:ext uri="{FF2B5EF4-FFF2-40B4-BE49-F238E27FC236}">
                  <a16:creationId xmlns:a16="http://schemas.microsoft.com/office/drawing/2014/main" id="{64AD30C8-F95D-0FA9-074B-FEE78FFAE40B}"/>
                </a:ext>
              </a:extLst>
            </p:cNvPr>
            <p:cNvSpPr>
              <a:spLocks noGrp="1"/>
            </p:cNvSpPr>
            <p:nvPr/>
          </p:nvSpPr>
          <p:spPr>
            <a:xfrm>
              <a:off x="15365933" y="2950005"/>
              <a:ext cx="16234" cy="21918"/>
            </a:xfrm>
            <a:custGeom>
              <a:avLst/>
              <a:gdLst/>
              <a:ahLst/>
              <a:cxnLst/>
              <a:rect l="0" t="0" r="0" b="0"/>
              <a:pathLst>
                <a:path w="16234" h="21918">
                  <a:moveTo>
                    <a:pt x="16234" y="0"/>
                  </a:moveTo>
                  <a:lnTo>
                    <a:pt x="0" y="21918"/>
                  </a:lnTo>
                </a:path>
              </a:pathLst>
            </a:custGeom>
            <a:noFill/>
            <a:ln w="20003">
              <a:solidFill>
                <a:srgbClr val="ECEFF1"/>
              </a:solidFill>
            </a:ln>
          </p:spPr>
        </p:sp>
        <p:sp>
          <p:nvSpPr>
            <p:cNvPr id="5670" name="Output_receptor__5669">
              <a:extLst>
                <a:ext uri="{FF2B5EF4-FFF2-40B4-BE49-F238E27FC236}">
                  <a16:creationId xmlns:a16="http://schemas.microsoft.com/office/drawing/2014/main" id="{9D9532BC-D157-71AD-1009-E646DA573B3D}"/>
                </a:ext>
              </a:extLst>
            </p:cNvPr>
            <p:cNvSpPr>
              <a:spLocks noGrp="1"/>
            </p:cNvSpPr>
            <p:nvPr/>
          </p:nvSpPr>
          <p:spPr>
            <a:xfrm>
              <a:off x="15719505" y="3469648"/>
              <a:ext cx="46639" cy="23745"/>
            </a:xfrm>
            <a:custGeom>
              <a:avLst/>
              <a:gdLst/>
              <a:ahLst/>
              <a:cxnLst/>
              <a:rect l="0" t="0" r="0" b="0"/>
              <a:pathLst>
                <a:path w="46639" h="23745">
                  <a:moveTo>
                    <a:pt x="0" y="0"/>
                  </a:moveTo>
                  <a:lnTo>
                    <a:pt x="46639" y="23745"/>
                  </a:lnTo>
                </a:path>
              </a:pathLst>
            </a:custGeom>
            <a:noFill/>
            <a:ln w="20003">
              <a:solidFill>
                <a:srgbClr val="ECEFF1"/>
              </a:solidFill>
            </a:ln>
          </p:spPr>
        </p:sp>
        <p:sp>
          <p:nvSpPr>
            <p:cNvPr id="5671" name="Output_receptor__5670">
              <a:extLst>
                <a:ext uri="{FF2B5EF4-FFF2-40B4-BE49-F238E27FC236}">
                  <a16:creationId xmlns:a16="http://schemas.microsoft.com/office/drawing/2014/main" id="{2806445B-CF41-48F6-3B32-FBE56161740A}"/>
                </a:ext>
              </a:extLst>
            </p:cNvPr>
            <p:cNvSpPr>
              <a:spLocks noGrp="1"/>
            </p:cNvSpPr>
            <p:nvPr/>
          </p:nvSpPr>
          <p:spPr>
            <a:xfrm>
              <a:off x="15553785" y="2848661"/>
              <a:ext cx="44600" cy="51204"/>
            </a:xfrm>
            <a:custGeom>
              <a:avLst/>
              <a:gdLst/>
              <a:ahLst/>
              <a:cxnLst/>
              <a:rect l="0" t="0" r="0" b="0"/>
              <a:pathLst>
                <a:path w="44600" h="51204">
                  <a:moveTo>
                    <a:pt x="44600" y="51204"/>
                  </a:moveTo>
                  <a:lnTo>
                    <a:pt x="0" y="0"/>
                  </a:lnTo>
                </a:path>
              </a:pathLst>
            </a:custGeom>
            <a:noFill/>
            <a:ln w="20003">
              <a:solidFill>
                <a:srgbClr val="ECEFF1"/>
              </a:solidFill>
            </a:ln>
          </p:spPr>
        </p:sp>
        <p:sp>
          <p:nvSpPr>
            <p:cNvPr id="5672" name="Output_receptor__5671">
              <a:extLst>
                <a:ext uri="{FF2B5EF4-FFF2-40B4-BE49-F238E27FC236}">
                  <a16:creationId xmlns:a16="http://schemas.microsoft.com/office/drawing/2014/main" id="{C8FF6471-AF08-3144-20FC-FB90B447659F}"/>
                </a:ext>
              </a:extLst>
            </p:cNvPr>
            <p:cNvSpPr>
              <a:spLocks noGrp="1"/>
            </p:cNvSpPr>
            <p:nvPr/>
          </p:nvSpPr>
          <p:spPr>
            <a:xfrm>
              <a:off x="15683884" y="3426529"/>
              <a:ext cx="35621" cy="43119"/>
            </a:xfrm>
            <a:custGeom>
              <a:avLst/>
              <a:gdLst/>
              <a:ahLst/>
              <a:cxnLst/>
              <a:rect l="0" t="0" r="0" b="0"/>
              <a:pathLst>
                <a:path w="35621" h="43119">
                  <a:moveTo>
                    <a:pt x="0" y="0"/>
                  </a:moveTo>
                  <a:lnTo>
                    <a:pt x="35621" y="43119"/>
                  </a:lnTo>
                </a:path>
              </a:pathLst>
            </a:custGeom>
            <a:noFill/>
            <a:ln w="20003">
              <a:solidFill>
                <a:srgbClr val="ECEFF1"/>
              </a:solidFill>
            </a:ln>
          </p:spPr>
        </p:sp>
        <p:sp>
          <p:nvSpPr>
            <p:cNvPr id="5673" name="Output_receptor__5672">
              <a:extLst>
                <a:ext uri="{FF2B5EF4-FFF2-40B4-BE49-F238E27FC236}">
                  <a16:creationId xmlns:a16="http://schemas.microsoft.com/office/drawing/2014/main" id="{9B92EE71-AEAA-B736-5E13-6AB9BD556323}"/>
                </a:ext>
              </a:extLst>
            </p:cNvPr>
            <p:cNvSpPr>
              <a:spLocks noGrp="1"/>
            </p:cNvSpPr>
            <p:nvPr/>
          </p:nvSpPr>
          <p:spPr>
            <a:xfrm>
              <a:off x="14990431" y="2836237"/>
              <a:ext cx="33863" cy="28039"/>
            </a:xfrm>
            <a:custGeom>
              <a:avLst/>
              <a:gdLst/>
              <a:ahLst/>
              <a:cxnLst/>
              <a:rect l="0" t="0" r="0" b="0"/>
              <a:pathLst>
                <a:path w="33863" h="28039">
                  <a:moveTo>
                    <a:pt x="33863" y="28039"/>
                  </a:moveTo>
                  <a:lnTo>
                    <a:pt x="0" y="0"/>
                  </a:lnTo>
                </a:path>
              </a:pathLst>
            </a:custGeom>
            <a:noFill/>
            <a:ln w="20003">
              <a:solidFill>
                <a:srgbClr val="ECEFF1"/>
              </a:solidFill>
            </a:ln>
          </p:spPr>
        </p:sp>
        <p:sp>
          <p:nvSpPr>
            <p:cNvPr id="5674" name="Output_receptor__5673">
              <a:extLst>
                <a:ext uri="{FF2B5EF4-FFF2-40B4-BE49-F238E27FC236}">
                  <a16:creationId xmlns:a16="http://schemas.microsoft.com/office/drawing/2014/main" id="{C8BC6605-D9F3-1DAD-B4F7-169EDFCD74FC}"/>
                </a:ext>
              </a:extLst>
            </p:cNvPr>
            <p:cNvSpPr>
              <a:spLocks noGrp="1"/>
            </p:cNvSpPr>
            <p:nvPr/>
          </p:nvSpPr>
          <p:spPr>
            <a:xfrm>
              <a:off x="15555743" y="2623960"/>
              <a:ext cx="49474" cy="46595"/>
            </a:xfrm>
            <a:custGeom>
              <a:avLst/>
              <a:gdLst/>
              <a:ahLst/>
              <a:cxnLst/>
              <a:rect l="0" t="0" r="0" b="0"/>
              <a:pathLst>
                <a:path w="49474" h="46595">
                  <a:moveTo>
                    <a:pt x="49474" y="0"/>
                  </a:moveTo>
                  <a:lnTo>
                    <a:pt x="0" y="46595"/>
                  </a:lnTo>
                </a:path>
              </a:pathLst>
            </a:custGeom>
            <a:noFill/>
            <a:ln w="20003">
              <a:solidFill>
                <a:srgbClr val="ECEFF1"/>
              </a:solidFill>
            </a:ln>
          </p:spPr>
        </p:sp>
        <p:sp>
          <p:nvSpPr>
            <p:cNvPr id="5675" name="Output_receptor__5674">
              <a:extLst>
                <a:ext uri="{FF2B5EF4-FFF2-40B4-BE49-F238E27FC236}">
                  <a16:creationId xmlns:a16="http://schemas.microsoft.com/office/drawing/2014/main" id="{8EDAD799-7BFD-AED4-51A5-7E0651BA79C0}"/>
                </a:ext>
              </a:extLst>
            </p:cNvPr>
            <p:cNvSpPr>
              <a:spLocks noGrp="1"/>
            </p:cNvSpPr>
            <p:nvPr/>
          </p:nvSpPr>
          <p:spPr>
            <a:xfrm>
              <a:off x="15381263" y="3038490"/>
              <a:ext cx="11904" cy="7158"/>
            </a:xfrm>
            <a:custGeom>
              <a:avLst/>
              <a:gdLst/>
              <a:ahLst/>
              <a:cxnLst/>
              <a:rect l="0" t="0" r="0" b="0"/>
              <a:pathLst>
                <a:path w="11904" h="7158">
                  <a:moveTo>
                    <a:pt x="11904" y="0"/>
                  </a:moveTo>
                  <a:lnTo>
                    <a:pt x="0" y="7158"/>
                  </a:lnTo>
                </a:path>
              </a:pathLst>
            </a:custGeom>
            <a:noFill/>
            <a:ln w="20003">
              <a:solidFill>
                <a:srgbClr val="ECEFF1"/>
              </a:solidFill>
            </a:ln>
          </p:spPr>
        </p:sp>
        <p:sp>
          <p:nvSpPr>
            <p:cNvPr id="5676" name="Output_receptor__5675">
              <a:extLst>
                <a:ext uri="{FF2B5EF4-FFF2-40B4-BE49-F238E27FC236}">
                  <a16:creationId xmlns:a16="http://schemas.microsoft.com/office/drawing/2014/main" id="{8ECC40B4-2ED4-E558-6D96-AD25C0246F1B}"/>
                </a:ext>
              </a:extLst>
            </p:cNvPr>
            <p:cNvSpPr>
              <a:spLocks noGrp="1"/>
            </p:cNvSpPr>
            <p:nvPr/>
          </p:nvSpPr>
          <p:spPr>
            <a:xfrm>
              <a:off x="15846207" y="3025029"/>
              <a:ext cx="30309" cy="31330"/>
            </a:xfrm>
            <a:custGeom>
              <a:avLst/>
              <a:gdLst/>
              <a:ahLst/>
              <a:cxnLst/>
              <a:rect l="0" t="0" r="0" b="0"/>
              <a:pathLst>
                <a:path w="30309" h="31330">
                  <a:moveTo>
                    <a:pt x="0" y="0"/>
                  </a:moveTo>
                  <a:lnTo>
                    <a:pt x="30309" y="31330"/>
                  </a:lnTo>
                </a:path>
              </a:pathLst>
            </a:custGeom>
            <a:noFill/>
            <a:ln w="8096">
              <a:solidFill>
                <a:srgbClr val="ECEFF1"/>
              </a:solidFill>
            </a:ln>
          </p:spPr>
        </p:sp>
        <p:sp>
          <p:nvSpPr>
            <p:cNvPr id="5677" name="Output_receptor__5676">
              <a:extLst>
                <a:ext uri="{FF2B5EF4-FFF2-40B4-BE49-F238E27FC236}">
                  <a16:creationId xmlns:a16="http://schemas.microsoft.com/office/drawing/2014/main" id="{C156FA69-7123-A381-6957-D307BC584B00}"/>
                </a:ext>
              </a:extLst>
            </p:cNvPr>
            <p:cNvSpPr>
              <a:spLocks noGrp="1"/>
            </p:cNvSpPr>
            <p:nvPr/>
          </p:nvSpPr>
          <p:spPr>
            <a:xfrm>
              <a:off x="16444867" y="2714924"/>
              <a:ext cx="27260" cy="49983"/>
            </a:xfrm>
            <a:custGeom>
              <a:avLst/>
              <a:gdLst/>
              <a:ahLst/>
              <a:cxnLst/>
              <a:rect l="0" t="0" r="0" b="0"/>
              <a:pathLst>
                <a:path w="27260" h="49983">
                  <a:moveTo>
                    <a:pt x="27260" y="49983"/>
                  </a:moveTo>
                  <a:lnTo>
                    <a:pt x="0" y="0"/>
                  </a:lnTo>
                </a:path>
              </a:pathLst>
            </a:custGeom>
            <a:noFill/>
            <a:ln w="8096">
              <a:solidFill>
                <a:srgbClr val="ECEFF1"/>
              </a:solidFill>
            </a:ln>
          </p:spPr>
        </p:sp>
        <p:sp>
          <p:nvSpPr>
            <p:cNvPr id="5678" name="Output_receptor__5677">
              <a:extLst>
                <a:ext uri="{FF2B5EF4-FFF2-40B4-BE49-F238E27FC236}">
                  <a16:creationId xmlns:a16="http://schemas.microsoft.com/office/drawing/2014/main" id="{516BAE09-85A1-6351-9966-92428ECD27D9}"/>
                </a:ext>
              </a:extLst>
            </p:cNvPr>
            <p:cNvSpPr>
              <a:spLocks noGrp="1"/>
            </p:cNvSpPr>
            <p:nvPr/>
          </p:nvSpPr>
          <p:spPr>
            <a:xfrm>
              <a:off x="16162655" y="3406628"/>
              <a:ext cx="405" cy="32084"/>
            </a:xfrm>
            <a:custGeom>
              <a:avLst/>
              <a:gdLst/>
              <a:ahLst/>
              <a:cxnLst/>
              <a:rect l="0" t="0" r="0" b="0"/>
              <a:pathLst>
                <a:path w="405" h="32084">
                  <a:moveTo>
                    <a:pt x="405" y="0"/>
                  </a:moveTo>
                  <a:lnTo>
                    <a:pt x="0" y="32084"/>
                  </a:lnTo>
                </a:path>
              </a:pathLst>
            </a:custGeom>
            <a:noFill/>
            <a:ln w="20003">
              <a:solidFill>
                <a:srgbClr val="ECEFF1"/>
              </a:solidFill>
            </a:ln>
          </p:spPr>
        </p:sp>
        <p:sp>
          <p:nvSpPr>
            <p:cNvPr id="5679" name="Output_receptor__5678">
              <a:extLst>
                <a:ext uri="{FF2B5EF4-FFF2-40B4-BE49-F238E27FC236}">
                  <a16:creationId xmlns:a16="http://schemas.microsoft.com/office/drawing/2014/main" id="{E0BD491A-0F35-D3BA-35FA-5BC59F562090}"/>
                </a:ext>
              </a:extLst>
            </p:cNvPr>
            <p:cNvSpPr>
              <a:spLocks noGrp="1"/>
            </p:cNvSpPr>
            <p:nvPr/>
          </p:nvSpPr>
          <p:spPr>
            <a:xfrm>
              <a:off x="15311351" y="2844272"/>
              <a:ext cx="859" cy="57413"/>
            </a:xfrm>
            <a:custGeom>
              <a:avLst/>
              <a:gdLst/>
              <a:ahLst/>
              <a:cxnLst/>
              <a:rect l="0" t="0" r="0" b="0"/>
              <a:pathLst>
                <a:path w="859" h="57413">
                  <a:moveTo>
                    <a:pt x="859" y="0"/>
                  </a:moveTo>
                  <a:lnTo>
                    <a:pt x="0" y="57413"/>
                  </a:lnTo>
                </a:path>
              </a:pathLst>
            </a:custGeom>
            <a:noFill/>
            <a:ln w="8096">
              <a:solidFill>
                <a:srgbClr val="ECEFF1"/>
              </a:solidFill>
            </a:ln>
          </p:spPr>
        </p:sp>
        <p:sp>
          <p:nvSpPr>
            <p:cNvPr id="5680" name="Output_receptor__5679">
              <a:extLst>
                <a:ext uri="{FF2B5EF4-FFF2-40B4-BE49-F238E27FC236}">
                  <a16:creationId xmlns:a16="http://schemas.microsoft.com/office/drawing/2014/main" id="{AC16112F-9188-5AD3-178D-7C092B0BA543}"/>
                </a:ext>
              </a:extLst>
            </p:cNvPr>
            <p:cNvSpPr>
              <a:spLocks noGrp="1"/>
            </p:cNvSpPr>
            <p:nvPr/>
          </p:nvSpPr>
          <p:spPr>
            <a:xfrm>
              <a:off x="14894674" y="3219068"/>
              <a:ext cx="35752" cy="26769"/>
            </a:xfrm>
            <a:custGeom>
              <a:avLst/>
              <a:gdLst/>
              <a:ahLst/>
              <a:cxnLst/>
              <a:rect l="0" t="0" r="0" b="0"/>
              <a:pathLst>
                <a:path w="35752" h="26769">
                  <a:moveTo>
                    <a:pt x="35752" y="0"/>
                  </a:moveTo>
                  <a:lnTo>
                    <a:pt x="0" y="26769"/>
                  </a:lnTo>
                </a:path>
              </a:pathLst>
            </a:custGeom>
            <a:noFill/>
            <a:ln w="8096">
              <a:solidFill>
                <a:srgbClr val="ECEFF1"/>
              </a:solidFill>
            </a:ln>
          </p:spPr>
        </p:sp>
        <p:sp>
          <p:nvSpPr>
            <p:cNvPr id="5681" name="Output_receptor__5680">
              <a:extLst>
                <a:ext uri="{FF2B5EF4-FFF2-40B4-BE49-F238E27FC236}">
                  <a16:creationId xmlns:a16="http://schemas.microsoft.com/office/drawing/2014/main" id="{AD7F58E0-CB59-3CB8-128D-5E9E2389E968}"/>
                </a:ext>
              </a:extLst>
            </p:cNvPr>
            <p:cNvSpPr>
              <a:spLocks noGrp="1"/>
            </p:cNvSpPr>
            <p:nvPr/>
          </p:nvSpPr>
          <p:spPr>
            <a:xfrm>
              <a:off x="16267738" y="3203845"/>
              <a:ext cx="69914" cy="13073"/>
            </a:xfrm>
            <a:custGeom>
              <a:avLst/>
              <a:gdLst/>
              <a:ahLst/>
              <a:cxnLst/>
              <a:rect l="0" t="0" r="0" b="0"/>
              <a:pathLst>
                <a:path w="69914" h="13073">
                  <a:moveTo>
                    <a:pt x="69914" y="0"/>
                  </a:moveTo>
                  <a:lnTo>
                    <a:pt x="0" y="13073"/>
                  </a:lnTo>
                </a:path>
              </a:pathLst>
            </a:custGeom>
            <a:noFill/>
            <a:ln w="20003">
              <a:solidFill>
                <a:srgbClr val="ECEFF1"/>
              </a:solidFill>
            </a:ln>
          </p:spPr>
        </p:sp>
        <p:sp>
          <p:nvSpPr>
            <p:cNvPr id="5682" name="Output_receptor__5681">
              <a:extLst>
                <a:ext uri="{FF2B5EF4-FFF2-40B4-BE49-F238E27FC236}">
                  <a16:creationId xmlns:a16="http://schemas.microsoft.com/office/drawing/2014/main" id="{6ACB600A-541A-39FE-CB91-57277F20E704}"/>
                </a:ext>
              </a:extLst>
            </p:cNvPr>
            <p:cNvSpPr>
              <a:spLocks noGrp="1"/>
            </p:cNvSpPr>
            <p:nvPr/>
          </p:nvSpPr>
          <p:spPr>
            <a:xfrm>
              <a:off x="16104822" y="3131073"/>
              <a:ext cx="63131" cy="32856"/>
            </a:xfrm>
            <a:custGeom>
              <a:avLst/>
              <a:gdLst/>
              <a:ahLst/>
              <a:cxnLst/>
              <a:rect l="0" t="0" r="0" b="0"/>
              <a:pathLst>
                <a:path w="63131" h="32856">
                  <a:moveTo>
                    <a:pt x="63131" y="32856"/>
                  </a:moveTo>
                  <a:lnTo>
                    <a:pt x="0" y="0"/>
                  </a:lnTo>
                </a:path>
              </a:pathLst>
            </a:custGeom>
            <a:noFill/>
            <a:ln w="20003">
              <a:solidFill>
                <a:srgbClr val="ECEFF1"/>
              </a:solidFill>
            </a:ln>
          </p:spPr>
        </p:sp>
        <p:sp>
          <p:nvSpPr>
            <p:cNvPr id="5683" name="Output_receptor__5682">
              <a:extLst>
                <a:ext uri="{FF2B5EF4-FFF2-40B4-BE49-F238E27FC236}">
                  <a16:creationId xmlns:a16="http://schemas.microsoft.com/office/drawing/2014/main" id="{6043D0B3-761A-F80A-3D7F-986156B0A8D2}"/>
                </a:ext>
              </a:extLst>
            </p:cNvPr>
            <p:cNvSpPr>
              <a:spLocks noGrp="1"/>
            </p:cNvSpPr>
            <p:nvPr/>
          </p:nvSpPr>
          <p:spPr>
            <a:xfrm>
              <a:off x="15605216" y="2603300"/>
              <a:ext cx="67781" cy="20660"/>
            </a:xfrm>
            <a:custGeom>
              <a:avLst/>
              <a:gdLst/>
              <a:ahLst/>
              <a:cxnLst/>
              <a:rect l="0" t="0" r="0" b="0"/>
              <a:pathLst>
                <a:path w="67781" h="20660">
                  <a:moveTo>
                    <a:pt x="67781" y="0"/>
                  </a:moveTo>
                  <a:lnTo>
                    <a:pt x="0" y="20660"/>
                  </a:lnTo>
                </a:path>
              </a:pathLst>
            </a:custGeom>
            <a:noFill/>
            <a:ln w="8096">
              <a:solidFill>
                <a:srgbClr val="ECEFF1"/>
              </a:solidFill>
            </a:ln>
          </p:spPr>
        </p:sp>
        <p:sp>
          <p:nvSpPr>
            <p:cNvPr id="5684" name="Output_receptor__5683">
              <a:extLst>
                <a:ext uri="{FF2B5EF4-FFF2-40B4-BE49-F238E27FC236}">
                  <a16:creationId xmlns:a16="http://schemas.microsoft.com/office/drawing/2014/main" id="{CA233A78-6F1B-2966-142A-F544A7F852CD}"/>
                </a:ext>
              </a:extLst>
            </p:cNvPr>
            <p:cNvSpPr>
              <a:spLocks noGrp="1"/>
            </p:cNvSpPr>
            <p:nvPr/>
          </p:nvSpPr>
          <p:spPr>
            <a:xfrm>
              <a:off x="16214822" y="3362295"/>
              <a:ext cx="38849" cy="56593"/>
            </a:xfrm>
            <a:custGeom>
              <a:avLst/>
              <a:gdLst/>
              <a:ahLst/>
              <a:cxnLst/>
              <a:rect l="0" t="0" r="0" b="0"/>
              <a:pathLst>
                <a:path w="38849" h="56593">
                  <a:moveTo>
                    <a:pt x="38849" y="56593"/>
                  </a:moveTo>
                  <a:lnTo>
                    <a:pt x="0" y="0"/>
                  </a:lnTo>
                </a:path>
              </a:pathLst>
            </a:custGeom>
            <a:noFill/>
            <a:ln w="20003">
              <a:solidFill>
                <a:srgbClr val="ECEFF1"/>
              </a:solidFill>
            </a:ln>
          </p:spPr>
        </p:sp>
        <p:sp>
          <p:nvSpPr>
            <p:cNvPr id="5685" name="Output_receptor__5684">
              <a:extLst>
                <a:ext uri="{FF2B5EF4-FFF2-40B4-BE49-F238E27FC236}">
                  <a16:creationId xmlns:a16="http://schemas.microsoft.com/office/drawing/2014/main" id="{459DE4BD-E6B5-2997-47B5-AF3CD0F57E41}"/>
                </a:ext>
              </a:extLst>
            </p:cNvPr>
            <p:cNvSpPr>
              <a:spLocks noGrp="1"/>
            </p:cNvSpPr>
            <p:nvPr/>
          </p:nvSpPr>
          <p:spPr>
            <a:xfrm>
              <a:off x="15989928" y="2558995"/>
              <a:ext cx="40715" cy="59013"/>
            </a:xfrm>
            <a:custGeom>
              <a:avLst/>
              <a:gdLst/>
              <a:ahLst/>
              <a:cxnLst/>
              <a:rect l="0" t="0" r="0" b="0"/>
              <a:pathLst>
                <a:path w="40715" h="59013">
                  <a:moveTo>
                    <a:pt x="40715" y="59013"/>
                  </a:moveTo>
                  <a:lnTo>
                    <a:pt x="0" y="0"/>
                  </a:lnTo>
                </a:path>
              </a:pathLst>
            </a:custGeom>
            <a:noFill/>
            <a:ln w="8096">
              <a:solidFill>
                <a:srgbClr val="ECEFF1"/>
              </a:solidFill>
            </a:ln>
          </p:spPr>
        </p:sp>
        <p:sp>
          <p:nvSpPr>
            <p:cNvPr id="5686" name="Output_receptor__5685">
              <a:extLst>
                <a:ext uri="{FF2B5EF4-FFF2-40B4-BE49-F238E27FC236}">
                  <a16:creationId xmlns:a16="http://schemas.microsoft.com/office/drawing/2014/main" id="{1C3D2419-0F66-25E6-26E5-DC8C1871CF42}"/>
                </a:ext>
              </a:extLst>
            </p:cNvPr>
            <p:cNvSpPr>
              <a:spLocks noGrp="1"/>
            </p:cNvSpPr>
            <p:nvPr/>
          </p:nvSpPr>
          <p:spPr>
            <a:xfrm>
              <a:off x="15006404" y="2964079"/>
              <a:ext cx="7691" cy="62476"/>
            </a:xfrm>
            <a:custGeom>
              <a:avLst/>
              <a:gdLst/>
              <a:ahLst/>
              <a:cxnLst/>
              <a:rect l="0" t="0" r="0" b="0"/>
              <a:pathLst>
                <a:path w="7691" h="62476">
                  <a:moveTo>
                    <a:pt x="7691" y="62476"/>
                  </a:moveTo>
                  <a:lnTo>
                    <a:pt x="0" y="0"/>
                  </a:lnTo>
                </a:path>
              </a:pathLst>
            </a:custGeom>
            <a:noFill/>
            <a:ln w="20003">
              <a:solidFill>
                <a:srgbClr val="ECEFF1"/>
              </a:solidFill>
            </a:ln>
          </p:spPr>
        </p:sp>
        <p:sp>
          <p:nvSpPr>
            <p:cNvPr id="5687" name="Output_receptor__5686">
              <a:extLst>
                <a:ext uri="{FF2B5EF4-FFF2-40B4-BE49-F238E27FC236}">
                  <a16:creationId xmlns:a16="http://schemas.microsoft.com/office/drawing/2014/main" id="{F9DDB10B-15AF-DD7E-2ECD-C2E78CE0B355}"/>
                </a:ext>
              </a:extLst>
            </p:cNvPr>
            <p:cNvSpPr>
              <a:spLocks noGrp="1"/>
            </p:cNvSpPr>
            <p:nvPr/>
          </p:nvSpPr>
          <p:spPr>
            <a:xfrm>
              <a:off x="15236148" y="3110578"/>
              <a:ext cx="15243" cy="64705"/>
            </a:xfrm>
            <a:custGeom>
              <a:avLst/>
              <a:gdLst/>
              <a:ahLst/>
              <a:cxnLst/>
              <a:rect l="0" t="0" r="0" b="0"/>
              <a:pathLst>
                <a:path w="15243" h="64705">
                  <a:moveTo>
                    <a:pt x="0" y="0"/>
                  </a:moveTo>
                  <a:lnTo>
                    <a:pt x="15243" y="64705"/>
                  </a:lnTo>
                </a:path>
              </a:pathLst>
            </a:custGeom>
            <a:noFill/>
            <a:ln w="20003">
              <a:solidFill>
                <a:srgbClr val="ECEFF1"/>
              </a:solidFill>
            </a:ln>
          </p:spPr>
        </p:sp>
        <p:sp>
          <p:nvSpPr>
            <p:cNvPr id="5688" name="Output_receptor__5687">
              <a:extLst>
                <a:ext uri="{FF2B5EF4-FFF2-40B4-BE49-F238E27FC236}">
                  <a16:creationId xmlns:a16="http://schemas.microsoft.com/office/drawing/2014/main" id="{F6ACB6CB-40F2-F842-ADB1-A47C97034E56}"/>
                </a:ext>
              </a:extLst>
            </p:cNvPr>
            <p:cNvSpPr>
              <a:spLocks noGrp="1"/>
            </p:cNvSpPr>
            <p:nvPr/>
          </p:nvSpPr>
          <p:spPr>
            <a:xfrm>
              <a:off x="15259247" y="2817032"/>
              <a:ext cx="52962" cy="27240"/>
            </a:xfrm>
            <a:custGeom>
              <a:avLst/>
              <a:gdLst/>
              <a:ahLst/>
              <a:cxnLst/>
              <a:rect l="0" t="0" r="0" b="0"/>
              <a:pathLst>
                <a:path w="52962" h="27240">
                  <a:moveTo>
                    <a:pt x="0" y="0"/>
                  </a:moveTo>
                  <a:lnTo>
                    <a:pt x="52962" y="27240"/>
                  </a:lnTo>
                </a:path>
              </a:pathLst>
            </a:custGeom>
            <a:noFill/>
            <a:ln w="20003">
              <a:solidFill>
                <a:srgbClr val="ECEFF1"/>
              </a:solidFill>
            </a:ln>
          </p:spPr>
        </p:sp>
        <p:sp>
          <p:nvSpPr>
            <p:cNvPr id="5689" name="Output_receptor__5688">
              <a:extLst>
                <a:ext uri="{FF2B5EF4-FFF2-40B4-BE49-F238E27FC236}">
                  <a16:creationId xmlns:a16="http://schemas.microsoft.com/office/drawing/2014/main" id="{8AC93F7C-C6D9-B858-F936-EB98E45EC7F2}"/>
                </a:ext>
              </a:extLst>
            </p:cNvPr>
            <p:cNvSpPr>
              <a:spLocks noGrp="1"/>
            </p:cNvSpPr>
            <p:nvPr/>
          </p:nvSpPr>
          <p:spPr>
            <a:xfrm>
              <a:off x="16337652" y="3203845"/>
              <a:ext cx="10495" cy="71410"/>
            </a:xfrm>
            <a:custGeom>
              <a:avLst/>
              <a:gdLst/>
              <a:ahLst/>
              <a:cxnLst/>
              <a:rect l="0" t="0" r="0" b="0"/>
              <a:pathLst>
                <a:path w="10495" h="71410">
                  <a:moveTo>
                    <a:pt x="10495" y="71410"/>
                  </a:moveTo>
                  <a:lnTo>
                    <a:pt x="0" y="0"/>
                  </a:lnTo>
                </a:path>
              </a:pathLst>
            </a:custGeom>
            <a:noFill/>
            <a:ln w="20003">
              <a:solidFill>
                <a:srgbClr val="ECEFF1"/>
              </a:solidFill>
            </a:ln>
          </p:spPr>
        </p:sp>
        <p:sp>
          <p:nvSpPr>
            <p:cNvPr id="5690" name="Output_receptor__5689">
              <a:extLst>
                <a:ext uri="{FF2B5EF4-FFF2-40B4-BE49-F238E27FC236}">
                  <a16:creationId xmlns:a16="http://schemas.microsoft.com/office/drawing/2014/main" id="{1B07F0CC-31CE-666B-65FA-279C8A576291}"/>
                </a:ext>
              </a:extLst>
            </p:cNvPr>
            <p:cNvSpPr>
              <a:spLocks noGrp="1"/>
            </p:cNvSpPr>
            <p:nvPr/>
          </p:nvSpPr>
          <p:spPr>
            <a:xfrm>
              <a:off x="16444867" y="2655677"/>
              <a:ext cx="24401" cy="59247"/>
            </a:xfrm>
            <a:custGeom>
              <a:avLst/>
              <a:gdLst/>
              <a:ahLst/>
              <a:cxnLst/>
              <a:rect l="0" t="0" r="0" b="0"/>
              <a:pathLst>
                <a:path w="24401" h="59247">
                  <a:moveTo>
                    <a:pt x="0" y="59247"/>
                  </a:moveTo>
                  <a:lnTo>
                    <a:pt x="24401" y="0"/>
                  </a:lnTo>
                </a:path>
              </a:pathLst>
            </a:custGeom>
            <a:noFill/>
            <a:ln w="20003">
              <a:solidFill>
                <a:srgbClr val="ECEFF1"/>
              </a:solidFill>
            </a:ln>
          </p:spPr>
        </p:sp>
        <p:sp>
          <p:nvSpPr>
            <p:cNvPr id="5691" name="Output_receptor__5690">
              <a:extLst>
                <a:ext uri="{FF2B5EF4-FFF2-40B4-BE49-F238E27FC236}">
                  <a16:creationId xmlns:a16="http://schemas.microsoft.com/office/drawing/2014/main" id="{4A307684-D497-0983-B4AC-0AC8CE2497BF}"/>
                </a:ext>
              </a:extLst>
            </p:cNvPr>
            <p:cNvSpPr>
              <a:spLocks noGrp="1"/>
            </p:cNvSpPr>
            <p:nvPr/>
          </p:nvSpPr>
          <p:spPr>
            <a:xfrm>
              <a:off x="16049865" y="2839927"/>
              <a:ext cx="8641" cy="3018"/>
            </a:xfrm>
            <a:custGeom>
              <a:avLst/>
              <a:gdLst/>
              <a:ahLst/>
              <a:cxnLst/>
              <a:rect l="0" t="0" r="0" b="0"/>
              <a:pathLst>
                <a:path w="8641" h="3018">
                  <a:moveTo>
                    <a:pt x="8641" y="3018"/>
                  </a:moveTo>
                  <a:lnTo>
                    <a:pt x="0" y="0"/>
                  </a:lnTo>
                </a:path>
              </a:pathLst>
            </a:custGeom>
            <a:noFill/>
            <a:ln w="20003">
              <a:solidFill>
                <a:srgbClr val="ECEFF1"/>
              </a:solidFill>
            </a:ln>
          </p:spPr>
        </p:sp>
        <p:sp>
          <p:nvSpPr>
            <p:cNvPr id="5692" name="Output_receptor__5691">
              <a:extLst>
                <a:ext uri="{FF2B5EF4-FFF2-40B4-BE49-F238E27FC236}">
                  <a16:creationId xmlns:a16="http://schemas.microsoft.com/office/drawing/2014/main" id="{48CE14F1-45D2-9731-9B24-3587A851F301}"/>
                </a:ext>
              </a:extLst>
            </p:cNvPr>
            <p:cNvSpPr>
              <a:spLocks noGrp="1"/>
            </p:cNvSpPr>
            <p:nvPr/>
          </p:nvSpPr>
          <p:spPr>
            <a:xfrm>
              <a:off x="15435866" y="3701699"/>
              <a:ext cx="4479" cy="27959"/>
            </a:xfrm>
            <a:custGeom>
              <a:avLst/>
              <a:gdLst/>
              <a:ahLst/>
              <a:cxnLst/>
              <a:rect l="0" t="0" r="0" b="0"/>
              <a:pathLst>
                <a:path w="4479" h="27959">
                  <a:moveTo>
                    <a:pt x="4479" y="27959"/>
                  </a:moveTo>
                  <a:lnTo>
                    <a:pt x="0" y="0"/>
                  </a:lnTo>
                </a:path>
              </a:pathLst>
            </a:custGeom>
            <a:noFill/>
            <a:ln w="8096">
              <a:solidFill>
                <a:srgbClr val="ECEFF1"/>
              </a:solidFill>
            </a:ln>
          </p:spPr>
        </p:sp>
        <p:sp>
          <p:nvSpPr>
            <p:cNvPr id="5693" name="Output_receptor__5692">
              <a:extLst>
                <a:ext uri="{FF2B5EF4-FFF2-40B4-BE49-F238E27FC236}">
                  <a16:creationId xmlns:a16="http://schemas.microsoft.com/office/drawing/2014/main" id="{7EA687D4-02EC-3E04-F470-1A77B1119A8A}"/>
                </a:ext>
              </a:extLst>
            </p:cNvPr>
            <p:cNvSpPr>
              <a:spLocks noGrp="1"/>
            </p:cNvSpPr>
            <p:nvPr/>
          </p:nvSpPr>
          <p:spPr>
            <a:xfrm>
              <a:off x="16020447" y="2466015"/>
              <a:ext cx="31318" cy="30601"/>
            </a:xfrm>
            <a:custGeom>
              <a:avLst/>
              <a:gdLst/>
              <a:ahLst/>
              <a:cxnLst/>
              <a:rect l="0" t="0" r="0" b="0"/>
              <a:pathLst>
                <a:path w="31318" h="30601">
                  <a:moveTo>
                    <a:pt x="0" y="30601"/>
                  </a:moveTo>
                  <a:lnTo>
                    <a:pt x="31318" y="0"/>
                  </a:lnTo>
                </a:path>
              </a:pathLst>
            </a:custGeom>
            <a:noFill/>
            <a:ln w="8096">
              <a:solidFill>
                <a:srgbClr val="ECEFF1"/>
              </a:solidFill>
            </a:ln>
          </p:spPr>
        </p:sp>
        <p:sp>
          <p:nvSpPr>
            <p:cNvPr id="5694" name="Output_receptor__5693">
              <a:extLst>
                <a:ext uri="{FF2B5EF4-FFF2-40B4-BE49-F238E27FC236}">
                  <a16:creationId xmlns:a16="http://schemas.microsoft.com/office/drawing/2014/main" id="{B3291071-9C96-14EB-B59F-95BE67E7AA68}"/>
                </a:ext>
              </a:extLst>
            </p:cNvPr>
            <p:cNvSpPr>
              <a:spLocks noGrp="1"/>
            </p:cNvSpPr>
            <p:nvPr/>
          </p:nvSpPr>
          <p:spPr>
            <a:xfrm>
              <a:off x="15249758" y="3455446"/>
              <a:ext cx="62982" cy="6037"/>
            </a:xfrm>
            <a:custGeom>
              <a:avLst/>
              <a:gdLst/>
              <a:ahLst/>
              <a:cxnLst/>
              <a:rect l="0" t="0" r="0" b="0"/>
              <a:pathLst>
                <a:path w="62982" h="6037">
                  <a:moveTo>
                    <a:pt x="0" y="6037"/>
                  </a:moveTo>
                  <a:lnTo>
                    <a:pt x="62982" y="0"/>
                  </a:lnTo>
                </a:path>
              </a:pathLst>
            </a:custGeom>
            <a:noFill/>
            <a:ln w="8096">
              <a:solidFill>
                <a:srgbClr val="ECEFF1"/>
              </a:solidFill>
            </a:ln>
          </p:spPr>
        </p:sp>
        <p:sp>
          <p:nvSpPr>
            <p:cNvPr id="5695" name="Output_receptor__5694">
              <a:extLst>
                <a:ext uri="{FF2B5EF4-FFF2-40B4-BE49-F238E27FC236}">
                  <a16:creationId xmlns:a16="http://schemas.microsoft.com/office/drawing/2014/main" id="{FF330CE2-4BAE-B29D-246E-10BCC847420C}"/>
                </a:ext>
              </a:extLst>
            </p:cNvPr>
            <p:cNvSpPr>
              <a:spLocks noGrp="1"/>
            </p:cNvSpPr>
            <p:nvPr/>
          </p:nvSpPr>
          <p:spPr>
            <a:xfrm>
              <a:off x="16002963" y="3006190"/>
              <a:ext cx="21077" cy="56620"/>
            </a:xfrm>
            <a:custGeom>
              <a:avLst/>
              <a:gdLst/>
              <a:ahLst/>
              <a:cxnLst/>
              <a:rect l="0" t="0" r="0" b="0"/>
              <a:pathLst>
                <a:path w="21077" h="56620">
                  <a:moveTo>
                    <a:pt x="21077" y="0"/>
                  </a:moveTo>
                  <a:lnTo>
                    <a:pt x="0" y="56620"/>
                  </a:lnTo>
                </a:path>
              </a:pathLst>
            </a:custGeom>
            <a:noFill/>
            <a:ln w="8096">
              <a:solidFill>
                <a:srgbClr val="ECEFF1"/>
              </a:solidFill>
            </a:ln>
          </p:spPr>
        </p:sp>
        <p:sp>
          <p:nvSpPr>
            <p:cNvPr id="5696" name="Output_receptor__5695">
              <a:extLst>
                <a:ext uri="{FF2B5EF4-FFF2-40B4-BE49-F238E27FC236}">
                  <a16:creationId xmlns:a16="http://schemas.microsoft.com/office/drawing/2014/main" id="{1499CE60-E029-5CCF-3745-2AE9196B79CB}"/>
                </a:ext>
              </a:extLst>
            </p:cNvPr>
            <p:cNvSpPr>
              <a:spLocks noGrp="1"/>
            </p:cNvSpPr>
            <p:nvPr/>
          </p:nvSpPr>
          <p:spPr>
            <a:xfrm>
              <a:off x="15834597" y="3118617"/>
              <a:ext cx="12468" cy="887"/>
            </a:xfrm>
            <a:custGeom>
              <a:avLst/>
              <a:gdLst/>
              <a:ahLst/>
              <a:cxnLst/>
              <a:rect l="0" t="0" r="0" b="0"/>
              <a:pathLst>
                <a:path w="12468" h="887">
                  <a:moveTo>
                    <a:pt x="0" y="887"/>
                  </a:moveTo>
                  <a:lnTo>
                    <a:pt x="12468" y="0"/>
                  </a:lnTo>
                </a:path>
              </a:pathLst>
            </a:custGeom>
            <a:noFill/>
            <a:ln w="8096">
              <a:solidFill>
                <a:srgbClr val="ECEFF1"/>
              </a:solidFill>
            </a:ln>
          </p:spPr>
        </p:sp>
        <p:sp>
          <p:nvSpPr>
            <p:cNvPr id="5697" name="Output_receptor__5696">
              <a:extLst>
                <a:ext uri="{FF2B5EF4-FFF2-40B4-BE49-F238E27FC236}">
                  <a16:creationId xmlns:a16="http://schemas.microsoft.com/office/drawing/2014/main" id="{5319C912-C603-678D-A189-23AA8B397560}"/>
                </a:ext>
              </a:extLst>
            </p:cNvPr>
            <p:cNvSpPr>
              <a:spLocks noGrp="1"/>
            </p:cNvSpPr>
            <p:nvPr/>
          </p:nvSpPr>
          <p:spPr>
            <a:xfrm>
              <a:off x="15178501" y="3598004"/>
              <a:ext cx="37305" cy="32783"/>
            </a:xfrm>
            <a:custGeom>
              <a:avLst/>
              <a:gdLst/>
              <a:ahLst/>
              <a:cxnLst/>
              <a:rect l="0" t="0" r="0" b="0"/>
              <a:pathLst>
                <a:path w="37305" h="32783">
                  <a:moveTo>
                    <a:pt x="37305" y="32783"/>
                  </a:moveTo>
                  <a:lnTo>
                    <a:pt x="0" y="0"/>
                  </a:lnTo>
                </a:path>
              </a:pathLst>
            </a:custGeom>
            <a:noFill/>
            <a:ln w="8096">
              <a:solidFill>
                <a:srgbClr val="ECEFF1"/>
              </a:solidFill>
            </a:ln>
          </p:spPr>
        </p:sp>
        <p:sp>
          <p:nvSpPr>
            <p:cNvPr id="5698" name="Output_receptor__5697">
              <a:extLst>
                <a:ext uri="{FF2B5EF4-FFF2-40B4-BE49-F238E27FC236}">
                  <a16:creationId xmlns:a16="http://schemas.microsoft.com/office/drawing/2014/main" id="{697AC925-9E59-24BC-707A-69C49491D2B3}"/>
                </a:ext>
              </a:extLst>
            </p:cNvPr>
            <p:cNvSpPr>
              <a:spLocks noGrp="1"/>
            </p:cNvSpPr>
            <p:nvPr/>
          </p:nvSpPr>
          <p:spPr>
            <a:xfrm>
              <a:off x="16030642" y="2591018"/>
              <a:ext cx="63905" cy="26991"/>
            </a:xfrm>
            <a:custGeom>
              <a:avLst/>
              <a:gdLst/>
              <a:ahLst/>
              <a:cxnLst/>
              <a:rect l="0" t="0" r="0" b="0"/>
              <a:pathLst>
                <a:path w="63905" h="26991">
                  <a:moveTo>
                    <a:pt x="63905" y="0"/>
                  </a:moveTo>
                  <a:lnTo>
                    <a:pt x="0" y="26991"/>
                  </a:lnTo>
                </a:path>
              </a:pathLst>
            </a:custGeom>
            <a:noFill/>
            <a:ln w="8096">
              <a:solidFill>
                <a:srgbClr val="ECEFF1"/>
              </a:solidFill>
            </a:ln>
          </p:spPr>
        </p:sp>
        <p:sp>
          <p:nvSpPr>
            <p:cNvPr id="5699" name="Output_receptor__5698">
              <a:extLst>
                <a:ext uri="{FF2B5EF4-FFF2-40B4-BE49-F238E27FC236}">
                  <a16:creationId xmlns:a16="http://schemas.microsoft.com/office/drawing/2014/main" id="{526B43BC-6F2A-3E68-F4C9-81D0DF0909BD}"/>
                </a:ext>
              </a:extLst>
            </p:cNvPr>
            <p:cNvSpPr>
              <a:spLocks noGrp="1"/>
            </p:cNvSpPr>
            <p:nvPr/>
          </p:nvSpPr>
          <p:spPr>
            <a:xfrm>
              <a:off x="15181784" y="2863610"/>
              <a:ext cx="43107" cy="16621"/>
            </a:xfrm>
            <a:custGeom>
              <a:avLst/>
              <a:gdLst/>
              <a:ahLst/>
              <a:cxnLst/>
              <a:rect l="0" t="0" r="0" b="0"/>
              <a:pathLst>
                <a:path w="43107" h="16621">
                  <a:moveTo>
                    <a:pt x="0" y="0"/>
                  </a:moveTo>
                  <a:lnTo>
                    <a:pt x="43107" y="16621"/>
                  </a:lnTo>
                </a:path>
              </a:pathLst>
            </a:custGeom>
            <a:noFill/>
            <a:ln w="20003">
              <a:solidFill>
                <a:srgbClr val="ECEFF1"/>
              </a:solidFill>
            </a:ln>
          </p:spPr>
        </p:sp>
        <p:sp>
          <p:nvSpPr>
            <p:cNvPr id="5700" name="Output_receptor__5699">
              <a:extLst>
                <a:ext uri="{FF2B5EF4-FFF2-40B4-BE49-F238E27FC236}">
                  <a16:creationId xmlns:a16="http://schemas.microsoft.com/office/drawing/2014/main" id="{7191DE2A-7836-2BEF-94CB-2F529EC56BE1}"/>
                </a:ext>
              </a:extLst>
            </p:cNvPr>
            <p:cNvSpPr>
              <a:spLocks noGrp="1"/>
            </p:cNvSpPr>
            <p:nvPr/>
          </p:nvSpPr>
          <p:spPr>
            <a:xfrm>
              <a:off x="16007677" y="3195756"/>
              <a:ext cx="67735" cy="22034"/>
            </a:xfrm>
            <a:custGeom>
              <a:avLst/>
              <a:gdLst/>
              <a:ahLst/>
              <a:cxnLst/>
              <a:rect l="0" t="0" r="0" b="0"/>
              <a:pathLst>
                <a:path w="67735" h="22034">
                  <a:moveTo>
                    <a:pt x="67735" y="22034"/>
                  </a:moveTo>
                  <a:lnTo>
                    <a:pt x="0" y="0"/>
                  </a:lnTo>
                </a:path>
              </a:pathLst>
            </a:custGeom>
            <a:noFill/>
            <a:ln w="20003">
              <a:solidFill>
                <a:srgbClr val="ECEFF1"/>
              </a:solidFill>
            </a:ln>
          </p:spPr>
        </p:sp>
        <p:sp>
          <p:nvSpPr>
            <p:cNvPr id="5701" name="Output_receptor__5700">
              <a:extLst>
                <a:ext uri="{FF2B5EF4-FFF2-40B4-BE49-F238E27FC236}">
                  <a16:creationId xmlns:a16="http://schemas.microsoft.com/office/drawing/2014/main" id="{5CFFC47B-E331-1161-53B6-0FEFE5299D84}"/>
                </a:ext>
              </a:extLst>
            </p:cNvPr>
            <p:cNvSpPr>
              <a:spLocks noGrp="1"/>
            </p:cNvSpPr>
            <p:nvPr/>
          </p:nvSpPr>
          <p:spPr>
            <a:xfrm>
              <a:off x="15615909" y="3734298"/>
              <a:ext cx="60522" cy="19707"/>
            </a:xfrm>
            <a:custGeom>
              <a:avLst/>
              <a:gdLst/>
              <a:ahLst/>
              <a:cxnLst/>
              <a:rect l="0" t="0" r="0" b="0"/>
              <a:pathLst>
                <a:path w="60522" h="19707">
                  <a:moveTo>
                    <a:pt x="60522" y="0"/>
                  </a:moveTo>
                  <a:lnTo>
                    <a:pt x="0" y="19707"/>
                  </a:lnTo>
                </a:path>
              </a:pathLst>
            </a:custGeom>
            <a:noFill/>
            <a:ln w="8096">
              <a:solidFill>
                <a:srgbClr val="ECEFF1"/>
              </a:solidFill>
            </a:ln>
          </p:spPr>
        </p:sp>
        <p:sp>
          <p:nvSpPr>
            <p:cNvPr id="5702" name="Output_receptor__5701">
              <a:extLst>
                <a:ext uri="{FF2B5EF4-FFF2-40B4-BE49-F238E27FC236}">
                  <a16:creationId xmlns:a16="http://schemas.microsoft.com/office/drawing/2014/main" id="{04194103-7AEA-9A18-02E2-9398FDBFC5F0}"/>
                </a:ext>
              </a:extLst>
            </p:cNvPr>
            <p:cNvSpPr>
              <a:spLocks noGrp="1"/>
            </p:cNvSpPr>
            <p:nvPr/>
          </p:nvSpPr>
          <p:spPr>
            <a:xfrm>
              <a:off x="15871365" y="2721071"/>
              <a:ext cx="3251" cy="26222"/>
            </a:xfrm>
            <a:custGeom>
              <a:avLst/>
              <a:gdLst/>
              <a:ahLst/>
              <a:cxnLst/>
              <a:rect l="0" t="0" r="0" b="0"/>
              <a:pathLst>
                <a:path w="3251" h="26222">
                  <a:moveTo>
                    <a:pt x="3251" y="26222"/>
                  </a:moveTo>
                  <a:lnTo>
                    <a:pt x="0" y="0"/>
                  </a:lnTo>
                </a:path>
              </a:pathLst>
            </a:custGeom>
            <a:noFill/>
            <a:ln w="20003">
              <a:solidFill>
                <a:srgbClr val="ECEFF1"/>
              </a:solidFill>
            </a:ln>
          </p:spPr>
        </p:sp>
        <p:sp>
          <p:nvSpPr>
            <p:cNvPr id="5703" name="Output_receptor__5702">
              <a:extLst>
                <a:ext uri="{FF2B5EF4-FFF2-40B4-BE49-F238E27FC236}">
                  <a16:creationId xmlns:a16="http://schemas.microsoft.com/office/drawing/2014/main" id="{15ECC2B7-7BC6-8DEA-4623-3CA22AB26256}"/>
                </a:ext>
              </a:extLst>
            </p:cNvPr>
            <p:cNvSpPr>
              <a:spLocks noGrp="1"/>
            </p:cNvSpPr>
            <p:nvPr/>
          </p:nvSpPr>
          <p:spPr>
            <a:xfrm>
              <a:off x="15166915" y="3202749"/>
              <a:ext cx="25909" cy="65426"/>
            </a:xfrm>
            <a:custGeom>
              <a:avLst/>
              <a:gdLst/>
              <a:ahLst/>
              <a:cxnLst/>
              <a:rect l="0" t="0" r="0" b="0"/>
              <a:pathLst>
                <a:path w="25909" h="65426">
                  <a:moveTo>
                    <a:pt x="0" y="0"/>
                  </a:moveTo>
                  <a:lnTo>
                    <a:pt x="25909" y="65426"/>
                  </a:lnTo>
                </a:path>
              </a:pathLst>
            </a:custGeom>
            <a:noFill/>
            <a:ln w="20003">
              <a:solidFill>
                <a:srgbClr val="ECEFF1"/>
              </a:solidFill>
            </a:ln>
          </p:spPr>
        </p:sp>
        <p:sp>
          <p:nvSpPr>
            <p:cNvPr id="5704" name="Output_receptor__5703">
              <a:extLst>
                <a:ext uri="{FF2B5EF4-FFF2-40B4-BE49-F238E27FC236}">
                  <a16:creationId xmlns:a16="http://schemas.microsoft.com/office/drawing/2014/main" id="{99E1DE83-75E9-E7F7-8001-2859EB2846DB}"/>
                </a:ext>
              </a:extLst>
            </p:cNvPr>
            <p:cNvSpPr>
              <a:spLocks noGrp="1"/>
            </p:cNvSpPr>
            <p:nvPr/>
          </p:nvSpPr>
          <p:spPr>
            <a:xfrm>
              <a:off x="16267738" y="3216918"/>
              <a:ext cx="3284" cy="52883"/>
            </a:xfrm>
            <a:custGeom>
              <a:avLst/>
              <a:gdLst/>
              <a:ahLst/>
              <a:cxnLst/>
              <a:rect l="0" t="0" r="0" b="0"/>
              <a:pathLst>
                <a:path w="3284" h="52883">
                  <a:moveTo>
                    <a:pt x="0" y="0"/>
                  </a:moveTo>
                  <a:lnTo>
                    <a:pt x="3284" y="52883"/>
                  </a:lnTo>
                </a:path>
              </a:pathLst>
            </a:custGeom>
            <a:noFill/>
            <a:ln w="20003">
              <a:solidFill>
                <a:srgbClr val="ECEFF1"/>
              </a:solidFill>
            </a:ln>
          </p:spPr>
        </p:sp>
        <p:sp>
          <p:nvSpPr>
            <p:cNvPr id="5705" name="Output_receptor__5704">
              <a:extLst>
                <a:ext uri="{FF2B5EF4-FFF2-40B4-BE49-F238E27FC236}">
                  <a16:creationId xmlns:a16="http://schemas.microsoft.com/office/drawing/2014/main" id="{D7F6FCDD-1620-C10B-9BA4-EB10CA9EF00F}"/>
                </a:ext>
              </a:extLst>
            </p:cNvPr>
            <p:cNvSpPr>
              <a:spLocks noGrp="1"/>
            </p:cNvSpPr>
            <p:nvPr/>
          </p:nvSpPr>
          <p:spPr>
            <a:xfrm>
              <a:off x="16094548" y="2591018"/>
              <a:ext cx="69266" cy="19628"/>
            </a:xfrm>
            <a:custGeom>
              <a:avLst/>
              <a:gdLst/>
              <a:ahLst/>
              <a:cxnLst/>
              <a:rect l="0" t="0" r="0" b="0"/>
              <a:pathLst>
                <a:path w="69266" h="19628">
                  <a:moveTo>
                    <a:pt x="69266" y="19628"/>
                  </a:moveTo>
                  <a:lnTo>
                    <a:pt x="0" y="0"/>
                  </a:lnTo>
                </a:path>
              </a:pathLst>
            </a:custGeom>
            <a:noFill/>
            <a:ln w="8096">
              <a:solidFill>
                <a:srgbClr val="ECEFF1"/>
              </a:solidFill>
            </a:ln>
          </p:spPr>
        </p:sp>
        <p:sp>
          <p:nvSpPr>
            <p:cNvPr id="5706" name="Output_receptor__5705">
              <a:extLst>
                <a:ext uri="{FF2B5EF4-FFF2-40B4-BE49-F238E27FC236}">
                  <a16:creationId xmlns:a16="http://schemas.microsoft.com/office/drawing/2014/main" id="{7E859C00-A15B-3B72-CBA0-A47329E6B7BC}"/>
                </a:ext>
              </a:extLst>
            </p:cNvPr>
            <p:cNvSpPr>
              <a:spLocks noGrp="1"/>
            </p:cNvSpPr>
            <p:nvPr/>
          </p:nvSpPr>
          <p:spPr>
            <a:xfrm>
              <a:off x="15006404" y="2925652"/>
              <a:ext cx="61039" cy="38428"/>
            </a:xfrm>
            <a:custGeom>
              <a:avLst/>
              <a:gdLst/>
              <a:ahLst/>
              <a:cxnLst/>
              <a:rect l="0" t="0" r="0" b="0"/>
              <a:pathLst>
                <a:path w="61039" h="38428">
                  <a:moveTo>
                    <a:pt x="0" y="38428"/>
                  </a:moveTo>
                  <a:lnTo>
                    <a:pt x="61039" y="0"/>
                  </a:lnTo>
                </a:path>
              </a:pathLst>
            </a:custGeom>
            <a:noFill/>
            <a:ln w="20003">
              <a:solidFill>
                <a:srgbClr val="ECEFF1"/>
              </a:solidFill>
            </a:ln>
          </p:spPr>
        </p:sp>
        <p:sp>
          <p:nvSpPr>
            <p:cNvPr id="5707" name="Output_receptor__5706">
              <a:extLst>
                <a:ext uri="{FF2B5EF4-FFF2-40B4-BE49-F238E27FC236}">
                  <a16:creationId xmlns:a16="http://schemas.microsoft.com/office/drawing/2014/main" id="{DB389C21-C556-86B5-2759-EBEF9540D8E9}"/>
                </a:ext>
              </a:extLst>
            </p:cNvPr>
            <p:cNvSpPr>
              <a:spLocks noGrp="1"/>
            </p:cNvSpPr>
            <p:nvPr/>
          </p:nvSpPr>
          <p:spPr>
            <a:xfrm>
              <a:off x="15251391" y="3175283"/>
              <a:ext cx="7589" cy="24974"/>
            </a:xfrm>
            <a:custGeom>
              <a:avLst/>
              <a:gdLst/>
              <a:ahLst/>
              <a:cxnLst/>
              <a:rect l="0" t="0" r="0" b="0"/>
              <a:pathLst>
                <a:path w="7589" h="24974">
                  <a:moveTo>
                    <a:pt x="0" y="0"/>
                  </a:moveTo>
                  <a:lnTo>
                    <a:pt x="7589" y="24974"/>
                  </a:lnTo>
                </a:path>
              </a:pathLst>
            </a:custGeom>
            <a:noFill/>
            <a:ln w="20003">
              <a:solidFill>
                <a:srgbClr val="ECEFF1"/>
              </a:solidFill>
            </a:ln>
          </p:spPr>
        </p:sp>
        <p:sp>
          <p:nvSpPr>
            <p:cNvPr id="5708" name="Output_receptor__5707">
              <a:extLst>
                <a:ext uri="{FF2B5EF4-FFF2-40B4-BE49-F238E27FC236}">
                  <a16:creationId xmlns:a16="http://schemas.microsoft.com/office/drawing/2014/main" id="{404F7DFB-86F1-9C74-E24C-EE5599749717}"/>
                </a:ext>
              </a:extLst>
            </p:cNvPr>
            <p:cNvSpPr>
              <a:spLocks noGrp="1"/>
            </p:cNvSpPr>
            <p:nvPr/>
          </p:nvSpPr>
          <p:spPr>
            <a:xfrm>
              <a:off x="15095274" y="2797805"/>
              <a:ext cx="70758" cy="7856"/>
            </a:xfrm>
            <a:custGeom>
              <a:avLst/>
              <a:gdLst/>
              <a:ahLst/>
              <a:cxnLst/>
              <a:rect l="0" t="0" r="0" b="0"/>
              <a:pathLst>
                <a:path w="70758" h="7856">
                  <a:moveTo>
                    <a:pt x="0" y="7856"/>
                  </a:moveTo>
                  <a:lnTo>
                    <a:pt x="70758" y="0"/>
                  </a:lnTo>
                </a:path>
              </a:pathLst>
            </a:custGeom>
            <a:noFill/>
            <a:ln w="20003">
              <a:solidFill>
                <a:srgbClr val="ECEFF1"/>
              </a:solidFill>
            </a:ln>
          </p:spPr>
        </p:sp>
        <p:sp>
          <p:nvSpPr>
            <p:cNvPr id="5709" name="Output_receptor__5708">
              <a:extLst>
                <a:ext uri="{FF2B5EF4-FFF2-40B4-BE49-F238E27FC236}">
                  <a16:creationId xmlns:a16="http://schemas.microsoft.com/office/drawing/2014/main" id="{CEA0C7D5-239C-05CA-B826-6DBB767D26EF}"/>
                </a:ext>
              </a:extLst>
            </p:cNvPr>
            <p:cNvSpPr>
              <a:spLocks noGrp="1"/>
            </p:cNvSpPr>
            <p:nvPr/>
          </p:nvSpPr>
          <p:spPr>
            <a:xfrm>
              <a:off x="16269904" y="2524363"/>
              <a:ext cx="58687" cy="37848"/>
            </a:xfrm>
            <a:custGeom>
              <a:avLst/>
              <a:gdLst/>
              <a:ahLst/>
              <a:cxnLst/>
              <a:rect l="0" t="0" r="0" b="0"/>
              <a:pathLst>
                <a:path w="58687" h="37848">
                  <a:moveTo>
                    <a:pt x="58687" y="0"/>
                  </a:moveTo>
                  <a:lnTo>
                    <a:pt x="0" y="37848"/>
                  </a:lnTo>
                </a:path>
              </a:pathLst>
            </a:custGeom>
            <a:noFill/>
            <a:ln w="20003">
              <a:solidFill>
                <a:srgbClr val="ECEFF1"/>
              </a:solidFill>
            </a:ln>
          </p:spPr>
        </p:sp>
        <p:sp>
          <p:nvSpPr>
            <p:cNvPr id="5710" name="Output_receptor__5709">
              <a:extLst>
                <a:ext uri="{FF2B5EF4-FFF2-40B4-BE49-F238E27FC236}">
                  <a16:creationId xmlns:a16="http://schemas.microsoft.com/office/drawing/2014/main" id="{51C863C9-D3E8-3C73-2EF9-229963FD35AF}"/>
                </a:ext>
              </a:extLst>
            </p:cNvPr>
            <p:cNvSpPr>
              <a:spLocks noGrp="1"/>
            </p:cNvSpPr>
            <p:nvPr/>
          </p:nvSpPr>
          <p:spPr>
            <a:xfrm>
              <a:off x="16298708" y="2357156"/>
              <a:ext cx="29355" cy="31293"/>
            </a:xfrm>
            <a:custGeom>
              <a:avLst/>
              <a:gdLst/>
              <a:ahLst/>
              <a:cxnLst/>
              <a:rect l="0" t="0" r="0" b="0"/>
              <a:pathLst>
                <a:path w="29355" h="31293">
                  <a:moveTo>
                    <a:pt x="0" y="31293"/>
                  </a:moveTo>
                  <a:lnTo>
                    <a:pt x="29355" y="0"/>
                  </a:lnTo>
                </a:path>
              </a:pathLst>
            </a:custGeom>
            <a:noFill/>
            <a:ln w="8096">
              <a:solidFill>
                <a:srgbClr val="ECEFF1"/>
              </a:solidFill>
            </a:ln>
          </p:spPr>
        </p:sp>
        <p:sp>
          <p:nvSpPr>
            <p:cNvPr id="5711" name="Output_receptor__5710">
              <a:extLst>
                <a:ext uri="{FF2B5EF4-FFF2-40B4-BE49-F238E27FC236}">
                  <a16:creationId xmlns:a16="http://schemas.microsoft.com/office/drawing/2014/main" id="{264F1472-1994-B8E3-09E9-FA72ABCDD61F}"/>
                </a:ext>
              </a:extLst>
            </p:cNvPr>
            <p:cNvSpPr>
              <a:spLocks noGrp="1"/>
            </p:cNvSpPr>
            <p:nvPr/>
          </p:nvSpPr>
          <p:spPr>
            <a:xfrm>
              <a:off x="16202010" y="2551716"/>
              <a:ext cx="67894" cy="10495"/>
            </a:xfrm>
            <a:custGeom>
              <a:avLst/>
              <a:gdLst/>
              <a:ahLst/>
              <a:cxnLst/>
              <a:rect l="0" t="0" r="0" b="0"/>
              <a:pathLst>
                <a:path w="67894" h="10495">
                  <a:moveTo>
                    <a:pt x="67894" y="10495"/>
                  </a:moveTo>
                  <a:lnTo>
                    <a:pt x="0" y="0"/>
                  </a:lnTo>
                </a:path>
              </a:pathLst>
            </a:custGeom>
            <a:noFill/>
            <a:ln w="20003">
              <a:solidFill>
                <a:srgbClr val="ECEFF1"/>
              </a:solidFill>
            </a:ln>
          </p:spPr>
        </p:sp>
        <p:sp>
          <p:nvSpPr>
            <p:cNvPr id="5712" name="Output_receptor__5711">
              <a:extLst>
                <a:ext uri="{FF2B5EF4-FFF2-40B4-BE49-F238E27FC236}">
                  <a16:creationId xmlns:a16="http://schemas.microsoft.com/office/drawing/2014/main" id="{D7D9BEA2-EB9A-3556-6273-D9F6F5B90D61}"/>
                </a:ext>
              </a:extLst>
            </p:cNvPr>
            <p:cNvSpPr>
              <a:spLocks noGrp="1"/>
            </p:cNvSpPr>
            <p:nvPr/>
          </p:nvSpPr>
          <p:spPr>
            <a:xfrm>
              <a:off x="14845986" y="3146492"/>
              <a:ext cx="59033" cy="18873"/>
            </a:xfrm>
            <a:custGeom>
              <a:avLst/>
              <a:gdLst/>
              <a:ahLst/>
              <a:cxnLst/>
              <a:rect l="0" t="0" r="0" b="0"/>
              <a:pathLst>
                <a:path w="59033" h="18873">
                  <a:moveTo>
                    <a:pt x="0" y="18873"/>
                  </a:moveTo>
                  <a:lnTo>
                    <a:pt x="59033" y="0"/>
                  </a:lnTo>
                </a:path>
              </a:pathLst>
            </a:custGeom>
            <a:noFill/>
            <a:ln w="8096">
              <a:solidFill>
                <a:srgbClr val="ECEFF1"/>
              </a:solidFill>
            </a:ln>
          </p:spPr>
        </p:sp>
        <p:sp>
          <p:nvSpPr>
            <p:cNvPr id="5713" name="Output_receptor__5712">
              <a:extLst>
                <a:ext uri="{FF2B5EF4-FFF2-40B4-BE49-F238E27FC236}">
                  <a16:creationId xmlns:a16="http://schemas.microsoft.com/office/drawing/2014/main" id="{FD0A3686-CBAA-A54D-B8A8-87FEBB3D0AFF}"/>
                </a:ext>
              </a:extLst>
            </p:cNvPr>
            <p:cNvSpPr>
              <a:spLocks noGrp="1"/>
            </p:cNvSpPr>
            <p:nvPr/>
          </p:nvSpPr>
          <p:spPr>
            <a:xfrm>
              <a:off x="14977461" y="3263879"/>
              <a:ext cx="20536" cy="43970"/>
            </a:xfrm>
            <a:custGeom>
              <a:avLst/>
              <a:gdLst/>
              <a:ahLst/>
              <a:cxnLst/>
              <a:rect l="0" t="0" r="0" b="0"/>
              <a:pathLst>
                <a:path w="20536" h="43970">
                  <a:moveTo>
                    <a:pt x="20536" y="0"/>
                  </a:moveTo>
                  <a:lnTo>
                    <a:pt x="0" y="43970"/>
                  </a:lnTo>
                </a:path>
              </a:pathLst>
            </a:custGeom>
            <a:noFill/>
            <a:ln w="8096">
              <a:solidFill>
                <a:srgbClr val="ECEFF1"/>
              </a:solidFill>
            </a:ln>
          </p:spPr>
        </p:sp>
        <p:sp>
          <p:nvSpPr>
            <p:cNvPr id="5714" name="Output_receptor__5713">
              <a:extLst>
                <a:ext uri="{FF2B5EF4-FFF2-40B4-BE49-F238E27FC236}">
                  <a16:creationId xmlns:a16="http://schemas.microsoft.com/office/drawing/2014/main" id="{78C93E94-F11B-A1FA-3781-FD4F8613D51C}"/>
                </a:ext>
              </a:extLst>
            </p:cNvPr>
            <p:cNvSpPr>
              <a:spLocks noGrp="1"/>
            </p:cNvSpPr>
            <p:nvPr/>
          </p:nvSpPr>
          <p:spPr>
            <a:xfrm>
              <a:off x="15846207" y="2963576"/>
              <a:ext cx="36187" cy="61453"/>
            </a:xfrm>
            <a:custGeom>
              <a:avLst/>
              <a:gdLst/>
              <a:ahLst/>
              <a:cxnLst/>
              <a:rect l="0" t="0" r="0" b="0"/>
              <a:pathLst>
                <a:path w="36187" h="61453">
                  <a:moveTo>
                    <a:pt x="36187" y="0"/>
                  </a:moveTo>
                  <a:lnTo>
                    <a:pt x="0" y="61453"/>
                  </a:lnTo>
                </a:path>
              </a:pathLst>
            </a:custGeom>
            <a:noFill/>
            <a:ln w="8096">
              <a:solidFill>
                <a:srgbClr val="ECEFF1"/>
              </a:solidFill>
            </a:ln>
          </p:spPr>
        </p:sp>
        <p:sp>
          <p:nvSpPr>
            <p:cNvPr id="5715" name="Output_receptor__5714">
              <a:extLst>
                <a:ext uri="{FF2B5EF4-FFF2-40B4-BE49-F238E27FC236}">
                  <a16:creationId xmlns:a16="http://schemas.microsoft.com/office/drawing/2014/main" id="{1679C1CE-085B-7B12-6EC7-1D723D829D16}"/>
                </a:ext>
              </a:extLst>
            </p:cNvPr>
            <p:cNvSpPr>
              <a:spLocks noGrp="1"/>
            </p:cNvSpPr>
            <p:nvPr/>
          </p:nvSpPr>
          <p:spPr>
            <a:xfrm>
              <a:off x="15312165" y="3029078"/>
              <a:ext cx="69099" cy="16571"/>
            </a:xfrm>
            <a:custGeom>
              <a:avLst/>
              <a:gdLst/>
              <a:ahLst/>
              <a:cxnLst/>
              <a:rect l="0" t="0" r="0" b="0"/>
              <a:pathLst>
                <a:path w="69099" h="16571">
                  <a:moveTo>
                    <a:pt x="69099" y="16571"/>
                  </a:moveTo>
                  <a:lnTo>
                    <a:pt x="0" y="0"/>
                  </a:lnTo>
                </a:path>
              </a:pathLst>
            </a:custGeom>
            <a:noFill/>
            <a:ln w="20003">
              <a:solidFill>
                <a:srgbClr val="ECEFF1"/>
              </a:solidFill>
            </a:ln>
          </p:spPr>
        </p:sp>
        <p:sp>
          <p:nvSpPr>
            <p:cNvPr id="5716" name="Output_receptor__5715">
              <a:extLst>
                <a:ext uri="{FF2B5EF4-FFF2-40B4-BE49-F238E27FC236}">
                  <a16:creationId xmlns:a16="http://schemas.microsoft.com/office/drawing/2014/main" id="{1A2F42C7-9FEA-6D97-34AE-0CDF302F1BC6}"/>
                </a:ext>
              </a:extLst>
            </p:cNvPr>
            <p:cNvSpPr>
              <a:spLocks noGrp="1"/>
            </p:cNvSpPr>
            <p:nvPr/>
          </p:nvSpPr>
          <p:spPr>
            <a:xfrm>
              <a:off x="15382167" y="2950005"/>
              <a:ext cx="70628" cy="12305"/>
            </a:xfrm>
            <a:custGeom>
              <a:avLst/>
              <a:gdLst/>
              <a:ahLst/>
              <a:cxnLst/>
              <a:rect l="0" t="0" r="0" b="0"/>
              <a:pathLst>
                <a:path w="70628" h="12305">
                  <a:moveTo>
                    <a:pt x="70628" y="12305"/>
                  </a:moveTo>
                  <a:lnTo>
                    <a:pt x="0" y="0"/>
                  </a:lnTo>
                </a:path>
              </a:pathLst>
            </a:custGeom>
            <a:noFill/>
            <a:ln w="20003">
              <a:solidFill>
                <a:srgbClr val="ECEFF1"/>
              </a:solidFill>
            </a:ln>
          </p:spPr>
        </p:sp>
        <p:sp>
          <p:nvSpPr>
            <p:cNvPr id="5717" name="Output_receptor__5716">
              <a:extLst>
                <a:ext uri="{FF2B5EF4-FFF2-40B4-BE49-F238E27FC236}">
                  <a16:creationId xmlns:a16="http://schemas.microsoft.com/office/drawing/2014/main" id="{CCC09BF7-91DC-E8AF-EA81-2C944EA27F01}"/>
                </a:ext>
              </a:extLst>
            </p:cNvPr>
            <p:cNvSpPr>
              <a:spLocks noGrp="1"/>
            </p:cNvSpPr>
            <p:nvPr/>
          </p:nvSpPr>
          <p:spPr>
            <a:xfrm>
              <a:off x="16069335" y="3352197"/>
              <a:ext cx="35530" cy="61942"/>
            </a:xfrm>
            <a:custGeom>
              <a:avLst/>
              <a:gdLst/>
              <a:ahLst/>
              <a:cxnLst/>
              <a:rect l="0" t="0" r="0" b="0"/>
              <a:pathLst>
                <a:path w="35530" h="61942">
                  <a:moveTo>
                    <a:pt x="35530" y="0"/>
                  </a:moveTo>
                  <a:lnTo>
                    <a:pt x="0" y="61942"/>
                  </a:lnTo>
                </a:path>
              </a:pathLst>
            </a:custGeom>
            <a:noFill/>
            <a:ln w="20003">
              <a:solidFill>
                <a:srgbClr val="ECEFF1"/>
              </a:solidFill>
            </a:ln>
          </p:spPr>
        </p:sp>
        <p:sp>
          <p:nvSpPr>
            <p:cNvPr id="5718" name="Output_receptor__5717">
              <a:extLst>
                <a:ext uri="{FF2B5EF4-FFF2-40B4-BE49-F238E27FC236}">
                  <a16:creationId xmlns:a16="http://schemas.microsoft.com/office/drawing/2014/main" id="{2B0C78A7-624F-744C-1139-D6C887425EAC}"/>
                </a:ext>
              </a:extLst>
            </p:cNvPr>
            <p:cNvSpPr>
              <a:spLocks noGrp="1"/>
            </p:cNvSpPr>
            <p:nvPr/>
          </p:nvSpPr>
          <p:spPr>
            <a:xfrm>
              <a:off x="16163814" y="2551716"/>
              <a:ext cx="38196" cy="58929"/>
            </a:xfrm>
            <a:custGeom>
              <a:avLst/>
              <a:gdLst/>
              <a:ahLst/>
              <a:cxnLst/>
              <a:rect l="0" t="0" r="0" b="0"/>
              <a:pathLst>
                <a:path w="38196" h="58929">
                  <a:moveTo>
                    <a:pt x="38196" y="0"/>
                  </a:moveTo>
                  <a:lnTo>
                    <a:pt x="0" y="58929"/>
                  </a:lnTo>
                </a:path>
              </a:pathLst>
            </a:custGeom>
            <a:noFill/>
            <a:ln w="20003">
              <a:solidFill>
                <a:srgbClr val="ECEFF1"/>
              </a:solidFill>
            </a:ln>
          </p:spPr>
        </p:sp>
        <p:sp>
          <p:nvSpPr>
            <p:cNvPr id="5719" name="Output_receptor__5718">
              <a:extLst>
                <a:ext uri="{FF2B5EF4-FFF2-40B4-BE49-F238E27FC236}">
                  <a16:creationId xmlns:a16="http://schemas.microsoft.com/office/drawing/2014/main" id="{77A9B75A-A1D7-A376-7477-FB8A52E27C19}"/>
                </a:ext>
              </a:extLst>
            </p:cNvPr>
            <p:cNvSpPr>
              <a:spLocks noGrp="1"/>
            </p:cNvSpPr>
            <p:nvPr/>
          </p:nvSpPr>
          <p:spPr>
            <a:xfrm>
              <a:off x="15965646" y="2812560"/>
              <a:ext cx="7312" cy="60931"/>
            </a:xfrm>
            <a:custGeom>
              <a:avLst/>
              <a:gdLst/>
              <a:ahLst/>
              <a:cxnLst/>
              <a:rect l="0" t="0" r="0" b="0"/>
              <a:pathLst>
                <a:path w="7312" h="60931">
                  <a:moveTo>
                    <a:pt x="7312" y="60931"/>
                  </a:moveTo>
                  <a:lnTo>
                    <a:pt x="0" y="0"/>
                  </a:lnTo>
                </a:path>
              </a:pathLst>
            </a:custGeom>
            <a:noFill/>
            <a:ln w="20003">
              <a:solidFill>
                <a:srgbClr val="ECEFF1"/>
              </a:solidFill>
            </a:ln>
          </p:spPr>
        </p:sp>
        <p:sp>
          <p:nvSpPr>
            <p:cNvPr id="5720" name="Output_receptor__5719">
              <a:extLst>
                <a:ext uri="{FF2B5EF4-FFF2-40B4-BE49-F238E27FC236}">
                  <a16:creationId xmlns:a16="http://schemas.microsoft.com/office/drawing/2014/main" id="{07E8BF2A-9511-D1F7-0FF8-492EC40747E1}"/>
                </a:ext>
              </a:extLst>
            </p:cNvPr>
            <p:cNvSpPr>
              <a:spLocks noGrp="1"/>
            </p:cNvSpPr>
            <p:nvPr/>
          </p:nvSpPr>
          <p:spPr>
            <a:xfrm>
              <a:off x="15679033" y="3132499"/>
              <a:ext cx="1282" cy="70908"/>
            </a:xfrm>
            <a:custGeom>
              <a:avLst/>
              <a:gdLst/>
              <a:ahLst/>
              <a:cxnLst/>
              <a:rect l="0" t="0" r="0" b="0"/>
              <a:pathLst>
                <a:path w="1282" h="70908">
                  <a:moveTo>
                    <a:pt x="1282" y="70908"/>
                  </a:moveTo>
                  <a:lnTo>
                    <a:pt x="0" y="0"/>
                  </a:lnTo>
                </a:path>
              </a:pathLst>
            </a:custGeom>
            <a:noFill/>
            <a:ln w="20003">
              <a:solidFill>
                <a:srgbClr val="ECEFF1"/>
              </a:solidFill>
            </a:ln>
          </p:spPr>
        </p:sp>
        <p:sp>
          <p:nvSpPr>
            <p:cNvPr id="5721" name="Output_receptor__5720">
              <a:extLst>
                <a:ext uri="{FF2B5EF4-FFF2-40B4-BE49-F238E27FC236}">
                  <a16:creationId xmlns:a16="http://schemas.microsoft.com/office/drawing/2014/main" id="{8C4D6275-68E2-B9C2-3775-3E83D21A3731}"/>
                </a:ext>
              </a:extLst>
            </p:cNvPr>
            <p:cNvSpPr>
              <a:spLocks noGrp="1"/>
            </p:cNvSpPr>
            <p:nvPr/>
          </p:nvSpPr>
          <p:spPr>
            <a:xfrm>
              <a:off x="15994201" y="3347349"/>
              <a:ext cx="17162" cy="13156"/>
            </a:xfrm>
            <a:custGeom>
              <a:avLst/>
              <a:gdLst/>
              <a:ahLst/>
              <a:cxnLst/>
              <a:rect l="0" t="0" r="0" b="0"/>
              <a:pathLst>
                <a:path w="17162" h="13156">
                  <a:moveTo>
                    <a:pt x="0" y="13156"/>
                  </a:moveTo>
                  <a:lnTo>
                    <a:pt x="17162" y="0"/>
                  </a:lnTo>
                </a:path>
              </a:pathLst>
            </a:custGeom>
            <a:noFill/>
            <a:ln w="8096">
              <a:solidFill>
                <a:srgbClr val="ECEFF1"/>
              </a:solidFill>
            </a:ln>
          </p:spPr>
        </p:sp>
        <p:sp>
          <p:nvSpPr>
            <p:cNvPr id="5722" name="Output_receptor__5721">
              <a:extLst>
                <a:ext uri="{FF2B5EF4-FFF2-40B4-BE49-F238E27FC236}">
                  <a16:creationId xmlns:a16="http://schemas.microsoft.com/office/drawing/2014/main" id="{81447F62-CBBF-ADA8-FBDB-1AD6364DC11E}"/>
                </a:ext>
              </a:extLst>
            </p:cNvPr>
            <p:cNvSpPr>
              <a:spLocks noGrp="1"/>
            </p:cNvSpPr>
            <p:nvPr/>
          </p:nvSpPr>
          <p:spPr>
            <a:xfrm>
              <a:off x="15965646" y="2784343"/>
              <a:ext cx="51585" cy="28217"/>
            </a:xfrm>
            <a:custGeom>
              <a:avLst/>
              <a:gdLst/>
              <a:ahLst/>
              <a:cxnLst/>
              <a:rect l="0" t="0" r="0" b="0"/>
              <a:pathLst>
                <a:path w="51585" h="28217">
                  <a:moveTo>
                    <a:pt x="0" y="28217"/>
                  </a:moveTo>
                  <a:lnTo>
                    <a:pt x="51585" y="0"/>
                  </a:lnTo>
                </a:path>
              </a:pathLst>
            </a:custGeom>
            <a:noFill/>
            <a:ln w="20003">
              <a:solidFill>
                <a:srgbClr val="ECEFF1"/>
              </a:solidFill>
            </a:ln>
          </p:spPr>
        </p:sp>
        <p:sp>
          <p:nvSpPr>
            <p:cNvPr id="5723" name="Output_receptor__5722">
              <a:extLst>
                <a:ext uri="{FF2B5EF4-FFF2-40B4-BE49-F238E27FC236}">
                  <a16:creationId xmlns:a16="http://schemas.microsoft.com/office/drawing/2014/main" id="{875176C2-AE9B-5034-D752-3BBFD8CA95FD}"/>
                </a:ext>
              </a:extLst>
            </p:cNvPr>
            <p:cNvSpPr>
              <a:spLocks noGrp="1"/>
            </p:cNvSpPr>
            <p:nvPr/>
          </p:nvSpPr>
          <p:spPr>
            <a:xfrm>
              <a:off x="15166032" y="2797805"/>
              <a:ext cx="15752" cy="65805"/>
            </a:xfrm>
            <a:custGeom>
              <a:avLst/>
              <a:gdLst/>
              <a:ahLst/>
              <a:cxnLst/>
              <a:rect l="0" t="0" r="0" b="0"/>
              <a:pathLst>
                <a:path w="15752" h="65805">
                  <a:moveTo>
                    <a:pt x="0" y="0"/>
                  </a:moveTo>
                  <a:lnTo>
                    <a:pt x="15752" y="65805"/>
                  </a:lnTo>
                </a:path>
              </a:pathLst>
            </a:custGeom>
            <a:noFill/>
            <a:ln w="20003">
              <a:solidFill>
                <a:srgbClr val="ECEFF1"/>
              </a:solidFill>
            </a:ln>
          </p:spPr>
        </p:sp>
        <p:sp>
          <p:nvSpPr>
            <p:cNvPr id="5724" name="Output_receptor__5723">
              <a:extLst>
                <a:ext uri="{FF2B5EF4-FFF2-40B4-BE49-F238E27FC236}">
                  <a16:creationId xmlns:a16="http://schemas.microsoft.com/office/drawing/2014/main" id="{5C4158A2-73EF-9226-F8DE-F9EF16C36D92}"/>
                </a:ext>
              </a:extLst>
            </p:cNvPr>
            <p:cNvSpPr>
              <a:spLocks noGrp="1"/>
            </p:cNvSpPr>
            <p:nvPr/>
          </p:nvSpPr>
          <p:spPr>
            <a:xfrm>
              <a:off x="15293479" y="3113856"/>
              <a:ext cx="43353" cy="15570"/>
            </a:xfrm>
            <a:custGeom>
              <a:avLst/>
              <a:gdLst/>
              <a:ahLst/>
              <a:cxnLst/>
              <a:rect l="0" t="0" r="0" b="0"/>
              <a:pathLst>
                <a:path w="43353" h="15570">
                  <a:moveTo>
                    <a:pt x="43353" y="15570"/>
                  </a:moveTo>
                  <a:lnTo>
                    <a:pt x="0" y="0"/>
                  </a:lnTo>
                </a:path>
              </a:pathLst>
            </a:custGeom>
            <a:noFill/>
            <a:ln w="20003">
              <a:solidFill>
                <a:srgbClr val="ECEFF1"/>
              </a:solidFill>
            </a:ln>
          </p:spPr>
        </p:sp>
        <p:sp>
          <p:nvSpPr>
            <p:cNvPr id="5725" name="Output_receptor__5724">
              <a:extLst>
                <a:ext uri="{FF2B5EF4-FFF2-40B4-BE49-F238E27FC236}">
                  <a16:creationId xmlns:a16="http://schemas.microsoft.com/office/drawing/2014/main" id="{0F29AFE5-AF2D-D47F-695C-65027B50B730}"/>
                </a:ext>
              </a:extLst>
            </p:cNvPr>
            <p:cNvSpPr>
              <a:spLocks noGrp="1"/>
            </p:cNvSpPr>
            <p:nvPr/>
          </p:nvSpPr>
          <p:spPr>
            <a:xfrm>
              <a:off x="15249758" y="3461483"/>
              <a:ext cx="9506" cy="70073"/>
            </a:xfrm>
            <a:custGeom>
              <a:avLst/>
              <a:gdLst/>
              <a:ahLst/>
              <a:cxnLst/>
              <a:rect l="0" t="0" r="0" b="0"/>
              <a:pathLst>
                <a:path w="9506" h="70073">
                  <a:moveTo>
                    <a:pt x="9506" y="70073"/>
                  </a:moveTo>
                  <a:lnTo>
                    <a:pt x="0" y="0"/>
                  </a:lnTo>
                </a:path>
              </a:pathLst>
            </a:custGeom>
            <a:noFill/>
            <a:ln w="8096">
              <a:solidFill>
                <a:srgbClr val="ECEFF1"/>
              </a:solidFill>
            </a:ln>
          </p:spPr>
        </p:sp>
        <p:sp>
          <p:nvSpPr>
            <p:cNvPr id="5726" name="Output_receptor__5725">
              <a:extLst>
                <a:ext uri="{FF2B5EF4-FFF2-40B4-BE49-F238E27FC236}">
                  <a16:creationId xmlns:a16="http://schemas.microsoft.com/office/drawing/2014/main" id="{421F4C51-4EEF-00C1-D00A-3436F5DEA57C}"/>
                </a:ext>
              </a:extLst>
            </p:cNvPr>
            <p:cNvSpPr>
              <a:spLocks noGrp="1"/>
            </p:cNvSpPr>
            <p:nvPr/>
          </p:nvSpPr>
          <p:spPr>
            <a:xfrm>
              <a:off x="15742748" y="3119922"/>
              <a:ext cx="27645" cy="55353"/>
            </a:xfrm>
            <a:custGeom>
              <a:avLst/>
              <a:gdLst/>
              <a:ahLst/>
              <a:cxnLst/>
              <a:rect l="0" t="0" r="0" b="0"/>
              <a:pathLst>
                <a:path w="27645" h="55353">
                  <a:moveTo>
                    <a:pt x="0" y="0"/>
                  </a:moveTo>
                  <a:lnTo>
                    <a:pt x="27645" y="55353"/>
                  </a:lnTo>
                </a:path>
              </a:pathLst>
            </a:custGeom>
            <a:noFill/>
            <a:ln w="20003">
              <a:solidFill>
                <a:srgbClr val="ECEFF1"/>
              </a:solidFill>
            </a:ln>
          </p:spPr>
        </p:sp>
        <p:sp>
          <p:nvSpPr>
            <p:cNvPr id="5727" name="Output_receptor__5726">
              <a:extLst>
                <a:ext uri="{FF2B5EF4-FFF2-40B4-BE49-F238E27FC236}">
                  <a16:creationId xmlns:a16="http://schemas.microsoft.com/office/drawing/2014/main" id="{43A71C90-A501-F4D9-BF8B-0BB665946D9A}"/>
                </a:ext>
              </a:extLst>
            </p:cNvPr>
            <p:cNvSpPr>
              <a:spLocks noGrp="1"/>
            </p:cNvSpPr>
            <p:nvPr/>
          </p:nvSpPr>
          <p:spPr>
            <a:xfrm>
              <a:off x="15679033" y="3119922"/>
              <a:ext cx="63716" cy="12578"/>
            </a:xfrm>
            <a:custGeom>
              <a:avLst/>
              <a:gdLst/>
              <a:ahLst/>
              <a:cxnLst/>
              <a:rect l="0" t="0" r="0" b="0"/>
              <a:pathLst>
                <a:path w="63716" h="12578">
                  <a:moveTo>
                    <a:pt x="0" y="12578"/>
                  </a:moveTo>
                  <a:lnTo>
                    <a:pt x="63716" y="0"/>
                  </a:lnTo>
                </a:path>
              </a:pathLst>
            </a:custGeom>
            <a:noFill/>
            <a:ln w="20003">
              <a:solidFill>
                <a:srgbClr val="ECEFF1"/>
              </a:solidFill>
            </a:ln>
          </p:spPr>
        </p:sp>
        <p:sp>
          <p:nvSpPr>
            <p:cNvPr id="5728" name="Output_receptor__5727">
              <a:extLst>
                <a:ext uri="{FF2B5EF4-FFF2-40B4-BE49-F238E27FC236}">
                  <a16:creationId xmlns:a16="http://schemas.microsoft.com/office/drawing/2014/main" id="{4DC80DED-E115-ADA1-953B-2BF43FCF1EC5}"/>
                </a:ext>
              </a:extLst>
            </p:cNvPr>
            <p:cNvSpPr>
              <a:spLocks noGrp="1"/>
            </p:cNvSpPr>
            <p:nvPr/>
          </p:nvSpPr>
          <p:spPr>
            <a:xfrm>
              <a:off x="15236148" y="3110578"/>
              <a:ext cx="57331" cy="3278"/>
            </a:xfrm>
            <a:custGeom>
              <a:avLst/>
              <a:gdLst/>
              <a:ahLst/>
              <a:cxnLst/>
              <a:rect l="0" t="0" r="0" b="0"/>
              <a:pathLst>
                <a:path w="57331" h="3278">
                  <a:moveTo>
                    <a:pt x="57331" y="3278"/>
                  </a:moveTo>
                  <a:lnTo>
                    <a:pt x="0" y="0"/>
                  </a:lnTo>
                </a:path>
              </a:pathLst>
            </a:custGeom>
            <a:noFill/>
            <a:ln w="20003">
              <a:solidFill>
                <a:srgbClr val="ECEFF1"/>
              </a:solidFill>
            </a:ln>
          </p:spPr>
        </p:sp>
        <p:sp>
          <p:nvSpPr>
            <p:cNvPr id="5729" name="Output_receptor__5728">
              <a:extLst>
                <a:ext uri="{FF2B5EF4-FFF2-40B4-BE49-F238E27FC236}">
                  <a16:creationId xmlns:a16="http://schemas.microsoft.com/office/drawing/2014/main" id="{F77B5E4D-4774-1CBA-2BD4-68762B880FA0}"/>
                </a:ext>
              </a:extLst>
            </p:cNvPr>
            <p:cNvSpPr>
              <a:spLocks noGrp="1"/>
            </p:cNvSpPr>
            <p:nvPr/>
          </p:nvSpPr>
          <p:spPr>
            <a:xfrm>
              <a:off x="15932796" y="3062810"/>
              <a:ext cx="70166" cy="12848"/>
            </a:xfrm>
            <a:custGeom>
              <a:avLst/>
              <a:gdLst/>
              <a:ahLst/>
              <a:cxnLst/>
              <a:rect l="0" t="0" r="0" b="0"/>
              <a:pathLst>
                <a:path w="70166" h="12848">
                  <a:moveTo>
                    <a:pt x="70166" y="0"/>
                  </a:moveTo>
                  <a:lnTo>
                    <a:pt x="0" y="12848"/>
                  </a:lnTo>
                </a:path>
              </a:pathLst>
            </a:custGeom>
            <a:noFill/>
            <a:ln w="8096">
              <a:solidFill>
                <a:srgbClr val="ECEFF1"/>
              </a:solidFill>
            </a:ln>
          </p:spPr>
        </p:sp>
        <p:sp>
          <p:nvSpPr>
            <p:cNvPr id="5730" name="Output_receptor__5729">
              <a:extLst>
                <a:ext uri="{FF2B5EF4-FFF2-40B4-BE49-F238E27FC236}">
                  <a16:creationId xmlns:a16="http://schemas.microsoft.com/office/drawing/2014/main" id="{4390ECD7-DBAD-F181-7D78-6C3D628EE342}"/>
                </a:ext>
              </a:extLst>
            </p:cNvPr>
            <p:cNvSpPr>
              <a:spLocks noGrp="1"/>
            </p:cNvSpPr>
            <p:nvPr/>
          </p:nvSpPr>
          <p:spPr>
            <a:xfrm>
              <a:off x="15188327" y="3026804"/>
              <a:ext cx="19818" cy="8946"/>
            </a:xfrm>
            <a:custGeom>
              <a:avLst/>
              <a:gdLst/>
              <a:ahLst/>
              <a:cxnLst/>
              <a:rect l="0" t="0" r="0" b="0"/>
              <a:pathLst>
                <a:path w="19818" h="8946">
                  <a:moveTo>
                    <a:pt x="19818" y="0"/>
                  </a:moveTo>
                  <a:lnTo>
                    <a:pt x="0" y="8946"/>
                  </a:lnTo>
                </a:path>
              </a:pathLst>
            </a:custGeom>
            <a:noFill/>
            <a:ln w="8096">
              <a:solidFill>
                <a:srgbClr val="ECEFF1"/>
              </a:solidFill>
            </a:ln>
          </p:spPr>
        </p:sp>
        <p:sp>
          <p:nvSpPr>
            <p:cNvPr id="5731" name="Output_receptor__5730">
              <a:extLst>
                <a:ext uri="{FF2B5EF4-FFF2-40B4-BE49-F238E27FC236}">
                  <a16:creationId xmlns:a16="http://schemas.microsoft.com/office/drawing/2014/main" id="{B7689D3E-5BA8-2A3F-9194-A2BB0FBB7237}"/>
                </a:ext>
              </a:extLst>
            </p:cNvPr>
            <p:cNvSpPr>
              <a:spLocks noGrp="1"/>
            </p:cNvSpPr>
            <p:nvPr/>
          </p:nvSpPr>
          <p:spPr>
            <a:xfrm>
              <a:off x="15166915" y="3173676"/>
              <a:ext cx="26933" cy="29073"/>
            </a:xfrm>
            <a:custGeom>
              <a:avLst/>
              <a:gdLst/>
              <a:ahLst/>
              <a:cxnLst/>
              <a:rect l="0" t="0" r="0" b="0"/>
              <a:pathLst>
                <a:path w="26933" h="29073">
                  <a:moveTo>
                    <a:pt x="26933" y="0"/>
                  </a:moveTo>
                  <a:lnTo>
                    <a:pt x="0" y="29073"/>
                  </a:lnTo>
                </a:path>
              </a:pathLst>
            </a:custGeom>
            <a:noFill/>
            <a:ln w="20003">
              <a:solidFill>
                <a:srgbClr val="ECEFF1"/>
              </a:solidFill>
            </a:ln>
          </p:spPr>
        </p:sp>
        <p:sp>
          <p:nvSpPr>
            <p:cNvPr id="5732" name="Output_receptor__5731">
              <a:extLst>
                <a:ext uri="{FF2B5EF4-FFF2-40B4-BE49-F238E27FC236}">
                  <a16:creationId xmlns:a16="http://schemas.microsoft.com/office/drawing/2014/main" id="{3EF148E3-D9BC-ED37-D0A0-F4CBFF3E97D9}"/>
                </a:ext>
              </a:extLst>
            </p:cNvPr>
            <p:cNvSpPr>
              <a:spLocks noGrp="1"/>
            </p:cNvSpPr>
            <p:nvPr/>
          </p:nvSpPr>
          <p:spPr>
            <a:xfrm>
              <a:off x="15067443" y="2865899"/>
              <a:ext cx="8762" cy="59753"/>
            </a:xfrm>
            <a:custGeom>
              <a:avLst/>
              <a:gdLst/>
              <a:ahLst/>
              <a:cxnLst/>
              <a:rect l="0" t="0" r="0" b="0"/>
              <a:pathLst>
                <a:path w="8762" h="59753">
                  <a:moveTo>
                    <a:pt x="0" y="59753"/>
                  </a:moveTo>
                  <a:lnTo>
                    <a:pt x="8762" y="0"/>
                  </a:lnTo>
                </a:path>
              </a:pathLst>
            </a:custGeom>
            <a:noFill/>
            <a:ln w="20003">
              <a:solidFill>
                <a:srgbClr val="ECEFF1"/>
              </a:solidFill>
            </a:ln>
          </p:spPr>
        </p:sp>
        <p:sp>
          <p:nvSpPr>
            <p:cNvPr id="5733" name="Output_receptor__5732">
              <a:extLst>
                <a:ext uri="{FF2B5EF4-FFF2-40B4-BE49-F238E27FC236}">
                  <a16:creationId xmlns:a16="http://schemas.microsoft.com/office/drawing/2014/main" id="{17A0FF17-4DC3-99C2-76FF-465B30BB6587}"/>
                </a:ext>
              </a:extLst>
            </p:cNvPr>
            <p:cNvSpPr>
              <a:spLocks noGrp="1"/>
            </p:cNvSpPr>
            <p:nvPr/>
          </p:nvSpPr>
          <p:spPr>
            <a:xfrm>
              <a:off x="15497879" y="3270679"/>
              <a:ext cx="39890" cy="38413"/>
            </a:xfrm>
            <a:custGeom>
              <a:avLst/>
              <a:gdLst/>
              <a:ahLst/>
              <a:cxnLst/>
              <a:rect l="0" t="0" r="0" b="0"/>
              <a:pathLst>
                <a:path w="39890" h="38413">
                  <a:moveTo>
                    <a:pt x="39890" y="38413"/>
                  </a:moveTo>
                  <a:lnTo>
                    <a:pt x="0" y="0"/>
                  </a:lnTo>
                </a:path>
              </a:pathLst>
            </a:custGeom>
            <a:noFill/>
            <a:ln w="8096">
              <a:solidFill>
                <a:srgbClr val="ECEFF1"/>
              </a:solidFill>
            </a:ln>
          </p:spPr>
        </p:sp>
        <p:sp>
          <p:nvSpPr>
            <p:cNvPr id="5734" name="Output_receptor__5733">
              <a:extLst>
                <a:ext uri="{FF2B5EF4-FFF2-40B4-BE49-F238E27FC236}">
                  <a16:creationId xmlns:a16="http://schemas.microsoft.com/office/drawing/2014/main" id="{B54EA7A4-1A0F-2C32-FE7F-F148657A8FE5}"/>
                </a:ext>
              </a:extLst>
            </p:cNvPr>
            <p:cNvSpPr>
              <a:spLocks noGrp="1"/>
            </p:cNvSpPr>
            <p:nvPr/>
          </p:nvSpPr>
          <p:spPr>
            <a:xfrm>
              <a:off x="16104865" y="3352197"/>
              <a:ext cx="53818" cy="22413"/>
            </a:xfrm>
            <a:custGeom>
              <a:avLst/>
              <a:gdLst/>
              <a:ahLst/>
              <a:cxnLst/>
              <a:rect l="0" t="0" r="0" b="0"/>
              <a:pathLst>
                <a:path w="53818" h="22413">
                  <a:moveTo>
                    <a:pt x="53818" y="22413"/>
                  </a:moveTo>
                  <a:lnTo>
                    <a:pt x="0" y="0"/>
                  </a:lnTo>
                </a:path>
              </a:pathLst>
            </a:custGeom>
            <a:noFill/>
            <a:ln w="20003">
              <a:solidFill>
                <a:srgbClr val="ECEFF1"/>
              </a:solidFill>
            </a:ln>
          </p:spPr>
        </p:sp>
        <p:sp>
          <p:nvSpPr>
            <p:cNvPr id="5735" name="Output_receptor__5734">
              <a:extLst>
                <a:ext uri="{FF2B5EF4-FFF2-40B4-BE49-F238E27FC236}">
                  <a16:creationId xmlns:a16="http://schemas.microsoft.com/office/drawing/2014/main" id="{C539F99F-1E14-6456-B001-DA26E96929EA}"/>
                </a:ext>
              </a:extLst>
            </p:cNvPr>
            <p:cNvSpPr>
              <a:spLocks noGrp="1"/>
            </p:cNvSpPr>
            <p:nvPr/>
          </p:nvSpPr>
          <p:spPr>
            <a:xfrm>
              <a:off x="15076205" y="2805661"/>
              <a:ext cx="19069" cy="60237"/>
            </a:xfrm>
            <a:custGeom>
              <a:avLst/>
              <a:gdLst/>
              <a:ahLst/>
              <a:cxnLst/>
              <a:rect l="0" t="0" r="0" b="0"/>
              <a:pathLst>
                <a:path w="19069" h="60237">
                  <a:moveTo>
                    <a:pt x="0" y="60237"/>
                  </a:moveTo>
                  <a:lnTo>
                    <a:pt x="19069" y="0"/>
                  </a:lnTo>
                </a:path>
              </a:pathLst>
            </a:custGeom>
            <a:noFill/>
            <a:ln w="8096">
              <a:solidFill>
                <a:srgbClr val="ECEFF1"/>
              </a:solidFill>
            </a:ln>
          </p:spPr>
        </p:sp>
        <p:sp>
          <p:nvSpPr>
            <p:cNvPr id="5736" name="Output_receptor__5735">
              <a:extLst>
                <a:ext uri="{FF2B5EF4-FFF2-40B4-BE49-F238E27FC236}">
                  <a16:creationId xmlns:a16="http://schemas.microsoft.com/office/drawing/2014/main" id="{5BBEA1F9-1EFF-D269-7958-B36BD3304FF0}"/>
                </a:ext>
              </a:extLst>
            </p:cNvPr>
            <p:cNvSpPr>
              <a:spLocks noGrp="1"/>
            </p:cNvSpPr>
            <p:nvPr/>
          </p:nvSpPr>
          <p:spPr>
            <a:xfrm>
              <a:off x="15548703" y="3379549"/>
              <a:ext cx="8150" cy="28642"/>
            </a:xfrm>
            <a:custGeom>
              <a:avLst/>
              <a:gdLst/>
              <a:ahLst/>
              <a:cxnLst/>
              <a:rect l="0" t="0" r="0" b="0"/>
              <a:pathLst>
                <a:path w="8150" h="28642">
                  <a:moveTo>
                    <a:pt x="8150" y="28642"/>
                  </a:moveTo>
                  <a:lnTo>
                    <a:pt x="0" y="0"/>
                  </a:lnTo>
                </a:path>
              </a:pathLst>
            </a:custGeom>
            <a:noFill/>
            <a:ln w="8096">
              <a:solidFill>
                <a:srgbClr val="ECEFF1"/>
              </a:solidFill>
            </a:ln>
          </p:spPr>
        </p:sp>
        <p:sp>
          <p:nvSpPr>
            <p:cNvPr id="5737" name="Output_receptor__5736">
              <a:extLst>
                <a:ext uri="{FF2B5EF4-FFF2-40B4-BE49-F238E27FC236}">
                  <a16:creationId xmlns:a16="http://schemas.microsoft.com/office/drawing/2014/main" id="{E22C4258-40FA-E0FA-20D7-0916AC8DC4F6}"/>
                </a:ext>
              </a:extLst>
            </p:cNvPr>
            <p:cNvSpPr>
              <a:spLocks noGrp="1"/>
            </p:cNvSpPr>
            <p:nvPr/>
          </p:nvSpPr>
          <p:spPr>
            <a:xfrm>
              <a:off x="14905019" y="3084860"/>
              <a:ext cx="37235" cy="61631"/>
            </a:xfrm>
            <a:custGeom>
              <a:avLst/>
              <a:gdLst/>
              <a:ahLst/>
              <a:cxnLst/>
              <a:rect l="0" t="0" r="0" b="0"/>
              <a:pathLst>
                <a:path w="37235" h="61631">
                  <a:moveTo>
                    <a:pt x="0" y="61631"/>
                  </a:moveTo>
                  <a:lnTo>
                    <a:pt x="37235" y="0"/>
                  </a:lnTo>
                </a:path>
              </a:pathLst>
            </a:custGeom>
            <a:noFill/>
            <a:ln w="20003">
              <a:solidFill>
                <a:srgbClr val="ECEFF1"/>
              </a:solidFill>
            </a:ln>
          </p:spPr>
        </p:sp>
        <p:sp>
          <p:nvSpPr>
            <p:cNvPr id="5738" name="Output_receptor__5737">
              <a:extLst>
                <a:ext uri="{FF2B5EF4-FFF2-40B4-BE49-F238E27FC236}">
                  <a16:creationId xmlns:a16="http://schemas.microsoft.com/office/drawing/2014/main" id="{30EC9683-C360-F01C-6309-9207B235673B}"/>
                </a:ext>
              </a:extLst>
            </p:cNvPr>
            <p:cNvSpPr>
              <a:spLocks noGrp="1"/>
            </p:cNvSpPr>
            <p:nvPr/>
          </p:nvSpPr>
          <p:spPr>
            <a:xfrm>
              <a:off x="15714368" y="3308807"/>
              <a:ext cx="71399" cy="12114"/>
            </a:xfrm>
            <a:custGeom>
              <a:avLst/>
              <a:gdLst/>
              <a:ahLst/>
              <a:cxnLst/>
              <a:rect l="0" t="0" r="0" b="0"/>
              <a:pathLst>
                <a:path w="71399" h="12114">
                  <a:moveTo>
                    <a:pt x="0" y="12114"/>
                  </a:moveTo>
                  <a:lnTo>
                    <a:pt x="71399" y="0"/>
                  </a:lnTo>
                </a:path>
              </a:pathLst>
            </a:custGeom>
            <a:noFill/>
            <a:ln w="8096">
              <a:solidFill>
                <a:srgbClr val="ECEFF1"/>
              </a:solidFill>
            </a:ln>
          </p:spPr>
        </p:sp>
        <p:sp>
          <p:nvSpPr>
            <p:cNvPr id="5739" name="Output_receptor__5738">
              <a:extLst>
                <a:ext uri="{FF2B5EF4-FFF2-40B4-BE49-F238E27FC236}">
                  <a16:creationId xmlns:a16="http://schemas.microsoft.com/office/drawing/2014/main" id="{85784391-3FD0-13B1-87AF-F69113929EE1}"/>
                </a:ext>
              </a:extLst>
            </p:cNvPr>
            <p:cNvSpPr>
              <a:spLocks noGrp="1"/>
            </p:cNvSpPr>
            <p:nvPr/>
          </p:nvSpPr>
          <p:spPr>
            <a:xfrm>
              <a:off x="16017231" y="2784343"/>
              <a:ext cx="41275" cy="58602"/>
            </a:xfrm>
            <a:custGeom>
              <a:avLst/>
              <a:gdLst/>
              <a:ahLst/>
              <a:cxnLst/>
              <a:rect l="0" t="0" r="0" b="0"/>
              <a:pathLst>
                <a:path w="41275" h="58602">
                  <a:moveTo>
                    <a:pt x="0" y="0"/>
                  </a:moveTo>
                  <a:lnTo>
                    <a:pt x="41275" y="58602"/>
                  </a:lnTo>
                </a:path>
              </a:pathLst>
            </a:custGeom>
            <a:noFill/>
            <a:ln w="20003">
              <a:solidFill>
                <a:srgbClr val="ECEFF1"/>
              </a:solidFill>
            </a:ln>
          </p:spPr>
        </p:sp>
        <p:sp>
          <p:nvSpPr>
            <p:cNvPr id="5740" name="Output_receptor__5739">
              <a:extLst>
                <a:ext uri="{FF2B5EF4-FFF2-40B4-BE49-F238E27FC236}">
                  <a16:creationId xmlns:a16="http://schemas.microsoft.com/office/drawing/2014/main" id="{6453042F-1EB5-DBBF-27D9-B92032D6412B}"/>
                </a:ext>
              </a:extLst>
            </p:cNvPr>
            <p:cNvSpPr>
              <a:spLocks noGrp="1"/>
            </p:cNvSpPr>
            <p:nvPr/>
          </p:nvSpPr>
          <p:spPr>
            <a:xfrm>
              <a:off x="16158683" y="3374610"/>
              <a:ext cx="3972" cy="64102"/>
            </a:xfrm>
            <a:custGeom>
              <a:avLst/>
              <a:gdLst/>
              <a:ahLst/>
              <a:cxnLst/>
              <a:rect l="0" t="0" r="0" b="0"/>
              <a:pathLst>
                <a:path w="3972" h="64102">
                  <a:moveTo>
                    <a:pt x="3972" y="64102"/>
                  </a:moveTo>
                  <a:lnTo>
                    <a:pt x="0" y="0"/>
                  </a:lnTo>
                </a:path>
              </a:pathLst>
            </a:custGeom>
            <a:noFill/>
            <a:ln w="20003">
              <a:solidFill>
                <a:srgbClr val="ECEFF1"/>
              </a:solidFill>
            </a:ln>
          </p:spPr>
        </p:sp>
        <p:sp>
          <p:nvSpPr>
            <p:cNvPr id="5741" name="Output_receptor__5740">
              <a:extLst>
                <a:ext uri="{FF2B5EF4-FFF2-40B4-BE49-F238E27FC236}">
                  <a16:creationId xmlns:a16="http://schemas.microsoft.com/office/drawing/2014/main" id="{9C4F8BC7-8094-FD92-2EFE-B24D2134A9B8}"/>
                </a:ext>
              </a:extLst>
            </p:cNvPr>
            <p:cNvSpPr>
              <a:spLocks noGrp="1"/>
            </p:cNvSpPr>
            <p:nvPr/>
          </p:nvSpPr>
          <p:spPr>
            <a:xfrm>
              <a:off x="15259264" y="3531556"/>
              <a:ext cx="66261" cy="21093"/>
            </a:xfrm>
            <a:custGeom>
              <a:avLst/>
              <a:gdLst/>
              <a:ahLst/>
              <a:cxnLst/>
              <a:rect l="0" t="0" r="0" b="0"/>
              <a:pathLst>
                <a:path w="66261" h="21093">
                  <a:moveTo>
                    <a:pt x="66261" y="21093"/>
                  </a:moveTo>
                  <a:lnTo>
                    <a:pt x="0" y="0"/>
                  </a:lnTo>
                </a:path>
              </a:pathLst>
            </a:custGeom>
            <a:noFill/>
            <a:ln w="8096">
              <a:solidFill>
                <a:srgbClr val="ECEFF1"/>
              </a:solidFill>
            </a:ln>
          </p:spPr>
        </p:sp>
        <p:sp>
          <p:nvSpPr>
            <p:cNvPr id="5742" name="Output_receptor__5741">
              <a:extLst>
                <a:ext uri="{FF2B5EF4-FFF2-40B4-BE49-F238E27FC236}">
                  <a16:creationId xmlns:a16="http://schemas.microsoft.com/office/drawing/2014/main" id="{648B8E77-FCFF-3DE0-4FE6-CEDE0071AF3E}"/>
                </a:ext>
              </a:extLst>
            </p:cNvPr>
            <p:cNvSpPr>
              <a:spLocks noGrp="1"/>
            </p:cNvSpPr>
            <p:nvPr/>
          </p:nvSpPr>
          <p:spPr>
            <a:xfrm>
              <a:off x="15100445" y="3238991"/>
              <a:ext cx="2485" cy="61859"/>
            </a:xfrm>
            <a:custGeom>
              <a:avLst/>
              <a:gdLst/>
              <a:ahLst/>
              <a:cxnLst/>
              <a:rect l="0" t="0" r="0" b="0"/>
              <a:pathLst>
                <a:path w="2485" h="61859">
                  <a:moveTo>
                    <a:pt x="2485" y="0"/>
                  </a:moveTo>
                  <a:lnTo>
                    <a:pt x="0" y="61859"/>
                  </a:lnTo>
                </a:path>
              </a:pathLst>
            </a:custGeom>
            <a:noFill/>
            <a:ln w="20003">
              <a:solidFill>
                <a:srgbClr val="ECEFF1"/>
              </a:solidFill>
            </a:ln>
          </p:spPr>
        </p:sp>
        <p:sp>
          <p:nvSpPr>
            <p:cNvPr id="5743" name="Output_receptor__5742">
              <a:extLst>
                <a:ext uri="{FF2B5EF4-FFF2-40B4-BE49-F238E27FC236}">
                  <a16:creationId xmlns:a16="http://schemas.microsoft.com/office/drawing/2014/main" id="{8C1B9772-ED11-5A89-1906-160371DF41D6}"/>
                </a:ext>
              </a:extLst>
            </p:cNvPr>
            <p:cNvSpPr>
              <a:spLocks noGrp="1"/>
            </p:cNvSpPr>
            <p:nvPr/>
          </p:nvSpPr>
          <p:spPr>
            <a:xfrm>
              <a:off x="15714368" y="3320920"/>
              <a:ext cx="8384" cy="70662"/>
            </a:xfrm>
            <a:custGeom>
              <a:avLst/>
              <a:gdLst/>
              <a:ahLst/>
              <a:cxnLst/>
              <a:rect l="0" t="0" r="0" b="0"/>
              <a:pathLst>
                <a:path w="8384" h="70662">
                  <a:moveTo>
                    <a:pt x="8384" y="70662"/>
                  </a:moveTo>
                  <a:lnTo>
                    <a:pt x="0" y="0"/>
                  </a:lnTo>
                </a:path>
              </a:pathLst>
            </a:custGeom>
            <a:noFill/>
            <a:ln w="20003">
              <a:solidFill>
                <a:srgbClr val="ECEFF1"/>
              </a:solidFill>
            </a:ln>
          </p:spPr>
        </p:sp>
        <p:sp>
          <p:nvSpPr>
            <p:cNvPr id="5744" name="Output_receptor__5743">
              <a:extLst>
                <a:ext uri="{FF2B5EF4-FFF2-40B4-BE49-F238E27FC236}">
                  <a16:creationId xmlns:a16="http://schemas.microsoft.com/office/drawing/2014/main" id="{D4BBD24D-8D5A-4D51-746D-432FB00F99F6}"/>
                </a:ext>
              </a:extLst>
            </p:cNvPr>
            <p:cNvSpPr>
              <a:spLocks noGrp="1"/>
            </p:cNvSpPr>
            <p:nvPr/>
          </p:nvSpPr>
          <p:spPr>
            <a:xfrm>
              <a:off x="15452795" y="2913480"/>
              <a:ext cx="12003" cy="48830"/>
            </a:xfrm>
            <a:custGeom>
              <a:avLst/>
              <a:gdLst/>
              <a:ahLst/>
              <a:cxnLst/>
              <a:rect l="0" t="0" r="0" b="0"/>
              <a:pathLst>
                <a:path w="12003" h="48830">
                  <a:moveTo>
                    <a:pt x="12003" y="0"/>
                  </a:moveTo>
                  <a:lnTo>
                    <a:pt x="0" y="48830"/>
                  </a:lnTo>
                </a:path>
              </a:pathLst>
            </a:custGeom>
            <a:noFill/>
            <a:ln w="20003">
              <a:solidFill>
                <a:srgbClr val="ECEFF1"/>
              </a:solidFill>
            </a:ln>
          </p:spPr>
        </p:sp>
        <p:sp>
          <p:nvSpPr>
            <p:cNvPr id="5745" name="Output_receptor__5744">
              <a:extLst>
                <a:ext uri="{FF2B5EF4-FFF2-40B4-BE49-F238E27FC236}">
                  <a16:creationId xmlns:a16="http://schemas.microsoft.com/office/drawing/2014/main" id="{BA4BBFDF-6568-5FA0-F8F2-22E728F7A379}"/>
                </a:ext>
              </a:extLst>
            </p:cNvPr>
            <p:cNvSpPr>
              <a:spLocks noGrp="1"/>
            </p:cNvSpPr>
            <p:nvPr/>
          </p:nvSpPr>
          <p:spPr>
            <a:xfrm>
              <a:off x="14990431" y="2794637"/>
              <a:ext cx="15382" cy="41600"/>
            </a:xfrm>
            <a:custGeom>
              <a:avLst/>
              <a:gdLst/>
              <a:ahLst/>
              <a:cxnLst/>
              <a:rect l="0" t="0" r="0" b="0"/>
              <a:pathLst>
                <a:path w="15382" h="41600">
                  <a:moveTo>
                    <a:pt x="0" y="41600"/>
                  </a:moveTo>
                  <a:lnTo>
                    <a:pt x="15382" y="0"/>
                  </a:lnTo>
                </a:path>
              </a:pathLst>
            </a:custGeom>
            <a:noFill/>
            <a:ln w="8096">
              <a:solidFill>
                <a:srgbClr val="ECEFF1"/>
              </a:solidFill>
            </a:ln>
          </p:spPr>
        </p:sp>
        <p:sp>
          <p:nvSpPr>
            <p:cNvPr id="5746" name="Output_receptor__5745">
              <a:extLst>
                <a:ext uri="{FF2B5EF4-FFF2-40B4-BE49-F238E27FC236}">
                  <a16:creationId xmlns:a16="http://schemas.microsoft.com/office/drawing/2014/main" id="{E8297F3A-3B11-A4C2-E918-08A71E794D95}"/>
                </a:ext>
              </a:extLst>
            </p:cNvPr>
            <p:cNvSpPr>
              <a:spLocks noGrp="1"/>
            </p:cNvSpPr>
            <p:nvPr/>
          </p:nvSpPr>
          <p:spPr>
            <a:xfrm>
              <a:off x="16019697" y="2410225"/>
              <a:ext cx="32068" cy="55790"/>
            </a:xfrm>
            <a:custGeom>
              <a:avLst/>
              <a:gdLst/>
              <a:ahLst/>
              <a:cxnLst/>
              <a:rect l="0" t="0" r="0" b="0"/>
              <a:pathLst>
                <a:path w="32068" h="55790">
                  <a:moveTo>
                    <a:pt x="32068" y="55790"/>
                  </a:moveTo>
                  <a:lnTo>
                    <a:pt x="0" y="0"/>
                  </a:lnTo>
                </a:path>
              </a:pathLst>
            </a:custGeom>
            <a:noFill/>
            <a:ln w="20003">
              <a:solidFill>
                <a:srgbClr val="ECEFF1"/>
              </a:solidFill>
            </a:ln>
          </p:spPr>
        </p:sp>
        <p:sp>
          <p:nvSpPr>
            <p:cNvPr id="5747" name="Output_receptor__5746">
              <a:extLst>
                <a:ext uri="{FF2B5EF4-FFF2-40B4-BE49-F238E27FC236}">
                  <a16:creationId xmlns:a16="http://schemas.microsoft.com/office/drawing/2014/main" id="{EAB30B2D-21A7-C674-6252-30520E03B308}"/>
                </a:ext>
              </a:extLst>
            </p:cNvPr>
            <p:cNvSpPr>
              <a:spLocks noGrp="1"/>
            </p:cNvSpPr>
            <p:nvPr/>
          </p:nvSpPr>
          <p:spPr>
            <a:xfrm>
              <a:off x="14942254" y="3069947"/>
              <a:ext cx="68689" cy="14913"/>
            </a:xfrm>
            <a:custGeom>
              <a:avLst/>
              <a:gdLst/>
              <a:ahLst/>
              <a:cxnLst/>
              <a:rect l="0" t="0" r="0" b="0"/>
              <a:pathLst>
                <a:path w="68689" h="14913">
                  <a:moveTo>
                    <a:pt x="0" y="14913"/>
                  </a:moveTo>
                  <a:lnTo>
                    <a:pt x="68689" y="0"/>
                  </a:lnTo>
                </a:path>
              </a:pathLst>
            </a:custGeom>
            <a:noFill/>
            <a:ln w="20003">
              <a:solidFill>
                <a:srgbClr val="ECEFF1"/>
              </a:solidFill>
            </a:ln>
          </p:spPr>
        </p:sp>
        <p:sp>
          <p:nvSpPr>
            <p:cNvPr id="5748" name="Output_receptor__5747">
              <a:extLst>
                <a:ext uri="{FF2B5EF4-FFF2-40B4-BE49-F238E27FC236}">
                  <a16:creationId xmlns:a16="http://schemas.microsoft.com/office/drawing/2014/main" id="{AEBAD2E4-AE77-8C42-3713-1DE1D932A34C}"/>
                </a:ext>
              </a:extLst>
            </p:cNvPr>
            <p:cNvSpPr>
              <a:spLocks noGrp="1"/>
            </p:cNvSpPr>
            <p:nvPr/>
          </p:nvSpPr>
          <p:spPr>
            <a:xfrm>
              <a:off x="15882395" y="2929242"/>
              <a:ext cx="9560" cy="34334"/>
            </a:xfrm>
            <a:custGeom>
              <a:avLst/>
              <a:gdLst/>
              <a:ahLst/>
              <a:cxnLst/>
              <a:rect l="0" t="0" r="0" b="0"/>
              <a:pathLst>
                <a:path w="9560" h="34334">
                  <a:moveTo>
                    <a:pt x="9560" y="0"/>
                  </a:moveTo>
                  <a:lnTo>
                    <a:pt x="0" y="34334"/>
                  </a:lnTo>
                </a:path>
              </a:pathLst>
            </a:custGeom>
            <a:noFill/>
            <a:ln w="8096">
              <a:solidFill>
                <a:srgbClr val="ECEFF1"/>
              </a:solidFill>
            </a:ln>
          </p:spPr>
        </p:sp>
        <p:sp>
          <p:nvSpPr>
            <p:cNvPr id="5749" name="Output_receptor__5748">
              <a:extLst>
                <a:ext uri="{FF2B5EF4-FFF2-40B4-BE49-F238E27FC236}">
                  <a16:creationId xmlns:a16="http://schemas.microsoft.com/office/drawing/2014/main" id="{0C7B3AFF-FA07-D1B1-A07B-3F0525AF94A6}"/>
                </a:ext>
              </a:extLst>
            </p:cNvPr>
            <p:cNvSpPr>
              <a:spLocks noGrp="1"/>
            </p:cNvSpPr>
            <p:nvPr/>
          </p:nvSpPr>
          <p:spPr>
            <a:xfrm>
              <a:off x="15610947" y="3697089"/>
              <a:ext cx="4962" cy="56917"/>
            </a:xfrm>
            <a:custGeom>
              <a:avLst/>
              <a:gdLst/>
              <a:ahLst/>
              <a:cxnLst/>
              <a:rect l="0" t="0" r="0" b="0"/>
              <a:pathLst>
                <a:path w="4962" h="56917">
                  <a:moveTo>
                    <a:pt x="4962" y="56917"/>
                  </a:moveTo>
                  <a:lnTo>
                    <a:pt x="0" y="0"/>
                  </a:lnTo>
                </a:path>
              </a:pathLst>
            </a:custGeom>
            <a:noFill/>
            <a:ln w="8096">
              <a:solidFill>
                <a:srgbClr val="ECEFF2"/>
              </a:solidFill>
            </a:ln>
          </p:spPr>
        </p:sp>
        <p:sp>
          <p:nvSpPr>
            <p:cNvPr id="5750" name="Output_receptor__5749">
              <a:extLst>
                <a:ext uri="{FF2B5EF4-FFF2-40B4-BE49-F238E27FC236}">
                  <a16:creationId xmlns:a16="http://schemas.microsoft.com/office/drawing/2014/main" id="{DE5D9796-7A23-1EFD-73D2-B30FB19438F7}"/>
                </a:ext>
              </a:extLst>
            </p:cNvPr>
            <p:cNvSpPr>
              <a:spLocks noGrp="1"/>
            </p:cNvSpPr>
            <p:nvPr/>
          </p:nvSpPr>
          <p:spPr>
            <a:xfrm>
              <a:off x="16228231" y="2388449"/>
              <a:ext cx="70476" cy="3771"/>
            </a:xfrm>
            <a:custGeom>
              <a:avLst/>
              <a:gdLst/>
              <a:ahLst/>
              <a:cxnLst/>
              <a:rect l="0" t="0" r="0" b="0"/>
              <a:pathLst>
                <a:path w="70476" h="3771">
                  <a:moveTo>
                    <a:pt x="0" y="3771"/>
                  </a:moveTo>
                  <a:lnTo>
                    <a:pt x="70476" y="0"/>
                  </a:lnTo>
                </a:path>
              </a:pathLst>
            </a:custGeom>
            <a:noFill/>
            <a:ln w="8096">
              <a:solidFill>
                <a:srgbClr val="ECEFF2"/>
              </a:solidFill>
            </a:ln>
          </p:spPr>
        </p:sp>
        <p:sp>
          <p:nvSpPr>
            <p:cNvPr id="5751" name="Output_receptor__5750">
              <a:extLst>
                <a:ext uri="{FF2B5EF4-FFF2-40B4-BE49-F238E27FC236}">
                  <a16:creationId xmlns:a16="http://schemas.microsoft.com/office/drawing/2014/main" id="{5523B555-71C3-56F6-7034-60E7ED58D2E8}"/>
                </a:ext>
              </a:extLst>
            </p:cNvPr>
            <p:cNvSpPr>
              <a:spLocks noGrp="1"/>
            </p:cNvSpPr>
            <p:nvPr/>
          </p:nvSpPr>
          <p:spPr>
            <a:xfrm>
              <a:off x="15167326" y="3260831"/>
              <a:ext cx="25499" cy="7344"/>
            </a:xfrm>
            <a:custGeom>
              <a:avLst/>
              <a:gdLst/>
              <a:ahLst/>
              <a:cxnLst/>
              <a:rect l="0" t="0" r="0" b="0"/>
              <a:pathLst>
                <a:path w="25499" h="7344">
                  <a:moveTo>
                    <a:pt x="25499" y="7344"/>
                  </a:moveTo>
                  <a:lnTo>
                    <a:pt x="0" y="0"/>
                  </a:lnTo>
                </a:path>
              </a:pathLst>
            </a:custGeom>
            <a:noFill/>
            <a:ln w="20003">
              <a:solidFill>
                <a:srgbClr val="ECEFF2"/>
              </a:solidFill>
            </a:ln>
          </p:spPr>
        </p:sp>
        <p:sp>
          <p:nvSpPr>
            <p:cNvPr id="5752" name="Output_receptor__5751">
              <a:extLst>
                <a:ext uri="{FF2B5EF4-FFF2-40B4-BE49-F238E27FC236}">
                  <a16:creationId xmlns:a16="http://schemas.microsoft.com/office/drawing/2014/main" id="{3F2C8DDD-F4E2-7A5D-2F98-FC4FF0481188}"/>
                </a:ext>
              </a:extLst>
            </p:cNvPr>
            <p:cNvSpPr>
              <a:spLocks noGrp="1"/>
            </p:cNvSpPr>
            <p:nvPr/>
          </p:nvSpPr>
          <p:spPr>
            <a:xfrm>
              <a:off x="15820518" y="2721071"/>
              <a:ext cx="50846" cy="47415"/>
            </a:xfrm>
            <a:custGeom>
              <a:avLst/>
              <a:gdLst/>
              <a:ahLst/>
              <a:cxnLst/>
              <a:rect l="0" t="0" r="0" b="0"/>
              <a:pathLst>
                <a:path w="50846" h="47415">
                  <a:moveTo>
                    <a:pt x="50846" y="0"/>
                  </a:moveTo>
                  <a:lnTo>
                    <a:pt x="0" y="47415"/>
                  </a:lnTo>
                </a:path>
              </a:pathLst>
            </a:custGeom>
            <a:noFill/>
            <a:ln w="20003">
              <a:solidFill>
                <a:srgbClr val="ECEFF2"/>
              </a:solidFill>
            </a:ln>
          </p:spPr>
        </p:sp>
        <p:sp>
          <p:nvSpPr>
            <p:cNvPr id="5753" name="Output_receptor__5752">
              <a:extLst>
                <a:ext uri="{FF2B5EF4-FFF2-40B4-BE49-F238E27FC236}">
                  <a16:creationId xmlns:a16="http://schemas.microsoft.com/office/drawing/2014/main" id="{FA76654C-91A7-A887-DE44-1CC338FC125F}"/>
                </a:ext>
              </a:extLst>
            </p:cNvPr>
            <p:cNvSpPr>
              <a:spLocks noGrp="1"/>
            </p:cNvSpPr>
            <p:nvPr/>
          </p:nvSpPr>
          <p:spPr>
            <a:xfrm>
              <a:off x="15193848" y="3173676"/>
              <a:ext cx="65132" cy="26581"/>
            </a:xfrm>
            <a:custGeom>
              <a:avLst/>
              <a:gdLst/>
              <a:ahLst/>
              <a:cxnLst/>
              <a:rect l="0" t="0" r="0" b="0"/>
              <a:pathLst>
                <a:path w="65132" h="26581">
                  <a:moveTo>
                    <a:pt x="65132" y="26581"/>
                  </a:moveTo>
                  <a:lnTo>
                    <a:pt x="0" y="0"/>
                  </a:lnTo>
                </a:path>
              </a:pathLst>
            </a:custGeom>
            <a:noFill/>
            <a:ln w="20003">
              <a:solidFill>
                <a:srgbClr val="ECEFF2"/>
              </a:solidFill>
            </a:ln>
          </p:spPr>
        </p:sp>
        <p:sp>
          <p:nvSpPr>
            <p:cNvPr id="5754" name="Output_receptor__5753">
              <a:extLst>
                <a:ext uri="{FF2B5EF4-FFF2-40B4-BE49-F238E27FC236}">
                  <a16:creationId xmlns:a16="http://schemas.microsoft.com/office/drawing/2014/main" id="{1E46C0D0-91B0-7117-4DC1-C58BDCB74810}"/>
                </a:ext>
              </a:extLst>
            </p:cNvPr>
            <p:cNvSpPr>
              <a:spLocks noGrp="1"/>
            </p:cNvSpPr>
            <p:nvPr/>
          </p:nvSpPr>
          <p:spPr>
            <a:xfrm>
              <a:off x="14894674" y="3237475"/>
              <a:ext cx="17890" cy="8361"/>
            </a:xfrm>
            <a:custGeom>
              <a:avLst/>
              <a:gdLst/>
              <a:ahLst/>
              <a:cxnLst/>
              <a:rect l="0" t="0" r="0" b="0"/>
              <a:pathLst>
                <a:path w="17890" h="8361">
                  <a:moveTo>
                    <a:pt x="0" y="8361"/>
                  </a:moveTo>
                  <a:lnTo>
                    <a:pt x="17890" y="0"/>
                  </a:lnTo>
                </a:path>
              </a:pathLst>
            </a:custGeom>
            <a:noFill/>
            <a:ln w="8096">
              <a:solidFill>
                <a:srgbClr val="ECEFF2"/>
              </a:solidFill>
            </a:ln>
          </p:spPr>
        </p:sp>
        <p:sp>
          <p:nvSpPr>
            <p:cNvPr id="5755" name="Output_receptor__5754">
              <a:extLst>
                <a:ext uri="{FF2B5EF4-FFF2-40B4-BE49-F238E27FC236}">
                  <a16:creationId xmlns:a16="http://schemas.microsoft.com/office/drawing/2014/main" id="{8496F4EA-8432-1CA5-30A8-D180D6DCEA8B}"/>
                </a:ext>
              </a:extLst>
            </p:cNvPr>
            <p:cNvSpPr>
              <a:spLocks noGrp="1"/>
            </p:cNvSpPr>
            <p:nvPr/>
          </p:nvSpPr>
          <p:spPr>
            <a:xfrm>
              <a:off x="15178501" y="3598004"/>
              <a:ext cx="20711" cy="46731"/>
            </a:xfrm>
            <a:custGeom>
              <a:avLst/>
              <a:gdLst/>
              <a:ahLst/>
              <a:cxnLst/>
              <a:rect l="0" t="0" r="0" b="0"/>
              <a:pathLst>
                <a:path w="20711" h="46731">
                  <a:moveTo>
                    <a:pt x="0" y="0"/>
                  </a:moveTo>
                  <a:lnTo>
                    <a:pt x="20711" y="46731"/>
                  </a:lnTo>
                </a:path>
              </a:pathLst>
            </a:custGeom>
            <a:noFill/>
            <a:ln w="8096">
              <a:solidFill>
                <a:srgbClr val="ECEFF2"/>
              </a:solidFill>
            </a:ln>
          </p:spPr>
        </p:sp>
        <p:sp>
          <p:nvSpPr>
            <p:cNvPr id="5756" name="Output_receptor__5755">
              <a:extLst>
                <a:ext uri="{FF2B5EF4-FFF2-40B4-BE49-F238E27FC236}">
                  <a16:creationId xmlns:a16="http://schemas.microsoft.com/office/drawing/2014/main" id="{9D574C65-5C11-E3FD-4A0C-00FCC51C532B}"/>
                </a:ext>
              </a:extLst>
            </p:cNvPr>
            <p:cNvSpPr>
              <a:spLocks noGrp="1"/>
            </p:cNvSpPr>
            <p:nvPr/>
          </p:nvSpPr>
          <p:spPr>
            <a:xfrm>
              <a:off x="15820518" y="2768485"/>
              <a:ext cx="43826" cy="56030"/>
            </a:xfrm>
            <a:custGeom>
              <a:avLst/>
              <a:gdLst/>
              <a:ahLst/>
              <a:cxnLst/>
              <a:rect l="0" t="0" r="0" b="0"/>
              <a:pathLst>
                <a:path w="43826" h="56030">
                  <a:moveTo>
                    <a:pt x="0" y="0"/>
                  </a:moveTo>
                  <a:lnTo>
                    <a:pt x="43826" y="56030"/>
                  </a:lnTo>
                </a:path>
              </a:pathLst>
            </a:custGeom>
            <a:noFill/>
            <a:ln w="20003">
              <a:solidFill>
                <a:srgbClr val="ECEFF2"/>
              </a:solidFill>
            </a:ln>
          </p:spPr>
        </p:sp>
        <p:sp>
          <p:nvSpPr>
            <p:cNvPr id="5757" name="Output_receptor__5756">
              <a:extLst>
                <a:ext uri="{FF2B5EF4-FFF2-40B4-BE49-F238E27FC236}">
                  <a16:creationId xmlns:a16="http://schemas.microsoft.com/office/drawing/2014/main" id="{A65548F6-A83D-1CD3-39DC-3EE6EB74143B}"/>
                </a:ext>
              </a:extLst>
            </p:cNvPr>
            <p:cNvSpPr>
              <a:spLocks noGrp="1"/>
            </p:cNvSpPr>
            <p:nvPr/>
          </p:nvSpPr>
          <p:spPr>
            <a:xfrm>
              <a:off x="15085621" y="3300851"/>
              <a:ext cx="14825" cy="26679"/>
            </a:xfrm>
            <a:custGeom>
              <a:avLst/>
              <a:gdLst/>
              <a:ahLst/>
              <a:cxnLst/>
              <a:rect l="0" t="0" r="0" b="0"/>
              <a:pathLst>
                <a:path w="14825" h="26679">
                  <a:moveTo>
                    <a:pt x="14825" y="0"/>
                  </a:moveTo>
                  <a:lnTo>
                    <a:pt x="0" y="26679"/>
                  </a:lnTo>
                </a:path>
              </a:pathLst>
            </a:custGeom>
            <a:noFill/>
            <a:ln w="8096">
              <a:solidFill>
                <a:srgbClr val="ECEFF2"/>
              </a:solidFill>
            </a:ln>
          </p:spPr>
        </p:sp>
        <p:sp>
          <p:nvSpPr>
            <p:cNvPr id="5758" name="Output_receptor__5757">
              <a:extLst>
                <a:ext uri="{FF2B5EF4-FFF2-40B4-BE49-F238E27FC236}">
                  <a16:creationId xmlns:a16="http://schemas.microsoft.com/office/drawing/2014/main" id="{E7D60040-A42E-6FC9-8897-F2E5A8766667}"/>
                </a:ext>
              </a:extLst>
            </p:cNvPr>
            <p:cNvSpPr>
              <a:spLocks noGrp="1"/>
            </p:cNvSpPr>
            <p:nvPr/>
          </p:nvSpPr>
          <p:spPr>
            <a:xfrm>
              <a:off x="15847065" y="3118617"/>
              <a:ext cx="30769" cy="53458"/>
            </a:xfrm>
            <a:custGeom>
              <a:avLst/>
              <a:gdLst/>
              <a:ahLst/>
              <a:cxnLst/>
              <a:rect l="0" t="0" r="0" b="0"/>
              <a:pathLst>
                <a:path w="30769" h="53458">
                  <a:moveTo>
                    <a:pt x="0" y="0"/>
                  </a:moveTo>
                  <a:lnTo>
                    <a:pt x="30769" y="53458"/>
                  </a:lnTo>
                </a:path>
              </a:pathLst>
            </a:custGeom>
            <a:noFill/>
            <a:ln w="20003">
              <a:solidFill>
                <a:srgbClr val="ECEFF2"/>
              </a:solidFill>
            </a:ln>
          </p:spPr>
        </p:sp>
        <p:sp>
          <p:nvSpPr>
            <p:cNvPr id="5759" name="Output_receptor__5758">
              <a:extLst>
                <a:ext uri="{FF2B5EF4-FFF2-40B4-BE49-F238E27FC236}">
                  <a16:creationId xmlns:a16="http://schemas.microsoft.com/office/drawing/2014/main" id="{1F4D5A38-65F5-CED0-1378-258998C94BBD}"/>
                </a:ext>
              </a:extLst>
            </p:cNvPr>
            <p:cNvSpPr>
              <a:spLocks noGrp="1"/>
            </p:cNvSpPr>
            <p:nvPr/>
          </p:nvSpPr>
          <p:spPr>
            <a:xfrm>
              <a:off x="15430356" y="3683829"/>
              <a:ext cx="9989" cy="45829"/>
            </a:xfrm>
            <a:custGeom>
              <a:avLst/>
              <a:gdLst/>
              <a:ahLst/>
              <a:cxnLst/>
              <a:rect l="0" t="0" r="0" b="0"/>
              <a:pathLst>
                <a:path w="9989" h="45829">
                  <a:moveTo>
                    <a:pt x="0" y="0"/>
                  </a:moveTo>
                  <a:lnTo>
                    <a:pt x="9989" y="45829"/>
                  </a:lnTo>
                </a:path>
              </a:pathLst>
            </a:custGeom>
            <a:noFill/>
            <a:ln w="8096">
              <a:solidFill>
                <a:srgbClr val="ECEFF2"/>
              </a:solidFill>
            </a:ln>
          </p:spPr>
        </p:sp>
        <p:sp>
          <p:nvSpPr>
            <p:cNvPr id="5760" name="Output_receptor__5759">
              <a:extLst>
                <a:ext uri="{FF2B5EF4-FFF2-40B4-BE49-F238E27FC236}">
                  <a16:creationId xmlns:a16="http://schemas.microsoft.com/office/drawing/2014/main" id="{12DEC223-009C-BDC7-28E0-0964096FA470}"/>
                </a:ext>
              </a:extLst>
            </p:cNvPr>
            <p:cNvSpPr>
              <a:spLocks noGrp="1"/>
            </p:cNvSpPr>
            <p:nvPr/>
          </p:nvSpPr>
          <p:spPr>
            <a:xfrm>
              <a:off x="16320146" y="2517836"/>
              <a:ext cx="8445" cy="6527"/>
            </a:xfrm>
            <a:custGeom>
              <a:avLst/>
              <a:gdLst/>
              <a:ahLst/>
              <a:cxnLst/>
              <a:rect l="0" t="0" r="0" b="0"/>
              <a:pathLst>
                <a:path w="8445" h="6527">
                  <a:moveTo>
                    <a:pt x="0" y="0"/>
                  </a:moveTo>
                  <a:lnTo>
                    <a:pt x="8445" y="6527"/>
                  </a:lnTo>
                </a:path>
              </a:pathLst>
            </a:custGeom>
            <a:noFill/>
            <a:ln w="8096">
              <a:solidFill>
                <a:srgbClr val="ECEFF2"/>
              </a:solidFill>
            </a:ln>
          </p:spPr>
        </p:sp>
        <p:sp>
          <p:nvSpPr>
            <p:cNvPr id="5761" name="Output_receptor__5760">
              <a:extLst>
                <a:ext uri="{FF2B5EF4-FFF2-40B4-BE49-F238E27FC236}">
                  <a16:creationId xmlns:a16="http://schemas.microsoft.com/office/drawing/2014/main" id="{2C62D1D0-6F4A-A334-B674-B99DAA34DB48}"/>
                </a:ext>
              </a:extLst>
            </p:cNvPr>
            <p:cNvSpPr>
              <a:spLocks noGrp="1"/>
            </p:cNvSpPr>
            <p:nvPr/>
          </p:nvSpPr>
          <p:spPr>
            <a:xfrm>
              <a:off x="16069335" y="3405931"/>
              <a:ext cx="8760" cy="8208"/>
            </a:xfrm>
            <a:custGeom>
              <a:avLst/>
              <a:gdLst/>
              <a:ahLst/>
              <a:cxnLst/>
              <a:rect l="0" t="0" r="0" b="0"/>
              <a:pathLst>
                <a:path w="8760" h="8208">
                  <a:moveTo>
                    <a:pt x="0" y="8208"/>
                  </a:moveTo>
                  <a:lnTo>
                    <a:pt x="8760" y="0"/>
                  </a:lnTo>
                </a:path>
              </a:pathLst>
            </a:custGeom>
            <a:noFill/>
            <a:ln w="20003">
              <a:solidFill>
                <a:srgbClr val="ECEFF2"/>
              </a:solidFill>
            </a:ln>
          </p:spPr>
        </p:sp>
        <p:sp>
          <p:nvSpPr>
            <p:cNvPr id="5762" name="Output_receptor__5761">
              <a:extLst>
                <a:ext uri="{FF2B5EF4-FFF2-40B4-BE49-F238E27FC236}">
                  <a16:creationId xmlns:a16="http://schemas.microsoft.com/office/drawing/2014/main" id="{F67D47A7-CFC3-135D-EBA2-BB11C59A3798}"/>
                </a:ext>
              </a:extLst>
            </p:cNvPr>
            <p:cNvSpPr>
              <a:spLocks noGrp="1"/>
            </p:cNvSpPr>
            <p:nvPr/>
          </p:nvSpPr>
          <p:spPr>
            <a:xfrm>
              <a:off x="16271022" y="3223894"/>
              <a:ext cx="28255" cy="45907"/>
            </a:xfrm>
            <a:custGeom>
              <a:avLst/>
              <a:gdLst/>
              <a:ahLst/>
              <a:cxnLst/>
              <a:rect l="0" t="0" r="0" b="0"/>
              <a:pathLst>
                <a:path w="28255" h="45907">
                  <a:moveTo>
                    <a:pt x="0" y="45907"/>
                  </a:moveTo>
                  <a:lnTo>
                    <a:pt x="28255" y="0"/>
                  </a:lnTo>
                </a:path>
              </a:pathLst>
            </a:custGeom>
            <a:noFill/>
            <a:ln w="20003">
              <a:solidFill>
                <a:srgbClr val="ECEFF2"/>
              </a:solidFill>
            </a:ln>
          </p:spPr>
        </p:sp>
        <p:sp>
          <p:nvSpPr>
            <p:cNvPr id="5763" name="Output_receptor__5762">
              <a:extLst>
                <a:ext uri="{FF2B5EF4-FFF2-40B4-BE49-F238E27FC236}">
                  <a16:creationId xmlns:a16="http://schemas.microsoft.com/office/drawing/2014/main" id="{5987D9A0-A072-6B08-CF9E-8C4E560E1711}"/>
                </a:ext>
              </a:extLst>
            </p:cNvPr>
            <p:cNvSpPr>
              <a:spLocks noGrp="1"/>
            </p:cNvSpPr>
            <p:nvPr/>
          </p:nvSpPr>
          <p:spPr>
            <a:xfrm>
              <a:off x="15208145" y="2964641"/>
              <a:ext cx="34727" cy="62163"/>
            </a:xfrm>
            <a:custGeom>
              <a:avLst/>
              <a:gdLst/>
              <a:ahLst/>
              <a:cxnLst/>
              <a:rect l="0" t="0" r="0" b="0"/>
              <a:pathLst>
                <a:path w="34727" h="62163">
                  <a:moveTo>
                    <a:pt x="34727" y="0"/>
                  </a:moveTo>
                  <a:lnTo>
                    <a:pt x="0" y="62163"/>
                  </a:lnTo>
                </a:path>
              </a:pathLst>
            </a:custGeom>
            <a:noFill/>
            <a:ln w="8096">
              <a:solidFill>
                <a:srgbClr val="ECEFF2"/>
              </a:solidFill>
            </a:ln>
          </p:spPr>
        </p:sp>
        <p:sp>
          <p:nvSpPr>
            <p:cNvPr id="5764" name="Output_receptor__5763">
              <a:extLst>
                <a:ext uri="{FF2B5EF4-FFF2-40B4-BE49-F238E27FC236}">
                  <a16:creationId xmlns:a16="http://schemas.microsoft.com/office/drawing/2014/main" id="{FD17433B-66C6-D6BD-7BED-4FFCF2695CDB}"/>
                </a:ext>
              </a:extLst>
            </p:cNvPr>
            <p:cNvSpPr>
              <a:spLocks noGrp="1"/>
            </p:cNvSpPr>
            <p:nvPr/>
          </p:nvSpPr>
          <p:spPr>
            <a:xfrm>
              <a:off x="15311305" y="3310153"/>
              <a:ext cx="25217" cy="47405"/>
            </a:xfrm>
            <a:custGeom>
              <a:avLst/>
              <a:gdLst/>
              <a:ahLst/>
              <a:cxnLst/>
              <a:rect l="0" t="0" r="0" b="0"/>
              <a:pathLst>
                <a:path w="25217" h="47405">
                  <a:moveTo>
                    <a:pt x="25217" y="47405"/>
                  </a:moveTo>
                  <a:lnTo>
                    <a:pt x="0" y="0"/>
                  </a:lnTo>
                </a:path>
              </a:pathLst>
            </a:custGeom>
            <a:noFill/>
            <a:ln w="8096">
              <a:solidFill>
                <a:srgbClr val="ECEFF2"/>
              </a:solidFill>
            </a:ln>
          </p:spPr>
        </p:sp>
        <p:sp>
          <p:nvSpPr>
            <p:cNvPr id="5765" name="Output_receptor__5764">
              <a:extLst>
                <a:ext uri="{FF2B5EF4-FFF2-40B4-BE49-F238E27FC236}">
                  <a16:creationId xmlns:a16="http://schemas.microsoft.com/office/drawing/2014/main" id="{4B13AB77-696D-327F-C151-A0565C81DA34}"/>
                </a:ext>
              </a:extLst>
            </p:cNvPr>
            <p:cNvSpPr>
              <a:spLocks noGrp="1"/>
            </p:cNvSpPr>
            <p:nvPr/>
          </p:nvSpPr>
          <p:spPr>
            <a:xfrm>
              <a:off x="16135559" y="2318748"/>
              <a:ext cx="22262" cy="54252"/>
            </a:xfrm>
            <a:custGeom>
              <a:avLst/>
              <a:gdLst/>
              <a:ahLst/>
              <a:cxnLst/>
              <a:rect l="0" t="0" r="0" b="0"/>
              <a:pathLst>
                <a:path w="22262" h="54252">
                  <a:moveTo>
                    <a:pt x="0" y="54252"/>
                  </a:moveTo>
                  <a:lnTo>
                    <a:pt x="22262" y="0"/>
                  </a:lnTo>
                </a:path>
              </a:pathLst>
            </a:custGeom>
            <a:noFill/>
            <a:ln w="20003">
              <a:solidFill>
                <a:srgbClr val="ECEFF2"/>
              </a:solidFill>
            </a:ln>
          </p:spPr>
        </p:sp>
        <p:sp>
          <p:nvSpPr>
            <p:cNvPr id="5766" name="Output_receptor__5765">
              <a:extLst>
                <a:ext uri="{FF2B5EF4-FFF2-40B4-BE49-F238E27FC236}">
                  <a16:creationId xmlns:a16="http://schemas.microsoft.com/office/drawing/2014/main" id="{3C8D8FD1-6E9C-2DE0-517A-BB1BF5B265FB}"/>
                </a:ext>
              </a:extLst>
            </p:cNvPr>
            <p:cNvSpPr>
              <a:spLocks noGrp="1"/>
            </p:cNvSpPr>
            <p:nvPr/>
          </p:nvSpPr>
          <p:spPr>
            <a:xfrm>
              <a:off x="15680315" y="3195702"/>
              <a:ext cx="21883" cy="7706"/>
            </a:xfrm>
            <a:custGeom>
              <a:avLst/>
              <a:gdLst/>
              <a:ahLst/>
              <a:cxnLst/>
              <a:rect l="0" t="0" r="0" b="0"/>
              <a:pathLst>
                <a:path w="21883" h="7706">
                  <a:moveTo>
                    <a:pt x="21883" y="0"/>
                  </a:moveTo>
                  <a:lnTo>
                    <a:pt x="0" y="7706"/>
                  </a:lnTo>
                </a:path>
              </a:pathLst>
            </a:custGeom>
            <a:noFill/>
            <a:ln w="20003">
              <a:solidFill>
                <a:srgbClr val="ECEFF2"/>
              </a:solidFill>
            </a:ln>
          </p:spPr>
        </p:sp>
        <p:sp>
          <p:nvSpPr>
            <p:cNvPr id="5767" name="Output_receptor__5766">
              <a:extLst>
                <a:ext uri="{FF2B5EF4-FFF2-40B4-BE49-F238E27FC236}">
                  <a16:creationId xmlns:a16="http://schemas.microsoft.com/office/drawing/2014/main" id="{F6FE58C8-2720-AE79-5D7F-729B2FBB22EA}"/>
                </a:ext>
              </a:extLst>
            </p:cNvPr>
            <p:cNvSpPr>
              <a:spLocks noGrp="1"/>
            </p:cNvSpPr>
            <p:nvPr/>
          </p:nvSpPr>
          <p:spPr>
            <a:xfrm>
              <a:off x="15270008" y="3277927"/>
              <a:ext cx="41297" cy="32226"/>
            </a:xfrm>
            <a:custGeom>
              <a:avLst/>
              <a:gdLst/>
              <a:ahLst/>
              <a:cxnLst/>
              <a:rect l="0" t="0" r="0" b="0"/>
              <a:pathLst>
                <a:path w="41297" h="32226">
                  <a:moveTo>
                    <a:pt x="41297" y="32226"/>
                  </a:moveTo>
                  <a:lnTo>
                    <a:pt x="0" y="0"/>
                  </a:lnTo>
                </a:path>
              </a:pathLst>
            </a:custGeom>
            <a:noFill/>
            <a:ln w="8096">
              <a:solidFill>
                <a:srgbClr val="ECEFF2"/>
              </a:solidFill>
            </a:ln>
          </p:spPr>
        </p:sp>
        <p:sp>
          <p:nvSpPr>
            <p:cNvPr id="5768" name="Output_receptor__5767">
              <a:extLst>
                <a:ext uri="{FF2B5EF4-FFF2-40B4-BE49-F238E27FC236}">
                  <a16:creationId xmlns:a16="http://schemas.microsoft.com/office/drawing/2014/main" id="{489B2BE4-5AA1-C04C-0760-71AD049F0B81}"/>
                </a:ext>
              </a:extLst>
            </p:cNvPr>
            <p:cNvSpPr>
              <a:spLocks noGrp="1"/>
            </p:cNvSpPr>
            <p:nvPr/>
          </p:nvSpPr>
          <p:spPr>
            <a:xfrm>
              <a:off x="16406285" y="2619507"/>
              <a:ext cx="69543" cy="12716"/>
            </a:xfrm>
            <a:custGeom>
              <a:avLst/>
              <a:gdLst/>
              <a:ahLst/>
              <a:cxnLst/>
              <a:rect l="0" t="0" r="0" b="0"/>
              <a:pathLst>
                <a:path w="69543" h="12716">
                  <a:moveTo>
                    <a:pt x="69543" y="12716"/>
                  </a:moveTo>
                  <a:lnTo>
                    <a:pt x="0" y="0"/>
                  </a:lnTo>
                </a:path>
              </a:pathLst>
            </a:custGeom>
            <a:noFill/>
            <a:ln w="8096">
              <a:solidFill>
                <a:srgbClr val="ECEFF2"/>
              </a:solidFill>
            </a:ln>
          </p:spPr>
        </p:sp>
        <p:sp>
          <p:nvSpPr>
            <p:cNvPr id="5769" name="Output_receptor__5768">
              <a:extLst>
                <a:ext uri="{FF2B5EF4-FFF2-40B4-BE49-F238E27FC236}">
                  <a16:creationId xmlns:a16="http://schemas.microsoft.com/office/drawing/2014/main" id="{21B48C2A-36DE-5322-AF19-E7E8858DF2BE}"/>
                </a:ext>
              </a:extLst>
            </p:cNvPr>
            <p:cNvSpPr>
              <a:spLocks noGrp="1"/>
            </p:cNvSpPr>
            <p:nvPr/>
          </p:nvSpPr>
          <p:spPr>
            <a:xfrm>
              <a:off x="15537769" y="3309093"/>
              <a:ext cx="10934" cy="70456"/>
            </a:xfrm>
            <a:custGeom>
              <a:avLst/>
              <a:gdLst/>
              <a:ahLst/>
              <a:cxnLst/>
              <a:rect l="0" t="0" r="0" b="0"/>
              <a:pathLst>
                <a:path w="10934" h="70456">
                  <a:moveTo>
                    <a:pt x="10934" y="70456"/>
                  </a:moveTo>
                  <a:lnTo>
                    <a:pt x="0" y="0"/>
                  </a:lnTo>
                </a:path>
              </a:pathLst>
            </a:custGeom>
            <a:noFill/>
            <a:ln w="8096">
              <a:solidFill>
                <a:srgbClr val="ECEFF2"/>
              </a:solidFill>
            </a:ln>
          </p:spPr>
        </p:sp>
        <p:sp>
          <p:nvSpPr>
            <p:cNvPr id="5770" name="Output_receptor__5769">
              <a:extLst>
                <a:ext uri="{FF2B5EF4-FFF2-40B4-BE49-F238E27FC236}">
                  <a16:creationId xmlns:a16="http://schemas.microsoft.com/office/drawing/2014/main" id="{73699362-43F5-836E-7A4D-25A41BCB713A}"/>
                </a:ext>
              </a:extLst>
            </p:cNvPr>
            <p:cNvSpPr>
              <a:spLocks noGrp="1"/>
            </p:cNvSpPr>
            <p:nvPr/>
          </p:nvSpPr>
          <p:spPr>
            <a:xfrm>
              <a:off x="16019697" y="2344151"/>
              <a:ext cx="27602" cy="66073"/>
            </a:xfrm>
            <a:custGeom>
              <a:avLst/>
              <a:gdLst/>
              <a:ahLst/>
              <a:cxnLst/>
              <a:rect l="0" t="0" r="0" b="0"/>
              <a:pathLst>
                <a:path w="27602" h="66073">
                  <a:moveTo>
                    <a:pt x="0" y="66073"/>
                  </a:moveTo>
                  <a:lnTo>
                    <a:pt x="27602" y="0"/>
                  </a:lnTo>
                </a:path>
              </a:pathLst>
            </a:custGeom>
            <a:noFill/>
            <a:ln w="20003">
              <a:solidFill>
                <a:srgbClr val="ECEFF2"/>
              </a:solidFill>
            </a:ln>
          </p:spPr>
        </p:sp>
        <p:sp>
          <p:nvSpPr>
            <p:cNvPr id="5771" name="Output_receptor__5770">
              <a:extLst>
                <a:ext uri="{FF2B5EF4-FFF2-40B4-BE49-F238E27FC236}">
                  <a16:creationId xmlns:a16="http://schemas.microsoft.com/office/drawing/2014/main" id="{A7A331E7-4A7F-A73D-BC67-D5ABCF2696B1}"/>
                </a:ext>
              </a:extLst>
            </p:cNvPr>
            <p:cNvSpPr>
              <a:spLocks noGrp="1"/>
            </p:cNvSpPr>
            <p:nvPr/>
          </p:nvSpPr>
          <p:spPr>
            <a:xfrm>
              <a:off x="16087254" y="2693945"/>
              <a:ext cx="44445" cy="49443"/>
            </a:xfrm>
            <a:custGeom>
              <a:avLst/>
              <a:gdLst/>
              <a:ahLst/>
              <a:cxnLst/>
              <a:rect l="0" t="0" r="0" b="0"/>
              <a:pathLst>
                <a:path w="44445" h="49443">
                  <a:moveTo>
                    <a:pt x="0" y="0"/>
                  </a:moveTo>
                  <a:lnTo>
                    <a:pt x="44445" y="49443"/>
                  </a:lnTo>
                </a:path>
              </a:pathLst>
            </a:custGeom>
            <a:noFill/>
            <a:ln w="8096">
              <a:solidFill>
                <a:srgbClr val="ECEFF2"/>
              </a:solidFill>
            </a:ln>
          </p:spPr>
        </p:sp>
        <p:sp>
          <p:nvSpPr>
            <p:cNvPr id="5772" name="Output_receptor__5771">
              <a:extLst>
                <a:ext uri="{FF2B5EF4-FFF2-40B4-BE49-F238E27FC236}">
                  <a16:creationId xmlns:a16="http://schemas.microsoft.com/office/drawing/2014/main" id="{AB6CD7BF-EFFE-D75C-0F1A-9ECFE03B5373}"/>
                </a:ext>
              </a:extLst>
            </p:cNvPr>
            <p:cNvSpPr>
              <a:spLocks noGrp="1"/>
            </p:cNvSpPr>
            <p:nvPr/>
          </p:nvSpPr>
          <p:spPr>
            <a:xfrm>
              <a:off x="15242872" y="2943653"/>
              <a:ext cx="65328" cy="20988"/>
            </a:xfrm>
            <a:custGeom>
              <a:avLst/>
              <a:gdLst/>
              <a:ahLst/>
              <a:cxnLst/>
              <a:rect l="0" t="0" r="0" b="0"/>
              <a:pathLst>
                <a:path w="65328" h="20988">
                  <a:moveTo>
                    <a:pt x="65328" y="0"/>
                  </a:moveTo>
                  <a:lnTo>
                    <a:pt x="0" y="20988"/>
                  </a:lnTo>
                </a:path>
              </a:pathLst>
            </a:custGeom>
            <a:noFill/>
            <a:ln w="8096">
              <a:solidFill>
                <a:srgbClr val="ECEFF2"/>
              </a:solidFill>
            </a:ln>
          </p:spPr>
        </p:sp>
        <p:sp>
          <p:nvSpPr>
            <p:cNvPr id="5773" name="Output_receptor__5772">
              <a:extLst>
                <a:ext uri="{FF2B5EF4-FFF2-40B4-BE49-F238E27FC236}">
                  <a16:creationId xmlns:a16="http://schemas.microsoft.com/office/drawing/2014/main" id="{3ED2B0C9-1097-E216-E162-1454EC9BE736}"/>
                </a:ext>
              </a:extLst>
            </p:cNvPr>
            <p:cNvSpPr>
              <a:spLocks noGrp="1"/>
            </p:cNvSpPr>
            <p:nvPr/>
          </p:nvSpPr>
          <p:spPr>
            <a:xfrm>
              <a:off x="15904512" y="3055588"/>
              <a:ext cx="28284" cy="20070"/>
            </a:xfrm>
            <a:custGeom>
              <a:avLst/>
              <a:gdLst/>
              <a:ahLst/>
              <a:cxnLst/>
              <a:rect l="0" t="0" r="0" b="0"/>
              <a:pathLst>
                <a:path w="28284" h="20070">
                  <a:moveTo>
                    <a:pt x="28284" y="20070"/>
                  </a:moveTo>
                  <a:lnTo>
                    <a:pt x="0" y="0"/>
                  </a:lnTo>
                </a:path>
              </a:pathLst>
            </a:custGeom>
            <a:noFill/>
            <a:ln w="8096">
              <a:solidFill>
                <a:srgbClr val="ECEFF2"/>
              </a:solidFill>
            </a:ln>
          </p:spPr>
        </p:sp>
        <p:sp>
          <p:nvSpPr>
            <p:cNvPr id="5774" name="Output_receptor__5773">
              <a:extLst>
                <a:ext uri="{FF2B5EF4-FFF2-40B4-BE49-F238E27FC236}">
                  <a16:creationId xmlns:a16="http://schemas.microsoft.com/office/drawing/2014/main" id="{B0ECFA30-7B72-141A-79C7-9997F65DC32A}"/>
                </a:ext>
              </a:extLst>
            </p:cNvPr>
            <p:cNvSpPr>
              <a:spLocks noGrp="1"/>
            </p:cNvSpPr>
            <p:nvPr/>
          </p:nvSpPr>
          <p:spPr>
            <a:xfrm>
              <a:off x="15864344" y="2789739"/>
              <a:ext cx="52053" cy="34776"/>
            </a:xfrm>
            <a:custGeom>
              <a:avLst/>
              <a:gdLst/>
              <a:ahLst/>
              <a:cxnLst/>
              <a:rect l="0" t="0" r="0" b="0"/>
              <a:pathLst>
                <a:path w="52053" h="34776">
                  <a:moveTo>
                    <a:pt x="0" y="34776"/>
                  </a:moveTo>
                  <a:lnTo>
                    <a:pt x="52053" y="0"/>
                  </a:lnTo>
                </a:path>
              </a:pathLst>
            </a:custGeom>
            <a:noFill/>
            <a:ln w="20003">
              <a:solidFill>
                <a:srgbClr val="ECEFF2"/>
              </a:solidFill>
            </a:ln>
          </p:spPr>
        </p:sp>
        <p:sp>
          <p:nvSpPr>
            <p:cNvPr id="5775" name="Output_receptor__5774">
              <a:extLst>
                <a:ext uri="{FF2B5EF4-FFF2-40B4-BE49-F238E27FC236}">
                  <a16:creationId xmlns:a16="http://schemas.microsoft.com/office/drawing/2014/main" id="{DC8D6694-B3DF-7027-3F35-DE29978E7507}"/>
                </a:ext>
              </a:extLst>
            </p:cNvPr>
            <p:cNvSpPr>
              <a:spLocks noGrp="1"/>
            </p:cNvSpPr>
            <p:nvPr/>
          </p:nvSpPr>
          <p:spPr>
            <a:xfrm>
              <a:off x="15579212" y="3016061"/>
              <a:ext cx="7639" cy="67573"/>
            </a:xfrm>
            <a:custGeom>
              <a:avLst/>
              <a:gdLst/>
              <a:ahLst/>
              <a:cxnLst/>
              <a:rect l="0" t="0" r="0" b="0"/>
              <a:pathLst>
                <a:path w="7639" h="67573">
                  <a:moveTo>
                    <a:pt x="7639" y="67573"/>
                  </a:moveTo>
                  <a:lnTo>
                    <a:pt x="0" y="0"/>
                  </a:lnTo>
                </a:path>
              </a:pathLst>
            </a:custGeom>
            <a:noFill/>
            <a:ln w="20003">
              <a:solidFill>
                <a:srgbClr val="ECEFF2"/>
              </a:solidFill>
            </a:ln>
          </p:spPr>
        </p:sp>
        <p:sp>
          <p:nvSpPr>
            <p:cNvPr id="5776" name="Output_receptor__5775">
              <a:extLst>
                <a:ext uri="{FF2B5EF4-FFF2-40B4-BE49-F238E27FC236}">
                  <a16:creationId xmlns:a16="http://schemas.microsoft.com/office/drawing/2014/main" id="{3724E495-A0E5-3E7D-0B0A-5D93CFA1DB7C}"/>
                </a:ext>
              </a:extLst>
            </p:cNvPr>
            <p:cNvSpPr>
              <a:spLocks noGrp="1"/>
            </p:cNvSpPr>
            <p:nvPr/>
          </p:nvSpPr>
          <p:spPr>
            <a:xfrm>
              <a:off x="15725398" y="2896425"/>
              <a:ext cx="25956" cy="67391"/>
            </a:xfrm>
            <a:custGeom>
              <a:avLst/>
              <a:gdLst/>
              <a:ahLst/>
              <a:cxnLst/>
              <a:rect l="0" t="0" r="0" b="0"/>
              <a:pathLst>
                <a:path w="25956" h="67391">
                  <a:moveTo>
                    <a:pt x="25956" y="67391"/>
                  </a:moveTo>
                  <a:lnTo>
                    <a:pt x="0" y="0"/>
                  </a:lnTo>
                </a:path>
              </a:pathLst>
            </a:custGeom>
            <a:noFill/>
            <a:ln w="20003">
              <a:solidFill>
                <a:srgbClr val="ECEFF2"/>
              </a:solidFill>
            </a:ln>
          </p:spPr>
        </p:sp>
        <p:sp>
          <p:nvSpPr>
            <p:cNvPr id="5777" name="Output_receptor__5776">
              <a:extLst>
                <a:ext uri="{FF2B5EF4-FFF2-40B4-BE49-F238E27FC236}">
                  <a16:creationId xmlns:a16="http://schemas.microsoft.com/office/drawing/2014/main" id="{C5754642-9FB1-4C35-6C29-DCBBBC1CF042}"/>
                </a:ext>
              </a:extLst>
            </p:cNvPr>
            <p:cNvSpPr>
              <a:spLocks noGrp="1"/>
            </p:cNvSpPr>
            <p:nvPr/>
          </p:nvSpPr>
          <p:spPr>
            <a:xfrm>
              <a:off x="15534531" y="3590994"/>
              <a:ext cx="13966" cy="70566"/>
            </a:xfrm>
            <a:custGeom>
              <a:avLst/>
              <a:gdLst/>
              <a:ahLst/>
              <a:cxnLst/>
              <a:rect l="0" t="0" r="0" b="0"/>
              <a:pathLst>
                <a:path w="13966" h="70566">
                  <a:moveTo>
                    <a:pt x="13966" y="70566"/>
                  </a:moveTo>
                  <a:lnTo>
                    <a:pt x="0" y="0"/>
                  </a:lnTo>
                </a:path>
              </a:pathLst>
            </a:custGeom>
            <a:noFill/>
            <a:ln w="8096">
              <a:solidFill>
                <a:srgbClr val="ECEFF2"/>
              </a:solidFill>
            </a:ln>
          </p:spPr>
        </p:sp>
        <p:sp>
          <p:nvSpPr>
            <p:cNvPr id="5778" name="Output_receptor__5777">
              <a:extLst>
                <a:ext uri="{FF2B5EF4-FFF2-40B4-BE49-F238E27FC236}">
                  <a16:creationId xmlns:a16="http://schemas.microsoft.com/office/drawing/2014/main" id="{56178D96-A2B3-3995-8E15-D01CB43969CF}"/>
                </a:ext>
              </a:extLst>
            </p:cNvPr>
            <p:cNvSpPr>
              <a:spLocks noGrp="1"/>
            </p:cNvSpPr>
            <p:nvPr/>
          </p:nvSpPr>
          <p:spPr>
            <a:xfrm>
              <a:off x="16196161" y="3173390"/>
              <a:ext cx="53960" cy="47984"/>
            </a:xfrm>
            <a:custGeom>
              <a:avLst/>
              <a:gdLst/>
              <a:ahLst/>
              <a:cxnLst/>
              <a:rect l="0" t="0" r="0" b="0"/>
              <a:pathLst>
                <a:path w="53960" h="47984">
                  <a:moveTo>
                    <a:pt x="53960" y="0"/>
                  </a:moveTo>
                  <a:lnTo>
                    <a:pt x="0" y="47984"/>
                  </a:lnTo>
                </a:path>
              </a:pathLst>
            </a:custGeom>
            <a:noFill/>
            <a:ln w="20003">
              <a:solidFill>
                <a:srgbClr val="ECEFF2"/>
              </a:solidFill>
            </a:ln>
          </p:spPr>
        </p:sp>
        <p:sp>
          <p:nvSpPr>
            <p:cNvPr id="5779" name="Output_receptor__5778">
              <a:extLst>
                <a:ext uri="{FF2B5EF4-FFF2-40B4-BE49-F238E27FC236}">
                  <a16:creationId xmlns:a16="http://schemas.microsoft.com/office/drawing/2014/main" id="{3C95C05E-8BDB-65C8-DE83-7688B602FB9C}"/>
                </a:ext>
              </a:extLst>
            </p:cNvPr>
            <p:cNvSpPr>
              <a:spLocks noGrp="1"/>
            </p:cNvSpPr>
            <p:nvPr/>
          </p:nvSpPr>
          <p:spPr>
            <a:xfrm>
              <a:off x="15010943" y="3008333"/>
              <a:ext cx="21388" cy="61614"/>
            </a:xfrm>
            <a:custGeom>
              <a:avLst/>
              <a:gdLst/>
              <a:ahLst/>
              <a:cxnLst/>
              <a:rect l="0" t="0" r="0" b="0"/>
              <a:pathLst>
                <a:path w="21388" h="61614">
                  <a:moveTo>
                    <a:pt x="0" y="61614"/>
                  </a:moveTo>
                  <a:lnTo>
                    <a:pt x="21388" y="0"/>
                  </a:lnTo>
                </a:path>
              </a:pathLst>
            </a:custGeom>
            <a:noFill/>
            <a:ln w="20003">
              <a:solidFill>
                <a:srgbClr val="ECEFF2"/>
              </a:solidFill>
            </a:ln>
          </p:spPr>
        </p:sp>
        <p:sp>
          <p:nvSpPr>
            <p:cNvPr id="5780" name="Output_receptor__5779">
              <a:extLst>
                <a:ext uri="{FF2B5EF4-FFF2-40B4-BE49-F238E27FC236}">
                  <a16:creationId xmlns:a16="http://schemas.microsoft.com/office/drawing/2014/main" id="{E7DD2FD7-B587-54BF-FCFD-7CE74A59DB76}"/>
                </a:ext>
              </a:extLst>
            </p:cNvPr>
            <p:cNvSpPr>
              <a:spLocks noGrp="1"/>
            </p:cNvSpPr>
            <p:nvPr/>
          </p:nvSpPr>
          <p:spPr>
            <a:xfrm>
              <a:off x="16120613" y="2373000"/>
              <a:ext cx="14946" cy="38220"/>
            </a:xfrm>
            <a:custGeom>
              <a:avLst/>
              <a:gdLst/>
              <a:ahLst/>
              <a:cxnLst/>
              <a:rect l="0" t="0" r="0" b="0"/>
              <a:pathLst>
                <a:path w="14946" h="38220">
                  <a:moveTo>
                    <a:pt x="0" y="38220"/>
                  </a:moveTo>
                  <a:lnTo>
                    <a:pt x="14946" y="0"/>
                  </a:lnTo>
                </a:path>
              </a:pathLst>
            </a:custGeom>
            <a:noFill/>
            <a:ln w="20003">
              <a:solidFill>
                <a:srgbClr val="ECEFF2"/>
              </a:solidFill>
            </a:ln>
          </p:spPr>
        </p:sp>
        <p:sp>
          <p:nvSpPr>
            <p:cNvPr id="5781" name="Output_receptor__5780">
              <a:extLst>
                <a:ext uri="{FF2B5EF4-FFF2-40B4-BE49-F238E27FC236}">
                  <a16:creationId xmlns:a16="http://schemas.microsoft.com/office/drawing/2014/main" id="{D7F86E22-3AD0-B133-D89F-58646338580F}"/>
                </a:ext>
              </a:extLst>
            </p:cNvPr>
            <p:cNvSpPr>
              <a:spLocks noGrp="1"/>
            </p:cNvSpPr>
            <p:nvPr/>
          </p:nvSpPr>
          <p:spPr>
            <a:xfrm>
              <a:off x="15548497" y="3661560"/>
              <a:ext cx="62450" cy="35529"/>
            </a:xfrm>
            <a:custGeom>
              <a:avLst/>
              <a:gdLst/>
              <a:ahLst/>
              <a:cxnLst/>
              <a:rect l="0" t="0" r="0" b="0"/>
              <a:pathLst>
                <a:path w="62450" h="35529">
                  <a:moveTo>
                    <a:pt x="62450" y="35529"/>
                  </a:moveTo>
                  <a:lnTo>
                    <a:pt x="0" y="0"/>
                  </a:lnTo>
                </a:path>
              </a:pathLst>
            </a:custGeom>
            <a:noFill/>
            <a:ln w="8096">
              <a:solidFill>
                <a:srgbClr val="ECEFF2"/>
              </a:solidFill>
            </a:ln>
          </p:spPr>
        </p:sp>
        <p:sp>
          <p:nvSpPr>
            <p:cNvPr id="5782" name="Output_receptor__5781">
              <a:extLst>
                <a:ext uri="{FF2B5EF4-FFF2-40B4-BE49-F238E27FC236}">
                  <a16:creationId xmlns:a16="http://schemas.microsoft.com/office/drawing/2014/main" id="{1215A96F-CE2B-0C94-5641-16B65D3813E2}"/>
                </a:ext>
              </a:extLst>
            </p:cNvPr>
            <p:cNvSpPr>
              <a:spLocks noGrp="1"/>
            </p:cNvSpPr>
            <p:nvPr/>
          </p:nvSpPr>
          <p:spPr>
            <a:xfrm>
              <a:off x="16402731" y="2771448"/>
              <a:ext cx="28230" cy="56792"/>
            </a:xfrm>
            <a:custGeom>
              <a:avLst/>
              <a:gdLst/>
              <a:ahLst/>
              <a:cxnLst/>
              <a:rect l="0" t="0" r="0" b="0"/>
              <a:pathLst>
                <a:path w="28230" h="56792">
                  <a:moveTo>
                    <a:pt x="0" y="56792"/>
                  </a:moveTo>
                  <a:lnTo>
                    <a:pt x="28230" y="0"/>
                  </a:lnTo>
                </a:path>
              </a:pathLst>
            </a:custGeom>
            <a:noFill/>
            <a:ln w="8096">
              <a:solidFill>
                <a:srgbClr val="ECEFF2"/>
              </a:solidFill>
            </a:ln>
          </p:spPr>
        </p:sp>
        <p:sp>
          <p:nvSpPr>
            <p:cNvPr id="5783" name="Output_receptor__5782">
              <a:extLst>
                <a:ext uri="{FF2B5EF4-FFF2-40B4-BE49-F238E27FC236}">
                  <a16:creationId xmlns:a16="http://schemas.microsoft.com/office/drawing/2014/main" id="{D7AF4A63-B4FF-FF94-BCB2-BBB8FC0AB70E}"/>
                </a:ext>
              </a:extLst>
            </p:cNvPr>
            <p:cNvSpPr>
              <a:spLocks noGrp="1"/>
            </p:cNvSpPr>
            <p:nvPr/>
          </p:nvSpPr>
          <p:spPr>
            <a:xfrm>
              <a:off x="15963625" y="2842205"/>
              <a:ext cx="9333" cy="31286"/>
            </a:xfrm>
            <a:custGeom>
              <a:avLst/>
              <a:gdLst/>
              <a:ahLst/>
              <a:cxnLst/>
              <a:rect l="0" t="0" r="0" b="0"/>
              <a:pathLst>
                <a:path w="9333" h="31286">
                  <a:moveTo>
                    <a:pt x="0" y="0"/>
                  </a:moveTo>
                  <a:lnTo>
                    <a:pt x="9333" y="31286"/>
                  </a:lnTo>
                </a:path>
              </a:pathLst>
            </a:custGeom>
            <a:noFill/>
            <a:ln w="20003">
              <a:solidFill>
                <a:srgbClr val="ECEFF2"/>
              </a:solidFill>
            </a:ln>
          </p:spPr>
        </p:sp>
        <p:sp>
          <p:nvSpPr>
            <p:cNvPr id="5784" name="Output_receptor__5783">
              <a:extLst>
                <a:ext uri="{FF2B5EF4-FFF2-40B4-BE49-F238E27FC236}">
                  <a16:creationId xmlns:a16="http://schemas.microsoft.com/office/drawing/2014/main" id="{BBD86BB5-7B98-B6C7-A721-6235E65BF5E8}"/>
                </a:ext>
              </a:extLst>
            </p:cNvPr>
            <p:cNvSpPr>
              <a:spLocks noGrp="1"/>
            </p:cNvSpPr>
            <p:nvPr/>
          </p:nvSpPr>
          <p:spPr>
            <a:xfrm>
              <a:off x="15785768" y="3286380"/>
              <a:ext cx="12336" cy="22427"/>
            </a:xfrm>
            <a:custGeom>
              <a:avLst/>
              <a:gdLst/>
              <a:ahLst/>
              <a:cxnLst/>
              <a:rect l="0" t="0" r="0" b="0"/>
              <a:pathLst>
                <a:path w="12336" h="22427">
                  <a:moveTo>
                    <a:pt x="0" y="22427"/>
                  </a:moveTo>
                  <a:lnTo>
                    <a:pt x="12336" y="0"/>
                  </a:lnTo>
                </a:path>
              </a:pathLst>
            </a:custGeom>
            <a:noFill/>
            <a:ln w="8096">
              <a:solidFill>
                <a:srgbClr val="ECEFF2"/>
              </a:solidFill>
            </a:ln>
          </p:spPr>
        </p:sp>
        <p:sp>
          <p:nvSpPr>
            <p:cNvPr id="5785" name="Output_receptor__5784">
              <a:extLst>
                <a:ext uri="{FF2B5EF4-FFF2-40B4-BE49-F238E27FC236}">
                  <a16:creationId xmlns:a16="http://schemas.microsoft.com/office/drawing/2014/main" id="{D0240823-38EE-AAB1-BB20-618150CCCFBA}"/>
                </a:ext>
              </a:extLst>
            </p:cNvPr>
            <p:cNvSpPr>
              <a:spLocks noGrp="1"/>
            </p:cNvSpPr>
            <p:nvPr/>
          </p:nvSpPr>
          <p:spPr>
            <a:xfrm>
              <a:off x="16289214" y="2794755"/>
              <a:ext cx="19706" cy="69386"/>
            </a:xfrm>
            <a:custGeom>
              <a:avLst/>
              <a:gdLst/>
              <a:ahLst/>
              <a:cxnLst/>
              <a:rect l="0" t="0" r="0" b="0"/>
              <a:pathLst>
                <a:path w="19706" h="69386">
                  <a:moveTo>
                    <a:pt x="0" y="69386"/>
                  </a:moveTo>
                  <a:lnTo>
                    <a:pt x="19706" y="0"/>
                  </a:lnTo>
                </a:path>
              </a:pathLst>
            </a:custGeom>
            <a:noFill/>
            <a:ln w="20003">
              <a:solidFill>
                <a:srgbClr val="ECEFF2"/>
              </a:solidFill>
            </a:ln>
          </p:spPr>
        </p:sp>
        <p:sp>
          <p:nvSpPr>
            <p:cNvPr id="5786" name="Output_receptor__5785">
              <a:extLst>
                <a:ext uri="{FF2B5EF4-FFF2-40B4-BE49-F238E27FC236}">
                  <a16:creationId xmlns:a16="http://schemas.microsoft.com/office/drawing/2014/main" id="{842A7C95-02F4-0D88-BE87-0D3F0C03C852}"/>
                </a:ext>
              </a:extLst>
            </p:cNvPr>
            <p:cNvSpPr>
              <a:spLocks noGrp="1"/>
            </p:cNvSpPr>
            <p:nvPr/>
          </p:nvSpPr>
          <p:spPr>
            <a:xfrm>
              <a:off x="15994201" y="3338199"/>
              <a:ext cx="59066" cy="22306"/>
            </a:xfrm>
            <a:custGeom>
              <a:avLst/>
              <a:gdLst/>
              <a:ahLst/>
              <a:cxnLst/>
              <a:rect l="0" t="0" r="0" b="0"/>
              <a:pathLst>
                <a:path w="59066" h="22306">
                  <a:moveTo>
                    <a:pt x="59066" y="0"/>
                  </a:moveTo>
                  <a:lnTo>
                    <a:pt x="0" y="22306"/>
                  </a:lnTo>
                </a:path>
              </a:pathLst>
            </a:custGeom>
            <a:noFill/>
            <a:ln w="20003">
              <a:solidFill>
                <a:srgbClr val="EDEFF2"/>
              </a:solidFill>
            </a:ln>
          </p:spPr>
        </p:sp>
        <p:sp>
          <p:nvSpPr>
            <p:cNvPr id="5787" name="Output_receptor__5786">
              <a:extLst>
                <a:ext uri="{FF2B5EF4-FFF2-40B4-BE49-F238E27FC236}">
                  <a16:creationId xmlns:a16="http://schemas.microsoft.com/office/drawing/2014/main" id="{2644678C-2CC1-5557-5FB5-AB99D04B390D}"/>
                </a:ext>
              </a:extLst>
            </p:cNvPr>
            <p:cNvSpPr>
              <a:spLocks noGrp="1"/>
            </p:cNvSpPr>
            <p:nvPr/>
          </p:nvSpPr>
          <p:spPr>
            <a:xfrm>
              <a:off x="15660143" y="2991311"/>
              <a:ext cx="14555" cy="57283"/>
            </a:xfrm>
            <a:custGeom>
              <a:avLst/>
              <a:gdLst/>
              <a:ahLst/>
              <a:cxnLst/>
              <a:rect l="0" t="0" r="0" b="0"/>
              <a:pathLst>
                <a:path w="14555" h="57283">
                  <a:moveTo>
                    <a:pt x="14555" y="57283"/>
                  </a:moveTo>
                  <a:lnTo>
                    <a:pt x="0" y="0"/>
                  </a:lnTo>
                </a:path>
              </a:pathLst>
            </a:custGeom>
            <a:noFill/>
            <a:ln w="20003">
              <a:solidFill>
                <a:srgbClr val="EDEFF2"/>
              </a:solidFill>
            </a:ln>
          </p:spPr>
        </p:sp>
        <p:sp>
          <p:nvSpPr>
            <p:cNvPr id="5788" name="Output_receptor__5787">
              <a:extLst>
                <a:ext uri="{FF2B5EF4-FFF2-40B4-BE49-F238E27FC236}">
                  <a16:creationId xmlns:a16="http://schemas.microsoft.com/office/drawing/2014/main" id="{27271740-51C5-5087-0D36-29DFA2DE19DF}"/>
                </a:ext>
              </a:extLst>
            </p:cNvPr>
            <p:cNvSpPr>
              <a:spLocks noGrp="1"/>
            </p:cNvSpPr>
            <p:nvPr/>
          </p:nvSpPr>
          <p:spPr>
            <a:xfrm>
              <a:off x="14997997" y="3263879"/>
              <a:ext cx="37453" cy="13183"/>
            </a:xfrm>
            <a:custGeom>
              <a:avLst/>
              <a:gdLst/>
              <a:ahLst/>
              <a:cxnLst/>
              <a:rect l="0" t="0" r="0" b="0"/>
              <a:pathLst>
                <a:path w="37453" h="13183">
                  <a:moveTo>
                    <a:pt x="37453" y="13183"/>
                  </a:moveTo>
                  <a:lnTo>
                    <a:pt x="0" y="0"/>
                  </a:lnTo>
                </a:path>
              </a:pathLst>
            </a:custGeom>
            <a:noFill/>
            <a:ln w="8096">
              <a:solidFill>
                <a:srgbClr val="EDF0F2"/>
              </a:solidFill>
            </a:ln>
          </p:spPr>
        </p:sp>
        <p:sp>
          <p:nvSpPr>
            <p:cNvPr id="5789" name="Output_receptor__5788">
              <a:extLst>
                <a:ext uri="{FF2B5EF4-FFF2-40B4-BE49-F238E27FC236}">
                  <a16:creationId xmlns:a16="http://schemas.microsoft.com/office/drawing/2014/main" id="{B0B2B953-8B2B-7AC4-4BF8-4DD564B48FD2}"/>
                </a:ext>
              </a:extLst>
            </p:cNvPr>
            <p:cNvSpPr>
              <a:spLocks noGrp="1"/>
            </p:cNvSpPr>
            <p:nvPr/>
          </p:nvSpPr>
          <p:spPr>
            <a:xfrm>
              <a:off x="15102930" y="3238991"/>
              <a:ext cx="64395" cy="21839"/>
            </a:xfrm>
            <a:custGeom>
              <a:avLst/>
              <a:gdLst/>
              <a:ahLst/>
              <a:cxnLst/>
              <a:rect l="0" t="0" r="0" b="0"/>
              <a:pathLst>
                <a:path w="64395" h="21839">
                  <a:moveTo>
                    <a:pt x="64395" y="21839"/>
                  </a:moveTo>
                  <a:lnTo>
                    <a:pt x="0" y="0"/>
                  </a:lnTo>
                </a:path>
              </a:pathLst>
            </a:custGeom>
            <a:noFill/>
            <a:ln w="20003">
              <a:solidFill>
                <a:srgbClr val="EDF0F2"/>
              </a:solidFill>
            </a:ln>
          </p:spPr>
        </p:sp>
        <p:sp>
          <p:nvSpPr>
            <p:cNvPr id="5790" name="Output_receptor__5789">
              <a:extLst>
                <a:ext uri="{FF2B5EF4-FFF2-40B4-BE49-F238E27FC236}">
                  <a16:creationId xmlns:a16="http://schemas.microsoft.com/office/drawing/2014/main" id="{D4489E24-9419-B9B0-3F52-BA08A33611B2}"/>
                </a:ext>
              </a:extLst>
            </p:cNvPr>
            <p:cNvSpPr>
              <a:spLocks noGrp="1"/>
            </p:cNvSpPr>
            <p:nvPr/>
          </p:nvSpPr>
          <p:spPr>
            <a:xfrm>
              <a:off x="16346875" y="2604465"/>
              <a:ext cx="59410" cy="15043"/>
            </a:xfrm>
            <a:custGeom>
              <a:avLst/>
              <a:gdLst/>
              <a:ahLst/>
              <a:cxnLst/>
              <a:rect l="0" t="0" r="0" b="0"/>
              <a:pathLst>
                <a:path w="59410" h="15043">
                  <a:moveTo>
                    <a:pt x="59410" y="15043"/>
                  </a:moveTo>
                  <a:lnTo>
                    <a:pt x="0" y="0"/>
                  </a:lnTo>
                </a:path>
              </a:pathLst>
            </a:custGeom>
            <a:noFill/>
            <a:ln w="20003">
              <a:solidFill>
                <a:srgbClr val="EDF0F2"/>
              </a:solidFill>
            </a:ln>
          </p:spPr>
        </p:sp>
        <p:sp>
          <p:nvSpPr>
            <p:cNvPr id="5791" name="Output_receptor__5790">
              <a:extLst>
                <a:ext uri="{FF2B5EF4-FFF2-40B4-BE49-F238E27FC236}">
                  <a16:creationId xmlns:a16="http://schemas.microsoft.com/office/drawing/2014/main" id="{07907C02-1718-6C7D-424A-8CC964DE26E5}"/>
                </a:ext>
              </a:extLst>
            </p:cNvPr>
            <p:cNvSpPr>
              <a:spLocks noGrp="1"/>
            </p:cNvSpPr>
            <p:nvPr/>
          </p:nvSpPr>
          <p:spPr>
            <a:xfrm>
              <a:off x="15488670" y="3087286"/>
              <a:ext cx="11492" cy="70375"/>
            </a:xfrm>
            <a:custGeom>
              <a:avLst/>
              <a:gdLst/>
              <a:ahLst/>
              <a:cxnLst/>
              <a:rect l="0" t="0" r="0" b="0"/>
              <a:pathLst>
                <a:path w="11492" h="70375">
                  <a:moveTo>
                    <a:pt x="11492" y="70375"/>
                  </a:moveTo>
                  <a:lnTo>
                    <a:pt x="0" y="0"/>
                  </a:lnTo>
                </a:path>
              </a:pathLst>
            </a:custGeom>
            <a:noFill/>
            <a:ln w="20003">
              <a:solidFill>
                <a:srgbClr val="EDF0F2"/>
              </a:solidFill>
            </a:ln>
          </p:spPr>
        </p:sp>
        <p:sp>
          <p:nvSpPr>
            <p:cNvPr id="5792" name="Output_receptor__5791">
              <a:extLst>
                <a:ext uri="{FF2B5EF4-FFF2-40B4-BE49-F238E27FC236}">
                  <a16:creationId xmlns:a16="http://schemas.microsoft.com/office/drawing/2014/main" id="{9FB7FE3A-4220-3384-8B66-FCFD91B22091}"/>
                </a:ext>
              </a:extLst>
            </p:cNvPr>
            <p:cNvSpPr>
              <a:spLocks noGrp="1"/>
            </p:cNvSpPr>
            <p:nvPr/>
          </p:nvSpPr>
          <p:spPr>
            <a:xfrm>
              <a:off x="16250121" y="3173390"/>
              <a:ext cx="49156" cy="50504"/>
            </a:xfrm>
            <a:custGeom>
              <a:avLst/>
              <a:gdLst/>
              <a:ahLst/>
              <a:cxnLst/>
              <a:rect l="0" t="0" r="0" b="0"/>
              <a:pathLst>
                <a:path w="49156" h="50504">
                  <a:moveTo>
                    <a:pt x="49156" y="50504"/>
                  </a:moveTo>
                  <a:lnTo>
                    <a:pt x="0" y="0"/>
                  </a:lnTo>
                </a:path>
              </a:pathLst>
            </a:custGeom>
            <a:noFill/>
            <a:ln w="20003">
              <a:solidFill>
                <a:srgbClr val="EDF0F2"/>
              </a:solidFill>
            </a:ln>
          </p:spPr>
        </p:sp>
        <p:sp>
          <p:nvSpPr>
            <p:cNvPr id="5793" name="Output_receptor__5792">
              <a:extLst>
                <a:ext uri="{FF2B5EF4-FFF2-40B4-BE49-F238E27FC236}">
                  <a16:creationId xmlns:a16="http://schemas.microsoft.com/office/drawing/2014/main" id="{6AD0A380-C70C-FB37-43AD-9F0EBE419C28}"/>
                </a:ext>
              </a:extLst>
            </p:cNvPr>
            <p:cNvSpPr>
              <a:spLocks noGrp="1"/>
            </p:cNvSpPr>
            <p:nvPr/>
          </p:nvSpPr>
          <p:spPr>
            <a:xfrm>
              <a:off x="16036263" y="2693945"/>
              <a:ext cx="50991" cy="8619"/>
            </a:xfrm>
            <a:custGeom>
              <a:avLst/>
              <a:gdLst/>
              <a:ahLst/>
              <a:cxnLst/>
              <a:rect l="0" t="0" r="0" b="0"/>
              <a:pathLst>
                <a:path w="50991" h="8619">
                  <a:moveTo>
                    <a:pt x="0" y="8619"/>
                  </a:moveTo>
                  <a:lnTo>
                    <a:pt x="50991" y="0"/>
                  </a:lnTo>
                </a:path>
              </a:pathLst>
            </a:custGeom>
            <a:noFill/>
            <a:ln w="8096">
              <a:solidFill>
                <a:srgbClr val="EDF0F2"/>
              </a:solidFill>
            </a:ln>
          </p:spPr>
        </p:sp>
        <p:sp>
          <p:nvSpPr>
            <p:cNvPr id="5794" name="Output_receptor__5793">
              <a:extLst>
                <a:ext uri="{FF2B5EF4-FFF2-40B4-BE49-F238E27FC236}">
                  <a16:creationId xmlns:a16="http://schemas.microsoft.com/office/drawing/2014/main" id="{FBA8126E-A6B1-0CFD-F380-C4625A3F518C}"/>
                </a:ext>
              </a:extLst>
            </p:cNvPr>
            <p:cNvSpPr>
              <a:spLocks noGrp="1"/>
            </p:cNvSpPr>
            <p:nvPr/>
          </p:nvSpPr>
          <p:spPr>
            <a:xfrm>
              <a:off x="15722752" y="3375039"/>
              <a:ext cx="45446" cy="16543"/>
            </a:xfrm>
            <a:custGeom>
              <a:avLst/>
              <a:gdLst/>
              <a:ahLst/>
              <a:cxnLst/>
              <a:rect l="0" t="0" r="0" b="0"/>
              <a:pathLst>
                <a:path w="45446" h="16543">
                  <a:moveTo>
                    <a:pt x="45446" y="0"/>
                  </a:moveTo>
                  <a:lnTo>
                    <a:pt x="0" y="16543"/>
                  </a:lnTo>
                </a:path>
              </a:pathLst>
            </a:custGeom>
            <a:noFill/>
            <a:ln w="20003">
              <a:solidFill>
                <a:srgbClr val="EDF0F2"/>
              </a:solidFill>
            </a:ln>
          </p:spPr>
        </p:sp>
        <p:sp>
          <p:nvSpPr>
            <p:cNvPr id="5795" name="Output_receptor__5794">
              <a:extLst>
                <a:ext uri="{FF2B5EF4-FFF2-40B4-BE49-F238E27FC236}">
                  <a16:creationId xmlns:a16="http://schemas.microsoft.com/office/drawing/2014/main" id="{C98F7313-2C3C-E915-8714-9D0324FA8877}"/>
                </a:ext>
              </a:extLst>
            </p:cNvPr>
            <p:cNvSpPr>
              <a:spLocks noGrp="1"/>
            </p:cNvSpPr>
            <p:nvPr/>
          </p:nvSpPr>
          <p:spPr>
            <a:xfrm>
              <a:off x="15199212" y="3636862"/>
              <a:ext cx="71197" cy="7873"/>
            </a:xfrm>
            <a:custGeom>
              <a:avLst/>
              <a:gdLst/>
              <a:ahLst/>
              <a:cxnLst/>
              <a:rect l="0" t="0" r="0" b="0"/>
              <a:pathLst>
                <a:path w="71197" h="7873">
                  <a:moveTo>
                    <a:pt x="0" y="7873"/>
                  </a:moveTo>
                  <a:lnTo>
                    <a:pt x="71197" y="0"/>
                  </a:lnTo>
                </a:path>
              </a:pathLst>
            </a:custGeom>
            <a:noFill/>
            <a:ln w="8096">
              <a:solidFill>
                <a:srgbClr val="EDF0F2"/>
              </a:solidFill>
            </a:ln>
          </p:spPr>
        </p:sp>
        <p:sp>
          <p:nvSpPr>
            <p:cNvPr id="5796" name="Output_receptor__5795">
              <a:extLst>
                <a:ext uri="{FF2B5EF4-FFF2-40B4-BE49-F238E27FC236}">
                  <a16:creationId xmlns:a16="http://schemas.microsoft.com/office/drawing/2014/main" id="{C1C876FC-E992-0872-C014-71AA8CB6E842}"/>
                </a:ext>
              </a:extLst>
            </p:cNvPr>
            <p:cNvSpPr>
              <a:spLocks noGrp="1"/>
            </p:cNvSpPr>
            <p:nvPr/>
          </p:nvSpPr>
          <p:spPr>
            <a:xfrm>
              <a:off x="15660097" y="2945491"/>
              <a:ext cx="95" cy="45820"/>
            </a:xfrm>
            <a:custGeom>
              <a:avLst/>
              <a:gdLst/>
              <a:ahLst/>
              <a:cxnLst/>
              <a:rect l="0" t="0" r="0" b="0"/>
              <a:pathLst>
                <a:path w="95" h="45820">
                  <a:moveTo>
                    <a:pt x="46" y="45820"/>
                  </a:moveTo>
                  <a:lnTo>
                    <a:pt x="0" y="0"/>
                  </a:lnTo>
                </a:path>
              </a:pathLst>
            </a:custGeom>
            <a:noFill/>
            <a:ln w="20003">
              <a:solidFill>
                <a:srgbClr val="EDF0F2"/>
              </a:solidFill>
            </a:ln>
          </p:spPr>
        </p:sp>
        <p:sp>
          <p:nvSpPr>
            <p:cNvPr id="5797" name="Output_receptor__5796">
              <a:extLst>
                <a:ext uri="{FF2B5EF4-FFF2-40B4-BE49-F238E27FC236}">
                  <a16:creationId xmlns:a16="http://schemas.microsoft.com/office/drawing/2014/main" id="{F01D47DB-16CB-0BF6-0968-BF6CCA543C40}"/>
                </a:ext>
              </a:extLst>
            </p:cNvPr>
            <p:cNvSpPr>
              <a:spLocks noGrp="1"/>
            </p:cNvSpPr>
            <p:nvPr/>
          </p:nvSpPr>
          <p:spPr>
            <a:xfrm>
              <a:off x="15310351" y="3552649"/>
              <a:ext cx="15175" cy="36718"/>
            </a:xfrm>
            <a:custGeom>
              <a:avLst/>
              <a:gdLst/>
              <a:ahLst/>
              <a:cxnLst/>
              <a:rect l="0" t="0" r="0" b="0"/>
              <a:pathLst>
                <a:path w="15175" h="36718">
                  <a:moveTo>
                    <a:pt x="0" y="36718"/>
                  </a:moveTo>
                  <a:lnTo>
                    <a:pt x="15175" y="0"/>
                  </a:lnTo>
                </a:path>
              </a:pathLst>
            </a:custGeom>
            <a:noFill/>
            <a:ln w="8096">
              <a:solidFill>
                <a:srgbClr val="EDF0F2"/>
              </a:solidFill>
            </a:ln>
          </p:spPr>
        </p:sp>
        <p:sp>
          <p:nvSpPr>
            <p:cNvPr id="5798" name="Output_receptor__5797">
              <a:extLst>
                <a:ext uri="{FF2B5EF4-FFF2-40B4-BE49-F238E27FC236}">
                  <a16:creationId xmlns:a16="http://schemas.microsoft.com/office/drawing/2014/main" id="{58BFF063-8594-261F-A7F2-BC96C128FAA6}"/>
                </a:ext>
              </a:extLst>
            </p:cNvPr>
            <p:cNvSpPr>
              <a:spLocks noGrp="1"/>
            </p:cNvSpPr>
            <p:nvPr/>
          </p:nvSpPr>
          <p:spPr>
            <a:xfrm>
              <a:off x="15308200" y="2877086"/>
              <a:ext cx="24741" cy="66566"/>
            </a:xfrm>
            <a:custGeom>
              <a:avLst/>
              <a:gdLst/>
              <a:ahLst/>
              <a:cxnLst/>
              <a:rect l="0" t="0" r="0" b="0"/>
              <a:pathLst>
                <a:path w="24741" h="66566">
                  <a:moveTo>
                    <a:pt x="24741" y="0"/>
                  </a:moveTo>
                  <a:lnTo>
                    <a:pt x="0" y="66566"/>
                  </a:lnTo>
                </a:path>
              </a:pathLst>
            </a:custGeom>
            <a:noFill/>
            <a:ln w="8096">
              <a:solidFill>
                <a:srgbClr val="EDF0F2"/>
              </a:solidFill>
            </a:ln>
          </p:spPr>
        </p:sp>
        <p:sp>
          <p:nvSpPr>
            <p:cNvPr id="5799" name="Output_receptor__5798">
              <a:extLst>
                <a:ext uri="{FF2B5EF4-FFF2-40B4-BE49-F238E27FC236}">
                  <a16:creationId xmlns:a16="http://schemas.microsoft.com/office/drawing/2014/main" id="{ED3A4056-E303-FF8F-4D86-8EC23950C3C2}"/>
                </a:ext>
              </a:extLst>
            </p:cNvPr>
            <p:cNvSpPr>
              <a:spLocks noGrp="1"/>
            </p:cNvSpPr>
            <p:nvPr/>
          </p:nvSpPr>
          <p:spPr>
            <a:xfrm>
              <a:off x="16378771" y="2828240"/>
              <a:ext cx="23961" cy="28834"/>
            </a:xfrm>
            <a:custGeom>
              <a:avLst/>
              <a:gdLst/>
              <a:ahLst/>
              <a:cxnLst/>
              <a:rect l="0" t="0" r="0" b="0"/>
              <a:pathLst>
                <a:path w="23961" h="28834">
                  <a:moveTo>
                    <a:pt x="0" y="28834"/>
                  </a:moveTo>
                  <a:lnTo>
                    <a:pt x="23961" y="0"/>
                  </a:lnTo>
                </a:path>
              </a:pathLst>
            </a:custGeom>
            <a:noFill/>
            <a:ln w="20003">
              <a:solidFill>
                <a:srgbClr val="EDF0F2"/>
              </a:solidFill>
            </a:ln>
          </p:spPr>
        </p:sp>
        <p:sp>
          <p:nvSpPr>
            <p:cNvPr id="5800" name="Output_receptor__5799">
              <a:extLst>
                <a:ext uri="{FF2B5EF4-FFF2-40B4-BE49-F238E27FC236}">
                  <a16:creationId xmlns:a16="http://schemas.microsoft.com/office/drawing/2014/main" id="{CE4910D8-C4BF-008E-E8E8-653E8630FF48}"/>
                </a:ext>
              </a:extLst>
            </p:cNvPr>
            <p:cNvSpPr>
              <a:spLocks noGrp="1"/>
            </p:cNvSpPr>
            <p:nvPr/>
          </p:nvSpPr>
          <p:spPr>
            <a:xfrm>
              <a:off x="15032332" y="2981072"/>
              <a:ext cx="66555" cy="27262"/>
            </a:xfrm>
            <a:custGeom>
              <a:avLst/>
              <a:gdLst/>
              <a:ahLst/>
              <a:cxnLst/>
              <a:rect l="0" t="0" r="0" b="0"/>
              <a:pathLst>
                <a:path w="66555" h="27262">
                  <a:moveTo>
                    <a:pt x="0" y="27262"/>
                  </a:moveTo>
                  <a:lnTo>
                    <a:pt x="66555" y="0"/>
                  </a:lnTo>
                </a:path>
              </a:pathLst>
            </a:custGeom>
            <a:noFill/>
            <a:ln w="20003">
              <a:solidFill>
                <a:srgbClr val="EDF0F2"/>
              </a:solidFill>
            </a:ln>
          </p:spPr>
        </p:sp>
        <p:sp>
          <p:nvSpPr>
            <p:cNvPr id="5801" name="Output_receptor__5800">
              <a:extLst>
                <a:ext uri="{FF2B5EF4-FFF2-40B4-BE49-F238E27FC236}">
                  <a16:creationId xmlns:a16="http://schemas.microsoft.com/office/drawing/2014/main" id="{596D318E-A863-CFF0-70BD-4B443D54CA45}"/>
                </a:ext>
              </a:extLst>
            </p:cNvPr>
            <p:cNvSpPr>
              <a:spLocks noGrp="1"/>
            </p:cNvSpPr>
            <p:nvPr/>
          </p:nvSpPr>
          <p:spPr>
            <a:xfrm>
              <a:off x="16278772" y="2604465"/>
              <a:ext cx="68102" cy="18090"/>
            </a:xfrm>
            <a:custGeom>
              <a:avLst/>
              <a:gdLst/>
              <a:ahLst/>
              <a:cxnLst/>
              <a:rect l="0" t="0" r="0" b="0"/>
              <a:pathLst>
                <a:path w="68102" h="18090">
                  <a:moveTo>
                    <a:pt x="68102" y="0"/>
                  </a:moveTo>
                  <a:lnTo>
                    <a:pt x="0" y="18090"/>
                  </a:lnTo>
                </a:path>
              </a:pathLst>
            </a:custGeom>
            <a:noFill/>
            <a:ln w="20003">
              <a:solidFill>
                <a:srgbClr val="EDF0F2"/>
              </a:solidFill>
            </a:ln>
          </p:spPr>
        </p:sp>
        <p:sp>
          <p:nvSpPr>
            <p:cNvPr id="5802" name="Output_receptor__5801">
              <a:extLst>
                <a:ext uri="{FF2B5EF4-FFF2-40B4-BE49-F238E27FC236}">
                  <a16:creationId xmlns:a16="http://schemas.microsoft.com/office/drawing/2014/main" id="{276E7689-31C0-1FC2-C081-E9EF15259A2E}"/>
                </a:ext>
              </a:extLst>
            </p:cNvPr>
            <p:cNvSpPr>
              <a:spLocks noGrp="1"/>
            </p:cNvSpPr>
            <p:nvPr/>
          </p:nvSpPr>
          <p:spPr>
            <a:xfrm>
              <a:off x="16378498" y="2721535"/>
              <a:ext cx="52464" cy="49913"/>
            </a:xfrm>
            <a:custGeom>
              <a:avLst/>
              <a:gdLst/>
              <a:ahLst/>
              <a:cxnLst/>
              <a:rect l="0" t="0" r="0" b="0"/>
              <a:pathLst>
                <a:path w="52464" h="49913">
                  <a:moveTo>
                    <a:pt x="52464" y="49913"/>
                  </a:moveTo>
                  <a:lnTo>
                    <a:pt x="0" y="0"/>
                  </a:lnTo>
                </a:path>
              </a:pathLst>
            </a:custGeom>
            <a:noFill/>
            <a:ln w="8096">
              <a:solidFill>
                <a:srgbClr val="EDF0F2"/>
              </a:solidFill>
            </a:ln>
          </p:spPr>
        </p:sp>
        <p:sp>
          <p:nvSpPr>
            <p:cNvPr id="5803" name="Output_receptor__5802">
              <a:extLst>
                <a:ext uri="{FF2B5EF4-FFF2-40B4-BE49-F238E27FC236}">
                  <a16:creationId xmlns:a16="http://schemas.microsoft.com/office/drawing/2014/main" id="{05CB4681-5567-A6A6-C75A-95B4C71D3D59}"/>
                </a:ext>
              </a:extLst>
            </p:cNvPr>
            <p:cNvSpPr>
              <a:spLocks noGrp="1"/>
            </p:cNvSpPr>
            <p:nvPr/>
          </p:nvSpPr>
          <p:spPr>
            <a:xfrm>
              <a:off x="15407058" y="2913480"/>
              <a:ext cx="57740" cy="21469"/>
            </a:xfrm>
            <a:custGeom>
              <a:avLst/>
              <a:gdLst/>
              <a:ahLst/>
              <a:cxnLst/>
              <a:rect l="0" t="0" r="0" b="0"/>
              <a:pathLst>
                <a:path w="57740" h="21469">
                  <a:moveTo>
                    <a:pt x="0" y="21469"/>
                  </a:moveTo>
                  <a:lnTo>
                    <a:pt x="57740" y="0"/>
                  </a:lnTo>
                </a:path>
              </a:pathLst>
            </a:custGeom>
            <a:noFill/>
            <a:ln w="8096">
              <a:solidFill>
                <a:srgbClr val="EDF0F2"/>
              </a:solidFill>
            </a:ln>
          </p:spPr>
        </p:sp>
        <p:sp>
          <p:nvSpPr>
            <p:cNvPr id="5804" name="Output_receptor__5803">
              <a:extLst>
                <a:ext uri="{FF2B5EF4-FFF2-40B4-BE49-F238E27FC236}">
                  <a16:creationId xmlns:a16="http://schemas.microsoft.com/office/drawing/2014/main" id="{917E8D4F-8229-7B56-999F-05F5C05858E8}"/>
                </a:ext>
              </a:extLst>
            </p:cNvPr>
            <p:cNvSpPr>
              <a:spLocks noGrp="1"/>
            </p:cNvSpPr>
            <p:nvPr/>
          </p:nvSpPr>
          <p:spPr>
            <a:xfrm>
              <a:off x="15505581" y="3542805"/>
              <a:ext cx="28950" cy="48189"/>
            </a:xfrm>
            <a:custGeom>
              <a:avLst/>
              <a:gdLst/>
              <a:ahLst/>
              <a:cxnLst/>
              <a:rect l="0" t="0" r="0" b="0"/>
              <a:pathLst>
                <a:path w="28950" h="48189">
                  <a:moveTo>
                    <a:pt x="28950" y="48189"/>
                  </a:moveTo>
                  <a:lnTo>
                    <a:pt x="0" y="0"/>
                  </a:lnTo>
                </a:path>
              </a:pathLst>
            </a:custGeom>
            <a:noFill/>
            <a:ln w="8096">
              <a:solidFill>
                <a:srgbClr val="EDF0F2"/>
              </a:solidFill>
            </a:ln>
          </p:spPr>
        </p:sp>
        <p:sp>
          <p:nvSpPr>
            <p:cNvPr id="5805" name="Output_receptor__5804">
              <a:extLst>
                <a:ext uri="{FF2B5EF4-FFF2-40B4-BE49-F238E27FC236}">
                  <a16:creationId xmlns:a16="http://schemas.microsoft.com/office/drawing/2014/main" id="{C17D8A87-5ED2-68C0-B6FE-34276721199E}"/>
                </a:ext>
              </a:extLst>
            </p:cNvPr>
            <p:cNvSpPr>
              <a:spLocks noGrp="1"/>
            </p:cNvSpPr>
            <p:nvPr/>
          </p:nvSpPr>
          <p:spPr>
            <a:xfrm>
              <a:off x="15576666" y="3083634"/>
              <a:ext cx="10186" cy="26679"/>
            </a:xfrm>
            <a:custGeom>
              <a:avLst/>
              <a:gdLst/>
              <a:ahLst/>
              <a:cxnLst/>
              <a:rect l="0" t="0" r="0" b="0"/>
              <a:pathLst>
                <a:path w="10186" h="26679">
                  <a:moveTo>
                    <a:pt x="0" y="26679"/>
                  </a:moveTo>
                  <a:lnTo>
                    <a:pt x="10186" y="0"/>
                  </a:lnTo>
                </a:path>
              </a:pathLst>
            </a:custGeom>
            <a:noFill/>
            <a:ln w="20003">
              <a:solidFill>
                <a:srgbClr val="EDF0F2"/>
              </a:solidFill>
            </a:ln>
          </p:spPr>
        </p:sp>
        <p:sp>
          <p:nvSpPr>
            <p:cNvPr id="5806" name="Output_receptor__5805">
              <a:extLst>
                <a:ext uri="{FF2B5EF4-FFF2-40B4-BE49-F238E27FC236}">
                  <a16:creationId xmlns:a16="http://schemas.microsoft.com/office/drawing/2014/main" id="{FF5D9E74-E4EC-A430-8E23-3CCC4034B936}"/>
                </a:ext>
              </a:extLst>
            </p:cNvPr>
            <p:cNvSpPr>
              <a:spLocks noGrp="1"/>
            </p:cNvSpPr>
            <p:nvPr/>
          </p:nvSpPr>
          <p:spPr>
            <a:xfrm>
              <a:off x="16195183" y="2368321"/>
              <a:ext cx="33048" cy="23899"/>
            </a:xfrm>
            <a:custGeom>
              <a:avLst/>
              <a:gdLst/>
              <a:ahLst/>
              <a:cxnLst/>
              <a:rect l="0" t="0" r="0" b="0"/>
              <a:pathLst>
                <a:path w="33048" h="23899">
                  <a:moveTo>
                    <a:pt x="0" y="0"/>
                  </a:moveTo>
                  <a:lnTo>
                    <a:pt x="33048" y="23899"/>
                  </a:lnTo>
                </a:path>
              </a:pathLst>
            </a:custGeom>
            <a:noFill/>
            <a:ln w="8096">
              <a:solidFill>
                <a:srgbClr val="EDF0F2"/>
              </a:solidFill>
            </a:ln>
          </p:spPr>
        </p:sp>
        <p:sp>
          <p:nvSpPr>
            <p:cNvPr id="5807" name="Output_receptor__5806">
              <a:extLst>
                <a:ext uri="{FF2B5EF4-FFF2-40B4-BE49-F238E27FC236}">
                  <a16:creationId xmlns:a16="http://schemas.microsoft.com/office/drawing/2014/main" id="{63013521-8188-844E-02BC-84D32AF52FF0}"/>
                </a:ext>
              </a:extLst>
            </p:cNvPr>
            <p:cNvSpPr>
              <a:spLocks noGrp="1"/>
            </p:cNvSpPr>
            <p:nvPr/>
          </p:nvSpPr>
          <p:spPr>
            <a:xfrm>
              <a:off x="15967210" y="2702564"/>
              <a:ext cx="69053" cy="3761"/>
            </a:xfrm>
            <a:custGeom>
              <a:avLst/>
              <a:gdLst/>
              <a:ahLst/>
              <a:cxnLst/>
              <a:rect l="0" t="0" r="0" b="0"/>
              <a:pathLst>
                <a:path w="69053" h="3761">
                  <a:moveTo>
                    <a:pt x="0" y="3761"/>
                  </a:moveTo>
                  <a:lnTo>
                    <a:pt x="69053" y="0"/>
                  </a:lnTo>
                </a:path>
              </a:pathLst>
            </a:custGeom>
            <a:noFill/>
            <a:ln w="8096">
              <a:solidFill>
                <a:srgbClr val="EDF0F2"/>
              </a:solidFill>
            </a:ln>
          </p:spPr>
        </p:sp>
        <p:sp>
          <p:nvSpPr>
            <p:cNvPr id="5808" name="Output_receptor__5807">
              <a:extLst>
                <a:ext uri="{FF2B5EF4-FFF2-40B4-BE49-F238E27FC236}">
                  <a16:creationId xmlns:a16="http://schemas.microsoft.com/office/drawing/2014/main" id="{2A4DC0CB-74A8-3455-745A-60D998FE4071}"/>
                </a:ext>
              </a:extLst>
            </p:cNvPr>
            <p:cNvSpPr>
              <a:spLocks noGrp="1"/>
            </p:cNvSpPr>
            <p:nvPr/>
          </p:nvSpPr>
          <p:spPr>
            <a:xfrm>
              <a:off x="15270409" y="3589367"/>
              <a:ext cx="39941" cy="47495"/>
            </a:xfrm>
            <a:custGeom>
              <a:avLst/>
              <a:gdLst/>
              <a:ahLst/>
              <a:cxnLst/>
              <a:rect l="0" t="0" r="0" b="0"/>
              <a:pathLst>
                <a:path w="39941" h="47495">
                  <a:moveTo>
                    <a:pt x="0" y="47495"/>
                  </a:moveTo>
                  <a:lnTo>
                    <a:pt x="39941" y="0"/>
                  </a:lnTo>
                </a:path>
              </a:pathLst>
            </a:custGeom>
            <a:noFill/>
            <a:ln w="8096">
              <a:solidFill>
                <a:srgbClr val="EDF0F2"/>
              </a:solidFill>
            </a:ln>
          </p:spPr>
        </p:sp>
        <p:sp>
          <p:nvSpPr>
            <p:cNvPr id="5809" name="Output_receptor__5808">
              <a:extLst>
                <a:ext uri="{FF2B5EF4-FFF2-40B4-BE49-F238E27FC236}">
                  <a16:creationId xmlns:a16="http://schemas.microsoft.com/office/drawing/2014/main" id="{7C3A7289-6704-E49A-F981-2EB0EDCC947E}"/>
                </a:ext>
              </a:extLst>
            </p:cNvPr>
            <p:cNvSpPr>
              <a:spLocks noGrp="1"/>
            </p:cNvSpPr>
            <p:nvPr/>
          </p:nvSpPr>
          <p:spPr>
            <a:xfrm>
              <a:off x="15602990" y="3144309"/>
              <a:ext cx="49291" cy="44534"/>
            </a:xfrm>
            <a:custGeom>
              <a:avLst/>
              <a:gdLst/>
              <a:ahLst/>
              <a:cxnLst/>
              <a:rect l="0" t="0" r="0" b="0"/>
              <a:pathLst>
                <a:path w="49291" h="44534">
                  <a:moveTo>
                    <a:pt x="0" y="44534"/>
                  </a:moveTo>
                  <a:lnTo>
                    <a:pt x="49291" y="0"/>
                  </a:lnTo>
                </a:path>
              </a:pathLst>
            </a:custGeom>
            <a:noFill/>
            <a:ln w="20003">
              <a:solidFill>
                <a:srgbClr val="EDF0F2"/>
              </a:solidFill>
            </a:ln>
          </p:spPr>
        </p:sp>
        <p:sp>
          <p:nvSpPr>
            <p:cNvPr id="5810" name="Output_receptor__5809">
              <a:extLst>
                <a:ext uri="{FF2B5EF4-FFF2-40B4-BE49-F238E27FC236}">
                  <a16:creationId xmlns:a16="http://schemas.microsoft.com/office/drawing/2014/main" id="{4F533536-4BE1-4D9C-504D-D2EBCEC7435C}"/>
                </a:ext>
              </a:extLst>
            </p:cNvPr>
            <p:cNvSpPr>
              <a:spLocks noGrp="1"/>
            </p:cNvSpPr>
            <p:nvPr/>
          </p:nvSpPr>
          <p:spPr>
            <a:xfrm>
              <a:off x="16053267" y="3338199"/>
              <a:ext cx="24828" cy="67732"/>
            </a:xfrm>
            <a:custGeom>
              <a:avLst/>
              <a:gdLst/>
              <a:ahLst/>
              <a:cxnLst/>
              <a:rect l="0" t="0" r="0" b="0"/>
              <a:pathLst>
                <a:path w="24828" h="67732">
                  <a:moveTo>
                    <a:pt x="24828" y="67732"/>
                  </a:moveTo>
                  <a:lnTo>
                    <a:pt x="0" y="0"/>
                  </a:lnTo>
                </a:path>
              </a:pathLst>
            </a:custGeom>
            <a:noFill/>
            <a:ln w="20003">
              <a:solidFill>
                <a:srgbClr val="EDF0F2"/>
              </a:solidFill>
            </a:ln>
          </p:spPr>
        </p:sp>
        <p:sp>
          <p:nvSpPr>
            <p:cNvPr id="5811" name="Output_receptor__5810">
              <a:extLst>
                <a:ext uri="{FF2B5EF4-FFF2-40B4-BE49-F238E27FC236}">
                  <a16:creationId xmlns:a16="http://schemas.microsoft.com/office/drawing/2014/main" id="{CD75F560-1A32-4FD7-86EB-61CF863685E5}"/>
                </a:ext>
              </a:extLst>
            </p:cNvPr>
            <p:cNvSpPr>
              <a:spLocks noGrp="1"/>
            </p:cNvSpPr>
            <p:nvPr/>
          </p:nvSpPr>
          <p:spPr>
            <a:xfrm>
              <a:off x="16223040" y="2590370"/>
              <a:ext cx="55732" cy="32185"/>
            </a:xfrm>
            <a:custGeom>
              <a:avLst/>
              <a:gdLst/>
              <a:ahLst/>
              <a:cxnLst/>
              <a:rect l="0" t="0" r="0" b="0"/>
              <a:pathLst>
                <a:path w="55732" h="32185">
                  <a:moveTo>
                    <a:pt x="55732" y="32185"/>
                  </a:moveTo>
                  <a:lnTo>
                    <a:pt x="0" y="0"/>
                  </a:lnTo>
                </a:path>
              </a:pathLst>
            </a:custGeom>
            <a:noFill/>
            <a:ln w="20003">
              <a:solidFill>
                <a:srgbClr val="EDF0F2"/>
              </a:solidFill>
            </a:ln>
          </p:spPr>
        </p:sp>
        <p:sp>
          <p:nvSpPr>
            <p:cNvPr id="5812" name="Output_receptor__5811">
              <a:extLst>
                <a:ext uri="{FF2B5EF4-FFF2-40B4-BE49-F238E27FC236}">
                  <a16:creationId xmlns:a16="http://schemas.microsoft.com/office/drawing/2014/main" id="{FACF9F4B-A753-DB4A-2F35-F03163CB2A14}"/>
                </a:ext>
              </a:extLst>
            </p:cNvPr>
            <p:cNvSpPr>
              <a:spLocks noGrp="1"/>
            </p:cNvSpPr>
            <p:nvPr/>
          </p:nvSpPr>
          <p:spPr>
            <a:xfrm>
              <a:off x="15866343" y="2869740"/>
              <a:ext cx="25611" cy="59502"/>
            </a:xfrm>
            <a:custGeom>
              <a:avLst/>
              <a:gdLst/>
              <a:ahLst/>
              <a:cxnLst/>
              <a:rect l="0" t="0" r="0" b="0"/>
              <a:pathLst>
                <a:path w="25611" h="59502">
                  <a:moveTo>
                    <a:pt x="0" y="0"/>
                  </a:moveTo>
                  <a:lnTo>
                    <a:pt x="25611" y="59502"/>
                  </a:lnTo>
                </a:path>
              </a:pathLst>
            </a:custGeom>
            <a:noFill/>
            <a:ln w="8096">
              <a:solidFill>
                <a:srgbClr val="EDF0F2"/>
              </a:solidFill>
            </a:ln>
          </p:spPr>
        </p:sp>
        <p:sp>
          <p:nvSpPr>
            <p:cNvPr id="5813" name="Output_receptor__5812">
              <a:extLst>
                <a:ext uri="{FF2B5EF4-FFF2-40B4-BE49-F238E27FC236}">
                  <a16:creationId xmlns:a16="http://schemas.microsoft.com/office/drawing/2014/main" id="{26D42CE6-23C1-4E08-88F0-A7FBED3F8E3D}"/>
                </a:ext>
              </a:extLst>
            </p:cNvPr>
            <p:cNvSpPr>
              <a:spLocks noGrp="1"/>
            </p:cNvSpPr>
            <p:nvPr/>
          </p:nvSpPr>
          <p:spPr>
            <a:xfrm>
              <a:off x="15916396" y="2789739"/>
              <a:ext cx="47229" cy="52466"/>
            </a:xfrm>
            <a:custGeom>
              <a:avLst/>
              <a:gdLst/>
              <a:ahLst/>
              <a:cxnLst/>
              <a:rect l="0" t="0" r="0" b="0"/>
              <a:pathLst>
                <a:path w="47229" h="52466">
                  <a:moveTo>
                    <a:pt x="0" y="0"/>
                  </a:moveTo>
                  <a:lnTo>
                    <a:pt x="47229" y="52466"/>
                  </a:lnTo>
                </a:path>
              </a:pathLst>
            </a:custGeom>
            <a:noFill/>
            <a:ln w="20003">
              <a:solidFill>
                <a:srgbClr val="EDF0F2"/>
              </a:solidFill>
            </a:ln>
          </p:spPr>
        </p:sp>
        <p:sp>
          <p:nvSpPr>
            <p:cNvPr id="5814" name="Output_receptor__5813">
              <a:extLst>
                <a:ext uri="{FF2B5EF4-FFF2-40B4-BE49-F238E27FC236}">
                  <a16:creationId xmlns:a16="http://schemas.microsoft.com/office/drawing/2014/main" id="{A989A222-F121-6922-CA11-9D1250C29647}"/>
                </a:ext>
              </a:extLst>
            </p:cNvPr>
            <p:cNvSpPr>
              <a:spLocks noGrp="1"/>
            </p:cNvSpPr>
            <p:nvPr/>
          </p:nvSpPr>
          <p:spPr>
            <a:xfrm>
              <a:off x="16200621" y="2796685"/>
              <a:ext cx="28044" cy="42806"/>
            </a:xfrm>
            <a:custGeom>
              <a:avLst/>
              <a:gdLst/>
              <a:ahLst/>
              <a:cxnLst/>
              <a:rect l="0" t="0" r="0" b="0"/>
              <a:pathLst>
                <a:path w="28044" h="42806">
                  <a:moveTo>
                    <a:pt x="0" y="42806"/>
                  </a:moveTo>
                  <a:lnTo>
                    <a:pt x="28044" y="0"/>
                  </a:lnTo>
                </a:path>
              </a:pathLst>
            </a:custGeom>
            <a:noFill/>
            <a:ln w="20003">
              <a:solidFill>
                <a:srgbClr val="EDF0F2"/>
              </a:solidFill>
            </a:ln>
          </p:spPr>
        </p:sp>
        <p:sp>
          <p:nvSpPr>
            <p:cNvPr id="5815" name="Output_receptor__5814">
              <a:extLst>
                <a:ext uri="{FF2B5EF4-FFF2-40B4-BE49-F238E27FC236}">
                  <a16:creationId xmlns:a16="http://schemas.microsoft.com/office/drawing/2014/main" id="{A8883571-2F88-5802-06A6-05DF8701F43A}"/>
                </a:ext>
              </a:extLst>
            </p:cNvPr>
            <p:cNvSpPr>
              <a:spLocks noGrp="1"/>
            </p:cNvSpPr>
            <p:nvPr/>
          </p:nvSpPr>
          <p:spPr>
            <a:xfrm>
              <a:off x="15822578" y="3172075"/>
              <a:ext cx="55256" cy="23657"/>
            </a:xfrm>
            <a:custGeom>
              <a:avLst/>
              <a:gdLst/>
              <a:ahLst/>
              <a:cxnLst/>
              <a:rect l="0" t="0" r="0" b="0"/>
              <a:pathLst>
                <a:path w="55256" h="23657">
                  <a:moveTo>
                    <a:pt x="55256" y="0"/>
                  </a:moveTo>
                  <a:lnTo>
                    <a:pt x="0" y="23657"/>
                  </a:lnTo>
                </a:path>
              </a:pathLst>
            </a:custGeom>
            <a:noFill/>
            <a:ln w="20003">
              <a:solidFill>
                <a:srgbClr val="EDF0F2"/>
              </a:solidFill>
            </a:ln>
          </p:spPr>
        </p:sp>
        <p:sp>
          <p:nvSpPr>
            <p:cNvPr id="5816" name="Output_receptor__5815">
              <a:extLst>
                <a:ext uri="{FF2B5EF4-FFF2-40B4-BE49-F238E27FC236}">
                  <a16:creationId xmlns:a16="http://schemas.microsoft.com/office/drawing/2014/main" id="{20DA5CA3-8565-B74E-7BE8-FCA64ACADD02}"/>
                </a:ext>
              </a:extLst>
            </p:cNvPr>
            <p:cNvSpPr>
              <a:spLocks noGrp="1"/>
            </p:cNvSpPr>
            <p:nvPr/>
          </p:nvSpPr>
          <p:spPr>
            <a:xfrm>
              <a:off x="16181738" y="2839491"/>
              <a:ext cx="18883" cy="45569"/>
            </a:xfrm>
            <a:custGeom>
              <a:avLst/>
              <a:gdLst/>
              <a:ahLst/>
              <a:cxnLst/>
              <a:rect l="0" t="0" r="0" b="0"/>
              <a:pathLst>
                <a:path w="18883" h="45569">
                  <a:moveTo>
                    <a:pt x="0" y="45569"/>
                  </a:moveTo>
                  <a:lnTo>
                    <a:pt x="18883" y="0"/>
                  </a:lnTo>
                </a:path>
              </a:pathLst>
            </a:custGeom>
            <a:noFill/>
            <a:ln w="20003">
              <a:solidFill>
                <a:srgbClr val="EDF0F2"/>
              </a:solidFill>
            </a:ln>
          </p:spPr>
        </p:sp>
        <p:sp>
          <p:nvSpPr>
            <p:cNvPr id="5817" name="Output_receptor__5816">
              <a:extLst>
                <a:ext uri="{FF2B5EF4-FFF2-40B4-BE49-F238E27FC236}">
                  <a16:creationId xmlns:a16="http://schemas.microsoft.com/office/drawing/2014/main" id="{7DB0909D-CFEC-38D4-D222-99AEFC9239EE}"/>
                </a:ext>
              </a:extLst>
            </p:cNvPr>
            <p:cNvSpPr>
              <a:spLocks noGrp="1"/>
            </p:cNvSpPr>
            <p:nvPr/>
          </p:nvSpPr>
          <p:spPr>
            <a:xfrm>
              <a:off x="15261079" y="3433387"/>
              <a:ext cx="69404" cy="16698"/>
            </a:xfrm>
            <a:custGeom>
              <a:avLst/>
              <a:gdLst/>
              <a:ahLst/>
              <a:cxnLst/>
              <a:rect l="0" t="0" r="0" b="0"/>
              <a:pathLst>
                <a:path w="69404" h="16698">
                  <a:moveTo>
                    <a:pt x="69404" y="16698"/>
                  </a:moveTo>
                  <a:lnTo>
                    <a:pt x="0" y="0"/>
                  </a:lnTo>
                </a:path>
              </a:pathLst>
            </a:custGeom>
            <a:noFill/>
            <a:ln w="20003">
              <a:solidFill>
                <a:srgbClr val="EDF0F2"/>
              </a:solidFill>
            </a:ln>
          </p:spPr>
        </p:sp>
        <p:sp>
          <p:nvSpPr>
            <p:cNvPr id="5818" name="Output_receptor__5817">
              <a:extLst>
                <a:ext uri="{FF2B5EF4-FFF2-40B4-BE49-F238E27FC236}">
                  <a16:creationId xmlns:a16="http://schemas.microsoft.com/office/drawing/2014/main" id="{0F3FFABE-8DD3-25F8-4950-9CA701FD5975}"/>
                </a:ext>
              </a:extLst>
            </p:cNvPr>
            <p:cNvSpPr>
              <a:spLocks noGrp="1"/>
            </p:cNvSpPr>
            <p:nvPr/>
          </p:nvSpPr>
          <p:spPr>
            <a:xfrm>
              <a:off x="15035450" y="3277062"/>
              <a:ext cx="50171" cy="50469"/>
            </a:xfrm>
            <a:custGeom>
              <a:avLst/>
              <a:gdLst/>
              <a:ahLst/>
              <a:cxnLst/>
              <a:rect l="0" t="0" r="0" b="0"/>
              <a:pathLst>
                <a:path w="50171" h="50469">
                  <a:moveTo>
                    <a:pt x="50171" y="50469"/>
                  </a:moveTo>
                  <a:lnTo>
                    <a:pt x="0" y="0"/>
                  </a:lnTo>
                </a:path>
              </a:pathLst>
            </a:custGeom>
            <a:noFill/>
            <a:ln w="8096">
              <a:solidFill>
                <a:srgbClr val="EDF0F2"/>
              </a:solidFill>
            </a:ln>
          </p:spPr>
        </p:sp>
        <p:sp>
          <p:nvSpPr>
            <p:cNvPr id="5819" name="Output_receptor__5818">
              <a:extLst>
                <a:ext uri="{FF2B5EF4-FFF2-40B4-BE49-F238E27FC236}">
                  <a16:creationId xmlns:a16="http://schemas.microsoft.com/office/drawing/2014/main" id="{273AE27C-7AC0-101B-8B05-F8EFEF795EC2}"/>
                </a:ext>
              </a:extLst>
            </p:cNvPr>
            <p:cNvSpPr>
              <a:spLocks noGrp="1"/>
            </p:cNvSpPr>
            <p:nvPr/>
          </p:nvSpPr>
          <p:spPr>
            <a:xfrm>
              <a:off x="16047299" y="2344151"/>
              <a:ext cx="36085" cy="12185"/>
            </a:xfrm>
            <a:custGeom>
              <a:avLst/>
              <a:gdLst/>
              <a:ahLst/>
              <a:cxnLst/>
              <a:rect l="0" t="0" r="0" b="0"/>
              <a:pathLst>
                <a:path w="36085" h="12185">
                  <a:moveTo>
                    <a:pt x="0" y="0"/>
                  </a:moveTo>
                  <a:lnTo>
                    <a:pt x="36085" y="12185"/>
                  </a:lnTo>
                </a:path>
              </a:pathLst>
            </a:custGeom>
            <a:noFill/>
            <a:ln w="20003">
              <a:solidFill>
                <a:srgbClr val="EDF0F2"/>
              </a:solidFill>
            </a:ln>
          </p:spPr>
        </p:sp>
        <p:sp>
          <p:nvSpPr>
            <p:cNvPr id="5820" name="Output_receptor__5819">
              <a:extLst>
                <a:ext uri="{FF2B5EF4-FFF2-40B4-BE49-F238E27FC236}">
                  <a16:creationId xmlns:a16="http://schemas.microsoft.com/office/drawing/2014/main" id="{1F88AB03-9DC9-75FC-FD72-DD802D378AA6}"/>
                </a:ext>
              </a:extLst>
            </p:cNvPr>
            <p:cNvSpPr>
              <a:spLocks noGrp="1"/>
            </p:cNvSpPr>
            <p:nvPr/>
          </p:nvSpPr>
          <p:spPr>
            <a:xfrm>
              <a:off x="15832301" y="2524993"/>
              <a:ext cx="70771" cy="4268"/>
            </a:xfrm>
            <a:custGeom>
              <a:avLst/>
              <a:gdLst/>
              <a:ahLst/>
              <a:cxnLst/>
              <a:rect l="0" t="0" r="0" b="0"/>
              <a:pathLst>
                <a:path w="70771" h="4268">
                  <a:moveTo>
                    <a:pt x="70771" y="0"/>
                  </a:moveTo>
                  <a:lnTo>
                    <a:pt x="0" y="4268"/>
                  </a:lnTo>
                </a:path>
              </a:pathLst>
            </a:custGeom>
            <a:noFill/>
            <a:ln w="8096">
              <a:solidFill>
                <a:srgbClr val="EDF0F2"/>
              </a:solidFill>
            </a:ln>
          </p:spPr>
        </p:sp>
        <p:sp>
          <p:nvSpPr>
            <p:cNvPr id="5821" name="Output_receptor__5820">
              <a:extLst>
                <a:ext uri="{FF2B5EF4-FFF2-40B4-BE49-F238E27FC236}">
                  <a16:creationId xmlns:a16="http://schemas.microsoft.com/office/drawing/2014/main" id="{3E8645E9-30D7-A16E-AECA-E44CDF2A926A}"/>
                </a:ext>
              </a:extLst>
            </p:cNvPr>
            <p:cNvSpPr>
              <a:spLocks noGrp="1"/>
            </p:cNvSpPr>
            <p:nvPr/>
          </p:nvSpPr>
          <p:spPr>
            <a:xfrm>
              <a:off x="16112170" y="2743387"/>
              <a:ext cx="19529" cy="58976"/>
            </a:xfrm>
            <a:custGeom>
              <a:avLst/>
              <a:gdLst/>
              <a:ahLst/>
              <a:cxnLst/>
              <a:rect l="0" t="0" r="0" b="0"/>
              <a:pathLst>
                <a:path w="19529" h="58976">
                  <a:moveTo>
                    <a:pt x="19529" y="0"/>
                  </a:moveTo>
                  <a:lnTo>
                    <a:pt x="0" y="58976"/>
                  </a:lnTo>
                </a:path>
              </a:pathLst>
            </a:custGeom>
            <a:noFill/>
            <a:ln w="20003">
              <a:solidFill>
                <a:srgbClr val="EDF0F2"/>
              </a:solidFill>
            </a:ln>
          </p:spPr>
        </p:sp>
        <p:sp>
          <p:nvSpPr>
            <p:cNvPr id="5822" name="Output_receptor__5821">
              <a:extLst>
                <a:ext uri="{FF2B5EF4-FFF2-40B4-BE49-F238E27FC236}">
                  <a16:creationId xmlns:a16="http://schemas.microsoft.com/office/drawing/2014/main" id="{E6123F82-1E12-C065-A72A-4ADD60F377B7}"/>
                </a:ext>
              </a:extLst>
            </p:cNvPr>
            <p:cNvSpPr>
              <a:spLocks noGrp="1"/>
            </p:cNvSpPr>
            <p:nvPr/>
          </p:nvSpPr>
          <p:spPr>
            <a:xfrm>
              <a:off x="15825390" y="2600804"/>
              <a:ext cx="66002" cy="25636"/>
            </a:xfrm>
            <a:custGeom>
              <a:avLst/>
              <a:gdLst/>
              <a:ahLst/>
              <a:cxnLst/>
              <a:rect l="0" t="0" r="0" b="0"/>
              <a:pathLst>
                <a:path w="66002" h="25636">
                  <a:moveTo>
                    <a:pt x="0" y="0"/>
                  </a:moveTo>
                  <a:lnTo>
                    <a:pt x="66002" y="25636"/>
                  </a:lnTo>
                </a:path>
              </a:pathLst>
            </a:custGeom>
            <a:noFill/>
            <a:ln w="8096">
              <a:solidFill>
                <a:srgbClr val="EDF0F2"/>
              </a:solidFill>
            </a:ln>
          </p:spPr>
        </p:sp>
        <p:sp>
          <p:nvSpPr>
            <p:cNvPr id="5823" name="Output_receptor__5822">
              <a:extLst>
                <a:ext uri="{FF2B5EF4-FFF2-40B4-BE49-F238E27FC236}">
                  <a16:creationId xmlns:a16="http://schemas.microsoft.com/office/drawing/2014/main" id="{84839EFE-26CB-F413-7427-8D1D80697D1B}"/>
                </a:ext>
              </a:extLst>
            </p:cNvPr>
            <p:cNvSpPr>
              <a:spLocks noGrp="1"/>
            </p:cNvSpPr>
            <p:nvPr/>
          </p:nvSpPr>
          <p:spPr>
            <a:xfrm>
              <a:off x="15602990" y="3188842"/>
              <a:ext cx="22297" cy="53433"/>
            </a:xfrm>
            <a:custGeom>
              <a:avLst/>
              <a:gdLst/>
              <a:ahLst/>
              <a:cxnLst/>
              <a:rect l="0" t="0" r="0" b="0"/>
              <a:pathLst>
                <a:path w="22297" h="53433">
                  <a:moveTo>
                    <a:pt x="22297" y="53433"/>
                  </a:moveTo>
                  <a:lnTo>
                    <a:pt x="0" y="0"/>
                  </a:lnTo>
                </a:path>
              </a:pathLst>
            </a:custGeom>
            <a:noFill/>
            <a:ln w="20003">
              <a:solidFill>
                <a:srgbClr val="EDF0F2"/>
              </a:solidFill>
            </a:ln>
          </p:spPr>
        </p:sp>
        <p:sp>
          <p:nvSpPr>
            <p:cNvPr id="5824" name="Output_receptor__5823">
              <a:extLst>
                <a:ext uri="{FF2B5EF4-FFF2-40B4-BE49-F238E27FC236}">
                  <a16:creationId xmlns:a16="http://schemas.microsoft.com/office/drawing/2014/main" id="{D32A161D-6D98-83D3-D16D-87A496950453}"/>
                </a:ext>
              </a:extLst>
            </p:cNvPr>
            <p:cNvSpPr>
              <a:spLocks noGrp="1"/>
            </p:cNvSpPr>
            <p:nvPr/>
          </p:nvSpPr>
          <p:spPr>
            <a:xfrm>
              <a:off x="16308920" y="2794755"/>
              <a:ext cx="35387" cy="850"/>
            </a:xfrm>
            <a:custGeom>
              <a:avLst/>
              <a:gdLst/>
              <a:ahLst/>
              <a:cxnLst/>
              <a:rect l="0" t="0" r="0" b="0"/>
              <a:pathLst>
                <a:path w="35387" h="850">
                  <a:moveTo>
                    <a:pt x="0" y="0"/>
                  </a:moveTo>
                  <a:lnTo>
                    <a:pt x="35387" y="850"/>
                  </a:lnTo>
                </a:path>
              </a:pathLst>
            </a:custGeom>
            <a:noFill/>
            <a:ln w="20003">
              <a:solidFill>
                <a:srgbClr val="EDF0F2"/>
              </a:solidFill>
            </a:ln>
          </p:spPr>
        </p:sp>
        <p:sp>
          <p:nvSpPr>
            <p:cNvPr id="5825" name="Output_receptor__5824">
              <a:extLst>
                <a:ext uri="{FF2B5EF4-FFF2-40B4-BE49-F238E27FC236}">
                  <a16:creationId xmlns:a16="http://schemas.microsoft.com/office/drawing/2014/main" id="{720D8BC1-DCEC-97A3-DE4B-67C6961A4780}"/>
                </a:ext>
              </a:extLst>
            </p:cNvPr>
            <p:cNvSpPr>
              <a:spLocks noGrp="1"/>
            </p:cNvSpPr>
            <p:nvPr/>
          </p:nvSpPr>
          <p:spPr>
            <a:xfrm>
              <a:off x="15408739" y="3120096"/>
              <a:ext cx="7014" cy="57518"/>
            </a:xfrm>
            <a:custGeom>
              <a:avLst/>
              <a:gdLst/>
              <a:ahLst/>
              <a:cxnLst/>
              <a:rect l="0" t="0" r="0" b="0"/>
              <a:pathLst>
                <a:path w="7014" h="57518">
                  <a:moveTo>
                    <a:pt x="0" y="57518"/>
                  </a:moveTo>
                  <a:lnTo>
                    <a:pt x="7014" y="0"/>
                  </a:lnTo>
                </a:path>
              </a:pathLst>
            </a:custGeom>
            <a:noFill/>
            <a:ln w="20003">
              <a:solidFill>
                <a:srgbClr val="EDF0F2"/>
              </a:solidFill>
            </a:ln>
          </p:spPr>
        </p:sp>
        <p:sp>
          <p:nvSpPr>
            <p:cNvPr id="5826" name="Output_receptor__5825">
              <a:extLst>
                <a:ext uri="{FF2B5EF4-FFF2-40B4-BE49-F238E27FC236}">
                  <a16:creationId xmlns:a16="http://schemas.microsoft.com/office/drawing/2014/main" id="{E5478112-5ED5-50A0-BCA3-492FCECD4857}"/>
                </a:ext>
              </a:extLst>
            </p:cNvPr>
            <p:cNvSpPr>
              <a:spLocks noGrp="1"/>
            </p:cNvSpPr>
            <p:nvPr/>
          </p:nvSpPr>
          <p:spPr>
            <a:xfrm>
              <a:off x="15720039" y="2963816"/>
              <a:ext cx="31315" cy="12775"/>
            </a:xfrm>
            <a:custGeom>
              <a:avLst/>
              <a:gdLst/>
              <a:ahLst/>
              <a:cxnLst/>
              <a:rect l="0" t="0" r="0" b="0"/>
              <a:pathLst>
                <a:path w="31315" h="12775">
                  <a:moveTo>
                    <a:pt x="0" y="12775"/>
                  </a:moveTo>
                  <a:lnTo>
                    <a:pt x="31315" y="0"/>
                  </a:lnTo>
                </a:path>
              </a:pathLst>
            </a:custGeom>
            <a:noFill/>
            <a:ln w="20003">
              <a:solidFill>
                <a:srgbClr val="EDF0F2"/>
              </a:solidFill>
            </a:ln>
          </p:spPr>
        </p:sp>
        <p:sp>
          <p:nvSpPr>
            <p:cNvPr id="5827" name="Output_receptor__5826">
              <a:extLst>
                <a:ext uri="{FF2B5EF4-FFF2-40B4-BE49-F238E27FC236}">
                  <a16:creationId xmlns:a16="http://schemas.microsoft.com/office/drawing/2014/main" id="{C8567CA5-D833-C7D2-1028-FEE5FA3F882B}"/>
                </a:ext>
              </a:extLst>
            </p:cNvPr>
            <p:cNvSpPr>
              <a:spLocks noGrp="1"/>
            </p:cNvSpPr>
            <p:nvPr/>
          </p:nvSpPr>
          <p:spPr>
            <a:xfrm>
              <a:off x="16157821" y="2318748"/>
              <a:ext cx="37363" cy="49573"/>
            </a:xfrm>
            <a:custGeom>
              <a:avLst/>
              <a:gdLst/>
              <a:ahLst/>
              <a:cxnLst/>
              <a:rect l="0" t="0" r="0" b="0"/>
              <a:pathLst>
                <a:path w="37363" h="49573">
                  <a:moveTo>
                    <a:pt x="0" y="0"/>
                  </a:moveTo>
                  <a:lnTo>
                    <a:pt x="37363" y="49573"/>
                  </a:lnTo>
                </a:path>
              </a:pathLst>
            </a:custGeom>
            <a:noFill/>
            <a:ln w="20003">
              <a:solidFill>
                <a:srgbClr val="EDF0F2"/>
              </a:solidFill>
            </a:ln>
          </p:spPr>
        </p:sp>
        <p:sp>
          <p:nvSpPr>
            <p:cNvPr id="5828" name="Output_receptor__5827">
              <a:extLst>
                <a:ext uri="{FF2B5EF4-FFF2-40B4-BE49-F238E27FC236}">
                  <a16:creationId xmlns:a16="http://schemas.microsoft.com/office/drawing/2014/main" id="{A6E33E9C-FAAA-F38B-05FC-A3939D7CBD5F}"/>
                </a:ext>
              </a:extLst>
            </p:cNvPr>
            <p:cNvSpPr>
              <a:spLocks noGrp="1"/>
            </p:cNvSpPr>
            <p:nvPr/>
          </p:nvSpPr>
          <p:spPr>
            <a:xfrm>
              <a:off x="15652281" y="3144309"/>
              <a:ext cx="49917" cy="51393"/>
            </a:xfrm>
            <a:custGeom>
              <a:avLst/>
              <a:gdLst/>
              <a:ahLst/>
              <a:cxnLst/>
              <a:rect l="0" t="0" r="0" b="0"/>
              <a:pathLst>
                <a:path w="49917" h="51393">
                  <a:moveTo>
                    <a:pt x="0" y="0"/>
                  </a:moveTo>
                  <a:lnTo>
                    <a:pt x="49917" y="51393"/>
                  </a:lnTo>
                </a:path>
              </a:pathLst>
            </a:custGeom>
            <a:noFill/>
            <a:ln w="20003">
              <a:solidFill>
                <a:srgbClr val="EDF0F2"/>
              </a:solidFill>
            </a:ln>
          </p:spPr>
        </p:sp>
        <p:sp>
          <p:nvSpPr>
            <p:cNvPr id="5829" name="Output_receptor__5828">
              <a:extLst>
                <a:ext uri="{FF2B5EF4-FFF2-40B4-BE49-F238E27FC236}">
                  <a16:creationId xmlns:a16="http://schemas.microsoft.com/office/drawing/2014/main" id="{476432B7-88BB-F096-D761-BF5183DACAE2}"/>
                </a:ext>
              </a:extLst>
            </p:cNvPr>
            <p:cNvSpPr>
              <a:spLocks noGrp="1"/>
            </p:cNvSpPr>
            <p:nvPr/>
          </p:nvSpPr>
          <p:spPr>
            <a:xfrm>
              <a:off x="15098886" y="2918549"/>
              <a:ext cx="15319" cy="62523"/>
            </a:xfrm>
            <a:custGeom>
              <a:avLst/>
              <a:gdLst/>
              <a:ahLst/>
              <a:cxnLst/>
              <a:rect l="0" t="0" r="0" b="0"/>
              <a:pathLst>
                <a:path w="15319" h="62523">
                  <a:moveTo>
                    <a:pt x="0" y="62523"/>
                  </a:moveTo>
                  <a:lnTo>
                    <a:pt x="15319" y="0"/>
                  </a:lnTo>
                </a:path>
              </a:pathLst>
            </a:custGeom>
            <a:noFill/>
            <a:ln w="8096">
              <a:solidFill>
                <a:srgbClr val="EDF0F2"/>
              </a:solidFill>
            </a:ln>
          </p:spPr>
        </p:sp>
        <p:sp>
          <p:nvSpPr>
            <p:cNvPr id="5830" name="Output_receptor__5829">
              <a:extLst>
                <a:ext uri="{FF2B5EF4-FFF2-40B4-BE49-F238E27FC236}">
                  <a16:creationId xmlns:a16="http://schemas.microsoft.com/office/drawing/2014/main" id="{075644C1-BE7D-E86A-5152-2CE6A90C1D2E}"/>
                </a:ext>
              </a:extLst>
            </p:cNvPr>
            <p:cNvSpPr>
              <a:spLocks noGrp="1"/>
            </p:cNvSpPr>
            <p:nvPr/>
          </p:nvSpPr>
          <p:spPr>
            <a:xfrm>
              <a:off x="15488670" y="3070834"/>
              <a:ext cx="28505" cy="16452"/>
            </a:xfrm>
            <a:custGeom>
              <a:avLst/>
              <a:gdLst/>
              <a:ahLst/>
              <a:cxnLst/>
              <a:rect l="0" t="0" r="0" b="0"/>
              <a:pathLst>
                <a:path w="28505" h="16452">
                  <a:moveTo>
                    <a:pt x="0" y="16452"/>
                  </a:moveTo>
                  <a:lnTo>
                    <a:pt x="28505" y="0"/>
                  </a:lnTo>
                </a:path>
              </a:pathLst>
            </a:custGeom>
            <a:noFill/>
            <a:ln w="20003">
              <a:solidFill>
                <a:srgbClr val="EDF0F2"/>
              </a:solidFill>
            </a:ln>
          </p:spPr>
        </p:sp>
        <p:sp>
          <p:nvSpPr>
            <p:cNvPr id="5831" name="Output_receptor__5830">
              <a:extLst>
                <a:ext uri="{FF2B5EF4-FFF2-40B4-BE49-F238E27FC236}">
                  <a16:creationId xmlns:a16="http://schemas.microsoft.com/office/drawing/2014/main" id="{4586F017-EFCD-D4A8-DA19-F7CDECCBAF18}"/>
                </a:ext>
              </a:extLst>
            </p:cNvPr>
            <p:cNvSpPr>
              <a:spLocks noGrp="1"/>
            </p:cNvSpPr>
            <p:nvPr/>
          </p:nvSpPr>
          <p:spPr>
            <a:xfrm>
              <a:off x="16196161" y="3221374"/>
              <a:ext cx="18224" cy="27019"/>
            </a:xfrm>
            <a:custGeom>
              <a:avLst/>
              <a:gdLst/>
              <a:ahLst/>
              <a:cxnLst/>
              <a:rect l="0" t="0" r="0" b="0"/>
              <a:pathLst>
                <a:path w="18224" h="27019">
                  <a:moveTo>
                    <a:pt x="0" y="0"/>
                  </a:moveTo>
                  <a:lnTo>
                    <a:pt x="18224" y="27019"/>
                  </a:lnTo>
                </a:path>
              </a:pathLst>
            </a:custGeom>
            <a:noFill/>
            <a:ln w="20003">
              <a:solidFill>
                <a:srgbClr val="EDF0F2"/>
              </a:solidFill>
            </a:ln>
          </p:spPr>
        </p:sp>
        <p:sp>
          <p:nvSpPr>
            <p:cNvPr id="5832" name="Output_receptor__5831">
              <a:extLst>
                <a:ext uri="{FF2B5EF4-FFF2-40B4-BE49-F238E27FC236}">
                  <a16:creationId xmlns:a16="http://schemas.microsoft.com/office/drawing/2014/main" id="{0A8A10F2-A551-028E-411A-95ADA382A4C2}"/>
                </a:ext>
              </a:extLst>
            </p:cNvPr>
            <p:cNvSpPr>
              <a:spLocks noGrp="1"/>
            </p:cNvSpPr>
            <p:nvPr/>
          </p:nvSpPr>
          <p:spPr>
            <a:xfrm>
              <a:off x="14912564" y="3237475"/>
              <a:ext cx="16408" cy="65544"/>
            </a:xfrm>
            <a:custGeom>
              <a:avLst/>
              <a:gdLst/>
              <a:ahLst/>
              <a:cxnLst/>
              <a:rect l="0" t="0" r="0" b="0"/>
              <a:pathLst>
                <a:path w="16408" h="65544">
                  <a:moveTo>
                    <a:pt x="0" y="0"/>
                  </a:moveTo>
                  <a:lnTo>
                    <a:pt x="16408" y="65544"/>
                  </a:lnTo>
                </a:path>
              </a:pathLst>
            </a:custGeom>
            <a:noFill/>
            <a:ln w="8096">
              <a:solidFill>
                <a:srgbClr val="EDF0F2"/>
              </a:solidFill>
            </a:ln>
          </p:spPr>
        </p:sp>
        <p:sp>
          <p:nvSpPr>
            <p:cNvPr id="5833" name="Output_receptor__5832">
              <a:extLst>
                <a:ext uri="{FF2B5EF4-FFF2-40B4-BE49-F238E27FC236}">
                  <a16:creationId xmlns:a16="http://schemas.microsoft.com/office/drawing/2014/main" id="{39B46B80-A015-16B0-D702-A5C4FA86F0B4}"/>
                </a:ext>
              </a:extLst>
            </p:cNvPr>
            <p:cNvSpPr>
              <a:spLocks noGrp="1"/>
            </p:cNvSpPr>
            <p:nvPr/>
          </p:nvSpPr>
          <p:spPr>
            <a:xfrm>
              <a:off x="15275118" y="3357558"/>
              <a:ext cx="61404" cy="11196"/>
            </a:xfrm>
            <a:custGeom>
              <a:avLst/>
              <a:gdLst/>
              <a:ahLst/>
              <a:cxnLst/>
              <a:rect l="0" t="0" r="0" b="0"/>
              <a:pathLst>
                <a:path w="61404" h="11196">
                  <a:moveTo>
                    <a:pt x="0" y="11196"/>
                  </a:moveTo>
                  <a:lnTo>
                    <a:pt x="61404" y="0"/>
                  </a:lnTo>
                </a:path>
              </a:pathLst>
            </a:custGeom>
            <a:noFill/>
            <a:ln w="20003">
              <a:solidFill>
                <a:srgbClr val="EDF0F2"/>
              </a:solidFill>
            </a:ln>
          </p:spPr>
        </p:sp>
        <p:sp>
          <p:nvSpPr>
            <p:cNvPr id="5834" name="Output_receptor__5833">
              <a:extLst>
                <a:ext uri="{FF2B5EF4-FFF2-40B4-BE49-F238E27FC236}">
                  <a16:creationId xmlns:a16="http://schemas.microsoft.com/office/drawing/2014/main" id="{6E11A254-FE29-177F-6F18-C6F8FBBF1381}"/>
                </a:ext>
              </a:extLst>
            </p:cNvPr>
            <p:cNvSpPr>
              <a:spLocks noGrp="1"/>
            </p:cNvSpPr>
            <p:nvPr/>
          </p:nvSpPr>
          <p:spPr>
            <a:xfrm>
              <a:off x="15725398" y="2880131"/>
              <a:ext cx="19252" cy="16295"/>
            </a:xfrm>
            <a:custGeom>
              <a:avLst/>
              <a:gdLst/>
              <a:ahLst/>
              <a:cxnLst/>
              <a:rect l="0" t="0" r="0" b="0"/>
              <a:pathLst>
                <a:path w="19252" h="16295">
                  <a:moveTo>
                    <a:pt x="0" y="16295"/>
                  </a:moveTo>
                  <a:lnTo>
                    <a:pt x="19252" y="0"/>
                  </a:lnTo>
                </a:path>
              </a:pathLst>
            </a:custGeom>
            <a:noFill/>
            <a:ln w="20003">
              <a:solidFill>
                <a:srgbClr val="EDF0F2"/>
              </a:solidFill>
            </a:ln>
          </p:spPr>
        </p:sp>
        <p:sp>
          <p:nvSpPr>
            <p:cNvPr id="5835" name="Output_receptor__5834">
              <a:extLst>
                <a:ext uri="{FF2B5EF4-FFF2-40B4-BE49-F238E27FC236}">
                  <a16:creationId xmlns:a16="http://schemas.microsoft.com/office/drawing/2014/main" id="{ADEBC8CF-14F1-E8F9-BA62-B522240DFF3D}"/>
                </a:ext>
              </a:extLst>
            </p:cNvPr>
            <p:cNvSpPr>
              <a:spLocks noGrp="1"/>
            </p:cNvSpPr>
            <p:nvPr/>
          </p:nvSpPr>
          <p:spPr>
            <a:xfrm>
              <a:off x="15914461" y="2685471"/>
              <a:ext cx="52748" cy="20854"/>
            </a:xfrm>
            <a:custGeom>
              <a:avLst/>
              <a:gdLst/>
              <a:ahLst/>
              <a:cxnLst/>
              <a:rect l="0" t="0" r="0" b="0"/>
              <a:pathLst>
                <a:path w="52748" h="20854">
                  <a:moveTo>
                    <a:pt x="0" y="0"/>
                  </a:moveTo>
                  <a:lnTo>
                    <a:pt x="52748" y="20854"/>
                  </a:lnTo>
                </a:path>
              </a:pathLst>
            </a:custGeom>
            <a:noFill/>
            <a:ln w="8096">
              <a:solidFill>
                <a:srgbClr val="EDF0F2"/>
              </a:solidFill>
            </a:ln>
          </p:spPr>
        </p:sp>
        <p:sp>
          <p:nvSpPr>
            <p:cNvPr id="5836" name="Output_receptor__5835">
              <a:extLst>
                <a:ext uri="{FF2B5EF4-FFF2-40B4-BE49-F238E27FC236}">
                  <a16:creationId xmlns:a16="http://schemas.microsoft.com/office/drawing/2014/main" id="{38353348-2E1D-00B2-66D8-DFB761FB8609}"/>
                </a:ext>
              </a:extLst>
            </p:cNvPr>
            <p:cNvSpPr>
              <a:spLocks noGrp="1"/>
            </p:cNvSpPr>
            <p:nvPr/>
          </p:nvSpPr>
          <p:spPr>
            <a:xfrm>
              <a:off x="15408739" y="3177614"/>
              <a:ext cx="13072" cy="49168"/>
            </a:xfrm>
            <a:custGeom>
              <a:avLst/>
              <a:gdLst/>
              <a:ahLst/>
              <a:cxnLst/>
              <a:rect l="0" t="0" r="0" b="0"/>
              <a:pathLst>
                <a:path w="13072" h="49168">
                  <a:moveTo>
                    <a:pt x="13072" y="49168"/>
                  </a:moveTo>
                  <a:lnTo>
                    <a:pt x="0" y="0"/>
                  </a:lnTo>
                </a:path>
              </a:pathLst>
            </a:custGeom>
            <a:noFill/>
            <a:ln w="20003">
              <a:solidFill>
                <a:srgbClr val="EDF0F2"/>
              </a:solidFill>
            </a:ln>
          </p:spPr>
        </p:sp>
        <p:sp>
          <p:nvSpPr>
            <p:cNvPr id="5837" name="Output_receptor__5836">
              <a:extLst>
                <a:ext uri="{FF2B5EF4-FFF2-40B4-BE49-F238E27FC236}">
                  <a16:creationId xmlns:a16="http://schemas.microsoft.com/office/drawing/2014/main" id="{06F6BC20-BAAA-5DCD-9083-CB3EA726E28D}"/>
                </a:ext>
              </a:extLst>
            </p:cNvPr>
            <p:cNvSpPr>
              <a:spLocks noGrp="1"/>
            </p:cNvSpPr>
            <p:nvPr/>
          </p:nvSpPr>
          <p:spPr>
            <a:xfrm>
              <a:off x="15825390" y="2529261"/>
              <a:ext cx="6911" cy="71544"/>
            </a:xfrm>
            <a:custGeom>
              <a:avLst/>
              <a:gdLst/>
              <a:ahLst/>
              <a:cxnLst/>
              <a:rect l="0" t="0" r="0" b="0"/>
              <a:pathLst>
                <a:path w="6911" h="71544">
                  <a:moveTo>
                    <a:pt x="6911" y="0"/>
                  </a:moveTo>
                  <a:lnTo>
                    <a:pt x="0" y="71544"/>
                  </a:lnTo>
                </a:path>
              </a:pathLst>
            </a:custGeom>
            <a:noFill/>
            <a:ln w="8096">
              <a:solidFill>
                <a:srgbClr val="EDF0F2"/>
              </a:solidFill>
            </a:ln>
          </p:spPr>
        </p:sp>
        <p:sp>
          <p:nvSpPr>
            <p:cNvPr id="5838" name="Output_receptor__5837">
              <a:extLst>
                <a:ext uri="{FF2B5EF4-FFF2-40B4-BE49-F238E27FC236}">
                  <a16:creationId xmlns:a16="http://schemas.microsoft.com/office/drawing/2014/main" id="{5BCA4CC3-9D91-C0D0-50D7-15C6EF7C86F1}"/>
                </a:ext>
              </a:extLst>
            </p:cNvPr>
            <p:cNvSpPr>
              <a:spLocks noGrp="1"/>
            </p:cNvSpPr>
            <p:nvPr/>
          </p:nvSpPr>
          <p:spPr>
            <a:xfrm>
              <a:off x="15430356" y="3641995"/>
              <a:ext cx="42551" cy="41834"/>
            </a:xfrm>
            <a:custGeom>
              <a:avLst/>
              <a:gdLst/>
              <a:ahLst/>
              <a:cxnLst/>
              <a:rect l="0" t="0" r="0" b="0"/>
              <a:pathLst>
                <a:path w="42551" h="41834">
                  <a:moveTo>
                    <a:pt x="42551" y="0"/>
                  </a:moveTo>
                  <a:lnTo>
                    <a:pt x="0" y="41834"/>
                  </a:lnTo>
                </a:path>
              </a:pathLst>
            </a:custGeom>
            <a:noFill/>
            <a:ln w="8096">
              <a:solidFill>
                <a:srgbClr val="EDF0F2"/>
              </a:solidFill>
            </a:ln>
          </p:spPr>
        </p:sp>
        <p:sp>
          <p:nvSpPr>
            <p:cNvPr id="5839" name="Output_receptor__5838">
              <a:extLst>
                <a:ext uri="{FF2B5EF4-FFF2-40B4-BE49-F238E27FC236}">
                  <a16:creationId xmlns:a16="http://schemas.microsoft.com/office/drawing/2014/main" id="{93B2E529-1EC4-3055-67A0-B88D5D9D3955}"/>
                </a:ext>
              </a:extLst>
            </p:cNvPr>
            <p:cNvSpPr>
              <a:spLocks noGrp="1"/>
            </p:cNvSpPr>
            <p:nvPr/>
          </p:nvSpPr>
          <p:spPr>
            <a:xfrm>
              <a:off x="15261079" y="3368754"/>
              <a:ext cx="14039" cy="64633"/>
            </a:xfrm>
            <a:custGeom>
              <a:avLst/>
              <a:gdLst/>
              <a:ahLst/>
              <a:cxnLst/>
              <a:rect l="0" t="0" r="0" b="0"/>
              <a:pathLst>
                <a:path w="14039" h="64633">
                  <a:moveTo>
                    <a:pt x="0" y="64633"/>
                  </a:moveTo>
                  <a:lnTo>
                    <a:pt x="14039" y="0"/>
                  </a:lnTo>
                </a:path>
              </a:pathLst>
            </a:custGeom>
            <a:noFill/>
            <a:ln w="20003">
              <a:solidFill>
                <a:srgbClr val="EDF0F2"/>
              </a:solidFill>
            </a:ln>
          </p:spPr>
        </p:sp>
        <p:sp>
          <p:nvSpPr>
            <p:cNvPr id="5840" name="Output_receptor__5839">
              <a:extLst>
                <a:ext uri="{FF2B5EF4-FFF2-40B4-BE49-F238E27FC236}">
                  <a16:creationId xmlns:a16="http://schemas.microsoft.com/office/drawing/2014/main" id="{CE4344D7-353B-F6D0-222A-F0BC7670F1AA}"/>
                </a:ext>
              </a:extLst>
            </p:cNvPr>
            <p:cNvSpPr>
              <a:spLocks noGrp="1"/>
            </p:cNvSpPr>
            <p:nvPr/>
          </p:nvSpPr>
          <p:spPr>
            <a:xfrm>
              <a:off x="15005813" y="2794637"/>
              <a:ext cx="15825" cy="16458"/>
            </a:xfrm>
            <a:custGeom>
              <a:avLst/>
              <a:gdLst/>
              <a:ahLst/>
              <a:cxnLst/>
              <a:rect l="0" t="0" r="0" b="0"/>
              <a:pathLst>
                <a:path w="15825" h="16458">
                  <a:moveTo>
                    <a:pt x="0" y="0"/>
                  </a:moveTo>
                  <a:lnTo>
                    <a:pt x="15825" y="16458"/>
                  </a:lnTo>
                </a:path>
              </a:pathLst>
            </a:custGeom>
            <a:noFill/>
            <a:ln w="8096">
              <a:solidFill>
                <a:srgbClr val="EDF0F2"/>
              </a:solidFill>
            </a:ln>
          </p:spPr>
        </p:sp>
        <p:sp>
          <p:nvSpPr>
            <p:cNvPr id="5841" name="Output_receptor__5840">
              <a:extLst>
                <a:ext uri="{FF2B5EF4-FFF2-40B4-BE49-F238E27FC236}">
                  <a16:creationId xmlns:a16="http://schemas.microsoft.com/office/drawing/2014/main" id="{D40F999C-F511-C8CB-2B8D-08A51A47D023}"/>
                </a:ext>
              </a:extLst>
            </p:cNvPr>
            <p:cNvSpPr>
              <a:spLocks noGrp="1"/>
            </p:cNvSpPr>
            <p:nvPr/>
          </p:nvSpPr>
          <p:spPr>
            <a:xfrm>
              <a:off x="16269541" y="2852565"/>
              <a:ext cx="19673" cy="11576"/>
            </a:xfrm>
            <a:custGeom>
              <a:avLst/>
              <a:gdLst/>
              <a:ahLst/>
              <a:cxnLst/>
              <a:rect l="0" t="0" r="0" b="0"/>
              <a:pathLst>
                <a:path w="19673" h="11576">
                  <a:moveTo>
                    <a:pt x="0" y="0"/>
                  </a:moveTo>
                  <a:lnTo>
                    <a:pt x="19673" y="11576"/>
                  </a:lnTo>
                </a:path>
              </a:pathLst>
            </a:custGeom>
            <a:noFill/>
            <a:ln w="20003">
              <a:solidFill>
                <a:srgbClr val="EDF0F2"/>
              </a:solidFill>
            </a:ln>
          </p:spPr>
        </p:sp>
        <p:sp>
          <p:nvSpPr>
            <p:cNvPr id="5842" name="Output_receptor__5841">
              <a:extLst>
                <a:ext uri="{FF2B5EF4-FFF2-40B4-BE49-F238E27FC236}">
                  <a16:creationId xmlns:a16="http://schemas.microsoft.com/office/drawing/2014/main" id="{5C3B1F6C-D462-F3D6-8A83-B54684632823}"/>
                </a:ext>
              </a:extLst>
            </p:cNvPr>
            <p:cNvSpPr>
              <a:spLocks noGrp="1"/>
            </p:cNvSpPr>
            <p:nvPr/>
          </p:nvSpPr>
          <p:spPr>
            <a:xfrm>
              <a:off x="15270008" y="3263670"/>
              <a:ext cx="55802" cy="14257"/>
            </a:xfrm>
            <a:custGeom>
              <a:avLst/>
              <a:gdLst/>
              <a:ahLst/>
              <a:cxnLst/>
              <a:rect l="0" t="0" r="0" b="0"/>
              <a:pathLst>
                <a:path w="55802" h="14257">
                  <a:moveTo>
                    <a:pt x="0" y="14257"/>
                  </a:moveTo>
                  <a:lnTo>
                    <a:pt x="55802" y="0"/>
                  </a:lnTo>
                </a:path>
              </a:pathLst>
            </a:custGeom>
            <a:noFill/>
            <a:ln w="20003">
              <a:solidFill>
                <a:srgbClr val="EDF0F2"/>
              </a:solidFill>
            </a:ln>
          </p:spPr>
        </p:sp>
        <p:sp>
          <p:nvSpPr>
            <p:cNvPr id="5843" name="Output_receptor__5842">
              <a:extLst>
                <a:ext uri="{FF2B5EF4-FFF2-40B4-BE49-F238E27FC236}">
                  <a16:creationId xmlns:a16="http://schemas.microsoft.com/office/drawing/2014/main" id="{6645D8D0-BAD4-89C5-D06D-169A95BBC5E7}"/>
                </a:ext>
              </a:extLst>
            </p:cNvPr>
            <p:cNvSpPr>
              <a:spLocks noGrp="1"/>
            </p:cNvSpPr>
            <p:nvPr/>
          </p:nvSpPr>
          <p:spPr>
            <a:xfrm>
              <a:off x="15579212" y="3016061"/>
              <a:ext cx="41371" cy="14188"/>
            </a:xfrm>
            <a:custGeom>
              <a:avLst/>
              <a:gdLst/>
              <a:ahLst/>
              <a:cxnLst/>
              <a:rect l="0" t="0" r="0" b="0"/>
              <a:pathLst>
                <a:path w="41371" h="14188">
                  <a:moveTo>
                    <a:pt x="0" y="0"/>
                  </a:moveTo>
                  <a:lnTo>
                    <a:pt x="41371" y="14188"/>
                  </a:lnTo>
                </a:path>
              </a:pathLst>
            </a:custGeom>
            <a:noFill/>
            <a:ln w="20003">
              <a:solidFill>
                <a:srgbClr val="EDF0F2"/>
              </a:solidFill>
            </a:ln>
          </p:spPr>
        </p:sp>
        <p:sp>
          <p:nvSpPr>
            <p:cNvPr id="5844" name="Output_receptor__5843">
              <a:extLst>
                <a:ext uri="{FF2B5EF4-FFF2-40B4-BE49-F238E27FC236}">
                  <a16:creationId xmlns:a16="http://schemas.microsoft.com/office/drawing/2014/main" id="{50263C6A-62AF-C34D-6BBF-B875ABA885F3}"/>
                </a:ext>
              </a:extLst>
            </p:cNvPr>
            <p:cNvSpPr>
              <a:spLocks noGrp="1"/>
            </p:cNvSpPr>
            <p:nvPr/>
          </p:nvSpPr>
          <p:spPr>
            <a:xfrm>
              <a:off x="15891392" y="2626441"/>
              <a:ext cx="23069" cy="59031"/>
            </a:xfrm>
            <a:custGeom>
              <a:avLst/>
              <a:gdLst/>
              <a:ahLst/>
              <a:cxnLst/>
              <a:rect l="0" t="0" r="0" b="0"/>
              <a:pathLst>
                <a:path w="23069" h="59031">
                  <a:moveTo>
                    <a:pt x="0" y="0"/>
                  </a:moveTo>
                  <a:lnTo>
                    <a:pt x="23069" y="59031"/>
                  </a:lnTo>
                </a:path>
              </a:pathLst>
            </a:custGeom>
            <a:noFill/>
            <a:ln w="8096">
              <a:solidFill>
                <a:srgbClr val="EDF0F2"/>
              </a:solidFill>
            </a:ln>
          </p:spPr>
        </p:sp>
        <p:sp>
          <p:nvSpPr>
            <p:cNvPr id="5845" name="Output_receptor__5844">
              <a:extLst>
                <a:ext uri="{FF2B5EF4-FFF2-40B4-BE49-F238E27FC236}">
                  <a16:creationId xmlns:a16="http://schemas.microsoft.com/office/drawing/2014/main" id="{26C389F5-A026-B2F6-4B30-5AB455D4B37A}"/>
                </a:ext>
              </a:extLst>
            </p:cNvPr>
            <p:cNvSpPr>
              <a:spLocks noGrp="1"/>
            </p:cNvSpPr>
            <p:nvPr/>
          </p:nvSpPr>
          <p:spPr>
            <a:xfrm>
              <a:off x="15407058" y="2934949"/>
              <a:ext cx="25499" cy="67464"/>
            </a:xfrm>
            <a:custGeom>
              <a:avLst/>
              <a:gdLst/>
              <a:ahLst/>
              <a:cxnLst/>
              <a:rect l="0" t="0" r="0" b="0"/>
              <a:pathLst>
                <a:path w="25499" h="67464">
                  <a:moveTo>
                    <a:pt x="25499" y="67464"/>
                  </a:moveTo>
                  <a:lnTo>
                    <a:pt x="0" y="0"/>
                  </a:lnTo>
                </a:path>
              </a:pathLst>
            </a:custGeom>
            <a:noFill/>
            <a:ln w="8096">
              <a:solidFill>
                <a:srgbClr val="EDF0F2"/>
              </a:solidFill>
            </a:ln>
          </p:spPr>
        </p:sp>
        <p:sp>
          <p:nvSpPr>
            <p:cNvPr id="5846" name="Output_receptor__5845">
              <a:extLst>
                <a:ext uri="{FF2B5EF4-FFF2-40B4-BE49-F238E27FC236}">
                  <a16:creationId xmlns:a16="http://schemas.microsoft.com/office/drawing/2014/main" id="{1872A6A5-5B49-8992-7413-75E14A5CB687}"/>
                </a:ext>
              </a:extLst>
            </p:cNvPr>
            <p:cNvSpPr>
              <a:spLocks noGrp="1"/>
            </p:cNvSpPr>
            <p:nvPr/>
          </p:nvSpPr>
          <p:spPr>
            <a:xfrm>
              <a:off x="16156782" y="2590370"/>
              <a:ext cx="66258" cy="28563"/>
            </a:xfrm>
            <a:custGeom>
              <a:avLst/>
              <a:gdLst/>
              <a:ahLst/>
              <a:cxnLst/>
              <a:rect l="0" t="0" r="0" b="0"/>
              <a:pathLst>
                <a:path w="66258" h="28563">
                  <a:moveTo>
                    <a:pt x="66258" y="0"/>
                  </a:moveTo>
                  <a:lnTo>
                    <a:pt x="0" y="28563"/>
                  </a:lnTo>
                </a:path>
              </a:pathLst>
            </a:custGeom>
            <a:noFill/>
            <a:ln w="20003">
              <a:solidFill>
                <a:srgbClr val="EDF0F2"/>
              </a:solidFill>
            </a:ln>
          </p:spPr>
        </p:sp>
        <p:sp>
          <p:nvSpPr>
            <p:cNvPr id="5847" name="Output_receptor__5846">
              <a:extLst>
                <a:ext uri="{FF2B5EF4-FFF2-40B4-BE49-F238E27FC236}">
                  <a16:creationId xmlns:a16="http://schemas.microsoft.com/office/drawing/2014/main" id="{CA95347A-B9B5-D6B1-E61B-8812A2B40671}"/>
                </a:ext>
              </a:extLst>
            </p:cNvPr>
            <p:cNvSpPr>
              <a:spLocks noGrp="1"/>
            </p:cNvSpPr>
            <p:nvPr/>
          </p:nvSpPr>
          <p:spPr>
            <a:xfrm>
              <a:off x="16083383" y="2356337"/>
              <a:ext cx="37229" cy="54884"/>
            </a:xfrm>
            <a:custGeom>
              <a:avLst/>
              <a:gdLst/>
              <a:ahLst/>
              <a:cxnLst/>
              <a:rect l="0" t="0" r="0" b="0"/>
              <a:pathLst>
                <a:path w="37229" h="54884">
                  <a:moveTo>
                    <a:pt x="0" y="0"/>
                  </a:moveTo>
                  <a:lnTo>
                    <a:pt x="37229" y="54884"/>
                  </a:lnTo>
                </a:path>
              </a:pathLst>
            </a:custGeom>
            <a:noFill/>
            <a:ln w="20003">
              <a:solidFill>
                <a:srgbClr val="EDF0F2"/>
              </a:solidFill>
            </a:ln>
          </p:spPr>
        </p:sp>
        <p:sp>
          <p:nvSpPr>
            <p:cNvPr id="5848" name="Output_receptor__5847">
              <a:extLst>
                <a:ext uri="{FF2B5EF4-FFF2-40B4-BE49-F238E27FC236}">
                  <a16:creationId xmlns:a16="http://schemas.microsoft.com/office/drawing/2014/main" id="{7CDB4B5C-F8F6-4496-4089-8F2DE117C6E8}"/>
                </a:ext>
              </a:extLst>
            </p:cNvPr>
            <p:cNvSpPr>
              <a:spLocks noGrp="1"/>
            </p:cNvSpPr>
            <p:nvPr/>
          </p:nvSpPr>
          <p:spPr>
            <a:xfrm>
              <a:off x="15114205" y="2870868"/>
              <a:ext cx="52448" cy="47681"/>
            </a:xfrm>
            <a:custGeom>
              <a:avLst/>
              <a:gdLst/>
              <a:ahLst/>
              <a:cxnLst/>
              <a:rect l="0" t="0" r="0" b="0"/>
              <a:pathLst>
                <a:path w="52448" h="47681">
                  <a:moveTo>
                    <a:pt x="0" y="47681"/>
                  </a:moveTo>
                  <a:lnTo>
                    <a:pt x="52448" y="0"/>
                  </a:lnTo>
                </a:path>
              </a:pathLst>
            </a:custGeom>
            <a:noFill/>
            <a:ln w="8096">
              <a:solidFill>
                <a:srgbClr val="EDF0F2"/>
              </a:solidFill>
            </a:ln>
          </p:spPr>
        </p:sp>
        <p:sp>
          <p:nvSpPr>
            <p:cNvPr id="5849" name="Output_receptor__5848">
              <a:extLst>
                <a:ext uri="{FF2B5EF4-FFF2-40B4-BE49-F238E27FC236}">
                  <a16:creationId xmlns:a16="http://schemas.microsoft.com/office/drawing/2014/main" id="{0039985D-C6F5-395B-8A88-EFBF0927D52B}"/>
                </a:ext>
              </a:extLst>
            </p:cNvPr>
            <p:cNvSpPr>
              <a:spLocks noGrp="1"/>
            </p:cNvSpPr>
            <p:nvPr/>
          </p:nvSpPr>
          <p:spPr>
            <a:xfrm>
              <a:off x="16320146" y="2481116"/>
              <a:ext cx="46767" cy="36719"/>
            </a:xfrm>
            <a:custGeom>
              <a:avLst/>
              <a:gdLst/>
              <a:ahLst/>
              <a:cxnLst/>
              <a:rect l="0" t="0" r="0" b="0"/>
              <a:pathLst>
                <a:path w="46767" h="36719">
                  <a:moveTo>
                    <a:pt x="46767" y="0"/>
                  </a:moveTo>
                  <a:lnTo>
                    <a:pt x="0" y="36719"/>
                  </a:lnTo>
                </a:path>
              </a:pathLst>
            </a:custGeom>
            <a:noFill/>
            <a:ln w="8096">
              <a:solidFill>
                <a:srgbClr val="EDF0F2"/>
              </a:solidFill>
            </a:ln>
          </p:spPr>
        </p:sp>
        <p:sp>
          <p:nvSpPr>
            <p:cNvPr id="5850" name="Output_receptor__5849">
              <a:extLst>
                <a:ext uri="{FF2B5EF4-FFF2-40B4-BE49-F238E27FC236}">
                  <a16:creationId xmlns:a16="http://schemas.microsoft.com/office/drawing/2014/main" id="{2F077B3B-6D81-9792-DF36-783585F9DC5C}"/>
                </a:ext>
              </a:extLst>
            </p:cNvPr>
            <p:cNvSpPr>
              <a:spLocks noGrp="1"/>
            </p:cNvSpPr>
            <p:nvPr/>
          </p:nvSpPr>
          <p:spPr>
            <a:xfrm>
              <a:off x="15620583" y="3030249"/>
              <a:ext cx="54114" cy="18344"/>
            </a:xfrm>
            <a:custGeom>
              <a:avLst/>
              <a:gdLst/>
              <a:ahLst/>
              <a:cxnLst/>
              <a:rect l="0" t="0" r="0" b="0"/>
              <a:pathLst>
                <a:path w="54114" h="18344">
                  <a:moveTo>
                    <a:pt x="0" y="0"/>
                  </a:moveTo>
                  <a:lnTo>
                    <a:pt x="54114" y="18344"/>
                  </a:lnTo>
                </a:path>
              </a:pathLst>
            </a:custGeom>
            <a:noFill/>
            <a:ln w="20003">
              <a:solidFill>
                <a:srgbClr val="EDF0F2"/>
              </a:solidFill>
            </a:ln>
          </p:spPr>
        </p:sp>
        <p:sp>
          <p:nvSpPr>
            <p:cNvPr id="5851" name="Output_receptor__5850">
              <a:extLst>
                <a:ext uri="{FF2B5EF4-FFF2-40B4-BE49-F238E27FC236}">
                  <a16:creationId xmlns:a16="http://schemas.microsoft.com/office/drawing/2014/main" id="{E0B61F1A-65ED-9811-0F24-8A2FB2CEE520}"/>
                </a:ext>
              </a:extLst>
            </p:cNvPr>
            <p:cNvSpPr>
              <a:spLocks noGrp="1"/>
            </p:cNvSpPr>
            <p:nvPr/>
          </p:nvSpPr>
          <p:spPr>
            <a:xfrm>
              <a:off x="15475501" y="3150256"/>
              <a:ext cx="24661" cy="7405"/>
            </a:xfrm>
            <a:custGeom>
              <a:avLst/>
              <a:gdLst/>
              <a:ahLst/>
              <a:cxnLst/>
              <a:rect l="0" t="0" r="0" b="0"/>
              <a:pathLst>
                <a:path w="24661" h="7405">
                  <a:moveTo>
                    <a:pt x="0" y="0"/>
                  </a:moveTo>
                  <a:lnTo>
                    <a:pt x="24661" y="7405"/>
                  </a:lnTo>
                </a:path>
              </a:pathLst>
            </a:custGeom>
            <a:noFill/>
            <a:ln w="20003">
              <a:solidFill>
                <a:srgbClr val="EDF0F2"/>
              </a:solidFill>
            </a:ln>
          </p:spPr>
        </p:sp>
        <p:sp>
          <p:nvSpPr>
            <p:cNvPr id="5852" name="Output_receptor__5851">
              <a:extLst>
                <a:ext uri="{FF2B5EF4-FFF2-40B4-BE49-F238E27FC236}">
                  <a16:creationId xmlns:a16="http://schemas.microsoft.com/office/drawing/2014/main" id="{2C69BF6B-DDF0-8B05-5C5B-5C9C80EF7FB1}"/>
                </a:ext>
              </a:extLst>
            </p:cNvPr>
            <p:cNvSpPr>
              <a:spLocks noGrp="1"/>
            </p:cNvSpPr>
            <p:nvPr/>
          </p:nvSpPr>
          <p:spPr>
            <a:xfrm>
              <a:off x="16348670" y="2682475"/>
              <a:ext cx="29828" cy="39060"/>
            </a:xfrm>
            <a:custGeom>
              <a:avLst/>
              <a:gdLst/>
              <a:ahLst/>
              <a:cxnLst/>
              <a:rect l="0" t="0" r="0" b="0"/>
              <a:pathLst>
                <a:path w="29828" h="39060">
                  <a:moveTo>
                    <a:pt x="29828" y="39060"/>
                  </a:moveTo>
                  <a:lnTo>
                    <a:pt x="0" y="0"/>
                  </a:lnTo>
                </a:path>
              </a:pathLst>
            </a:custGeom>
            <a:noFill/>
            <a:ln w="20003">
              <a:solidFill>
                <a:srgbClr val="EDF0F2"/>
              </a:solidFill>
            </a:ln>
          </p:spPr>
        </p:sp>
        <p:sp>
          <p:nvSpPr>
            <p:cNvPr id="5853" name="Output_receptor__5852">
              <a:extLst>
                <a:ext uri="{FF2B5EF4-FFF2-40B4-BE49-F238E27FC236}">
                  <a16:creationId xmlns:a16="http://schemas.microsoft.com/office/drawing/2014/main" id="{0100AF1C-0E7B-7C02-FEF5-4A2D86B0F186}"/>
                </a:ext>
              </a:extLst>
            </p:cNvPr>
            <p:cNvSpPr>
              <a:spLocks noGrp="1"/>
            </p:cNvSpPr>
            <p:nvPr/>
          </p:nvSpPr>
          <p:spPr>
            <a:xfrm>
              <a:off x="15442606" y="3542805"/>
              <a:ext cx="62975" cy="34109"/>
            </a:xfrm>
            <a:custGeom>
              <a:avLst/>
              <a:gdLst/>
              <a:ahLst/>
              <a:cxnLst/>
              <a:rect l="0" t="0" r="0" b="0"/>
              <a:pathLst>
                <a:path w="62975" h="34109">
                  <a:moveTo>
                    <a:pt x="62975" y="0"/>
                  </a:moveTo>
                  <a:lnTo>
                    <a:pt x="0" y="34109"/>
                  </a:lnTo>
                </a:path>
              </a:pathLst>
            </a:custGeom>
            <a:noFill/>
            <a:ln w="8096">
              <a:solidFill>
                <a:srgbClr val="EDF0F2"/>
              </a:solidFill>
            </a:ln>
          </p:spPr>
        </p:sp>
        <p:sp>
          <p:nvSpPr>
            <p:cNvPr id="5854" name="Output_receptor__5853">
              <a:extLst>
                <a:ext uri="{FF2B5EF4-FFF2-40B4-BE49-F238E27FC236}">
                  <a16:creationId xmlns:a16="http://schemas.microsoft.com/office/drawing/2014/main" id="{0109325E-A722-EA83-4EBB-3FD688EE7DE6}"/>
                </a:ext>
              </a:extLst>
            </p:cNvPr>
            <p:cNvSpPr>
              <a:spLocks noGrp="1"/>
            </p:cNvSpPr>
            <p:nvPr/>
          </p:nvSpPr>
          <p:spPr>
            <a:xfrm>
              <a:off x="15716627" y="3332351"/>
              <a:ext cx="51572" cy="42688"/>
            </a:xfrm>
            <a:custGeom>
              <a:avLst/>
              <a:gdLst/>
              <a:ahLst/>
              <a:cxnLst/>
              <a:rect l="0" t="0" r="0" b="0"/>
              <a:pathLst>
                <a:path w="51572" h="42688">
                  <a:moveTo>
                    <a:pt x="0" y="0"/>
                  </a:moveTo>
                  <a:lnTo>
                    <a:pt x="51572" y="42688"/>
                  </a:lnTo>
                </a:path>
              </a:pathLst>
            </a:custGeom>
            <a:noFill/>
            <a:ln w="20003">
              <a:solidFill>
                <a:srgbClr val="EDF0F2"/>
              </a:solidFill>
            </a:ln>
          </p:spPr>
        </p:sp>
        <p:sp>
          <p:nvSpPr>
            <p:cNvPr id="5855" name="Output_receptor__5854">
              <a:extLst>
                <a:ext uri="{FF2B5EF4-FFF2-40B4-BE49-F238E27FC236}">
                  <a16:creationId xmlns:a16="http://schemas.microsoft.com/office/drawing/2014/main" id="{630E3E2C-179C-6E25-522A-8AE9747C19DB}"/>
                </a:ext>
              </a:extLst>
            </p:cNvPr>
            <p:cNvSpPr>
              <a:spLocks noGrp="1"/>
            </p:cNvSpPr>
            <p:nvPr/>
          </p:nvSpPr>
          <p:spPr>
            <a:xfrm>
              <a:off x="15903072" y="2524993"/>
              <a:ext cx="43709" cy="504"/>
            </a:xfrm>
            <a:custGeom>
              <a:avLst/>
              <a:gdLst/>
              <a:ahLst/>
              <a:cxnLst/>
              <a:rect l="0" t="0" r="0" b="0"/>
              <a:pathLst>
                <a:path w="43709" h="504">
                  <a:moveTo>
                    <a:pt x="43709" y="504"/>
                  </a:moveTo>
                  <a:lnTo>
                    <a:pt x="0" y="0"/>
                  </a:lnTo>
                </a:path>
              </a:pathLst>
            </a:custGeom>
            <a:noFill/>
            <a:ln w="8096">
              <a:solidFill>
                <a:srgbClr val="EDF0F2"/>
              </a:solidFill>
            </a:ln>
          </p:spPr>
        </p:sp>
        <p:sp>
          <p:nvSpPr>
            <p:cNvPr id="5856" name="Output_receptor__5855">
              <a:extLst>
                <a:ext uri="{FF2B5EF4-FFF2-40B4-BE49-F238E27FC236}">
                  <a16:creationId xmlns:a16="http://schemas.microsoft.com/office/drawing/2014/main" id="{00166076-449C-2C2D-B721-87D2995F0E47}"/>
                </a:ext>
              </a:extLst>
            </p:cNvPr>
            <p:cNvSpPr>
              <a:spLocks noGrp="1"/>
            </p:cNvSpPr>
            <p:nvPr/>
          </p:nvSpPr>
          <p:spPr>
            <a:xfrm>
              <a:off x="15660097" y="2945491"/>
              <a:ext cx="59942" cy="31100"/>
            </a:xfrm>
            <a:custGeom>
              <a:avLst/>
              <a:gdLst/>
              <a:ahLst/>
              <a:cxnLst/>
              <a:rect l="0" t="0" r="0" b="0"/>
              <a:pathLst>
                <a:path w="59942" h="31100">
                  <a:moveTo>
                    <a:pt x="0" y="0"/>
                  </a:moveTo>
                  <a:lnTo>
                    <a:pt x="59942" y="31100"/>
                  </a:lnTo>
                </a:path>
              </a:pathLst>
            </a:custGeom>
            <a:noFill/>
            <a:ln w="20003">
              <a:solidFill>
                <a:srgbClr val="EDF0F2"/>
              </a:solidFill>
            </a:ln>
          </p:spPr>
        </p:sp>
        <p:sp>
          <p:nvSpPr>
            <p:cNvPr id="5857" name="Output_receptor__5856">
              <a:extLst>
                <a:ext uri="{FF2B5EF4-FFF2-40B4-BE49-F238E27FC236}">
                  <a16:creationId xmlns:a16="http://schemas.microsoft.com/office/drawing/2014/main" id="{8D88F6F9-93D2-9255-159E-A6DC30758B02}"/>
                </a:ext>
              </a:extLst>
            </p:cNvPr>
            <p:cNvSpPr>
              <a:spLocks noGrp="1"/>
            </p:cNvSpPr>
            <p:nvPr/>
          </p:nvSpPr>
          <p:spPr>
            <a:xfrm>
              <a:off x="15810322" y="2869740"/>
              <a:ext cx="56021" cy="39419"/>
            </a:xfrm>
            <a:custGeom>
              <a:avLst/>
              <a:gdLst/>
              <a:ahLst/>
              <a:cxnLst/>
              <a:rect l="0" t="0" r="0" b="0"/>
              <a:pathLst>
                <a:path w="56021" h="39419">
                  <a:moveTo>
                    <a:pt x="0" y="39419"/>
                  </a:moveTo>
                  <a:lnTo>
                    <a:pt x="56021" y="0"/>
                  </a:lnTo>
                </a:path>
              </a:pathLst>
            </a:custGeom>
            <a:noFill/>
            <a:ln w="8096">
              <a:solidFill>
                <a:srgbClr val="EDF0F2"/>
              </a:solidFill>
            </a:ln>
          </p:spPr>
        </p:sp>
        <p:sp>
          <p:nvSpPr>
            <p:cNvPr id="5858" name="Output_receptor__5857">
              <a:extLst>
                <a:ext uri="{FF2B5EF4-FFF2-40B4-BE49-F238E27FC236}">
                  <a16:creationId xmlns:a16="http://schemas.microsoft.com/office/drawing/2014/main" id="{EDD95C8B-E5FE-6CFE-C878-DE5A50902E7C}"/>
                </a:ext>
              </a:extLst>
            </p:cNvPr>
            <p:cNvSpPr>
              <a:spLocks noGrp="1"/>
            </p:cNvSpPr>
            <p:nvPr/>
          </p:nvSpPr>
          <p:spPr>
            <a:xfrm>
              <a:off x="14922918" y="2845337"/>
              <a:ext cx="50590" cy="47439"/>
            </a:xfrm>
            <a:custGeom>
              <a:avLst/>
              <a:gdLst/>
              <a:ahLst/>
              <a:cxnLst/>
              <a:rect l="0" t="0" r="0" b="0"/>
              <a:pathLst>
                <a:path w="50590" h="47439">
                  <a:moveTo>
                    <a:pt x="0" y="0"/>
                  </a:moveTo>
                  <a:lnTo>
                    <a:pt x="50590" y="47439"/>
                  </a:lnTo>
                </a:path>
              </a:pathLst>
            </a:custGeom>
            <a:noFill/>
            <a:ln w="8096">
              <a:solidFill>
                <a:srgbClr val="EDF0F2"/>
              </a:solidFill>
            </a:ln>
          </p:spPr>
        </p:sp>
        <p:sp>
          <p:nvSpPr>
            <p:cNvPr id="5859" name="Output_receptor__5858">
              <a:extLst>
                <a:ext uri="{FF2B5EF4-FFF2-40B4-BE49-F238E27FC236}">
                  <a16:creationId xmlns:a16="http://schemas.microsoft.com/office/drawing/2014/main" id="{6B923788-C640-DBFE-0BFC-1504300B96C8}"/>
                </a:ext>
              </a:extLst>
            </p:cNvPr>
            <p:cNvSpPr>
              <a:spLocks noGrp="1"/>
            </p:cNvSpPr>
            <p:nvPr/>
          </p:nvSpPr>
          <p:spPr>
            <a:xfrm>
              <a:off x="15891608" y="3055588"/>
              <a:ext cx="12904" cy="52480"/>
            </a:xfrm>
            <a:custGeom>
              <a:avLst/>
              <a:gdLst/>
              <a:ahLst/>
              <a:cxnLst/>
              <a:rect l="0" t="0" r="0" b="0"/>
              <a:pathLst>
                <a:path w="12904" h="52480">
                  <a:moveTo>
                    <a:pt x="12904" y="0"/>
                  </a:moveTo>
                  <a:lnTo>
                    <a:pt x="0" y="52480"/>
                  </a:lnTo>
                </a:path>
              </a:pathLst>
            </a:custGeom>
            <a:noFill/>
            <a:ln w="20003">
              <a:solidFill>
                <a:srgbClr val="EDF0F2"/>
              </a:solidFill>
            </a:ln>
          </p:spPr>
        </p:sp>
        <p:sp>
          <p:nvSpPr>
            <p:cNvPr id="5860" name="Output_receptor__5859">
              <a:extLst>
                <a:ext uri="{FF2B5EF4-FFF2-40B4-BE49-F238E27FC236}">
                  <a16:creationId xmlns:a16="http://schemas.microsoft.com/office/drawing/2014/main" id="{A64C12AE-5E63-4B62-B202-CFB0C6FBFB19}"/>
                </a:ext>
              </a:extLst>
            </p:cNvPr>
            <p:cNvSpPr>
              <a:spLocks noGrp="1"/>
            </p:cNvSpPr>
            <p:nvPr/>
          </p:nvSpPr>
          <p:spPr>
            <a:xfrm>
              <a:off x="16344307" y="2795606"/>
              <a:ext cx="34464" cy="61468"/>
            </a:xfrm>
            <a:custGeom>
              <a:avLst/>
              <a:gdLst/>
              <a:ahLst/>
              <a:cxnLst/>
              <a:rect l="0" t="0" r="0" b="0"/>
              <a:pathLst>
                <a:path w="34464" h="61468">
                  <a:moveTo>
                    <a:pt x="0" y="0"/>
                  </a:moveTo>
                  <a:lnTo>
                    <a:pt x="34464" y="61468"/>
                  </a:lnTo>
                </a:path>
              </a:pathLst>
            </a:custGeom>
            <a:noFill/>
            <a:ln w="20003">
              <a:solidFill>
                <a:srgbClr val="EDF0F2"/>
              </a:solidFill>
            </a:ln>
          </p:spPr>
        </p:sp>
        <p:sp>
          <p:nvSpPr>
            <p:cNvPr id="5861" name="Output_receptor__5860">
              <a:extLst>
                <a:ext uri="{FF2B5EF4-FFF2-40B4-BE49-F238E27FC236}">
                  <a16:creationId xmlns:a16="http://schemas.microsoft.com/office/drawing/2014/main" id="{8A0EB057-5B12-DA89-CE08-5B134E5F6409}"/>
                </a:ext>
              </a:extLst>
            </p:cNvPr>
            <p:cNvSpPr>
              <a:spLocks noGrp="1"/>
            </p:cNvSpPr>
            <p:nvPr/>
          </p:nvSpPr>
          <p:spPr>
            <a:xfrm>
              <a:off x="15442606" y="3576914"/>
              <a:ext cx="30301" cy="65081"/>
            </a:xfrm>
            <a:custGeom>
              <a:avLst/>
              <a:gdLst/>
              <a:ahLst/>
              <a:cxnLst/>
              <a:rect l="0" t="0" r="0" b="0"/>
              <a:pathLst>
                <a:path w="30301" h="65081">
                  <a:moveTo>
                    <a:pt x="0" y="0"/>
                  </a:moveTo>
                  <a:lnTo>
                    <a:pt x="30301" y="65081"/>
                  </a:lnTo>
                </a:path>
              </a:pathLst>
            </a:custGeom>
            <a:noFill/>
            <a:ln w="8096">
              <a:solidFill>
                <a:srgbClr val="EDF0F2"/>
              </a:solidFill>
            </a:ln>
          </p:spPr>
        </p:sp>
        <p:sp>
          <p:nvSpPr>
            <p:cNvPr id="5862" name="Output_receptor__5861">
              <a:extLst>
                <a:ext uri="{FF2B5EF4-FFF2-40B4-BE49-F238E27FC236}">
                  <a16:creationId xmlns:a16="http://schemas.microsoft.com/office/drawing/2014/main" id="{4C9BB180-C76D-2227-AF65-4639312EC4A0}"/>
                </a:ext>
              </a:extLst>
            </p:cNvPr>
            <p:cNvSpPr>
              <a:spLocks noGrp="1"/>
            </p:cNvSpPr>
            <p:nvPr/>
          </p:nvSpPr>
          <p:spPr>
            <a:xfrm>
              <a:off x="15798104" y="3286380"/>
              <a:ext cx="50209" cy="29883"/>
            </a:xfrm>
            <a:custGeom>
              <a:avLst/>
              <a:gdLst/>
              <a:ahLst/>
              <a:cxnLst/>
              <a:rect l="0" t="0" r="0" b="0"/>
              <a:pathLst>
                <a:path w="50209" h="29883">
                  <a:moveTo>
                    <a:pt x="0" y="0"/>
                  </a:moveTo>
                  <a:lnTo>
                    <a:pt x="50209" y="29883"/>
                  </a:lnTo>
                </a:path>
              </a:pathLst>
            </a:custGeom>
            <a:noFill/>
            <a:ln w="20003">
              <a:solidFill>
                <a:srgbClr val="EDF0F2"/>
              </a:solidFill>
            </a:ln>
          </p:spPr>
        </p:sp>
        <p:sp>
          <p:nvSpPr>
            <p:cNvPr id="5863" name="Output_receptor__5862">
              <a:extLst>
                <a:ext uri="{FF2B5EF4-FFF2-40B4-BE49-F238E27FC236}">
                  <a16:creationId xmlns:a16="http://schemas.microsoft.com/office/drawing/2014/main" id="{E1CDEFA0-DECB-0D41-3A9E-6C453776C1AB}"/>
                </a:ext>
              </a:extLst>
            </p:cNvPr>
            <p:cNvSpPr>
              <a:spLocks noGrp="1"/>
            </p:cNvSpPr>
            <p:nvPr/>
          </p:nvSpPr>
          <p:spPr>
            <a:xfrm>
              <a:off x="15332941" y="2877086"/>
              <a:ext cx="5494" cy="5645"/>
            </a:xfrm>
            <a:custGeom>
              <a:avLst/>
              <a:gdLst/>
              <a:ahLst/>
              <a:cxnLst/>
              <a:rect l="0" t="0" r="0" b="0"/>
              <a:pathLst>
                <a:path w="5494" h="5645">
                  <a:moveTo>
                    <a:pt x="5494" y="5645"/>
                  </a:moveTo>
                  <a:lnTo>
                    <a:pt x="0" y="0"/>
                  </a:lnTo>
                </a:path>
              </a:pathLst>
            </a:custGeom>
            <a:noFill/>
            <a:ln w="8096">
              <a:solidFill>
                <a:srgbClr val="EDF0F2"/>
              </a:solidFill>
            </a:ln>
          </p:spPr>
        </p:sp>
        <p:sp>
          <p:nvSpPr>
            <p:cNvPr id="5864" name="Output_receptor__5863">
              <a:extLst>
                <a:ext uri="{FF2B5EF4-FFF2-40B4-BE49-F238E27FC236}">
                  <a16:creationId xmlns:a16="http://schemas.microsoft.com/office/drawing/2014/main" id="{ADBF805F-B89F-70E3-EE34-14157B571D72}"/>
                </a:ext>
              </a:extLst>
            </p:cNvPr>
            <p:cNvSpPr>
              <a:spLocks noGrp="1"/>
            </p:cNvSpPr>
            <p:nvPr/>
          </p:nvSpPr>
          <p:spPr>
            <a:xfrm>
              <a:off x="16108386" y="2571297"/>
              <a:ext cx="48396" cy="47636"/>
            </a:xfrm>
            <a:custGeom>
              <a:avLst/>
              <a:gdLst/>
              <a:ahLst/>
              <a:cxnLst/>
              <a:rect l="0" t="0" r="0" b="0"/>
              <a:pathLst>
                <a:path w="48396" h="47636">
                  <a:moveTo>
                    <a:pt x="48396" y="47636"/>
                  </a:moveTo>
                  <a:lnTo>
                    <a:pt x="0" y="0"/>
                  </a:lnTo>
                </a:path>
              </a:pathLst>
            </a:custGeom>
            <a:noFill/>
            <a:ln w="8096">
              <a:solidFill>
                <a:srgbClr val="EDF0F2"/>
              </a:solidFill>
            </a:ln>
          </p:spPr>
        </p:sp>
        <p:sp>
          <p:nvSpPr>
            <p:cNvPr id="5865" name="Output_receptor__5864">
              <a:extLst>
                <a:ext uri="{FF2B5EF4-FFF2-40B4-BE49-F238E27FC236}">
                  <a16:creationId xmlns:a16="http://schemas.microsoft.com/office/drawing/2014/main" id="{5B40FA88-2B0E-1F07-E88B-296F0925B771}"/>
                </a:ext>
              </a:extLst>
            </p:cNvPr>
            <p:cNvSpPr>
              <a:spLocks noGrp="1"/>
            </p:cNvSpPr>
            <p:nvPr/>
          </p:nvSpPr>
          <p:spPr>
            <a:xfrm>
              <a:off x="14861854" y="2996228"/>
              <a:ext cx="62113" cy="36761"/>
            </a:xfrm>
            <a:custGeom>
              <a:avLst/>
              <a:gdLst/>
              <a:ahLst/>
              <a:cxnLst/>
              <a:rect l="0" t="0" r="0" b="0"/>
              <a:pathLst>
                <a:path w="62113" h="36761">
                  <a:moveTo>
                    <a:pt x="0" y="0"/>
                  </a:moveTo>
                  <a:lnTo>
                    <a:pt x="62113" y="36761"/>
                  </a:lnTo>
                </a:path>
              </a:pathLst>
            </a:custGeom>
            <a:noFill/>
            <a:ln w="8096">
              <a:solidFill>
                <a:srgbClr val="EDF0F2"/>
              </a:solidFill>
            </a:ln>
          </p:spPr>
        </p:sp>
        <p:sp>
          <p:nvSpPr>
            <p:cNvPr id="5866" name="Output_receptor__5865">
              <a:extLst>
                <a:ext uri="{FF2B5EF4-FFF2-40B4-BE49-F238E27FC236}">
                  <a16:creationId xmlns:a16="http://schemas.microsoft.com/office/drawing/2014/main" id="{4B6CE904-E179-34C2-1285-0DEFCE40779F}"/>
                </a:ext>
              </a:extLst>
            </p:cNvPr>
            <p:cNvSpPr>
              <a:spLocks noGrp="1"/>
            </p:cNvSpPr>
            <p:nvPr/>
          </p:nvSpPr>
          <p:spPr>
            <a:xfrm>
              <a:off x="15668492" y="3332351"/>
              <a:ext cx="48135" cy="53387"/>
            </a:xfrm>
            <a:custGeom>
              <a:avLst/>
              <a:gdLst/>
              <a:ahLst/>
              <a:cxnLst/>
              <a:rect l="0" t="0" r="0" b="0"/>
              <a:pathLst>
                <a:path w="48135" h="53387">
                  <a:moveTo>
                    <a:pt x="0" y="53387"/>
                  </a:moveTo>
                  <a:lnTo>
                    <a:pt x="48135" y="0"/>
                  </a:lnTo>
                </a:path>
              </a:pathLst>
            </a:custGeom>
            <a:noFill/>
            <a:ln w="20003">
              <a:solidFill>
                <a:srgbClr val="EDF0F2"/>
              </a:solidFill>
            </a:ln>
          </p:spPr>
        </p:sp>
        <p:sp>
          <p:nvSpPr>
            <p:cNvPr id="5867" name="Output_receptor__5866">
              <a:extLst>
                <a:ext uri="{FF2B5EF4-FFF2-40B4-BE49-F238E27FC236}">
                  <a16:creationId xmlns:a16="http://schemas.microsoft.com/office/drawing/2014/main" id="{7B6E3ED2-9F1C-A6DE-EB79-51A5F79F5307}"/>
                </a:ext>
              </a:extLst>
            </p:cNvPr>
            <p:cNvSpPr>
              <a:spLocks noGrp="1"/>
            </p:cNvSpPr>
            <p:nvPr/>
          </p:nvSpPr>
          <p:spPr>
            <a:xfrm>
              <a:off x="15517176" y="3070834"/>
              <a:ext cx="59490" cy="39479"/>
            </a:xfrm>
            <a:custGeom>
              <a:avLst/>
              <a:gdLst/>
              <a:ahLst/>
              <a:cxnLst/>
              <a:rect l="0" t="0" r="0" b="0"/>
              <a:pathLst>
                <a:path w="59490" h="39479">
                  <a:moveTo>
                    <a:pt x="0" y="0"/>
                  </a:moveTo>
                  <a:lnTo>
                    <a:pt x="59490" y="39479"/>
                  </a:lnTo>
                </a:path>
              </a:pathLst>
            </a:custGeom>
            <a:noFill/>
            <a:ln w="20003">
              <a:solidFill>
                <a:srgbClr val="EDF0F2"/>
              </a:solidFill>
            </a:ln>
          </p:spPr>
        </p:sp>
        <p:sp>
          <p:nvSpPr>
            <p:cNvPr id="5868" name="Output_receptor__5867">
              <a:extLst>
                <a:ext uri="{FF2B5EF4-FFF2-40B4-BE49-F238E27FC236}">
                  <a16:creationId xmlns:a16="http://schemas.microsoft.com/office/drawing/2014/main" id="{34D9FA41-700A-B165-02D5-3E44C4D0F04A}"/>
                </a:ext>
              </a:extLst>
            </p:cNvPr>
            <p:cNvSpPr>
              <a:spLocks noGrp="1"/>
            </p:cNvSpPr>
            <p:nvPr/>
          </p:nvSpPr>
          <p:spPr>
            <a:xfrm>
              <a:off x="15325810" y="3191742"/>
              <a:ext cx="854" cy="71928"/>
            </a:xfrm>
            <a:custGeom>
              <a:avLst/>
              <a:gdLst/>
              <a:ahLst/>
              <a:cxnLst/>
              <a:rect l="0" t="0" r="0" b="0"/>
              <a:pathLst>
                <a:path w="854" h="71928">
                  <a:moveTo>
                    <a:pt x="0" y="71928"/>
                  </a:moveTo>
                  <a:lnTo>
                    <a:pt x="854" y="0"/>
                  </a:lnTo>
                </a:path>
              </a:pathLst>
            </a:custGeom>
            <a:noFill/>
            <a:ln w="20003">
              <a:solidFill>
                <a:srgbClr val="EDF0F2"/>
              </a:solidFill>
            </a:ln>
          </p:spPr>
        </p:sp>
        <p:sp>
          <p:nvSpPr>
            <p:cNvPr id="5869" name="Output_receptor__5868">
              <a:extLst>
                <a:ext uri="{FF2B5EF4-FFF2-40B4-BE49-F238E27FC236}">
                  <a16:creationId xmlns:a16="http://schemas.microsoft.com/office/drawing/2014/main" id="{DD48E69D-5245-7348-785D-8477048DEDC6}"/>
                </a:ext>
              </a:extLst>
            </p:cNvPr>
            <p:cNvSpPr>
              <a:spLocks noGrp="1"/>
            </p:cNvSpPr>
            <p:nvPr/>
          </p:nvSpPr>
          <p:spPr>
            <a:xfrm>
              <a:off x="16228665" y="2796685"/>
              <a:ext cx="40876" cy="55880"/>
            </a:xfrm>
            <a:custGeom>
              <a:avLst/>
              <a:gdLst/>
              <a:ahLst/>
              <a:cxnLst/>
              <a:rect l="0" t="0" r="0" b="0"/>
              <a:pathLst>
                <a:path w="40876" h="55880">
                  <a:moveTo>
                    <a:pt x="0" y="0"/>
                  </a:moveTo>
                  <a:lnTo>
                    <a:pt x="40876" y="55880"/>
                  </a:lnTo>
                </a:path>
              </a:pathLst>
            </a:custGeom>
            <a:noFill/>
            <a:ln w="20003">
              <a:solidFill>
                <a:srgbClr val="EDF0F2"/>
              </a:solidFill>
            </a:ln>
          </p:spPr>
        </p:sp>
        <p:sp>
          <p:nvSpPr>
            <p:cNvPr id="5870" name="Output_receptor__5869">
              <a:extLst>
                <a:ext uri="{FF2B5EF4-FFF2-40B4-BE49-F238E27FC236}">
                  <a16:creationId xmlns:a16="http://schemas.microsoft.com/office/drawing/2014/main" id="{4159829F-1E9F-6F0F-13F5-38F6AD9387F5}"/>
                </a:ext>
              </a:extLst>
            </p:cNvPr>
            <p:cNvSpPr>
              <a:spLocks noGrp="1"/>
            </p:cNvSpPr>
            <p:nvPr/>
          </p:nvSpPr>
          <p:spPr>
            <a:xfrm>
              <a:off x="15744651" y="2880131"/>
              <a:ext cx="65672" cy="29029"/>
            </a:xfrm>
            <a:custGeom>
              <a:avLst/>
              <a:gdLst/>
              <a:ahLst/>
              <a:cxnLst/>
              <a:rect l="0" t="0" r="0" b="0"/>
              <a:pathLst>
                <a:path w="65672" h="29029">
                  <a:moveTo>
                    <a:pt x="0" y="0"/>
                  </a:moveTo>
                  <a:lnTo>
                    <a:pt x="65672" y="29029"/>
                  </a:lnTo>
                </a:path>
              </a:pathLst>
            </a:custGeom>
            <a:noFill/>
            <a:ln w="20003">
              <a:solidFill>
                <a:srgbClr val="EDF0F2"/>
              </a:solidFill>
            </a:ln>
          </p:spPr>
        </p:sp>
        <p:sp>
          <p:nvSpPr>
            <p:cNvPr id="5871" name="Output_receptor__5870">
              <a:extLst>
                <a:ext uri="{FF2B5EF4-FFF2-40B4-BE49-F238E27FC236}">
                  <a16:creationId xmlns:a16="http://schemas.microsoft.com/office/drawing/2014/main" id="{6B38AC9A-B54F-9313-EA02-5E2EAA11EFAE}"/>
                </a:ext>
              </a:extLst>
            </p:cNvPr>
            <p:cNvSpPr>
              <a:spLocks noGrp="1"/>
            </p:cNvSpPr>
            <p:nvPr/>
          </p:nvSpPr>
          <p:spPr>
            <a:xfrm>
              <a:off x="15946781" y="2525498"/>
              <a:ext cx="50415" cy="45003"/>
            </a:xfrm>
            <a:custGeom>
              <a:avLst/>
              <a:gdLst/>
              <a:ahLst/>
              <a:cxnLst/>
              <a:rect l="0" t="0" r="0" b="0"/>
              <a:pathLst>
                <a:path w="50415" h="45003">
                  <a:moveTo>
                    <a:pt x="50415" y="45003"/>
                  </a:moveTo>
                  <a:lnTo>
                    <a:pt x="0" y="0"/>
                  </a:lnTo>
                </a:path>
              </a:pathLst>
            </a:custGeom>
            <a:noFill/>
            <a:ln w="8096">
              <a:solidFill>
                <a:srgbClr val="EDF0F2"/>
              </a:solidFill>
            </a:ln>
          </p:spPr>
        </p:sp>
        <p:sp>
          <p:nvSpPr>
            <p:cNvPr id="5872" name="Output_receptor__5871">
              <a:extLst>
                <a:ext uri="{FF2B5EF4-FFF2-40B4-BE49-F238E27FC236}">
                  <a16:creationId xmlns:a16="http://schemas.microsoft.com/office/drawing/2014/main" id="{70626DFE-6196-3184-8853-2CCFCA070048}"/>
                </a:ext>
              </a:extLst>
            </p:cNvPr>
            <p:cNvSpPr>
              <a:spLocks noGrp="1"/>
            </p:cNvSpPr>
            <p:nvPr/>
          </p:nvSpPr>
          <p:spPr>
            <a:xfrm>
              <a:off x="15415753" y="3120096"/>
              <a:ext cx="59749" cy="30160"/>
            </a:xfrm>
            <a:custGeom>
              <a:avLst/>
              <a:gdLst/>
              <a:ahLst/>
              <a:cxnLst/>
              <a:rect l="0" t="0" r="0" b="0"/>
              <a:pathLst>
                <a:path w="59749" h="30160">
                  <a:moveTo>
                    <a:pt x="0" y="0"/>
                  </a:moveTo>
                  <a:lnTo>
                    <a:pt x="59749" y="30160"/>
                  </a:lnTo>
                </a:path>
              </a:pathLst>
            </a:custGeom>
            <a:noFill/>
            <a:ln w="20003">
              <a:solidFill>
                <a:srgbClr val="EDF0F2"/>
              </a:solidFill>
            </a:ln>
          </p:spPr>
        </p:sp>
        <p:sp>
          <p:nvSpPr>
            <p:cNvPr id="5873" name="Output_receptor__5872">
              <a:extLst>
                <a:ext uri="{FF2B5EF4-FFF2-40B4-BE49-F238E27FC236}">
                  <a16:creationId xmlns:a16="http://schemas.microsoft.com/office/drawing/2014/main" id="{2CC8E8C4-9353-7882-1CA0-00EAA69BD81B}"/>
                </a:ext>
              </a:extLst>
            </p:cNvPr>
            <p:cNvSpPr>
              <a:spLocks noGrp="1"/>
            </p:cNvSpPr>
            <p:nvPr/>
          </p:nvSpPr>
          <p:spPr>
            <a:xfrm>
              <a:off x="14959828" y="2892777"/>
              <a:ext cx="13680" cy="50276"/>
            </a:xfrm>
            <a:custGeom>
              <a:avLst/>
              <a:gdLst/>
              <a:ahLst/>
              <a:cxnLst/>
              <a:rect l="0" t="0" r="0" b="0"/>
              <a:pathLst>
                <a:path w="13680" h="50276">
                  <a:moveTo>
                    <a:pt x="13680" y="0"/>
                  </a:moveTo>
                  <a:lnTo>
                    <a:pt x="0" y="50276"/>
                  </a:lnTo>
                </a:path>
              </a:pathLst>
            </a:custGeom>
            <a:noFill/>
            <a:ln w="8096">
              <a:solidFill>
                <a:srgbClr val="EDF0F2"/>
              </a:solidFill>
            </a:ln>
          </p:spPr>
        </p:sp>
        <p:sp>
          <p:nvSpPr>
            <p:cNvPr id="5874" name="Output_receptor__5873">
              <a:extLst>
                <a:ext uri="{FF2B5EF4-FFF2-40B4-BE49-F238E27FC236}">
                  <a16:creationId xmlns:a16="http://schemas.microsoft.com/office/drawing/2014/main" id="{767BAF31-5569-2A1B-E25D-93136D8EB89E}"/>
                </a:ext>
              </a:extLst>
            </p:cNvPr>
            <p:cNvSpPr>
              <a:spLocks noGrp="1"/>
            </p:cNvSpPr>
            <p:nvPr/>
          </p:nvSpPr>
          <p:spPr>
            <a:xfrm>
              <a:off x="14923966" y="3032989"/>
              <a:ext cx="9791" cy="68338"/>
            </a:xfrm>
            <a:custGeom>
              <a:avLst/>
              <a:gdLst/>
              <a:ahLst/>
              <a:cxnLst/>
              <a:rect l="0" t="0" r="0" b="0"/>
              <a:pathLst>
                <a:path w="9791" h="68338">
                  <a:moveTo>
                    <a:pt x="0" y="0"/>
                  </a:moveTo>
                  <a:lnTo>
                    <a:pt x="9791" y="68338"/>
                  </a:lnTo>
                </a:path>
              </a:pathLst>
            </a:custGeom>
            <a:noFill/>
            <a:ln w="8096">
              <a:solidFill>
                <a:srgbClr val="EDF0F2"/>
              </a:solidFill>
            </a:ln>
          </p:spPr>
        </p:sp>
        <p:sp>
          <p:nvSpPr>
            <p:cNvPr id="5875" name="Output_receptor__5874">
              <a:extLst>
                <a:ext uri="{FF2B5EF4-FFF2-40B4-BE49-F238E27FC236}">
                  <a16:creationId xmlns:a16="http://schemas.microsoft.com/office/drawing/2014/main" id="{37A14455-B0D4-556A-051C-26D74F79EAFB}"/>
                </a:ext>
              </a:extLst>
            </p:cNvPr>
            <p:cNvSpPr>
              <a:spLocks noGrp="1"/>
            </p:cNvSpPr>
            <p:nvPr/>
          </p:nvSpPr>
          <p:spPr>
            <a:xfrm>
              <a:off x="15432557" y="2975748"/>
              <a:ext cx="54219" cy="26665"/>
            </a:xfrm>
            <a:custGeom>
              <a:avLst/>
              <a:gdLst/>
              <a:ahLst/>
              <a:cxnLst/>
              <a:rect l="0" t="0" r="0" b="0"/>
              <a:pathLst>
                <a:path w="54219" h="26665">
                  <a:moveTo>
                    <a:pt x="54219" y="0"/>
                  </a:moveTo>
                  <a:lnTo>
                    <a:pt x="0" y="26665"/>
                  </a:lnTo>
                </a:path>
              </a:pathLst>
            </a:custGeom>
            <a:noFill/>
            <a:ln w="8096">
              <a:solidFill>
                <a:srgbClr val="EDF0F2"/>
              </a:solidFill>
            </a:ln>
          </p:spPr>
        </p:sp>
        <p:sp>
          <p:nvSpPr>
            <p:cNvPr id="5876" name="Output_receptor__5875">
              <a:extLst>
                <a:ext uri="{FF2B5EF4-FFF2-40B4-BE49-F238E27FC236}">
                  <a16:creationId xmlns:a16="http://schemas.microsoft.com/office/drawing/2014/main" id="{1417096B-5AA7-EA9C-93C1-B242D9486E98}"/>
                </a:ext>
              </a:extLst>
            </p:cNvPr>
            <p:cNvSpPr>
              <a:spLocks noGrp="1"/>
            </p:cNvSpPr>
            <p:nvPr/>
          </p:nvSpPr>
          <p:spPr>
            <a:xfrm>
              <a:off x="15166654" y="2870868"/>
              <a:ext cx="47008" cy="13859"/>
            </a:xfrm>
            <a:custGeom>
              <a:avLst/>
              <a:gdLst/>
              <a:ahLst/>
              <a:cxnLst/>
              <a:rect l="0" t="0" r="0" b="0"/>
              <a:pathLst>
                <a:path w="47008" h="13859">
                  <a:moveTo>
                    <a:pt x="0" y="0"/>
                  </a:moveTo>
                  <a:lnTo>
                    <a:pt x="47008" y="13859"/>
                  </a:lnTo>
                </a:path>
              </a:pathLst>
            </a:custGeom>
            <a:noFill/>
            <a:ln w="8096">
              <a:solidFill>
                <a:srgbClr val="EDF0F2"/>
              </a:solidFill>
            </a:ln>
          </p:spPr>
        </p:sp>
        <p:sp>
          <p:nvSpPr>
            <p:cNvPr id="5877" name="Output_receptor__5876">
              <a:extLst>
                <a:ext uri="{FF2B5EF4-FFF2-40B4-BE49-F238E27FC236}">
                  <a16:creationId xmlns:a16="http://schemas.microsoft.com/office/drawing/2014/main" id="{AD0E893E-89DB-2B01-39EB-D682EE527872}"/>
                </a:ext>
              </a:extLst>
            </p:cNvPr>
            <p:cNvSpPr>
              <a:spLocks noGrp="1"/>
            </p:cNvSpPr>
            <p:nvPr/>
          </p:nvSpPr>
          <p:spPr>
            <a:xfrm>
              <a:off x="14928971" y="3303020"/>
              <a:ext cx="59803" cy="3817"/>
            </a:xfrm>
            <a:custGeom>
              <a:avLst/>
              <a:gdLst/>
              <a:ahLst/>
              <a:cxnLst/>
              <a:rect l="0" t="0" r="0" b="0"/>
              <a:pathLst>
                <a:path w="59803" h="3817">
                  <a:moveTo>
                    <a:pt x="0" y="0"/>
                  </a:moveTo>
                  <a:lnTo>
                    <a:pt x="59803" y="3817"/>
                  </a:lnTo>
                </a:path>
              </a:pathLst>
            </a:custGeom>
            <a:noFill/>
            <a:ln w="8096">
              <a:solidFill>
                <a:srgbClr val="EDF0F2"/>
              </a:solidFill>
            </a:ln>
          </p:spPr>
        </p:sp>
        <p:sp>
          <p:nvSpPr>
            <p:cNvPr id="5878" name="Output_receptor__5877">
              <a:extLst>
                <a:ext uri="{FF2B5EF4-FFF2-40B4-BE49-F238E27FC236}">
                  <a16:creationId xmlns:a16="http://schemas.microsoft.com/office/drawing/2014/main" id="{E105CCBB-2208-C189-9437-407E7641850E}"/>
                </a:ext>
              </a:extLst>
            </p:cNvPr>
            <p:cNvSpPr>
              <a:spLocks noGrp="1"/>
            </p:cNvSpPr>
            <p:nvPr/>
          </p:nvSpPr>
          <p:spPr>
            <a:xfrm>
              <a:off x="15326058" y="3440253"/>
              <a:ext cx="4425" cy="9833"/>
            </a:xfrm>
            <a:custGeom>
              <a:avLst/>
              <a:gdLst/>
              <a:ahLst/>
              <a:cxnLst/>
              <a:rect l="0" t="0" r="0" b="0"/>
              <a:pathLst>
                <a:path w="4425" h="9833">
                  <a:moveTo>
                    <a:pt x="0" y="0"/>
                  </a:moveTo>
                  <a:lnTo>
                    <a:pt x="4425" y="9833"/>
                  </a:lnTo>
                </a:path>
              </a:pathLst>
            </a:custGeom>
            <a:noFill/>
            <a:ln w="20003">
              <a:solidFill>
                <a:srgbClr val="EDF0F2"/>
              </a:solidFill>
            </a:ln>
          </p:spPr>
        </p:sp>
        <p:sp>
          <p:nvSpPr>
            <p:cNvPr id="5879" name="Output_receptor__5878">
              <a:extLst>
                <a:ext uri="{FF2B5EF4-FFF2-40B4-BE49-F238E27FC236}">
                  <a16:creationId xmlns:a16="http://schemas.microsoft.com/office/drawing/2014/main" id="{C54AAF47-9BE2-D9B7-0A6C-7E1078C7E5E3}"/>
                </a:ext>
              </a:extLst>
            </p:cNvPr>
            <p:cNvSpPr>
              <a:spLocks noGrp="1"/>
            </p:cNvSpPr>
            <p:nvPr/>
          </p:nvSpPr>
          <p:spPr>
            <a:xfrm>
              <a:off x="15668492" y="3385737"/>
              <a:ext cx="44836" cy="46809"/>
            </a:xfrm>
            <a:custGeom>
              <a:avLst/>
              <a:gdLst/>
              <a:ahLst/>
              <a:cxnLst/>
              <a:rect l="0" t="0" r="0" b="0"/>
              <a:pathLst>
                <a:path w="44836" h="46809">
                  <a:moveTo>
                    <a:pt x="44836" y="46809"/>
                  </a:moveTo>
                  <a:lnTo>
                    <a:pt x="0" y="0"/>
                  </a:lnTo>
                </a:path>
              </a:pathLst>
            </a:custGeom>
            <a:noFill/>
            <a:ln w="20003">
              <a:solidFill>
                <a:srgbClr val="EDF0F2"/>
              </a:solidFill>
            </a:ln>
          </p:spPr>
        </p:sp>
        <p:sp>
          <p:nvSpPr>
            <p:cNvPr id="5880" name="Output_receptor__5879">
              <a:extLst>
                <a:ext uri="{FF2B5EF4-FFF2-40B4-BE49-F238E27FC236}">
                  <a16:creationId xmlns:a16="http://schemas.microsoft.com/office/drawing/2014/main" id="{0760C354-12B0-FC74-2C81-C3FBA36301BD}"/>
                </a:ext>
              </a:extLst>
            </p:cNvPr>
            <p:cNvSpPr>
              <a:spLocks noGrp="1"/>
            </p:cNvSpPr>
            <p:nvPr/>
          </p:nvSpPr>
          <p:spPr>
            <a:xfrm>
              <a:off x="16112170" y="2802363"/>
              <a:ext cx="46804" cy="28820"/>
            </a:xfrm>
            <a:custGeom>
              <a:avLst/>
              <a:gdLst/>
              <a:ahLst/>
              <a:cxnLst/>
              <a:rect l="0" t="0" r="0" b="0"/>
              <a:pathLst>
                <a:path w="46804" h="28820">
                  <a:moveTo>
                    <a:pt x="0" y="0"/>
                  </a:moveTo>
                  <a:lnTo>
                    <a:pt x="46804" y="28820"/>
                  </a:lnTo>
                </a:path>
              </a:pathLst>
            </a:custGeom>
            <a:noFill/>
            <a:ln w="20003">
              <a:solidFill>
                <a:srgbClr val="EDF0F2"/>
              </a:solidFill>
            </a:ln>
          </p:spPr>
        </p:sp>
        <p:sp>
          <p:nvSpPr>
            <p:cNvPr id="5881" name="Output_receptor__5880">
              <a:extLst>
                <a:ext uri="{FF2B5EF4-FFF2-40B4-BE49-F238E27FC236}">
                  <a16:creationId xmlns:a16="http://schemas.microsoft.com/office/drawing/2014/main" id="{F16E9D49-CE4A-6182-DCC7-548677956E40}"/>
                </a:ext>
              </a:extLst>
            </p:cNvPr>
            <p:cNvSpPr>
              <a:spLocks noGrp="1"/>
            </p:cNvSpPr>
            <p:nvPr/>
          </p:nvSpPr>
          <p:spPr>
            <a:xfrm>
              <a:off x="14861854" y="2937231"/>
              <a:ext cx="25844" cy="58997"/>
            </a:xfrm>
            <a:custGeom>
              <a:avLst/>
              <a:gdLst/>
              <a:ahLst/>
              <a:cxnLst/>
              <a:rect l="0" t="0" r="0" b="0"/>
              <a:pathLst>
                <a:path w="25844" h="58997">
                  <a:moveTo>
                    <a:pt x="25844" y="0"/>
                  </a:moveTo>
                  <a:lnTo>
                    <a:pt x="0" y="58997"/>
                  </a:lnTo>
                </a:path>
              </a:pathLst>
            </a:custGeom>
            <a:noFill/>
            <a:ln w="8096">
              <a:solidFill>
                <a:srgbClr val="EDF0F2"/>
              </a:solidFill>
            </a:ln>
          </p:spPr>
        </p:sp>
        <p:sp>
          <p:nvSpPr>
            <p:cNvPr id="5882" name="Output_receptor__5881">
              <a:extLst>
                <a:ext uri="{FF2B5EF4-FFF2-40B4-BE49-F238E27FC236}">
                  <a16:creationId xmlns:a16="http://schemas.microsoft.com/office/drawing/2014/main" id="{40801815-27E0-5E1B-7855-400351712D42}"/>
                </a:ext>
              </a:extLst>
            </p:cNvPr>
            <p:cNvSpPr>
              <a:spLocks noGrp="1"/>
            </p:cNvSpPr>
            <p:nvPr/>
          </p:nvSpPr>
          <p:spPr>
            <a:xfrm>
              <a:off x="16158974" y="2831184"/>
              <a:ext cx="22764" cy="53876"/>
            </a:xfrm>
            <a:custGeom>
              <a:avLst/>
              <a:gdLst/>
              <a:ahLst/>
              <a:cxnLst/>
              <a:rect l="0" t="0" r="0" b="0"/>
              <a:pathLst>
                <a:path w="22764" h="53876">
                  <a:moveTo>
                    <a:pt x="0" y="0"/>
                  </a:moveTo>
                  <a:lnTo>
                    <a:pt x="22764" y="53876"/>
                  </a:lnTo>
                </a:path>
              </a:pathLst>
            </a:custGeom>
            <a:noFill/>
            <a:ln w="20003">
              <a:solidFill>
                <a:srgbClr val="EDF0F2"/>
              </a:solidFill>
            </a:ln>
          </p:spPr>
        </p:sp>
        <p:sp>
          <p:nvSpPr>
            <p:cNvPr id="5883" name="Output_receptor__5882">
              <a:extLst>
                <a:ext uri="{FF2B5EF4-FFF2-40B4-BE49-F238E27FC236}">
                  <a16:creationId xmlns:a16="http://schemas.microsoft.com/office/drawing/2014/main" id="{1D0C8203-DB19-1A2A-4994-1E02312496B2}"/>
                </a:ext>
              </a:extLst>
            </p:cNvPr>
            <p:cNvSpPr>
              <a:spLocks noGrp="1"/>
            </p:cNvSpPr>
            <p:nvPr/>
          </p:nvSpPr>
          <p:spPr>
            <a:xfrm>
              <a:off x="16276653" y="2680424"/>
              <a:ext cx="72017" cy="2051"/>
            </a:xfrm>
            <a:custGeom>
              <a:avLst/>
              <a:gdLst/>
              <a:ahLst/>
              <a:cxnLst/>
              <a:rect l="0" t="0" r="0" b="0"/>
              <a:pathLst>
                <a:path w="72017" h="2051">
                  <a:moveTo>
                    <a:pt x="72017" y="2051"/>
                  </a:moveTo>
                  <a:lnTo>
                    <a:pt x="0" y="0"/>
                  </a:lnTo>
                </a:path>
              </a:pathLst>
            </a:custGeom>
            <a:noFill/>
            <a:ln w="20003">
              <a:solidFill>
                <a:srgbClr val="EDF0F2"/>
              </a:solidFill>
            </a:ln>
          </p:spPr>
        </p:sp>
        <p:sp>
          <p:nvSpPr>
            <p:cNvPr id="5884" name="Output_receptor__5883">
              <a:extLst>
                <a:ext uri="{FF2B5EF4-FFF2-40B4-BE49-F238E27FC236}">
                  <a16:creationId xmlns:a16="http://schemas.microsoft.com/office/drawing/2014/main" id="{88F39F34-D622-A2F4-471B-B1D2B5457CB9}"/>
                </a:ext>
              </a:extLst>
            </p:cNvPr>
            <p:cNvSpPr>
              <a:spLocks noGrp="1"/>
            </p:cNvSpPr>
            <p:nvPr/>
          </p:nvSpPr>
          <p:spPr>
            <a:xfrm>
              <a:off x="14933757" y="3101327"/>
              <a:ext cx="72407" cy="1839"/>
            </a:xfrm>
            <a:custGeom>
              <a:avLst/>
              <a:gdLst/>
              <a:ahLst/>
              <a:cxnLst/>
              <a:rect l="0" t="0" r="0" b="0"/>
              <a:pathLst>
                <a:path w="72407" h="1839">
                  <a:moveTo>
                    <a:pt x="0" y="0"/>
                  </a:moveTo>
                  <a:lnTo>
                    <a:pt x="72407" y="1839"/>
                  </a:lnTo>
                </a:path>
              </a:pathLst>
            </a:custGeom>
            <a:noFill/>
            <a:ln w="20003">
              <a:solidFill>
                <a:srgbClr val="EDF0F2"/>
              </a:solidFill>
            </a:ln>
          </p:spPr>
        </p:sp>
        <p:sp>
          <p:nvSpPr>
            <p:cNvPr id="5885" name="Output_receptor__5884">
              <a:extLst>
                <a:ext uri="{FF2B5EF4-FFF2-40B4-BE49-F238E27FC236}">
                  <a16:creationId xmlns:a16="http://schemas.microsoft.com/office/drawing/2014/main" id="{F70573D7-7409-609B-9C3D-4B69DBE200BF}"/>
                </a:ext>
              </a:extLst>
            </p:cNvPr>
            <p:cNvSpPr>
              <a:spLocks noGrp="1"/>
            </p:cNvSpPr>
            <p:nvPr/>
          </p:nvSpPr>
          <p:spPr>
            <a:xfrm>
              <a:off x="15057192" y="3055229"/>
              <a:ext cx="64194" cy="7098"/>
            </a:xfrm>
            <a:custGeom>
              <a:avLst/>
              <a:gdLst/>
              <a:ahLst/>
              <a:cxnLst/>
              <a:rect l="0" t="0" r="0" b="0"/>
              <a:pathLst>
                <a:path w="64194" h="7098">
                  <a:moveTo>
                    <a:pt x="0" y="0"/>
                  </a:moveTo>
                  <a:lnTo>
                    <a:pt x="64194" y="7098"/>
                  </a:lnTo>
                </a:path>
              </a:pathLst>
            </a:custGeom>
            <a:noFill/>
            <a:ln w="20003">
              <a:solidFill>
                <a:srgbClr val="EDF0F2"/>
              </a:solidFill>
            </a:ln>
          </p:spPr>
        </p:sp>
        <p:sp>
          <p:nvSpPr>
            <p:cNvPr id="5886" name="Output_receptor__5885">
              <a:extLst>
                <a:ext uri="{FF2B5EF4-FFF2-40B4-BE49-F238E27FC236}">
                  <a16:creationId xmlns:a16="http://schemas.microsoft.com/office/drawing/2014/main" id="{9BC08047-46E6-AF97-4C19-F33C94C3DF83}"/>
                </a:ext>
              </a:extLst>
            </p:cNvPr>
            <p:cNvSpPr>
              <a:spLocks noGrp="1"/>
            </p:cNvSpPr>
            <p:nvPr/>
          </p:nvSpPr>
          <p:spPr>
            <a:xfrm>
              <a:off x="15997196" y="2570500"/>
              <a:ext cx="49505" cy="17521"/>
            </a:xfrm>
            <a:custGeom>
              <a:avLst/>
              <a:gdLst/>
              <a:ahLst/>
              <a:cxnLst/>
              <a:rect l="0" t="0" r="0" b="0"/>
              <a:pathLst>
                <a:path w="49505" h="17521">
                  <a:moveTo>
                    <a:pt x="49505" y="17521"/>
                  </a:moveTo>
                  <a:lnTo>
                    <a:pt x="0" y="0"/>
                  </a:lnTo>
                </a:path>
              </a:pathLst>
            </a:custGeom>
            <a:noFill/>
            <a:ln w="8096">
              <a:solidFill>
                <a:srgbClr val="EDF0F2"/>
              </a:solidFill>
            </a:ln>
          </p:spPr>
        </p:sp>
        <p:sp>
          <p:nvSpPr>
            <p:cNvPr id="5887" name="Output_receptor__5886">
              <a:extLst>
                <a:ext uri="{FF2B5EF4-FFF2-40B4-BE49-F238E27FC236}">
                  <a16:creationId xmlns:a16="http://schemas.microsoft.com/office/drawing/2014/main" id="{62AF31B3-CB3E-6B86-4E49-BCBE7162A8EF}"/>
                </a:ext>
              </a:extLst>
            </p:cNvPr>
            <p:cNvSpPr>
              <a:spLocks noGrp="1"/>
            </p:cNvSpPr>
            <p:nvPr/>
          </p:nvSpPr>
          <p:spPr>
            <a:xfrm>
              <a:off x="15822578" y="3195732"/>
              <a:ext cx="8197" cy="34271"/>
            </a:xfrm>
            <a:custGeom>
              <a:avLst/>
              <a:gdLst/>
              <a:ahLst/>
              <a:cxnLst/>
              <a:rect l="0" t="0" r="0" b="0"/>
              <a:pathLst>
                <a:path w="8197" h="34271">
                  <a:moveTo>
                    <a:pt x="0" y="0"/>
                  </a:moveTo>
                  <a:lnTo>
                    <a:pt x="8197" y="34271"/>
                  </a:lnTo>
                </a:path>
              </a:pathLst>
            </a:custGeom>
            <a:noFill/>
            <a:ln w="20003">
              <a:solidFill>
                <a:srgbClr val="EDF0F2"/>
              </a:solidFill>
            </a:ln>
          </p:spPr>
        </p:sp>
        <p:sp>
          <p:nvSpPr>
            <p:cNvPr id="5888" name="Output_receptor__5887">
              <a:extLst>
                <a:ext uri="{FF2B5EF4-FFF2-40B4-BE49-F238E27FC236}">
                  <a16:creationId xmlns:a16="http://schemas.microsoft.com/office/drawing/2014/main" id="{1A969FC0-8892-8CD1-759E-FBAA5C162E29}"/>
                </a:ext>
              </a:extLst>
            </p:cNvPr>
            <p:cNvSpPr>
              <a:spLocks noGrp="1"/>
            </p:cNvSpPr>
            <p:nvPr/>
          </p:nvSpPr>
          <p:spPr>
            <a:xfrm>
              <a:off x="15121386" y="3021091"/>
              <a:ext cx="48018" cy="41236"/>
            </a:xfrm>
            <a:custGeom>
              <a:avLst/>
              <a:gdLst/>
              <a:ahLst/>
              <a:cxnLst/>
              <a:rect l="0" t="0" r="0" b="0"/>
              <a:pathLst>
                <a:path w="48018" h="41236">
                  <a:moveTo>
                    <a:pt x="0" y="41236"/>
                  </a:moveTo>
                  <a:lnTo>
                    <a:pt x="48018" y="0"/>
                  </a:lnTo>
                </a:path>
              </a:pathLst>
            </a:custGeom>
            <a:noFill/>
            <a:ln w="8096">
              <a:solidFill>
                <a:srgbClr val="EDF0F2"/>
              </a:solidFill>
            </a:ln>
          </p:spPr>
        </p:sp>
        <p:sp>
          <p:nvSpPr>
            <p:cNvPr id="5889" name="Output_receptor__5888">
              <a:extLst>
                <a:ext uri="{FF2B5EF4-FFF2-40B4-BE49-F238E27FC236}">
                  <a16:creationId xmlns:a16="http://schemas.microsoft.com/office/drawing/2014/main" id="{F3611808-DCD7-FB12-C284-5E35339F502E}"/>
                </a:ext>
              </a:extLst>
            </p:cNvPr>
            <p:cNvSpPr>
              <a:spLocks noGrp="1"/>
            </p:cNvSpPr>
            <p:nvPr/>
          </p:nvSpPr>
          <p:spPr>
            <a:xfrm>
              <a:off x="16209672" y="3180779"/>
              <a:ext cx="4712" cy="67614"/>
            </a:xfrm>
            <a:custGeom>
              <a:avLst/>
              <a:gdLst/>
              <a:ahLst/>
              <a:cxnLst/>
              <a:rect l="0" t="0" r="0" b="0"/>
              <a:pathLst>
                <a:path w="4712" h="67614">
                  <a:moveTo>
                    <a:pt x="4712" y="67614"/>
                  </a:moveTo>
                  <a:lnTo>
                    <a:pt x="0" y="0"/>
                  </a:lnTo>
                </a:path>
              </a:pathLst>
            </a:custGeom>
            <a:noFill/>
            <a:ln w="20003">
              <a:solidFill>
                <a:srgbClr val="EDF0F2"/>
              </a:solidFill>
            </a:ln>
          </p:spPr>
        </p:sp>
        <p:sp>
          <p:nvSpPr>
            <p:cNvPr id="5890" name="Output_receptor__5889">
              <a:extLst>
                <a:ext uri="{FF2B5EF4-FFF2-40B4-BE49-F238E27FC236}">
                  <a16:creationId xmlns:a16="http://schemas.microsoft.com/office/drawing/2014/main" id="{2B4391D9-6166-08BB-FDB6-BE03AC9AA155}"/>
                </a:ext>
              </a:extLst>
            </p:cNvPr>
            <p:cNvSpPr>
              <a:spLocks noGrp="1"/>
            </p:cNvSpPr>
            <p:nvPr/>
          </p:nvSpPr>
          <p:spPr>
            <a:xfrm>
              <a:off x="16141742" y="3167511"/>
              <a:ext cx="67930" cy="13268"/>
            </a:xfrm>
            <a:custGeom>
              <a:avLst/>
              <a:gdLst/>
              <a:ahLst/>
              <a:cxnLst/>
              <a:rect l="0" t="0" r="0" b="0"/>
              <a:pathLst>
                <a:path w="67930" h="13268">
                  <a:moveTo>
                    <a:pt x="67930" y="13268"/>
                  </a:moveTo>
                  <a:lnTo>
                    <a:pt x="0" y="0"/>
                  </a:lnTo>
                </a:path>
              </a:pathLst>
            </a:custGeom>
            <a:noFill/>
            <a:ln w="20003">
              <a:solidFill>
                <a:srgbClr val="EDF0F2"/>
              </a:solidFill>
            </a:ln>
          </p:spPr>
        </p:sp>
        <p:sp>
          <p:nvSpPr>
            <p:cNvPr id="5891" name="Output_receptor__5890">
              <a:extLst>
                <a:ext uri="{FF2B5EF4-FFF2-40B4-BE49-F238E27FC236}">
                  <a16:creationId xmlns:a16="http://schemas.microsoft.com/office/drawing/2014/main" id="{698A0960-DE53-9B1D-8DED-8B107970C5ED}"/>
                </a:ext>
              </a:extLst>
            </p:cNvPr>
            <p:cNvSpPr>
              <a:spLocks noGrp="1"/>
            </p:cNvSpPr>
            <p:nvPr/>
          </p:nvSpPr>
          <p:spPr>
            <a:xfrm>
              <a:off x="15623380" y="3199551"/>
              <a:ext cx="1906" cy="42725"/>
            </a:xfrm>
            <a:custGeom>
              <a:avLst/>
              <a:gdLst/>
              <a:ahLst/>
              <a:cxnLst/>
              <a:rect l="0" t="0" r="0" b="0"/>
              <a:pathLst>
                <a:path w="1906" h="42725">
                  <a:moveTo>
                    <a:pt x="0" y="0"/>
                  </a:moveTo>
                  <a:lnTo>
                    <a:pt x="1906" y="42725"/>
                  </a:lnTo>
                </a:path>
              </a:pathLst>
            </a:custGeom>
            <a:noFill/>
            <a:ln w="20003">
              <a:solidFill>
                <a:srgbClr val="EDF0F2"/>
              </a:solidFill>
            </a:ln>
          </p:spPr>
        </p:sp>
        <p:sp>
          <p:nvSpPr>
            <p:cNvPr id="5892" name="Output_receptor__5891">
              <a:extLst>
                <a:ext uri="{FF2B5EF4-FFF2-40B4-BE49-F238E27FC236}">
                  <a16:creationId xmlns:a16="http://schemas.microsoft.com/office/drawing/2014/main" id="{993CF7D7-56F1-729F-A379-4FCB6871B04A}"/>
                </a:ext>
              </a:extLst>
            </p:cNvPr>
            <p:cNvSpPr>
              <a:spLocks noGrp="1"/>
            </p:cNvSpPr>
            <p:nvPr/>
          </p:nvSpPr>
          <p:spPr>
            <a:xfrm>
              <a:off x="15006165" y="3055229"/>
              <a:ext cx="51028" cy="47937"/>
            </a:xfrm>
            <a:custGeom>
              <a:avLst/>
              <a:gdLst/>
              <a:ahLst/>
              <a:cxnLst/>
              <a:rect l="0" t="0" r="0" b="0"/>
              <a:pathLst>
                <a:path w="51028" h="47937">
                  <a:moveTo>
                    <a:pt x="0" y="47937"/>
                  </a:moveTo>
                  <a:lnTo>
                    <a:pt x="51028" y="0"/>
                  </a:lnTo>
                </a:path>
              </a:pathLst>
            </a:custGeom>
            <a:noFill/>
            <a:ln w="20003">
              <a:solidFill>
                <a:srgbClr val="EDF0F2"/>
              </a:solidFill>
            </a:ln>
          </p:spPr>
        </p:sp>
        <p:sp>
          <p:nvSpPr>
            <p:cNvPr id="5893" name="Output_receptor__5892">
              <a:extLst>
                <a:ext uri="{FF2B5EF4-FFF2-40B4-BE49-F238E27FC236}">
                  <a16:creationId xmlns:a16="http://schemas.microsoft.com/office/drawing/2014/main" id="{9D413387-DBF2-2555-F06B-C6C62B411901}"/>
                </a:ext>
              </a:extLst>
            </p:cNvPr>
            <p:cNvSpPr>
              <a:spLocks noGrp="1"/>
            </p:cNvSpPr>
            <p:nvPr/>
          </p:nvSpPr>
          <p:spPr>
            <a:xfrm>
              <a:off x="15821688" y="3108068"/>
              <a:ext cx="69921" cy="7070"/>
            </a:xfrm>
            <a:custGeom>
              <a:avLst/>
              <a:gdLst/>
              <a:ahLst/>
              <a:cxnLst/>
              <a:rect l="0" t="0" r="0" b="0"/>
              <a:pathLst>
                <a:path w="69921" h="7070">
                  <a:moveTo>
                    <a:pt x="69921" y="0"/>
                  </a:moveTo>
                  <a:lnTo>
                    <a:pt x="0" y="7070"/>
                  </a:lnTo>
                </a:path>
              </a:pathLst>
            </a:custGeom>
            <a:noFill/>
            <a:ln w="20003">
              <a:solidFill>
                <a:srgbClr val="EDF0F2"/>
              </a:solidFill>
            </a:ln>
          </p:spPr>
        </p:sp>
        <p:sp>
          <p:nvSpPr>
            <p:cNvPr id="5894" name="Output_receptor__5893">
              <a:extLst>
                <a:ext uri="{FF2B5EF4-FFF2-40B4-BE49-F238E27FC236}">
                  <a16:creationId xmlns:a16="http://schemas.microsoft.com/office/drawing/2014/main" id="{C330E4AD-4A87-135D-1B78-84649C9CDE91}"/>
                </a:ext>
              </a:extLst>
            </p:cNvPr>
            <p:cNvSpPr>
              <a:spLocks noGrp="1"/>
            </p:cNvSpPr>
            <p:nvPr/>
          </p:nvSpPr>
          <p:spPr>
            <a:xfrm>
              <a:off x="16046702" y="2571297"/>
              <a:ext cx="61685" cy="16724"/>
            </a:xfrm>
            <a:custGeom>
              <a:avLst/>
              <a:gdLst/>
              <a:ahLst/>
              <a:cxnLst/>
              <a:rect l="0" t="0" r="0" b="0"/>
              <a:pathLst>
                <a:path w="61685" h="16724">
                  <a:moveTo>
                    <a:pt x="61685" y="0"/>
                  </a:moveTo>
                  <a:lnTo>
                    <a:pt x="0" y="16724"/>
                  </a:lnTo>
                </a:path>
              </a:pathLst>
            </a:custGeom>
            <a:noFill/>
            <a:ln w="8096">
              <a:solidFill>
                <a:srgbClr val="EDF0F2"/>
              </a:solidFill>
            </a:ln>
          </p:spPr>
        </p:sp>
        <p:sp>
          <p:nvSpPr>
            <p:cNvPr id="5895" name="Output_receptor__5894">
              <a:extLst>
                <a:ext uri="{FF2B5EF4-FFF2-40B4-BE49-F238E27FC236}">
                  <a16:creationId xmlns:a16="http://schemas.microsoft.com/office/drawing/2014/main" id="{88FB8F3A-89E2-E662-9F95-5B0B93D1C8F3}"/>
                </a:ext>
              </a:extLst>
            </p:cNvPr>
            <p:cNvSpPr>
              <a:spLocks noGrp="1"/>
            </p:cNvSpPr>
            <p:nvPr/>
          </p:nvSpPr>
          <p:spPr>
            <a:xfrm>
              <a:off x="15379733" y="3195248"/>
              <a:ext cx="42077" cy="31535"/>
            </a:xfrm>
            <a:custGeom>
              <a:avLst/>
              <a:gdLst/>
              <a:ahLst/>
              <a:cxnLst/>
              <a:rect l="0" t="0" r="0" b="0"/>
              <a:pathLst>
                <a:path w="42077" h="31535">
                  <a:moveTo>
                    <a:pt x="0" y="0"/>
                  </a:moveTo>
                  <a:lnTo>
                    <a:pt x="42077" y="31535"/>
                  </a:lnTo>
                </a:path>
              </a:pathLst>
            </a:custGeom>
            <a:noFill/>
            <a:ln w="20003">
              <a:solidFill>
                <a:srgbClr val="EDF0F2"/>
              </a:solidFill>
            </a:ln>
          </p:spPr>
        </p:sp>
        <p:sp>
          <p:nvSpPr>
            <p:cNvPr id="5896" name="Output_receptor__5895">
              <a:extLst>
                <a:ext uri="{FF2B5EF4-FFF2-40B4-BE49-F238E27FC236}">
                  <a16:creationId xmlns:a16="http://schemas.microsoft.com/office/drawing/2014/main" id="{8C4B5BAC-8803-5CA2-CD28-7EFD04A30F1D}"/>
                </a:ext>
              </a:extLst>
            </p:cNvPr>
            <p:cNvSpPr>
              <a:spLocks noGrp="1"/>
            </p:cNvSpPr>
            <p:nvPr/>
          </p:nvSpPr>
          <p:spPr>
            <a:xfrm>
              <a:off x="15326665" y="3191742"/>
              <a:ext cx="53068" cy="3505"/>
            </a:xfrm>
            <a:custGeom>
              <a:avLst/>
              <a:gdLst/>
              <a:ahLst/>
              <a:cxnLst/>
              <a:rect l="0" t="0" r="0" b="0"/>
              <a:pathLst>
                <a:path w="53068" h="3505">
                  <a:moveTo>
                    <a:pt x="0" y="0"/>
                  </a:moveTo>
                  <a:lnTo>
                    <a:pt x="53068" y="3505"/>
                  </a:lnTo>
                </a:path>
              </a:pathLst>
            </a:custGeom>
            <a:noFill/>
            <a:ln w="20003">
              <a:solidFill>
                <a:srgbClr val="EDF0F2"/>
              </a:solidFill>
            </a:ln>
          </p:spPr>
        </p:sp>
        <p:sp>
          <p:nvSpPr>
            <p:cNvPr id="5897" name="Output_receptor__5896">
              <a:extLst>
                <a:ext uri="{FF2B5EF4-FFF2-40B4-BE49-F238E27FC236}">
                  <a16:creationId xmlns:a16="http://schemas.microsoft.com/office/drawing/2014/main" id="{F25C6B08-C0CA-61DA-3C33-553838C54A16}"/>
                </a:ext>
              </a:extLst>
            </p:cNvPr>
            <p:cNvSpPr>
              <a:spLocks noGrp="1"/>
            </p:cNvSpPr>
            <p:nvPr/>
          </p:nvSpPr>
          <p:spPr>
            <a:xfrm>
              <a:off x="15531984" y="3177083"/>
              <a:ext cx="25124" cy="67234"/>
            </a:xfrm>
            <a:custGeom>
              <a:avLst/>
              <a:gdLst/>
              <a:ahLst/>
              <a:cxnLst/>
              <a:rect l="0" t="0" r="0" b="0"/>
              <a:pathLst>
                <a:path w="25124" h="67234">
                  <a:moveTo>
                    <a:pt x="0" y="67234"/>
                  </a:moveTo>
                  <a:lnTo>
                    <a:pt x="25124" y="0"/>
                  </a:lnTo>
                </a:path>
              </a:pathLst>
            </a:custGeom>
            <a:noFill/>
            <a:ln w="20003">
              <a:solidFill>
                <a:srgbClr val="EDF0F2"/>
              </a:solidFill>
            </a:ln>
          </p:spPr>
        </p:sp>
        <p:sp>
          <p:nvSpPr>
            <p:cNvPr id="5898" name="Output_receptor__5897">
              <a:extLst>
                <a:ext uri="{FF2B5EF4-FFF2-40B4-BE49-F238E27FC236}">
                  <a16:creationId xmlns:a16="http://schemas.microsoft.com/office/drawing/2014/main" id="{88AE4F79-5F1C-FFFC-9664-96234E8817C9}"/>
                </a:ext>
              </a:extLst>
            </p:cNvPr>
            <p:cNvSpPr>
              <a:spLocks noGrp="1"/>
            </p:cNvSpPr>
            <p:nvPr/>
          </p:nvSpPr>
          <p:spPr>
            <a:xfrm>
              <a:off x="16314953" y="2460146"/>
              <a:ext cx="51960" cy="20970"/>
            </a:xfrm>
            <a:custGeom>
              <a:avLst/>
              <a:gdLst/>
              <a:ahLst/>
              <a:cxnLst/>
              <a:rect l="0" t="0" r="0" b="0"/>
              <a:pathLst>
                <a:path w="51960" h="20970">
                  <a:moveTo>
                    <a:pt x="0" y="0"/>
                  </a:moveTo>
                  <a:lnTo>
                    <a:pt x="51960" y="20970"/>
                  </a:lnTo>
                </a:path>
              </a:pathLst>
            </a:custGeom>
            <a:noFill/>
            <a:ln w="8096">
              <a:solidFill>
                <a:srgbClr val="EDF0F2"/>
              </a:solidFill>
            </a:ln>
          </p:spPr>
        </p:sp>
        <p:sp>
          <p:nvSpPr>
            <p:cNvPr id="5899" name="Output_receptor__5898">
              <a:extLst>
                <a:ext uri="{FF2B5EF4-FFF2-40B4-BE49-F238E27FC236}">
                  <a16:creationId xmlns:a16="http://schemas.microsoft.com/office/drawing/2014/main" id="{1F74E63A-FF55-772C-78BA-022A39546F38}"/>
                </a:ext>
              </a:extLst>
            </p:cNvPr>
            <p:cNvSpPr>
              <a:spLocks noGrp="1"/>
            </p:cNvSpPr>
            <p:nvPr/>
          </p:nvSpPr>
          <p:spPr>
            <a:xfrm>
              <a:off x="14922918" y="2825204"/>
              <a:ext cx="43688" cy="20133"/>
            </a:xfrm>
            <a:custGeom>
              <a:avLst/>
              <a:gdLst/>
              <a:ahLst/>
              <a:cxnLst/>
              <a:rect l="0" t="0" r="0" b="0"/>
              <a:pathLst>
                <a:path w="43688" h="20133">
                  <a:moveTo>
                    <a:pt x="43688" y="0"/>
                  </a:moveTo>
                  <a:lnTo>
                    <a:pt x="0" y="20133"/>
                  </a:lnTo>
                </a:path>
              </a:pathLst>
            </a:custGeom>
            <a:noFill/>
            <a:ln w="8096">
              <a:solidFill>
                <a:srgbClr val="EDF0F2"/>
              </a:solidFill>
            </a:ln>
          </p:spPr>
        </p:sp>
        <p:sp>
          <p:nvSpPr>
            <p:cNvPr id="5900" name="Output_receptor__5899">
              <a:extLst>
                <a:ext uri="{FF2B5EF4-FFF2-40B4-BE49-F238E27FC236}">
                  <a16:creationId xmlns:a16="http://schemas.microsoft.com/office/drawing/2014/main" id="{C387372F-1DAA-CCE1-D2D3-D81563A48146}"/>
                </a:ext>
              </a:extLst>
            </p:cNvPr>
            <p:cNvSpPr>
              <a:spLocks noGrp="1"/>
            </p:cNvSpPr>
            <p:nvPr/>
          </p:nvSpPr>
          <p:spPr>
            <a:xfrm>
              <a:off x="14887697" y="2937231"/>
              <a:ext cx="72130" cy="5821"/>
            </a:xfrm>
            <a:custGeom>
              <a:avLst/>
              <a:gdLst/>
              <a:ahLst/>
              <a:cxnLst/>
              <a:rect l="0" t="0" r="0" b="0"/>
              <a:pathLst>
                <a:path w="72130" h="5821">
                  <a:moveTo>
                    <a:pt x="72130" y="5821"/>
                  </a:moveTo>
                  <a:lnTo>
                    <a:pt x="0" y="0"/>
                  </a:lnTo>
                </a:path>
              </a:pathLst>
            </a:custGeom>
            <a:noFill/>
            <a:ln w="8096">
              <a:solidFill>
                <a:srgbClr val="EDF0F2"/>
              </a:solidFill>
            </a:ln>
          </p:spPr>
        </p:sp>
        <p:sp>
          <p:nvSpPr>
            <p:cNvPr id="5901" name="Output_receptor__5900">
              <a:extLst>
                <a:ext uri="{FF2B5EF4-FFF2-40B4-BE49-F238E27FC236}">
                  <a16:creationId xmlns:a16="http://schemas.microsoft.com/office/drawing/2014/main" id="{2115C8C4-073E-672B-9E43-F9C87016B1B2}"/>
                </a:ext>
              </a:extLst>
            </p:cNvPr>
            <p:cNvSpPr>
              <a:spLocks noGrp="1"/>
            </p:cNvSpPr>
            <p:nvPr/>
          </p:nvSpPr>
          <p:spPr>
            <a:xfrm>
              <a:off x="14988774" y="3306837"/>
              <a:ext cx="25076" cy="66664"/>
            </a:xfrm>
            <a:custGeom>
              <a:avLst/>
              <a:gdLst/>
              <a:ahLst/>
              <a:cxnLst/>
              <a:rect l="0" t="0" r="0" b="0"/>
              <a:pathLst>
                <a:path w="25076" h="66664">
                  <a:moveTo>
                    <a:pt x="0" y="0"/>
                  </a:moveTo>
                  <a:lnTo>
                    <a:pt x="25076" y="66664"/>
                  </a:lnTo>
                </a:path>
              </a:pathLst>
            </a:custGeom>
            <a:noFill/>
            <a:ln w="8096">
              <a:solidFill>
                <a:srgbClr val="EDF0F2"/>
              </a:solidFill>
            </a:ln>
          </p:spPr>
        </p:sp>
        <p:sp>
          <p:nvSpPr>
            <p:cNvPr id="5902" name="Output_receptor__5901">
              <a:extLst>
                <a:ext uri="{FF2B5EF4-FFF2-40B4-BE49-F238E27FC236}">
                  <a16:creationId xmlns:a16="http://schemas.microsoft.com/office/drawing/2014/main" id="{E91276CC-86F3-BA7B-7F8D-C2E386D2D483}"/>
                </a:ext>
              </a:extLst>
            </p:cNvPr>
            <p:cNvSpPr>
              <a:spLocks noGrp="1"/>
            </p:cNvSpPr>
            <p:nvPr/>
          </p:nvSpPr>
          <p:spPr>
            <a:xfrm>
              <a:off x="14966606" y="2811095"/>
              <a:ext cx="55033" cy="14109"/>
            </a:xfrm>
            <a:custGeom>
              <a:avLst/>
              <a:gdLst/>
              <a:ahLst/>
              <a:cxnLst/>
              <a:rect l="0" t="0" r="0" b="0"/>
              <a:pathLst>
                <a:path w="55033" h="14109">
                  <a:moveTo>
                    <a:pt x="55033" y="0"/>
                  </a:moveTo>
                  <a:lnTo>
                    <a:pt x="0" y="14109"/>
                  </a:lnTo>
                </a:path>
              </a:pathLst>
            </a:custGeom>
            <a:noFill/>
            <a:ln w="8096">
              <a:solidFill>
                <a:srgbClr val="EDF0F2"/>
              </a:solidFill>
            </a:ln>
          </p:spPr>
        </p:sp>
        <p:sp>
          <p:nvSpPr>
            <p:cNvPr id="5903" name="Output_receptor__5902">
              <a:extLst>
                <a:ext uri="{FF2B5EF4-FFF2-40B4-BE49-F238E27FC236}">
                  <a16:creationId xmlns:a16="http://schemas.microsoft.com/office/drawing/2014/main" id="{9BEA07FF-5E7D-13E7-D908-9B9A03F6678C}"/>
                </a:ext>
              </a:extLst>
            </p:cNvPr>
            <p:cNvSpPr>
              <a:spLocks noGrp="1"/>
            </p:cNvSpPr>
            <p:nvPr/>
          </p:nvSpPr>
          <p:spPr>
            <a:xfrm>
              <a:off x="16249334" y="2460146"/>
              <a:ext cx="65619" cy="10238"/>
            </a:xfrm>
            <a:custGeom>
              <a:avLst/>
              <a:gdLst/>
              <a:ahLst/>
              <a:cxnLst/>
              <a:rect l="0" t="0" r="0" b="0"/>
              <a:pathLst>
                <a:path w="65619" h="10238">
                  <a:moveTo>
                    <a:pt x="0" y="10238"/>
                  </a:moveTo>
                  <a:lnTo>
                    <a:pt x="65619" y="0"/>
                  </a:lnTo>
                </a:path>
              </a:pathLst>
            </a:custGeom>
            <a:noFill/>
            <a:ln w="8096">
              <a:solidFill>
                <a:srgbClr val="EDF0F2"/>
              </a:solidFill>
            </a:ln>
          </p:spPr>
        </p:sp>
        <p:sp>
          <p:nvSpPr>
            <p:cNvPr id="5904" name="Output_receptor__5903">
              <a:extLst>
                <a:ext uri="{FF2B5EF4-FFF2-40B4-BE49-F238E27FC236}">
                  <a16:creationId xmlns:a16="http://schemas.microsoft.com/office/drawing/2014/main" id="{4EF1FAC0-D542-8D33-EBEE-630FF49D98E7}"/>
                </a:ext>
              </a:extLst>
            </p:cNvPr>
            <p:cNvSpPr>
              <a:spLocks noGrp="1"/>
            </p:cNvSpPr>
            <p:nvPr/>
          </p:nvSpPr>
          <p:spPr>
            <a:xfrm>
              <a:off x="15169404" y="3017905"/>
              <a:ext cx="71509" cy="3186"/>
            </a:xfrm>
            <a:custGeom>
              <a:avLst/>
              <a:gdLst/>
              <a:ahLst/>
              <a:cxnLst/>
              <a:rect l="0" t="0" r="0" b="0"/>
              <a:pathLst>
                <a:path w="71509" h="3186">
                  <a:moveTo>
                    <a:pt x="0" y="3186"/>
                  </a:moveTo>
                  <a:lnTo>
                    <a:pt x="71509" y="0"/>
                  </a:lnTo>
                </a:path>
              </a:pathLst>
            </a:custGeom>
            <a:noFill/>
            <a:ln w="8096">
              <a:solidFill>
                <a:srgbClr val="EDF0F2"/>
              </a:solidFill>
            </a:ln>
          </p:spPr>
        </p:sp>
        <p:sp>
          <p:nvSpPr>
            <p:cNvPr id="5905" name="Output_receptor__5904">
              <a:extLst>
                <a:ext uri="{FF2B5EF4-FFF2-40B4-BE49-F238E27FC236}">
                  <a16:creationId xmlns:a16="http://schemas.microsoft.com/office/drawing/2014/main" id="{95A87872-88B6-22F3-E557-B4E44A3D69C9}"/>
                </a:ext>
              </a:extLst>
            </p:cNvPr>
            <p:cNvSpPr>
              <a:spLocks noGrp="1"/>
            </p:cNvSpPr>
            <p:nvPr/>
          </p:nvSpPr>
          <p:spPr>
            <a:xfrm>
              <a:off x="16246094" y="2629571"/>
              <a:ext cx="30558" cy="50853"/>
            </a:xfrm>
            <a:custGeom>
              <a:avLst/>
              <a:gdLst/>
              <a:ahLst/>
              <a:cxnLst/>
              <a:rect l="0" t="0" r="0" b="0"/>
              <a:pathLst>
                <a:path w="30558" h="50853">
                  <a:moveTo>
                    <a:pt x="30558" y="50853"/>
                  </a:moveTo>
                  <a:lnTo>
                    <a:pt x="0" y="0"/>
                  </a:lnTo>
                </a:path>
              </a:pathLst>
            </a:custGeom>
            <a:noFill/>
            <a:ln w="20003">
              <a:solidFill>
                <a:srgbClr val="EDF0F2"/>
              </a:solidFill>
            </a:ln>
          </p:spPr>
        </p:sp>
        <p:sp>
          <p:nvSpPr>
            <p:cNvPr id="5906" name="Output_receptor__5905">
              <a:extLst>
                <a:ext uri="{FF2B5EF4-FFF2-40B4-BE49-F238E27FC236}">
                  <a16:creationId xmlns:a16="http://schemas.microsoft.com/office/drawing/2014/main" id="{35C7CDF5-ACCA-62D0-5471-22716596A144}"/>
                </a:ext>
              </a:extLst>
            </p:cNvPr>
            <p:cNvSpPr>
              <a:spLocks noGrp="1"/>
            </p:cNvSpPr>
            <p:nvPr/>
          </p:nvSpPr>
          <p:spPr>
            <a:xfrm>
              <a:off x="15557108" y="3177083"/>
              <a:ext cx="66273" cy="22467"/>
            </a:xfrm>
            <a:custGeom>
              <a:avLst/>
              <a:gdLst/>
              <a:ahLst/>
              <a:cxnLst/>
              <a:rect l="0" t="0" r="0" b="0"/>
              <a:pathLst>
                <a:path w="66273" h="22467">
                  <a:moveTo>
                    <a:pt x="0" y="0"/>
                  </a:moveTo>
                  <a:lnTo>
                    <a:pt x="66273" y="22467"/>
                  </a:lnTo>
                </a:path>
              </a:pathLst>
            </a:custGeom>
            <a:noFill/>
            <a:ln w="20003">
              <a:solidFill>
                <a:srgbClr val="EDF0F2"/>
              </a:solidFill>
            </a:ln>
          </p:spPr>
        </p:sp>
        <p:sp>
          <p:nvSpPr>
            <p:cNvPr id="5907" name="Output_receptor__5906">
              <a:extLst>
                <a:ext uri="{FF2B5EF4-FFF2-40B4-BE49-F238E27FC236}">
                  <a16:creationId xmlns:a16="http://schemas.microsoft.com/office/drawing/2014/main" id="{CE3FFBDB-F7DB-46B4-E5AA-C63EAF5ACE53}"/>
                </a:ext>
              </a:extLst>
            </p:cNvPr>
            <p:cNvSpPr>
              <a:spLocks noGrp="1"/>
            </p:cNvSpPr>
            <p:nvPr/>
          </p:nvSpPr>
          <p:spPr>
            <a:xfrm>
              <a:off x="15338436" y="2832106"/>
              <a:ext cx="41269" cy="50625"/>
            </a:xfrm>
            <a:custGeom>
              <a:avLst/>
              <a:gdLst/>
              <a:ahLst/>
              <a:cxnLst/>
              <a:rect l="0" t="0" r="0" b="0"/>
              <a:pathLst>
                <a:path w="41269" h="50625">
                  <a:moveTo>
                    <a:pt x="41269" y="0"/>
                  </a:moveTo>
                  <a:lnTo>
                    <a:pt x="0" y="50625"/>
                  </a:lnTo>
                </a:path>
              </a:pathLst>
            </a:custGeom>
            <a:noFill/>
            <a:ln w="8096">
              <a:solidFill>
                <a:srgbClr val="EDF0F2"/>
              </a:solidFill>
            </a:ln>
          </p:spPr>
        </p:sp>
        <p:sp>
          <p:nvSpPr>
            <p:cNvPr id="5908" name="Output_receptor__5907">
              <a:extLst>
                <a:ext uri="{FF2B5EF4-FFF2-40B4-BE49-F238E27FC236}">
                  <a16:creationId xmlns:a16="http://schemas.microsoft.com/office/drawing/2014/main" id="{385CA5F3-5F60-3B6D-566B-79545A76CBD0}"/>
                </a:ext>
              </a:extLst>
            </p:cNvPr>
            <p:cNvSpPr>
              <a:spLocks noGrp="1"/>
            </p:cNvSpPr>
            <p:nvPr/>
          </p:nvSpPr>
          <p:spPr>
            <a:xfrm>
              <a:off x="15817123" y="3316263"/>
              <a:ext cx="31189" cy="17380"/>
            </a:xfrm>
            <a:custGeom>
              <a:avLst/>
              <a:gdLst/>
              <a:ahLst/>
              <a:cxnLst/>
              <a:rect l="0" t="0" r="0" b="0"/>
              <a:pathLst>
                <a:path w="31189" h="17380">
                  <a:moveTo>
                    <a:pt x="31189" y="0"/>
                  </a:moveTo>
                  <a:lnTo>
                    <a:pt x="0" y="17380"/>
                  </a:lnTo>
                </a:path>
              </a:pathLst>
            </a:custGeom>
            <a:noFill/>
            <a:ln w="20003">
              <a:solidFill>
                <a:srgbClr val="EDF0F2"/>
              </a:solidFill>
            </a:ln>
          </p:spPr>
        </p:sp>
        <p:sp>
          <p:nvSpPr>
            <p:cNvPr id="5909" name="Output_receptor__5908">
              <a:extLst>
                <a:ext uri="{FF2B5EF4-FFF2-40B4-BE49-F238E27FC236}">
                  <a16:creationId xmlns:a16="http://schemas.microsoft.com/office/drawing/2014/main" id="{6BEE9E1A-F2D7-7ACE-65A8-DCD85B4E6EAC}"/>
                </a:ext>
              </a:extLst>
            </p:cNvPr>
            <p:cNvSpPr>
              <a:spLocks noGrp="1"/>
            </p:cNvSpPr>
            <p:nvPr/>
          </p:nvSpPr>
          <p:spPr>
            <a:xfrm>
              <a:off x="16214372" y="2470384"/>
              <a:ext cx="34962" cy="36493"/>
            </a:xfrm>
            <a:custGeom>
              <a:avLst/>
              <a:gdLst/>
              <a:ahLst/>
              <a:cxnLst/>
              <a:rect l="0" t="0" r="0" b="0"/>
              <a:pathLst>
                <a:path w="34962" h="36493">
                  <a:moveTo>
                    <a:pt x="0" y="36493"/>
                  </a:moveTo>
                  <a:lnTo>
                    <a:pt x="34962" y="0"/>
                  </a:lnTo>
                </a:path>
              </a:pathLst>
            </a:custGeom>
            <a:noFill/>
            <a:ln w="8096">
              <a:solidFill>
                <a:srgbClr val="EDF0F2"/>
              </a:solidFill>
            </a:ln>
          </p:spPr>
        </p:sp>
        <p:sp>
          <p:nvSpPr>
            <p:cNvPr id="5910" name="Output_receptor__5909">
              <a:extLst>
                <a:ext uri="{FF2B5EF4-FFF2-40B4-BE49-F238E27FC236}">
                  <a16:creationId xmlns:a16="http://schemas.microsoft.com/office/drawing/2014/main" id="{E0566A58-923B-7714-C6F8-2B303D0B55D7}"/>
                </a:ext>
              </a:extLst>
            </p:cNvPr>
            <p:cNvSpPr>
              <a:spLocks noGrp="1"/>
            </p:cNvSpPr>
            <p:nvPr/>
          </p:nvSpPr>
          <p:spPr>
            <a:xfrm>
              <a:off x="15933638" y="2728486"/>
              <a:ext cx="39050" cy="54410"/>
            </a:xfrm>
            <a:custGeom>
              <a:avLst/>
              <a:gdLst/>
              <a:ahLst/>
              <a:cxnLst/>
              <a:rect l="0" t="0" r="0" b="0"/>
              <a:pathLst>
                <a:path w="39050" h="54410">
                  <a:moveTo>
                    <a:pt x="0" y="0"/>
                  </a:moveTo>
                  <a:lnTo>
                    <a:pt x="39050" y="54410"/>
                  </a:lnTo>
                </a:path>
              </a:pathLst>
            </a:custGeom>
            <a:noFill/>
            <a:ln w="8096">
              <a:solidFill>
                <a:srgbClr val="EEF0F2"/>
              </a:solidFill>
            </a:ln>
          </p:spPr>
        </p:sp>
        <p:sp>
          <p:nvSpPr>
            <p:cNvPr id="5911" name="Output_receptor__5910">
              <a:extLst>
                <a:ext uri="{FF2B5EF4-FFF2-40B4-BE49-F238E27FC236}">
                  <a16:creationId xmlns:a16="http://schemas.microsoft.com/office/drawing/2014/main" id="{768C4FD6-D3B0-B66C-5AE4-321F4A761368}"/>
                </a:ext>
              </a:extLst>
            </p:cNvPr>
            <p:cNvSpPr>
              <a:spLocks noGrp="1"/>
            </p:cNvSpPr>
            <p:nvPr/>
          </p:nvSpPr>
          <p:spPr>
            <a:xfrm>
              <a:off x="15445167" y="2945939"/>
              <a:ext cx="41609" cy="29809"/>
            </a:xfrm>
            <a:custGeom>
              <a:avLst/>
              <a:gdLst/>
              <a:ahLst/>
              <a:cxnLst/>
              <a:rect l="0" t="0" r="0" b="0"/>
              <a:pathLst>
                <a:path w="41609" h="29809">
                  <a:moveTo>
                    <a:pt x="0" y="0"/>
                  </a:moveTo>
                  <a:lnTo>
                    <a:pt x="41609" y="29809"/>
                  </a:lnTo>
                </a:path>
              </a:pathLst>
            </a:custGeom>
            <a:noFill/>
            <a:ln w="8096">
              <a:solidFill>
                <a:srgbClr val="EEF0F2"/>
              </a:solidFill>
            </a:ln>
          </p:spPr>
        </p:sp>
        <p:sp>
          <p:nvSpPr>
            <p:cNvPr id="5912" name="Output_receptor__5911">
              <a:extLst>
                <a:ext uri="{FF2B5EF4-FFF2-40B4-BE49-F238E27FC236}">
                  <a16:creationId xmlns:a16="http://schemas.microsoft.com/office/drawing/2014/main" id="{5C62C11B-8F7B-DDE7-38A5-C94D2C92FA6D}"/>
                </a:ext>
              </a:extLst>
            </p:cNvPr>
            <p:cNvSpPr>
              <a:spLocks noGrp="1"/>
            </p:cNvSpPr>
            <p:nvPr/>
          </p:nvSpPr>
          <p:spPr>
            <a:xfrm>
              <a:off x="15531984" y="3244317"/>
              <a:ext cx="32034" cy="21546"/>
            </a:xfrm>
            <a:custGeom>
              <a:avLst/>
              <a:gdLst/>
              <a:ahLst/>
              <a:cxnLst/>
              <a:rect l="0" t="0" r="0" b="0"/>
              <a:pathLst>
                <a:path w="32034" h="21546">
                  <a:moveTo>
                    <a:pt x="32034" y="21546"/>
                  </a:moveTo>
                  <a:lnTo>
                    <a:pt x="0" y="0"/>
                  </a:lnTo>
                </a:path>
              </a:pathLst>
            </a:custGeom>
            <a:noFill/>
            <a:ln w="20003">
              <a:solidFill>
                <a:srgbClr val="EEF0F2"/>
              </a:solidFill>
            </a:ln>
          </p:spPr>
        </p:sp>
        <p:sp>
          <p:nvSpPr>
            <p:cNvPr id="5913" name="Output_receptor__5912">
              <a:extLst>
                <a:ext uri="{FF2B5EF4-FFF2-40B4-BE49-F238E27FC236}">
                  <a16:creationId xmlns:a16="http://schemas.microsoft.com/office/drawing/2014/main" id="{6EB481D0-9BF5-89B6-7318-85D1FFE289A4}"/>
                </a:ext>
              </a:extLst>
            </p:cNvPr>
            <p:cNvSpPr>
              <a:spLocks noGrp="1"/>
            </p:cNvSpPr>
            <p:nvPr/>
          </p:nvSpPr>
          <p:spPr>
            <a:xfrm>
              <a:off x="15713328" y="3384396"/>
              <a:ext cx="11178" cy="48151"/>
            </a:xfrm>
            <a:custGeom>
              <a:avLst/>
              <a:gdLst/>
              <a:ahLst/>
              <a:cxnLst/>
              <a:rect l="0" t="0" r="0" b="0"/>
              <a:pathLst>
                <a:path w="11178" h="48151">
                  <a:moveTo>
                    <a:pt x="11178" y="0"/>
                  </a:moveTo>
                  <a:lnTo>
                    <a:pt x="0" y="48151"/>
                  </a:lnTo>
                </a:path>
              </a:pathLst>
            </a:custGeom>
            <a:noFill/>
            <a:ln w="20003">
              <a:solidFill>
                <a:srgbClr val="EEF0F2"/>
              </a:solidFill>
            </a:ln>
          </p:spPr>
        </p:sp>
        <p:sp>
          <p:nvSpPr>
            <p:cNvPr id="5914" name="Output_receptor__5913">
              <a:extLst>
                <a:ext uri="{FF2B5EF4-FFF2-40B4-BE49-F238E27FC236}">
                  <a16:creationId xmlns:a16="http://schemas.microsoft.com/office/drawing/2014/main" id="{4A99DD19-2B00-7FE6-AA47-4E14057BE318}"/>
                </a:ext>
              </a:extLst>
            </p:cNvPr>
            <p:cNvSpPr>
              <a:spLocks noGrp="1"/>
            </p:cNvSpPr>
            <p:nvPr/>
          </p:nvSpPr>
          <p:spPr>
            <a:xfrm>
              <a:off x="15213662" y="2832149"/>
              <a:ext cx="2192" cy="52578"/>
            </a:xfrm>
            <a:custGeom>
              <a:avLst/>
              <a:gdLst/>
              <a:ahLst/>
              <a:cxnLst/>
              <a:rect l="0" t="0" r="0" b="0"/>
              <a:pathLst>
                <a:path w="2192" h="52578">
                  <a:moveTo>
                    <a:pt x="0" y="52578"/>
                  </a:moveTo>
                  <a:lnTo>
                    <a:pt x="2192" y="0"/>
                  </a:lnTo>
                </a:path>
              </a:pathLst>
            </a:custGeom>
            <a:noFill/>
            <a:ln w="8096">
              <a:solidFill>
                <a:srgbClr val="EEF0F2"/>
              </a:solidFill>
            </a:ln>
          </p:spPr>
        </p:sp>
        <p:sp>
          <p:nvSpPr>
            <p:cNvPr id="5915" name="Output_receptor__5914">
              <a:extLst>
                <a:ext uri="{FF2B5EF4-FFF2-40B4-BE49-F238E27FC236}">
                  <a16:creationId xmlns:a16="http://schemas.microsoft.com/office/drawing/2014/main" id="{4E07FD35-F0A3-26E7-230E-D4124E37042F}"/>
                </a:ext>
              </a:extLst>
            </p:cNvPr>
            <p:cNvSpPr>
              <a:spLocks noGrp="1"/>
            </p:cNvSpPr>
            <p:nvPr/>
          </p:nvSpPr>
          <p:spPr>
            <a:xfrm>
              <a:off x="15326058" y="3382659"/>
              <a:ext cx="32313" cy="57594"/>
            </a:xfrm>
            <a:custGeom>
              <a:avLst/>
              <a:gdLst/>
              <a:ahLst/>
              <a:cxnLst/>
              <a:rect l="0" t="0" r="0" b="0"/>
              <a:pathLst>
                <a:path w="32313" h="57594">
                  <a:moveTo>
                    <a:pt x="32313" y="0"/>
                  </a:moveTo>
                  <a:lnTo>
                    <a:pt x="0" y="57594"/>
                  </a:lnTo>
                </a:path>
              </a:pathLst>
            </a:custGeom>
            <a:noFill/>
            <a:ln w="20003">
              <a:solidFill>
                <a:srgbClr val="EEF0F2"/>
              </a:solidFill>
            </a:ln>
          </p:spPr>
        </p:sp>
        <p:sp>
          <p:nvSpPr>
            <p:cNvPr id="5916" name="Output_receptor__5915">
              <a:extLst>
                <a:ext uri="{FF2B5EF4-FFF2-40B4-BE49-F238E27FC236}">
                  <a16:creationId xmlns:a16="http://schemas.microsoft.com/office/drawing/2014/main" id="{B29C1C84-7166-9BE2-BBF7-95F38E529493}"/>
                </a:ext>
              </a:extLst>
            </p:cNvPr>
            <p:cNvSpPr>
              <a:spLocks noGrp="1"/>
            </p:cNvSpPr>
            <p:nvPr/>
          </p:nvSpPr>
          <p:spPr>
            <a:xfrm>
              <a:off x="15800078" y="3115138"/>
              <a:ext cx="21610" cy="39629"/>
            </a:xfrm>
            <a:custGeom>
              <a:avLst/>
              <a:gdLst/>
              <a:ahLst/>
              <a:cxnLst/>
              <a:rect l="0" t="0" r="0" b="0"/>
              <a:pathLst>
                <a:path w="21610" h="39629">
                  <a:moveTo>
                    <a:pt x="21610" y="0"/>
                  </a:moveTo>
                  <a:lnTo>
                    <a:pt x="0" y="39629"/>
                  </a:lnTo>
                </a:path>
              </a:pathLst>
            </a:custGeom>
            <a:noFill/>
            <a:ln w="20003">
              <a:solidFill>
                <a:srgbClr val="EEF0F2"/>
              </a:solidFill>
            </a:ln>
          </p:spPr>
        </p:sp>
        <p:sp>
          <p:nvSpPr>
            <p:cNvPr id="5917" name="Output_receptor__5916">
              <a:extLst>
                <a:ext uri="{FF2B5EF4-FFF2-40B4-BE49-F238E27FC236}">
                  <a16:creationId xmlns:a16="http://schemas.microsoft.com/office/drawing/2014/main" id="{77914215-8350-C497-D0F1-A09C41E065B1}"/>
                </a:ext>
              </a:extLst>
            </p:cNvPr>
            <p:cNvSpPr>
              <a:spLocks noGrp="1"/>
            </p:cNvSpPr>
            <p:nvPr/>
          </p:nvSpPr>
          <p:spPr>
            <a:xfrm>
              <a:off x="16176285" y="2629571"/>
              <a:ext cx="69809" cy="10078"/>
            </a:xfrm>
            <a:custGeom>
              <a:avLst/>
              <a:gdLst/>
              <a:ahLst/>
              <a:cxnLst/>
              <a:rect l="0" t="0" r="0" b="0"/>
              <a:pathLst>
                <a:path w="69809" h="10078">
                  <a:moveTo>
                    <a:pt x="69809" y="0"/>
                  </a:moveTo>
                  <a:lnTo>
                    <a:pt x="0" y="10078"/>
                  </a:lnTo>
                </a:path>
              </a:pathLst>
            </a:custGeom>
            <a:noFill/>
            <a:ln w="20003">
              <a:solidFill>
                <a:srgbClr val="EEF0F2"/>
              </a:solidFill>
            </a:ln>
          </p:spPr>
        </p:sp>
        <p:sp>
          <p:nvSpPr>
            <p:cNvPr id="5918" name="Output_receptor__5917">
              <a:extLst>
                <a:ext uri="{FF2B5EF4-FFF2-40B4-BE49-F238E27FC236}">
                  <a16:creationId xmlns:a16="http://schemas.microsoft.com/office/drawing/2014/main" id="{E3C912C0-BFFB-B8D6-6C84-8A28C0F4A2C4}"/>
                </a:ext>
              </a:extLst>
            </p:cNvPr>
            <p:cNvSpPr>
              <a:spLocks noGrp="1"/>
            </p:cNvSpPr>
            <p:nvPr/>
          </p:nvSpPr>
          <p:spPr>
            <a:xfrm>
              <a:off x="15776122" y="3230003"/>
              <a:ext cx="54653" cy="29534"/>
            </a:xfrm>
            <a:custGeom>
              <a:avLst/>
              <a:gdLst/>
              <a:ahLst/>
              <a:cxnLst/>
              <a:rect l="0" t="0" r="0" b="0"/>
              <a:pathLst>
                <a:path w="54653" h="29534">
                  <a:moveTo>
                    <a:pt x="54653" y="0"/>
                  </a:moveTo>
                  <a:lnTo>
                    <a:pt x="0" y="29534"/>
                  </a:lnTo>
                </a:path>
              </a:pathLst>
            </a:custGeom>
            <a:noFill/>
            <a:ln w="20003">
              <a:solidFill>
                <a:srgbClr val="EEF0F2"/>
              </a:solidFill>
            </a:ln>
          </p:spPr>
        </p:sp>
        <p:sp>
          <p:nvSpPr>
            <p:cNvPr id="5919" name="Output_receptor__5918">
              <a:extLst>
                <a:ext uri="{FF2B5EF4-FFF2-40B4-BE49-F238E27FC236}">
                  <a16:creationId xmlns:a16="http://schemas.microsoft.com/office/drawing/2014/main" id="{99EBD8F0-11B2-7268-74B8-EDA4AED7EB20}"/>
                </a:ext>
              </a:extLst>
            </p:cNvPr>
            <p:cNvSpPr>
              <a:spLocks noGrp="1"/>
            </p:cNvSpPr>
            <p:nvPr/>
          </p:nvSpPr>
          <p:spPr>
            <a:xfrm>
              <a:off x="15969175" y="2782896"/>
              <a:ext cx="3513" cy="33162"/>
            </a:xfrm>
            <a:custGeom>
              <a:avLst/>
              <a:gdLst/>
              <a:ahLst/>
              <a:cxnLst/>
              <a:rect l="0" t="0" r="0" b="0"/>
              <a:pathLst>
                <a:path w="3513" h="33162">
                  <a:moveTo>
                    <a:pt x="3513" y="0"/>
                  </a:moveTo>
                  <a:lnTo>
                    <a:pt x="0" y="33162"/>
                  </a:lnTo>
                </a:path>
              </a:pathLst>
            </a:custGeom>
            <a:noFill/>
            <a:ln w="8096">
              <a:solidFill>
                <a:srgbClr val="EEF0F2"/>
              </a:solidFill>
            </a:ln>
          </p:spPr>
        </p:sp>
        <p:sp>
          <p:nvSpPr>
            <p:cNvPr id="5920" name="Output_receptor__5919">
              <a:extLst>
                <a:ext uri="{FF2B5EF4-FFF2-40B4-BE49-F238E27FC236}">
                  <a16:creationId xmlns:a16="http://schemas.microsoft.com/office/drawing/2014/main" id="{2D199068-141D-E62A-AE96-17C2C971033F}"/>
                </a:ext>
              </a:extLst>
            </p:cNvPr>
            <p:cNvSpPr>
              <a:spLocks noGrp="1"/>
            </p:cNvSpPr>
            <p:nvPr/>
          </p:nvSpPr>
          <p:spPr>
            <a:xfrm>
              <a:off x="15240912" y="2988373"/>
              <a:ext cx="7770" cy="29532"/>
            </a:xfrm>
            <a:custGeom>
              <a:avLst/>
              <a:gdLst/>
              <a:ahLst/>
              <a:cxnLst/>
              <a:rect l="0" t="0" r="0" b="0"/>
              <a:pathLst>
                <a:path w="7770" h="29532">
                  <a:moveTo>
                    <a:pt x="0" y="29532"/>
                  </a:moveTo>
                  <a:lnTo>
                    <a:pt x="7770" y="0"/>
                  </a:lnTo>
                </a:path>
              </a:pathLst>
            </a:custGeom>
            <a:noFill/>
            <a:ln w="8096">
              <a:solidFill>
                <a:srgbClr val="EEF0F2"/>
              </a:solidFill>
            </a:ln>
          </p:spPr>
        </p:sp>
        <p:sp>
          <p:nvSpPr>
            <p:cNvPr id="5921" name="Output_receptor__5920">
              <a:extLst>
                <a:ext uri="{FF2B5EF4-FFF2-40B4-BE49-F238E27FC236}">
                  <a16:creationId xmlns:a16="http://schemas.microsoft.com/office/drawing/2014/main" id="{D1723338-6D2E-A845-F69E-ED9FD05A6AF0}"/>
                </a:ext>
              </a:extLst>
            </p:cNvPr>
            <p:cNvSpPr>
              <a:spLocks noGrp="1"/>
            </p:cNvSpPr>
            <p:nvPr/>
          </p:nvSpPr>
          <p:spPr>
            <a:xfrm>
              <a:off x="15129255" y="3101606"/>
              <a:ext cx="65921" cy="27536"/>
            </a:xfrm>
            <a:custGeom>
              <a:avLst/>
              <a:gdLst/>
              <a:ahLst/>
              <a:cxnLst/>
              <a:rect l="0" t="0" r="0" b="0"/>
              <a:pathLst>
                <a:path w="65921" h="27536">
                  <a:moveTo>
                    <a:pt x="0" y="27536"/>
                  </a:moveTo>
                  <a:lnTo>
                    <a:pt x="65921" y="0"/>
                  </a:lnTo>
                </a:path>
              </a:pathLst>
            </a:custGeom>
            <a:noFill/>
            <a:ln w="20003">
              <a:solidFill>
                <a:srgbClr val="EEF0F2"/>
              </a:solidFill>
            </a:ln>
          </p:spPr>
        </p:sp>
        <p:sp>
          <p:nvSpPr>
            <p:cNvPr id="5922" name="Output_receptor__5921">
              <a:extLst>
                <a:ext uri="{FF2B5EF4-FFF2-40B4-BE49-F238E27FC236}">
                  <a16:creationId xmlns:a16="http://schemas.microsoft.com/office/drawing/2014/main" id="{9CB1064E-0A04-AE28-A79F-CAF19760B6A1}"/>
                </a:ext>
              </a:extLst>
            </p:cNvPr>
            <p:cNvSpPr>
              <a:spLocks noGrp="1"/>
            </p:cNvSpPr>
            <p:nvPr/>
          </p:nvSpPr>
          <p:spPr>
            <a:xfrm>
              <a:off x="15814680" y="3029647"/>
              <a:ext cx="71599" cy="6739"/>
            </a:xfrm>
            <a:custGeom>
              <a:avLst/>
              <a:gdLst/>
              <a:ahLst/>
              <a:cxnLst/>
              <a:rect l="0" t="0" r="0" b="0"/>
              <a:pathLst>
                <a:path w="71599" h="6739">
                  <a:moveTo>
                    <a:pt x="71599" y="0"/>
                  </a:moveTo>
                  <a:lnTo>
                    <a:pt x="0" y="6739"/>
                  </a:lnTo>
                </a:path>
              </a:pathLst>
            </a:custGeom>
            <a:noFill/>
            <a:ln w="20003">
              <a:solidFill>
                <a:srgbClr val="EEF0F2"/>
              </a:solidFill>
            </a:ln>
          </p:spPr>
        </p:sp>
        <p:sp>
          <p:nvSpPr>
            <p:cNvPr id="5923" name="Output_receptor__5922">
              <a:extLst>
                <a:ext uri="{FF2B5EF4-FFF2-40B4-BE49-F238E27FC236}">
                  <a16:creationId xmlns:a16="http://schemas.microsoft.com/office/drawing/2014/main" id="{C1430998-55DB-7C8F-FB2A-26DEA87868F5}"/>
                </a:ext>
              </a:extLst>
            </p:cNvPr>
            <p:cNvSpPr>
              <a:spLocks noGrp="1"/>
            </p:cNvSpPr>
            <p:nvPr/>
          </p:nvSpPr>
          <p:spPr>
            <a:xfrm>
              <a:off x="15013850" y="3373501"/>
              <a:ext cx="6976" cy="2555"/>
            </a:xfrm>
            <a:custGeom>
              <a:avLst/>
              <a:gdLst/>
              <a:ahLst/>
              <a:cxnLst/>
              <a:rect l="0" t="0" r="0" b="0"/>
              <a:pathLst>
                <a:path w="6976" h="2555">
                  <a:moveTo>
                    <a:pt x="0" y="0"/>
                  </a:moveTo>
                  <a:lnTo>
                    <a:pt x="6976" y="2555"/>
                  </a:lnTo>
                </a:path>
              </a:pathLst>
            </a:custGeom>
            <a:noFill/>
            <a:ln w="8096">
              <a:solidFill>
                <a:srgbClr val="EEF0F2"/>
              </a:solidFill>
            </a:ln>
          </p:spPr>
        </p:sp>
        <p:sp>
          <p:nvSpPr>
            <p:cNvPr id="5924" name="Output_receptor__5923">
              <a:extLst>
                <a:ext uri="{FF2B5EF4-FFF2-40B4-BE49-F238E27FC236}">
                  <a16:creationId xmlns:a16="http://schemas.microsoft.com/office/drawing/2014/main" id="{D5285396-75FF-ECE8-88A0-4ADBB4C26B87}"/>
                </a:ext>
              </a:extLst>
            </p:cNvPr>
            <p:cNvSpPr>
              <a:spLocks noGrp="1"/>
            </p:cNvSpPr>
            <p:nvPr/>
          </p:nvSpPr>
          <p:spPr>
            <a:xfrm>
              <a:off x="16035485" y="2656884"/>
              <a:ext cx="12366" cy="70533"/>
            </a:xfrm>
            <a:custGeom>
              <a:avLst/>
              <a:gdLst/>
              <a:ahLst/>
              <a:cxnLst/>
              <a:rect l="0" t="0" r="0" b="0"/>
              <a:pathLst>
                <a:path w="12366" h="70533">
                  <a:moveTo>
                    <a:pt x="12366" y="0"/>
                  </a:moveTo>
                  <a:lnTo>
                    <a:pt x="0" y="70533"/>
                  </a:lnTo>
                </a:path>
              </a:pathLst>
            </a:custGeom>
            <a:noFill/>
            <a:ln w="8096">
              <a:solidFill>
                <a:srgbClr val="EEF0F3"/>
              </a:solidFill>
            </a:ln>
          </p:spPr>
        </p:sp>
        <p:sp>
          <p:nvSpPr>
            <p:cNvPr id="5925" name="Output_receptor__5924">
              <a:extLst>
                <a:ext uri="{FF2B5EF4-FFF2-40B4-BE49-F238E27FC236}">
                  <a16:creationId xmlns:a16="http://schemas.microsoft.com/office/drawing/2014/main" id="{5CC8C4B5-1869-6E71-6630-30B88F174798}"/>
                </a:ext>
              </a:extLst>
            </p:cNvPr>
            <p:cNvSpPr>
              <a:spLocks noGrp="1"/>
            </p:cNvSpPr>
            <p:nvPr/>
          </p:nvSpPr>
          <p:spPr>
            <a:xfrm>
              <a:off x="15652722" y="3377277"/>
              <a:ext cx="71783" cy="7119"/>
            </a:xfrm>
            <a:custGeom>
              <a:avLst/>
              <a:gdLst/>
              <a:ahLst/>
              <a:cxnLst/>
              <a:rect l="0" t="0" r="0" b="0"/>
              <a:pathLst>
                <a:path w="71783" h="7119">
                  <a:moveTo>
                    <a:pt x="0" y="0"/>
                  </a:moveTo>
                  <a:lnTo>
                    <a:pt x="71783" y="7119"/>
                  </a:lnTo>
                </a:path>
              </a:pathLst>
            </a:custGeom>
            <a:noFill/>
            <a:ln w="20003">
              <a:solidFill>
                <a:srgbClr val="EEF0F3"/>
              </a:solidFill>
            </a:ln>
          </p:spPr>
        </p:sp>
        <p:sp>
          <p:nvSpPr>
            <p:cNvPr id="5926" name="Output_receptor__5925">
              <a:extLst>
                <a:ext uri="{FF2B5EF4-FFF2-40B4-BE49-F238E27FC236}">
                  <a16:creationId xmlns:a16="http://schemas.microsoft.com/office/drawing/2014/main" id="{997DE8AD-9F93-BC25-859B-E15726D5086C}"/>
                </a:ext>
              </a:extLst>
            </p:cNvPr>
            <p:cNvSpPr>
              <a:spLocks noGrp="1"/>
            </p:cNvSpPr>
            <p:nvPr/>
          </p:nvSpPr>
          <p:spPr>
            <a:xfrm>
              <a:off x="15072409" y="3103293"/>
              <a:ext cx="56845" cy="25849"/>
            </a:xfrm>
            <a:custGeom>
              <a:avLst/>
              <a:gdLst/>
              <a:ahLst/>
              <a:cxnLst/>
              <a:rect l="0" t="0" r="0" b="0"/>
              <a:pathLst>
                <a:path w="56845" h="25849">
                  <a:moveTo>
                    <a:pt x="0" y="0"/>
                  </a:moveTo>
                  <a:lnTo>
                    <a:pt x="56845" y="25849"/>
                  </a:lnTo>
                </a:path>
              </a:pathLst>
            </a:custGeom>
            <a:noFill/>
            <a:ln w="20003">
              <a:solidFill>
                <a:srgbClr val="EEF1F3"/>
              </a:solidFill>
            </a:ln>
          </p:spPr>
        </p:sp>
        <p:sp>
          <p:nvSpPr>
            <p:cNvPr id="5927" name="Output_receptor__5926">
              <a:extLst>
                <a:ext uri="{FF2B5EF4-FFF2-40B4-BE49-F238E27FC236}">
                  <a16:creationId xmlns:a16="http://schemas.microsoft.com/office/drawing/2014/main" id="{D822283F-D08C-2BAC-317E-13FF1717606E}"/>
                </a:ext>
              </a:extLst>
            </p:cNvPr>
            <p:cNvSpPr>
              <a:spLocks noGrp="1"/>
            </p:cNvSpPr>
            <p:nvPr/>
          </p:nvSpPr>
          <p:spPr>
            <a:xfrm>
              <a:off x="15331765" y="2810528"/>
              <a:ext cx="47940" cy="21578"/>
            </a:xfrm>
            <a:custGeom>
              <a:avLst/>
              <a:gdLst/>
              <a:ahLst/>
              <a:cxnLst/>
              <a:rect l="0" t="0" r="0" b="0"/>
              <a:pathLst>
                <a:path w="47940" h="21578">
                  <a:moveTo>
                    <a:pt x="0" y="0"/>
                  </a:moveTo>
                  <a:lnTo>
                    <a:pt x="47940" y="21578"/>
                  </a:lnTo>
                </a:path>
              </a:pathLst>
            </a:custGeom>
            <a:noFill/>
            <a:ln w="8096">
              <a:solidFill>
                <a:srgbClr val="EEF1F3"/>
              </a:solidFill>
            </a:ln>
          </p:spPr>
        </p:sp>
        <p:sp>
          <p:nvSpPr>
            <p:cNvPr id="5928" name="Output_receptor__5927">
              <a:extLst>
                <a:ext uri="{FF2B5EF4-FFF2-40B4-BE49-F238E27FC236}">
                  <a16:creationId xmlns:a16="http://schemas.microsoft.com/office/drawing/2014/main" id="{859C2736-F08E-8911-DE82-8563F6CDF500}"/>
                </a:ext>
              </a:extLst>
            </p:cNvPr>
            <p:cNvSpPr>
              <a:spLocks noGrp="1"/>
            </p:cNvSpPr>
            <p:nvPr/>
          </p:nvSpPr>
          <p:spPr>
            <a:xfrm>
              <a:off x="15645348" y="3377277"/>
              <a:ext cx="7374" cy="71487"/>
            </a:xfrm>
            <a:custGeom>
              <a:avLst/>
              <a:gdLst/>
              <a:ahLst/>
              <a:cxnLst/>
              <a:rect l="0" t="0" r="0" b="0"/>
              <a:pathLst>
                <a:path w="7374" h="71487">
                  <a:moveTo>
                    <a:pt x="0" y="71487"/>
                  </a:moveTo>
                  <a:lnTo>
                    <a:pt x="7374" y="0"/>
                  </a:lnTo>
                </a:path>
              </a:pathLst>
            </a:custGeom>
            <a:noFill/>
            <a:ln w="20003">
              <a:solidFill>
                <a:srgbClr val="EEF1F3"/>
              </a:solidFill>
            </a:ln>
          </p:spPr>
        </p:sp>
        <p:sp>
          <p:nvSpPr>
            <p:cNvPr id="5929" name="Output_receptor__5928">
              <a:extLst>
                <a:ext uri="{FF2B5EF4-FFF2-40B4-BE49-F238E27FC236}">
                  <a16:creationId xmlns:a16="http://schemas.microsoft.com/office/drawing/2014/main" id="{CFB3C5B1-0EC4-EEB3-FA04-D4B61F78E8D0}"/>
                </a:ext>
              </a:extLst>
            </p:cNvPr>
            <p:cNvSpPr>
              <a:spLocks noGrp="1"/>
            </p:cNvSpPr>
            <p:nvPr/>
          </p:nvSpPr>
          <p:spPr>
            <a:xfrm>
              <a:off x="16130456" y="2593552"/>
              <a:ext cx="45829" cy="46097"/>
            </a:xfrm>
            <a:custGeom>
              <a:avLst/>
              <a:gdLst/>
              <a:ahLst/>
              <a:cxnLst/>
              <a:rect l="0" t="0" r="0" b="0"/>
              <a:pathLst>
                <a:path w="45829" h="46097">
                  <a:moveTo>
                    <a:pt x="45829" y="46097"/>
                  </a:moveTo>
                  <a:lnTo>
                    <a:pt x="0" y="0"/>
                  </a:lnTo>
                </a:path>
              </a:pathLst>
            </a:custGeom>
            <a:noFill/>
            <a:ln w="20003">
              <a:solidFill>
                <a:srgbClr val="EEF1F3"/>
              </a:solidFill>
            </a:ln>
          </p:spPr>
        </p:sp>
        <p:sp>
          <p:nvSpPr>
            <p:cNvPr id="5930" name="Output_receptor__5929">
              <a:extLst>
                <a:ext uri="{FF2B5EF4-FFF2-40B4-BE49-F238E27FC236}">
                  <a16:creationId xmlns:a16="http://schemas.microsoft.com/office/drawing/2014/main" id="{801C12C6-7261-FFE6-A5B9-2ED3F2209670}"/>
                </a:ext>
              </a:extLst>
            </p:cNvPr>
            <p:cNvSpPr>
              <a:spLocks noGrp="1"/>
            </p:cNvSpPr>
            <p:nvPr/>
          </p:nvSpPr>
          <p:spPr>
            <a:xfrm>
              <a:off x="15564018" y="3265472"/>
              <a:ext cx="70696" cy="391"/>
            </a:xfrm>
            <a:custGeom>
              <a:avLst/>
              <a:gdLst/>
              <a:ahLst/>
              <a:cxnLst/>
              <a:rect l="0" t="0" r="0" b="0"/>
              <a:pathLst>
                <a:path w="70696" h="391">
                  <a:moveTo>
                    <a:pt x="70696" y="0"/>
                  </a:moveTo>
                  <a:lnTo>
                    <a:pt x="0" y="391"/>
                  </a:lnTo>
                </a:path>
              </a:pathLst>
            </a:custGeom>
            <a:noFill/>
            <a:ln w="20003">
              <a:solidFill>
                <a:srgbClr val="EEF1F3"/>
              </a:solidFill>
            </a:ln>
          </p:spPr>
        </p:sp>
        <p:sp>
          <p:nvSpPr>
            <p:cNvPr id="5931" name="Output_receptor__5930">
              <a:extLst>
                <a:ext uri="{FF2B5EF4-FFF2-40B4-BE49-F238E27FC236}">
                  <a16:creationId xmlns:a16="http://schemas.microsoft.com/office/drawing/2014/main" id="{5AD88612-2849-2360-742A-48452EE1B699}"/>
                </a:ext>
              </a:extLst>
            </p:cNvPr>
            <p:cNvSpPr>
              <a:spLocks noGrp="1"/>
            </p:cNvSpPr>
            <p:nvPr/>
          </p:nvSpPr>
          <p:spPr>
            <a:xfrm>
              <a:off x="15730373" y="3154767"/>
              <a:ext cx="69705" cy="17731"/>
            </a:xfrm>
            <a:custGeom>
              <a:avLst/>
              <a:gdLst/>
              <a:ahLst/>
              <a:cxnLst/>
              <a:rect l="0" t="0" r="0" b="0"/>
              <a:pathLst>
                <a:path w="69705" h="17731">
                  <a:moveTo>
                    <a:pt x="69705" y="0"/>
                  </a:moveTo>
                  <a:lnTo>
                    <a:pt x="0" y="17731"/>
                  </a:lnTo>
                </a:path>
              </a:pathLst>
            </a:custGeom>
            <a:noFill/>
            <a:ln w="20003">
              <a:solidFill>
                <a:srgbClr val="EEF1F3"/>
              </a:solidFill>
            </a:ln>
          </p:spPr>
        </p:sp>
        <p:sp>
          <p:nvSpPr>
            <p:cNvPr id="5932" name="Output_receptor__5931">
              <a:extLst>
                <a:ext uri="{FF2B5EF4-FFF2-40B4-BE49-F238E27FC236}">
                  <a16:creationId xmlns:a16="http://schemas.microsoft.com/office/drawing/2014/main" id="{5583614A-E0FF-6B87-FB80-6943B67E11ED}"/>
                </a:ext>
              </a:extLst>
            </p:cNvPr>
            <p:cNvSpPr>
              <a:spLocks noGrp="1"/>
            </p:cNvSpPr>
            <p:nvPr/>
          </p:nvSpPr>
          <p:spPr>
            <a:xfrm>
              <a:off x="15040476" y="3433596"/>
              <a:ext cx="62314" cy="12104"/>
            </a:xfrm>
            <a:custGeom>
              <a:avLst/>
              <a:gdLst/>
              <a:ahLst/>
              <a:cxnLst/>
              <a:rect l="0" t="0" r="0" b="0"/>
              <a:pathLst>
                <a:path w="62314" h="12104">
                  <a:moveTo>
                    <a:pt x="0" y="12104"/>
                  </a:moveTo>
                  <a:lnTo>
                    <a:pt x="62314" y="0"/>
                  </a:lnTo>
                </a:path>
              </a:pathLst>
            </a:custGeom>
            <a:noFill/>
            <a:ln w="20003">
              <a:solidFill>
                <a:srgbClr val="EEF1F3"/>
              </a:solidFill>
            </a:ln>
          </p:spPr>
        </p:sp>
        <p:sp>
          <p:nvSpPr>
            <p:cNvPr id="5933" name="Output_receptor__5932">
              <a:extLst>
                <a:ext uri="{FF2B5EF4-FFF2-40B4-BE49-F238E27FC236}">
                  <a16:creationId xmlns:a16="http://schemas.microsoft.com/office/drawing/2014/main" id="{02016D47-9299-D600-6255-1D50E28183F3}"/>
                </a:ext>
              </a:extLst>
            </p:cNvPr>
            <p:cNvSpPr>
              <a:spLocks noGrp="1"/>
            </p:cNvSpPr>
            <p:nvPr/>
          </p:nvSpPr>
          <p:spPr>
            <a:xfrm>
              <a:off x="15102790" y="3433596"/>
              <a:ext cx="62544" cy="4878"/>
            </a:xfrm>
            <a:custGeom>
              <a:avLst/>
              <a:gdLst/>
              <a:ahLst/>
              <a:cxnLst/>
              <a:rect l="0" t="0" r="0" b="0"/>
              <a:pathLst>
                <a:path w="62544" h="4878">
                  <a:moveTo>
                    <a:pt x="0" y="0"/>
                  </a:moveTo>
                  <a:lnTo>
                    <a:pt x="62544" y="4878"/>
                  </a:lnTo>
                </a:path>
              </a:pathLst>
            </a:custGeom>
            <a:noFill/>
            <a:ln w="20003">
              <a:solidFill>
                <a:srgbClr val="EEF1F3"/>
              </a:solidFill>
            </a:ln>
          </p:spPr>
        </p:sp>
        <p:sp>
          <p:nvSpPr>
            <p:cNvPr id="5934" name="Output_receptor__5933">
              <a:extLst>
                <a:ext uri="{FF2B5EF4-FFF2-40B4-BE49-F238E27FC236}">
                  <a16:creationId xmlns:a16="http://schemas.microsoft.com/office/drawing/2014/main" id="{257BC1B2-C7F3-20FE-9AA2-BA0677CEDFCF}"/>
                </a:ext>
              </a:extLst>
            </p:cNvPr>
            <p:cNvSpPr>
              <a:spLocks noGrp="1"/>
            </p:cNvSpPr>
            <p:nvPr/>
          </p:nvSpPr>
          <p:spPr>
            <a:xfrm>
              <a:off x="15933638" y="2728486"/>
              <a:ext cx="44623" cy="3025"/>
            </a:xfrm>
            <a:custGeom>
              <a:avLst/>
              <a:gdLst/>
              <a:ahLst/>
              <a:cxnLst/>
              <a:rect l="0" t="0" r="0" b="0"/>
              <a:pathLst>
                <a:path w="44623" h="3025">
                  <a:moveTo>
                    <a:pt x="44623" y="3025"/>
                  </a:moveTo>
                  <a:lnTo>
                    <a:pt x="0" y="0"/>
                  </a:lnTo>
                </a:path>
              </a:pathLst>
            </a:custGeom>
            <a:noFill/>
            <a:ln w="8096">
              <a:solidFill>
                <a:srgbClr val="EEF1F3"/>
              </a:solidFill>
            </a:ln>
          </p:spPr>
        </p:sp>
        <p:sp>
          <p:nvSpPr>
            <p:cNvPr id="5935" name="Output_receptor__5934">
              <a:extLst>
                <a:ext uri="{FF2B5EF4-FFF2-40B4-BE49-F238E27FC236}">
                  <a16:creationId xmlns:a16="http://schemas.microsoft.com/office/drawing/2014/main" id="{098AD5EE-22E8-3D42-69AB-941860F6D4A0}"/>
                </a:ext>
              </a:extLst>
            </p:cNvPr>
            <p:cNvSpPr>
              <a:spLocks noGrp="1"/>
            </p:cNvSpPr>
            <p:nvPr/>
          </p:nvSpPr>
          <p:spPr>
            <a:xfrm>
              <a:off x="15302911" y="3361292"/>
              <a:ext cx="55460" cy="21367"/>
            </a:xfrm>
            <a:custGeom>
              <a:avLst/>
              <a:gdLst/>
              <a:ahLst/>
              <a:cxnLst/>
              <a:rect l="0" t="0" r="0" b="0"/>
              <a:pathLst>
                <a:path w="55460" h="21367">
                  <a:moveTo>
                    <a:pt x="0" y="0"/>
                  </a:moveTo>
                  <a:lnTo>
                    <a:pt x="55460" y="21367"/>
                  </a:lnTo>
                </a:path>
              </a:pathLst>
            </a:custGeom>
            <a:noFill/>
            <a:ln w="8096">
              <a:solidFill>
                <a:srgbClr val="EEF1F3"/>
              </a:solidFill>
            </a:ln>
          </p:spPr>
        </p:sp>
        <p:sp>
          <p:nvSpPr>
            <p:cNvPr id="5936" name="Output_receptor__5935">
              <a:extLst>
                <a:ext uri="{FF2B5EF4-FFF2-40B4-BE49-F238E27FC236}">
                  <a16:creationId xmlns:a16="http://schemas.microsoft.com/office/drawing/2014/main" id="{7D537099-D111-A2EB-E804-4AD391AF57B7}"/>
                </a:ext>
              </a:extLst>
            </p:cNvPr>
            <p:cNvSpPr>
              <a:spLocks noGrp="1"/>
            </p:cNvSpPr>
            <p:nvPr/>
          </p:nvSpPr>
          <p:spPr>
            <a:xfrm>
              <a:off x="15886278" y="3029647"/>
              <a:ext cx="18608" cy="60598"/>
            </a:xfrm>
            <a:custGeom>
              <a:avLst/>
              <a:gdLst/>
              <a:ahLst/>
              <a:cxnLst/>
              <a:rect l="0" t="0" r="0" b="0"/>
              <a:pathLst>
                <a:path w="18608" h="60598">
                  <a:moveTo>
                    <a:pt x="18608" y="60598"/>
                  </a:moveTo>
                  <a:lnTo>
                    <a:pt x="0" y="0"/>
                  </a:lnTo>
                </a:path>
              </a:pathLst>
            </a:custGeom>
            <a:noFill/>
            <a:ln w="8096">
              <a:solidFill>
                <a:srgbClr val="EEF1F3"/>
              </a:solidFill>
            </a:ln>
          </p:spPr>
        </p:sp>
        <p:sp>
          <p:nvSpPr>
            <p:cNvPr id="5937" name="Output_receptor__5936">
              <a:extLst>
                <a:ext uri="{FF2B5EF4-FFF2-40B4-BE49-F238E27FC236}">
                  <a16:creationId xmlns:a16="http://schemas.microsoft.com/office/drawing/2014/main" id="{93CE6845-E914-679E-1637-FACF497DDD6A}"/>
                </a:ext>
              </a:extLst>
            </p:cNvPr>
            <p:cNvSpPr>
              <a:spLocks noGrp="1"/>
            </p:cNvSpPr>
            <p:nvPr/>
          </p:nvSpPr>
          <p:spPr>
            <a:xfrm>
              <a:off x="15128994" y="3341516"/>
              <a:ext cx="60879" cy="33434"/>
            </a:xfrm>
            <a:custGeom>
              <a:avLst/>
              <a:gdLst/>
              <a:ahLst/>
              <a:cxnLst/>
              <a:rect l="0" t="0" r="0" b="0"/>
              <a:pathLst>
                <a:path w="60879" h="33434">
                  <a:moveTo>
                    <a:pt x="60879" y="33434"/>
                  </a:moveTo>
                  <a:lnTo>
                    <a:pt x="0" y="0"/>
                  </a:lnTo>
                </a:path>
              </a:pathLst>
            </a:custGeom>
            <a:noFill/>
            <a:ln w="20003">
              <a:solidFill>
                <a:srgbClr val="EEF1F3"/>
              </a:solidFill>
            </a:ln>
          </p:spPr>
        </p:sp>
        <p:sp>
          <p:nvSpPr>
            <p:cNvPr id="5938" name="Output_receptor__5937">
              <a:extLst>
                <a:ext uri="{FF2B5EF4-FFF2-40B4-BE49-F238E27FC236}">
                  <a16:creationId xmlns:a16="http://schemas.microsoft.com/office/drawing/2014/main" id="{99BF4EB1-77A1-A2D5-E84D-F0B74AA02476}"/>
                </a:ext>
              </a:extLst>
            </p:cNvPr>
            <p:cNvSpPr>
              <a:spLocks noGrp="1"/>
            </p:cNvSpPr>
            <p:nvPr/>
          </p:nvSpPr>
          <p:spPr>
            <a:xfrm>
              <a:off x="15775804" y="3036386"/>
              <a:ext cx="38876" cy="32700"/>
            </a:xfrm>
            <a:custGeom>
              <a:avLst/>
              <a:gdLst/>
              <a:ahLst/>
              <a:cxnLst/>
              <a:rect l="0" t="0" r="0" b="0"/>
              <a:pathLst>
                <a:path w="38876" h="32700">
                  <a:moveTo>
                    <a:pt x="38876" y="0"/>
                  </a:moveTo>
                  <a:lnTo>
                    <a:pt x="0" y="32700"/>
                  </a:lnTo>
                </a:path>
              </a:pathLst>
            </a:custGeom>
            <a:noFill/>
            <a:ln w="20003">
              <a:solidFill>
                <a:srgbClr val="EEF1F3"/>
              </a:solidFill>
            </a:ln>
          </p:spPr>
        </p:sp>
        <p:sp>
          <p:nvSpPr>
            <p:cNvPr id="5939" name="Output_receptor__5938">
              <a:extLst>
                <a:ext uri="{FF2B5EF4-FFF2-40B4-BE49-F238E27FC236}">
                  <a16:creationId xmlns:a16="http://schemas.microsoft.com/office/drawing/2014/main" id="{2BCBF695-DF7B-7FD3-875F-5622F9C5EB8D}"/>
                </a:ext>
              </a:extLst>
            </p:cNvPr>
            <p:cNvSpPr>
              <a:spLocks noGrp="1"/>
            </p:cNvSpPr>
            <p:nvPr/>
          </p:nvSpPr>
          <p:spPr>
            <a:xfrm>
              <a:off x="15165334" y="3374951"/>
              <a:ext cx="24539" cy="63523"/>
            </a:xfrm>
            <a:custGeom>
              <a:avLst/>
              <a:gdLst/>
              <a:ahLst/>
              <a:cxnLst/>
              <a:rect l="0" t="0" r="0" b="0"/>
              <a:pathLst>
                <a:path w="24539" h="63523">
                  <a:moveTo>
                    <a:pt x="0" y="63523"/>
                  </a:moveTo>
                  <a:lnTo>
                    <a:pt x="24539" y="0"/>
                  </a:lnTo>
                </a:path>
              </a:pathLst>
            </a:custGeom>
            <a:noFill/>
            <a:ln w="20003">
              <a:solidFill>
                <a:srgbClr val="EEF1F3"/>
              </a:solidFill>
            </a:ln>
          </p:spPr>
        </p:sp>
        <p:sp>
          <p:nvSpPr>
            <p:cNvPr id="5940" name="Output_receptor__5939">
              <a:extLst>
                <a:ext uri="{FF2B5EF4-FFF2-40B4-BE49-F238E27FC236}">
                  <a16:creationId xmlns:a16="http://schemas.microsoft.com/office/drawing/2014/main" id="{277DF345-0311-D2C6-28B6-F9F21F543818}"/>
                </a:ext>
              </a:extLst>
            </p:cNvPr>
            <p:cNvSpPr>
              <a:spLocks noGrp="1"/>
            </p:cNvSpPr>
            <p:nvPr/>
          </p:nvSpPr>
          <p:spPr>
            <a:xfrm>
              <a:off x="15978261" y="2727417"/>
              <a:ext cx="57225" cy="4093"/>
            </a:xfrm>
            <a:custGeom>
              <a:avLst/>
              <a:gdLst/>
              <a:ahLst/>
              <a:cxnLst/>
              <a:rect l="0" t="0" r="0" b="0"/>
              <a:pathLst>
                <a:path w="57225" h="4093">
                  <a:moveTo>
                    <a:pt x="57225" y="0"/>
                  </a:moveTo>
                  <a:lnTo>
                    <a:pt x="0" y="4093"/>
                  </a:lnTo>
                </a:path>
              </a:pathLst>
            </a:custGeom>
            <a:noFill/>
            <a:ln w="8096">
              <a:solidFill>
                <a:srgbClr val="EEF1F3"/>
              </a:solidFill>
            </a:ln>
          </p:spPr>
        </p:sp>
        <p:sp>
          <p:nvSpPr>
            <p:cNvPr id="5941" name="Output_receptor__5940">
              <a:extLst>
                <a:ext uri="{FF2B5EF4-FFF2-40B4-BE49-F238E27FC236}">
                  <a16:creationId xmlns:a16="http://schemas.microsoft.com/office/drawing/2014/main" id="{C0203051-FC53-6CD0-4347-E5799C897215}"/>
                </a:ext>
              </a:extLst>
            </p:cNvPr>
            <p:cNvSpPr>
              <a:spLocks noGrp="1"/>
            </p:cNvSpPr>
            <p:nvPr/>
          </p:nvSpPr>
          <p:spPr>
            <a:xfrm>
              <a:off x="15215854" y="2832149"/>
              <a:ext cx="59520" cy="23949"/>
            </a:xfrm>
            <a:custGeom>
              <a:avLst/>
              <a:gdLst/>
              <a:ahLst/>
              <a:cxnLst/>
              <a:rect l="0" t="0" r="0" b="0"/>
              <a:pathLst>
                <a:path w="59520" h="23949">
                  <a:moveTo>
                    <a:pt x="0" y="0"/>
                  </a:moveTo>
                  <a:lnTo>
                    <a:pt x="59520" y="23949"/>
                  </a:lnTo>
                </a:path>
              </a:pathLst>
            </a:custGeom>
            <a:noFill/>
            <a:ln w="8096">
              <a:solidFill>
                <a:srgbClr val="EEF1F3"/>
              </a:solidFill>
            </a:ln>
          </p:spPr>
        </p:sp>
        <p:sp>
          <p:nvSpPr>
            <p:cNvPr id="5942" name="Output_receptor__5941">
              <a:extLst>
                <a:ext uri="{FF2B5EF4-FFF2-40B4-BE49-F238E27FC236}">
                  <a16:creationId xmlns:a16="http://schemas.microsoft.com/office/drawing/2014/main" id="{258626D0-E03B-F182-4586-09CC3348169A}"/>
                </a:ext>
              </a:extLst>
            </p:cNvPr>
            <p:cNvSpPr>
              <a:spLocks noGrp="1"/>
            </p:cNvSpPr>
            <p:nvPr/>
          </p:nvSpPr>
          <p:spPr>
            <a:xfrm>
              <a:off x="15195175" y="3093513"/>
              <a:ext cx="54985" cy="8093"/>
            </a:xfrm>
            <a:custGeom>
              <a:avLst/>
              <a:gdLst/>
              <a:ahLst/>
              <a:cxnLst/>
              <a:rect l="0" t="0" r="0" b="0"/>
              <a:pathLst>
                <a:path w="54985" h="8093">
                  <a:moveTo>
                    <a:pt x="0" y="8093"/>
                  </a:moveTo>
                  <a:lnTo>
                    <a:pt x="54985" y="0"/>
                  </a:lnTo>
                </a:path>
              </a:pathLst>
            </a:custGeom>
            <a:noFill/>
            <a:ln w="8096">
              <a:solidFill>
                <a:srgbClr val="EEF1F3"/>
              </a:solidFill>
            </a:ln>
          </p:spPr>
        </p:sp>
        <p:sp>
          <p:nvSpPr>
            <p:cNvPr id="5943" name="Output_receptor__5942">
              <a:extLst>
                <a:ext uri="{FF2B5EF4-FFF2-40B4-BE49-F238E27FC236}">
                  <a16:creationId xmlns:a16="http://schemas.microsoft.com/office/drawing/2014/main" id="{42B448D3-DED8-3761-2D8F-EB86A455D006}"/>
                </a:ext>
              </a:extLst>
            </p:cNvPr>
            <p:cNvSpPr>
              <a:spLocks noGrp="1"/>
            </p:cNvSpPr>
            <p:nvPr/>
          </p:nvSpPr>
          <p:spPr>
            <a:xfrm>
              <a:off x="16253792" y="2732012"/>
              <a:ext cx="37959" cy="60645"/>
            </a:xfrm>
            <a:custGeom>
              <a:avLst/>
              <a:gdLst/>
              <a:ahLst/>
              <a:cxnLst/>
              <a:rect l="0" t="0" r="0" b="0"/>
              <a:pathLst>
                <a:path w="37959" h="60645">
                  <a:moveTo>
                    <a:pt x="37959" y="60645"/>
                  </a:moveTo>
                  <a:lnTo>
                    <a:pt x="0" y="0"/>
                  </a:lnTo>
                </a:path>
              </a:pathLst>
            </a:custGeom>
            <a:noFill/>
            <a:ln w="8096">
              <a:solidFill>
                <a:srgbClr val="EEF1F3"/>
              </a:solidFill>
            </a:ln>
          </p:spPr>
        </p:sp>
        <p:sp>
          <p:nvSpPr>
            <p:cNvPr id="5944" name="Output_receptor__5943">
              <a:extLst>
                <a:ext uri="{FF2B5EF4-FFF2-40B4-BE49-F238E27FC236}">
                  <a16:creationId xmlns:a16="http://schemas.microsoft.com/office/drawing/2014/main" id="{6B712496-BDF5-B01A-7DA9-49D74C70E788}"/>
                </a:ext>
              </a:extLst>
            </p:cNvPr>
            <p:cNvSpPr>
              <a:spLocks noGrp="1"/>
            </p:cNvSpPr>
            <p:nvPr/>
          </p:nvSpPr>
          <p:spPr>
            <a:xfrm>
              <a:off x="16241279" y="2792657"/>
              <a:ext cx="50471" cy="51298"/>
            </a:xfrm>
            <a:custGeom>
              <a:avLst/>
              <a:gdLst/>
              <a:ahLst/>
              <a:cxnLst/>
              <a:rect l="0" t="0" r="0" b="0"/>
              <a:pathLst>
                <a:path w="50471" h="51298">
                  <a:moveTo>
                    <a:pt x="0" y="51298"/>
                  </a:moveTo>
                  <a:lnTo>
                    <a:pt x="50471" y="0"/>
                  </a:lnTo>
                </a:path>
              </a:pathLst>
            </a:custGeom>
            <a:noFill/>
            <a:ln w="20003">
              <a:solidFill>
                <a:srgbClr val="EEF1F3"/>
              </a:solidFill>
            </a:ln>
          </p:spPr>
        </p:sp>
        <p:sp>
          <p:nvSpPr>
            <p:cNvPr id="5945" name="Output_receptor__5944">
              <a:extLst>
                <a:ext uri="{FF2B5EF4-FFF2-40B4-BE49-F238E27FC236}">
                  <a16:creationId xmlns:a16="http://schemas.microsoft.com/office/drawing/2014/main" id="{3A61E4E7-3C97-D61C-E53F-E0340FBA24EE}"/>
                </a:ext>
              </a:extLst>
            </p:cNvPr>
            <p:cNvSpPr>
              <a:spLocks noGrp="1"/>
            </p:cNvSpPr>
            <p:nvPr/>
          </p:nvSpPr>
          <p:spPr>
            <a:xfrm>
              <a:off x="16214372" y="2468013"/>
              <a:ext cx="18771" cy="38864"/>
            </a:xfrm>
            <a:custGeom>
              <a:avLst/>
              <a:gdLst/>
              <a:ahLst/>
              <a:cxnLst/>
              <a:rect l="0" t="0" r="0" b="0"/>
              <a:pathLst>
                <a:path w="18771" h="38864">
                  <a:moveTo>
                    <a:pt x="18771" y="0"/>
                  </a:moveTo>
                  <a:lnTo>
                    <a:pt x="0" y="38864"/>
                  </a:lnTo>
                </a:path>
              </a:pathLst>
            </a:custGeom>
            <a:noFill/>
            <a:ln w="8096">
              <a:solidFill>
                <a:srgbClr val="EEF1F3"/>
              </a:solidFill>
            </a:ln>
          </p:spPr>
        </p:sp>
        <p:sp>
          <p:nvSpPr>
            <p:cNvPr id="5946" name="Output_receptor__5945">
              <a:extLst>
                <a:ext uri="{FF2B5EF4-FFF2-40B4-BE49-F238E27FC236}">
                  <a16:creationId xmlns:a16="http://schemas.microsoft.com/office/drawing/2014/main" id="{88C3A96E-7056-1402-EA8C-5A85136E7A61}"/>
                </a:ext>
              </a:extLst>
            </p:cNvPr>
            <p:cNvSpPr>
              <a:spLocks noGrp="1"/>
            </p:cNvSpPr>
            <p:nvPr/>
          </p:nvSpPr>
          <p:spPr>
            <a:xfrm>
              <a:off x="15013348" y="3103293"/>
              <a:ext cx="59061" cy="41401"/>
            </a:xfrm>
            <a:custGeom>
              <a:avLst/>
              <a:gdLst/>
              <a:ahLst/>
              <a:cxnLst/>
              <a:rect l="0" t="0" r="0" b="0"/>
              <a:pathLst>
                <a:path w="59061" h="41401">
                  <a:moveTo>
                    <a:pt x="0" y="41401"/>
                  </a:moveTo>
                  <a:lnTo>
                    <a:pt x="59061" y="0"/>
                  </a:lnTo>
                </a:path>
              </a:pathLst>
            </a:custGeom>
            <a:noFill/>
            <a:ln w="20003">
              <a:solidFill>
                <a:srgbClr val="EEF1F3"/>
              </a:solidFill>
            </a:ln>
          </p:spPr>
        </p:sp>
        <p:sp>
          <p:nvSpPr>
            <p:cNvPr id="5947" name="Output_receptor__5946">
              <a:extLst>
                <a:ext uri="{FF2B5EF4-FFF2-40B4-BE49-F238E27FC236}">
                  <a16:creationId xmlns:a16="http://schemas.microsoft.com/office/drawing/2014/main" id="{0C21C5F2-971A-6ACE-FD69-5DE06C679CD1}"/>
                </a:ext>
              </a:extLst>
            </p:cNvPr>
            <p:cNvSpPr>
              <a:spLocks noGrp="1"/>
            </p:cNvSpPr>
            <p:nvPr/>
          </p:nvSpPr>
          <p:spPr>
            <a:xfrm>
              <a:off x="14946141" y="3118831"/>
              <a:ext cx="67207" cy="25862"/>
            </a:xfrm>
            <a:custGeom>
              <a:avLst/>
              <a:gdLst/>
              <a:ahLst/>
              <a:cxnLst/>
              <a:rect l="0" t="0" r="0" b="0"/>
              <a:pathLst>
                <a:path w="67207" h="25862">
                  <a:moveTo>
                    <a:pt x="0" y="0"/>
                  </a:moveTo>
                  <a:lnTo>
                    <a:pt x="67207" y="25862"/>
                  </a:lnTo>
                </a:path>
              </a:pathLst>
            </a:custGeom>
            <a:noFill/>
            <a:ln w="20003">
              <a:solidFill>
                <a:srgbClr val="EEF1F3"/>
              </a:solidFill>
            </a:ln>
          </p:spPr>
        </p:sp>
        <p:sp>
          <p:nvSpPr>
            <p:cNvPr id="5948" name="Output_receptor__5947">
              <a:extLst>
                <a:ext uri="{FF2B5EF4-FFF2-40B4-BE49-F238E27FC236}">
                  <a16:creationId xmlns:a16="http://schemas.microsoft.com/office/drawing/2014/main" id="{3AE579ED-F251-E6FD-BEAB-F897C506327B}"/>
                </a:ext>
              </a:extLst>
            </p:cNvPr>
            <p:cNvSpPr>
              <a:spLocks noGrp="1"/>
            </p:cNvSpPr>
            <p:nvPr/>
          </p:nvSpPr>
          <p:spPr>
            <a:xfrm>
              <a:off x="15969175" y="2815524"/>
              <a:ext cx="71175" cy="534"/>
            </a:xfrm>
            <a:custGeom>
              <a:avLst/>
              <a:gdLst/>
              <a:ahLst/>
              <a:cxnLst/>
              <a:rect l="0" t="0" r="0" b="0"/>
              <a:pathLst>
                <a:path w="71175" h="534">
                  <a:moveTo>
                    <a:pt x="0" y="534"/>
                  </a:moveTo>
                  <a:lnTo>
                    <a:pt x="71175" y="0"/>
                  </a:lnTo>
                </a:path>
              </a:pathLst>
            </a:custGeom>
            <a:noFill/>
            <a:ln w="8096">
              <a:solidFill>
                <a:srgbClr val="EEF1F3"/>
              </a:solidFill>
            </a:ln>
          </p:spPr>
        </p:sp>
        <p:sp>
          <p:nvSpPr>
            <p:cNvPr id="5949" name="Output_receptor__5948">
              <a:extLst>
                <a:ext uri="{FF2B5EF4-FFF2-40B4-BE49-F238E27FC236}">
                  <a16:creationId xmlns:a16="http://schemas.microsoft.com/office/drawing/2014/main" id="{A4E0E89C-4B70-384F-192D-F8E053087C3E}"/>
                </a:ext>
              </a:extLst>
            </p:cNvPr>
            <p:cNvSpPr>
              <a:spLocks noGrp="1"/>
            </p:cNvSpPr>
            <p:nvPr/>
          </p:nvSpPr>
          <p:spPr>
            <a:xfrm>
              <a:off x="15270911" y="3296896"/>
              <a:ext cx="32000" cy="64396"/>
            </a:xfrm>
            <a:custGeom>
              <a:avLst/>
              <a:gdLst/>
              <a:ahLst/>
              <a:cxnLst/>
              <a:rect l="0" t="0" r="0" b="0"/>
              <a:pathLst>
                <a:path w="32000" h="64396">
                  <a:moveTo>
                    <a:pt x="0" y="0"/>
                  </a:moveTo>
                  <a:lnTo>
                    <a:pt x="32000" y="64396"/>
                  </a:lnTo>
                </a:path>
              </a:pathLst>
            </a:custGeom>
            <a:noFill/>
            <a:ln w="8096">
              <a:solidFill>
                <a:srgbClr val="EEF1F3"/>
              </a:solidFill>
            </a:ln>
          </p:spPr>
        </p:sp>
        <p:sp>
          <p:nvSpPr>
            <p:cNvPr id="5950" name="Output_receptor__5949">
              <a:extLst>
                <a:ext uri="{FF2B5EF4-FFF2-40B4-BE49-F238E27FC236}">
                  <a16:creationId xmlns:a16="http://schemas.microsoft.com/office/drawing/2014/main" id="{064E4533-D7A3-3CA1-7530-4631E1714427}"/>
                </a:ext>
              </a:extLst>
            </p:cNvPr>
            <p:cNvSpPr>
              <a:spLocks noGrp="1"/>
            </p:cNvSpPr>
            <p:nvPr/>
          </p:nvSpPr>
          <p:spPr>
            <a:xfrm>
              <a:off x="15020827" y="3376056"/>
              <a:ext cx="19650" cy="69643"/>
            </a:xfrm>
            <a:custGeom>
              <a:avLst/>
              <a:gdLst/>
              <a:ahLst/>
              <a:cxnLst/>
              <a:rect l="0" t="0" r="0" b="0"/>
              <a:pathLst>
                <a:path w="19650" h="69643">
                  <a:moveTo>
                    <a:pt x="0" y="0"/>
                  </a:moveTo>
                  <a:lnTo>
                    <a:pt x="19650" y="69643"/>
                  </a:lnTo>
                </a:path>
              </a:pathLst>
            </a:custGeom>
            <a:noFill/>
            <a:ln w="8096">
              <a:solidFill>
                <a:srgbClr val="EEF1F3"/>
              </a:solidFill>
            </a:ln>
          </p:spPr>
        </p:sp>
        <p:sp>
          <p:nvSpPr>
            <p:cNvPr id="5951" name="Output_receptor__5950">
              <a:extLst>
                <a:ext uri="{FF2B5EF4-FFF2-40B4-BE49-F238E27FC236}">
                  <a16:creationId xmlns:a16="http://schemas.microsoft.com/office/drawing/2014/main" id="{44281ED4-0505-1B81-8217-350882D66D3A}"/>
                </a:ext>
              </a:extLst>
            </p:cNvPr>
            <p:cNvSpPr>
              <a:spLocks noGrp="1"/>
            </p:cNvSpPr>
            <p:nvPr/>
          </p:nvSpPr>
          <p:spPr>
            <a:xfrm>
              <a:off x="15445167" y="2924075"/>
              <a:ext cx="23137" cy="21864"/>
            </a:xfrm>
            <a:custGeom>
              <a:avLst/>
              <a:gdLst/>
              <a:ahLst/>
              <a:cxnLst/>
              <a:rect l="0" t="0" r="0" b="0"/>
              <a:pathLst>
                <a:path w="23137" h="21864">
                  <a:moveTo>
                    <a:pt x="23137" y="0"/>
                  </a:moveTo>
                  <a:lnTo>
                    <a:pt x="0" y="21864"/>
                  </a:lnTo>
                </a:path>
              </a:pathLst>
            </a:custGeom>
            <a:noFill/>
            <a:ln w="8096">
              <a:solidFill>
                <a:srgbClr val="EEF1F3"/>
              </a:solidFill>
            </a:ln>
          </p:spPr>
        </p:sp>
        <p:sp>
          <p:nvSpPr>
            <p:cNvPr id="5952" name="Output_receptor__5951">
              <a:extLst>
                <a:ext uri="{FF2B5EF4-FFF2-40B4-BE49-F238E27FC236}">
                  <a16:creationId xmlns:a16="http://schemas.microsoft.com/office/drawing/2014/main" id="{F1B93A77-1876-1888-51F5-9616269A17F5}"/>
                </a:ext>
              </a:extLst>
            </p:cNvPr>
            <p:cNvSpPr>
              <a:spLocks noGrp="1"/>
            </p:cNvSpPr>
            <p:nvPr/>
          </p:nvSpPr>
          <p:spPr>
            <a:xfrm>
              <a:off x="15817123" y="3318679"/>
              <a:ext cx="32827" cy="14964"/>
            </a:xfrm>
            <a:custGeom>
              <a:avLst/>
              <a:gdLst/>
              <a:ahLst/>
              <a:cxnLst/>
              <a:rect l="0" t="0" r="0" b="0"/>
              <a:pathLst>
                <a:path w="32827" h="14964">
                  <a:moveTo>
                    <a:pt x="0" y="14964"/>
                  </a:moveTo>
                  <a:lnTo>
                    <a:pt x="32827" y="0"/>
                  </a:lnTo>
                </a:path>
              </a:pathLst>
            </a:custGeom>
            <a:noFill/>
            <a:ln w="8096">
              <a:solidFill>
                <a:srgbClr val="EEF1F3"/>
              </a:solidFill>
            </a:ln>
          </p:spPr>
        </p:sp>
        <p:sp>
          <p:nvSpPr>
            <p:cNvPr id="5953" name="Output_receptor__5952">
              <a:extLst>
                <a:ext uri="{FF2B5EF4-FFF2-40B4-BE49-F238E27FC236}">
                  <a16:creationId xmlns:a16="http://schemas.microsoft.com/office/drawing/2014/main" id="{87B09136-86F6-3E7F-99FF-F404E0EC686E}"/>
                </a:ext>
              </a:extLst>
            </p:cNvPr>
            <p:cNvSpPr>
              <a:spLocks noGrp="1"/>
            </p:cNvSpPr>
            <p:nvPr/>
          </p:nvSpPr>
          <p:spPr>
            <a:xfrm>
              <a:off x="15275374" y="2810528"/>
              <a:ext cx="56391" cy="45571"/>
            </a:xfrm>
            <a:custGeom>
              <a:avLst/>
              <a:gdLst/>
              <a:ahLst/>
              <a:cxnLst/>
              <a:rect l="0" t="0" r="0" b="0"/>
              <a:pathLst>
                <a:path w="56391" h="45571">
                  <a:moveTo>
                    <a:pt x="0" y="45571"/>
                  </a:moveTo>
                  <a:lnTo>
                    <a:pt x="56391" y="0"/>
                  </a:lnTo>
                </a:path>
              </a:pathLst>
            </a:custGeom>
            <a:noFill/>
            <a:ln w="8096">
              <a:solidFill>
                <a:srgbClr val="EEF1F3"/>
              </a:solidFill>
            </a:ln>
          </p:spPr>
        </p:sp>
        <p:sp>
          <p:nvSpPr>
            <p:cNvPr id="5954" name="Output_receptor__5953">
              <a:extLst>
                <a:ext uri="{FF2B5EF4-FFF2-40B4-BE49-F238E27FC236}">
                  <a16:creationId xmlns:a16="http://schemas.microsoft.com/office/drawing/2014/main" id="{56987008-9A3D-1ABB-E7F7-ACAB63412B2B}"/>
                </a:ext>
              </a:extLst>
            </p:cNvPr>
            <p:cNvSpPr>
              <a:spLocks noGrp="1"/>
            </p:cNvSpPr>
            <p:nvPr/>
          </p:nvSpPr>
          <p:spPr>
            <a:xfrm>
              <a:off x="15787981" y="2952352"/>
              <a:ext cx="69671" cy="1407"/>
            </a:xfrm>
            <a:custGeom>
              <a:avLst/>
              <a:gdLst/>
              <a:ahLst/>
              <a:cxnLst/>
              <a:rect l="0" t="0" r="0" b="0"/>
              <a:pathLst>
                <a:path w="69671" h="1407">
                  <a:moveTo>
                    <a:pt x="69671" y="1407"/>
                  </a:moveTo>
                  <a:lnTo>
                    <a:pt x="0" y="0"/>
                  </a:lnTo>
                </a:path>
              </a:pathLst>
            </a:custGeom>
            <a:noFill/>
            <a:ln w="20003">
              <a:solidFill>
                <a:srgbClr val="EEF1F3"/>
              </a:solidFill>
            </a:ln>
          </p:spPr>
        </p:sp>
        <p:sp>
          <p:nvSpPr>
            <p:cNvPr id="5955" name="Output_receptor__5954">
              <a:extLst>
                <a:ext uri="{FF2B5EF4-FFF2-40B4-BE49-F238E27FC236}">
                  <a16:creationId xmlns:a16="http://schemas.microsoft.com/office/drawing/2014/main" id="{5C391FB1-8D72-4EFA-7EB8-1EF6618477F2}"/>
                </a:ext>
              </a:extLst>
            </p:cNvPr>
            <p:cNvSpPr>
              <a:spLocks noGrp="1"/>
            </p:cNvSpPr>
            <p:nvPr/>
          </p:nvSpPr>
          <p:spPr>
            <a:xfrm>
              <a:off x="15706681" y="3069085"/>
              <a:ext cx="69122" cy="15562"/>
            </a:xfrm>
            <a:custGeom>
              <a:avLst/>
              <a:gdLst/>
              <a:ahLst/>
              <a:cxnLst/>
              <a:rect l="0" t="0" r="0" b="0"/>
              <a:pathLst>
                <a:path w="69122" h="15562">
                  <a:moveTo>
                    <a:pt x="69122" y="0"/>
                  </a:moveTo>
                  <a:lnTo>
                    <a:pt x="0" y="15562"/>
                  </a:lnTo>
                </a:path>
              </a:pathLst>
            </a:custGeom>
            <a:noFill/>
            <a:ln w="20003">
              <a:solidFill>
                <a:srgbClr val="EEF1F3"/>
              </a:solidFill>
            </a:ln>
          </p:spPr>
        </p:sp>
        <p:sp>
          <p:nvSpPr>
            <p:cNvPr id="5956" name="Output_receptor__5955">
              <a:extLst>
                <a:ext uri="{FF2B5EF4-FFF2-40B4-BE49-F238E27FC236}">
                  <a16:creationId xmlns:a16="http://schemas.microsoft.com/office/drawing/2014/main" id="{9EDB2F43-9149-B991-611F-DE0CEFC1F153}"/>
                </a:ext>
              </a:extLst>
            </p:cNvPr>
            <p:cNvSpPr>
              <a:spLocks noGrp="1"/>
            </p:cNvSpPr>
            <p:nvPr/>
          </p:nvSpPr>
          <p:spPr>
            <a:xfrm>
              <a:off x="15857652" y="2889685"/>
              <a:ext cx="30348" cy="64074"/>
            </a:xfrm>
            <a:custGeom>
              <a:avLst/>
              <a:gdLst/>
              <a:ahLst/>
              <a:cxnLst/>
              <a:rect l="0" t="0" r="0" b="0"/>
              <a:pathLst>
                <a:path w="30348" h="64074">
                  <a:moveTo>
                    <a:pt x="30348" y="0"/>
                  </a:moveTo>
                  <a:lnTo>
                    <a:pt x="0" y="64074"/>
                  </a:lnTo>
                </a:path>
              </a:pathLst>
            </a:custGeom>
            <a:noFill/>
            <a:ln w="8096">
              <a:solidFill>
                <a:srgbClr val="EEF1F3"/>
              </a:solidFill>
            </a:ln>
          </p:spPr>
        </p:sp>
        <p:sp>
          <p:nvSpPr>
            <p:cNvPr id="5957" name="Output_receptor__5956">
              <a:extLst>
                <a:ext uri="{FF2B5EF4-FFF2-40B4-BE49-F238E27FC236}">
                  <a16:creationId xmlns:a16="http://schemas.microsoft.com/office/drawing/2014/main" id="{95126951-FE8C-85D1-0F31-2A3009753B89}"/>
                </a:ext>
              </a:extLst>
            </p:cNvPr>
            <p:cNvSpPr>
              <a:spLocks noGrp="1"/>
            </p:cNvSpPr>
            <p:nvPr/>
          </p:nvSpPr>
          <p:spPr>
            <a:xfrm>
              <a:off x="15645348" y="3448763"/>
              <a:ext cx="49941" cy="1425"/>
            </a:xfrm>
            <a:custGeom>
              <a:avLst/>
              <a:gdLst/>
              <a:ahLst/>
              <a:cxnLst/>
              <a:rect l="0" t="0" r="0" b="0"/>
              <a:pathLst>
                <a:path w="49941" h="1425">
                  <a:moveTo>
                    <a:pt x="49941" y="1425"/>
                  </a:moveTo>
                  <a:lnTo>
                    <a:pt x="0" y="0"/>
                  </a:lnTo>
                </a:path>
              </a:pathLst>
            </a:custGeom>
            <a:noFill/>
            <a:ln w="20003">
              <a:solidFill>
                <a:srgbClr val="EEF1F3"/>
              </a:solidFill>
            </a:ln>
          </p:spPr>
        </p:sp>
        <p:sp>
          <p:nvSpPr>
            <p:cNvPr id="5958" name="Output_receptor__5957">
              <a:extLst>
                <a:ext uri="{FF2B5EF4-FFF2-40B4-BE49-F238E27FC236}">
                  <a16:creationId xmlns:a16="http://schemas.microsoft.com/office/drawing/2014/main" id="{A2F6C245-5487-7F44-6E55-F42E8BFD777E}"/>
                </a:ext>
              </a:extLst>
            </p:cNvPr>
            <p:cNvSpPr>
              <a:spLocks noGrp="1"/>
            </p:cNvSpPr>
            <p:nvPr/>
          </p:nvSpPr>
          <p:spPr>
            <a:xfrm>
              <a:off x="16253792" y="2672781"/>
              <a:ext cx="8403" cy="59231"/>
            </a:xfrm>
            <a:custGeom>
              <a:avLst/>
              <a:gdLst/>
              <a:ahLst/>
              <a:cxnLst/>
              <a:rect l="0" t="0" r="0" b="0"/>
              <a:pathLst>
                <a:path w="8403" h="59231">
                  <a:moveTo>
                    <a:pt x="0" y="59231"/>
                  </a:moveTo>
                  <a:lnTo>
                    <a:pt x="8403" y="0"/>
                  </a:lnTo>
                </a:path>
              </a:pathLst>
            </a:custGeom>
            <a:noFill/>
            <a:ln w="20003">
              <a:solidFill>
                <a:srgbClr val="EEF1F3"/>
              </a:solidFill>
            </a:ln>
          </p:spPr>
        </p:sp>
        <p:sp>
          <p:nvSpPr>
            <p:cNvPr id="5959" name="Output_receptor__5958">
              <a:extLst>
                <a:ext uri="{FF2B5EF4-FFF2-40B4-BE49-F238E27FC236}">
                  <a16:creationId xmlns:a16="http://schemas.microsoft.com/office/drawing/2014/main" id="{B0D41344-30D6-8EB0-6013-55FC90F0F74E}"/>
                </a:ext>
              </a:extLst>
            </p:cNvPr>
            <p:cNvSpPr>
              <a:spLocks noGrp="1"/>
            </p:cNvSpPr>
            <p:nvPr/>
          </p:nvSpPr>
          <p:spPr>
            <a:xfrm>
              <a:off x="16039117" y="2653080"/>
              <a:ext cx="8735" cy="3804"/>
            </a:xfrm>
            <a:custGeom>
              <a:avLst/>
              <a:gdLst/>
              <a:ahLst/>
              <a:cxnLst/>
              <a:rect l="0" t="0" r="0" b="0"/>
              <a:pathLst>
                <a:path w="8735" h="3804">
                  <a:moveTo>
                    <a:pt x="0" y="0"/>
                  </a:moveTo>
                  <a:lnTo>
                    <a:pt x="8735" y="3804"/>
                  </a:lnTo>
                </a:path>
              </a:pathLst>
            </a:custGeom>
            <a:noFill/>
            <a:ln w="8096">
              <a:solidFill>
                <a:srgbClr val="EEF1F3"/>
              </a:solidFill>
            </a:ln>
          </p:spPr>
        </p:sp>
        <p:sp>
          <p:nvSpPr>
            <p:cNvPr id="5960" name="Output_receptor__5959">
              <a:extLst>
                <a:ext uri="{FF2B5EF4-FFF2-40B4-BE49-F238E27FC236}">
                  <a16:creationId xmlns:a16="http://schemas.microsoft.com/office/drawing/2014/main" id="{07DA4650-ED2C-1227-2D38-710912C13EFC}"/>
                </a:ext>
              </a:extLst>
            </p:cNvPr>
            <p:cNvSpPr>
              <a:spLocks noGrp="1"/>
            </p:cNvSpPr>
            <p:nvPr/>
          </p:nvSpPr>
          <p:spPr>
            <a:xfrm>
              <a:off x="15764166" y="3259537"/>
              <a:ext cx="11956" cy="13703"/>
            </a:xfrm>
            <a:custGeom>
              <a:avLst/>
              <a:gdLst/>
              <a:ahLst/>
              <a:cxnLst/>
              <a:rect l="0" t="0" r="0" b="0"/>
              <a:pathLst>
                <a:path w="11956" h="13703">
                  <a:moveTo>
                    <a:pt x="11956" y="0"/>
                  </a:moveTo>
                  <a:lnTo>
                    <a:pt x="0" y="13703"/>
                  </a:lnTo>
                </a:path>
              </a:pathLst>
            </a:custGeom>
            <a:noFill/>
            <a:ln w="20003">
              <a:solidFill>
                <a:srgbClr val="EEF1F3"/>
              </a:solidFill>
            </a:ln>
          </p:spPr>
        </p:sp>
        <p:sp>
          <p:nvSpPr>
            <p:cNvPr id="5961" name="Output_receptor__5960">
              <a:extLst>
                <a:ext uri="{FF2B5EF4-FFF2-40B4-BE49-F238E27FC236}">
                  <a16:creationId xmlns:a16="http://schemas.microsoft.com/office/drawing/2014/main" id="{D3FD06EF-171B-4218-7BF6-1C0BBA2C1FB5}"/>
                </a:ext>
              </a:extLst>
            </p:cNvPr>
            <p:cNvSpPr>
              <a:spLocks noGrp="1"/>
            </p:cNvSpPr>
            <p:nvPr/>
          </p:nvSpPr>
          <p:spPr>
            <a:xfrm>
              <a:off x="15247889" y="3190152"/>
              <a:ext cx="56457" cy="13051"/>
            </a:xfrm>
            <a:custGeom>
              <a:avLst/>
              <a:gdLst/>
              <a:ahLst/>
              <a:cxnLst/>
              <a:rect l="0" t="0" r="0" b="0"/>
              <a:pathLst>
                <a:path w="56457" h="13051">
                  <a:moveTo>
                    <a:pt x="0" y="0"/>
                  </a:moveTo>
                  <a:lnTo>
                    <a:pt x="56457" y="13051"/>
                  </a:lnTo>
                </a:path>
              </a:pathLst>
            </a:custGeom>
            <a:noFill/>
            <a:ln w="20003">
              <a:solidFill>
                <a:srgbClr val="EEF1F3"/>
              </a:solidFill>
            </a:ln>
          </p:spPr>
        </p:sp>
        <p:sp>
          <p:nvSpPr>
            <p:cNvPr id="5962" name="Output_receptor__5961">
              <a:extLst>
                <a:ext uri="{FF2B5EF4-FFF2-40B4-BE49-F238E27FC236}">
                  <a16:creationId xmlns:a16="http://schemas.microsoft.com/office/drawing/2014/main" id="{3692C39D-0061-0360-5FA5-9F603C158DAA}"/>
                </a:ext>
              </a:extLst>
            </p:cNvPr>
            <p:cNvSpPr>
              <a:spLocks noGrp="1"/>
            </p:cNvSpPr>
            <p:nvPr/>
          </p:nvSpPr>
          <p:spPr>
            <a:xfrm>
              <a:off x="14891529" y="3118831"/>
              <a:ext cx="54612" cy="31989"/>
            </a:xfrm>
            <a:custGeom>
              <a:avLst/>
              <a:gdLst/>
              <a:ahLst/>
              <a:cxnLst/>
              <a:rect l="0" t="0" r="0" b="0"/>
              <a:pathLst>
                <a:path w="54612" h="31989">
                  <a:moveTo>
                    <a:pt x="0" y="31989"/>
                  </a:moveTo>
                  <a:lnTo>
                    <a:pt x="54612" y="0"/>
                  </a:lnTo>
                </a:path>
              </a:pathLst>
            </a:custGeom>
            <a:noFill/>
            <a:ln w="8096">
              <a:solidFill>
                <a:srgbClr val="EEF1F3"/>
              </a:solidFill>
            </a:ln>
          </p:spPr>
        </p:sp>
        <p:sp>
          <p:nvSpPr>
            <p:cNvPr id="5963" name="Output_receptor__5962">
              <a:extLst>
                <a:ext uri="{FF2B5EF4-FFF2-40B4-BE49-F238E27FC236}">
                  <a16:creationId xmlns:a16="http://schemas.microsoft.com/office/drawing/2014/main" id="{6AC8DB13-76F7-C89F-9FCB-61F5ECAF2D0D}"/>
                </a:ext>
              </a:extLst>
            </p:cNvPr>
            <p:cNvSpPr>
              <a:spLocks noGrp="1"/>
            </p:cNvSpPr>
            <p:nvPr/>
          </p:nvSpPr>
          <p:spPr>
            <a:xfrm>
              <a:off x="15741739" y="2952352"/>
              <a:ext cx="46242" cy="38115"/>
            </a:xfrm>
            <a:custGeom>
              <a:avLst/>
              <a:gdLst/>
              <a:ahLst/>
              <a:cxnLst/>
              <a:rect l="0" t="0" r="0" b="0"/>
              <a:pathLst>
                <a:path w="46242" h="38115">
                  <a:moveTo>
                    <a:pt x="46242" y="0"/>
                  </a:moveTo>
                  <a:lnTo>
                    <a:pt x="0" y="38115"/>
                  </a:lnTo>
                </a:path>
              </a:pathLst>
            </a:custGeom>
            <a:noFill/>
            <a:ln w="20003">
              <a:solidFill>
                <a:srgbClr val="EEF1F3"/>
              </a:solidFill>
            </a:ln>
          </p:spPr>
        </p:sp>
        <p:sp>
          <p:nvSpPr>
            <p:cNvPr id="5964" name="Output_receptor__5963">
              <a:extLst>
                <a:ext uri="{FF2B5EF4-FFF2-40B4-BE49-F238E27FC236}">
                  <a16:creationId xmlns:a16="http://schemas.microsoft.com/office/drawing/2014/main" id="{60F81F59-79F0-D82D-1361-DF46D060E0A4}"/>
                </a:ext>
              </a:extLst>
            </p:cNvPr>
            <p:cNvSpPr>
              <a:spLocks noGrp="1"/>
            </p:cNvSpPr>
            <p:nvPr/>
          </p:nvSpPr>
          <p:spPr>
            <a:xfrm>
              <a:off x="16132112" y="2427198"/>
              <a:ext cx="41402" cy="58417"/>
            </a:xfrm>
            <a:custGeom>
              <a:avLst/>
              <a:gdLst/>
              <a:ahLst/>
              <a:cxnLst/>
              <a:rect l="0" t="0" r="0" b="0"/>
              <a:pathLst>
                <a:path w="41402" h="58417">
                  <a:moveTo>
                    <a:pt x="0" y="58417"/>
                  </a:moveTo>
                  <a:lnTo>
                    <a:pt x="41402" y="0"/>
                  </a:lnTo>
                </a:path>
              </a:pathLst>
            </a:custGeom>
            <a:noFill/>
            <a:ln w="8096">
              <a:solidFill>
                <a:srgbClr val="EEF1F3"/>
              </a:solidFill>
            </a:ln>
          </p:spPr>
        </p:sp>
        <p:sp>
          <p:nvSpPr>
            <p:cNvPr id="5965" name="Output_receptor__5964">
              <a:extLst>
                <a:ext uri="{FF2B5EF4-FFF2-40B4-BE49-F238E27FC236}">
                  <a16:creationId xmlns:a16="http://schemas.microsoft.com/office/drawing/2014/main" id="{B871173F-882D-6DD6-FF87-0EB5DA1BC4E8}"/>
                </a:ext>
              </a:extLst>
            </p:cNvPr>
            <p:cNvSpPr>
              <a:spLocks noGrp="1"/>
            </p:cNvSpPr>
            <p:nvPr/>
          </p:nvSpPr>
          <p:spPr>
            <a:xfrm>
              <a:off x="15709238" y="3172499"/>
              <a:ext cx="21135" cy="16298"/>
            </a:xfrm>
            <a:custGeom>
              <a:avLst/>
              <a:gdLst/>
              <a:ahLst/>
              <a:cxnLst/>
              <a:rect l="0" t="0" r="0" b="0"/>
              <a:pathLst>
                <a:path w="21135" h="16298">
                  <a:moveTo>
                    <a:pt x="21135" y="0"/>
                  </a:moveTo>
                  <a:lnTo>
                    <a:pt x="0" y="16298"/>
                  </a:lnTo>
                </a:path>
              </a:pathLst>
            </a:custGeom>
            <a:noFill/>
            <a:ln w="20003">
              <a:solidFill>
                <a:srgbClr val="EEF1F3"/>
              </a:solidFill>
            </a:ln>
          </p:spPr>
        </p:sp>
        <p:sp>
          <p:nvSpPr>
            <p:cNvPr id="5966" name="Output_receptor__5965">
              <a:extLst>
                <a:ext uri="{FF2B5EF4-FFF2-40B4-BE49-F238E27FC236}">
                  <a16:creationId xmlns:a16="http://schemas.microsoft.com/office/drawing/2014/main" id="{AF3F5346-7E52-A40C-C04F-D8F5B2D207D4}"/>
                </a:ext>
              </a:extLst>
            </p:cNvPr>
            <p:cNvSpPr>
              <a:spLocks noGrp="1"/>
            </p:cNvSpPr>
            <p:nvPr/>
          </p:nvSpPr>
          <p:spPr>
            <a:xfrm>
              <a:off x="15202463" y="3178568"/>
              <a:ext cx="45425" cy="11584"/>
            </a:xfrm>
            <a:custGeom>
              <a:avLst/>
              <a:gdLst/>
              <a:ahLst/>
              <a:cxnLst/>
              <a:rect l="0" t="0" r="0" b="0"/>
              <a:pathLst>
                <a:path w="45425" h="11584">
                  <a:moveTo>
                    <a:pt x="0" y="0"/>
                  </a:moveTo>
                  <a:lnTo>
                    <a:pt x="45425" y="11584"/>
                  </a:lnTo>
                </a:path>
              </a:pathLst>
            </a:custGeom>
            <a:noFill/>
            <a:ln w="8096">
              <a:solidFill>
                <a:srgbClr val="EEF1F3"/>
              </a:solidFill>
            </a:ln>
          </p:spPr>
        </p:sp>
        <p:sp>
          <p:nvSpPr>
            <p:cNvPr id="5967" name="Output_receptor__5966">
              <a:extLst>
                <a:ext uri="{FF2B5EF4-FFF2-40B4-BE49-F238E27FC236}">
                  <a16:creationId xmlns:a16="http://schemas.microsoft.com/office/drawing/2014/main" id="{27683432-E67A-6FBC-F523-CC4D5DA3E16B}"/>
                </a:ext>
              </a:extLst>
            </p:cNvPr>
            <p:cNvSpPr>
              <a:spLocks noGrp="1"/>
            </p:cNvSpPr>
            <p:nvPr/>
          </p:nvSpPr>
          <p:spPr>
            <a:xfrm>
              <a:off x="15634714" y="3230135"/>
              <a:ext cx="15798" cy="35337"/>
            </a:xfrm>
            <a:custGeom>
              <a:avLst/>
              <a:gdLst/>
              <a:ahLst/>
              <a:cxnLst/>
              <a:rect l="0" t="0" r="0" b="0"/>
              <a:pathLst>
                <a:path w="15798" h="35337">
                  <a:moveTo>
                    <a:pt x="15798" y="0"/>
                  </a:moveTo>
                  <a:lnTo>
                    <a:pt x="0" y="35337"/>
                  </a:lnTo>
                </a:path>
              </a:pathLst>
            </a:custGeom>
            <a:noFill/>
            <a:ln w="8096">
              <a:solidFill>
                <a:srgbClr val="EEF1F3"/>
              </a:solidFill>
            </a:ln>
          </p:spPr>
        </p:sp>
        <p:sp>
          <p:nvSpPr>
            <p:cNvPr id="5968" name="Output_receptor__5967">
              <a:extLst>
                <a:ext uri="{FF2B5EF4-FFF2-40B4-BE49-F238E27FC236}">
                  <a16:creationId xmlns:a16="http://schemas.microsoft.com/office/drawing/2014/main" id="{9D1D4420-8890-16A2-53B3-20D1823D2954}"/>
                </a:ext>
              </a:extLst>
            </p:cNvPr>
            <p:cNvSpPr>
              <a:spLocks noGrp="1"/>
            </p:cNvSpPr>
            <p:nvPr/>
          </p:nvSpPr>
          <p:spPr>
            <a:xfrm>
              <a:off x="15904887" y="3090244"/>
              <a:ext cx="59568" cy="18305"/>
            </a:xfrm>
            <a:custGeom>
              <a:avLst/>
              <a:gdLst/>
              <a:ahLst/>
              <a:cxnLst/>
              <a:rect l="0" t="0" r="0" b="0"/>
              <a:pathLst>
                <a:path w="59568" h="18305">
                  <a:moveTo>
                    <a:pt x="59568" y="18305"/>
                  </a:moveTo>
                  <a:lnTo>
                    <a:pt x="0" y="0"/>
                  </a:lnTo>
                </a:path>
              </a:pathLst>
            </a:custGeom>
            <a:noFill/>
            <a:ln w="8096">
              <a:solidFill>
                <a:srgbClr val="EEF1F3"/>
              </a:solidFill>
            </a:ln>
          </p:spPr>
        </p:sp>
        <p:sp>
          <p:nvSpPr>
            <p:cNvPr id="5969" name="Output_receptor__5968">
              <a:extLst>
                <a:ext uri="{FF2B5EF4-FFF2-40B4-BE49-F238E27FC236}">
                  <a16:creationId xmlns:a16="http://schemas.microsoft.com/office/drawing/2014/main" id="{EB031ED7-0530-C636-BE77-2C070741F057}"/>
                </a:ext>
              </a:extLst>
            </p:cNvPr>
            <p:cNvSpPr>
              <a:spLocks noGrp="1"/>
            </p:cNvSpPr>
            <p:nvPr/>
          </p:nvSpPr>
          <p:spPr>
            <a:xfrm>
              <a:off x="16173514" y="2427198"/>
              <a:ext cx="59629" cy="40815"/>
            </a:xfrm>
            <a:custGeom>
              <a:avLst/>
              <a:gdLst/>
              <a:ahLst/>
              <a:cxnLst/>
              <a:rect l="0" t="0" r="0" b="0"/>
              <a:pathLst>
                <a:path w="59629" h="40815">
                  <a:moveTo>
                    <a:pt x="0" y="0"/>
                  </a:moveTo>
                  <a:lnTo>
                    <a:pt x="59629" y="40815"/>
                  </a:lnTo>
                </a:path>
              </a:pathLst>
            </a:custGeom>
            <a:noFill/>
            <a:ln w="8096">
              <a:solidFill>
                <a:srgbClr val="EEF1F3"/>
              </a:solidFill>
            </a:ln>
          </p:spPr>
        </p:sp>
        <p:sp>
          <p:nvSpPr>
            <p:cNvPr id="5970" name="Output_receptor__5969">
              <a:extLst>
                <a:ext uri="{FF2B5EF4-FFF2-40B4-BE49-F238E27FC236}">
                  <a16:creationId xmlns:a16="http://schemas.microsoft.com/office/drawing/2014/main" id="{BA6AE35A-A93A-FD65-DA61-7A2C29EE082C}"/>
                </a:ext>
              </a:extLst>
            </p:cNvPr>
            <p:cNvSpPr>
              <a:spLocks noGrp="1"/>
            </p:cNvSpPr>
            <p:nvPr/>
          </p:nvSpPr>
          <p:spPr>
            <a:xfrm>
              <a:off x="15468304" y="2924075"/>
              <a:ext cx="68006" cy="3480"/>
            </a:xfrm>
            <a:custGeom>
              <a:avLst/>
              <a:gdLst/>
              <a:ahLst/>
              <a:cxnLst/>
              <a:rect l="0" t="0" r="0" b="0"/>
              <a:pathLst>
                <a:path w="68006" h="3480">
                  <a:moveTo>
                    <a:pt x="68006" y="3480"/>
                  </a:moveTo>
                  <a:lnTo>
                    <a:pt x="0" y="0"/>
                  </a:lnTo>
                </a:path>
              </a:pathLst>
            </a:custGeom>
            <a:noFill/>
            <a:ln w="8096">
              <a:solidFill>
                <a:srgbClr val="EEF1F3"/>
              </a:solidFill>
            </a:ln>
          </p:spPr>
        </p:sp>
        <p:sp>
          <p:nvSpPr>
            <p:cNvPr id="5971" name="Output_receptor__5970">
              <a:extLst>
                <a:ext uri="{FF2B5EF4-FFF2-40B4-BE49-F238E27FC236}">
                  <a16:creationId xmlns:a16="http://schemas.microsoft.com/office/drawing/2014/main" id="{D779D580-A35A-CC28-718D-B57BB8192B60}"/>
                </a:ext>
              </a:extLst>
            </p:cNvPr>
            <p:cNvSpPr>
              <a:spLocks noGrp="1"/>
            </p:cNvSpPr>
            <p:nvPr/>
          </p:nvSpPr>
          <p:spPr>
            <a:xfrm>
              <a:off x="15674807" y="2990467"/>
              <a:ext cx="66933" cy="10052"/>
            </a:xfrm>
            <a:custGeom>
              <a:avLst/>
              <a:gdLst/>
              <a:ahLst/>
              <a:cxnLst/>
              <a:rect l="0" t="0" r="0" b="0"/>
              <a:pathLst>
                <a:path w="66933" h="10052">
                  <a:moveTo>
                    <a:pt x="66933" y="0"/>
                  </a:moveTo>
                  <a:lnTo>
                    <a:pt x="0" y="10052"/>
                  </a:lnTo>
                </a:path>
              </a:pathLst>
            </a:custGeom>
            <a:noFill/>
            <a:ln w="20003">
              <a:solidFill>
                <a:srgbClr val="EEF1F3"/>
              </a:solidFill>
            </a:ln>
          </p:spPr>
        </p:sp>
        <p:sp>
          <p:nvSpPr>
            <p:cNvPr id="5972" name="Output_receptor__5971">
              <a:extLst>
                <a:ext uri="{FF2B5EF4-FFF2-40B4-BE49-F238E27FC236}">
                  <a16:creationId xmlns:a16="http://schemas.microsoft.com/office/drawing/2014/main" id="{C3F86971-CFF6-4D3B-A720-66ACA4939F6B}"/>
                </a:ext>
              </a:extLst>
            </p:cNvPr>
            <p:cNvSpPr>
              <a:spLocks noGrp="1"/>
            </p:cNvSpPr>
            <p:nvPr/>
          </p:nvSpPr>
          <p:spPr>
            <a:xfrm>
              <a:off x="15205192" y="2988373"/>
              <a:ext cx="43491" cy="13239"/>
            </a:xfrm>
            <a:custGeom>
              <a:avLst/>
              <a:gdLst/>
              <a:ahLst/>
              <a:cxnLst/>
              <a:rect l="0" t="0" r="0" b="0"/>
              <a:pathLst>
                <a:path w="43491" h="13239">
                  <a:moveTo>
                    <a:pt x="43491" y="0"/>
                  </a:moveTo>
                  <a:lnTo>
                    <a:pt x="0" y="13239"/>
                  </a:lnTo>
                </a:path>
              </a:pathLst>
            </a:custGeom>
            <a:noFill/>
            <a:ln w="8096">
              <a:solidFill>
                <a:srgbClr val="EEF1F3"/>
              </a:solidFill>
            </a:ln>
          </p:spPr>
        </p:sp>
        <p:sp>
          <p:nvSpPr>
            <p:cNvPr id="5973" name="Output_receptor__5972">
              <a:extLst>
                <a:ext uri="{FF2B5EF4-FFF2-40B4-BE49-F238E27FC236}">
                  <a16:creationId xmlns:a16="http://schemas.microsoft.com/office/drawing/2014/main" id="{3C66D712-DF1D-153D-749F-364E98D82BA5}"/>
                </a:ext>
              </a:extLst>
            </p:cNvPr>
            <p:cNvSpPr>
              <a:spLocks noGrp="1"/>
            </p:cNvSpPr>
            <p:nvPr/>
          </p:nvSpPr>
          <p:spPr>
            <a:xfrm>
              <a:off x="15666531" y="3084647"/>
              <a:ext cx="40150" cy="26120"/>
            </a:xfrm>
            <a:custGeom>
              <a:avLst/>
              <a:gdLst/>
              <a:ahLst/>
              <a:cxnLst/>
              <a:rect l="0" t="0" r="0" b="0"/>
              <a:pathLst>
                <a:path w="40150" h="26120">
                  <a:moveTo>
                    <a:pt x="40150" y="0"/>
                  </a:moveTo>
                  <a:lnTo>
                    <a:pt x="0" y="26120"/>
                  </a:lnTo>
                </a:path>
              </a:pathLst>
            </a:custGeom>
            <a:noFill/>
            <a:ln w="20003">
              <a:solidFill>
                <a:srgbClr val="EEF1F3"/>
              </a:solidFill>
            </a:ln>
          </p:spPr>
        </p:sp>
        <p:sp>
          <p:nvSpPr>
            <p:cNvPr id="5974" name="Output_receptor__5973">
              <a:extLst>
                <a:ext uri="{FF2B5EF4-FFF2-40B4-BE49-F238E27FC236}">
                  <a16:creationId xmlns:a16="http://schemas.microsoft.com/office/drawing/2014/main" id="{7A5E83FE-0893-9093-ED68-A5EDDEF73D7A}"/>
                </a:ext>
              </a:extLst>
            </p:cNvPr>
            <p:cNvSpPr>
              <a:spLocks noGrp="1"/>
            </p:cNvSpPr>
            <p:nvPr/>
          </p:nvSpPr>
          <p:spPr>
            <a:xfrm>
              <a:off x="16241279" y="2843954"/>
              <a:ext cx="1642" cy="5309"/>
            </a:xfrm>
            <a:custGeom>
              <a:avLst/>
              <a:gdLst/>
              <a:ahLst/>
              <a:cxnLst/>
              <a:rect l="0" t="0" r="0" b="0"/>
              <a:pathLst>
                <a:path w="1642" h="5309">
                  <a:moveTo>
                    <a:pt x="1642" y="5309"/>
                  </a:moveTo>
                  <a:lnTo>
                    <a:pt x="0" y="0"/>
                  </a:lnTo>
                </a:path>
              </a:pathLst>
            </a:custGeom>
            <a:noFill/>
            <a:ln w="20003">
              <a:solidFill>
                <a:srgbClr val="EEF1F3"/>
              </a:solidFill>
            </a:ln>
          </p:spPr>
        </p:sp>
        <p:sp>
          <p:nvSpPr>
            <p:cNvPr id="5975" name="Output_receptor__5974">
              <a:extLst>
                <a:ext uri="{FF2B5EF4-FFF2-40B4-BE49-F238E27FC236}">
                  <a16:creationId xmlns:a16="http://schemas.microsoft.com/office/drawing/2014/main" id="{4780336D-87E4-9F25-8A60-BD1A210DECCB}"/>
                </a:ext>
              </a:extLst>
            </p:cNvPr>
            <p:cNvSpPr>
              <a:spLocks noGrp="1"/>
            </p:cNvSpPr>
            <p:nvPr/>
          </p:nvSpPr>
          <p:spPr>
            <a:xfrm>
              <a:off x="15270911" y="3263806"/>
              <a:ext cx="2088" cy="33090"/>
            </a:xfrm>
            <a:custGeom>
              <a:avLst/>
              <a:gdLst/>
              <a:ahLst/>
              <a:cxnLst/>
              <a:rect l="0" t="0" r="0" b="0"/>
              <a:pathLst>
                <a:path w="2088" h="33090">
                  <a:moveTo>
                    <a:pt x="2088" y="0"/>
                  </a:moveTo>
                  <a:lnTo>
                    <a:pt x="0" y="33090"/>
                  </a:lnTo>
                </a:path>
              </a:pathLst>
            </a:custGeom>
            <a:noFill/>
            <a:ln w="20003">
              <a:solidFill>
                <a:srgbClr val="EEF1F3"/>
              </a:solidFill>
            </a:ln>
          </p:spPr>
        </p:sp>
        <p:sp>
          <p:nvSpPr>
            <p:cNvPr id="5976" name="Output_receptor__5975">
              <a:extLst>
                <a:ext uri="{FF2B5EF4-FFF2-40B4-BE49-F238E27FC236}">
                  <a16:creationId xmlns:a16="http://schemas.microsoft.com/office/drawing/2014/main" id="{23C0BB4D-C2FD-2B46-203D-52BC338C0688}"/>
                </a:ext>
              </a:extLst>
            </p:cNvPr>
            <p:cNvSpPr>
              <a:spLocks noGrp="1"/>
            </p:cNvSpPr>
            <p:nvPr/>
          </p:nvSpPr>
          <p:spPr>
            <a:xfrm>
              <a:off x="16098169" y="2593552"/>
              <a:ext cx="32288" cy="19725"/>
            </a:xfrm>
            <a:custGeom>
              <a:avLst/>
              <a:gdLst/>
              <a:ahLst/>
              <a:cxnLst/>
              <a:rect l="0" t="0" r="0" b="0"/>
              <a:pathLst>
                <a:path w="32288" h="19725">
                  <a:moveTo>
                    <a:pt x="32288" y="0"/>
                  </a:moveTo>
                  <a:lnTo>
                    <a:pt x="0" y="19725"/>
                  </a:lnTo>
                </a:path>
              </a:pathLst>
            </a:custGeom>
            <a:noFill/>
            <a:ln w="8096">
              <a:solidFill>
                <a:srgbClr val="EEF1F3"/>
              </a:solidFill>
            </a:ln>
          </p:spPr>
        </p:sp>
        <p:sp>
          <p:nvSpPr>
            <p:cNvPr id="5977" name="Output_receptor__5976">
              <a:extLst>
                <a:ext uri="{FF2B5EF4-FFF2-40B4-BE49-F238E27FC236}">
                  <a16:creationId xmlns:a16="http://schemas.microsoft.com/office/drawing/2014/main" id="{D5682C5E-9CCF-6810-10CF-A1BA4FF8E650}"/>
                </a:ext>
              </a:extLst>
            </p:cNvPr>
            <p:cNvSpPr>
              <a:spLocks noGrp="1"/>
            </p:cNvSpPr>
            <p:nvPr/>
          </p:nvSpPr>
          <p:spPr>
            <a:xfrm>
              <a:off x="15127683" y="3341516"/>
              <a:ext cx="1311" cy="33966"/>
            </a:xfrm>
            <a:custGeom>
              <a:avLst/>
              <a:gdLst/>
              <a:ahLst/>
              <a:cxnLst/>
              <a:rect l="0" t="0" r="0" b="0"/>
              <a:pathLst>
                <a:path w="1311" h="33966">
                  <a:moveTo>
                    <a:pt x="1311" y="0"/>
                  </a:moveTo>
                  <a:lnTo>
                    <a:pt x="0" y="33966"/>
                  </a:lnTo>
                </a:path>
              </a:pathLst>
            </a:custGeom>
            <a:noFill/>
            <a:ln w="20003">
              <a:solidFill>
                <a:srgbClr val="EEF1F3"/>
              </a:solidFill>
            </a:ln>
          </p:spPr>
        </p:sp>
        <p:sp>
          <p:nvSpPr>
            <p:cNvPr id="5978" name="Output_receptor__5977">
              <a:extLst>
                <a:ext uri="{FF2B5EF4-FFF2-40B4-BE49-F238E27FC236}">
                  <a16:creationId xmlns:a16="http://schemas.microsoft.com/office/drawing/2014/main" id="{983B2778-E95D-7EAB-4B65-377F4F5DD113}"/>
                </a:ext>
              </a:extLst>
            </p:cNvPr>
            <p:cNvSpPr>
              <a:spLocks noGrp="1"/>
            </p:cNvSpPr>
            <p:nvPr/>
          </p:nvSpPr>
          <p:spPr>
            <a:xfrm>
              <a:off x="15887999" y="2889685"/>
              <a:ext cx="39799" cy="1051"/>
            </a:xfrm>
            <a:custGeom>
              <a:avLst/>
              <a:gdLst/>
              <a:ahLst/>
              <a:cxnLst/>
              <a:rect l="0" t="0" r="0" b="0"/>
              <a:pathLst>
                <a:path w="39799" h="1051">
                  <a:moveTo>
                    <a:pt x="39799" y="1051"/>
                  </a:moveTo>
                  <a:lnTo>
                    <a:pt x="0" y="0"/>
                  </a:lnTo>
                </a:path>
              </a:pathLst>
            </a:custGeom>
            <a:noFill/>
            <a:ln w="8096">
              <a:solidFill>
                <a:srgbClr val="EEF1F3"/>
              </a:solidFill>
            </a:ln>
          </p:spPr>
        </p:sp>
        <p:sp>
          <p:nvSpPr>
            <p:cNvPr id="5979" name="Output_receptor__5978">
              <a:extLst>
                <a:ext uri="{FF2B5EF4-FFF2-40B4-BE49-F238E27FC236}">
                  <a16:creationId xmlns:a16="http://schemas.microsoft.com/office/drawing/2014/main" id="{E189556D-9CA7-DF63-3D0B-BA5A24C8399E}"/>
                </a:ext>
              </a:extLst>
            </p:cNvPr>
            <p:cNvSpPr>
              <a:spLocks noGrp="1"/>
            </p:cNvSpPr>
            <p:nvPr/>
          </p:nvSpPr>
          <p:spPr>
            <a:xfrm>
              <a:off x="16143482" y="2784955"/>
              <a:ext cx="31625" cy="52717"/>
            </a:xfrm>
            <a:custGeom>
              <a:avLst/>
              <a:gdLst/>
              <a:ahLst/>
              <a:cxnLst/>
              <a:rect l="0" t="0" r="0" b="0"/>
              <a:pathLst>
                <a:path w="31625" h="52717">
                  <a:moveTo>
                    <a:pt x="0" y="52717"/>
                  </a:moveTo>
                  <a:lnTo>
                    <a:pt x="31625" y="0"/>
                  </a:lnTo>
                </a:path>
              </a:pathLst>
            </a:custGeom>
            <a:noFill/>
            <a:ln w="20003">
              <a:solidFill>
                <a:srgbClr val="EEF1F3"/>
              </a:solidFill>
            </a:ln>
          </p:spPr>
        </p:sp>
        <p:sp>
          <p:nvSpPr>
            <p:cNvPr id="5980" name="Output_receptor__5979">
              <a:extLst>
                <a:ext uri="{FF2B5EF4-FFF2-40B4-BE49-F238E27FC236}">
                  <a16:creationId xmlns:a16="http://schemas.microsoft.com/office/drawing/2014/main" id="{703F7982-E2AB-9782-A203-08EB024A759F}"/>
                </a:ext>
              </a:extLst>
            </p:cNvPr>
            <p:cNvSpPr>
              <a:spLocks noGrp="1"/>
            </p:cNvSpPr>
            <p:nvPr/>
          </p:nvSpPr>
          <p:spPr>
            <a:xfrm>
              <a:off x="16040349" y="2786071"/>
              <a:ext cx="17465" cy="29453"/>
            </a:xfrm>
            <a:custGeom>
              <a:avLst/>
              <a:gdLst/>
              <a:ahLst/>
              <a:cxnLst/>
              <a:rect l="0" t="0" r="0" b="0"/>
              <a:pathLst>
                <a:path w="17465" h="29453">
                  <a:moveTo>
                    <a:pt x="0" y="29453"/>
                  </a:moveTo>
                  <a:lnTo>
                    <a:pt x="17465" y="0"/>
                  </a:lnTo>
                </a:path>
              </a:pathLst>
            </a:custGeom>
            <a:noFill/>
            <a:ln w="20003">
              <a:solidFill>
                <a:srgbClr val="EEF1F3"/>
              </a:solidFill>
            </a:ln>
          </p:spPr>
        </p:sp>
        <p:sp>
          <p:nvSpPr>
            <p:cNvPr id="5981" name="Output_receptor__5980">
              <a:extLst>
                <a:ext uri="{FF2B5EF4-FFF2-40B4-BE49-F238E27FC236}">
                  <a16:creationId xmlns:a16="http://schemas.microsoft.com/office/drawing/2014/main" id="{CCF1877A-6410-EF86-B289-FC34E1D79323}"/>
                </a:ext>
              </a:extLst>
            </p:cNvPr>
            <p:cNvSpPr>
              <a:spLocks noGrp="1"/>
            </p:cNvSpPr>
            <p:nvPr/>
          </p:nvSpPr>
          <p:spPr>
            <a:xfrm>
              <a:off x="15536309" y="2927555"/>
              <a:ext cx="52848" cy="4392"/>
            </a:xfrm>
            <a:custGeom>
              <a:avLst/>
              <a:gdLst/>
              <a:ahLst/>
              <a:cxnLst/>
              <a:rect l="0" t="0" r="0" b="0"/>
              <a:pathLst>
                <a:path w="52848" h="4392">
                  <a:moveTo>
                    <a:pt x="52848" y="4392"/>
                  </a:moveTo>
                  <a:lnTo>
                    <a:pt x="0" y="0"/>
                  </a:lnTo>
                </a:path>
              </a:pathLst>
            </a:custGeom>
            <a:noFill/>
            <a:ln w="8096">
              <a:solidFill>
                <a:srgbClr val="EEF1F3"/>
              </a:solidFill>
            </a:ln>
          </p:spPr>
        </p:sp>
        <p:sp>
          <p:nvSpPr>
            <p:cNvPr id="5982" name="Output_receptor__5981">
              <a:extLst>
                <a:ext uri="{FF2B5EF4-FFF2-40B4-BE49-F238E27FC236}">
                  <a16:creationId xmlns:a16="http://schemas.microsoft.com/office/drawing/2014/main" id="{941ED2CE-D0D1-B906-75EA-E8D4F75C7052}"/>
                </a:ext>
              </a:extLst>
            </p:cNvPr>
            <p:cNvSpPr>
              <a:spLocks noGrp="1"/>
            </p:cNvSpPr>
            <p:nvPr/>
          </p:nvSpPr>
          <p:spPr>
            <a:xfrm>
              <a:off x="15628637" y="3000519"/>
              <a:ext cx="46169" cy="20890"/>
            </a:xfrm>
            <a:custGeom>
              <a:avLst/>
              <a:gdLst/>
              <a:ahLst/>
              <a:cxnLst/>
              <a:rect l="0" t="0" r="0" b="0"/>
              <a:pathLst>
                <a:path w="46169" h="20890">
                  <a:moveTo>
                    <a:pt x="46169" y="0"/>
                  </a:moveTo>
                  <a:lnTo>
                    <a:pt x="0" y="20890"/>
                  </a:lnTo>
                </a:path>
              </a:pathLst>
            </a:custGeom>
            <a:noFill/>
            <a:ln w="20003">
              <a:solidFill>
                <a:srgbClr val="EEF1F3"/>
              </a:solidFill>
            </a:ln>
          </p:spPr>
        </p:sp>
        <p:sp>
          <p:nvSpPr>
            <p:cNvPr id="5983" name="Output_receptor__5982">
              <a:extLst>
                <a:ext uri="{FF2B5EF4-FFF2-40B4-BE49-F238E27FC236}">
                  <a16:creationId xmlns:a16="http://schemas.microsoft.com/office/drawing/2014/main" id="{87DF3E2F-7FA1-8077-0059-82DE5B5DC079}"/>
                </a:ext>
              </a:extLst>
            </p:cNvPr>
            <p:cNvSpPr>
              <a:spLocks noGrp="1"/>
            </p:cNvSpPr>
            <p:nvPr/>
          </p:nvSpPr>
          <p:spPr>
            <a:xfrm>
              <a:off x="14887120" y="2995021"/>
              <a:ext cx="61961" cy="35326"/>
            </a:xfrm>
            <a:custGeom>
              <a:avLst/>
              <a:gdLst/>
              <a:ahLst/>
              <a:cxnLst/>
              <a:rect l="0" t="0" r="0" b="0"/>
              <a:pathLst>
                <a:path w="61961" h="35326">
                  <a:moveTo>
                    <a:pt x="61961" y="0"/>
                  </a:moveTo>
                  <a:lnTo>
                    <a:pt x="0" y="35326"/>
                  </a:lnTo>
                </a:path>
              </a:pathLst>
            </a:custGeom>
            <a:noFill/>
            <a:ln w="8096">
              <a:solidFill>
                <a:srgbClr val="EEF1F3"/>
              </a:solidFill>
            </a:ln>
          </p:spPr>
        </p:sp>
        <p:sp>
          <p:nvSpPr>
            <p:cNvPr id="5984" name="Output_receptor__5983">
              <a:extLst>
                <a:ext uri="{FF2B5EF4-FFF2-40B4-BE49-F238E27FC236}">
                  <a16:creationId xmlns:a16="http://schemas.microsoft.com/office/drawing/2014/main" id="{8BD4B8EC-05BA-C929-11CC-7A8187603DC1}"/>
                </a:ext>
              </a:extLst>
            </p:cNvPr>
            <p:cNvSpPr>
              <a:spLocks noGrp="1"/>
            </p:cNvSpPr>
            <p:nvPr/>
          </p:nvSpPr>
          <p:spPr>
            <a:xfrm>
              <a:off x="16132112" y="2485615"/>
              <a:ext cx="28483" cy="37338"/>
            </a:xfrm>
            <a:custGeom>
              <a:avLst/>
              <a:gdLst/>
              <a:ahLst/>
              <a:cxnLst/>
              <a:rect l="0" t="0" r="0" b="0"/>
              <a:pathLst>
                <a:path w="28483" h="37338">
                  <a:moveTo>
                    <a:pt x="28483" y="37338"/>
                  </a:moveTo>
                  <a:lnTo>
                    <a:pt x="0" y="0"/>
                  </a:lnTo>
                </a:path>
              </a:pathLst>
            </a:custGeom>
            <a:noFill/>
            <a:ln w="8096">
              <a:solidFill>
                <a:srgbClr val="EEF1F3"/>
              </a:solidFill>
            </a:ln>
          </p:spPr>
        </p:sp>
        <p:sp>
          <p:nvSpPr>
            <p:cNvPr id="5985" name="Output_receptor__5984">
              <a:extLst>
                <a:ext uri="{FF2B5EF4-FFF2-40B4-BE49-F238E27FC236}">
                  <a16:creationId xmlns:a16="http://schemas.microsoft.com/office/drawing/2014/main" id="{080B9DE6-E479-EF9F-CE0C-BCE9F5A10997}"/>
                </a:ext>
              </a:extLst>
            </p:cNvPr>
            <p:cNvSpPr>
              <a:spLocks noGrp="1"/>
            </p:cNvSpPr>
            <p:nvPr/>
          </p:nvSpPr>
          <p:spPr>
            <a:xfrm>
              <a:off x="16175107" y="2779488"/>
              <a:ext cx="49236" cy="5467"/>
            </a:xfrm>
            <a:custGeom>
              <a:avLst/>
              <a:gdLst/>
              <a:ahLst/>
              <a:cxnLst/>
              <a:rect l="0" t="0" r="0" b="0"/>
              <a:pathLst>
                <a:path w="49236" h="5467">
                  <a:moveTo>
                    <a:pt x="0" y="5467"/>
                  </a:moveTo>
                  <a:lnTo>
                    <a:pt x="49236" y="0"/>
                  </a:lnTo>
                </a:path>
              </a:pathLst>
            </a:custGeom>
            <a:noFill/>
            <a:ln w="20003">
              <a:solidFill>
                <a:srgbClr val="EEF1F3"/>
              </a:solidFill>
            </a:ln>
          </p:spPr>
        </p:sp>
        <p:sp>
          <p:nvSpPr>
            <p:cNvPr id="5986" name="Output_receptor__5985">
              <a:extLst>
                <a:ext uri="{FF2B5EF4-FFF2-40B4-BE49-F238E27FC236}">
                  <a16:creationId xmlns:a16="http://schemas.microsoft.com/office/drawing/2014/main" id="{E5E8E0C1-D452-586E-CC59-18A3F6C48302}"/>
                </a:ext>
              </a:extLst>
            </p:cNvPr>
            <p:cNvSpPr>
              <a:spLocks noGrp="1"/>
            </p:cNvSpPr>
            <p:nvPr/>
          </p:nvSpPr>
          <p:spPr>
            <a:xfrm>
              <a:off x="14948693" y="2922725"/>
              <a:ext cx="388" cy="72296"/>
            </a:xfrm>
            <a:custGeom>
              <a:avLst/>
              <a:gdLst/>
              <a:ahLst/>
              <a:cxnLst/>
              <a:rect l="0" t="0" r="0" b="0"/>
              <a:pathLst>
                <a:path w="388" h="72296">
                  <a:moveTo>
                    <a:pt x="0" y="0"/>
                  </a:moveTo>
                  <a:lnTo>
                    <a:pt x="388" y="72296"/>
                  </a:lnTo>
                </a:path>
              </a:pathLst>
            </a:custGeom>
            <a:noFill/>
            <a:ln w="8096">
              <a:solidFill>
                <a:srgbClr val="EEF1F3"/>
              </a:solidFill>
            </a:ln>
          </p:spPr>
        </p:sp>
        <p:sp>
          <p:nvSpPr>
            <p:cNvPr id="5987" name="Output_receptor__5986">
              <a:extLst>
                <a:ext uri="{FF2B5EF4-FFF2-40B4-BE49-F238E27FC236}">
                  <a16:creationId xmlns:a16="http://schemas.microsoft.com/office/drawing/2014/main" id="{5D3162B5-9069-B4DD-17FC-64E5A19422AC}"/>
                </a:ext>
              </a:extLst>
            </p:cNvPr>
            <p:cNvSpPr>
              <a:spLocks noGrp="1"/>
            </p:cNvSpPr>
            <p:nvPr/>
          </p:nvSpPr>
          <p:spPr>
            <a:xfrm>
              <a:off x="16197683" y="2651244"/>
              <a:ext cx="64512" cy="21538"/>
            </a:xfrm>
            <a:custGeom>
              <a:avLst/>
              <a:gdLst/>
              <a:ahLst/>
              <a:cxnLst/>
              <a:rect l="0" t="0" r="0" b="0"/>
              <a:pathLst>
                <a:path w="64512" h="21538">
                  <a:moveTo>
                    <a:pt x="64512" y="21538"/>
                  </a:moveTo>
                  <a:lnTo>
                    <a:pt x="0" y="0"/>
                  </a:lnTo>
                </a:path>
              </a:pathLst>
            </a:custGeom>
            <a:noFill/>
            <a:ln w="20003">
              <a:solidFill>
                <a:srgbClr val="EEF1F3"/>
              </a:solidFill>
            </a:ln>
          </p:spPr>
        </p:sp>
        <p:sp>
          <p:nvSpPr>
            <p:cNvPr id="5988" name="Output_receptor__5987">
              <a:extLst>
                <a:ext uri="{FF2B5EF4-FFF2-40B4-BE49-F238E27FC236}">
                  <a16:creationId xmlns:a16="http://schemas.microsoft.com/office/drawing/2014/main" id="{BFCEAE1B-EB12-ECCE-2E3E-E77CDB566E75}"/>
                </a:ext>
              </a:extLst>
            </p:cNvPr>
            <p:cNvSpPr>
              <a:spLocks noGrp="1"/>
            </p:cNvSpPr>
            <p:nvPr/>
          </p:nvSpPr>
          <p:spPr>
            <a:xfrm>
              <a:off x="15133584" y="3178568"/>
              <a:ext cx="68879" cy="19185"/>
            </a:xfrm>
            <a:custGeom>
              <a:avLst/>
              <a:gdLst/>
              <a:ahLst/>
              <a:cxnLst/>
              <a:rect l="0" t="0" r="0" b="0"/>
              <a:pathLst>
                <a:path w="68879" h="19185">
                  <a:moveTo>
                    <a:pt x="0" y="19185"/>
                  </a:moveTo>
                  <a:lnTo>
                    <a:pt x="68879" y="0"/>
                  </a:lnTo>
                </a:path>
              </a:pathLst>
            </a:custGeom>
            <a:noFill/>
            <a:ln w="20003">
              <a:solidFill>
                <a:srgbClr val="EEF1F3"/>
              </a:solidFill>
            </a:ln>
          </p:spPr>
        </p:sp>
        <p:sp>
          <p:nvSpPr>
            <p:cNvPr id="5989" name="Output_receptor__5988">
              <a:extLst>
                <a:ext uri="{FF2B5EF4-FFF2-40B4-BE49-F238E27FC236}">
                  <a16:creationId xmlns:a16="http://schemas.microsoft.com/office/drawing/2014/main" id="{3BFC2B3A-4C26-324B-2E12-FAE88DBDCD28}"/>
                </a:ext>
              </a:extLst>
            </p:cNvPr>
            <p:cNvSpPr>
              <a:spLocks noGrp="1"/>
            </p:cNvSpPr>
            <p:nvPr/>
          </p:nvSpPr>
          <p:spPr>
            <a:xfrm>
              <a:off x="15605270" y="3110768"/>
              <a:ext cx="61261" cy="32673"/>
            </a:xfrm>
            <a:custGeom>
              <a:avLst/>
              <a:gdLst/>
              <a:ahLst/>
              <a:cxnLst/>
              <a:rect l="0" t="0" r="0" b="0"/>
              <a:pathLst>
                <a:path w="61261" h="32673">
                  <a:moveTo>
                    <a:pt x="61261" y="0"/>
                  </a:moveTo>
                  <a:lnTo>
                    <a:pt x="0" y="32673"/>
                  </a:lnTo>
                </a:path>
              </a:pathLst>
            </a:custGeom>
            <a:noFill/>
            <a:ln w="8096">
              <a:solidFill>
                <a:srgbClr val="EEF1F3"/>
              </a:solidFill>
            </a:ln>
          </p:spPr>
        </p:sp>
        <p:sp>
          <p:nvSpPr>
            <p:cNvPr id="5990" name="Output_receptor__5989">
              <a:extLst>
                <a:ext uri="{FF2B5EF4-FFF2-40B4-BE49-F238E27FC236}">
                  <a16:creationId xmlns:a16="http://schemas.microsoft.com/office/drawing/2014/main" id="{0EAC8738-7A7B-4B0E-42F9-0FA250B933B9}"/>
                </a:ext>
              </a:extLst>
            </p:cNvPr>
            <p:cNvSpPr>
              <a:spLocks noGrp="1"/>
            </p:cNvSpPr>
            <p:nvPr/>
          </p:nvSpPr>
          <p:spPr>
            <a:xfrm>
              <a:off x="15230669" y="3081799"/>
              <a:ext cx="19492" cy="11714"/>
            </a:xfrm>
            <a:custGeom>
              <a:avLst/>
              <a:gdLst/>
              <a:ahLst/>
              <a:cxnLst/>
              <a:rect l="0" t="0" r="0" b="0"/>
              <a:pathLst>
                <a:path w="19492" h="11714">
                  <a:moveTo>
                    <a:pt x="19492" y="11714"/>
                  </a:moveTo>
                  <a:lnTo>
                    <a:pt x="0" y="0"/>
                  </a:lnTo>
                </a:path>
              </a:pathLst>
            </a:custGeom>
            <a:noFill/>
            <a:ln w="8096">
              <a:solidFill>
                <a:srgbClr val="EEF1F3"/>
              </a:solidFill>
            </a:ln>
          </p:spPr>
        </p:sp>
        <p:sp>
          <p:nvSpPr>
            <p:cNvPr id="5991" name="Output_receptor__5990">
              <a:extLst>
                <a:ext uri="{FF2B5EF4-FFF2-40B4-BE49-F238E27FC236}">
                  <a16:creationId xmlns:a16="http://schemas.microsoft.com/office/drawing/2014/main" id="{1795CE28-1F21-80BA-605B-961D256F9895}"/>
                </a:ext>
              </a:extLst>
            </p:cNvPr>
            <p:cNvSpPr>
              <a:spLocks noGrp="1"/>
            </p:cNvSpPr>
            <p:nvPr/>
          </p:nvSpPr>
          <p:spPr>
            <a:xfrm>
              <a:off x="15272999" y="3203203"/>
              <a:ext cx="31347" cy="60603"/>
            </a:xfrm>
            <a:custGeom>
              <a:avLst/>
              <a:gdLst/>
              <a:ahLst/>
              <a:cxnLst/>
              <a:rect l="0" t="0" r="0" b="0"/>
              <a:pathLst>
                <a:path w="31347" h="60603">
                  <a:moveTo>
                    <a:pt x="31347" y="0"/>
                  </a:moveTo>
                  <a:lnTo>
                    <a:pt x="0" y="60603"/>
                  </a:lnTo>
                </a:path>
              </a:pathLst>
            </a:custGeom>
            <a:noFill/>
            <a:ln w="20003">
              <a:solidFill>
                <a:srgbClr val="EEF1F3"/>
              </a:solidFill>
            </a:ln>
          </p:spPr>
        </p:sp>
        <p:sp>
          <p:nvSpPr>
            <p:cNvPr id="5992" name="Output_receptor__5991">
              <a:extLst>
                <a:ext uri="{FF2B5EF4-FFF2-40B4-BE49-F238E27FC236}">
                  <a16:creationId xmlns:a16="http://schemas.microsoft.com/office/drawing/2014/main" id="{080A392D-9B07-52B0-6280-7D61CE24F22C}"/>
                </a:ext>
              </a:extLst>
            </p:cNvPr>
            <p:cNvSpPr>
              <a:spLocks noGrp="1"/>
            </p:cNvSpPr>
            <p:nvPr/>
          </p:nvSpPr>
          <p:spPr>
            <a:xfrm>
              <a:off x="15589158" y="2911405"/>
              <a:ext cx="63853" cy="20542"/>
            </a:xfrm>
            <a:custGeom>
              <a:avLst/>
              <a:gdLst/>
              <a:ahLst/>
              <a:cxnLst/>
              <a:rect l="0" t="0" r="0" b="0"/>
              <a:pathLst>
                <a:path w="63853" h="20542">
                  <a:moveTo>
                    <a:pt x="63853" y="0"/>
                  </a:moveTo>
                  <a:lnTo>
                    <a:pt x="0" y="20542"/>
                  </a:lnTo>
                </a:path>
              </a:pathLst>
            </a:custGeom>
            <a:noFill/>
            <a:ln w="20003">
              <a:solidFill>
                <a:srgbClr val="EEF1F3"/>
              </a:solidFill>
            </a:ln>
          </p:spPr>
        </p:sp>
        <p:sp>
          <p:nvSpPr>
            <p:cNvPr id="5993" name="Output_receptor__5992">
              <a:extLst>
                <a:ext uri="{FF2B5EF4-FFF2-40B4-BE49-F238E27FC236}">
                  <a16:creationId xmlns:a16="http://schemas.microsoft.com/office/drawing/2014/main" id="{436F36FB-4CA4-FAB9-ED2A-8D765E3538BB}"/>
                </a:ext>
              </a:extLst>
            </p:cNvPr>
            <p:cNvSpPr>
              <a:spLocks noGrp="1"/>
            </p:cNvSpPr>
            <p:nvPr/>
          </p:nvSpPr>
          <p:spPr>
            <a:xfrm>
              <a:off x="15147187" y="2959141"/>
              <a:ext cx="58005" cy="42470"/>
            </a:xfrm>
            <a:custGeom>
              <a:avLst/>
              <a:gdLst/>
              <a:ahLst/>
              <a:cxnLst/>
              <a:rect l="0" t="0" r="0" b="0"/>
              <a:pathLst>
                <a:path w="58005" h="42470">
                  <a:moveTo>
                    <a:pt x="58005" y="42470"/>
                  </a:moveTo>
                  <a:lnTo>
                    <a:pt x="0" y="0"/>
                  </a:lnTo>
                </a:path>
              </a:pathLst>
            </a:custGeom>
            <a:noFill/>
            <a:ln w="8096">
              <a:solidFill>
                <a:srgbClr val="EEF1F3"/>
              </a:solidFill>
            </a:ln>
          </p:spPr>
        </p:sp>
        <p:sp>
          <p:nvSpPr>
            <p:cNvPr id="5994" name="Output_receptor__5993">
              <a:extLst>
                <a:ext uri="{FF2B5EF4-FFF2-40B4-BE49-F238E27FC236}">
                  <a16:creationId xmlns:a16="http://schemas.microsoft.com/office/drawing/2014/main" id="{231DAF7F-8A04-710E-513C-3E3753478C51}"/>
                </a:ext>
              </a:extLst>
            </p:cNvPr>
            <p:cNvSpPr>
              <a:spLocks noGrp="1"/>
            </p:cNvSpPr>
            <p:nvPr/>
          </p:nvSpPr>
          <p:spPr>
            <a:xfrm>
              <a:off x="15570513" y="3021409"/>
              <a:ext cx="58125" cy="32861"/>
            </a:xfrm>
            <a:custGeom>
              <a:avLst/>
              <a:gdLst/>
              <a:ahLst/>
              <a:cxnLst/>
              <a:rect l="0" t="0" r="0" b="0"/>
              <a:pathLst>
                <a:path w="58125" h="32861">
                  <a:moveTo>
                    <a:pt x="58125" y="0"/>
                  </a:moveTo>
                  <a:lnTo>
                    <a:pt x="0" y="32861"/>
                  </a:lnTo>
                </a:path>
              </a:pathLst>
            </a:custGeom>
            <a:noFill/>
            <a:ln w="8096">
              <a:solidFill>
                <a:srgbClr val="EEF1F3"/>
              </a:solidFill>
            </a:ln>
          </p:spPr>
        </p:sp>
        <p:sp>
          <p:nvSpPr>
            <p:cNvPr id="5995" name="Output_receptor__5994">
              <a:extLst>
                <a:ext uri="{FF2B5EF4-FFF2-40B4-BE49-F238E27FC236}">
                  <a16:creationId xmlns:a16="http://schemas.microsoft.com/office/drawing/2014/main" id="{16D20532-7CF1-121B-E737-95AC4A755564}"/>
                </a:ext>
              </a:extLst>
            </p:cNvPr>
            <p:cNvSpPr>
              <a:spLocks noGrp="1"/>
            </p:cNvSpPr>
            <p:nvPr/>
          </p:nvSpPr>
          <p:spPr>
            <a:xfrm>
              <a:off x="15650512" y="3188797"/>
              <a:ext cx="58726" cy="41338"/>
            </a:xfrm>
            <a:custGeom>
              <a:avLst/>
              <a:gdLst/>
              <a:ahLst/>
              <a:cxnLst/>
              <a:rect l="0" t="0" r="0" b="0"/>
              <a:pathLst>
                <a:path w="58726" h="41338">
                  <a:moveTo>
                    <a:pt x="58726" y="0"/>
                  </a:moveTo>
                  <a:lnTo>
                    <a:pt x="0" y="41338"/>
                  </a:lnTo>
                </a:path>
              </a:pathLst>
            </a:custGeom>
            <a:noFill/>
            <a:ln w="8096">
              <a:solidFill>
                <a:srgbClr val="EEF1F3"/>
              </a:solidFill>
            </a:ln>
          </p:spPr>
        </p:sp>
        <p:sp>
          <p:nvSpPr>
            <p:cNvPr id="5996" name="Output_receptor__5995">
              <a:extLst>
                <a:ext uri="{FF2B5EF4-FFF2-40B4-BE49-F238E27FC236}">
                  <a16:creationId xmlns:a16="http://schemas.microsoft.com/office/drawing/2014/main" id="{F9DAD94C-31B0-EBAE-5E71-F36C8AA0247B}"/>
                </a:ext>
              </a:extLst>
            </p:cNvPr>
            <p:cNvSpPr>
              <a:spLocks noGrp="1"/>
            </p:cNvSpPr>
            <p:nvPr/>
          </p:nvSpPr>
          <p:spPr>
            <a:xfrm>
              <a:off x="15582345" y="2827205"/>
              <a:ext cx="68416" cy="6464"/>
            </a:xfrm>
            <a:custGeom>
              <a:avLst/>
              <a:gdLst/>
              <a:ahLst/>
              <a:cxnLst/>
              <a:rect l="0" t="0" r="0" b="0"/>
              <a:pathLst>
                <a:path w="68416" h="6464">
                  <a:moveTo>
                    <a:pt x="0" y="0"/>
                  </a:moveTo>
                  <a:lnTo>
                    <a:pt x="68416" y="6464"/>
                  </a:lnTo>
                </a:path>
              </a:pathLst>
            </a:custGeom>
            <a:noFill/>
            <a:ln w="20003">
              <a:solidFill>
                <a:srgbClr val="EEF1F3"/>
              </a:solidFill>
            </a:ln>
          </p:spPr>
        </p:sp>
        <p:sp>
          <p:nvSpPr>
            <p:cNvPr id="5997" name="Output_receptor__5996">
              <a:extLst>
                <a:ext uri="{FF2B5EF4-FFF2-40B4-BE49-F238E27FC236}">
                  <a16:creationId xmlns:a16="http://schemas.microsoft.com/office/drawing/2014/main" id="{2F6D78CC-DC2A-61E4-28A5-A23DEEABAFC1}"/>
                </a:ext>
              </a:extLst>
            </p:cNvPr>
            <p:cNvSpPr>
              <a:spLocks noGrp="1"/>
            </p:cNvSpPr>
            <p:nvPr/>
          </p:nvSpPr>
          <p:spPr>
            <a:xfrm>
              <a:off x="15849951" y="3318679"/>
              <a:ext cx="6563" cy="61691"/>
            </a:xfrm>
            <a:custGeom>
              <a:avLst/>
              <a:gdLst/>
              <a:ahLst/>
              <a:cxnLst/>
              <a:rect l="0" t="0" r="0" b="0"/>
              <a:pathLst>
                <a:path w="6563" h="61691">
                  <a:moveTo>
                    <a:pt x="0" y="0"/>
                  </a:moveTo>
                  <a:lnTo>
                    <a:pt x="6563" y="61691"/>
                  </a:lnTo>
                </a:path>
              </a:pathLst>
            </a:custGeom>
            <a:noFill/>
            <a:ln w="8096">
              <a:solidFill>
                <a:srgbClr val="EEF1F3"/>
              </a:solidFill>
            </a:ln>
          </p:spPr>
        </p:sp>
        <p:sp>
          <p:nvSpPr>
            <p:cNvPr id="5998" name="Output_receptor__5997">
              <a:extLst>
                <a:ext uri="{FF2B5EF4-FFF2-40B4-BE49-F238E27FC236}">
                  <a16:creationId xmlns:a16="http://schemas.microsoft.com/office/drawing/2014/main" id="{2BBF8FDE-8283-9919-3967-4BE0FF4D61E3}"/>
                </a:ext>
              </a:extLst>
            </p:cNvPr>
            <p:cNvSpPr>
              <a:spLocks noGrp="1"/>
            </p:cNvSpPr>
            <p:nvPr/>
          </p:nvSpPr>
          <p:spPr>
            <a:xfrm>
              <a:off x="14877054" y="3092229"/>
              <a:ext cx="14475" cy="58591"/>
            </a:xfrm>
            <a:custGeom>
              <a:avLst/>
              <a:gdLst/>
              <a:ahLst/>
              <a:cxnLst/>
              <a:rect l="0" t="0" r="0" b="0"/>
              <a:pathLst>
                <a:path w="14475" h="58591">
                  <a:moveTo>
                    <a:pt x="0" y="0"/>
                  </a:moveTo>
                  <a:lnTo>
                    <a:pt x="14475" y="58591"/>
                  </a:lnTo>
                </a:path>
              </a:pathLst>
            </a:custGeom>
            <a:noFill/>
            <a:ln w="8096">
              <a:solidFill>
                <a:srgbClr val="EEF1F3"/>
              </a:solidFill>
            </a:ln>
          </p:spPr>
        </p:sp>
        <p:sp>
          <p:nvSpPr>
            <p:cNvPr id="5999" name="Output_receptor__5998">
              <a:extLst>
                <a:ext uri="{FF2B5EF4-FFF2-40B4-BE49-F238E27FC236}">
                  <a16:creationId xmlns:a16="http://schemas.microsoft.com/office/drawing/2014/main" id="{C6F1CE10-D89D-8A4B-A148-490276D122DC}"/>
                </a:ext>
              </a:extLst>
            </p:cNvPr>
            <p:cNvSpPr>
              <a:spLocks noGrp="1"/>
            </p:cNvSpPr>
            <p:nvPr/>
          </p:nvSpPr>
          <p:spPr>
            <a:xfrm>
              <a:off x="16039117" y="2613276"/>
              <a:ext cx="59052" cy="39804"/>
            </a:xfrm>
            <a:custGeom>
              <a:avLst/>
              <a:gdLst/>
              <a:ahLst/>
              <a:cxnLst/>
              <a:rect l="0" t="0" r="0" b="0"/>
              <a:pathLst>
                <a:path w="59052" h="39804">
                  <a:moveTo>
                    <a:pt x="59052" y="0"/>
                  </a:moveTo>
                  <a:lnTo>
                    <a:pt x="0" y="39804"/>
                  </a:lnTo>
                </a:path>
              </a:pathLst>
            </a:custGeom>
            <a:noFill/>
            <a:ln w="8096">
              <a:solidFill>
                <a:srgbClr val="EEF1F3"/>
              </a:solidFill>
            </a:ln>
          </p:spPr>
        </p:sp>
        <p:sp>
          <p:nvSpPr>
            <p:cNvPr id="6000" name="Output_receptor__5999">
              <a:extLst>
                <a:ext uri="{FF2B5EF4-FFF2-40B4-BE49-F238E27FC236}">
                  <a16:creationId xmlns:a16="http://schemas.microsoft.com/office/drawing/2014/main" id="{9AB3CDB9-0A12-B90F-7C9B-6796F59AC80F}"/>
                </a:ext>
              </a:extLst>
            </p:cNvPr>
            <p:cNvSpPr>
              <a:spLocks noGrp="1"/>
            </p:cNvSpPr>
            <p:nvPr/>
          </p:nvSpPr>
          <p:spPr>
            <a:xfrm>
              <a:off x="15084330" y="3156061"/>
              <a:ext cx="49255" cy="41691"/>
            </a:xfrm>
            <a:custGeom>
              <a:avLst/>
              <a:gdLst/>
              <a:ahLst/>
              <a:cxnLst/>
              <a:rect l="0" t="0" r="0" b="0"/>
              <a:pathLst>
                <a:path w="49255" h="41691">
                  <a:moveTo>
                    <a:pt x="0" y="0"/>
                  </a:moveTo>
                  <a:lnTo>
                    <a:pt x="49255" y="41691"/>
                  </a:lnTo>
                </a:path>
              </a:pathLst>
            </a:custGeom>
            <a:noFill/>
            <a:ln w="20003">
              <a:solidFill>
                <a:srgbClr val="EEF1F3"/>
              </a:solidFill>
            </a:ln>
          </p:spPr>
        </p:sp>
        <p:sp>
          <p:nvSpPr>
            <p:cNvPr id="6001" name="Output_receptor__6000">
              <a:extLst>
                <a:ext uri="{FF2B5EF4-FFF2-40B4-BE49-F238E27FC236}">
                  <a16:creationId xmlns:a16="http://schemas.microsoft.com/office/drawing/2014/main" id="{639FC84F-B224-3A13-F83D-F154000BD1BB}"/>
                </a:ext>
              </a:extLst>
            </p:cNvPr>
            <p:cNvSpPr>
              <a:spLocks noGrp="1"/>
            </p:cNvSpPr>
            <p:nvPr/>
          </p:nvSpPr>
          <p:spPr>
            <a:xfrm>
              <a:off x="14877054" y="3030347"/>
              <a:ext cx="10066" cy="61881"/>
            </a:xfrm>
            <a:custGeom>
              <a:avLst/>
              <a:gdLst/>
              <a:ahLst/>
              <a:cxnLst/>
              <a:rect l="0" t="0" r="0" b="0"/>
              <a:pathLst>
                <a:path w="10066" h="61881">
                  <a:moveTo>
                    <a:pt x="10066" y="0"/>
                  </a:moveTo>
                  <a:lnTo>
                    <a:pt x="0" y="61881"/>
                  </a:lnTo>
                </a:path>
              </a:pathLst>
            </a:custGeom>
            <a:noFill/>
            <a:ln w="8096">
              <a:solidFill>
                <a:srgbClr val="EEF1F3"/>
              </a:solidFill>
            </a:ln>
          </p:spPr>
        </p:sp>
        <p:sp>
          <p:nvSpPr>
            <p:cNvPr id="6002" name="Output_receptor__6001">
              <a:extLst>
                <a:ext uri="{FF2B5EF4-FFF2-40B4-BE49-F238E27FC236}">
                  <a16:creationId xmlns:a16="http://schemas.microsoft.com/office/drawing/2014/main" id="{6A628A75-F37D-848E-50E8-6B14D81C8AAD}"/>
                </a:ext>
              </a:extLst>
            </p:cNvPr>
            <p:cNvSpPr>
              <a:spLocks noGrp="1"/>
            </p:cNvSpPr>
            <p:nvPr/>
          </p:nvSpPr>
          <p:spPr>
            <a:xfrm>
              <a:off x="15040836" y="2857586"/>
              <a:ext cx="3752" cy="59825"/>
            </a:xfrm>
            <a:custGeom>
              <a:avLst/>
              <a:gdLst/>
              <a:ahLst/>
              <a:cxnLst/>
              <a:rect l="0" t="0" r="0" b="0"/>
              <a:pathLst>
                <a:path w="3752" h="59825">
                  <a:moveTo>
                    <a:pt x="0" y="0"/>
                  </a:moveTo>
                  <a:lnTo>
                    <a:pt x="3752" y="59825"/>
                  </a:lnTo>
                </a:path>
              </a:pathLst>
            </a:custGeom>
            <a:noFill/>
            <a:ln w="20003">
              <a:solidFill>
                <a:srgbClr val="EEF1F3"/>
              </a:solidFill>
            </a:ln>
          </p:spPr>
        </p:sp>
        <p:sp>
          <p:nvSpPr>
            <p:cNvPr id="6003" name="Output_receptor__6002">
              <a:extLst>
                <a:ext uri="{FF2B5EF4-FFF2-40B4-BE49-F238E27FC236}">
                  <a16:creationId xmlns:a16="http://schemas.microsoft.com/office/drawing/2014/main" id="{620971DD-EAB7-C2B6-28F9-322497B579C5}"/>
                </a:ext>
              </a:extLst>
            </p:cNvPr>
            <p:cNvSpPr>
              <a:spLocks noGrp="1"/>
            </p:cNvSpPr>
            <p:nvPr/>
          </p:nvSpPr>
          <p:spPr>
            <a:xfrm>
              <a:off x="15653010" y="2911405"/>
              <a:ext cx="60254" cy="3318"/>
            </a:xfrm>
            <a:custGeom>
              <a:avLst/>
              <a:gdLst/>
              <a:ahLst/>
              <a:cxnLst/>
              <a:rect l="0" t="0" r="0" b="0"/>
              <a:pathLst>
                <a:path w="60254" h="3318">
                  <a:moveTo>
                    <a:pt x="60254" y="3318"/>
                  </a:moveTo>
                  <a:lnTo>
                    <a:pt x="0" y="0"/>
                  </a:lnTo>
                </a:path>
              </a:pathLst>
            </a:custGeom>
            <a:noFill/>
            <a:ln w="20003">
              <a:solidFill>
                <a:srgbClr val="EEF1F3"/>
              </a:solidFill>
            </a:ln>
          </p:spPr>
        </p:sp>
        <p:sp>
          <p:nvSpPr>
            <p:cNvPr id="6004" name="Output_receptor__6003">
              <a:extLst>
                <a:ext uri="{FF2B5EF4-FFF2-40B4-BE49-F238E27FC236}">
                  <a16:creationId xmlns:a16="http://schemas.microsoft.com/office/drawing/2014/main" id="{7312172A-D388-4B1A-9259-D2C77333AEF5}"/>
                </a:ext>
              </a:extLst>
            </p:cNvPr>
            <p:cNvSpPr>
              <a:spLocks noGrp="1"/>
            </p:cNvSpPr>
            <p:nvPr/>
          </p:nvSpPr>
          <p:spPr>
            <a:xfrm>
              <a:off x="15657825" y="3404902"/>
              <a:ext cx="37465" cy="45286"/>
            </a:xfrm>
            <a:custGeom>
              <a:avLst/>
              <a:gdLst/>
              <a:ahLst/>
              <a:cxnLst/>
              <a:rect l="0" t="0" r="0" b="0"/>
              <a:pathLst>
                <a:path w="37465" h="45286">
                  <a:moveTo>
                    <a:pt x="0" y="0"/>
                  </a:moveTo>
                  <a:lnTo>
                    <a:pt x="37465" y="45286"/>
                  </a:lnTo>
                </a:path>
              </a:pathLst>
            </a:custGeom>
            <a:noFill/>
            <a:ln w="20003">
              <a:solidFill>
                <a:srgbClr val="EEF1F3"/>
              </a:solidFill>
            </a:ln>
          </p:spPr>
        </p:sp>
        <p:sp>
          <p:nvSpPr>
            <p:cNvPr id="6005" name="Output_receptor__6004">
              <a:extLst>
                <a:ext uri="{FF2B5EF4-FFF2-40B4-BE49-F238E27FC236}">
                  <a16:creationId xmlns:a16="http://schemas.microsoft.com/office/drawing/2014/main" id="{50C4F870-4324-8E71-0C5D-B2A1A91BDB4B}"/>
                </a:ext>
              </a:extLst>
            </p:cNvPr>
            <p:cNvSpPr>
              <a:spLocks noGrp="1"/>
            </p:cNvSpPr>
            <p:nvPr/>
          </p:nvSpPr>
          <p:spPr>
            <a:xfrm>
              <a:off x="16197683" y="2579806"/>
              <a:ext cx="7056" cy="71438"/>
            </a:xfrm>
            <a:custGeom>
              <a:avLst/>
              <a:gdLst/>
              <a:ahLst/>
              <a:cxnLst/>
              <a:rect l="0" t="0" r="0" b="0"/>
              <a:pathLst>
                <a:path w="7056" h="71438">
                  <a:moveTo>
                    <a:pt x="0" y="71438"/>
                  </a:moveTo>
                  <a:lnTo>
                    <a:pt x="7056" y="0"/>
                  </a:lnTo>
                </a:path>
              </a:pathLst>
            </a:custGeom>
            <a:noFill/>
            <a:ln w="20003">
              <a:solidFill>
                <a:srgbClr val="EEF1F3"/>
              </a:solidFill>
            </a:ln>
          </p:spPr>
        </p:sp>
        <p:sp>
          <p:nvSpPr>
            <p:cNvPr id="6006" name="Output_receptor__6005">
              <a:extLst>
                <a:ext uri="{FF2B5EF4-FFF2-40B4-BE49-F238E27FC236}">
                  <a16:creationId xmlns:a16="http://schemas.microsoft.com/office/drawing/2014/main" id="{F18F5F9A-8549-3FE3-585A-6EE1522CC5E4}"/>
                </a:ext>
              </a:extLst>
            </p:cNvPr>
            <p:cNvSpPr>
              <a:spLocks noGrp="1"/>
            </p:cNvSpPr>
            <p:nvPr/>
          </p:nvSpPr>
          <p:spPr>
            <a:xfrm>
              <a:off x="15709173" y="3273240"/>
              <a:ext cx="54993" cy="39637"/>
            </a:xfrm>
            <a:custGeom>
              <a:avLst/>
              <a:gdLst/>
              <a:ahLst/>
              <a:cxnLst/>
              <a:rect l="0" t="0" r="0" b="0"/>
              <a:pathLst>
                <a:path w="54993" h="39637">
                  <a:moveTo>
                    <a:pt x="54993" y="0"/>
                  </a:moveTo>
                  <a:lnTo>
                    <a:pt x="0" y="39637"/>
                  </a:lnTo>
                </a:path>
              </a:pathLst>
            </a:custGeom>
            <a:noFill/>
            <a:ln w="8096">
              <a:solidFill>
                <a:srgbClr val="EEF1F3"/>
              </a:solidFill>
            </a:ln>
          </p:spPr>
        </p:sp>
        <p:sp>
          <p:nvSpPr>
            <p:cNvPr id="6007" name="Output_receptor__6006">
              <a:extLst>
                <a:ext uri="{FF2B5EF4-FFF2-40B4-BE49-F238E27FC236}">
                  <a16:creationId xmlns:a16="http://schemas.microsoft.com/office/drawing/2014/main" id="{D2869DEE-9823-7FE3-36A2-80B8DF96C55C}"/>
                </a:ext>
              </a:extLst>
            </p:cNvPr>
            <p:cNvSpPr>
              <a:spLocks noGrp="1"/>
            </p:cNvSpPr>
            <p:nvPr/>
          </p:nvSpPr>
          <p:spPr>
            <a:xfrm>
              <a:off x="15517534" y="2827205"/>
              <a:ext cx="64812" cy="30711"/>
            </a:xfrm>
            <a:custGeom>
              <a:avLst/>
              <a:gdLst/>
              <a:ahLst/>
              <a:cxnLst/>
              <a:rect l="0" t="0" r="0" b="0"/>
              <a:pathLst>
                <a:path w="64812" h="30711">
                  <a:moveTo>
                    <a:pt x="0" y="30711"/>
                  </a:moveTo>
                  <a:lnTo>
                    <a:pt x="64812" y="0"/>
                  </a:lnTo>
                </a:path>
              </a:pathLst>
            </a:custGeom>
            <a:noFill/>
            <a:ln w="20003">
              <a:solidFill>
                <a:srgbClr val="EEF1F3"/>
              </a:solidFill>
            </a:ln>
          </p:spPr>
        </p:sp>
        <p:sp>
          <p:nvSpPr>
            <p:cNvPr id="6008" name="Output_receptor__6007">
              <a:extLst>
                <a:ext uri="{FF2B5EF4-FFF2-40B4-BE49-F238E27FC236}">
                  <a16:creationId xmlns:a16="http://schemas.microsoft.com/office/drawing/2014/main" id="{AC278434-C9A2-F3C6-304F-489B345D95A5}"/>
                </a:ext>
              </a:extLst>
            </p:cNvPr>
            <p:cNvSpPr>
              <a:spLocks noGrp="1"/>
            </p:cNvSpPr>
            <p:nvPr/>
          </p:nvSpPr>
          <p:spPr>
            <a:xfrm>
              <a:off x="15713264" y="2878100"/>
              <a:ext cx="55106" cy="36623"/>
            </a:xfrm>
            <a:custGeom>
              <a:avLst/>
              <a:gdLst/>
              <a:ahLst/>
              <a:cxnLst/>
              <a:rect l="0" t="0" r="0" b="0"/>
              <a:pathLst>
                <a:path w="55106" h="36623">
                  <a:moveTo>
                    <a:pt x="55106" y="0"/>
                  </a:moveTo>
                  <a:lnTo>
                    <a:pt x="0" y="36623"/>
                  </a:lnTo>
                </a:path>
              </a:pathLst>
            </a:custGeom>
            <a:noFill/>
            <a:ln w="20003">
              <a:solidFill>
                <a:srgbClr val="EEF1F3"/>
              </a:solidFill>
            </a:ln>
          </p:spPr>
        </p:sp>
        <p:sp>
          <p:nvSpPr>
            <p:cNvPr id="6009" name="Output_receptor__6008">
              <a:extLst>
                <a:ext uri="{FF2B5EF4-FFF2-40B4-BE49-F238E27FC236}">
                  <a16:creationId xmlns:a16="http://schemas.microsoft.com/office/drawing/2014/main" id="{4243B3CB-68FD-2CBD-76CE-F9E4AA24F4D7}"/>
                </a:ext>
              </a:extLst>
            </p:cNvPr>
            <p:cNvSpPr>
              <a:spLocks noGrp="1"/>
            </p:cNvSpPr>
            <p:nvPr/>
          </p:nvSpPr>
          <p:spPr>
            <a:xfrm>
              <a:off x="15030298" y="2917411"/>
              <a:ext cx="14290" cy="41588"/>
            </a:xfrm>
            <a:custGeom>
              <a:avLst/>
              <a:gdLst/>
              <a:ahLst/>
              <a:cxnLst/>
              <a:rect l="0" t="0" r="0" b="0"/>
              <a:pathLst>
                <a:path w="14290" h="41588">
                  <a:moveTo>
                    <a:pt x="14290" y="0"/>
                  </a:moveTo>
                  <a:lnTo>
                    <a:pt x="0" y="41588"/>
                  </a:lnTo>
                </a:path>
              </a:pathLst>
            </a:custGeom>
            <a:noFill/>
            <a:ln w="20003">
              <a:solidFill>
                <a:srgbClr val="EEF1F3"/>
              </a:solidFill>
            </a:ln>
          </p:spPr>
        </p:sp>
        <p:sp>
          <p:nvSpPr>
            <p:cNvPr id="6010" name="Output_receptor__6009">
              <a:extLst>
                <a:ext uri="{FF2B5EF4-FFF2-40B4-BE49-F238E27FC236}">
                  <a16:creationId xmlns:a16="http://schemas.microsoft.com/office/drawing/2014/main" id="{EC50F6E6-A1AB-BEED-2458-E98164AAF6D1}"/>
                </a:ext>
              </a:extLst>
            </p:cNvPr>
            <p:cNvSpPr>
              <a:spLocks noGrp="1"/>
            </p:cNvSpPr>
            <p:nvPr/>
          </p:nvSpPr>
          <p:spPr>
            <a:xfrm>
              <a:off x="15589889" y="3143441"/>
              <a:ext cx="15381" cy="36408"/>
            </a:xfrm>
            <a:custGeom>
              <a:avLst/>
              <a:gdLst/>
              <a:ahLst/>
              <a:cxnLst/>
              <a:rect l="0" t="0" r="0" b="0"/>
              <a:pathLst>
                <a:path w="15381" h="36408">
                  <a:moveTo>
                    <a:pt x="15381" y="0"/>
                  </a:moveTo>
                  <a:lnTo>
                    <a:pt x="0" y="36408"/>
                  </a:lnTo>
                </a:path>
              </a:pathLst>
            </a:custGeom>
            <a:noFill/>
            <a:ln w="8096">
              <a:solidFill>
                <a:srgbClr val="EEF1F3"/>
              </a:solidFill>
            </a:ln>
          </p:spPr>
        </p:sp>
        <p:sp>
          <p:nvSpPr>
            <p:cNvPr id="6011" name="Output_receptor__6010">
              <a:extLst>
                <a:ext uri="{FF2B5EF4-FFF2-40B4-BE49-F238E27FC236}">
                  <a16:creationId xmlns:a16="http://schemas.microsoft.com/office/drawing/2014/main" id="{CBC9DC25-2BD2-993B-B672-C9CBBC0ACA14}"/>
                </a:ext>
              </a:extLst>
            </p:cNvPr>
            <p:cNvSpPr>
              <a:spLocks noGrp="1"/>
            </p:cNvSpPr>
            <p:nvPr/>
          </p:nvSpPr>
          <p:spPr>
            <a:xfrm>
              <a:off x="16160595" y="2522953"/>
              <a:ext cx="44144" cy="56852"/>
            </a:xfrm>
            <a:custGeom>
              <a:avLst/>
              <a:gdLst/>
              <a:ahLst/>
              <a:cxnLst/>
              <a:rect l="0" t="0" r="0" b="0"/>
              <a:pathLst>
                <a:path w="44144" h="56852">
                  <a:moveTo>
                    <a:pt x="44144" y="56852"/>
                  </a:moveTo>
                  <a:lnTo>
                    <a:pt x="0" y="0"/>
                  </a:lnTo>
                </a:path>
              </a:pathLst>
            </a:custGeom>
            <a:noFill/>
            <a:ln w="8096">
              <a:solidFill>
                <a:srgbClr val="EEF1F3"/>
              </a:solidFill>
            </a:ln>
          </p:spPr>
        </p:sp>
        <p:sp>
          <p:nvSpPr>
            <p:cNvPr id="6012" name="Output_receptor__6011">
              <a:extLst>
                <a:ext uri="{FF2B5EF4-FFF2-40B4-BE49-F238E27FC236}">
                  <a16:creationId xmlns:a16="http://schemas.microsoft.com/office/drawing/2014/main" id="{62625DF7-35E3-965C-38AD-6E2B18DAA3DB}"/>
                </a:ext>
              </a:extLst>
            </p:cNvPr>
            <p:cNvSpPr>
              <a:spLocks noGrp="1"/>
            </p:cNvSpPr>
            <p:nvPr/>
          </p:nvSpPr>
          <p:spPr>
            <a:xfrm>
              <a:off x="16224343" y="2779488"/>
              <a:ext cx="18578" cy="69776"/>
            </a:xfrm>
            <a:custGeom>
              <a:avLst/>
              <a:gdLst/>
              <a:ahLst/>
              <a:cxnLst/>
              <a:rect l="0" t="0" r="0" b="0"/>
              <a:pathLst>
                <a:path w="18578" h="69776">
                  <a:moveTo>
                    <a:pt x="0" y="0"/>
                  </a:moveTo>
                  <a:lnTo>
                    <a:pt x="18578" y="69776"/>
                  </a:lnTo>
                </a:path>
              </a:pathLst>
            </a:custGeom>
            <a:noFill/>
            <a:ln w="20003">
              <a:solidFill>
                <a:srgbClr val="EEF1F3"/>
              </a:solidFill>
            </a:ln>
          </p:spPr>
        </p:sp>
        <p:sp>
          <p:nvSpPr>
            <p:cNvPr id="6013" name="Output_receptor__6012">
              <a:extLst>
                <a:ext uri="{FF2B5EF4-FFF2-40B4-BE49-F238E27FC236}">
                  <a16:creationId xmlns:a16="http://schemas.microsoft.com/office/drawing/2014/main" id="{3162235C-DD55-1669-2756-9A06B0014609}"/>
                </a:ext>
              </a:extLst>
            </p:cNvPr>
            <p:cNvSpPr>
              <a:spLocks noGrp="1"/>
            </p:cNvSpPr>
            <p:nvPr/>
          </p:nvSpPr>
          <p:spPr>
            <a:xfrm>
              <a:off x="15768370" y="2878100"/>
              <a:ext cx="58561" cy="17222"/>
            </a:xfrm>
            <a:custGeom>
              <a:avLst/>
              <a:gdLst/>
              <a:ahLst/>
              <a:cxnLst/>
              <a:rect l="0" t="0" r="0" b="0"/>
              <a:pathLst>
                <a:path w="58561" h="17222">
                  <a:moveTo>
                    <a:pt x="58561" y="17222"/>
                  </a:moveTo>
                  <a:lnTo>
                    <a:pt x="0" y="0"/>
                  </a:lnTo>
                </a:path>
              </a:pathLst>
            </a:custGeom>
            <a:noFill/>
            <a:ln w="20003">
              <a:solidFill>
                <a:srgbClr val="EEF1F3"/>
              </a:solidFill>
            </a:ln>
          </p:spPr>
        </p:sp>
        <p:sp>
          <p:nvSpPr>
            <p:cNvPr id="6014" name="Output_receptor__6013">
              <a:extLst>
                <a:ext uri="{FF2B5EF4-FFF2-40B4-BE49-F238E27FC236}">
                  <a16:creationId xmlns:a16="http://schemas.microsoft.com/office/drawing/2014/main" id="{36CD6E00-EBA8-7FEC-13F4-A163886D5445}"/>
                </a:ext>
              </a:extLst>
            </p:cNvPr>
            <p:cNvSpPr>
              <a:spLocks noGrp="1"/>
            </p:cNvSpPr>
            <p:nvPr/>
          </p:nvSpPr>
          <p:spPr>
            <a:xfrm>
              <a:off x="15191040" y="3290526"/>
              <a:ext cx="5631" cy="69749"/>
            </a:xfrm>
            <a:custGeom>
              <a:avLst/>
              <a:gdLst/>
              <a:ahLst/>
              <a:cxnLst/>
              <a:rect l="0" t="0" r="0" b="0"/>
              <a:pathLst>
                <a:path w="5631" h="69749">
                  <a:moveTo>
                    <a:pt x="5631" y="69749"/>
                  </a:moveTo>
                  <a:lnTo>
                    <a:pt x="0" y="0"/>
                  </a:lnTo>
                </a:path>
              </a:pathLst>
            </a:custGeom>
            <a:noFill/>
            <a:ln w="8096">
              <a:solidFill>
                <a:srgbClr val="EEF1F3"/>
              </a:solidFill>
            </a:ln>
          </p:spPr>
        </p:sp>
        <p:sp>
          <p:nvSpPr>
            <p:cNvPr id="6015" name="Output_receptor__6014">
              <a:extLst>
                <a:ext uri="{FF2B5EF4-FFF2-40B4-BE49-F238E27FC236}">
                  <a16:creationId xmlns:a16="http://schemas.microsoft.com/office/drawing/2014/main" id="{B72B5856-5B3A-46F6-5609-87A4ACADC808}"/>
                </a:ext>
              </a:extLst>
            </p:cNvPr>
            <p:cNvSpPr>
              <a:spLocks noGrp="1"/>
            </p:cNvSpPr>
            <p:nvPr/>
          </p:nvSpPr>
          <p:spPr>
            <a:xfrm>
              <a:off x="15124489" y="3269549"/>
              <a:ext cx="66551" cy="20977"/>
            </a:xfrm>
            <a:custGeom>
              <a:avLst/>
              <a:gdLst/>
              <a:ahLst/>
              <a:cxnLst/>
              <a:rect l="0" t="0" r="0" b="0"/>
              <a:pathLst>
                <a:path w="66551" h="20977">
                  <a:moveTo>
                    <a:pt x="66551" y="20977"/>
                  </a:moveTo>
                  <a:lnTo>
                    <a:pt x="0" y="0"/>
                  </a:lnTo>
                </a:path>
              </a:pathLst>
            </a:custGeom>
            <a:noFill/>
            <a:ln w="20003">
              <a:solidFill>
                <a:srgbClr val="EEF1F3"/>
              </a:solidFill>
            </a:ln>
          </p:spPr>
        </p:sp>
        <p:sp>
          <p:nvSpPr>
            <p:cNvPr id="6016" name="Output_receptor__6015">
              <a:extLst>
                <a:ext uri="{FF2B5EF4-FFF2-40B4-BE49-F238E27FC236}">
                  <a16:creationId xmlns:a16="http://schemas.microsoft.com/office/drawing/2014/main" id="{A0B5692C-E316-DD92-A98F-0ABF140FA41C}"/>
                </a:ext>
              </a:extLst>
            </p:cNvPr>
            <p:cNvSpPr>
              <a:spLocks noGrp="1"/>
            </p:cNvSpPr>
            <p:nvPr/>
          </p:nvSpPr>
          <p:spPr>
            <a:xfrm>
              <a:off x="15136860" y="2900827"/>
              <a:ext cx="10327" cy="58314"/>
            </a:xfrm>
            <a:custGeom>
              <a:avLst/>
              <a:gdLst/>
              <a:ahLst/>
              <a:cxnLst/>
              <a:rect l="0" t="0" r="0" b="0"/>
              <a:pathLst>
                <a:path w="10327" h="58314">
                  <a:moveTo>
                    <a:pt x="10327" y="58314"/>
                  </a:moveTo>
                  <a:lnTo>
                    <a:pt x="0" y="0"/>
                  </a:lnTo>
                </a:path>
              </a:pathLst>
            </a:custGeom>
            <a:noFill/>
            <a:ln w="20003">
              <a:solidFill>
                <a:srgbClr val="EEF1F3"/>
              </a:solidFill>
            </a:ln>
          </p:spPr>
        </p:sp>
        <p:sp>
          <p:nvSpPr>
            <p:cNvPr id="6017" name="Output_receptor__6016">
              <a:extLst>
                <a:ext uri="{FF2B5EF4-FFF2-40B4-BE49-F238E27FC236}">
                  <a16:creationId xmlns:a16="http://schemas.microsoft.com/office/drawing/2014/main" id="{B7612F13-0BD2-9CAA-0804-EE9B464C23AA}"/>
                </a:ext>
              </a:extLst>
            </p:cNvPr>
            <p:cNvSpPr>
              <a:spLocks noGrp="1"/>
            </p:cNvSpPr>
            <p:nvPr/>
          </p:nvSpPr>
          <p:spPr>
            <a:xfrm>
              <a:off x="15127683" y="3360275"/>
              <a:ext cx="68988" cy="15208"/>
            </a:xfrm>
            <a:custGeom>
              <a:avLst/>
              <a:gdLst/>
              <a:ahLst/>
              <a:cxnLst/>
              <a:rect l="0" t="0" r="0" b="0"/>
              <a:pathLst>
                <a:path w="68988" h="15208">
                  <a:moveTo>
                    <a:pt x="0" y="15208"/>
                  </a:moveTo>
                  <a:lnTo>
                    <a:pt x="68988" y="0"/>
                  </a:lnTo>
                </a:path>
              </a:pathLst>
            </a:custGeom>
            <a:noFill/>
            <a:ln w="20003">
              <a:solidFill>
                <a:srgbClr val="EEF1F3"/>
              </a:solidFill>
            </a:ln>
          </p:spPr>
        </p:sp>
        <p:sp>
          <p:nvSpPr>
            <p:cNvPr id="6018" name="Output_receptor__6017">
              <a:extLst>
                <a:ext uri="{FF2B5EF4-FFF2-40B4-BE49-F238E27FC236}">
                  <a16:creationId xmlns:a16="http://schemas.microsoft.com/office/drawing/2014/main" id="{BE70566B-DCE9-D489-9BA2-3FF6AC339DED}"/>
                </a:ext>
              </a:extLst>
            </p:cNvPr>
            <p:cNvSpPr>
              <a:spLocks noGrp="1"/>
            </p:cNvSpPr>
            <p:nvPr/>
          </p:nvSpPr>
          <p:spPr>
            <a:xfrm>
              <a:off x="15650761" y="2817240"/>
              <a:ext cx="44767" cy="16429"/>
            </a:xfrm>
            <a:custGeom>
              <a:avLst/>
              <a:gdLst/>
              <a:ahLst/>
              <a:cxnLst/>
              <a:rect l="0" t="0" r="0" b="0"/>
              <a:pathLst>
                <a:path w="44767" h="16429">
                  <a:moveTo>
                    <a:pt x="0" y="16429"/>
                  </a:moveTo>
                  <a:lnTo>
                    <a:pt x="44767" y="0"/>
                  </a:lnTo>
                </a:path>
              </a:pathLst>
            </a:custGeom>
            <a:noFill/>
            <a:ln w="20003">
              <a:solidFill>
                <a:srgbClr val="EEF1F3"/>
              </a:solidFill>
            </a:ln>
          </p:spPr>
        </p:sp>
        <p:sp>
          <p:nvSpPr>
            <p:cNvPr id="6019" name="Output_receptor__6018">
              <a:extLst>
                <a:ext uri="{FF2B5EF4-FFF2-40B4-BE49-F238E27FC236}">
                  <a16:creationId xmlns:a16="http://schemas.microsoft.com/office/drawing/2014/main" id="{8254B965-0566-67A1-15DD-041EAA79AB15}"/>
                </a:ext>
              </a:extLst>
            </p:cNvPr>
            <p:cNvSpPr>
              <a:spLocks noGrp="1"/>
            </p:cNvSpPr>
            <p:nvPr/>
          </p:nvSpPr>
          <p:spPr>
            <a:xfrm>
              <a:off x="15544191" y="3054270"/>
              <a:ext cx="26322" cy="14243"/>
            </a:xfrm>
            <a:custGeom>
              <a:avLst/>
              <a:gdLst/>
              <a:ahLst/>
              <a:cxnLst/>
              <a:rect l="0" t="0" r="0" b="0"/>
              <a:pathLst>
                <a:path w="26322" h="14243">
                  <a:moveTo>
                    <a:pt x="26322" y="0"/>
                  </a:moveTo>
                  <a:lnTo>
                    <a:pt x="0" y="14243"/>
                  </a:lnTo>
                </a:path>
              </a:pathLst>
            </a:custGeom>
            <a:noFill/>
            <a:ln w="8096">
              <a:solidFill>
                <a:srgbClr val="EEF1F3"/>
              </a:solidFill>
            </a:ln>
          </p:spPr>
        </p:sp>
        <p:sp>
          <p:nvSpPr>
            <p:cNvPr id="6020" name="Output_receptor__6019">
              <a:extLst>
                <a:ext uri="{FF2B5EF4-FFF2-40B4-BE49-F238E27FC236}">
                  <a16:creationId xmlns:a16="http://schemas.microsoft.com/office/drawing/2014/main" id="{28B02DBF-2632-3303-1BC2-A616767B2FE0}"/>
                </a:ext>
              </a:extLst>
            </p:cNvPr>
            <p:cNvSpPr>
              <a:spLocks noGrp="1"/>
            </p:cNvSpPr>
            <p:nvPr/>
          </p:nvSpPr>
          <p:spPr>
            <a:xfrm>
              <a:off x="15927798" y="2890736"/>
              <a:ext cx="27236" cy="65075"/>
            </a:xfrm>
            <a:custGeom>
              <a:avLst/>
              <a:gdLst/>
              <a:ahLst/>
              <a:cxnLst/>
              <a:rect l="0" t="0" r="0" b="0"/>
              <a:pathLst>
                <a:path w="27236" h="65075">
                  <a:moveTo>
                    <a:pt x="27236" y="65075"/>
                  </a:moveTo>
                  <a:lnTo>
                    <a:pt x="0" y="0"/>
                  </a:lnTo>
                </a:path>
              </a:pathLst>
            </a:custGeom>
            <a:noFill/>
            <a:ln w="8096">
              <a:solidFill>
                <a:srgbClr val="EEF1F3"/>
              </a:solidFill>
            </a:ln>
          </p:spPr>
        </p:sp>
        <p:sp>
          <p:nvSpPr>
            <p:cNvPr id="6021" name="Output_receptor__6020">
              <a:extLst>
                <a:ext uri="{FF2B5EF4-FFF2-40B4-BE49-F238E27FC236}">
                  <a16:creationId xmlns:a16="http://schemas.microsoft.com/office/drawing/2014/main" id="{8AEE3155-CD05-97BB-E7D7-2C9CE2B0967A}"/>
                </a:ext>
              </a:extLst>
            </p:cNvPr>
            <p:cNvSpPr>
              <a:spLocks noGrp="1"/>
            </p:cNvSpPr>
            <p:nvPr/>
          </p:nvSpPr>
          <p:spPr>
            <a:xfrm>
              <a:off x="15939634" y="3087389"/>
              <a:ext cx="24820" cy="21160"/>
            </a:xfrm>
            <a:custGeom>
              <a:avLst/>
              <a:gdLst/>
              <a:ahLst/>
              <a:cxnLst/>
              <a:rect l="0" t="0" r="0" b="0"/>
              <a:pathLst>
                <a:path w="24820" h="21160">
                  <a:moveTo>
                    <a:pt x="0" y="0"/>
                  </a:moveTo>
                  <a:lnTo>
                    <a:pt x="24820" y="21160"/>
                  </a:lnTo>
                </a:path>
              </a:pathLst>
            </a:custGeom>
            <a:noFill/>
            <a:ln w="8096">
              <a:solidFill>
                <a:srgbClr val="EFF1F3"/>
              </a:solidFill>
            </a:ln>
          </p:spPr>
        </p:sp>
        <p:sp>
          <p:nvSpPr>
            <p:cNvPr id="6022" name="Output_receptor__6021">
              <a:extLst>
                <a:ext uri="{FF2B5EF4-FFF2-40B4-BE49-F238E27FC236}">
                  <a16:creationId xmlns:a16="http://schemas.microsoft.com/office/drawing/2014/main" id="{CCF46828-1DA6-2835-DE15-261F410BDD2D}"/>
                </a:ext>
              </a:extLst>
            </p:cNvPr>
            <p:cNvSpPr>
              <a:spLocks noGrp="1"/>
            </p:cNvSpPr>
            <p:nvPr/>
          </p:nvSpPr>
          <p:spPr>
            <a:xfrm>
              <a:off x="16057814" y="2743617"/>
              <a:ext cx="56766" cy="42454"/>
            </a:xfrm>
            <a:custGeom>
              <a:avLst/>
              <a:gdLst/>
              <a:ahLst/>
              <a:cxnLst/>
              <a:rect l="0" t="0" r="0" b="0"/>
              <a:pathLst>
                <a:path w="56766" h="42454">
                  <a:moveTo>
                    <a:pt x="0" y="42454"/>
                  </a:moveTo>
                  <a:lnTo>
                    <a:pt x="56766" y="0"/>
                  </a:lnTo>
                </a:path>
              </a:pathLst>
            </a:custGeom>
            <a:noFill/>
            <a:ln w="20003">
              <a:solidFill>
                <a:srgbClr val="EFF1F3"/>
              </a:solidFill>
            </a:ln>
          </p:spPr>
        </p:sp>
        <p:sp>
          <p:nvSpPr>
            <p:cNvPr id="6023" name="Output_receptor__6022">
              <a:extLst>
                <a:ext uri="{FF2B5EF4-FFF2-40B4-BE49-F238E27FC236}">
                  <a16:creationId xmlns:a16="http://schemas.microsoft.com/office/drawing/2014/main" id="{8F4A829A-EF71-A778-59C0-29F914238538}"/>
                </a:ext>
              </a:extLst>
            </p:cNvPr>
            <p:cNvSpPr>
              <a:spLocks noGrp="1"/>
            </p:cNvSpPr>
            <p:nvPr/>
          </p:nvSpPr>
          <p:spPr>
            <a:xfrm>
              <a:off x="15013826" y="3156061"/>
              <a:ext cx="70503" cy="11209"/>
            </a:xfrm>
            <a:custGeom>
              <a:avLst/>
              <a:gdLst/>
              <a:ahLst/>
              <a:cxnLst/>
              <a:rect l="0" t="0" r="0" b="0"/>
              <a:pathLst>
                <a:path w="70503" h="11209">
                  <a:moveTo>
                    <a:pt x="0" y="11209"/>
                  </a:moveTo>
                  <a:lnTo>
                    <a:pt x="70503" y="0"/>
                  </a:lnTo>
                </a:path>
              </a:pathLst>
            </a:custGeom>
            <a:noFill/>
            <a:ln w="20003">
              <a:solidFill>
                <a:srgbClr val="EFF1F3"/>
              </a:solidFill>
            </a:ln>
          </p:spPr>
        </p:sp>
        <p:sp>
          <p:nvSpPr>
            <p:cNvPr id="6024" name="Output_receptor__6023">
              <a:extLst>
                <a:ext uri="{FF2B5EF4-FFF2-40B4-BE49-F238E27FC236}">
                  <a16:creationId xmlns:a16="http://schemas.microsoft.com/office/drawing/2014/main" id="{71744549-CF97-5806-8BCE-9A45C4DB6996}"/>
                </a:ext>
              </a:extLst>
            </p:cNvPr>
            <p:cNvSpPr>
              <a:spLocks noGrp="1"/>
            </p:cNvSpPr>
            <p:nvPr/>
          </p:nvSpPr>
          <p:spPr>
            <a:xfrm>
              <a:off x="14948693" y="2922192"/>
              <a:ext cx="22225" cy="534"/>
            </a:xfrm>
            <a:custGeom>
              <a:avLst/>
              <a:gdLst/>
              <a:ahLst/>
              <a:cxnLst/>
              <a:rect l="0" t="0" r="0" b="0"/>
              <a:pathLst>
                <a:path w="22225" h="534">
                  <a:moveTo>
                    <a:pt x="22225" y="0"/>
                  </a:moveTo>
                  <a:lnTo>
                    <a:pt x="0" y="534"/>
                  </a:lnTo>
                </a:path>
              </a:pathLst>
            </a:custGeom>
            <a:noFill/>
            <a:ln w="20003">
              <a:solidFill>
                <a:srgbClr val="EFF1F3"/>
              </a:solidFill>
            </a:ln>
          </p:spPr>
        </p:sp>
        <p:sp>
          <p:nvSpPr>
            <p:cNvPr id="6025" name="Output_receptor__6024">
              <a:extLst>
                <a:ext uri="{FF2B5EF4-FFF2-40B4-BE49-F238E27FC236}">
                  <a16:creationId xmlns:a16="http://schemas.microsoft.com/office/drawing/2014/main" id="{B259C20E-87F9-2E14-659A-B8ABF12F5CB2}"/>
                </a:ext>
              </a:extLst>
            </p:cNvPr>
            <p:cNvSpPr>
              <a:spLocks noGrp="1"/>
            </p:cNvSpPr>
            <p:nvPr/>
          </p:nvSpPr>
          <p:spPr>
            <a:xfrm>
              <a:off x="16143482" y="2797421"/>
              <a:ext cx="7443" cy="40252"/>
            </a:xfrm>
            <a:custGeom>
              <a:avLst/>
              <a:gdLst/>
              <a:ahLst/>
              <a:cxnLst/>
              <a:rect l="0" t="0" r="0" b="0"/>
              <a:pathLst>
                <a:path w="7443" h="40252">
                  <a:moveTo>
                    <a:pt x="7443" y="0"/>
                  </a:moveTo>
                  <a:lnTo>
                    <a:pt x="0" y="40252"/>
                  </a:lnTo>
                </a:path>
              </a:pathLst>
            </a:custGeom>
            <a:noFill/>
            <a:ln w="20003">
              <a:solidFill>
                <a:srgbClr val="EFF1F3"/>
              </a:solidFill>
            </a:ln>
          </p:spPr>
        </p:sp>
        <p:sp>
          <p:nvSpPr>
            <p:cNvPr id="6026" name="Output_receptor__6025">
              <a:extLst>
                <a:ext uri="{FF2B5EF4-FFF2-40B4-BE49-F238E27FC236}">
                  <a16:creationId xmlns:a16="http://schemas.microsoft.com/office/drawing/2014/main" id="{0FDD6251-B799-573D-AD36-E73ED9DF6430}"/>
                </a:ext>
              </a:extLst>
            </p:cNvPr>
            <p:cNvSpPr>
              <a:spLocks noGrp="1"/>
            </p:cNvSpPr>
            <p:nvPr/>
          </p:nvSpPr>
          <p:spPr>
            <a:xfrm>
              <a:off x="15517534" y="2857916"/>
              <a:ext cx="15284" cy="40639"/>
            </a:xfrm>
            <a:custGeom>
              <a:avLst/>
              <a:gdLst/>
              <a:ahLst/>
              <a:cxnLst/>
              <a:rect l="0" t="0" r="0" b="0"/>
              <a:pathLst>
                <a:path w="15284" h="40639">
                  <a:moveTo>
                    <a:pt x="15284" y="40639"/>
                  </a:moveTo>
                  <a:lnTo>
                    <a:pt x="0" y="0"/>
                  </a:lnTo>
                </a:path>
              </a:pathLst>
            </a:custGeom>
            <a:noFill/>
            <a:ln w="8096">
              <a:solidFill>
                <a:srgbClr val="EFF1F3"/>
              </a:solidFill>
            </a:ln>
          </p:spPr>
        </p:sp>
        <p:sp>
          <p:nvSpPr>
            <p:cNvPr id="6027" name="Output_receptor__6026">
              <a:extLst>
                <a:ext uri="{FF2B5EF4-FFF2-40B4-BE49-F238E27FC236}">
                  <a16:creationId xmlns:a16="http://schemas.microsoft.com/office/drawing/2014/main" id="{E5BEA61D-7EE5-8961-62B5-E34F8C9733CA}"/>
                </a:ext>
              </a:extLst>
            </p:cNvPr>
            <p:cNvSpPr>
              <a:spLocks noGrp="1"/>
            </p:cNvSpPr>
            <p:nvPr/>
          </p:nvSpPr>
          <p:spPr>
            <a:xfrm>
              <a:off x="15826932" y="2843629"/>
              <a:ext cx="50443" cy="51693"/>
            </a:xfrm>
            <a:custGeom>
              <a:avLst/>
              <a:gdLst/>
              <a:ahLst/>
              <a:cxnLst/>
              <a:rect l="0" t="0" r="0" b="0"/>
              <a:pathLst>
                <a:path w="50443" h="51693">
                  <a:moveTo>
                    <a:pt x="50443" y="0"/>
                  </a:moveTo>
                  <a:lnTo>
                    <a:pt x="0" y="51693"/>
                  </a:lnTo>
                </a:path>
              </a:pathLst>
            </a:custGeom>
            <a:noFill/>
            <a:ln w="20003">
              <a:solidFill>
                <a:srgbClr val="EFF1F3"/>
              </a:solidFill>
            </a:ln>
          </p:spPr>
        </p:sp>
        <p:sp>
          <p:nvSpPr>
            <p:cNvPr id="6028" name="Output_receptor__6027">
              <a:extLst>
                <a:ext uri="{FF2B5EF4-FFF2-40B4-BE49-F238E27FC236}">
                  <a16:creationId xmlns:a16="http://schemas.microsoft.com/office/drawing/2014/main" id="{B9B4D06A-E331-160B-1B83-4C4ED1E43A27}"/>
                </a:ext>
              </a:extLst>
            </p:cNvPr>
            <p:cNvSpPr>
              <a:spLocks noGrp="1"/>
            </p:cNvSpPr>
            <p:nvPr/>
          </p:nvSpPr>
          <p:spPr>
            <a:xfrm>
              <a:off x="15882402" y="3130669"/>
              <a:ext cx="41903" cy="59068"/>
            </a:xfrm>
            <a:custGeom>
              <a:avLst/>
              <a:gdLst/>
              <a:ahLst/>
              <a:cxnLst/>
              <a:rect l="0" t="0" r="0" b="0"/>
              <a:pathLst>
                <a:path w="41903" h="59068">
                  <a:moveTo>
                    <a:pt x="41903" y="59068"/>
                  </a:moveTo>
                  <a:lnTo>
                    <a:pt x="0" y="0"/>
                  </a:lnTo>
                </a:path>
              </a:pathLst>
            </a:custGeom>
            <a:noFill/>
            <a:ln w="20003">
              <a:solidFill>
                <a:srgbClr val="EFF1F3"/>
              </a:solidFill>
            </a:ln>
          </p:spPr>
        </p:sp>
        <p:sp>
          <p:nvSpPr>
            <p:cNvPr id="6029" name="Output_receptor__6028">
              <a:extLst>
                <a:ext uri="{FF2B5EF4-FFF2-40B4-BE49-F238E27FC236}">
                  <a16:creationId xmlns:a16="http://schemas.microsoft.com/office/drawing/2014/main" id="{FD74640F-B017-FE1F-3163-076A5834D0A5}"/>
                </a:ext>
              </a:extLst>
            </p:cNvPr>
            <p:cNvSpPr>
              <a:spLocks noGrp="1"/>
            </p:cNvSpPr>
            <p:nvPr/>
          </p:nvSpPr>
          <p:spPr>
            <a:xfrm>
              <a:off x="16114580" y="2743617"/>
              <a:ext cx="36345" cy="53804"/>
            </a:xfrm>
            <a:custGeom>
              <a:avLst/>
              <a:gdLst/>
              <a:ahLst/>
              <a:cxnLst/>
              <a:rect l="0" t="0" r="0" b="0"/>
              <a:pathLst>
                <a:path w="36345" h="53804">
                  <a:moveTo>
                    <a:pt x="0" y="0"/>
                  </a:moveTo>
                  <a:lnTo>
                    <a:pt x="36345" y="53804"/>
                  </a:lnTo>
                </a:path>
              </a:pathLst>
            </a:custGeom>
            <a:noFill/>
            <a:ln w="20003">
              <a:solidFill>
                <a:srgbClr val="EFF1F3"/>
              </a:solidFill>
            </a:ln>
          </p:spPr>
        </p:sp>
        <p:sp>
          <p:nvSpPr>
            <p:cNvPr id="6030" name="Output_receptor__6029">
              <a:extLst>
                <a:ext uri="{FF2B5EF4-FFF2-40B4-BE49-F238E27FC236}">
                  <a16:creationId xmlns:a16="http://schemas.microsoft.com/office/drawing/2014/main" id="{843A088E-619F-FCCA-9624-F417E3515927}"/>
                </a:ext>
              </a:extLst>
            </p:cNvPr>
            <p:cNvSpPr>
              <a:spLocks noGrp="1"/>
            </p:cNvSpPr>
            <p:nvPr/>
          </p:nvSpPr>
          <p:spPr>
            <a:xfrm>
              <a:off x="15696719" y="3312877"/>
              <a:ext cx="12454" cy="50140"/>
            </a:xfrm>
            <a:custGeom>
              <a:avLst/>
              <a:gdLst/>
              <a:ahLst/>
              <a:cxnLst/>
              <a:rect l="0" t="0" r="0" b="0"/>
              <a:pathLst>
                <a:path w="12454" h="50140">
                  <a:moveTo>
                    <a:pt x="12454" y="0"/>
                  </a:moveTo>
                  <a:lnTo>
                    <a:pt x="0" y="50140"/>
                  </a:lnTo>
                </a:path>
              </a:pathLst>
            </a:custGeom>
            <a:noFill/>
            <a:ln w="8096">
              <a:solidFill>
                <a:srgbClr val="EFF1F3"/>
              </a:solidFill>
            </a:ln>
          </p:spPr>
        </p:sp>
        <p:sp>
          <p:nvSpPr>
            <p:cNvPr id="6031" name="Output_receptor__6030">
              <a:extLst>
                <a:ext uri="{FF2B5EF4-FFF2-40B4-BE49-F238E27FC236}">
                  <a16:creationId xmlns:a16="http://schemas.microsoft.com/office/drawing/2014/main" id="{10218043-4114-D0D8-E7AF-95F498697637}"/>
                </a:ext>
              </a:extLst>
            </p:cNvPr>
            <p:cNvSpPr>
              <a:spLocks noGrp="1"/>
            </p:cNvSpPr>
            <p:nvPr/>
          </p:nvSpPr>
          <p:spPr>
            <a:xfrm>
              <a:off x="15695528" y="2814951"/>
              <a:ext cx="71895" cy="2289"/>
            </a:xfrm>
            <a:custGeom>
              <a:avLst/>
              <a:gdLst/>
              <a:ahLst/>
              <a:cxnLst/>
              <a:rect l="0" t="0" r="0" b="0"/>
              <a:pathLst>
                <a:path w="71895" h="2289">
                  <a:moveTo>
                    <a:pt x="0" y="2289"/>
                  </a:moveTo>
                  <a:lnTo>
                    <a:pt x="71895" y="0"/>
                  </a:lnTo>
                </a:path>
              </a:pathLst>
            </a:custGeom>
            <a:noFill/>
            <a:ln w="20003">
              <a:solidFill>
                <a:srgbClr val="EFF1F3"/>
              </a:solidFill>
            </a:ln>
          </p:spPr>
        </p:sp>
        <p:sp>
          <p:nvSpPr>
            <p:cNvPr id="6032" name="Output_receptor__6031">
              <a:extLst>
                <a:ext uri="{FF2B5EF4-FFF2-40B4-BE49-F238E27FC236}">
                  <a16:creationId xmlns:a16="http://schemas.microsoft.com/office/drawing/2014/main" id="{FC115B8B-BA60-F84E-EEE3-EB7AD317C6F1}"/>
                </a:ext>
              </a:extLst>
            </p:cNvPr>
            <p:cNvSpPr>
              <a:spLocks noGrp="1"/>
            </p:cNvSpPr>
            <p:nvPr/>
          </p:nvSpPr>
          <p:spPr>
            <a:xfrm>
              <a:off x="14987040" y="3109408"/>
              <a:ext cx="26786" cy="57863"/>
            </a:xfrm>
            <a:custGeom>
              <a:avLst/>
              <a:gdLst/>
              <a:ahLst/>
              <a:cxnLst/>
              <a:rect l="0" t="0" r="0" b="0"/>
              <a:pathLst>
                <a:path w="26786" h="57863">
                  <a:moveTo>
                    <a:pt x="0" y="0"/>
                  </a:moveTo>
                  <a:lnTo>
                    <a:pt x="26786" y="57863"/>
                  </a:lnTo>
                </a:path>
              </a:pathLst>
            </a:custGeom>
            <a:noFill/>
            <a:ln w="20003">
              <a:solidFill>
                <a:srgbClr val="EFF1F3"/>
              </a:solidFill>
            </a:ln>
          </p:spPr>
        </p:sp>
        <p:sp>
          <p:nvSpPr>
            <p:cNvPr id="6033" name="Output_receptor__6032">
              <a:extLst>
                <a:ext uri="{FF2B5EF4-FFF2-40B4-BE49-F238E27FC236}">
                  <a16:creationId xmlns:a16="http://schemas.microsoft.com/office/drawing/2014/main" id="{234509A6-83F7-814A-06CA-32392AF3AF15}"/>
                </a:ext>
              </a:extLst>
            </p:cNvPr>
            <p:cNvSpPr>
              <a:spLocks noGrp="1"/>
            </p:cNvSpPr>
            <p:nvPr/>
          </p:nvSpPr>
          <p:spPr>
            <a:xfrm>
              <a:off x="15882402" y="3087389"/>
              <a:ext cx="57233" cy="43280"/>
            </a:xfrm>
            <a:custGeom>
              <a:avLst/>
              <a:gdLst/>
              <a:ahLst/>
              <a:cxnLst/>
              <a:rect l="0" t="0" r="0" b="0"/>
              <a:pathLst>
                <a:path w="57233" h="43280">
                  <a:moveTo>
                    <a:pt x="0" y="43280"/>
                  </a:moveTo>
                  <a:lnTo>
                    <a:pt x="57233" y="0"/>
                  </a:lnTo>
                </a:path>
              </a:pathLst>
            </a:custGeom>
            <a:noFill/>
            <a:ln w="20003">
              <a:solidFill>
                <a:srgbClr val="EFF1F3"/>
              </a:solidFill>
            </a:ln>
          </p:spPr>
        </p:sp>
        <p:sp>
          <p:nvSpPr>
            <p:cNvPr id="6034" name="Output_receptor__6033">
              <a:extLst>
                <a:ext uri="{FF2B5EF4-FFF2-40B4-BE49-F238E27FC236}">
                  <a16:creationId xmlns:a16="http://schemas.microsoft.com/office/drawing/2014/main" id="{9E2E7867-8736-5938-1435-79D2D7254A03}"/>
                </a:ext>
              </a:extLst>
            </p:cNvPr>
            <p:cNvSpPr>
              <a:spLocks noGrp="1"/>
            </p:cNvSpPr>
            <p:nvPr/>
          </p:nvSpPr>
          <p:spPr>
            <a:xfrm>
              <a:off x="15657825" y="3363017"/>
              <a:ext cx="38894" cy="41885"/>
            </a:xfrm>
            <a:custGeom>
              <a:avLst/>
              <a:gdLst/>
              <a:ahLst/>
              <a:cxnLst/>
              <a:rect l="0" t="0" r="0" b="0"/>
              <a:pathLst>
                <a:path w="38894" h="41885">
                  <a:moveTo>
                    <a:pt x="38894" y="0"/>
                  </a:moveTo>
                  <a:lnTo>
                    <a:pt x="0" y="41885"/>
                  </a:lnTo>
                </a:path>
              </a:pathLst>
            </a:custGeom>
            <a:noFill/>
            <a:ln w="20003">
              <a:solidFill>
                <a:srgbClr val="EFF1F3"/>
              </a:solidFill>
            </a:ln>
          </p:spPr>
        </p:sp>
        <p:sp>
          <p:nvSpPr>
            <p:cNvPr id="6035" name="Output_receptor__6034">
              <a:extLst>
                <a:ext uri="{FF2B5EF4-FFF2-40B4-BE49-F238E27FC236}">
                  <a16:creationId xmlns:a16="http://schemas.microsoft.com/office/drawing/2014/main" id="{53CB8B3B-FC82-ECBF-37C2-754477DA2171}"/>
                </a:ext>
              </a:extLst>
            </p:cNvPr>
            <p:cNvSpPr>
              <a:spLocks noGrp="1"/>
            </p:cNvSpPr>
            <p:nvPr/>
          </p:nvSpPr>
          <p:spPr>
            <a:xfrm>
              <a:off x="15918087" y="2955811"/>
              <a:ext cx="36948" cy="42698"/>
            </a:xfrm>
            <a:custGeom>
              <a:avLst/>
              <a:gdLst/>
              <a:ahLst/>
              <a:cxnLst/>
              <a:rect l="0" t="0" r="0" b="0"/>
              <a:pathLst>
                <a:path w="36948" h="42698">
                  <a:moveTo>
                    <a:pt x="0" y="42698"/>
                  </a:moveTo>
                  <a:lnTo>
                    <a:pt x="36948" y="0"/>
                  </a:lnTo>
                </a:path>
              </a:pathLst>
            </a:custGeom>
            <a:noFill/>
            <a:ln w="8096">
              <a:solidFill>
                <a:srgbClr val="EFF2F3"/>
              </a:solidFill>
            </a:ln>
          </p:spPr>
        </p:sp>
        <p:sp>
          <p:nvSpPr>
            <p:cNvPr id="6036" name="Output_receptor__6035">
              <a:extLst>
                <a:ext uri="{FF2B5EF4-FFF2-40B4-BE49-F238E27FC236}">
                  <a16:creationId xmlns:a16="http://schemas.microsoft.com/office/drawing/2014/main" id="{9E25D6CF-EE90-EDE9-033D-5D505E3AD337}"/>
                </a:ext>
              </a:extLst>
            </p:cNvPr>
            <p:cNvSpPr>
              <a:spLocks noGrp="1"/>
            </p:cNvSpPr>
            <p:nvPr/>
          </p:nvSpPr>
          <p:spPr>
            <a:xfrm>
              <a:off x="14970918" y="2922192"/>
              <a:ext cx="59380" cy="36807"/>
            </a:xfrm>
            <a:custGeom>
              <a:avLst/>
              <a:gdLst/>
              <a:ahLst/>
              <a:cxnLst/>
              <a:rect l="0" t="0" r="0" b="0"/>
              <a:pathLst>
                <a:path w="59380" h="36807">
                  <a:moveTo>
                    <a:pt x="59380" y="36807"/>
                  </a:moveTo>
                  <a:lnTo>
                    <a:pt x="0" y="0"/>
                  </a:lnTo>
                </a:path>
              </a:pathLst>
            </a:custGeom>
            <a:noFill/>
            <a:ln w="20003">
              <a:solidFill>
                <a:srgbClr val="EFF2F3"/>
              </a:solidFill>
            </a:ln>
          </p:spPr>
        </p:sp>
        <p:sp>
          <p:nvSpPr>
            <p:cNvPr id="6037" name="Output_receptor__6036">
              <a:extLst>
                <a:ext uri="{FF2B5EF4-FFF2-40B4-BE49-F238E27FC236}">
                  <a16:creationId xmlns:a16="http://schemas.microsoft.com/office/drawing/2014/main" id="{487D0EA1-B265-1CC2-3A66-968E00744642}"/>
                </a:ext>
              </a:extLst>
            </p:cNvPr>
            <p:cNvSpPr>
              <a:spLocks noGrp="1"/>
            </p:cNvSpPr>
            <p:nvPr/>
          </p:nvSpPr>
          <p:spPr>
            <a:xfrm>
              <a:off x="15040836" y="2857586"/>
              <a:ext cx="37967" cy="30652"/>
            </a:xfrm>
            <a:custGeom>
              <a:avLst/>
              <a:gdLst/>
              <a:ahLst/>
              <a:cxnLst/>
              <a:rect l="0" t="0" r="0" b="0"/>
              <a:pathLst>
                <a:path w="37967" h="30652">
                  <a:moveTo>
                    <a:pt x="37967" y="30652"/>
                  </a:moveTo>
                  <a:lnTo>
                    <a:pt x="0" y="0"/>
                  </a:lnTo>
                </a:path>
              </a:pathLst>
            </a:custGeom>
            <a:noFill/>
            <a:ln w="20003">
              <a:solidFill>
                <a:srgbClr val="EFF2F3"/>
              </a:solidFill>
            </a:ln>
          </p:spPr>
        </p:sp>
        <p:sp>
          <p:nvSpPr>
            <p:cNvPr id="6038" name="Output_receptor__6037">
              <a:extLst>
                <a:ext uri="{FF2B5EF4-FFF2-40B4-BE49-F238E27FC236}">
                  <a16:creationId xmlns:a16="http://schemas.microsoft.com/office/drawing/2014/main" id="{5C65E83F-A6B9-6420-6104-6834F80894BA}"/>
                </a:ext>
              </a:extLst>
            </p:cNvPr>
            <p:cNvSpPr>
              <a:spLocks noGrp="1"/>
            </p:cNvSpPr>
            <p:nvPr/>
          </p:nvSpPr>
          <p:spPr>
            <a:xfrm>
              <a:off x="15230669" y="3081799"/>
              <a:ext cx="59266" cy="6441"/>
            </a:xfrm>
            <a:custGeom>
              <a:avLst/>
              <a:gdLst/>
              <a:ahLst/>
              <a:cxnLst/>
              <a:rect l="0" t="0" r="0" b="0"/>
              <a:pathLst>
                <a:path w="59266" h="6441">
                  <a:moveTo>
                    <a:pt x="0" y="0"/>
                  </a:moveTo>
                  <a:lnTo>
                    <a:pt x="59266" y="6441"/>
                  </a:lnTo>
                </a:path>
              </a:pathLst>
            </a:custGeom>
            <a:noFill/>
            <a:ln w="8096">
              <a:solidFill>
                <a:srgbClr val="EFF2F3"/>
              </a:solidFill>
            </a:ln>
          </p:spPr>
        </p:sp>
        <p:sp>
          <p:nvSpPr>
            <p:cNvPr id="6039" name="Output_receptor__6038">
              <a:extLst>
                <a:ext uri="{FF2B5EF4-FFF2-40B4-BE49-F238E27FC236}">
                  <a16:creationId xmlns:a16="http://schemas.microsoft.com/office/drawing/2014/main" id="{1D869429-41A5-D2B7-BEA9-7A5638A2437B}"/>
                </a:ext>
              </a:extLst>
            </p:cNvPr>
            <p:cNvSpPr>
              <a:spLocks noGrp="1"/>
            </p:cNvSpPr>
            <p:nvPr/>
          </p:nvSpPr>
          <p:spPr>
            <a:xfrm>
              <a:off x="15124489" y="3224005"/>
              <a:ext cx="14946" cy="45545"/>
            </a:xfrm>
            <a:custGeom>
              <a:avLst/>
              <a:gdLst/>
              <a:ahLst/>
              <a:cxnLst/>
              <a:rect l="0" t="0" r="0" b="0"/>
              <a:pathLst>
                <a:path w="14946" h="45545">
                  <a:moveTo>
                    <a:pt x="0" y="45545"/>
                  </a:moveTo>
                  <a:lnTo>
                    <a:pt x="14946" y="0"/>
                  </a:lnTo>
                </a:path>
              </a:pathLst>
            </a:custGeom>
            <a:noFill/>
            <a:ln w="20003">
              <a:solidFill>
                <a:srgbClr val="EFF2F3"/>
              </a:solidFill>
            </a:ln>
          </p:spPr>
        </p:sp>
        <p:sp>
          <p:nvSpPr>
            <p:cNvPr id="6040" name="Output_receptor__6039">
              <a:extLst>
                <a:ext uri="{FF2B5EF4-FFF2-40B4-BE49-F238E27FC236}">
                  <a16:creationId xmlns:a16="http://schemas.microsoft.com/office/drawing/2014/main" id="{EB0A353C-EE5C-CA6A-5D55-CDC6CE9FAB38}"/>
                </a:ext>
              </a:extLst>
            </p:cNvPr>
            <p:cNvSpPr>
              <a:spLocks noGrp="1"/>
            </p:cNvSpPr>
            <p:nvPr/>
          </p:nvSpPr>
          <p:spPr>
            <a:xfrm>
              <a:off x="15856514" y="3367819"/>
              <a:ext cx="10310" cy="12551"/>
            </a:xfrm>
            <a:custGeom>
              <a:avLst/>
              <a:gdLst/>
              <a:ahLst/>
              <a:cxnLst/>
              <a:rect l="0" t="0" r="0" b="0"/>
              <a:pathLst>
                <a:path w="10310" h="12551">
                  <a:moveTo>
                    <a:pt x="0" y="12551"/>
                  </a:moveTo>
                  <a:lnTo>
                    <a:pt x="10310" y="0"/>
                  </a:lnTo>
                </a:path>
              </a:pathLst>
            </a:custGeom>
            <a:noFill/>
            <a:ln w="8096">
              <a:solidFill>
                <a:srgbClr val="EFF2F3"/>
              </a:solidFill>
            </a:ln>
          </p:spPr>
        </p:sp>
        <p:sp>
          <p:nvSpPr>
            <p:cNvPr id="6041" name="Output_receptor__6040">
              <a:extLst>
                <a:ext uri="{FF2B5EF4-FFF2-40B4-BE49-F238E27FC236}">
                  <a16:creationId xmlns:a16="http://schemas.microsoft.com/office/drawing/2014/main" id="{9F13E4BE-93B1-5A46-AC66-4F34BD93E1F1}"/>
                </a:ext>
              </a:extLst>
            </p:cNvPr>
            <p:cNvSpPr>
              <a:spLocks noGrp="1"/>
            </p:cNvSpPr>
            <p:nvPr/>
          </p:nvSpPr>
          <p:spPr>
            <a:xfrm>
              <a:off x="15078803" y="2888238"/>
              <a:ext cx="58057" cy="12589"/>
            </a:xfrm>
            <a:custGeom>
              <a:avLst/>
              <a:gdLst/>
              <a:ahLst/>
              <a:cxnLst/>
              <a:rect l="0" t="0" r="0" b="0"/>
              <a:pathLst>
                <a:path w="58057" h="12589">
                  <a:moveTo>
                    <a:pt x="58057" y="12589"/>
                  </a:moveTo>
                  <a:lnTo>
                    <a:pt x="0" y="0"/>
                  </a:lnTo>
                </a:path>
              </a:pathLst>
            </a:custGeom>
            <a:noFill/>
            <a:ln w="20003">
              <a:solidFill>
                <a:srgbClr val="EFF2F3"/>
              </a:solidFill>
            </a:ln>
          </p:spPr>
        </p:sp>
        <p:sp>
          <p:nvSpPr>
            <p:cNvPr id="6042" name="Output_receptor__6041">
              <a:extLst>
                <a:ext uri="{FF2B5EF4-FFF2-40B4-BE49-F238E27FC236}">
                  <a16:creationId xmlns:a16="http://schemas.microsoft.com/office/drawing/2014/main" id="{9624E328-F79F-DFA0-B1AF-FE32CE629A73}"/>
                </a:ext>
              </a:extLst>
            </p:cNvPr>
            <p:cNvSpPr>
              <a:spLocks noGrp="1"/>
            </p:cNvSpPr>
            <p:nvPr/>
          </p:nvSpPr>
          <p:spPr>
            <a:xfrm>
              <a:off x="15531109" y="2999247"/>
              <a:ext cx="13083" cy="69265"/>
            </a:xfrm>
            <a:custGeom>
              <a:avLst/>
              <a:gdLst/>
              <a:ahLst/>
              <a:cxnLst/>
              <a:rect l="0" t="0" r="0" b="0"/>
              <a:pathLst>
                <a:path w="13083" h="69265">
                  <a:moveTo>
                    <a:pt x="13083" y="69265"/>
                  </a:moveTo>
                  <a:lnTo>
                    <a:pt x="0" y="0"/>
                  </a:lnTo>
                </a:path>
              </a:pathLst>
            </a:custGeom>
            <a:noFill/>
            <a:ln w="8096">
              <a:solidFill>
                <a:srgbClr val="EFF2F3"/>
              </a:solidFill>
            </a:ln>
          </p:spPr>
        </p:sp>
        <p:sp>
          <p:nvSpPr>
            <p:cNvPr id="6043" name="Output_receptor__6042">
              <a:extLst>
                <a:ext uri="{FF2B5EF4-FFF2-40B4-BE49-F238E27FC236}">
                  <a16:creationId xmlns:a16="http://schemas.microsoft.com/office/drawing/2014/main" id="{498AB4EC-C050-354D-EAE5-807DBD55D787}"/>
                </a:ext>
              </a:extLst>
            </p:cNvPr>
            <p:cNvSpPr>
              <a:spLocks noGrp="1"/>
            </p:cNvSpPr>
            <p:nvPr/>
          </p:nvSpPr>
          <p:spPr>
            <a:xfrm>
              <a:off x="15459893" y="2999247"/>
              <a:ext cx="71216" cy="10256"/>
            </a:xfrm>
            <a:custGeom>
              <a:avLst/>
              <a:gdLst/>
              <a:ahLst/>
              <a:cxnLst/>
              <a:rect l="0" t="0" r="0" b="0"/>
              <a:pathLst>
                <a:path w="71216" h="10256">
                  <a:moveTo>
                    <a:pt x="71216" y="0"/>
                  </a:moveTo>
                  <a:lnTo>
                    <a:pt x="0" y="10256"/>
                  </a:lnTo>
                </a:path>
              </a:pathLst>
            </a:custGeom>
            <a:noFill/>
            <a:ln w="8096">
              <a:solidFill>
                <a:srgbClr val="EFF2F3"/>
              </a:solidFill>
            </a:ln>
          </p:spPr>
        </p:sp>
        <p:sp>
          <p:nvSpPr>
            <p:cNvPr id="6044" name="Output_receptor__6043">
              <a:extLst>
                <a:ext uri="{FF2B5EF4-FFF2-40B4-BE49-F238E27FC236}">
                  <a16:creationId xmlns:a16="http://schemas.microsoft.com/office/drawing/2014/main" id="{8195D130-5BCC-928B-E1D2-37B22EE26D18}"/>
                </a:ext>
              </a:extLst>
            </p:cNvPr>
            <p:cNvSpPr>
              <a:spLocks noGrp="1"/>
            </p:cNvSpPr>
            <p:nvPr/>
          </p:nvSpPr>
          <p:spPr>
            <a:xfrm>
              <a:off x="15924305" y="3174783"/>
              <a:ext cx="40719" cy="14954"/>
            </a:xfrm>
            <a:custGeom>
              <a:avLst/>
              <a:gdLst/>
              <a:ahLst/>
              <a:cxnLst/>
              <a:rect l="0" t="0" r="0" b="0"/>
              <a:pathLst>
                <a:path w="40719" h="14954">
                  <a:moveTo>
                    <a:pt x="40719" y="0"/>
                  </a:moveTo>
                  <a:lnTo>
                    <a:pt x="0" y="14954"/>
                  </a:lnTo>
                </a:path>
              </a:pathLst>
            </a:custGeom>
            <a:noFill/>
            <a:ln w="20003">
              <a:solidFill>
                <a:srgbClr val="EFF2F3"/>
              </a:solidFill>
            </a:ln>
          </p:spPr>
        </p:sp>
        <p:sp>
          <p:nvSpPr>
            <p:cNvPr id="6045" name="Output_receptor__6044">
              <a:extLst>
                <a:ext uri="{FF2B5EF4-FFF2-40B4-BE49-F238E27FC236}">
                  <a16:creationId xmlns:a16="http://schemas.microsoft.com/office/drawing/2014/main" id="{C4011B25-EA9A-EA7C-ADAB-A5F7A32D9940}"/>
                </a:ext>
              </a:extLst>
            </p:cNvPr>
            <p:cNvSpPr>
              <a:spLocks noGrp="1"/>
            </p:cNvSpPr>
            <p:nvPr/>
          </p:nvSpPr>
          <p:spPr>
            <a:xfrm>
              <a:off x="15874813" y="2843299"/>
              <a:ext cx="2561" cy="330"/>
            </a:xfrm>
            <a:custGeom>
              <a:avLst/>
              <a:gdLst/>
              <a:ahLst/>
              <a:cxnLst/>
              <a:rect l="0" t="0" r="0" b="0"/>
              <a:pathLst>
                <a:path w="2561" h="330">
                  <a:moveTo>
                    <a:pt x="0" y="0"/>
                  </a:moveTo>
                  <a:lnTo>
                    <a:pt x="2561" y="330"/>
                  </a:lnTo>
                </a:path>
              </a:pathLst>
            </a:custGeom>
            <a:noFill/>
            <a:ln w="8096">
              <a:solidFill>
                <a:srgbClr val="EFF2F4"/>
              </a:solidFill>
            </a:ln>
          </p:spPr>
        </p:sp>
        <p:sp>
          <p:nvSpPr>
            <p:cNvPr id="6046" name="Output_receptor__6045">
              <a:extLst>
                <a:ext uri="{FF2B5EF4-FFF2-40B4-BE49-F238E27FC236}">
                  <a16:creationId xmlns:a16="http://schemas.microsoft.com/office/drawing/2014/main" id="{7435B735-73E5-5D06-D3F5-60DEE7A83CD8}"/>
                </a:ext>
              </a:extLst>
            </p:cNvPr>
            <p:cNvSpPr>
              <a:spLocks noGrp="1"/>
            </p:cNvSpPr>
            <p:nvPr/>
          </p:nvSpPr>
          <p:spPr>
            <a:xfrm>
              <a:off x="15767423" y="2814951"/>
              <a:ext cx="35242" cy="19430"/>
            </a:xfrm>
            <a:custGeom>
              <a:avLst/>
              <a:gdLst/>
              <a:ahLst/>
              <a:cxnLst/>
              <a:rect l="0" t="0" r="0" b="0"/>
              <a:pathLst>
                <a:path w="35242" h="19430">
                  <a:moveTo>
                    <a:pt x="0" y="0"/>
                  </a:moveTo>
                  <a:lnTo>
                    <a:pt x="35242" y="19430"/>
                  </a:lnTo>
                </a:path>
              </a:pathLst>
            </a:custGeom>
            <a:noFill/>
            <a:ln w="20003">
              <a:solidFill>
                <a:srgbClr val="EFF2F4"/>
              </a:solidFill>
            </a:ln>
          </p:spPr>
        </p:sp>
        <p:sp>
          <p:nvSpPr>
            <p:cNvPr id="6047" name="Output_receptor__6046">
              <a:extLst>
                <a:ext uri="{FF2B5EF4-FFF2-40B4-BE49-F238E27FC236}">
                  <a16:creationId xmlns:a16="http://schemas.microsoft.com/office/drawing/2014/main" id="{377DDDFC-7769-2E1C-4CA9-46173C5A216E}"/>
                </a:ext>
              </a:extLst>
            </p:cNvPr>
            <p:cNvSpPr>
              <a:spLocks noGrp="1"/>
            </p:cNvSpPr>
            <p:nvPr/>
          </p:nvSpPr>
          <p:spPr>
            <a:xfrm>
              <a:off x="15532817" y="2881253"/>
              <a:ext cx="51913" cy="17302"/>
            </a:xfrm>
            <a:custGeom>
              <a:avLst/>
              <a:gdLst/>
              <a:ahLst/>
              <a:cxnLst/>
              <a:rect l="0" t="0" r="0" b="0"/>
              <a:pathLst>
                <a:path w="51913" h="17302">
                  <a:moveTo>
                    <a:pt x="51913" y="0"/>
                  </a:moveTo>
                  <a:lnTo>
                    <a:pt x="0" y="17302"/>
                  </a:lnTo>
                </a:path>
              </a:pathLst>
            </a:custGeom>
            <a:noFill/>
            <a:ln w="8096">
              <a:solidFill>
                <a:srgbClr val="EFF2F4"/>
              </a:solidFill>
            </a:ln>
          </p:spPr>
        </p:sp>
        <p:sp>
          <p:nvSpPr>
            <p:cNvPr id="6048" name="Output_receptor__6047">
              <a:extLst>
                <a:ext uri="{FF2B5EF4-FFF2-40B4-BE49-F238E27FC236}">
                  <a16:creationId xmlns:a16="http://schemas.microsoft.com/office/drawing/2014/main" id="{3AE3243E-E940-DCDF-2FDA-48B773043217}"/>
                </a:ext>
              </a:extLst>
            </p:cNvPr>
            <p:cNvSpPr>
              <a:spLocks noGrp="1"/>
            </p:cNvSpPr>
            <p:nvPr/>
          </p:nvSpPr>
          <p:spPr>
            <a:xfrm>
              <a:off x="15070519" y="3212349"/>
              <a:ext cx="68917" cy="11656"/>
            </a:xfrm>
            <a:custGeom>
              <a:avLst/>
              <a:gdLst/>
              <a:ahLst/>
              <a:cxnLst/>
              <a:rect l="0" t="0" r="0" b="0"/>
              <a:pathLst>
                <a:path w="68917" h="11656">
                  <a:moveTo>
                    <a:pt x="68917" y="11656"/>
                  </a:moveTo>
                  <a:lnTo>
                    <a:pt x="0" y="0"/>
                  </a:lnTo>
                </a:path>
              </a:pathLst>
            </a:custGeom>
            <a:noFill/>
            <a:ln w="20003">
              <a:solidFill>
                <a:srgbClr val="EFF2F4"/>
              </a:solidFill>
            </a:ln>
          </p:spPr>
        </p:sp>
        <p:sp>
          <p:nvSpPr>
            <p:cNvPr id="6049" name="Output_receptor__6048">
              <a:extLst>
                <a:ext uri="{FF2B5EF4-FFF2-40B4-BE49-F238E27FC236}">
                  <a16:creationId xmlns:a16="http://schemas.microsoft.com/office/drawing/2014/main" id="{5C91FABC-4BCE-EC59-72C3-EFD97D09B3E3}"/>
                </a:ext>
              </a:extLst>
            </p:cNvPr>
            <p:cNvSpPr>
              <a:spLocks noGrp="1"/>
            </p:cNvSpPr>
            <p:nvPr/>
          </p:nvSpPr>
          <p:spPr>
            <a:xfrm>
              <a:off x="15005550" y="3212349"/>
              <a:ext cx="64969" cy="26312"/>
            </a:xfrm>
            <a:custGeom>
              <a:avLst/>
              <a:gdLst/>
              <a:ahLst/>
              <a:cxnLst/>
              <a:rect l="0" t="0" r="0" b="0"/>
              <a:pathLst>
                <a:path w="64969" h="26312">
                  <a:moveTo>
                    <a:pt x="64969" y="0"/>
                  </a:moveTo>
                  <a:lnTo>
                    <a:pt x="0" y="26312"/>
                  </a:lnTo>
                </a:path>
              </a:pathLst>
            </a:custGeom>
            <a:noFill/>
            <a:ln w="8096">
              <a:solidFill>
                <a:srgbClr val="EFF2F4"/>
              </a:solidFill>
            </a:ln>
          </p:spPr>
        </p:sp>
        <p:sp>
          <p:nvSpPr>
            <p:cNvPr id="6050" name="Output_receptor__6049">
              <a:extLst>
                <a:ext uri="{FF2B5EF4-FFF2-40B4-BE49-F238E27FC236}">
                  <a16:creationId xmlns:a16="http://schemas.microsoft.com/office/drawing/2014/main" id="{ABB81D20-6BDE-EDD1-FF83-BD3571DD5AE1}"/>
                </a:ext>
              </a:extLst>
            </p:cNvPr>
            <p:cNvSpPr>
              <a:spLocks noGrp="1"/>
            </p:cNvSpPr>
            <p:nvPr/>
          </p:nvSpPr>
          <p:spPr>
            <a:xfrm>
              <a:off x="15459893" y="3009504"/>
              <a:ext cx="1216" cy="42950"/>
            </a:xfrm>
            <a:custGeom>
              <a:avLst/>
              <a:gdLst/>
              <a:ahLst/>
              <a:cxnLst/>
              <a:rect l="0" t="0" r="0" b="0"/>
              <a:pathLst>
                <a:path w="1216" h="42950">
                  <a:moveTo>
                    <a:pt x="0" y="0"/>
                  </a:moveTo>
                  <a:lnTo>
                    <a:pt x="1216" y="42950"/>
                  </a:lnTo>
                </a:path>
              </a:pathLst>
            </a:custGeom>
            <a:noFill/>
            <a:ln w="8096">
              <a:solidFill>
                <a:srgbClr val="EFF2F4"/>
              </a:solidFill>
            </a:ln>
          </p:spPr>
        </p:sp>
        <p:sp>
          <p:nvSpPr>
            <p:cNvPr id="6051" name="Output_receptor__6050">
              <a:extLst>
                <a:ext uri="{FF2B5EF4-FFF2-40B4-BE49-F238E27FC236}">
                  <a16:creationId xmlns:a16="http://schemas.microsoft.com/office/drawing/2014/main" id="{09A695FC-6AA8-A1DE-7EF8-05CC19CD70DD}"/>
                </a:ext>
              </a:extLst>
            </p:cNvPr>
            <p:cNvSpPr>
              <a:spLocks noGrp="1"/>
            </p:cNvSpPr>
            <p:nvPr/>
          </p:nvSpPr>
          <p:spPr>
            <a:xfrm>
              <a:off x="14961112" y="3186009"/>
              <a:ext cx="44438" cy="52652"/>
            </a:xfrm>
            <a:custGeom>
              <a:avLst/>
              <a:gdLst/>
              <a:ahLst/>
              <a:cxnLst/>
              <a:rect l="0" t="0" r="0" b="0"/>
              <a:pathLst>
                <a:path w="44438" h="52652">
                  <a:moveTo>
                    <a:pt x="44438" y="52652"/>
                  </a:moveTo>
                  <a:lnTo>
                    <a:pt x="0" y="0"/>
                  </a:lnTo>
                </a:path>
              </a:pathLst>
            </a:custGeom>
            <a:noFill/>
            <a:ln w="8096">
              <a:solidFill>
                <a:srgbClr val="EFF2F4"/>
              </a:solidFill>
            </a:ln>
          </p:spPr>
        </p:sp>
        <p:sp>
          <p:nvSpPr>
            <p:cNvPr id="6052" name="Output_receptor__6051">
              <a:extLst>
                <a:ext uri="{FF2B5EF4-FFF2-40B4-BE49-F238E27FC236}">
                  <a16:creationId xmlns:a16="http://schemas.microsoft.com/office/drawing/2014/main" id="{17E1B356-46AD-72D0-BCC3-151E2C09F0CD}"/>
                </a:ext>
              </a:extLst>
            </p:cNvPr>
            <p:cNvSpPr>
              <a:spLocks noGrp="1"/>
            </p:cNvSpPr>
            <p:nvPr/>
          </p:nvSpPr>
          <p:spPr>
            <a:xfrm>
              <a:off x="14961596" y="3109408"/>
              <a:ext cx="25444" cy="110"/>
            </a:xfrm>
            <a:custGeom>
              <a:avLst/>
              <a:gdLst/>
              <a:ahLst/>
              <a:cxnLst/>
              <a:rect l="0" t="0" r="0" b="0"/>
              <a:pathLst>
                <a:path w="25444" h="110">
                  <a:moveTo>
                    <a:pt x="0" y="110"/>
                  </a:moveTo>
                  <a:lnTo>
                    <a:pt x="25444" y="0"/>
                  </a:lnTo>
                </a:path>
              </a:pathLst>
            </a:custGeom>
            <a:noFill/>
            <a:ln w="8096">
              <a:solidFill>
                <a:srgbClr val="EFF2F4"/>
              </a:solidFill>
            </a:ln>
          </p:spPr>
        </p:sp>
        <p:sp>
          <p:nvSpPr>
            <p:cNvPr id="6053" name="Output_receptor__6052">
              <a:extLst>
                <a:ext uri="{FF2B5EF4-FFF2-40B4-BE49-F238E27FC236}">
                  <a16:creationId xmlns:a16="http://schemas.microsoft.com/office/drawing/2014/main" id="{D344C8B1-18B0-2B79-16DF-3DBA4D1B579C}"/>
                </a:ext>
              </a:extLst>
            </p:cNvPr>
            <p:cNvSpPr>
              <a:spLocks noGrp="1"/>
            </p:cNvSpPr>
            <p:nvPr/>
          </p:nvSpPr>
          <p:spPr>
            <a:xfrm>
              <a:off x="15918087" y="2998510"/>
              <a:ext cx="37435" cy="15835"/>
            </a:xfrm>
            <a:custGeom>
              <a:avLst/>
              <a:gdLst/>
              <a:ahLst/>
              <a:cxnLst/>
              <a:rect l="0" t="0" r="0" b="0"/>
              <a:pathLst>
                <a:path w="37435" h="15835">
                  <a:moveTo>
                    <a:pt x="37435" y="15835"/>
                  </a:moveTo>
                  <a:lnTo>
                    <a:pt x="0" y="0"/>
                  </a:lnTo>
                </a:path>
              </a:pathLst>
            </a:custGeom>
            <a:noFill/>
            <a:ln w="20003">
              <a:solidFill>
                <a:srgbClr val="EFF2F4"/>
              </a:solidFill>
            </a:ln>
          </p:spPr>
        </p:sp>
        <p:sp>
          <p:nvSpPr>
            <p:cNvPr id="6054" name="Output_receptor__6053">
              <a:extLst>
                <a:ext uri="{FF2B5EF4-FFF2-40B4-BE49-F238E27FC236}">
                  <a16:creationId xmlns:a16="http://schemas.microsoft.com/office/drawing/2014/main" id="{7CF35E0C-BC6B-057D-A814-2AF015CC9914}"/>
                </a:ext>
              </a:extLst>
            </p:cNvPr>
            <p:cNvSpPr>
              <a:spLocks noGrp="1"/>
            </p:cNvSpPr>
            <p:nvPr/>
          </p:nvSpPr>
          <p:spPr>
            <a:xfrm>
              <a:off x="15253261" y="3088240"/>
              <a:ext cx="36674" cy="8036"/>
            </a:xfrm>
            <a:custGeom>
              <a:avLst/>
              <a:gdLst/>
              <a:ahLst/>
              <a:cxnLst/>
              <a:rect l="0" t="0" r="0" b="0"/>
              <a:pathLst>
                <a:path w="36674" h="8036">
                  <a:moveTo>
                    <a:pt x="36674" y="0"/>
                  </a:moveTo>
                  <a:lnTo>
                    <a:pt x="0" y="8036"/>
                  </a:lnTo>
                </a:path>
              </a:pathLst>
            </a:custGeom>
            <a:noFill/>
            <a:ln w="8096">
              <a:solidFill>
                <a:srgbClr val="EFF2F4"/>
              </a:solidFill>
            </a:ln>
          </p:spPr>
        </p:sp>
        <p:sp>
          <p:nvSpPr>
            <p:cNvPr id="6055" name="Output_receptor__6054">
              <a:extLst>
                <a:ext uri="{FF2B5EF4-FFF2-40B4-BE49-F238E27FC236}">
                  <a16:creationId xmlns:a16="http://schemas.microsoft.com/office/drawing/2014/main" id="{ED8AB17E-109D-B4F1-400E-86447C08120D}"/>
                </a:ext>
              </a:extLst>
            </p:cNvPr>
            <p:cNvSpPr>
              <a:spLocks noGrp="1"/>
            </p:cNvSpPr>
            <p:nvPr/>
          </p:nvSpPr>
          <p:spPr>
            <a:xfrm>
              <a:off x="15866823" y="3367819"/>
              <a:ext cx="43325" cy="45413"/>
            </a:xfrm>
            <a:custGeom>
              <a:avLst/>
              <a:gdLst/>
              <a:ahLst/>
              <a:cxnLst/>
              <a:rect l="0" t="0" r="0" b="0"/>
              <a:pathLst>
                <a:path w="43325" h="45413">
                  <a:moveTo>
                    <a:pt x="0" y="0"/>
                  </a:moveTo>
                  <a:lnTo>
                    <a:pt x="43325" y="45413"/>
                  </a:lnTo>
                </a:path>
              </a:pathLst>
            </a:custGeom>
            <a:noFill/>
            <a:ln w="8096">
              <a:solidFill>
                <a:srgbClr val="EFF2F4"/>
              </a:solidFill>
            </a:ln>
          </p:spPr>
        </p:sp>
        <p:sp>
          <p:nvSpPr>
            <p:cNvPr id="6056" name="Output_receptor__6055">
              <a:extLst>
                <a:ext uri="{FF2B5EF4-FFF2-40B4-BE49-F238E27FC236}">
                  <a16:creationId xmlns:a16="http://schemas.microsoft.com/office/drawing/2014/main" id="{0832D6DD-6B67-AEF8-307D-817B6EF31CDC}"/>
                </a:ext>
              </a:extLst>
            </p:cNvPr>
            <p:cNvSpPr>
              <a:spLocks noGrp="1"/>
            </p:cNvSpPr>
            <p:nvPr/>
          </p:nvSpPr>
          <p:spPr>
            <a:xfrm>
              <a:off x="15802666" y="2834381"/>
              <a:ext cx="72148" cy="8918"/>
            </a:xfrm>
            <a:custGeom>
              <a:avLst/>
              <a:gdLst/>
              <a:ahLst/>
              <a:cxnLst/>
              <a:rect l="0" t="0" r="0" b="0"/>
              <a:pathLst>
                <a:path w="72148" h="8918">
                  <a:moveTo>
                    <a:pt x="0" y="0"/>
                  </a:moveTo>
                  <a:lnTo>
                    <a:pt x="72148" y="8918"/>
                  </a:lnTo>
                </a:path>
              </a:pathLst>
            </a:custGeom>
            <a:noFill/>
            <a:ln w="8096">
              <a:solidFill>
                <a:srgbClr val="EFF2F4"/>
              </a:solidFill>
            </a:ln>
          </p:spPr>
        </p:sp>
        <p:sp>
          <p:nvSpPr>
            <p:cNvPr id="6057" name="Output_receptor__6056">
              <a:extLst>
                <a:ext uri="{FF2B5EF4-FFF2-40B4-BE49-F238E27FC236}">
                  <a16:creationId xmlns:a16="http://schemas.microsoft.com/office/drawing/2014/main" id="{29C0C94A-FD3E-C954-A62E-B51F52559E82}"/>
                </a:ext>
              </a:extLst>
            </p:cNvPr>
            <p:cNvSpPr>
              <a:spLocks noGrp="1"/>
            </p:cNvSpPr>
            <p:nvPr/>
          </p:nvSpPr>
          <p:spPr>
            <a:xfrm>
              <a:off x="15584730" y="2881253"/>
              <a:ext cx="49186" cy="52439"/>
            </a:xfrm>
            <a:custGeom>
              <a:avLst/>
              <a:gdLst/>
              <a:ahLst/>
              <a:cxnLst/>
              <a:rect l="0" t="0" r="0" b="0"/>
              <a:pathLst>
                <a:path w="49186" h="52439">
                  <a:moveTo>
                    <a:pt x="49186" y="52439"/>
                  </a:moveTo>
                  <a:lnTo>
                    <a:pt x="0" y="0"/>
                  </a:lnTo>
                </a:path>
              </a:pathLst>
            </a:custGeom>
            <a:noFill/>
            <a:ln w="8096">
              <a:solidFill>
                <a:srgbClr val="EFF2F4"/>
              </a:solidFill>
            </a:ln>
          </p:spPr>
        </p:sp>
        <p:sp>
          <p:nvSpPr>
            <p:cNvPr id="6058" name="Output_receptor__6057">
              <a:extLst>
                <a:ext uri="{FF2B5EF4-FFF2-40B4-BE49-F238E27FC236}">
                  <a16:creationId xmlns:a16="http://schemas.microsoft.com/office/drawing/2014/main" id="{657FC421-0C80-699E-B817-2FABBFFFD459}"/>
                </a:ext>
              </a:extLst>
            </p:cNvPr>
            <p:cNvSpPr>
              <a:spLocks noGrp="1"/>
            </p:cNvSpPr>
            <p:nvPr/>
          </p:nvSpPr>
          <p:spPr>
            <a:xfrm>
              <a:off x="15906478" y="3157002"/>
              <a:ext cx="58546" cy="17781"/>
            </a:xfrm>
            <a:custGeom>
              <a:avLst/>
              <a:gdLst/>
              <a:ahLst/>
              <a:cxnLst/>
              <a:rect l="0" t="0" r="0" b="0"/>
              <a:pathLst>
                <a:path w="58546" h="17781">
                  <a:moveTo>
                    <a:pt x="0" y="0"/>
                  </a:moveTo>
                  <a:lnTo>
                    <a:pt x="58546" y="17781"/>
                  </a:lnTo>
                </a:path>
              </a:pathLst>
            </a:custGeom>
            <a:noFill/>
            <a:ln w="20003">
              <a:solidFill>
                <a:srgbClr val="EFF2F4"/>
              </a:solidFill>
            </a:ln>
          </p:spPr>
        </p:sp>
        <p:sp>
          <p:nvSpPr>
            <p:cNvPr id="6059" name="Output_receptor__6058">
              <a:extLst>
                <a:ext uri="{FF2B5EF4-FFF2-40B4-BE49-F238E27FC236}">
                  <a16:creationId xmlns:a16="http://schemas.microsoft.com/office/drawing/2014/main" id="{FE472A6B-CCE3-7E01-C233-BACB573CC675}"/>
                </a:ext>
              </a:extLst>
            </p:cNvPr>
            <p:cNvSpPr>
              <a:spLocks noGrp="1"/>
            </p:cNvSpPr>
            <p:nvPr/>
          </p:nvSpPr>
          <p:spPr>
            <a:xfrm>
              <a:off x="15576329" y="3025421"/>
              <a:ext cx="53559" cy="48023"/>
            </a:xfrm>
            <a:custGeom>
              <a:avLst/>
              <a:gdLst/>
              <a:ahLst/>
              <a:cxnLst/>
              <a:rect l="0" t="0" r="0" b="0"/>
              <a:pathLst>
                <a:path w="53559" h="48023">
                  <a:moveTo>
                    <a:pt x="0" y="0"/>
                  </a:moveTo>
                  <a:lnTo>
                    <a:pt x="53559" y="48023"/>
                  </a:lnTo>
                </a:path>
              </a:pathLst>
            </a:custGeom>
            <a:noFill/>
            <a:ln w="8096">
              <a:solidFill>
                <a:srgbClr val="EFF2F4"/>
              </a:solidFill>
            </a:ln>
          </p:spPr>
        </p:sp>
        <p:sp>
          <p:nvSpPr>
            <p:cNvPr id="6060" name="Output_receptor__6059">
              <a:extLst>
                <a:ext uri="{FF2B5EF4-FFF2-40B4-BE49-F238E27FC236}">
                  <a16:creationId xmlns:a16="http://schemas.microsoft.com/office/drawing/2014/main" id="{41B8FF19-69BC-213F-8B5F-DCA26862BE8F}"/>
                </a:ext>
              </a:extLst>
            </p:cNvPr>
            <p:cNvSpPr>
              <a:spLocks noGrp="1"/>
            </p:cNvSpPr>
            <p:nvPr/>
          </p:nvSpPr>
          <p:spPr>
            <a:xfrm>
              <a:off x="15874600" y="3157002"/>
              <a:ext cx="31879" cy="61620"/>
            </a:xfrm>
            <a:custGeom>
              <a:avLst/>
              <a:gdLst/>
              <a:ahLst/>
              <a:cxnLst/>
              <a:rect l="0" t="0" r="0" b="0"/>
              <a:pathLst>
                <a:path w="31879" h="61620">
                  <a:moveTo>
                    <a:pt x="0" y="61620"/>
                  </a:moveTo>
                  <a:lnTo>
                    <a:pt x="31879" y="0"/>
                  </a:lnTo>
                </a:path>
              </a:pathLst>
            </a:custGeom>
            <a:noFill/>
            <a:ln w="20003">
              <a:solidFill>
                <a:srgbClr val="EFF2F4"/>
              </a:solidFill>
            </a:ln>
          </p:spPr>
        </p:sp>
        <p:sp>
          <p:nvSpPr>
            <p:cNvPr id="6061" name="Output_receptor__6060">
              <a:extLst>
                <a:ext uri="{FF2B5EF4-FFF2-40B4-BE49-F238E27FC236}">
                  <a16:creationId xmlns:a16="http://schemas.microsoft.com/office/drawing/2014/main" id="{5BC1B60F-DF83-E54A-CA8B-E412E4D06CCF}"/>
                </a:ext>
              </a:extLst>
            </p:cNvPr>
            <p:cNvSpPr>
              <a:spLocks noGrp="1"/>
            </p:cNvSpPr>
            <p:nvPr/>
          </p:nvSpPr>
          <p:spPr>
            <a:xfrm>
              <a:off x="15874600" y="3218623"/>
              <a:ext cx="58217" cy="36301"/>
            </a:xfrm>
            <a:custGeom>
              <a:avLst/>
              <a:gdLst/>
              <a:ahLst/>
              <a:cxnLst/>
              <a:rect l="0" t="0" r="0" b="0"/>
              <a:pathLst>
                <a:path w="58217" h="36301">
                  <a:moveTo>
                    <a:pt x="58217" y="36301"/>
                  </a:moveTo>
                  <a:lnTo>
                    <a:pt x="0" y="0"/>
                  </a:lnTo>
                </a:path>
              </a:pathLst>
            </a:custGeom>
            <a:noFill/>
            <a:ln w="20003">
              <a:solidFill>
                <a:srgbClr val="EFF2F4"/>
              </a:solidFill>
            </a:ln>
          </p:spPr>
        </p:sp>
        <p:sp>
          <p:nvSpPr>
            <p:cNvPr id="6062" name="Output_receptor__6061">
              <a:extLst>
                <a:ext uri="{FF2B5EF4-FFF2-40B4-BE49-F238E27FC236}">
                  <a16:creationId xmlns:a16="http://schemas.microsoft.com/office/drawing/2014/main" id="{A5E5B1A9-EFF5-D16A-B59A-8D993DC128CA}"/>
                </a:ext>
              </a:extLst>
            </p:cNvPr>
            <p:cNvSpPr>
              <a:spLocks noGrp="1"/>
            </p:cNvSpPr>
            <p:nvPr/>
          </p:nvSpPr>
          <p:spPr>
            <a:xfrm>
              <a:off x="15629888" y="3025016"/>
              <a:ext cx="51497" cy="48427"/>
            </a:xfrm>
            <a:custGeom>
              <a:avLst/>
              <a:gdLst/>
              <a:ahLst/>
              <a:cxnLst/>
              <a:rect l="0" t="0" r="0" b="0"/>
              <a:pathLst>
                <a:path w="51497" h="48427">
                  <a:moveTo>
                    <a:pt x="0" y="48427"/>
                  </a:moveTo>
                  <a:lnTo>
                    <a:pt x="51497" y="0"/>
                  </a:lnTo>
                </a:path>
              </a:pathLst>
            </a:custGeom>
            <a:noFill/>
            <a:ln w="8096">
              <a:solidFill>
                <a:srgbClr val="EFF2F4"/>
              </a:solidFill>
            </a:ln>
          </p:spPr>
        </p:sp>
        <p:sp>
          <p:nvSpPr>
            <p:cNvPr id="6063" name="Output_receptor__6062">
              <a:extLst>
                <a:ext uri="{FF2B5EF4-FFF2-40B4-BE49-F238E27FC236}">
                  <a16:creationId xmlns:a16="http://schemas.microsoft.com/office/drawing/2014/main" id="{ABD5B058-044C-44DE-BFCA-1416BE02E90B}"/>
                </a:ext>
              </a:extLst>
            </p:cNvPr>
            <p:cNvSpPr>
              <a:spLocks noGrp="1"/>
            </p:cNvSpPr>
            <p:nvPr/>
          </p:nvSpPr>
          <p:spPr>
            <a:xfrm>
              <a:off x="15633917" y="2925945"/>
              <a:ext cx="57697" cy="7746"/>
            </a:xfrm>
            <a:custGeom>
              <a:avLst/>
              <a:gdLst/>
              <a:ahLst/>
              <a:cxnLst/>
              <a:rect l="0" t="0" r="0" b="0"/>
              <a:pathLst>
                <a:path w="57697" h="7746">
                  <a:moveTo>
                    <a:pt x="57697" y="0"/>
                  </a:moveTo>
                  <a:lnTo>
                    <a:pt x="0" y="7746"/>
                  </a:lnTo>
                </a:path>
              </a:pathLst>
            </a:custGeom>
            <a:noFill/>
            <a:ln w="8096">
              <a:solidFill>
                <a:srgbClr val="F0F2F4"/>
              </a:solidFill>
            </a:ln>
          </p:spPr>
        </p:sp>
        <p:sp>
          <p:nvSpPr>
            <p:cNvPr id="6064" name="Output_receptor__6063">
              <a:extLst>
                <a:ext uri="{FF2B5EF4-FFF2-40B4-BE49-F238E27FC236}">
                  <a16:creationId xmlns:a16="http://schemas.microsoft.com/office/drawing/2014/main" id="{EEFB773E-0061-5678-37F2-AA99928E964D}"/>
                </a:ext>
              </a:extLst>
            </p:cNvPr>
            <p:cNvSpPr>
              <a:spLocks noGrp="1"/>
            </p:cNvSpPr>
            <p:nvPr/>
          </p:nvSpPr>
          <p:spPr>
            <a:xfrm>
              <a:off x="14961112" y="3165224"/>
              <a:ext cx="26560" cy="20784"/>
            </a:xfrm>
            <a:custGeom>
              <a:avLst/>
              <a:gdLst/>
              <a:ahLst/>
              <a:cxnLst/>
              <a:rect l="0" t="0" r="0" b="0"/>
              <a:pathLst>
                <a:path w="26560" h="20784">
                  <a:moveTo>
                    <a:pt x="0" y="20784"/>
                  </a:moveTo>
                  <a:lnTo>
                    <a:pt x="26560" y="0"/>
                  </a:lnTo>
                </a:path>
              </a:pathLst>
            </a:custGeom>
            <a:noFill/>
            <a:ln w="8096">
              <a:solidFill>
                <a:srgbClr val="F0F2F4"/>
              </a:solidFill>
            </a:ln>
          </p:spPr>
        </p:sp>
        <p:sp>
          <p:nvSpPr>
            <p:cNvPr id="6065" name="Output_receptor__6064">
              <a:extLst>
                <a:ext uri="{FF2B5EF4-FFF2-40B4-BE49-F238E27FC236}">
                  <a16:creationId xmlns:a16="http://schemas.microsoft.com/office/drawing/2014/main" id="{1924E4DA-345A-EE88-2863-B64CDAF52D23}"/>
                </a:ext>
              </a:extLst>
            </p:cNvPr>
            <p:cNvSpPr>
              <a:spLocks noGrp="1"/>
            </p:cNvSpPr>
            <p:nvPr/>
          </p:nvSpPr>
          <p:spPr>
            <a:xfrm>
              <a:off x="14953498" y="3037437"/>
              <a:ext cx="8098" cy="72081"/>
            </a:xfrm>
            <a:custGeom>
              <a:avLst/>
              <a:gdLst/>
              <a:ahLst/>
              <a:cxnLst/>
              <a:rect l="0" t="0" r="0" b="0"/>
              <a:pathLst>
                <a:path w="8098" h="72081">
                  <a:moveTo>
                    <a:pt x="0" y="0"/>
                  </a:moveTo>
                  <a:lnTo>
                    <a:pt x="8098" y="72081"/>
                  </a:lnTo>
                </a:path>
              </a:pathLst>
            </a:custGeom>
            <a:noFill/>
            <a:ln w="20003">
              <a:solidFill>
                <a:srgbClr val="F0F2F4"/>
              </a:solidFill>
            </a:ln>
          </p:spPr>
        </p:sp>
        <p:sp>
          <p:nvSpPr>
            <p:cNvPr id="6066" name="Output_receptor__6065">
              <a:extLst>
                <a:ext uri="{FF2B5EF4-FFF2-40B4-BE49-F238E27FC236}">
                  <a16:creationId xmlns:a16="http://schemas.microsoft.com/office/drawing/2014/main" id="{D86F1369-4E2E-F038-ECF4-23290C9BF8A7}"/>
                </a:ext>
              </a:extLst>
            </p:cNvPr>
            <p:cNvSpPr>
              <a:spLocks noGrp="1"/>
            </p:cNvSpPr>
            <p:nvPr/>
          </p:nvSpPr>
          <p:spPr>
            <a:xfrm>
              <a:off x="15516350" y="3025421"/>
              <a:ext cx="59979" cy="143"/>
            </a:xfrm>
            <a:custGeom>
              <a:avLst/>
              <a:gdLst/>
              <a:ahLst/>
              <a:cxnLst/>
              <a:rect l="0" t="0" r="0" b="0"/>
              <a:pathLst>
                <a:path w="59979" h="143">
                  <a:moveTo>
                    <a:pt x="0" y="143"/>
                  </a:moveTo>
                  <a:lnTo>
                    <a:pt x="59979" y="0"/>
                  </a:lnTo>
                </a:path>
              </a:pathLst>
            </a:custGeom>
            <a:noFill/>
            <a:ln w="8096">
              <a:solidFill>
                <a:srgbClr val="F0F2F4"/>
              </a:solidFill>
            </a:ln>
          </p:spPr>
        </p:sp>
        <p:sp>
          <p:nvSpPr>
            <p:cNvPr id="6067" name="Output_receptor__6066">
              <a:extLst>
                <a:ext uri="{FF2B5EF4-FFF2-40B4-BE49-F238E27FC236}">
                  <a16:creationId xmlns:a16="http://schemas.microsoft.com/office/drawing/2014/main" id="{279CE003-4349-7528-735E-4E4B527AC11C}"/>
                </a:ext>
              </a:extLst>
            </p:cNvPr>
            <p:cNvSpPr>
              <a:spLocks noGrp="1"/>
            </p:cNvSpPr>
            <p:nvPr/>
          </p:nvSpPr>
          <p:spPr>
            <a:xfrm>
              <a:off x="15461108" y="3025563"/>
              <a:ext cx="55242" cy="26890"/>
            </a:xfrm>
            <a:custGeom>
              <a:avLst/>
              <a:gdLst/>
              <a:ahLst/>
              <a:cxnLst/>
              <a:rect l="0" t="0" r="0" b="0"/>
              <a:pathLst>
                <a:path w="55242" h="26890">
                  <a:moveTo>
                    <a:pt x="0" y="26890"/>
                  </a:moveTo>
                  <a:lnTo>
                    <a:pt x="55242" y="0"/>
                  </a:lnTo>
                </a:path>
              </a:pathLst>
            </a:custGeom>
            <a:noFill/>
            <a:ln w="8096">
              <a:solidFill>
                <a:srgbClr val="F0F2F4"/>
              </a:solidFill>
            </a:ln>
          </p:spPr>
        </p:sp>
        <p:sp>
          <p:nvSpPr>
            <p:cNvPr id="6068" name="Output_receptor__6067">
              <a:extLst>
                <a:ext uri="{FF2B5EF4-FFF2-40B4-BE49-F238E27FC236}">
                  <a16:creationId xmlns:a16="http://schemas.microsoft.com/office/drawing/2014/main" id="{E4F6B295-49E6-302D-8B5A-03CDD426FE7D}"/>
                </a:ext>
              </a:extLst>
            </p:cNvPr>
            <p:cNvSpPr>
              <a:spLocks noGrp="1"/>
            </p:cNvSpPr>
            <p:nvPr/>
          </p:nvSpPr>
          <p:spPr>
            <a:xfrm>
              <a:off x="15856389" y="2989461"/>
              <a:ext cx="17544" cy="68639"/>
            </a:xfrm>
            <a:custGeom>
              <a:avLst/>
              <a:gdLst/>
              <a:ahLst/>
              <a:cxnLst/>
              <a:rect l="0" t="0" r="0" b="0"/>
              <a:pathLst>
                <a:path w="17544" h="68639">
                  <a:moveTo>
                    <a:pt x="17544" y="68639"/>
                  </a:moveTo>
                  <a:lnTo>
                    <a:pt x="0" y="0"/>
                  </a:lnTo>
                </a:path>
              </a:pathLst>
            </a:custGeom>
            <a:noFill/>
            <a:ln w="20003">
              <a:solidFill>
                <a:srgbClr val="F0F2F4"/>
              </a:solidFill>
            </a:ln>
          </p:spPr>
        </p:sp>
        <p:sp>
          <p:nvSpPr>
            <p:cNvPr id="6069" name="Output_receptor__6068">
              <a:extLst>
                <a:ext uri="{FF2B5EF4-FFF2-40B4-BE49-F238E27FC236}">
                  <a16:creationId xmlns:a16="http://schemas.microsoft.com/office/drawing/2014/main" id="{9F6410A8-FBF9-3760-E8CB-FEE5448FAC12}"/>
                </a:ext>
              </a:extLst>
            </p:cNvPr>
            <p:cNvSpPr>
              <a:spLocks noGrp="1"/>
            </p:cNvSpPr>
            <p:nvPr/>
          </p:nvSpPr>
          <p:spPr>
            <a:xfrm>
              <a:off x="15856670" y="3413231"/>
              <a:ext cx="53479" cy="20317"/>
            </a:xfrm>
            <a:custGeom>
              <a:avLst/>
              <a:gdLst/>
              <a:ahLst/>
              <a:cxnLst/>
              <a:rect l="0" t="0" r="0" b="0"/>
              <a:pathLst>
                <a:path w="53479" h="20317">
                  <a:moveTo>
                    <a:pt x="53479" y="0"/>
                  </a:moveTo>
                  <a:lnTo>
                    <a:pt x="0" y="20317"/>
                  </a:lnTo>
                </a:path>
              </a:pathLst>
            </a:custGeom>
            <a:noFill/>
            <a:ln w="8096">
              <a:solidFill>
                <a:srgbClr val="F0F2F4"/>
              </a:solidFill>
            </a:ln>
          </p:spPr>
        </p:sp>
        <p:sp>
          <p:nvSpPr>
            <p:cNvPr id="6070" name="Output_receptor__6069">
              <a:extLst>
                <a:ext uri="{FF2B5EF4-FFF2-40B4-BE49-F238E27FC236}">
                  <a16:creationId xmlns:a16="http://schemas.microsoft.com/office/drawing/2014/main" id="{A8B6782B-9AF3-1360-562E-5460E0814D95}"/>
                </a:ext>
              </a:extLst>
            </p:cNvPr>
            <p:cNvSpPr>
              <a:spLocks noGrp="1"/>
            </p:cNvSpPr>
            <p:nvPr/>
          </p:nvSpPr>
          <p:spPr>
            <a:xfrm>
              <a:off x="15136609" y="2989444"/>
              <a:ext cx="11266" cy="68995"/>
            </a:xfrm>
            <a:custGeom>
              <a:avLst/>
              <a:gdLst/>
              <a:ahLst/>
              <a:cxnLst/>
              <a:rect l="0" t="0" r="0" b="0"/>
              <a:pathLst>
                <a:path w="11266" h="68995">
                  <a:moveTo>
                    <a:pt x="11266" y="0"/>
                  </a:moveTo>
                  <a:lnTo>
                    <a:pt x="0" y="68995"/>
                  </a:lnTo>
                </a:path>
              </a:pathLst>
            </a:custGeom>
            <a:noFill/>
            <a:ln w="20003">
              <a:solidFill>
                <a:srgbClr val="F0F2F4"/>
              </a:solidFill>
            </a:ln>
          </p:spPr>
        </p:sp>
        <p:sp>
          <p:nvSpPr>
            <p:cNvPr id="6071" name="Output_receptor__6070">
              <a:extLst>
                <a:ext uri="{FF2B5EF4-FFF2-40B4-BE49-F238E27FC236}">
                  <a16:creationId xmlns:a16="http://schemas.microsoft.com/office/drawing/2014/main" id="{B8BDCE90-89BA-B533-2632-FA04FEE58B24}"/>
                </a:ext>
              </a:extLst>
            </p:cNvPr>
            <p:cNvSpPr>
              <a:spLocks noGrp="1"/>
            </p:cNvSpPr>
            <p:nvPr/>
          </p:nvSpPr>
          <p:spPr>
            <a:xfrm>
              <a:off x="15917682" y="2965732"/>
              <a:ext cx="37840" cy="48613"/>
            </a:xfrm>
            <a:custGeom>
              <a:avLst/>
              <a:gdLst/>
              <a:ahLst/>
              <a:cxnLst/>
              <a:rect l="0" t="0" r="0" b="0"/>
              <a:pathLst>
                <a:path w="37840" h="48613">
                  <a:moveTo>
                    <a:pt x="0" y="0"/>
                  </a:moveTo>
                  <a:lnTo>
                    <a:pt x="37840" y="48613"/>
                  </a:lnTo>
                </a:path>
              </a:pathLst>
            </a:custGeom>
            <a:noFill/>
            <a:ln w="20003">
              <a:solidFill>
                <a:srgbClr val="F0F2F4"/>
              </a:solidFill>
            </a:ln>
          </p:spPr>
        </p:sp>
        <p:sp>
          <p:nvSpPr>
            <p:cNvPr id="6072" name="Output_receptor__6071">
              <a:extLst>
                <a:ext uri="{FF2B5EF4-FFF2-40B4-BE49-F238E27FC236}">
                  <a16:creationId xmlns:a16="http://schemas.microsoft.com/office/drawing/2014/main" id="{8963B0AB-F536-4843-E2C2-C3127306798C}"/>
                </a:ext>
              </a:extLst>
            </p:cNvPr>
            <p:cNvSpPr>
              <a:spLocks noGrp="1"/>
            </p:cNvSpPr>
            <p:nvPr/>
          </p:nvSpPr>
          <p:spPr>
            <a:xfrm>
              <a:off x="15243700" y="3004168"/>
              <a:ext cx="71484" cy="11643"/>
            </a:xfrm>
            <a:custGeom>
              <a:avLst/>
              <a:gdLst/>
              <a:ahLst/>
              <a:cxnLst/>
              <a:rect l="0" t="0" r="0" b="0"/>
              <a:pathLst>
                <a:path w="71484" h="11643">
                  <a:moveTo>
                    <a:pt x="71484" y="11643"/>
                  </a:moveTo>
                  <a:lnTo>
                    <a:pt x="0" y="0"/>
                  </a:lnTo>
                </a:path>
              </a:pathLst>
            </a:custGeom>
            <a:noFill/>
            <a:ln w="20003">
              <a:solidFill>
                <a:srgbClr val="F0F2F4"/>
              </a:solidFill>
            </a:ln>
          </p:spPr>
        </p:sp>
        <p:sp>
          <p:nvSpPr>
            <p:cNvPr id="6073" name="Output_receptor__6072">
              <a:extLst>
                <a:ext uri="{FF2B5EF4-FFF2-40B4-BE49-F238E27FC236}">
                  <a16:creationId xmlns:a16="http://schemas.microsoft.com/office/drawing/2014/main" id="{90D6C5A7-580E-488C-E119-CF8F56B8A94A}"/>
                </a:ext>
              </a:extLst>
            </p:cNvPr>
            <p:cNvSpPr>
              <a:spLocks noGrp="1"/>
            </p:cNvSpPr>
            <p:nvPr/>
          </p:nvSpPr>
          <p:spPr>
            <a:xfrm>
              <a:off x="15702625" y="3083573"/>
              <a:ext cx="48974" cy="53062"/>
            </a:xfrm>
            <a:custGeom>
              <a:avLst/>
              <a:gdLst/>
              <a:ahLst/>
              <a:cxnLst/>
              <a:rect l="0" t="0" r="0" b="0"/>
              <a:pathLst>
                <a:path w="48974" h="53062">
                  <a:moveTo>
                    <a:pt x="0" y="53062"/>
                  </a:moveTo>
                  <a:lnTo>
                    <a:pt x="48974" y="0"/>
                  </a:lnTo>
                </a:path>
              </a:pathLst>
            </a:custGeom>
            <a:noFill/>
            <a:ln w="8096">
              <a:solidFill>
                <a:srgbClr val="F0F2F4"/>
              </a:solidFill>
            </a:ln>
          </p:spPr>
        </p:sp>
        <p:sp>
          <p:nvSpPr>
            <p:cNvPr id="6074" name="Output_receptor__6073">
              <a:extLst>
                <a:ext uri="{FF2B5EF4-FFF2-40B4-BE49-F238E27FC236}">
                  <a16:creationId xmlns:a16="http://schemas.microsoft.com/office/drawing/2014/main" id="{38985ADD-D85E-8E2E-3B30-35A49F82171F}"/>
                </a:ext>
              </a:extLst>
            </p:cNvPr>
            <p:cNvSpPr>
              <a:spLocks noGrp="1"/>
            </p:cNvSpPr>
            <p:nvPr/>
          </p:nvSpPr>
          <p:spPr>
            <a:xfrm>
              <a:off x="15118894" y="3277747"/>
              <a:ext cx="71278" cy="12549"/>
            </a:xfrm>
            <a:custGeom>
              <a:avLst/>
              <a:gdLst/>
              <a:ahLst/>
              <a:cxnLst/>
              <a:rect l="0" t="0" r="0" b="0"/>
              <a:pathLst>
                <a:path w="71278" h="12549">
                  <a:moveTo>
                    <a:pt x="0" y="12549"/>
                  </a:moveTo>
                  <a:lnTo>
                    <a:pt x="71278" y="0"/>
                  </a:lnTo>
                </a:path>
              </a:pathLst>
            </a:custGeom>
            <a:noFill/>
            <a:ln w="20003">
              <a:solidFill>
                <a:srgbClr val="F0F2F4"/>
              </a:solidFill>
            </a:ln>
          </p:spPr>
        </p:sp>
        <p:sp>
          <p:nvSpPr>
            <p:cNvPr id="6075" name="Output_receptor__6074">
              <a:extLst>
                <a:ext uri="{FF2B5EF4-FFF2-40B4-BE49-F238E27FC236}">
                  <a16:creationId xmlns:a16="http://schemas.microsoft.com/office/drawing/2014/main" id="{DE206D74-7FE5-02A4-DF66-D28986520FEE}"/>
                </a:ext>
              </a:extLst>
            </p:cNvPr>
            <p:cNvSpPr>
              <a:spLocks noGrp="1"/>
            </p:cNvSpPr>
            <p:nvPr/>
          </p:nvSpPr>
          <p:spPr>
            <a:xfrm>
              <a:off x="15048786" y="2994221"/>
              <a:ext cx="9750" cy="56887"/>
            </a:xfrm>
            <a:custGeom>
              <a:avLst/>
              <a:gdLst/>
              <a:ahLst/>
              <a:cxnLst/>
              <a:rect l="0" t="0" r="0" b="0"/>
              <a:pathLst>
                <a:path w="9750" h="56887">
                  <a:moveTo>
                    <a:pt x="9750" y="0"/>
                  </a:moveTo>
                  <a:lnTo>
                    <a:pt x="0" y="56887"/>
                  </a:lnTo>
                </a:path>
              </a:pathLst>
            </a:custGeom>
            <a:noFill/>
            <a:ln w="20003">
              <a:solidFill>
                <a:srgbClr val="F0F2F4"/>
              </a:solidFill>
            </a:ln>
          </p:spPr>
        </p:sp>
        <p:sp>
          <p:nvSpPr>
            <p:cNvPr id="6076" name="Output_receptor__6075">
              <a:extLst>
                <a:ext uri="{FF2B5EF4-FFF2-40B4-BE49-F238E27FC236}">
                  <a16:creationId xmlns:a16="http://schemas.microsoft.com/office/drawing/2014/main" id="{1CDEC39D-F403-056C-A848-D513AFF152F9}"/>
                </a:ext>
              </a:extLst>
            </p:cNvPr>
            <p:cNvSpPr>
              <a:spLocks noGrp="1"/>
            </p:cNvSpPr>
            <p:nvPr/>
          </p:nvSpPr>
          <p:spPr>
            <a:xfrm>
              <a:off x="15856389" y="2965732"/>
              <a:ext cx="61293" cy="23729"/>
            </a:xfrm>
            <a:custGeom>
              <a:avLst/>
              <a:gdLst/>
              <a:ahLst/>
              <a:cxnLst/>
              <a:rect l="0" t="0" r="0" b="0"/>
              <a:pathLst>
                <a:path w="61293" h="23729">
                  <a:moveTo>
                    <a:pt x="0" y="23729"/>
                  </a:moveTo>
                  <a:lnTo>
                    <a:pt x="61293" y="0"/>
                  </a:lnTo>
                </a:path>
              </a:pathLst>
            </a:custGeom>
            <a:noFill/>
            <a:ln w="20003">
              <a:solidFill>
                <a:srgbClr val="F0F2F4"/>
              </a:solidFill>
            </a:ln>
          </p:spPr>
        </p:sp>
        <p:sp>
          <p:nvSpPr>
            <p:cNvPr id="6077" name="Output_receptor__6076">
              <a:extLst>
                <a:ext uri="{FF2B5EF4-FFF2-40B4-BE49-F238E27FC236}">
                  <a16:creationId xmlns:a16="http://schemas.microsoft.com/office/drawing/2014/main" id="{A2962A0F-D70D-089B-EA69-A26F52977F2E}"/>
                </a:ext>
              </a:extLst>
            </p:cNvPr>
            <p:cNvSpPr>
              <a:spLocks noGrp="1"/>
            </p:cNvSpPr>
            <p:nvPr/>
          </p:nvSpPr>
          <p:spPr>
            <a:xfrm>
              <a:off x="15253261" y="3084061"/>
              <a:ext cx="57531" cy="12215"/>
            </a:xfrm>
            <a:custGeom>
              <a:avLst/>
              <a:gdLst/>
              <a:ahLst/>
              <a:cxnLst/>
              <a:rect l="0" t="0" r="0" b="0"/>
              <a:pathLst>
                <a:path w="57531" h="12215">
                  <a:moveTo>
                    <a:pt x="0" y="12215"/>
                  </a:moveTo>
                  <a:lnTo>
                    <a:pt x="57531" y="0"/>
                  </a:lnTo>
                </a:path>
              </a:pathLst>
            </a:custGeom>
            <a:noFill/>
            <a:ln w="8096">
              <a:solidFill>
                <a:srgbClr val="F0F2F4"/>
              </a:solidFill>
            </a:ln>
          </p:spPr>
        </p:sp>
        <p:sp>
          <p:nvSpPr>
            <p:cNvPr id="6078" name="Output_receptor__6077">
              <a:extLst>
                <a:ext uri="{FF2B5EF4-FFF2-40B4-BE49-F238E27FC236}">
                  <a16:creationId xmlns:a16="http://schemas.microsoft.com/office/drawing/2014/main" id="{95D969DF-4D22-324D-B6F4-0E92A2149139}"/>
                </a:ext>
              </a:extLst>
            </p:cNvPr>
            <p:cNvSpPr>
              <a:spLocks noGrp="1"/>
            </p:cNvSpPr>
            <p:nvPr/>
          </p:nvSpPr>
          <p:spPr>
            <a:xfrm>
              <a:off x="15032114" y="3051108"/>
              <a:ext cx="16672" cy="38582"/>
            </a:xfrm>
            <a:custGeom>
              <a:avLst/>
              <a:gdLst/>
              <a:ahLst/>
              <a:cxnLst/>
              <a:rect l="0" t="0" r="0" b="0"/>
              <a:pathLst>
                <a:path w="16672" h="38582">
                  <a:moveTo>
                    <a:pt x="16672" y="0"/>
                  </a:moveTo>
                  <a:lnTo>
                    <a:pt x="0" y="38582"/>
                  </a:lnTo>
                </a:path>
              </a:pathLst>
            </a:custGeom>
            <a:noFill/>
            <a:ln w="20003">
              <a:solidFill>
                <a:srgbClr val="F0F2F4"/>
              </a:solidFill>
            </a:ln>
          </p:spPr>
        </p:sp>
        <p:sp>
          <p:nvSpPr>
            <p:cNvPr id="6079" name="Output_receptor__6078">
              <a:extLst>
                <a:ext uri="{FF2B5EF4-FFF2-40B4-BE49-F238E27FC236}">
                  <a16:creationId xmlns:a16="http://schemas.microsoft.com/office/drawing/2014/main" id="{88B7A8DD-8BCA-D5C7-8A0A-8AD22F8165DA}"/>
                </a:ext>
              </a:extLst>
            </p:cNvPr>
            <p:cNvSpPr>
              <a:spLocks noGrp="1"/>
            </p:cNvSpPr>
            <p:nvPr/>
          </p:nvSpPr>
          <p:spPr>
            <a:xfrm>
              <a:off x="15681385" y="2985694"/>
              <a:ext cx="1397" cy="39323"/>
            </a:xfrm>
            <a:custGeom>
              <a:avLst/>
              <a:gdLst/>
              <a:ahLst/>
              <a:cxnLst/>
              <a:rect l="0" t="0" r="0" b="0"/>
              <a:pathLst>
                <a:path w="1397" h="39323">
                  <a:moveTo>
                    <a:pt x="0" y="39323"/>
                  </a:moveTo>
                  <a:lnTo>
                    <a:pt x="1397" y="0"/>
                  </a:lnTo>
                </a:path>
              </a:pathLst>
            </a:custGeom>
            <a:noFill/>
            <a:ln w="8096">
              <a:solidFill>
                <a:srgbClr val="F0F2F4"/>
              </a:solidFill>
            </a:ln>
          </p:spPr>
        </p:sp>
        <p:sp>
          <p:nvSpPr>
            <p:cNvPr id="6080" name="Output_receptor__6079">
              <a:extLst>
                <a:ext uri="{FF2B5EF4-FFF2-40B4-BE49-F238E27FC236}">
                  <a16:creationId xmlns:a16="http://schemas.microsoft.com/office/drawing/2014/main" id="{095C3A01-71FD-CE75-6FFA-A8A2A3BA4CF1}"/>
                </a:ext>
              </a:extLst>
            </p:cNvPr>
            <p:cNvSpPr>
              <a:spLocks noGrp="1"/>
            </p:cNvSpPr>
            <p:nvPr/>
          </p:nvSpPr>
          <p:spPr>
            <a:xfrm>
              <a:off x="15310791" y="3015811"/>
              <a:ext cx="4393" cy="68250"/>
            </a:xfrm>
            <a:custGeom>
              <a:avLst/>
              <a:gdLst/>
              <a:ahLst/>
              <a:cxnLst/>
              <a:rect l="0" t="0" r="0" b="0"/>
              <a:pathLst>
                <a:path w="4393" h="68250">
                  <a:moveTo>
                    <a:pt x="0" y="68250"/>
                  </a:moveTo>
                  <a:lnTo>
                    <a:pt x="4393" y="0"/>
                  </a:lnTo>
                </a:path>
              </a:pathLst>
            </a:custGeom>
            <a:noFill/>
            <a:ln w="8096">
              <a:solidFill>
                <a:srgbClr val="F0F2F4"/>
              </a:solidFill>
            </a:ln>
          </p:spPr>
        </p:sp>
        <p:sp>
          <p:nvSpPr>
            <p:cNvPr id="6081" name="Output_receptor__6080">
              <a:extLst>
                <a:ext uri="{FF2B5EF4-FFF2-40B4-BE49-F238E27FC236}">
                  <a16:creationId xmlns:a16="http://schemas.microsoft.com/office/drawing/2014/main" id="{F5BBAE04-209A-4C97-4F10-5534691ECC7D}"/>
                </a:ext>
              </a:extLst>
            </p:cNvPr>
            <p:cNvSpPr>
              <a:spLocks noGrp="1"/>
            </p:cNvSpPr>
            <p:nvPr/>
          </p:nvSpPr>
          <p:spPr>
            <a:xfrm>
              <a:off x="15097903" y="3226931"/>
              <a:ext cx="20991" cy="63365"/>
            </a:xfrm>
            <a:custGeom>
              <a:avLst/>
              <a:gdLst/>
              <a:ahLst/>
              <a:cxnLst/>
              <a:rect l="0" t="0" r="0" b="0"/>
              <a:pathLst>
                <a:path w="20991" h="63365">
                  <a:moveTo>
                    <a:pt x="0" y="0"/>
                  </a:moveTo>
                  <a:lnTo>
                    <a:pt x="20991" y="63365"/>
                  </a:lnTo>
                </a:path>
              </a:pathLst>
            </a:custGeom>
            <a:noFill/>
            <a:ln w="8096">
              <a:solidFill>
                <a:srgbClr val="F0F2F4"/>
              </a:solidFill>
            </a:ln>
          </p:spPr>
        </p:sp>
        <p:sp>
          <p:nvSpPr>
            <p:cNvPr id="6082" name="Output_receptor__6081">
              <a:extLst>
                <a:ext uri="{FF2B5EF4-FFF2-40B4-BE49-F238E27FC236}">
                  <a16:creationId xmlns:a16="http://schemas.microsoft.com/office/drawing/2014/main" id="{236A1563-CC7F-508E-8650-698BE7C9DBC8}"/>
                </a:ext>
              </a:extLst>
            </p:cNvPr>
            <p:cNvSpPr>
              <a:spLocks noGrp="1"/>
            </p:cNvSpPr>
            <p:nvPr/>
          </p:nvSpPr>
          <p:spPr>
            <a:xfrm>
              <a:off x="15927048" y="3218592"/>
              <a:ext cx="5769" cy="36331"/>
            </a:xfrm>
            <a:custGeom>
              <a:avLst/>
              <a:gdLst/>
              <a:ahLst/>
              <a:cxnLst/>
              <a:rect l="0" t="0" r="0" b="0"/>
              <a:pathLst>
                <a:path w="5769" h="36331">
                  <a:moveTo>
                    <a:pt x="0" y="0"/>
                  </a:moveTo>
                  <a:lnTo>
                    <a:pt x="5769" y="36331"/>
                  </a:lnTo>
                </a:path>
              </a:pathLst>
            </a:custGeom>
            <a:noFill/>
            <a:ln w="20003">
              <a:solidFill>
                <a:srgbClr val="F0F2F4"/>
              </a:solidFill>
            </a:ln>
          </p:spPr>
        </p:sp>
        <p:sp>
          <p:nvSpPr>
            <p:cNvPr id="6083" name="Output_receptor__6082">
              <a:extLst>
                <a:ext uri="{FF2B5EF4-FFF2-40B4-BE49-F238E27FC236}">
                  <a16:creationId xmlns:a16="http://schemas.microsoft.com/office/drawing/2014/main" id="{8A95C3B3-C7E3-253B-B48F-BB723E038B79}"/>
                </a:ext>
              </a:extLst>
            </p:cNvPr>
            <p:cNvSpPr>
              <a:spLocks noGrp="1"/>
            </p:cNvSpPr>
            <p:nvPr/>
          </p:nvSpPr>
          <p:spPr>
            <a:xfrm>
              <a:off x="15654054" y="3113642"/>
              <a:ext cx="48571" cy="22994"/>
            </a:xfrm>
            <a:custGeom>
              <a:avLst/>
              <a:gdLst/>
              <a:ahLst/>
              <a:cxnLst/>
              <a:rect l="0" t="0" r="0" b="0"/>
              <a:pathLst>
                <a:path w="48571" h="22994">
                  <a:moveTo>
                    <a:pt x="0" y="0"/>
                  </a:moveTo>
                  <a:lnTo>
                    <a:pt x="48571" y="22994"/>
                  </a:lnTo>
                </a:path>
              </a:pathLst>
            </a:custGeom>
            <a:noFill/>
            <a:ln w="8096">
              <a:solidFill>
                <a:srgbClr val="F0F2F4"/>
              </a:solidFill>
            </a:ln>
          </p:spPr>
        </p:sp>
        <p:sp>
          <p:nvSpPr>
            <p:cNvPr id="6084" name="Output_receptor__6083">
              <a:extLst>
                <a:ext uri="{FF2B5EF4-FFF2-40B4-BE49-F238E27FC236}">
                  <a16:creationId xmlns:a16="http://schemas.microsoft.com/office/drawing/2014/main" id="{72DD91DF-447B-4E17-A85A-786C794C1C35}"/>
                </a:ext>
              </a:extLst>
            </p:cNvPr>
            <p:cNvSpPr>
              <a:spLocks noGrp="1"/>
            </p:cNvSpPr>
            <p:nvPr/>
          </p:nvSpPr>
          <p:spPr>
            <a:xfrm>
              <a:off x="14953498" y="3037437"/>
              <a:ext cx="29540" cy="1927"/>
            </a:xfrm>
            <a:custGeom>
              <a:avLst/>
              <a:gdLst/>
              <a:ahLst/>
              <a:cxnLst/>
              <a:rect l="0" t="0" r="0" b="0"/>
              <a:pathLst>
                <a:path w="29540" h="1927">
                  <a:moveTo>
                    <a:pt x="29540" y="1927"/>
                  </a:moveTo>
                  <a:lnTo>
                    <a:pt x="0" y="0"/>
                  </a:lnTo>
                </a:path>
              </a:pathLst>
            </a:custGeom>
            <a:noFill/>
            <a:ln w="20003">
              <a:solidFill>
                <a:srgbClr val="F0F2F4"/>
              </a:solidFill>
            </a:ln>
          </p:spPr>
        </p:sp>
        <p:sp>
          <p:nvSpPr>
            <p:cNvPr id="6085" name="Output_receptor__6084">
              <a:extLst>
                <a:ext uri="{FF2B5EF4-FFF2-40B4-BE49-F238E27FC236}">
                  <a16:creationId xmlns:a16="http://schemas.microsoft.com/office/drawing/2014/main" id="{1E22516F-2F38-D6A5-5394-B9AEC9C946EC}"/>
                </a:ext>
              </a:extLst>
            </p:cNvPr>
            <p:cNvSpPr>
              <a:spLocks noGrp="1"/>
            </p:cNvSpPr>
            <p:nvPr/>
          </p:nvSpPr>
          <p:spPr>
            <a:xfrm>
              <a:off x="15682782" y="2925945"/>
              <a:ext cx="8831" cy="59748"/>
            </a:xfrm>
            <a:custGeom>
              <a:avLst/>
              <a:gdLst/>
              <a:ahLst/>
              <a:cxnLst/>
              <a:rect l="0" t="0" r="0" b="0"/>
              <a:pathLst>
                <a:path w="8831" h="59748">
                  <a:moveTo>
                    <a:pt x="0" y="59748"/>
                  </a:moveTo>
                  <a:lnTo>
                    <a:pt x="8831" y="0"/>
                  </a:lnTo>
                </a:path>
              </a:pathLst>
            </a:custGeom>
            <a:noFill/>
            <a:ln w="8096">
              <a:solidFill>
                <a:srgbClr val="F0F2F4"/>
              </a:solidFill>
            </a:ln>
          </p:spPr>
        </p:sp>
        <p:sp>
          <p:nvSpPr>
            <p:cNvPr id="6086" name="Output_receptor__6085">
              <a:extLst>
                <a:ext uri="{FF2B5EF4-FFF2-40B4-BE49-F238E27FC236}">
                  <a16:creationId xmlns:a16="http://schemas.microsoft.com/office/drawing/2014/main" id="{44417445-D32B-CD56-15CB-FF3799893DDA}"/>
                </a:ext>
              </a:extLst>
            </p:cNvPr>
            <p:cNvSpPr>
              <a:spLocks noGrp="1"/>
            </p:cNvSpPr>
            <p:nvPr/>
          </p:nvSpPr>
          <p:spPr>
            <a:xfrm>
              <a:off x="15147875" y="2971048"/>
              <a:ext cx="18744" cy="18396"/>
            </a:xfrm>
            <a:custGeom>
              <a:avLst/>
              <a:gdLst/>
              <a:ahLst/>
              <a:cxnLst/>
              <a:rect l="0" t="0" r="0" b="0"/>
              <a:pathLst>
                <a:path w="18744" h="18396">
                  <a:moveTo>
                    <a:pt x="18744" y="0"/>
                  </a:moveTo>
                  <a:lnTo>
                    <a:pt x="0" y="18396"/>
                  </a:lnTo>
                </a:path>
              </a:pathLst>
            </a:custGeom>
            <a:noFill/>
            <a:ln w="20003">
              <a:solidFill>
                <a:srgbClr val="F0F2F4"/>
              </a:solidFill>
            </a:ln>
          </p:spPr>
        </p:sp>
        <p:sp>
          <p:nvSpPr>
            <p:cNvPr id="6087" name="Output_receptor__6086">
              <a:extLst>
                <a:ext uri="{FF2B5EF4-FFF2-40B4-BE49-F238E27FC236}">
                  <a16:creationId xmlns:a16="http://schemas.microsoft.com/office/drawing/2014/main" id="{8F7238FE-0DC0-0187-ABB1-07438E91E96F}"/>
                </a:ext>
              </a:extLst>
            </p:cNvPr>
            <p:cNvSpPr>
              <a:spLocks noGrp="1"/>
            </p:cNvSpPr>
            <p:nvPr/>
          </p:nvSpPr>
          <p:spPr>
            <a:xfrm>
              <a:off x="14987672" y="3165224"/>
              <a:ext cx="39255" cy="56105"/>
            </a:xfrm>
            <a:custGeom>
              <a:avLst/>
              <a:gdLst/>
              <a:ahLst/>
              <a:cxnLst/>
              <a:rect l="0" t="0" r="0" b="0"/>
              <a:pathLst>
                <a:path w="39255" h="56105">
                  <a:moveTo>
                    <a:pt x="0" y="0"/>
                  </a:moveTo>
                  <a:lnTo>
                    <a:pt x="39255" y="56105"/>
                  </a:lnTo>
                </a:path>
              </a:pathLst>
            </a:custGeom>
            <a:noFill/>
            <a:ln w="8096">
              <a:solidFill>
                <a:srgbClr val="F0F2F4"/>
              </a:solidFill>
            </a:ln>
          </p:spPr>
        </p:sp>
        <p:sp>
          <p:nvSpPr>
            <p:cNvPr id="6088" name="Output_receptor__6087">
              <a:extLst>
                <a:ext uri="{FF2B5EF4-FFF2-40B4-BE49-F238E27FC236}">
                  <a16:creationId xmlns:a16="http://schemas.microsoft.com/office/drawing/2014/main" id="{0EE127DC-8B93-EB48-0C43-6FBD2E0DFA37}"/>
                </a:ext>
              </a:extLst>
            </p:cNvPr>
            <p:cNvSpPr>
              <a:spLocks noGrp="1"/>
            </p:cNvSpPr>
            <p:nvPr/>
          </p:nvSpPr>
          <p:spPr>
            <a:xfrm>
              <a:off x="15190172" y="3277747"/>
              <a:ext cx="34648" cy="32310"/>
            </a:xfrm>
            <a:custGeom>
              <a:avLst/>
              <a:gdLst/>
              <a:ahLst/>
              <a:cxnLst/>
              <a:rect l="0" t="0" r="0" b="0"/>
              <a:pathLst>
                <a:path w="34648" h="32310">
                  <a:moveTo>
                    <a:pt x="0" y="0"/>
                  </a:moveTo>
                  <a:lnTo>
                    <a:pt x="34648" y="32310"/>
                  </a:lnTo>
                </a:path>
              </a:pathLst>
            </a:custGeom>
            <a:noFill/>
            <a:ln w="20003">
              <a:solidFill>
                <a:srgbClr val="F0F2F4"/>
              </a:solidFill>
            </a:ln>
          </p:spPr>
        </p:sp>
        <p:sp>
          <p:nvSpPr>
            <p:cNvPr id="6089" name="Output_receptor__6088">
              <a:extLst>
                <a:ext uri="{FF2B5EF4-FFF2-40B4-BE49-F238E27FC236}">
                  <a16:creationId xmlns:a16="http://schemas.microsoft.com/office/drawing/2014/main" id="{AD93ED08-0717-1FFE-BBDA-D13FE1EA3C93}"/>
                </a:ext>
              </a:extLst>
            </p:cNvPr>
            <p:cNvSpPr>
              <a:spLocks noGrp="1"/>
            </p:cNvSpPr>
            <p:nvPr/>
          </p:nvSpPr>
          <p:spPr>
            <a:xfrm>
              <a:off x="15213456" y="3004168"/>
              <a:ext cx="30244" cy="21816"/>
            </a:xfrm>
            <a:custGeom>
              <a:avLst/>
              <a:gdLst/>
              <a:ahLst/>
              <a:cxnLst/>
              <a:rect l="0" t="0" r="0" b="0"/>
              <a:pathLst>
                <a:path w="30244" h="21816">
                  <a:moveTo>
                    <a:pt x="30244" y="0"/>
                  </a:moveTo>
                  <a:lnTo>
                    <a:pt x="0" y="21816"/>
                  </a:lnTo>
                </a:path>
              </a:pathLst>
            </a:custGeom>
            <a:noFill/>
            <a:ln w="20003">
              <a:solidFill>
                <a:srgbClr val="F0F2F4"/>
              </a:solidFill>
            </a:ln>
          </p:spPr>
        </p:sp>
        <p:sp>
          <p:nvSpPr>
            <p:cNvPr id="6090" name="Output_receptor__6089">
              <a:extLst>
                <a:ext uri="{FF2B5EF4-FFF2-40B4-BE49-F238E27FC236}">
                  <a16:creationId xmlns:a16="http://schemas.microsoft.com/office/drawing/2014/main" id="{9BE9307B-D800-85F9-399E-58A047F2244B}"/>
                </a:ext>
              </a:extLst>
            </p:cNvPr>
            <p:cNvSpPr>
              <a:spLocks noGrp="1"/>
            </p:cNvSpPr>
            <p:nvPr/>
          </p:nvSpPr>
          <p:spPr>
            <a:xfrm>
              <a:off x="15026927" y="3221329"/>
              <a:ext cx="70976" cy="5602"/>
            </a:xfrm>
            <a:custGeom>
              <a:avLst/>
              <a:gdLst/>
              <a:ahLst/>
              <a:cxnLst/>
              <a:rect l="0" t="0" r="0" b="0"/>
              <a:pathLst>
                <a:path w="70976" h="5602">
                  <a:moveTo>
                    <a:pt x="0" y="0"/>
                  </a:moveTo>
                  <a:lnTo>
                    <a:pt x="70976" y="5602"/>
                  </a:lnTo>
                </a:path>
              </a:pathLst>
            </a:custGeom>
            <a:noFill/>
            <a:ln w="8096">
              <a:solidFill>
                <a:srgbClr val="F0F2F4"/>
              </a:solidFill>
            </a:ln>
          </p:spPr>
        </p:sp>
        <p:sp>
          <p:nvSpPr>
            <p:cNvPr id="6091" name="Output_receptor__6090">
              <a:extLst>
                <a:ext uri="{FF2B5EF4-FFF2-40B4-BE49-F238E27FC236}">
                  <a16:creationId xmlns:a16="http://schemas.microsoft.com/office/drawing/2014/main" id="{FB94ED10-7753-01B3-73B3-9C3CBFE567B7}"/>
                </a:ext>
              </a:extLst>
            </p:cNvPr>
            <p:cNvSpPr>
              <a:spLocks noGrp="1"/>
            </p:cNvSpPr>
            <p:nvPr/>
          </p:nvSpPr>
          <p:spPr>
            <a:xfrm>
              <a:off x="15751599" y="3064764"/>
              <a:ext cx="36349" cy="18810"/>
            </a:xfrm>
            <a:custGeom>
              <a:avLst/>
              <a:gdLst/>
              <a:ahLst/>
              <a:cxnLst/>
              <a:rect l="0" t="0" r="0" b="0"/>
              <a:pathLst>
                <a:path w="36349" h="18810">
                  <a:moveTo>
                    <a:pt x="0" y="18810"/>
                  </a:moveTo>
                  <a:lnTo>
                    <a:pt x="36349" y="0"/>
                  </a:lnTo>
                </a:path>
              </a:pathLst>
            </a:custGeom>
            <a:noFill/>
            <a:ln w="20003">
              <a:solidFill>
                <a:srgbClr val="F0F2F4"/>
              </a:solidFill>
            </a:ln>
          </p:spPr>
        </p:sp>
        <p:sp>
          <p:nvSpPr>
            <p:cNvPr id="6092" name="Output_receptor__6091">
              <a:extLst>
                <a:ext uri="{FF2B5EF4-FFF2-40B4-BE49-F238E27FC236}">
                  <a16:creationId xmlns:a16="http://schemas.microsoft.com/office/drawing/2014/main" id="{43BDC947-CC33-3587-F99A-DAA5DE994CDA}"/>
                </a:ext>
              </a:extLst>
            </p:cNvPr>
            <p:cNvSpPr>
              <a:spLocks noGrp="1"/>
            </p:cNvSpPr>
            <p:nvPr/>
          </p:nvSpPr>
          <p:spPr>
            <a:xfrm>
              <a:off x="15100070" y="3035764"/>
              <a:ext cx="36539" cy="22674"/>
            </a:xfrm>
            <a:custGeom>
              <a:avLst/>
              <a:gdLst/>
              <a:ahLst/>
              <a:cxnLst/>
              <a:rect l="0" t="0" r="0" b="0"/>
              <a:pathLst>
                <a:path w="36539" h="22674">
                  <a:moveTo>
                    <a:pt x="36539" y="22674"/>
                  </a:moveTo>
                  <a:lnTo>
                    <a:pt x="0" y="0"/>
                  </a:lnTo>
                </a:path>
              </a:pathLst>
            </a:custGeom>
            <a:noFill/>
            <a:ln w="20003">
              <a:solidFill>
                <a:srgbClr val="F0F2F4"/>
              </a:solidFill>
            </a:ln>
          </p:spPr>
        </p:sp>
        <p:sp>
          <p:nvSpPr>
            <p:cNvPr id="6093" name="Output_receptor__6092">
              <a:extLst>
                <a:ext uri="{FF2B5EF4-FFF2-40B4-BE49-F238E27FC236}">
                  <a16:creationId xmlns:a16="http://schemas.microsoft.com/office/drawing/2014/main" id="{B44E096C-94A2-4703-D322-E4E7D11D546C}"/>
                </a:ext>
              </a:extLst>
            </p:cNvPr>
            <p:cNvSpPr>
              <a:spLocks noGrp="1"/>
            </p:cNvSpPr>
            <p:nvPr/>
          </p:nvSpPr>
          <p:spPr>
            <a:xfrm>
              <a:off x="15873933" y="3040950"/>
              <a:ext cx="17214" cy="17150"/>
            </a:xfrm>
            <a:custGeom>
              <a:avLst/>
              <a:gdLst/>
              <a:ahLst/>
              <a:cxnLst/>
              <a:rect l="0" t="0" r="0" b="0"/>
              <a:pathLst>
                <a:path w="17214" h="17150">
                  <a:moveTo>
                    <a:pt x="17214" y="0"/>
                  </a:moveTo>
                  <a:lnTo>
                    <a:pt x="0" y="17150"/>
                  </a:lnTo>
                </a:path>
              </a:pathLst>
            </a:custGeom>
            <a:noFill/>
            <a:ln w="20003">
              <a:solidFill>
                <a:srgbClr val="F0F2F4"/>
              </a:solidFill>
            </a:ln>
          </p:spPr>
        </p:sp>
        <p:sp>
          <p:nvSpPr>
            <p:cNvPr id="6094" name="Output_receptor__6093">
              <a:extLst>
                <a:ext uri="{FF2B5EF4-FFF2-40B4-BE49-F238E27FC236}">
                  <a16:creationId xmlns:a16="http://schemas.microsoft.com/office/drawing/2014/main" id="{AF1A7B94-D124-C19D-6350-0385A83C6AE3}"/>
                </a:ext>
              </a:extLst>
            </p:cNvPr>
            <p:cNvSpPr>
              <a:spLocks noGrp="1"/>
            </p:cNvSpPr>
            <p:nvPr/>
          </p:nvSpPr>
          <p:spPr>
            <a:xfrm>
              <a:off x="15593127" y="3113642"/>
              <a:ext cx="60927" cy="36559"/>
            </a:xfrm>
            <a:custGeom>
              <a:avLst/>
              <a:gdLst/>
              <a:ahLst/>
              <a:cxnLst/>
              <a:rect l="0" t="0" r="0" b="0"/>
              <a:pathLst>
                <a:path w="60927" h="36559">
                  <a:moveTo>
                    <a:pt x="0" y="36559"/>
                  </a:moveTo>
                  <a:lnTo>
                    <a:pt x="60927" y="0"/>
                  </a:lnTo>
                </a:path>
              </a:pathLst>
            </a:custGeom>
            <a:noFill/>
            <a:ln w="8096">
              <a:solidFill>
                <a:srgbClr val="F0F2F4"/>
              </a:solidFill>
            </a:ln>
          </p:spPr>
        </p:sp>
        <p:sp>
          <p:nvSpPr>
            <p:cNvPr id="6095" name="Output_receptor__6094">
              <a:extLst>
                <a:ext uri="{FF2B5EF4-FFF2-40B4-BE49-F238E27FC236}">
                  <a16:creationId xmlns:a16="http://schemas.microsoft.com/office/drawing/2014/main" id="{6C7C62AB-349D-8DE4-B2D7-834AD8D4EA31}"/>
                </a:ext>
              </a:extLst>
            </p:cNvPr>
            <p:cNvSpPr>
              <a:spLocks noGrp="1"/>
            </p:cNvSpPr>
            <p:nvPr/>
          </p:nvSpPr>
          <p:spPr>
            <a:xfrm>
              <a:off x="15058537" y="2994221"/>
              <a:ext cx="41534" cy="41543"/>
            </a:xfrm>
            <a:custGeom>
              <a:avLst/>
              <a:gdLst/>
              <a:ahLst/>
              <a:cxnLst/>
              <a:rect l="0" t="0" r="0" b="0"/>
              <a:pathLst>
                <a:path w="41534" h="41543">
                  <a:moveTo>
                    <a:pt x="41534" y="41543"/>
                  </a:moveTo>
                  <a:lnTo>
                    <a:pt x="0" y="0"/>
                  </a:lnTo>
                </a:path>
              </a:pathLst>
            </a:custGeom>
            <a:noFill/>
            <a:ln w="20003">
              <a:solidFill>
                <a:srgbClr val="F0F3F4"/>
              </a:solidFill>
            </a:ln>
          </p:spPr>
        </p:sp>
        <p:sp>
          <p:nvSpPr>
            <p:cNvPr id="6096" name="Output_receptor__6095">
              <a:extLst>
                <a:ext uri="{FF2B5EF4-FFF2-40B4-BE49-F238E27FC236}">
                  <a16:creationId xmlns:a16="http://schemas.microsoft.com/office/drawing/2014/main" id="{0AB27936-911F-9D12-4B48-65F6211F135D}"/>
                </a:ext>
              </a:extLst>
            </p:cNvPr>
            <p:cNvSpPr>
              <a:spLocks noGrp="1"/>
            </p:cNvSpPr>
            <p:nvPr/>
          </p:nvSpPr>
          <p:spPr>
            <a:xfrm>
              <a:off x="15857232" y="3236438"/>
              <a:ext cx="10639" cy="69661"/>
            </a:xfrm>
            <a:custGeom>
              <a:avLst/>
              <a:gdLst/>
              <a:ahLst/>
              <a:cxnLst/>
              <a:rect l="0" t="0" r="0" b="0"/>
              <a:pathLst>
                <a:path w="10639" h="69661">
                  <a:moveTo>
                    <a:pt x="10639" y="69661"/>
                  </a:moveTo>
                  <a:lnTo>
                    <a:pt x="0" y="0"/>
                  </a:lnTo>
                </a:path>
              </a:pathLst>
            </a:custGeom>
            <a:noFill/>
            <a:ln w="20003">
              <a:solidFill>
                <a:srgbClr val="F0F3F4"/>
              </a:solidFill>
            </a:ln>
          </p:spPr>
        </p:sp>
        <p:sp>
          <p:nvSpPr>
            <p:cNvPr id="6097" name="Output_receptor__6096">
              <a:extLst>
                <a:ext uri="{FF2B5EF4-FFF2-40B4-BE49-F238E27FC236}">
                  <a16:creationId xmlns:a16="http://schemas.microsoft.com/office/drawing/2014/main" id="{3FB26226-5E56-FEB9-2DE0-BA9FFA8F414F}"/>
                </a:ext>
              </a:extLst>
            </p:cNvPr>
            <p:cNvSpPr>
              <a:spLocks noGrp="1"/>
            </p:cNvSpPr>
            <p:nvPr/>
          </p:nvSpPr>
          <p:spPr>
            <a:xfrm>
              <a:off x="14983039" y="3039365"/>
              <a:ext cx="49076" cy="50325"/>
            </a:xfrm>
            <a:custGeom>
              <a:avLst/>
              <a:gdLst/>
              <a:ahLst/>
              <a:cxnLst/>
              <a:rect l="0" t="0" r="0" b="0"/>
              <a:pathLst>
                <a:path w="49076" h="50325">
                  <a:moveTo>
                    <a:pt x="49076" y="50325"/>
                  </a:moveTo>
                  <a:lnTo>
                    <a:pt x="0" y="0"/>
                  </a:lnTo>
                </a:path>
              </a:pathLst>
            </a:custGeom>
            <a:noFill/>
            <a:ln w="20003">
              <a:solidFill>
                <a:srgbClr val="F0F3F4"/>
              </a:solidFill>
            </a:ln>
          </p:spPr>
        </p:sp>
        <p:sp>
          <p:nvSpPr>
            <p:cNvPr id="6098" name="Output_receptor__6097">
              <a:extLst>
                <a:ext uri="{FF2B5EF4-FFF2-40B4-BE49-F238E27FC236}">
                  <a16:creationId xmlns:a16="http://schemas.microsoft.com/office/drawing/2014/main" id="{D5B21E44-533D-3DE2-74FE-9EBB1DDDCBED}"/>
                </a:ext>
              </a:extLst>
            </p:cNvPr>
            <p:cNvSpPr>
              <a:spLocks noGrp="1"/>
            </p:cNvSpPr>
            <p:nvPr/>
          </p:nvSpPr>
          <p:spPr>
            <a:xfrm>
              <a:off x="15857232" y="3218592"/>
              <a:ext cx="69817" cy="17845"/>
            </a:xfrm>
            <a:custGeom>
              <a:avLst/>
              <a:gdLst/>
              <a:ahLst/>
              <a:cxnLst/>
              <a:rect l="0" t="0" r="0" b="0"/>
              <a:pathLst>
                <a:path w="69817" h="17845">
                  <a:moveTo>
                    <a:pt x="0" y="17845"/>
                  </a:moveTo>
                  <a:lnTo>
                    <a:pt x="69817" y="0"/>
                  </a:lnTo>
                </a:path>
              </a:pathLst>
            </a:custGeom>
            <a:noFill/>
            <a:ln w="20003">
              <a:solidFill>
                <a:srgbClr val="F0F3F4"/>
              </a:solidFill>
            </a:ln>
          </p:spPr>
        </p:sp>
        <p:sp>
          <p:nvSpPr>
            <p:cNvPr id="6099" name="Output_receptor__6098">
              <a:extLst>
                <a:ext uri="{FF2B5EF4-FFF2-40B4-BE49-F238E27FC236}">
                  <a16:creationId xmlns:a16="http://schemas.microsoft.com/office/drawing/2014/main" id="{AF217440-5A30-515D-63B7-9CB19E8394CF}"/>
                </a:ext>
              </a:extLst>
            </p:cNvPr>
            <p:cNvSpPr>
              <a:spLocks noGrp="1"/>
            </p:cNvSpPr>
            <p:nvPr/>
          </p:nvSpPr>
          <p:spPr>
            <a:xfrm>
              <a:off x="15166619" y="2971048"/>
              <a:ext cx="46837" cy="54937"/>
            </a:xfrm>
            <a:custGeom>
              <a:avLst/>
              <a:gdLst/>
              <a:ahLst/>
              <a:cxnLst/>
              <a:rect l="0" t="0" r="0" b="0"/>
              <a:pathLst>
                <a:path w="46837" h="54937">
                  <a:moveTo>
                    <a:pt x="46837" y="54937"/>
                  </a:moveTo>
                  <a:lnTo>
                    <a:pt x="0" y="0"/>
                  </a:lnTo>
                </a:path>
              </a:pathLst>
            </a:custGeom>
            <a:noFill/>
            <a:ln w="20003">
              <a:solidFill>
                <a:srgbClr val="F0F3F5"/>
              </a:solidFill>
            </a:ln>
          </p:spPr>
        </p:sp>
        <p:sp>
          <p:nvSpPr>
            <p:cNvPr id="6100" name="Output_receptor__6099">
              <a:extLst>
                <a:ext uri="{FF2B5EF4-FFF2-40B4-BE49-F238E27FC236}">
                  <a16:creationId xmlns:a16="http://schemas.microsoft.com/office/drawing/2014/main" id="{915E3CDF-04B2-35C1-97FA-BE36957045DD}"/>
                </a:ext>
              </a:extLst>
            </p:cNvPr>
            <p:cNvSpPr>
              <a:spLocks noGrp="1"/>
            </p:cNvSpPr>
            <p:nvPr/>
          </p:nvSpPr>
          <p:spPr>
            <a:xfrm>
              <a:off x="15224820" y="3262506"/>
              <a:ext cx="53445" cy="47551"/>
            </a:xfrm>
            <a:custGeom>
              <a:avLst/>
              <a:gdLst/>
              <a:ahLst/>
              <a:cxnLst/>
              <a:rect l="0" t="0" r="0" b="0"/>
              <a:pathLst>
                <a:path w="53445" h="47551">
                  <a:moveTo>
                    <a:pt x="0" y="47551"/>
                  </a:moveTo>
                  <a:lnTo>
                    <a:pt x="53445" y="0"/>
                  </a:lnTo>
                </a:path>
              </a:pathLst>
            </a:custGeom>
            <a:noFill/>
            <a:ln w="20003">
              <a:solidFill>
                <a:srgbClr val="F0F3F5"/>
              </a:solidFill>
            </a:ln>
          </p:spPr>
        </p:sp>
        <p:sp>
          <p:nvSpPr>
            <p:cNvPr id="6101" name="Output_receptor__6100">
              <a:extLst>
                <a:ext uri="{FF2B5EF4-FFF2-40B4-BE49-F238E27FC236}">
                  <a16:creationId xmlns:a16="http://schemas.microsoft.com/office/drawing/2014/main" id="{50752633-70F1-951A-6EA2-CA234FF19308}"/>
                </a:ext>
              </a:extLst>
            </p:cNvPr>
            <p:cNvSpPr>
              <a:spLocks noGrp="1"/>
            </p:cNvSpPr>
            <p:nvPr/>
          </p:nvSpPr>
          <p:spPr>
            <a:xfrm>
              <a:off x="15867870" y="3306099"/>
              <a:ext cx="55401" cy="5735"/>
            </a:xfrm>
            <a:custGeom>
              <a:avLst/>
              <a:gdLst/>
              <a:ahLst/>
              <a:cxnLst/>
              <a:rect l="0" t="0" r="0" b="0"/>
              <a:pathLst>
                <a:path w="55401" h="5735">
                  <a:moveTo>
                    <a:pt x="55401" y="5735"/>
                  </a:moveTo>
                  <a:lnTo>
                    <a:pt x="0" y="0"/>
                  </a:lnTo>
                </a:path>
              </a:pathLst>
            </a:custGeom>
            <a:noFill/>
            <a:ln w="20003">
              <a:solidFill>
                <a:srgbClr val="F0F3F5"/>
              </a:solidFill>
            </a:ln>
          </p:spPr>
        </p:sp>
        <p:sp>
          <p:nvSpPr>
            <p:cNvPr id="6102" name="Output_receptor__6101">
              <a:extLst>
                <a:ext uri="{FF2B5EF4-FFF2-40B4-BE49-F238E27FC236}">
                  <a16:creationId xmlns:a16="http://schemas.microsoft.com/office/drawing/2014/main" id="{36244582-2C9A-2719-1C3A-5006795F64FE}"/>
                </a:ext>
              </a:extLst>
            </p:cNvPr>
            <p:cNvSpPr>
              <a:spLocks noGrp="1"/>
            </p:cNvSpPr>
            <p:nvPr/>
          </p:nvSpPr>
          <p:spPr>
            <a:xfrm>
              <a:off x="15231306" y="3207730"/>
              <a:ext cx="46959" cy="54776"/>
            </a:xfrm>
            <a:custGeom>
              <a:avLst/>
              <a:gdLst/>
              <a:ahLst/>
              <a:cxnLst/>
              <a:rect l="0" t="0" r="0" b="0"/>
              <a:pathLst>
                <a:path w="46959" h="54776">
                  <a:moveTo>
                    <a:pt x="46959" y="54776"/>
                  </a:moveTo>
                  <a:lnTo>
                    <a:pt x="0" y="0"/>
                  </a:lnTo>
                </a:path>
              </a:pathLst>
            </a:custGeom>
            <a:noFill/>
            <a:ln w="20003">
              <a:solidFill>
                <a:srgbClr val="F0F3F5"/>
              </a:solidFill>
            </a:ln>
          </p:spPr>
        </p:sp>
        <p:sp>
          <p:nvSpPr>
            <p:cNvPr id="6103" name="Output_receptor__6102">
              <a:extLst>
                <a:ext uri="{FF2B5EF4-FFF2-40B4-BE49-F238E27FC236}">
                  <a16:creationId xmlns:a16="http://schemas.microsoft.com/office/drawing/2014/main" id="{5AAA0E77-C819-54DD-D9CF-8B3D639845E6}"/>
                </a:ext>
              </a:extLst>
            </p:cNvPr>
            <p:cNvSpPr>
              <a:spLocks noGrp="1"/>
            </p:cNvSpPr>
            <p:nvPr/>
          </p:nvSpPr>
          <p:spPr>
            <a:xfrm>
              <a:off x="15787948" y="3006762"/>
              <a:ext cx="39839" cy="58002"/>
            </a:xfrm>
            <a:custGeom>
              <a:avLst/>
              <a:gdLst/>
              <a:ahLst/>
              <a:cxnLst/>
              <a:rect l="0" t="0" r="0" b="0"/>
              <a:pathLst>
                <a:path w="39839" h="58002">
                  <a:moveTo>
                    <a:pt x="0" y="58002"/>
                  </a:moveTo>
                  <a:lnTo>
                    <a:pt x="39839" y="0"/>
                  </a:lnTo>
                </a:path>
              </a:pathLst>
            </a:custGeom>
            <a:noFill/>
            <a:ln w="20003">
              <a:solidFill>
                <a:srgbClr val="F0F3F5"/>
              </a:solidFill>
            </a:ln>
          </p:spPr>
        </p:sp>
        <p:sp>
          <p:nvSpPr>
            <p:cNvPr id="6104" name="Output_receptor__6103">
              <a:extLst>
                <a:ext uri="{FF2B5EF4-FFF2-40B4-BE49-F238E27FC236}">
                  <a16:creationId xmlns:a16="http://schemas.microsoft.com/office/drawing/2014/main" id="{6700B230-1C20-F376-16A9-92B82E657110}"/>
                </a:ext>
              </a:extLst>
            </p:cNvPr>
            <p:cNvSpPr>
              <a:spLocks noGrp="1"/>
            </p:cNvSpPr>
            <p:nvPr/>
          </p:nvSpPr>
          <p:spPr>
            <a:xfrm>
              <a:off x="15827786" y="3006762"/>
              <a:ext cx="63361" cy="34188"/>
            </a:xfrm>
            <a:custGeom>
              <a:avLst/>
              <a:gdLst/>
              <a:ahLst/>
              <a:cxnLst/>
              <a:rect l="0" t="0" r="0" b="0"/>
              <a:pathLst>
                <a:path w="63361" h="34188">
                  <a:moveTo>
                    <a:pt x="0" y="0"/>
                  </a:moveTo>
                  <a:lnTo>
                    <a:pt x="63361" y="34188"/>
                  </a:lnTo>
                </a:path>
              </a:pathLst>
            </a:custGeom>
            <a:noFill/>
            <a:ln w="20003">
              <a:solidFill>
                <a:srgbClr val="F0F3F5"/>
              </a:solidFill>
            </a:ln>
          </p:spPr>
        </p:sp>
        <p:sp>
          <p:nvSpPr>
            <p:cNvPr id="6105" name="Output_receptor__6104">
              <a:extLst>
                <a:ext uri="{FF2B5EF4-FFF2-40B4-BE49-F238E27FC236}">
                  <a16:creationId xmlns:a16="http://schemas.microsoft.com/office/drawing/2014/main" id="{EC53BFC6-36C5-A155-0D0C-BE0805DED637}"/>
                </a:ext>
              </a:extLst>
            </p:cNvPr>
            <p:cNvSpPr>
              <a:spLocks noGrp="1"/>
            </p:cNvSpPr>
            <p:nvPr/>
          </p:nvSpPr>
          <p:spPr>
            <a:xfrm>
              <a:off x="15192122" y="3207730"/>
              <a:ext cx="39184" cy="30512"/>
            </a:xfrm>
            <a:custGeom>
              <a:avLst/>
              <a:gdLst/>
              <a:ahLst/>
              <a:cxnLst/>
              <a:rect l="0" t="0" r="0" b="0"/>
              <a:pathLst>
                <a:path w="39184" h="30512">
                  <a:moveTo>
                    <a:pt x="39184" y="0"/>
                  </a:moveTo>
                  <a:lnTo>
                    <a:pt x="0" y="30512"/>
                  </a:lnTo>
                </a:path>
              </a:pathLst>
            </a:custGeom>
            <a:noFill/>
            <a:ln w="20003">
              <a:solidFill>
                <a:srgbClr val="F0F3F5"/>
              </a:solidFill>
            </a:ln>
          </p:spPr>
        </p:sp>
        <p:sp>
          <p:nvSpPr>
            <p:cNvPr id="6106" name="Output_receptor__6105">
              <a:extLst>
                <a:ext uri="{FF2B5EF4-FFF2-40B4-BE49-F238E27FC236}">
                  <a16:creationId xmlns:a16="http://schemas.microsoft.com/office/drawing/2014/main" id="{D7532F4E-37CB-ECE0-82CD-33C79EAD133B}"/>
                </a:ext>
              </a:extLst>
            </p:cNvPr>
            <p:cNvSpPr>
              <a:spLocks noGrp="1"/>
            </p:cNvSpPr>
            <p:nvPr/>
          </p:nvSpPr>
          <p:spPr>
            <a:xfrm>
              <a:off x="15890012" y="3274863"/>
              <a:ext cx="33260" cy="36971"/>
            </a:xfrm>
            <a:custGeom>
              <a:avLst/>
              <a:gdLst/>
              <a:ahLst/>
              <a:cxnLst/>
              <a:rect l="0" t="0" r="0" b="0"/>
              <a:pathLst>
                <a:path w="33260" h="36971">
                  <a:moveTo>
                    <a:pt x="0" y="0"/>
                  </a:moveTo>
                  <a:lnTo>
                    <a:pt x="33260" y="36971"/>
                  </a:lnTo>
                </a:path>
              </a:pathLst>
            </a:custGeom>
            <a:noFill/>
            <a:ln w="20003">
              <a:solidFill>
                <a:srgbClr val="F1F3F5"/>
              </a:solidFill>
            </a:ln>
          </p:spPr>
        </p:sp>
        <p:sp>
          <p:nvSpPr>
            <p:cNvPr id="6107" name="Output_receptor__6106">
              <a:extLst>
                <a:ext uri="{FF2B5EF4-FFF2-40B4-BE49-F238E27FC236}">
                  <a16:creationId xmlns:a16="http://schemas.microsoft.com/office/drawing/2014/main" id="{20E89C3F-3DA0-95FE-401D-C0C0C8AFCED7}"/>
                </a:ext>
              </a:extLst>
            </p:cNvPr>
            <p:cNvSpPr>
              <a:spLocks noGrp="1"/>
            </p:cNvSpPr>
            <p:nvPr/>
          </p:nvSpPr>
          <p:spPr>
            <a:xfrm>
              <a:off x="15192122" y="3238242"/>
              <a:ext cx="61694" cy="10324"/>
            </a:xfrm>
            <a:custGeom>
              <a:avLst/>
              <a:gdLst/>
              <a:ahLst/>
              <a:cxnLst/>
              <a:rect l="0" t="0" r="0" b="0"/>
              <a:pathLst>
                <a:path w="61694" h="10324">
                  <a:moveTo>
                    <a:pt x="0" y="0"/>
                  </a:moveTo>
                  <a:lnTo>
                    <a:pt x="61694" y="10324"/>
                  </a:lnTo>
                </a:path>
              </a:pathLst>
            </a:custGeom>
            <a:noFill/>
            <a:ln w="20003">
              <a:solidFill>
                <a:srgbClr val="F1F3F5"/>
              </a:solidFill>
            </a:ln>
          </p:spPr>
        </p:sp>
        <p:sp>
          <p:nvSpPr>
            <p:cNvPr id="6108" name="Output_receptor__6107">
              <a:extLst>
                <a:ext uri="{FF2B5EF4-FFF2-40B4-BE49-F238E27FC236}">
                  <a16:creationId xmlns:a16="http://schemas.microsoft.com/office/drawing/2014/main" id="{5E937A58-113E-0906-292E-87780654E09F}"/>
                </a:ext>
              </a:extLst>
            </p:cNvPr>
            <p:cNvSpPr>
              <a:spLocks noGrp="1"/>
            </p:cNvSpPr>
            <p:nvPr/>
          </p:nvSpPr>
          <p:spPr>
            <a:xfrm>
              <a:off x="15832934" y="3274863"/>
              <a:ext cx="57078" cy="43654"/>
            </a:xfrm>
            <a:custGeom>
              <a:avLst/>
              <a:gdLst/>
              <a:ahLst/>
              <a:cxnLst/>
              <a:rect l="0" t="0" r="0" b="0"/>
              <a:pathLst>
                <a:path w="57078" h="43654">
                  <a:moveTo>
                    <a:pt x="0" y="43654"/>
                  </a:moveTo>
                  <a:lnTo>
                    <a:pt x="57078" y="0"/>
                  </a:lnTo>
                </a:path>
              </a:pathLst>
            </a:custGeom>
            <a:noFill/>
            <a:ln w="20003">
              <a:solidFill>
                <a:srgbClr val="F1F3F5"/>
              </a:solidFill>
            </a:ln>
          </p:spPr>
        </p:sp>
        <p:sp>
          <p:nvSpPr>
            <p:cNvPr id="6109" name="Output_receptor__6108">
              <a:extLst>
                <a:ext uri="{FF2B5EF4-FFF2-40B4-BE49-F238E27FC236}">
                  <a16:creationId xmlns:a16="http://schemas.microsoft.com/office/drawing/2014/main" id="{54E43FC5-EFCB-D101-2F7B-F5513B6ECCCD}"/>
                </a:ext>
              </a:extLst>
            </p:cNvPr>
            <p:cNvSpPr>
              <a:spLocks noGrp="1"/>
            </p:cNvSpPr>
            <p:nvPr/>
          </p:nvSpPr>
          <p:spPr>
            <a:xfrm>
              <a:off x="15832934" y="3318517"/>
              <a:ext cx="43708" cy="57162"/>
            </a:xfrm>
            <a:custGeom>
              <a:avLst/>
              <a:gdLst/>
              <a:ahLst/>
              <a:cxnLst/>
              <a:rect l="0" t="0" r="0" b="0"/>
              <a:pathLst>
                <a:path w="43708" h="57162">
                  <a:moveTo>
                    <a:pt x="43708" y="57162"/>
                  </a:moveTo>
                  <a:lnTo>
                    <a:pt x="0" y="0"/>
                  </a:lnTo>
                </a:path>
              </a:pathLst>
            </a:custGeom>
            <a:noFill/>
            <a:ln w="20003">
              <a:solidFill>
                <a:srgbClr val="F1F3F5"/>
              </a:solidFill>
            </a:ln>
          </p:spPr>
        </p:sp>
        <p:sp>
          <p:nvSpPr>
            <p:cNvPr id="6110" name="Output_receptor__6109">
              <a:extLst>
                <a:ext uri="{FF2B5EF4-FFF2-40B4-BE49-F238E27FC236}">
                  <a16:creationId xmlns:a16="http://schemas.microsoft.com/office/drawing/2014/main" id="{81F0A043-D7D7-144F-B871-DAAA6C5C9319}"/>
                </a:ext>
              </a:extLst>
            </p:cNvPr>
            <p:cNvSpPr>
              <a:spLocks noGrp="1"/>
            </p:cNvSpPr>
            <p:nvPr/>
          </p:nvSpPr>
          <p:spPr>
            <a:xfrm>
              <a:off x="15253816" y="3178772"/>
              <a:ext cx="18739" cy="69794"/>
            </a:xfrm>
            <a:custGeom>
              <a:avLst/>
              <a:gdLst/>
              <a:ahLst/>
              <a:cxnLst/>
              <a:rect l="0" t="0" r="0" b="0"/>
              <a:pathLst>
                <a:path w="18739" h="69794">
                  <a:moveTo>
                    <a:pt x="0" y="69794"/>
                  </a:moveTo>
                  <a:lnTo>
                    <a:pt x="18739" y="0"/>
                  </a:lnTo>
                </a:path>
              </a:pathLst>
            </a:custGeom>
            <a:noFill/>
            <a:ln w="20003">
              <a:solidFill>
                <a:srgbClr val="F1F3F5"/>
              </a:solidFill>
            </a:ln>
          </p:spPr>
        </p:sp>
        <p:sp>
          <p:nvSpPr>
            <p:cNvPr id="6111" name="Output_receptor__6110">
              <a:extLst>
                <a:ext uri="{FF2B5EF4-FFF2-40B4-BE49-F238E27FC236}">
                  <a16:creationId xmlns:a16="http://schemas.microsoft.com/office/drawing/2014/main" id="{257BA791-05C4-644D-2E4D-5CA2B2B09DC2}"/>
                </a:ext>
              </a:extLst>
            </p:cNvPr>
            <p:cNvSpPr>
              <a:spLocks noGrp="1"/>
            </p:cNvSpPr>
            <p:nvPr/>
          </p:nvSpPr>
          <p:spPr>
            <a:xfrm>
              <a:off x="15210194" y="3156973"/>
              <a:ext cx="62361" cy="21798"/>
            </a:xfrm>
            <a:custGeom>
              <a:avLst/>
              <a:gdLst/>
              <a:ahLst/>
              <a:cxnLst/>
              <a:rect l="0" t="0" r="0" b="0"/>
              <a:pathLst>
                <a:path w="62361" h="21798">
                  <a:moveTo>
                    <a:pt x="62361" y="21798"/>
                  </a:moveTo>
                  <a:lnTo>
                    <a:pt x="0" y="0"/>
                  </a:lnTo>
                </a:path>
              </a:pathLst>
            </a:custGeom>
            <a:noFill/>
            <a:ln w="20003">
              <a:solidFill>
                <a:srgbClr val="F1F3F5"/>
              </a:solidFill>
            </a:ln>
          </p:spPr>
        </p:sp>
        <p:sp>
          <p:nvSpPr>
            <p:cNvPr id="6112" name="Output_receptor__6111">
              <a:extLst>
                <a:ext uri="{FF2B5EF4-FFF2-40B4-BE49-F238E27FC236}">
                  <a16:creationId xmlns:a16="http://schemas.microsoft.com/office/drawing/2014/main" id="{2781CD86-EFB2-8682-2178-12CD85946AC5}"/>
                </a:ext>
              </a:extLst>
            </p:cNvPr>
            <p:cNvSpPr>
              <a:spLocks noGrp="1"/>
            </p:cNvSpPr>
            <p:nvPr/>
          </p:nvSpPr>
          <p:spPr>
            <a:xfrm>
              <a:off x="15876642" y="3368800"/>
              <a:ext cx="18590" cy="6878"/>
            </a:xfrm>
            <a:custGeom>
              <a:avLst/>
              <a:gdLst/>
              <a:ahLst/>
              <a:cxnLst/>
              <a:rect l="0" t="0" r="0" b="0"/>
              <a:pathLst>
                <a:path w="18590" h="6878">
                  <a:moveTo>
                    <a:pt x="18590" y="0"/>
                  </a:moveTo>
                  <a:lnTo>
                    <a:pt x="0" y="6878"/>
                  </a:lnTo>
                </a:path>
              </a:pathLst>
            </a:custGeom>
            <a:noFill/>
            <a:ln w="20003">
              <a:solidFill>
                <a:srgbClr val="F1F3F5"/>
              </a:solidFill>
            </a:ln>
          </p:spPr>
        </p:sp>
        <p:sp>
          <p:nvSpPr>
            <p:cNvPr id="6113" name="Output_receptor__6112">
              <a:extLst>
                <a:ext uri="{FF2B5EF4-FFF2-40B4-BE49-F238E27FC236}">
                  <a16:creationId xmlns:a16="http://schemas.microsoft.com/office/drawing/2014/main" id="{CF87E21F-C856-2BDF-5937-3C6B209413D5}"/>
                </a:ext>
              </a:extLst>
            </p:cNvPr>
            <p:cNvSpPr>
              <a:spLocks noGrp="1"/>
            </p:cNvSpPr>
            <p:nvPr/>
          </p:nvSpPr>
          <p:spPr>
            <a:xfrm>
              <a:off x="15792180" y="3342183"/>
              <a:ext cx="41467" cy="49641"/>
            </a:xfrm>
            <a:custGeom>
              <a:avLst/>
              <a:gdLst/>
              <a:ahLst/>
              <a:cxnLst/>
              <a:rect l="0" t="0" r="0" b="0"/>
              <a:pathLst>
                <a:path w="41467" h="49641">
                  <a:moveTo>
                    <a:pt x="0" y="49641"/>
                  </a:moveTo>
                  <a:lnTo>
                    <a:pt x="41467" y="0"/>
                  </a:lnTo>
                </a:path>
              </a:pathLst>
            </a:custGeom>
            <a:noFill/>
            <a:ln w="8096">
              <a:solidFill>
                <a:srgbClr val="F2F4F6"/>
              </a:solidFill>
            </a:ln>
          </p:spPr>
        </p:sp>
        <p:sp>
          <p:nvSpPr>
            <p:cNvPr id="6114" name="Output_receptor__6113">
              <a:extLst>
                <a:ext uri="{FF2B5EF4-FFF2-40B4-BE49-F238E27FC236}">
                  <a16:creationId xmlns:a16="http://schemas.microsoft.com/office/drawing/2014/main" id="{A02F8CB3-9965-2E58-971D-D81167697E40}"/>
                </a:ext>
              </a:extLst>
            </p:cNvPr>
            <p:cNvSpPr>
              <a:spLocks noGrp="1"/>
            </p:cNvSpPr>
            <p:nvPr/>
          </p:nvSpPr>
          <p:spPr>
            <a:xfrm>
              <a:off x="15833647" y="3342183"/>
              <a:ext cx="61585" cy="26617"/>
            </a:xfrm>
            <a:custGeom>
              <a:avLst/>
              <a:gdLst/>
              <a:ahLst/>
              <a:cxnLst/>
              <a:rect l="0" t="0" r="0" b="0"/>
              <a:pathLst>
                <a:path w="61585" h="26617">
                  <a:moveTo>
                    <a:pt x="0" y="0"/>
                  </a:moveTo>
                  <a:lnTo>
                    <a:pt x="61585" y="26617"/>
                  </a:lnTo>
                </a:path>
              </a:pathLst>
            </a:custGeom>
            <a:noFill/>
            <a:ln w="8096">
              <a:solidFill>
                <a:srgbClr val="F2F4F6"/>
              </a:solidFill>
            </a:ln>
          </p:spPr>
        </p:sp>
      </p:grpSp>
      <p:grpSp>
        <p:nvGrpSpPr>
          <p:cNvPr id="6241" name="Pose_0">
            <a:extLst>
              <a:ext uri="{FF2B5EF4-FFF2-40B4-BE49-F238E27FC236}">
                <a16:creationId xmlns:a16="http://schemas.microsoft.com/office/drawing/2014/main" id="{47685700-8CF0-3DCD-8193-E759A21B5CA4}"/>
              </a:ext>
            </a:extLst>
          </p:cNvPr>
          <p:cNvGrpSpPr/>
          <p:nvPr/>
        </p:nvGrpSpPr>
        <p:grpSpPr>
          <a:xfrm>
            <a:off x="7493171" y="2098532"/>
            <a:ext cx="204069" cy="56923"/>
            <a:chOff x="15046860" y="2588926"/>
            <a:chExt cx="707099" cy="197236"/>
          </a:xfrm>
        </p:grpSpPr>
        <p:sp>
          <p:nvSpPr>
            <p:cNvPr id="6115" name="Pose_0__6114">
              <a:extLst>
                <a:ext uri="{FF2B5EF4-FFF2-40B4-BE49-F238E27FC236}">
                  <a16:creationId xmlns:a16="http://schemas.microsoft.com/office/drawing/2014/main" id="{52B993FE-27A4-BB9A-0519-4223BE42B006}"/>
                </a:ext>
              </a:extLst>
            </p:cNvPr>
            <p:cNvSpPr>
              <a:spLocks noGrp="1"/>
            </p:cNvSpPr>
            <p:nvPr/>
          </p:nvSpPr>
          <p:spPr>
            <a:xfrm>
              <a:off x="15249525" y="2655296"/>
              <a:ext cx="68257" cy="76951"/>
            </a:xfrm>
            <a:custGeom>
              <a:avLst/>
              <a:gdLst/>
              <a:ahLst/>
              <a:cxnLst/>
              <a:rect l="0" t="0" r="0" b="0"/>
              <a:pathLst>
                <a:path w="68257" h="76951">
                  <a:moveTo>
                    <a:pt x="0" y="76951"/>
                  </a:moveTo>
                  <a:lnTo>
                    <a:pt x="68257" y="0"/>
                  </a:lnTo>
                </a:path>
              </a:pathLst>
            </a:custGeom>
            <a:noFill/>
            <a:ln w="33338">
              <a:solidFill>
                <a:srgbClr val="50B982"/>
              </a:solidFill>
            </a:ln>
          </p:spPr>
        </p:sp>
        <p:sp>
          <p:nvSpPr>
            <p:cNvPr id="6116" name="Pose_0__6115">
              <a:extLst>
                <a:ext uri="{FF2B5EF4-FFF2-40B4-BE49-F238E27FC236}">
                  <a16:creationId xmlns:a16="http://schemas.microsoft.com/office/drawing/2014/main" id="{D4C030CE-48AC-D238-559A-4724D392403C}"/>
                </a:ext>
              </a:extLst>
            </p:cNvPr>
            <p:cNvSpPr>
              <a:spLocks noGrp="1"/>
            </p:cNvSpPr>
            <p:nvPr/>
          </p:nvSpPr>
          <p:spPr>
            <a:xfrm>
              <a:off x="15317782" y="2624169"/>
              <a:ext cx="106054" cy="31127"/>
            </a:xfrm>
            <a:custGeom>
              <a:avLst/>
              <a:gdLst/>
              <a:ahLst/>
              <a:cxnLst/>
              <a:rect l="0" t="0" r="0" b="0"/>
              <a:pathLst>
                <a:path w="106054" h="31127">
                  <a:moveTo>
                    <a:pt x="0" y="31127"/>
                  </a:moveTo>
                  <a:lnTo>
                    <a:pt x="106054" y="0"/>
                  </a:lnTo>
                </a:path>
              </a:pathLst>
            </a:custGeom>
            <a:noFill/>
            <a:ln w="33338">
              <a:solidFill>
                <a:srgbClr val="50B982"/>
              </a:solidFill>
            </a:ln>
          </p:spPr>
        </p:sp>
        <p:sp>
          <p:nvSpPr>
            <p:cNvPr id="6117" name="Pose_0__6116">
              <a:extLst>
                <a:ext uri="{FF2B5EF4-FFF2-40B4-BE49-F238E27FC236}">
                  <a16:creationId xmlns:a16="http://schemas.microsoft.com/office/drawing/2014/main" id="{CF52B03D-D375-6AD1-DD04-F0D327D1E4F8}"/>
                </a:ext>
              </a:extLst>
            </p:cNvPr>
            <p:cNvSpPr>
              <a:spLocks noGrp="1"/>
            </p:cNvSpPr>
            <p:nvPr/>
          </p:nvSpPr>
          <p:spPr>
            <a:xfrm>
              <a:off x="15423836" y="2624169"/>
              <a:ext cx="37900" cy="38253"/>
            </a:xfrm>
            <a:custGeom>
              <a:avLst/>
              <a:gdLst/>
              <a:ahLst/>
              <a:cxnLst/>
              <a:rect l="0" t="0" r="0" b="0"/>
              <a:pathLst>
                <a:path w="37900" h="38253">
                  <a:moveTo>
                    <a:pt x="0" y="0"/>
                  </a:moveTo>
                  <a:lnTo>
                    <a:pt x="37900" y="38253"/>
                  </a:lnTo>
                </a:path>
              </a:pathLst>
            </a:custGeom>
            <a:noFill/>
            <a:ln w="33338">
              <a:solidFill>
                <a:srgbClr val="50B982"/>
              </a:solidFill>
            </a:ln>
          </p:spPr>
        </p:sp>
        <p:sp>
          <p:nvSpPr>
            <p:cNvPr id="6118" name="Pose_0__6117">
              <a:extLst>
                <a:ext uri="{FF2B5EF4-FFF2-40B4-BE49-F238E27FC236}">
                  <a16:creationId xmlns:a16="http://schemas.microsoft.com/office/drawing/2014/main" id="{010826C1-6F4E-3BED-D511-4B8F89BB6533}"/>
                </a:ext>
              </a:extLst>
            </p:cNvPr>
            <p:cNvSpPr>
              <a:spLocks noGrp="1"/>
            </p:cNvSpPr>
            <p:nvPr/>
          </p:nvSpPr>
          <p:spPr>
            <a:xfrm>
              <a:off x="15392415" y="2662422"/>
              <a:ext cx="69322" cy="63343"/>
            </a:xfrm>
            <a:custGeom>
              <a:avLst/>
              <a:gdLst/>
              <a:ahLst/>
              <a:cxnLst/>
              <a:rect l="0" t="0" r="0" b="0"/>
              <a:pathLst>
                <a:path w="69322" h="63343">
                  <a:moveTo>
                    <a:pt x="69322" y="0"/>
                  </a:moveTo>
                  <a:lnTo>
                    <a:pt x="0" y="63343"/>
                  </a:lnTo>
                </a:path>
              </a:pathLst>
            </a:custGeom>
            <a:noFill/>
            <a:ln w="33338">
              <a:solidFill>
                <a:srgbClr val="50B982"/>
              </a:solidFill>
            </a:ln>
          </p:spPr>
        </p:sp>
        <p:sp>
          <p:nvSpPr>
            <p:cNvPr id="6119" name="Pose_0__6118">
              <a:extLst>
                <a:ext uri="{FF2B5EF4-FFF2-40B4-BE49-F238E27FC236}">
                  <a16:creationId xmlns:a16="http://schemas.microsoft.com/office/drawing/2014/main" id="{0E13BB40-88F5-D197-B153-0CDB9528998F}"/>
                </a:ext>
              </a:extLst>
            </p:cNvPr>
            <p:cNvSpPr>
              <a:spLocks noGrp="1"/>
            </p:cNvSpPr>
            <p:nvPr/>
          </p:nvSpPr>
          <p:spPr>
            <a:xfrm>
              <a:off x="15283828" y="2725764"/>
              <a:ext cx="108587" cy="25155"/>
            </a:xfrm>
            <a:custGeom>
              <a:avLst/>
              <a:gdLst/>
              <a:ahLst/>
              <a:cxnLst/>
              <a:rect l="0" t="0" r="0" b="0"/>
              <a:pathLst>
                <a:path w="108587" h="25155">
                  <a:moveTo>
                    <a:pt x="108587" y="0"/>
                  </a:moveTo>
                  <a:lnTo>
                    <a:pt x="0" y="25155"/>
                  </a:lnTo>
                </a:path>
              </a:pathLst>
            </a:custGeom>
            <a:noFill/>
            <a:ln w="33338">
              <a:solidFill>
                <a:srgbClr val="50B982"/>
              </a:solidFill>
            </a:ln>
          </p:spPr>
        </p:sp>
        <p:sp>
          <p:nvSpPr>
            <p:cNvPr id="6120" name="Pose_0__6119">
              <a:extLst>
                <a:ext uri="{FF2B5EF4-FFF2-40B4-BE49-F238E27FC236}">
                  <a16:creationId xmlns:a16="http://schemas.microsoft.com/office/drawing/2014/main" id="{683D7FFD-33CE-997C-4836-23DA59FD6D06}"/>
                </a:ext>
              </a:extLst>
            </p:cNvPr>
            <p:cNvSpPr>
              <a:spLocks noGrp="1"/>
            </p:cNvSpPr>
            <p:nvPr/>
          </p:nvSpPr>
          <p:spPr>
            <a:xfrm>
              <a:off x="15249525" y="2732246"/>
              <a:ext cx="34303" cy="18673"/>
            </a:xfrm>
            <a:custGeom>
              <a:avLst/>
              <a:gdLst/>
              <a:ahLst/>
              <a:cxnLst/>
              <a:rect l="0" t="0" r="0" b="0"/>
              <a:pathLst>
                <a:path w="34303" h="18673">
                  <a:moveTo>
                    <a:pt x="34303" y="18673"/>
                  </a:moveTo>
                  <a:lnTo>
                    <a:pt x="0" y="0"/>
                  </a:lnTo>
                </a:path>
              </a:pathLst>
            </a:custGeom>
            <a:noFill/>
            <a:ln w="33338">
              <a:solidFill>
                <a:srgbClr val="50B982"/>
              </a:solidFill>
            </a:ln>
          </p:spPr>
        </p:sp>
        <p:sp>
          <p:nvSpPr>
            <p:cNvPr id="6121" name="Pose_0__6120">
              <a:extLst>
                <a:ext uri="{FF2B5EF4-FFF2-40B4-BE49-F238E27FC236}">
                  <a16:creationId xmlns:a16="http://schemas.microsoft.com/office/drawing/2014/main" id="{A48FD6FE-4B94-C5AE-AD56-1E55BCB83A59}"/>
                </a:ext>
              </a:extLst>
            </p:cNvPr>
            <p:cNvSpPr>
              <a:spLocks noGrp="1"/>
            </p:cNvSpPr>
            <p:nvPr/>
          </p:nvSpPr>
          <p:spPr>
            <a:xfrm>
              <a:off x="15461736" y="2662422"/>
              <a:ext cx="81128" cy="27091"/>
            </a:xfrm>
            <a:custGeom>
              <a:avLst/>
              <a:gdLst/>
              <a:ahLst/>
              <a:cxnLst/>
              <a:rect l="0" t="0" r="0" b="0"/>
              <a:pathLst>
                <a:path w="81128" h="27091">
                  <a:moveTo>
                    <a:pt x="0" y="0"/>
                  </a:moveTo>
                  <a:lnTo>
                    <a:pt x="81128" y="27091"/>
                  </a:lnTo>
                </a:path>
              </a:pathLst>
            </a:custGeom>
            <a:noFill/>
            <a:ln w="33338">
              <a:solidFill>
                <a:srgbClr val="50B982"/>
              </a:solidFill>
            </a:ln>
          </p:spPr>
        </p:sp>
        <p:sp>
          <p:nvSpPr>
            <p:cNvPr id="6122" name="Pose_0__6121">
              <a:extLst>
                <a:ext uri="{FF2B5EF4-FFF2-40B4-BE49-F238E27FC236}">
                  <a16:creationId xmlns:a16="http://schemas.microsoft.com/office/drawing/2014/main" id="{51D43921-A6DB-C817-BB36-DA5A1DF58D96}"/>
                </a:ext>
              </a:extLst>
            </p:cNvPr>
            <p:cNvSpPr>
              <a:spLocks noGrp="1"/>
            </p:cNvSpPr>
            <p:nvPr/>
          </p:nvSpPr>
          <p:spPr>
            <a:xfrm>
              <a:off x="15542864" y="2689513"/>
              <a:ext cx="101480" cy="50062"/>
            </a:xfrm>
            <a:custGeom>
              <a:avLst/>
              <a:gdLst/>
              <a:ahLst/>
              <a:cxnLst/>
              <a:rect l="0" t="0" r="0" b="0"/>
              <a:pathLst>
                <a:path w="101480" h="50062">
                  <a:moveTo>
                    <a:pt x="0" y="0"/>
                  </a:moveTo>
                  <a:lnTo>
                    <a:pt x="101480" y="50062"/>
                  </a:lnTo>
                </a:path>
              </a:pathLst>
            </a:custGeom>
            <a:noFill/>
            <a:ln w="33338">
              <a:solidFill>
                <a:srgbClr val="50B982"/>
              </a:solidFill>
            </a:ln>
          </p:spPr>
        </p:sp>
        <p:sp>
          <p:nvSpPr>
            <p:cNvPr id="6123" name="Pose_0__6122">
              <a:extLst>
                <a:ext uri="{FF2B5EF4-FFF2-40B4-BE49-F238E27FC236}">
                  <a16:creationId xmlns:a16="http://schemas.microsoft.com/office/drawing/2014/main" id="{56FE8A63-47D4-60F1-F231-83216C6EBAA5}"/>
                </a:ext>
              </a:extLst>
            </p:cNvPr>
            <p:cNvSpPr>
              <a:spLocks noGrp="1"/>
            </p:cNvSpPr>
            <p:nvPr/>
          </p:nvSpPr>
          <p:spPr>
            <a:xfrm>
              <a:off x="15644344" y="2677546"/>
              <a:ext cx="74372" cy="62030"/>
            </a:xfrm>
            <a:custGeom>
              <a:avLst/>
              <a:gdLst/>
              <a:ahLst/>
              <a:cxnLst/>
              <a:rect l="0" t="0" r="0" b="0"/>
              <a:pathLst>
                <a:path w="74372" h="62030">
                  <a:moveTo>
                    <a:pt x="0" y="62030"/>
                  </a:moveTo>
                  <a:lnTo>
                    <a:pt x="74372" y="0"/>
                  </a:lnTo>
                </a:path>
              </a:pathLst>
            </a:custGeom>
            <a:noFill/>
            <a:ln w="33338">
              <a:solidFill>
                <a:srgbClr val="50B982"/>
              </a:solidFill>
            </a:ln>
          </p:spPr>
        </p:sp>
        <p:sp>
          <p:nvSpPr>
            <p:cNvPr id="6124" name="Pose_0__6123">
              <a:extLst>
                <a:ext uri="{FF2B5EF4-FFF2-40B4-BE49-F238E27FC236}">
                  <a16:creationId xmlns:a16="http://schemas.microsoft.com/office/drawing/2014/main" id="{72BF9EB1-E3D2-B9BE-D033-18F26C5BFC7B}"/>
                </a:ext>
              </a:extLst>
            </p:cNvPr>
            <p:cNvSpPr>
              <a:spLocks noGrp="1"/>
            </p:cNvSpPr>
            <p:nvPr/>
          </p:nvSpPr>
          <p:spPr>
            <a:xfrm>
              <a:off x="15173477" y="2723315"/>
              <a:ext cx="76048" cy="8931"/>
            </a:xfrm>
            <a:custGeom>
              <a:avLst/>
              <a:gdLst/>
              <a:ahLst/>
              <a:cxnLst/>
              <a:rect l="0" t="0" r="0" b="0"/>
              <a:pathLst>
                <a:path w="76048" h="8931">
                  <a:moveTo>
                    <a:pt x="76048" y="8931"/>
                  </a:moveTo>
                  <a:lnTo>
                    <a:pt x="0" y="0"/>
                  </a:lnTo>
                </a:path>
              </a:pathLst>
            </a:custGeom>
            <a:noFill/>
            <a:ln w="33338">
              <a:solidFill>
                <a:srgbClr val="50B982"/>
              </a:solidFill>
            </a:ln>
          </p:spPr>
        </p:sp>
        <p:sp>
          <p:nvSpPr>
            <p:cNvPr id="6125" name="Pose_0__6124">
              <a:extLst>
                <a:ext uri="{FF2B5EF4-FFF2-40B4-BE49-F238E27FC236}">
                  <a16:creationId xmlns:a16="http://schemas.microsoft.com/office/drawing/2014/main" id="{F31C797A-34F5-FFE4-5DC5-27B3E1504D80}"/>
                </a:ext>
              </a:extLst>
            </p:cNvPr>
            <p:cNvSpPr>
              <a:spLocks noGrp="1"/>
            </p:cNvSpPr>
            <p:nvPr/>
          </p:nvSpPr>
          <p:spPr>
            <a:xfrm>
              <a:off x="15082103" y="2669497"/>
              <a:ext cx="91375" cy="53818"/>
            </a:xfrm>
            <a:custGeom>
              <a:avLst/>
              <a:gdLst/>
              <a:ahLst/>
              <a:cxnLst/>
              <a:rect l="0" t="0" r="0" b="0"/>
              <a:pathLst>
                <a:path w="91375" h="53818">
                  <a:moveTo>
                    <a:pt x="91375" y="53818"/>
                  </a:moveTo>
                  <a:lnTo>
                    <a:pt x="0" y="0"/>
                  </a:lnTo>
                </a:path>
              </a:pathLst>
            </a:custGeom>
            <a:noFill/>
            <a:ln w="33338">
              <a:solidFill>
                <a:srgbClr val="50B982"/>
              </a:solidFill>
            </a:ln>
          </p:spPr>
        </p:sp>
        <p:sp>
          <p:nvSpPr>
            <p:cNvPr id="6126" name="Pose_0__6125">
              <a:extLst>
                <a:ext uri="{FF2B5EF4-FFF2-40B4-BE49-F238E27FC236}">
                  <a16:creationId xmlns:a16="http://schemas.microsoft.com/office/drawing/2014/main" id="{1A68869A-366E-F9EC-41E0-8B31DA3B0BE4}"/>
                </a:ext>
              </a:extLst>
            </p:cNvPr>
            <p:cNvSpPr>
              <a:spLocks noGrp="1"/>
            </p:cNvSpPr>
            <p:nvPr/>
          </p:nvSpPr>
          <p:spPr>
            <a:xfrm>
              <a:off x="15214283" y="2697004"/>
              <a:ext cx="70485" cy="70485"/>
            </a:xfrm>
            <a:prstGeom prst="ellipse">
              <a:avLst/>
            </a:prstGeom>
            <a:solidFill>
              <a:srgbClr val="77C89E"/>
            </a:solidFill>
            <a:ln w="4286">
              <a:solidFill>
                <a:srgbClr val="FFFFFF"/>
              </a:solidFill>
            </a:ln>
          </p:spPr>
        </p:sp>
        <p:sp>
          <p:nvSpPr>
            <p:cNvPr id="6127" name="Pose_0__6126">
              <a:extLst>
                <a:ext uri="{FF2B5EF4-FFF2-40B4-BE49-F238E27FC236}">
                  <a16:creationId xmlns:a16="http://schemas.microsoft.com/office/drawing/2014/main" id="{E907DF34-D886-AC76-9021-F5AAB7F4D69E}"/>
                </a:ext>
              </a:extLst>
            </p:cNvPr>
            <p:cNvSpPr>
              <a:spLocks noGrp="1"/>
            </p:cNvSpPr>
            <p:nvPr/>
          </p:nvSpPr>
          <p:spPr>
            <a:xfrm>
              <a:off x="15282540" y="2620053"/>
              <a:ext cx="70485" cy="70485"/>
            </a:xfrm>
            <a:prstGeom prst="ellipse">
              <a:avLst/>
            </a:prstGeom>
            <a:solidFill>
              <a:srgbClr val="50B982"/>
            </a:solidFill>
            <a:ln w="4286">
              <a:solidFill>
                <a:srgbClr val="FFFFFF"/>
              </a:solidFill>
            </a:ln>
          </p:spPr>
        </p:sp>
        <p:sp>
          <p:nvSpPr>
            <p:cNvPr id="6128" name="Pose_0__6127">
              <a:extLst>
                <a:ext uri="{FF2B5EF4-FFF2-40B4-BE49-F238E27FC236}">
                  <a16:creationId xmlns:a16="http://schemas.microsoft.com/office/drawing/2014/main" id="{C83AD4F0-9B18-B2C5-9279-EF16D72FE1BD}"/>
                </a:ext>
              </a:extLst>
            </p:cNvPr>
            <p:cNvSpPr>
              <a:spLocks noGrp="1"/>
            </p:cNvSpPr>
            <p:nvPr/>
          </p:nvSpPr>
          <p:spPr>
            <a:xfrm>
              <a:off x="15388594" y="2588926"/>
              <a:ext cx="70485" cy="70485"/>
            </a:xfrm>
            <a:prstGeom prst="ellipse">
              <a:avLst/>
            </a:prstGeom>
            <a:solidFill>
              <a:srgbClr val="50B982"/>
            </a:solidFill>
            <a:ln w="4286">
              <a:solidFill>
                <a:srgbClr val="FFFFFF"/>
              </a:solidFill>
            </a:ln>
          </p:spPr>
        </p:sp>
        <p:sp>
          <p:nvSpPr>
            <p:cNvPr id="6129" name="Pose_0__6128">
              <a:extLst>
                <a:ext uri="{FF2B5EF4-FFF2-40B4-BE49-F238E27FC236}">
                  <a16:creationId xmlns:a16="http://schemas.microsoft.com/office/drawing/2014/main" id="{EF364ED3-227C-7E8B-AE45-9DB80F8A681D}"/>
                </a:ext>
              </a:extLst>
            </p:cNvPr>
            <p:cNvSpPr>
              <a:spLocks noGrp="1"/>
            </p:cNvSpPr>
            <p:nvPr/>
          </p:nvSpPr>
          <p:spPr>
            <a:xfrm>
              <a:off x="15426494" y="2627179"/>
              <a:ext cx="70485" cy="70485"/>
            </a:xfrm>
            <a:prstGeom prst="ellipse">
              <a:avLst/>
            </a:prstGeom>
            <a:solidFill>
              <a:srgbClr val="50B982"/>
            </a:solidFill>
            <a:ln w="4286">
              <a:solidFill>
                <a:srgbClr val="FFFFFF"/>
              </a:solidFill>
            </a:ln>
          </p:spPr>
        </p:sp>
        <p:sp>
          <p:nvSpPr>
            <p:cNvPr id="6130" name="Pose_0__6129">
              <a:extLst>
                <a:ext uri="{FF2B5EF4-FFF2-40B4-BE49-F238E27FC236}">
                  <a16:creationId xmlns:a16="http://schemas.microsoft.com/office/drawing/2014/main" id="{BE330468-9AD7-9446-C24C-3D188A2D53BB}"/>
                </a:ext>
              </a:extLst>
            </p:cNvPr>
            <p:cNvSpPr>
              <a:spLocks noGrp="1"/>
            </p:cNvSpPr>
            <p:nvPr/>
          </p:nvSpPr>
          <p:spPr>
            <a:xfrm>
              <a:off x="15357172" y="2690522"/>
              <a:ext cx="70485" cy="70485"/>
            </a:xfrm>
            <a:prstGeom prst="ellipse">
              <a:avLst/>
            </a:prstGeom>
            <a:solidFill>
              <a:srgbClr val="50B982"/>
            </a:solidFill>
            <a:ln w="4286">
              <a:solidFill>
                <a:srgbClr val="FFFFFF"/>
              </a:solidFill>
            </a:ln>
          </p:spPr>
        </p:sp>
        <p:sp>
          <p:nvSpPr>
            <p:cNvPr id="6131" name="Pose_0__6130">
              <a:extLst>
                <a:ext uri="{FF2B5EF4-FFF2-40B4-BE49-F238E27FC236}">
                  <a16:creationId xmlns:a16="http://schemas.microsoft.com/office/drawing/2014/main" id="{4607339E-E0B6-E5FD-C476-08DAF036DCD7}"/>
                </a:ext>
              </a:extLst>
            </p:cNvPr>
            <p:cNvSpPr>
              <a:spLocks noGrp="1"/>
            </p:cNvSpPr>
            <p:nvPr/>
          </p:nvSpPr>
          <p:spPr>
            <a:xfrm>
              <a:off x="15248585" y="2715677"/>
              <a:ext cx="70485" cy="70485"/>
            </a:xfrm>
            <a:prstGeom prst="ellipse">
              <a:avLst/>
            </a:prstGeom>
            <a:solidFill>
              <a:srgbClr val="77C89E"/>
            </a:solidFill>
            <a:ln w="4286">
              <a:solidFill>
                <a:srgbClr val="FFFFFF"/>
              </a:solidFill>
            </a:ln>
          </p:spPr>
        </p:sp>
        <p:sp>
          <p:nvSpPr>
            <p:cNvPr id="6132" name="Pose_0__6131">
              <a:extLst>
                <a:ext uri="{FF2B5EF4-FFF2-40B4-BE49-F238E27FC236}">
                  <a16:creationId xmlns:a16="http://schemas.microsoft.com/office/drawing/2014/main" id="{871B8B20-AE5A-A413-DFD8-B8CDC9F72BFC}"/>
                </a:ext>
              </a:extLst>
            </p:cNvPr>
            <p:cNvSpPr>
              <a:spLocks noGrp="1"/>
            </p:cNvSpPr>
            <p:nvPr/>
          </p:nvSpPr>
          <p:spPr>
            <a:xfrm>
              <a:off x="15507622" y="2654270"/>
              <a:ext cx="70485" cy="70485"/>
            </a:xfrm>
            <a:prstGeom prst="ellipse">
              <a:avLst/>
            </a:prstGeom>
            <a:solidFill>
              <a:srgbClr val="50B982"/>
            </a:solidFill>
            <a:ln w="4286">
              <a:solidFill>
                <a:srgbClr val="FFFFFF"/>
              </a:solidFill>
            </a:ln>
          </p:spPr>
        </p:sp>
        <p:sp>
          <p:nvSpPr>
            <p:cNvPr id="6133" name="Pose_0__6132">
              <a:extLst>
                <a:ext uri="{FF2B5EF4-FFF2-40B4-BE49-F238E27FC236}">
                  <a16:creationId xmlns:a16="http://schemas.microsoft.com/office/drawing/2014/main" id="{AAA1B9E1-B86E-900B-EB00-54554BD5D536}"/>
                </a:ext>
              </a:extLst>
            </p:cNvPr>
            <p:cNvSpPr>
              <a:spLocks noGrp="1"/>
            </p:cNvSpPr>
            <p:nvPr/>
          </p:nvSpPr>
          <p:spPr>
            <a:xfrm>
              <a:off x="15609102" y="2704333"/>
              <a:ext cx="70485" cy="70485"/>
            </a:xfrm>
            <a:prstGeom prst="ellipse">
              <a:avLst/>
            </a:prstGeom>
            <a:solidFill>
              <a:srgbClr val="50B982"/>
            </a:solidFill>
            <a:ln w="4286">
              <a:solidFill>
                <a:srgbClr val="FFFFFF"/>
              </a:solidFill>
            </a:ln>
          </p:spPr>
        </p:sp>
        <p:sp>
          <p:nvSpPr>
            <p:cNvPr id="6134" name="Pose_0__6133">
              <a:extLst>
                <a:ext uri="{FF2B5EF4-FFF2-40B4-BE49-F238E27FC236}">
                  <a16:creationId xmlns:a16="http://schemas.microsoft.com/office/drawing/2014/main" id="{8ABA0F77-6EA3-C312-F508-B70663C28B77}"/>
                </a:ext>
              </a:extLst>
            </p:cNvPr>
            <p:cNvSpPr>
              <a:spLocks noGrp="1"/>
            </p:cNvSpPr>
            <p:nvPr/>
          </p:nvSpPr>
          <p:spPr>
            <a:xfrm>
              <a:off x="15683474" y="2642303"/>
              <a:ext cx="70485" cy="70485"/>
            </a:xfrm>
            <a:prstGeom prst="ellipse">
              <a:avLst/>
            </a:prstGeom>
            <a:solidFill>
              <a:srgbClr val="50B982"/>
            </a:solidFill>
            <a:ln w="4286">
              <a:solidFill>
                <a:srgbClr val="FFFFFF"/>
              </a:solidFill>
            </a:ln>
          </p:spPr>
        </p:sp>
        <p:sp>
          <p:nvSpPr>
            <p:cNvPr id="6135" name="Pose_0__6134">
              <a:extLst>
                <a:ext uri="{FF2B5EF4-FFF2-40B4-BE49-F238E27FC236}">
                  <a16:creationId xmlns:a16="http://schemas.microsoft.com/office/drawing/2014/main" id="{7710417A-212D-3F45-5430-CDCF0EEC19F3}"/>
                </a:ext>
              </a:extLst>
            </p:cNvPr>
            <p:cNvSpPr>
              <a:spLocks noGrp="1"/>
            </p:cNvSpPr>
            <p:nvPr/>
          </p:nvSpPr>
          <p:spPr>
            <a:xfrm>
              <a:off x="15138235" y="2688073"/>
              <a:ext cx="70485" cy="70485"/>
            </a:xfrm>
            <a:prstGeom prst="ellipse">
              <a:avLst/>
            </a:prstGeom>
            <a:solidFill>
              <a:srgbClr val="50B982"/>
            </a:solidFill>
            <a:ln w="4286">
              <a:solidFill>
                <a:srgbClr val="FFFFFF"/>
              </a:solidFill>
            </a:ln>
          </p:spPr>
        </p:sp>
        <p:sp>
          <p:nvSpPr>
            <p:cNvPr id="6136" name="Pose_0__6135">
              <a:extLst>
                <a:ext uri="{FF2B5EF4-FFF2-40B4-BE49-F238E27FC236}">
                  <a16:creationId xmlns:a16="http://schemas.microsoft.com/office/drawing/2014/main" id="{A75EA27E-7CF8-F06C-708A-BD45CDAE4CCE}"/>
                </a:ext>
              </a:extLst>
            </p:cNvPr>
            <p:cNvSpPr>
              <a:spLocks noGrp="1"/>
            </p:cNvSpPr>
            <p:nvPr/>
          </p:nvSpPr>
          <p:spPr>
            <a:xfrm>
              <a:off x="15046860" y="2634254"/>
              <a:ext cx="70485" cy="70485"/>
            </a:xfrm>
            <a:prstGeom prst="ellipse">
              <a:avLst/>
            </a:prstGeom>
            <a:solidFill>
              <a:srgbClr val="77C89E"/>
            </a:solidFill>
            <a:ln w="4286">
              <a:solidFill>
                <a:srgbClr val="FFFFFF"/>
              </a:solidFill>
            </a:ln>
          </p:spPr>
        </p:sp>
      </p:grpSp>
      <p:grpSp>
        <p:nvGrpSpPr>
          <p:cNvPr id="6242" name="Pose_1">
            <a:extLst>
              <a:ext uri="{FF2B5EF4-FFF2-40B4-BE49-F238E27FC236}">
                <a16:creationId xmlns:a16="http://schemas.microsoft.com/office/drawing/2014/main" id="{5ED7A44A-B391-00C6-ECEF-C512C0EAAE42}"/>
              </a:ext>
            </a:extLst>
          </p:cNvPr>
          <p:cNvGrpSpPr/>
          <p:nvPr/>
        </p:nvGrpSpPr>
        <p:grpSpPr>
          <a:xfrm>
            <a:off x="7729578" y="2436649"/>
            <a:ext cx="204069" cy="56923"/>
            <a:chOff x="15866010" y="3760501"/>
            <a:chExt cx="707099" cy="197236"/>
          </a:xfrm>
        </p:grpSpPr>
        <p:sp>
          <p:nvSpPr>
            <p:cNvPr id="6137" name="Pose_1__6136">
              <a:extLst>
                <a:ext uri="{FF2B5EF4-FFF2-40B4-BE49-F238E27FC236}">
                  <a16:creationId xmlns:a16="http://schemas.microsoft.com/office/drawing/2014/main" id="{DEDBDE4E-4B03-FF8D-CAC8-2AD769EE762F}"/>
                </a:ext>
              </a:extLst>
            </p:cNvPr>
            <p:cNvSpPr>
              <a:spLocks noGrp="1"/>
            </p:cNvSpPr>
            <p:nvPr/>
          </p:nvSpPr>
          <p:spPr>
            <a:xfrm>
              <a:off x="16068675" y="3826871"/>
              <a:ext cx="68257" cy="76951"/>
            </a:xfrm>
            <a:custGeom>
              <a:avLst/>
              <a:gdLst/>
              <a:ahLst/>
              <a:cxnLst/>
              <a:rect l="0" t="0" r="0" b="0"/>
              <a:pathLst>
                <a:path w="68257" h="76951">
                  <a:moveTo>
                    <a:pt x="0" y="76951"/>
                  </a:moveTo>
                  <a:lnTo>
                    <a:pt x="68257" y="0"/>
                  </a:lnTo>
                </a:path>
              </a:pathLst>
            </a:custGeom>
            <a:noFill/>
            <a:ln w="33338">
              <a:solidFill>
                <a:srgbClr val="50B982"/>
              </a:solidFill>
            </a:ln>
          </p:spPr>
        </p:sp>
        <p:sp>
          <p:nvSpPr>
            <p:cNvPr id="6138" name="Pose_1__6137">
              <a:extLst>
                <a:ext uri="{FF2B5EF4-FFF2-40B4-BE49-F238E27FC236}">
                  <a16:creationId xmlns:a16="http://schemas.microsoft.com/office/drawing/2014/main" id="{3934215D-DC87-09C0-4E0D-29C37465695B}"/>
                </a:ext>
              </a:extLst>
            </p:cNvPr>
            <p:cNvSpPr>
              <a:spLocks noGrp="1"/>
            </p:cNvSpPr>
            <p:nvPr/>
          </p:nvSpPr>
          <p:spPr>
            <a:xfrm>
              <a:off x="16136932" y="3795744"/>
              <a:ext cx="106054" cy="31127"/>
            </a:xfrm>
            <a:custGeom>
              <a:avLst/>
              <a:gdLst/>
              <a:ahLst/>
              <a:cxnLst/>
              <a:rect l="0" t="0" r="0" b="0"/>
              <a:pathLst>
                <a:path w="106054" h="31127">
                  <a:moveTo>
                    <a:pt x="0" y="31127"/>
                  </a:moveTo>
                  <a:lnTo>
                    <a:pt x="106054" y="0"/>
                  </a:lnTo>
                </a:path>
              </a:pathLst>
            </a:custGeom>
            <a:noFill/>
            <a:ln w="33338">
              <a:solidFill>
                <a:srgbClr val="50B982"/>
              </a:solidFill>
            </a:ln>
          </p:spPr>
        </p:sp>
        <p:sp>
          <p:nvSpPr>
            <p:cNvPr id="6139" name="Pose_1__6138">
              <a:extLst>
                <a:ext uri="{FF2B5EF4-FFF2-40B4-BE49-F238E27FC236}">
                  <a16:creationId xmlns:a16="http://schemas.microsoft.com/office/drawing/2014/main" id="{C40795CA-2630-606B-554A-B9BEC0D34EF3}"/>
                </a:ext>
              </a:extLst>
            </p:cNvPr>
            <p:cNvSpPr>
              <a:spLocks noGrp="1"/>
            </p:cNvSpPr>
            <p:nvPr/>
          </p:nvSpPr>
          <p:spPr>
            <a:xfrm>
              <a:off x="16242986" y="3795744"/>
              <a:ext cx="37900" cy="38253"/>
            </a:xfrm>
            <a:custGeom>
              <a:avLst/>
              <a:gdLst/>
              <a:ahLst/>
              <a:cxnLst/>
              <a:rect l="0" t="0" r="0" b="0"/>
              <a:pathLst>
                <a:path w="37900" h="38253">
                  <a:moveTo>
                    <a:pt x="0" y="0"/>
                  </a:moveTo>
                  <a:lnTo>
                    <a:pt x="37900" y="38253"/>
                  </a:lnTo>
                </a:path>
              </a:pathLst>
            </a:custGeom>
            <a:noFill/>
            <a:ln w="33338">
              <a:solidFill>
                <a:srgbClr val="50B982"/>
              </a:solidFill>
            </a:ln>
          </p:spPr>
        </p:sp>
        <p:sp>
          <p:nvSpPr>
            <p:cNvPr id="6140" name="Pose_1__6139">
              <a:extLst>
                <a:ext uri="{FF2B5EF4-FFF2-40B4-BE49-F238E27FC236}">
                  <a16:creationId xmlns:a16="http://schemas.microsoft.com/office/drawing/2014/main" id="{32E14311-C0C4-83AB-8D1B-EB8EF19B1C7C}"/>
                </a:ext>
              </a:extLst>
            </p:cNvPr>
            <p:cNvSpPr>
              <a:spLocks noGrp="1"/>
            </p:cNvSpPr>
            <p:nvPr/>
          </p:nvSpPr>
          <p:spPr>
            <a:xfrm>
              <a:off x="16211565" y="3833997"/>
              <a:ext cx="69322" cy="63343"/>
            </a:xfrm>
            <a:custGeom>
              <a:avLst/>
              <a:gdLst/>
              <a:ahLst/>
              <a:cxnLst/>
              <a:rect l="0" t="0" r="0" b="0"/>
              <a:pathLst>
                <a:path w="69322" h="63343">
                  <a:moveTo>
                    <a:pt x="69322" y="0"/>
                  </a:moveTo>
                  <a:lnTo>
                    <a:pt x="0" y="63343"/>
                  </a:lnTo>
                </a:path>
              </a:pathLst>
            </a:custGeom>
            <a:noFill/>
            <a:ln w="33338">
              <a:solidFill>
                <a:srgbClr val="50B982"/>
              </a:solidFill>
            </a:ln>
          </p:spPr>
        </p:sp>
        <p:sp>
          <p:nvSpPr>
            <p:cNvPr id="6141" name="Pose_1__6140">
              <a:extLst>
                <a:ext uri="{FF2B5EF4-FFF2-40B4-BE49-F238E27FC236}">
                  <a16:creationId xmlns:a16="http://schemas.microsoft.com/office/drawing/2014/main" id="{E404693D-E608-F20A-AAA9-4D1BD98F6D46}"/>
                </a:ext>
              </a:extLst>
            </p:cNvPr>
            <p:cNvSpPr>
              <a:spLocks noGrp="1"/>
            </p:cNvSpPr>
            <p:nvPr/>
          </p:nvSpPr>
          <p:spPr>
            <a:xfrm>
              <a:off x="16102978" y="3897339"/>
              <a:ext cx="108587" cy="25155"/>
            </a:xfrm>
            <a:custGeom>
              <a:avLst/>
              <a:gdLst/>
              <a:ahLst/>
              <a:cxnLst/>
              <a:rect l="0" t="0" r="0" b="0"/>
              <a:pathLst>
                <a:path w="108587" h="25155">
                  <a:moveTo>
                    <a:pt x="108587" y="0"/>
                  </a:moveTo>
                  <a:lnTo>
                    <a:pt x="0" y="25155"/>
                  </a:lnTo>
                </a:path>
              </a:pathLst>
            </a:custGeom>
            <a:noFill/>
            <a:ln w="33338">
              <a:solidFill>
                <a:srgbClr val="50B982"/>
              </a:solidFill>
            </a:ln>
          </p:spPr>
        </p:sp>
        <p:sp>
          <p:nvSpPr>
            <p:cNvPr id="6142" name="Pose_1__6141">
              <a:extLst>
                <a:ext uri="{FF2B5EF4-FFF2-40B4-BE49-F238E27FC236}">
                  <a16:creationId xmlns:a16="http://schemas.microsoft.com/office/drawing/2014/main" id="{B692D4A6-AD0C-902B-AA5A-F2B83B23026D}"/>
                </a:ext>
              </a:extLst>
            </p:cNvPr>
            <p:cNvSpPr>
              <a:spLocks noGrp="1"/>
            </p:cNvSpPr>
            <p:nvPr/>
          </p:nvSpPr>
          <p:spPr>
            <a:xfrm>
              <a:off x="16068675" y="3903821"/>
              <a:ext cx="34303" cy="18673"/>
            </a:xfrm>
            <a:custGeom>
              <a:avLst/>
              <a:gdLst/>
              <a:ahLst/>
              <a:cxnLst/>
              <a:rect l="0" t="0" r="0" b="0"/>
              <a:pathLst>
                <a:path w="34303" h="18673">
                  <a:moveTo>
                    <a:pt x="34303" y="18673"/>
                  </a:moveTo>
                  <a:lnTo>
                    <a:pt x="0" y="0"/>
                  </a:lnTo>
                </a:path>
              </a:pathLst>
            </a:custGeom>
            <a:noFill/>
            <a:ln w="33338">
              <a:solidFill>
                <a:srgbClr val="50B982"/>
              </a:solidFill>
            </a:ln>
          </p:spPr>
        </p:sp>
        <p:sp>
          <p:nvSpPr>
            <p:cNvPr id="6143" name="Pose_1__6142">
              <a:extLst>
                <a:ext uri="{FF2B5EF4-FFF2-40B4-BE49-F238E27FC236}">
                  <a16:creationId xmlns:a16="http://schemas.microsoft.com/office/drawing/2014/main" id="{CC5F2AF9-FAF9-D233-AD13-D56498785DD9}"/>
                </a:ext>
              </a:extLst>
            </p:cNvPr>
            <p:cNvSpPr>
              <a:spLocks noGrp="1"/>
            </p:cNvSpPr>
            <p:nvPr/>
          </p:nvSpPr>
          <p:spPr>
            <a:xfrm>
              <a:off x="16280886" y="3833997"/>
              <a:ext cx="81128" cy="27091"/>
            </a:xfrm>
            <a:custGeom>
              <a:avLst/>
              <a:gdLst/>
              <a:ahLst/>
              <a:cxnLst/>
              <a:rect l="0" t="0" r="0" b="0"/>
              <a:pathLst>
                <a:path w="81128" h="27091">
                  <a:moveTo>
                    <a:pt x="0" y="0"/>
                  </a:moveTo>
                  <a:lnTo>
                    <a:pt x="81128" y="27091"/>
                  </a:lnTo>
                </a:path>
              </a:pathLst>
            </a:custGeom>
            <a:noFill/>
            <a:ln w="33338">
              <a:solidFill>
                <a:srgbClr val="50B982"/>
              </a:solidFill>
            </a:ln>
          </p:spPr>
        </p:sp>
        <p:sp>
          <p:nvSpPr>
            <p:cNvPr id="6144" name="Pose_1__6143">
              <a:extLst>
                <a:ext uri="{FF2B5EF4-FFF2-40B4-BE49-F238E27FC236}">
                  <a16:creationId xmlns:a16="http://schemas.microsoft.com/office/drawing/2014/main" id="{5689494D-7CA1-804A-0FA1-B05E9D2C4CFD}"/>
                </a:ext>
              </a:extLst>
            </p:cNvPr>
            <p:cNvSpPr>
              <a:spLocks noGrp="1"/>
            </p:cNvSpPr>
            <p:nvPr/>
          </p:nvSpPr>
          <p:spPr>
            <a:xfrm>
              <a:off x="16362014" y="3861088"/>
              <a:ext cx="101480" cy="50062"/>
            </a:xfrm>
            <a:custGeom>
              <a:avLst/>
              <a:gdLst/>
              <a:ahLst/>
              <a:cxnLst/>
              <a:rect l="0" t="0" r="0" b="0"/>
              <a:pathLst>
                <a:path w="101480" h="50062">
                  <a:moveTo>
                    <a:pt x="0" y="0"/>
                  </a:moveTo>
                  <a:lnTo>
                    <a:pt x="101480" y="50062"/>
                  </a:lnTo>
                </a:path>
              </a:pathLst>
            </a:custGeom>
            <a:noFill/>
            <a:ln w="33338">
              <a:solidFill>
                <a:srgbClr val="50B982"/>
              </a:solidFill>
            </a:ln>
          </p:spPr>
        </p:sp>
        <p:sp>
          <p:nvSpPr>
            <p:cNvPr id="6145" name="Pose_1__6144">
              <a:extLst>
                <a:ext uri="{FF2B5EF4-FFF2-40B4-BE49-F238E27FC236}">
                  <a16:creationId xmlns:a16="http://schemas.microsoft.com/office/drawing/2014/main" id="{76D476AB-CDAF-F52F-7ACB-F8EC5239A5C3}"/>
                </a:ext>
              </a:extLst>
            </p:cNvPr>
            <p:cNvSpPr>
              <a:spLocks noGrp="1"/>
            </p:cNvSpPr>
            <p:nvPr/>
          </p:nvSpPr>
          <p:spPr>
            <a:xfrm>
              <a:off x="16463494" y="3849121"/>
              <a:ext cx="74372" cy="62030"/>
            </a:xfrm>
            <a:custGeom>
              <a:avLst/>
              <a:gdLst/>
              <a:ahLst/>
              <a:cxnLst/>
              <a:rect l="0" t="0" r="0" b="0"/>
              <a:pathLst>
                <a:path w="74372" h="62030">
                  <a:moveTo>
                    <a:pt x="0" y="62030"/>
                  </a:moveTo>
                  <a:lnTo>
                    <a:pt x="74372" y="0"/>
                  </a:lnTo>
                </a:path>
              </a:pathLst>
            </a:custGeom>
            <a:noFill/>
            <a:ln w="33338">
              <a:solidFill>
                <a:srgbClr val="50B982"/>
              </a:solidFill>
            </a:ln>
          </p:spPr>
        </p:sp>
        <p:sp>
          <p:nvSpPr>
            <p:cNvPr id="6146" name="Pose_1__6145">
              <a:extLst>
                <a:ext uri="{FF2B5EF4-FFF2-40B4-BE49-F238E27FC236}">
                  <a16:creationId xmlns:a16="http://schemas.microsoft.com/office/drawing/2014/main" id="{86ED2AD5-7B6D-06D7-1F63-BD9D1EDA37EE}"/>
                </a:ext>
              </a:extLst>
            </p:cNvPr>
            <p:cNvSpPr>
              <a:spLocks noGrp="1"/>
            </p:cNvSpPr>
            <p:nvPr/>
          </p:nvSpPr>
          <p:spPr>
            <a:xfrm>
              <a:off x="15992627" y="3894890"/>
              <a:ext cx="76048" cy="8931"/>
            </a:xfrm>
            <a:custGeom>
              <a:avLst/>
              <a:gdLst/>
              <a:ahLst/>
              <a:cxnLst/>
              <a:rect l="0" t="0" r="0" b="0"/>
              <a:pathLst>
                <a:path w="76048" h="8931">
                  <a:moveTo>
                    <a:pt x="76048" y="8931"/>
                  </a:moveTo>
                  <a:lnTo>
                    <a:pt x="0" y="0"/>
                  </a:lnTo>
                </a:path>
              </a:pathLst>
            </a:custGeom>
            <a:noFill/>
            <a:ln w="33338">
              <a:solidFill>
                <a:srgbClr val="50B982"/>
              </a:solidFill>
            </a:ln>
          </p:spPr>
        </p:sp>
        <p:sp>
          <p:nvSpPr>
            <p:cNvPr id="6147" name="Pose_1__6146">
              <a:extLst>
                <a:ext uri="{FF2B5EF4-FFF2-40B4-BE49-F238E27FC236}">
                  <a16:creationId xmlns:a16="http://schemas.microsoft.com/office/drawing/2014/main" id="{C771BD2D-F35D-BEA1-31C5-BFADE83F9383}"/>
                </a:ext>
              </a:extLst>
            </p:cNvPr>
            <p:cNvSpPr>
              <a:spLocks noGrp="1"/>
            </p:cNvSpPr>
            <p:nvPr/>
          </p:nvSpPr>
          <p:spPr>
            <a:xfrm>
              <a:off x="15901253" y="3841072"/>
              <a:ext cx="91375" cy="53818"/>
            </a:xfrm>
            <a:custGeom>
              <a:avLst/>
              <a:gdLst/>
              <a:ahLst/>
              <a:cxnLst/>
              <a:rect l="0" t="0" r="0" b="0"/>
              <a:pathLst>
                <a:path w="91375" h="53818">
                  <a:moveTo>
                    <a:pt x="91375" y="53818"/>
                  </a:moveTo>
                  <a:lnTo>
                    <a:pt x="0" y="0"/>
                  </a:lnTo>
                </a:path>
              </a:pathLst>
            </a:custGeom>
            <a:noFill/>
            <a:ln w="33338">
              <a:solidFill>
                <a:srgbClr val="50B982"/>
              </a:solidFill>
            </a:ln>
          </p:spPr>
        </p:sp>
        <p:sp>
          <p:nvSpPr>
            <p:cNvPr id="6148" name="Pose_1__6147">
              <a:extLst>
                <a:ext uri="{FF2B5EF4-FFF2-40B4-BE49-F238E27FC236}">
                  <a16:creationId xmlns:a16="http://schemas.microsoft.com/office/drawing/2014/main" id="{305A8A1E-DAE2-62A0-B34B-4642E15E04D4}"/>
                </a:ext>
              </a:extLst>
            </p:cNvPr>
            <p:cNvSpPr>
              <a:spLocks noGrp="1"/>
            </p:cNvSpPr>
            <p:nvPr/>
          </p:nvSpPr>
          <p:spPr>
            <a:xfrm>
              <a:off x="16033433" y="3868579"/>
              <a:ext cx="70485" cy="70485"/>
            </a:xfrm>
            <a:prstGeom prst="ellipse">
              <a:avLst/>
            </a:prstGeom>
            <a:solidFill>
              <a:srgbClr val="77C89E"/>
            </a:solidFill>
            <a:ln w="4286">
              <a:solidFill>
                <a:srgbClr val="FFFFFF"/>
              </a:solidFill>
            </a:ln>
          </p:spPr>
        </p:sp>
        <p:sp>
          <p:nvSpPr>
            <p:cNvPr id="6149" name="Pose_1__6148">
              <a:extLst>
                <a:ext uri="{FF2B5EF4-FFF2-40B4-BE49-F238E27FC236}">
                  <a16:creationId xmlns:a16="http://schemas.microsoft.com/office/drawing/2014/main" id="{7719AD72-1747-6D02-6CAA-88B18EA1472D}"/>
                </a:ext>
              </a:extLst>
            </p:cNvPr>
            <p:cNvSpPr>
              <a:spLocks noGrp="1"/>
            </p:cNvSpPr>
            <p:nvPr/>
          </p:nvSpPr>
          <p:spPr>
            <a:xfrm>
              <a:off x="16101690" y="3791628"/>
              <a:ext cx="70485" cy="70485"/>
            </a:xfrm>
            <a:prstGeom prst="ellipse">
              <a:avLst/>
            </a:prstGeom>
            <a:solidFill>
              <a:srgbClr val="50B982"/>
            </a:solidFill>
            <a:ln w="4286">
              <a:solidFill>
                <a:srgbClr val="FFFFFF"/>
              </a:solidFill>
            </a:ln>
          </p:spPr>
        </p:sp>
        <p:sp>
          <p:nvSpPr>
            <p:cNvPr id="6150" name="Pose_1__6149">
              <a:extLst>
                <a:ext uri="{FF2B5EF4-FFF2-40B4-BE49-F238E27FC236}">
                  <a16:creationId xmlns:a16="http://schemas.microsoft.com/office/drawing/2014/main" id="{5418E822-B1B4-E9D1-9C0A-E15053432665}"/>
                </a:ext>
              </a:extLst>
            </p:cNvPr>
            <p:cNvSpPr>
              <a:spLocks noGrp="1"/>
            </p:cNvSpPr>
            <p:nvPr/>
          </p:nvSpPr>
          <p:spPr>
            <a:xfrm>
              <a:off x="16207744" y="3760501"/>
              <a:ext cx="70485" cy="70485"/>
            </a:xfrm>
            <a:prstGeom prst="ellipse">
              <a:avLst/>
            </a:prstGeom>
            <a:solidFill>
              <a:srgbClr val="50B982"/>
            </a:solidFill>
            <a:ln w="4286">
              <a:solidFill>
                <a:srgbClr val="FFFFFF"/>
              </a:solidFill>
            </a:ln>
          </p:spPr>
        </p:sp>
        <p:sp>
          <p:nvSpPr>
            <p:cNvPr id="6151" name="Pose_1__6150">
              <a:extLst>
                <a:ext uri="{FF2B5EF4-FFF2-40B4-BE49-F238E27FC236}">
                  <a16:creationId xmlns:a16="http://schemas.microsoft.com/office/drawing/2014/main" id="{B760DC0E-ABCD-733B-10A8-3EEDE755B8DA}"/>
                </a:ext>
              </a:extLst>
            </p:cNvPr>
            <p:cNvSpPr>
              <a:spLocks noGrp="1"/>
            </p:cNvSpPr>
            <p:nvPr/>
          </p:nvSpPr>
          <p:spPr>
            <a:xfrm>
              <a:off x="16245644" y="3798754"/>
              <a:ext cx="70485" cy="70485"/>
            </a:xfrm>
            <a:prstGeom prst="ellipse">
              <a:avLst/>
            </a:prstGeom>
            <a:solidFill>
              <a:srgbClr val="50B982"/>
            </a:solidFill>
            <a:ln w="4286">
              <a:solidFill>
                <a:srgbClr val="FFFFFF"/>
              </a:solidFill>
            </a:ln>
          </p:spPr>
        </p:sp>
        <p:sp>
          <p:nvSpPr>
            <p:cNvPr id="6152" name="Pose_1__6151">
              <a:extLst>
                <a:ext uri="{FF2B5EF4-FFF2-40B4-BE49-F238E27FC236}">
                  <a16:creationId xmlns:a16="http://schemas.microsoft.com/office/drawing/2014/main" id="{421CE0EA-A0D8-2414-E09E-C69BF580684C}"/>
                </a:ext>
              </a:extLst>
            </p:cNvPr>
            <p:cNvSpPr>
              <a:spLocks noGrp="1"/>
            </p:cNvSpPr>
            <p:nvPr/>
          </p:nvSpPr>
          <p:spPr>
            <a:xfrm>
              <a:off x="16176322" y="3862097"/>
              <a:ext cx="70485" cy="70485"/>
            </a:xfrm>
            <a:prstGeom prst="ellipse">
              <a:avLst/>
            </a:prstGeom>
            <a:solidFill>
              <a:srgbClr val="50B982"/>
            </a:solidFill>
            <a:ln w="4286">
              <a:solidFill>
                <a:srgbClr val="FFFFFF"/>
              </a:solidFill>
            </a:ln>
          </p:spPr>
        </p:sp>
        <p:sp>
          <p:nvSpPr>
            <p:cNvPr id="6153" name="Pose_1__6152">
              <a:extLst>
                <a:ext uri="{FF2B5EF4-FFF2-40B4-BE49-F238E27FC236}">
                  <a16:creationId xmlns:a16="http://schemas.microsoft.com/office/drawing/2014/main" id="{82F257C7-CC66-06A4-BDEF-C55D8BE93B8C}"/>
                </a:ext>
              </a:extLst>
            </p:cNvPr>
            <p:cNvSpPr>
              <a:spLocks noGrp="1"/>
            </p:cNvSpPr>
            <p:nvPr/>
          </p:nvSpPr>
          <p:spPr>
            <a:xfrm>
              <a:off x="16067735" y="3887252"/>
              <a:ext cx="70485" cy="70485"/>
            </a:xfrm>
            <a:prstGeom prst="ellipse">
              <a:avLst/>
            </a:prstGeom>
            <a:solidFill>
              <a:srgbClr val="77C89E"/>
            </a:solidFill>
            <a:ln w="4286">
              <a:solidFill>
                <a:srgbClr val="FFFFFF"/>
              </a:solidFill>
            </a:ln>
          </p:spPr>
        </p:sp>
        <p:sp>
          <p:nvSpPr>
            <p:cNvPr id="6154" name="Pose_1__6153">
              <a:extLst>
                <a:ext uri="{FF2B5EF4-FFF2-40B4-BE49-F238E27FC236}">
                  <a16:creationId xmlns:a16="http://schemas.microsoft.com/office/drawing/2014/main" id="{BFEA532E-BC16-B618-42D3-EFF24D43259A}"/>
                </a:ext>
              </a:extLst>
            </p:cNvPr>
            <p:cNvSpPr>
              <a:spLocks noGrp="1"/>
            </p:cNvSpPr>
            <p:nvPr/>
          </p:nvSpPr>
          <p:spPr>
            <a:xfrm>
              <a:off x="16326772" y="3825845"/>
              <a:ext cx="70485" cy="70485"/>
            </a:xfrm>
            <a:prstGeom prst="ellipse">
              <a:avLst/>
            </a:prstGeom>
            <a:solidFill>
              <a:srgbClr val="50B982"/>
            </a:solidFill>
            <a:ln w="4286">
              <a:solidFill>
                <a:srgbClr val="FFFFFF"/>
              </a:solidFill>
            </a:ln>
          </p:spPr>
        </p:sp>
        <p:sp>
          <p:nvSpPr>
            <p:cNvPr id="6155" name="Pose_1__6154">
              <a:extLst>
                <a:ext uri="{FF2B5EF4-FFF2-40B4-BE49-F238E27FC236}">
                  <a16:creationId xmlns:a16="http://schemas.microsoft.com/office/drawing/2014/main" id="{F1A28BBF-73C2-27EC-0A09-D75153E92883}"/>
                </a:ext>
              </a:extLst>
            </p:cNvPr>
            <p:cNvSpPr>
              <a:spLocks noGrp="1"/>
            </p:cNvSpPr>
            <p:nvPr/>
          </p:nvSpPr>
          <p:spPr>
            <a:xfrm>
              <a:off x="16428252" y="3875908"/>
              <a:ext cx="70485" cy="70485"/>
            </a:xfrm>
            <a:prstGeom prst="ellipse">
              <a:avLst/>
            </a:prstGeom>
            <a:solidFill>
              <a:srgbClr val="50B982"/>
            </a:solidFill>
            <a:ln w="4286">
              <a:solidFill>
                <a:srgbClr val="FFFFFF"/>
              </a:solidFill>
            </a:ln>
          </p:spPr>
        </p:sp>
        <p:sp>
          <p:nvSpPr>
            <p:cNvPr id="6156" name="Pose_1__6155">
              <a:extLst>
                <a:ext uri="{FF2B5EF4-FFF2-40B4-BE49-F238E27FC236}">
                  <a16:creationId xmlns:a16="http://schemas.microsoft.com/office/drawing/2014/main" id="{2009DD61-FFAC-EFB9-59F7-BBD4F7399C96}"/>
                </a:ext>
              </a:extLst>
            </p:cNvPr>
            <p:cNvSpPr>
              <a:spLocks noGrp="1"/>
            </p:cNvSpPr>
            <p:nvPr/>
          </p:nvSpPr>
          <p:spPr>
            <a:xfrm>
              <a:off x="16502624" y="3813878"/>
              <a:ext cx="70485" cy="70485"/>
            </a:xfrm>
            <a:prstGeom prst="ellipse">
              <a:avLst/>
            </a:prstGeom>
            <a:solidFill>
              <a:srgbClr val="50B982"/>
            </a:solidFill>
            <a:ln w="4286">
              <a:solidFill>
                <a:srgbClr val="FFFFFF"/>
              </a:solidFill>
            </a:ln>
          </p:spPr>
        </p:sp>
        <p:sp>
          <p:nvSpPr>
            <p:cNvPr id="6157" name="Pose_1__6156">
              <a:extLst>
                <a:ext uri="{FF2B5EF4-FFF2-40B4-BE49-F238E27FC236}">
                  <a16:creationId xmlns:a16="http://schemas.microsoft.com/office/drawing/2014/main" id="{BBC2B13F-2AFD-E83F-9BE0-012C85DF9847}"/>
                </a:ext>
              </a:extLst>
            </p:cNvPr>
            <p:cNvSpPr>
              <a:spLocks noGrp="1"/>
            </p:cNvSpPr>
            <p:nvPr/>
          </p:nvSpPr>
          <p:spPr>
            <a:xfrm>
              <a:off x="15957385" y="3859648"/>
              <a:ext cx="70485" cy="70485"/>
            </a:xfrm>
            <a:prstGeom prst="ellipse">
              <a:avLst/>
            </a:prstGeom>
            <a:solidFill>
              <a:srgbClr val="50B982"/>
            </a:solidFill>
            <a:ln w="4286">
              <a:solidFill>
                <a:srgbClr val="FFFFFF"/>
              </a:solidFill>
            </a:ln>
          </p:spPr>
        </p:sp>
        <p:sp>
          <p:nvSpPr>
            <p:cNvPr id="6158" name="Pose_1__6157">
              <a:extLst>
                <a:ext uri="{FF2B5EF4-FFF2-40B4-BE49-F238E27FC236}">
                  <a16:creationId xmlns:a16="http://schemas.microsoft.com/office/drawing/2014/main" id="{6CE356C8-17B0-6128-3C35-B0C7CC779B11}"/>
                </a:ext>
              </a:extLst>
            </p:cNvPr>
            <p:cNvSpPr>
              <a:spLocks noGrp="1"/>
            </p:cNvSpPr>
            <p:nvPr/>
          </p:nvSpPr>
          <p:spPr>
            <a:xfrm>
              <a:off x="15866010" y="3805829"/>
              <a:ext cx="70485" cy="70485"/>
            </a:xfrm>
            <a:prstGeom prst="ellipse">
              <a:avLst/>
            </a:prstGeom>
            <a:solidFill>
              <a:srgbClr val="77C89E"/>
            </a:solidFill>
            <a:ln w="4286">
              <a:solidFill>
                <a:srgbClr val="FFFFFF"/>
              </a:solidFill>
            </a:ln>
          </p:spPr>
        </p:sp>
      </p:grpSp>
      <p:grpSp>
        <p:nvGrpSpPr>
          <p:cNvPr id="6243" name="Pose_2">
            <a:extLst>
              <a:ext uri="{FF2B5EF4-FFF2-40B4-BE49-F238E27FC236}">
                <a16:creationId xmlns:a16="http://schemas.microsoft.com/office/drawing/2014/main" id="{747E2F5E-3F0F-D14E-0C73-050858A36098}"/>
              </a:ext>
            </a:extLst>
          </p:cNvPr>
          <p:cNvGrpSpPr/>
          <p:nvPr/>
        </p:nvGrpSpPr>
        <p:grpSpPr>
          <a:xfrm>
            <a:off x="7538658" y="2477884"/>
            <a:ext cx="188408" cy="68555"/>
            <a:chOff x="15204472" y="3903376"/>
            <a:chExt cx="652833" cy="237543"/>
          </a:xfrm>
        </p:grpSpPr>
        <p:sp>
          <p:nvSpPr>
            <p:cNvPr id="6159" name="Pose_2__6158">
              <a:extLst>
                <a:ext uri="{FF2B5EF4-FFF2-40B4-BE49-F238E27FC236}">
                  <a16:creationId xmlns:a16="http://schemas.microsoft.com/office/drawing/2014/main" id="{11BC3C03-9662-83C5-6ED8-DFB18ED71D33}"/>
                </a:ext>
              </a:extLst>
            </p:cNvPr>
            <p:cNvSpPr>
              <a:spLocks noGrp="1"/>
            </p:cNvSpPr>
            <p:nvPr/>
          </p:nvSpPr>
          <p:spPr>
            <a:xfrm>
              <a:off x="15420975" y="3969746"/>
              <a:ext cx="68257" cy="76951"/>
            </a:xfrm>
            <a:custGeom>
              <a:avLst/>
              <a:gdLst/>
              <a:ahLst/>
              <a:cxnLst/>
              <a:rect l="0" t="0" r="0" b="0"/>
              <a:pathLst>
                <a:path w="68257" h="76951">
                  <a:moveTo>
                    <a:pt x="0" y="76951"/>
                  </a:moveTo>
                  <a:lnTo>
                    <a:pt x="68257" y="0"/>
                  </a:lnTo>
                </a:path>
              </a:pathLst>
            </a:custGeom>
            <a:noFill/>
            <a:ln w="33338">
              <a:solidFill>
                <a:srgbClr val="DDAF36"/>
              </a:solidFill>
            </a:ln>
          </p:spPr>
        </p:sp>
        <p:sp>
          <p:nvSpPr>
            <p:cNvPr id="6160" name="Pose_2__6159">
              <a:extLst>
                <a:ext uri="{FF2B5EF4-FFF2-40B4-BE49-F238E27FC236}">
                  <a16:creationId xmlns:a16="http://schemas.microsoft.com/office/drawing/2014/main" id="{309C8D04-2BE6-91D6-AF21-91486B5E13B2}"/>
                </a:ext>
              </a:extLst>
            </p:cNvPr>
            <p:cNvSpPr>
              <a:spLocks noGrp="1"/>
            </p:cNvSpPr>
            <p:nvPr/>
          </p:nvSpPr>
          <p:spPr>
            <a:xfrm>
              <a:off x="15489232" y="3938619"/>
              <a:ext cx="106054" cy="31127"/>
            </a:xfrm>
            <a:custGeom>
              <a:avLst/>
              <a:gdLst/>
              <a:ahLst/>
              <a:cxnLst/>
              <a:rect l="0" t="0" r="0" b="0"/>
              <a:pathLst>
                <a:path w="106054" h="31127">
                  <a:moveTo>
                    <a:pt x="0" y="31127"/>
                  </a:moveTo>
                  <a:lnTo>
                    <a:pt x="106054" y="0"/>
                  </a:lnTo>
                </a:path>
              </a:pathLst>
            </a:custGeom>
            <a:noFill/>
            <a:ln w="33338">
              <a:solidFill>
                <a:srgbClr val="DDAF36"/>
              </a:solidFill>
            </a:ln>
          </p:spPr>
        </p:sp>
        <p:sp>
          <p:nvSpPr>
            <p:cNvPr id="6161" name="Pose_2__6160">
              <a:extLst>
                <a:ext uri="{FF2B5EF4-FFF2-40B4-BE49-F238E27FC236}">
                  <a16:creationId xmlns:a16="http://schemas.microsoft.com/office/drawing/2014/main" id="{9CAA876B-C717-B425-390D-BF1D9A940F27}"/>
                </a:ext>
              </a:extLst>
            </p:cNvPr>
            <p:cNvSpPr>
              <a:spLocks noGrp="1"/>
            </p:cNvSpPr>
            <p:nvPr/>
          </p:nvSpPr>
          <p:spPr>
            <a:xfrm>
              <a:off x="15595286" y="3938619"/>
              <a:ext cx="37900" cy="38253"/>
            </a:xfrm>
            <a:custGeom>
              <a:avLst/>
              <a:gdLst/>
              <a:ahLst/>
              <a:cxnLst/>
              <a:rect l="0" t="0" r="0" b="0"/>
              <a:pathLst>
                <a:path w="37900" h="38253">
                  <a:moveTo>
                    <a:pt x="0" y="0"/>
                  </a:moveTo>
                  <a:lnTo>
                    <a:pt x="37900" y="38253"/>
                  </a:lnTo>
                </a:path>
              </a:pathLst>
            </a:custGeom>
            <a:noFill/>
            <a:ln w="33338">
              <a:solidFill>
                <a:srgbClr val="DDAF36"/>
              </a:solidFill>
            </a:ln>
          </p:spPr>
        </p:sp>
        <p:sp>
          <p:nvSpPr>
            <p:cNvPr id="6162" name="Pose_2__6161">
              <a:extLst>
                <a:ext uri="{FF2B5EF4-FFF2-40B4-BE49-F238E27FC236}">
                  <a16:creationId xmlns:a16="http://schemas.microsoft.com/office/drawing/2014/main" id="{0B657ACC-FE00-2A2F-C8E2-8E69F0459FEC}"/>
                </a:ext>
              </a:extLst>
            </p:cNvPr>
            <p:cNvSpPr>
              <a:spLocks noGrp="1"/>
            </p:cNvSpPr>
            <p:nvPr/>
          </p:nvSpPr>
          <p:spPr>
            <a:xfrm>
              <a:off x="15563865" y="3976872"/>
              <a:ext cx="69322" cy="63343"/>
            </a:xfrm>
            <a:custGeom>
              <a:avLst/>
              <a:gdLst/>
              <a:ahLst/>
              <a:cxnLst/>
              <a:rect l="0" t="0" r="0" b="0"/>
              <a:pathLst>
                <a:path w="69322" h="63343">
                  <a:moveTo>
                    <a:pt x="69322" y="0"/>
                  </a:moveTo>
                  <a:lnTo>
                    <a:pt x="0" y="63343"/>
                  </a:lnTo>
                </a:path>
              </a:pathLst>
            </a:custGeom>
            <a:noFill/>
            <a:ln w="33338">
              <a:solidFill>
                <a:srgbClr val="DDAF36"/>
              </a:solidFill>
            </a:ln>
          </p:spPr>
        </p:sp>
        <p:sp>
          <p:nvSpPr>
            <p:cNvPr id="6163" name="Pose_2__6162">
              <a:extLst>
                <a:ext uri="{FF2B5EF4-FFF2-40B4-BE49-F238E27FC236}">
                  <a16:creationId xmlns:a16="http://schemas.microsoft.com/office/drawing/2014/main" id="{212FA2A6-F9FF-08C9-DE20-2EF409C15D11}"/>
                </a:ext>
              </a:extLst>
            </p:cNvPr>
            <p:cNvSpPr>
              <a:spLocks noGrp="1"/>
            </p:cNvSpPr>
            <p:nvPr/>
          </p:nvSpPr>
          <p:spPr>
            <a:xfrm>
              <a:off x="15455278" y="4040214"/>
              <a:ext cx="108587" cy="25155"/>
            </a:xfrm>
            <a:custGeom>
              <a:avLst/>
              <a:gdLst/>
              <a:ahLst/>
              <a:cxnLst/>
              <a:rect l="0" t="0" r="0" b="0"/>
              <a:pathLst>
                <a:path w="108587" h="25155">
                  <a:moveTo>
                    <a:pt x="108587" y="0"/>
                  </a:moveTo>
                  <a:lnTo>
                    <a:pt x="0" y="25155"/>
                  </a:lnTo>
                </a:path>
              </a:pathLst>
            </a:custGeom>
            <a:noFill/>
            <a:ln w="33338">
              <a:solidFill>
                <a:srgbClr val="DDAF36"/>
              </a:solidFill>
            </a:ln>
          </p:spPr>
        </p:sp>
        <p:sp>
          <p:nvSpPr>
            <p:cNvPr id="6164" name="Pose_2__6163">
              <a:extLst>
                <a:ext uri="{FF2B5EF4-FFF2-40B4-BE49-F238E27FC236}">
                  <a16:creationId xmlns:a16="http://schemas.microsoft.com/office/drawing/2014/main" id="{DE913C7E-4B09-917D-1089-B3240AE3ADE0}"/>
                </a:ext>
              </a:extLst>
            </p:cNvPr>
            <p:cNvSpPr>
              <a:spLocks noGrp="1"/>
            </p:cNvSpPr>
            <p:nvPr/>
          </p:nvSpPr>
          <p:spPr>
            <a:xfrm>
              <a:off x="15420975" y="4046696"/>
              <a:ext cx="34303" cy="18673"/>
            </a:xfrm>
            <a:custGeom>
              <a:avLst/>
              <a:gdLst/>
              <a:ahLst/>
              <a:cxnLst/>
              <a:rect l="0" t="0" r="0" b="0"/>
              <a:pathLst>
                <a:path w="34303" h="18673">
                  <a:moveTo>
                    <a:pt x="34303" y="18673"/>
                  </a:moveTo>
                  <a:lnTo>
                    <a:pt x="0" y="0"/>
                  </a:lnTo>
                </a:path>
              </a:pathLst>
            </a:custGeom>
            <a:noFill/>
            <a:ln w="33338">
              <a:solidFill>
                <a:srgbClr val="DDAF36"/>
              </a:solidFill>
            </a:ln>
          </p:spPr>
        </p:sp>
        <p:sp>
          <p:nvSpPr>
            <p:cNvPr id="6165" name="Pose_2__6164">
              <a:extLst>
                <a:ext uri="{FF2B5EF4-FFF2-40B4-BE49-F238E27FC236}">
                  <a16:creationId xmlns:a16="http://schemas.microsoft.com/office/drawing/2014/main" id="{10BC6644-9EFD-71EF-66AB-6EE0DAA97725}"/>
                </a:ext>
              </a:extLst>
            </p:cNvPr>
            <p:cNvSpPr>
              <a:spLocks noGrp="1"/>
            </p:cNvSpPr>
            <p:nvPr/>
          </p:nvSpPr>
          <p:spPr>
            <a:xfrm>
              <a:off x="15633186" y="3976872"/>
              <a:ext cx="75889" cy="19757"/>
            </a:xfrm>
            <a:custGeom>
              <a:avLst/>
              <a:gdLst/>
              <a:ahLst/>
              <a:cxnLst/>
              <a:rect l="0" t="0" r="0" b="0"/>
              <a:pathLst>
                <a:path w="75889" h="19757">
                  <a:moveTo>
                    <a:pt x="0" y="0"/>
                  </a:moveTo>
                  <a:lnTo>
                    <a:pt x="75889" y="19757"/>
                  </a:lnTo>
                </a:path>
              </a:pathLst>
            </a:custGeom>
            <a:noFill/>
            <a:ln w="33338">
              <a:solidFill>
                <a:srgbClr val="DDAF36"/>
              </a:solidFill>
            </a:ln>
          </p:spPr>
        </p:sp>
        <p:sp>
          <p:nvSpPr>
            <p:cNvPr id="6166" name="Pose_2__6165">
              <a:extLst>
                <a:ext uri="{FF2B5EF4-FFF2-40B4-BE49-F238E27FC236}">
                  <a16:creationId xmlns:a16="http://schemas.microsoft.com/office/drawing/2014/main" id="{289FD69E-7E5E-71A6-B8E9-EA4344549A54}"/>
                </a:ext>
              </a:extLst>
            </p:cNvPr>
            <p:cNvSpPr>
              <a:spLocks noGrp="1"/>
            </p:cNvSpPr>
            <p:nvPr/>
          </p:nvSpPr>
          <p:spPr>
            <a:xfrm>
              <a:off x="15709075" y="3996629"/>
              <a:ext cx="106719" cy="50062"/>
            </a:xfrm>
            <a:custGeom>
              <a:avLst/>
              <a:gdLst/>
              <a:ahLst/>
              <a:cxnLst/>
              <a:rect l="0" t="0" r="0" b="0"/>
              <a:pathLst>
                <a:path w="106719" h="50062">
                  <a:moveTo>
                    <a:pt x="0" y="0"/>
                  </a:moveTo>
                  <a:lnTo>
                    <a:pt x="106719" y="50062"/>
                  </a:lnTo>
                </a:path>
              </a:pathLst>
            </a:custGeom>
            <a:noFill/>
            <a:ln w="33338">
              <a:solidFill>
                <a:srgbClr val="DDAF36"/>
              </a:solidFill>
            </a:ln>
          </p:spPr>
        </p:sp>
        <p:sp>
          <p:nvSpPr>
            <p:cNvPr id="6167" name="Pose_2__6166">
              <a:extLst>
                <a:ext uri="{FF2B5EF4-FFF2-40B4-BE49-F238E27FC236}">
                  <a16:creationId xmlns:a16="http://schemas.microsoft.com/office/drawing/2014/main" id="{95F4B8F0-771D-4646-B952-4D110AA68557}"/>
                </a:ext>
              </a:extLst>
            </p:cNvPr>
            <p:cNvSpPr>
              <a:spLocks noGrp="1"/>
            </p:cNvSpPr>
            <p:nvPr/>
          </p:nvSpPr>
          <p:spPr>
            <a:xfrm>
              <a:off x="15815794" y="4046691"/>
              <a:ext cx="6268" cy="58985"/>
            </a:xfrm>
            <a:custGeom>
              <a:avLst/>
              <a:gdLst/>
              <a:ahLst/>
              <a:cxnLst/>
              <a:rect l="0" t="0" r="0" b="0"/>
              <a:pathLst>
                <a:path w="6268" h="58985">
                  <a:moveTo>
                    <a:pt x="0" y="0"/>
                  </a:moveTo>
                  <a:lnTo>
                    <a:pt x="6268" y="58985"/>
                  </a:lnTo>
                </a:path>
              </a:pathLst>
            </a:custGeom>
            <a:noFill/>
            <a:ln w="33338">
              <a:solidFill>
                <a:srgbClr val="DDAF36"/>
              </a:solidFill>
            </a:ln>
          </p:spPr>
        </p:sp>
        <p:sp>
          <p:nvSpPr>
            <p:cNvPr id="6168" name="Pose_2__6167">
              <a:extLst>
                <a:ext uri="{FF2B5EF4-FFF2-40B4-BE49-F238E27FC236}">
                  <a16:creationId xmlns:a16="http://schemas.microsoft.com/office/drawing/2014/main" id="{572667E0-FA5B-9C4B-80F6-EE6EEF1BCA9A}"/>
                </a:ext>
              </a:extLst>
            </p:cNvPr>
            <p:cNvSpPr>
              <a:spLocks noGrp="1"/>
            </p:cNvSpPr>
            <p:nvPr/>
          </p:nvSpPr>
          <p:spPr>
            <a:xfrm>
              <a:off x="15722117" y="4103773"/>
              <a:ext cx="99945" cy="1903"/>
            </a:xfrm>
            <a:custGeom>
              <a:avLst/>
              <a:gdLst/>
              <a:ahLst/>
              <a:cxnLst/>
              <a:rect l="0" t="0" r="0" b="0"/>
              <a:pathLst>
                <a:path w="99945" h="1903">
                  <a:moveTo>
                    <a:pt x="99945" y="1903"/>
                  </a:moveTo>
                  <a:lnTo>
                    <a:pt x="0" y="0"/>
                  </a:lnTo>
                </a:path>
              </a:pathLst>
            </a:custGeom>
            <a:noFill/>
            <a:ln w="33338">
              <a:solidFill>
                <a:srgbClr val="DDAF36"/>
              </a:solidFill>
            </a:ln>
          </p:spPr>
        </p:sp>
        <p:sp>
          <p:nvSpPr>
            <p:cNvPr id="6169" name="Pose_2__6168">
              <a:extLst>
                <a:ext uri="{FF2B5EF4-FFF2-40B4-BE49-F238E27FC236}">
                  <a16:creationId xmlns:a16="http://schemas.microsoft.com/office/drawing/2014/main" id="{42C55754-2D1E-3CBC-7BCA-BA1FD1E80EAA}"/>
                </a:ext>
              </a:extLst>
            </p:cNvPr>
            <p:cNvSpPr>
              <a:spLocks noGrp="1"/>
            </p:cNvSpPr>
            <p:nvPr/>
          </p:nvSpPr>
          <p:spPr>
            <a:xfrm>
              <a:off x="15563865" y="4040214"/>
              <a:ext cx="158253" cy="63559"/>
            </a:xfrm>
            <a:custGeom>
              <a:avLst/>
              <a:gdLst/>
              <a:ahLst/>
              <a:cxnLst/>
              <a:rect l="0" t="0" r="0" b="0"/>
              <a:pathLst>
                <a:path w="158253" h="63559">
                  <a:moveTo>
                    <a:pt x="158253" y="63559"/>
                  </a:moveTo>
                  <a:lnTo>
                    <a:pt x="0" y="0"/>
                  </a:lnTo>
                </a:path>
              </a:pathLst>
            </a:custGeom>
            <a:noFill/>
            <a:ln w="33338">
              <a:solidFill>
                <a:srgbClr val="DDAF36"/>
              </a:solidFill>
            </a:ln>
          </p:spPr>
        </p:sp>
        <p:sp>
          <p:nvSpPr>
            <p:cNvPr id="6170" name="Pose_2__6169">
              <a:extLst>
                <a:ext uri="{FF2B5EF4-FFF2-40B4-BE49-F238E27FC236}">
                  <a16:creationId xmlns:a16="http://schemas.microsoft.com/office/drawing/2014/main" id="{B9CF7EFE-BE4F-CB30-3924-268D5444FEC5}"/>
                </a:ext>
              </a:extLst>
            </p:cNvPr>
            <p:cNvSpPr>
              <a:spLocks noGrp="1"/>
            </p:cNvSpPr>
            <p:nvPr/>
          </p:nvSpPr>
          <p:spPr>
            <a:xfrm>
              <a:off x="15326895" y="3939941"/>
              <a:ext cx="94080" cy="106755"/>
            </a:xfrm>
            <a:custGeom>
              <a:avLst/>
              <a:gdLst/>
              <a:ahLst/>
              <a:cxnLst/>
              <a:rect l="0" t="0" r="0" b="0"/>
              <a:pathLst>
                <a:path w="94080" h="106755">
                  <a:moveTo>
                    <a:pt x="94080" y="106755"/>
                  </a:moveTo>
                  <a:lnTo>
                    <a:pt x="0" y="0"/>
                  </a:lnTo>
                </a:path>
              </a:pathLst>
            </a:custGeom>
            <a:noFill/>
            <a:ln w="33338">
              <a:solidFill>
                <a:srgbClr val="DDAF36"/>
              </a:solidFill>
            </a:ln>
          </p:spPr>
        </p:sp>
        <p:sp>
          <p:nvSpPr>
            <p:cNvPr id="6171" name="Pose_2__6170">
              <a:extLst>
                <a:ext uri="{FF2B5EF4-FFF2-40B4-BE49-F238E27FC236}">
                  <a16:creationId xmlns:a16="http://schemas.microsoft.com/office/drawing/2014/main" id="{718A335E-DA40-33AB-FDA8-10AAAF4CADAB}"/>
                </a:ext>
              </a:extLst>
            </p:cNvPr>
            <p:cNvSpPr>
              <a:spLocks noGrp="1"/>
            </p:cNvSpPr>
            <p:nvPr/>
          </p:nvSpPr>
          <p:spPr>
            <a:xfrm>
              <a:off x="15239714" y="3939941"/>
              <a:ext cx="87181" cy="30142"/>
            </a:xfrm>
            <a:custGeom>
              <a:avLst/>
              <a:gdLst/>
              <a:ahLst/>
              <a:cxnLst/>
              <a:rect l="0" t="0" r="0" b="0"/>
              <a:pathLst>
                <a:path w="87181" h="30142">
                  <a:moveTo>
                    <a:pt x="87181" y="0"/>
                  </a:moveTo>
                  <a:lnTo>
                    <a:pt x="0" y="30142"/>
                  </a:lnTo>
                </a:path>
              </a:pathLst>
            </a:custGeom>
            <a:noFill/>
            <a:ln w="33338">
              <a:solidFill>
                <a:srgbClr val="DDAF36"/>
              </a:solidFill>
            </a:ln>
          </p:spPr>
        </p:sp>
        <p:sp>
          <p:nvSpPr>
            <p:cNvPr id="6172" name="Pose_2__6171">
              <a:extLst>
                <a:ext uri="{FF2B5EF4-FFF2-40B4-BE49-F238E27FC236}">
                  <a16:creationId xmlns:a16="http://schemas.microsoft.com/office/drawing/2014/main" id="{AF494F42-58DD-1668-6C85-22A8BB0D5724}"/>
                </a:ext>
              </a:extLst>
            </p:cNvPr>
            <p:cNvSpPr>
              <a:spLocks noGrp="1"/>
            </p:cNvSpPr>
            <p:nvPr/>
          </p:nvSpPr>
          <p:spPr>
            <a:xfrm>
              <a:off x="15385733" y="4011454"/>
              <a:ext cx="70485" cy="70485"/>
            </a:xfrm>
            <a:prstGeom prst="ellipse">
              <a:avLst/>
            </a:prstGeom>
            <a:solidFill>
              <a:srgbClr val="E4C162"/>
            </a:solidFill>
            <a:ln w="4286">
              <a:solidFill>
                <a:srgbClr val="FFFFFF"/>
              </a:solidFill>
            </a:ln>
          </p:spPr>
        </p:sp>
        <p:sp>
          <p:nvSpPr>
            <p:cNvPr id="6173" name="Pose_2__6172">
              <a:extLst>
                <a:ext uri="{FF2B5EF4-FFF2-40B4-BE49-F238E27FC236}">
                  <a16:creationId xmlns:a16="http://schemas.microsoft.com/office/drawing/2014/main" id="{D2B1DB20-9E81-D848-678A-04DAEC5F2C5A}"/>
                </a:ext>
              </a:extLst>
            </p:cNvPr>
            <p:cNvSpPr>
              <a:spLocks noGrp="1"/>
            </p:cNvSpPr>
            <p:nvPr/>
          </p:nvSpPr>
          <p:spPr>
            <a:xfrm>
              <a:off x="15453990" y="3934503"/>
              <a:ext cx="70485" cy="70485"/>
            </a:xfrm>
            <a:prstGeom prst="ellipse">
              <a:avLst/>
            </a:prstGeom>
            <a:solidFill>
              <a:srgbClr val="DDAF36"/>
            </a:solidFill>
            <a:ln w="4286">
              <a:solidFill>
                <a:srgbClr val="FFFFFF"/>
              </a:solidFill>
            </a:ln>
          </p:spPr>
        </p:sp>
        <p:sp>
          <p:nvSpPr>
            <p:cNvPr id="6174" name="Pose_2__6173">
              <a:extLst>
                <a:ext uri="{FF2B5EF4-FFF2-40B4-BE49-F238E27FC236}">
                  <a16:creationId xmlns:a16="http://schemas.microsoft.com/office/drawing/2014/main" id="{6A9E21DC-FE28-6831-93C4-09AC97A7A4CC}"/>
                </a:ext>
              </a:extLst>
            </p:cNvPr>
            <p:cNvSpPr>
              <a:spLocks noGrp="1"/>
            </p:cNvSpPr>
            <p:nvPr/>
          </p:nvSpPr>
          <p:spPr>
            <a:xfrm>
              <a:off x="15560044" y="3903376"/>
              <a:ext cx="70485" cy="70485"/>
            </a:xfrm>
            <a:prstGeom prst="ellipse">
              <a:avLst/>
            </a:prstGeom>
            <a:solidFill>
              <a:srgbClr val="DDAF36"/>
            </a:solidFill>
            <a:ln w="4286">
              <a:solidFill>
                <a:srgbClr val="FFFFFF"/>
              </a:solidFill>
            </a:ln>
          </p:spPr>
        </p:sp>
        <p:sp>
          <p:nvSpPr>
            <p:cNvPr id="6175" name="Pose_2__6174">
              <a:extLst>
                <a:ext uri="{FF2B5EF4-FFF2-40B4-BE49-F238E27FC236}">
                  <a16:creationId xmlns:a16="http://schemas.microsoft.com/office/drawing/2014/main" id="{BDCF6A23-4732-0996-854C-3111BC7806C8}"/>
                </a:ext>
              </a:extLst>
            </p:cNvPr>
            <p:cNvSpPr>
              <a:spLocks noGrp="1"/>
            </p:cNvSpPr>
            <p:nvPr/>
          </p:nvSpPr>
          <p:spPr>
            <a:xfrm>
              <a:off x="15597944" y="3941629"/>
              <a:ext cx="70485" cy="70485"/>
            </a:xfrm>
            <a:prstGeom prst="ellipse">
              <a:avLst/>
            </a:prstGeom>
            <a:solidFill>
              <a:srgbClr val="DDAF36"/>
            </a:solidFill>
            <a:ln w="4286">
              <a:solidFill>
                <a:srgbClr val="FFFFFF"/>
              </a:solidFill>
            </a:ln>
          </p:spPr>
        </p:sp>
        <p:sp>
          <p:nvSpPr>
            <p:cNvPr id="6176" name="Pose_2__6175">
              <a:extLst>
                <a:ext uri="{FF2B5EF4-FFF2-40B4-BE49-F238E27FC236}">
                  <a16:creationId xmlns:a16="http://schemas.microsoft.com/office/drawing/2014/main" id="{7A45C929-86FD-C867-2935-6D2F23F75926}"/>
                </a:ext>
              </a:extLst>
            </p:cNvPr>
            <p:cNvSpPr>
              <a:spLocks noGrp="1"/>
            </p:cNvSpPr>
            <p:nvPr/>
          </p:nvSpPr>
          <p:spPr>
            <a:xfrm>
              <a:off x="15528622" y="4004972"/>
              <a:ext cx="70485" cy="70485"/>
            </a:xfrm>
            <a:prstGeom prst="ellipse">
              <a:avLst/>
            </a:prstGeom>
            <a:solidFill>
              <a:srgbClr val="DDAF36"/>
            </a:solidFill>
            <a:ln w="4286">
              <a:solidFill>
                <a:srgbClr val="FFFFFF"/>
              </a:solidFill>
            </a:ln>
          </p:spPr>
        </p:sp>
        <p:sp>
          <p:nvSpPr>
            <p:cNvPr id="6177" name="Pose_2__6176">
              <a:extLst>
                <a:ext uri="{FF2B5EF4-FFF2-40B4-BE49-F238E27FC236}">
                  <a16:creationId xmlns:a16="http://schemas.microsoft.com/office/drawing/2014/main" id="{F67277FC-CB3C-A1FA-CE54-9D0CC4596DCB}"/>
                </a:ext>
              </a:extLst>
            </p:cNvPr>
            <p:cNvSpPr>
              <a:spLocks noGrp="1"/>
            </p:cNvSpPr>
            <p:nvPr/>
          </p:nvSpPr>
          <p:spPr>
            <a:xfrm>
              <a:off x="15420035" y="4030127"/>
              <a:ext cx="70485" cy="70485"/>
            </a:xfrm>
            <a:prstGeom prst="ellipse">
              <a:avLst/>
            </a:prstGeom>
            <a:solidFill>
              <a:srgbClr val="E4C162"/>
            </a:solidFill>
            <a:ln w="4286">
              <a:solidFill>
                <a:srgbClr val="FFFFFF"/>
              </a:solidFill>
            </a:ln>
          </p:spPr>
        </p:sp>
        <p:sp>
          <p:nvSpPr>
            <p:cNvPr id="6178" name="Pose_2__6177">
              <a:extLst>
                <a:ext uri="{FF2B5EF4-FFF2-40B4-BE49-F238E27FC236}">
                  <a16:creationId xmlns:a16="http://schemas.microsoft.com/office/drawing/2014/main" id="{1DE6EA69-365A-F762-003A-12847DA99F48}"/>
                </a:ext>
              </a:extLst>
            </p:cNvPr>
            <p:cNvSpPr>
              <a:spLocks noGrp="1"/>
            </p:cNvSpPr>
            <p:nvPr/>
          </p:nvSpPr>
          <p:spPr>
            <a:xfrm>
              <a:off x="15673833" y="3961386"/>
              <a:ext cx="70485" cy="70485"/>
            </a:xfrm>
            <a:prstGeom prst="ellipse">
              <a:avLst/>
            </a:prstGeom>
            <a:solidFill>
              <a:srgbClr val="DDAF36"/>
            </a:solidFill>
            <a:ln w="4286">
              <a:solidFill>
                <a:srgbClr val="FFFFFF"/>
              </a:solidFill>
            </a:ln>
          </p:spPr>
        </p:sp>
        <p:sp>
          <p:nvSpPr>
            <p:cNvPr id="6179" name="Pose_2__6178">
              <a:extLst>
                <a:ext uri="{FF2B5EF4-FFF2-40B4-BE49-F238E27FC236}">
                  <a16:creationId xmlns:a16="http://schemas.microsoft.com/office/drawing/2014/main" id="{5C13CF46-F037-5B10-307B-94E3540D0F41}"/>
                </a:ext>
              </a:extLst>
            </p:cNvPr>
            <p:cNvSpPr>
              <a:spLocks noGrp="1"/>
            </p:cNvSpPr>
            <p:nvPr/>
          </p:nvSpPr>
          <p:spPr>
            <a:xfrm>
              <a:off x="15780552" y="4011449"/>
              <a:ext cx="70485" cy="70485"/>
            </a:xfrm>
            <a:prstGeom prst="ellipse">
              <a:avLst/>
            </a:prstGeom>
            <a:solidFill>
              <a:srgbClr val="DDAF36"/>
            </a:solidFill>
            <a:ln w="4286">
              <a:solidFill>
                <a:srgbClr val="FFFFFF"/>
              </a:solidFill>
            </a:ln>
          </p:spPr>
        </p:sp>
        <p:sp>
          <p:nvSpPr>
            <p:cNvPr id="6180" name="Pose_2__6179">
              <a:extLst>
                <a:ext uri="{FF2B5EF4-FFF2-40B4-BE49-F238E27FC236}">
                  <a16:creationId xmlns:a16="http://schemas.microsoft.com/office/drawing/2014/main" id="{5261E047-862D-7C4A-28CE-6000CF4776EA}"/>
                </a:ext>
              </a:extLst>
            </p:cNvPr>
            <p:cNvSpPr>
              <a:spLocks noGrp="1"/>
            </p:cNvSpPr>
            <p:nvPr/>
          </p:nvSpPr>
          <p:spPr>
            <a:xfrm>
              <a:off x="15786820" y="4070434"/>
              <a:ext cx="70485" cy="70485"/>
            </a:xfrm>
            <a:prstGeom prst="ellipse">
              <a:avLst/>
            </a:prstGeom>
            <a:solidFill>
              <a:srgbClr val="DDAF36"/>
            </a:solidFill>
            <a:ln w="4286">
              <a:solidFill>
                <a:srgbClr val="FFFFFF"/>
              </a:solidFill>
            </a:ln>
          </p:spPr>
        </p:sp>
        <p:sp>
          <p:nvSpPr>
            <p:cNvPr id="6181" name="Pose_2__6180">
              <a:extLst>
                <a:ext uri="{FF2B5EF4-FFF2-40B4-BE49-F238E27FC236}">
                  <a16:creationId xmlns:a16="http://schemas.microsoft.com/office/drawing/2014/main" id="{C6EDF570-8A31-52E4-D45E-6E060C7F9E0D}"/>
                </a:ext>
              </a:extLst>
            </p:cNvPr>
            <p:cNvSpPr>
              <a:spLocks noGrp="1"/>
            </p:cNvSpPr>
            <p:nvPr/>
          </p:nvSpPr>
          <p:spPr>
            <a:xfrm>
              <a:off x="15686875" y="4068531"/>
              <a:ext cx="70485" cy="70485"/>
            </a:xfrm>
            <a:prstGeom prst="ellipse">
              <a:avLst/>
            </a:prstGeom>
            <a:solidFill>
              <a:srgbClr val="DDAF36"/>
            </a:solidFill>
            <a:ln w="4286">
              <a:solidFill>
                <a:srgbClr val="FFFFFF"/>
              </a:solidFill>
            </a:ln>
          </p:spPr>
        </p:sp>
        <p:sp>
          <p:nvSpPr>
            <p:cNvPr id="6182" name="Pose_2__6181">
              <a:extLst>
                <a:ext uri="{FF2B5EF4-FFF2-40B4-BE49-F238E27FC236}">
                  <a16:creationId xmlns:a16="http://schemas.microsoft.com/office/drawing/2014/main" id="{7E5A37CF-C38B-3D59-5174-B6E72EA4733C}"/>
                </a:ext>
              </a:extLst>
            </p:cNvPr>
            <p:cNvSpPr>
              <a:spLocks noGrp="1"/>
            </p:cNvSpPr>
            <p:nvPr/>
          </p:nvSpPr>
          <p:spPr>
            <a:xfrm>
              <a:off x="15291653" y="3904699"/>
              <a:ext cx="70485" cy="70485"/>
            </a:xfrm>
            <a:prstGeom prst="ellipse">
              <a:avLst/>
            </a:prstGeom>
            <a:solidFill>
              <a:srgbClr val="E4C162"/>
            </a:solidFill>
            <a:ln w="4286">
              <a:solidFill>
                <a:srgbClr val="FFFFFF"/>
              </a:solidFill>
            </a:ln>
          </p:spPr>
        </p:sp>
        <p:sp>
          <p:nvSpPr>
            <p:cNvPr id="6183" name="Pose_2__6182">
              <a:extLst>
                <a:ext uri="{FF2B5EF4-FFF2-40B4-BE49-F238E27FC236}">
                  <a16:creationId xmlns:a16="http://schemas.microsoft.com/office/drawing/2014/main" id="{C41E1435-F53E-36BC-A8EA-119728B3E3A1}"/>
                </a:ext>
              </a:extLst>
            </p:cNvPr>
            <p:cNvSpPr>
              <a:spLocks noGrp="1"/>
            </p:cNvSpPr>
            <p:nvPr/>
          </p:nvSpPr>
          <p:spPr>
            <a:xfrm>
              <a:off x="15204472" y="3934840"/>
              <a:ext cx="70485" cy="70485"/>
            </a:xfrm>
            <a:prstGeom prst="ellipse">
              <a:avLst/>
            </a:prstGeom>
            <a:solidFill>
              <a:srgbClr val="DDAF36"/>
            </a:solidFill>
            <a:ln w="4286">
              <a:solidFill>
                <a:srgbClr val="FFFFFF"/>
              </a:solidFill>
            </a:ln>
          </p:spPr>
        </p:sp>
      </p:grpSp>
      <p:grpSp>
        <p:nvGrpSpPr>
          <p:cNvPr id="6244" name="Pose_3">
            <a:extLst>
              <a:ext uri="{FF2B5EF4-FFF2-40B4-BE49-F238E27FC236}">
                <a16:creationId xmlns:a16="http://schemas.microsoft.com/office/drawing/2014/main" id="{09F5F57A-D501-038F-4433-CD8C32E38920}"/>
              </a:ext>
            </a:extLst>
          </p:cNvPr>
          <p:cNvGrpSpPr/>
          <p:nvPr/>
        </p:nvGrpSpPr>
        <p:grpSpPr>
          <a:xfrm>
            <a:off x="7693567" y="1996150"/>
            <a:ext cx="178069" cy="69228"/>
            <a:chOff x="15741233" y="2234169"/>
            <a:chExt cx="617010" cy="239875"/>
          </a:xfrm>
        </p:grpSpPr>
        <p:sp>
          <p:nvSpPr>
            <p:cNvPr id="6184" name="Pose_3__6183">
              <a:extLst>
                <a:ext uri="{FF2B5EF4-FFF2-40B4-BE49-F238E27FC236}">
                  <a16:creationId xmlns:a16="http://schemas.microsoft.com/office/drawing/2014/main" id="{09129D87-D65F-396B-CA0C-35E901BAF40A}"/>
                </a:ext>
              </a:extLst>
            </p:cNvPr>
            <p:cNvSpPr>
              <a:spLocks noGrp="1"/>
            </p:cNvSpPr>
            <p:nvPr/>
          </p:nvSpPr>
          <p:spPr>
            <a:xfrm>
              <a:off x="15954375" y="2307271"/>
              <a:ext cx="89212" cy="72550"/>
            </a:xfrm>
            <a:custGeom>
              <a:avLst/>
              <a:gdLst/>
              <a:ahLst/>
              <a:cxnLst/>
              <a:rect l="0" t="0" r="0" b="0"/>
              <a:pathLst>
                <a:path w="89212" h="72550">
                  <a:moveTo>
                    <a:pt x="0" y="72550"/>
                  </a:moveTo>
                  <a:lnTo>
                    <a:pt x="89212" y="0"/>
                  </a:lnTo>
                </a:path>
              </a:pathLst>
            </a:custGeom>
            <a:noFill/>
            <a:ln w="33338">
              <a:solidFill>
                <a:srgbClr val="E36A7C"/>
              </a:solidFill>
            </a:ln>
          </p:spPr>
        </p:sp>
        <p:sp>
          <p:nvSpPr>
            <p:cNvPr id="6185" name="Pose_3__6184">
              <a:extLst>
                <a:ext uri="{FF2B5EF4-FFF2-40B4-BE49-F238E27FC236}">
                  <a16:creationId xmlns:a16="http://schemas.microsoft.com/office/drawing/2014/main" id="{06278730-D5E4-6FA0-D4D1-BDD9529FC9CE}"/>
                </a:ext>
              </a:extLst>
            </p:cNvPr>
            <p:cNvSpPr>
              <a:spLocks noGrp="1"/>
            </p:cNvSpPr>
            <p:nvPr/>
          </p:nvSpPr>
          <p:spPr>
            <a:xfrm>
              <a:off x="16043587" y="2298147"/>
              <a:ext cx="95577" cy="9124"/>
            </a:xfrm>
            <a:custGeom>
              <a:avLst/>
              <a:gdLst/>
              <a:ahLst/>
              <a:cxnLst/>
              <a:rect l="0" t="0" r="0" b="0"/>
              <a:pathLst>
                <a:path w="95577" h="9124">
                  <a:moveTo>
                    <a:pt x="0" y="9124"/>
                  </a:moveTo>
                  <a:lnTo>
                    <a:pt x="95577" y="0"/>
                  </a:lnTo>
                </a:path>
              </a:pathLst>
            </a:custGeom>
            <a:noFill/>
            <a:ln w="33338">
              <a:solidFill>
                <a:srgbClr val="E36A7C"/>
              </a:solidFill>
            </a:ln>
          </p:spPr>
        </p:sp>
        <p:sp>
          <p:nvSpPr>
            <p:cNvPr id="6186" name="Pose_3__6185">
              <a:extLst>
                <a:ext uri="{FF2B5EF4-FFF2-40B4-BE49-F238E27FC236}">
                  <a16:creationId xmlns:a16="http://schemas.microsoft.com/office/drawing/2014/main" id="{573EB436-8378-0BD5-9077-269B9E68608E}"/>
                </a:ext>
              </a:extLst>
            </p:cNvPr>
            <p:cNvSpPr>
              <a:spLocks noGrp="1"/>
            </p:cNvSpPr>
            <p:nvPr/>
          </p:nvSpPr>
          <p:spPr>
            <a:xfrm>
              <a:off x="16124676" y="2298147"/>
              <a:ext cx="14487" cy="48521"/>
            </a:xfrm>
            <a:custGeom>
              <a:avLst/>
              <a:gdLst/>
              <a:ahLst/>
              <a:cxnLst/>
              <a:rect l="0" t="0" r="0" b="0"/>
              <a:pathLst>
                <a:path w="14487" h="48521">
                  <a:moveTo>
                    <a:pt x="14487" y="0"/>
                  </a:moveTo>
                  <a:lnTo>
                    <a:pt x="0" y="48521"/>
                  </a:lnTo>
                </a:path>
              </a:pathLst>
            </a:custGeom>
            <a:noFill/>
            <a:ln w="33338">
              <a:solidFill>
                <a:srgbClr val="E36A7C"/>
              </a:solidFill>
            </a:ln>
          </p:spPr>
        </p:sp>
        <p:sp>
          <p:nvSpPr>
            <p:cNvPr id="6187" name="Pose_3__6186">
              <a:extLst>
                <a:ext uri="{FF2B5EF4-FFF2-40B4-BE49-F238E27FC236}">
                  <a16:creationId xmlns:a16="http://schemas.microsoft.com/office/drawing/2014/main" id="{7CE5F70A-CA4D-3724-4568-72F8CE655A1D}"/>
                </a:ext>
              </a:extLst>
            </p:cNvPr>
            <p:cNvSpPr>
              <a:spLocks noGrp="1"/>
            </p:cNvSpPr>
            <p:nvPr/>
          </p:nvSpPr>
          <p:spPr>
            <a:xfrm>
              <a:off x="16013445" y="2346668"/>
              <a:ext cx="111232" cy="22271"/>
            </a:xfrm>
            <a:custGeom>
              <a:avLst/>
              <a:gdLst/>
              <a:ahLst/>
              <a:cxnLst/>
              <a:rect l="0" t="0" r="0" b="0"/>
              <a:pathLst>
                <a:path w="111232" h="22271">
                  <a:moveTo>
                    <a:pt x="111232" y="0"/>
                  </a:moveTo>
                  <a:lnTo>
                    <a:pt x="0" y="22271"/>
                  </a:lnTo>
                </a:path>
              </a:pathLst>
            </a:custGeom>
            <a:noFill/>
            <a:ln w="33338">
              <a:solidFill>
                <a:srgbClr val="E36A7C"/>
              </a:solidFill>
            </a:ln>
          </p:spPr>
        </p:sp>
        <p:sp>
          <p:nvSpPr>
            <p:cNvPr id="6188" name="Pose_3__6187">
              <a:extLst>
                <a:ext uri="{FF2B5EF4-FFF2-40B4-BE49-F238E27FC236}">
                  <a16:creationId xmlns:a16="http://schemas.microsoft.com/office/drawing/2014/main" id="{9FDBCD32-8179-0327-CE62-F3155A8255AE}"/>
                </a:ext>
              </a:extLst>
            </p:cNvPr>
            <p:cNvSpPr>
              <a:spLocks noGrp="1"/>
            </p:cNvSpPr>
            <p:nvPr/>
          </p:nvSpPr>
          <p:spPr>
            <a:xfrm>
              <a:off x="15954375" y="2368939"/>
              <a:ext cx="59070" cy="10883"/>
            </a:xfrm>
            <a:custGeom>
              <a:avLst/>
              <a:gdLst/>
              <a:ahLst/>
              <a:cxnLst/>
              <a:rect l="0" t="0" r="0" b="0"/>
              <a:pathLst>
                <a:path w="59070" h="10883">
                  <a:moveTo>
                    <a:pt x="59070" y="0"/>
                  </a:moveTo>
                  <a:lnTo>
                    <a:pt x="0" y="10883"/>
                  </a:lnTo>
                </a:path>
              </a:pathLst>
            </a:custGeom>
            <a:noFill/>
            <a:ln w="33338">
              <a:solidFill>
                <a:srgbClr val="E36A7C"/>
              </a:solidFill>
            </a:ln>
          </p:spPr>
        </p:sp>
        <p:sp>
          <p:nvSpPr>
            <p:cNvPr id="6189" name="Pose_3__6188">
              <a:extLst>
                <a:ext uri="{FF2B5EF4-FFF2-40B4-BE49-F238E27FC236}">
                  <a16:creationId xmlns:a16="http://schemas.microsoft.com/office/drawing/2014/main" id="{B2B54C2E-94DB-D2D7-4C80-612F6FE57F99}"/>
                </a:ext>
              </a:extLst>
            </p:cNvPr>
            <p:cNvSpPr>
              <a:spLocks noGrp="1"/>
            </p:cNvSpPr>
            <p:nvPr/>
          </p:nvSpPr>
          <p:spPr>
            <a:xfrm>
              <a:off x="16139164" y="2269412"/>
              <a:ext cx="64303" cy="28735"/>
            </a:xfrm>
            <a:custGeom>
              <a:avLst/>
              <a:gdLst/>
              <a:ahLst/>
              <a:cxnLst/>
              <a:rect l="0" t="0" r="0" b="0"/>
              <a:pathLst>
                <a:path w="64303" h="28735">
                  <a:moveTo>
                    <a:pt x="0" y="28735"/>
                  </a:moveTo>
                  <a:lnTo>
                    <a:pt x="64303" y="0"/>
                  </a:lnTo>
                </a:path>
              </a:pathLst>
            </a:custGeom>
            <a:noFill/>
            <a:ln w="33338">
              <a:solidFill>
                <a:srgbClr val="E36A7C"/>
              </a:solidFill>
            </a:ln>
          </p:spPr>
        </p:sp>
        <p:sp>
          <p:nvSpPr>
            <p:cNvPr id="6190" name="Pose_3__6189">
              <a:extLst>
                <a:ext uri="{FF2B5EF4-FFF2-40B4-BE49-F238E27FC236}">
                  <a16:creationId xmlns:a16="http://schemas.microsoft.com/office/drawing/2014/main" id="{7336039A-3E06-32C2-0127-BE8C778F5C84}"/>
                </a:ext>
              </a:extLst>
            </p:cNvPr>
            <p:cNvSpPr>
              <a:spLocks noGrp="1"/>
            </p:cNvSpPr>
            <p:nvPr/>
          </p:nvSpPr>
          <p:spPr>
            <a:xfrm>
              <a:off x="16203466" y="2269412"/>
              <a:ext cx="101874" cy="64009"/>
            </a:xfrm>
            <a:custGeom>
              <a:avLst/>
              <a:gdLst/>
              <a:ahLst/>
              <a:cxnLst/>
              <a:rect l="0" t="0" r="0" b="0"/>
              <a:pathLst>
                <a:path w="101874" h="64009">
                  <a:moveTo>
                    <a:pt x="0" y="0"/>
                  </a:moveTo>
                  <a:lnTo>
                    <a:pt x="101874" y="64009"/>
                  </a:lnTo>
                </a:path>
              </a:pathLst>
            </a:custGeom>
            <a:noFill/>
            <a:ln w="33338">
              <a:solidFill>
                <a:srgbClr val="E36A7C"/>
              </a:solidFill>
            </a:ln>
          </p:spPr>
        </p:sp>
        <p:sp>
          <p:nvSpPr>
            <p:cNvPr id="6191" name="Pose_3__6190">
              <a:extLst>
                <a:ext uri="{FF2B5EF4-FFF2-40B4-BE49-F238E27FC236}">
                  <a16:creationId xmlns:a16="http://schemas.microsoft.com/office/drawing/2014/main" id="{98DC340E-8F4E-E716-7841-ECDFE59B5D01}"/>
                </a:ext>
              </a:extLst>
            </p:cNvPr>
            <p:cNvSpPr>
              <a:spLocks noGrp="1"/>
            </p:cNvSpPr>
            <p:nvPr/>
          </p:nvSpPr>
          <p:spPr>
            <a:xfrm>
              <a:off x="16305340" y="2333421"/>
              <a:ext cx="17660" cy="86734"/>
            </a:xfrm>
            <a:custGeom>
              <a:avLst/>
              <a:gdLst/>
              <a:ahLst/>
              <a:cxnLst/>
              <a:rect l="0" t="0" r="0" b="0"/>
              <a:pathLst>
                <a:path w="17660" h="86734">
                  <a:moveTo>
                    <a:pt x="0" y="0"/>
                  </a:moveTo>
                  <a:lnTo>
                    <a:pt x="17660" y="86734"/>
                  </a:lnTo>
                </a:path>
              </a:pathLst>
            </a:custGeom>
            <a:noFill/>
            <a:ln w="33338">
              <a:solidFill>
                <a:srgbClr val="E36A7C"/>
              </a:solidFill>
            </a:ln>
          </p:spPr>
        </p:sp>
        <p:sp>
          <p:nvSpPr>
            <p:cNvPr id="6192" name="Pose_3__6191">
              <a:extLst>
                <a:ext uri="{FF2B5EF4-FFF2-40B4-BE49-F238E27FC236}">
                  <a16:creationId xmlns:a16="http://schemas.microsoft.com/office/drawing/2014/main" id="{146617B4-88DA-A689-5445-87EA139D59C8}"/>
                </a:ext>
              </a:extLst>
            </p:cNvPr>
            <p:cNvSpPr>
              <a:spLocks noGrp="1"/>
            </p:cNvSpPr>
            <p:nvPr/>
          </p:nvSpPr>
          <p:spPr>
            <a:xfrm>
              <a:off x="16240210" y="2420154"/>
              <a:ext cx="82790" cy="18647"/>
            </a:xfrm>
            <a:custGeom>
              <a:avLst/>
              <a:gdLst/>
              <a:ahLst/>
              <a:cxnLst/>
              <a:rect l="0" t="0" r="0" b="0"/>
              <a:pathLst>
                <a:path w="82790" h="18647">
                  <a:moveTo>
                    <a:pt x="82790" y="0"/>
                  </a:moveTo>
                  <a:lnTo>
                    <a:pt x="0" y="18647"/>
                  </a:lnTo>
                </a:path>
              </a:pathLst>
            </a:custGeom>
            <a:noFill/>
            <a:ln w="33338">
              <a:solidFill>
                <a:srgbClr val="E36A7C"/>
              </a:solidFill>
            </a:ln>
          </p:spPr>
        </p:sp>
        <p:sp>
          <p:nvSpPr>
            <p:cNvPr id="6193" name="Pose_3__6192">
              <a:extLst>
                <a:ext uri="{FF2B5EF4-FFF2-40B4-BE49-F238E27FC236}">
                  <a16:creationId xmlns:a16="http://schemas.microsoft.com/office/drawing/2014/main" id="{C2F94AEC-3389-1E52-ADFA-7756953A3839}"/>
                </a:ext>
              </a:extLst>
            </p:cNvPr>
            <p:cNvSpPr>
              <a:spLocks noGrp="1"/>
            </p:cNvSpPr>
            <p:nvPr/>
          </p:nvSpPr>
          <p:spPr>
            <a:xfrm>
              <a:off x="16124676" y="2346668"/>
              <a:ext cx="115534" cy="92134"/>
            </a:xfrm>
            <a:custGeom>
              <a:avLst/>
              <a:gdLst/>
              <a:ahLst/>
              <a:cxnLst/>
              <a:rect l="0" t="0" r="0" b="0"/>
              <a:pathLst>
                <a:path w="115534" h="92134">
                  <a:moveTo>
                    <a:pt x="115534" y="92134"/>
                  </a:moveTo>
                  <a:lnTo>
                    <a:pt x="0" y="0"/>
                  </a:lnTo>
                </a:path>
              </a:pathLst>
            </a:custGeom>
            <a:noFill/>
            <a:ln w="33338">
              <a:solidFill>
                <a:srgbClr val="E36A7C"/>
              </a:solidFill>
            </a:ln>
          </p:spPr>
        </p:sp>
        <p:sp>
          <p:nvSpPr>
            <p:cNvPr id="6194" name="Pose_3__6193">
              <a:extLst>
                <a:ext uri="{FF2B5EF4-FFF2-40B4-BE49-F238E27FC236}">
                  <a16:creationId xmlns:a16="http://schemas.microsoft.com/office/drawing/2014/main" id="{8AF9B320-9519-43BE-33F8-4D1125B05856}"/>
                </a:ext>
              </a:extLst>
            </p:cNvPr>
            <p:cNvSpPr>
              <a:spLocks noGrp="1"/>
            </p:cNvSpPr>
            <p:nvPr/>
          </p:nvSpPr>
          <p:spPr>
            <a:xfrm>
              <a:off x="15878327" y="2378224"/>
              <a:ext cx="76048" cy="1597"/>
            </a:xfrm>
            <a:custGeom>
              <a:avLst/>
              <a:gdLst/>
              <a:ahLst/>
              <a:cxnLst/>
              <a:rect l="0" t="0" r="0" b="0"/>
              <a:pathLst>
                <a:path w="76048" h="1597">
                  <a:moveTo>
                    <a:pt x="76048" y="1597"/>
                  </a:moveTo>
                  <a:lnTo>
                    <a:pt x="0" y="0"/>
                  </a:lnTo>
                </a:path>
              </a:pathLst>
            </a:custGeom>
            <a:noFill/>
            <a:ln w="33338">
              <a:solidFill>
                <a:srgbClr val="E36A7C"/>
              </a:solidFill>
            </a:ln>
          </p:spPr>
        </p:sp>
        <p:sp>
          <p:nvSpPr>
            <p:cNvPr id="6195" name="Pose_3__6194">
              <a:extLst>
                <a:ext uri="{FF2B5EF4-FFF2-40B4-BE49-F238E27FC236}">
                  <a16:creationId xmlns:a16="http://schemas.microsoft.com/office/drawing/2014/main" id="{197E5637-89F1-1EF4-7609-37ED5C73CDFC}"/>
                </a:ext>
              </a:extLst>
            </p:cNvPr>
            <p:cNvSpPr>
              <a:spLocks noGrp="1"/>
            </p:cNvSpPr>
            <p:nvPr/>
          </p:nvSpPr>
          <p:spPr>
            <a:xfrm>
              <a:off x="15776475" y="2317072"/>
              <a:ext cx="101852" cy="61152"/>
            </a:xfrm>
            <a:custGeom>
              <a:avLst/>
              <a:gdLst/>
              <a:ahLst/>
              <a:cxnLst/>
              <a:rect l="0" t="0" r="0" b="0"/>
              <a:pathLst>
                <a:path w="101852" h="61152">
                  <a:moveTo>
                    <a:pt x="101852" y="61152"/>
                  </a:moveTo>
                  <a:lnTo>
                    <a:pt x="0" y="0"/>
                  </a:lnTo>
                </a:path>
              </a:pathLst>
            </a:custGeom>
            <a:noFill/>
            <a:ln w="33338">
              <a:solidFill>
                <a:srgbClr val="E36A7C"/>
              </a:solidFill>
            </a:ln>
          </p:spPr>
        </p:sp>
        <p:sp>
          <p:nvSpPr>
            <p:cNvPr id="6196" name="Pose_3__6195">
              <a:extLst>
                <a:ext uri="{FF2B5EF4-FFF2-40B4-BE49-F238E27FC236}">
                  <a16:creationId xmlns:a16="http://schemas.microsoft.com/office/drawing/2014/main" id="{A5604AA5-FC94-B017-F770-607B013605EE}"/>
                </a:ext>
              </a:extLst>
            </p:cNvPr>
            <p:cNvSpPr>
              <a:spLocks noGrp="1"/>
            </p:cNvSpPr>
            <p:nvPr/>
          </p:nvSpPr>
          <p:spPr>
            <a:xfrm>
              <a:off x="15919133" y="2344579"/>
              <a:ext cx="70485" cy="70485"/>
            </a:xfrm>
            <a:prstGeom prst="ellipse">
              <a:avLst/>
            </a:prstGeom>
            <a:solidFill>
              <a:srgbClr val="E98B99"/>
            </a:solidFill>
            <a:ln w="4286">
              <a:solidFill>
                <a:srgbClr val="FFFFFF"/>
              </a:solidFill>
            </a:ln>
          </p:spPr>
        </p:sp>
        <p:sp>
          <p:nvSpPr>
            <p:cNvPr id="6197" name="Pose_3__6196">
              <a:extLst>
                <a:ext uri="{FF2B5EF4-FFF2-40B4-BE49-F238E27FC236}">
                  <a16:creationId xmlns:a16="http://schemas.microsoft.com/office/drawing/2014/main" id="{D6A8C56E-5179-0E11-8447-1445D288C516}"/>
                </a:ext>
              </a:extLst>
            </p:cNvPr>
            <p:cNvSpPr>
              <a:spLocks noGrp="1"/>
            </p:cNvSpPr>
            <p:nvPr/>
          </p:nvSpPr>
          <p:spPr>
            <a:xfrm>
              <a:off x="16008345" y="2272029"/>
              <a:ext cx="70485" cy="70485"/>
            </a:xfrm>
            <a:prstGeom prst="ellipse">
              <a:avLst/>
            </a:prstGeom>
            <a:solidFill>
              <a:srgbClr val="E36A7C"/>
            </a:solidFill>
            <a:ln w="4286">
              <a:solidFill>
                <a:srgbClr val="FFFFFF"/>
              </a:solidFill>
            </a:ln>
          </p:spPr>
        </p:sp>
        <p:sp>
          <p:nvSpPr>
            <p:cNvPr id="6198" name="Pose_3__6197">
              <a:extLst>
                <a:ext uri="{FF2B5EF4-FFF2-40B4-BE49-F238E27FC236}">
                  <a16:creationId xmlns:a16="http://schemas.microsoft.com/office/drawing/2014/main" id="{03C84B01-24EB-190B-0D20-C67CE650FB4B}"/>
                </a:ext>
              </a:extLst>
            </p:cNvPr>
            <p:cNvSpPr>
              <a:spLocks noGrp="1"/>
            </p:cNvSpPr>
            <p:nvPr/>
          </p:nvSpPr>
          <p:spPr>
            <a:xfrm>
              <a:off x="16103921" y="2262904"/>
              <a:ext cx="70485" cy="70485"/>
            </a:xfrm>
            <a:prstGeom prst="ellipse">
              <a:avLst/>
            </a:prstGeom>
            <a:solidFill>
              <a:srgbClr val="E36A7C"/>
            </a:solidFill>
            <a:ln w="4286">
              <a:solidFill>
                <a:srgbClr val="FFFFFF"/>
              </a:solidFill>
            </a:ln>
          </p:spPr>
        </p:sp>
        <p:sp>
          <p:nvSpPr>
            <p:cNvPr id="6199" name="Pose_3__6198">
              <a:extLst>
                <a:ext uri="{FF2B5EF4-FFF2-40B4-BE49-F238E27FC236}">
                  <a16:creationId xmlns:a16="http://schemas.microsoft.com/office/drawing/2014/main" id="{E1393CDB-568C-0FCF-FE6A-827AA63B2071}"/>
                </a:ext>
              </a:extLst>
            </p:cNvPr>
            <p:cNvSpPr>
              <a:spLocks noGrp="1"/>
            </p:cNvSpPr>
            <p:nvPr/>
          </p:nvSpPr>
          <p:spPr>
            <a:xfrm>
              <a:off x="16089434" y="2311425"/>
              <a:ext cx="70485" cy="70485"/>
            </a:xfrm>
            <a:prstGeom prst="ellipse">
              <a:avLst/>
            </a:prstGeom>
            <a:solidFill>
              <a:srgbClr val="E36A7C"/>
            </a:solidFill>
            <a:ln w="4286">
              <a:solidFill>
                <a:srgbClr val="FFFFFF"/>
              </a:solidFill>
            </a:ln>
          </p:spPr>
        </p:sp>
        <p:sp>
          <p:nvSpPr>
            <p:cNvPr id="6200" name="Pose_3__6199">
              <a:extLst>
                <a:ext uri="{FF2B5EF4-FFF2-40B4-BE49-F238E27FC236}">
                  <a16:creationId xmlns:a16="http://schemas.microsoft.com/office/drawing/2014/main" id="{4AD78230-DCF8-C8C6-11DB-E333B65E25A6}"/>
                </a:ext>
              </a:extLst>
            </p:cNvPr>
            <p:cNvSpPr>
              <a:spLocks noGrp="1"/>
            </p:cNvSpPr>
            <p:nvPr/>
          </p:nvSpPr>
          <p:spPr>
            <a:xfrm>
              <a:off x="15978202" y="2333696"/>
              <a:ext cx="70485" cy="70485"/>
            </a:xfrm>
            <a:prstGeom prst="ellipse">
              <a:avLst/>
            </a:prstGeom>
            <a:solidFill>
              <a:srgbClr val="E36A7C"/>
            </a:solidFill>
            <a:ln w="4286">
              <a:solidFill>
                <a:srgbClr val="FFFFFF"/>
              </a:solidFill>
            </a:ln>
          </p:spPr>
        </p:sp>
        <p:sp>
          <p:nvSpPr>
            <p:cNvPr id="6201" name="Pose_3__6200">
              <a:extLst>
                <a:ext uri="{FF2B5EF4-FFF2-40B4-BE49-F238E27FC236}">
                  <a16:creationId xmlns:a16="http://schemas.microsoft.com/office/drawing/2014/main" id="{B59F0676-0F66-44B2-0F6B-C660BC322A44}"/>
                </a:ext>
              </a:extLst>
            </p:cNvPr>
            <p:cNvSpPr>
              <a:spLocks noGrp="1"/>
            </p:cNvSpPr>
            <p:nvPr/>
          </p:nvSpPr>
          <p:spPr>
            <a:xfrm>
              <a:off x="16168224" y="2234169"/>
              <a:ext cx="70485" cy="70485"/>
            </a:xfrm>
            <a:prstGeom prst="ellipse">
              <a:avLst/>
            </a:prstGeom>
            <a:solidFill>
              <a:srgbClr val="E98B99"/>
            </a:solidFill>
            <a:ln w="4286">
              <a:solidFill>
                <a:srgbClr val="FFFFFF"/>
              </a:solidFill>
            </a:ln>
          </p:spPr>
        </p:sp>
        <p:sp>
          <p:nvSpPr>
            <p:cNvPr id="6202" name="Pose_3__6201">
              <a:extLst>
                <a:ext uri="{FF2B5EF4-FFF2-40B4-BE49-F238E27FC236}">
                  <a16:creationId xmlns:a16="http://schemas.microsoft.com/office/drawing/2014/main" id="{159566A4-05E7-6681-B008-47EE3BEB535B}"/>
                </a:ext>
              </a:extLst>
            </p:cNvPr>
            <p:cNvSpPr>
              <a:spLocks noGrp="1"/>
            </p:cNvSpPr>
            <p:nvPr/>
          </p:nvSpPr>
          <p:spPr>
            <a:xfrm>
              <a:off x="16270098" y="2298178"/>
              <a:ext cx="70485" cy="70485"/>
            </a:xfrm>
            <a:prstGeom prst="ellipse">
              <a:avLst/>
            </a:prstGeom>
            <a:solidFill>
              <a:srgbClr val="E36A7C"/>
            </a:solidFill>
            <a:ln w="4286">
              <a:solidFill>
                <a:srgbClr val="FFFFFF"/>
              </a:solidFill>
            </a:ln>
          </p:spPr>
        </p:sp>
        <p:sp>
          <p:nvSpPr>
            <p:cNvPr id="6203" name="Pose_3__6202">
              <a:extLst>
                <a:ext uri="{FF2B5EF4-FFF2-40B4-BE49-F238E27FC236}">
                  <a16:creationId xmlns:a16="http://schemas.microsoft.com/office/drawing/2014/main" id="{35831019-A66A-01E2-84BE-D59DE29CF403}"/>
                </a:ext>
              </a:extLst>
            </p:cNvPr>
            <p:cNvSpPr>
              <a:spLocks noGrp="1"/>
            </p:cNvSpPr>
            <p:nvPr/>
          </p:nvSpPr>
          <p:spPr>
            <a:xfrm>
              <a:off x="16287758" y="2384912"/>
              <a:ext cx="70485" cy="70485"/>
            </a:xfrm>
            <a:prstGeom prst="ellipse">
              <a:avLst/>
            </a:prstGeom>
            <a:solidFill>
              <a:srgbClr val="E36A7C"/>
            </a:solidFill>
            <a:ln w="4286">
              <a:solidFill>
                <a:srgbClr val="FFFFFF"/>
              </a:solidFill>
            </a:ln>
          </p:spPr>
        </p:sp>
        <p:sp>
          <p:nvSpPr>
            <p:cNvPr id="6204" name="Pose_3__6203">
              <a:extLst>
                <a:ext uri="{FF2B5EF4-FFF2-40B4-BE49-F238E27FC236}">
                  <a16:creationId xmlns:a16="http://schemas.microsoft.com/office/drawing/2014/main" id="{E6B3BE5A-2790-345C-348C-B561B2A2E644}"/>
                </a:ext>
              </a:extLst>
            </p:cNvPr>
            <p:cNvSpPr>
              <a:spLocks noGrp="1"/>
            </p:cNvSpPr>
            <p:nvPr/>
          </p:nvSpPr>
          <p:spPr>
            <a:xfrm>
              <a:off x="16204968" y="2403559"/>
              <a:ext cx="70485" cy="70485"/>
            </a:xfrm>
            <a:prstGeom prst="ellipse">
              <a:avLst/>
            </a:prstGeom>
            <a:solidFill>
              <a:srgbClr val="E36A7C"/>
            </a:solidFill>
            <a:ln w="4286">
              <a:solidFill>
                <a:srgbClr val="FFFFFF"/>
              </a:solidFill>
            </a:ln>
          </p:spPr>
        </p:sp>
        <p:sp>
          <p:nvSpPr>
            <p:cNvPr id="6205" name="Pose_3__6204">
              <a:extLst>
                <a:ext uri="{FF2B5EF4-FFF2-40B4-BE49-F238E27FC236}">
                  <a16:creationId xmlns:a16="http://schemas.microsoft.com/office/drawing/2014/main" id="{2D6F260E-99C3-0F40-8A19-9E041C6CD9BD}"/>
                </a:ext>
              </a:extLst>
            </p:cNvPr>
            <p:cNvSpPr>
              <a:spLocks noGrp="1"/>
            </p:cNvSpPr>
            <p:nvPr/>
          </p:nvSpPr>
          <p:spPr>
            <a:xfrm>
              <a:off x="15843085" y="2342982"/>
              <a:ext cx="70485" cy="70485"/>
            </a:xfrm>
            <a:prstGeom prst="ellipse">
              <a:avLst/>
            </a:prstGeom>
            <a:solidFill>
              <a:srgbClr val="E36A7C"/>
            </a:solidFill>
            <a:ln w="4286">
              <a:solidFill>
                <a:srgbClr val="FFFFFF"/>
              </a:solidFill>
            </a:ln>
          </p:spPr>
        </p:sp>
        <p:sp>
          <p:nvSpPr>
            <p:cNvPr id="6206" name="Pose_3__6205">
              <a:extLst>
                <a:ext uri="{FF2B5EF4-FFF2-40B4-BE49-F238E27FC236}">
                  <a16:creationId xmlns:a16="http://schemas.microsoft.com/office/drawing/2014/main" id="{10905C33-2799-7274-08EB-82707FF4410F}"/>
                </a:ext>
              </a:extLst>
            </p:cNvPr>
            <p:cNvSpPr>
              <a:spLocks noGrp="1"/>
            </p:cNvSpPr>
            <p:nvPr/>
          </p:nvSpPr>
          <p:spPr>
            <a:xfrm>
              <a:off x="15741233" y="2281829"/>
              <a:ext cx="70485" cy="70485"/>
            </a:xfrm>
            <a:prstGeom prst="ellipse">
              <a:avLst/>
            </a:prstGeom>
            <a:solidFill>
              <a:srgbClr val="E98B99"/>
            </a:solidFill>
            <a:ln w="4286">
              <a:solidFill>
                <a:srgbClr val="FFFFFF"/>
              </a:solidFill>
            </a:ln>
          </p:spPr>
        </p:sp>
      </p:grpSp>
      <p:sp>
        <p:nvSpPr>
          <p:cNvPr id="1973" name="label__4139">
            <a:extLst>
              <a:ext uri="{FF2B5EF4-FFF2-40B4-BE49-F238E27FC236}">
                <a16:creationId xmlns:a16="http://schemas.microsoft.com/office/drawing/2014/main" id="{2169A95E-CFF3-36DF-8C89-06B67A1F1801}"/>
              </a:ext>
            </a:extLst>
          </p:cNvPr>
          <p:cNvSpPr>
            <a:spLocks noGrp="1"/>
          </p:cNvSpPr>
          <p:nvPr/>
        </p:nvSpPr>
        <p:spPr>
          <a:xfrm>
            <a:off x="6393305" y="2824009"/>
            <a:ext cx="219913" cy="82468"/>
          </a:xfrm>
          <a:prstGeom prst="rect">
            <a:avLst/>
          </a:prstGeom>
          <a:noFill/>
          <a:ln w="0">
            <a:noFill/>
          </a:ln>
        </p:spPr>
        <p:txBody>
          <a:bodyPr wrap="none" lIns="0" tIns="0" rIns="0" bIns="0" anchor="ctr">
            <a:noAutofit/>
          </a:bodyPr>
          <a:lstStyle/>
          <a:p>
            <a:pPr algn="l">
              <a:defRPr sz="1425" b="0">
                <a:solidFill>
                  <a:srgbClr val="5C6570"/>
                </a:solidFill>
                <a:latin typeface="Arial"/>
                <a:ea typeface="Arial"/>
                <a:cs typeface="Arial"/>
              </a:defRPr>
            </a:pPr>
            <a:r>
              <a:rPr lang="en-US" sz="468" dirty="0">
                <a:solidFill>
                  <a:srgbClr val="5C6570"/>
                </a:solidFill>
                <a:latin typeface="Arial"/>
                <a:ea typeface="Arial"/>
                <a:cs typeface="Arial"/>
              </a:rPr>
              <a:t>R</a:t>
            </a:r>
            <a:r>
              <a:rPr sz="468" dirty="0">
                <a:solidFill>
                  <a:srgbClr val="5C6570"/>
                </a:solidFill>
                <a:latin typeface="Arial"/>
                <a:ea typeface="Arial"/>
                <a:cs typeface="Arial"/>
              </a:rPr>
              <a:t>eject</a:t>
            </a:r>
          </a:p>
        </p:txBody>
      </p:sp>
      <p:grpSp>
        <p:nvGrpSpPr>
          <p:cNvPr id="6" name="flow_Match">
            <a:extLst>
              <a:ext uri="{FF2B5EF4-FFF2-40B4-BE49-F238E27FC236}">
                <a16:creationId xmlns:a16="http://schemas.microsoft.com/office/drawing/2014/main" id="{6B918436-9205-A873-D5CC-197250DB9C22}"/>
              </a:ext>
            </a:extLst>
          </p:cNvPr>
          <p:cNvGrpSpPr/>
          <p:nvPr/>
        </p:nvGrpSpPr>
        <p:grpSpPr>
          <a:xfrm>
            <a:off x="6687596" y="2286000"/>
            <a:ext cx="244654" cy="32987"/>
            <a:chOff x="7162800" y="3209925"/>
            <a:chExt cx="847725" cy="114300"/>
          </a:xfrm>
        </p:grpSpPr>
        <p:sp>
          <p:nvSpPr>
            <p:cNvPr id="4002" name="flow_Match__3998">
              <a:extLst>
                <a:ext uri="{FF2B5EF4-FFF2-40B4-BE49-F238E27FC236}">
                  <a16:creationId xmlns:a16="http://schemas.microsoft.com/office/drawing/2014/main" id="{40530874-EAC6-3564-B8C1-F4FF5F3CCA82}"/>
                </a:ext>
              </a:extLst>
            </p:cNvPr>
            <p:cNvSpPr>
              <a:spLocks noGrp="1"/>
            </p:cNvSpPr>
            <p:nvPr/>
          </p:nvSpPr>
          <p:spPr>
            <a:xfrm>
              <a:off x="7162800" y="3267075"/>
              <a:ext cx="752475" cy="95"/>
            </a:xfrm>
            <a:custGeom>
              <a:avLst/>
              <a:gdLst/>
              <a:ahLst/>
              <a:cxnLst/>
              <a:rect l="0" t="0" r="0" b="0"/>
              <a:pathLst>
                <a:path w="752475" h="95">
                  <a:moveTo>
                    <a:pt x="0" y="0"/>
                  </a:moveTo>
                  <a:lnTo>
                    <a:pt x="752475" y="0"/>
                  </a:lnTo>
                </a:path>
              </a:pathLst>
            </a:custGeom>
            <a:noFill/>
            <a:ln w="21908">
              <a:solidFill>
                <a:srgbClr val="263442"/>
              </a:solidFill>
            </a:ln>
          </p:spPr>
        </p:sp>
        <p:sp>
          <p:nvSpPr>
            <p:cNvPr id="4003" name="flow_Match__3999">
              <a:extLst>
                <a:ext uri="{FF2B5EF4-FFF2-40B4-BE49-F238E27FC236}">
                  <a16:creationId xmlns:a16="http://schemas.microsoft.com/office/drawing/2014/main" id="{1E6DD00D-1E0B-3AEB-9946-4C2AB1EF3FF6}"/>
                </a:ext>
              </a:extLst>
            </p:cNvPr>
            <p:cNvSpPr>
              <a:spLocks noGrp="1"/>
            </p:cNvSpPr>
            <p:nvPr/>
          </p:nvSpPr>
          <p:spPr>
            <a:xfrm>
              <a:off x="7896225" y="3209925"/>
              <a:ext cx="114300" cy="114300"/>
            </a:xfrm>
            <a:custGeom>
              <a:avLst/>
              <a:gdLst/>
              <a:ahLst/>
              <a:cxnLst/>
              <a:rect l="0" t="0" r="0" b="0"/>
              <a:pathLst>
                <a:path w="114300" h="114300">
                  <a:moveTo>
                    <a:pt x="114300" y="57150"/>
                  </a:moveTo>
                  <a:lnTo>
                    <a:pt x="0" y="0"/>
                  </a:lnTo>
                  <a:lnTo>
                    <a:pt x="0" y="114300"/>
                  </a:lnTo>
                  <a:close/>
                </a:path>
              </a:pathLst>
            </a:custGeom>
            <a:solidFill>
              <a:srgbClr val="263442"/>
            </a:solidFill>
            <a:ln w="0">
              <a:noFill/>
            </a:ln>
          </p:spPr>
        </p:sp>
      </p:grpSp>
      <p:pic>
        <p:nvPicPr>
          <p:cNvPr id="3998" name="图片 3997">
            <a:extLst>
              <a:ext uri="{FF2B5EF4-FFF2-40B4-BE49-F238E27FC236}">
                <a16:creationId xmlns:a16="http://schemas.microsoft.com/office/drawing/2014/main" id="{45EC5897-C070-7860-BD69-A73F8B62627D}"/>
              </a:ext>
            </a:extLst>
          </p:cNvPr>
          <p:cNvPicPr>
            <a:picLocks/>
          </p:cNvPicPr>
          <p:nvPr/>
        </p:nvPicPr>
        <p:blipFill>
          <a:blip r:embed="rId4"/>
          <a:srcRect t="34099" b="31224"/>
          <a:stretch>
            <a:fillRect/>
          </a:stretch>
        </p:blipFill>
        <p:spPr>
          <a:xfrm>
            <a:off x="328316" y="411149"/>
            <a:ext cx="11290223" cy="3617588"/>
          </a:xfrm>
          <a:prstGeom prst="rect">
            <a:avLst/>
          </a:prstGeom>
        </p:spPr>
      </p:pic>
    </p:spTree>
    <p:extLst>
      <p:ext uri="{BB962C8B-B14F-4D97-AF65-F5344CB8AC3E}">
        <p14:creationId xmlns:p14="http://schemas.microsoft.com/office/powerpoint/2010/main" val="2751425463"/>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name="left-A">
    <p:spTree>
      <p:nvGrpSpPr>
        <p:cNvPr id="1" name="">
          <a:extLst>
            <a:ext uri="{FF2B5EF4-FFF2-40B4-BE49-F238E27FC236}">
              <a16:creationId xmlns:a16="http://schemas.microsoft.com/office/drawing/2014/main" id="{F01B10E1-6A66-9846-CC78-02942104C712}"/>
            </a:ext>
          </a:extLst>
        </p:cNvPr>
        <p:cNvGrpSpPr/>
        <p:nvPr/>
      </p:nvGrpSpPr>
      <p:grpSpPr>
        <a:xfrm>
          <a:off x="0" y="0"/>
          <a:ext cx="0" cy="0"/>
          <a:chOff x="0" y="0"/>
          <a:chExt cx="0" cy="0"/>
        </a:xfrm>
      </p:grpSpPr>
      <p:grpSp>
        <p:nvGrpSpPr>
          <p:cNvPr id="2" name="Build左侧-A">
            <a:extLst>
              <a:ext uri="{FF2B5EF4-FFF2-40B4-BE49-F238E27FC236}">
                <a16:creationId xmlns:a16="http://schemas.microsoft.com/office/drawing/2014/main" id="{904E6846-95F7-E5AA-47AE-EFCC54776C67}"/>
              </a:ext>
            </a:extLst>
          </p:cNvPr>
          <p:cNvGrpSpPr/>
          <p:nvPr/>
        </p:nvGrpSpPr>
        <p:grpSpPr>
          <a:xfrm>
            <a:off x="0" y="0"/>
            <a:ext cx="8216900" cy="4572000"/>
            <a:chOff x="0" y="0"/>
            <a:chExt cx="8216900" cy="4572000"/>
          </a:xfrm>
        </p:grpSpPr>
        <p:sp>
          <p:nvSpPr>
            <p:cNvPr id="6" name="label">
              <a:extLst>
                <a:ext uri="{FF2B5EF4-FFF2-40B4-BE49-F238E27FC236}">
                  <a16:creationId xmlns:a16="http://schemas.microsoft.com/office/drawing/2014/main" id="{5538D7DA-079C-47B1-346E-61798B536783}"/>
                </a:ext>
              </a:extLst>
            </p:cNvPr>
            <p:cNvSpPr txBox="1"/>
            <p:nvPr/>
          </p:nvSpPr>
          <p:spPr>
            <a:xfrm>
              <a:off x="253999" y="161924"/>
              <a:ext cx="1695450"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Input</a:t>
              </a:r>
              <a:endParaRPr lang="zh-CN" altLang="en-US" sz="1650" b="1">
                <a:solidFill>
                  <a:srgbClr val="263442"/>
                </a:solidFill>
                <a:latin typeface="Arial" panose="020B0604020202020204" pitchFamily="34" charset="0"/>
              </a:endParaRPr>
            </a:p>
          </p:txBody>
        </p:sp>
        <p:sp>
          <p:nvSpPr>
            <p:cNvPr id="7" name="label">
              <a:extLst>
                <a:ext uri="{FF2B5EF4-FFF2-40B4-BE49-F238E27FC236}">
                  <a16:creationId xmlns:a16="http://schemas.microsoft.com/office/drawing/2014/main" id="{C52C1ABE-149C-24BB-5B22-F65251310163}"/>
                </a:ext>
              </a:extLst>
            </p:cNvPr>
            <p:cNvSpPr txBox="1"/>
            <p:nvPr/>
          </p:nvSpPr>
          <p:spPr>
            <a:xfrm>
              <a:off x="2209800" y="161924"/>
              <a:ext cx="23336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Candidate blob</a:t>
              </a:r>
              <a:endParaRPr lang="zh-CN" altLang="en-US" sz="1650" b="1">
                <a:solidFill>
                  <a:srgbClr val="263442"/>
                </a:solidFill>
                <a:latin typeface="Arial" panose="020B0604020202020204" pitchFamily="34" charset="0"/>
              </a:endParaRPr>
            </a:p>
          </p:txBody>
        </p:sp>
        <p:sp>
          <p:nvSpPr>
            <p:cNvPr id="49984" name="label">
              <a:extLst>
                <a:ext uri="{FF2B5EF4-FFF2-40B4-BE49-F238E27FC236}">
                  <a16:creationId xmlns:a16="http://schemas.microsoft.com/office/drawing/2014/main" id="{19211518-CA1D-F25A-6E95-9AE32B3684AC}"/>
                </a:ext>
              </a:extLst>
            </p:cNvPr>
            <p:cNvSpPr txBox="1"/>
            <p:nvPr/>
          </p:nvSpPr>
          <p:spPr>
            <a:xfrm>
              <a:off x="5041900" y="161924"/>
              <a:ext cx="3133725" cy="285750"/>
            </a:xfrm>
            <a:prstGeom prst="rect">
              <a:avLst/>
            </a:prstGeom>
            <a:noFill/>
          </p:spPr>
          <p:txBody>
            <a:bodyPr vert="horz" wrap="none" lIns="0" tIns="0" rIns="0" bIns="0" rtlCol="0" anchor="ctr">
              <a:noAutofit/>
            </a:bodyPr>
            <a:lstStyle/>
            <a:p>
              <a:pPr algn="ctr"/>
              <a:r>
                <a:rPr lang="en-US" altLang="zh-CN" sz="1600" b="1">
                  <a:solidFill>
                    <a:srgbClr val="263442"/>
                  </a:solidFill>
                  <a:latin typeface="Arial" panose="020B0604020202020204" pitchFamily="34" charset="0"/>
                </a:rPr>
                <a:t>Ligand identity assignment</a:t>
              </a:r>
              <a:endParaRPr lang="zh-CN" altLang="en-US" sz="1600" b="1">
                <a:solidFill>
                  <a:srgbClr val="263442"/>
                </a:solidFill>
                <a:latin typeface="Arial" panose="020B0604020202020204" pitchFamily="34" charset="0"/>
              </a:endParaRPr>
            </a:p>
          </p:txBody>
        </p:sp>
        <p:sp>
          <p:nvSpPr>
            <p:cNvPr id="49985" name="Input-map-and-receptor">
              <a:extLst>
                <a:ext uri="{FF2B5EF4-FFF2-40B4-BE49-F238E27FC236}">
                  <a16:creationId xmlns:a16="http://schemas.microsoft.com/office/drawing/2014/main" id="{194DFE7A-2B2B-250A-19AA-98C8F139EF32}"/>
                </a:ext>
              </a:extLst>
            </p:cNvPr>
            <p:cNvSpPr/>
            <p:nvPr/>
          </p:nvSpPr>
          <p:spPr>
            <a:xfrm>
              <a:off x="469900" y="552450"/>
              <a:ext cx="1270000" cy="2771775"/>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986" name="Input-density" descr="Input-density">
              <a:extLst>
                <a:ext uri="{FF2B5EF4-FFF2-40B4-BE49-F238E27FC236}">
                  <a16:creationId xmlns:a16="http://schemas.microsoft.com/office/drawing/2014/main" id="{ADE28D4C-E052-6349-3F19-150D4B26CBA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47700" y="558800"/>
              <a:ext cx="914400" cy="1143000"/>
            </a:xfrm>
            <a:prstGeom prst="rect">
              <a:avLst/>
            </a:prstGeom>
          </p:spPr>
        </p:pic>
        <p:sp>
          <p:nvSpPr>
            <p:cNvPr id="49987" name="label">
              <a:extLst>
                <a:ext uri="{FF2B5EF4-FFF2-40B4-BE49-F238E27FC236}">
                  <a16:creationId xmlns:a16="http://schemas.microsoft.com/office/drawing/2014/main" id="{7580E98B-5927-E8DB-F17E-373E83558C5B}"/>
                </a:ext>
              </a:extLst>
            </p:cNvPr>
            <p:cNvSpPr txBox="1"/>
            <p:nvPr/>
          </p:nvSpPr>
          <p:spPr>
            <a:xfrm>
              <a:off x="495299" y="1714500"/>
              <a:ext cx="1219200" cy="203200"/>
            </a:xfrm>
            <a:prstGeom prst="rect">
              <a:avLst/>
            </a:prstGeom>
            <a:noFill/>
          </p:spPr>
          <p:txBody>
            <a:bodyPr vert="horz" wrap="none" lIns="0" tIns="0" rIns="0" bIns="0" rtlCol="0" anchor="ctr">
              <a:noAutofit/>
            </a:bodyPr>
            <a:lstStyle/>
            <a:p>
              <a:pPr algn="ctr"/>
              <a:r>
                <a:rPr lang="en-US" altLang="zh-CN" sz="1240" b="1">
                  <a:solidFill>
                    <a:srgbClr val="263442"/>
                  </a:solidFill>
                  <a:latin typeface="Arial" panose="020B0604020202020204" pitchFamily="34" charset="0"/>
                </a:rPr>
                <a:t>Cryo-EM map</a:t>
              </a:r>
              <a:endParaRPr lang="zh-CN" altLang="en-US" sz="1240" b="1">
                <a:solidFill>
                  <a:srgbClr val="263442"/>
                </a:solidFill>
                <a:latin typeface="Arial" panose="020B0604020202020204" pitchFamily="34" charset="0"/>
              </a:endParaRPr>
            </a:p>
          </p:txBody>
        </p:sp>
        <p:pic>
          <p:nvPicPr>
            <p:cNvPr id="49988" name="Input-receptor" descr="Input-receptor">
              <a:extLst>
                <a:ext uri="{FF2B5EF4-FFF2-40B4-BE49-F238E27FC236}">
                  <a16:creationId xmlns:a16="http://schemas.microsoft.com/office/drawing/2014/main" id="{CB3BF6AD-7B8D-348C-84F6-584EDF8B333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47700" y="2108200"/>
              <a:ext cx="914400" cy="1143000"/>
            </a:xfrm>
            <a:prstGeom prst="rect">
              <a:avLst/>
            </a:prstGeom>
          </p:spPr>
        </p:pic>
        <p:sp>
          <p:nvSpPr>
            <p:cNvPr id="49989" name="label">
              <a:extLst>
                <a:ext uri="{FF2B5EF4-FFF2-40B4-BE49-F238E27FC236}">
                  <a16:creationId xmlns:a16="http://schemas.microsoft.com/office/drawing/2014/main" id="{2CDFF462-920E-8E83-E502-3B8D5366CD91}"/>
                </a:ext>
              </a:extLst>
            </p:cNvPr>
            <p:cNvSpPr txBox="1"/>
            <p:nvPr/>
          </p:nvSpPr>
          <p:spPr>
            <a:xfrm>
              <a:off x="482599" y="3124200"/>
              <a:ext cx="1244600" cy="203200"/>
            </a:xfrm>
            <a:prstGeom prst="rect">
              <a:avLst/>
            </a:prstGeom>
            <a:noFill/>
          </p:spPr>
          <p:txBody>
            <a:bodyPr vert="horz" wrap="none" lIns="0" tIns="0" rIns="0" bIns="0" rtlCol="0" anchor="ctr">
              <a:noAutofit/>
            </a:bodyPr>
            <a:lstStyle/>
            <a:p>
              <a:pPr algn="ctr"/>
              <a:r>
                <a:rPr lang="en-US" altLang="zh-CN" sz="1070" b="1">
                  <a:solidFill>
                    <a:srgbClr val="263442"/>
                  </a:solidFill>
                  <a:latin typeface="Arial" panose="020B0604020202020204" pitchFamily="34" charset="0"/>
                </a:rPr>
                <a:t>Receptor structure</a:t>
              </a:r>
              <a:endParaRPr lang="zh-CN" altLang="en-US" sz="1070" b="1">
                <a:solidFill>
                  <a:srgbClr val="263442"/>
                </a:solidFill>
                <a:latin typeface="Arial" panose="020B0604020202020204" pitchFamily="34" charset="0"/>
              </a:endParaRPr>
            </a:p>
          </p:txBody>
        </p:sp>
        <p:cxnSp>
          <p:nvCxnSpPr>
            <p:cNvPr id="49990" name="CryoAtom2-flow">
              <a:extLst>
                <a:ext uri="{FF2B5EF4-FFF2-40B4-BE49-F238E27FC236}">
                  <a16:creationId xmlns:a16="http://schemas.microsoft.com/office/drawing/2014/main" id="{F9351675-BDEF-3CFD-EE6E-C9173DA6EEB2}"/>
                </a:ext>
              </a:extLst>
            </p:cNvPr>
            <p:cNvCxnSpPr/>
            <p:nvPr/>
          </p:nvCxnSpPr>
          <p:spPr>
            <a:xfrm>
              <a:off x="1003300" y="1943100"/>
              <a:ext cx="0" cy="203200"/>
            </a:xfrm>
            <a:prstGeom prst="line">
              <a:avLst/>
            </a:prstGeom>
            <a:ln w="10160">
              <a:solidFill>
                <a:srgbClr val="667783"/>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49991" name="label">
              <a:extLst>
                <a:ext uri="{FF2B5EF4-FFF2-40B4-BE49-F238E27FC236}">
                  <a16:creationId xmlns:a16="http://schemas.microsoft.com/office/drawing/2014/main" id="{78145856-C2DB-082E-74BE-F34131BAB30B}"/>
                </a:ext>
              </a:extLst>
            </p:cNvPr>
            <p:cNvSpPr txBox="1"/>
            <p:nvPr/>
          </p:nvSpPr>
          <p:spPr>
            <a:xfrm>
              <a:off x="1041399" y="1943100"/>
              <a:ext cx="660400" cy="177800"/>
            </a:xfrm>
            <a:prstGeom prst="rect">
              <a:avLst/>
            </a:prstGeom>
            <a:noFill/>
          </p:spPr>
          <p:txBody>
            <a:bodyPr vert="horz" wrap="none" lIns="0" tIns="0" rIns="0" bIns="0" rtlCol="0" anchor="ctr">
              <a:noAutofit/>
            </a:bodyPr>
            <a:lstStyle/>
            <a:p>
              <a:r>
                <a:rPr lang="en-US" altLang="zh-CN" sz="1070">
                  <a:solidFill>
                    <a:srgbClr val="667783"/>
                  </a:solidFill>
                  <a:latin typeface="Arial" panose="020B0604020202020204" pitchFamily="34" charset="0"/>
                </a:rPr>
                <a:t>CryoAtom2</a:t>
              </a:r>
              <a:endParaRPr lang="zh-CN" altLang="en-US" sz="1070">
                <a:solidFill>
                  <a:srgbClr val="667783"/>
                </a:solidFill>
                <a:latin typeface="Arial" panose="020B0604020202020204" pitchFamily="34" charset="0"/>
              </a:endParaRPr>
            </a:p>
          </p:txBody>
        </p:sp>
        <p:sp>
          <p:nvSpPr>
            <p:cNvPr id="49992" name="SMILES-frame">
              <a:extLst>
                <a:ext uri="{FF2B5EF4-FFF2-40B4-BE49-F238E27FC236}">
                  <a16:creationId xmlns:a16="http://schemas.microsoft.com/office/drawing/2014/main" id="{CBABC81E-39CE-2B64-91A4-1B166DAFCC0F}"/>
                </a:ext>
              </a:extLst>
            </p:cNvPr>
            <p:cNvSpPr/>
            <p:nvPr/>
          </p:nvSpPr>
          <p:spPr>
            <a:xfrm>
              <a:off x="469900" y="3409950"/>
              <a:ext cx="1270000" cy="987044"/>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993" name="SMILES-BTN">
              <a:extLst>
                <a:ext uri="{FF2B5EF4-FFF2-40B4-BE49-F238E27FC236}">
                  <a16:creationId xmlns:a16="http://schemas.microsoft.com/office/drawing/2014/main" id="{0B1A8DD4-3C12-C7C5-4B9E-9BF502C7DBAE}"/>
                </a:ext>
              </a:extLst>
            </p:cNvPr>
            <p:cNvSpPr txBox="1"/>
            <p:nvPr/>
          </p:nvSpPr>
          <p:spPr>
            <a:xfrm>
              <a:off x="558799" y="3454400"/>
              <a:ext cx="1143000" cy="228600"/>
            </a:xfrm>
            <a:prstGeom prst="rect">
              <a:avLst/>
            </a:prstGeom>
            <a:noFill/>
          </p:spPr>
          <p:txBody>
            <a:bodyPr vert="horz" wrap="none" lIns="0" tIns="0" rIns="0" bIns="0" rtlCol="0" anchor="ctr">
              <a:noAutofit/>
            </a:bodyPr>
            <a:lstStyle/>
            <a:p>
              <a:r>
                <a:rPr lang="en-US" altLang="zh-CN" sz="625">
                  <a:solidFill>
                    <a:srgbClr val="36986F"/>
                  </a:solidFill>
                  <a:latin typeface="Consolas" panose="020B0609020204030204" pitchFamily="49" charset="0"/>
                </a:rPr>
                <a:t>O=C(O)CCCC[C@@H]1SC[C@@</a:t>
              </a:r>
            </a:p>
            <a:p>
              <a:r>
                <a:rPr lang="en-US" altLang="zh-CN" sz="625">
                  <a:solidFill>
                    <a:srgbClr val="36986F"/>
                  </a:solidFill>
                  <a:latin typeface="Consolas" panose="020B0609020204030204" pitchFamily="49" charset="0"/>
                </a:rPr>
                <a:t>H]2NC(=O)N[C@@H]21</a:t>
              </a:r>
              <a:endParaRPr lang="zh-CN" altLang="en-US" sz="625">
                <a:solidFill>
                  <a:srgbClr val="36986F"/>
                </a:solidFill>
                <a:latin typeface="Consolas" panose="020B0609020204030204" pitchFamily="49" charset="0"/>
              </a:endParaRPr>
            </a:p>
          </p:txBody>
        </p:sp>
        <p:sp>
          <p:nvSpPr>
            <p:cNvPr id="49996" name="SMILES-DTB">
              <a:extLst>
                <a:ext uri="{FF2B5EF4-FFF2-40B4-BE49-F238E27FC236}">
                  <a16:creationId xmlns:a16="http://schemas.microsoft.com/office/drawing/2014/main" id="{8A9B46A3-7EC3-C788-023D-F4DE72D89F9A}"/>
                </a:ext>
              </a:extLst>
            </p:cNvPr>
            <p:cNvSpPr txBox="1"/>
            <p:nvPr/>
          </p:nvSpPr>
          <p:spPr>
            <a:xfrm>
              <a:off x="558799" y="3685540"/>
              <a:ext cx="1143000" cy="228600"/>
            </a:xfrm>
            <a:prstGeom prst="rect">
              <a:avLst/>
            </a:prstGeom>
            <a:noFill/>
          </p:spPr>
          <p:txBody>
            <a:bodyPr vert="horz" wrap="none" lIns="0" tIns="0" rIns="0" bIns="0" rtlCol="0" anchor="ctr">
              <a:noAutofit/>
            </a:bodyPr>
            <a:lstStyle/>
            <a:p>
              <a:r>
                <a:rPr lang="en-US" altLang="zh-CN" sz="625">
                  <a:solidFill>
                    <a:srgbClr val="C49B32"/>
                  </a:solidFill>
                  <a:latin typeface="Consolas" panose="020B0609020204030204" pitchFamily="49" charset="0"/>
                </a:rPr>
                <a:t>C[C@@H]1NC(=O)N[C@@H]1C</a:t>
              </a:r>
            </a:p>
            <a:p>
              <a:r>
                <a:rPr lang="en-US" altLang="zh-CN" sz="625">
                  <a:solidFill>
                    <a:srgbClr val="C49B32"/>
                  </a:solidFill>
                  <a:latin typeface="Consolas" panose="020B0609020204030204" pitchFamily="49" charset="0"/>
                </a:rPr>
                <a:t>CCCCC(=O)O</a:t>
              </a:r>
              <a:endParaRPr lang="zh-CN" altLang="en-US" sz="625">
                <a:solidFill>
                  <a:srgbClr val="C49B32"/>
                </a:solidFill>
                <a:latin typeface="Consolas" panose="020B0609020204030204" pitchFamily="49" charset="0"/>
              </a:endParaRPr>
            </a:p>
          </p:txBody>
        </p:sp>
        <p:sp>
          <p:nvSpPr>
            <p:cNvPr id="49997" name="SMILES-IMI">
              <a:extLst>
                <a:ext uri="{FF2B5EF4-FFF2-40B4-BE49-F238E27FC236}">
                  <a16:creationId xmlns:a16="http://schemas.microsoft.com/office/drawing/2014/main" id="{C023AB6C-33DE-45B8-CD8F-9D55A9AE513E}"/>
                </a:ext>
              </a:extLst>
            </p:cNvPr>
            <p:cNvSpPr txBox="1"/>
            <p:nvPr/>
          </p:nvSpPr>
          <p:spPr>
            <a:xfrm>
              <a:off x="558799" y="3916680"/>
              <a:ext cx="1143000" cy="228600"/>
            </a:xfrm>
            <a:prstGeom prst="rect">
              <a:avLst/>
            </a:prstGeom>
            <a:noFill/>
          </p:spPr>
          <p:txBody>
            <a:bodyPr vert="horz" wrap="none" lIns="0" tIns="0" rIns="0" bIns="0" rtlCol="0" anchor="ctr">
              <a:noAutofit/>
            </a:bodyPr>
            <a:lstStyle/>
            <a:p>
              <a:r>
                <a:rPr lang="en-US" altLang="zh-CN" sz="625">
                  <a:solidFill>
                    <a:srgbClr val="CB627F"/>
                  </a:solidFill>
                  <a:latin typeface="Consolas" panose="020B0609020204030204" pitchFamily="49" charset="0"/>
                </a:rPr>
                <a:t>N=C1N[C@H]2[C@H](CS[C@H</a:t>
              </a:r>
            </a:p>
            <a:p>
              <a:r>
                <a:rPr lang="en-US" altLang="zh-CN" sz="625">
                  <a:solidFill>
                    <a:srgbClr val="CB627F"/>
                  </a:solidFill>
                  <a:latin typeface="Consolas" panose="020B0609020204030204" pitchFamily="49" charset="0"/>
                </a:rPr>
                <a:t>]2CCCCC(=O)O)N1</a:t>
              </a:r>
              <a:endParaRPr lang="zh-CN" altLang="en-US" sz="625">
                <a:solidFill>
                  <a:srgbClr val="CB627F"/>
                </a:solidFill>
                <a:latin typeface="Consolas" panose="020B0609020204030204" pitchFamily="49" charset="0"/>
              </a:endParaRPr>
            </a:p>
          </p:txBody>
        </p:sp>
        <p:sp>
          <p:nvSpPr>
            <p:cNvPr id="49998" name="label">
              <a:extLst>
                <a:ext uri="{FF2B5EF4-FFF2-40B4-BE49-F238E27FC236}">
                  <a16:creationId xmlns:a16="http://schemas.microsoft.com/office/drawing/2014/main" id="{0EA26869-2BDF-C750-1C0D-C95985570928}"/>
                </a:ext>
              </a:extLst>
            </p:cNvPr>
            <p:cNvSpPr txBox="1"/>
            <p:nvPr/>
          </p:nvSpPr>
          <p:spPr>
            <a:xfrm>
              <a:off x="533399" y="4178300"/>
              <a:ext cx="1143000" cy="190500"/>
            </a:xfrm>
            <a:prstGeom prst="rect">
              <a:avLst/>
            </a:prstGeom>
            <a:noFill/>
          </p:spPr>
          <p:txBody>
            <a:bodyPr vert="horz" wrap="none" lIns="0" tIns="0" rIns="0" bIns="0" rtlCol="0" anchor="ctr">
              <a:noAutofit/>
            </a:bodyPr>
            <a:lstStyle/>
            <a:p>
              <a:pPr algn="ctr"/>
              <a:r>
                <a:rPr lang="en-US" altLang="zh-CN" sz="1200" b="1">
                  <a:solidFill>
                    <a:srgbClr val="263442"/>
                  </a:solidFill>
                  <a:latin typeface="Arial" panose="020B0604020202020204" pitchFamily="34" charset="0"/>
                </a:rPr>
                <a:t>SMILES</a:t>
              </a:r>
              <a:endParaRPr lang="zh-CN" altLang="en-US" sz="1200" b="1">
                <a:solidFill>
                  <a:srgbClr val="263442"/>
                </a:solidFill>
                <a:latin typeface="Arial" panose="020B0604020202020204" pitchFamily="34" charset="0"/>
              </a:endParaRPr>
            </a:p>
          </p:txBody>
        </p:sp>
        <p:pic>
          <p:nvPicPr>
            <p:cNvPr id="49999" name="Global-candidate" descr="Global-candidate">
              <a:extLst>
                <a:ext uri="{FF2B5EF4-FFF2-40B4-BE49-F238E27FC236}">
                  <a16:creationId xmlns:a16="http://schemas.microsoft.com/office/drawing/2014/main" id="{D9F838BA-D6C9-A41B-7B77-60BAA48424A0}"/>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349500" y="685800"/>
              <a:ext cx="2255520" cy="2819400"/>
            </a:xfrm>
            <a:prstGeom prst="rect">
              <a:avLst/>
            </a:prstGeom>
          </p:spPr>
        </p:pic>
        <p:sp>
          <p:nvSpPr>
            <p:cNvPr id="50000" name="Global-label-B1">
              <a:extLst>
                <a:ext uri="{FF2B5EF4-FFF2-40B4-BE49-F238E27FC236}">
                  <a16:creationId xmlns:a16="http://schemas.microsoft.com/office/drawing/2014/main" id="{CEBC2B8F-9F58-ED30-7030-09808ED4428D}"/>
                </a:ext>
              </a:extLst>
            </p:cNvPr>
            <p:cNvSpPr txBox="1"/>
            <p:nvPr/>
          </p:nvSpPr>
          <p:spPr>
            <a:xfrm>
              <a:off x="4154423" y="1669123"/>
              <a:ext cx="266700" cy="165100"/>
            </a:xfrm>
            <a:prstGeom prst="rect">
              <a:avLst/>
            </a:prstGeom>
            <a:noFill/>
          </p:spPr>
          <p:txBody>
            <a:bodyPr vert="horz" wrap="none" lIns="0" tIns="0" rIns="0" bIns="0" rtlCol="0" anchor="ctr">
              <a:noAutofit/>
            </a:bodyPr>
            <a:lstStyle/>
            <a:p>
              <a:r>
                <a:rPr lang="en-US" altLang="zh-CN" sz="1050" b="1">
                  <a:solidFill>
                    <a:srgbClr val="24634E"/>
                  </a:solidFill>
                  <a:latin typeface="Arial" panose="020B0604020202020204" pitchFamily="34" charset="0"/>
                </a:rPr>
                <a:t>B1</a:t>
              </a:r>
              <a:endParaRPr lang="zh-CN" altLang="en-US" sz="1050" b="1">
                <a:solidFill>
                  <a:srgbClr val="24634E"/>
                </a:solidFill>
                <a:latin typeface="Arial" panose="020B0604020202020204" pitchFamily="34" charset="0"/>
              </a:endParaRPr>
            </a:p>
          </p:txBody>
        </p:sp>
        <p:sp>
          <p:nvSpPr>
            <p:cNvPr id="50004" name="Global-label-B2">
              <a:extLst>
                <a:ext uri="{FF2B5EF4-FFF2-40B4-BE49-F238E27FC236}">
                  <a16:creationId xmlns:a16="http://schemas.microsoft.com/office/drawing/2014/main" id="{691B6C4F-F7FF-2F1A-FA97-568D15CE507A}"/>
                </a:ext>
              </a:extLst>
            </p:cNvPr>
            <p:cNvSpPr txBox="1"/>
            <p:nvPr/>
          </p:nvSpPr>
          <p:spPr>
            <a:xfrm>
              <a:off x="2496768" y="2455307"/>
              <a:ext cx="266700" cy="165100"/>
            </a:xfrm>
            <a:prstGeom prst="rect">
              <a:avLst/>
            </a:prstGeom>
            <a:noFill/>
          </p:spPr>
          <p:txBody>
            <a:bodyPr vert="horz" wrap="none" lIns="0" tIns="0" rIns="0" bIns="0" rtlCol="0" anchor="ctr">
              <a:noAutofit/>
            </a:bodyPr>
            <a:lstStyle/>
            <a:p>
              <a:r>
                <a:rPr lang="en-US" altLang="zh-CN" sz="1050" b="1">
                  <a:solidFill>
                    <a:srgbClr val="24634E"/>
                  </a:solidFill>
                  <a:latin typeface="Arial" panose="020B0604020202020204" pitchFamily="34" charset="0"/>
                </a:rPr>
                <a:t>B2</a:t>
              </a:r>
              <a:endParaRPr lang="zh-CN" altLang="en-US" sz="1050" b="1">
                <a:solidFill>
                  <a:srgbClr val="24634E"/>
                </a:solidFill>
                <a:latin typeface="Arial" panose="020B0604020202020204" pitchFamily="34" charset="0"/>
              </a:endParaRPr>
            </a:p>
          </p:txBody>
        </p:sp>
        <p:sp>
          <p:nvSpPr>
            <p:cNvPr id="50041" name="Global-label-B3">
              <a:extLst>
                <a:ext uri="{FF2B5EF4-FFF2-40B4-BE49-F238E27FC236}">
                  <a16:creationId xmlns:a16="http://schemas.microsoft.com/office/drawing/2014/main" id="{FFC277F9-715F-02FE-9F17-21CDEDFF7884}"/>
                </a:ext>
              </a:extLst>
            </p:cNvPr>
            <p:cNvSpPr txBox="1"/>
            <p:nvPr/>
          </p:nvSpPr>
          <p:spPr>
            <a:xfrm>
              <a:off x="2267457" y="2067641"/>
              <a:ext cx="266700" cy="165100"/>
            </a:xfrm>
            <a:prstGeom prst="rect">
              <a:avLst/>
            </a:prstGeom>
            <a:noFill/>
          </p:spPr>
          <p:txBody>
            <a:bodyPr vert="horz" wrap="none" lIns="0" tIns="0" rIns="0" bIns="0" rtlCol="0" anchor="ctr">
              <a:noAutofit/>
            </a:bodyPr>
            <a:lstStyle/>
            <a:p>
              <a:r>
                <a:rPr lang="en-US" altLang="zh-CN" sz="1050" b="1">
                  <a:solidFill>
                    <a:srgbClr val="4E5964"/>
                  </a:solidFill>
                  <a:latin typeface="Arial" panose="020B0604020202020204" pitchFamily="34" charset="0"/>
                </a:rPr>
                <a:t>B3</a:t>
              </a:r>
              <a:endParaRPr lang="zh-CN" altLang="en-US" sz="1050" b="1">
                <a:solidFill>
                  <a:srgbClr val="4E5964"/>
                </a:solidFill>
                <a:latin typeface="Arial" panose="020B0604020202020204" pitchFamily="34" charset="0"/>
              </a:endParaRPr>
            </a:p>
          </p:txBody>
        </p:sp>
        <p:sp>
          <p:nvSpPr>
            <p:cNvPr id="50051" name="Global-label-B4">
              <a:extLst>
                <a:ext uri="{FF2B5EF4-FFF2-40B4-BE49-F238E27FC236}">
                  <a16:creationId xmlns:a16="http://schemas.microsoft.com/office/drawing/2014/main" id="{D6EA5620-FBC0-2DE0-9EA6-D6B900F08C7B}"/>
                </a:ext>
              </a:extLst>
            </p:cNvPr>
            <p:cNvSpPr txBox="1"/>
            <p:nvPr/>
          </p:nvSpPr>
          <p:spPr>
            <a:xfrm>
              <a:off x="4207052" y="2375677"/>
              <a:ext cx="266700" cy="165100"/>
            </a:xfrm>
            <a:prstGeom prst="rect">
              <a:avLst/>
            </a:prstGeom>
            <a:noFill/>
          </p:spPr>
          <p:txBody>
            <a:bodyPr vert="horz" wrap="none" lIns="0" tIns="0" rIns="0" bIns="0" rtlCol="0" anchor="ctr">
              <a:noAutofit/>
            </a:bodyPr>
            <a:lstStyle/>
            <a:p>
              <a:r>
                <a:rPr lang="en-US" altLang="zh-CN" sz="1050" b="1">
                  <a:solidFill>
                    <a:srgbClr val="896D1C"/>
                  </a:solidFill>
                  <a:latin typeface="Arial" panose="020B0604020202020204" pitchFamily="34" charset="0"/>
                </a:rPr>
                <a:t>B4</a:t>
              </a:r>
              <a:endParaRPr lang="zh-CN" altLang="en-US" sz="1050" b="1">
                <a:solidFill>
                  <a:srgbClr val="896D1C"/>
                </a:solidFill>
                <a:latin typeface="Arial" panose="020B0604020202020204" pitchFamily="34" charset="0"/>
              </a:endParaRPr>
            </a:p>
          </p:txBody>
        </p:sp>
        <p:sp>
          <p:nvSpPr>
            <p:cNvPr id="50055" name="Global-label-B5">
              <a:extLst>
                <a:ext uri="{FF2B5EF4-FFF2-40B4-BE49-F238E27FC236}">
                  <a16:creationId xmlns:a16="http://schemas.microsoft.com/office/drawing/2014/main" id="{1AB2AC9C-9BE7-8DEF-2998-81C710A71324}"/>
                </a:ext>
              </a:extLst>
            </p:cNvPr>
            <p:cNvSpPr txBox="1"/>
            <p:nvPr/>
          </p:nvSpPr>
          <p:spPr>
            <a:xfrm>
              <a:off x="2477972" y="1681202"/>
              <a:ext cx="266700" cy="165100"/>
            </a:xfrm>
            <a:prstGeom prst="rect">
              <a:avLst/>
            </a:prstGeom>
            <a:noFill/>
          </p:spPr>
          <p:txBody>
            <a:bodyPr vert="horz" wrap="none" lIns="0" tIns="0" rIns="0" bIns="0" rtlCol="0" anchor="ctr">
              <a:noAutofit/>
            </a:bodyPr>
            <a:lstStyle/>
            <a:p>
              <a:r>
                <a:rPr lang="en-US" altLang="zh-CN" sz="1050" b="1">
                  <a:solidFill>
                    <a:srgbClr val="9E3D5C"/>
                  </a:solidFill>
                  <a:latin typeface="Arial" panose="020B0604020202020204" pitchFamily="34" charset="0"/>
                </a:rPr>
                <a:t>B5</a:t>
              </a:r>
              <a:endParaRPr lang="zh-CN" altLang="en-US" sz="1050" b="1">
                <a:solidFill>
                  <a:srgbClr val="9E3D5C"/>
                </a:solidFill>
                <a:latin typeface="Arial" panose="020B0604020202020204" pitchFamily="34" charset="0"/>
              </a:endParaRPr>
            </a:p>
          </p:txBody>
        </p:sp>
        <p:sp>
          <p:nvSpPr>
            <p:cNvPr id="50063" name="label">
              <a:extLst>
                <a:ext uri="{FF2B5EF4-FFF2-40B4-BE49-F238E27FC236}">
                  <a16:creationId xmlns:a16="http://schemas.microsoft.com/office/drawing/2014/main" id="{A304C691-5262-FFBA-251D-E6FBD0BCC1BF}"/>
                </a:ext>
              </a:extLst>
            </p:cNvPr>
            <p:cNvSpPr txBox="1"/>
            <p:nvPr/>
          </p:nvSpPr>
          <p:spPr>
            <a:xfrm>
              <a:off x="1841499" y="1714500"/>
              <a:ext cx="5461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Find</a:t>
              </a:r>
              <a:endParaRPr lang="zh-CN" altLang="en-US" sz="1450" b="1">
                <a:solidFill>
                  <a:srgbClr val="263442"/>
                </a:solidFill>
                <a:latin typeface="Arial" panose="020B0604020202020204" pitchFamily="34" charset="0"/>
              </a:endParaRPr>
            </a:p>
          </p:txBody>
        </p:sp>
        <p:cxnSp>
          <p:nvCxnSpPr>
            <p:cNvPr id="50064" name="Find-arrow">
              <a:extLst>
                <a:ext uri="{FF2B5EF4-FFF2-40B4-BE49-F238E27FC236}">
                  <a16:creationId xmlns:a16="http://schemas.microsoft.com/office/drawing/2014/main" id="{2F1D79E3-1ADA-7DF1-9642-6D6E8A8BD507}"/>
                </a:ext>
              </a:extLst>
            </p:cNvPr>
            <p:cNvCxnSpPr/>
            <p:nvPr/>
          </p:nvCxnSpPr>
          <p:spPr>
            <a:xfrm>
              <a:off x="1917700" y="2044700"/>
              <a:ext cx="3683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50065" name="label">
              <a:extLst>
                <a:ext uri="{FF2B5EF4-FFF2-40B4-BE49-F238E27FC236}">
                  <a16:creationId xmlns:a16="http://schemas.microsoft.com/office/drawing/2014/main" id="{1192C1B0-5120-D028-B15A-36AE692C679F}"/>
                </a:ext>
              </a:extLst>
            </p:cNvPr>
            <p:cNvSpPr txBox="1"/>
            <p:nvPr/>
          </p:nvSpPr>
          <p:spPr>
            <a:xfrm>
              <a:off x="4483099" y="1714500"/>
              <a:ext cx="5715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Match</a:t>
              </a:r>
              <a:endParaRPr lang="zh-CN" altLang="en-US" sz="1450" b="1">
                <a:solidFill>
                  <a:srgbClr val="263442"/>
                </a:solidFill>
                <a:latin typeface="Arial" panose="020B0604020202020204" pitchFamily="34" charset="0"/>
              </a:endParaRPr>
            </a:p>
          </p:txBody>
        </p:sp>
        <p:cxnSp>
          <p:nvCxnSpPr>
            <p:cNvPr id="50066" name="Match-arrow">
              <a:extLst>
                <a:ext uri="{FF2B5EF4-FFF2-40B4-BE49-F238E27FC236}">
                  <a16:creationId xmlns:a16="http://schemas.microsoft.com/office/drawing/2014/main" id="{8D458535-2DAB-3D22-D946-6C4080C4BCBD}"/>
                </a:ext>
              </a:extLst>
            </p:cNvPr>
            <p:cNvCxnSpPr/>
            <p:nvPr/>
          </p:nvCxnSpPr>
          <p:spPr>
            <a:xfrm>
              <a:off x="4559300" y="2044700"/>
              <a:ext cx="4318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50067" name="label">
              <a:extLst>
                <a:ext uri="{FF2B5EF4-FFF2-40B4-BE49-F238E27FC236}">
                  <a16:creationId xmlns:a16="http://schemas.microsoft.com/office/drawing/2014/main" id="{18D688EC-C03F-9BDE-B8AD-3BDBBF91EB19}"/>
                </a:ext>
              </a:extLst>
            </p:cNvPr>
            <p:cNvSpPr txBox="1"/>
            <p:nvPr/>
          </p:nvSpPr>
          <p:spPr>
            <a:xfrm>
              <a:off x="5206999" y="552450"/>
              <a:ext cx="8636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Blobs</a:t>
              </a:r>
              <a:endParaRPr lang="zh-CN" altLang="en-US" sz="1170">
                <a:solidFill>
                  <a:srgbClr val="667783"/>
                </a:solidFill>
                <a:latin typeface="Arial" panose="020B0604020202020204" pitchFamily="34" charset="0"/>
              </a:endParaRPr>
            </a:p>
          </p:txBody>
        </p:sp>
        <p:sp>
          <p:nvSpPr>
            <p:cNvPr id="50068" name="label">
              <a:extLst>
                <a:ext uri="{FF2B5EF4-FFF2-40B4-BE49-F238E27FC236}">
                  <a16:creationId xmlns:a16="http://schemas.microsoft.com/office/drawing/2014/main" id="{8D455047-DE47-62A5-8D5A-AD9D4550E0F0}"/>
                </a:ext>
              </a:extLst>
            </p:cNvPr>
            <p:cNvSpPr txBox="1"/>
            <p:nvPr/>
          </p:nvSpPr>
          <p:spPr>
            <a:xfrm>
              <a:off x="6667499" y="552450"/>
              <a:ext cx="14732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Ligand identities</a:t>
              </a:r>
              <a:endParaRPr lang="zh-CN" altLang="en-US" sz="1170">
                <a:solidFill>
                  <a:srgbClr val="667783"/>
                </a:solidFill>
                <a:latin typeface="Arial" panose="020B0604020202020204" pitchFamily="34" charset="0"/>
              </a:endParaRPr>
            </a:p>
          </p:txBody>
        </p:sp>
        <p:sp>
          <p:nvSpPr>
            <p:cNvPr id="50069" name="Blob-column">
              <a:extLst>
                <a:ext uri="{FF2B5EF4-FFF2-40B4-BE49-F238E27FC236}">
                  <a16:creationId xmlns:a16="http://schemas.microsoft.com/office/drawing/2014/main" id="{9C242D07-4F6D-C805-D36C-ED2F6380F64F}"/>
                </a:ext>
              </a:extLst>
            </p:cNvPr>
            <p:cNvSpPr/>
            <p:nvPr/>
          </p:nvSpPr>
          <p:spPr>
            <a:xfrm>
              <a:off x="5181600" y="800100"/>
              <a:ext cx="812800" cy="30226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070" name="Chemical-identities-only">
              <a:extLst>
                <a:ext uri="{FF2B5EF4-FFF2-40B4-BE49-F238E27FC236}">
                  <a16:creationId xmlns:a16="http://schemas.microsoft.com/office/drawing/2014/main" id="{65F669F9-7F37-001A-0A4A-420DECE6067D}"/>
                </a:ext>
              </a:extLst>
            </p:cNvPr>
            <p:cNvSpPr/>
            <p:nvPr/>
          </p:nvSpPr>
          <p:spPr>
            <a:xfrm>
              <a:off x="6743700" y="800100"/>
              <a:ext cx="1371600" cy="23876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071" name="Match-label-B1">
              <a:extLst>
                <a:ext uri="{FF2B5EF4-FFF2-40B4-BE49-F238E27FC236}">
                  <a16:creationId xmlns:a16="http://schemas.microsoft.com/office/drawing/2014/main" id="{01C5FE46-50F1-30A1-6ADA-2A6E2A05AB94}"/>
                </a:ext>
              </a:extLst>
            </p:cNvPr>
            <p:cNvSpPr txBox="1"/>
            <p:nvPr/>
          </p:nvSpPr>
          <p:spPr>
            <a:xfrm>
              <a:off x="5232399" y="9652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B1</a:t>
              </a:r>
              <a:endParaRPr lang="zh-CN" altLang="en-US" sz="1130">
                <a:solidFill>
                  <a:srgbClr val="667783"/>
                </a:solidFill>
                <a:latin typeface="Arial" panose="020B0604020202020204" pitchFamily="34" charset="0"/>
              </a:endParaRPr>
            </a:p>
          </p:txBody>
        </p:sp>
        <p:pic>
          <p:nvPicPr>
            <p:cNvPr id="50072" name="Match-blob-B1" descr="Match-blob-B1">
              <a:extLst>
                <a:ext uri="{FF2B5EF4-FFF2-40B4-BE49-F238E27FC236}">
                  <a16:creationId xmlns:a16="http://schemas.microsoft.com/office/drawing/2014/main" id="{21490E40-AC84-EEEB-B503-30CF8FE99FF1}"/>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524500" y="954162"/>
              <a:ext cx="330200" cy="225277"/>
            </a:xfrm>
            <a:prstGeom prst="rect">
              <a:avLst/>
            </a:prstGeom>
          </p:spPr>
        </p:pic>
        <p:sp>
          <p:nvSpPr>
            <p:cNvPr id="50073" name="Match-label-B2">
              <a:extLst>
                <a:ext uri="{FF2B5EF4-FFF2-40B4-BE49-F238E27FC236}">
                  <a16:creationId xmlns:a16="http://schemas.microsoft.com/office/drawing/2014/main" id="{11C4EF05-3B73-3091-7389-2FA9A4928B28}"/>
                </a:ext>
              </a:extLst>
            </p:cNvPr>
            <p:cNvSpPr txBox="1"/>
            <p:nvPr/>
          </p:nvSpPr>
          <p:spPr>
            <a:xfrm>
              <a:off x="5232399" y="13970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B2</a:t>
              </a:r>
              <a:endParaRPr lang="zh-CN" altLang="en-US" sz="1130">
                <a:solidFill>
                  <a:srgbClr val="667783"/>
                </a:solidFill>
                <a:latin typeface="Arial" panose="020B0604020202020204" pitchFamily="34" charset="0"/>
              </a:endParaRPr>
            </a:p>
          </p:txBody>
        </p:sp>
        <p:pic>
          <p:nvPicPr>
            <p:cNvPr id="50074" name="Match-blob-B2" descr="Match-blob-B2">
              <a:extLst>
                <a:ext uri="{FF2B5EF4-FFF2-40B4-BE49-F238E27FC236}">
                  <a16:creationId xmlns:a16="http://schemas.microsoft.com/office/drawing/2014/main" id="{715E7549-75CA-05AC-071E-F115FF91325B}"/>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524500" y="1408843"/>
              <a:ext cx="330200" cy="179513"/>
            </a:xfrm>
            <a:prstGeom prst="rect">
              <a:avLst/>
            </a:prstGeom>
          </p:spPr>
        </p:pic>
        <p:sp>
          <p:nvSpPr>
            <p:cNvPr id="50075" name="Match-label-B4">
              <a:extLst>
                <a:ext uri="{FF2B5EF4-FFF2-40B4-BE49-F238E27FC236}">
                  <a16:creationId xmlns:a16="http://schemas.microsoft.com/office/drawing/2014/main" id="{29AD1F47-FDBD-0053-00FB-7BD898BB0EB4}"/>
                </a:ext>
              </a:extLst>
            </p:cNvPr>
            <p:cNvSpPr txBox="1"/>
            <p:nvPr/>
          </p:nvSpPr>
          <p:spPr>
            <a:xfrm>
              <a:off x="5232399" y="19558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B4</a:t>
              </a:r>
              <a:endParaRPr lang="zh-CN" altLang="en-US" sz="1130">
                <a:solidFill>
                  <a:srgbClr val="667783"/>
                </a:solidFill>
                <a:latin typeface="Arial" panose="020B0604020202020204" pitchFamily="34" charset="0"/>
              </a:endParaRPr>
            </a:p>
          </p:txBody>
        </p:sp>
        <p:pic>
          <p:nvPicPr>
            <p:cNvPr id="50076" name="Match-blob-B4" descr="Match-blob-B4">
              <a:extLst>
                <a:ext uri="{FF2B5EF4-FFF2-40B4-BE49-F238E27FC236}">
                  <a16:creationId xmlns:a16="http://schemas.microsoft.com/office/drawing/2014/main" id="{632009D6-B061-2234-654B-D3BC15637787}"/>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524500" y="1967286"/>
              <a:ext cx="330200" cy="180229"/>
            </a:xfrm>
            <a:prstGeom prst="rect">
              <a:avLst/>
            </a:prstGeom>
          </p:spPr>
        </p:pic>
        <p:sp>
          <p:nvSpPr>
            <p:cNvPr id="50077" name="Match-label-B5">
              <a:extLst>
                <a:ext uri="{FF2B5EF4-FFF2-40B4-BE49-F238E27FC236}">
                  <a16:creationId xmlns:a16="http://schemas.microsoft.com/office/drawing/2014/main" id="{FC4136FC-831A-7FF2-752F-972174A9ECB6}"/>
                </a:ext>
              </a:extLst>
            </p:cNvPr>
            <p:cNvSpPr txBox="1"/>
            <p:nvPr/>
          </p:nvSpPr>
          <p:spPr>
            <a:xfrm>
              <a:off x="5232399" y="27559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B5</a:t>
              </a:r>
              <a:endParaRPr lang="zh-CN" altLang="en-US" sz="1130">
                <a:solidFill>
                  <a:srgbClr val="667783"/>
                </a:solidFill>
                <a:latin typeface="Arial" panose="020B0604020202020204" pitchFamily="34" charset="0"/>
              </a:endParaRPr>
            </a:p>
          </p:txBody>
        </p:sp>
        <p:pic>
          <p:nvPicPr>
            <p:cNvPr id="50080" name="Match-blob-B5" descr="Match-blob-B5">
              <a:extLst>
                <a:ext uri="{FF2B5EF4-FFF2-40B4-BE49-F238E27FC236}">
                  <a16:creationId xmlns:a16="http://schemas.microsoft.com/office/drawing/2014/main" id="{B7AFBFA7-8635-6581-8607-3DE809F813DF}"/>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5524500" y="2759472"/>
              <a:ext cx="330200" cy="196056"/>
            </a:xfrm>
            <a:prstGeom prst="rect">
              <a:avLst/>
            </a:prstGeom>
          </p:spPr>
        </p:pic>
        <p:sp>
          <p:nvSpPr>
            <p:cNvPr id="50081" name="Match-label-B3">
              <a:extLst>
                <a:ext uri="{FF2B5EF4-FFF2-40B4-BE49-F238E27FC236}">
                  <a16:creationId xmlns:a16="http://schemas.microsoft.com/office/drawing/2014/main" id="{17126453-27A4-C6F0-5C53-F5741D5121B5}"/>
                </a:ext>
              </a:extLst>
            </p:cNvPr>
            <p:cNvSpPr txBox="1"/>
            <p:nvPr/>
          </p:nvSpPr>
          <p:spPr>
            <a:xfrm>
              <a:off x="5232399" y="34925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B3</a:t>
              </a:r>
              <a:endParaRPr lang="zh-CN" altLang="en-US" sz="1130">
                <a:solidFill>
                  <a:srgbClr val="667783"/>
                </a:solidFill>
                <a:latin typeface="Arial" panose="020B0604020202020204" pitchFamily="34" charset="0"/>
              </a:endParaRPr>
            </a:p>
          </p:txBody>
        </p:sp>
        <p:pic>
          <p:nvPicPr>
            <p:cNvPr id="50082" name="Match-blob-B3" descr="Match-blob-B3">
              <a:extLst>
                <a:ext uri="{FF2B5EF4-FFF2-40B4-BE49-F238E27FC236}">
                  <a16:creationId xmlns:a16="http://schemas.microsoft.com/office/drawing/2014/main" id="{B5CFFF91-B216-F498-171A-DBE524CCA537}"/>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5524500" y="3470275"/>
              <a:ext cx="330200" cy="247650"/>
            </a:xfrm>
            <a:prstGeom prst="rect">
              <a:avLst/>
            </a:prstGeom>
          </p:spPr>
        </p:pic>
        <p:cxnSp>
          <p:nvCxnSpPr>
            <p:cNvPr id="50083" name="Assignment-B1">
              <a:extLst>
                <a:ext uri="{FF2B5EF4-FFF2-40B4-BE49-F238E27FC236}">
                  <a16:creationId xmlns:a16="http://schemas.microsoft.com/office/drawing/2014/main" id="{8E9623DB-B075-29E6-3138-9C1330D2A513}"/>
                </a:ext>
              </a:extLst>
            </p:cNvPr>
            <p:cNvCxnSpPr/>
            <p:nvPr/>
          </p:nvCxnSpPr>
          <p:spPr>
            <a:xfrm>
              <a:off x="6007100" y="1066800"/>
              <a:ext cx="736600" cy="190500"/>
            </a:xfrm>
            <a:prstGeom prst="line">
              <a:avLst/>
            </a:prstGeom>
            <a:ln w="13335">
              <a:solidFill>
                <a:srgbClr val="36986F"/>
              </a:solidFill>
            </a:ln>
          </p:spPr>
          <p:style>
            <a:lnRef idx="1">
              <a:schemeClr val="accent1"/>
            </a:lnRef>
            <a:fillRef idx="0">
              <a:schemeClr val="accent1"/>
            </a:fillRef>
            <a:effectRef idx="0">
              <a:schemeClr val="accent1"/>
            </a:effectRef>
            <a:fontRef idx="minor">
              <a:schemeClr val="tx1"/>
            </a:fontRef>
          </p:style>
        </p:cxnSp>
        <p:cxnSp>
          <p:nvCxnSpPr>
            <p:cNvPr id="50084" name="Assignment-B2">
              <a:extLst>
                <a:ext uri="{FF2B5EF4-FFF2-40B4-BE49-F238E27FC236}">
                  <a16:creationId xmlns:a16="http://schemas.microsoft.com/office/drawing/2014/main" id="{B619B8D4-B89F-515A-B124-8E5185131875}"/>
                </a:ext>
              </a:extLst>
            </p:cNvPr>
            <p:cNvCxnSpPr/>
            <p:nvPr/>
          </p:nvCxnSpPr>
          <p:spPr>
            <a:xfrm flipV="1">
              <a:off x="6007100" y="1257300"/>
              <a:ext cx="736600" cy="241300"/>
            </a:xfrm>
            <a:prstGeom prst="line">
              <a:avLst/>
            </a:prstGeom>
            <a:ln w="13335">
              <a:solidFill>
                <a:srgbClr val="36986F"/>
              </a:solidFill>
            </a:ln>
          </p:spPr>
          <p:style>
            <a:lnRef idx="1">
              <a:schemeClr val="accent1"/>
            </a:lnRef>
            <a:fillRef idx="0">
              <a:schemeClr val="accent1"/>
            </a:fillRef>
            <a:effectRef idx="0">
              <a:schemeClr val="accent1"/>
            </a:effectRef>
            <a:fontRef idx="minor">
              <a:schemeClr val="tx1"/>
            </a:fontRef>
          </p:style>
        </p:cxnSp>
        <p:cxnSp>
          <p:nvCxnSpPr>
            <p:cNvPr id="50085" name="Assignment-B4">
              <a:extLst>
                <a:ext uri="{FF2B5EF4-FFF2-40B4-BE49-F238E27FC236}">
                  <a16:creationId xmlns:a16="http://schemas.microsoft.com/office/drawing/2014/main" id="{2BB24011-375E-B068-E403-EEA0DDC3EE8F}"/>
                </a:ext>
              </a:extLst>
            </p:cNvPr>
            <p:cNvCxnSpPr/>
            <p:nvPr/>
          </p:nvCxnSpPr>
          <p:spPr>
            <a:xfrm flipV="1">
              <a:off x="6007100" y="2044700"/>
              <a:ext cx="736600" cy="12700"/>
            </a:xfrm>
            <a:prstGeom prst="line">
              <a:avLst/>
            </a:prstGeom>
            <a:ln w="13335">
              <a:solidFill>
                <a:srgbClr val="C49B32"/>
              </a:solidFill>
            </a:ln>
          </p:spPr>
          <p:style>
            <a:lnRef idx="1">
              <a:schemeClr val="accent1"/>
            </a:lnRef>
            <a:fillRef idx="0">
              <a:schemeClr val="accent1"/>
            </a:fillRef>
            <a:effectRef idx="0">
              <a:schemeClr val="accent1"/>
            </a:effectRef>
            <a:fontRef idx="minor">
              <a:schemeClr val="tx1"/>
            </a:fontRef>
          </p:style>
        </p:cxnSp>
        <p:cxnSp>
          <p:nvCxnSpPr>
            <p:cNvPr id="50086" name="Assignment-B5">
              <a:extLst>
                <a:ext uri="{FF2B5EF4-FFF2-40B4-BE49-F238E27FC236}">
                  <a16:creationId xmlns:a16="http://schemas.microsoft.com/office/drawing/2014/main" id="{A07111E1-D381-4FB9-9635-B85E1A74A7BD}"/>
                </a:ext>
              </a:extLst>
            </p:cNvPr>
            <p:cNvCxnSpPr/>
            <p:nvPr/>
          </p:nvCxnSpPr>
          <p:spPr>
            <a:xfrm flipV="1">
              <a:off x="6007100" y="2832100"/>
              <a:ext cx="736600" cy="25400"/>
            </a:xfrm>
            <a:prstGeom prst="line">
              <a:avLst/>
            </a:prstGeom>
            <a:ln w="13335">
              <a:solidFill>
                <a:srgbClr val="CB627F"/>
              </a:solidFill>
            </a:ln>
          </p:spPr>
          <p:style>
            <a:lnRef idx="1">
              <a:schemeClr val="accent1"/>
            </a:lnRef>
            <a:fillRef idx="0">
              <a:schemeClr val="accent1"/>
            </a:fillRef>
            <a:effectRef idx="0">
              <a:schemeClr val="accent1"/>
            </a:effectRef>
            <a:fontRef idx="minor">
              <a:schemeClr val="tx1"/>
            </a:fontRef>
          </p:style>
        </p:cxnSp>
        <p:cxnSp>
          <p:nvCxnSpPr>
            <p:cNvPr id="50087" name="Assignment-B3">
              <a:extLst>
                <a:ext uri="{FF2B5EF4-FFF2-40B4-BE49-F238E27FC236}">
                  <a16:creationId xmlns:a16="http://schemas.microsoft.com/office/drawing/2014/main" id="{01147AD2-731C-E660-C90A-89351C66ACC9}"/>
                </a:ext>
              </a:extLst>
            </p:cNvPr>
            <p:cNvCxnSpPr/>
            <p:nvPr/>
          </p:nvCxnSpPr>
          <p:spPr>
            <a:xfrm>
              <a:off x="6007100" y="3594100"/>
              <a:ext cx="736600" cy="0"/>
            </a:xfrm>
            <a:prstGeom prst="line">
              <a:avLst/>
            </a:prstGeom>
            <a:ln w="13335">
              <a:solidFill>
                <a:srgbClr val="667783"/>
              </a:solidFill>
            </a:ln>
          </p:spPr>
          <p:style>
            <a:lnRef idx="1">
              <a:schemeClr val="accent1"/>
            </a:lnRef>
            <a:fillRef idx="0">
              <a:schemeClr val="accent1"/>
            </a:fillRef>
            <a:effectRef idx="0">
              <a:schemeClr val="accent1"/>
            </a:effectRef>
            <a:fontRef idx="minor">
              <a:schemeClr val="tx1"/>
            </a:fontRef>
          </p:style>
        </p:cxnSp>
        <p:pic>
          <p:nvPicPr>
            <p:cNvPr id="50091" name="RDKit-identity-BTN" descr="RDKit-identity-BTN">
              <a:extLst>
                <a:ext uri="{FF2B5EF4-FFF2-40B4-BE49-F238E27FC236}">
                  <a16:creationId xmlns:a16="http://schemas.microsoft.com/office/drawing/2014/main" id="{DAFA3030-66AB-5AD9-2D2A-CF6FCDDCB352}"/>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7046794" y="946150"/>
              <a:ext cx="765413" cy="622300"/>
            </a:xfrm>
            <a:prstGeom prst="rect">
              <a:avLst/>
            </a:prstGeom>
          </p:spPr>
        </p:pic>
        <p:pic>
          <p:nvPicPr>
            <p:cNvPr id="50092" name="RDKit-identity-DTB" descr="RDKit-identity-DTB">
              <a:extLst>
                <a:ext uri="{FF2B5EF4-FFF2-40B4-BE49-F238E27FC236}">
                  <a16:creationId xmlns:a16="http://schemas.microsoft.com/office/drawing/2014/main" id="{B07A65BD-F2FD-3118-EB95-275CB117ECD8}"/>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7036063" y="1733550"/>
              <a:ext cx="786875" cy="622300"/>
            </a:xfrm>
            <a:prstGeom prst="rect">
              <a:avLst/>
            </a:prstGeom>
          </p:spPr>
        </p:pic>
        <p:pic>
          <p:nvPicPr>
            <p:cNvPr id="50093" name="RDKit-identity-IMI" descr="RDKit-identity-IMI">
              <a:extLst>
                <a:ext uri="{FF2B5EF4-FFF2-40B4-BE49-F238E27FC236}">
                  <a16:creationId xmlns:a16="http://schemas.microsoft.com/office/drawing/2014/main" id="{75590C61-0EB5-E09C-1BB5-A8AF91F88CE1}"/>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7014907" y="2520950"/>
              <a:ext cx="829186" cy="622300"/>
            </a:xfrm>
            <a:prstGeom prst="rect">
              <a:avLst/>
            </a:prstGeom>
          </p:spPr>
        </p:pic>
        <p:sp>
          <p:nvSpPr>
            <p:cNvPr id="50094" name="label">
              <a:extLst>
                <a:ext uri="{FF2B5EF4-FFF2-40B4-BE49-F238E27FC236}">
                  <a16:creationId xmlns:a16="http://schemas.microsoft.com/office/drawing/2014/main" id="{ED98223A-16BD-8B50-071B-4FD90AF74161}"/>
                </a:ext>
              </a:extLst>
            </p:cNvPr>
            <p:cNvSpPr txBox="1"/>
            <p:nvPr/>
          </p:nvSpPr>
          <p:spPr>
            <a:xfrm>
              <a:off x="6794499" y="3479800"/>
              <a:ext cx="1054100" cy="203200"/>
            </a:xfrm>
            <a:prstGeom prst="rect">
              <a:avLst/>
            </a:prstGeom>
            <a:noFill/>
          </p:spPr>
          <p:txBody>
            <a:bodyPr vert="horz" wrap="none" lIns="0" tIns="0" rIns="0" bIns="0" rtlCol="0" anchor="ctr">
              <a:noAutofit/>
            </a:bodyPr>
            <a:lstStyle/>
            <a:p>
              <a:r>
                <a:rPr lang="en-US" altLang="zh-CN" sz="1250">
                  <a:solidFill>
                    <a:srgbClr val="263442"/>
                  </a:solidFill>
                  <a:latin typeface="Arial" panose="020B0604020202020204" pitchFamily="34" charset="0"/>
                </a:rPr>
                <a:t>∅  Reject</a:t>
              </a:r>
              <a:endParaRPr lang="zh-CN" altLang="en-US" sz="1250">
                <a:solidFill>
                  <a:srgbClr val="263442"/>
                </a:solidFill>
                <a:latin typeface="Arial" panose="020B0604020202020204" pitchFamily="34" charset="0"/>
              </a:endParaRPr>
            </a:p>
          </p:txBody>
        </p:sp>
        <p:sp>
          <p:nvSpPr>
            <p:cNvPr id="50095" name="label">
              <a:extLst>
                <a:ext uri="{FF2B5EF4-FFF2-40B4-BE49-F238E27FC236}">
                  <a16:creationId xmlns:a16="http://schemas.microsoft.com/office/drawing/2014/main" id="{D018A885-C720-E8AF-291E-CDB0DF913AAB}"/>
                </a:ext>
              </a:extLst>
            </p:cNvPr>
            <p:cNvSpPr txBox="1"/>
            <p:nvPr/>
          </p:nvSpPr>
          <p:spPr>
            <a:xfrm>
              <a:off x="6807199" y="3708400"/>
              <a:ext cx="1155700" cy="152400"/>
            </a:xfrm>
            <a:prstGeom prst="rect">
              <a:avLst/>
            </a:prstGeom>
            <a:noFill/>
          </p:spPr>
          <p:txBody>
            <a:bodyPr vert="horz" wrap="none" lIns="0" tIns="0" rIns="0" bIns="0" rtlCol="0" anchor="ctr">
              <a:noAutofit/>
            </a:bodyPr>
            <a:lstStyle/>
            <a:p>
              <a:r>
                <a:rPr lang="en-US" altLang="zh-CN" sz="960">
                  <a:solidFill>
                    <a:srgbClr val="667783"/>
                  </a:solidFill>
                  <a:latin typeface="Arial" panose="020B0604020202020204" pitchFamily="34" charset="0"/>
                </a:rPr>
                <a:t>False positive</a:t>
              </a:r>
              <a:endParaRPr lang="zh-CN" altLang="en-US" sz="960">
                <a:solidFill>
                  <a:srgbClr val="667783"/>
                </a:solidFill>
                <a:latin typeface="Arial" panose="020B0604020202020204" pitchFamily="34" charset="0"/>
              </a:endParaRPr>
            </a:p>
          </p:txBody>
        </p:sp>
        <p:cxnSp>
          <p:nvCxnSpPr>
            <p:cNvPr id="50096" name="SMILES-route-horizontal">
              <a:extLst>
                <a:ext uri="{FF2B5EF4-FFF2-40B4-BE49-F238E27FC236}">
                  <a16:creationId xmlns:a16="http://schemas.microsoft.com/office/drawing/2014/main" id="{3DE5785C-E159-12E5-015E-2CA14031D9E7}"/>
                </a:ext>
              </a:extLst>
            </p:cNvPr>
            <p:cNvCxnSpPr/>
            <p:nvPr/>
          </p:nvCxnSpPr>
          <p:spPr>
            <a:xfrm>
              <a:off x="1752600" y="4178300"/>
              <a:ext cx="5969000" cy="0"/>
            </a:xfrm>
            <a:prstGeom prst="line">
              <a:avLst/>
            </a:prstGeom>
            <a:ln w="10795">
              <a:solidFill>
                <a:srgbClr val="667783"/>
              </a:solidFill>
            </a:ln>
          </p:spPr>
          <p:style>
            <a:lnRef idx="1">
              <a:schemeClr val="accent1"/>
            </a:lnRef>
            <a:fillRef idx="0">
              <a:schemeClr val="accent1"/>
            </a:fillRef>
            <a:effectRef idx="0">
              <a:schemeClr val="accent1"/>
            </a:effectRef>
            <a:fontRef idx="minor">
              <a:schemeClr val="tx1"/>
            </a:fontRef>
          </p:style>
        </p:cxnSp>
        <p:cxnSp>
          <p:nvCxnSpPr>
            <p:cNvPr id="50097" name="SMILES-route-entry">
              <a:extLst>
                <a:ext uri="{FF2B5EF4-FFF2-40B4-BE49-F238E27FC236}">
                  <a16:creationId xmlns:a16="http://schemas.microsoft.com/office/drawing/2014/main" id="{41353856-C076-BCB1-A910-CE95CFFA6DA8}"/>
                </a:ext>
              </a:extLst>
            </p:cNvPr>
            <p:cNvCxnSpPr/>
            <p:nvPr/>
          </p:nvCxnSpPr>
          <p:spPr>
            <a:xfrm flipV="1">
              <a:off x="7721600" y="3187700"/>
              <a:ext cx="0" cy="990600"/>
            </a:xfrm>
            <a:prstGeom prst="line">
              <a:avLst/>
            </a:prstGeom>
            <a:ln w="10795">
              <a:solidFill>
                <a:srgbClr val="667783"/>
              </a:solidFill>
              <a:tailEnd type="arrow"/>
            </a:ln>
          </p:spPr>
          <p:style>
            <a:lnRef idx="1">
              <a:schemeClr val="accent1"/>
            </a:lnRef>
            <a:fillRef idx="0">
              <a:schemeClr val="accent1"/>
            </a:fillRef>
            <a:effectRef idx="0">
              <a:schemeClr val="accent1"/>
            </a:effectRef>
            <a:fontRef idx="minor">
              <a:schemeClr val="tx1"/>
            </a:fontRef>
          </p:style>
        </p:cxnSp>
        <p:sp>
          <p:nvSpPr>
            <p:cNvPr id="50098" name="RDKit-label">
              <a:extLst>
                <a:ext uri="{FF2B5EF4-FFF2-40B4-BE49-F238E27FC236}">
                  <a16:creationId xmlns:a16="http://schemas.microsoft.com/office/drawing/2014/main" id="{4D908230-7B7E-2414-4AED-09193335D01F}"/>
                </a:ext>
              </a:extLst>
            </p:cNvPr>
            <p:cNvSpPr txBox="1"/>
            <p:nvPr/>
          </p:nvSpPr>
          <p:spPr>
            <a:xfrm>
              <a:off x="4686299" y="3937000"/>
              <a:ext cx="711200" cy="203200"/>
            </a:xfrm>
            <a:prstGeom prst="rect">
              <a:avLst/>
            </a:prstGeom>
            <a:noFill/>
          </p:spPr>
          <p:txBody>
            <a:bodyPr vert="horz" wrap="none" lIns="0" tIns="0" rIns="0" bIns="0" rtlCol="0" anchor="ctr">
              <a:noAutofit/>
            </a:bodyPr>
            <a:lstStyle/>
            <a:p>
              <a:pPr algn="ctr"/>
              <a:r>
                <a:rPr lang="en-US" altLang="zh-CN" sz="1100">
                  <a:solidFill>
                    <a:srgbClr val="667783"/>
                  </a:solidFill>
                  <a:latin typeface="Arial" panose="020B0604020202020204" pitchFamily="34" charset="0"/>
                </a:rPr>
                <a:t>RDKit</a:t>
              </a:r>
              <a:endParaRPr lang="zh-CN" altLang="en-US" sz="1100">
                <a:solidFill>
                  <a:srgbClr val="667783"/>
                </a:solidFill>
                <a:latin typeface="Arial" panose="020B0604020202020204" pitchFamily="34" charset="0"/>
              </a:endParaRPr>
            </a:p>
          </p:txBody>
        </p:sp>
        <p:sp>
          <p:nvSpPr>
            <p:cNvPr id="50099" name="组合坐标框">
              <a:extLst>
                <a:ext uri="{FF2B5EF4-FFF2-40B4-BE49-F238E27FC236}">
                  <a16:creationId xmlns:a16="http://schemas.microsoft.com/office/drawing/2014/main" id="{99E6C9E7-31BD-1A43-9E17-47D9CA9D6109}"/>
                </a:ext>
              </a:extLst>
            </p:cNvPr>
            <p:cNvSpPr/>
            <p:nvPr/>
          </p:nvSpPr>
          <p:spPr>
            <a:xfrm>
              <a:off x="0" y="0"/>
              <a:ext cx="821690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561596768"/>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name="right-A">
    <p:spTree>
      <p:nvGrpSpPr>
        <p:cNvPr id="1" name="">
          <a:extLst>
            <a:ext uri="{FF2B5EF4-FFF2-40B4-BE49-F238E27FC236}">
              <a16:creationId xmlns:a16="http://schemas.microsoft.com/office/drawing/2014/main" id="{ECFBEDC0-2734-042A-EBBE-746ECE58CC6C}"/>
            </a:ext>
          </a:extLst>
        </p:cNvPr>
        <p:cNvGrpSpPr/>
        <p:nvPr/>
      </p:nvGrpSpPr>
      <p:grpSpPr>
        <a:xfrm>
          <a:off x="0" y="0"/>
          <a:ext cx="0" cy="0"/>
          <a:chOff x="0" y="0"/>
          <a:chExt cx="0" cy="0"/>
        </a:xfrm>
      </p:grpSpPr>
      <p:grpSp>
        <p:nvGrpSpPr>
          <p:cNvPr id="2" name="Build及输出-A">
            <a:extLst>
              <a:ext uri="{FF2B5EF4-FFF2-40B4-BE49-F238E27FC236}">
                <a16:creationId xmlns:a16="http://schemas.microsoft.com/office/drawing/2014/main" id="{8A39B99D-D6DB-14C3-EFAE-656116A08AF1}"/>
              </a:ext>
            </a:extLst>
          </p:cNvPr>
          <p:cNvGrpSpPr/>
          <p:nvPr/>
        </p:nvGrpSpPr>
        <p:grpSpPr>
          <a:xfrm>
            <a:off x="8216900" y="0"/>
            <a:ext cx="3689350" cy="4572000"/>
            <a:chOff x="8216900" y="0"/>
            <a:chExt cx="3689350" cy="4572000"/>
          </a:xfrm>
        </p:grpSpPr>
        <p:sp>
          <p:nvSpPr>
            <p:cNvPr id="3" name="label">
              <a:extLst>
                <a:ext uri="{FF2B5EF4-FFF2-40B4-BE49-F238E27FC236}">
                  <a16:creationId xmlns:a16="http://schemas.microsoft.com/office/drawing/2014/main" id="{6A4DD398-A89A-F8A9-B642-F41961252036}"/>
                </a:ext>
              </a:extLst>
            </p:cNvPr>
            <p:cNvSpPr txBox="1"/>
            <p:nvPr/>
          </p:nvSpPr>
          <p:spPr>
            <a:xfrm>
              <a:off x="8623300" y="161924"/>
              <a:ext cx="30575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Ligand poses</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78612CFA-5636-69C5-924B-94B2CFCAB05D}"/>
                </a:ext>
              </a:extLst>
            </p:cNvPr>
            <p:cNvSpPr txBox="1"/>
            <p:nvPr/>
          </p:nvSpPr>
          <p:spPr>
            <a:xfrm>
              <a:off x="8229599" y="1971675"/>
              <a:ext cx="78105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Build</a:t>
              </a:r>
              <a:endParaRPr lang="zh-CN" altLang="en-US" sz="1450" b="1">
                <a:solidFill>
                  <a:srgbClr val="263442"/>
                </a:solidFill>
                <a:latin typeface="Arial" panose="020B0604020202020204" pitchFamily="34" charset="0"/>
              </a:endParaRPr>
            </a:p>
          </p:txBody>
        </p:sp>
        <p:cxnSp>
          <p:nvCxnSpPr>
            <p:cNvPr id="5" name="Build-arrow">
              <a:extLst>
                <a:ext uri="{FF2B5EF4-FFF2-40B4-BE49-F238E27FC236}">
                  <a16:creationId xmlns:a16="http://schemas.microsoft.com/office/drawing/2014/main" id="{BED4E439-B10D-D18D-DB94-2248DA34D6B3}"/>
                </a:ext>
              </a:extLst>
            </p:cNvPr>
            <p:cNvCxnSpPr/>
            <p:nvPr/>
          </p:nvCxnSpPr>
          <p:spPr>
            <a:xfrm>
              <a:off x="8235950" y="2315210"/>
              <a:ext cx="781050" cy="0"/>
            </a:xfrm>
            <a:prstGeom prst="line">
              <a:avLst/>
            </a:prstGeom>
            <a:ln w="27940">
              <a:solidFill>
                <a:srgbClr val="263442"/>
              </a:solidFill>
              <a:tailEnd type="arrow"/>
            </a:ln>
          </p:spPr>
          <p:style>
            <a:lnRef idx="1">
              <a:schemeClr val="accent1"/>
            </a:lnRef>
            <a:fillRef idx="0">
              <a:schemeClr val="accent1"/>
            </a:fillRef>
            <a:effectRef idx="0">
              <a:schemeClr val="accent1"/>
            </a:effectRef>
            <a:fontRef idx="minor">
              <a:schemeClr val="tx1"/>
            </a:fontRef>
          </p:style>
        </p:cxnSp>
        <p:pic>
          <p:nvPicPr>
            <p:cNvPr id="8" name="Global-poses-A" descr="Global-poses-A">
              <a:extLst>
                <a:ext uri="{FF2B5EF4-FFF2-40B4-BE49-F238E27FC236}">
                  <a16:creationId xmlns:a16="http://schemas.microsoft.com/office/drawing/2014/main" id="{AA99219C-544F-0EF6-2594-DCE15F8CFA3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31300" y="685800"/>
              <a:ext cx="2255520" cy="2819400"/>
            </a:xfrm>
            <a:prstGeom prst="rect">
              <a:avLst/>
            </a:prstGeom>
          </p:spPr>
        </p:pic>
        <p:sp>
          <p:nvSpPr>
            <p:cNvPr id="9" name="Legend-Density">
              <a:extLst>
                <a:ext uri="{FF2B5EF4-FFF2-40B4-BE49-F238E27FC236}">
                  <a16:creationId xmlns:a16="http://schemas.microsoft.com/office/drawing/2014/main" id="{BA76F2EB-AD41-F55E-4F30-4153926B9E87}"/>
                </a:ext>
              </a:extLst>
            </p:cNvPr>
            <p:cNvSpPr/>
            <p:nvPr/>
          </p:nvSpPr>
          <p:spPr>
            <a:xfrm>
              <a:off x="9144000" y="3733800"/>
              <a:ext cx="88900" cy="88900"/>
            </a:xfrm>
            <a:prstGeom prst="rect">
              <a:avLst/>
            </a:prstGeom>
            <a:solidFill>
              <a:srgbClr val="E2E7EB"/>
            </a:solidFill>
            <a:ln w="6350">
              <a:solidFill>
                <a:srgbClr val="A7B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abel">
              <a:extLst>
                <a:ext uri="{FF2B5EF4-FFF2-40B4-BE49-F238E27FC236}">
                  <a16:creationId xmlns:a16="http://schemas.microsoft.com/office/drawing/2014/main" id="{E1AD42C0-5DF9-E95A-97A8-6B0536601D5A}"/>
                </a:ext>
              </a:extLst>
            </p:cNvPr>
            <p:cNvSpPr txBox="1"/>
            <p:nvPr/>
          </p:nvSpPr>
          <p:spPr>
            <a:xfrm>
              <a:off x="9270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Density</a:t>
              </a:r>
              <a:endParaRPr lang="zh-CN" altLang="en-US" sz="1030">
                <a:solidFill>
                  <a:srgbClr val="667783"/>
                </a:solidFill>
                <a:latin typeface="Arial" panose="020B0604020202020204" pitchFamily="34" charset="0"/>
              </a:endParaRPr>
            </a:p>
          </p:txBody>
        </p:sp>
        <p:cxnSp>
          <p:nvCxnSpPr>
            <p:cNvPr id="11" name="Legend-Receptor">
              <a:extLst>
                <a:ext uri="{FF2B5EF4-FFF2-40B4-BE49-F238E27FC236}">
                  <a16:creationId xmlns:a16="http://schemas.microsoft.com/office/drawing/2014/main" id="{10181D54-CAD1-A15D-8F22-3117BFD17119}"/>
                </a:ext>
              </a:extLst>
            </p:cNvPr>
            <p:cNvCxnSpPr/>
            <p:nvPr/>
          </p:nvCxnSpPr>
          <p:spPr>
            <a:xfrm>
              <a:off x="9918700" y="3778250"/>
              <a:ext cx="101600" cy="0"/>
            </a:xfrm>
            <a:prstGeom prst="line">
              <a:avLst/>
            </a:prstGeom>
            <a:ln w="21590">
              <a:solidFill>
                <a:srgbClr val="4C6E83"/>
              </a:solidFill>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B5F93C77-994F-B17C-6DAA-3FC2F9EAED43}"/>
                </a:ext>
              </a:extLst>
            </p:cNvPr>
            <p:cNvSpPr txBox="1"/>
            <p:nvPr/>
          </p:nvSpPr>
          <p:spPr>
            <a:xfrm>
              <a:off x="100456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Receptor</a:t>
              </a:r>
              <a:endParaRPr lang="zh-CN" altLang="en-US" sz="1030">
                <a:solidFill>
                  <a:srgbClr val="667783"/>
                </a:solidFill>
                <a:latin typeface="Arial" panose="020B0604020202020204" pitchFamily="34" charset="0"/>
              </a:endParaRPr>
            </a:p>
          </p:txBody>
        </p:sp>
        <p:cxnSp>
          <p:nvCxnSpPr>
            <p:cNvPr id="13" name="Legend-Ligands">
              <a:extLst>
                <a:ext uri="{FF2B5EF4-FFF2-40B4-BE49-F238E27FC236}">
                  <a16:creationId xmlns:a16="http://schemas.microsoft.com/office/drawing/2014/main" id="{4CACA0DA-B260-EBE4-7DF0-6E8E520974C1}"/>
                </a:ext>
              </a:extLst>
            </p:cNvPr>
            <p:cNvCxnSpPr/>
            <p:nvPr/>
          </p:nvCxnSpPr>
          <p:spPr>
            <a:xfrm>
              <a:off x="10795000" y="3778250"/>
              <a:ext cx="101600" cy="0"/>
            </a:xfrm>
            <a:prstGeom prst="line">
              <a:avLst/>
            </a:prstGeom>
            <a:ln w="27940">
              <a:solidFill>
                <a:srgbClr val="36986F"/>
              </a:solidFill>
            </a:ln>
          </p:spPr>
          <p:style>
            <a:lnRef idx="1">
              <a:schemeClr val="accent1"/>
            </a:lnRef>
            <a:fillRef idx="0">
              <a:schemeClr val="accent1"/>
            </a:fillRef>
            <a:effectRef idx="0">
              <a:schemeClr val="accent1"/>
            </a:effectRef>
            <a:fontRef idx="minor">
              <a:schemeClr val="tx1"/>
            </a:fontRef>
          </p:style>
        </p:cxnSp>
        <p:sp>
          <p:nvSpPr>
            <p:cNvPr id="14" name="label">
              <a:extLst>
                <a:ext uri="{FF2B5EF4-FFF2-40B4-BE49-F238E27FC236}">
                  <a16:creationId xmlns:a16="http://schemas.microsoft.com/office/drawing/2014/main" id="{0055C844-C1C6-2EE0-0982-CA3CAA943546}"/>
                </a:ext>
              </a:extLst>
            </p:cNvPr>
            <p:cNvSpPr txBox="1"/>
            <p:nvPr/>
          </p:nvSpPr>
          <p:spPr>
            <a:xfrm>
              <a:off x="10921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Ligands</a:t>
              </a:r>
              <a:endParaRPr lang="zh-CN" altLang="en-US" sz="1030">
                <a:solidFill>
                  <a:srgbClr val="667783"/>
                </a:solidFill>
                <a:latin typeface="Arial" panose="020B0604020202020204" pitchFamily="34" charset="0"/>
              </a:endParaRPr>
            </a:p>
          </p:txBody>
        </p:sp>
        <p:sp>
          <p:nvSpPr>
            <p:cNvPr id="15" name="组合坐标框">
              <a:extLst>
                <a:ext uri="{FF2B5EF4-FFF2-40B4-BE49-F238E27FC236}">
                  <a16:creationId xmlns:a16="http://schemas.microsoft.com/office/drawing/2014/main" id="{F1307951-8E6D-D703-23F4-D6ACA2AB72B5}"/>
                </a:ext>
              </a:extLst>
            </p:cNvPr>
            <p:cNvSpPr/>
            <p:nvPr/>
          </p:nvSpPr>
          <p:spPr>
            <a:xfrm>
              <a:off x="8216900" y="0"/>
              <a:ext cx="368935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061173969"/>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name="left-B">
    <p:spTree>
      <p:nvGrpSpPr>
        <p:cNvPr id="1" name=""/>
        <p:cNvGrpSpPr/>
        <p:nvPr/>
      </p:nvGrpSpPr>
      <p:grpSpPr>
        <a:xfrm>
          <a:off x="0" y="0"/>
          <a:ext cx="0" cy="0"/>
          <a:chOff x="0" y="0"/>
          <a:chExt cx="0" cy="0"/>
        </a:xfrm>
      </p:grpSpPr>
      <p:grpSp>
        <p:nvGrpSpPr>
          <p:cNvPr id="2" name="Build左侧-B">
            <a:extLst>
              <a:ext uri="{FF2B5EF4-FFF2-40B4-BE49-F238E27FC236}">
                <a16:creationId xmlns:a16="http://schemas.microsoft.com/office/drawing/2014/main" id="{1451476F-8ADC-0115-A30D-B5D524B819B2}"/>
              </a:ext>
            </a:extLst>
          </p:cNvPr>
          <p:cNvGrpSpPr/>
          <p:nvPr/>
        </p:nvGrpSpPr>
        <p:grpSpPr>
          <a:xfrm>
            <a:off x="0" y="0"/>
            <a:ext cx="8216900" cy="4572000"/>
            <a:chOff x="0" y="0"/>
            <a:chExt cx="8216900" cy="4572000"/>
          </a:xfrm>
        </p:grpSpPr>
        <p:sp>
          <p:nvSpPr>
            <p:cNvPr id="3" name="label">
              <a:extLst>
                <a:ext uri="{FF2B5EF4-FFF2-40B4-BE49-F238E27FC236}">
                  <a16:creationId xmlns:a16="http://schemas.microsoft.com/office/drawing/2014/main" id="{B56D6808-C195-8FFD-3162-28DCC8222109}"/>
                </a:ext>
              </a:extLst>
            </p:cNvPr>
            <p:cNvSpPr txBox="1"/>
            <p:nvPr/>
          </p:nvSpPr>
          <p:spPr>
            <a:xfrm>
              <a:off x="253999" y="161924"/>
              <a:ext cx="1695450"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Input</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68C8D1BC-48E6-9145-A43D-6D0F5EE45097}"/>
                </a:ext>
              </a:extLst>
            </p:cNvPr>
            <p:cNvSpPr txBox="1"/>
            <p:nvPr/>
          </p:nvSpPr>
          <p:spPr>
            <a:xfrm>
              <a:off x="2209800" y="161924"/>
              <a:ext cx="23336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Candidate blob</a:t>
              </a:r>
              <a:endParaRPr lang="zh-CN" altLang="en-US" sz="1650" b="1">
                <a:solidFill>
                  <a:srgbClr val="263442"/>
                </a:solidFill>
                <a:latin typeface="Arial" panose="020B0604020202020204" pitchFamily="34" charset="0"/>
              </a:endParaRPr>
            </a:p>
          </p:txBody>
        </p:sp>
        <p:sp>
          <p:nvSpPr>
            <p:cNvPr id="5" name="label">
              <a:extLst>
                <a:ext uri="{FF2B5EF4-FFF2-40B4-BE49-F238E27FC236}">
                  <a16:creationId xmlns:a16="http://schemas.microsoft.com/office/drawing/2014/main" id="{96E5C87E-A996-CF8F-9A17-0D035875E916}"/>
                </a:ext>
              </a:extLst>
            </p:cNvPr>
            <p:cNvSpPr txBox="1"/>
            <p:nvPr/>
          </p:nvSpPr>
          <p:spPr>
            <a:xfrm>
              <a:off x="5041900" y="161924"/>
              <a:ext cx="3133725" cy="285750"/>
            </a:xfrm>
            <a:prstGeom prst="rect">
              <a:avLst/>
            </a:prstGeom>
            <a:noFill/>
          </p:spPr>
          <p:txBody>
            <a:bodyPr vert="horz" wrap="none" lIns="0" tIns="0" rIns="0" bIns="0" rtlCol="0" anchor="ctr">
              <a:noAutofit/>
            </a:bodyPr>
            <a:lstStyle/>
            <a:p>
              <a:pPr algn="ctr"/>
              <a:r>
                <a:rPr lang="en-US" altLang="zh-CN" sz="1600" b="1">
                  <a:solidFill>
                    <a:srgbClr val="263442"/>
                  </a:solidFill>
                  <a:latin typeface="Arial" panose="020B0604020202020204" pitchFamily="34" charset="0"/>
                </a:rPr>
                <a:t>Ligand identity assignment</a:t>
              </a:r>
              <a:endParaRPr lang="zh-CN" altLang="en-US" sz="1600" b="1">
                <a:solidFill>
                  <a:srgbClr val="263442"/>
                </a:solidFill>
                <a:latin typeface="Arial" panose="020B0604020202020204" pitchFamily="34" charset="0"/>
              </a:endParaRPr>
            </a:p>
          </p:txBody>
        </p:sp>
        <p:sp>
          <p:nvSpPr>
            <p:cNvPr id="6" name="Input-map-and-receptor">
              <a:extLst>
                <a:ext uri="{FF2B5EF4-FFF2-40B4-BE49-F238E27FC236}">
                  <a16:creationId xmlns:a16="http://schemas.microsoft.com/office/drawing/2014/main" id="{DE11F99B-E059-A2FC-8441-EE693BA20122}"/>
                </a:ext>
              </a:extLst>
            </p:cNvPr>
            <p:cNvSpPr/>
            <p:nvPr/>
          </p:nvSpPr>
          <p:spPr>
            <a:xfrm>
              <a:off x="469900" y="552450"/>
              <a:ext cx="1270000" cy="2771775"/>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Input-density" descr="Input-density">
              <a:extLst>
                <a:ext uri="{FF2B5EF4-FFF2-40B4-BE49-F238E27FC236}">
                  <a16:creationId xmlns:a16="http://schemas.microsoft.com/office/drawing/2014/main" id="{B5E900E0-5ED3-65F2-3BEB-F12CC741FEC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47700" y="558800"/>
              <a:ext cx="914400" cy="1143000"/>
            </a:xfrm>
            <a:prstGeom prst="rect">
              <a:avLst/>
            </a:prstGeom>
          </p:spPr>
        </p:pic>
        <p:sp>
          <p:nvSpPr>
            <p:cNvPr id="8" name="label">
              <a:extLst>
                <a:ext uri="{FF2B5EF4-FFF2-40B4-BE49-F238E27FC236}">
                  <a16:creationId xmlns:a16="http://schemas.microsoft.com/office/drawing/2014/main" id="{1346CBA2-3358-FBA7-2760-7E491961C409}"/>
                </a:ext>
              </a:extLst>
            </p:cNvPr>
            <p:cNvSpPr txBox="1"/>
            <p:nvPr/>
          </p:nvSpPr>
          <p:spPr>
            <a:xfrm>
              <a:off x="495299" y="1714500"/>
              <a:ext cx="1219200" cy="203200"/>
            </a:xfrm>
            <a:prstGeom prst="rect">
              <a:avLst/>
            </a:prstGeom>
            <a:noFill/>
          </p:spPr>
          <p:txBody>
            <a:bodyPr vert="horz" wrap="none" lIns="0" tIns="0" rIns="0" bIns="0" rtlCol="0" anchor="ctr">
              <a:noAutofit/>
            </a:bodyPr>
            <a:lstStyle/>
            <a:p>
              <a:pPr algn="ctr"/>
              <a:r>
                <a:rPr lang="en-US" altLang="zh-CN" sz="1240" b="1">
                  <a:solidFill>
                    <a:srgbClr val="263442"/>
                  </a:solidFill>
                  <a:latin typeface="Arial" panose="020B0604020202020204" pitchFamily="34" charset="0"/>
                </a:rPr>
                <a:t>Cryo-EM map</a:t>
              </a:r>
              <a:endParaRPr lang="zh-CN" altLang="en-US" sz="1240" b="1">
                <a:solidFill>
                  <a:srgbClr val="263442"/>
                </a:solidFill>
                <a:latin typeface="Arial" panose="020B0604020202020204" pitchFamily="34" charset="0"/>
              </a:endParaRPr>
            </a:p>
          </p:txBody>
        </p:sp>
        <p:pic>
          <p:nvPicPr>
            <p:cNvPr id="9" name="Input-receptor" descr="Input-receptor">
              <a:extLst>
                <a:ext uri="{FF2B5EF4-FFF2-40B4-BE49-F238E27FC236}">
                  <a16:creationId xmlns:a16="http://schemas.microsoft.com/office/drawing/2014/main" id="{DBC192F1-6FE5-D7AA-7C86-5788B291744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47700" y="2108200"/>
              <a:ext cx="914400" cy="1143000"/>
            </a:xfrm>
            <a:prstGeom prst="rect">
              <a:avLst/>
            </a:prstGeom>
          </p:spPr>
        </p:pic>
        <p:sp>
          <p:nvSpPr>
            <p:cNvPr id="10" name="label">
              <a:extLst>
                <a:ext uri="{FF2B5EF4-FFF2-40B4-BE49-F238E27FC236}">
                  <a16:creationId xmlns:a16="http://schemas.microsoft.com/office/drawing/2014/main" id="{F6253609-38DA-EDC3-C901-DDABB766BD1C}"/>
                </a:ext>
              </a:extLst>
            </p:cNvPr>
            <p:cNvSpPr txBox="1"/>
            <p:nvPr/>
          </p:nvSpPr>
          <p:spPr>
            <a:xfrm>
              <a:off x="482599" y="3124200"/>
              <a:ext cx="1244600" cy="203200"/>
            </a:xfrm>
            <a:prstGeom prst="rect">
              <a:avLst/>
            </a:prstGeom>
            <a:noFill/>
          </p:spPr>
          <p:txBody>
            <a:bodyPr vert="horz" wrap="none" lIns="0" tIns="0" rIns="0" bIns="0" rtlCol="0" anchor="ctr">
              <a:noAutofit/>
            </a:bodyPr>
            <a:lstStyle/>
            <a:p>
              <a:pPr algn="ctr"/>
              <a:r>
                <a:rPr lang="en-US" altLang="zh-CN" sz="1070" b="1">
                  <a:solidFill>
                    <a:srgbClr val="263442"/>
                  </a:solidFill>
                  <a:latin typeface="Arial" panose="020B0604020202020204" pitchFamily="34" charset="0"/>
                </a:rPr>
                <a:t>Receptor structure</a:t>
              </a:r>
              <a:endParaRPr lang="zh-CN" altLang="en-US" sz="1070" b="1">
                <a:solidFill>
                  <a:srgbClr val="263442"/>
                </a:solidFill>
                <a:latin typeface="Arial" panose="020B0604020202020204" pitchFamily="34" charset="0"/>
              </a:endParaRPr>
            </a:p>
          </p:txBody>
        </p:sp>
        <p:cxnSp>
          <p:nvCxnSpPr>
            <p:cNvPr id="11" name="CryoAtom2-flow">
              <a:extLst>
                <a:ext uri="{FF2B5EF4-FFF2-40B4-BE49-F238E27FC236}">
                  <a16:creationId xmlns:a16="http://schemas.microsoft.com/office/drawing/2014/main" id="{A32A974E-9432-4E67-768B-58AEC3BC07E3}"/>
                </a:ext>
              </a:extLst>
            </p:cNvPr>
            <p:cNvCxnSpPr/>
            <p:nvPr/>
          </p:nvCxnSpPr>
          <p:spPr>
            <a:xfrm>
              <a:off x="1003300" y="1943100"/>
              <a:ext cx="0" cy="203200"/>
            </a:xfrm>
            <a:prstGeom prst="line">
              <a:avLst/>
            </a:prstGeom>
            <a:ln w="10160">
              <a:solidFill>
                <a:srgbClr val="667783"/>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A07DF691-F5E7-DFC2-D03E-805A5A783EA6}"/>
                </a:ext>
              </a:extLst>
            </p:cNvPr>
            <p:cNvSpPr txBox="1"/>
            <p:nvPr/>
          </p:nvSpPr>
          <p:spPr>
            <a:xfrm>
              <a:off x="1041399" y="1943100"/>
              <a:ext cx="660400" cy="177800"/>
            </a:xfrm>
            <a:prstGeom prst="rect">
              <a:avLst/>
            </a:prstGeom>
            <a:noFill/>
          </p:spPr>
          <p:txBody>
            <a:bodyPr vert="horz" wrap="none" lIns="0" tIns="0" rIns="0" bIns="0" rtlCol="0" anchor="ctr">
              <a:noAutofit/>
            </a:bodyPr>
            <a:lstStyle/>
            <a:p>
              <a:r>
                <a:rPr lang="en-US" altLang="zh-CN" sz="1070">
                  <a:solidFill>
                    <a:srgbClr val="667783"/>
                  </a:solidFill>
                  <a:latin typeface="Arial" panose="020B0604020202020204" pitchFamily="34" charset="0"/>
                </a:rPr>
                <a:t>CryoAtom2</a:t>
              </a:r>
              <a:endParaRPr lang="zh-CN" altLang="en-US" sz="1070">
                <a:solidFill>
                  <a:srgbClr val="667783"/>
                </a:solidFill>
                <a:latin typeface="Arial" panose="020B0604020202020204" pitchFamily="34" charset="0"/>
              </a:endParaRPr>
            </a:p>
          </p:txBody>
        </p:sp>
        <p:sp>
          <p:nvSpPr>
            <p:cNvPr id="13" name="SMILES-frame">
              <a:extLst>
                <a:ext uri="{FF2B5EF4-FFF2-40B4-BE49-F238E27FC236}">
                  <a16:creationId xmlns:a16="http://schemas.microsoft.com/office/drawing/2014/main" id="{2B73D036-AA8F-C4F6-0B8D-FF88AF9A2FDD}"/>
                </a:ext>
              </a:extLst>
            </p:cNvPr>
            <p:cNvSpPr/>
            <p:nvPr/>
          </p:nvSpPr>
          <p:spPr>
            <a:xfrm>
              <a:off x="469900" y="3695700"/>
              <a:ext cx="4483100" cy="6985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label">
              <a:extLst>
                <a:ext uri="{FF2B5EF4-FFF2-40B4-BE49-F238E27FC236}">
                  <a16:creationId xmlns:a16="http://schemas.microsoft.com/office/drawing/2014/main" id="{2ABFC6DA-D0D5-A7B7-9386-E6704D963848}"/>
                </a:ext>
              </a:extLst>
            </p:cNvPr>
            <p:cNvSpPr txBox="1"/>
            <p:nvPr/>
          </p:nvSpPr>
          <p:spPr>
            <a:xfrm>
              <a:off x="571499" y="3721100"/>
              <a:ext cx="914400" cy="190500"/>
            </a:xfrm>
            <a:prstGeom prst="rect">
              <a:avLst/>
            </a:prstGeom>
            <a:noFill/>
          </p:spPr>
          <p:txBody>
            <a:bodyPr vert="horz" wrap="none" lIns="0" tIns="0" rIns="0" bIns="0" rtlCol="0" anchor="ctr">
              <a:noAutofit/>
            </a:bodyPr>
            <a:lstStyle/>
            <a:p>
              <a:r>
                <a:rPr lang="en-US" altLang="zh-CN" sz="1150" b="1">
                  <a:solidFill>
                    <a:srgbClr val="263442"/>
                  </a:solidFill>
                  <a:latin typeface="Arial" panose="020B0604020202020204" pitchFamily="34" charset="0"/>
                </a:rPr>
                <a:t>SMILES</a:t>
              </a:r>
              <a:endParaRPr lang="zh-CN" altLang="en-US" sz="1150" b="1">
                <a:solidFill>
                  <a:srgbClr val="263442"/>
                </a:solidFill>
                <a:latin typeface="Arial" panose="020B0604020202020204" pitchFamily="34" charset="0"/>
              </a:endParaRPr>
            </a:p>
          </p:txBody>
        </p:sp>
        <p:cxnSp>
          <p:nvCxnSpPr>
            <p:cNvPr id="15" name="SMILES-key-BTN">
              <a:extLst>
                <a:ext uri="{FF2B5EF4-FFF2-40B4-BE49-F238E27FC236}">
                  <a16:creationId xmlns:a16="http://schemas.microsoft.com/office/drawing/2014/main" id="{0FC0BCE3-7A2D-C1EB-7815-A4A469837EAA}"/>
                </a:ext>
              </a:extLst>
            </p:cNvPr>
            <p:cNvCxnSpPr/>
            <p:nvPr/>
          </p:nvCxnSpPr>
          <p:spPr>
            <a:xfrm>
              <a:off x="571500" y="3962400"/>
              <a:ext cx="1270000" cy="0"/>
            </a:xfrm>
            <a:prstGeom prst="line">
              <a:avLst/>
            </a:prstGeom>
            <a:ln w="12700">
              <a:solidFill>
                <a:srgbClr val="36986F"/>
              </a:solidFill>
            </a:ln>
          </p:spPr>
          <p:style>
            <a:lnRef idx="1">
              <a:schemeClr val="accent1"/>
            </a:lnRef>
            <a:fillRef idx="0">
              <a:schemeClr val="accent1"/>
            </a:fillRef>
            <a:effectRef idx="0">
              <a:schemeClr val="accent1"/>
            </a:effectRef>
            <a:fontRef idx="minor">
              <a:schemeClr val="tx1"/>
            </a:fontRef>
          </p:style>
        </p:cxnSp>
        <p:sp>
          <p:nvSpPr>
            <p:cNvPr id="16" name="SMILES-BTN">
              <a:extLst>
                <a:ext uri="{FF2B5EF4-FFF2-40B4-BE49-F238E27FC236}">
                  <a16:creationId xmlns:a16="http://schemas.microsoft.com/office/drawing/2014/main" id="{B0662061-548B-F1BE-B710-93190030694F}"/>
                </a:ext>
              </a:extLst>
            </p:cNvPr>
            <p:cNvSpPr txBox="1"/>
            <p:nvPr/>
          </p:nvSpPr>
          <p:spPr>
            <a:xfrm>
              <a:off x="571499" y="4000499"/>
              <a:ext cx="1346200" cy="304800"/>
            </a:xfrm>
            <a:prstGeom prst="rect">
              <a:avLst/>
            </a:prstGeom>
            <a:noFill/>
          </p:spPr>
          <p:txBody>
            <a:bodyPr vert="horz" wrap="none" lIns="0" tIns="0" rIns="0" bIns="0" rtlCol="0" anchor="ctr">
              <a:noAutofit/>
            </a:bodyPr>
            <a:lstStyle/>
            <a:p>
              <a:r>
                <a:rPr lang="en-US" altLang="zh-CN" sz="690">
                  <a:solidFill>
                    <a:srgbClr val="36986F"/>
                  </a:solidFill>
                  <a:latin typeface="Consolas" panose="020B0609020204030204" pitchFamily="49" charset="0"/>
                </a:rPr>
                <a:t>O=C(O)CCCC[C@@H]1SC[C@@H]</a:t>
              </a:r>
            </a:p>
            <a:p>
              <a:r>
                <a:rPr lang="en-US" altLang="zh-CN" sz="690">
                  <a:solidFill>
                    <a:srgbClr val="36986F"/>
                  </a:solidFill>
                  <a:latin typeface="Consolas" panose="020B0609020204030204" pitchFamily="49" charset="0"/>
                </a:rPr>
                <a:t>2NC(=O)N[C@@H]21</a:t>
              </a:r>
              <a:endParaRPr lang="zh-CN" altLang="en-US" sz="690">
                <a:solidFill>
                  <a:srgbClr val="36986F"/>
                </a:solidFill>
                <a:latin typeface="Consolas" panose="020B0609020204030204" pitchFamily="49" charset="0"/>
              </a:endParaRPr>
            </a:p>
          </p:txBody>
        </p:sp>
        <p:cxnSp>
          <p:nvCxnSpPr>
            <p:cNvPr id="17" name="SMILES-key-DTB">
              <a:extLst>
                <a:ext uri="{FF2B5EF4-FFF2-40B4-BE49-F238E27FC236}">
                  <a16:creationId xmlns:a16="http://schemas.microsoft.com/office/drawing/2014/main" id="{9E2978F7-D148-C84F-200C-AFF8E4A6BCF5}"/>
                </a:ext>
              </a:extLst>
            </p:cNvPr>
            <p:cNvCxnSpPr/>
            <p:nvPr/>
          </p:nvCxnSpPr>
          <p:spPr>
            <a:xfrm>
              <a:off x="2019300" y="3962400"/>
              <a:ext cx="1270000" cy="0"/>
            </a:xfrm>
            <a:prstGeom prst="line">
              <a:avLst/>
            </a:prstGeom>
            <a:ln w="12700">
              <a:solidFill>
                <a:srgbClr val="C49B32"/>
              </a:solidFill>
            </a:ln>
          </p:spPr>
          <p:style>
            <a:lnRef idx="1">
              <a:schemeClr val="accent1"/>
            </a:lnRef>
            <a:fillRef idx="0">
              <a:schemeClr val="accent1"/>
            </a:fillRef>
            <a:effectRef idx="0">
              <a:schemeClr val="accent1"/>
            </a:effectRef>
            <a:fontRef idx="minor">
              <a:schemeClr val="tx1"/>
            </a:fontRef>
          </p:style>
        </p:cxnSp>
        <p:sp>
          <p:nvSpPr>
            <p:cNvPr id="18" name="SMILES-DTB">
              <a:extLst>
                <a:ext uri="{FF2B5EF4-FFF2-40B4-BE49-F238E27FC236}">
                  <a16:creationId xmlns:a16="http://schemas.microsoft.com/office/drawing/2014/main" id="{5F10137A-3BCC-0F19-5EF2-91013392D47F}"/>
                </a:ext>
              </a:extLst>
            </p:cNvPr>
            <p:cNvSpPr txBox="1"/>
            <p:nvPr/>
          </p:nvSpPr>
          <p:spPr>
            <a:xfrm>
              <a:off x="2019299" y="4000499"/>
              <a:ext cx="1346200" cy="304800"/>
            </a:xfrm>
            <a:prstGeom prst="rect">
              <a:avLst/>
            </a:prstGeom>
            <a:noFill/>
          </p:spPr>
          <p:txBody>
            <a:bodyPr vert="horz" wrap="none" lIns="0" tIns="0" rIns="0" bIns="0" rtlCol="0" anchor="ctr">
              <a:noAutofit/>
            </a:bodyPr>
            <a:lstStyle/>
            <a:p>
              <a:r>
                <a:rPr lang="en-US" altLang="zh-CN" sz="690">
                  <a:solidFill>
                    <a:srgbClr val="C49B32"/>
                  </a:solidFill>
                  <a:latin typeface="Consolas" panose="020B0609020204030204" pitchFamily="49" charset="0"/>
                </a:rPr>
                <a:t>C[C@@H]1NC(=O)N[C@@H]1CCC</a:t>
              </a:r>
            </a:p>
            <a:p>
              <a:r>
                <a:rPr lang="en-US" altLang="zh-CN" sz="690">
                  <a:solidFill>
                    <a:srgbClr val="C49B32"/>
                  </a:solidFill>
                  <a:latin typeface="Consolas" panose="020B0609020204030204" pitchFamily="49" charset="0"/>
                </a:rPr>
                <a:t>CCC(=O)O</a:t>
              </a:r>
              <a:endParaRPr lang="zh-CN" altLang="en-US" sz="690">
                <a:solidFill>
                  <a:srgbClr val="C49B32"/>
                </a:solidFill>
                <a:latin typeface="Consolas" panose="020B0609020204030204" pitchFamily="49" charset="0"/>
              </a:endParaRPr>
            </a:p>
          </p:txBody>
        </p:sp>
        <p:cxnSp>
          <p:nvCxnSpPr>
            <p:cNvPr id="19" name="SMILES-key-IMI">
              <a:extLst>
                <a:ext uri="{FF2B5EF4-FFF2-40B4-BE49-F238E27FC236}">
                  <a16:creationId xmlns:a16="http://schemas.microsoft.com/office/drawing/2014/main" id="{064799DB-19D1-7864-F4CA-1D96F4A87A0D}"/>
                </a:ext>
              </a:extLst>
            </p:cNvPr>
            <p:cNvCxnSpPr/>
            <p:nvPr/>
          </p:nvCxnSpPr>
          <p:spPr>
            <a:xfrm>
              <a:off x="3467100" y="3962400"/>
              <a:ext cx="1270000" cy="0"/>
            </a:xfrm>
            <a:prstGeom prst="line">
              <a:avLst/>
            </a:prstGeom>
            <a:ln w="12700">
              <a:solidFill>
                <a:srgbClr val="CB627F"/>
              </a:solidFill>
            </a:ln>
          </p:spPr>
          <p:style>
            <a:lnRef idx="1">
              <a:schemeClr val="accent1"/>
            </a:lnRef>
            <a:fillRef idx="0">
              <a:schemeClr val="accent1"/>
            </a:fillRef>
            <a:effectRef idx="0">
              <a:schemeClr val="accent1"/>
            </a:effectRef>
            <a:fontRef idx="minor">
              <a:schemeClr val="tx1"/>
            </a:fontRef>
          </p:style>
        </p:cxnSp>
        <p:sp>
          <p:nvSpPr>
            <p:cNvPr id="20" name="SMILES-IMI">
              <a:extLst>
                <a:ext uri="{FF2B5EF4-FFF2-40B4-BE49-F238E27FC236}">
                  <a16:creationId xmlns:a16="http://schemas.microsoft.com/office/drawing/2014/main" id="{1C62B9E3-C2F6-FFED-0CCD-AAA0625E4BD3}"/>
                </a:ext>
              </a:extLst>
            </p:cNvPr>
            <p:cNvSpPr txBox="1"/>
            <p:nvPr/>
          </p:nvSpPr>
          <p:spPr>
            <a:xfrm>
              <a:off x="3467099" y="4000499"/>
              <a:ext cx="1346200" cy="304800"/>
            </a:xfrm>
            <a:prstGeom prst="rect">
              <a:avLst/>
            </a:prstGeom>
            <a:noFill/>
          </p:spPr>
          <p:txBody>
            <a:bodyPr vert="horz" wrap="none" lIns="0" tIns="0" rIns="0" bIns="0" rtlCol="0" anchor="ctr">
              <a:noAutofit/>
            </a:bodyPr>
            <a:lstStyle/>
            <a:p>
              <a:r>
                <a:rPr lang="en-US" altLang="zh-CN" sz="690">
                  <a:solidFill>
                    <a:srgbClr val="CB627F"/>
                  </a:solidFill>
                  <a:latin typeface="Consolas" panose="020B0609020204030204" pitchFamily="49" charset="0"/>
                </a:rPr>
                <a:t>N=C1N[C@H]2[C@H](CS[C@H]2</a:t>
              </a:r>
            </a:p>
            <a:p>
              <a:r>
                <a:rPr lang="en-US" altLang="zh-CN" sz="690">
                  <a:solidFill>
                    <a:srgbClr val="CB627F"/>
                  </a:solidFill>
                  <a:latin typeface="Consolas" panose="020B0609020204030204" pitchFamily="49" charset="0"/>
                </a:rPr>
                <a:t>CCCCC(=O)O)N1</a:t>
              </a:r>
              <a:endParaRPr lang="zh-CN" altLang="en-US" sz="690">
                <a:solidFill>
                  <a:srgbClr val="CB627F"/>
                </a:solidFill>
                <a:latin typeface="Consolas" panose="020B0609020204030204" pitchFamily="49" charset="0"/>
              </a:endParaRPr>
            </a:p>
          </p:txBody>
        </p:sp>
        <p:pic>
          <p:nvPicPr>
            <p:cNvPr id="21" name="Global-candidate" descr="Global-candidate">
              <a:extLst>
                <a:ext uri="{FF2B5EF4-FFF2-40B4-BE49-F238E27FC236}">
                  <a16:creationId xmlns:a16="http://schemas.microsoft.com/office/drawing/2014/main" id="{4DF999EF-3B6D-9FDB-E6B5-B7DE01E57DEF}"/>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349500" y="685800"/>
              <a:ext cx="2255520" cy="2819400"/>
            </a:xfrm>
            <a:prstGeom prst="rect">
              <a:avLst/>
            </a:prstGeom>
          </p:spPr>
        </p:pic>
        <p:sp>
          <p:nvSpPr>
            <p:cNvPr id="22" name="Global-label-B1">
              <a:extLst>
                <a:ext uri="{FF2B5EF4-FFF2-40B4-BE49-F238E27FC236}">
                  <a16:creationId xmlns:a16="http://schemas.microsoft.com/office/drawing/2014/main" id="{D0937EF4-B068-3B51-DDA8-6AEA5F15C1F1}"/>
                </a:ext>
              </a:extLst>
            </p:cNvPr>
            <p:cNvSpPr txBox="1"/>
            <p:nvPr/>
          </p:nvSpPr>
          <p:spPr>
            <a:xfrm>
              <a:off x="4154423" y="1669123"/>
              <a:ext cx="266700" cy="165100"/>
            </a:xfrm>
            <a:prstGeom prst="rect">
              <a:avLst/>
            </a:prstGeom>
            <a:noFill/>
          </p:spPr>
          <p:txBody>
            <a:bodyPr vert="horz" wrap="none" lIns="0" tIns="0" rIns="0" bIns="0" rtlCol="0" anchor="ctr">
              <a:noAutofit/>
            </a:bodyPr>
            <a:lstStyle/>
            <a:p>
              <a:r>
                <a:rPr lang="en-US" altLang="zh-CN" sz="1050" b="1">
                  <a:solidFill>
                    <a:srgbClr val="24634E"/>
                  </a:solidFill>
                  <a:latin typeface="Arial" panose="020B0604020202020204" pitchFamily="34" charset="0"/>
                </a:rPr>
                <a:t>B1</a:t>
              </a:r>
              <a:endParaRPr lang="zh-CN" altLang="en-US" sz="1050" b="1">
                <a:solidFill>
                  <a:srgbClr val="24634E"/>
                </a:solidFill>
                <a:latin typeface="Arial" panose="020B0604020202020204" pitchFamily="34" charset="0"/>
              </a:endParaRPr>
            </a:p>
          </p:txBody>
        </p:sp>
        <p:sp>
          <p:nvSpPr>
            <p:cNvPr id="23" name="Global-label-B2">
              <a:extLst>
                <a:ext uri="{FF2B5EF4-FFF2-40B4-BE49-F238E27FC236}">
                  <a16:creationId xmlns:a16="http://schemas.microsoft.com/office/drawing/2014/main" id="{36E73B27-4156-7222-3437-E6F3043A4514}"/>
                </a:ext>
              </a:extLst>
            </p:cNvPr>
            <p:cNvSpPr txBox="1"/>
            <p:nvPr/>
          </p:nvSpPr>
          <p:spPr>
            <a:xfrm>
              <a:off x="2496768" y="2455307"/>
              <a:ext cx="266700" cy="165100"/>
            </a:xfrm>
            <a:prstGeom prst="rect">
              <a:avLst/>
            </a:prstGeom>
            <a:noFill/>
          </p:spPr>
          <p:txBody>
            <a:bodyPr vert="horz" wrap="none" lIns="0" tIns="0" rIns="0" bIns="0" rtlCol="0" anchor="ctr">
              <a:noAutofit/>
            </a:bodyPr>
            <a:lstStyle/>
            <a:p>
              <a:r>
                <a:rPr lang="en-US" altLang="zh-CN" sz="1050" b="1">
                  <a:solidFill>
                    <a:srgbClr val="24634E"/>
                  </a:solidFill>
                  <a:latin typeface="Arial" panose="020B0604020202020204" pitchFamily="34" charset="0"/>
                </a:rPr>
                <a:t>B2</a:t>
              </a:r>
              <a:endParaRPr lang="zh-CN" altLang="en-US" sz="1050" b="1">
                <a:solidFill>
                  <a:srgbClr val="24634E"/>
                </a:solidFill>
                <a:latin typeface="Arial" panose="020B0604020202020204" pitchFamily="34" charset="0"/>
              </a:endParaRPr>
            </a:p>
          </p:txBody>
        </p:sp>
        <p:sp>
          <p:nvSpPr>
            <p:cNvPr id="24" name="Global-label-B3">
              <a:extLst>
                <a:ext uri="{FF2B5EF4-FFF2-40B4-BE49-F238E27FC236}">
                  <a16:creationId xmlns:a16="http://schemas.microsoft.com/office/drawing/2014/main" id="{0326D579-DD7A-382E-F1C4-12D16F792D20}"/>
                </a:ext>
              </a:extLst>
            </p:cNvPr>
            <p:cNvSpPr txBox="1"/>
            <p:nvPr/>
          </p:nvSpPr>
          <p:spPr>
            <a:xfrm>
              <a:off x="2267457" y="2067641"/>
              <a:ext cx="266700" cy="165100"/>
            </a:xfrm>
            <a:prstGeom prst="rect">
              <a:avLst/>
            </a:prstGeom>
            <a:noFill/>
          </p:spPr>
          <p:txBody>
            <a:bodyPr vert="horz" wrap="none" lIns="0" tIns="0" rIns="0" bIns="0" rtlCol="0" anchor="ctr">
              <a:noAutofit/>
            </a:bodyPr>
            <a:lstStyle/>
            <a:p>
              <a:r>
                <a:rPr lang="en-US" altLang="zh-CN" sz="1050" b="1">
                  <a:solidFill>
                    <a:srgbClr val="4E5964"/>
                  </a:solidFill>
                  <a:latin typeface="Arial" panose="020B0604020202020204" pitchFamily="34" charset="0"/>
                </a:rPr>
                <a:t>B3</a:t>
              </a:r>
              <a:endParaRPr lang="zh-CN" altLang="en-US" sz="1050" b="1">
                <a:solidFill>
                  <a:srgbClr val="4E5964"/>
                </a:solidFill>
                <a:latin typeface="Arial" panose="020B0604020202020204" pitchFamily="34" charset="0"/>
              </a:endParaRPr>
            </a:p>
          </p:txBody>
        </p:sp>
        <p:sp>
          <p:nvSpPr>
            <p:cNvPr id="25" name="Global-label-B4">
              <a:extLst>
                <a:ext uri="{FF2B5EF4-FFF2-40B4-BE49-F238E27FC236}">
                  <a16:creationId xmlns:a16="http://schemas.microsoft.com/office/drawing/2014/main" id="{0565F09B-9E72-608C-DF06-BFBDBDBF2A9B}"/>
                </a:ext>
              </a:extLst>
            </p:cNvPr>
            <p:cNvSpPr txBox="1"/>
            <p:nvPr/>
          </p:nvSpPr>
          <p:spPr>
            <a:xfrm>
              <a:off x="4207052" y="2375677"/>
              <a:ext cx="266700" cy="165100"/>
            </a:xfrm>
            <a:prstGeom prst="rect">
              <a:avLst/>
            </a:prstGeom>
            <a:noFill/>
          </p:spPr>
          <p:txBody>
            <a:bodyPr vert="horz" wrap="none" lIns="0" tIns="0" rIns="0" bIns="0" rtlCol="0" anchor="ctr">
              <a:noAutofit/>
            </a:bodyPr>
            <a:lstStyle/>
            <a:p>
              <a:r>
                <a:rPr lang="en-US" altLang="zh-CN" sz="1050" b="1">
                  <a:solidFill>
                    <a:srgbClr val="896D1C"/>
                  </a:solidFill>
                  <a:latin typeface="Arial" panose="020B0604020202020204" pitchFamily="34" charset="0"/>
                </a:rPr>
                <a:t>B4</a:t>
              </a:r>
              <a:endParaRPr lang="zh-CN" altLang="en-US" sz="1050" b="1">
                <a:solidFill>
                  <a:srgbClr val="896D1C"/>
                </a:solidFill>
                <a:latin typeface="Arial" panose="020B0604020202020204" pitchFamily="34" charset="0"/>
              </a:endParaRPr>
            </a:p>
          </p:txBody>
        </p:sp>
        <p:sp>
          <p:nvSpPr>
            <p:cNvPr id="26" name="Global-label-B5">
              <a:extLst>
                <a:ext uri="{FF2B5EF4-FFF2-40B4-BE49-F238E27FC236}">
                  <a16:creationId xmlns:a16="http://schemas.microsoft.com/office/drawing/2014/main" id="{FCBC7AEA-03FA-F287-4B7C-36000FF679E1}"/>
                </a:ext>
              </a:extLst>
            </p:cNvPr>
            <p:cNvSpPr txBox="1"/>
            <p:nvPr/>
          </p:nvSpPr>
          <p:spPr>
            <a:xfrm>
              <a:off x="2477972" y="1681202"/>
              <a:ext cx="266700" cy="165100"/>
            </a:xfrm>
            <a:prstGeom prst="rect">
              <a:avLst/>
            </a:prstGeom>
            <a:noFill/>
          </p:spPr>
          <p:txBody>
            <a:bodyPr vert="horz" wrap="none" lIns="0" tIns="0" rIns="0" bIns="0" rtlCol="0" anchor="ctr">
              <a:noAutofit/>
            </a:bodyPr>
            <a:lstStyle/>
            <a:p>
              <a:r>
                <a:rPr lang="en-US" altLang="zh-CN" sz="1050" b="1">
                  <a:solidFill>
                    <a:srgbClr val="9E3D5C"/>
                  </a:solidFill>
                  <a:latin typeface="Arial" panose="020B0604020202020204" pitchFamily="34" charset="0"/>
                </a:rPr>
                <a:t>B5</a:t>
              </a:r>
              <a:endParaRPr lang="zh-CN" altLang="en-US" sz="1050" b="1">
                <a:solidFill>
                  <a:srgbClr val="9E3D5C"/>
                </a:solidFill>
                <a:latin typeface="Arial" panose="020B0604020202020204" pitchFamily="34" charset="0"/>
              </a:endParaRPr>
            </a:p>
          </p:txBody>
        </p:sp>
        <p:sp>
          <p:nvSpPr>
            <p:cNvPr id="27" name="label">
              <a:extLst>
                <a:ext uri="{FF2B5EF4-FFF2-40B4-BE49-F238E27FC236}">
                  <a16:creationId xmlns:a16="http://schemas.microsoft.com/office/drawing/2014/main" id="{E35D43BB-DC71-DFBC-FC72-D14509499EB8}"/>
                </a:ext>
              </a:extLst>
            </p:cNvPr>
            <p:cNvSpPr txBox="1"/>
            <p:nvPr/>
          </p:nvSpPr>
          <p:spPr>
            <a:xfrm>
              <a:off x="1841499" y="1714500"/>
              <a:ext cx="5461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Find</a:t>
              </a:r>
              <a:endParaRPr lang="zh-CN" altLang="en-US" sz="1450" b="1">
                <a:solidFill>
                  <a:srgbClr val="263442"/>
                </a:solidFill>
                <a:latin typeface="Arial" panose="020B0604020202020204" pitchFamily="34" charset="0"/>
              </a:endParaRPr>
            </a:p>
          </p:txBody>
        </p:sp>
        <p:cxnSp>
          <p:nvCxnSpPr>
            <p:cNvPr id="28" name="Find-arrow">
              <a:extLst>
                <a:ext uri="{FF2B5EF4-FFF2-40B4-BE49-F238E27FC236}">
                  <a16:creationId xmlns:a16="http://schemas.microsoft.com/office/drawing/2014/main" id="{A91C0670-4308-2641-289E-7CD783956456}"/>
                </a:ext>
              </a:extLst>
            </p:cNvPr>
            <p:cNvCxnSpPr/>
            <p:nvPr/>
          </p:nvCxnSpPr>
          <p:spPr>
            <a:xfrm>
              <a:off x="1917700" y="2044700"/>
              <a:ext cx="3683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29" name="label">
              <a:extLst>
                <a:ext uri="{FF2B5EF4-FFF2-40B4-BE49-F238E27FC236}">
                  <a16:creationId xmlns:a16="http://schemas.microsoft.com/office/drawing/2014/main" id="{266EA7B2-F693-9801-B793-EA581C76B7A1}"/>
                </a:ext>
              </a:extLst>
            </p:cNvPr>
            <p:cNvSpPr txBox="1"/>
            <p:nvPr/>
          </p:nvSpPr>
          <p:spPr>
            <a:xfrm>
              <a:off x="4483099" y="1714500"/>
              <a:ext cx="5715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Match</a:t>
              </a:r>
              <a:endParaRPr lang="zh-CN" altLang="en-US" sz="1450" b="1">
                <a:solidFill>
                  <a:srgbClr val="263442"/>
                </a:solidFill>
                <a:latin typeface="Arial" panose="020B0604020202020204" pitchFamily="34" charset="0"/>
              </a:endParaRPr>
            </a:p>
          </p:txBody>
        </p:sp>
        <p:cxnSp>
          <p:nvCxnSpPr>
            <p:cNvPr id="30" name="Match-arrow">
              <a:extLst>
                <a:ext uri="{FF2B5EF4-FFF2-40B4-BE49-F238E27FC236}">
                  <a16:creationId xmlns:a16="http://schemas.microsoft.com/office/drawing/2014/main" id="{8ED467AC-6873-1E1A-98C7-6CB421D37C4B}"/>
                </a:ext>
              </a:extLst>
            </p:cNvPr>
            <p:cNvCxnSpPr/>
            <p:nvPr/>
          </p:nvCxnSpPr>
          <p:spPr>
            <a:xfrm>
              <a:off x="4559300" y="2044700"/>
              <a:ext cx="4318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31" name="label">
              <a:extLst>
                <a:ext uri="{FF2B5EF4-FFF2-40B4-BE49-F238E27FC236}">
                  <a16:creationId xmlns:a16="http://schemas.microsoft.com/office/drawing/2014/main" id="{632F471D-D956-E312-4E18-2E6962524E9D}"/>
                </a:ext>
              </a:extLst>
            </p:cNvPr>
            <p:cNvSpPr txBox="1"/>
            <p:nvPr/>
          </p:nvSpPr>
          <p:spPr>
            <a:xfrm>
              <a:off x="5206999" y="552450"/>
              <a:ext cx="8636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Blobs</a:t>
              </a:r>
              <a:endParaRPr lang="zh-CN" altLang="en-US" sz="1170">
                <a:solidFill>
                  <a:srgbClr val="667783"/>
                </a:solidFill>
                <a:latin typeface="Arial" panose="020B0604020202020204" pitchFamily="34" charset="0"/>
              </a:endParaRPr>
            </a:p>
          </p:txBody>
        </p:sp>
        <p:sp>
          <p:nvSpPr>
            <p:cNvPr id="32" name="label">
              <a:extLst>
                <a:ext uri="{FF2B5EF4-FFF2-40B4-BE49-F238E27FC236}">
                  <a16:creationId xmlns:a16="http://schemas.microsoft.com/office/drawing/2014/main" id="{7F4143BC-5D5E-7839-C5DD-A44ADE958034}"/>
                </a:ext>
              </a:extLst>
            </p:cNvPr>
            <p:cNvSpPr txBox="1"/>
            <p:nvPr/>
          </p:nvSpPr>
          <p:spPr>
            <a:xfrm>
              <a:off x="6667499" y="552450"/>
              <a:ext cx="14732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Ligand identities</a:t>
              </a:r>
              <a:endParaRPr lang="zh-CN" altLang="en-US" sz="1170">
                <a:solidFill>
                  <a:srgbClr val="667783"/>
                </a:solidFill>
                <a:latin typeface="Arial" panose="020B0604020202020204" pitchFamily="34" charset="0"/>
              </a:endParaRPr>
            </a:p>
          </p:txBody>
        </p:sp>
        <p:sp>
          <p:nvSpPr>
            <p:cNvPr id="33" name="Chemical-identities-only">
              <a:extLst>
                <a:ext uri="{FF2B5EF4-FFF2-40B4-BE49-F238E27FC236}">
                  <a16:creationId xmlns:a16="http://schemas.microsoft.com/office/drawing/2014/main" id="{7E0F7EB3-BCC9-82C6-733E-ABFE6095B817}"/>
                </a:ext>
              </a:extLst>
            </p:cNvPr>
            <p:cNvSpPr/>
            <p:nvPr/>
          </p:nvSpPr>
          <p:spPr>
            <a:xfrm>
              <a:off x="6819900" y="800100"/>
              <a:ext cx="1295400" cy="30988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Match-label-B1">
              <a:extLst>
                <a:ext uri="{FF2B5EF4-FFF2-40B4-BE49-F238E27FC236}">
                  <a16:creationId xmlns:a16="http://schemas.microsoft.com/office/drawing/2014/main" id="{2A60B493-E22A-AEE5-FBE1-598ACF11AA40}"/>
                </a:ext>
              </a:extLst>
            </p:cNvPr>
            <p:cNvSpPr txBox="1"/>
            <p:nvPr/>
          </p:nvSpPr>
          <p:spPr>
            <a:xfrm>
              <a:off x="5232399" y="8636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B1</a:t>
              </a:r>
              <a:endParaRPr lang="zh-CN" altLang="en-US" sz="1130">
                <a:solidFill>
                  <a:srgbClr val="667783"/>
                </a:solidFill>
                <a:latin typeface="Arial" panose="020B0604020202020204" pitchFamily="34" charset="0"/>
              </a:endParaRPr>
            </a:p>
          </p:txBody>
        </p:sp>
        <p:pic>
          <p:nvPicPr>
            <p:cNvPr id="35" name="Match-blob-B1" descr="Match-blob-B1">
              <a:extLst>
                <a:ext uri="{FF2B5EF4-FFF2-40B4-BE49-F238E27FC236}">
                  <a16:creationId xmlns:a16="http://schemas.microsoft.com/office/drawing/2014/main" id="{37CCDA24-41A4-7D2E-545E-031128E93526}"/>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537200" y="848229"/>
              <a:ext cx="342900" cy="233941"/>
            </a:xfrm>
            <a:prstGeom prst="rect">
              <a:avLst/>
            </a:prstGeom>
          </p:spPr>
        </p:pic>
        <p:cxnSp>
          <p:nvCxnSpPr>
            <p:cNvPr id="36" name="Assignment-B1">
              <a:extLst>
                <a:ext uri="{FF2B5EF4-FFF2-40B4-BE49-F238E27FC236}">
                  <a16:creationId xmlns:a16="http://schemas.microsoft.com/office/drawing/2014/main" id="{1D8C2533-7CF0-127C-065D-2579343277A5}"/>
                </a:ext>
              </a:extLst>
            </p:cNvPr>
            <p:cNvCxnSpPr/>
            <p:nvPr/>
          </p:nvCxnSpPr>
          <p:spPr>
            <a:xfrm>
              <a:off x="5956300" y="965200"/>
              <a:ext cx="863600" cy="165100"/>
            </a:xfrm>
            <a:prstGeom prst="line">
              <a:avLst/>
            </a:prstGeom>
            <a:ln w="13335">
              <a:solidFill>
                <a:srgbClr val="36986F"/>
              </a:solidFill>
            </a:ln>
          </p:spPr>
          <p:style>
            <a:lnRef idx="1">
              <a:schemeClr val="accent1"/>
            </a:lnRef>
            <a:fillRef idx="0">
              <a:schemeClr val="accent1"/>
            </a:fillRef>
            <a:effectRef idx="0">
              <a:schemeClr val="accent1"/>
            </a:effectRef>
            <a:fontRef idx="minor">
              <a:schemeClr val="tx1"/>
            </a:fontRef>
          </p:style>
        </p:cxnSp>
        <p:sp>
          <p:nvSpPr>
            <p:cNvPr id="37" name="Match-label-B2">
              <a:extLst>
                <a:ext uri="{FF2B5EF4-FFF2-40B4-BE49-F238E27FC236}">
                  <a16:creationId xmlns:a16="http://schemas.microsoft.com/office/drawing/2014/main" id="{744FACC3-190F-B891-4690-BD89C87AF471}"/>
                </a:ext>
              </a:extLst>
            </p:cNvPr>
            <p:cNvSpPr txBox="1"/>
            <p:nvPr/>
          </p:nvSpPr>
          <p:spPr>
            <a:xfrm>
              <a:off x="5232399" y="14097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B2</a:t>
              </a:r>
              <a:endParaRPr lang="zh-CN" altLang="en-US" sz="1130">
                <a:solidFill>
                  <a:srgbClr val="667783"/>
                </a:solidFill>
                <a:latin typeface="Arial" panose="020B0604020202020204" pitchFamily="34" charset="0"/>
              </a:endParaRPr>
            </a:p>
          </p:txBody>
        </p:sp>
        <p:pic>
          <p:nvPicPr>
            <p:cNvPr id="38" name="Match-blob-B2" descr="Match-blob-B2">
              <a:extLst>
                <a:ext uri="{FF2B5EF4-FFF2-40B4-BE49-F238E27FC236}">
                  <a16:creationId xmlns:a16="http://schemas.microsoft.com/office/drawing/2014/main" id="{24E9CCFF-F9C5-464C-8FD2-B015BBFB15DA}"/>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537200" y="1418091"/>
              <a:ext cx="342900" cy="186418"/>
            </a:xfrm>
            <a:prstGeom prst="rect">
              <a:avLst/>
            </a:prstGeom>
          </p:spPr>
        </p:pic>
        <p:cxnSp>
          <p:nvCxnSpPr>
            <p:cNvPr id="39" name="Assignment-B2">
              <a:extLst>
                <a:ext uri="{FF2B5EF4-FFF2-40B4-BE49-F238E27FC236}">
                  <a16:creationId xmlns:a16="http://schemas.microsoft.com/office/drawing/2014/main" id="{50842FE2-A786-05CC-587C-17B239837FC0}"/>
                </a:ext>
              </a:extLst>
            </p:cNvPr>
            <p:cNvCxnSpPr/>
            <p:nvPr/>
          </p:nvCxnSpPr>
          <p:spPr>
            <a:xfrm flipV="1">
              <a:off x="5956300" y="1130300"/>
              <a:ext cx="863600" cy="381000"/>
            </a:xfrm>
            <a:prstGeom prst="line">
              <a:avLst/>
            </a:prstGeom>
            <a:ln w="13335">
              <a:solidFill>
                <a:srgbClr val="36986F"/>
              </a:solidFill>
            </a:ln>
          </p:spPr>
          <p:style>
            <a:lnRef idx="1">
              <a:schemeClr val="accent1"/>
            </a:lnRef>
            <a:fillRef idx="0">
              <a:schemeClr val="accent1"/>
            </a:fillRef>
            <a:effectRef idx="0">
              <a:schemeClr val="accent1"/>
            </a:effectRef>
            <a:fontRef idx="minor">
              <a:schemeClr val="tx1"/>
            </a:fontRef>
          </p:style>
        </p:cxnSp>
        <p:sp>
          <p:nvSpPr>
            <p:cNvPr id="40" name="Match-label-B3">
              <a:extLst>
                <a:ext uri="{FF2B5EF4-FFF2-40B4-BE49-F238E27FC236}">
                  <a16:creationId xmlns:a16="http://schemas.microsoft.com/office/drawing/2014/main" id="{E57E93D7-0A2B-71C2-D09F-0E9A6BDFBB59}"/>
                </a:ext>
              </a:extLst>
            </p:cNvPr>
            <p:cNvSpPr txBox="1"/>
            <p:nvPr/>
          </p:nvSpPr>
          <p:spPr>
            <a:xfrm>
              <a:off x="5232399" y="19558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B3</a:t>
              </a:r>
              <a:endParaRPr lang="zh-CN" altLang="en-US" sz="1130">
                <a:solidFill>
                  <a:srgbClr val="667783"/>
                </a:solidFill>
                <a:latin typeface="Arial" panose="020B0604020202020204" pitchFamily="34" charset="0"/>
              </a:endParaRPr>
            </a:p>
          </p:txBody>
        </p:sp>
        <p:pic>
          <p:nvPicPr>
            <p:cNvPr id="41" name="Match-blob-B3" descr="Match-blob-B3">
              <a:extLst>
                <a:ext uri="{FF2B5EF4-FFF2-40B4-BE49-F238E27FC236}">
                  <a16:creationId xmlns:a16="http://schemas.microsoft.com/office/drawing/2014/main" id="{929770A4-B262-7508-3F71-952A756F080B}"/>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537200" y="1928813"/>
              <a:ext cx="342900" cy="257175"/>
            </a:xfrm>
            <a:prstGeom prst="rect">
              <a:avLst/>
            </a:prstGeom>
          </p:spPr>
        </p:pic>
        <p:cxnSp>
          <p:nvCxnSpPr>
            <p:cNvPr id="42" name="Assignment-B3">
              <a:extLst>
                <a:ext uri="{FF2B5EF4-FFF2-40B4-BE49-F238E27FC236}">
                  <a16:creationId xmlns:a16="http://schemas.microsoft.com/office/drawing/2014/main" id="{AF07658F-FC95-7EF6-E3FD-9FA8934EAC44}"/>
                </a:ext>
              </a:extLst>
            </p:cNvPr>
            <p:cNvCxnSpPr/>
            <p:nvPr/>
          </p:nvCxnSpPr>
          <p:spPr>
            <a:xfrm>
              <a:off x="5956300" y="2057400"/>
              <a:ext cx="139700" cy="0"/>
            </a:xfrm>
            <a:prstGeom prst="line">
              <a:avLst/>
            </a:prstGeom>
            <a:ln w="13335">
              <a:solidFill>
                <a:srgbClr val="667783"/>
              </a:solidFill>
            </a:ln>
          </p:spPr>
          <p:style>
            <a:lnRef idx="1">
              <a:schemeClr val="accent1"/>
            </a:lnRef>
            <a:fillRef idx="0">
              <a:schemeClr val="accent1"/>
            </a:fillRef>
            <a:effectRef idx="0">
              <a:schemeClr val="accent1"/>
            </a:effectRef>
            <a:fontRef idx="minor">
              <a:schemeClr val="tx1"/>
            </a:fontRef>
          </p:style>
        </p:cxnSp>
        <p:sp>
          <p:nvSpPr>
            <p:cNvPr id="43" name="Match-label-B4">
              <a:extLst>
                <a:ext uri="{FF2B5EF4-FFF2-40B4-BE49-F238E27FC236}">
                  <a16:creationId xmlns:a16="http://schemas.microsoft.com/office/drawing/2014/main" id="{3B2D2170-CAF2-87AF-F642-C2D02016A53C}"/>
                </a:ext>
              </a:extLst>
            </p:cNvPr>
            <p:cNvSpPr txBox="1"/>
            <p:nvPr/>
          </p:nvSpPr>
          <p:spPr>
            <a:xfrm>
              <a:off x="5232399" y="25019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B4</a:t>
              </a:r>
              <a:endParaRPr lang="zh-CN" altLang="en-US" sz="1130">
                <a:solidFill>
                  <a:srgbClr val="667783"/>
                </a:solidFill>
                <a:latin typeface="Arial" panose="020B0604020202020204" pitchFamily="34" charset="0"/>
              </a:endParaRPr>
            </a:p>
          </p:txBody>
        </p:sp>
        <p:pic>
          <p:nvPicPr>
            <p:cNvPr id="44" name="Match-blob-B4" descr="Match-blob-B4">
              <a:extLst>
                <a:ext uri="{FF2B5EF4-FFF2-40B4-BE49-F238E27FC236}">
                  <a16:creationId xmlns:a16="http://schemas.microsoft.com/office/drawing/2014/main" id="{693EC194-DFE4-08A5-0E66-F01C532782BA}"/>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5537200" y="2509920"/>
              <a:ext cx="342900" cy="187161"/>
            </a:xfrm>
            <a:prstGeom prst="rect">
              <a:avLst/>
            </a:prstGeom>
          </p:spPr>
        </p:pic>
        <p:cxnSp>
          <p:nvCxnSpPr>
            <p:cNvPr id="45" name="Assignment-B4">
              <a:extLst>
                <a:ext uri="{FF2B5EF4-FFF2-40B4-BE49-F238E27FC236}">
                  <a16:creationId xmlns:a16="http://schemas.microsoft.com/office/drawing/2014/main" id="{5A6DBE80-49AF-EF55-57EB-D730B3938F42}"/>
                </a:ext>
              </a:extLst>
            </p:cNvPr>
            <p:cNvCxnSpPr/>
            <p:nvPr/>
          </p:nvCxnSpPr>
          <p:spPr>
            <a:xfrm flipV="1">
              <a:off x="5956300" y="2336800"/>
              <a:ext cx="863600" cy="266700"/>
            </a:xfrm>
            <a:prstGeom prst="line">
              <a:avLst/>
            </a:prstGeom>
            <a:ln w="13335">
              <a:solidFill>
                <a:srgbClr val="C49B32"/>
              </a:solidFill>
            </a:ln>
          </p:spPr>
          <p:style>
            <a:lnRef idx="1">
              <a:schemeClr val="accent1"/>
            </a:lnRef>
            <a:fillRef idx="0">
              <a:schemeClr val="accent1"/>
            </a:fillRef>
            <a:effectRef idx="0">
              <a:schemeClr val="accent1"/>
            </a:effectRef>
            <a:fontRef idx="minor">
              <a:schemeClr val="tx1"/>
            </a:fontRef>
          </p:style>
        </p:cxnSp>
        <p:sp>
          <p:nvSpPr>
            <p:cNvPr id="46" name="Match-label-B5">
              <a:extLst>
                <a:ext uri="{FF2B5EF4-FFF2-40B4-BE49-F238E27FC236}">
                  <a16:creationId xmlns:a16="http://schemas.microsoft.com/office/drawing/2014/main" id="{F2D88EB2-F96A-619A-C92D-25422B877D93}"/>
                </a:ext>
              </a:extLst>
            </p:cNvPr>
            <p:cNvSpPr txBox="1"/>
            <p:nvPr/>
          </p:nvSpPr>
          <p:spPr>
            <a:xfrm>
              <a:off x="5232399" y="30480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B5</a:t>
              </a:r>
              <a:endParaRPr lang="zh-CN" altLang="en-US" sz="1130">
                <a:solidFill>
                  <a:srgbClr val="667783"/>
                </a:solidFill>
                <a:latin typeface="Arial" panose="020B0604020202020204" pitchFamily="34" charset="0"/>
              </a:endParaRPr>
            </a:p>
          </p:txBody>
        </p:sp>
        <p:pic>
          <p:nvPicPr>
            <p:cNvPr id="47" name="Match-blob-B5" descr="Match-blob-B5">
              <a:extLst>
                <a:ext uri="{FF2B5EF4-FFF2-40B4-BE49-F238E27FC236}">
                  <a16:creationId xmlns:a16="http://schemas.microsoft.com/office/drawing/2014/main" id="{B254AADC-48E3-40F8-11BB-7203C594CEC3}"/>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5537200" y="3047802"/>
              <a:ext cx="342900" cy="203597"/>
            </a:xfrm>
            <a:prstGeom prst="rect">
              <a:avLst/>
            </a:prstGeom>
          </p:spPr>
        </p:pic>
        <p:cxnSp>
          <p:nvCxnSpPr>
            <p:cNvPr id="48" name="Assignment-B5">
              <a:extLst>
                <a:ext uri="{FF2B5EF4-FFF2-40B4-BE49-F238E27FC236}">
                  <a16:creationId xmlns:a16="http://schemas.microsoft.com/office/drawing/2014/main" id="{F9D742E7-F9F8-05B8-BF9E-69E6A7CB6F97}"/>
                </a:ext>
              </a:extLst>
            </p:cNvPr>
            <p:cNvCxnSpPr/>
            <p:nvPr/>
          </p:nvCxnSpPr>
          <p:spPr>
            <a:xfrm>
              <a:off x="5956300" y="3149600"/>
              <a:ext cx="863600" cy="393700"/>
            </a:xfrm>
            <a:prstGeom prst="line">
              <a:avLst/>
            </a:prstGeom>
            <a:ln w="13335">
              <a:solidFill>
                <a:srgbClr val="CB627F"/>
              </a:solidFill>
            </a:ln>
          </p:spPr>
          <p:style>
            <a:lnRef idx="1">
              <a:schemeClr val="accent1"/>
            </a:lnRef>
            <a:fillRef idx="0">
              <a:schemeClr val="accent1"/>
            </a:fillRef>
            <a:effectRef idx="0">
              <a:schemeClr val="accent1"/>
            </a:effectRef>
            <a:fontRef idx="minor">
              <a:schemeClr val="tx1"/>
            </a:fontRef>
          </p:style>
        </p:cxnSp>
        <p:pic>
          <p:nvPicPr>
            <p:cNvPr id="49" name="RDKit-identity-BTN" descr="RDKit-identity-BTN">
              <a:extLst>
                <a:ext uri="{FF2B5EF4-FFF2-40B4-BE49-F238E27FC236}">
                  <a16:creationId xmlns:a16="http://schemas.microsoft.com/office/drawing/2014/main" id="{7527AE31-3AD4-831F-23CE-27986D80FDE6}"/>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7061463" y="800100"/>
              <a:ext cx="812275" cy="660400"/>
            </a:xfrm>
            <a:prstGeom prst="rect">
              <a:avLst/>
            </a:prstGeom>
          </p:spPr>
        </p:pic>
        <p:pic>
          <p:nvPicPr>
            <p:cNvPr id="50" name="RDKit-identity-DTB" descr="RDKit-identity-DTB">
              <a:extLst>
                <a:ext uri="{FF2B5EF4-FFF2-40B4-BE49-F238E27FC236}">
                  <a16:creationId xmlns:a16="http://schemas.microsoft.com/office/drawing/2014/main" id="{C25B5C08-12F8-D13C-3EEB-3AC0BE38F3F8}"/>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7050074" y="2006600"/>
              <a:ext cx="835051" cy="660400"/>
            </a:xfrm>
            <a:prstGeom prst="rect">
              <a:avLst/>
            </a:prstGeom>
          </p:spPr>
        </p:pic>
        <p:pic>
          <p:nvPicPr>
            <p:cNvPr id="51" name="RDKit-identity-IMI" descr="RDKit-identity-IMI">
              <a:extLst>
                <a:ext uri="{FF2B5EF4-FFF2-40B4-BE49-F238E27FC236}">
                  <a16:creationId xmlns:a16="http://schemas.microsoft.com/office/drawing/2014/main" id="{D347F373-1128-9E29-48C9-3CD1AEF5C181}"/>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7027624" y="3213100"/>
              <a:ext cx="879952" cy="660400"/>
            </a:xfrm>
            <a:prstGeom prst="rect">
              <a:avLst/>
            </a:prstGeom>
          </p:spPr>
        </p:pic>
        <p:sp>
          <p:nvSpPr>
            <p:cNvPr id="52" name="label">
              <a:extLst>
                <a:ext uri="{FF2B5EF4-FFF2-40B4-BE49-F238E27FC236}">
                  <a16:creationId xmlns:a16="http://schemas.microsoft.com/office/drawing/2014/main" id="{1EB66975-809A-6F8B-482F-AFE953401469}"/>
                </a:ext>
              </a:extLst>
            </p:cNvPr>
            <p:cNvSpPr txBox="1"/>
            <p:nvPr/>
          </p:nvSpPr>
          <p:spPr>
            <a:xfrm>
              <a:off x="6083299" y="1955800"/>
              <a:ext cx="736600" cy="203200"/>
            </a:xfrm>
            <a:prstGeom prst="rect">
              <a:avLst/>
            </a:prstGeom>
            <a:noFill/>
          </p:spPr>
          <p:txBody>
            <a:bodyPr vert="horz" wrap="none" lIns="0" tIns="0" rIns="0" bIns="0" rtlCol="0" anchor="ctr">
              <a:noAutofit/>
            </a:bodyPr>
            <a:lstStyle/>
            <a:p>
              <a:r>
                <a:rPr lang="en-US" altLang="zh-CN" sz="1110">
                  <a:solidFill>
                    <a:srgbClr val="263442"/>
                  </a:solidFill>
                  <a:latin typeface="Arial" panose="020B0604020202020204" pitchFamily="34" charset="0"/>
                </a:rPr>
                <a:t>∅ Reject</a:t>
              </a:r>
              <a:endParaRPr lang="zh-CN" altLang="en-US" sz="1110">
                <a:solidFill>
                  <a:srgbClr val="263442"/>
                </a:solidFill>
                <a:latin typeface="Arial" panose="020B0604020202020204" pitchFamily="34" charset="0"/>
              </a:endParaRPr>
            </a:p>
          </p:txBody>
        </p:sp>
        <p:sp>
          <p:nvSpPr>
            <p:cNvPr id="53" name="label">
              <a:extLst>
                <a:ext uri="{FF2B5EF4-FFF2-40B4-BE49-F238E27FC236}">
                  <a16:creationId xmlns:a16="http://schemas.microsoft.com/office/drawing/2014/main" id="{BB97F066-5175-4F8E-C479-45E43057A9D7}"/>
                </a:ext>
              </a:extLst>
            </p:cNvPr>
            <p:cNvSpPr txBox="1"/>
            <p:nvPr/>
          </p:nvSpPr>
          <p:spPr>
            <a:xfrm>
              <a:off x="6045199" y="2197100"/>
              <a:ext cx="774700" cy="152400"/>
            </a:xfrm>
            <a:prstGeom prst="rect">
              <a:avLst/>
            </a:prstGeom>
            <a:noFill/>
          </p:spPr>
          <p:txBody>
            <a:bodyPr vert="horz" wrap="none" lIns="0" tIns="0" rIns="0" bIns="0" rtlCol="0" anchor="ctr">
              <a:noAutofit/>
            </a:bodyPr>
            <a:lstStyle/>
            <a:p>
              <a:r>
                <a:rPr lang="en-US" altLang="zh-CN" sz="780">
                  <a:solidFill>
                    <a:srgbClr val="667783"/>
                  </a:solidFill>
                  <a:latin typeface="Arial" panose="020B0604020202020204" pitchFamily="34" charset="0"/>
                </a:rPr>
                <a:t>False positive</a:t>
              </a:r>
              <a:endParaRPr lang="zh-CN" altLang="en-US" sz="780">
                <a:solidFill>
                  <a:srgbClr val="667783"/>
                </a:solidFill>
                <a:latin typeface="Arial" panose="020B0604020202020204" pitchFamily="34" charset="0"/>
              </a:endParaRPr>
            </a:p>
          </p:txBody>
        </p:sp>
        <p:cxnSp>
          <p:nvCxnSpPr>
            <p:cNvPr id="54" name="SMILES-route-horizontal">
              <a:extLst>
                <a:ext uri="{FF2B5EF4-FFF2-40B4-BE49-F238E27FC236}">
                  <a16:creationId xmlns:a16="http://schemas.microsoft.com/office/drawing/2014/main" id="{AE59648F-FA77-9542-64C0-F1DB7DDA3F2C}"/>
                </a:ext>
              </a:extLst>
            </p:cNvPr>
            <p:cNvCxnSpPr/>
            <p:nvPr/>
          </p:nvCxnSpPr>
          <p:spPr>
            <a:xfrm>
              <a:off x="4965700" y="4127500"/>
              <a:ext cx="2755900" cy="0"/>
            </a:xfrm>
            <a:prstGeom prst="line">
              <a:avLst/>
            </a:prstGeom>
            <a:ln w="10795">
              <a:solidFill>
                <a:srgbClr val="667783"/>
              </a:solidFill>
            </a:ln>
          </p:spPr>
          <p:style>
            <a:lnRef idx="1">
              <a:schemeClr val="accent1"/>
            </a:lnRef>
            <a:fillRef idx="0">
              <a:schemeClr val="accent1"/>
            </a:fillRef>
            <a:effectRef idx="0">
              <a:schemeClr val="accent1"/>
            </a:effectRef>
            <a:fontRef idx="minor">
              <a:schemeClr val="tx1"/>
            </a:fontRef>
          </p:style>
        </p:cxnSp>
        <p:cxnSp>
          <p:nvCxnSpPr>
            <p:cNvPr id="55" name="SMILES-route-entry">
              <a:extLst>
                <a:ext uri="{FF2B5EF4-FFF2-40B4-BE49-F238E27FC236}">
                  <a16:creationId xmlns:a16="http://schemas.microsoft.com/office/drawing/2014/main" id="{E1A54F8B-B2AC-B149-59F0-E38E7EB622E0}"/>
                </a:ext>
              </a:extLst>
            </p:cNvPr>
            <p:cNvCxnSpPr/>
            <p:nvPr/>
          </p:nvCxnSpPr>
          <p:spPr>
            <a:xfrm flipV="1">
              <a:off x="7721600" y="3898900"/>
              <a:ext cx="0" cy="228600"/>
            </a:xfrm>
            <a:prstGeom prst="line">
              <a:avLst/>
            </a:prstGeom>
            <a:ln w="10795">
              <a:solidFill>
                <a:srgbClr val="667783"/>
              </a:solidFill>
              <a:tailEnd type="arrow"/>
            </a:ln>
          </p:spPr>
          <p:style>
            <a:lnRef idx="1">
              <a:schemeClr val="accent1"/>
            </a:lnRef>
            <a:fillRef idx="0">
              <a:schemeClr val="accent1"/>
            </a:fillRef>
            <a:effectRef idx="0">
              <a:schemeClr val="accent1"/>
            </a:effectRef>
            <a:fontRef idx="minor">
              <a:schemeClr val="tx1"/>
            </a:fontRef>
          </p:style>
        </p:cxnSp>
        <p:sp>
          <p:nvSpPr>
            <p:cNvPr id="56" name="RDKit-label">
              <a:extLst>
                <a:ext uri="{FF2B5EF4-FFF2-40B4-BE49-F238E27FC236}">
                  <a16:creationId xmlns:a16="http://schemas.microsoft.com/office/drawing/2014/main" id="{E69CCDB8-76C2-F506-57F4-ACC0C720C5EE}"/>
                </a:ext>
              </a:extLst>
            </p:cNvPr>
            <p:cNvSpPr txBox="1"/>
            <p:nvPr/>
          </p:nvSpPr>
          <p:spPr>
            <a:xfrm>
              <a:off x="5943599" y="3886200"/>
              <a:ext cx="711200" cy="203200"/>
            </a:xfrm>
            <a:prstGeom prst="rect">
              <a:avLst/>
            </a:prstGeom>
            <a:noFill/>
          </p:spPr>
          <p:txBody>
            <a:bodyPr vert="horz" wrap="none" lIns="0" tIns="0" rIns="0" bIns="0" rtlCol="0" anchor="ctr">
              <a:noAutofit/>
            </a:bodyPr>
            <a:lstStyle/>
            <a:p>
              <a:pPr algn="ctr"/>
              <a:r>
                <a:rPr lang="en-US" altLang="zh-CN" sz="1100">
                  <a:solidFill>
                    <a:srgbClr val="667783"/>
                  </a:solidFill>
                  <a:latin typeface="Arial" panose="020B0604020202020204" pitchFamily="34" charset="0"/>
                </a:rPr>
                <a:t>RDKit</a:t>
              </a:r>
              <a:endParaRPr lang="zh-CN" altLang="en-US" sz="1100">
                <a:solidFill>
                  <a:srgbClr val="667783"/>
                </a:solidFill>
                <a:latin typeface="Arial" panose="020B0604020202020204" pitchFamily="34" charset="0"/>
              </a:endParaRPr>
            </a:p>
          </p:txBody>
        </p:sp>
        <p:sp>
          <p:nvSpPr>
            <p:cNvPr id="57" name="组合坐标框">
              <a:extLst>
                <a:ext uri="{FF2B5EF4-FFF2-40B4-BE49-F238E27FC236}">
                  <a16:creationId xmlns:a16="http://schemas.microsoft.com/office/drawing/2014/main" id="{D9ECFE55-2918-7F7D-F84A-C76306917A7F}"/>
                </a:ext>
              </a:extLst>
            </p:cNvPr>
            <p:cNvSpPr/>
            <p:nvPr/>
          </p:nvSpPr>
          <p:spPr>
            <a:xfrm>
              <a:off x="0" y="0"/>
              <a:ext cx="821690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15107962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right-B">
    <p:spTree>
      <p:nvGrpSpPr>
        <p:cNvPr id="1" name=""/>
        <p:cNvGrpSpPr/>
        <p:nvPr/>
      </p:nvGrpSpPr>
      <p:grpSpPr>
        <a:xfrm>
          <a:off x="0" y="0"/>
          <a:ext cx="0" cy="0"/>
          <a:chOff x="0" y="0"/>
          <a:chExt cx="0" cy="0"/>
        </a:xfrm>
      </p:grpSpPr>
      <p:grpSp>
        <p:nvGrpSpPr>
          <p:cNvPr id="2" name="Build及输出-B">
            <a:extLst>
              <a:ext uri="{FF2B5EF4-FFF2-40B4-BE49-F238E27FC236}">
                <a16:creationId xmlns:a16="http://schemas.microsoft.com/office/drawing/2014/main" id="{6CFC84C7-6BD0-3EE2-6B07-59D24F28EF27}"/>
              </a:ext>
            </a:extLst>
          </p:cNvPr>
          <p:cNvGrpSpPr/>
          <p:nvPr/>
        </p:nvGrpSpPr>
        <p:grpSpPr>
          <a:xfrm>
            <a:off x="8216900" y="0"/>
            <a:ext cx="3689350" cy="4572000"/>
            <a:chOff x="8216900" y="0"/>
            <a:chExt cx="3689350" cy="4572000"/>
          </a:xfrm>
        </p:grpSpPr>
        <p:sp>
          <p:nvSpPr>
            <p:cNvPr id="3" name="label">
              <a:extLst>
                <a:ext uri="{FF2B5EF4-FFF2-40B4-BE49-F238E27FC236}">
                  <a16:creationId xmlns:a16="http://schemas.microsoft.com/office/drawing/2014/main" id="{F5BC85C1-4CFD-F20C-32E7-AD8616DC38AB}"/>
                </a:ext>
              </a:extLst>
            </p:cNvPr>
            <p:cNvSpPr txBox="1"/>
            <p:nvPr/>
          </p:nvSpPr>
          <p:spPr>
            <a:xfrm>
              <a:off x="8623300" y="161924"/>
              <a:ext cx="30575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Ligand poses</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3D8C926A-382A-9D11-7792-F760C07392FF}"/>
                </a:ext>
              </a:extLst>
            </p:cNvPr>
            <p:cNvSpPr txBox="1"/>
            <p:nvPr/>
          </p:nvSpPr>
          <p:spPr>
            <a:xfrm>
              <a:off x="8229599" y="1971675"/>
              <a:ext cx="78105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Build</a:t>
              </a:r>
              <a:endParaRPr lang="zh-CN" altLang="en-US" sz="1450" b="1">
                <a:solidFill>
                  <a:srgbClr val="263442"/>
                </a:solidFill>
                <a:latin typeface="Arial" panose="020B0604020202020204" pitchFamily="34" charset="0"/>
              </a:endParaRPr>
            </a:p>
          </p:txBody>
        </p:sp>
        <p:cxnSp>
          <p:nvCxnSpPr>
            <p:cNvPr id="5" name="Build-arrow">
              <a:extLst>
                <a:ext uri="{FF2B5EF4-FFF2-40B4-BE49-F238E27FC236}">
                  <a16:creationId xmlns:a16="http://schemas.microsoft.com/office/drawing/2014/main" id="{3F36C7CC-54C2-4F88-5499-A84F7E4DA1D4}"/>
                </a:ext>
              </a:extLst>
            </p:cNvPr>
            <p:cNvCxnSpPr/>
            <p:nvPr/>
          </p:nvCxnSpPr>
          <p:spPr>
            <a:xfrm>
              <a:off x="8235950" y="2315210"/>
              <a:ext cx="781050" cy="0"/>
            </a:xfrm>
            <a:prstGeom prst="line">
              <a:avLst/>
            </a:prstGeom>
            <a:ln w="27940">
              <a:solidFill>
                <a:srgbClr val="263442"/>
              </a:solidFill>
              <a:tailEnd type="arrow"/>
            </a:ln>
          </p:spPr>
          <p:style>
            <a:lnRef idx="1">
              <a:schemeClr val="accent1"/>
            </a:lnRef>
            <a:fillRef idx="0">
              <a:schemeClr val="accent1"/>
            </a:fillRef>
            <a:effectRef idx="0">
              <a:schemeClr val="accent1"/>
            </a:effectRef>
            <a:fontRef idx="minor">
              <a:schemeClr val="tx1"/>
            </a:fontRef>
          </p:style>
        </p:cxnSp>
        <p:pic>
          <p:nvPicPr>
            <p:cNvPr id="6" name="Global-poses-B" descr="Global-poses-B">
              <a:extLst>
                <a:ext uri="{FF2B5EF4-FFF2-40B4-BE49-F238E27FC236}">
                  <a16:creationId xmlns:a16="http://schemas.microsoft.com/office/drawing/2014/main" id="{1B995C95-253E-DB4A-9CAA-943B72C1334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31300" y="685800"/>
              <a:ext cx="2255520" cy="2819400"/>
            </a:xfrm>
            <a:prstGeom prst="rect">
              <a:avLst/>
            </a:prstGeom>
          </p:spPr>
        </p:pic>
        <p:sp>
          <p:nvSpPr>
            <p:cNvPr id="7" name="Legend-Density">
              <a:extLst>
                <a:ext uri="{FF2B5EF4-FFF2-40B4-BE49-F238E27FC236}">
                  <a16:creationId xmlns:a16="http://schemas.microsoft.com/office/drawing/2014/main" id="{B21821C4-C1F4-46F2-361E-C71F09E56826}"/>
                </a:ext>
              </a:extLst>
            </p:cNvPr>
            <p:cNvSpPr/>
            <p:nvPr/>
          </p:nvSpPr>
          <p:spPr>
            <a:xfrm>
              <a:off x="9144000" y="3733800"/>
              <a:ext cx="88900" cy="88900"/>
            </a:xfrm>
            <a:prstGeom prst="rect">
              <a:avLst/>
            </a:prstGeom>
            <a:solidFill>
              <a:srgbClr val="E2E7EB"/>
            </a:solidFill>
            <a:ln w="6350">
              <a:solidFill>
                <a:srgbClr val="A7B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abel">
              <a:extLst>
                <a:ext uri="{FF2B5EF4-FFF2-40B4-BE49-F238E27FC236}">
                  <a16:creationId xmlns:a16="http://schemas.microsoft.com/office/drawing/2014/main" id="{652E46B9-B6AC-CB51-5616-44D6B34D16A0}"/>
                </a:ext>
              </a:extLst>
            </p:cNvPr>
            <p:cNvSpPr txBox="1"/>
            <p:nvPr/>
          </p:nvSpPr>
          <p:spPr>
            <a:xfrm>
              <a:off x="9270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Density</a:t>
              </a:r>
              <a:endParaRPr lang="zh-CN" altLang="en-US" sz="1030">
                <a:solidFill>
                  <a:srgbClr val="667783"/>
                </a:solidFill>
                <a:latin typeface="Arial" panose="020B0604020202020204" pitchFamily="34" charset="0"/>
              </a:endParaRPr>
            </a:p>
          </p:txBody>
        </p:sp>
        <p:cxnSp>
          <p:nvCxnSpPr>
            <p:cNvPr id="9" name="Legend-Receptor">
              <a:extLst>
                <a:ext uri="{FF2B5EF4-FFF2-40B4-BE49-F238E27FC236}">
                  <a16:creationId xmlns:a16="http://schemas.microsoft.com/office/drawing/2014/main" id="{D62DF115-10B6-7551-7F35-40F8FB7BD2FD}"/>
                </a:ext>
              </a:extLst>
            </p:cNvPr>
            <p:cNvCxnSpPr/>
            <p:nvPr/>
          </p:nvCxnSpPr>
          <p:spPr>
            <a:xfrm>
              <a:off x="9918700" y="3778250"/>
              <a:ext cx="101600" cy="0"/>
            </a:xfrm>
            <a:prstGeom prst="line">
              <a:avLst/>
            </a:prstGeom>
            <a:ln w="21590">
              <a:solidFill>
                <a:srgbClr val="4C6E83"/>
              </a:solidFill>
            </a:ln>
          </p:spPr>
          <p:style>
            <a:lnRef idx="1">
              <a:schemeClr val="accent1"/>
            </a:lnRef>
            <a:fillRef idx="0">
              <a:schemeClr val="accent1"/>
            </a:fillRef>
            <a:effectRef idx="0">
              <a:schemeClr val="accent1"/>
            </a:effectRef>
            <a:fontRef idx="minor">
              <a:schemeClr val="tx1"/>
            </a:fontRef>
          </p:style>
        </p:cxnSp>
        <p:sp>
          <p:nvSpPr>
            <p:cNvPr id="10" name="label">
              <a:extLst>
                <a:ext uri="{FF2B5EF4-FFF2-40B4-BE49-F238E27FC236}">
                  <a16:creationId xmlns:a16="http://schemas.microsoft.com/office/drawing/2014/main" id="{B694CD9A-B53C-36F9-C34F-5165EAB0DB0B}"/>
                </a:ext>
              </a:extLst>
            </p:cNvPr>
            <p:cNvSpPr txBox="1"/>
            <p:nvPr/>
          </p:nvSpPr>
          <p:spPr>
            <a:xfrm>
              <a:off x="100456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Receptor</a:t>
              </a:r>
              <a:endParaRPr lang="zh-CN" altLang="en-US" sz="1030">
                <a:solidFill>
                  <a:srgbClr val="667783"/>
                </a:solidFill>
                <a:latin typeface="Arial" panose="020B0604020202020204" pitchFamily="34" charset="0"/>
              </a:endParaRPr>
            </a:p>
          </p:txBody>
        </p:sp>
        <p:cxnSp>
          <p:nvCxnSpPr>
            <p:cNvPr id="11" name="Legend-Ligands">
              <a:extLst>
                <a:ext uri="{FF2B5EF4-FFF2-40B4-BE49-F238E27FC236}">
                  <a16:creationId xmlns:a16="http://schemas.microsoft.com/office/drawing/2014/main" id="{761C57E6-632A-4C48-58A4-38426F3485BF}"/>
                </a:ext>
              </a:extLst>
            </p:cNvPr>
            <p:cNvCxnSpPr/>
            <p:nvPr/>
          </p:nvCxnSpPr>
          <p:spPr>
            <a:xfrm>
              <a:off x="10795000" y="3778250"/>
              <a:ext cx="101600" cy="0"/>
            </a:xfrm>
            <a:prstGeom prst="line">
              <a:avLst/>
            </a:prstGeom>
            <a:ln w="27940">
              <a:solidFill>
                <a:srgbClr val="36986F"/>
              </a:solidFill>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89FDF1AA-F356-CCA2-A175-38EC95FC3A96}"/>
                </a:ext>
              </a:extLst>
            </p:cNvPr>
            <p:cNvSpPr txBox="1"/>
            <p:nvPr/>
          </p:nvSpPr>
          <p:spPr>
            <a:xfrm>
              <a:off x="10921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Ligands</a:t>
              </a:r>
              <a:endParaRPr lang="zh-CN" altLang="en-US" sz="1030">
                <a:solidFill>
                  <a:srgbClr val="667783"/>
                </a:solidFill>
                <a:latin typeface="Arial" panose="020B0604020202020204" pitchFamily="34" charset="0"/>
              </a:endParaRPr>
            </a:p>
          </p:txBody>
        </p:sp>
        <p:sp>
          <p:nvSpPr>
            <p:cNvPr id="13" name="组合坐标框">
              <a:extLst>
                <a:ext uri="{FF2B5EF4-FFF2-40B4-BE49-F238E27FC236}">
                  <a16:creationId xmlns:a16="http://schemas.microsoft.com/office/drawing/2014/main" id="{1C3169F2-77E2-030E-657C-6D72B47F1066}"/>
                </a:ext>
              </a:extLst>
            </p:cNvPr>
            <p:cNvSpPr/>
            <p:nvPr/>
          </p:nvSpPr>
          <p:spPr>
            <a:xfrm>
              <a:off x="8216900" y="0"/>
              <a:ext cx="368935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92801883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left-C">
    <p:spTree>
      <p:nvGrpSpPr>
        <p:cNvPr id="1" name=""/>
        <p:cNvGrpSpPr/>
        <p:nvPr/>
      </p:nvGrpSpPr>
      <p:grpSpPr>
        <a:xfrm>
          <a:off x="0" y="0"/>
          <a:ext cx="0" cy="0"/>
          <a:chOff x="0" y="0"/>
          <a:chExt cx="0" cy="0"/>
        </a:xfrm>
      </p:grpSpPr>
      <p:grpSp>
        <p:nvGrpSpPr>
          <p:cNvPr id="2" name="Build左侧-C">
            <a:extLst>
              <a:ext uri="{FF2B5EF4-FFF2-40B4-BE49-F238E27FC236}">
                <a16:creationId xmlns:a16="http://schemas.microsoft.com/office/drawing/2014/main" id="{407C34F0-35A5-4B4C-09E6-2A636DCE4A95}"/>
              </a:ext>
            </a:extLst>
          </p:cNvPr>
          <p:cNvGrpSpPr/>
          <p:nvPr/>
        </p:nvGrpSpPr>
        <p:grpSpPr>
          <a:xfrm>
            <a:off x="0" y="0"/>
            <a:ext cx="8216900" cy="4572000"/>
            <a:chOff x="0" y="0"/>
            <a:chExt cx="8216900" cy="4572000"/>
          </a:xfrm>
        </p:grpSpPr>
        <p:sp>
          <p:nvSpPr>
            <p:cNvPr id="3" name="label">
              <a:extLst>
                <a:ext uri="{FF2B5EF4-FFF2-40B4-BE49-F238E27FC236}">
                  <a16:creationId xmlns:a16="http://schemas.microsoft.com/office/drawing/2014/main" id="{F35F74CE-EDA4-E09D-2881-5F367998B42A}"/>
                </a:ext>
              </a:extLst>
            </p:cNvPr>
            <p:cNvSpPr txBox="1"/>
            <p:nvPr/>
          </p:nvSpPr>
          <p:spPr>
            <a:xfrm>
              <a:off x="253999" y="161924"/>
              <a:ext cx="1695450"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Input</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3B17D62E-998D-C8BD-4436-CBFD01812678}"/>
                </a:ext>
              </a:extLst>
            </p:cNvPr>
            <p:cNvSpPr txBox="1"/>
            <p:nvPr/>
          </p:nvSpPr>
          <p:spPr>
            <a:xfrm>
              <a:off x="2209800" y="161924"/>
              <a:ext cx="23336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Candidate blob</a:t>
              </a:r>
              <a:endParaRPr lang="zh-CN" altLang="en-US" sz="1650" b="1">
                <a:solidFill>
                  <a:srgbClr val="263442"/>
                </a:solidFill>
                <a:latin typeface="Arial" panose="020B0604020202020204" pitchFamily="34" charset="0"/>
              </a:endParaRPr>
            </a:p>
          </p:txBody>
        </p:sp>
        <p:sp>
          <p:nvSpPr>
            <p:cNvPr id="5" name="label">
              <a:extLst>
                <a:ext uri="{FF2B5EF4-FFF2-40B4-BE49-F238E27FC236}">
                  <a16:creationId xmlns:a16="http://schemas.microsoft.com/office/drawing/2014/main" id="{1DA3C4CF-409D-49A7-FACB-29C25F7DBF5D}"/>
                </a:ext>
              </a:extLst>
            </p:cNvPr>
            <p:cNvSpPr txBox="1"/>
            <p:nvPr/>
          </p:nvSpPr>
          <p:spPr>
            <a:xfrm>
              <a:off x="5041900" y="161924"/>
              <a:ext cx="3133725" cy="285750"/>
            </a:xfrm>
            <a:prstGeom prst="rect">
              <a:avLst/>
            </a:prstGeom>
            <a:noFill/>
          </p:spPr>
          <p:txBody>
            <a:bodyPr vert="horz" wrap="none" lIns="0" tIns="0" rIns="0" bIns="0" rtlCol="0" anchor="ctr">
              <a:noAutofit/>
            </a:bodyPr>
            <a:lstStyle/>
            <a:p>
              <a:pPr algn="ctr"/>
              <a:r>
                <a:rPr lang="en-US" altLang="zh-CN" sz="1600" b="1">
                  <a:solidFill>
                    <a:srgbClr val="263442"/>
                  </a:solidFill>
                  <a:latin typeface="Arial" panose="020B0604020202020204" pitchFamily="34" charset="0"/>
                </a:rPr>
                <a:t>Ligand identity assignment</a:t>
              </a:r>
              <a:endParaRPr lang="zh-CN" altLang="en-US" sz="1600" b="1">
                <a:solidFill>
                  <a:srgbClr val="263442"/>
                </a:solidFill>
                <a:latin typeface="Arial" panose="020B0604020202020204" pitchFamily="34" charset="0"/>
              </a:endParaRPr>
            </a:p>
          </p:txBody>
        </p:sp>
        <p:sp>
          <p:nvSpPr>
            <p:cNvPr id="6" name="Input-map-and-receptor">
              <a:extLst>
                <a:ext uri="{FF2B5EF4-FFF2-40B4-BE49-F238E27FC236}">
                  <a16:creationId xmlns:a16="http://schemas.microsoft.com/office/drawing/2014/main" id="{439E8E5F-BB6D-6EFB-10A9-A9313B60E99F}"/>
                </a:ext>
              </a:extLst>
            </p:cNvPr>
            <p:cNvSpPr/>
            <p:nvPr/>
          </p:nvSpPr>
          <p:spPr>
            <a:xfrm>
              <a:off x="469900" y="552450"/>
              <a:ext cx="1270000" cy="2771775"/>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Input-density" descr="Input-density">
              <a:extLst>
                <a:ext uri="{FF2B5EF4-FFF2-40B4-BE49-F238E27FC236}">
                  <a16:creationId xmlns:a16="http://schemas.microsoft.com/office/drawing/2014/main" id="{9F7CF356-3AAB-6250-00FB-B8A23FD5D26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47700" y="558800"/>
              <a:ext cx="914400" cy="1143000"/>
            </a:xfrm>
            <a:prstGeom prst="rect">
              <a:avLst/>
            </a:prstGeom>
          </p:spPr>
        </p:pic>
        <p:sp>
          <p:nvSpPr>
            <p:cNvPr id="8" name="label">
              <a:extLst>
                <a:ext uri="{FF2B5EF4-FFF2-40B4-BE49-F238E27FC236}">
                  <a16:creationId xmlns:a16="http://schemas.microsoft.com/office/drawing/2014/main" id="{5F736FBA-BD2D-C5BF-1BE9-2F69BE67CD7B}"/>
                </a:ext>
              </a:extLst>
            </p:cNvPr>
            <p:cNvSpPr txBox="1"/>
            <p:nvPr/>
          </p:nvSpPr>
          <p:spPr>
            <a:xfrm>
              <a:off x="495299" y="1714500"/>
              <a:ext cx="1219200" cy="203200"/>
            </a:xfrm>
            <a:prstGeom prst="rect">
              <a:avLst/>
            </a:prstGeom>
            <a:noFill/>
          </p:spPr>
          <p:txBody>
            <a:bodyPr vert="horz" wrap="none" lIns="0" tIns="0" rIns="0" bIns="0" rtlCol="0" anchor="ctr">
              <a:noAutofit/>
            </a:bodyPr>
            <a:lstStyle/>
            <a:p>
              <a:pPr algn="ctr"/>
              <a:r>
                <a:rPr lang="en-US" altLang="zh-CN" sz="1240" b="1">
                  <a:solidFill>
                    <a:srgbClr val="263442"/>
                  </a:solidFill>
                  <a:latin typeface="Arial" panose="020B0604020202020204" pitchFamily="34" charset="0"/>
                </a:rPr>
                <a:t>Cryo-EM map</a:t>
              </a:r>
              <a:endParaRPr lang="zh-CN" altLang="en-US" sz="1240" b="1">
                <a:solidFill>
                  <a:srgbClr val="263442"/>
                </a:solidFill>
                <a:latin typeface="Arial" panose="020B0604020202020204" pitchFamily="34" charset="0"/>
              </a:endParaRPr>
            </a:p>
          </p:txBody>
        </p:sp>
        <p:pic>
          <p:nvPicPr>
            <p:cNvPr id="9" name="Input-receptor" descr="Input-receptor">
              <a:extLst>
                <a:ext uri="{FF2B5EF4-FFF2-40B4-BE49-F238E27FC236}">
                  <a16:creationId xmlns:a16="http://schemas.microsoft.com/office/drawing/2014/main" id="{7DFD372A-FFB9-C494-5173-5C46FADD80F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47700" y="2108200"/>
              <a:ext cx="914400" cy="1143000"/>
            </a:xfrm>
            <a:prstGeom prst="rect">
              <a:avLst/>
            </a:prstGeom>
          </p:spPr>
        </p:pic>
        <p:sp>
          <p:nvSpPr>
            <p:cNvPr id="10" name="label">
              <a:extLst>
                <a:ext uri="{FF2B5EF4-FFF2-40B4-BE49-F238E27FC236}">
                  <a16:creationId xmlns:a16="http://schemas.microsoft.com/office/drawing/2014/main" id="{CB7AAADB-DE67-AEE7-8B8C-E9874E8A7CE8}"/>
                </a:ext>
              </a:extLst>
            </p:cNvPr>
            <p:cNvSpPr txBox="1"/>
            <p:nvPr/>
          </p:nvSpPr>
          <p:spPr>
            <a:xfrm>
              <a:off x="482599" y="3124200"/>
              <a:ext cx="1244600" cy="203200"/>
            </a:xfrm>
            <a:prstGeom prst="rect">
              <a:avLst/>
            </a:prstGeom>
            <a:noFill/>
          </p:spPr>
          <p:txBody>
            <a:bodyPr vert="horz" wrap="none" lIns="0" tIns="0" rIns="0" bIns="0" rtlCol="0" anchor="ctr">
              <a:noAutofit/>
            </a:bodyPr>
            <a:lstStyle/>
            <a:p>
              <a:pPr algn="ctr"/>
              <a:r>
                <a:rPr lang="en-US" altLang="zh-CN" sz="1070" b="1">
                  <a:solidFill>
                    <a:srgbClr val="263442"/>
                  </a:solidFill>
                  <a:latin typeface="Arial" panose="020B0604020202020204" pitchFamily="34" charset="0"/>
                </a:rPr>
                <a:t>Receptor structure</a:t>
              </a:r>
              <a:endParaRPr lang="zh-CN" altLang="en-US" sz="1070" b="1">
                <a:solidFill>
                  <a:srgbClr val="263442"/>
                </a:solidFill>
                <a:latin typeface="Arial" panose="020B0604020202020204" pitchFamily="34" charset="0"/>
              </a:endParaRPr>
            </a:p>
          </p:txBody>
        </p:sp>
        <p:cxnSp>
          <p:nvCxnSpPr>
            <p:cNvPr id="11" name="CryoAtom2-flow">
              <a:extLst>
                <a:ext uri="{FF2B5EF4-FFF2-40B4-BE49-F238E27FC236}">
                  <a16:creationId xmlns:a16="http://schemas.microsoft.com/office/drawing/2014/main" id="{ACB4A774-DDC0-1DB4-AC60-611674D27109}"/>
                </a:ext>
              </a:extLst>
            </p:cNvPr>
            <p:cNvCxnSpPr/>
            <p:nvPr/>
          </p:nvCxnSpPr>
          <p:spPr>
            <a:xfrm>
              <a:off x="1003300" y="1943100"/>
              <a:ext cx="0" cy="203200"/>
            </a:xfrm>
            <a:prstGeom prst="line">
              <a:avLst/>
            </a:prstGeom>
            <a:ln w="10160">
              <a:solidFill>
                <a:srgbClr val="667783"/>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AEF910E1-2029-C06A-7136-C5263ACEF139}"/>
                </a:ext>
              </a:extLst>
            </p:cNvPr>
            <p:cNvSpPr txBox="1"/>
            <p:nvPr/>
          </p:nvSpPr>
          <p:spPr>
            <a:xfrm>
              <a:off x="1041399" y="1943100"/>
              <a:ext cx="660400" cy="177800"/>
            </a:xfrm>
            <a:prstGeom prst="rect">
              <a:avLst/>
            </a:prstGeom>
            <a:noFill/>
          </p:spPr>
          <p:txBody>
            <a:bodyPr vert="horz" wrap="none" lIns="0" tIns="0" rIns="0" bIns="0" rtlCol="0" anchor="ctr">
              <a:noAutofit/>
            </a:bodyPr>
            <a:lstStyle/>
            <a:p>
              <a:r>
                <a:rPr lang="en-US" altLang="zh-CN" sz="1070">
                  <a:solidFill>
                    <a:srgbClr val="667783"/>
                  </a:solidFill>
                  <a:latin typeface="Arial" panose="020B0604020202020204" pitchFamily="34" charset="0"/>
                </a:rPr>
                <a:t>CryoAtom2</a:t>
              </a:r>
              <a:endParaRPr lang="zh-CN" altLang="en-US" sz="1070">
                <a:solidFill>
                  <a:srgbClr val="667783"/>
                </a:solidFill>
                <a:latin typeface="Arial" panose="020B0604020202020204" pitchFamily="34" charset="0"/>
              </a:endParaRPr>
            </a:p>
          </p:txBody>
        </p:sp>
        <p:sp>
          <p:nvSpPr>
            <p:cNvPr id="13" name="SMILES-frame">
              <a:extLst>
                <a:ext uri="{FF2B5EF4-FFF2-40B4-BE49-F238E27FC236}">
                  <a16:creationId xmlns:a16="http://schemas.microsoft.com/office/drawing/2014/main" id="{4E0099D3-319F-BD9E-13A7-25E498D80F88}"/>
                </a:ext>
              </a:extLst>
            </p:cNvPr>
            <p:cNvSpPr/>
            <p:nvPr/>
          </p:nvSpPr>
          <p:spPr>
            <a:xfrm>
              <a:off x="469900" y="3695700"/>
              <a:ext cx="4483100" cy="6985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label">
              <a:extLst>
                <a:ext uri="{FF2B5EF4-FFF2-40B4-BE49-F238E27FC236}">
                  <a16:creationId xmlns:a16="http://schemas.microsoft.com/office/drawing/2014/main" id="{46C8F4D0-A53D-1E31-2775-CD1D55A61506}"/>
                </a:ext>
              </a:extLst>
            </p:cNvPr>
            <p:cNvSpPr txBox="1"/>
            <p:nvPr/>
          </p:nvSpPr>
          <p:spPr>
            <a:xfrm>
              <a:off x="571499" y="3721100"/>
              <a:ext cx="914400" cy="190500"/>
            </a:xfrm>
            <a:prstGeom prst="rect">
              <a:avLst/>
            </a:prstGeom>
            <a:noFill/>
          </p:spPr>
          <p:txBody>
            <a:bodyPr vert="horz" wrap="none" lIns="0" tIns="0" rIns="0" bIns="0" rtlCol="0" anchor="ctr">
              <a:noAutofit/>
            </a:bodyPr>
            <a:lstStyle/>
            <a:p>
              <a:r>
                <a:rPr lang="en-US" altLang="zh-CN" sz="1150" b="1">
                  <a:solidFill>
                    <a:srgbClr val="263442"/>
                  </a:solidFill>
                  <a:latin typeface="Arial" panose="020B0604020202020204" pitchFamily="34" charset="0"/>
                </a:rPr>
                <a:t>SMILES</a:t>
              </a:r>
              <a:endParaRPr lang="zh-CN" altLang="en-US" sz="1150" b="1">
                <a:solidFill>
                  <a:srgbClr val="263442"/>
                </a:solidFill>
                <a:latin typeface="Arial" panose="020B0604020202020204" pitchFamily="34" charset="0"/>
              </a:endParaRPr>
            </a:p>
          </p:txBody>
        </p:sp>
        <p:cxnSp>
          <p:nvCxnSpPr>
            <p:cNvPr id="15" name="SMILES-key-BTN">
              <a:extLst>
                <a:ext uri="{FF2B5EF4-FFF2-40B4-BE49-F238E27FC236}">
                  <a16:creationId xmlns:a16="http://schemas.microsoft.com/office/drawing/2014/main" id="{5C8DB8E6-1788-BCE7-C7FB-E047D29B2BB9}"/>
                </a:ext>
              </a:extLst>
            </p:cNvPr>
            <p:cNvCxnSpPr/>
            <p:nvPr/>
          </p:nvCxnSpPr>
          <p:spPr>
            <a:xfrm>
              <a:off x="571500" y="3962400"/>
              <a:ext cx="1270000" cy="0"/>
            </a:xfrm>
            <a:prstGeom prst="line">
              <a:avLst/>
            </a:prstGeom>
            <a:ln w="12700">
              <a:solidFill>
                <a:srgbClr val="36986F"/>
              </a:solidFill>
            </a:ln>
          </p:spPr>
          <p:style>
            <a:lnRef idx="1">
              <a:schemeClr val="accent1"/>
            </a:lnRef>
            <a:fillRef idx="0">
              <a:schemeClr val="accent1"/>
            </a:fillRef>
            <a:effectRef idx="0">
              <a:schemeClr val="accent1"/>
            </a:effectRef>
            <a:fontRef idx="minor">
              <a:schemeClr val="tx1"/>
            </a:fontRef>
          </p:style>
        </p:cxnSp>
        <p:sp>
          <p:nvSpPr>
            <p:cNvPr id="16" name="SMILES-BTN">
              <a:extLst>
                <a:ext uri="{FF2B5EF4-FFF2-40B4-BE49-F238E27FC236}">
                  <a16:creationId xmlns:a16="http://schemas.microsoft.com/office/drawing/2014/main" id="{E2531172-D988-2F60-E736-57D435D26E8B}"/>
                </a:ext>
              </a:extLst>
            </p:cNvPr>
            <p:cNvSpPr txBox="1"/>
            <p:nvPr/>
          </p:nvSpPr>
          <p:spPr>
            <a:xfrm>
              <a:off x="571499" y="4000499"/>
              <a:ext cx="1346200" cy="304800"/>
            </a:xfrm>
            <a:prstGeom prst="rect">
              <a:avLst/>
            </a:prstGeom>
            <a:noFill/>
          </p:spPr>
          <p:txBody>
            <a:bodyPr vert="horz" wrap="none" lIns="0" tIns="0" rIns="0" bIns="0" rtlCol="0" anchor="ctr">
              <a:noAutofit/>
            </a:bodyPr>
            <a:lstStyle/>
            <a:p>
              <a:r>
                <a:rPr lang="en-US" altLang="zh-CN" sz="690">
                  <a:solidFill>
                    <a:srgbClr val="36986F"/>
                  </a:solidFill>
                  <a:latin typeface="Consolas" panose="020B0609020204030204" pitchFamily="49" charset="0"/>
                </a:rPr>
                <a:t>O=C(O)CCCC[C@@H]1SC[C@@H]</a:t>
              </a:r>
            </a:p>
            <a:p>
              <a:r>
                <a:rPr lang="en-US" altLang="zh-CN" sz="690">
                  <a:solidFill>
                    <a:srgbClr val="36986F"/>
                  </a:solidFill>
                  <a:latin typeface="Consolas" panose="020B0609020204030204" pitchFamily="49" charset="0"/>
                </a:rPr>
                <a:t>2NC(=O)N[C@@H]21</a:t>
              </a:r>
              <a:endParaRPr lang="zh-CN" altLang="en-US" sz="690">
                <a:solidFill>
                  <a:srgbClr val="36986F"/>
                </a:solidFill>
                <a:latin typeface="Consolas" panose="020B0609020204030204" pitchFamily="49" charset="0"/>
              </a:endParaRPr>
            </a:p>
          </p:txBody>
        </p:sp>
        <p:cxnSp>
          <p:nvCxnSpPr>
            <p:cNvPr id="17" name="SMILES-key-DTB">
              <a:extLst>
                <a:ext uri="{FF2B5EF4-FFF2-40B4-BE49-F238E27FC236}">
                  <a16:creationId xmlns:a16="http://schemas.microsoft.com/office/drawing/2014/main" id="{418161DD-2CD2-C274-B211-BFF9E0463E2D}"/>
                </a:ext>
              </a:extLst>
            </p:cNvPr>
            <p:cNvCxnSpPr/>
            <p:nvPr/>
          </p:nvCxnSpPr>
          <p:spPr>
            <a:xfrm>
              <a:off x="2019300" y="3962400"/>
              <a:ext cx="1270000" cy="0"/>
            </a:xfrm>
            <a:prstGeom prst="line">
              <a:avLst/>
            </a:prstGeom>
            <a:ln w="12700">
              <a:solidFill>
                <a:srgbClr val="C49B32"/>
              </a:solidFill>
            </a:ln>
          </p:spPr>
          <p:style>
            <a:lnRef idx="1">
              <a:schemeClr val="accent1"/>
            </a:lnRef>
            <a:fillRef idx="0">
              <a:schemeClr val="accent1"/>
            </a:fillRef>
            <a:effectRef idx="0">
              <a:schemeClr val="accent1"/>
            </a:effectRef>
            <a:fontRef idx="minor">
              <a:schemeClr val="tx1"/>
            </a:fontRef>
          </p:style>
        </p:cxnSp>
        <p:sp>
          <p:nvSpPr>
            <p:cNvPr id="18" name="SMILES-DTB">
              <a:extLst>
                <a:ext uri="{FF2B5EF4-FFF2-40B4-BE49-F238E27FC236}">
                  <a16:creationId xmlns:a16="http://schemas.microsoft.com/office/drawing/2014/main" id="{4AD3C59D-0FA2-9491-8271-18CCEDED9A15}"/>
                </a:ext>
              </a:extLst>
            </p:cNvPr>
            <p:cNvSpPr txBox="1"/>
            <p:nvPr/>
          </p:nvSpPr>
          <p:spPr>
            <a:xfrm>
              <a:off x="2019299" y="4000499"/>
              <a:ext cx="1346200" cy="304800"/>
            </a:xfrm>
            <a:prstGeom prst="rect">
              <a:avLst/>
            </a:prstGeom>
            <a:noFill/>
          </p:spPr>
          <p:txBody>
            <a:bodyPr vert="horz" wrap="none" lIns="0" tIns="0" rIns="0" bIns="0" rtlCol="0" anchor="ctr">
              <a:noAutofit/>
            </a:bodyPr>
            <a:lstStyle/>
            <a:p>
              <a:r>
                <a:rPr lang="en-US" altLang="zh-CN" sz="690">
                  <a:solidFill>
                    <a:srgbClr val="C49B32"/>
                  </a:solidFill>
                  <a:latin typeface="Consolas" panose="020B0609020204030204" pitchFamily="49" charset="0"/>
                </a:rPr>
                <a:t>C[C@@H]1NC(=O)N[C@@H]1CCC</a:t>
              </a:r>
            </a:p>
            <a:p>
              <a:r>
                <a:rPr lang="en-US" altLang="zh-CN" sz="690">
                  <a:solidFill>
                    <a:srgbClr val="C49B32"/>
                  </a:solidFill>
                  <a:latin typeface="Consolas" panose="020B0609020204030204" pitchFamily="49" charset="0"/>
                </a:rPr>
                <a:t>CCC(=O)O</a:t>
              </a:r>
              <a:endParaRPr lang="zh-CN" altLang="en-US" sz="690">
                <a:solidFill>
                  <a:srgbClr val="C49B32"/>
                </a:solidFill>
                <a:latin typeface="Consolas" panose="020B0609020204030204" pitchFamily="49" charset="0"/>
              </a:endParaRPr>
            </a:p>
          </p:txBody>
        </p:sp>
        <p:cxnSp>
          <p:nvCxnSpPr>
            <p:cNvPr id="19" name="SMILES-key-IMI">
              <a:extLst>
                <a:ext uri="{FF2B5EF4-FFF2-40B4-BE49-F238E27FC236}">
                  <a16:creationId xmlns:a16="http://schemas.microsoft.com/office/drawing/2014/main" id="{C76D4E4C-17EF-89A2-F858-867CC91A53F2}"/>
                </a:ext>
              </a:extLst>
            </p:cNvPr>
            <p:cNvCxnSpPr/>
            <p:nvPr/>
          </p:nvCxnSpPr>
          <p:spPr>
            <a:xfrm>
              <a:off x="3467100" y="3962400"/>
              <a:ext cx="1270000" cy="0"/>
            </a:xfrm>
            <a:prstGeom prst="line">
              <a:avLst/>
            </a:prstGeom>
            <a:ln w="12700">
              <a:solidFill>
                <a:srgbClr val="CB627F"/>
              </a:solidFill>
            </a:ln>
          </p:spPr>
          <p:style>
            <a:lnRef idx="1">
              <a:schemeClr val="accent1"/>
            </a:lnRef>
            <a:fillRef idx="0">
              <a:schemeClr val="accent1"/>
            </a:fillRef>
            <a:effectRef idx="0">
              <a:schemeClr val="accent1"/>
            </a:effectRef>
            <a:fontRef idx="minor">
              <a:schemeClr val="tx1"/>
            </a:fontRef>
          </p:style>
        </p:cxnSp>
        <p:sp>
          <p:nvSpPr>
            <p:cNvPr id="20" name="SMILES-IMI">
              <a:extLst>
                <a:ext uri="{FF2B5EF4-FFF2-40B4-BE49-F238E27FC236}">
                  <a16:creationId xmlns:a16="http://schemas.microsoft.com/office/drawing/2014/main" id="{1C2F3A55-8556-4A6B-0133-7BE8B787163C}"/>
                </a:ext>
              </a:extLst>
            </p:cNvPr>
            <p:cNvSpPr txBox="1"/>
            <p:nvPr/>
          </p:nvSpPr>
          <p:spPr>
            <a:xfrm>
              <a:off x="3467099" y="4000499"/>
              <a:ext cx="1346200" cy="304800"/>
            </a:xfrm>
            <a:prstGeom prst="rect">
              <a:avLst/>
            </a:prstGeom>
            <a:noFill/>
          </p:spPr>
          <p:txBody>
            <a:bodyPr vert="horz" wrap="none" lIns="0" tIns="0" rIns="0" bIns="0" rtlCol="0" anchor="ctr">
              <a:noAutofit/>
            </a:bodyPr>
            <a:lstStyle/>
            <a:p>
              <a:r>
                <a:rPr lang="en-US" altLang="zh-CN" sz="690">
                  <a:solidFill>
                    <a:srgbClr val="CB627F"/>
                  </a:solidFill>
                  <a:latin typeface="Consolas" panose="020B0609020204030204" pitchFamily="49" charset="0"/>
                </a:rPr>
                <a:t>N=C1N[C@H]2[C@H](CS[C@H]2</a:t>
              </a:r>
            </a:p>
            <a:p>
              <a:r>
                <a:rPr lang="en-US" altLang="zh-CN" sz="690">
                  <a:solidFill>
                    <a:srgbClr val="CB627F"/>
                  </a:solidFill>
                  <a:latin typeface="Consolas" panose="020B0609020204030204" pitchFamily="49" charset="0"/>
                </a:rPr>
                <a:t>CCCCC(=O)O)N1</a:t>
              </a:r>
              <a:endParaRPr lang="zh-CN" altLang="en-US" sz="690">
                <a:solidFill>
                  <a:srgbClr val="CB627F"/>
                </a:solidFill>
                <a:latin typeface="Consolas" panose="020B0609020204030204" pitchFamily="49" charset="0"/>
              </a:endParaRPr>
            </a:p>
          </p:txBody>
        </p:sp>
        <p:pic>
          <p:nvPicPr>
            <p:cNvPr id="21" name="Global-candidate-D55" descr="Global-candidate-D55">
              <a:extLst>
                <a:ext uri="{FF2B5EF4-FFF2-40B4-BE49-F238E27FC236}">
                  <a16:creationId xmlns:a16="http://schemas.microsoft.com/office/drawing/2014/main" id="{C11C391D-FC7E-CE65-255C-6CC3C602570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349500" y="685800"/>
              <a:ext cx="2255520" cy="2819400"/>
            </a:xfrm>
            <a:prstGeom prst="rect">
              <a:avLst/>
            </a:prstGeom>
          </p:spPr>
        </p:pic>
        <p:sp>
          <p:nvSpPr>
            <p:cNvPr id="22" name="Global-label-B1">
              <a:extLst>
                <a:ext uri="{FF2B5EF4-FFF2-40B4-BE49-F238E27FC236}">
                  <a16:creationId xmlns:a16="http://schemas.microsoft.com/office/drawing/2014/main" id="{7935EFA2-6776-076D-C2BE-810058CBAAFE}"/>
                </a:ext>
              </a:extLst>
            </p:cNvPr>
            <p:cNvSpPr txBox="1"/>
            <p:nvPr/>
          </p:nvSpPr>
          <p:spPr>
            <a:xfrm>
              <a:off x="4154423" y="1669123"/>
              <a:ext cx="266700" cy="165100"/>
            </a:xfrm>
            <a:prstGeom prst="rect">
              <a:avLst/>
            </a:prstGeom>
            <a:noFill/>
          </p:spPr>
          <p:txBody>
            <a:bodyPr vert="horz" wrap="none" lIns="0" tIns="0" rIns="0" bIns="0" rtlCol="0" anchor="ctr">
              <a:noAutofit/>
            </a:bodyPr>
            <a:lstStyle/>
            <a:p>
              <a:r>
                <a:rPr lang="en-US" altLang="zh-CN" sz="1050" b="1">
                  <a:solidFill>
                    <a:srgbClr val="24634E"/>
                  </a:solidFill>
                  <a:latin typeface="Arial" panose="020B0604020202020204" pitchFamily="34" charset="0"/>
                </a:rPr>
                <a:t>B1</a:t>
              </a:r>
              <a:endParaRPr lang="zh-CN" altLang="en-US" sz="1050" b="1">
                <a:solidFill>
                  <a:srgbClr val="24634E"/>
                </a:solidFill>
                <a:latin typeface="Arial" panose="020B0604020202020204" pitchFamily="34" charset="0"/>
              </a:endParaRPr>
            </a:p>
          </p:txBody>
        </p:sp>
        <p:sp>
          <p:nvSpPr>
            <p:cNvPr id="23" name="Global-label-B2">
              <a:extLst>
                <a:ext uri="{FF2B5EF4-FFF2-40B4-BE49-F238E27FC236}">
                  <a16:creationId xmlns:a16="http://schemas.microsoft.com/office/drawing/2014/main" id="{C45DCB1C-C052-3804-1966-777288F0397E}"/>
                </a:ext>
              </a:extLst>
            </p:cNvPr>
            <p:cNvSpPr txBox="1"/>
            <p:nvPr/>
          </p:nvSpPr>
          <p:spPr>
            <a:xfrm>
              <a:off x="2496768" y="2455307"/>
              <a:ext cx="266700" cy="165100"/>
            </a:xfrm>
            <a:prstGeom prst="rect">
              <a:avLst/>
            </a:prstGeom>
            <a:noFill/>
          </p:spPr>
          <p:txBody>
            <a:bodyPr vert="horz" wrap="none" lIns="0" tIns="0" rIns="0" bIns="0" rtlCol="0" anchor="ctr">
              <a:noAutofit/>
            </a:bodyPr>
            <a:lstStyle/>
            <a:p>
              <a:r>
                <a:rPr lang="en-US" altLang="zh-CN" sz="1050" b="1">
                  <a:solidFill>
                    <a:srgbClr val="24634E"/>
                  </a:solidFill>
                  <a:latin typeface="Arial" panose="020B0604020202020204" pitchFamily="34" charset="0"/>
                </a:rPr>
                <a:t>B2</a:t>
              </a:r>
              <a:endParaRPr lang="zh-CN" altLang="en-US" sz="1050" b="1">
                <a:solidFill>
                  <a:srgbClr val="24634E"/>
                </a:solidFill>
                <a:latin typeface="Arial" panose="020B0604020202020204" pitchFamily="34" charset="0"/>
              </a:endParaRPr>
            </a:p>
          </p:txBody>
        </p:sp>
        <p:sp>
          <p:nvSpPr>
            <p:cNvPr id="24" name="Global-label-B3">
              <a:extLst>
                <a:ext uri="{FF2B5EF4-FFF2-40B4-BE49-F238E27FC236}">
                  <a16:creationId xmlns:a16="http://schemas.microsoft.com/office/drawing/2014/main" id="{C6F9C139-F491-7F5E-44AA-7A41D9CF673E}"/>
                </a:ext>
              </a:extLst>
            </p:cNvPr>
            <p:cNvSpPr txBox="1"/>
            <p:nvPr/>
          </p:nvSpPr>
          <p:spPr>
            <a:xfrm>
              <a:off x="2267457" y="2067641"/>
              <a:ext cx="266700" cy="165100"/>
            </a:xfrm>
            <a:prstGeom prst="rect">
              <a:avLst/>
            </a:prstGeom>
            <a:noFill/>
          </p:spPr>
          <p:txBody>
            <a:bodyPr vert="horz" wrap="none" lIns="0" tIns="0" rIns="0" bIns="0" rtlCol="0" anchor="ctr">
              <a:noAutofit/>
            </a:bodyPr>
            <a:lstStyle/>
            <a:p>
              <a:r>
                <a:rPr lang="en-US" altLang="zh-CN" sz="1050" b="1">
                  <a:solidFill>
                    <a:srgbClr val="4E5964"/>
                  </a:solidFill>
                  <a:latin typeface="Arial" panose="020B0604020202020204" pitchFamily="34" charset="0"/>
                </a:rPr>
                <a:t>B3</a:t>
              </a:r>
              <a:endParaRPr lang="zh-CN" altLang="en-US" sz="1050" b="1">
                <a:solidFill>
                  <a:srgbClr val="4E5964"/>
                </a:solidFill>
                <a:latin typeface="Arial" panose="020B0604020202020204" pitchFamily="34" charset="0"/>
              </a:endParaRPr>
            </a:p>
          </p:txBody>
        </p:sp>
        <p:sp>
          <p:nvSpPr>
            <p:cNvPr id="25" name="Global-label-B4">
              <a:extLst>
                <a:ext uri="{FF2B5EF4-FFF2-40B4-BE49-F238E27FC236}">
                  <a16:creationId xmlns:a16="http://schemas.microsoft.com/office/drawing/2014/main" id="{71C64054-B2FC-9775-6F72-3FCE3143AB68}"/>
                </a:ext>
              </a:extLst>
            </p:cNvPr>
            <p:cNvSpPr txBox="1"/>
            <p:nvPr/>
          </p:nvSpPr>
          <p:spPr>
            <a:xfrm>
              <a:off x="4207052" y="2375677"/>
              <a:ext cx="266700" cy="165100"/>
            </a:xfrm>
            <a:prstGeom prst="rect">
              <a:avLst/>
            </a:prstGeom>
            <a:noFill/>
          </p:spPr>
          <p:txBody>
            <a:bodyPr vert="horz" wrap="none" lIns="0" tIns="0" rIns="0" bIns="0" rtlCol="0" anchor="ctr">
              <a:noAutofit/>
            </a:bodyPr>
            <a:lstStyle/>
            <a:p>
              <a:r>
                <a:rPr lang="en-US" altLang="zh-CN" sz="1050" b="1">
                  <a:solidFill>
                    <a:srgbClr val="896D1C"/>
                  </a:solidFill>
                  <a:latin typeface="Arial" panose="020B0604020202020204" pitchFamily="34" charset="0"/>
                </a:rPr>
                <a:t>B4</a:t>
              </a:r>
              <a:endParaRPr lang="zh-CN" altLang="en-US" sz="1050" b="1">
                <a:solidFill>
                  <a:srgbClr val="896D1C"/>
                </a:solidFill>
                <a:latin typeface="Arial" panose="020B0604020202020204" pitchFamily="34" charset="0"/>
              </a:endParaRPr>
            </a:p>
          </p:txBody>
        </p:sp>
        <p:sp>
          <p:nvSpPr>
            <p:cNvPr id="26" name="Global-label-B5">
              <a:extLst>
                <a:ext uri="{FF2B5EF4-FFF2-40B4-BE49-F238E27FC236}">
                  <a16:creationId xmlns:a16="http://schemas.microsoft.com/office/drawing/2014/main" id="{DD0F3D4A-6420-4AE1-A68C-0AF14CEF46C7}"/>
                </a:ext>
              </a:extLst>
            </p:cNvPr>
            <p:cNvSpPr txBox="1"/>
            <p:nvPr/>
          </p:nvSpPr>
          <p:spPr>
            <a:xfrm>
              <a:off x="2477972" y="1681202"/>
              <a:ext cx="266700" cy="165100"/>
            </a:xfrm>
            <a:prstGeom prst="rect">
              <a:avLst/>
            </a:prstGeom>
            <a:noFill/>
          </p:spPr>
          <p:txBody>
            <a:bodyPr vert="horz" wrap="none" lIns="0" tIns="0" rIns="0" bIns="0" rtlCol="0" anchor="ctr">
              <a:noAutofit/>
            </a:bodyPr>
            <a:lstStyle/>
            <a:p>
              <a:r>
                <a:rPr lang="en-US" altLang="zh-CN" sz="1050" b="1">
                  <a:solidFill>
                    <a:srgbClr val="9E3D5C"/>
                  </a:solidFill>
                  <a:latin typeface="Arial" panose="020B0604020202020204" pitchFamily="34" charset="0"/>
                </a:rPr>
                <a:t>B5</a:t>
              </a:r>
              <a:endParaRPr lang="zh-CN" altLang="en-US" sz="1050" b="1">
                <a:solidFill>
                  <a:srgbClr val="9E3D5C"/>
                </a:solidFill>
                <a:latin typeface="Arial" panose="020B0604020202020204" pitchFamily="34" charset="0"/>
              </a:endParaRPr>
            </a:p>
          </p:txBody>
        </p:sp>
        <p:sp>
          <p:nvSpPr>
            <p:cNvPr id="27" name="label">
              <a:extLst>
                <a:ext uri="{FF2B5EF4-FFF2-40B4-BE49-F238E27FC236}">
                  <a16:creationId xmlns:a16="http://schemas.microsoft.com/office/drawing/2014/main" id="{02A64CCE-AA64-8E8A-29BC-496E8618CF5A}"/>
                </a:ext>
              </a:extLst>
            </p:cNvPr>
            <p:cNvSpPr txBox="1"/>
            <p:nvPr/>
          </p:nvSpPr>
          <p:spPr>
            <a:xfrm>
              <a:off x="1841499" y="1714500"/>
              <a:ext cx="5461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Find</a:t>
              </a:r>
              <a:endParaRPr lang="zh-CN" altLang="en-US" sz="1450" b="1">
                <a:solidFill>
                  <a:srgbClr val="263442"/>
                </a:solidFill>
                <a:latin typeface="Arial" panose="020B0604020202020204" pitchFamily="34" charset="0"/>
              </a:endParaRPr>
            </a:p>
          </p:txBody>
        </p:sp>
        <p:cxnSp>
          <p:nvCxnSpPr>
            <p:cNvPr id="28" name="Find-arrow">
              <a:extLst>
                <a:ext uri="{FF2B5EF4-FFF2-40B4-BE49-F238E27FC236}">
                  <a16:creationId xmlns:a16="http://schemas.microsoft.com/office/drawing/2014/main" id="{C34D53E4-B0C6-7048-6EAB-D12CF3ECBE90}"/>
                </a:ext>
              </a:extLst>
            </p:cNvPr>
            <p:cNvCxnSpPr/>
            <p:nvPr/>
          </p:nvCxnSpPr>
          <p:spPr>
            <a:xfrm>
              <a:off x="1917700" y="2044700"/>
              <a:ext cx="3683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29" name="label">
              <a:extLst>
                <a:ext uri="{FF2B5EF4-FFF2-40B4-BE49-F238E27FC236}">
                  <a16:creationId xmlns:a16="http://schemas.microsoft.com/office/drawing/2014/main" id="{C9916742-3D76-E216-482C-3232735A7123}"/>
                </a:ext>
              </a:extLst>
            </p:cNvPr>
            <p:cNvSpPr txBox="1"/>
            <p:nvPr/>
          </p:nvSpPr>
          <p:spPr>
            <a:xfrm>
              <a:off x="4483099" y="1714500"/>
              <a:ext cx="5715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Match</a:t>
              </a:r>
              <a:endParaRPr lang="zh-CN" altLang="en-US" sz="1450" b="1">
                <a:solidFill>
                  <a:srgbClr val="263442"/>
                </a:solidFill>
                <a:latin typeface="Arial" panose="020B0604020202020204" pitchFamily="34" charset="0"/>
              </a:endParaRPr>
            </a:p>
          </p:txBody>
        </p:sp>
        <p:cxnSp>
          <p:nvCxnSpPr>
            <p:cNvPr id="30" name="Match-arrow">
              <a:extLst>
                <a:ext uri="{FF2B5EF4-FFF2-40B4-BE49-F238E27FC236}">
                  <a16:creationId xmlns:a16="http://schemas.microsoft.com/office/drawing/2014/main" id="{6FC4E0E0-8BF7-E3FB-E065-AA7703386401}"/>
                </a:ext>
              </a:extLst>
            </p:cNvPr>
            <p:cNvCxnSpPr/>
            <p:nvPr/>
          </p:nvCxnSpPr>
          <p:spPr>
            <a:xfrm>
              <a:off x="4559300" y="2044700"/>
              <a:ext cx="4318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31" name="label">
              <a:extLst>
                <a:ext uri="{FF2B5EF4-FFF2-40B4-BE49-F238E27FC236}">
                  <a16:creationId xmlns:a16="http://schemas.microsoft.com/office/drawing/2014/main" id="{4E9F2C12-2C29-43B2-01E1-3DBDEA9B59A5}"/>
                </a:ext>
              </a:extLst>
            </p:cNvPr>
            <p:cNvSpPr txBox="1"/>
            <p:nvPr/>
          </p:nvSpPr>
          <p:spPr>
            <a:xfrm>
              <a:off x="5206999" y="552450"/>
              <a:ext cx="8636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Blobs</a:t>
              </a:r>
              <a:endParaRPr lang="zh-CN" altLang="en-US" sz="1170">
                <a:solidFill>
                  <a:srgbClr val="667783"/>
                </a:solidFill>
                <a:latin typeface="Arial" panose="020B0604020202020204" pitchFamily="34" charset="0"/>
              </a:endParaRPr>
            </a:p>
          </p:txBody>
        </p:sp>
        <p:sp>
          <p:nvSpPr>
            <p:cNvPr id="32" name="label">
              <a:extLst>
                <a:ext uri="{FF2B5EF4-FFF2-40B4-BE49-F238E27FC236}">
                  <a16:creationId xmlns:a16="http://schemas.microsoft.com/office/drawing/2014/main" id="{3D0C33CD-628C-A365-AAB0-A901F015979E}"/>
                </a:ext>
              </a:extLst>
            </p:cNvPr>
            <p:cNvSpPr txBox="1"/>
            <p:nvPr/>
          </p:nvSpPr>
          <p:spPr>
            <a:xfrm>
              <a:off x="6667499" y="552450"/>
              <a:ext cx="14732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Ligand identities</a:t>
              </a:r>
              <a:endParaRPr lang="zh-CN" altLang="en-US" sz="1170">
                <a:solidFill>
                  <a:srgbClr val="667783"/>
                </a:solidFill>
                <a:latin typeface="Arial" panose="020B0604020202020204" pitchFamily="34" charset="0"/>
              </a:endParaRPr>
            </a:p>
          </p:txBody>
        </p:sp>
        <p:sp>
          <p:nvSpPr>
            <p:cNvPr id="33" name="Chemical-identities-only">
              <a:extLst>
                <a:ext uri="{FF2B5EF4-FFF2-40B4-BE49-F238E27FC236}">
                  <a16:creationId xmlns:a16="http://schemas.microsoft.com/office/drawing/2014/main" id="{017C09FC-0CCA-41E5-AA53-DDCAD7385E62}"/>
                </a:ext>
              </a:extLst>
            </p:cNvPr>
            <p:cNvSpPr/>
            <p:nvPr/>
          </p:nvSpPr>
          <p:spPr>
            <a:xfrm>
              <a:off x="6819900" y="800100"/>
              <a:ext cx="1295400" cy="30988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Match-label-B1">
              <a:extLst>
                <a:ext uri="{FF2B5EF4-FFF2-40B4-BE49-F238E27FC236}">
                  <a16:creationId xmlns:a16="http://schemas.microsoft.com/office/drawing/2014/main" id="{9A13C854-2956-9222-D4D4-524FAACAD5DB}"/>
                </a:ext>
              </a:extLst>
            </p:cNvPr>
            <p:cNvSpPr txBox="1"/>
            <p:nvPr/>
          </p:nvSpPr>
          <p:spPr>
            <a:xfrm>
              <a:off x="5232399" y="8636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B1</a:t>
              </a:r>
              <a:endParaRPr lang="zh-CN" altLang="en-US" sz="1130">
                <a:solidFill>
                  <a:srgbClr val="667783"/>
                </a:solidFill>
                <a:latin typeface="Arial" panose="020B0604020202020204" pitchFamily="34" charset="0"/>
              </a:endParaRPr>
            </a:p>
          </p:txBody>
        </p:sp>
        <p:pic>
          <p:nvPicPr>
            <p:cNvPr id="35" name="Match-blob-B1" descr="Match-blob-B1">
              <a:extLst>
                <a:ext uri="{FF2B5EF4-FFF2-40B4-BE49-F238E27FC236}">
                  <a16:creationId xmlns:a16="http://schemas.microsoft.com/office/drawing/2014/main" id="{621DD9CB-624D-AB94-29B7-B0DC1449391D}"/>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537200" y="848229"/>
              <a:ext cx="342900" cy="233941"/>
            </a:xfrm>
            <a:prstGeom prst="rect">
              <a:avLst/>
            </a:prstGeom>
          </p:spPr>
        </p:pic>
        <p:cxnSp>
          <p:nvCxnSpPr>
            <p:cNvPr id="36" name="Assignment-B1">
              <a:extLst>
                <a:ext uri="{FF2B5EF4-FFF2-40B4-BE49-F238E27FC236}">
                  <a16:creationId xmlns:a16="http://schemas.microsoft.com/office/drawing/2014/main" id="{9DF3E277-5A37-FCCA-107C-0A45487285A0}"/>
                </a:ext>
              </a:extLst>
            </p:cNvPr>
            <p:cNvCxnSpPr/>
            <p:nvPr/>
          </p:nvCxnSpPr>
          <p:spPr>
            <a:xfrm>
              <a:off x="5956300" y="965200"/>
              <a:ext cx="863600" cy="165100"/>
            </a:xfrm>
            <a:prstGeom prst="line">
              <a:avLst/>
            </a:prstGeom>
            <a:ln w="13335">
              <a:solidFill>
                <a:srgbClr val="36986F"/>
              </a:solidFill>
            </a:ln>
          </p:spPr>
          <p:style>
            <a:lnRef idx="1">
              <a:schemeClr val="accent1"/>
            </a:lnRef>
            <a:fillRef idx="0">
              <a:schemeClr val="accent1"/>
            </a:fillRef>
            <a:effectRef idx="0">
              <a:schemeClr val="accent1"/>
            </a:effectRef>
            <a:fontRef idx="minor">
              <a:schemeClr val="tx1"/>
            </a:fontRef>
          </p:style>
        </p:cxnSp>
        <p:sp>
          <p:nvSpPr>
            <p:cNvPr id="37" name="Match-label-B2">
              <a:extLst>
                <a:ext uri="{FF2B5EF4-FFF2-40B4-BE49-F238E27FC236}">
                  <a16:creationId xmlns:a16="http://schemas.microsoft.com/office/drawing/2014/main" id="{FC77D320-51E0-2CA6-CE29-2D61416AC5D5}"/>
                </a:ext>
              </a:extLst>
            </p:cNvPr>
            <p:cNvSpPr txBox="1"/>
            <p:nvPr/>
          </p:nvSpPr>
          <p:spPr>
            <a:xfrm>
              <a:off x="5232399" y="14097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B2</a:t>
              </a:r>
              <a:endParaRPr lang="zh-CN" altLang="en-US" sz="1130">
                <a:solidFill>
                  <a:srgbClr val="667783"/>
                </a:solidFill>
                <a:latin typeface="Arial" panose="020B0604020202020204" pitchFamily="34" charset="0"/>
              </a:endParaRPr>
            </a:p>
          </p:txBody>
        </p:sp>
        <p:pic>
          <p:nvPicPr>
            <p:cNvPr id="38" name="Match-blob-B2" descr="Match-blob-B2">
              <a:extLst>
                <a:ext uri="{FF2B5EF4-FFF2-40B4-BE49-F238E27FC236}">
                  <a16:creationId xmlns:a16="http://schemas.microsoft.com/office/drawing/2014/main" id="{35ED247F-FFC2-E630-50D4-7ADD2C690AF0}"/>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537200" y="1418091"/>
              <a:ext cx="342900" cy="186418"/>
            </a:xfrm>
            <a:prstGeom prst="rect">
              <a:avLst/>
            </a:prstGeom>
          </p:spPr>
        </p:pic>
        <p:cxnSp>
          <p:nvCxnSpPr>
            <p:cNvPr id="39" name="Assignment-B2">
              <a:extLst>
                <a:ext uri="{FF2B5EF4-FFF2-40B4-BE49-F238E27FC236}">
                  <a16:creationId xmlns:a16="http://schemas.microsoft.com/office/drawing/2014/main" id="{F1AAD705-04A6-51FB-B3EB-8A1B0D3AC230}"/>
                </a:ext>
              </a:extLst>
            </p:cNvPr>
            <p:cNvCxnSpPr/>
            <p:nvPr/>
          </p:nvCxnSpPr>
          <p:spPr>
            <a:xfrm flipV="1">
              <a:off x="5956300" y="1130300"/>
              <a:ext cx="863600" cy="381000"/>
            </a:xfrm>
            <a:prstGeom prst="line">
              <a:avLst/>
            </a:prstGeom>
            <a:ln w="13335">
              <a:solidFill>
                <a:srgbClr val="36986F"/>
              </a:solidFill>
            </a:ln>
          </p:spPr>
          <p:style>
            <a:lnRef idx="1">
              <a:schemeClr val="accent1"/>
            </a:lnRef>
            <a:fillRef idx="0">
              <a:schemeClr val="accent1"/>
            </a:fillRef>
            <a:effectRef idx="0">
              <a:schemeClr val="accent1"/>
            </a:effectRef>
            <a:fontRef idx="minor">
              <a:schemeClr val="tx1"/>
            </a:fontRef>
          </p:style>
        </p:cxnSp>
        <p:sp>
          <p:nvSpPr>
            <p:cNvPr id="40" name="Match-label-B3">
              <a:extLst>
                <a:ext uri="{FF2B5EF4-FFF2-40B4-BE49-F238E27FC236}">
                  <a16:creationId xmlns:a16="http://schemas.microsoft.com/office/drawing/2014/main" id="{2C21BB46-8D9F-07B8-5372-6B0BD9E8AEC0}"/>
                </a:ext>
              </a:extLst>
            </p:cNvPr>
            <p:cNvSpPr txBox="1"/>
            <p:nvPr/>
          </p:nvSpPr>
          <p:spPr>
            <a:xfrm>
              <a:off x="5232399" y="19558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B3</a:t>
              </a:r>
              <a:endParaRPr lang="zh-CN" altLang="en-US" sz="1130">
                <a:solidFill>
                  <a:srgbClr val="667783"/>
                </a:solidFill>
                <a:latin typeface="Arial" panose="020B0604020202020204" pitchFamily="34" charset="0"/>
              </a:endParaRPr>
            </a:p>
          </p:txBody>
        </p:sp>
        <p:pic>
          <p:nvPicPr>
            <p:cNvPr id="41" name="Match-blob-B3" descr="Match-blob-B3">
              <a:extLst>
                <a:ext uri="{FF2B5EF4-FFF2-40B4-BE49-F238E27FC236}">
                  <a16:creationId xmlns:a16="http://schemas.microsoft.com/office/drawing/2014/main" id="{7BE39395-9A95-F064-B8BC-3F96B912FFEA}"/>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537200" y="1928813"/>
              <a:ext cx="342900" cy="257175"/>
            </a:xfrm>
            <a:prstGeom prst="rect">
              <a:avLst/>
            </a:prstGeom>
          </p:spPr>
        </p:pic>
        <p:cxnSp>
          <p:nvCxnSpPr>
            <p:cNvPr id="42" name="Assignment-B3">
              <a:extLst>
                <a:ext uri="{FF2B5EF4-FFF2-40B4-BE49-F238E27FC236}">
                  <a16:creationId xmlns:a16="http://schemas.microsoft.com/office/drawing/2014/main" id="{4C7E85FB-4CB9-F04C-DAC7-442BB301D422}"/>
                </a:ext>
              </a:extLst>
            </p:cNvPr>
            <p:cNvCxnSpPr/>
            <p:nvPr/>
          </p:nvCxnSpPr>
          <p:spPr>
            <a:xfrm>
              <a:off x="5956300" y="2057400"/>
              <a:ext cx="139700" cy="0"/>
            </a:xfrm>
            <a:prstGeom prst="line">
              <a:avLst/>
            </a:prstGeom>
            <a:ln w="13335">
              <a:solidFill>
                <a:srgbClr val="667783"/>
              </a:solidFill>
            </a:ln>
          </p:spPr>
          <p:style>
            <a:lnRef idx="1">
              <a:schemeClr val="accent1"/>
            </a:lnRef>
            <a:fillRef idx="0">
              <a:schemeClr val="accent1"/>
            </a:fillRef>
            <a:effectRef idx="0">
              <a:schemeClr val="accent1"/>
            </a:effectRef>
            <a:fontRef idx="minor">
              <a:schemeClr val="tx1"/>
            </a:fontRef>
          </p:style>
        </p:cxnSp>
        <p:sp>
          <p:nvSpPr>
            <p:cNvPr id="43" name="Match-label-B4">
              <a:extLst>
                <a:ext uri="{FF2B5EF4-FFF2-40B4-BE49-F238E27FC236}">
                  <a16:creationId xmlns:a16="http://schemas.microsoft.com/office/drawing/2014/main" id="{D17579E7-C02C-44AE-46FE-B3C3C0292B87}"/>
                </a:ext>
              </a:extLst>
            </p:cNvPr>
            <p:cNvSpPr txBox="1"/>
            <p:nvPr/>
          </p:nvSpPr>
          <p:spPr>
            <a:xfrm>
              <a:off x="5232399" y="25019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B4</a:t>
              </a:r>
              <a:endParaRPr lang="zh-CN" altLang="en-US" sz="1130">
                <a:solidFill>
                  <a:srgbClr val="667783"/>
                </a:solidFill>
                <a:latin typeface="Arial" panose="020B0604020202020204" pitchFamily="34" charset="0"/>
              </a:endParaRPr>
            </a:p>
          </p:txBody>
        </p:sp>
        <p:pic>
          <p:nvPicPr>
            <p:cNvPr id="44" name="Match-blob-B4" descr="Match-blob-B4">
              <a:extLst>
                <a:ext uri="{FF2B5EF4-FFF2-40B4-BE49-F238E27FC236}">
                  <a16:creationId xmlns:a16="http://schemas.microsoft.com/office/drawing/2014/main" id="{6AABEADE-F01B-F715-C193-02EE16FCF3D9}"/>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5537200" y="2509920"/>
              <a:ext cx="342900" cy="187161"/>
            </a:xfrm>
            <a:prstGeom prst="rect">
              <a:avLst/>
            </a:prstGeom>
          </p:spPr>
        </p:pic>
        <p:cxnSp>
          <p:nvCxnSpPr>
            <p:cNvPr id="45" name="Assignment-B4">
              <a:extLst>
                <a:ext uri="{FF2B5EF4-FFF2-40B4-BE49-F238E27FC236}">
                  <a16:creationId xmlns:a16="http://schemas.microsoft.com/office/drawing/2014/main" id="{BD012DC7-0A27-7750-ABFD-436F4C5F4DE9}"/>
                </a:ext>
              </a:extLst>
            </p:cNvPr>
            <p:cNvCxnSpPr/>
            <p:nvPr/>
          </p:nvCxnSpPr>
          <p:spPr>
            <a:xfrm flipV="1">
              <a:off x="5956300" y="2336800"/>
              <a:ext cx="863600" cy="266700"/>
            </a:xfrm>
            <a:prstGeom prst="line">
              <a:avLst/>
            </a:prstGeom>
            <a:ln w="13335">
              <a:solidFill>
                <a:srgbClr val="C49B32"/>
              </a:solidFill>
            </a:ln>
          </p:spPr>
          <p:style>
            <a:lnRef idx="1">
              <a:schemeClr val="accent1"/>
            </a:lnRef>
            <a:fillRef idx="0">
              <a:schemeClr val="accent1"/>
            </a:fillRef>
            <a:effectRef idx="0">
              <a:schemeClr val="accent1"/>
            </a:effectRef>
            <a:fontRef idx="minor">
              <a:schemeClr val="tx1"/>
            </a:fontRef>
          </p:style>
        </p:cxnSp>
        <p:sp>
          <p:nvSpPr>
            <p:cNvPr id="46" name="Match-label-B5">
              <a:extLst>
                <a:ext uri="{FF2B5EF4-FFF2-40B4-BE49-F238E27FC236}">
                  <a16:creationId xmlns:a16="http://schemas.microsoft.com/office/drawing/2014/main" id="{9F08E5BB-21B8-02E7-A4E4-ADA9F1A93BD1}"/>
                </a:ext>
              </a:extLst>
            </p:cNvPr>
            <p:cNvSpPr txBox="1"/>
            <p:nvPr/>
          </p:nvSpPr>
          <p:spPr>
            <a:xfrm>
              <a:off x="5232399" y="30480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B5</a:t>
              </a:r>
              <a:endParaRPr lang="zh-CN" altLang="en-US" sz="1130">
                <a:solidFill>
                  <a:srgbClr val="667783"/>
                </a:solidFill>
                <a:latin typeface="Arial" panose="020B0604020202020204" pitchFamily="34" charset="0"/>
              </a:endParaRPr>
            </a:p>
          </p:txBody>
        </p:sp>
        <p:pic>
          <p:nvPicPr>
            <p:cNvPr id="47" name="Match-blob-B5" descr="Match-blob-B5">
              <a:extLst>
                <a:ext uri="{FF2B5EF4-FFF2-40B4-BE49-F238E27FC236}">
                  <a16:creationId xmlns:a16="http://schemas.microsoft.com/office/drawing/2014/main" id="{F9714618-50FC-AEDF-C5EF-FAC029FC660A}"/>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5537200" y="3047802"/>
              <a:ext cx="342900" cy="203597"/>
            </a:xfrm>
            <a:prstGeom prst="rect">
              <a:avLst/>
            </a:prstGeom>
          </p:spPr>
        </p:pic>
        <p:cxnSp>
          <p:nvCxnSpPr>
            <p:cNvPr id="48" name="Assignment-B5">
              <a:extLst>
                <a:ext uri="{FF2B5EF4-FFF2-40B4-BE49-F238E27FC236}">
                  <a16:creationId xmlns:a16="http://schemas.microsoft.com/office/drawing/2014/main" id="{DB290FA4-DF45-0DFB-E3EB-060FA82E6101}"/>
                </a:ext>
              </a:extLst>
            </p:cNvPr>
            <p:cNvCxnSpPr/>
            <p:nvPr/>
          </p:nvCxnSpPr>
          <p:spPr>
            <a:xfrm>
              <a:off x="5956300" y="3149600"/>
              <a:ext cx="863600" cy="393700"/>
            </a:xfrm>
            <a:prstGeom prst="line">
              <a:avLst/>
            </a:prstGeom>
            <a:ln w="13335">
              <a:solidFill>
                <a:srgbClr val="CB627F"/>
              </a:solidFill>
            </a:ln>
          </p:spPr>
          <p:style>
            <a:lnRef idx="1">
              <a:schemeClr val="accent1"/>
            </a:lnRef>
            <a:fillRef idx="0">
              <a:schemeClr val="accent1"/>
            </a:fillRef>
            <a:effectRef idx="0">
              <a:schemeClr val="accent1"/>
            </a:effectRef>
            <a:fontRef idx="minor">
              <a:schemeClr val="tx1"/>
            </a:fontRef>
          </p:style>
        </p:cxnSp>
        <p:pic>
          <p:nvPicPr>
            <p:cNvPr id="49" name="RDKit-identity-BTN" descr="RDKit-identity-BTN">
              <a:extLst>
                <a:ext uri="{FF2B5EF4-FFF2-40B4-BE49-F238E27FC236}">
                  <a16:creationId xmlns:a16="http://schemas.microsoft.com/office/drawing/2014/main" id="{26C594AA-3607-5866-CA76-A6A9AB85B662}"/>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7061463" y="800100"/>
              <a:ext cx="812275" cy="660400"/>
            </a:xfrm>
            <a:prstGeom prst="rect">
              <a:avLst/>
            </a:prstGeom>
          </p:spPr>
        </p:pic>
        <p:pic>
          <p:nvPicPr>
            <p:cNvPr id="50" name="RDKit-identity-DTB" descr="RDKit-identity-DTB">
              <a:extLst>
                <a:ext uri="{FF2B5EF4-FFF2-40B4-BE49-F238E27FC236}">
                  <a16:creationId xmlns:a16="http://schemas.microsoft.com/office/drawing/2014/main" id="{69C92691-D0D2-A2AE-D6BF-3838BA2FB8B0}"/>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7050074" y="2006600"/>
              <a:ext cx="835051" cy="660400"/>
            </a:xfrm>
            <a:prstGeom prst="rect">
              <a:avLst/>
            </a:prstGeom>
          </p:spPr>
        </p:pic>
        <p:pic>
          <p:nvPicPr>
            <p:cNvPr id="51" name="RDKit-identity-IMI" descr="RDKit-identity-IMI">
              <a:extLst>
                <a:ext uri="{FF2B5EF4-FFF2-40B4-BE49-F238E27FC236}">
                  <a16:creationId xmlns:a16="http://schemas.microsoft.com/office/drawing/2014/main" id="{ED58F171-E070-51C8-9D4C-AB3544B1CF1E}"/>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7027624" y="3213100"/>
              <a:ext cx="879952" cy="660400"/>
            </a:xfrm>
            <a:prstGeom prst="rect">
              <a:avLst/>
            </a:prstGeom>
          </p:spPr>
        </p:pic>
        <p:sp>
          <p:nvSpPr>
            <p:cNvPr id="52" name="label">
              <a:extLst>
                <a:ext uri="{FF2B5EF4-FFF2-40B4-BE49-F238E27FC236}">
                  <a16:creationId xmlns:a16="http://schemas.microsoft.com/office/drawing/2014/main" id="{A6A651ED-519F-4B6B-CB7E-DFF3B90C6D53}"/>
                </a:ext>
              </a:extLst>
            </p:cNvPr>
            <p:cNvSpPr txBox="1"/>
            <p:nvPr/>
          </p:nvSpPr>
          <p:spPr>
            <a:xfrm>
              <a:off x="6083299" y="1955800"/>
              <a:ext cx="736600" cy="203200"/>
            </a:xfrm>
            <a:prstGeom prst="rect">
              <a:avLst/>
            </a:prstGeom>
            <a:noFill/>
          </p:spPr>
          <p:txBody>
            <a:bodyPr vert="horz" wrap="none" lIns="0" tIns="0" rIns="0" bIns="0" rtlCol="0" anchor="ctr">
              <a:noAutofit/>
            </a:bodyPr>
            <a:lstStyle/>
            <a:p>
              <a:r>
                <a:rPr lang="en-US" altLang="zh-CN" sz="1110">
                  <a:solidFill>
                    <a:srgbClr val="263442"/>
                  </a:solidFill>
                  <a:latin typeface="Arial" panose="020B0604020202020204" pitchFamily="34" charset="0"/>
                </a:rPr>
                <a:t>∅ Reject</a:t>
              </a:r>
              <a:endParaRPr lang="zh-CN" altLang="en-US" sz="1110">
                <a:solidFill>
                  <a:srgbClr val="263442"/>
                </a:solidFill>
                <a:latin typeface="Arial" panose="020B0604020202020204" pitchFamily="34" charset="0"/>
              </a:endParaRPr>
            </a:p>
          </p:txBody>
        </p:sp>
        <p:sp>
          <p:nvSpPr>
            <p:cNvPr id="53" name="label">
              <a:extLst>
                <a:ext uri="{FF2B5EF4-FFF2-40B4-BE49-F238E27FC236}">
                  <a16:creationId xmlns:a16="http://schemas.microsoft.com/office/drawing/2014/main" id="{3B7F4DA4-C542-07EF-3340-55F0DCA3CCD5}"/>
                </a:ext>
              </a:extLst>
            </p:cNvPr>
            <p:cNvSpPr txBox="1"/>
            <p:nvPr/>
          </p:nvSpPr>
          <p:spPr>
            <a:xfrm>
              <a:off x="6045199" y="2197100"/>
              <a:ext cx="774700" cy="152400"/>
            </a:xfrm>
            <a:prstGeom prst="rect">
              <a:avLst/>
            </a:prstGeom>
            <a:noFill/>
          </p:spPr>
          <p:txBody>
            <a:bodyPr vert="horz" wrap="none" lIns="0" tIns="0" rIns="0" bIns="0" rtlCol="0" anchor="ctr">
              <a:noAutofit/>
            </a:bodyPr>
            <a:lstStyle/>
            <a:p>
              <a:r>
                <a:rPr lang="en-US" altLang="zh-CN" sz="780">
                  <a:solidFill>
                    <a:srgbClr val="667783"/>
                  </a:solidFill>
                  <a:latin typeface="Arial" panose="020B0604020202020204" pitchFamily="34" charset="0"/>
                </a:rPr>
                <a:t>False positive</a:t>
              </a:r>
              <a:endParaRPr lang="zh-CN" altLang="en-US" sz="780">
                <a:solidFill>
                  <a:srgbClr val="667783"/>
                </a:solidFill>
                <a:latin typeface="Arial" panose="020B0604020202020204" pitchFamily="34" charset="0"/>
              </a:endParaRPr>
            </a:p>
          </p:txBody>
        </p:sp>
        <p:cxnSp>
          <p:nvCxnSpPr>
            <p:cNvPr id="54" name="SMILES-route-horizontal">
              <a:extLst>
                <a:ext uri="{FF2B5EF4-FFF2-40B4-BE49-F238E27FC236}">
                  <a16:creationId xmlns:a16="http://schemas.microsoft.com/office/drawing/2014/main" id="{E01FBA2C-17E6-23DB-9105-EAC0302D6FB8}"/>
                </a:ext>
              </a:extLst>
            </p:cNvPr>
            <p:cNvCxnSpPr/>
            <p:nvPr/>
          </p:nvCxnSpPr>
          <p:spPr>
            <a:xfrm>
              <a:off x="4965700" y="4127500"/>
              <a:ext cx="2755900" cy="0"/>
            </a:xfrm>
            <a:prstGeom prst="line">
              <a:avLst/>
            </a:prstGeom>
            <a:ln w="10795">
              <a:solidFill>
                <a:srgbClr val="667783"/>
              </a:solidFill>
            </a:ln>
          </p:spPr>
          <p:style>
            <a:lnRef idx="1">
              <a:schemeClr val="accent1"/>
            </a:lnRef>
            <a:fillRef idx="0">
              <a:schemeClr val="accent1"/>
            </a:fillRef>
            <a:effectRef idx="0">
              <a:schemeClr val="accent1"/>
            </a:effectRef>
            <a:fontRef idx="minor">
              <a:schemeClr val="tx1"/>
            </a:fontRef>
          </p:style>
        </p:cxnSp>
        <p:cxnSp>
          <p:nvCxnSpPr>
            <p:cNvPr id="55" name="SMILES-route-entry">
              <a:extLst>
                <a:ext uri="{FF2B5EF4-FFF2-40B4-BE49-F238E27FC236}">
                  <a16:creationId xmlns:a16="http://schemas.microsoft.com/office/drawing/2014/main" id="{E216B110-1AB8-3B7E-90D1-8247C39F7845}"/>
                </a:ext>
              </a:extLst>
            </p:cNvPr>
            <p:cNvCxnSpPr/>
            <p:nvPr/>
          </p:nvCxnSpPr>
          <p:spPr>
            <a:xfrm flipV="1">
              <a:off x="7721600" y="3898900"/>
              <a:ext cx="0" cy="228600"/>
            </a:xfrm>
            <a:prstGeom prst="line">
              <a:avLst/>
            </a:prstGeom>
            <a:ln w="10795">
              <a:solidFill>
                <a:srgbClr val="667783"/>
              </a:solidFill>
              <a:tailEnd type="arrow"/>
            </a:ln>
          </p:spPr>
          <p:style>
            <a:lnRef idx="1">
              <a:schemeClr val="accent1"/>
            </a:lnRef>
            <a:fillRef idx="0">
              <a:schemeClr val="accent1"/>
            </a:fillRef>
            <a:effectRef idx="0">
              <a:schemeClr val="accent1"/>
            </a:effectRef>
            <a:fontRef idx="minor">
              <a:schemeClr val="tx1"/>
            </a:fontRef>
          </p:style>
        </p:cxnSp>
        <p:sp>
          <p:nvSpPr>
            <p:cNvPr id="56" name="RDKit-label">
              <a:extLst>
                <a:ext uri="{FF2B5EF4-FFF2-40B4-BE49-F238E27FC236}">
                  <a16:creationId xmlns:a16="http://schemas.microsoft.com/office/drawing/2014/main" id="{54779AE4-6E1F-3147-15A5-02F049580CA6}"/>
                </a:ext>
              </a:extLst>
            </p:cNvPr>
            <p:cNvSpPr txBox="1"/>
            <p:nvPr/>
          </p:nvSpPr>
          <p:spPr>
            <a:xfrm>
              <a:off x="5943599" y="3886200"/>
              <a:ext cx="711200" cy="203200"/>
            </a:xfrm>
            <a:prstGeom prst="rect">
              <a:avLst/>
            </a:prstGeom>
            <a:noFill/>
          </p:spPr>
          <p:txBody>
            <a:bodyPr vert="horz" wrap="none" lIns="0" tIns="0" rIns="0" bIns="0" rtlCol="0" anchor="ctr">
              <a:noAutofit/>
            </a:bodyPr>
            <a:lstStyle/>
            <a:p>
              <a:pPr algn="ctr"/>
              <a:r>
                <a:rPr lang="en-US" altLang="zh-CN" sz="1100">
                  <a:solidFill>
                    <a:srgbClr val="667783"/>
                  </a:solidFill>
                  <a:latin typeface="Arial" panose="020B0604020202020204" pitchFamily="34" charset="0"/>
                </a:rPr>
                <a:t>RDKit</a:t>
              </a:r>
              <a:endParaRPr lang="zh-CN" altLang="en-US" sz="1100">
                <a:solidFill>
                  <a:srgbClr val="667783"/>
                </a:solidFill>
                <a:latin typeface="Arial" panose="020B0604020202020204" pitchFamily="34" charset="0"/>
              </a:endParaRPr>
            </a:p>
          </p:txBody>
        </p:sp>
        <p:sp>
          <p:nvSpPr>
            <p:cNvPr id="57" name="组合坐标框">
              <a:extLst>
                <a:ext uri="{FF2B5EF4-FFF2-40B4-BE49-F238E27FC236}">
                  <a16:creationId xmlns:a16="http://schemas.microsoft.com/office/drawing/2014/main" id="{3986EB11-7A4F-9E5F-12DE-FC5EEDFC88BF}"/>
                </a:ext>
              </a:extLst>
            </p:cNvPr>
            <p:cNvSpPr/>
            <p:nvPr/>
          </p:nvSpPr>
          <p:spPr>
            <a:xfrm>
              <a:off x="0" y="0"/>
              <a:ext cx="821690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0474301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name="right-D55">
    <p:spTree>
      <p:nvGrpSpPr>
        <p:cNvPr id="1" name=""/>
        <p:cNvGrpSpPr/>
        <p:nvPr/>
      </p:nvGrpSpPr>
      <p:grpSpPr>
        <a:xfrm>
          <a:off x="0" y="0"/>
          <a:ext cx="0" cy="0"/>
          <a:chOff x="0" y="0"/>
          <a:chExt cx="0" cy="0"/>
        </a:xfrm>
      </p:grpSpPr>
      <p:grpSp>
        <p:nvGrpSpPr>
          <p:cNvPr id="2" name="Build及输出-D55">
            <a:extLst>
              <a:ext uri="{FF2B5EF4-FFF2-40B4-BE49-F238E27FC236}">
                <a16:creationId xmlns:a16="http://schemas.microsoft.com/office/drawing/2014/main" id="{91F42127-B557-DCAE-54F0-5ED1701B6074}"/>
              </a:ext>
            </a:extLst>
          </p:cNvPr>
          <p:cNvGrpSpPr/>
          <p:nvPr/>
        </p:nvGrpSpPr>
        <p:grpSpPr>
          <a:xfrm>
            <a:off x="8216900" y="0"/>
            <a:ext cx="3689350" cy="4572000"/>
            <a:chOff x="8216900" y="0"/>
            <a:chExt cx="3689350" cy="4572000"/>
          </a:xfrm>
        </p:grpSpPr>
        <p:sp>
          <p:nvSpPr>
            <p:cNvPr id="3" name="label">
              <a:extLst>
                <a:ext uri="{FF2B5EF4-FFF2-40B4-BE49-F238E27FC236}">
                  <a16:creationId xmlns:a16="http://schemas.microsoft.com/office/drawing/2014/main" id="{082D0539-FDD9-291F-BB39-3B5520D6A227}"/>
                </a:ext>
              </a:extLst>
            </p:cNvPr>
            <p:cNvSpPr txBox="1"/>
            <p:nvPr/>
          </p:nvSpPr>
          <p:spPr>
            <a:xfrm>
              <a:off x="8623300" y="161924"/>
              <a:ext cx="30575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Ligand poses</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4BCC2DB1-1702-8378-F747-FDBD919112C6}"/>
                </a:ext>
              </a:extLst>
            </p:cNvPr>
            <p:cNvSpPr txBox="1"/>
            <p:nvPr/>
          </p:nvSpPr>
          <p:spPr>
            <a:xfrm>
              <a:off x="8229599" y="1971675"/>
              <a:ext cx="78105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Build</a:t>
              </a:r>
              <a:endParaRPr lang="zh-CN" altLang="en-US" sz="1450" b="1">
                <a:solidFill>
                  <a:srgbClr val="263442"/>
                </a:solidFill>
                <a:latin typeface="Arial" panose="020B0604020202020204" pitchFamily="34" charset="0"/>
              </a:endParaRPr>
            </a:p>
          </p:txBody>
        </p:sp>
        <p:cxnSp>
          <p:nvCxnSpPr>
            <p:cNvPr id="5" name="Build-arrow">
              <a:extLst>
                <a:ext uri="{FF2B5EF4-FFF2-40B4-BE49-F238E27FC236}">
                  <a16:creationId xmlns:a16="http://schemas.microsoft.com/office/drawing/2014/main" id="{1C9AD8E7-38F2-2BB5-BF55-F0AC1803FFD9}"/>
                </a:ext>
              </a:extLst>
            </p:cNvPr>
            <p:cNvCxnSpPr/>
            <p:nvPr/>
          </p:nvCxnSpPr>
          <p:spPr>
            <a:xfrm>
              <a:off x="8235950" y="2315210"/>
              <a:ext cx="781050" cy="0"/>
            </a:xfrm>
            <a:prstGeom prst="line">
              <a:avLst/>
            </a:prstGeom>
            <a:ln w="27940">
              <a:solidFill>
                <a:srgbClr val="263442"/>
              </a:solidFill>
              <a:tailEnd type="arrow"/>
            </a:ln>
          </p:spPr>
          <p:style>
            <a:lnRef idx="1">
              <a:schemeClr val="accent1"/>
            </a:lnRef>
            <a:fillRef idx="0">
              <a:schemeClr val="accent1"/>
            </a:fillRef>
            <a:effectRef idx="0">
              <a:schemeClr val="accent1"/>
            </a:effectRef>
            <a:fontRef idx="minor">
              <a:schemeClr val="tx1"/>
            </a:fontRef>
          </p:style>
        </p:cxnSp>
        <p:pic>
          <p:nvPicPr>
            <p:cNvPr id="6" name="Global-poses-D55" descr="Global-poses-D55">
              <a:extLst>
                <a:ext uri="{FF2B5EF4-FFF2-40B4-BE49-F238E27FC236}">
                  <a16:creationId xmlns:a16="http://schemas.microsoft.com/office/drawing/2014/main" id="{96798CE7-CD01-C269-04AC-A5604ED2034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31300" y="685800"/>
              <a:ext cx="2255520" cy="2819400"/>
            </a:xfrm>
            <a:prstGeom prst="rect">
              <a:avLst/>
            </a:prstGeom>
          </p:spPr>
        </p:pic>
        <p:sp>
          <p:nvSpPr>
            <p:cNvPr id="7" name="Legend-Density">
              <a:extLst>
                <a:ext uri="{FF2B5EF4-FFF2-40B4-BE49-F238E27FC236}">
                  <a16:creationId xmlns:a16="http://schemas.microsoft.com/office/drawing/2014/main" id="{2C435BF4-D3E3-0A24-8CEA-6B77F3A4671C}"/>
                </a:ext>
              </a:extLst>
            </p:cNvPr>
            <p:cNvSpPr/>
            <p:nvPr/>
          </p:nvSpPr>
          <p:spPr>
            <a:xfrm>
              <a:off x="9144000" y="3733800"/>
              <a:ext cx="88900" cy="88900"/>
            </a:xfrm>
            <a:prstGeom prst="rect">
              <a:avLst/>
            </a:prstGeom>
            <a:solidFill>
              <a:srgbClr val="E2E7EB"/>
            </a:solidFill>
            <a:ln w="6350">
              <a:solidFill>
                <a:srgbClr val="A7B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abel">
              <a:extLst>
                <a:ext uri="{FF2B5EF4-FFF2-40B4-BE49-F238E27FC236}">
                  <a16:creationId xmlns:a16="http://schemas.microsoft.com/office/drawing/2014/main" id="{1EBA38D5-845C-D001-54D4-28BF3E6393DD}"/>
                </a:ext>
              </a:extLst>
            </p:cNvPr>
            <p:cNvSpPr txBox="1"/>
            <p:nvPr/>
          </p:nvSpPr>
          <p:spPr>
            <a:xfrm>
              <a:off x="9270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Density</a:t>
              </a:r>
              <a:endParaRPr lang="zh-CN" altLang="en-US" sz="1030">
                <a:solidFill>
                  <a:srgbClr val="667783"/>
                </a:solidFill>
                <a:latin typeface="Arial" panose="020B0604020202020204" pitchFamily="34" charset="0"/>
              </a:endParaRPr>
            </a:p>
          </p:txBody>
        </p:sp>
        <p:cxnSp>
          <p:nvCxnSpPr>
            <p:cNvPr id="9" name="Legend-Receptor">
              <a:extLst>
                <a:ext uri="{FF2B5EF4-FFF2-40B4-BE49-F238E27FC236}">
                  <a16:creationId xmlns:a16="http://schemas.microsoft.com/office/drawing/2014/main" id="{DBD3C4B5-6F2F-F61F-A7C3-4AA9132E7658}"/>
                </a:ext>
              </a:extLst>
            </p:cNvPr>
            <p:cNvCxnSpPr/>
            <p:nvPr/>
          </p:nvCxnSpPr>
          <p:spPr>
            <a:xfrm>
              <a:off x="9918700" y="3778250"/>
              <a:ext cx="101600" cy="0"/>
            </a:xfrm>
            <a:prstGeom prst="line">
              <a:avLst/>
            </a:prstGeom>
            <a:ln w="21590">
              <a:solidFill>
                <a:srgbClr val="4C6E83"/>
              </a:solidFill>
            </a:ln>
          </p:spPr>
          <p:style>
            <a:lnRef idx="1">
              <a:schemeClr val="accent1"/>
            </a:lnRef>
            <a:fillRef idx="0">
              <a:schemeClr val="accent1"/>
            </a:fillRef>
            <a:effectRef idx="0">
              <a:schemeClr val="accent1"/>
            </a:effectRef>
            <a:fontRef idx="minor">
              <a:schemeClr val="tx1"/>
            </a:fontRef>
          </p:style>
        </p:cxnSp>
        <p:sp>
          <p:nvSpPr>
            <p:cNvPr id="10" name="label">
              <a:extLst>
                <a:ext uri="{FF2B5EF4-FFF2-40B4-BE49-F238E27FC236}">
                  <a16:creationId xmlns:a16="http://schemas.microsoft.com/office/drawing/2014/main" id="{603E99F8-B69D-6ECF-5EE5-32B768CB0CF0}"/>
                </a:ext>
              </a:extLst>
            </p:cNvPr>
            <p:cNvSpPr txBox="1"/>
            <p:nvPr/>
          </p:nvSpPr>
          <p:spPr>
            <a:xfrm>
              <a:off x="100456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Receptor</a:t>
              </a:r>
              <a:endParaRPr lang="zh-CN" altLang="en-US" sz="1030">
                <a:solidFill>
                  <a:srgbClr val="667783"/>
                </a:solidFill>
                <a:latin typeface="Arial" panose="020B0604020202020204" pitchFamily="34" charset="0"/>
              </a:endParaRPr>
            </a:p>
          </p:txBody>
        </p:sp>
        <p:cxnSp>
          <p:nvCxnSpPr>
            <p:cNvPr id="11" name="Legend-Ligands">
              <a:extLst>
                <a:ext uri="{FF2B5EF4-FFF2-40B4-BE49-F238E27FC236}">
                  <a16:creationId xmlns:a16="http://schemas.microsoft.com/office/drawing/2014/main" id="{848D3484-17B8-7624-1AAB-887A7C58C9CD}"/>
                </a:ext>
              </a:extLst>
            </p:cNvPr>
            <p:cNvCxnSpPr/>
            <p:nvPr/>
          </p:nvCxnSpPr>
          <p:spPr>
            <a:xfrm>
              <a:off x="10795000" y="3778250"/>
              <a:ext cx="101600" cy="0"/>
            </a:xfrm>
            <a:prstGeom prst="line">
              <a:avLst/>
            </a:prstGeom>
            <a:ln w="27940">
              <a:solidFill>
                <a:srgbClr val="36986F"/>
              </a:solidFill>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0A08B1EB-E44A-8414-9DDD-F4DD0560C599}"/>
                </a:ext>
              </a:extLst>
            </p:cNvPr>
            <p:cNvSpPr txBox="1"/>
            <p:nvPr/>
          </p:nvSpPr>
          <p:spPr>
            <a:xfrm>
              <a:off x="10921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Ligands</a:t>
              </a:r>
              <a:endParaRPr lang="zh-CN" altLang="en-US" sz="1030">
                <a:solidFill>
                  <a:srgbClr val="667783"/>
                </a:solidFill>
                <a:latin typeface="Arial" panose="020B0604020202020204" pitchFamily="34" charset="0"/>
              </a:endParaRPr>
            </a:p>
          </p:txBody>
        </p:sp>
        <p:sp>
          <p:nvSpPr>
            <p:cNvPr id="13" name="组合坐标框">
              <a:extLst>
                <a:ext uri="{FF2B5EF4-FFF2-40B4-BE49-F238E27FC236}">
                  <a16:creationId xmlns:a16="http://schemas.microsoft.com/office/drawing/2014/main" id="{4E324146-76F7-29EE-DF48-E785961CDAF9}"/>
                </a:ext>
              </a:extLst>
            </p:cNvPr>
            <p:cNvSpPr/>
            <p:nvPr/>
          </p:nvSpPr>
          <p:spPr>
            <a:xfrm>
              <a:off x="8216900" y="0"/>
              <a:ext cx="368935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4789622"/>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name="left-C-plus-right-D55">
    <p:spTree>
      <p:nvGrpSpPr>
        <p:cNvPr id="1" name=""/>
        <p:cNvGrpSpPr/>
        <p:nvPr/>
      </p:nvGrpSpPr>
      <p:grpSpPr>
        <a:xfrm>
          <a:off x="0" y="0"/>
          <a:ext cx="0" cy="0"/>
          <a:chOff x="0" y="0"/>
          <a:chExt cx="0" cy="0"/>
        </a:xfrm>
      </p:grpSpPr>
      <p:grpSp>
        <p:nvGrpSpPr>
          <p:cNvPr id="2" name="Build左侧-C">
            <a:extLst>
              <a:ext uri="{FF2B5EF4-FFF2-40B4-BE49-F238E27FC236}">
                <a16:creationId xmlns:a16="http://schemas.microsoft.com/office/drawing/2014/main" id="{00D2E51D-3905-F24C-95BF-7779EE693EE3}"/>
              </a:ext>
            </a:extLst>
          </p:cNvPr>
          <p:cNvGrpSpPr/>
          <p:nvPr/>
        </p:nvGrpSpPr>
        <p:grpSpPr>
          <a:xfrm>
            <a:off x="0" y="0"/>
            <a:ext cx="8216900" cy="4572000"/>
            <a:chOff x="0" y="0"/>
            <a:chExt cx="8216900" cy="4572000"/>
          </a:xfrm>
        </p:grpSpPr>
        <p:sp>
          <p:nvSpPr>
            <p:cNvPr id="3" name="label">
              <a:extLst>
                <a:ext uri="{FF2B5EF4-FFF2-40B4-BE49-F238E27FC236}">
                  <a16:creationId xmlns:a16="http://schemas.microsoft.com/office/drawing/2014/main" id="{84B2C739-1AC1-1FE4-DEAB-DEC0C91D83C7}"/>
                </a:ext>
              </a:extLst>
            </p:cNvPr>
            <p:cNvSpPr txBox="1"/>
            <p:nvPr/>
          </p:nvSpPr>
          <p:spPr>
            <a:xfrm>
              <a:off x="253999" y="161924"/>
              <a:ext cx="1695450"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Input</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E46AFED0-8B4F-228B-77F7-FEC2734D658B}"/>
                </a:ext>
              </a:extLst>
            </p:cNvPr>
            <p:cNvSpPr txBox="1"/>
            <p:nvPr/>
          </p:nvSpPr>
          <p:spPr>
            <a:xfrm>
              <a:off x="2209800" y="161924"/>
              <a:ext cx="23336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Candidate blob</a:t>
              </a:r>
              <a:endParaRPr lang="zh-CN" altLang="en-US" sz="1650" b="1">
                <a:solidFill>
                  <a:srgbClr val="263442"/>
                </a:solidFill>
                <a:latin typeface="Arial" panose="020B0604020202020204" pitchFamily="34" charset="0"/>
              </a:endParaRPr>
            </a:p>
          </p:txBody>
        </p:sp>
        <p:sp>
          <p:nvSpPr>
            <p:cNvPr id="5" name="label">
              <a:extLst>
                <a:ext uri="{FF2B5EF4-FFF2-40B4-BE49-F238E27FC236}">
                  <a16:creationId xmlns:a16="http://schemas.microsoft.com/office/drawing/2014/main" id="{EEEFB3DF-6C23-503F-3EF9-51ACEC9C4DAC}"/>
                </a:ext>
              </a:extLst>
            </p:cNvPr>
            <p:cNvSpPr txBox="1"/>
            <p:nvPr/>
          </p:nvSpPr>
          <p:spPr>
            <a:xfrm>
              <a:off x="5041900" y="161924"/>
              <a:ext cx="3133725" cy="285750"/>
            </a:xfrm>
            <a:prstGeom prst="rect">
              <a:avLst/>
            </a:prstGeom>
            <a:noFill/>
          </p:spPr>
          <p:txBody>
            <a:bodyPr vert="horz" wrap="none" lIns="0" tIns="0" rIns="0" bIns="0" rtlCol="0" anchor="ctr">
              <a:noAutofit/>
            </a:bodyPr>
            <a:lstStyle/>
            <a:p>
              <a:pPr algn="ctr"/>
              <a:r>
                <a:rPr lang="en-US" altLang="zh-CN" sz="1600" b="1">
                  <a:solidFill>
                    <a:srgbClr val="263442"/>
                  </a:solidFill>
                  <a:latin typeface="Arial" panose="020B0604020202020204" pitchFamily="34" charset="0"/>
                </a:rPr>
                <a:t>Ligand identity assignment</a:t>
              </a:r>
              <a:endParaRPr lang="zh-CN" altLang="en-US" sz="1600" b="1">
                <a:solidFill>
                  <a:srgbClr val="263442"/>
                </a:solidFill>
                <a:latin typeface="Arial" panose="020B0604020202020204" pitchFamily="34" charset="0"/>
              </a:endParaRPr>
            </a:p>
          </p:txBody>
        </p:sp>
        <p:sp>
          <p:nvSpPr>
            <p:cNvPr id="6" name="Input-map-and-receptor">
              <a:extLst>
                <a:ext uri="{FF2B5EF4-FFF2-40B4-BE49-F238E27FC236}">
                  <a16:creationId xmlns:a16="http://schemas.microsoft.com/office/drawing/2014/main" id="{837FED93-24BC-FE1F-EE5A-A4464CD793D6}"/>
                </a:ext>
              </a:extLst>
            </p:cNvPr>
            <p:cNvSpPr/>
            <p:nvPr/>
          </p:nvSpPr>
          <p:spPr>
            <a:xfrm>
              <a:off x="469900" y="552450"/>
              <a:ext cx="1270000" cy="2771775"/>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Input-density" descr="Input-density">
              <a:extLst>
                <a:ext uri="{FF2B5EF4-FFF2-40B4-BE49-F238E27FC236}">
                  <a16:creationId xmlns:a16="http://schemas.microsoft.com/office/drawing/2014/main" id="{C2739659-32CD-5410-A4E2-E9EE34A539E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47700" y="558800"/>
              <a:ext cx="914400" cy="1143000"/>
            </a:xfrm>
            <a:prstGeom prst="rect">
              <a:avLst/>
            </a:prstGeom>
          </p:spPr>
        </p:pic>
        <p:sp>
          <p:nvSpPr>
            <p:cNvPr id="8" name="label">
              <a:extLst>
                <a:ext uri="{FF2B5EF4-FFF2-40B4-BE49-F238E27FC236}">
                  <a16:creationId xmlns:a16="http://schemas.microsoft.com/office/drawing/2014/main" id="{F7BEC4B5-5FB8-2160-6D42-9B7594EB16B0}"/>
                </a:ext>
              </a:extLst>
            </p:cNvPr>
            <p:cNvSpPr txBox="1"/>
            <p:nvPr/>
          </p:nvSpPr>
          <p:spPr>
            <a:xfrm>
              <a:off x="495299" y="1714500"/>
              <a:ext cx="1219200" cy="203200"/>
            </a:xfrm>
            <a:prstGeom prst="rect">
              <a:avLst/>
            </a:prstGeom>
            <a:noFill/>
          </p:spPr>
          <p:txBody>
            <a:bodyPr vert="horz" wrap="none" lIns="0" tIns="0" rIns="0" bIns="0" rtlCol="0" anchor="ctr">
              <a:noAutofit/>
            </a:bodyPr>
            <a:lstStyle/>
            <a:p>
              <a:pPr algn="ctr"/>
              <a:r>
                <a:rPr lang="en-US" altLang="zh-CN" sz="1240" b="1">
                  <a:solidFill>
                    <a:srgbClr val="263442"/>
                  </a:solidFill>
                  <a:latin typeface="Arial" panose="020B0604020202020204" pitchFamily="34" charset="0"/>
                </a:rPr>
                <a:t>Cryo-EM map</a:t>
              </a:r>
              <a:endParaRPr lang="zh-CN" altLang="en-US" sz="1240" b="1">
                <a:solidFill>
                  <a:srgbClr val="263442"/>
                </a:solidFill>
                <a:latin typeface="Arial" panose="020B0604020202020204" pitchFamily="34" charset="0"/>
              </a:endParaRPr>
            </a:p>
          </p:txBody>
        </p:sp>
        <p:pic>
          <p:nvPicPr>
            <p:cNvPr id="9" name="Input-receptor" descr="Input-receptor">
              <a:extLst>
                <a:ext uri="{FF2B5EF4-FFF2-40B4-BE49-F238E27FC236}">
                  <a16:creationId xmlns:a16="http://schemas.microsoft.com/office/drawing/2014/main" id="{C5217FB6-227E-9E56-8B4E-1E8241CC1BA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47700" y="2108200"/>
              <a:ext cx="914400" cy="1143000"/>
            </a:xfrm>
            <a:prstGeom prst="rect">
              <a:avLst/>
            </a:prstGeom>
          </p:spPr>
        </p:pic>
        <p:sp>
          <p:nvSpPr>
            <p:cNvPr id="10" name="label">
              <a:extLst>
                <a:ext uri="{FF2B5EF4-FFF2-40B4-BE49-F238E27FC236}">
                  <a16:creationId xmlns:a16="http://schemas.microsoft.com/office/drawing/2014/main" id="{4C141000-A4DC-7425-F745-86A646AF6F6E}"/>
                </a:ext>
              </a:extLst>
            </p:cNvPr>
            <p:cNvSpPr txBox="1"/>
            <p:nvPr/>
          </p:nvSpPr>
          <p:spPr>
            <a:xfrm>
              <a:off x="482599" y="3124200"/>
              <a:ext cx="1244600" cy="203200"/>
            </a:xfrm>
            <a:prstGeom prst="rect">
              <a:avLst/>
            </a:prstGeom>
            <a:noFill/>
          </p:spPr>
          <p:txBody>
            <a:bodyPr vert="horz" wrap="none" lIns="0" tIns="0" rIns="0" bIns="0" rtlCol="0" anchor="ctr">
              <a:noAutofit/>
            </a:bodyPr>
            <a:lstStyle/>
            <a:p>
              <a:pPr algn="ctr"/>
              <a:r>
                <a:rPr lang="en-US" altLang="zh-CN" sz="1070" b="1">
                  <a:solidFill>
                    <a:srgbClr val="263442"/>
                  </a:solidFill>
                  <a:latin typeface="Arial" panose="020B0604020202020204" pitchFamily="34" charset="0"/>
                </a:rPr>
                <a:t>Receptor structure</a:t>
              </a:r>
              <a:endParaRPr lang="zh-CN" altLang="en-US" sz="1070" b="1">
                <a:solidFill>
                  <a:srgbClr val="263442"/>
                </a:solidFill>
                <a:latin typeface="Arial" panose="020B0604020202020204" pitchFamily="34" charset="0"/>
              </a:endParaRPr>
            </a:p>
          </p:txBody>
        </p:sp>
        <p:cxnSp>
          <p:nvCxnSpPr>
            <p:cNvPr id="11" name="CryoAtom2-flow">
              <a:extLst>
                <a:ext uri="{FF2B5EF4-FFF2-40B4-BE49-F238E27FC236}">
                  <a16:creationId xmlns:a16="http://schemas.microsoft.com/office/drawing/2014/main" id="{DB89D8BA-0D82-5B51-5339-AB7ED7B97AB0}"/>
                </a:ext>
              </a:extLst>
            </p:cNvPr>
            <p:cNvCxnSpPr/>
            <p:nvPr/>
          </p:nvCxnSpPr>
          <p:spPr>
            <a:xfrm>
              <a:off x="1003300" y="1943100"/>
              <a:ext cx="0" cy="203200"/>
            </a:xfrm>
            <a:prstGeom prst="line">
              <a:avLst/>
            </a:prstGeom>
            <a:ln w="10160">
              <a:solidFill>
                <a:srgbClr val="667783"/>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12196ACC-1A8B-3CB7-C563-0DB9F36AA056}"/>
                </a:ext>
              </a:extLst>
            </p:cNvPr>
            <p:cNvSpPr txBox="1"/>
            <p:nvPr/>
          </p:nvSpPr>
          <p:spPr>
            <a:xfrm>
              <a:off x="1041399" y="1943100"/>
              <a:ext cx="660400" cy="177800"/>
            </a:xfrm>
            <a:prstGeom prst="rect">
              <a:avLst/>
            </a:prstGeom>
            <a:noFill/>
          </p:spPr>
          <p:txBody>
            <a:bodyPr vert="horz" wrap="none" lIns="0" tIns="0" rIns="0" bIns="0" rtlCol="0" anchor="ctr">
              <a:noAutofit/>
            </a:bodyPr>
            <a:lstStyle/>
            <a:p>
              <a:r>
                <a:rPr lang="en-US" altLang="zh-CN" sz="1070">
                  <a:solidFill>
                    <a:srgbClr val="667783"/>
                  </a:solidFill>
                  <a:latin typeface="Arial" panose="020B0604020202020204" pitchFamily="34" charset="0"/>
                </a:rPr>
                <a:t>CryoAtom2</a:t>
              </a:r>
              <a:endParaRPr lang="zh-CN" altLang="en-US" sz="1070">
                <a:solidFill>
                  <a:srgbClr val="667783"/>
                </a:solidFill>
                <a:latin typeface="Arial" panose="020B0604020202020204" pitchFamily="34" charset="0"/>
              </a:endParaRPr>
            </a:p>
          </p:txBody>
        </p:sp>
        <p:sp>
          <p:nvSpPr>
            <p:cNvPr id="13" name="SMILES-frame">
              <a:extLst>
                <a:ext uri="{FF2B5EF4-FFF2-40B4-BE49-F238E27FC236}">
                  <a16:creationId xmlns:a16="http://schemas.microsoft.com/office/drawing/2014/main" id="{45888A80-C212-AB70-AFDD-B801896DE3D1}"/>
                </a:ext>
              </a:extLst>
            </p:cNvPr>
            <p:cNvSpPr/>
            <p:nvPr/>
          </p:nvSpPr>
          <p:spPr>
            <a:xfrm>
              <a:off x="469900" y="3695700"/>
              <a:ext cx="4483100" cy="6985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label">
              <a:extLst>
                <a:ext uri="{FF2B5EF4-FFF2-40B4-BE49-F238E27FC236}">
                  <a16:creationId xmlns:a16="http://schemas.microsoft.com/office/drawing/2014/main" id="{EA4A69F7-BC0E-226A-F427-ED59AFCB0664}"/>
                </a:ext>
              </a:extLst>
            </p:cNvPr>
            <p:cNvSpPr txBox="1"/>
            <p:nvPr/>
          </p:nvSpPr>
          <p:spPr>
            <a:xfrm>
              <a:off x="571499" y="3721100"/>
              <a:ext cx="914400" cy="190500"/>
            </a:xfrm>
            <a:prstGeom prst="rect">
              <a:avLst/>
            </a:prstGeom>
            <a:noFill/>
          </p:spPr>
          <p:txBody>
            <a:bodyPr vert="horz" wrap="none" lIns="0" tIns="0" rIns="0" bIns="0" rtlCol="0" anchor="ctr">
              <a:noAutofit/>
            </a:bodyPr>
            <a:lstStyle/>
            <a:p>
              <a:r>
                <a:rPr lang="en-US" altLang="zh-CN" sz="1150" b="1">
                  <a:solidFill>
                    <a:srgbClr val="263442"/>
                  </a:solidFill>
                  <a:latin typeface="Arial" panose="020B0604020202020204" pitchFamily="34" charset="0"/>
                </a:rPr>
                <a:t>SMILES</a:t>
              </a:r>
              <a:endParaRPr lang="zh-CN" altLang="en-US" sz="1150" b="1">
                <a:solidFill>
                  <a:srgbClr val="263442"/>
                </a:solidFill>
                <a:latin typeface="Arial" panose="020B0604020202020204" pitchFamily="34" charset="0"/>
              </a:endParaRPr>
            </a:p>
          </p:txBody>
        </p:sp>
        <p:cxnSp>
          <p:nvCxnSpPr>
            <p:cNvPr id="15" name="SMILES-key-BTN">
              <a:extLst>
                <a:ext uri="{FF2B5EF4-FFF2-40B4-BE49-F238E27FC236}">
                  <a16:creationId xmlns:a16="http://schemas.microsoft.com/office/drawing/2014/main" id="{CFC7169C-5683-2450-6045-D99D087C5665}"/>
                </a:ext>
              </a:extLst>
            </p:cNvPr>
            <p:cNvCxnSpPr/>
            <p:nvPr/>
          </p:nvCxnSpPr>
          <p:spPr>
            <a:xfrm>
              <a:off x="571500" y="3962400"/>
              <a:ext cx="1270000" cy="0"/>
            </a:xfrm>
            <a:prstGeom prst="line">
              <a:avLst/>
            </a:prstGeom>
            <a:ln w="12700">
              <a:solidFill>
                <a:srgbClr val="36986F"/>
              </a:solidFill>
            </a:ln>
          </p:spPr>
          <p:style>
            <a:lnRef idx="1">
              <a:schemeClr val="accent1"/>
            </a:lnRef>
            <a:fillRef idx="0">
              <a:schemeClr val="accent1"/>
            </a:fillRef>
            <a:effectRef idx="0">
              <a:schemeClr val="accent1"/>
            </a:effectRef>
            <a:fontRef idx="minor">
              <a:schemeClr val="tx1"/>
            </a:fontRef>
          </p:style>
        </p:cxnSp>
        <p:sp>
          <p:nvSpPr>
            <p:cNvPr id="16" name="SMILES-BTN">
              <a:extLst>
                <a:ext uri="{FF2B5EF4-FFF2-40B4-BE49-F238E27FC236}">
                  <a16:creationId xmlns:a16="http://schemas.microsoft.com/office/drawing/2014/main" id="{D70916D0-9B50-42BC-5343-6BC905B53365}"/>
                </a:ext>
              </a:extLst>
            </p:cNvPr>
            <p:cNvSpPr txBox="1"/>
            <p:nvPr/>
          </p:nvSpPr>
          <p:spPr>
            <a:xfrm>
              <a:off x="571499" y="4000499"/>
              <a:ext cx="1346200" cy="304800"/>
            </a:xfrm>
            <a:prstGeom prst="rect">
              <a:avLst/>
            </a:prstGeom>
            <a:noFill/>
          </p:spPr>
          <p:txBody>
            <a:bodyPr vert="horz" wrap="none" lIns="0" tIns="0" rIns="0" bIns="0" rtlCol="0" anchor="ctr">
              <a:noAutofit/>
            </a:bodyPr>
            <a:lstStyle/>
            <a:p>
              <a:r>
                <a:rPr lang="en-US" altLang="zh-CN" sz="690">
                  <a:solidFill>
                    <a:srgbClr val="36986F"/>
                  </a:solidFill>
                  <a:latin typeface="Consolas" panose="020B0609020204030204" pitchFamily="49" charset="0"/>
                </a:rPr>
                <a:t>O=C(O)CCCC[C@@H]1SC[C@@H]</a:t>
              </a:r>
            </a:p>
            <a:p>
              <a:r>
                <a:rPr lang="en-US" altLang="zh-CN" sz="690">
                  <a:solidFill>
                    <a:srgbClr val="36986F"/>
                  </a:solidFill>
                  <a:latin typeface="Consolas" panose="020B0609020204030204" pitchFamily="49" charset="0"/>
                </a:rPr>
                <a:t>2NC(=O)N[C@@H]21</a:t>
              </a:r>
              <a:endParaRPr lang="zh-CN" altLang="en-US" sz="690">
                <a:solidFill>
                  <a:srgbClr val="36986F"/>
                </a:solidFill>
                <a:latin typeface="Consolas" panose="020B0609020204030204" pitchFamily="49" charset="0"/>
              </a:endParaRPr>
            </a:p>
          </p:txBody>
        </p:sp>
        <p:cxnSp>
          <p:nvCxnSpPr>
            <p:cNvPr id="17" name="SMILES-key-DTB">
              <a:extLst>
                <a:ext uri="{FF2B5EF4-FFF2-40B4-BE49-F238E27FC236}">
                  <a16:creationId xmlns:a16="http://schemas.microsoft.com/office/drawing/2014/main" id="{40B00C2D-789F-2EC5-218A-B548B87BFD44}"/>
                </a:ext>
              </a:extLst>
            </p:cNvPr>
            <p:cNvCxnSpPr/>
            <p:nvPr/>
          </p:nvCxnSpPr>
          <p:spPr>
            <a:xfrm>
              <a:off x="2019300" y="3962400"/>
              <a:ext cx="1270000" cy="0"/>
            </a:xfrm>
            <a:prstGeom prst="line">
              <a:avLst/>
            </a:prstGeom>
            <a:ln w="12700">
              <a:solidFill>
                <a:srgbClr val="C49B32"/>
              </a:solidFill>
            </a:ln>
          </p:spPr>
          <p:style>
            <a:lnRef idx="1">
              <a:schemeClr val="accent1"/>
            </a:lnRef>
            <a:fillRef idx="0">
              <a:schemeClr val="accent1"/>
            </a:fillRef>
            <a:effectRef idx="0">
              <a:schemeClr val="accent1"/>
            </a:effectRef>
            <a:fontRef idx="minor">
              <a:schemeClr val="tx1"/>
            </a:fontRef>
          </p:style>
        </p:cxnSp>
        <p:sp>
          <p:nvSpPr>
            <p:cNvPr id="18" name="SMILES-DTB">
              <a:extLst>
                <a:ext uri="{FF2B5EF4-FFF2-40B4-BE49-F238E27FC236}">
                  <a16:creationId xmlns:a16="http://schemas.microsoft.com/office/drawing/2014/main" id="{511761DF-C228-D317-A42C-F37B4B311917}"/>
                </a:ext>
              </a:extLst>
            </p:cNvPr>
            <p:cNvSpPr txBox="1"/>
            <p:nvPr/>
          </p:nvSpPr>
          <p:spPr>
            <a:xfrm>
              <a:off x="2019299" y="4000499"/>
              <a:ext cx="1346200" cy="304800"/>
            </a:xfrm>
            <a:prstGeom prst="rect">
              <a:avLst/>
            </a:prstGeom>
            <a:noFill/>
          </p:spPr>
          <p:txBody>
            <a:bodyPr vert="horz" wrap="none" lIns="0" tIns="0" rIns="0" bIns="0" rtlCol="0" anchor="ctr">
              <a:noAutofit/>
            </a:bodyPr>
            <a:lstStyle/>
            <a:p>
              <a:r>
                <a:rPr lang="en-US" altLang="zh-CN" sz="690">
                  <a:solidFill>
                    <a:srgbClr val="C49B32"/>
                  </a:solidFill>
                  <a:latin typeface="Consolas" panose="020B0609020204030204" pitchFamily="49" charset="0"/>
                </a:rPr>
                <a:t>C[C@@H]1NC(=O)N[C@@H]1CCC</a:t>
              </a:r>
            </a:p>
            <a:p>
              <a:r>
                <a:rPr lang="en-US" altLang="zh-CN" sz="690">
                  <a:solidFill>
                    <a:srgbClr val="C49B32"/>
                  </a:solidFill>
                  <a:latin typeface="Consolas" panose="020B0609020204030204" pitchFamily="49" charset="0"/>
                </a:rPr>
                <a:t>CCC(=O)O</a:t>
              </a:r>
              <a:endParaRPr lang="zh-CN" altLang="en-US" sz="690">
                <a:solidFill>
                  <a:srgbClr val="C49B32"/>
                </a:solidFill>
                <a:latin typeface="Consolas" panose="020B0609020204030204" pitchFamily="49" charset="0"/>
              </a:endParaRPr>
            </a:p>
          </p:txBody>
        </p:sp>
        <p:cxnSp>
          <p:nvCxnSpPr>
            <p:cNvPr id="19" name="SMILES-key-IMI">
              <a:extLst>
                <a:ext uri="{FF2B5EF4-FFF2-40B4-BE49-F238E27FC236}">
                  <a16:creationId xmlns:a16="http://schemas.microsoft.com/office/drawing/2014/main" id="{5ACB9BB0-BF58-EFBD-DF54-ECE86A8776CE}"/>
                </a:ext>
              </a:extLst>
            </p:cNvPr>
            <p:cNvCxnSpPr/>
            <p:nvPr/>
          </p:nvCxnSpPr>
          <p:spPr>
            <a:xfrm>
              <a:off x="3467100" y="3962400"/>
              <a:ext cx="1270000" cy="0"/>
            </a:xfrm>
            <a:prstGeom prst="line">
              <a:avLst/>
            </a:prstGeom>
            <a:ln w="12700">
              <a:solidFill>
                <a:srgbClr val="CB627F"/>
              </a:solidFill>
            </a:ln>
          </p:spPr>
          <p:style>
            <a:lnRef idx="1">
              <a:schemeClr val="accent1"/>
            </a:lnRef>
            <a:fillRef idx="0">
              <a:schemeClr val="accent1"/>
            </a:fillRef>
            <a:effectRef idx="0">
              <a:schemeClr val="accent1"/>
            </a:effectRef>
            <a:fontRef idx="minor">
              <a:schemeClr val="tx1"/>
            </a:fontRef>
          </p:style>
        </p:cxnSp>
        <p:sp>
          <p:nvSpPr>
            <p:cNvPr id="20" name="SMILES-IMI">
              <a:extLst>
                <a:ext uri="{FF2B5EF4-FFF2-40B4-BE49-F238E27FC236}">
                  <a16:creationId xmlns:a16="http://schemas.microsoft.com/office/drawing/2014/main" id="{BB085837-591F-B579-A023-12F97DF8CBB6}"/>
                </a:ext>
              </a:extLst>
            </p:cNvPr>
            <p:cNvSpPr txBox="1"/>
            <p:nvPr/>
          </p:nvSpPr>
          <p:spPr>
            <a:xfrm>
              <a:off x="3467099" y="4000499"/>
              <a:ext cx="1346200" cy="304800"/>
            </a:xfrm>
            <a:prstGeom prst="rect">
              <a:avLst/>
            </a:prstGeom>
            <a:noFill/>
          </p:spPr>
          <p:txBody>
            <a:bodyPr vert="horz" wrap="none" lIns="0" tIns="0" rIns="0" bIns="0" rtlCol="0" anchor="ctr">
              <a:noAutofit/>
            </a:bodyPr>
            <a:lstStyle/>
            <a:p>
              <a:r>
                <a:rPr lang="en-US" altLang="zh-CN" sz="690">
                  <a:solidFill>
                    <a:srgbClr val="CB627F"/>
                  </a:solidFill>
                  <a:latin typeface="Consolas" panose="020B0609020204030204" pitchFamily="49" charset="0"/>
                </a:rPr>
                <a:t>N=C1N[C@H]2[C@H](CS[C@H]2</a:t>
              </a:r>
            </a:p>
            <a:p>
              <a:r>
                <a:rPr lang="en-US" altLang="zh-CN" sz="690">
                  <a:solidFill>
                    <a:srgbClr val="CB627F"/>
                  </a:solidFill>
                  <a:latin typeface="Consolas" panose="020B0609020204030204" pitchFamily="49" charset="0"/>
                </a:rPr>
                <a:t>CCCCC(=O)O)N1</a:t>
              </a:r>
              <a:endParaRPr lang="zh-CN" altLang="en-US" sz="690">
                <a:solidFill>
                  <a:srgbClr val="CB627F"/>
                </a:solidFill>
                <a:latin typeface="Consolas" panose="020B0609020204030204" pitchFamily="49" charset="0"/>
              </a:endParaRPr>
            </a:p>
          </p:txBody>
        </p:sp>
        <p:pic>
          <p:nvPicPr>
            <p:cNvPr id="21" name="Global-candidate-D55" descr="Global-candidate-D55">
              <a:extLst>
                <a:ext uri="{FF2B5EF4-FFF2-40B4-BE49-F238E27FC236}">
                  <a16:creationId xmlns:a16="http://schemas.microsoft.com/office/drawing/2014/main" id="{7C240443-90F9-6093-D93E-28900456F997}"/>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349500" y="685800"/>
              <a:ext cx="2255520" cy="2819400"/>
            </a:xfrm>
            <a:prstGeom prst="rect">
              <a:avLst/>
            </a:prstGeom>
          </p:spPr>
        </p:pic>
        <p:sp>
          <p:nvSpPr>
            <p:cNvPr id="22" name="Global-label-B1">
              <a:extLst>
                <a:ext uri="{FF2B5EF4-FFF2-40B4-BE49-F238E27FC236}">
                  <a16:creationId xmlns:a16="http://schemas.microsoft.com/office/drawing/2014/main" id="{AA6CC275-19EE-7787-8E40-06129336AC19}"/>
                </a:ext>
              </a:extLst>
            </p:cNvPr>
            <p:cNvSpPr txBox="1"/>
            <p:nvPr/>
          </p:nvSpPr>
          <p:spPr>
            <a:xfrm>
              <a:off x="4154423" y="1669123"/>
              <a:ext cx="266700" cy="165100"/>
            </a:xfrm>
            <a:prstGeom prst="rect">
              <a:avLst/>
            </a:prstGeom>
            <a:noFill/>
          </p:spPr>
          <p:txBody>
            <a:bodyPr vert="horz" wrap="none" lIns="0" tIns="0" rIns="0" bIns="0" rtlCol="0" anchor="ctr">
              <a:noAutofit/>
            </a:bodyPr>
            <a:lstStyle/>
            <a:p>
              <a:r>
                <a:rPr lang="en-US" altLang="zh-CN" sz="1050" b="1">
                  <a:solidFill>
                    <a:srgbClr val="24634E"/>
                  </a:solidFill>
                  <a:latin typeface="Arial" panose="020B0604020202020204" pitchFamily="34" charset="0"/>
                </a:rPr>
                <a:t>B1</a:t>
              </a:r>
              <a:endParaRPr lang="zh-CN" altLang="en-US" sz="1050" b="1">
                <a:solidFill>
                  <a:srgbClr val="24634E"/>
                </a:solidFill>
                <a:latin typeface="Arial" panose="020B0604020202020204" pitchFamily="34" charset="0"/>
              </a:endParaRPr>
            </a:p>
          </p:txBody>
        </p:sp>
        <p:sp>
          <p:nvSpPr>
            <p:cNvPr id="23" name="Global-label-B2">
              <a:extLst>
                <a:ext uri="{FF2B5EF4-FFF2-40B4-BE49-F238E27FC236}">
                  <a16:creationId xmlns:a16="http://schemas.microsoft.com/office/drawing/2014/main" id="{3AD8DC38-F384-2D27-48C7-CE674F5BAF93}"/>
                </a:ext>
              </a:extLst>
            </p:cNvPr>
            <p:cNvSpPr txBox="1"/>
            <p:nvPr/>
          </p:nvSpPr>
          <p:spPr>
            <a:xfrm>
              <a:off x="2496768" y="2455307"/>
              <a:ext cx="266700" cy="165100"/>
            </a:xfrm>
            <a:prstGeom prst="rect">
              <a:avLst/>
            </a:prstGeom>
            <a:noFill/>
          </p:spPr>
          <p:txBody>
            <a:bodyPr vert="horz" wrap="none" lIns="0" tIns="0" rIns="0" bIns="0" rtlCol="0" anchor="ctr">
              <a:noAutofit/>
            </a:bodyPr>
            <a:lstStyle/>
            <a:p>
              <a:r>
                <a:rPr lang="en-US" altLang="zh-CN" sz="1050" b="1">
                  <a:solidFill>
                    <a:srgbClr val="24634E"/>
                  </a:solidFill>
                  <a:latin typeface="Arial" panose="020B0604020202020204" pitchFamily="34" charset="0"/>
                </a:rPr>
                <a:t>B2</a:t>
              </a:r>
              <a:endParaRPr lang="zh-CN" altLang="en-US" sz="1050" b="1">
                <a:solidFill>
                  <a:srgbClr val="24634E"/>
                </a:solidFill>
                <a:latin typeface="Arial" panose="020B0604020202020204" pitchFamily="34" charset="0"/>
              </a:endParaRPr>
            </a:p>
          </p:txBody>
        </p:sp>
        <p:sp>
          <p:nvSpPr>
            <p:cNvPr id="24" name="Global-label-B3">
              <a:extLst>
                <a:ext uri="{FF2B5EF4-FFF2-40B4-BE49-F238E27FC236}">
                  <a16:creationId xmlns:a16="http://schemas.microsoft.com/office/drawing/2014/main" id="{04671290-663A-8D63-92D1-739ADAECCF23}"/>
                </a:ext>
              </a:extLst>
            </p:cNvPr>
            <p:cNvSpPr txBox="1"/>
            <p:nvPr/>
          </p:nvSpPr>
          <p:spPr>
            <a:xfrm>
              <a:off x="2267457" y="2067641"/>
              <a:ext cx="266700" cy="165100"/>
            </a:xfrm>
            <a:prstGeom prst="rect">
              <a:avLst/>
            </a:prstGeom>
            <a:noFill/>
          </p:spPr>
          <p:txBody>
            <a:bodyPr vert="horz" wrap="none" lIns="0" tIns="0" rIns="0" bIns="0" rtlCol="0" anchor="ctr">
              <a:noAutofit/>
            </a:bodyPr>
            <a:lstStyle/>
            <a:p>
              <a:r>
                <a:rPr lang="en-US" altLang="zh-CN" sz="1050" b="1">
                  <a:solidFill>
                    <a:srgbClr val="4E5964"/>
                  </a:solidFill>
                  <a:latin typeface="Arial" panose="020B0604020202020204" pitchFamily="34" charset="0"/>
                </a:rPr>
                <a:t>B3</a:t>
              </a:r>
              <a:endParaRPr lang="zh-CN" altLang="en-US" sz="1050" b="1">
                <a:solidFill>
                  <a:srgbClr val="4E5964"/>
                </a:solidFill>
                <a:latin typeface="Arial" panose="020B0604020202020204" pitchFamily="34" charset="0"/>
              </a:endParaRPr>
            </a:p>
          </p:txBody>
        </p:sp>
        <p:sp>
          <p:nvSpPr>
            <p:cNvPr id="25" name="Global-label-B4">
              <a:extLst>
                <a:ext uri="{FF2B5EF4-FFF2-40B4-BE49-F238E27FC236}">
                  <a16:creationId xmlns:a16="http://schemas.microsoft.com/office/drawing/2014/main" id="{BDC635C5-FEF3-86D7-9A71-D2AEAC4A42CC}"/>
                </a:ext>
              </a:extLst>
            </p:cNvPr>
            <p:cNvSpPr txBox="1"/>
            <p:nvPr/>
          </p:nvSpPr>
          <p:spPr>
            <a:xfrm>
              <a:off x="4207052" y="2375677"/>
              <a:ext cx="266700" cy="165100"/>
            </a:xfrm>
            <a:prstGeom prst="rect">
              <a:avLst/>
            </a:prstGeom>
            <a:noFill/>
          </p:spPr>
          <p:txBody>
            <a:bodyPr vert="horz" wrap="none" lIns="0" tIns="0" rIns="0" bIns="0" rtlCol="0" anchor="ctr">
              <a:noAutofit/>
            </a:bodyPr>
            <a:lstStyle/>
            <a:p>
              <a:r>
                <a:rPr lang="en-US" altLang="zh-CN" sz="1050" b="1">
                  <a:solidFill>
                    <a:srgbClr val="896D1C"/>
                  </a:solidFill>
                  <a:latin typeface="Arial" panose="020B0604020202020204" pitchFamily="34" charset="0"/>
                </a:rPr>
                <a:t>B4</a:t>
              </a:r>
              <a:endParaRPr lang="zh-CN" altLang="en-US" sz="1050" b="1">
                <a:solidFill>
                  <a:srgbClr val="896D1C"/>
                </a:solidFill>
                <a:latin typeface="Arial" panose="020B0604020202020204" pitchFamily="34" charset="0"/>
              </a:endParaRPr>
            </a:p>
          </p:txBody>
        </p:sp>
        <p:sp>
          <p:nvSpPr>
            <p:cNvPr id="26" name="Global-label-B5">
              <a:extLst>
                <a:ext uri="{FF2B5EF4-FFF2-40B4-BE49-F238E27FC236}">
                  <a16:creationId xmlns:a16="http://schemas.microsoft.com/office/drawing/2014/main" id="{7C9D0DB7-CE9E-6053-C26B-47E4719F24D9}"/>
                </a:ext>
              </a:extLst>
            </p:cNvPr>
            <p:cNvSpPr txBox="1"/>
            <p:nvPr/>
          </p:nvSpPr>
          <p:spPr>
            <a:xfrm>
              <a:off x="2477972" y="1681202"/>
              <a:ext cx="266700" cy="165100"/>
            </a:xfrm>
            <a:prstGeom prst="rect">
              <a:avLst/>
            </a:prstGeom>
            <a:noFill/>
          </p:spPr>
          <p:txBody>
            <a:bodyPr vert="horz" wrap="none" lIns="0" tIns="0" rIns="0" bIns="0" rtlCol="0" anchor="ctr">
              <a:noAutofit/>
            </a:bodyPr>
            <a:lstStyle/>
            <a:p>
              <a:r>
                <a:rPr lang="en-US" altLang="zh-CN" sz="1050" b="1">
                  <a:solidFill>
                    <a:srgbClr val="9E3D5C"/>
                  </a:solidFill>
                  <a:latin typeface="Arial" panose="020B0604020202020204" pitchFamily="34" charset="0"/>
                </a:rPr>
                <a:t>B5</a:t>
              </a:r>
              <a:endParaRPr lang="zh-CN" altLang="en-US" sz="1050" b="1">
                <a:solidFill>
                  <a:srgbClr val="9E3D5C"/>
                </a:solidFill>
                <a:latin typeface="Arial" panose="020B0604020202020204" pitchFamily="34" charset="0"/>
              </a:endParaRPr>
            </a:p>
          </p:txBody>
        </p:sp>
        <p:sp>
          <p:nvSpPr>
            <p:cNvPr id="27" name="label">
              <a:extLst>
                <a:ext uri="{FF2B5EF4-FFF2-40B4-BE49-F238E27FC236}">
                  <a16:creationId xmlns:a16="http://schemas.microsoft.com/office/drawing/2014/main" id="{21D51E9C-B1EC-FEEF-6652-9CC7E849CEF8}"/>
                </a:ext>
              </a:extLst>
            </p:cNvPr>
            <p:cNvSpPr txBox="1"/>
            <p:nvPr/>
          </p:nvSpPr>
          <p:spPr>
            <a:xfrm>
              <a:off x="1841499" y="1714500"/>
              <a:ext cx="5461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Find</a:t>
              </a:r>
              <a:endParaRPr lang="zh-CN" altLang="en-US" sz="1450" b="1">
                <a:solidFill>
                  <a:srgbClr val="263442"/>
                </a:solidFill>
                <a:latin typeface="Arial" panose="020B0604020202020204" pitchFamily="34" charset="0"/>
              </a:endParaRPr>
            </a:p>
          </p:txBody>
        </p:sp>
        <p:cxnSp>
          <p:nvCxnSpPr>
            <p:cNvPr id="28" name="Find-arrow">
              <a:extLst>
                <a:ext uri="{FF2B5EF4-FFF2-40B4-BE49-F238E27FC236}">
                  <a16:creationId xmlns:a16="http://schemas.microsoft.com/office/drawing/2014/main" id="{A06C07AA-9652-2E3B-F522-62EE98A906B3}"/>
                </a:ext>
              </a:extLst>
            </p:cNvPr>
            <p:cNvCxnSpPr/>
            <p:nvPr/>
          </p:nvCxnSpPr>
          <p:spPr>
            <a:xfrm>
              <a:off x="1917700" y="2044700"/>
              <a:ext cx="3683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29" name="label">
              <a:extLst>
                <a:ext uri="{FF2B5EF4-FFF2-40B4-BE49-F238E27FC236}">
                  <a16:creationId xmlns:a16="http://schemas.microsoft.com/office/drawing/2014/main" id="{66E6AC9C-B32B-9C52-F07E-28918FFDC1E8}"/>
                </a:ext>
              </a:extLst>
            </p:cNvPr>
            <p:cNvSpPr txBox="1"/>
            <p:nvPr/>
          </p:nvSpPr>
          <p:spPr>
            <a:xfrm>
              <a:off x="4483099" y="1714500"/>
              <a:ext cx="5715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Match</a:t>
              </a:r>
              <a:endParaRPr lang="zh-CN" altLang="en-US" sz="1450" b="1">
                <a:solidFill>
                  <a:srgbClr val="263442"/>
                </a:solidFill>
                <a:latin typeface="Arial" panose="020B0604020202020204" pitchFamily="34" charset="0"/>
              </a:endParaRPr>
            </a:p>
          </p:txBody>
        </p:sp>
        <p:cxnSp>
          <p:nvCxnSpPr>
            <p:cNvPr id="30" name="Match-arrow">
              <a:extLst>
                <a:ext uri="{FF2B5EF4-FFF2-40B4-BE49-F238E27FC236}">
                  <a16:creationId xmlns:a16="http://schemas.microsoft.com/office/drawing/2014/main" id="{48E84119-1651-DB7E-4DE1-E7F6D51751ED}"/>
                </a:ext>
              </a:extLst>
            </p:cNvPr>
            <p:cNvCxnSpPr/>
            <p:nvPr/>
          </p:nvCxnSpPr>
          <p:spPr>
            <a:xfrm>
              <a:off x="4559300" y="2044700"/>
              <a:ext cx="4318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31" name="label">
              <a:extLst>
                <a:ext uri="{FF2B5EF4-FFF2-40B4-BE49-F238E27FC236}">
                  <a16:creationId xmlns:a16="http://schemas.microsoft.com/office/drawing/2014/main" id="{A8A61F07-3F39-1125-A4F6-2B236B2FF665}"/>
                </a:ext>
              </a:extLst>
            </p:cNvPr>
            <p:cNvSpPr txBox="1"/>
            <p:nvPr/>
          </p:nvSpPr>
          <p:spPr>
            <a:xfrm>
              <a:off x="5206999" y="552450"/>
              <a:ext cx="8636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Blobs</a:t>
              </a:r>
              <a:endParaRPr lang="zh-CN" altLang="en-US" sz="1170">
                <a:solidFill>
                  <a:srgbClr val="667783"/>
                </a:solidFill>
                <a:latin typeface="Arial" panose="020B0604020202020204" pitchFamily="34" charset="0"/>
              </a:endParaRPr>
            </a:p>
          </p:txBody>
        </p:sp>
        <p:sp>
          <p:nvSpPr>
            <p:cNvPr id="32" name="label">
              <a:extLst>
                <a:ext uri="{FF2B5EF4-FFF2-40B4-BE49-F238E27FC236}">
                  <a16:creationId xmlns:a16="http://schemas.microsoft.com/office/drawing/2014/main" id="{56B8B8EF-B134-BA02-3099-3BB198909B78}"/>
                </a:ext>
              </a:extLst>
            </p:cNvPr>
            <p:cNvSpPr txBox="1"/>
            <p:nvPr/>
          </p:nvSpPr>
          <p:spPr>
            <a:xfrm>
              <a:off x="6667499" y="552450"/>
              <a:ext cx="14732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Ligand identities</a:t>
              </a:r>
              <a:endParaRPr lang="zh-CN" altLang="en-US" sz="1170">
                <a:solidFill>
                  <a:srgbClr val="667783"/>
                </a:solidFill>
                <a:latin typeface="Arial" panose="020B0604020202020204" pitchFamily="34" charset="0"/>
              </a:endParaRPr>
            </a:p>
          </p:txBody>
        </p:sp>
        <p:sp>
          <p:nvSpPr>
            <p:cNvPr id="33" name="Chemical-identities-only">
              <a:extLst>
                <a:ext uri="{FF2B5EF4-FFF2-40B4-BE49-F238E27FC236}">
                  <a16:creationId xmlns:a16="http://schemas.microsoft.com/office/drawing/2014/main" id="{0C14F724-9C4F-3AE2-AA37-982ED458856C}"/>
                </a:ext>
              </a:extLst>
            </p:cNvPr>
            <p:cNvSpPr/>
            <p:nvPr/>
          </p:nvSpPr>
          <p:spPr>
            <a:xfrm>
              <a:off x="6819900" y="800100"/>
              <a:ext cx="1295400" cy="30988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Match-label-B1">
              <a:extLst>
                <a:ext uri="{FF2B5EF4-FFF2-40B4-BE49-F238E27FC236}">
                  <a16:creationId xmlns:a16="http://schemas.microsoft.com/office/drawing/2014/main" id="{8D690EF1-DCB9-99C1-D527-96122E997FF1}"/>
                </a:ext>
              </a:extLst>
            </p:cNvPr>
            <p:cNvSpPr txBox="1"/>
            <p:nvPr/>
          </p:nvSpPr>
          <p:spPr>
            <a:xfrm>
              <a:off x="5232399" y="8636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B1</a:t>
              </a:r>
              <a:endParaRPr lang="zh-CN" altLang="en-US" sz="1130">
                <a:solidFill>
                  <a:srgbClr val="667783"/>
                </a:solidFill>
                <a:latin typeface="Arial" panose="020B0604020202020204" pitchFamily="34" charset="0"/>
              </a:endParaRPr>
            </a:p>
          </p:txBody>
        </p:sp>
        <p:pic>
          <p:nvPicPr>
            <p:cNvPr id="35" name="Match-blob-B1" descr="Match-blob-B1">
              <a:extLst>
                <a:ext uri="{FF2B5EF4-FFF2-40B4-BE49-F238E27FC236}">
                  <a16:creationId xmlns:a16="http://schemas.microsoft.com/office/drawing/2014/main" id="{E42C6325-52C6-C10B-ACE7-D488CB3AF84C}"/>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537200" y="848229"/>
              <a:ext cx="342900" cy="233941"/>
            </a:xfrm>
            <a:prstGeom prst="rect">
              <a:avLst/>
            </a:prstGeom>
          </p:spPr>
        </p:pic>
        <p:cxnSp>
          <p:nvCxnSpPr>
            <p:cNvPr id="36" name="Assignment-B1">
              <a:extLst>
                <a:ext uri="{FF2B5EF4-FFF2-40B4-BE49-F238E27FC236}">
                  <a16:creationId xmlns:a16="http://schemas.microsoft.com/office/drawing/2014/main" id="{C9604AF8-F129-1545-97CC-BB8A7CAF38B1}"/>
                </a:ext>
              </a:extLst>
            </p:cNvPr>
            <p:cNvCxnSpPr/>
            <p:nvPr/>
          </p:nvCxnSpPr>
          <p:spPr>
            <a:xfrm>
              <a:off x="5956300" y="965200"/>
              <a:ext cx="863600" cy="165100"/>
            </a:xfrm>
            <a:prstGeom prst="line">
              <a:avLst/>
            </a:prstGeom>
            <a:ln w="13335">
              <a:solidFill>
                <a:srgbClr val="36986F"/>
              </a:solidFill>
            </a:ln>
          </p:spPr>
          <p:style>
            <a:lnRef idx="1">
              <a:schemeClr val="accent1"/>
            </a:lnRef>
            <a:fillRef idx="0">
              <a:schemeClr val="accent1"/>
            </a:fillRef>
            <a:effectRef idx="0">
              <a:schemeClr val="accent1"/>
            </a:effectRef>
            <a:fontRef idx="minor">
              <a:schemeClr val="tx1"/>
            </a:fontRef>
          </p:style>
        </p:cxnSp>
        <p:sp>
          <p:nvSpPr>
            <p:cNvPr id="37" name="Match-label-B2">
              <a:extLst>
                <a:ext uri="{FF2B5EF4-FFF2-40B4-BE49-F238E27FC236}">
                  <a16:creationId xmlns:a16="http://schemas.microsoft.com/office/drawing/2014/main" id="{BE0B450C-A2EE-D199-E50F-6FC4DC760ED9}"/>
                </a:ext>
              </a:extLst>
            </p:cNvPr>
            <p:cNvSpPr txBox="1"/>
            <p:nvPr/>
          </p:nvSpPr>
          <p:spPr>
            <a:xfrm>
              <a:off x="5232399" y="14097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B2</a:t>
              </a:r>
              <a:endParaRPr lang="zh-CN" altLang="en-US" sz="1130">
                <a:solidFill>
                  <a:srgbClr val="667783"/>
                </a:solidFill>
                <a:latin typeface="Arial" panose="020B0604020202020204" pitchFamily="34" charset="0"/>
              </a:endParaRPr>
            </a:p>
          </p:txBody>
        </p:sp>
        <p:pic>
          <p:nvPicPr>
            <p:cNvPr id="38" name="Match-blob-B2" descr="Match-blob-B2">
              <a:extLst>
                <a:ext uri="{FF2B5EF4-FFF2-40B4-BE49-F238E27FC236}">
                  <a16:creationId xmlns:a16="http://schemas.microsoft.com/office/drawing/2014/main" id="{898C3FED-D0A9-5661-ECB8-2391F2062459}"/>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537200" y="1418091"/>
              <a:ext cx="342900" cy="186418"/>
            </a:xfrm>
            <a:prstGeom prst="rect">
              <a:avLst/>
            </a:prstGeom>
          </p:spPr>
        </p:pic>
        <p:cxnSp>
          <p:nvCxnSpPr>
            <p:cNvPr id="39" name="Assignment-B2">
              <a:extLst>
                <a:ext uri="{FF2B5EF4-FFF2-40B4-BE49-F238E27FC236}">
                  <a16:creationId xmlns:a16="http://schemas.microsoft.com/office/drawing/2014/main" id="{F2197BE0-B8BF-A8E8-7F21-75BC67743F1A}"/>
                </a:ext>
              </a:extLst>
            </p:cNvPr>
            <p:cNvCxnSpPr/>
            <p:nvPr/>
          </p:nvCxnSpPr>
          <p:spPr>
            <a:xfrm flipV="1">
              <a:off x="5956300" y="1130300"/>
              <a:ext cx="863600" cy="381000"/>
            </a:xfrm>
            <a:prstGeom prst="line">
              <a:avLst/>
            </a:prstGeom>
            <a:ln w="13335">
              <a:solidFill>
                <a:srgbClr val="36986F"/>
              </a:solidFill>
            </a:ln>
          </p:spPr>
          <p:style>
            <a:lnRef idx="1">
              <a:schemeClr val="accent1"/>
            </a:lnRef>
            <a:fillRef idx="0">
              <a:schemeClr val="accent1"/>
            </a:fillRef>
            <a:effectRef idx="0">
              <a:schemeClr val="accent1"/>
            </a:effectRef>
            <a:fontRef idx="minor">
              <a:schemeClr val="tx1"/>
            </a:fontRef>
          </p:style>
        </p:cxnSp>
        <p:sp>
          <p:nvSpPr>
            <p:cNvPr id="40" name="Match-label-B3">
              <a:extLst>
                <a:ext uri="{FF2B5EF4-FFF2-40B4-BE49-F238E27FC236}">
                  <a16:creationId xmlns:a16="http://schemas.microsoft.com/office/drawing/2014/main" id="{F4FD7DD8-C582-4901-29D6-ADE594F11CD8}"/>
                </a:ext>
              </a:extLst>
            </p:cNvPr>
            <p:cNvSpPr txBox="1"/>
            <p:nvPr/>
          </p:nvSpPr>
          <p:spPr>
            <a:xfrm>
              <a:off x="5232399" y="19558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B3</a:t>
              </a:r>
              <a:endParaRPr lang="zh-CN" altLang="en-US" sz="1130">
                <a:solidFill>
                  <a:srgbClr val="667783"/>
                </a:solidFill>
                <a:latin typeface="Arial" panose="020B0604020202020204" pitchFamily="34" charset="0"/>
              </a:endParaRPr>
            </a:p>
          </p:txBody>
        </p:sp>
        <p:pic>
          <p:nvPicPr>
            <p:cNvPr id="41" name="Match-blob-B3" descr="Match-blob-B3">
              <a:extLst>
                <a:ext uri="{FF2B5EF4-FFF2-40B4-BE49-F238E27FC236}">
                  <a16:creationId xmlns:a16="http://schemas.microsoft.com/office/drawing/2014/main" id="{D624194E-E770-8A7C-5FCA-D577D431D4C4}"/>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537200" y="1928813"/>
              <a:ext cx="342900" cy="257175"/>
            </a:xfrm>
            <a:prstGeom prst="rect">
              <a:avLst/>
            </a:prstGeom>
          </p:spPr>
        </p:pic>
        <p:cxnSp>
          <p:nvCxnSpPr>
            <p:cNvPr id="42" name="Assignment-B3">
              <a:extLst>
                <a:ext uri="{FF2B5EF4-FFF2-40B4-BE49-F238E27FC236}">
                  <a16:creationId xmlns:a16="http://schemas.microsoft.com/office/drawing/2014/main" id="{9CEE8FA7-0C62-7A1E-B8CB-E180995C052F}"/>
                </a:ext>
              </a:extLst>
            </p:cNvPr>
            <p:cNvCxnSpPr/>
            <p:nvPr/>
          </p:nvCxnSpPr>
          <p:spPr>
            <a:xfrm>
              <a:off x="5956300" y="2057400"/>
              <a:ext cx="139700" cy="0"/>
            </a:xfrm>
            <a:prstGeom prst="line">
              <a:avLst/>
            </a:prstGeom>
            <a:ln w="13335">
              <a:solidFill>
                <a:srgbClr val="667783"/>
              </a:solidFill>
            </a:ln>
          </p:spPr>
          <p:style>
            <a:lnRef idx="1">
              <a:schemeClr val="accent1"/>
            </a:lnRef>
            <a:fillRef idx="0">
              <a:schemeClr val="accent1"/>
            </a:fillRef>
            <a:effectRef idx="0">
              <a:schemeClr val="accent1"/>
            </a:effectRef>
            <a:fontRef idx="minor">
              <a:schemeClr val="tx1"/>
            </a:fontRef>
          </p:style>
        </p:cxnSp>
        <p:sp>
          <p:nvSpPr>
            <p:cNvPr id="43" name="Match-label-B4">
              <a:extLst>
                <a:ext uri="{FF2B5EF4-FFF2-40B4-BE49-F238E27FC236}">
                  <a16:creationId xmlns:a16="http://schemas.microsoft.com/office/drawing/2014/main" id="{84821EAB-41A2-8AA3-1F9E-F67F69F04080}"/>
                </a:ext>
              </a:extLst>
            </p:cNvPr>
            <p:cNvSpPr txBox="1"/>
            <p:nvPr/>
          </p:nvSpPr>
          <p:spPr>
            <a:xfrm>
              <a:off x="5232399" y="25019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B4</a:t>
              </a:r>
              <a:endParaRPr lang="zh-CN" altLang="en-US" sz="1130">
                <a:solidFill>
                  <a:srgbClr val="667783"/>
                </a:solidFill>
                <a:latin typeface="Arial" panose="020B0604020202020204" pitchFamily="34" charset="0"/>
              </a:endParaRPr>
            </a:p>
          </p:txBody>
        </p:sp>
        <p:pic>
          <p:nvPicPr>
            <p:cNvPr id="44" name="Match-blob-B4" descr="Match-blob-B4">
              <a:extLst>
                <a:ext uri="{FF2B5EF4-FFF2-40B4-BE49-F238E27FC236}">
                  <a16:creationId xmlns:a16="http://schemas.microsoft.com/office/drawing/2014/main" id="{3CBF3668-14A8-6BDC-3250-D32A50E58A20}"/>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5537200" y="2509920"/>
              <a:ext cx="342900" cy="187161"/>
            </a:xfrm>
            <a:prstGeom prst="rect">
              <a:avLst/>
            </a:prstGeom>
          </p:spPr>
        </p:pic>
        <p:cxnSp>
          <p:nvCxnSpPr>
            <p:cNvPr id="45" name="Assignment-B4">
              <a:extLst>
                <a:ext uri="{FF2B5EF4-FFF2-40B4-BE49-F238E27FC236}">
                  <a16:creationId xmlns:a16="http://schemas.microsoft.com/office/drawing/2014/main" id="{23A35E97-1825-8F2D-D82F-525430E4F5CD}"/>
                </a:ext>
              </a:extLst>
            </p:cNvPr>
            <p:cNvCxnSpPr/>
            <p:nvPr/>
          </p:nvCxnSpPr>
          <p:spPr>
            <a:xfrm flipV="1">
              <a:off x="5956300" y="2336800"/>
              <a:ext cx="863600" cy="266700"/>
            </a:xfrm>
            <a:prstGeom prst="line">
              <a:avLst/>
            </a:prstGeom>
            <a:ln w="13335">
              <a:solidFill>
                <a:srgbClr val="C49B32"/>
              </a:solidFill>
            </a:ln>
          </p:spPr>
          <p:style>
            <a:lnRef idx="1">
              <a:schemeClr val="accent1"/>
            </a:lnRef>
            <a:fillRef idx="0">
              <a:schemeClr val="accent1"/>
            </a:fillRef>
            <a:effectRef idx="0">
              <a:schemeClr val="accent1"/>
            </a:effectRef>
            <a:fontRef idx="minor">
              <a:schemeClr val="tx1"/>
            </a:fontRef>
          </p:style>
        </p:cxnSp>
        <p:sp>
          <p:nvSpPr>
            <p:cNvPr id="46" name="Match-label-B5">
              <a:extLst>
                <a:ext uri="{FF2B5EF4-FFF2-40B4-BE49-F238E27FC236}">
                  <a16:creationId xmlns:a16="http://schemas.microsoft.com/office/drawing/2014/main" id="{93A554ED-34D8-6286-57DF-448C25D0832B}"/>
                </a:ext>
              </a:extLst>
            </p:cNvPr>
            <p:cNvSpPr txBox="1"/>
            <p:nvPr/>
          </p:nvSpPr>
          <p:spPr>
            <a:xfrm>
              <a:off x="5232399" y="3048000"/>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B5</a:t>
              </a:r>
              <a:endParaRPr lang="zh-CN" altLang="en-US" sz="1130">
                <a:solidFill>
                  <a:srgbClr val="667783"/>
                </a:solidFill>
                <a:latin typeface="Arial" panose="020B0604020202020204" pitchFamily="34" charset="0"/>
              </a:endParaRPr>
            </a:p>
          </p:txBody>
        </p:sp>
        <p:pic>
          <p:nvPicPr>
            <p:cNvPr id="47" name="Match-blob-B5" descr="Match-blob-B5">
              <a:extLst>
                <a:ext uri="{FF2B5EF4-FFF2-40B4-BE49-F238E27FC236}">
                  <a16:creationId xmlns:a16="http://schemas.microsoft.com/office/drawing/2014/main" id="{6FDB996B-A4C3-ED15-2B82-025D7201DBF0}"/>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5537200" y="3047802"/>
              <a:ext cx="342900" cy="203597"/>
            </a:xfrm>
            <a:prstGeom prst="rect">
              <a:avLst/>
            </a:prstGeom>
          </p:spPr>
        </p:pic>
        <p:cxnSp>
          <p:nvCxnSpPr>
            <p:cNvPr id="48" name="Assignment-B5">
              <a:extLst>
                <a:ext uri="{FF2B5EF4-FFF2-40B4-BE49-F238E27FC236}">
                  <a16:creationId xmlns:a16="http://schemas.microsoft.com/office/drawing/2014/main" id="{2C712BB9-130C-30D5-D66D-826FDB332922}"/>
                </a:ext>
              </a:extLst>
            </p:cNvPr>
            <p:cNvCxnSpPr/>
            <p:nvPr/>
          </p:nvCxnSpPr>
          <p:spPr>
            <a:xfrm>
              <a:off x="5956300" y="3149600"/>
              <a:ext cx="863600" cy="393700"/>
            </a:xfrm>
            <a:prstGeom prst="line">
              <a:avLst/>
            </a:prstGeom>
            <a:ln w="13335">
              <a:solidFill>
                <a:srgbClr val="CB627F"/>
              </a:solidFill>
            </a:ln>
          </p:spPr>
          <p:style>
            <a:lnRef idx="1">
              <a:schemeClr val="accent1"/>
            </a:lnRef>
            <a:fillRef idx="0">
              <a:schemeClr val="accent1"/>
            </a:fillRef>
            <a:effectRef idx="0">
              <a:schemeClr val="accent1"/>
            </a:effectRef>
            <a:fontRef idx="minor">
              <a:schemeClr val="tx1"/>
            </a:fontRef>
          </p:style>
        </p:cxnSp>
        <p:pic>
          <p:nvPicPr>
            <p:cNvPr id="49" name="RDKit-identity-BTN" descr="RDKit-identity-BTN">
              <a:extLst>
                <a:ext uri="{FF2B5EF4-FFF2-40B4-BE49-F238E27FC236}">
                  <a16:creationId xmlns:a16="http://schemas.microsoft.com/office/drawing/2014/main" id="{485588C5-7F57-4FE5-ED80-92B954C58EC9}"/>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7061463" y="800100"/>
              <a:ext cx="812275" cy="660400"/>
            </a:xfrm>
            <a:prstGeom prst="rect">
              <a:avLst/>
            </a:prstGeom>
          </p:spPr>
        </p:pic>
        <p:pic>
          <p:nvPicPr>
            <p:cNvPr id="50" name="RDKit-identity-DTB" descr="RDKit-identity-DTB">
              <a:extLst>
                <a:ext uri="{FF2B5EF4-FFF2-40B4-BE49-F238E27FC236}">
                  <a16:creationId xmlns:a16="http://schemas.microsoft.com/office/drawing/2014/main" id="{12C27F0C-3C79-22C4-6A15-9BFAB7BB157E}"/>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7050074" y="2006600"/>
              <a:ext cx="835051" cy="660400"/>
            </a:xfrm>
            <a:prstGeom prst="rect">
              <a:avLst/>
            </a:prstGeom>
          </p:spPr>
        </p:pic>
        <p:pic>
          <p:nvPicPr>
            <p:cNvPr id="51" name="RDKit-identity-IMI" descr="RDKit-identity-IMI">
              <a:extLst>
                <a:ext uri="{FF2B5EF4-FFF2-40B4-BE49-F238E27FC236}">
                  <a16:creationId xmlns:a16="http://schemas.microsoft.com/office/drawing/2014/main" id="{CFB41BE5-F66A-66B8-348F-AC9841C44751}"/>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7027624" y="3213100"/>
              <a:ext cx="879952" cy="660400"/>
            </a:xfrm>
            <a:prstGeom prst="rect">
              <a:avLst/>
            </a:prstGeom>
          </p:spPr>
        </p:pic>
        <p:sp>
          <p:nvSpPr>
            <p:cNvPr id="52" name="label">
              <a:extLst>
                <a:ext uri="{FF2B5EF4-FFF2-40B4-BE49-F238E27FC236}">
                  <a16:creationId xmlns:a16="http://schemas.microsoft.com/office/drawing/2014/main" id="{C794B7D8-9C52-2431-DB74-02F6D51D108F}"/>
                </a:ext>
              </a:extLst>
            </p:cNvPr>
            <p:cNvSpPr txBox="1"/>
            <p:nvPr/>
          </p:nvSpPr>
          <p:spPr>
            <a:xfrm>
              <a:off x="6083299" y="1955800"/>
              <a:ext cx="736600" cy="203200"/>
            </a:xfrm>
            <a:prstGeom prst="rect">
              <a:avLst/>
            </a:prstGeom>
            <a:noFill/>
          </p:spPr>
          <p:txBody>
            <a:bodyPr vert="horz" wrap="none" lIns="0" tIns="0" rIns="0" bIns="0" rtlCol="0" anchor="ctr">
              <a:noAutofit/>
            </a:bodyPr>
            <a:lstStyle/>
            <a:p>
              <a:r>
                <a:rPr lang="en-US" altLang="zh-CN" sz="1110">
                  <a:solidFill>
                    <a:srgbClr val="263442"/>
                  </a:solidFill>
                  <a:latin typeface="Arial" panose="020B0604020202020204" pitchFamily="34" charset="0"/>
                </a:rPr>
                <a:t>∅ Reject</a:t>
              </a:r>
              <a:endParaRPr lang="zh-CN" altLang="en-US" sz="1110">
                <a:solidFill>
                  <a:srgbClr val="263442"/>
                </a:solidFill>
                <a:latin typeface="Arial" panose="020B0604020202020204" pitchFamily="34" charset="0"/>
              </a:endParaRPr>
            </a:p>
          </p:txBody>
        </p:sp>
        <p:sp>
          <p:nvSpPr>
            <p:cNvPr id="53" name="label">
              <a:extLst>
                <a:ext uri="{FF2B5EF4-FFF2-40B4-BE49-F238E27FC236}">
                  <a16:creationId xmlns:a16="http://schemas.microsoft.com/office/drawing/2014/main" id="{036EE39A-25A6-1D3A-722E-48F83F20E147}"/>
                </a:ext>
              </a:extLst>
            </p:cNvPr>
            <p:cNvSpPr txBox="1"/>
            <p:nvPr/>
          </p:nvSpPr>
          <p:spPr>
            <a:xfrm>
              <a:off x="6045199" y="2152650"/>
              <a:ext cx="774700" cy="152400"/>
            </a:xfrm>
            <a:prstGeom prst="rect">
              <a:avLst/>
            </a:prstGeom>
            <a:noFill/>
          </p:spPr>
          <p:txBody>
            <a:bodyPr vert="horz" wrap="none" lIns="0" tIns="0" rIns="0" bIns="0" rtlCol="0" anchor="ctr">
              <a:noAutofit/>
            </a:bodyPr>
            <a:lstStyle/>
            <a:p>
              <a:r>
                <a:rPr lang="en-US" altLang="zh-CN" sz="780" dirty="0">
                  <a:solidFill>
                    <a:srgbClr val="667783"/>
                  </a:solidFill>
                  <a:latin typeface="Arial" panose="020B0604020202020204" pitchFamily="34" charset="0"/>
                </a:rPr>
                <a:t>False positive</a:t>
              </a:r>
              <a:endParaRPr lang="zh-CN" altLang="en-US" sz="780" dirty="0">
                <a:solidFill>
                  <a:srgbClr val="667783"/>
                </a:solidFill>
                <a:latin typeface="Arial" panose="020B0604020202020204" pitchFamily="34" charset="0"/>
              </a:endParaRPr>
            </a:p>
          </p:txBody>
        </p:sp>
        <p:cxnSp>
          <p:nvCxnSpPr>
            <p:cNvPr id="54" name="SMILES-route-horizontal">
              <a:extLst>
                <a:ext uri="{FF2B5EF4-FFF2-40B4-BE49-F238E27FC236}">
                  <a16:creationId xmlns:a16="http://schemas.microsoft.com/office/drawing/2014/main" id="{72E970E1-0EA9-B6F7-71DC-1E125488CC93}"/>
                </a:ext>
              </a:extLst>
            </p:cNvPr>
            <p:cNvCxnSpPr/>
            <p:nvPr/>
          </p:nvCxnSpPr>
          <p:spPr>
            <a:xfrm>
              <a:off x="4965700" y="4127500"/>
              <a:ext cx="2755900" cy="0"/>
            </a:xfrm>
            <a:prstGeom prst="line">
              <a:avLst/>
            </a:prstGeom>
            <a:ln w="10795">
              <a:solidFill>
                <a:srgbClr val="667783"/>
              </a:solidFill>
            </a:ln>
          </p:spPr>
          <p:style>
            <a:lnRef idx="1">
              <a:schemeClr val="accent1"/>
            </a:lnRef>
            <a:fillRef idx="0">
              <a:schemeClr val="accent1"/>
            </a:fillRef>
            <a:effectRef idx="0">
              <a:schemeClr val="accent1"/>
            </a:effectRef>
            <a:fontRef idx="minor">
              <a:schemeClr val="tx1"/>
            </a:fontRef>
          </p:style>
        </p:cxnSp>
        <p:cxnSp>
          <p:nvCxnSpPr>
            <p:cNvPr id="55" name="SMILES-route-entry">
              <a:extLst>
                <a:ext uri="{FF2B5EF4-FFF2-40B4-BE49-F238E27FC236}">
                  <a16:creationId xmlns:a16="http://schemas.microsoft.com/office/drawing/2014/main" id="{E6C7E57D-736F-42C2-65C2-4929083470CE}"/>
                </a:ext>
              </a:extLst>
            </p:cNvPr>
            <p:cNvCxnSpPr/>
            <p:nvPr/>
          </p:nvCxnSpPr>
          <p:spPr>
            <a:xfrm flipV="1">
              <a:off x="7721600" y="3898900"/>
              <a:ext cx="0" cy="228600"/>
            </a:xfrm>
            <a:prstGeom prst="line">
              <a:avLst/>
            </a:prstGeom>
            <a:ln w="10795">
              <a:solidFill>
                <a:srgbClr val="667783"/>
              </a:solidFill>
              <a:tailEnd type="arrow"/>
            </a:ln>
          </p:spPr>
          <p:style>
            <a:lnRef idx="1">
              <a:schemeClr val="accent1"/>
            </a:lnRef>
            <a:fillRef idx="0">
              <a:schemeClr val="accent1"/>
            </a:fillRef>
            <a:effectRef idx="0">
              <a:schemeClr val="accent1"/>
            </a:effectRef>
            <a:fontRef idx="minor">
              <a:schemeClr val="tx1"/>
            </a:fontRef>
          </p:style>
        </p:cxnSp>
        <p:sp>
          <p:nvSpPr>
            <p:cNvPr id="56" name="RDKit-label">
              <a:extLst>
                <a:ext uri="{FF2B5EF4-FFF2-40B4-BE49-F238E27FC236}">
                  <a16:creationId xmlns:a16="http://schemas.microsoft.com/office/drawing/2014/main" id="{4117949A-322B-C83F-7506-DC5D023390DC}"/>
                </a:ext>
              </a:extLst>
            </p:cNvPr>
            <p:cNvSpPr txBox="1"/>
            <p:nvPr/>
          </p:nvSpPr>
          <p:spPr>
            <a:xfrm>
              <a:off x="5943599" y="3886200"/>
              <a:ext cx="711200" cy="203200"/>
            </a:xfrm>
            <a:prstGeom prst="rect">
              <a:avLst/>
            </a:prstGeom>
            <a:noFill/>
          </p:spPr>
          <p:txBody>
            <a:bodyPr vert="horz" wrap="none" lIns="0" tIns="0" rIns="0" bIns="0" rtlCol="0" anchor="ctr">
              <a:noAutofit/>
            </a:bodyPr>
            <a:lstStyle/>
            <a:p>
              <a:pPr algn="ctr"/>
              <a:r>
                <a:rPr lang="en-US" altLang="zh-CN" sz="1100">
                  <a:solidFill>
                    <a:srgbClr val="667783"/>
                  </a:solidFill>
                  <a:latin typeface="Arial" panose="020B0604020202020204" pitchFamily="34" charset="0"/>
                </a:rPr>
                <a:t>RDKit</a:t>
              </a:r>
              <a:endParaRPr lang="zh-CN" altLang="en-US" sz="1100">
                <a:solidFill>
                  <a:srgbClr val="667783"/>
                </a:solidFill>
                <a:latin typeface="Arial" panose="020B0604020202020204" pitchFamily="34" charset="0"/>
              </a:endParaRPr>
            </a:p>
          </p:txBody>
        </p:sp>
        <p:sp>
          <p:nvSpPr>
            <p:cNvPr id="57" name="组合坐标框">
              <a:extLst>
                <a:ext uri="{FF2B5EF4-FFF2-40B4-BE49-F238E27FC236}">
                  <a16:creationId xmlns:a16="http://schemas.microsoft.com/office/drawing/2014/main" id="{7F7A4EA5-F5A1-574A-5244-3B5219A0D5FB}"/>
                </a:ext>
              </a:extLst>
            </p:cNvPr>
            <p:cNvSpPr/>
            <p:nvPr/>
          </p:nvSpPr>
          <p:spPr>
            <a:xfrm>
              <a:off x="0" y="0"/>
              <a:ext cx="821690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8" name="Build及输出-D55">
            <a:extLst>
              <a:ext uri="{FF2B5EF4-FFF2-40B4-BE49-F238E27FC236}">
                <a16:creationId xmlns:a16="http://schemas.microsoft.com/office/drawing/2014/main" id="{CF60ECFD-B7D1-7234-7201-027541071D54}"/>
              </a:ext>
            </a:extLst>
          </p:cNvPr>
          <p:cNvGrpSpPr/>
          <p:nvPr/>
        </p:nvGrpSpPr>
        <p:grpSpPr>
          <a:xfrm>
            <a:off x="8216900" y="0"/>
            <a:ext cx="3689350" cy="4572000"/>
            <a:chOff x="8216900" y="0"/>
            <a:chExt cx="3689350" cy="4572000"/>
          </a:xfrm>
        </p:grpSpPr>
        <p:sp>
          <p:nvSpPr>
            <p:cNvPr id="59" name="label">
              <a:extLst>
                <a:ext uri="{FF2B5EF4-FFF2-40B4-BE49-F238E27FC236}">
                  <a16:creationId xmlns:a16="http://schemas.microsoft.com/office/drawing/2014/main" id="{597D7B9E-1410-F5CC-4AB5-D9B5CA18C61C}"/>
                </a:ext>
              </a:extLst>
            </p:cNvPr>
            <p:cNvSpPr txBox="1"/>
            <p:nvPr/>
          </p:nvSpPr>
          <p:spPr>
            <a:xfrm>
              <a:off x="8623300" y="161924"/>
              <a:ext cx="30575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Ligand poses</a:t>
              </a:r>
              <a:endParaRPr lang="zh-CN" altLang="en-US" sz="1650" b="1">
                <a:solidFill>
                  <a:srgbClr val="263442"/>
                </a:solidFill>
                <a:latin typeface="Arial" panose="020B0604020202020204" pitchFamily="34" charset="0"/>
              </a:endParaRPr>
            </a:p>
          </p:txBody>
        </p:sp>
        <p:sp>
          <p:nvSpPr>
            <p:cNvPr id="60" name="label">
              <a:extLst>
                <a:ext uri="{FF2B5EF4-FFF2-40B4-BE49-F238E27FC236}">
                  <a16:creationId xmlns:a16="http://schemas.microsoft.com/office/drawing/2014/main" id="{F0B4B1D4-D537-EAA6-528A-0BF8941DBB5B}"/>
                </a:ext>
              </a:extLst>
            </p:cNvPr>
            <p:cNvSpPr txBox="1"/>
            <p:nvPr/>
          </p:nvSpPr>
          <p:spPr>
            <a:xfrm>
              <a:off x="8229599" y="1971675"/>
              <a:ext cx="78105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Build</a:t>
              </a:r>
              <a:endParaRPr lang="zh-CN" altLang="en-US" sz="1450" b="1">
                <a:solidFill>
                  <a:srgbClr val="263442"/>
                </a:solidFill>
                <a:latin typeface="Arial" panose="020B0604020202020204" pitchFamily="34" charset="0"/>
              </a:endParaRPr>
            </a:p>
          </p:txBody>
        </p:sp>
        <p:cxnSp>
          <p:nvCxnSpPr>
            <p:cNvPr id="61" name="Build-arrow">
              <a:extLst>
                <a:ext uri="{FF2B5EF4-FFF2-40B4-BE49-F238E27FC236}">
                  <a16:creationId xmlns:a16="http://schemas.microsoft.com/office/drawing/2014/main" id="{C79D37B8-BFAA-999D-ACD1-F1245BBEFBBB}"/>
                </a:ext>
              </a:extLst>
            </p:cNvPr>
            <p:cNvCxnSpPr/>
            <p:nvPr/>
          </p:nvCxnSpPr>
          <p:spPr>
            <a:xfrm>
              <a:off x="8235950" y="2315210"/>
              <a:ext cx="781050" cy="0"/>
            </a:xfrm>
            <a:prstGeom prst="line">
              <a:avLst/>
            </a:prstGeom>
            <a:ln w="27940">
              <a:solidFill>
                <a:srgbClr val="263442"/>
              </a:solidFill>
              <a:tailEnd type="arrow"/>
            </a:ln>
          </p:spPr>
          <p:style>
            <a:lnRef idx="1">
              <a:schemeClr val="accent1"/>
            </a:lnRef>
            <a:fillRef idx="0">
              <a:schemeClr val="accent1"/>
            </a:fillRef>
            <a:effectRef idx="0">
              <a:schemeClr val="accent1"/>
            </a:effectRef>
            <a:fontRef idx="minor">
              <a:schemeClr val="tx1"/>
            </a:fontRef>
          </p:style>
        </p:cxnSp>
        <p:pic>
          <p:nvPicPr>
            <p:cNvPr id="62" name="Global-poses-D55" descr="Global-poses-D55">
              <a:extLst>
                <a:ext uri="{FF2B5EF4-FFF2-40B4-BE49-F238E27FC236}">
                  <a16:creationId xmlns:a16="http://schemas.microsoft.com/office/drawing/2014/main" id="{D78497E9-6EAB-5411-9D8A-C2D659AF1463}"/>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9131300" y="685800"/>
              <a:ext cx="2255520" cy="2819400"/>
            </a:xfrm>
            <a:prstGeom prst="rect">
              <a:avLst/>
            </a:prstGeom>
          </p:spPr>
        </p:pic>
        <p:sp>
          <p:nvSpPr>
            <p:cNvPr id="63" name="Legend-Density">
              <a:extLst>
                <a:ext uri="{FF2B5EF4-FFF2-40B4-BE49-F238E27FC236}">
                  <a16:creationId xmlns:a16="http://schemas.microsoft.com/office/drawing/2014/main" id="{E403C9C1-3012-1A47-E6F1-4F3D2DAF57AF}"/>
                </a:ext>
              </a:extLst>
            </p:cNvPr>
            <p:cNvSpPr/>
            <p:nvPr/>
          </p:nvSpPr>
          <p:spPr>
            <a:xfrm>
              <a:off x="9144000" y="3733800"/>
              <a:ext cx="88900" cy="88900"/>
            </a:xfrm>
            <a:prstGeom prst="rect">
              <a:avLst/>
            </a:prstGeom>
            <a:solidFill>
              <a:srgbClr val="E2E7EB"/>
            </a:solidFill>
            <a:ln w="6350">
              <a:solidFill>
                <a:srgbClr val="A7B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label">
              <a:extLst>
                <a:ext uri="{FF2B5EF4-FFF2-40B4-BE49-F238E27FC236}">
                  <a16:creationId xmlns:a16="http://schemas.microsoft.com/office/drawing/2014/main" id="{026D1032-5EA5-305A-3749-0713FA1A1C8B}"/>
                </a:ext>
              </a:extLst>
            </p:cNvPr>
            <p:cNvSpPr txBox="1"/>
            <p:nvPr/>
          </p:nvSpPr>
          <p:spPr>
            <a:xfrm>
              <a:off x="9270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Density</a:t>
              </a:r>
              <a:endParaRPr lang="zh-CN" altLang="en-US" sz="1030">
                <a:solidFill>
                  <a:srgbClr val="667783"/>
                </a:solidFill>
                <a:latin typeface="Arial" panose="020B0604020202020204" pitchFamily="34" charset="0"/>
              </a:endParaRPr>
            </a:p>
          </p:txBody>
        </p:sp>
        <p:cxnSp>
          <p:nvCxnSpPr>
            <p:cNvPr id="65" name="Legend-Receptor">
              <a:extLst>
                <a:ext uri="{FF2B5EF4-FFF2-40B4-BE49-F238E27FC236}">
                  <a16:creationId xmlns:a16="http://schemas.microsoft.com/office/drawing/2014/main" id="{093AD9D7-A3D3-B77C-36D8-14747D4A5C5D}"/>
                </a:ext>
              </a:extLst>
            </p:cNvPr>
            <p:cNvCxnSpPr/>
            <p:nvPr/>
          </p:nvCxnSpPr>
          <p:spPr>
            <a:xfrm>
              <a:off x="9918700" y="3778250"/>
              <a:ext cx="101600" cy="0"/>
            </a:xfrm>
            <a:prstGeom prst="line">
              <a:avLst/>
            </a:prstGeom>
            <a:ln w="21590">
              <a:solidFill>
                <a:srgbClr val="4C6E83"/>
              </a:solidFill>
            </a:ln>
          </p:spPr>
          <p:style>
            <a:lnRef idx="1">
              <a:schemeClr val="accent1"/>
            </a:lnRef>
            <a:fillRef idx="0">
              <a:schemeClr val="accent1"/>
            </a:fillRef>
            <a:effectRef idx="0">
              <a:schemeClr val="accent1"/>
            </a:effectRef>
            <a:fontRef idx="minor">
              <a:schemeClr val="tx1"/>
            </a:fontRef>
          </p:style>
        </p:cxnSp>
        <p:sp>
          <p:nvSpPr>
            <p:cNvPr id="66" name="label">
              <a:extLst>
                <a:ext uri="{FF2B5EF4-FFF2-40B4-BE49-F238E27FC236}">
                  <a16:creationId xmlns:a16="http://schemas.microsoft.com/office/drawing/2014/main" id="{BC38CA2E-0CBC-C514-7C87-BB9F1A84AACC}"/>
                </a:ext>
              </a:extLst>
            </p:cNvPr>
            <p:cNvSpPr txBox="1"/>
            <p:nvPr/>
          </p:nvSpPr>
          <p:spPr>
            <a:xfrm>
              <a:off x="100456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Receptor</a:t>
              </a:r>
              <a:endParaRPr lang="zh-CN" altLang="en-US" sz="1030">
                <a:solidFill>
                  <a:srgbClr val="667783"/>
                </a:solidFill>
                <a:latin typeface="Arial" panose="020B0604020202020204" pitchFamily="34" charset="0"/>
              </a:endParaRPr>
            </a:p>
          </p:txBody>
        </p:sp>
        <p:cxnSp>
          <p:nvCxnSpPr>
            <p:cNvPr id="67" name="Legend-Ligands">
              <a:extLst>
                <a:ext uri="{FF2B5EF4-FFF2-40B4-BE49-F238E27FC236}">
                  <a16:creationId xmlns:a16="http://schemas.microsoft.com/office/drawing/2014/main" id="{18715357-04B1-49E1-8639-9299E61CF9E1}"/>
                </a:ext>
              </a:extLst>
            </p:cNvPr>
            <p:cNvCxnSpPr/>
            <p:nvPr/>
          </p:nvCxnSpPr>
          <p:spPr>
            <a:xfrm>
              <a:off x="10795000" y="3778250"/>
              <a:ext cx="101600" cy="0"/>
            </a:xfrm>
            <a:prstGeom prst="line">
              <a:avLst/>
            </a:prstGeom>
            <a:ln w="27940">
              <a:solidFill>
                <a:srgbClr val="36986F"/>
              </a:solidFill>
            </a:ln>
          </p:spPr>
          <p:style>
            <a:lnRef idx="1">
              <a:schemeClr val="accent1"/>
            </a:lnRef>
            <a:fillRef idx="0">
              <a:schemeClr val="accent1"/>
            </a:fillRef>
            <a:effectRef idx="0">
              <a:schemeClr val="accent1"/>
            </a:effectRef>
            <a:fontRef idx="minor">
              <a:schemeClr val="tx1"/>
            </a:fontRef>
          </p:style>
        </p:cxnSp>
        <p:sp>
          <p:nvSpPr>
            <p:cNvPr id="68" name="label">
              <a:extLst>
                <a:ext uri="{FF2B5EF4-FFF2-40B4-BE49-F238E27FC236}">
                  <a16:creationId xmlns:a16="http://schemas.microsoft.com/office/drawing/2014/main" id="{44EA7E53-379A-7797-807A-BA2CABC0F6A5}"/>
                </a:ext>
              </a:extLst>
            </p:cNvPr>
            <p:cNvSpPr txBox="1"/>
            <p:nvPr/>
          </p:nvSpPr>
          <p:spPr>
            <a:xfrm>
              <a:off x="10921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Ligands</a:t>
              </a:r>
              <a:endParaRPr lang="zh-CN" altLang="en-US" sz="1030">
                <a:solidFill>
                  <a:srgbClr val="667783"/>
                </a:solidFill>
                <a:latin typeface="Arial" panose="020B0604020202020204" pitchFamily="34" charset="0"/>
              </a:endParaRPr>
            </a:p>
          </p:txBody>
        </p:sp>
        <p:sp>
          <p:nvSpPr>
            <p:cNvPr id="69" name="组合坐标框">
              <a:extLst>
                <a:ext uri="{FF2B5EF4-FFF2-40B4-BE49-F238E27FC236}">
                  <a16:creationId xmlns:a16="http://schemas.microsoft.com/office/drawing/2014/main" id="{E62E5F85-CDF2-D3B8-A63D-E514B3F0ACC2}"/>
                </a:ext>
              </a:extLst>
            </p:cNvPr>
            <p:cNvSpPr/>
            <p:nvPr/>
          </p:nvSpPr>
          <p:spPr>
            <a:xfrm>
              <a:off x="8216900" y="0"/>
              <a:ext cx="368935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065728911"/>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name="right-D35">
    <p:spTree>
      <p:nvGrpSpPr>
        <p:cNvPr id="1" name=""/>
        <p:cNvGrpSpPr/>
        <p:nvPr/>
      </p:nvGrpSpPr>
      <p:grpSpPr>
        <a:xfrm>
          <a:off x="0" y="0"/>
          <a:ext cx="0" cy="0"/>
          <a:chOff x="0" y="0"/>
          <a:chExt cx="0" cy="0"/>
        </a:xfrm>
      </p:grpSpPr>
      <p:grpSp>
        <p:nvGrpSpPr>
          <p:cNvPr id="2" name="Build及输出-D35">
            <a:extLst>
              <a:ext uri="{FF2B5EF4-FFF2-40B4-BE49-F238E27FC236}">
                <a16:creationId xmlns:a16="http://schemas.microsoft.com/office/drawing/2014/main" id="{8CD6AC7C-1C76-8B8D-C109-C010FFE1EF8F}"/>
              </a:ext>
            </a:extLst>
          </p:cNvPr>
          <p:cNvGrpSpPr/>
          <p:nvPr/>
        </p:nvGrpSpPr>
        <p:grpSpPr>
          <a:xfrm>
            <a:off x="8216900" y="0"/>
            <a:ext cx="3689350" cy="4572000"/>
            <a:chOff x="8216900" y="0"/>
            <a:chExt cx="3689350" cy="4572000"/>
          </a:xfrm>
        </p:grpSpPr>
        <p:sp>
          <p:nvSpPr>
            <p:cNvPr id="3" name="label">
              <a:extLst>
                <a:ext uri="{FF2B5EF4-FFF2-40B4-BE49-F238E27FC236}">
                  <a16:creationId xmlns:a16="http://schemas.microsoft.com/office/drawing/2014/main" id="{EA384DD7-4982-D3CC-6BC3-6E8BE052E68D}"/>
                </a:ext>
              </a:extLst>
            </p:cNvPr>
            <p:cNvSpPr txBox="1"/>
            <p:nvPr/>
          </p:nvSpPr>
          <p:spPr>
            <a:xfrm>
              <a:off x="8623300" y="161924"/>
              <a:ext cx="30575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Ligand poses</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8A233248-DDAE-E32F-F483-225004E4C485}"/>
                </a:ext>
              </a:extLst>
            </p:cNvPr>
            <p:cNvSpPr txBox="1"/>
            <p:nvPr/>
          </p:nvSpPr>
          <p:spPr>
            <a:xfrm>
              <a:off x="8229599" y="1971675"/>
              <a:ext cx="78105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Build</a:t>
              </a:r>
              <a:endParaRPr lang="zh-CN" altLang="en-US" sz="1450" b="1">
                <a:solidFill>
                  <a:srgbClr val="263442"/>
                </a:solidFill>
                <a:latin typeface="Arial" panose="020B0604020202020204" pitchFamily="34" charset="0"/>
              </a:endParaRPr>
            </a:p>
          </p:txBody>
        </p:sp>
        <p:cxnSp>
          <p:nvCxnSpPr>
            <p:cNvPr id="5" name="Build-arrow">
              <a:extLst>
                <a:ext uri="{FF2B5EF4-FFF2-40B4-BE49-F238E27FC236}">
                  <a16:creationId xmlns:a16="http://schemas.microsoft.com/office/drawing/2014/main" id="{5BF607A2-0ADA-DA6E-6E24-D52113F8F346}"/>
                </a:ext>
              </a:extLst>
            </p:cNvPr>
            <p:cNvCxnSpPr/>
            <p:nvPr/>
          </p:nvCxnSpPr>
          <p:spPr>
            <a:xfrm>
              <a:off x="8235950" y="2315210"/>
              <a:ext cx="781050" cy="0"/>
            </a:xfrm>
            <a:prstGeom prst="line">
              <a:avLst/>
            </a:prstGeom>
            <a:ln w="27940">
              <a:solidFill>
                <a:srgbClr val="263442"/>
              </a:solidFill>
              <a:tailEnd type="arrow"/>
            </a:ln>
          </p:spPr>
          <p:style>
            <a:lnRef idx="1">
              <a:schemeClr val="accent1"/>
            </a:lnRef>
            <a:fillRef idx="0">
              <a:schemeClr val="accent1"/>
            </a:fillRef>
            <a:effectRef idx="0">
              <a:schemeClr val="accent1"/>
            </a:effectRef>
            <a:fontRef idx="minor">
              <a:schemeClr val="tx1"/>
            </a:fontRef>
          </p:style>
        </p:cxnSp>
        <p:pic>
          <p:nvPicPr>
            <p:cNvPr id="6" name="Global-poses-D35" descr="Global-poses-D35">
              <a:extLst>
                <a:ext uri="{FF2B5EF4-FFF2-40B4-BE49-F238E27FC236}">
                  <a16:creationId xmlns:a16="http://schemas.microsoft.com/office/drawing/2014/main" id="{4C700267-F048-AF8B-90DF-0C356EE659C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31300" y="685800"/>
              <a:ext cx="2255520" cy="2819400"/>
            </a:xfrm>
            <a:prstGeom prst="rect">
              <a:avLst/>
            </a:prstGeom>
          </p:spPr>
        </p:pic>
        <p:sp>
          <p:nvSpPr>
            <p:cNvPr id="7" name="Legend-Density">
              <a:extLst>
                <a:ext uri="{FF2B5EF4-FFF2-40B4-BE49-F238E27FC236}">
                  <a16:creationId xmlns:a16="http://schemas.microsoft.com/office/drawing/2014/main" id="{2BB290D0-B594-3671-9E3E-C78593280DE0}"/>
                </a:ext>
              </a:extLst>
            </p:cNvPr>
            <p:cNvSpPr/>
            <p:nvPr/>
          </p:nvSpPr>
          <p:spPr>
            <a:xfrm>
              <a:off x="9144000" y="3733800"/>
              <a:ext cx="88900" cy="88900"/>
            </a:xfrm>
            <a:prstGeom prst="rect">
              <a:avLst/>
            </a:prstGeom>
            <a:solidFill>
              <a:srgbClr val="E2E7EB"/>
            </a:solidFill>
            <a:ln w="6350">
              <a:solidFill>
                <a:srgbClr val="A7B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abel">
              <a:extLst>
                <a:ext uri="{FF2B5EF4-FFF2-40B4-BE49-F238E27FC236}">
                  <a16:creationId xmlns:a16="http://schemas.microsoft.com/office/drawing/2014/main" id="{84E21902-FB2A-AFC3-57F3-F4960598F243}"/>
                </a:ext>
              </a:extLst>
            </p:cNvPr>
            <p:cNvSpPr txBox="1"/>
            <p:nvPr/>
          </p:nvSpPr>
          <p:spPr>
            <a:xfrm>
              <a:off x="9270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Density</a:t>
              </a:r>
              <a:endParaRPr lang="zh-CN" altLang="en-US" sz="1030">
                <a:solidFill>
                  <a:srgbClr val="667783"/>
                </a:solidFill>
                <a:latin typeface="Arial" panose="020B0604020202020204" pitchFamily="34" charset="0"/>
              </a:endParaRPr>
            </a:p>
          </p:txBody>
        </p:sp>
        <p:cxnSp>
          <p:nvCxnSpPr>
            <p:cNvPr id="9" name="Legend-Receptor">
              <a:extLst>
                <a:ext uri="{FF2B5EF4-FFF2-40B4-BE49-F238E27FC236}">
                  <a16:creationId xmlns:a16="http://schemas.microsoft.com/office/drawing/2014/main" id="{FA4FE62B-DBBD-8704-EB87-D624F257C788}"/>
                </a:ext>
              </a:extLst>
            </p:cNvPr>
            <p:cNvCxnSpPr/>
            <p:nvPr/>
          </p:nvCxnSpPr>
          <p:spPr>
            <a:xfrm>
              <a:off x="9918700" y="3778250"/>
              <a:ext cx="101600" cy="0"/>
            </a:xfrm>
            <a:prstGeom prst="line">
              <a:avLst/>
            </a:prstGeom>
            <a:ln w="21590">
              <a:solidFill>
                <a:srgbClr val="4C6E83"/>
              </a:solidFill>
            </a:ln>
          </p:spPr>
          <p:style>
            <a:lnRef idx="1">
              <a:schemeClr val="accent1"/>
            </a:lnRef>
            <a:fillRef idx="0">
              <a:schemeClr val="accent1"/>
            </a:fillRef>
            <a:effectRef idx="0">
              <a:schemeClr val="accent1"/>
            </a:effectRef>
            <a:fontRef idx="minor">
              <a:schemeClr val="tx1"/>
            </a:fontRef>
          </p:style>
        </p:cxnSp>
        <p:sp>
          <p:nvSpPr>
            <p:cNvPr id="10" name="label">
              <a:extLst>
                <a:ext uri="{FF2B5EF4-FFF2-40B4-BE49-F238E27FC236}">
                  <a16:creationId xmlns:a16="http://schemas.microsoft.com/office/drawing/2014/main" id="{F6B3F6DA-5C5C-4C82-6231-5CB63A9C16DF}"/>
                </a:ext>
              </a:extLst>
            </p:cNvPr>
            <p:cNvSpPr txBox="1"/>
            <p:nvPr/>
          </p:nvSpPr>
          <p:spPr>
            <a:xfrm>
              <a:off x="100456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Receptor</a:t>
              </a:r>
              <a:endParaRPr lang="zh-CN" altLang="en-US" sz="1030">
                <a:solidFill>
                  <a:srgbClr val="667783"/>
                </a:solidFill>
                <a:latin typeface="Arial" panose="020B0604020202020204" pitchFamily="34" charset="0"/>
              </a:endParaRPr>
            </a:p>
          </p:txBody>
        </p:sp>
        <p:cxnSp>
          <p:nvCxnSpPr>
            <p:cNvPr id="11" name="Legend-Ligands">
              <a:extLst>
                <a:ext uri="{FF2B5EF4-FFF2-40B4-BE49-F238E27FC236}">
                  <a16:creationId xmlns:a16="http://schemas.microsoft.com/office/drawing/2014/main" id="{5FA90309-067A-697A-A208-71F9FD2E9B50}"/>
                </a:ext>
              </a:extLst>
            </p:cNvPr>
            <p:cNvCxnSpPr/>
            <p:nvPr/>
          </p:nvCxnSpPr>
          <p:spPr>
            <a:xfrm>
              <a:off x="10795000" y="3778250"/>
              <a:ext cx="101600" cy="0"/>
            </a:xfrm>
            <a:prstGeom prst="line">
              <a:avLst/>
            </a:prstGeom>
            <a:ln w="27940">
              <a:solidFill>
                <a:srgbClr val="36986F"/>
              </a:solidFill>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7C70D1FC-9372-2C87-7AB9-624D1CC8FAA8}"/>
                </a:ext>
              </a:extLst>
            </p:cNvPr>
            <p:cNvSpPr txBox="1"/>
            <p:nvPr/>
          </p:nvSpPr>
          <p:spPr>
            <a:xfrm>
              <a:off x="10921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Ligands</a:t>
              </a:r>
              <a:endParaRPr lang="zh-CN" altLang="en-US" sz="1030">
                <a:solidFill>
                  <a:srgbClr val="667783"/>
                </a:solidFill>
                <a:latin typeface="Arial" panose="020B0604020202020204" pitchFamily="34" charset="0"/>
              </a:endParaRPr>
            </a:p>
          </p:txBody>
        </p:sp>
        <p:sp>
          <p:nvSpPr>
            <p:cNvPr id="13" name="组合坐标框">
              <a:extLst>
                <a:ext uri="{FF2B5EF4-FFF2-40B4-BE49-F238E27FC236}">
                  <a16:creationId xmlns:a16="http://schemas.microsoft.com/office/drawing/2014/main" id="{9AB8B18A-D38F-22A6-213D-B8BCA1E6934B}"/>
                </a:ext>
              </a:extLst>
            </p:cNvPr>
            <p:cNvSpPr/>
            <p:nvPr/>
          </p:nvSpPr>
          <p:spPr>
            <a:xfrm>
              <a:off x="8216900" y="0"/>
              <a:ext cx="368935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05954548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name="right-D70">
    <p:spTree>
      <p:nvGrpSpPr>
        <p:cNvPr id="1" name=""/>
        <p:cNvGrpSpPr/>
        <p:nvPr/>
      </p:nvGrpSpPr>
      <p:grpSpPr>
        <a:xfrm>
          <a:off x="0" y="0"/>
          <a:ext cx="0" cy="0"/>
          <a:chOff x="0" y="0"/>
          <a:chExt cx="0" cy="0"/>
        </a:xfrm>
      </p:grpSpPr>
      <p:grpSp>
        <p:nvGrpSpPr>
          <p:cNvPr id="2" name="Build及输出-D70">
            <a:extLst>
              <a:ext uri="{FF2B5EF4-FFF2-40B4-BE49-F238E27FC236}">
                <a16:creationId xmlns:a16="http://schemas.microsoft.com/office/drawing/2014/main" id="{2867278E-58C5-C59F-A8A0-BF0047DA15F1}"/>
              </a:ext>
            </a:extLst>
          </p:cNvPr>
          <p:cNvGrpSpPr/>
          <p:nvPr/>
        </p:nvGrpSpPr>
        <p:grpSpPr>
          <a:xfrm>
            <a:off x="8216900" y="0"/>
            <a:ext cx="3689350" cy="4572000"/>
            <a:chOff x="8216900" y="0"/>
            <a:chExt cx="3689350" cy="4572000"/>
          </a:xfrm>
        </p:grpSpPr>
        <p:sp>
          <p:nvSpPr>
            <p:cNvPr id="3" name="label">
              <a:extLst>
                <a:ext uri="{FF2B5EF4-FFF2-40B4-BE49-F238E27FC236}">
                  <a16:creationId xmlns:a16="http://schemas.microsoft.com/office/drawing/2014/main" id="{C1402974-D8BA-6BD0-AB1C-697E18C1A116}"/>
                </a:ext>
              </a:extLst>
            </p:cNvPr>
            <p:cNvSpPr txBox="1"/>
            <p:nvPr/>
          </p:nvSpPr>
          <p:spPr>
            <a:xfrm>
              <a:off x="8623300" y="161924"/>
              <a:ext cx="30575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Ligand poses</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29D02417-107A-6DC7-71C9-BC8D2CBE3200}"/>
                </a:ext>
              </a:extLst>
            </p:cNvPr>
            <p:cNvSpPr txBox="1"/>
            <p:nvPr/>
          </p:nvSpPr>
          <p:spPr>
            <a:xfrm>
              <a:off x="8229599" y="1971675"/>
              <a:ext cx="78105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Build</a:t>
              </a:r>
              <a:endParaRPr lang="zh-CN" altLang="en-US" sz="1450" b="1">
                <a:solidFill>
                  <a:srgbClr val="263442"/>
                </a:solidFill>
                <a:latin typeface="Arial" panose="020B0604020202020204" pitchFamily="34" charset="0"/>
              </a:endParaRPr>
            </a:p>
          </p:txBody>
        </p:sp>
        <p:cxnSp>
          <p:nvCxnSpPr>
            <p:cNvPr id="5" name="Build-arrow">
              <a:extLst>
                <a:ext uri="{FF2B5EF4-FFF2-40B4-BE49-F238E27FC236}">
                  <a16:creationId xmlns:a16="http://schemas.microsoft.com/office/drawing/2014/main" id="{40E13784-8F22-9742-91A0-2522B39C723A}"/>
                </a:ext>
              </a:extLst>
            </p:cNvPr>
            <p:cNvCxnSpPr/>
            <p:nvPr/>
          </p:nvCxnSpPr>
          <p:spPr>
            <a:xfrm>
              <a:off x="8235950" y="2315210"/>
              <a:ext cx="781050" cy="0"/>
            </a:xfrm>
            <a:prstGeom prst="line">
              <a:avLst/>
            </a:prstGeom>
            <a:ln w="27940">
              <a:solidFill>
                <a:srgbClr val="263442"/>
              </a:solidFill>
              <a:tailEnd type="arrow"/>
            </a:ln>
          </p:spPr>
          <p:style>
            <a:lnRef idx="1">
              <a:schemeClr val="accent1"/>
            </a:lnRef>
            <a:fillRef idx="0">
              <a:schemeClr val="accent1"/>
            </a:fillRef>
            <a:effectRef idx="0">
              <a:schemeClr val="accent1"/>
            </a:effectRef>
            <a:fontRef idx="minor">
              <a:schemeClr val="tx1"/>
            </a:fontRef>
          </p:style>
        </p:cxnSp>
        <p:pic>
          <p:nvPicPr>
            <p:cNvPr id="6" name="Global-poses-D70" descr="Global-poses-D70">
              <a:extLst>
                <a:ext uri="{FF2B5EF4-FFF2-40B4-BE49-F238E27FC236}">
                  <a16:creationId xmlns:a16="http://schemas.microsoft.com/office/drawing/2014/main" id="{60AE0504-DDDB-1AD5-16E5-B4123D77AA9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31300" y="685800"/>
              <a:ext cx="2255520" cy="2819400"/>
            </a:xfrm>
            <a:prstGeom prst="rect">
              <a:avLst/>
            </a:prstGeom>
          </p:spPr>
        </p:pic>
        <p:sp>
          <p:nvSpPr>
            <p:cNvPr id="7" name="Legend-Density">
              <a:extLst>
                <a:ext uri="{FF2B5EF4-FFF2-40B4-BE49-F238E27FC236}">
                  <a16:creationId xmlns:a16="http://schemas.microsoft.com/office/drawing/2014/main" id="{CD5ABA84-02DA-E226-18DA-103949B9B72E}"/>
                </a:ext>
              </a:extLst>
            </p:cNvPr>
            <p:cNvSpPr/>
            <p:nvPr/>
          </p:nvSpPr>
          <p:spPr>
            <a:xfrm>
              <a:off x="9144000" y="3733800"/>
              <a:ext cx="88900" cy="88900"/>
            </a:xfrm>
            <a:prstGeom prst="rect">
              <a:avLst/>
            </a:prstGeom>
            <a:solidFill>
              <a:srgbClr val="E2E7EB"/>
            </a:solidFill>
            <a:ln w="6350">
              <a:solidFill>
                <a:srgbClr val="A7B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abel">
              <a:extLst>
                <a:ext uri="{FF2B5EF4-FFF2-40B4-BE49-F238E27FC236}">
                  <a16:creationId xmlns:a16="http://schemas.microsoft.com/office/drawing/2014/main" id="{7E8EA53B-867C-EB46-6C50-95357F4D12A8}"/>
                </a:ext>
              </a:extLst>
            </p:cNvPr>
            <p:cNvSpPr txBox="1"/>
            <p:nvPr/>
          </p:nvSpPr>
          <p:spPr>
            <a:xfrm>
              <a:off x="9270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Density</a:t>
              </a:r>
              <a:endParaRPr lang="zh-CN" altLang="en-US" sz="1030">
                <a:solidFill>
                  <a:srgbClr val="667783"/>
                </a:solidFill>
                <a:latin typeface="Arial" panose="020B0604020202020204" pitchFamily="34" charset="0"/>
              </a:endParaRPr>
            </a:p>
          </p:txBody>
        </p:sp>
        <p:cxnSp>
          <p:nvCxnSpPr>
            <p:cNvPr id="9" name="Legend-Receptor">
              <a:extLst>
                <a:ext uri="{FF2B5EF4-FFF2-40B4-BE49-F238E27FC236}">
                  <a16:creationId xmlns:a16="http://schemas.microsoft.com/office/drawing/2014/main" id="{4EC97632-FEA3-AEC4-9FB2-6F2E7AB9B755}"/>
                </a:ext>
              </a:extLst>
            </p:cNvPr>
            <p:cNvCxnSpPr/>
            <p:nvPr/>
          </p:nvCxnSpPr>
          <p:spPr>
            <a:xfrm>
              <a:off x="9918700" y="3778250"/>
              <a:ext cx="101600" cy="0"/>
            </a:xfrm>
            <a:prstGeom prst="line">
              <a:avLst/>
            </a:prstGeom>
            <a:ln w="21590">
              <a:solidFill>
                <a:srgbClr val="4C6E83"/>
              </a:solidFill>
            </a:ln>
          </p:spPr>
          <p:style>
            <a:lnRef idx="1">
              <a:schemeClr val="accent1"/>
            </a:lnRef>
            <a:fillRef idx="0">
              <a:schemeClr val="accent1"/>
            </a:fillRef>
            <a:effectRef idx="0">
              <a:schemeClr val="accent1"/>
            </a:effectRef>
            <a:fontRef idx="minor">
              <a:schemeClr val="tx1"/>
            </a:fontRef>
          </p:style>
        </p:cxnSp>
        <p:sp>
          <p:nvSpPr>
            <p:cNvPr id="10" name="label">
              <a:extLst>
                <a:ext uri="{FF2B5EF4-FFF2-40B4-BE49-F238E27FC236}">
                  <a16:creationId xmlns:a16="http://schemas.microsoft.com/office/drawing/2014/main" id="{60AC366A-ED8A-DFB2-6295-4C21DDA37A14}"/>
                </a:ext>
              </a:extLst>
            </p:cNvPr>
            <p:cNvSpPr txBox="1"/>
            <p:nvPr/>
          </p:nvSpPr>
          <p:spPr>
            <a:xfrm>
              <a:off x="100456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Receptor</a:t>
              </a:r>
              <a:endParaRPr lang="zh-CN" altLang="en-US" sz="1030">
                <a:solidFill>
                  <a:srgbClr val="667783"/>
                </a:solidFill>
                <a:latin typeface="Arial" panose="020B0604020202020204" pitchFamily="34" charset="0"/>
              </a:endParaRPr>
            </a:p>
          </p:txBody>
        </p:sp>
        <p:cxnSp>
          <p:nvCxnSpPr>
            <p:cNvPr id="11" name="Legend-Ligands">
              <a:extLst>
                <a:ext uri="{FF2B5EF4-FFF2-40B4-BE49-F238E27FC236}">
                  <a16:creationId xmlns:a16="http://schemas.microsoft.com/office/drawing/2014/main" id="{46D4BAD2-425A-4866-7DF5-2EE215324F6E}"/>
                </a:ext>
              </a:extLst>
            </p:cNvPr>
            <p:cNvCxnSpPr/>
            <p:nvPr/>
          </p:nvCxnSpPr>
          <p:spPr>
            <a:xfrm>
              <a:off x="10795000" y="3778250"/>
              <a:ext cx="101600" cy="0"/>
            </a:xfrm>
            <a:prstGeom prst="line">
              <a:avLst/>
            </a:prstGeom>
            <a:ln w="27940">
              <a:solidFill>
                <a:srgbClr val="36986F"/>
              </a:solidFill>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BAD85952-2F6E-1EE4-B34E-F5058E8E655F}"/>
                </a:ext>
              </a:extLst>
            </p:cNvPr>
            <p:cNvSpPr txBox="1"/>
            <p:nvPr/>
          </p:nvSpPr>
          <p:spPr>
            <a:xfrm>
              <a:off x="10921999" y="3676650"/>
              <a:ext cx="660400" cy="203200"/>
            </a:xfrm>
            <a:prstGeom prst="rect">
              <a:avLst/>
            </a:prstGeom>
            <a:noFill/>
          </p:spPr>
          <p:txBody>
            <a:bodyPr vert="horz" wrap="none" lIns="0" tIns="0" rIns="0" bIns="0" rtlCol="0" anchor="ctr">
              <a:noAutofit/>
            </a:bodyPr>
            <a:lstStyle/>
            <a:p>
              <a:r>
                <a:rPr lang="en-US" altLang="zh-CN" sz="1030">
                  <a:solidFill>
                    <a:srgbClr val="667783"/>
                  </a:solidFill>
                  <a:latin typeface="Arial" panose="020B0604020202020204" pitchFamily="34" charset="0"/>
                </a:rPr>
                <a:t>Ligands</a:t>
              </a:r>
              <a:endParaRPr lang="zh-CN" altLang="en-US" sz="1030">
                <a:solidFill>
                  <a:srgbClr val="667783"/>
                </a:solidFill>
                <a:latin typeface="Arial" panose="020B0604020202020204" pitchFamily="34" charset="0"/>
              </a:endParaRPr>
            </a:p>
          </p:txBody>
        </p:sp>
        <p:sp>
          <p:nvSpPr>
            <p:cNvPr id="13" name="组合坐标框">
              <a:extLst>
                <a:ext uri="{FF2B5EF4-FFF2-40B4-BE49-F238E27FC236}">
                  <a16:creationId xmlns:a16="http://schemas.microsoft.com/office/drawing/2014/main" id="{597E7FD4-6D3E-2D62-57FF-796989872CCE}"/>
                </a:ext>
              </a:extLst>
            </p:cNvPr>
            <p:cNvSpPr/>
            <p:nvPr/>
          </p:nvSpPr>
          <p:spPr>
            <a:xfrm>
              <a:off x="8216900" y="0"/>
              <a:ext cx="368935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548894755"/>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1B264-95CC-4DCF-ED3C-B23E69EAABA2}"/>
            </a:ext>
          </a:extLst>
        </p:cNvPr>
        <p:cNvGrpSpPr/>
        <p:nvPr/>
      </p:nvGrpSpPr>
      <p:grpSpPr>
        <a:xfrm>
          <a:off x="0" y="0"/>
          <a:ext cx="0" cy="0"/>
          <a:chOff x="0" y="0"/>
          <a:chExt cx="0" cy="0"/>
        </a:xfrm>
      </p:grpSpPr>
      <p:pic>
        <p:nvPicPr>
          <p:cNvPr id="69" name="Global-candidate-D55" descr="Global-candidate-D55">
            <a:extLst>
              <a:ext uri="{FF2B5EF4-FFF2-40B4-BE49-F238E27FC236}">
                <a16:creationId xmlns:a16="http://schemas.microsoft.com/office/drawing/2014/main" id="{6B0B26AD-2C91-4B98-0860-5534624CCF1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622550" y="717550"/>
            <a:ext cx="2255520" cy="2819400"/>
          </a:xfrm>
          <a:prstGeom prst="rect">
            <a:avLst/>
          </a:prstGeom>
        </p:spPr>
      </p:pic>
      <p:grpSp>
        <p:nvGrpSpPr>
          <p:cNvPr id="2" name="Build左侧-A">
            <a:extLst>
              <a:ext uri="{FF2B5EF4-FFF2-40B4-BE49-F238E27FC236}">
                <a16:creationId xmlns:a16="http://schemas.microsoft.com/office/drawing/2014/main" id="{9A36337F-C776-E102-8B76-D4F1BF7B0433}"/>
              </a:ext>
            </a:extLst>
          </p:cNvPr>
          <p:cNvGrpSpPr/>
          <p:nvPr/>
        </p:nvGrpSpPr>
        <p:grpSpPr>
          <a:xfrm>
            <a:off x="0" y="0"/>
            <a:ext cx="8621713" cy="4572000"/>
            <a:chOff x="0" y="0"/>
            <a:chExt cx="8621713" cy="4572000"/>
          </a:xfrm>
        </p:grpSpPr>
        <p:sp>
          <p:nvSpPr>
            <p:cNvPr id="3" name="label">
              <a:extLst>
                <a:ext uri="{FF2B5EF4-FFF2-40B4-BE49-F238E27FC236}">
                  <a16:creationId xmlns:a16="http://schemas.microsoft.com/office/drawing/2014/main" id="{4621ED44-9366-3941-CF64-17C9F23F00ED}"/>
                </a:ext>
              </a:extLst>
            </p:cNvPr>
            <p:cNvSpPr txBox="1"/>
            <p:nvPr/>
          </p:nvSpPr>
          <p:spPr>
            <a:xfrm>
              <a:off x="231775" y="161924"/>
              <a:ext cx="1695450"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Input</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87E01BB7-93CC-9EA4-E7C2-FE01F936FD9F}"/>
                </a:ext>
              </a:extLst>
            </p:cNvPr>
            <p:cNvSpPr txBox="1"/>
            <p:nvPr/>
          </p:nvSpPr>
          <p:spPr>
            <a:xfrm>
              <a:off x="2576893" y="161924"/>
              <a:ext cx="23336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Candidate blob</a:t>
              </a:r>
              <a:endParaRPr lang="zh-CN" altLang="en-US" sz="1650" b="1">
                <a:solidFill>
                  <a:srgbClr val="263442"/>
                </a:solidFill>
                <a:latin typeface="Arial" panose="020B0604020202020204" pitchFamily="34" charset="0"/>
              </a:endParaRPr>
            </a:p>
          </p:txBody>
        </p:sp>
        <p:sp>
          <p:nvSpPr>
            <p:cNvPr id="5" name="label">
              <a:extLst>
                <a:ext uri="{FF2B5EF4-FFF2-40B4-BE49-F238E27FC236}">
                  <a16:creationId xmlns:a16="http://schemas.microsoft.com/office/drawing/2014/main" id="{D214CB5C-F1E4-5C43-C22A-C07E0836F768}"/>
                </a:ext>
              </a:extLst>
            </p:cNvPr>
            <p:cNvSpPr txBox="1"/>
            <p:nvPr/>
          </p:nvSpPr>
          <p:spPr>
            <a:xfrm>
              <a:off x="5487988" y="161924"/>
              <a:ext cx="3133725" cy="285750"/>
            </a:xfrm>
            <a:prstGeom prst="rect">
              <a:avLst/>
            </a:prstGeom>
            <a:noFill/>
          </p:spPr>
          <p:txBody>
            <a:bodyPr vert="horz" wrap="none" lIns="0" tIns="0" rIns="0" bIns="0" rtlCol="0" anchor="ctr">
              <a:noAutofit/>
            </a:bodyPr>
            <a:lstStyle/>
            <a:p>
              <a:pPr algn="ctr"/>
              <a:r>
                <a:rPr lang="en-US" altLang="zh-CN" sz="1600" b="1">
                  <a:solidFill>
                    <a:srgbClr val="263442"/>
                  </a:solidFill>
                  <a:latin typeface="Arial" panose="020B0604020202020204" pitchFamily="34" charset="0"/>
                </a:rPr>
                <a:t>Ligand identity assignment</a:t>
              </a:r>
              <a:endParaRPr lang="zh-CN" altLang="en-US" sz="1600" b="1">
                <a:solidFill>
                  <a:srgbClr val="263442"/>
                </a:solidFill>
                <a:latin typeface="Arial" panose="020B0604020202020204" pitchFamily="34" charset="0"/>
              </a:endParaRPr>
            </a:p>
          </p:txBody>
        </p:sp>
        <p:sp>
          <p:nvSpPr>
            <p:cNvPr id="6" name="Input-map-and-receptor">
              <a:extLst>
                <a:ext uri="{FF2B5EF4-FFF2-40B4-BE49-F238E27FC236}">
                  <a16:creationId xmlns:a16="http://schemas.microsoft.com/office/drawing/2014/main" id="{CC064077-AD15-6656-91C4-8E257F7F45C0}"/>
                </a:ext>
              </a:extLst>
            </p:cNvPr>
            <p:cNvSpPr/>
            <p:nvPr/>
          </p:nvSpPr>
          <p:spPr>
            <a:xfrm>
              <a:off x="444500" y="552450"/>
              <a:ext cx="1270000" cy="2771775"/>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abel">
              <a:extLst>
                <a:ext uri="{FF2B5EF4-FFF2-40B4-BE49-F238E27FC236}">
                  <a16:creationId xmlns:a16="http://schemas.microsoft.com/office/drawing/2014/main" id="{067F0616-730D-74E8-11B6-C5266C402262}"/>
                </a:ext>
              </a:extLst>
            </p:cNvPr>
            <p:cNvSpPr txBox="1"/>
            <p:nvPr/>
          </p:nvSpPr>
          <p:spPr>
            <a:xfrm>
              <a:off x="469899" y="1714500"/>
              <a:ext cx="1219200" cy="203200"/>
            </a:xfrm>
            <a:prstGeom prst="rect">
              <a:avLst/>
            </a:prstGeom>
            <a:noFill/>
          </p:spPr>
          <p:txBody>
            <a:bodyPr vert="horz" wrap="none" lIns="0" tIns="0" rIns="0" bIns="0" rtlCol="0" anchor="ctr">
              <a:noAutofit/>
            </a:bodyPr>
            <a:lstStyle/>
            <a:p>
              <a:pPr algn="ctr"/>
              <a:r>
                <a:rPr lang="en-US" altLang="zh-CN" sz="1240" b="1">
                  <a:solidFill>
                    <a:srgbClr val="263442"/>
                  </a:solidFill>
                  <a:latin typeface="Arial" panose="020B0604020202020204" pitchFamily="34" charset="0"/>
                </a:rPr>
                <a:t>Cryo-EM map</a:t>
              </a:r>
              <a:endParaRPr lang="zh-CN" altLang="en-US" sz="1240" b="1">
                <a:solidFill>
                  <a:srgbClr val="263442"/>
                </a:solidFill>
                <a:latin typeface="Arial" panose="020B0604020202020204" pitchFamily="34" charset="0"/>
              </a:endParaRPr>
            </a:p>
          </p:txBody>
        </p:sp>
        <p:sp>
          <p:nvSpPr>
            <p:cNvPr id="10" name="label">
              <a:extLst>
                <a:ext uri="{FF2B5EF4-FFF2-40B4-BE49-F238E27FC236}">
                  <a16:creationId xmlns:a16="http://schemas.microsoft.com/office/drawing/2014/main" id="{1FC2DCFA-8708-5895-CBFC-88E496A2B3FA}"/>
                </a:ext>
              </a:extLst>
            </p:cNvPr>
            <p:cNvSpPr txBox="1"/>
            <p:nvPr/>
          </p:nvSpPr>
          <p:spPr>
            <a:xfrm>
              <a:off x="457199" y="3124200"/>
              <a:ext cx="1244600" cy="203200"/>
            </a:xfrm>
            <a:prstGeom prst="rect">
              <a:avLst/>
            </a:prstGeom>
            <a:noFill/>
          </p:spPr>
          <p:txBody>
            <a:bodyPr vert="horz" wrap="none" lIns="0" tIns="0" rIns="0" bIns="0" rtlCol="0" anchor="ctr">
              <a:noAutofit/>
            </a:bodyPr>
            <a:lstStyle/>
            <a:p>
              <a:pPr algn="ctr"/>
              <a:r>
                <a:rPr lang="en-US" altLang="zh-CN" sz="1070" b="1">
                  <a:solidFill>
                    <a:srgbClr val="263442"/>
                  </a:solidFill>
                  <a:latin typeface="Arial" panose="020B0604020202020204" pitchFamily="34" charset="0"/>
                </a:rPr>
                <a:t>Receptor structure</a:t>
              </a:r>
              <a:endParaRPr lang="zh-CN" altLang="en-US" sz="1070" b="1">
                <a:solidFill>
                  <a:srgbClr val="263442"/>
                </a:solidFill>
                <a:latin typeface="Arial" panose="020B0604020202020204" pitchFamily="34" charset="0"/>
              </a:endParaRPr>
            </a:p>
          </p:txBody>
        </p:sp>
        <p:cxnSp>
          <p:nvCxnSpPr>
            <p:cNvPr id="11" name="CryoAtom2-flow">
              <a:extLst>
                <a:ext uri="{FF2B5EF4-FFF2-40B4-BE49-F238E27FC236}">
                  <a16:creationId xmlns:a16="http://schemas.microsoft.com/office/drawing/2014/main" id="{B613B56C-3596-FF58-8BF2-C04C2D6005F4}"/>
                </a:ext>
              </a:extLst>
            </p:cNvPr>
            <p:cNvCxnSpPr/>
            <p:nvPr/>
          </p:nvCxnSpPr>
          <p:spPr>
            <a:xfrm>
              <a:off x="977900" y="1943100"/>
              <a:ext cx="0" cy="203200"/>
            </a:xfrm>
            <a:prstGeom prst="line">
              <a:avLst/>
            </a:prstGeom>
            <a:ln w="10160">
              <a:solidFill>
                <a:srgbClr val="667783"/>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9A93995B-0C72-1CDE-2DFE-AE30F32D402A}"/>
                </a:ext>
              </a:extLst>
            </p:cNvPr>
            <p:cNvSpPr txBox="1"/>
            <p:nvPr/>
          </p:nvSpPr>
          <p:spPr>
            <a:xfrm>
              <a:off x="1015999" y="1943100"/>
              <a:ext cx="660400" cy="177800"/>
            </a:xfrm>
            <a:prstGeom prst="rect">
              <a:avLst/>
            </a:prstGeom>
            <a:noFill/>
          </p:spPr>
          <p:txBody>
            <a:bodyPr vert="horz" wrap="none" lIns="0" tIns="0" rIns="0" bIns="0" rtlCol="0" anchor="ctr">
              <a:noAutofit/>
            </a:bodyPr>
            <a:lstStyle/>
            <a:p>
              <a:r>
                <a:rPr lang="en-US" altLang="zh-CN" sz="1070">
                  <a:solidFill>
                    <a:srgbClr val="667783"/>
                  </a:solidFill>
                  <a:latin typeface="Arial" panose="020B0604020202020204" pitchFamily="34" charset="0"/>
                </a:rPr>
                <a:t>CryoAtom2</a:t>
              </a:r>
              <a:endParaRPr lang="zh-CN" altLang="en-US" sz="1070">
                <a:solidFill>
                  <a:srgbClr val="667783"/>
                </a:solidFill>
                <a:latin typeface="Arial" panose="020B0604020202020204" pitchFamily="34" charset="0"/>
              </a:endParaRPr>
            </a:p>
          </p:txBody>
        </p:sp>
        <p:sp>
          <p:nvSpPr>
            <p:cNvPr id="13" name="SMILES-frame">
              <a:extLst>
                <a:ext uri="{FF2B5EF4-FFF2-40B4-BE49-F238E27FC236}">
                  <a16:creationId xmlns:a16="http://schemas.microsoft.com/office/drawing/2014/main" id="{BE4108BF-1B7C-BF05-12D0-35F60475EBB3}"/>
                </a:ext>
              </a:extLst>
            </p:cNvPr>
            <p:cNvSpPr/>
            <p:nvPr/>
          </p:nvSpPr>
          <p:spPr>
            <a:xfrm>
              <a:off x="444500" y="3409950"/>
              <a:ext cx="1270000" cy="987044"/>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SMILES-BTN">
              <a:extLst>
                <a:ext uri="{FF2B5EF4-FFF2-40B4-BE49-F238E27FC236}">
                  <a16:creationId xmlns:a16="http://schemas.microsoft.com/office/drawing/2014/main" id="{6CF9B5E1-0BED-8A7A-F008-E0AB087A3288}"/>
                </a:ext>
              </a:extLst>
            </p:cNvPr>
            <p:cNvSpPr txBox="1"/>
            <p:nvPr/>
          </p:nvSpPr>
          <p:spPr>
            <a:xfrm>
              <a:off x="533399" y="3454400"/>
              <a:ext cx="1143000" cy="228600"/>
            </a:xfrm>
            <a:prstGeom prst="rect">
              <a:avLst/>
            </a:prstGeom>
            <a:noFill/>
          </p:spPr>
          <p:txBody>
            <a:bodyPr vert="horz" wrap="none" lIns="0" tIns="0" rIns="0" bIns="0" rtlCol="0" anchor="ctr">
              <a:noAutofit/>
            </a:bodyPr>
            <a:lstStyle/>
            <a:p>
              <a:r>
                <a:rPr lang="en-US" altLang="zh-CN" sz="625">
                  <a:solidFill>
                    <a:srgbClr val="36986F"/>
                  </a:solidFill>
                  <a:latin typeface="Consolas" panose="020B0609020204030204" pitchFamily="49" charset="0"/>
                </a:rPr>
                <a:t>O=C(O)CCCC[C@@H]1SC[C@@</a:t>
              </a:r>
            </a:p>
            <a:p>
              <a:r>
                <a:rPr lang="en-US" altLang="zh-CN" sz="625">
                  <a:solidFill>
                    <a:srgbClr val="36986F"/>
                  </a:solidFill>
                  <a:latin typeface="Consolas" panose="020B0609020204030204" pitchFamily="49" charset="0"/>
                </a:rPr>
                <a:t>H]2NC(=O)N[C@@H]21</a:t>
              </a:r>
              <a:endParaRPr lang="zh-CN" altLang="en-US" sz="625">
                <a:solidFill>
                  <a:srgbClr val="36986F"/>
                </a:solidFill>
                <a:latin typeface="Consolas" panose="020B0609020204030204" pitchFamily="49" charset="0"/>
              </a:endParaRPr>
            </a:p>
          </p:txBody>
        </p:sp>
        <p:sp>
          <p:nvSpPr>
            <p:cNvPr id="15" name="SMILES-DTB">
              <a:extLst>
                <a:ext uri="{FF2B5EF4-FFF2-40B4-BE49-F238E27FC236}">
                  <a16:creationId xmlns:a16="http://schemas.microsoft.com/office/drawing/2014/main" id="{359CBE0A-F1F3-E011-52AA-923C1FFA5A58}"/>
                </a:ext>
              </a:extLst>
            </p:cNvPr>
            <p:cNvSpPr txBox="1"/>
            <p:nvPr/>
          </p:nvSpPr>
          <p:spPr>
            <a:xfrm>
              <a:off x="533399" y="3685540"/>
              <a:ext cx="1143000" cy="228600"/>
            </a:xfrm>
            <a:prstGeom prst="rect">
              <a:avLst/>
            </a:prstGeom>
            <a:noFill/>
          </p:spPr>
          <p:txBody>
            <a:bodyPr vert="horz" wrap="none" lIns="0" tIns="0" rIns="0" bIns="0" rtlCol="0" anchor="ctr">
              <a:noAutofit/>
            </a:bodyPr>
            <a:lstStyle/>
            <a:p>
              <a:r>
                <a:rPr lang="en-US" altLang="zh-CN" sz="625">
                  <a:solidFill>
                    <a:srgbClr val="C49B32"/>
                  </a:solidFill>
                  <a:latin typeface="Consolas" panose="020B0609020204030204" pitchFamily="49" charset="0"/>
                </a:rPr>
                <a:t>C[C@@H]1NC(=O)N[C@@H]1C</a:t>
              </a:r>
            </a:p>
            <a:p>
              <a:r>
                <a:rPr lang="en-US" altLang="zh-CN" sz="625">
                  <a:solidFill>
                    <a:srgbClr val="C49B32"/>
                  </a:solidFill>
                  <a:latin typeface="Consolas" panose="020B0609020204030204" pitchFamily="49" charset="0"/>
                </a:rPr>
                <a:t>CCCCC(=O)O</a:t>
              </a:r>
              <a:endParaRPr lang="zh-CN" altLang="en-US" sz="625">
                <a:solidFill>
                  <a:srgbClr val="C49B32"/>
                </a:solidFill>
                <a:latin typeface="Consolas" panose="020B0609020204030204" pitchFamily="49" charset="0"/>
              </a:endParaRPr>
            </a:p>
          </p:txBody>
        </p:sp>
        <p:sp>
          <p:nvSpPr>
            <p:cNvPr id="16" name="SMILES-IMI">
              <a:extLst>
                <a:ext uri="{FF2B5EF4-FFF2-40B4-BE49-F238E27FC236}">
                  <a16:creationId xmlns:a16="http://schemas.microsoft.com/office/drawing/2014/main" id="{2BE99202-472C-D9EE-24A0-FCC6FA95AF0C}"/>
                </a:ext>
              </a:extLst>
            </p:cNvPr>
            <p:cNvSpPr txBox="1"/>
            <p:nvPr/>
          </p:nvSpPr>
          <p:spPr>
            <a:xfrm>
              <a:off x="533399" y="3916680"/>
              <a:ext cx="1143000" cy="228600"/>
            </a:xfrm>
            <a:prstGeom prst="rect">
              <a:avLst/>
            </a:prstGeom>
            <a:noFill/>
          </p:spPr>
          <p:txBody>
            <a:bodyPr vert="horz" wrap="none" lIns="0" tIns="0" rIns="0" bIns="0" rtlCol="0" anchor="ctr">
              <a:noAutofit/>
            </a:bodyPr>
            <a:lstStyle/>
            <a:p>
              <a:r>
                <a:rPr lang="en-US" altLang="zh-CN" sz="625">
                  <a:solidFill>
                    <a:srgbClr val="CB627F"/>
                  </a:solidFill>
                  <a:latin typeface="Consolas" panose="020B0609020204030204" pitchFamily="49" charset="0"/>
                </a:rPr>
                <a:t>N=C1N[C@H]2[C@H](CS[C@H</a:t>
              </a:r>
            </a:p>
            <a:p>
              <a:r>
                <a:rPr lang="en-US" altLang="zh-CN" sz="625">
                  <a:solidFill>
                    <a:srgbClr val="CB627F"/>
                  </a:solidFill>
                  <a:latin typeface="Consolas" panose="020B0609020204030204" pitchFamily="49" charset="0"/>
                </a:rPr>
                <a:t>]2CCCCC(=O)O)N1</a:t>
              </a:r>
              <a:endParaRPr lang="zh-CN" altLang="en-US" sz="625">
                <a:solidFill>
                  <a:srgbClr val="CB627F"/>
                </a:solidFill>
                <a:latin typeface="Consolas" panose="020B0609020204030204" pitchFamily="49" charset="0"/>
              </a:endParaRPr>
            </a:p>
          </p:txBody>
        </p:sp>
        <p:sp>
          <p:nvSpPr>
            <p:cNvPr id="17" name="label">
              <a:extLst>
                <a:ext uri="{FF2B5EF4-FFF2-40B4-BE49-F238E27FC236}">
                  <a16:creationId xmlns:a16="http://schemas.microsoft.com/office/drawing/2014/main" id="{179F0B73-E73D-EBF7-2151-5BFF113E7BF0}"/>
                </a:ext>
              </a:extLst>
            </p:cNvPr>
            <p:cNvSpPr txBox="1"/>
            <p:nvPr/>
          </p:nvSpPr>
          <p:spPr>
            <a:xfrm>
              <a:off x="507999" y="4178300"/>
              <a:ext cx="1143000" cy="190500"/>
            </a:xfrm>
            <a:prstGeom prst="rect">
              <a:avLst/>
            </a:prstGeom>
            <a:noFill/>
          </p:spPr>
          <p:txBody>
            <a:bodyPr vert="horz" wrap="none" lIns="0" tIns="0" rIns="0" bIns="0" rtlCol="0" anchor="ctr">
              <a:noAutofit/>
            </a:bodyPr>
            <a:lstStyle/>
            <a:p>
              <a:pPr algn="ctr"/>
              <a:r>
                <a:rPr lang="en-US" altLang="zh-CN" sz="1200" b="1">
                  <a:solidFill>
                    <a:srgbClr val="263442"/>
                  </a:solidFill>
                  <a:latin typeface="Arial" panose="020B0604020202020204" pitchFamily="34" charset="0"/>
                </a:rPr>
                <a:t>SMILES</a:t>
              </a:r>
              <a:endParaRPr lang="zh-CN" altLang="en-US" sz="1200" b="1">
                <a:solidFill>
                  <a:srgbClr val="263442"/>
                </a:solidFill>
                <a:latin typeface="Arial" panose="020B0604020202020204" pitchFamily="34" charset="0"/>
              </a:endParaRPr>
            </a:p>
          </p:txBody>
        </p:sp>
        <p:sp>
          <p:nvSpPr>
            <p:cNvPr id="19" name="Global-label-B1">
              <a:extLst>
                <a:ext uri="{FF2B5EF4-FFF2-40B4-BE49-F238E27FC236}">
                  <a16:creationId xmlns:a16="http://schemas.microsoft.com/office/drawing/2014/main" id="{CE660D63-672F-7C75-FF69-F1EB3A298F18}"/>
                </a:ext>
              </a:extLst>
            </p:cNvPr>
            <p:cNvSpPr txBox="1"/>
            <p:nvPr/>
          </p:nvSpPr>
          <p:spPr>
            <a:xfrm>
              <a:off x="4427473" y="1669123"/>
              <a:ext cx="266700" cy="165100"/>
            </a:xfrm>
            <a:prstGeom prst="rect">
              <a:avLst/>
            </a:prstGeom>
            <a:noFill/>
          </p:spPr>
          <p:txBody>
            <a:bodyPr vert="horz" wrap="none" lIns="0" tIns="0" rIns="0" bIns="0" rtlCol="0" anchor="ctr">
              <a:noAutofit/>
            </a:bodyPr>
            <a:lstStyle/>
            <a:p>
              <a:r>
                <a:rPr lang="en-US" altLang="zh-CN" sz="1050" b="1" dirty="0">
                  <a:solidFill>
                    <a:srgbClr val="24634E"/>
                  </a:solidFill>
                  <a:latin typeface="Arial" panose="020B0604020202020204" pitchFamily="34" charset="0"/>
                </a:rPr>
                <a:t>B1</a:t>
              </a:r>
              <a:endParaRPr lang="zh-CN" altLang="en-US" sz="1050" b="1" dirty="0">
                <a:solidFill>
                  <a:srgbClr val="24634E"/>
                </a:solidFill>
                <a:latin typeface="Arial" panose="020B0604020202020204" pitchFamily="34" charset="0"/>
              </a:endParaRPr>
            </a:p>
          </p:txBody>
        </p:sp>
        <p:sp>
          <p:nvSpPr>
            <p:cNvPr id="20" name="Global-label-B2">
              <a:extLst>
                <a:ext uri="{FF2B5EF4-FFF2-40B4-BE49-F238E27FC236}">
                  <a16:creationId xmlns:a16="http://schemas.microsoft.com/office/drawing/2014/main" id="{DE0CF208-C07A-8CAF-CB69-E6FFE862FE1C}"/>
                </a:ext>
              </a:extLst>
            </p:cNvPr>
            <p:cNvSpPr txBox="1"/>
            <p:nvPr/>
          </p:nvSpPr>
          <p:spPr>
            <a:xfrm>
              <a:off x="2769818" y="2455307"/>
              <a:ext cx="266700" cy="165100"/>
            </a:xfrm>
            <a:prstGeom prst="rect">
              <a:avLst/>
            </a:prstGeom>
            <a:noFill/>
          </p:spPr>
          <p:txBody>
            <a:bodyPr vert="horz" wrap="none" lIns="0" tIns="0" rIns="0" bIns="0" rtlCol="0" anchor="ctr">
              <a:noAutofit/>
            </a:bodyPr>
            <a:lstStyle/>
            <a:p>
              <a:r>
                <a:rPr lang="en-US" altLang="zh-CN" sz="1050" b="1" dirty="0">
                  <a:solidFill>
                    <a:srgbClr val="24634E"/>
                  </a:solidFill>
                  <a:latin typeface="Arial" panose="020B0604020202020204" pitchFamily="34" charset="0"/>
                </a:rPr>
                <a:t>B3</a:t>
              </a:r>
              <a:endParaRPr lang="zh-CN" altLang="en-US" sz="1050" b="1" dirty="0">
                <a:solidFill>
                  <a:srgbClr val="24634E"/>
                </a:solidFill>
                <a:latin typeface="Arial" panose="020B0604020202020204" pitchFamily="34" charset="0"/>
              </a:endParaRPr>
            </a:p>
          </p:txBody>
        </p:sp>
        <p:sp>
          <p:nvSpPr>
            <p:cNvPr id="21" name="Global-label-B3">
              <a:extLst>
                <a:ext uri="{FF2B5EF4-FFF2-40B4-BE49-F238E27FC236}">
                  <a16:creationId xmlns:a16="http://schemas.microsoft.com/office/drawing/2014/main" id="{B8A32733-9923-DA48-071A-ACF807CD58F8}"/>
                </a:ext>
              </a:extLst>
            </p:cNvPr>
            <p:cNvSpPr txBox="1"/>
            <p:nvPr/>
          </p:nvSpPr>
          <p:spPr>
            <a:xfrm>
              <a:off x="2597657" y="2067641"/>
              <a:ext cx="266700" cy="165100"/>
            </a:xfrm>
            <a:prstGeom prst="rect">
              <a:avLst/>
            </a:prstGeom>
            <a:noFill/>
          </p:spPr>
          <p:txBody>
            <a:bodyPr vert="horz" wrap="none" lIns="0" tIns="0" rIns="0" bIns="0" rtlCol="0" anchor="ctr">
              <a:noAutofit/>
            </a:bodyPr>
            <a:lstStyle/>
            <a:p>
              <a:r>
                <a:rPr lang="en-US" altLang="zh-CN" sz="1050" b="1" dirty="0">
                  <a:solidFill>
                    <a:srgbClr val="4E5964"/>
                  </a:solidFill>
                  <a:latin typeface="Arial" panose="020B0604020202020204" pitchFamily="34" charset="0"/>
                </a:rPr>
                <a:t>B4</a:t>
              </a:r>
              <a:endParaRPr lang="zh-CN" altLang="en-US" sz="1050" b="1" dirty="0">
                <a:solidFill>
                  <a:srgbClr val="4E5964"/>
                </a:solidFill>
                <a:latin typeface="Arial" panose="020B0604020202020204" pitchFamily="34" charset="0"/>
              </a:endParaRPr>
            </a:p>
          </p:txBody>
        </p:sp>
        <p:sp>
          <p:nvSpPr>
            <p:cNvPr id="22" name="Global-label-B4">
              <a:extLst>
                <a:ext uri="{FF2B5EF4-FFF2-40B4-BE49-F238E27FC236}">
                  <a16:creationId xmlns:a16="http://schemas.microsoft.com/office/drawing/2014/main" id="{75DFC2B2-5348-346F-FE1B-3880F3B3AB86}"/>
                </a:ext>
              </a:extLst>
            </p:cNvPr>
            <p:cNvSpPr txBox="1"/>
            <p:nvPr/>
          </p:nvSpPr>
          <p:spPr>
            <a:xfrm>
              <a:off x="4480102" y="2375677"/>
              <a:ext cx="266700" cy="165100"/>
            </a:xfrm>
            <a:prstGeom prst="rect">
              <a:avLst/>
            </a:prstGeom>
            <a:noFill/>
          </p:spPr>
          <p:txBody>
            <a:bodyPr vert="horz" wrap="none" lIns="0" tIns="0" rIns="0" bIns="0" rtlCol="0" anchor="ctr">
              <a:noAutofit/>
            </a:bodyPr>
            <a:lstStyle/>
            <a:p>
              <a:r>
                <a:rPr lang="en-US" altLang="zh-CN" sz="1050" b="1" dirty="0">
                  <a:solidFill>
                    <a:srgbClr val="896D1C"/>
                  </a:solidFill>
                  <a:latin typeface="Arial" panose="020B0604020202020204" pitchFamily="34" charset="0"/>
                </a:rPr>
                <a:t>B2</a:t>
              </a:r>
              <a:endParaRPr lang="zh-CN" altLang="en-US" sz="1050" b="1" dirty="0">
                <a:solidFill>
                  <a:srgbClr val="896D1C"/>
                </a:solidFill>
                <a:latin typeface="Arial" panose="020B0604020202020204" pitchFamily="34" charset="0"/>
              </a:endParaRPr>
            </a:p>
          </p:txBody>
        </p:sp>
        <p:sp>
          <p:nvSpPr>
            <p:cNvPr id="23" name="Global-label-B5">
              <a:extLst>
                <a:ext uri="{FF2B5EF4-FFF2-40B4-BE49-F238E27FC236}">
                  <a16:creationId xmlns:a16="http://schemas.microsoft.com/office/drawing/2014/main" id="{3E340DBA-7255-89E6-3EA2-2A802AACAE6B}"/>
                </a:ext>
              </a:extLst>
            </p:cNvPr>
            <p:cNvSpPr txBox="1"/>
            <p:nvPr/>
          </p:nvSpPr>
          <p:spPr>
            <a:xfrm>
              <a:off x="2751022" y="1681202"/>
              <a:ext cx="266700" cy="165100"/>
            </a:xfrm>
            <a:prstGeom prst="rect">
              <a:avLst/>
            </a:prstGeom>
            <a:noFill/>
          </p:spPr>
          <p:txBody>
            <a:bodyPr vert="horz" wrap="none" lIns="0" tIns="0" rIns="0" bIns="0" rtlCol="0" anchor="ctr">
              <a:noAutofit/>
            </a:bodyPr>
            <a:lstStyle/>
            <a:p>
              <a:r>
                <a:rPr lang="en-US" altLang="zh-CN" sz="1050" b="1" dirty="0">
                  <a:solidFill>
                    <a:srgbClr val="9E3D5C"/>
                  </a:solidFill>
                  <a:latin typeface="Arial" panose="020B0604020202020204" pitchFamily="34" charset="0"/>
                </a:rPr>
                <a:t>B5</a:t>
              </a:r>
              <a:endParaRPr lang="zh-CN" altLang="en-US" sz="1050" b="1" dirty="0">
                <a:solidFill>
                  <a:srgbClr val="9E3D5C"/>
                </a:solidFill>
                <a:latin typeface="Arial" panose="020B0604020202020204" pitchFamily="34" charset="0"/>
              </a:endParaRPr>
            </a:p>
          </p:txBody>
        </p:sp>
        <p:sp>
          <p:nvSpPr>
            <p:cNvPr id="24" name="label">
              <a:extLst>
                <a:ext uri="{FF2B5EF4-FFF2-40B4-BE49-F238E27FC236}">
                  <a16:creationId xmlns:a16="http://schemas.microsoft.com/office/drawing/2014/main" id="{9465B5EF-F508-B396-F2AF-D2405EA3365C}"/>
                </a:ext>
              </a:extLst>
            </p:cNvPr>
            <p:cNvSpPr txBox="1"/>
            <p:nvPr/>
          </p:nvSpPr>
          <p:spPr>
            <a:xfrm>
              <a:off x="1898650" y="1714500"/>
              <a:ext cx="5715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Find</a:t>
              </a:r>
              <a:endParaRPr lang="zh-CN" altLang="en-US" sz="1450" b="1">
                <a:solidFill>
                  <a:srgbClr val="263442"/>
                </a:solidFill>
                <a:latin typeface="Arial" panose="020B0604020202020204" pitchFamily="34" charset="0"/>
              </a:endParaRPr>
            </a:p>
          </p:txBody>
        </p:sp>
        <p:cxnSp>
          <p:nvCxnSpPr>
            <p:cNvPr id="25" name="Find-arrow">
              <a:extLst>
                <a:ext uri="{FF2B5EF4-FFF2-40B4-BE49-F238E27FC236}">
                  <a16:creationId xmlns:a16="http://schemas.microsoft.com/office/drawing/2014/main" id="{37639A10-94F6-FD78-B2AA-26624A3B7463}"/>
                </a:ext>
              </a:extLst>
            </p:cNvPr>
            <p:cNvCxnSpPr/>
            <p:nvPr/>
          </p:nvCxnSpPr>
          <p:spPr>
            <a:xfrm>
              <a:off x="1943100" y="2044700"/>
              <a:ext cx="4826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26" name="label">
              <a:extLst>
                <a:ext uri="{FF2B5EF4-FFF2-40B4-BE49-F238E27FC236}">
                  <a16:creationId xmlns:a16="http://schemas.microsoft.com/office/drawing/2014/main" id="{15A72E5A-C3CD-CCED-F977-34F61EF96D14}"/>
                </a:ext>
              </a:extLst>
            </p:cNvPr>
            <p:cNvSpPr txBox="1"/>
            <p:nvPr/>
          </p:nvSpPr>
          <p:spPr>
            <a:xfrm>
              <a:off x="4895850" y="1714500"/>
              <a:ext cx="5715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Match</a:t>
              </a:r>
              <a:endParaRPr lang="zh-CN" altLang="en-US" sz="1450" b="1">
                <a:solidFill>
                  <a:srgbClr val="263442"/>
                </a:solidFill>
                <a:latin typeface="Arial" panose="020B0604020202020204" pitchFamily="34" charset="0"/>
              </a:endParaRPr>
            </a:p>
          </p:txBody>
        </p:sp>
        <p:cxnSp>
          <p:nvCxnSpPr>
            <p:cNvPr id="27" name="Match-arrow">
              <a:extLst>
                <a:ext uri="{FF2B5EF4-FFF2-40B4-BE49-F238E27FC236}">
                  <a16:creationId xmlns:a16="http://schemas.microsoft.com/office/drawing/2014/main" id="{A08557AD-C2CD-523B-03FB-FF76E1BA21F0}"/>
                </a:ext>
              </a:extLst>
            </p:cNvPr>
            <p:cNvCxnSpPr/>
            <p:nvPr/>
          </p:nvCxnSpPr>
          <p:spPr>
            <a:xfrm>
              <a:off x="4940300" y="2044700"/>
              <a:ext cx="4826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28" name="label">
              <a:extLst>
                <a:ext uri="{FF2B5EF4-FFF2-40B4-BE49-F238E27FC236}">
                  <a16:creationId xmlns:a16="http://schemas.microsoft.com/office/drawing/2014/main" id="{ED3DBAB1-9D4B-E3E5-3B77-4C7779AD32BE}"/>
                </a:ext>
              </a:extLst>
            </p:cNvPr>
            <p:cNvSpPr txBox="1"/>
            <p:nvPr/>
          </p:nvSpPr>
          <p:spPr>
            <a:xfrm>
              <a:off x="5626100" y="552450"/>
              <a:ext cx="8636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Blobs</a:t>
              </a:r>
              <a:endParaRPr lang="zh-CN" altLang="en-US" sz="1170">
                <a:solidFill>
                  <a:srgbClr val="667783"/>
                </a:solidFill>
                <a:latin typeface="Arial" panose="020B0604020202020204" pitchFamily="34" charset="0"/>
              </a:endParaRPr>
            </a:p>
          </p:txBody>
        </p:sp>
        <p:sp>
          <p:nvSpPr>
            <p:cNvPr id="29" name="label">
              <a:extLst>
                <a:ext uri="{FF2B5EF4-FFF2-40B4-BE49-F238E27FC236}">
                  <a16:creationId xmlns:a16="http://schemas.microsoft.com/office/drawing/2014/main" id="{5A31FE5A-7A4A-8848-513E-3BD5759406A1}"/>
                </a:ext>
              </a:extLst>
            </p:cNvPr>
            <p:cNvSpPr txBox="1"/>
            <p:nvPr/>
          </p:nvSpPr>
          <p:spPr>
            <a:xfrm>
              <a:off x="7035800" y="552450"/>
              <a:ext cx="14732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Ligand identities</a:t>
              </a:r>
              <a:endParaRPr lang="zh-CN" altLang="en-US" sz="1170">
                <a:solidFill>
                  <a:srgbClr val="667783"/>
                </a:solidFill>
                <a:latin typeface="Arial" panose="020B0604020202020204" pitchFamily="34" charset="0"/>
              </a:endParaRPr>
            </a:p>
          </p:txBody>
        </p:sp>
        <p:sp>
          <p:nvSpPr>
            <p:cNvPr id="30" name="Blob-column">
              <a:extLst>
                <a:ext uri="{FF2B5EF4-FFF2-40B4-BE49-F238E27FC236}">
                  <a16:creationId xmlns:a16="http://schemas.microsoft.com/office/drawing/2014/main" id="{F538265F-E34C-BB9A-B3A3-655D24A9C97B}"/>
                </a:ext>
              </a:extLst>
            </p:cNvPr>
            <p:cNvSpPr/>
            <p:nvPr/>
          </p:nvSpPr>
          <p:spPr>
            <a:xfrm>
              <a:off x="5651500" y="800100"/>
              <a:ext cx="812800" cy="30226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Chemical-identities-only">
              <a:extLst>
                <a:ext uri="{FF2B5EF4-FFF2-40B4-BE49-F238E27FC236}">
                  <a16:creationId xmlns:a16="http://schemas.microsoft.com/office/drawing/2014/main" id="{5E8BB415-214B-3EA2-1274-07FD1D7FD5E2}"/>
                </a:ext>
              </a:extLst>
            </p:cNvPr>
            <p:cNvSpPr/>
            <p:nvPr/>
          </p:nvSpPr>
          <p:spPr>
            <a:xfrm>
              <a:off x="7086600" y="800100"/>
              <a:ext cx="1371600" cy="23876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Match-label-B1">
              <a:extLst>
                <a:ext uri="{FF2B5EF4-FFF2-40B4-BE49-F238E27FC236}">
                  <a16:creationId xmlns:a16="http://schemas.microsoft.com/office/drawing/2014/main" id="{60AF2732-AF9E-0C8A-64FB-0FF1269AECDF}"/>
                </a:ext>
              </a:extLst>
            </p:cNvPr>
            <p:cNvSpPr txBox="1"/>
            <p:nvPr/>
          </p:nvSpPr>
          <p:spPr>
            <a:xfrm>
              <a:off x="5711824" y="965200"/>
              <a:ext cx="266700" cy="203200"/>
            </a:xfrm>
            <a:prstGeom prst="rect">
              <a:avLst/>
            </a:prstGeom>
            <a:noFill/>
          </p:spPr>
          <p:txBody>
            <a:bodyPr vert="horz" wrap="none" lIns="0" tIns="0" rIns="0" bIns="0" rtlCol="0" anchor="ctr">
              <a:noAutofit/>
            </a:bodyPr>
            <a:lstStyle/>
            <a:p>
              <a:pPr algn="ctr"/>
              <a:r>
                <a:rPr lang="en-US" altLang="zh-CN" sz="1130" dirty="0">
                  <a:solidFill>
                    <a:srgbClr val="667783"/>
                  </a:solidFill>
                  <a:latin typeface="Arial" panose="020B0604020202020204" pitchFamily="34" charset="0"/>
                </a:rPr>
                <a:t>B1</a:t>
              </a:r>
              <a:endParaRPr lang="zh-CN" altLang="en-US" sz="1130" dirty="0">
                <a:solidFill>
                  <a:srgbClr val="667783"/>
                </a:solidFill>
                <a:latin typeface="Arial" panose="020B0604020202020204" pitchFamily="34" charset="0"/>
              </a:endParaRPr>
            </a:p>
          </p:txBody>
        </p:sp>
        <p:pic>
          <p:nvPicPr>
            <p:cNvPr id="33" name="Match-blob-B1" descr="Match-blob-B1">
              <a:extLst>
                <a:ext uri="{FF2B5EF4-FFF2-40B4-BE49-F238E27FC236}">
                  <a16:creationId xmlns:a16="http://schemas.microsoft.com/office/drawing/2014/main" id="{2EB49EA5-7209-6D42-BCAE-D08B8A87090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003925" y="954162"/>
              <a:ext cx="330200" cy="225277"/>
            </a:xfrm>
            <a:prstGeom prst="rect">
              <a:avLst/>
            </a:prstGeom>
          </p:spPr>
        </p:pic>
        <p:sp>
          <p:nvSpPr>
            <p:cNvPr id="34" name="Match-label-B2">
              <a:extLst>
                <a:ext uri="{FF2B5EF4-FFF2-40B4-BE49-F238E27FC236}">
                  <a16:creationId xmlns:a16="http://schemas.microsoft.com/office/drawing/2014/main" id="{E81E853C-E928-BA97-2035-AF7421B17BA9}"/>
                </a:ext>
              </a:extLst>
            </p:cNvPr>
            <p:cNvSpPr txBox="1"/>
            <p:nvPr/>
          </p:nvSpPr>
          <p:spPr>
            <a:xfrm>
              <a:off x="5711824" y="2188964"/>
              <a:ext cx="266700" cy="203200"/>
            </a:xfrm>
            <a:prstGeom prst="rect">
              <a:avLst/>
            </a:prstGeom>
            <a:noFill/>
          </p:spPr>
          <p:txBody>
            <a:bodyPr vert="horz" wrap="none" lIns="0" tIns="0" rIns="0" bIns="0" rtlCol="0" anchor="ctr">
              <a:noAutofit/>
            </a:bodyPr>
            <a:lstStyle/>
            <a:p>
              <a:pPr algn="ctr"/>
              <a:r>
                <a:rPr lang="en-US" altLang="zh-CN" sz="1130" dirty="0">
                  <a:solidFill>
                    <a:srgbClr val="667783"/>
                  </a:solidFill>
                  <a:latin typeface="Arial" panose="020B0604020202020204" pitchFamily="34" charset="0"/>
                </a:rPr>
                <a:t>B3</a:t>
              </a:r>
              <a:endParaRPr lang="zh-CN" altLang="en-US" sz="1130" dirty="0">
                <a:solidFill>
                  <a:srgbClr val="667783"/>
                </a:solidFill>
                <a:latin typeface="Arial" panose="020B0604020202020204" pitchFamily="34" charset="0"/>
              </a:endParaRPr>
            </a:p>
          </p:txBody>
        </p:sp>
        <p:pic>
          <p:nvPicPr>
            <p:cNvPr id="35" name="Match-blob-B2" descr="Match-blob-B2">
              <a:extLst>
                <a:ext uri="{FF2B5EF4-FFF2-40B4-BE49-F238E27FC236}">
                  <a16:creationId xmlns:a16="http://schemas.microsoft.com/office/drawing/2014/main" id="{34A79273-6009-7895-16C9-CD8A7C2746E6}"/>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6003925" y="2174402"/>
              <a:ext cx="330200" cy="179513"/>
            </a:xfrm>
            <a:prstGeom prst="rect">
              <a:avLst/>
            </a:prstGeom>
          </p:spPr>
        </p:pic>
        <p:sp>
          <p:nvSpPr>
            <p:cNvPr id="36" name="Match-label-B4">
              <a:extLst>
                <a:ext uri="{FF2B5EF4-FFF2-40B4-BE49-F238E27FC236}">
                  <a16:creationId xmlns:a16="http://schemas.microsoft.com/office/drawing/2014/main" id="{DB98B138-0DAE-00BF-1A09-A74B18E3B178}"/>
                </a:ext>
              </a:extLst>
            </p:cNvPr>
            <p:cNvSpPr txBox="1"/>
            <p:nvPr/>
          </p:nvSpPr>
          <p:spPr>
            <a:xfrm>
              <a:off x="5711824" y="1577082"/>
              <a:ext cx="266700" cy="203200"/>
            </a:xfrm>
            <a:prstGeom prst="rect">
              <a:avLst/>
            </a:prstGeom>
            <a:noFill/>
          </p:spPr>
          <p:txBody>
            <a:bodyPr vert="horz" wrap="none" lIns="0" tIns="0" rIns="0" bIns="0" rtlCol="0" anchor="ctr">
              <a:noAutofit/>
            </a:bodyPr>
            <a:lstStyle/>
            <a:p>
              <a:pPr algn="ctr"/>
              <a:r>
                <a:rPr lang="en-US" altLang="zh-CN" sz="1130" dirty="0">
                  <a:solidFill>
                    <a:srgbClr val="667783"/>
                  </a:solidFill>
                  <a:latin typeface="Arial" panose="020B0604020202020204" pitchFamily="34" charset="0"/>
                </a:rPr>
                <a:t>B2</a:t>
              </a:r>
              <a:endParaRPr lang="zh-CN" altLang="en-US" sz="1130" dirty="0">
                <a:solidFill>
                  <a:srgbClr val="667783"/>
                </a:solidFill>
                <a:latin typeface="Arial" panose="020B0604020202020204" pitchFamily="34" charset="0"/>
              </a:endParaRPr>
            </a:p>
          </p:txBody>
        </p:sp>
        <p:pic>
          <p:nvPicPr>
            <p:cNvPr id="37" name="Match-blob-B4" descr="Match-blob-B4">
              <a:extLst>
                <a:ext uri="{FF2B5EF4-FFF2-40B4-BE49-F238E27FC236}">
                  <a16:creationId xmlns:a16="http://schemas.microsoft.com/office/drawing/2014/main" id="{4D5354BB-BCB8-DEE4-ACA7-7AA1473276D8}"/>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003925" y="1586806"/>
              <a:ext cx="330200" cy="180229"/>
            </a:xfrm>
            <a:prstGeom prst="rect">
              <a:avLst/>
            </a:prstGeom>
          </p:spPr>
        </p:pic>
        <p:sp>
          <p:nvSpPr>
            <p:cNvPr id="38" name="Match-label-B5">
              <a:extLst>
                <a:ext uri="{FF2B5EF4-FFF2-40B4-BE49-F238E27FC236}">
                  <a16:creationId xmlns:a16="http://schemas.microsoft.com/office/drawing/2014/main" id="{C4698C1D-EA53-9DFA-F0DE-EC4B2A0B1D51}"/>
                </a:ext>
              </a:extLst>
            </p:cNvPr>
            <p:cNvSpPr txBox="1"/>
            <p:nvPr/>
          </p:nvSpPr>
          <p:spPr>
            <a:xfrm>
              <a:off x="5711824" y="3412728"/>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B5</a:t>
              </a:r>
              <a:endParaRPr lang="zh-CN" altLang="en-US" sz="1130">
                <a:solidFill>
                  <a:srgbClr val="667783"/>
                </a:solidFill>
                <a:latin typeface="Arial" panose="020B0604020202020204" pitchFamily="34" charset="0"/>
              </a:endParaRPr>
            </a:p>
          </p:txBody>
        </p:sp>
        <p:pic>
          <p:nvPicPr>
            <p:cNvPr id="39" name="Match-blob-B5" descr="Match-blob-B5">
              <a:extLst>
                <a:ext uri="{FF2B5EF4-FFF2-40B4-BE49-F238E27FC236}">
                  <a16:creationId xmlns:a16="http://schemas.microsoft.com/office/drawing/2014/main" id="{C6019465-74E4-8D9A-6B6C-FA34C937CE87}"/>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6003925" y="3416300"/>
              <a:ext cx="330200" cy="196056"/>
            </a:xfrm>
            <a:prstGeom prst="rect">
              <a:avLst/>
            </a:prstGeom>
          </p:spPr>
        </p:pic>
        <p:sp>
          <p:nvSpPr>
            <p:cNvPr id="40" name="Match-label-B3">
              <a:extLst>
                <a:ext uri="{FF2B5EF4-FFF2-40B4-BE49-F238E27FC236}">
                  <a16:creationId xmlns:a16="http://schemas.microsoft.com/office/drawing/2014/main" id="{EACA75F2-1470-6CCF-D8F7-A9F7E0475566}"/>
                </a:ext>
              </a:extLst>
            </p:cNvPr>
            <p:cNvSpPr txBox="1"/>
            <p:nvPr/>
          </p:nvSpPr>
          <p:spPr>
            <a:xfrm>
              <a:off x="5711824" y="2800846"/>
              <a:ext cx="266700" cy="203200"/>
            </a:xfrm>
            <a:prstGeom prst="rect">
              <a:avLst/>
            </a:prstGeom>
            <a:noFill/>
          </p:spPr>
          <p:txBody>
            <a:bodyPr vert="horz" wrap="none" lIns="0" tIns="0" rIns="0" bIns="0" rtlCol="0" anchor="ctr">
              <a:noAutofit/>
            </a:bodyPr>
            <a:lstStyle/>
            <a:p>
              <a:pPr algn="ctr"/>
              <a:r>
                <a:rPr lang="en-US" altLang="zh-CN" sz="1130" dirty="0">
                  <a:solidFill>
                    <a:srgbClr val="667783"/>
                  </a:solidFill>
                  <a:latin typeface="Arial" panose="020B0604020202020204" pitchFamily="34" charset="0"/>
                </a:rPr>
                <a:t>B4</a:t>
              </a:r>
              <a:endParaRPr lang="zh-CN" altLang="en-US" sz="1130" dirty="0">
                <a:solidFill>
                  <a:srgbClr val="667783"/>
                </a:solidFill>
                <a:latin typeface="Arial" panose="020B0604020202020204" pitchFamily="34" charset="0"/>
              </a:endParaRPr>
            </a:p>
          </p:txBody>
        </p:sp>
        <p:pic>
          <p:nvPicPr>
            <p:cNvPr id="41" name="Match-blob-B3" descr="Match-blob-B3">
              <a:extLst>
                <a:ext uri="{FF2B5EF4-FFF2-40B4-BE49-F238E27FC236}">
                  <a16:creationId xmlns:a16="http://schemas.microsoft.com/office/drawing/2014/main" id="{696F56E8-350E-2C29-AF03-6AD65549D45C}"/>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6003925" y="2761282"/>
              <a:ext cx="330200" cy="247650"/>
            </a:xfrm>
            <a:prstGeom prst="rect">
              <a:avLst/>
            </a:prstGeom>
          </p:spPr>
        </p:pic>
        <p:cxnSp>
          <p:nvCxnSpPr>
            <p:cNvPr id="42" name="Assignment-B1">
              <a:extLst>
                <a:ext uri="{FF2B5EF4-FFF2-40B4-BE49-F238E27FC236}">
                  <a16:creationId xmlns:a16="http://schemas.microsoft.com/office/drawing/2014/main" id="{E3392AAF-010F-C4FB-759A-DF8490E320CC}"/>
                </a:ext>
              </a:extLst>
            </p:cNvPr>
            <p:cNvCxnSpPr>
              <a:cxnSpLocks/>
            </p:cNvCxnSpPr>
            <p:nvPr/>
          </p:nvCxnSpPr>
          <p:spPr>
            <a:xfrm>
              <a:off x="6464300" y="1060450"/>
              <a:ext cx="622300" cy="196850"/>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cxnSp>
          <p:nvCxnSpPr>
            <p:cNvPr id="43" name="Assignment-B2">
              <a:extLst>
                <a:ext uri="{FF2B5EF4-FFF2-40B4-BE49-F238E27FC236}">
                  <a16:creationId xmlns:a16="http://schemas.microsoft.com/office/drawing/2014/main" id="{4C8DFBBE-EF4E-8450-9AAF-BBD56FA61323}"/>
                </a:ext>
              </a:extLst>
            </p:cNvPr>
            <p:cNvCxnSpPr>
              <a:cxnSpLocks/>
              <a:stCxn id="30" idx="3"/>
            </p:cNvCxnSpPr>
            <p:nvPr/>
          </p:nvCxnSpPr>
          <p:spPr>
            <a:xfrm flipV="1">
              <a:off x="6464300" y="1257300"/>
              <a:ext cx="622300" cy="1054100"/>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cxnSp>
          <p:nvCxnSpPr>
            <p:cNvPr id="44" name="Assignment-B4">
              <a:extLst>
                <a:ext uri="{FF2B5EF4-FFF2-40B4-BE49-F238E27FC236}">
                  <a16:creationId xmlns:a16="http://schemas.microsoft.com/office/drawing/2014/main" id="{F6E6E5DF-4EA7-3A70-BA47-5DAAFD7FBB14}"/>
                </a:ext>
              </a:extLst>
            </p:cNvPr>
            <p:cNvCxnSpPr>
              <a:cxnSpLocks/>
            </p:cNvCxnSpPr>
            <p:nvPr/>
          </p:nvCxnSpPr>
          <p:spPr>
            <a:xfrm>
              <a:off x="6464300" y="1669123"/>
              <a:ext cx="622300" cy="375577"/>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cxnSp>
          <p:nvCxnSpPr>
            <p:cNvPr id="45" name="Assignment-B5">
              <a:extLst>
                <a:ext uri="{FF2B5EF4-FFF2-40B4-BE49-F238E27FC236}">
                  <a16:creationId xmlns:a16="http://schemas.microsoft.com/office/drawing/2014/main" id="{E6CDC4B1-5634-7DF6-CC7D-07EB3D2B1F9D}"/>
                </a:ext>
              </a:extLst>
            </p:cNvPr>
            <p:cNvCxnSpPr>
              <a:cxnSpLocks/>
            </p:cNvCxnSpPr>
            <p:nvPr/>
          </p:nvCxnSpPr>
          <p:spPr>
            <a:xfrm flipV="1">
              <a:off x="6470650" y="2832100"/>
              <a:ext cx="615950" cy="647700"/>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cxnSp>
          <p:nvCxnSpPr>
            <p:cNvPr id="46" name="Assignment-B3">
              <a:extLst>
                <a:ext uri="{FF2B5EF4-FFF2-40B4-BE49-F238E27FC236}">
                  <a16:creationId xmlns:a16="http://schemas.microsoft.com/office/drawing/2014/main" id="{977FB2ED-A125-827D-4AF2-3409BF7B75ED}"/>
                </a:ext>
              </a:extLst>
            </p:cNvPr>
            <p:cNvCxnSpPr>
              <a:cxnSpLocks/>
            </p:cNvCxnSpPr>
            <p:nvPr/>
          </p:nvCxnSpPr>
          <p:spPr>
            <a:xfrm>
              <a:off x="6451599" y="2876549"/>
              <a:ext cx="635001" cy="717551"/>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pic>
          <p:nvPicPr>
            <p:cNvPr id="47" name="RDKit-identity-BTN" descr="RDKit-identity-BTN">
              <a:extLst>
                <a:ext uri="{FF2B5EF4-FFF2-40B4-BE49-F238E27FC236}">
                  <a16:creationId xmlns:a16="http://schemas.microsoft.com/office/drawing/2014/main" id="{032480C1-CF08-E3B3-48FB-5CF36122E685}"/>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rot="10800000">
              <a:off x="7389694" y="946150"/>
              <a:ext cx="765413" cy="622300"/>
            </a:xfrm>
            <a:prstGeom prst="rect">
              <a:avLst/>
            </a:prstGeom>
          </p:spPr>
        </p:pic>
        <p:pic>
          <p:nvPicPr>
            <p:cNvPr id="48" name="RDKit-identity-DTB" descr="RDKit-identity-DTB">
              <a:extLst>
                <a:ext uri="{FF2B5EF4-FFF2-40B4-BE49-F238E27FC236}">
                  <a16:creationId xmlns:a16="http://schemas.microsoft.com/office/drawing/2014/main" id="{09468819-378B-FD07-7E26-0C79D882F521}"/>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7378963" y="1733550"/>
              <a:ext cx="786875" cy="622300"/>
            </a:xfrm>
            <a:prstGeom prst="rect">
              <a:avLst/>
            </a:prstGeom>
          </p:spPr>
        </p:pic>
        <p:pic>
          <p:nvPicPr>
            <p:cNvPr id="49" name="RDKit-identity-IMI" descr="RDKit-identity-IMI">
              <a:extLst>
                <a:ext uri="{FF2B5EF4-FFF2-40B4-BE49-F238E27FC236}">
                  <a16:creationId xmlns:a16="http://schemas.microsoft.com/office/drawing/2014/main" id="{CC5BCFDF-50BA-6C75-F521-318D5DDD2852}"/>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7357807" y="2520950"/>
              <a:ext cx="829186" cy="622300"/>
            </a:xfrm>
            <a:prstGeom prst="rect">
              <a:avLst/>
            </a:prstGeom>
          </p:spPr>
        </p:pic>
        <p:sp>
          <p:nvSpPr>
            <p:cNvPr id="50" name="label">
              <a:extLst>
                <a:ext uri="{FF2B5EF4-FFF2-40B4-BE49-F238E27FC236}">
                  <a16:creationId xmlns:a16="http://schemas.microsoft.com/office/drawing/2014/main" id="{E2314D4C-E5DB-9281-3A23-ED94B599F268}"/>
                </a:ext>
              </a:extLst>
            </p:cNvPr>
            <p:cNvSpPr txBox="1"/>
            <p:nvPr/>
          </p:nvSpPr>
          <p:spPr>
            <a:xfrm>
              <a:off x="7137399" y="3479800"/>
              <a:ext cx="1054100" cy="203200"/>
            </a:xfrm>
            <a:prstGeom prst="rect">
              <a:avLst/>
            </a:prstGeom>
            <a:noFill/>
          </p:spPr>
          <p:txBody>
            <a:bodyPr vert="horz" wrap="none" lIns="0" tIns="0" rIns="0" bIns="0" rtlCol="0" anchor="ctr">
              <a:noAutofit/>
            </a:bodyPr>
            <a:lstStyle/>
            <a:p>
              <a:r>
                <a:rPr lang="en-US" altLang="zh-CN" sz="1250">
                  <a:solidFill>
                    <a:srgbClr val="263442"/>
                  </a:solidFill>
                  <a:latin typeface="Arial" panose="020B0604020202020204" pitchFamily="34" charset="0"/>
                </a:rPr>
                <a:t>∅  Reject</a:t>
              </a:r>
              <a:endParaRPr lang="zh-CN" altLang="en-US" sz="1250">
                <a:solidFill>
                  <a:srgbClr val="263442"/>
                </a:solidFill>
                <a:latin typeface="Arial" panose="020B0604020202020204" pitchFamily="34" charset="0"/>
              </a:endParaRPr>
            </a:p>
          </p:txBody>
        </p:sp>
        <p:sp>
          <p:nvSpPr>
            <p:cNvPr id="51" name="label">
              <a:extLst>
                <a:ext uri="{FF2B5EF4-FFF2-40B4-BE49-F238E27FC236}">
                  <a16:creationId xmlns:a16="http://schemas.microsoft.com/office/drawing/2014/main" id="{20C37B96-19FE-ED3B-2374-FD6E014038D4}"/>
                </a:ext>
              </a:extLst>
            </p:cNvPr>
            <p:cNvSpPr txBox="1"/>
            <p:nvPr/>
          </p:nvSpPr>
          <p:spPr>
            <a:xfrm>
              <a:off x="7150099" y="3708400"/>
              <a:ext cx="1155700" cy="152400"/>
            </a:xfrm>
            <a:prstGeom prst="rect">
              <a:avLst/>
            </a:prstGeom>
            <a:noFill/>
          </p:spPr>
          <p:txBody>
            <a:bodyPr vert="horz" wrap="none" lIns="0" tIns="0" rIns="0" bIns="0" rtlCol="0" anchor="ctr">
              <a:noAutofit/>
            </a:bodyPr>
            <a:lstStyle/>
            <a:p>
              <a:r>
                <a:rPr lang="en-US" altLang="zh-CN" sz="960">
                  <a:solidFill>
                    <a:srgbClr val="667783"/>
                  </a:solidFill>
                  <a:latin typeface="Arial" panose="020B0604020202020204" pitchFamily="34" charset="0"/>
                </a:rPr>
                <a:t>False positive</a:t>
              </a:r>
              <a:endParaRPr lang="zh-CN" altLang="en-US" sz="960">
                <a:solidFill>
                  <a:srgbClr val="667783"/>
                </a:solidFill>
                <a:latin typeface="Arial" panose="020B0604020202020204" pitchFamily="34" charset="0"/>
              </a:endParaRPr>
            </a:p>
          </p:txBody>
        </p:sp>
        <p:cxnSp>
          <p:nvCxnSpPr>
            <p:cNvPr id="52" name="SMILES-route-horizontal">
              <a:extLst>
                <a:ext uri="{FF2B5EF4-FFF2-40B4-BE49-F238E27FC236}">
                  <a16:creationId xmlns:a16="http://schemas.microsoft.com/office/drawing/2014/main" id="{8DC44079-608A-832E-03AD-1A15B34ED04B}"/>
                </a:ext>
              </a:extLst>
            </p:cNvPr>
            <p:cNvCxnSpPr/>
            <p:nvPr/>
          </p:nvCxnSpPr>
          <p:spPr>
            <a:xfrm>
              <a:off x="1727200" y="4178300"/>
              <a:ext cx="6337300" cy="0"/>
            </a:xfrm>
            <a:prstGeom prst="line">
              <a:avLst/>
            </a:prstGeom>
            <a:ln w="10795">
              <a:solidFill>
                <a:srgbClr val="667783"/>
              </a:solidFill>
            </a:ln>
          </p:spPr>
          <p:style>
            <a:lnRef idx="1">
              <a:schemeClr val="accent1"/>
            </a:lnRef>
            <a:fillRef idx="0">
              <a:schemeClr val="accent1"/>
            </a:fillRef>
            <a:effectRef idx="0">
              <a:schemeClr val="accent1"/>
            </a:effectRef>
            <a:fontRef idx="minor">
              <a:schemeClr val="tx1"/>
            </a:fontRef>
          </p:style>
        </p:cxnSp>
        <p:cxnSp>
          <p:nvCxnSpPr>
            <p:cNvPr id="53" name="SMILES-route-entry">
              <a:extLst>
                <a:ext uri="{FF2B5EF4-FFF2-40B4-BE49-F238E27FC236}">
                  <a16:creationId xmlns:a16="http://schemas.microsoft.com/office/drawing/2014/main" id="{1184AAD5-1ED7-DEC6-376D-5020AAFE34AC}"/>
                </a:ext>
              </a:extLst>
            </p:cNvPr>
            <p:cNvCxnSpPr/>
            <p:nvPr/>
          </p:nvCxnSpPr>
          <p:spPr>
            <a:xfrm flipV="1">
              <a:off x="8064500" y="3187700"/>
              <a:ext cx="0" cy="990600"/>
            </a:xfrm>
            <a:prstGeom prst="line">
              <a:avLst/>
            </a:prstGeom>
            <a:ln w="10795">
              <a:solidFill>
                <a:srgbClr val="667783"/>
              </a:solidFill>
              <a:tailEnd type="arrow"/>
            </a:ln>
          </p:spPr>
          <p:style>
            <a:lnRef idx="1">
              <a:schemeClr val="accent1"/>
            </a:lnRef>
            <a:fillRef idx="0">
              <a:schemeClr val="accent1"/>
            </a:fillRef>
            <a:effectRef idx="0">
              <a:schemeClr val="accent1"/>
            </a:effectRef>
            <a:fontRef idx="minor">
              <a:schemeClr val="tx1"/>
            </a:fontRef>
          </p:style>
        </p:cxnSp>
        <p:sp>
          <p:nvSpPr>
            <p:cNvPr id="54" name="RDKit-label">
              <a:extLst>
                <a:ext uri="{FF2B5EF4-FFF2-40B4-BE49-F238E27FC236}">
                  <a16:creationId xmlns:a16="http://schemas.microsoft.com/office/drawing/2014/main" id="{6BCA3B9E-9CED-4C98-2A06-B873C99C8190}"/>
                </a:ext>
              </a:extLst>
            </p:cNvPr>
            <p:cNvSpPr txBox="1"/>
            <p:nvPr/>
          </p:nvSpPr>
          <p:spPr>
            <a:xfrm>
              <a:off x="4826000" y="3953934"/>
              <a:ext cx="711200" cy="203200"/>
            </a:xfrm>
            <a:prstGeom prst="rect">
              <a:avLst/>
            </a:prstGeom>
            <a:noFill/>
          </p:spPr>
          <p:txBody>
            <a:bodyPr vert="horz" wrap="none" lIns="0" tIns="0" rIns="0" bIns="0" rtlCol="0" anchor="ctr">
              <a:noAutofit/>
            </a:bodyPr>
            <a:lstStyle/>
            <a:p>
              <a:pPr algn="ctr"/>
              <a:r>
                <a:rPr lang="en-US" altLang="zh-CN" sz="1100" dirty="0" err="1">
                  <a:solidFill>
                    <a:srgbClr val="667783"/>
                  </a:solidFill>
                  <a:latin typeface="Arial" panose="020B0604020202020204" pitchFamily="34" charset="0"/>
                </a:rPr>
                <a:t>RDKit</a:t>
              </a:r>
              <a:endParaRPr lang="zh-CN" altLang="en-US" sz="1100" dirty="0">
                <a:solidFill>
                  <a:srgbClr val="667783"/>
                </a:solidFill>
                <a:latin typeface="Arial" panose="020B0604020202020204" pitchFamily="34" charset="0"/>
              </a:endParaRPr>
            </a:p>
          </p:txBody>
        </p:sp>
        <p:sp>
          <p:nvSpPr>
            <p:cNvPr id="55" name="组合坐标框">
              <a:extLst>
                <a:ext uri="{FF2B5EF4-FFF2-40B4-BE49-F238E27FC236}">
                  <a16:creationId xmlns:a16="http://schemas.microsoft.com/office/drawing/2014/main" id="{D6C4CFBC-896E-B285-A6F6-12DB0473E645}"/>
                </a:ext>
              </a:extLst>
            </p:cNvPr>
            <p:cNvSpPr/>
            <p:nvPr/>
          </p:nvSpPr>
          <p:spPr>
            <a:xfrm>
              <a:off x="0" y="0"/>
              <a:ext cx="850900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 name="Build及输出-A">
            <a:extLst>
              <a:ext uri="{FF2B5EF4-FFF2-40B4-BE49-F238E27FC236}">
                <a16:creationId xmlns:a16="http://schemas.microsoft.com/office/drawing/2014/main" id="{A4C46B79-7FDF-E1B4-464B-168CF2ACC61E}"/>
              </a:ext>
            </a:extLst>
          </p:cNvPr>
          <p:cNvGrpSpPr/>
          <p:nvPr/>
        </p:nvGrpSpPr>
        <p:grpSpPr>
          <a:xfrm>
            <a:off x="8509000" y="0"/>
            <a:ext cx="3397250" cy="4572000"/>
            <a:chOff x="8509000" y="0"/>
            <a:chExt cx="3397250" cy="4572000"/>
          </a:xfrm>
        </p:grpSpPr>
        <p:sp>
          <p:nvSpPr>
            <p:cNvPr id="57" name="label">
              <a:extLst>
                <a:ext uri="{FF2B5EF4-FFF2-40B4-BE49-F238E27FC236}">
                  <a16:creationId xmlns:a16="http://schemas.microsoft.com/office/drawing/2014/main" id="{8E6EB290-AFC8-C0AC-3AB0-194F38896697}"/>
                </a:ext>
              </a:extLst>
            </p:cNvPr>
            <p:cNvSpPr txBox="1"/>
            <p:nvPr/>
          </p:nvSpPr>
          <p:spPr>
            <a:xfrm>
              <a:off x="8746554" y="161924"/>
              <a:ext cx="3057525" cy="285750"/>
            </a:xfrm>
            <a:prstGeom prst="rect">
              <a:avLst/>
            </a:prstGeom>
            <a:noFill/>
          </p:spPr>
          <p:txBody>
            <a:bodyPr vert="horz" wrap="none" lIns="0" tIns="0" rIns="0" bIns="0" rtlCol="0" anchor="ctr">
              <a:noAutofit/>
            </a:bodyPr>
            <a:lstStyle/>
            <a:p>
              <a:pPr algn="ctr"/>
              <a:r>
                <a:rPr lang="en-US" altLang="zh-CN" sz="1650" b="1" dirty="0">
                  <a:solidFill>
                    <a:srgbClr val="263442"/>
                  </a:solidFill>
                  <a:latin typeface="Arial" panose="020B0604020202020204" pitchFamily="34" charset="0"/>
                </a:rPr>
                <a:t>Ligand poses</a:t>
              </a:r>
              <a:endParaRPr lang="zh-CN" altLang="en-US" sz="1650" b="1" dirty="0">
                <a:solidFill>
                  <a:srgbClr val="263442"/>
                </a:solidFill>
                <a:latin typeface="Arial" panose="020B0604020202020204" pitchFamily="34" charset="0"/>
              </a:endParaRPr>
            </a:p>
          </p:txBody>
        </p:sp>
        <p:sp>
          <p:nvSpPr>
            <p:cNvPr id="58" name="label">
              <a:extLst>
                <a:ext uri="{FF2B5EF4-FFF2-40B4-BE49-F238E27FC236}">
                  <a16:creationId xmlns:a16="http://schemas.microsoft.com/office/drawing/2014/main" id="{CC890AD8-8D17-C6BE-E0BF-82229BE85EEE}"/>
                </a:ext>
              </a:extLst>
            </p:cNvPr>
            <p:cNvSpPr txBox="1"/>
            <p:nvPr/>
          </p:nvSpPr>
          <p:spPr>
            <a:xfrm>
              <a:off x="8566149" y="1714500"/>
              <a:ext cx="571500" cy="238125"/>
            </a:xfrm>
            <a:prstGeom prst="rect">
              <a:avLst/>
            </a:prstGeom>
            <a:noFill/>
          </p:spPr>
          <p:txBody>
            <a:bodyPr vert="horz" wrap="none" lIns="0" tIns="0" rIns="0" bIns="0" rtlCol="0" anchor="ctr">
              <a:noAutofit/>
            </a:bodyPr>
            <a:lstStyle/>
            <a:p>
              <a:pPr algn="ctr"/>
              <a:r>
                <a:rPr lang="en-US" altLang="zh-CN" sz="1450" b="1" dirty="0">
                  <a:solidFill>
                    <a:srgbClr val="263442"/>
                  </a:solidFill>
                  <a:latin typeface="Arial" panose="020B0604020202020204" pitchFamily="34" charset="0"/>
                </a:rPr>
                <a:t>Build</a:t>
              </a:r>
              <a:endParaRPr lang="zh-CN" altLang="en-US" sz="1450" b="1" dirty="0">
                <a:solidFill>
                  <a:srgbClr val="263442"/>
                </a:solidFill>
                <a:latin typeface="Arial" panose="020B0604020202020204" pitchFamily="34" charset="0"/>
              </a:endParaRPr>
            </a:p>
          </p:txBody>
        </p:sp>
        <p:cxnSp>
          <p:nvCxnSpPr>
            <p:cNvPr id="59" name="Build-arrow">
              <a:extLst>
                <a:ext uri="{FF2B5EF4-FFF2-40B4-BE49-F238E27FC236}">
                  <a16:creationId xmlns:a16="http://schemas.microsoft.com/office/drawing/2014/main" id="{7D450F96-6482-C83F-67CD-15B6055E545C}"/>
                </a:ext>
              </a:extLst>
            </p:cNvPr>
            <p:cNvCxnSpPr/>
            <p:nvPr/>
          </p:nvCxnSpPr>
          <p:spPr>
            <a:xfrm>
              <a:off x="8635499" y="2044700"/>
              <a:ext cx="482600" cy="0"/>
            </a:xfrm>
            <a:prstGeom prst="line">
              <a:avLst/>
            </a:prstGeom>
            <a:ln w="2794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61" name="Legend-Density">
              <a:extLst>
                <a:ext uri="{FF2B5EF4-FFF2-40B4-BE49-F238E27FC236}">
                  <a16:creationId xmlns:a16="http://schemas.microsoft.com/office/drawing/2014/main" id="{640E710C-5ED3-32F1-3102-9D12CA00BD6D}"/>
                </a:ext>
              </a:extLst>
            </p:cNvPr>
            <p:cNvSpPr/>
            <p:nvPr/>
          </p:nvSpPr>
          <p:spPr>
            <a:xfrm>
              <a:off x="9537700" y="3728720"/>
              <a:ext cx="88900" cy="88900"/>
            </a:xfrm>
            <a:prstGeom prst="rect">
              <a:avLst/>
            </a:prstGeom>
            <a:solidFill>
              <a:srgbClr val="E2E7EB"/>
            </a:solidFill>
            <a:ln w="6350">
              <a:solidFill>
                <a:srgbClr val="A7B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abel">
              <a:extLst>
                <a:ext uri="{FF2B5EF4-FFF2-40B4-BE49-F238E27FC236}">
                  <a16:creationId xmlns:a16="http://schemas.microsoft.com/office/drawing/2014/main" id="{24A2441F-E591-0ECE-B9A4-8C0BA8FB9BC4}"/>
                </a:ext>
              </a:extLst>
            </p:cNvPr>
            <p:cNvSpPr txBox="1"/>
            <p:nvPr/>
          </p:nvSpPr>
          <p:spPr>
            <a:xfrm>
              <a:off x="9664699" y="3671570"/>
              <a:ext cx="660400" cy="203200"/>
            </a:xfrm>
            <a:prstGeom prst="rect">
              <a:avLst/>
            </a:prstGeom>
            <a:noFill/>
          </p:spPr>
          <p:txBody>
            <a:bodyPr vert="horz" wrap="none" lIns="0" tIns="0" rIns="0" bIns="0" rtlCol="0" anchor="ctr">
              <a:noAutofit/>
            </a:bodyPr>
            <a:lstStyle/>
            <a:p>
              <a:r>
                <a:rPr lang="en-US" altLang="zh-CN" sz="1030" dirty="0">
                  <a:solidFill>
                    <a:srgbClr val="667783"/>
                  </a:solidFill>
                  <a:latin typeface="Arial" panose="020B0604020202020204" pitchFamily="34" charset="0"/>
                </a:rPr>
                <a:t>Density</a:t>
              </a:r>
              <a:endParaRPr lang="zh-CN" altLang="en-US" sz="1030" dirty="0">
                <a:solidFill>
                  <a:srgbClr val="667783"/>
                </a:solidFill>
                <a:latin typeface="Arial" panose="020B0604020202020204" pitchFamily="34" charset="0"/>
              </a:endParaRPr>
            </a:p>
          </p:txBody>
        </p:sp>
        <p:cxnSp>
          <p:nvCxnSpPr>
            <p:cNvPr id="63" name="Legend-Receptor">
              <a:extLst>
                <a:ext uri="{FF2B5EF4-FFF2-40B4-BE49-F238E27FC236}">
                  <a16:creationId xmlns:a16="http://schemas.microsoft.com/office/drawing/2014/main" id="{C77AB10D-44C2-8ED1-C6BA-139959F689B8}"/>
                </a:ext>
              </a:extLst>
            </p:cNvPr>
            <p:cNvCxnSpPr/>
            <p:nvPr/>
          </p:nvCxnSpPr>
          <p:spPr>
            <a:xfrm>
              <a:off x="10497821" y="3783330"/>
              <a:ext cx="101600" cy="0"/>
            </a:xfrm>
            <a:prstGeom prst="line">
              <a:avLst/>
            </a:prstGeom>
            <a:ln w="21590">
              <a:solidFill>
                <a:srgbClr val="4C6E83"/>
              </a:solidFill>
            </a:ln>
          </p:spPr>
          <p:style>
            <a:lnRef idx="1">
              <a:schemeClr val="accent1"/>
            </a:lnRef>
            <a:fillRef idx="0">
              <a:schemeClr val="accent1"/>
            </a:fillRef>
            <a:effectRef idx="0">
              <a:schemeClr val="accent1"/>
            </a:effectRef>
            <a:fontRef idx="minor">
              <a:schemeClr val="tx1"/>
            </a:fontRef>
          </p:style>
        </p:cxnSp>
        <p:sp>
          <p:nvSpPr>
            <p:cNvPr id="64" name="label">
              <a:extLst>
                <a:ext uri="{FF2B5EF4-FFF2-40B4-BE49-F238E27FC236}">
                  <a16:creationId xmlns:a16="http://schemas.microsoft.com/office/drawing/2014/main" id="{A57A0F54-1983-FA93-DAC9-36F13BA289CE}"/>
                </a:ext>
              </a:extLst>
            </p:cNvPr>
            <p:cNvSpPr txBox="1"/>
            <p:nvPr/>
          </p:nvSpPr>
          <p:spPr>
            <a:xfrm>
              <a:off x="10642600" y="3671570"/>
              <a:ext cx="660400" cy="203200"/>
            </a:xfrm>
            <a:prstGeom prst="rect">
              <a:avLst/>
            </a:prstGeom>
            <a:noFill/>
          </p:spPr>
          <p:txBody>
            <a:bodyPr vert="horz" wrap="none" lIns="0" tIns="0" rIns="0" bIns="0" rtlCol="0" anchor="ctr">
              <a:noAutofit/>
            </a:bodyPr>
            <a:lstStyle/>
            <a:p>
              <a:r>
                <a:rPr lang="en-US" altLang="zh-CN" sz="1030" dirty="0">
                  <a:solidFill>
                    <a:srgbClr val="667783"/>
                  </a:solidFill>
                  <a:latin typeface="Arial" panose="020B0604020202020204" pitchFamily="34" charset="0"/>
                </a:rPr>
                <a:t>Receptor</a:t>
              </a:r>
              <a:endParaRPr lang="zh-CN" altLang="en-US" sz="1030" dirty="0">
                <a:solidFill>
                  <a:srgbClr val="667783"/>
                </a:solidFill>
                <a:latin typeface="Arial" panose="020B0604020202020204" pitchFamily="34" charset="0"/>
              </a:endParaRPr>
            </a:p>
          </p:txBody>
        </p:sp>
        <p:sp>
          <p:nvSpPr>
            <p:cNvPr id="67" name="组合坐标框">
              <a:extLst>
                <a:ext uri="{FF2B5EF4-FFF2-40B4-BE49-F238E27FC236}">
                  <a16:creationId xmlns:a16="http://schemas.microsoft.com/office/drawing/2014/main" id="{5B5750DC-B1F9-0ACC-493B-E94CCA220BF7}"/>
                </a:ext>
              </a:extLst>
            </p:cNvPr>
            <p:cNvSpPr/>
            <p:nvPr/>
          </p:nvSpPr>
          <p:spPr>
            <a:xfrm>
              <a:off x="8509000" y="0"/>
              <a:ext cx="339725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1" name="Global-poses-D55" descr="Global-poses-D55">
            <a:extLst>
              <a:ext uri="{FF2B5EF4-FFF2-40B4-BE49-F238E27FC236}">
                <a16:creationId xmlns:a16="http://schemas.microsoft.com/office/drawing/2014/main" id="{C1B4BFE6-DDCF-58DE-7425-217F2B4495A4}"/>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9215370" y="717550"/>
            <a:ext cx="2255520" cy="2819400"/>
          </a:xfrm>
          <a:prstGeom prst="rect">
            <a:avLst/>
          </a:prstGeom>
        </p:spPr>
      </p:pic>
      <p:pic>
        <p:nvPicPr>
          <p:cNvPr id="60" name="Input-density" descr="Input-density">
            <a:extLst>
              <a:ext uri="{FF2B5EF4-FFF2-40B4-BE49-F238E27FC236}">
                <a16:creationId xmlns:a16="http://schemas.microsoft.com/office/drawing/2014/main" id="{CE9BA64B-2211-400E-608F-327A95D1DA59}"/>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622300" y="558800"/>
            <a:ext cx="914400" cy="1143000"/>
          </a:xfrm>
          <a:prstGeom prst="rect">
            <a:avLst/>
          </a:prstGeom>
        </p:spPr>
      </p:pic>
      <p:pic>
        <p:nvPicPr>
          <p:cNvPr id="70" name="Input-receptor" descr="Input-receptor">
            <a:extLst>
              <a:ext uri="{FF2B5EF4-FFF2-40B4-BE49-F238E27FC236}">
                <a16:creationId xmlns:a16="http://schemas.microsoft.com/office/drawing/2014/main" id="{17D6993F-6514-58F1-2C8A-2F5179CEFBD6}"/>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622300" y="2108200"/>
            <a:ext cx="914400" cy="1143000"/>
          </a:xfrm>
          <a:prstGeom prst="rect">
            <a:avLst/>
          </a:prstGeom>
        </p:spPr>
      </p:pic>
    </p:spTree>
    <p:extLst>
      <p:ext uri="{BB962C8B-B14F-4D97-AF65-F5344CB8AC3E}">
        <p14:creationId xmlns:p14="http://schemas.microsoft.com/office/powerpoint/2010/main" val="1819685331"/>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246E-ED91-B877-731C-92226EE83FE4}"/>
            </a:ext>
          </a:extLst>
        </p:cNvPr>
        <p:cNvGrpSpPr/>
        <p:nvPr/>
      </p:nvGrpSpPr>
      <p:grpSpPr>
        <a:xfrm>
          <a:off x="0" y="0"/>
          <a:ext cx="0" cy="0"/>
          <a:chOff x="0" y="0"/>
          <a:chExt cx="0" cy="0"/>
        </a:xfrm>
      </p:grpSpPr>
      <p:pic>
        <p:nvPicPr>
          <p:cNvPr id="69" name="Global-candidate-D55" descr="Global-candidate-D55">
            <a:extLst>
              <a:ext uri="{FF2B5EF4-FFF2-40B4-BE49-F238E27FC236}">
                <a16:creationId xmlns:a16="http://schemas.microsoft.com/office/drawing/2014/main" id="{F9F35F57-3D53-1481-14E0-C210C4EB68A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622550" y="717550"/>
            <a:ext cx="2255520" cy="2819400"/>
          </a:xfrm>
          <a:prstGeom prst="rect">
            <a:avLst/>
          </a:prstGeom>
        </p:spPr>
      </p:pic>
      <p:grpSp>
        <p:nvGrpSpPr>
          <p:cNvPr id="2" name="Build左侧-A">
            <a:extLst>
              <a:ext uri="{FF2B5EF4-FFF2-40B4-BE49-F238E27FC236}">
                <a16:creationId xmlns:a16="http://schemas.microsoft.com/office/drawing/2014/main" id="{8F6AD675-AB28-6505-41B6-7E7FD8F39CA8}"/>
              </a:ext>
            </a:extLst>
          </p:cNvPr>
          <p:cNvGrpSpPr/>
          <p:nvPr/>
        </p:nvGrpSpPr>
        <p:grpSpPr>
          <a:xfrm>
            <a:off x="0" y="0"/>
            <a:ext cx="8621713" cy="4572000"/>
            <a:chOff x="0" y="0"/>
            <a:chExt cx="8621713" cy="4572000"/>
          </a:xfrm>
        </p:grpSpPr>
        <p:sp>
          <p:nvSpPr>
            <p:cNvPr id="3" name="label">
              <a:extLst>
                <a:ext uri="{FF2B5EF4-FFF2-40B4-BE49-F238E27FC236}">
                  <a16:creationId xmlns:a16="http://schemas.microsoft.com/office/drawing/2014/main" id="{06E0FD8C-AF2C-B9C7-D603-BFBF874B54B1}"/>
                </a:ext>
              </a:extLst>
            </p:cNvPr>
            <p:cNvSpPr txBox="1"/>
            <p:nvPr/>
          </p:nvSpPr>
          <p:spPr>
            <a:xfrm>
              <a:off x="231775" y="161924"/>
              <a:ext cx="1695450"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Input</a:t>
              </a:r>
              <a:endParaRPr lang="zh-CN" altLang="en-US" sz="1650" b="1">
                <a:solidFill>
                  <a:srgbClr val="263442"/>
                </a:solidFill>
                <a:latin typeface="Arial" panose="020B0604020202020204" pitchFamily="34" charset="0"/>
              </a:endParaRPr>
            </a:p>
          </p:txBody>
        </p:sp>
        <p:sp>
          <p:nvSpPr>
            <p:cNvPr id="4" name="label">
              <a:extLst>
                <a:ext uri="{FF2B5EF4-FFF2-40B4-BE49-F238E27FC236}">
                  <a16:creationId xmlns:a16="http://schemas.microsoft.com/office/drawing/2014/main" id="{23AB0471-2F15-980D-ECF9-4527A628B3BF}"/>
                </a:ext>
              </a:extLst>
            </p:cNvPr>
            <p:cNvSpPr txBox="1"/>
            <p:nvPr/>
          </p:nvSpPr>
          <p:spPr>
            <a:xfrm>
              <a:off x="2576893" y="161924"/>
              <a:ext cx="2333625" cy="285750"/>
            </a:xfrm>
            <a:prstGeom prst="rect">
              <a:avLst/>
            </a:prstGeom>
            <a:noFill/>
          </p:spPr>
          <p:txBody>
            <a:bodyPr vert="horz" wrap="none" lIns="0" tIns="0" rIns="0" bIns="0" rtlCol="0" anchor="ctr">
              <a:noAutofit/>
            </a:bodyPr>
            <a:lstStyle/>
            <a:p>
              <a:pPr algn="ctr"/>
              <a:r>
                <a:rPr lang="en-US" altLang="zh-CN" sz="1650" b="1">
                  <a:solidFill>
                    <a:srgbClr val="263442"/>
                  </a:solidFill>
                  <a:latin typeface="Arial" panose="020B0604020202020204" pitchFamily="34" charset="0"/>
                </a:rPr>
                <a:t>Candidate blob</a:t>
              </a:r>
              <a:endParaRPr lang="zh-CN" altLang="en-US" sz="1650" b="1">
                <a:solidFill>
                  <a:srgbClr val="263442"/>
                </a:solidFill>
                <a:latin typeface="Arial" panose="020B0604020202020204" pitchFamily="34" charset="0"/>
              </a:endParaRPr>
            </a:p>
          </p:txBody>
        </p:sp>
        <p:sp>
          <p:nvSpPr>
            <p:cNvPr id="5" name="label">
              <a:extLst>
                <a:ext uri="{FF2B5EF4-FFF2-40B4-BE49-F238E27FC236}">
                  <a16:creationId xmlns:a16="http://schemas.microsoft.com/office/drawing/2014/main" id="{D8A1C7F2-A2DA-7355-0993-C6D79DCE902C}"/>
                </a:ext>
              </a:extLst>
            </p:cNvPr>
            <p:cNvSpPr txBox="1"/>
            <p:nvPr/>
          </p:nvSpPr>
          <p:spPr>
            <a:xfrm>
              <a:off x="5487988" y="161924"/>
              <a:ext cx="3133725" cy="285750"/>
            </a:xfrm>
            <a:prstGeom prst="rect">
              <a:avLst/>
            </a:prstGeom>
            <a:noFill/>
          </p:spPr>
          <p:txBody>
            <a:bodyPr vert="horz" wrap="none" lIns="0" tIns="0" rIns="0" bIns="0" rtlCol="0" anchor="ctr">
              <a:noAutofit/>
            </a:bodyPr>
            <a:lstStyle/>
            <a:p>
              <a:pPr algn="ctr"/>
              <a:r>
                <a:rPr lang="en-US" altLang="zh-CN" sz="1600" b="1">
                  <a:solidFill>
                    <a:srgbClr val="263442"/>
                  </a:solidFill>
                  <a:latin typeface="Arial" panose="020B0604020202020204" pitchFamily="34" charset="0"/>
                </a:rPr>
                <a:t>Ligand identity assignment</a:t>
              </a:r>
              <a:endParaRPr lang="zh-CN" altLang="en-US" sz="1600" b="1">
                <a:solidFill>
                  <a:srgbClr val="263442"/>
                </a:solidFill>
                <a:latin typeface="Arial" panose="020B0604020202020204" pitchFamily="34" charset="0"/>
              </a:endParaRPr>
            </a:p>
          </p:txBody>
        </p:sp>
        <p:sp>
          <p:nvSpPr>
            <p:cNvPr id="6" name="Input-map-and-receptor">
              <a:extLst>
                <a:ext uri="{FF2B5EF4-FFF2-40B4-BE49-F238E27FC236}">
                  <a16:creationId xmlns:a16="http://schemas.microsoft.com/office/drawing/2014/main" id="{F263DE0B-09E8-504C-9DC1-51EE5D522945}"/>
                </a:ext>
              </a:extLst>
            </p:cNvPr>
            <p:cNvSpPr/>
            <p:nvPr/>
          </p:nvSpPr>
          <p:spPr>
            <a:xfrm>
              <a:off x="444500" y="552450"/>
              <a:ext cx="1270000" cy="2771775"/>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abel">
              <a:extLst>
                <a:ext uri="{FF2B5EF4-FFF2-40B4-BE49-F238E27FC236}">
                  <a16:creationId xmlns:a16="http://schemas.microsoft.com/office/drawing/2014/main" id="{23D87C2A-F5DB-D833-F912-22F45387A70E}"/>
                </a:ext>
              </a:extLst>
            </p:cNvPr>
            <p:cNvSpPr txBox="1"/>
            <p:nvPr/>
          </p:nvSpPr>
          <p:spPr>
            <a:xfrm>
              <a:off x="469899" y="1714500"/>
              <a:ext cx="1219200" cy="203200"/>
            </a:xfrm>
            <a:prstGeom prst="rect">
              <a:avLst/>
            </a:prstGeom>
            <a:noFill/>
          </p:spPr>
          <p:txBody>
            <a:bodyPr vert="horz" wrap="none" lIns="0" tIns="0" rIns="0" bIns="0" rtlCol="0" anchor="ctr">
              <a:noAutofit/>
            </a:bodyPr>
            <a:lstStyle/>
            <a:p>
              <a:pPr algn="ctr"/>
              <a:r>
                <a:rPr lang="en-US" altLang="zh-CN" sz="1240" b="1">
                  <a:solidFill>
                    <a:srgbClr val="263442"/>
                  </a:solidFill>
                  <a:latin typeface="Arial" panose="020B0604020202020204" pitchFamily="34" charset="0"/>
                </a:rPr>
                <a:t>Cryo-EM map</a:t>
              </a:r>
              <a:endParaRPr lang="zh-CN" altLang="en-US" sz="1240" b="1">
                <a:solidFill>
                  <a:srgbClr val="263442"/>
                </a:solidFill>
                <a:latin typeface="Arial" panose="020B0604020202020204" pitchFamily="34" charset="0"/>
              </a:endParaRPr>
            </a:p>
          </p:txBody>
        </p:sp>
        <p:sp>
          <p:nvSpPr>
            <p:cNvPr id="10" name="label">
              <a:extLst>
                <a:ext uri="{FF2B5EF4-FFF2-40B4-BE49-F238E27FC236}">
                  <a16:creationId xmlns:a16="http://schemas.microsoft.com/office/drawing/2014/main" id="{588E2ED0-C575-68F7-A33D-8A2EBC9F349E}"/>
                </a:ext>
              </a:extLst>
            </p:cNvPr>
            <p:cNvSpPr txBox="1"/>
            <p:nvPr/>
          </p:nvSpPr>
          <p:spPr>
            <a:xfrm>
              <a:off x="457199" y="3124200"/>
              <a:ext cx="1244600" cy="203200"/>
            </a:xfrm>
            <a:prstGeom prst="rect">
              <a:avLst/>
            </a:prstGeom>
            <a:noFill/>
          </p:spPr>
          <p:txBody>
            <a:bodyPr vert="horz" wrap="none" lIns="0" tIns="0" rIns="0" bIns="0" rtlCol="0" anchor="ctr">
              <a:noAutofit/>
            </a:bodyPr>
            <a:lstStyle/>
            <a:p>
              <a:pPr algn="ctr"/>
              <a:r>
                <a:rPr lang="en-US" altLang="zh-CN" sz="1070" b="1">
                  <a:solidFill>
                    <a:srgbClr val="263442"/>
                  </a:solidFill>
                  <a:latin typeface="Arial" panose="020B0604020202020204" pitchFamily="34" charset="0"/>
                </a:rPr>
                <a:t>Receptor structure</a:t>
              </a:r>
              <a:endParaRPr lang="zh-CN" altLang="en-US" sz="1070" b="1">
                <a:solidFill>
                  <a:srgbClr val="263442"/>
                </a:solidFill>
                <a:latin typeface="Arial" panose="020B0604020202020204" pitchFamily="34" charset="0"/>
              </a:endParaRPr>
            </a:p>
          </p:txBody>
        </p:sp>
        <p:cxnSp>
          <p:nvCxnSpPr>
            <p:cNvPr id="11" name="CryoAtom2-flow">
              <a:extLst>
                <a:ext uri="{FF2B5EF4-FFF2-40B4-BE49-F238E27FC236}">
                  <a16:creationId xmlns:a16="http://schemas.microsoft.com/office/drawing/2014/main" id="{6F432651-8D9F-3672-ABA1-4C0433112747}"/>
                </a:ext>
              </a:extLst>
            </p:cNvPr>
            <p:cNvCxnSpPr/>
            <p:nvPr/>
          </p:nvCxnSpPr>
          <p:spPr>
            <a:xfrm>
              <a:off x="977900" y="1943100"/>
              <a:ext cx="0" cy="203200"/>
            </a:xfrm>
            <a:prstGeom prst="line">
              <a:avLst/>
            </a:prstGeom>
            <a:ln w="10160">
              <a:solidFill>
                <a:srgbClr val="667783"/>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 name="label">
              <a:extLst>
                <a:ext uri="{FF2B5EF4-FFF2-40B4-BE49-F238E27FC236}">
                  <a16:creationId xmlns:a16="http://schemas.microsoft.com/office/drawing/2014/main" id="{8BD22561-D571-34CD-8160-64BA85D0731B}"/>
                </a:ext>
              </a:extLst>
            </p:cNvPr>
            <p:cNvSpPr txBox="1"/>
            <p:nvPr/>
          </p:nvSpPr>
          <p:spPr>
            <a:xfrm>
              <a:off x="1015999" y="1943100"/>
              <a:ext cx="660400" cy="177800"/>
            </a:xfrm>
            <a:prstGeom prst="rect">
              <a:avLst/>
            </a:prstGeom>
            <a:noFill/>
          </p:spPr>
          <p:txBody>
            <a:bodyPr vert="horz" wrap="none" lIns="0" tIns="0" rIns="0" bIns="0" rtlCol="0" anchor="ctr">
              <a:noAutofit/>
            </a:bodyPr>
            <a:lstStyle/>
            <a:p>
              <a:r>
                <a:rPr lang="en-US" altLang="zh-CN" sz="1070">
                  <a:solidFill>
                    <a:srgbClr val="667783"/>
                  </a:solidFill>
                  <a:latin typeface="Arial" panose="020B0604020202020204" pitchFamily="34" charset="0"/>
                </a:rPr>
                <a:t>CryoAtom2</a:t>
              </a:r>
              <a:endParaRPr lang="zh-CN" altLang="en-US" sz="1070">
                <a:solidFill>
                  <a:srgbClr val="667783"/>
                </a:solidFill>
                <a:latin typeface="Arial" panose="020B0604020202020204" pitchFamily="34" charset="0"/>
              </a:endParaRPr>
            </a:p>
          </p:txBody>
        </p:sp>
        <p:sp>
          <p:nvSpPr>
            <p:cNvPr id="13" name="SMILES-frame">
              <a:extLst>
                <a:ext uri="{FF2B5EF4-FFF2-40B4-BE49-F238E27FC236}">
                  <a16:creationId xmlns:a16="http://schemas.microsoft.com/office/drawing/2014/main" id="{C2B43B2D-6519-C71F-8A5E-8F51351F6573}"/>
                </a:ext>
              </a:extLst>
            </p:cNvPr>
            <p:cNvSpPr/>
            <p:nvPr/>
          </p:nvSpPr>
          <p:spPr>
            <a:xfrm>
              <a:off x="444500" y="3409950"/>
              <a:ext cx="1270000" cy="987044"/>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SMILES-BTN">
              <a:extLst>
                <a:ext uri="{FF2B5EF4-FFF2-40B4-BE49-F238E27FC236}">
                  <a16:creationId xmlns:a16="http://schemas.microsoft.com/office/drawing/2014/main" id="{6A30B439-083F-71D3-590D-98813C9357BA}"/>
                </a:ext>
              </a:extLst>
            </p:cNvPr>
            <p:cNvSpPr txBox="1"/>
            <p:nvPr/>
          </p:nvSpPr>
          <p:spPr>
            <a:xfrm>
              <a:off x="533399" y="3454400"/>
              <a:ext cx="1143000" cy="228600"/>
            </a:xfrm>
            <a:prstGeom prst="rect">
              <a:avLst/>
            </a:prstGeom>
            <a:noFill/>
          </p:spPr>
          <p:txBody>
            <a:bodyPr vert="horz" wrap="none" lIns="0" tIns="0" rIns="0" bIns="0" rtlCol="0" anchor="ctr">
              <a:noAutofit/>
            </a:bodyPr>
            <a:lstStyle/>
            <a:p>
              <a:r>
                <a:rPr lang="en-US" altLang="zh-CN" sz="625">
                  <a:solidFill>
                    <a:srgbClr val="36986F"/>
                  </a:solidFill>
                  <a:latin typeface="Consolas" panose="020B0609020204030204" pitchFamily="49" charset="0"/>
                </a:rPr>
                <a:t>O=C(O)CCCC[C@@H]1SC[C@@</a:t>
              </a:r>
            </a:p>
            <a:p>
              <a:r>
                <a:rPr lang="en-US" altLang="zh-CN" sz="625">
                  <a:solidFill>
                    <a:srgbClr val="36986F"/>
                  </a:solidFill>
                  <a:latin typeface="Consolas" panose="020B0609020204030204" pitchFamily="49" charset="0"/>
                </a:rPr>
                <a:t>H]2NC(=O)N[C@@H]21</a:t>
              </a:r>
              <a:endParaRPr lang="zh-CN" altLang="en-US" sz="625">
                <a:solidFill>
                  <a:srgbClr val="36986F"/>
                </a:solidFill>
                <a:latin typeface="Consolas" panose="020B0609020204030204" pitchFamily="49" charset="0"/>
              </a:endParaRPr>
            </a:p>
          </p:txBody>
        </p:sp>
        <p:sp>
          <p:nvSpPr>
            <p:cNvPr id="15" name="SMILES-DTB">
              <a:extLst>
                <a:ext uri="{FF2B5EF4-FFF2-40B4-BE49-F238E27FC236}">
                  <a16:creationId xmlns:a16="http://schemas.microsoft.com/office/drawing/2014/main" id="{87D05269-72E8-300A-743A-627EBA9041D9}"/>
                </a:ext>
              </a:extLst>
            </p:cNvPr>
            <p:cNvSpPr txBox="1"/>
            <p:nvPr/>
          </p:nvSpPr>
          <p:spPr>
            <a:xfrm>
              <a:off x="533399" y="3685540"/>
              <a:ext cx="1143000" cy="228600"/>
            </a:xfrm>
            <a:prstGeom prst="rect">
              <a:avLst/>
            </a:prstGeom>
            <a:noFill/>
          </p:spPr>
          <p:txBody>
            <a:bodyPr vert="horz" wrap="none" lIns="0" tIns="0" rIns="0" bIns="0" rtlCol="0" anchor="ctr">
              <a:noAutofit/>
            </a:bodyPr>
            <a:lstStyle/>
            <a:p>
              <a:r>
                <a:rPr lang="en-US" altLang="zh-CN" sz="625">
                  <a:solidFill>
                    <a:srgbClr val="C49B32"/>
                  </a:solidFill>
                  <a:latin typeface="Consolas" panose="020B0609020204030204" pitchFamily="49" charset="0"/>
                </a:rPr>
                <a:t>C[C@@H]1NC(=O)N[C@@H]1C</a:t>
              </a:r>
            </a:p>
            <a:p>
              <a:r>
                <a:rPr lang="en-US" altLang="zh-CN" sz="625">
                  <a:solidFill>
                    <a:srgbClr val="C49B32"/>
                  </a:solidFill>
                  <a:latin typeface="Consolas" panose="020B0609020204030204" pitchFamily="49" charset="0"/>
                </a:rPr>
                <a:t>CCCCC(=O)O</a:t>
              </a:r>
              <a:endParaRPr lang="zh-CN" altLang="en-US" sz="625">
                <a:solidFill>
                  <a:srgbClr val="C49B32"/>
                </a:solidFill>
                <a:latin typeface="Consolas" panose="020B0609020204030204" pitchFamily="49" charset="0"/>
              </a:endParaRPr>
            </a:p>
          </p:txBody>
        </p:sp>
        <p:sp>
          <p:nvSpPr>
            <p:cNvPr id="16" name="SMILES-IMI">
              <a:extLst>
                <a:ext uri="{FF2B5EF4-FFF2-40B4-BE49-F238E27FC236}">
                  <a16:creationId xmlns:a16="http://schemas.microsoft.com/office/drawing/2014/main" id="{B33BD62C-D8BF-B3D0-F191-8C0F5E3255D7}"/>
                </a:ext>
              </a:extLst>
            </p:cNvPr>
            <p:cNvSpPr txBox="1"/>
            <p:nvPr/>
          </p:nvSpPr>
          <p:spPr>
            <a:xfrm>
              <a:off x="533399" y="3916680"/>
              <a:ext cx="1143000" cy="228600"/>
            </a:xfrm>
            <a:prstGeom prst="rect">
              <a:avLst/>
            </a:prstGeom>
            <a:noFill/>
          </p:spPr>
          <p:txBody>
            <a:bodyPr vert="horz" wrap="none" lIns="0" tIns="0" rIns="0" bIns="0" rtlCol="0" anchor="ctr">
              <a:noAutofit/>
            </a:bodyPr>
            <a:lstStyle/>
            <a:p>
              <a:r>
                <a:rPr lang="en-US" altLang="zh-CN" sz="625">
                  <a:solidFill>
                    <a:srgbClr val="CB627F"/>
                  </a:solidFill>
                  <a:latin typeface="Consolas" panose="020B0609020204030204" pitchFamily="49" charset="0"/>
                </a:rPr>
                <a:t>N=C1N[C@H]2[C@H](CS[C@H</a:t>
              </a:r>
            </a:p>
            <a:p>
              <a:r>
                <a:rPr lang="en-US" altLang="zh-CN" sz="625">
                  <a:solidFill>
                    <a:srgbClr val="CB627F"/>
                  </a:solidFill>
                  <a:latin typeface="Consolas" panose="020B0609020204030204" pitchFamily="49" charset="0"/>
                </a:rPr>
                <a:t>]2CCCCC(=O)O)N1</a:t>
              </a:r>
              <a:endParaRPr lang="zh-CN" altLang="en-US" sz="625">
                <a:solidFill>
                  <a:srgbClr val="CB627F"/>
                </a:solidFill>
                <a:latin typeface="Consolas" panose="020B0609020204030204" pitchFamily="49" charset="0"/>
              </a:endParaRPr>
            </a:p>
          </p:txBody>
        </p:sp>
        <p:sp>
          <p:nvSpPr>
            <p:cNvPr id="17" name="label">
              <a:extLst>
                <a:ext uri="{FF2B5EF4-FFF2-40B4-BE49-F238E27FC236}">
                  <a16:creationId xmlns:a16="http://schemas.microsoft.com/office/drawing/2014/main" id="{C18A89CA-767D-45CB-D70F-53D2E258B78E}"/>
                </a:ext>
              </a:extLst>
            </p:cNvPr>
            <p:cNvSpPr txBox="1"/>
            <p:nvPr/>
          </p:nvSpPr>
          <p:spPr>
            <a:xfrm>
              <a:off x="507999" y="4178300"/>
              <a:ext cx="1143000" cy="190500"/>
            </a:xfrm>
            <a:prstGeom prst="rect">
              <a:avLst/>
            </a:prstGeom>
            <a:noFill/>
          </p:spPr>
          <p:txBody>
            <a:bodyPr vert="horz" wrap="none" lIns="0" tIns="0" rIns="0" bIns="0" rtlCol="0" anchor="ctr">
              <a:noAutofit/>
            </a:bodyPr>
            <a:lstStyle/>
            <a:p>
              <a:pPr algn="ctr"/>
              <a:r>
                <a:rPr lang="en-US" altLang="zh-CN" sz="1200" b="1">
                  <a:solidFill>
                    <a:srgbClr val="263442"/>
                  </a:solidFill>
                  <a:latin typeface="Arial" panose="020B0604020202020204" pitchFamily="34" charset="0"/>
                </a:rPr>
                <a:t>SMILES</a:t>
              </a:r>
              <a:endParaRPr lang="zh-CN" altLang="en-US" sz="1200" b="1">
                <a:solidFill>
                  <a:srgbClr val="263442"/>
                </a:solidFill>
                <a:latin typeface="Arial" panose="020B0604020202020204" pitchFamily="34" charset="0"/>
              </a:endParaRPr>
            </a:p>
          </p:txBody>
        </p:sp>
        <p:sp>
          <p:nvSpPr>
            <p:cNvPr id="19" name="Global-label-B1">
              <a:extLst>
                <a:ext uri="{FF2B5EF4-FFF2-40B4-BE49-F238E27FC236}">
                  <a16:creationId xmlns:a16="http://schemas.microsoft.com/office/drawing/2014/main" id="{626AF702-0121-253A-1D7A-768F5962BBDF}"/>
                </a:ext>
              </a:extLst>
            </p:cNvPr>
            <p:cNvSpPr txBox="1"/>
            <p:nvPr/>
          </p:nvSpPr>
          <p:spPr>
            <a:xfrm>
              <a:off x="4427473" y="1669123"/>
              <a:ext cx="266700" cy="165100"/>
            </a:xfrm>
            <a:prstGeom prst="rect">
              <a:avLst/>
            </a:prstGeom>
            <a:noFill/>
          </p:spPr>
          <p:txBody>
            <a:bodyPr vert="horz" wrap="none" lIns="0" tIns="0" rIns="0" bIns="0" rtlCol="0" anchor="ctr">
              <a:noAutofit/>
            </a:bodyPr>
            <a:lstStyle/>
            <a:p>
              <a:r>
                <a:rPr lang="en-US" altLang="zh-CN" sz="1050" b="1" dirty="0">
                  <a:solidFill>
                    <a:srgbClr val="24634E"/>
                  </a:solidFill>
                  <a:latin typeface="Arial" panose="020B0604020202020204" pitchFamily="34" charset="0"/>
                </a:rPr>
                <a:t>B1</a:t>
              </a:r>
              <a:endParaRPr lang="zh-CN" altLang="en-US" sz="1050" b="1" dirty="0">
                <a:solidFill>
                  <a:srgbClr val="24634E"/>
                </a:solidFill>
                <a:latin typeface="Arial" panose="020B0604020202020204" pitchFamily="34" charset="0"/>
              </a:endParaRPr>
            </a:p>
          </p:txBody>
        </p:sp>
        <p:sp>
          <p:nvSpPr>
            <p:cNvPr id="20" name="Global-label-B2">
              <a:extLst>
                <a:ext uri="{FF2B5EF4-FFF2-40B4-BE49-F238E27FC236}">
                  <a16:creationId xmlns:a16="http://schemas.microsoft.com/office/drawing/2014/main" id="{E590B43C-E5AE-186C-22F3-AC1D047361B0}"/>
                </a:ext>
              </a:extLst>
            </p:cNvPr>
            <p:cNvSpPr txBox="1"/>
            <p:nvPr/>
          </p:nvSpPr>
          <p:spPr>
            <a:xfrm>
              <a:off x="2769818" y="2455307"/>
              <a:ext cx="266700" cy="165100"/>
            </a:xfrm>
            <a:prstGeom prst="rect">
              <a:avLst/>
            </a:prstGeom>
            <a:noFill/>
          </p:spPr>
          <p:txBody>
            <a:bodyPr vert="horz" wrap="none" lIns="0" tIns="0" rIns="0" bIns="0" rtlCol="0" anchor="ctr">
              <a:noAutofit/>
            </a:bodyPr>
            <a:lstStyle/>
            <a:p>
              <a:r>
                <a:rPr lang="en-US" altLang="zh-CN" sz="1050" b="1" dirty="0">
                  <a:solidFill>
                    <a:srgbClr val="24634E"/>
                  </a:solidFill>
                  <a:latin typeface="Arial" panose="020B0604020202020204" pitchFamily="34" charset="0"/>
                </a:rPr>
                <a:t>B3</a:t>
              </a:r>
              <a:endParaRPr lang="zh-CN" altLang="en-US" sz="1050" b="1" dirty="0">
                <a:solidFill>
                  <a:srgbClr val="24634E"/>
                </a:solidFill>
                <a:latin typeface="Arial" panose="020B0604020202020204" pitchFamily="34" charset="0"/>
              </a:endParaRPr>
            </a:p>
          </p:txBody>
        </p:sp>
        <p:sp>
          <p:nvSpPr>
            <p:cNvPr id="21" name="Global-label-B3">
              <a:extLst>
                <a:ext uri="{FF2B5EF4-FFF2-40B4-BE49-F238E27FC236}">
                  <a16:creationId xmlns:a16="http://schemas.microsoft.com/office/drawing/2014/main" id="{E025E0D5-D6BB-4DBD-177E-D515B4C45C84}"/>
                </a:ext>
              </a:extLst>
            </p:cNvPr>
            <p:cNvSpPr txBox="1"/>
            <p:nvPr/>
          </p:nvSpPr>
          <p:spPr>
            <a:xfrm>
              <a:off x="2597657" y="2067641"/>
              <a:ext cx="266700" cy="165100"/>
            </a:xfrm>
            <a:prstGeom prst="rect">
              <a:avLst/>
            </a:prstGeom>
            <a:noFill/>
          </p:spPr>
          <p:txBody>
            <a:bodyPr vert="horz" wrap="none" lIns="0" tIns="0" rIns="0" bIns="0" rtlCol="0" anchor="ctr">
              <a:noAutofit/>
            </a:bodyPr>
            <a:lstStyle/>
            <a:p>
              <a:r>
                <a:rPr lang="en-US" altLang="zh-CN" sz="1050" b="1" dirty="0">
                  <a:solidFill>
                    <a:srgbClr val="4E5964"/>
                  </a:solidFill>
                  <a:latin typeface="Arial" panose="020B0604020202020204" pitchFamily="34" charset="0"/>
                </a:rPr>
                <a:t>B4</a:t>
              </a:r>
              <a:endParaRPr lang="zh-CN" altLang="en-US" sz="1050" b="1" dirty="0">
                <a:solidFill>
                  <a:srgbClr val="4E5964"/>
                </a:solidFill>
                <a:latin typeface="Arial" panose="020B0604020202020204" pitchFamily="34" charset="0"/>
              </a:endParaRPr>
            </a:p>
          </p:txBody>
        </p:sp>
        <p:sp>
          <p:nvSpPr>
            <p:cNvPr id="22" name="Global-label-B4">
              <a:extLst>
                <a:ext uri="{FF2B5EF4-FFF2-40B4-BE49-F238E27FC236}">
                  <a16:creationId xmlns:a16="http://schemas.microsoft.com/office/drawing/2014/main" id="{47995979-38A8-DB15-FB4C-B80227A30B84}"/>
                </a:ext>
              </a:extLst>
            </p:cNvPr>
            <p:cNvSpPr txBox="1"/>
            <p:nvPr/>
          </p:nvSpPr>
          <p:spPr>
            <a:xfrm>
              <a:off x="4480102" y="2375677"/>
              <a:ext cx="266700" cy="165100"/>
            </a:xfrm>
            <a:prstGeom prst="rect">
              <a:avLst/>
            </a:prstGeom>
            <a:noFill/>
          </p:spPr>
          <p:txBody>
            <a:bodyPr vert="horz" wrap="none" lIns="0" tIns="0" rIns="0" bIns="0" rtlCol="0" anchor="ctr">
              <a:noAutofit/>
            </a:bodyPr>
            <a:lstStyle/>
            <a:p>
              <a:r>
                <a:rPr lang="en-US" altLang="zh-CN" sz="1050" b="1" dirty="0">
                  <a:solidFill>
                    <a:srgbClr val="896D1C"/>
                  </a:solidFill>
                  <a:latin typeface="Arial" panose="020B0604020202020204" pitchFamily="34" charset="0"/>
                </a:rPr>
                <a:t>B2</a:t>
              </a:r>
              <a:endParaRPr lang="zh-CN" altLang="en-US" sz="1050" b="1" dirty="0">
                <a:solidFill>
                  <a:srgbClr val="896D1C"/>
                </a:solidFill>
                <a:latin typeface="Arial" panose="020B0604020202020204" pitchFamily="34" charset="0"/>
              </a:endParaRPr>
            </a:p>
          </p:txBody>
        </p:sp>
        <p:sp>
          <p:nvSpPr>
            <p:cNvPr id="23" name="Global-label-B5">
              <a:extLst>
                <a:ext uri="{FF2B5EF4-FFF2-40B4-BE49-F238E27FC236}">
                  <a16:creationId xmlns:a16="http://schemas.microsoft.com/office/drawing/2014/main" id="{E6918D41-4445-29CD-DF24-F51FF6989FA1}"/>
                </a:ext>
              </a:extLst>
            </p:cNvPr>
            <p:cNvSpPr txBox="1"/>
            <p:nvPr/>
          </p:nvSpPr>
          <p:spPr>
            <a:xfrm>
              <a:off x="2751022" y="1681202"/>
              <a:ext cx="266700" cy="165100"/>
            </a:xfrm>
            <a:prstGeom prst="rect">
              <a:avLst/>
            </a:prstGeom>
            <a:noFill/>
          </p:spPr>
          <p:txBody>
            <a:bodyPr vert="horz" wrap="none" lIns="0" tIns="0" rIns="0" bIns="0" rtlCol="0" anchor="ctr">
              <a:noAutofit/>
            </a:bodyPr>
            <a:lstStyle/>
            <a:p>
              <a:r>
                <a:rPr lang="en-US" altLang="zh-CN" sz="1050" b="1" dirty="0">
                  <a:solidFill>
                    <a:srgbClr val="9E3D5C"/>
                  </a:solidFill>
                  <a:latin typeface="Arial" panose="020B0604020202020204" pitchFamily="34" charset="0"/>
                </a:rPr>
                <a:t>B5</a:t>
              </a:r>
              <a:endParaRPr lang="zh-CN" altLang="en-US" sz="1050" b="1" dirty="0">
                <a:solidFill>
                  <a:srgbClr val="9E3D5C"/>
                </a:solidFill>
                <a:latin typeface="Arial" panose="020B0604020202020204" pitchFamily="34" charset="0"/>
              </a:endParaRPr>
            </a:p>
          </p:txBody>
        </p:sp>
        <p:sp>
          <p:nvSpPr>
            <p:cNvPr id="24" name="label">
              <a:extLst>
                <a:ext uri="{FF2B5EF4-FFF2-40B4-BE49-F238E27FC236}">
                  <a16:creationId xmlns:a16="http://schemas.microsoft.com/office/drawing/2014/main" id="{0ABA8C5E-A3C4-CB9D-D44E-80FCE5515C62}"/>
                </a:ext>
              </a:extLst>
            </p:cNvPr>
            <p:cNvSpPr txBox="1"/>
            <p:nvPr/>
          </p:nvSpPr>
          <p:spPr>
            <a:xfrm>
              <a:off x="1898650" y="1714500"/>
              <a:ext cx="5715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Find</a:t>
              </a:r>
              <a:endParaRPr lang="zh-CN" altLang="en-US" sz="1450" b="1">
                <a:solidFill>
                  <a:srgbClr val="263442"/>
                </a:solidFill>
                <a:latin typeface="Arial" panose="020B0604020202020204" pitchFamily="34" charset="0"/>
              </a:endParaRPr>
            </a:p>
          </p:txBody>
        </p:sp>
        <p:cxnSp>
          <p:nvCxnSpPr>
            <p:cNvPr id="25" name="Find-arrow">
              <a:extLst>
                <a:ext uri="{FF2B5EF4-FFF2-40B4-BE49-F238E27FC236}">
                  <a16:creationId xmlns:a16="http://schemas.microsoft.com/office/drawing/2014/main" id="{8D3E7FD4-8DF3-AC7A-F924-33C021A1C5B5}"/>
                </a:ext>
              </a:extLst>
            </p:cNvPr>
            <p:cNvCxnSpPr/>
            <p:nvPr/>
          </p:nvCxnSpPr>
          <p:spPr>
            <a:xfrm>
              <a:off x="1943100" y="2044700"/>
              <a:ext cx="4826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26" name="label">
              <a:extLst>
                <a:ext uri="{FF2B5EF4-FFF2-40B4-BE49-F238E27FC236}">
                  <a16:creationId xmlns:a16="http://schemas.microsoft.com/office/drawing/2014/main" id="{3AEDCB9F-6CB1-43F2-0435-1579D6DB427F}"/>
                </a:ext>
              </a:extLst>
            </p:cNvPr>
            <p:cNvSpPr txBox="1"/>
            <p:nvPr/>
          </p:nvSpPr>
          <p:spPr>
            <a:xfrm>
              <a:off x="4895850" y="1714500"/>
              <a:ext cx="571500" cy="238125"/>
            </a:xfrm>
            <a:prstGeom prst="rect">
              <a:avLst/>
            </a:prstGeom>
            <a:noFill/>
          </p:spPr>
          <p:txBody>
            <a:bodyPr vert="horz" wrap="none" lIns="0" tIns="0" rIns="0" bIns="0" rtlCol="0" anchor="ctr">
              <a:noAutofit/>
            </a:bodyPr>
            <a:lstStyle/>
            <a:p>
              <a:pPr algn="ctr"/>
              <a:r>
                <a:rPr lang="en-US" altLang="zh-CN" sz="1450" b="1">
                  <a:solidFill>
                    <a:srgbClr val="263442"/>
                  </a:solidFill>
                  <a:latin typeface="Arial" panose="020B0604020202020204" pitchFamily="34" charset="0"/>
                </a:rPr>
                <a:t>Match</a:t>
              </a:r>
              <a:endParaRPr lang="zh-CN" altLang="en-US" sz="1450" b="1">
                <a:solidFill>
                  <a:srgbClr val="263442"/>
                </a:solidFill>
                <a:latin typeface="Arial" panose="020B0604020202020204" pitchFamily="34" charset="0"/>
              </a:endParaRPr>
            </a:p>
          </p:txBody>
        </p:sp>
        <p:cxnSp>
          <p:nvCxnSpPr>
            <p:cNvPr id="27" name="Match-arrow">
              <a:extLst>
                <a:ext uri="{FF2B5EF4-FFF2-40B4-BE49-F238E27FC236}">
                  <a16:creationId xmlns:a16="http://schemas.microsoft.com/office/drawing/2014/main" id="{05D37B52-AE4E-C14E-B150-BC938BD06F02}"/>
                </a:ext>
              </a:extLst>
            </p:cNvPr>
            <p:cNvCxnSpPr/>
            <p:nvPr/>
          </p:nvCxnSpPr>
          <p:spPr>
            <a:xfrm>
              <a:off x="4940300" y="2044700"/>
              <a:ext cx="482600" cy="0"/>
            </a:xfrm>
            <a:prstGeom prst="line">
              <a:avLst/>
            </a:prstGeom>
            <a:ln w="2286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28" name="label">
              <a:extLst>
                <a:ext uri="{FF2B5EF4-FFF2-40B4-BE49-F238E27FC236}">
                  <a16:creationId xmlns:a16="http://schemas.microsoft.com/office/drawing/2014/main" id="{2EBF6205-C70E-64BC-03CF-AFEB80CD3117}"/>
                </a:ext>
              </a:extLst>
            </p:cNvPr>
            <p:cNvSpPr txBox="1"/>
            <p:nvPr/>
          </p:nvSpPr>
          <p:spPr>
            <a:xfrm>
              <a:off x="5626100" y="552450"/>
              <a:ext cx="8636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Blobs</a:t>
              </a:r>
              <a:endParaRPr lang="zh-CN" altLang="en-US" sz="1170">
                <a:solidFill>
                  <a:srgbClr val="667783"/>
                </a:solidFill>
                <a:latin typeface="Arial" panose="020B0604020202020204" pitchFamily="34" charset="0"/>
              </a:endParaRPr>
            </a:p>
          </p:txBody>
        </p:sp>
        <p:sp>
          <p:nvSpPr>
            <p:cNvPr id="29" name="label">
              <a:extLst>
                <a:ext uri="{FF2B5EF4-FFF2-40B4-BE49-F238E27FC236}">
                  <a16:creationId xmlns:a16="http://schemas.microsoft.com/office/drawing/2014/main" id="{1375C6EB-F627-1E57-5B97-387E047FA49B}"/>
                </a:ext>
              </a:extLst>
            </p:cNvPr>
            <p:cNvSpPr txBox="1"/>
            <p:nvPr/>
          </p:nvSpPr>
          <p:spPr>
            <a:xfrm>
              <a:off x="7035800" y="552450"/>
              <a:ext cx="1473200" cy="190500"/>
            </a:xfrm>
            <a:prstGeom prst="rect">
              <a:avLst/>
            </a:prstGeom>
            <a:noFill/>
          </p:spPr>
          <p:txBody>
            <a:bodyPr vert="horz" wrap="none" lIns="0" tIns="0" rIns="0" bIns="0" rtlCol="0" anchor="ctr">
              <a:noAutofit/>
            </a:bodyPr>
            <a:lstStyle/>
            <a:p>
              <a:pPr algn="ctr"/>
              <a:r>
                <a:rPr lang="en-US" altLang="zh-CN" sz="1170">
                  <a:solidFill>
                    <a:srgbClr val="667783"/>
                  </a:solidFill>
                  <a:latin typeface="Arial" panose="020B0604020202020204" pitchFamily="34" charset="0"/>
                </a:rPr>
                <a:t>Ligand identities</a:t>
              </a:r>
              <a:endParaRPr lang="zh-CN" altLang="en-US" sz="1170">
                <a:solidFill>
                  <a:srgbClr val="667783"/>
                </a:solidFill>
                <a:latin typeface="Arial" panose="020B0604020202020204" pitchFamily="34" charset="0"/>
              </a:endParaRPr>
            </a:p>
          </p:txBody>
        </p:sp>
        <p:sp>
          <p:nvSpPr>
            <p:cNvPr id="30" name="Blob-column">
              <a:extLst>
                <a:ext uri="{FF2B5EF4-FFF2-40B4-BE49-F238E27FC236}">
                  <a16:creationId xmlns:a16="http://schemas.microsoft.com/office/drawing/2014/main" id="{923C647D-88F0-B37C-4790-89A40A560893}"/>
                </a:ext>
              </a:extLst>
            </p:cNvPr>
            <p:cNvSpPr/>
            <p:nvPr/>
          </p:nvSpPr>
          <p:spPr>
            <a:xfrm>
              <a:off x="5651500" y="800100"/>
              <a:ext cx="812800" cy="30226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Chemical-identities-only">
              <a:extLst>
                <a:ext uri="{FF2B5EF4-FFF2-40B4-BE49-F238E27FC236}">
                  <a16:creationId xmlns:a16="http://schemas.microsoft.com/office/drawing/2014/main" id="{7709C471-1E06-E2D6-DEDE-8F53D8C75FA1}"/>
                </a:ext>
              </a:extLst>
            </p:cNvPr>
            <p:cNvSpPr/>
            <p:nvPr/>
          </p:nvSpPr>
          <p:spPr>
            <a:xfrm>
              <a:off x="7086600" y="800100"/>
              <a:ext cx="1371600" cy="2387600"/>
            </a:xfrm>
            <a:prstGeom prst="rect">
              <a:avLst/>
            </a:prstGeom>
            <a:noFill/>
            <a:ln w="8255">
              <a:solidFill>
                <a:srgbClr val="C6D0D8"/>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Match-label-B1">
              <a:extLst>
                <a:ext uri="{FF2B5EF4-FFF2-40B4-BE49-F238E27FC236}">
                  <a16:creationId xmlns:a16="http://schemas.microsoft.com/office/drawing/2014/main" id="{C2D755E7-E4E2-7C32-20EE-7E7EEC3B444D}"/>
                </a:ext>
              </a:extLst>
            </p:cNvPr>
            <p:cNvSpPr txBox="1"/>
            <p:nvPr/>
          </p:nvSpPr>
          <p:spPr>
            <a:xfrm>
              <a:off x="5711824" y="965200"/>
              <a:ext cx="266700" cy="203200"/>
            </a:xfrm>
            <a:prstGeom prst="rect">
              <a:avLst/>
            </a:prstGeom>
            <a:noFill/>
          </p:spPr>
          <p:txBody>
            <a:bodyPr vert="horz" wrap="none" lIns="0" tIns="0" rIns="0" bIns="0" rtlCol="0" anchor="ctr">
              <a:noAutofit/>
            </a:bodyPr>
            <a:lstStyle/>
            <a:p>
              <a:pPr algn="ctr"/>
              <a:r>
                <a:rPr lang="en-US" altLang="zh-CN" sz="1130" dirty="0">
                  <a:solidFill>
                    <a:srgbClr val="667783"/>
                  </a:solidFill>
                  <a:latin typeface="Arial" panose="020B0604020202020204" pitchFamily="34" charset="0"/>
                </a:rPr>
                <a:t>B1</a:t>
              </a:r>
              <a:endParaRPr lang="zh-CN" altLang="en-US" sz="1130" dirty="0">
                <a:solidFill>
                  <a:srgbClr val="667783"/>
                </a:solidFill>
                <a:latin typeface="Arial" panose="020B0604020202020204" pitchFamily="34" charset="0"/>
              </a:endParaRPr>
            </a:p>
          </p:txBody>
        </p:sp>
        <p:pic>
          <p:nvPicPr>
            <p:cNvPr id="33" name="Match-blob-B1" descr="Match-blob-B1">
              <a:extLst>
                <a:ext uri="{FF2B5EF4-FFF2-40B4-BE49-F238E27FC236}">
                  <a16:creationId xmlns:a16="http://schemas.microsoft.com/office/drawing/2014/main" id="{147DC99B-CE50-ACB3-2E95-92F713755D0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003925" y="954162"/>
              <a:ext cx="330200" cy="225277"/>
            </a:xfrm>
            <a:prstGeom prst="rect">
              <a:avLst/>
            </a:prstGeom>
          </p:spPr>
        </p:pic>
        <p:sp>
          <p:nvSpPr>
            <p:cNvPr id="34" name="Match-label-B2">
              <a:extLst>
                <a:ext uri="{FF2B5EF4-FFF2-40B4-BE49-F238E27FC236}">
                  <a16:creationId xmlns:a16="http://schemas.microsoft.com/office/drawing/2014/main" id="{713DA50E-8E23-844D-0F8A-444CF7EC0959}"/>
                </a:ext>
              </a:extLst>
            </p:cNvPr>
            <p:cNvSpPr txBox="1"/>
            <p:nvPr/>
          </p:nvSpPr>
          <p:spPr>
            <a:xfrm>
              <a:off x="5711824" y="2188964"/>
              <a:ext cx="266700" cy="203200"/>
            </a:xfrm>
            <a:prstGeom prst="rect">
              <a:avLst/>
            </a:prstGeom>
            <a:noFill/>
          </p:spPr>
          <p:txBody>
            <a:bodyPr vert="horz" wrap="none" lIns="0" tIns="0" rIns="0" bIns="0" rtlCol="0" anchor="ctr">
              <a:noAutofit/>
            </a:bodyPr>
            <a:lstStyle/>
            <a:p>
              <a:pPr algn="ctr"/>
              <a:r>
                <a:rPr lang="en-US" altLang="zh-CN" sz="1130" dirty="0">
                  <a:solidFill>
                    <a:srgbClr val="667783"/>
                  </a:solidFill>
                  <a:latin typeface="Arial" panose="020B0604020202020204" pitchFamily="34" charset="0"/>
                </a:rPr>
                <a:t>B3</a:t>
              </a:r>
              <a:endParaRPr lang="zh-CN" altLang="en-US" sz="1130" dirty="0">
                <a:solidFill>
                  <a:srgbClr val="667783"/>
                </a:solidFill>
                <a:latin typeface="Arial" panose="020B0604020202020204" pitchFamily="34" charset="0"/>
              </a:endParaRPr>
            </a:p>
          </p:txBody>
        </p:sp>
        <p:pic>
          <p:nvPicPr>
            <p:cNvPr id="35" name="Match-blob-B2" descr="Match-blob-B2">
              <a:extLst>
                <a:ext uri="{FF2B5EF4-FFF2-40B4-BE49-F238E27FC236}">
                  <a16:creationId xmlns:a16="http://schemas.microsoft.com/office/drawing/2014/main" id="{6CB7E139-3EC7-BB7F-0E87-76FBAD56AC05}"/>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6003925" y="2174402"/>
              <a:ext cx="330200" cy="179513"/>
            </a:xfrm>
            <a:prstGeom prst="rect">
              <a:avLst/>
            </a:prstGeom>
          </p:spPr>
        </p:pic>
        <p:sp>
          <p:nvSpPr>
            <p:cNvPr id="36" name="Match-label-B4">
              <a:extLst>
                <a:ext uri="{FF2B5EF4-FFF2-40B4-BE49-F238E27FC236}">
                  <a16:creationId xmlns:a16="http://schemas.microsoft.com/office/drawing/2014/main" id="{57578537-4F97-9B67-88B0-DCB98955D29E}"/>
                </a:ext>
              </a:extLst>
            </p:cNvPr>
            <p:cNvSpPr txBox="1"/>
            <p:nvPr/>
          </p:nvSpPr>
          <p:spPr>
            <a:xfrm>
              <a:off x="5711824" y="1577082"/>
              <a:ext cx="266700" cy="203200"/>
            </a:xfrm>
            <a:prstGeom prst="rect">
              <a:avLst/>
            </a:prstGeom>
            <a:noFill/>
          </p:spPr>
          <p:txBody>
            <a:bodyPr vert="horz" wrap="none" lIns="0" tIns="0" rIns="0" bIns="0" rtlCol="0" anchor="ctr">
              <a:noAutofit/>
            </a:bodyPr>
            <a:lstStyle/>
            <a:p>
              <a:pPr algn="ctr"/>
              <a:r>
                <a:rPr lang="en-US" altLang="zh-CN" sz="1130" dirty="0">
                  <a:solidFill>
                    <a:srgbClr val="667783"/>
                  </a:solidFill>
                  <a:latin typeface="Arial" panose="020B0604020202020204" pitchFamily="34" charset="0"/>
                </a:rPr>
                <a:t>B2</a:t>
              </a:r>
              <a:endParaRPr lang="zh-CN" altLang="en-US" sz="1130" dirty="0">
                <a:solidFill>
                  <a:srgbClr val="667783"/>
                </a:solidFill>
                <a:latin typeface="Arial" panose="020B0604020202020204" pitchFamily="34" charset="0"/>
              </a:endParaRPr>
            </a:p>
          </p:txBody>
        </p:sp>
        <p:pic>
          <p:nvPicPr>
            <p:cNvPr id="37" name="Match-blob-B4" descr="Match-blob-B4">
              <a:extLst>
                <a:ext uri="{FF2B5EF4-FFF2-40B4-BE49-F238E27FC236}">
                  <a16:creationId xmlns:a16="http://schemas.microsoft.com/office/drawing/2014/main" id="{F35B50FD-3349-04FA-6099-538A863CEDED}"/>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003925" y="1586806"/>
              <a:ext cx="330200" cy="180229"/>
            </a:xfrm>
            <a:prstGeom prst="rect">
              <a:avLst/>
            </a:prstGeom>
          </p:spPr>
        </p:pic>
        <p:sp>
          <p:nvSpPr>
            <p:cNvPr id="38" name="Match-label-B5">
              <a:extLst>
                <a:ext uri="{FF2B5EF4-FFF2-40B4-BE49-F238E27FC236}">
                  <a16:creationId xmlns:a16="http://schemas.microsoft.com/office/drawing/2014/main" id="{8B916E74-A8E6-9750-A3EB-46C2F2A5F039}"/>
                </a:ext>
              </a:extLst>
            </p:cNvPr>
            <p:cNvSpPr txBox="1"/>
            <p:nvPr/>
          </p:nvSpPr>
          <p:spPr>
            <a:xfrm>
              <a:off x="5711824" y="3412728"/>
              <a:ext cx="266700" cy="203200"/>
            </a:xfrm>
            <a:prstGeom prst="rect">
              <a:avLst/>
            </a:prstGeom>
            <a:noFill/>
          </p:spPr>
          <p:txBody>
            <a:bodyPr vert="horz" wrap="none" lIns="0" tIns="0" rIns="0" bIns="0" rtlCol="0" anchor="ctr">
              <a:noAutofit/>
            </a:bodyPr>
            <a:lstStyle/>
            <a:p>
              <a:pPr algn="ctr"/>
              <a:r>
                <a:rPr lang="en-US" altLang="zh-CN" sz="1130">
                  <a:solidFill>
                    <a:srgbClr val="667783"/>
                  </a:solidFill>
                  <a:latin typeface="Arial" panose="020B0604020202020204" pitchFamily="34" charset="0"/>
                </a:rPr>
                <a:t>B5</a:t>
              </a:r>
              <a:endParaRPr lang="zh-CN" altLang="en-US" sz="1130">
                <a:solidFill>
                  <a:srgbClr val="667783"/>
                </a:solidFill>
                <a:latin typeface="Arial" panose="020B0604020202020204" pitchFamily="34" charset="0"/>
              </a:endParaRPr>
            </a:p>
          </p:txBody>
        </p:sp>
        <p:pic>
          <p:nvPicPr>
            <p:cNvPr id="39" name="Match-blob-B5" descr="Match-blob-B5">
              <a:extLst>
                <a:ext uri="{FF2B5EF4-FFF2-40B4-BE49-F238E27FC236}">
                  <a16:creationId xmlns:a16="http://schemas.microsoft.com/office/drawing/2014/main" id="{8A4FBD29-163A-BF06-1B16-CB5D6A033AFE}"/>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6003925" y="3416300"/>
              <a:ext cx="330200" cy="196056"/>
            </a:xfrm>
            <a:prstGeom prst="rect">
              <a:avLst/>
            </a:prstGeom>
          </p:spPr>
        </p:pic>
        <p:sp>
          <p:nvSpPr>
            <p:cNvPr id="40" name="Match-label-B3">
              <a:extLst>
                <a:ext uri="{FF2B5EF4-FFF2-40B4-BE49-F238E27FC236}">
                  <a16:creationId xmlns:a16="http://schemas.microsoft.com/office/drawing/2014/main" id="{475DBDB5-1E6F-DC66-7668-22B79348A782}"/>
                </a:ext>
              </a:extLst>
            </p:cNvPr>
            <p:cNvSpPr txBox="1"/>
            <p:nvPr/>
          </p:nvSpPr>
          <p:spPr>
            <a:xfrm>
              <a:off x="5711824" y="2800846"/>
              <a:ext cx="266700" cy="203200"/>
            </a:xfrm>
            <a:prstGeom prst="rect">
              <a:avLst/>
            </a:prstGeom>
            <a:noFill/>
          </p:spPr>
          <p:txBody>
            <a:bodyPr vert="horz" wrap="none" lIns="0" tIns="0" rIns="0" bIns="0" rtlCol="0" anchor="ctr">
              <a:noAutofit/>
            </a:bodyPr>
            <a:lstStyle/>
            <a:p>
              <a:pPr algn="ctr"/>
              <a:r>
                <a:rPr lang="en-US" altLang="zh-CN" sz="1130" dirty="0">
                  <a:solidFill>
                    <a:srgbClr val="667783"/>
                  </a:solidFill>
                  <a:latin typeface="Arial" panose="020B0604020202020204" pitchFamily="34" charset="0"/>
                </a:rPr>
                <a:t>B4</a:t>
              </a:r>
              <a:endParaRPr lang="zh-CN" altLang="en-US" sz="1130" dirty="0">
                <a:solidFill>
                  <a:srgbClr val="667783"/>
                </a:solidFill>
                <a:latin typeface="Arial" panose="020B0604020202020204" pitchFamily="34" charset="0"/>
              </a:endParaRPr>
            </a:p>
          </p:txBody>
        </p:sp>
        <p:pic>
          <p:nvPicPr>
            <p:cNvPr id="41" name="Match-blob-B3" descr="Match-blob-B3">
              <a:extLst>
                <a:ext uri="{FF2B5EF4-FFF2-40B4-BE49-F238E27FC236}">
                  <a16:creationId xmlns:a16="http://schemas.microsoft.com/office/drawing/2014/main" id="{9B88500E-5081-0A33-3BC5-0E7BAD88087A}"/>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6003925" y="2761282"/>
              <a:ext cx="330200" cy="247650"/>
            </a:xfrm>
            <a:prstGeom prst="rect">
              <a:avLst/>
            </a:prstGeom>
          </p:spPr>
        </p:pic>
        <p:cxnSp>
          <p:nvCxnSpPr>
            <p:cNvPr id="42" name="Assignment-B1">
              <a:extLst>
                <a:ext uri="{FF2B5EF4-FFF2-40B4-BE49-F238E27FC236}">
                  <a16:creationId xmlns:a16="http://schemas.microsoft.com/office/drawing/2014/main" id="{76654167-732A-797E-B252-02568873221D}"/>
                </a:ext>
              </a:extLst>
            </p:cNvPr>
            <p:cNvCxnSpPr>
              <a:cxnSpLocks/>
            </p:cNvCxnSpPr>
            <p:nvPr/>
          </p:nvCxnSpPr>
          <p:spPr>
            <a:xfrm>
              <a:off x="6464300" y="1060450"/>
              <a:ext cx="622300" cy="196850"/>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cxnSp>
          <p:nvCxnSpPr>
            <p:cNvPr id="43" name="Assignment-B2">
              <a:extLst>
                <a:ext uri="{FF2B5EF4-FFF2-40B4-BE49-F238E27FC236}">
                  <a16:creationId xmlns:a16="http://schemas.microsoft.com/office/drawing/2014/main" id="{8F45F722-D177-4424-BD11-80B9E0B760D7}"/>
                </a:ext>
              </a:extLst>
            </p:cNvPr>
            <p:cNvCxnSpPr>
              <a:cxnSpLocks/>
              <a:stCxn id="30" idx="3"/>
            </p:cNvCxnSpPr>
            <p:nvPr/>
          </p:nvCxnSpPr>
          <p:spPr>
            <a:xfrm flipV="1">
              <a:off x="6464300" y="1257300"/>
              <a:ext cx="622300" cy="1054100"/>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cxnSp>
          <p:nvCxnSpPr>
            <p:cNvPr id="44" name="Assignment-B4">
              <a:extLst>
                <a:ext uri="{FF2B5EF4-FFF2-40B4-BE49-F238E27FC236}">
                  <a16:creationId xmlns:a16="http://schemas.microsoft.com/office/drawing/2014/main" id="{D5C9FECC-81E8-A74A-0C1E-9FA440C295BA}"/>
                </a:ext>
              </a:extLst>
            </p:cNvPr>
            <p:cNvCxnSpPr>
              <a:cxnSpLocks/>
            </p:cNvCxnSpPr>
            <p:nvPr/>
          </p:nvCxnSpPr>
          <p:spPr>
            <a:xfrm>
              <a:off x="6464300" y="1669123"/>
              <a:ext cx="622300" cy="375577"/>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cxnSp>
          <p:nvCxnSpPr>
            <p:cNvPr id="45" name="Assignment-B5">
              <a:extLst>
                <a:ext uri="{FF2B5EF4-FFF2-40B4-BE49-F238E27FC236}">
                  <a16:creationId xmlns:a16="http://schemas.microsoft.com/office/drawing/2014/main" id="{61C5DCA5-1865-0B37-337E-C1EDEDFFE328}"/>
                </a:ext>
              </a:extLst>
            </p:cNvPr>
            <p:cNvCxnSpPr>
              <a:cxnSpLocks/>
            </p:cNvCxnSpPr>
            <p:nvPr/>
          </p:nvCxnSpPr>
          <p:spPr>
            <a:xfrm flipV="1">
              <a:off x="6470650" y="2832100"/>
              <a:ext cx="615950" cy="647700"/>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cxnSp>
          <p:nvCxnSpPr>
            <p:cNvPr id="46" name="Assignment-B3">
              <a:extLst>
                <a:ext uri="{FF2B5EF4-FFF2-40B4-BE49-F238E27FC236}">
                  <a16:creationId xmlns:a16="http://schemas.microsoft.com/office/drawing/2014/main" id="{5F46EB90-2409-28D1-F51F-3EB88B65FE93}"/>
                </a:ext>
              </a:extLst>
            </p:cNvPr>
            <p:cNvCxnSpPr>
              <a:cxnSpLocks/>
            </p:cNvCxnSpPr>
            <p:nvPr/>
          </p:nvCxnSpPr>
          <p:spPr>
            <a:xfrm>
              <a:off x="6451599" y="2876549"/>
              <a:ext cx="635001" cy="717551"/>
            </a:xfrm>
            <a:prstGeom prst="line">
              <a:avLst/>
            </a:prstGeom>
            <a:ln w="13335">
              <a:solidFill>
                <a:srgbClr val="808E98"/>
              </a:solidFill>
            </a:ln>
          </p:spPr>
          <p:style>
            <a:lnRef idx="1">
              <a:schemeClr val="accent1"/>
            </a:lnRef>
            <a:fillRef idx="0">
              <a:schemeClr val="accent1"/>
            </a:fillRef>
            <a:effectRef idx="0">
              <a:schemeClr val="accent1"/>
            </a:effectRef>
            <a:fontRef idx="minor">
              <a:schemeClr val="tx1"/>
            </a:fontRef>
          </p:style>
        </p:cxnSp>
        <p:pic>
          <p:nvPicPr>
            <p:cNvPr id="47" name="RDKit-identity-BTN" descr="RDKit-identity-BTN">
              <a:extLst>
                <a:ext uri="{FF2B5EF4-FFF2-40B4-BE49-F238E27FC236}">
                  <a16:creationId xmlns:a16="http://schemas.microsoft.com/office/drawing/2014/main" id="{B16299C6-3BFA-CFAD-1C22-360F6EACE43E}"/>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rot="10800000">
              <a:off x="7389694" y="946150"/>
              <a:ext cx="765413" cy="622300"/>
            </a:xfrm>
            <a:prstGeom prst="rect">
              <a:avLst/>
            </a:prstGeom>
          </p:spPr>
        </p:pic>
        <p:pic>
          <p:nvPicPr>
            <p:cNvPr id="48" name="RDKit-identity-DTB" descr="RDKit-identity-DTB">
              <a:extLst>
                <a:ext uri="{FF2B5EF4-FFF2-40B4-BE49-F238E27FC236}">
                  <a16:creationId xmlns:a16="http://schemas.microsoft.com/office/drawing/2014/main" id="{4A3CF2B4-6F57-8522-5714-C0D6A7D4FCD4}"/>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7378963" y="1733550"/>
              <a:ext cx="786875" cy="622300"/>
            </a:xfrm>
            <a:prstGeom prst="rect">
              <a:avLst/>
            </a:prstGeom>
          </p:spPr>
        </p:pic>
        <p:pic>
          <p:nvPicPr>
            <p:cNvPr id="49" name="RDKit-identity-IMI" descr="RDKit-identity-IMI">
              <a:extLst>
                <a:ext uri="{FF2B5EF4-FFF2-40B4-BE49-F238E27FC236}">
                  <a16:creationId xmlns:a16="http://schemas.microsoft.com/office/drawing/2014/main" id="{3F06DFBD-5011-0159-C2A2-5A8DAA3A53A5}"/>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7357807" y="2520950"/>
              <a:ext cx="829186" cy="622300"/>
            </a:xfrm>
            <a:prstGeom prst="rect">
              <a:avLst/>
            </a:prstGeom>
          </p:spPr>
        </p:pic>
        <p:sp>
          <p:nvSpPr>
            <p:cNvPr id="50" name="label">
              <a:extLst>
                <a:ext uri="{FF2B5EF4-FFF2-40B4-BE49-F238E27FC236}">
                  <a16:creationId xmlns:a16="http://schemas.microsoft.com/office/drawing/2014/main" id="{DBA3FDD0-B924-0E9D-1176-92336D3D1347}"/>
                </a:ext>
              </a:extLst>
            </p:cNvPr>
            <p:cNvSpPr txBox="1"/>
            <p:nvPr/>
          </p:nvSpPr>
          <p:spPr>
            <a:xfrm>
              <a:off x="7137399" y="3479800"/>
              <a:ext cx="1054100" cy="203200"/>
            </a:xfrm>
            <a:prstGeom prst="rect">
              <a:avLst/>
            </a:prstGeom>
            <a:noFill/>
          </p:spPr>
          <p:txBody>
            <a:bodyPr vert="horz" wrap="none" lIns="0" tIns="0" rIns="0" bIns="0" rtlCol="0" anchor="ctr">
              <a:noAutofit/>
            </a:bodyPr>
            <a:lstStyle/>
            <a:p>
              <a:r>
                <a:rPr lang="en-US" altLang="zh-CN" sz="1250">
                  <a:solidFill>
                    <a:srgbClr val="263442"/>
                  </a:solidFill>
                  <a:latin typeface="Arial" panose="020B0604020202020204" pitchFamily="34" charset="0"/>
                </a:rPr>
                <a:t>∅  Reject</a:t>
              </a:r>
              <a:endParaRPr lang="zh-CN" altLang="en-US" sz="1250">
                <a:solidFill>
                  <a:srgbClr val="263442"/>
                </a:solidFill>
                <a:latin typeface="Arial" panose="020B0604020202020204" pitchFamily="34" charset="0"/>
              </a:endParaRPr>
            </a:p>
          </p:txBody>
        </p:sp>
        <p:sp>
          <p:nvSpPr>
            <p:cNvPr id="51" name="label">
              <a:extLst>
                <a:ext uri="{FF2B5EF4-FFF2-40B4-BE49-F238E27FC236}">
                  <a16:creationId xmlns:a16="http://schemas.microsoft.com/office/drawing/2014/main" id="{44BE9FBB-4E08-9093-0872-23156A0AB5B5}"/>
                </a:ext>
              </a:extLst>
            </p:cNvPr>
            <p:cNvSpPr txBox="1"/>
            <p:nvPr/>
          </p:nvSpPr>
          <p:spPr>
            <a:xfrm>
              <a:off x="7150099" y="3708400"/>
              <a:ext cx="1155700" cy="152400"/>
            </a:xfrm>
            <a:prstGeom prst="rect">
              <a:avLst/>
            </a:prstGeom>
            <a:noFill/>
          </p:spPr>
          <p:txBody>
            <a:bodyPr vert="horz" wrap="none" lIns="0" tIns="0" rIns="0" bIns="0" rtlCol="0" anchor="ctr">
              <a:noAutofit/>
            </a:bodyPr>
            <a:lstStyle/>
            <a:p>
              <a:r>
                <a:rPr lang="en-US" altLang="zh-CN" sz="960">
                  <a:solidFill>
                    <a:srgbClr val="667783"/>
                  </a:solidFill>
                  <a:latin typeface="Arial" panose="020B0604020202020204" pitchFamily="34" charset="0"/>
                </a:rPr>
                <a:t>False positive</a:t>
              </a:r>
              <a:endParaRPr lang="zh-CN" altLang="en-US" sz="960">
                <a:solidFill>
                  <a:srgbClr val="667783"/>
                </a:solidFill>
                <a:latin typeface="Arial" panose="020B0604020202020204" pitchFamily="34" charset="0"/>
              </a:endParaRPr>
            </a:p>
          </p:txBody>
        </p:sp>
        <p:cxnSp>
          <p:nvCxnSpPr>
            <p:cNvPr id="52" name="SMILES-route-horizontal">
              <a:extLst>
                <a:ext uri="{FF2B5EF4-FFF2-40B4-BE49-F238E27FC236}">
                  <a16:creationId xmlns:a16="http://schemas.microsoft.com/office/drawing/2014/main" id="{52B32BE4-B5F9-3CFD-EF17-D5EE1A3A1125}"/>
                </a:ext>
              </a:extLst>
            </p:cNvPr>
            <p:cNvCxnSpPr/>
            <p:nvPr/>
          </p:nvCxnSpPr>
          <p:spPr>
            <a:xfrm>
              <a:off x="1727200" y="4178300"/>
              <a:ext cx="6337300" cy="0"/>
            </a:xfrm>
            <a:prstGeom prst="line">
              <a:avLst/>
            </a:prstGeom>
            <a:ln w="10795">
              <a:solidFill>
                <a:srgbClr val="667783"/>
              </a:solidFill>
            </a:ln>
          </p:spPr>
          <p:style>
            <a:lnRef idx="1">
              <a:schemeClr val="accent1"/>
            </a:lnRef>
            <a:fillRef idx="0">
              <a:schemeClr val="accent1"/>
            </a:fillRef>
            <a:effectRef idx="0">
              <a:schemeClr val="accent1"/>
            </a:effectRef>
            <a:fontRef idx="minor">
              <a:schemeClr val="tx1"/>
            </a:fontRef>
          </p:style>
        </p:cxnSp>
        <p:cxnSp>
          <p:nvCxnSpPr>
            <p:cNvPr id="53" name="SMILES-route-entry">
              <a:extLst>
                <a:ext uri="{FF2B5EF4-FFF2-40B4-BE49-F238E27FC236}">
                  <a16:creationId xmlns:a16="http://schemas.microsoft.com/office/drawing/2014/main" id="{B8391C13-F219-859E-FD67-518D29A0BEF5}"/>
                </a:ext>
              </a:extLst>
            </p:cNvPr>
            <p:cNvCxnSpPr/>
            <p:nvPr/>
          </p:nvCxnSpPr>
          <p:spPr>
            <a:xfrm flipV="1">
              <a:off x="8064500" y="3187700"/>
              <a:ext cx="0" cy="990600"/>
            </a:xfrm>
            <a:prstGeom prst="line">
              <a:avLst/>
            </a:prstGeom>
            <a:ln w="10795">
              <a:solidFill>
                <a:srgbClr val="667783"/>
              </a:solidFill>
              <a:tailEnd type="arrow"/>
            </a:ln>
          </p:spPr>
          <p:style>
            <a:lnRef idx="1">
              <a:schemeClr val="accent1"/>
            </a:lnRef>
            <a:fillRef idx="0">
              <a:schemeClr val="accent1"/>
            </a:fillRef>
            <a:effectRef idx="0">
              <a:schemeClr val="accent1"/>
            </a:effectRef>
            <a:fontRef idx="minor">
              <a:schemeClr val="tx1"/>
            </a:fontRef>
          </p:style>
        </p:cxnSp>
        <p:sp>
          <p:nvSpPr>
            <p:cNvPr id="54" name="RDKit-label">
              <a:extLst>
                <a:ext uri="{FF2B5EF4-FFF2-40B4-BE49-F238E27FC236}">
                  <a16:creationId xmlns:a16="http://schemas.microsoft.com/office/drawing/2014/main" id="{2DB55AF2-54D2-8A29-7526-ECABB9F04AE0}"/>
                </a:ext>
              </a:extLst>
            </p:cNvPr>
            <p:cNvSpPr txBox="1"/>
            <p:nvPr/>
          </p:nvSpPr>
          <p:spPr>
            <a:xfrm>
              <a:off x="4826000" y="3953934"/>
              <a:ext cx="711200" cy="203200"/>
            </a:xfrm>
            <a:prstGeom prst="rect">
              <a:avLst/>
            </a:prstGeom>
            <a:noFill/>
          </p:spPr>
          <p:txBody>
            <a:bodyPr vert="horz" wrap="none" lIns="0" tIns="0" rIns="0" bIns="0" rtlCol="0" anchor="ctr">
              <a:noAutofit/>
            </a:bodyPr>
            <a:lstStyle/>
            <a:p>
              <a:pPr algn="ctr"/>
              <a:r>
                <a:rPr lang="en-US" altLang="zh-CN" sz="1100" dirty="0" err="1">
                  <a:solidFill>
                    <a:srgbClr val="667783"/>
                  </a:solidFill>
                  <a:latin typeface="Arial" panose="020B0604020202020204" pitchFamily="34" charset="0"/>
                </a:rPr>
                <a:t>RDKit</a:t>
              </a:r>
              <a:endParaRPr lang="zh-CN" altLang="en-US" sz="1100" dirty="0">
                <a:solidFill>
                  <a:srgbClr val="667783"/>
                </a:solidFill>
                <a:latin typeface="Arial" panose="020B0604020202020204" pitchFamily="34" charset="0"/>
              </a:endParaRPr>
            </a:p>
          </p:txBody>
        </p:sp>
        <p:sp>
          <p:nvSpPr>
            <p:cNvPr id="55" name="组合坐标框">
              <a:extLst>
                <a:ext uri="{FF2B5EF4-FFF2-40B4-BE49-F238E27FC236}">
                  <a16:creationId xmlns:a16="http://schemas.microsoft.com/office/drawing/2014/main" id="{69054517-BD7D-CD5E-FBA8-9D31F83346BE}"/>
                </a:ext>
              </a:extLst>
            </p:cNvPr>
            <p:cNvSpPr/>
            <p:nvPr/>
          </p:nvSpPr>
          <p:spPr>
            <a:xfrm>
              <a:off x="0" y="0"/>
              <a:ext cx="850900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 name="Build及输出-A">
            <a:extLst>
              <a:ext uri="{FF2B5EF4-FFF2-40B4-BE49-F238E27FC236}">
                <a16:creationId xmlns:a16="http://schemas.microsoft.com/office/drawing/2014/main" id="{016AC74C-A272-E83D-1362-5C29A24A7152}"/>
              </a:ext>
            </a:extLst>
          </p:cNvPr>
          <p:cNvGrpSpPr/>
          <p:nvPr/>
        </p:nvGrpSpPr>
        <p:grpSpPr>
          <a:xfrm>
            <a:off x="8509000" y="0"/>
            <a:ext cx="3397250" cy="4572000"/>
            <a:chOff x="8509000" y="0"/>
            <a:chExt cx="3397250" cy="4572000"/>
          </a:xfrm>
        </p:grpSpPr>
        <p:sp>
          <p:nvSpPr>
            <p:cNvPr id="57" name="label">
              <a:extLst>
                <a:ext uri="{FF2B5EF4-FFF2-40B4-BE49-F238E27FC236}">
                  <a16:creationId xmlns:a16="http://schemas.microsoft.com/office/drawing/2014/main" id="{77DAE5B0-A215-A8D4-C627-FA3762A34DD7}"/>
                </a:ext>
              </a:extLst>
            </p:cNvPr>
            <p:cNvSpPr txBox="1"/>
            <p:nvPr/>
          </p:nvSpPr>
          <p:spPr>
            <a:xfrm>
              <a:off x="8746554" y="161924"/>
              <a:ext cx="3057525" cy="285750"/>
            </a:xfrm>
            <a:prstGeom prst="rect">
              <a:avLst/>
            </a:prstGeom>
            <a:noFill/>
          </p:spPr>
          <p:txBody>
            <a:bodyPr vert="horz" wrap="none" lIns="0" tIns="0" rIns="0" bIns="0" rtlCol="0" anchor="ctr">
              <a:noAutofit/>
            </a:bodyPr>
            <a:lstStyle/>
            <a:p>
              <a:pPr algn="ctr"/>
              <a:r>
                <a:rPr lang="en-US" altLang="zh-CN" sz="1650" b="1" dirty="0">
                  <a:solidFill>
                    <a:srgbClr val="263442"/>
                  </a:solidFill>
                  <a:latin typeface="Arial" panose="020B0604020202020204" pitchFamily="34" charset="0"/>
                </a:rPr>
                <a:t>Ligand poses</a:t>
              </a:r>
              <a:endParaRPr lang="zh-CN" altLang="en-US" sz="1650" b="1" dirty="0">
                <a:solidFill>
                  <a:srgbClr val="263442"/>
                </a:solidFill>
                <a:latin typeface="Arial" panose="020B0604020202020204" pitchFamily="34" charset="0"/>
              </a:endParaRPr>
            </a:p>
          </p:txBody>
        </p:sp>
        <p:sp>
          <p:nvSpPr>
            <p:cNvPr id="58" name="label">
              <a:extLst>
                <a:ext uri="{FF2B5EF4-FFF2-40B4-BE49-F238E27FC236}">
                  <a16:creationId xmlns:a16="http://schemas.microsoft.com/office/drawing/2014/main" id="{16CC697E-4385-0EFF-6C3C-54A331079E2E}"/>
                </a:ext>
              </a:extLst>
            </p:cNvPr>
            <p:cNvSpPr txBox="1"/>
            <p:nvPr/>
          </p:nvSpPr>
          <p:spPr>
            <a:xfrm>
              <a:off x="8566149" y="1714500"/>
              <a:ext cx="571500" cy="238125"/>
            </a:xfrm>
            <a:prstGeom prst="rect">
              <a:avLst/>
            </a:prstGeom>
            <a:noFill/>
          </p:spPr>
          <p:txBody>
            <a:bodyPr vert="horz" wrap="none" lIns="0" tIns="0" rIns="0" bIns="0" rtlCol="0" anchor="ctr">
              <a:noAutofit/>
            </a:bodyPr>
            <a:lstStyle/>
            <a:p>
              <a:pPr algn="ctr"/>
              <a:r>
                <a:rPr lang="en-US" altLang="zh-CN" sz="1450" b="1" dirty="0">
                  <a:solidFill>
                    <a:srgbClr val="263442"/>
                  </a:solidFill>
                  <a:latin typeface="Arial" panose="020B0604020202020204" pitchFamily="34" charset="0"/>
                </a:rPr>
                <a:t>Build</a:t>
              </a:r>
              <a:endParaRPr lang="zh-CN" altLang="en-US" sz="1450" b="1" dirty="0">
                <a:solidFill>
                  <a:srgbClr val="263442"/>
                </a:solidFill>
                <a:latin typeface="Arial" panose="020B0604020202020204" pitchFamily="34" charset="0"/>
              </a:endParaRPr>
            </a:p>
          </p:txBody>
        </p:sp>
        <p:cxnSp>
          <p:nvCxnSpPr>
            <p:cNvPr id="59" name="Build-arrow">
              <a:extLst>
                <a:ext uri="{FF2B5EF4-FFF2-40B4-BE49-F238E27FC236}">
                  <a16:creationId xmlns:a16="http://schemas.microsoft.com/office/drawing/2014/main" id="{0E785C9E-1034-D15F-DB6F-10C965DD1BDD}"/>
                </a:ext>
              </a:extLst>
            </p:cNvPr>
            <p:cNvCxnSpPr/>
            <p:nvPr/>
          </p:nvCxnSpPr>
          <p:spPr>
            <a:xfrm>
              <a:off x="8635499" y="2044700"/>
              <a:ext cx="482600" cy="0"/>
            </a:xfrm>
            <a:prstGeom prst="line">
              <a:avLst/>
            </a:prstGeom>
            <a:ln w="27940">
              <a:solidFill>
                <a:srgbClr val="263442"/>
              </a:solidFill>
              <a:tailEnd type="arrow"/>
            </a:ln>
          </p:spPr>
          <p:style>
            <a:lnRef idx="1">
              <a:schemeClr val="accent1"/>
            </a:lnRef>
            <a:fillRef idx="0">
              <a:schemeClr val="accent1"/>
            </a:fillRef>
            <a:effectRef idx="0">
              <a:schemeClr val="accent1"/>
            </a:effectRef>
            <a:fontRef idx="minor">
              <a:schemeClr val="tx1"/>
            </a:fontRef>
          </p:style>
        </p:cxnSp>
        <p:sp>
          <p:nvSpPr>
            <p:cNvPr id="61" name="Legend-Density">
              <a:extLst>
                <a:ext uri="{FF2B5EF4-FFF2-40B4-BE49-F238E27FC236}">
                  <a16:creationId xmlns:a16="http://schemas.microsoft.com/office/drawing/2014/main" id="{41F54108-A512-226E-8B29-AC2A20E6A193}"/>
                </a:ext>
              </a:extLst>
            </p:cNvPr>
            <p:cNvSpPr/>
            <p:nvPr/>
          </p:nvSpPr>
          <p:spPr>
            <a:xfrm>
              <a:off x="9537700" y="3728720"/>
              <a:ext cx="88900" cy="88900"/>
            </a:xfrm>
            <a:prstGeom prst="rect">
              <a:avLst/>
            </a:prstGeom>
            <a:solidFill>
              <a:srgbClr val="E2E7EB"/>
            </a:solidFill>
            <a:ln w="6350">
              <a:solidFill>
                <a:srgbClr val="A7B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abel">
              <a:extLst>
                <a:ext uri="{FF2B5EF4-FFF2-40B4-BE49-F238E27FC236}">
                  <a16:creationId xmlns:a16="http://schemas.microsoft.com/office/drawing/2014/main" id="{878EBB32-C6BD-E559-0649-BA0DDE60FC0C}"/>
                </a:ext>
              </a:extLst>
            </p:cNvPr>
            <p:cNvSpPr txBox="1"/>
            <p:nvPr/>
          </p:nvSpPr>
          <p:spPr>
            <a:xfrm>
              <a:off x="9664699" y="3671570"/>
              <a:ext cx="660400" cy="203200"/>
            </a:xfrm>
            <a:prstGeom prst="rect">
              <a:avLst/>
            </a:prstGeom>
            <a:noFill/>
          </p:spPr>
          <p:txBody>
            <a:bodyPr vert="horz" wrap="none" lIns="0" tIns="0" rIns="0" bIns="0" rtlCol="0" anchor="ctr">
              <a:noAutofit/>
            </a:bodyPr>
            <a:lstStyle/>
            <a:p>
              <a:r>
                <a:rPr lang="en-US" altLang="zh-CN" sz="1030" dirty="0">
                  <a:solidFill>
                    <a:srgbClr val="667783"/>
                  </a:solidFill>
                  <a:latin typeface="Arial" panose="020B0604020202020204" pitchFamily="34" charset="0"/>
                </a:rPr>
                <a:t>Density</a:t>
              </a:r>
              <a:endParaRPr lang="zh-CN" altLang="en-US" sz="1030" dirty="0">
                <a:solidFill>
                  <a:srgbClr val="667783"/>
                </a:solidFill>
                <a:latin typeface="Arial" panose="020B0604020202020204" pitchFamily="34" charset="0"/>
              </a:endParaRPr>
            </a:p>
          </p:txBody>
        </p:sp>
        <p:cxnSp>
          <p:nvCxnSpPr>
            <p:cNvPr id="63" name="Legend-Receptor">
              <a:extLst>
                <a:ext uri="{FF2B5EF4-FFF2-40B4-BE49-F238E27FC236}">
                  <a16:creationId xmlns:a16="http://schemas.microsoft.com/office/drawing/2014/main" id="{4AFA7E29-014D-9A15-D33D-FFF65E7C7929}"/>
                </a:ext>
              </a:extLst>
            </p:cNvPr>
            <p:cNvCxnSpPr/>
            <p:nvPr/>
          </p:nvCxnSpPr>
          <p:spPr>
            <a:xfrm>
              <a:off x="10497821" y="3783330"/>
              <a:ext cx="101600" cy="0"/>
            </a:xfrm>
            <a:prstGeom prst="line">
              <a:avLst/>
            </a:prstGeom>
            <a:ln w="21590">
              <a:solidFill>
                <a:srgbClr val="4C6E83"/>
              </a:solidFill>
            </a:ln>
          </p:spPr>
          <p:style>
            <a:lnRef idx="1">
              <a:schemeClr val="accent1"/>
            </a:lnRef>
            <a:fillRef idx="0">
              <a:schemeClr val="accent1"/>
            </a:fillRef>
            <a:effectRef idx="0">
              <a:schemeClr val="accent1"/>
            </a:effectRef>
            <a:fontRef idx="minor">
              <a:schemeClr val="tx1"/>
            </a:fontRef>
          </p:style>
        </p:cxnSp>
        <p:sp>
          <p:nvSpPr>
            <p:cNvPr id="64" name="label">
              <a:extLst>
                <a:ext uri="{FF2B5EF4-FFF2-40B4-BE49-F238E27FC236}">
                  <a16:creationId xmlns:a16="http://schemas.microsoft.com/office/drawing/2014/main" id="{CFDD3445-39A0-2851-3D0A-E5E82328E35D}"/>
                </a:ext>
              </a:extLst>
            </p:cNvPr>
            <p:cNvSpPr txBox="1"/>
            <p:nvPr/>
          </p:nvSpPr>
          <p:spPr>
            <a:xfrm>
              <a:off x="10642600" y="3671570"/>
              <a:ext cx="660400" cy="203200"/>
            </a:xfrm>
            <a:prstGeom prst="rect">
              <a:avLst/>
            </a:prstGeom>
            <a:noFill/>
          </p:spPr>
          <p:txBody>
            <a:bodyPr vert="horz" wrap="none" lIns="0" tIns="0" rIns="0" bIns="0" rtlCol="0" anchor="ctr">
              <a:noAutofit/>
            </a:bodyPr>
            <a:lstStyle/>
            <a:p>
              <a:r>
                <a:rPr lang="en-US" altLang="zh-CN" sz="1030" dirty="0">
                  <a:solidFill>
                    <a:srgbClr val="667783"/>
                  </a:solidFill>
                  <a:latin typeface="Arial" panose="020B0604020202020204" pitchFamily="34" charset="0"/>
                </a:rPr>
                <a:t>Receptor</a:t>
              </a:r>
              <a:endParaRPr lang="zh-CN" altLang="en-US" sz="1030" dirty="0">
                <a:solidFill>
                  <a:srgbClr val="667783"/>
                </a:solidFill>
                <a:latin typeface="Arial" panose="020B0604020202020204" pitchFamily="34" charset="0"/>
              </a:endParaRPr>
            </a:p>
          </p:txBody>
        </p:sp>
        <p:sp>
          <p:nvSpPr>
            <p:cNvPr id="67" name="组合坐标框">
              <a:extLst>
                <a:ext uri="{FF2B5EF4-FFF2-40B4-BE49-F238E27FC236}">
                  <a16:creationId xmlns:a16="http://schemas.microsoft.com/office/drawing/2014/main" id="{5E70C95A-1949-5875-67D3-471BFFFFB364}"/>
                </a:ext>
              </a:extLst>
            </p:cNvPr>
            <p:cNvSpPr/>
            <p:nvPr/>
          </p:nvSpPr>
          <p:spPr>
            <a:xfrm>
              <a:off x="8509000" y="0"/>
              <a:ext cx="3397250" cy="4572000"/>
            </a:xfrm>
            <a:prstGeom prst="rect">
              <a:avLst/>
            </a:prstGeom>
            <a:noFill/>
            <a:ln w="8255">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255">
                  <a:solidFill>
                    <a:srgbClr val="C6D0D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1" name="Global-poses-D55" descr="Global-poses-D55">
            <a:extLst>
              <a:ext uri="{FF2B5EF4-FFF2-40B4-BE49-F238E27FC236}">
                <a16:creationId xmlns:a16="http://schemas.microsoft.com/office/drawing/2014/main" id="{C37A2712-FA73-FDD6-6094-388838AB3023}"/>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9215370" y="717550"/>
            <a:ext cx="2255520" cy="2819400"/>
          </a:xfrm>
          <a:prstGeom prst="rect">
            <a:avLst/>
          </a:prstGeom>
        </p:spPr>
      </p:pic>
      <p:pic>
        <p:nvPicPr>
          <p:cNvPr id="9" name="Input-density" descr="Input-density">
            <a:extLst>
              <a:ext uri="{FF2B5EF4-FFF2-40B4-BE49-F238E27FC236}">
                <a16:creationId xmlns:a16="http://schemas.microsoft.com/office/drawing/2014/main" id="{232EEED4-B769-492F-E31C-AE28BB1546CE}"/>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622300" y="558800"/>
            <a:ext cx="914400" cy="1143000"/>
          </a:xfrm>
          <a:prstGeom prst="rect">
            <a:avLst/>
          </a:prstGeom>
        </p:spPr>
      </p:pic>
      <p:pic>
        <p:nvPicPr>
          <p:cNvPr id="65" name="Input-receptor" descr="Input-receptor">
            <a:extLst>
              <a:ext uri="{FF2B5EF4-FFF2-40B4-BE49-F238E27FC236}">
                <a16:creationId xmlns:a16="http://schemas.microsoft.com/office/drawing/2014/main" id="{786825E4-78BA-74DC-9934-7C1562595C65}"/>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622300" y="2108200"/>
            <a:ext cx="914400" cy="1143000"/>
          </a:xfrm>
          <a:prstGeom prst="rect">
            <a:avLst/>
          </a:prstGeom>
        </p:spPr>
      </p:pic>
    </p:spTree>
    <p:extLst>
      <p:ext uri="{BB962C8B-B14F-4D97-AF65-F5344CB8AC3E}">
        <p14:creationId xmlns:p14="http://schemas.microsoft.com/office/powerpoint/2010/main" val="4136174747"/>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9501</TotalTime>
  <Words>3824</Words>
  <Application>Microsoft Office PowerPoint</Application>
  <DocSecurity>0</DocSecurity>
  <PresentationFormat>自定义</PresentationFormat>
  <Paragraphs>301</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Arial</vt:lpstr>
      <vt:lpstr>Calibri</vt:lpstr>
      <vt:lpstr>Consolas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Hongen Peng</cp:lastModifiedBy>
  <cp:revision>56</cp:revision>
  <dcterms:created xsi:type="dcterms:W3CDTF">2026-09-23T07:01:10Z</dcterms:created>
  <dcterms:modified xsi:type="dcterms:W3CDTF">2026-10-30T06:45:24Z</dcterms:modified>
</cp:coreProperties>
</file>